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</p:sldIdLst>
  <p:sldSz cx="12192000" cy="6858000"/>
  <p:notesSz cx="6858000" cy="9144000"/>
  <p:custDataLst>
    <p:tags r:id="rId6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534"/>
    <p:restoredTop sz="94670"/>
  </p:normalViewPr>
  <p:slideViewPr>
    <p:cSldViewPr>
      <p:cViewPr>
        <p:scale>
          <a:sx n="125" d="100"/>
          <a:sy n="125" d="100"/>
        </p:scale>
        <p:origin x="144" y="1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ags" Target="tags/tag1.xml"/><Relationship Id="rId5" Type="http://schemas.openxmlformats.org/officeDocument/2006/relationships/slide" Target="slides/slide4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25/08/2026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25/08/2026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25/08/2026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25/08/2026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25/08/2026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25/08/2026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25/08/2026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25/08/2026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262516" y="674360"/>
            <a:ext cx="4094211" cy="3897640"/>
            <a:chOff x="1738516" y="674360"/>
            <a:chExt cx="4094211" cy="3897640"/>
          </a:xfrm>
        </p:grpSpPr>
        <p:sp>
          <p:nvSpPr>
            <p:cNvPr id="4" name="rc4"/>
            <p:cNvSpPr/>
            <p:nvPr/>
          </p:nvSpPr>
          <p:spPr>
            <a:xfrm>
              <a:off x="1939671" y="914400"/>
              <a:ext cx="3893056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85887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99170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76779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54389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731998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109608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87218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864827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85887" y="404727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85887" y="3695875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85887" y="3344479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85887" y="2993084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85887" y="2641688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85887" y="2290292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85887" y="1938896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85887" y="158750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619374" y="2853013"/>
              <a:ext cx="914399" cy="914776"/>
            </a:xfrm>
            <a:custGeom>
              <a:avLst/>
              <a:gdLst/>
              <a:ahLst/>
              <a:cxnLst/>
              <a:rect l="0" t="0" r="0" b="0"/>
              <a:pathLst>
                <a:path w="914399" h="914776">
                  <a:moveTo>
                    <a:pt x="914399" y="914400"/>
                  </a:moveTo>
                  <a:lnTo>
                    <a:pt x="914399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619374" y="2853013"/>
              <a:ext cx="923840" cy="917386"/>
            </a:xfrm>
            <a:custGeom>
              <a:avLst/>
              <a:gdLst/>
              <a:ahLst/>
              <a:cxnLst/>
              <a:rect l="0" t="0" r="0" b="0"/>
              <a:pathLst>
                <a:path w="923840" h="917386">
                  <a:moveTo>
                    <a:pt x="914399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399" y="914776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628814" y="2853013"/>
              <a:ext cx="923840" cy="920015"/>
            </a:xfrm>
            <a:custGeom>
              <a:avLst/>
              <a:gdLst/>
              <a:ahLst/>
              <a:cxnLst/>
              <a:rect l="0" t="0" r="0" b="0"/>
              <a:pathLst>
                <a:path w="923840" h="920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400" y="917391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638254" y="2853013"/>
              <a:ext cx="923840" cy="922646"/>
            </a:xfrm>
            <a:custGeom>
              <a:avLst/>
              <a:gdLst/>
              <a:ahLst/>
              <a:cxnLst/>
              <a:rect l="0" t="0" r="0" b="0"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47694" y="2853013"/>
              <a:ext cx="923840" cy="925286"/>
            </a:xfrm>
            <a:custGeom>
              <a:avLst/>
              <a:gdLst/>
              <a:ahLst/>
              <a:cxnLst/>
              <a:rect l="0" t="0" r="0" b="0"/>
              <a:pathLst>
                <a:path w="923840" h="9252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400" y="922646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57135" y="2853013"/>
              <a:ext cx="923840" cy="927934"/>
            </a:xfrm>
            <a:custGeom>
              <a:avLst/>
              <a:gdLst/>
              <a:ahLst/>
              <a:cxnLst/>
              <a:rect l="0" t="0" r="0" b="0"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66575" y="2853013"/>
              <a:ext cx="923840" cy="930413"/>
            </a:xfrm>
            <a:custGeom>
              <a:avLst/>
              <a:gdLst/>
              <a:ahLst/>
              <a:cxnLst/>
              <a:rect l="0" t="0" r="0" b="0"/>
              <a:pathLst>
                <a:path w="923840" h="9304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400" y="927934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76015" y="2853013"/>
              <a:ext cx="923840" cy="931809"/>
            </a:xfrm>
            <a:custGeom>
              <a:avLst/>
              <a:gdLst/>
              <a:ahLst/>
              <a:cxnLst/>
              <a:rect l="0" t="0" r="0" b="0"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85455" y="28530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400" y="93180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94896" y="2853013"/>
              <a:ext cx="923840" cy="931676"/>
            </a:xfrm>
            <a:custGeom>
              <a:avLst/>
              <a:gdLst/>
              <a:ahLst/>
              <a:cxnLst/>
              <a:rect l="0" t="0" r="0" b="0"/>
              <a:pathLst>
                <a:path w="923840" h="93167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399" y="931676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704336" y="2853013"/>
              <a:ext cx="923840" cy="930096"/>
            </a:xfrm>
            <a:custGeom>
              <a:avLst/>
              <a:gdLst/>
              <a:ahLst/>
              <a:cxnLst/>
              <a:rect l="0" t="0" r="0" b="0"/>
              <a:pathLst>
                <a:path w="923840" h="93009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400" y="930096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713776" y="2853013"/>
              <a:ext cx="923840" cy="927299"/>
            </a:xfrm>
            <a:custGeom>
              <a:avLst/>
              <a:gdLst/>
              <a:ahLst/>
              <a:cxnLst/>
              <a:rect l="0" t="0" r="0" b="0"/>
              <a:pathLst>
                <a:path w="923840" h="92729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399" y="92729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723216" y="2853013"/>
              <a:ext cx="923840" cy="924290"/>
            </a:xfrm>
            <a:custGeom>
              <a:avLst/>
              <a:gdLst/>
              <a:ahLst/>
              <a:cxnLst/>
              <a:rect l="0" t="0" r="0" b="0"/>
              <a:pathLst>
                <a:path w="923840" h="9242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400" y="92429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732656" y="2853013"/>
              <a:ext cx="923840" cy="921289"/>
            </a:xfrm>
            <a:custGeom>
              <a:avLst/>
              <a:gdLst/>
              <a:ahLst/>
              <a:cxnLst/>
              <a:rect l="0" t="0" r="0" b="0"/>
              <a:pathLst>
                <a:path w="923840" h="92128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399" y="92128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742097" y="2853013"/>
              <a:ext cx="923840" cy="918297"/>
            </a:xfrm>
            <a:custGeom>
              <a:avLst/>
              <a:gdLst/>
              <a:ahLst/>
              <a:cxnLst/>
              <a:rect l="0" t="0" r="0" b="0"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51537" y="2853013"/>
              <a:ext cx="917295" cy="915313"/>
            </a:xfrm>
            <a:custGeom>
              <a:avLst/>
              <a:gdLst/>
              <a:ahLst/>
              <a:cxnLst/>
              <a:rect l="0" t="0" r="0" b="0"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827059" y="2853013"/>
              <a:ext cx="914399" cy="915533"/>
            </a:xfrm>
            <a:custGeom>
              <a:avLst/>
              <a:gdLst/>
              <a:ahLst/>
              <a:cxnLst/>
              <a:rect l="0" t="0" r="0" b="0"/>
              <a:pathLst>
                <a:path w="914399" h="915533">
                  <a:moveTo>
                    <a:pt x="914399" y="914400"/>
                  </a:moveTo>
                  <a:lnTo>
                    <a:pt x="914399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827059" y="2853013"/>
              <a:ext cx="923840" cy="915869"/>
            </a:xfrm>
            <a:custGeom>
              <a:avLst/>
              <a:gdLst/>
              <a:ahLst/>
              <a:cxnLst/>
              <a:rect l="0" t="0" r="0" b="0"/>
              <a:pathLst>
                <a:path w="923840" h="9158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399" y="915533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836499" y="2853013"/>
              <a:ext cx="923840" cy="915698"/>
            </a:xfrm>
            <a:custGeom>
              <a:avLst/>
              <a:gdLst/>
              <a:ahLst/>
              <a:cxnLst/>
              <a:rect l="0" t="0" r="0" b="0"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845939" y="2853013"/>
              <a:ext cx="920667" cy="914951"/>
            </a:xfrm>
            <a:custGeom>
              <a:avLst/>
              <a:gdLst/>
              <a:ahLst/>
              <a:cxnLst/>
              <a:rect l="0" t="0" r="0" b="0"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72172" y="2835444"/>
              <a:ext cx="914400" cy="916302"/>
            </a:xfrm>
            <a:custGeom>
              <a:avLst/>
              <a:gdLst/>
              <a:ahLst/>
              <a:cxnLst/>
              <a:rect l="0" t="0" r="0" b="0"/>
              <a:pathLst>
                <a:path w="914400" h="916302">
                  <a:moveTo>
                    <a:pt x="914400" y="914400"/>
                  </a:moveTo>
                  <a:lnTo>
                    <a:pt x="914400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72172" y="2835444"/>
              <a:ext cx="923840" cy="921175"/>
            </a:xfrm>
            <a:custGeom>
              <a:avLst/>
              <a:gdLst/>
              <a:ahLst/>
              <a:cxnLst/>
              <a:rect l="0" t="0" r="0" b="0"/>
              <a:pathLst>
                <a:path w="923840" h="92117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400" y="916302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81613" y="2835444"/>
              <a:ext cx="923840" cy="924550"/>
            </a:xfrm>
            <a:custGeom>
              <a:avLst/>
              <a:gdLst/>
              <a:ahLst/>
              <a:cxnLst/>
              <a:rect l="0" t="0" r="0" b="0"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91053" y="2835444"/>
              <a:ext cx="923840" cy="927140"/>
            </a:xfrm>
            <a:custGeom>
              <a:avLst/>
              <a:gdLst/>
              <a:ahLst/>
              <a:cxnLst/>
              <a:rect l="0" t="0" r="0" b="0"/>
              <a:pathLst>
                <a:path w="923840" h="9271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400" y="92455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600493" y="2835444"/>
              <a:ext cx="923840" cy="929739"/>
            </a:xfrm>
            <a:custGeom>
              <a:avLst/>
              <a:gdLst/>
              <a:ahLst/>
              <a:cxnLst/>
              <a:rect l="0" t="0" r="0" b="0"/>
              <a:pathLst>
                <a:path w="923840" h="92973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399" y="92714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60993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400" y="92973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61937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62881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63825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4769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57135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66575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76015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85455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9489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70433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71377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72321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73265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742097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51537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60977" y="2835444"/>
              <a:ext cx="923840" cy="929907"/>
            </a:xfrm>
            <a:custGeom>
              <a:avLst/>
              <a:gdLst/>
              <a:ahLst/>
              <a:cxnLst/>
              <a:rect l="0" t="0" r="0" b="0"/>
              <a:pathLst>
                <a:path w="923840" h="9299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400" y="929907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70417" y="2835444"/>
              <a:ext cx="923840" cy="926940"/>
            </a:xfrm>
            <a:custGeom>
              <a:avLst/>
              <a:gdLst/>
              <a:ahLst/>
              <a:cxnLst/>
              <a:rect l="0" t="0" r="0" b="0"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79858" y="2835444"/>
              <a:ext cx="923840" cy="924542"/>
            </a:xfrm>
            <a:custGeom>
              <a:avLst/>
              <a:gdLst/>
              <a:ahLst/>
              <a:cxnLst/>
              <a:rect l="0" t="0" r="0" b="0"/>
              <a:pathLst>
                <a:path w="923840" h="92454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400" y="923982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89298" y="2835444"/>
              <a:ext cx="923840" cy="926880"/>
            </a:xfrm>
            <a:custGeom>
              <a:avLst/>
              <a:gdLst/>
              <a:ahLst/>
              <a:cxnLst/>
              <a:rect l="0" t="0" r="0" b="0"/>
              <a:pathLst>
                <a:path w="923840" h="92688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399" y="924542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98738" y="2835444"/>
              <a:ext cx="923840" cy="929225"/>
            </a:xfrm>
            <a:custGeom>
              <a:avLst/>
              <a:gdLst/>
              <a:ahLst/>
              <a:cxnLst/>
              <a:rect l="0" t="0" r="0" b="0"/>
              <a:pathLst>
                <a:path w="923840" h="92922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400" y="92688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808178" y="2835444"/>
              <a:ext cx="923840" cy="931579"/>
            </a:xfrm>
            <a:custGeom>
              <a:avLst/>
              <a:gdLst/>
              <a:ahLst/>
              <a:cxnLst/>
              <a:rect l="0" t="0" r="0" b="0"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817619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400" y="93157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827059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836499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845939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55380" y="2835444"/>
              <a:ext cx="923840" cy="931691"/>
            </a:xfrm>
            <a:custGeom>
              <a:avLst/>
              <a:gdLst/>
              <a:ahLst/>
              <a:cxnLst/>
              <a:rect l="0" t="0" r="0" b="0"/>
              <a:pathLst>
                <a:path w="923840" h="93169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400" y="931691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64820" y="2835444"/>
              <a:ext cx="923840" cy="930110"/>
            </a:xfrm>
            <a:custGeom>
              <a:avLst/>
              <a:gdLst/>
              <a:ahLst/>
              <a:cxnLst/>
              <a:rect l="0" t="0" r="0" b="0"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74260" y="2835444"/>
              <a:ext cx="923840" cy="927117"/>
            </a:xfrm>
            <a:custGeom>
              <a:avLst/>
              <a:gdLst/>
              <a:ahLst/>
              <a:cxnLst/>
              <a:rect l="0" t="0" r="0" b="0"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83700" y="2835444"/>
              <a:ext cx="923840" cy="922549"/>
            </a:xfrm>
            <a:custGeom>
              <a:avLst/>
              <a:gdLst/>
              <a:ahLst/>
              <a:cxnLst/>
              <a:rect l="0" t="0" r="0" b="0"/>
              <a:pathLst>
                <a:path w="923840" h="92254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399" y="92254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93141" y="2835444"/>
              <a:ext cx="916821" cy="916240"/>
            </a:xfrm>
            <a:custGeom>
              <a:avLst/>
              <a:gdLst/>
              <a:ahLst/>
              <a:cxnLst/>
              <a:rect l="0" t="0" r="0" b="0"/>
              <a:pathLst>
                <a:path w="916821" h="916240">
                  <a:moveTo>
                    <a:pt x="914400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400" y="91624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53292" y="2817874"/>
              <a:ext cx="914400" cy="918773"/>
            </a:xfrm>
            <a:custGeom>
              <a:avLst/>
              <a:gdLst/>
              <a:ahLst/>
              <a:cxnLst/>
              <a:rect l="0" t="0" r="0" b="0"/>
              <a:pathLst>
                <a:path w="914400" h="918773">
                  <a:moveTo>
                    <a:pt x="914400" y="914400"/>
                  </a:moveTo>
                  <a:lnTo>
                    <a:pt x="914400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53292" y="2817874"/>
              <a:ext cx="923840" cy="927310"/>
            </a:xfrm>
            <a:custGeom>
              <a:avLst/>
              <a:gdLst/>
              <a:ahLst/>
              <a:cxnLst/>
              <a:rect l="0" t="0" r="0" b="0"/>
              <a:pathLst>
                <a:path w="923840" h="9273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400" y="918773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6273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7217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8161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9105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60049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60993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61937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62881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63825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4769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5713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6657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7601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8545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9489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70433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71377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72321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73265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74209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5153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6097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7041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7985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8929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9873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80817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81761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82705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83649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84593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5538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6482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7426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8370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93141" y="283544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902581" y="2817874"/>
              <a:ext cx="923840" cy="925690"/>
            </a:xfrm>
            <a:custGeom>
              <a:avLst/>
              <a:gdLst/>
              <a:ahLst/>
              <a:cxnLst/>
              <a:rect l="0" t="0" r="0" b="0"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912021" y="2817874"/>
              <a:ext cx="915269" cy="915478"/>
            </a:xfrm>
            <a:custGeom>
              <a:avLst/>
              <a:gdLst/>
              <a:ahLst/>
              <a:cxnLst/>
              <a:rect l="0" t="0" r="0" b="0"/>
              <a:pathLst>
                <a:path w="915269" h="915478">
                  <a:moveTo>
                    <a:pt x="914400" y="914400"/>
                  </a:moveTo>
                  <a:lnTo>
                    <a:pt x="915269" y="914400"/>
                  </a:lnTo>
                  <a:lnTo>
                    <a:pt x="914400" y="91547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43852" y="2800304"/>
              <a:ext cx="914399" cy="925671"/>
            </a:xfrm>
            <a:custGeom>
              <a:avLst/>
              <a:gdLst/>
              <a:ahLst/>
              <a:cxnLst/>
              <a:rect l="0" t="0" r="0" b="0"/>
              <a:pathLst>
                <a:path w="914399" h="925671">
                  <a:moveTo>
                    <a:pt x="914399" y="914400"/>
                  </a:moveTo>
                  <a:lnTo>
                    <a:pt x="914399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4385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399" y="925671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5329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6273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7217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8161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9105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60049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60993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61937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62881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63825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4769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5713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6657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7601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8545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9489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70433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71377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72321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73265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74209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5153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6097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7041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7985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8929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9873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80817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81761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82705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83649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84593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5538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6482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7426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8370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9314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90258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912021" y="281787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921461" y="2800304"/>
              <a:ext cx="918528" cy="920417"/>
            </a:xfrm>
            <a:custGeom>
              <a:avLst/>
              <a:gdLst/>
              <a:ahLst/>
              <a:cxnLst/>
              <a:rect l="0" t="0" r="0" b="0"/>
              <a:pathLst>
                <a:path w="918528" h="920417">
                  <a:moveTo>
                    <a:pt x="914399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399" y="920417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534411" y="2782734"/>
              <a:ext cx="914400" cy="929987"/>
            </a:xfrm>
            <a:custGeom>
              <a:avLst/>
              <a:gdLst/>
              <a:ahLst/>
              <a:cxnLst/>
              <a:rect l="0" t="0" r="0" b="0"/>
              <a:pathLst>
                <a:path w="914400" h="929987">
                  <a:moveTo>
                    <a:pt x="914400" y="914399"/>
                  </a:moveTo>
                  <a:lnTo>
                    <a:pt x="914400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53441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400" y="929987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4385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5329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6273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7217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8161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9105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60049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60993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61937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62881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63825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4769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5713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6657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7601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8545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9489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70433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71377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72321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73265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74209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5153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6097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7041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7985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8929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9873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80817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81761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82705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83649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84593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5538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6482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7426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8370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9314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90258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91202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921461" y="280030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930902" y="2782734"/>
              <a:ext cx="921168" cy="924237"/>
            </a:xfrm>
            <a:custGeom>
              <a:avLst/>
              <a:gdLst/>
              <a:ahLst/>
              <a:cxnLst/>
              <a:rect l="0" t="0" r="0" b="0"/>
              <a:pathLst>
                <a:path w="921168" h="924237">
                  <a:moveTo>
                    <a:pt x="914400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400" y="924237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524971" y="2765164"/>
              <a:ext cx="914400" cy="931026"/>
            </a:xfrm>
            <a:custGeom>
              <a:avLst/>
              <a:gdLst/>
              <a:ahLst/>
              <a:cxnLst/>
              <a:rect l="0" t="0" r="0" b="0"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52497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53441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4385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5329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6273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7217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8161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9105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60049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60993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61937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62881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63825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4769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5713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6657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7601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8545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9489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70433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71377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72321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73265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74209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5153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6097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7041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7985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8929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9873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80817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81761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82705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83649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84593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5538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6482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7426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8370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9314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90258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91202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92146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930902" y="2782734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940342" y="2765164"/>
              <a:ext cx="923840" cy="928092"/>
            </a:xfrm>
            <a:custGeom>
              <a:avLst/>
              <a:gdLst/>
              <a:ahLst/>
              <a:cxnLst/>
              <a:rect l="0" t="0" r="0" b="0"/>
              <a:pathLst>
                <a:path w="923840" h="928092">
                  <a:moveTo>
                    <a:pt x="914399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399" y="928092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515531" y="2747595"/>
              <a:ext cx="914400" cy="927394"/>
            </a:xfrm>
            <a:custGeom>
              <a:avLst/>
              <a:gdLst/>
              <a:ahLst/>
              <a:cxnLst/>
              <a:rect l="0" t="0" r="0" b="0"/>
              <a:pathLst>
                <a:path w="914400" h="927394">
                  <a:moveTo>
                    <a:pt x="914400" y="914400"/>
                  </a:moveTo>
                  <a:lnTo>
                    <a:pt x="914400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51553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400" y="927394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52497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53441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4385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5329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6273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7217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8161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9105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60049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60993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61937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62881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63825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E">
                <a:alpha val="100000"/>
              </a:srgbClr>
            </a:solidFill>
            <a:ln w="5420" cap="flat">
              <a:solidFill>
                <a:srgbClr val="FEE1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4769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5713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6657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7601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8545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9489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70433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71377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72321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73265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74209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5153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6097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7041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7985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8929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9873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80817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81761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82705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83649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84593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5538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6482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7426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8370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9314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90258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91202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92146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93090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94034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49782" y="27651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59222" y="2747595"/>
              <a:ext cx="916023" cy="917211"/>
            </a:xfrm>
            <a:custGeom>
              <a:avLst/>
              <a:gdLst/>
              <a:ahLst/>
              <a:cxnLst/>
              <a:rect l="0" t="0" r="0" b="0"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506091" y="2730025"/>
              <a:ext cx="914399" cy="916080"/>
            </a:xfrm>
            <a:custGeom>
              <a:avLst/>
              <a:gdLst/>
              <a:ahLst/>
              <a:cxnLst/>
              <a:rect l="0" t="0" r="0" b="0"/>
              <a:pathLst>
                <a:path w="914399" h="916080">
                  <a:moveTo>
                    <a:pt x="914399" y="914400"/>
                  </a:moveTo>
                  <a:lnTo>
                    <a:pt x="914399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50609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399" y="91608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51553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52497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53441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4385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5329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6273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7217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8161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9105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60049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60993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61937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62881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63825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4769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5713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6657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7601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8545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9489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70433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71377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72321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73265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74209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5153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6097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7041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7985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8929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9873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80817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81761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82705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83649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84593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5538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6482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7426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8370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9314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90258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91202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92146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93090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94034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4978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59222" y="274759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68662" y="2730025"/>
              <a:ext cx="915274" cy="916425"/>
            </a:xfrm>
            <a:custGeom>
              <a:avLst/>
              <a:gdLst/>
              <a:ahLst/>
              <a:cxnLst/>
              <a:rect l="0" t="0" r="0" b="0"/>
              <a:pathLst>
                <a:path w="915274" h="916425">
                  <a:moveTo>
                    <a:pt x="914400" y="914400"/>
                  </a:moveTo>
                  <a:lnTo>
                    <a:pt x="915274" y="914400"/>
                  </a:lnTo>
                  <a:lnTo>
                    <a:pt x="914400" y="916425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506091" y="271245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50609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51553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52497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53441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4385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5329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6273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7217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8161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9105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60049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60993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61937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62881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63825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4769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5713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6657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7601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8545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9489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70433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71377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72321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73265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74209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5153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6097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7041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7985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8929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9873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80817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81761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82705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83649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84593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5538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6482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7426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8370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9314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90258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91202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92146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93090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94034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4978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5922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68662" y="2730025"/>
              <a:ext cx="922259" cy="914400"/>
            </a:xfrm>
            <a:custGeom>
              <a:avLst/>
              <a:gdLst/>
              <a:ahLst/>
              <a:cxnLst/>
              <a:rect l="0" t="0" r="0" b="0"/>
              <a:pathLst>
                <a:path w="92225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506091" y="269488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50609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51553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52497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53441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4385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5329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6273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7217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8161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9105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60049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60993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61937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62881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63825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4769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5713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6657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7601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8545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9489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70433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71377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72321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73265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74209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5153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6097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7041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7985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8929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9873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80817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81761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82705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83649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84593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5538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6482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7426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8370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9314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90258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91202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92146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93090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94034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4978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5922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68662" y="271245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78103" y="2694885"/>
              <a:ext cx="918447" cy="927415"/>
            </a:xfrm>
            <a:custGeom>
              <a:avLst/>
              <a:gdLst/>
              <a:ahLst/>
              <a:cxnLst/>
              <a:rect l="0" t="0" r="0" b="0"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96650" y="2677316"/>
              <a:ext cx="914400" cy="919549"/>
            </a:xfrm>
            <a:custGeom>
              <a:avLst/>
              <a:gdLst/>
              <a:ahLst/>
              <a:cxnLst/>
              <a:rect l="0" t="0" r="0" b="0"/>
              <a:pathLst>
                <a:path w="914400" h="919549">
                  <a:moveTo>
                    <a:pt x="914400" y="914400"/>
                  </a:moveTo>
                  <a:lnTo>
                    <a:pt x="914400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9665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400" y="91954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50609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51553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52497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53441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4385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5329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6273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7217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8161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9105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60049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60993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61937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62881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63825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4769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5713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6657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7601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8545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9489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70433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71377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72321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73265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74209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5153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6097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7041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7985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8929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9873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80817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81761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82705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83649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84593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5538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6482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7426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8370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9314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90258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91202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92146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93090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94034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4978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5922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6866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78103" y="2694885"/>
              <a:ext cx="922925" cy="914400"/>
            </a:xfrm>
            <a:custGeom>
              <a:avLst/>
              <a:gdLst/>
              <a:ahLst/>
              <a:cxnLst/>
              <a:rect l="0" t="0" r="0" b="0"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96650" y="265974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9665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50609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51553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52497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53441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4385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5329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6273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7217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8161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9105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60049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60993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61937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62881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63825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4769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5713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6657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7601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8545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9489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70433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71377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72321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73265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74209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5153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6097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7041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7985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8929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9873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80817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81761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82705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83649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84593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5538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6482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7426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8370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9314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90258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91202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92146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93090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94034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4978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5922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6866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78103" y="267731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87543" y="2659746"/>
              <a:ext cx="916920" cy="927639"/>
            </a:xfrm>
            <a:custGeom>
              <a:avLst/>
              <a:gdLst/>
              <a:ahLst/>
              <a:cxnLst/>
              <a:rect l="0" t="0" r="0" b="0"/>
              <a:pathLst>
                <a:path w="916920" h="927639">
                  <a:moveTo>
                    <a:pt x="914400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400" y="92763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96650" y="264217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9665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50609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51553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52497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53441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4385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5329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6273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7217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8161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9105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60049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60993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61937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62881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63825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4769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5713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6657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7601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8545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9489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70433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71377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72321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73265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74209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5153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6097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7041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7985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8929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9873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80817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81761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82705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83649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84593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5538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6482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7426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8370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9314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90258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91202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92146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93090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94034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4978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5922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6866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7810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87543" y="2659746"/>
              <a:ext cx="919472" cy="914399"/>
            </a:xfrm>
            <a:custGeom>
              <a:avLst/>
              <a:gdLst/>
              <a:ahLst/>
              <a:cxnLst/>
              <a:rect l="0" t="0" r="0" b="0"/>
              <a:pathLst>
                <a:path w="919472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96650" y="262460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9665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50609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51553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52497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53441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4385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5329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6273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7217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8161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9105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60049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60993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61937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62881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63825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4769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5713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6657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7601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8545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9489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70433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71377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72321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73265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74209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5153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6097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7041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7985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8929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9873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80817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81761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82705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83649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84593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5538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6482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7426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8370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9314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90258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91202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92146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93090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94034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4978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5922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6866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7810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87543" y="2642176"/>
              <a:ext cx="921200" cy="914400"/>
            </a:xfrm>
            <a:custGeom>
              <a:avLst/>
              <a:gdLst/>
              <a:ahLst/>
              <a:cxnLst/>
              <a:rect l="0" t="0" r="0" b="0"/>
              <a:pathLst>
                <a:path w="9212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96650" y="260703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9665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50609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51553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52497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53441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4385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5329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6273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7217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8161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9105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60049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60993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61937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62881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63825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4769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5713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6657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7601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8545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9489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70433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71377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72321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73265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74209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5153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6097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7041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7985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8929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9873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80817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81761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82705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83649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84593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5538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6482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7426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8370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9314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90258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91202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92146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93090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94034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4978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5922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6866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7810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87543" y="262460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96983" y="2607036"/>
              <a:ext cx="923840" cy="925089"/>
            </a:xfrm>
            <a:custGeom>
              <a:avLst/>
              <a:gdLst/>
              <a:ahLst/>
              <a:cxnLst/>
              <a:rect l="0" t="0" r="0" b="0"/>
              <a:pathLst>
                <a:path w="923840" h="92508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399" y="92508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3006423" y="2607036"/>
              <a:ext cx="918648" cy="918120"/>
            </a:xfrm>
            <a:custGeom>
              <a:avLst/>
              <a:gdLst/>
              <a:ahLst/>
              <a:cxnLst/>
              <a:rect l="0" t="0" r="0" b="0"/>
              <a:pathLst>
                <a:path w="918648" h="918120">
                  <a:moveTo>
                    <a:pt x="914400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400" y="91812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96650" y="260703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400" y="89890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506091" y="258946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50609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51553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52497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53441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4385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5329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6273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7217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8161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9105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60049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60993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61937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62881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63825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4769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5713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6657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7601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8545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9489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70433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71377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72321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73265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74209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5153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6097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7041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7985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8929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9873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80817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81761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82705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83649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84593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5538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6482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7426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8370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9314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90258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91202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92146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93090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94034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4978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5922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6866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7810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8754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9698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3006423" y="26070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3015864" y="2589467"/>
              <a:ext cx="923840" cy="926834"/>
            </a:xfrm>
            <a:custGeom>
              <a:avLst/>
              <a:gdLst/>
              <a:ahLst/>
              <a:cxnLst/>
              <a:rect l="0" t="0" r="0" b="0"/>
              <a:pathLst>
                <a:path w="923840" h="926834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399" y="926834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3025304" y="2589467"/>
              <a:ext cx="915385" cy="915753"/>
            </a:xfrm>
            <a:custGeom>
              <a:avLst/>
              <a:gdLst/>
              <a:ahLst/>
              <a:cxnLst/>
              <a:rect l="0" t="0" r="0" b="0"/>
              <a:pathLst>
                <a:path w="915385" h="915753">
                  <a:moveTo>
                    <a:pt x="914400" y="914399"/>
                  </a:moveTo>
                  <a:lnTo>
                    <a:pt x="915385" y="914399"/>
                  </a:lnTo>
                  <a:lnTo>
                    <a:pt x="914400" y="915753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138587" y="2589467"/>
              <a:ext cx="914400" cy="917155"/>
            </a:xfrm>
            <a:custGeom>
              <a:avLst/>
              <a:gdLst/>
              <a:ahLst/>
              <a:cxnLst/>
              <a:rect l="0" t="0" r="0" b="0"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138587" y="2589467"/>
              <a:ext cx="923840" cy="920148"/>
            </a:xfrm>
            <a:custGeom>
              <a:avLst/>
              <a:gdLst/>
              <a:ahLst/>
              <a:cxnLst/>
              <a:rect l="0" t="0" r="0" b="0"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148027" y="2589467"/>
              <a:ext cx="923840" cy="921728"/>
            </a:xfrm>
            <a:custGeom>
              <a:avLst/>
              <a:gdLst/>
              <a:ahLst/>
              <a:cxnLst/>
              <a:rect l="0" t="0" r="0" b="0"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57467" y="2589467"/>
              <a:ext cx="923840" cy="921938"/>
            </a:xfrm>
            <a:custGeom>
              <a:avLst/>
              <a:gdLst/>
              <a:ahLst/>
              <a:cxnLst/>
              <a:rect l="0" t="0" r="0" b="0"/>
              <a:pathLst>
                <a:path w="923840" h="92193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66907" y="2589467"/>
              <a:ext cx="923840" cy="921713"/>
            </a:xfrm>
            <a:custGeom>
              <a:avLst/>
              <a:gdLst/>
              <a:ahLst/>
              <a:cxnLst/>
              <a:rect l="0" t="0" r="0" b="0"/>
              <a:pathLst>
                <a:path w="923840" h="921713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400" y="921713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76348" y="2589467"/>
              <a:ext cx="923840" cy="920308"/>
            </a:xfrm>
            <a:custGeom>
              <a:avLst/>
              <a:gdLst/>
              <a:ahLst/>
              <a:cxnLst/>
              <a:rect l="0" t="0" r="0" b="0"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85788" y="2589467"/>
              <a:ext cx="921116" cy="917389"/>
            </a:xfrm>
            <a:custGeom>
              <a:avLst/>
              <a:gdLst/>
              <a:ahLst/>
              <a:cxnLst/>
              <a:rect l="0" t="0" r="0" b="0"/>
              <a:pathLst>
                <a:path w="921116" h="917389">
                  <a:moveTo>
                    <a:pt x="914399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399" y="91738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96650" y="2571897"/>
              <a:ext cx="914400" cy="922216"/>
            </a:xfrm>
            <a:custGeom>
              <a:avLst/>
              <a:gdLst/>
              <a:ahLst/>
              <a:cxnLst/>
              <a:rect l="0" t="0" r="0" b="0"/>
              <a:pathLst>
                <a:path w="914400" h="922216">
                  <a:moveTo>
                    <a:pt x="914400" y="914400"/>
                  </a:moveTo>
                  <a:lnTo>
                    <a:pt x="914400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9665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400" y="92221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50609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51553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52497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53441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4385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5329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6273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7217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8161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9105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60049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60993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61937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62881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63825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4769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5713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6657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7601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8545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9489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70433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71377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72321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73265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74209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5153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6097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7041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7985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8929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9873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80817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81761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82705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83649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84593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5538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6482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7426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8370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9314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90258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91202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92146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93090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94034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4978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5922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6866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7810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8754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9698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300642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301586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3025304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3034744" y="2571897"/>
              <a:ext cx="923840" cy="927579"/>
            </a:xfrm>
            <a:custGeom>
              <a:avLst/>
              <a:gdLst/>
              <a:ahLst/>
              <a:cxnLst/>
              <a:rect l="0" t="0" r="0" b="0"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3044184" y="2571897"/>
              <a:ext cx="923840" cy="928956"/>
            </a:xfrm>
            <a:custGeom>
              <a:avLst/>
              <a:gdLst/>
              <a:ahLst/>
              <a:cxnLst/>
              <a:rect l="0" t="0" r="0" b="0"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53625" y="2571897"/>
              <a:ext cx="923840" cy="930155"/>
            </a:xfrm>
            <a:custGeom>
              <a:avLst/>
              <a:gdLst/>
              <a:ahLst/>
              <a:cxnLst/>
              <a:rect l="0" t="0" r="0" b="0"/>
              <a:pathLst>
                <a:path w="923840" h="93015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399" y="928956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63065" y="2571897"/>
              <a:ext cx="923840" cy="930364"/>
            </a:xfrm>
            <a:custGeom>
              <a:avLst/>
              <a:gdLst/>
              <a:ahLst/>
              <a:cxnLst/>
              <a:rect l="0" t="0" r="0" b="0"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72505" y="2571897"/>
              <a:ext cx="923840" cy="930197"/>
            </a:xfrm>
            <a:custGeom>
              <a:avLst/>
              <a:gdLst/>
              <a:ahLst/>
              <a:cxnLst/>
              <a:rect l="0" t="0" r="0" b="0"/>
              <a:pathLst>
                <a:path w="923840" h="93019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399" y="93019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81945" y="2571897"/>
              <a:ext cx="923840" cy="928822"/>
            </a:xfrm>
            <a:custGeom>
              <a:avLst/>
              <a:gdLst/>
              <a:ahLst/>
              <a:cxnLst/>
              <a:rect l="0" t="0" r="0" b="0"/>
              <a:pathLst>
                <a:path w="923840" h="92882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400" y="928822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91386" y="2571897"/>
              <a:ext cx="923840" cy="926015"/>
            </a:xfrm>
            <a:custGeom>
              <a:avLst/>
              <a:gdLst/>
              <a:ahLst/>
              <a:cxnLst/>
              <a:rect l="0" t="0" r="0" b="0"/>
              <a:pathLst>
                <a:path w="923840" h="926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400" y="926015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100826" y="2571897"/>
              <a:ext cx="923840" cy="922919"/>
            </a:xfrm>
            <a:custGeom>
              <a:avLst/>
              <a:gdLst/>
              <a:ahLst/>
              <a:cxnLst/>
              <a:rect l="0" t="0" r="0" b="0"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110266" y="2571897"/>
              <a:ext cx="923840" cy="923986"/>
            </a:xfrm>
            <a:custGeom>
              <a:avLst/>
              <a:gdLst/>
              <a:ahLst/>
              <a:cxnLst/>
              <a:rect l="0" t="0" r="0" b="0"/>
              <a:pathLst>
                <a:path w="923840" h="9239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399" y="919832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119706" y="2571897"/>
              <a:ext cx="923840" cy="930134"/>
            </a:xfrm>
            <a:custGeom>
              <a:avLst/>
              <a:gdLst/>
              <a:ahLst/>
              <a:cxnLst/>
              <a:rect l="0" t="0" r="0" b="0"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12914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13858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14802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5746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6690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7634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85788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95228" y="2571897"/>
              <a:ext cx="923840" cy="930435"/>
            </a:xfrm>
            <a:custGeom>
              <a:avLst/>
              <a:gdLst/>
              <a:ahLst/>
              <a:cxnLst/>
              <a:rect l="0" t="0" r="0" b="0"/>
              <a:pathLst>
                <a:path w="923840" h="93043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400" y="930435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204668" y="2571897"/>
              <a:ext cx="923840" cy="924306"/>
            </a:xfrm>
            <a:custGeom>
              <a:avLst/>
              <a:gdLst/>
              <a:ahLst/>
              <a:cxnLst/>
              <a:rect l="0" t="0" r="0" b="0"/>
              <a:pathLst>
                <a:path w="923840" h="92430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400" y="924306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214109" y="2571897"/>
              <a:ext cx="917010" cy="916602"/>
            </a:xfrm>
            <a:custGeom>
              <a:avLst/>
              <a:gdLst/>
              <a:ahLst/>
              <a:cxnLst/>
              <a:rect l="0" t="0" r="0" b="0"/>
              <a:pathLst>
                <a:path w="917010" h="916602">
                  <a:moveTo>
                    <a:pt x="914400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400" y="916602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87210" y="2554327"/>
              <a:ext cx="914400" cy="921219"/>
            </a:xfrm>
            <a:custGeom>
              <a:avLst/>
              <a:gdLst/>
              <a:ahLst/>
              <a:cxnLst/>
              <a:rect l="0" t="0" r="0" b="0"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8721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9665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50609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51553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52497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53441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4385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5329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6273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7217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8161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9105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60049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60993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61937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62881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63825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4769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5713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6657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7601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8545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9489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70433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71377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72321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73265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74209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5153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6097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7041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7985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8929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9873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80817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81761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82705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83649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84593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5538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6482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7426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8370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9314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90258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91202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92146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93090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94034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4978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5922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6866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7810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8754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9698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300642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301586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302530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303474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304418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5362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6306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7250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8194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9138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10082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11026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11970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12914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13858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14802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5746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6690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7634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8578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9522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20466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214109" y="257189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223549" y="2554327"/>
              <a:ext cx="923840" cy="926213"/>
            </a:xfrm>
            <a:custGeom>
              <a:avLst/>
              <a:gdLst/>
              <a:ahLst/>
              <a:cxnLst/>
              <a:rect l="0" t="0" r="0" b="0"/>
              <a:pathLst>
                <a:path w="923840" h="9262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400" y="92621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232989" y="2554327"/>
              <a:ext cx="917736" cy="917796"/>
            </a:xfrm>
            <a:custGeom>
              <a:avLst/>
              <a:gdLst/>
              <a:ahLst/>
              <a:cxnLst/>
              <a:rect l="0" t="0" r="0" b="0"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77770" y="2536757"/>
              <a:ext cx="914400" cy="920281"/>
            </a:xfrm>
            <a:custGeom>
              <a:avLst/>
              <a:gdLst/>
              <a:ahLst/>
              <a:cxnLst/>
              <a:rect l="0" t="0" r="0" b="0"/>
              <a:pathLst>
                <a:path w="914400" h="920281">
                  <a:moveTo>
                    <a:pt x="914400" y="914399"/>
                  </a:moveTo>
                  <a:lnTo>
                    <a:pt x="914400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7777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400" y="920281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8721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9665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50609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51553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52497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53441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4385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5329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6273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7217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8161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9105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60049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60993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61937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62881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63825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4769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5713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6657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7601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8545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9489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70433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71377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72321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73265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74209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5153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6097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7041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7985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8929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9873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80817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81761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82705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83649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84593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5538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6482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7426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8370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9314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90258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91202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92146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93090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94034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4978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5922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6866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7810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8754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9698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300642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301586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302530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303474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304418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5362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6306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7250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8194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9138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10082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11026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11970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12914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13858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14802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5746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6690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7634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8578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9522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20466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21410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22354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232989" y="255432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242429" y="2536757"/>
              <a:ext cx="922485" cy="925003"/>
            </a:xfrm>
            <a:custGeom>
              <a:avLst/>
              <a:gdLst/>
              <a:ahLst/>
              <a:cxnLst/>
              <a:rect l="0" t="0" r="0" b="0"/>
              <a:pathLst>
                <a:path w="922485" h="925003">
                  <a:moveTo>
                    <a:pt x="914399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399" y="925003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68330" y="2519187"/>
              <a:ext cx="914400" cy="919217"/>
            </a:xfrm>
            <a:custGeom>
              <a:avLst/>
              <a:gdLst/>
              <a:ahLst/>
              <a:cxnLst/>
              <a:rect l="0" t="0" r="0" b="0"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6833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7777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8721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9665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50609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51553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52497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53441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4385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5329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6273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7217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8161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9105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60049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60993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61937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62881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63825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4769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5713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6657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7601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8545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9489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70433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71377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72321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73265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74209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5153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6097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7041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7985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8929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9873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80817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81761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82705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83649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84593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5538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6482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7426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8370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9314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90258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91202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92146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93090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94034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4978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5922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6866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7810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8754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9698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300642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301586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302530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303474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304418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5362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6306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7250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8194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9138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10082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11026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11970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12914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13858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14802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5746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6690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7634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8578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9522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20466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21410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22354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23298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242429" y="253675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251870" y="2519187"/>
              <a:ext cx="923840" cy="930145"/>
            </a:xfrm>
            <a:custGeom>
              <a:avLst/>
              <a:gdLst/>
              <a:ahLst/>
              <a:cxnLst/>
              <a:rect l="0" t="0" r="0" b="0"/>
              <a:pathLst>
                <a:path w="923840" h="93014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400" y="930145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61310" y="2519187"/>
              <a:ext cx="916518" cy="917415"/>
            </a:xfrm>
            <a:custGeom>
              <a:avLst/>
              <a:gdLst/>
              <a:ahLst/>
              <a:cxnLst/>
              <a:rect l="0" t="0" r="0" b="0"/>
              <a:pathLst>
                <a:path w="916518" h="917415">
                  <a:moveTo>
                    <a:pt x="914400" y="914400"/>
                  </a:moveTo>
                  <a:lnTo>
                    <a:pt x="916518" y="914400"/>
                  </a:lnTo>
                  <a:lnTo>
                    <a:pt x="914400" y="917415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58890" y="2501618"/>
              <a:ext cx="914400" cy="914794"/>
            </a:xfrm>
            <a:custGeom>
              <a:avLst/>
              <a:gdLst/>
              <a:ahLst/>
              <a:cxnLst/>
              <a:rect l="0" t="0" r="0" b="0"/>
              <a:pathLst>
                <a:path w="914400" h="914794">
                  <a:moveTo>
                    <a:pt x="914400" y="914400"/>
                  </a:moveTo>
                  <a:lnTo>
                    <a:pt x="914400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5889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400" y="914794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6833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7777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8721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9665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50609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51553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52497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53441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4385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5329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6273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7217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8161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9105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60049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60993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61937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62881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63825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4769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5713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6657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7601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8545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9489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70433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71377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72321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73265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74209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5153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6097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7041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7985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8929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9873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80817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81761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82705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83649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84593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5538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6482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7426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8370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9314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90258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91202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92146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93090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94034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4978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5922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6866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7810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8754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9698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300642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301586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302530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303474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304418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5362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6306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7250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8194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9138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10082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11026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11970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12914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13858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14802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5746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6690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7634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8578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9522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20466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21410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22354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23298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24242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25187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61310" y="25191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70750" y="2501618"/>
              <a:ext cx="917929" cy="920691"/>
            </a:xfrm>
            <a:custGeom>
              <a:avLst/>
              <a:gdLst/>
              <a:ahLst/>
              <a:cxnLst/>
              <a:rect l="0" t="0" r="0" b="0"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58890" y="248404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5889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6833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7777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8721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9665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50609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51553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52497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53441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4385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5329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6273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7217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8161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9105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60049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60993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61937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62881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63825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4769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5713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6657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7601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8545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9489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70433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71377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72321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73265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74209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5153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6097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7041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7985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8929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9873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80817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81761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82705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83649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84593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5538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6482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7426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8370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9314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90258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91202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92146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93090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94034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4978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5922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6866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7810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8754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9698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300642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301586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302530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303474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304418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5362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6306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7250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8194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9138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10082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11026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11970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12914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13858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14802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5746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6690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7634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8578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9522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20466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21410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22354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23298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24242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25187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6131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70750" y="250161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80190" y="2484048"/>
              <a:ext cx="917010" cy="920212"/>
            </a:xfrm>
            <a:custGeom>
              <a:avLst/>
              <a:gdLst/>
              <a:ahLst/>
              <a:cxnLst/>
              <a:rect l="0" t="0" r="0" b="0"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49449" y="2466478"/>
              <a:ext cx="914400" cy="926054"/>
            </a:xfrm>
            <a:custGeom>
              <a:avLst/>
              <a:gdLst/>
              <a:ahLst/>
              <a:cxnLst/>
              <a:rect l="0" t="0" r="0" b="0"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4944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5889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6833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7777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8721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9665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50609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51553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52497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53441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4385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5329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6273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7217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8161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9105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60049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60993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61937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62881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63825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4769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5713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6657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7601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8545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9489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70433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71377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72321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73265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74209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5153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6097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7041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7985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8929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9873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80817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81761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82705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83649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84593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5538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6482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7426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8370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9314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90258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91202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92146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93090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94034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4978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5922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6866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7810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8754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9698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300642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301586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302530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303474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304418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5362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6306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7250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8194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9138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10082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11026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11970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12914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13858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14802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5746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6690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7634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8578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9522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20466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21410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22354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23298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24242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25187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6131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7075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80190" y="2484048"/>
              <a:ext cx="923826" cy="914400"/>
            </a:xfrm>
            <a:custGeom>
              <a:avLst/>
              <a:gdLst/>
              <a:ahLst/>
              <a:cxnLst/>
              <a:rect l="0" t="0" r="0" b="0"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40009" y="2448908"/>
              <a:ext cx="914400" cy="923967"/>
            </a:xfrm>
            <a:custGeom>
              <a:avLst/>
              <a:gdLst/>
              <a:ahLst/>
              <a:cxnLst/>
              <a:rect l="0" t="0" r="0" b="0"/>
              <a:pathLst>
                <a:path w="914400" h="923967">
                  <a:moveTo>
                    <a:pt x="914400" y="914400"/>
                  </a:moveTo>
                  <a:lnTo>
                    <a:pt x="914400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4000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400" y="923967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4944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5889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6833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7777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8721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9665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50609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51553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52497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53441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4385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5329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6273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7217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8161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9105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60049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60993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61937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62881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63825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4769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5713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6657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7601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8545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9489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70433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71377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72321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73265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74209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5153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6097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7041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7985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8929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9873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80817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81761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82705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83649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84593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5538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6482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7426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8370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9314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90258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91202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92146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93090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94034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4978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5922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6866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7810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8754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9698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300642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301586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302530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303474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304418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5362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6306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7250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8194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9138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10082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11026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11970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12914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13858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14802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5746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6690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7634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8578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9522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20466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21410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22354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23298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24242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25187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6131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7075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80190" y="2466478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89631" y="2448908"/>
              <a:ext cx="919955" cy="931930"/>
            </a:xfrm>
            <a:custGeom>
              <a:avLst/>
              <a:gdLst/>
              <a:ahLst/>
              <a:cxnLst/>
              <a:rect l="0" t="0" r="0" b="0"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430569" y="2431338"/>
              <a:ext cx="914400" cy="915506"/>
            </a:xfrm>
            <a:custGeom>
              <a:avLst/>
              <a:gdLst/>
              <a:ahLst/>
              <a:cxnLst/>
              <a:rect l="0" t="0" r="0" b="0"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43056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4000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4944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5889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6833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7777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8721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9665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50609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51553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52497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53441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4385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5329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6273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7217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8161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9105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60049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60993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61937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62881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63825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4769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5713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6657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7601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8545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9489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70433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71377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732656" y="2448908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399" y="89769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742097" y="243133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74209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5153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6097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7041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7985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8929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9873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80817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81761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82705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83649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84593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5538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6482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7426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8370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9314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90258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91202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92146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93090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94034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4978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5922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6866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7810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8754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9698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300642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301586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302530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303474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304418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5362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6306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7250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8194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9138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10082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11026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11970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12914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13858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14802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5746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6690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7634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8578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9522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20466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21410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22354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23298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24242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25187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6131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7075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8019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89631" y="244890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99071" y="2431338"/>
              <a:ext cx="915711" cy="918830"/>
            </a:xfrm>
            <a:custGeom>
              <a:avLst/>
              <a:gdLst/>
              <a:ahLst/>
              <a:cxnLst/>
              <a:rect l="0" t="0" r="0" b="0"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430569" y="24137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43056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4000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4944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5889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6833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7777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8721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9665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50609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51553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52497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53441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4385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5329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6273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7217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8161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9105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60049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60993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61937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62881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63825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4769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5713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6657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7601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8545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9489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70433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723216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400" y="90034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723216" y="2431338"/>
              <a:ext cx="918140" cy="914400"/>
            </a:xfrm>
            <a:custGeom>
              <a:avLst/>
              <a:gdLst/>
              <a:ahLst/>
              <a:cxnLst/>
              <a:rect l="0" t="0" r="0" b="0"/>
              <a:pathLst>
                <a:path w="918140" h="914400">
                  <a:moveTo>
                    <a:pt x="914400" y="914400"/>
                  </a:moveTo>
                  <a:lnTo>
                    <a:pt x="914400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742097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51537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60977" y="24137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6097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7041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7985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8929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9873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80817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81761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82705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83649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84593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5538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6482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7426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8370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9314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90258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91202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92146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93090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94034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4978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5922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6866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7810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8754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9698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300642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301586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302530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303474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304418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5362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6306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7250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8194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9138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10082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11026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11970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12914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13858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14802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5746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6690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7634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8578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9522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20466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21410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22354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23298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24242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25187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6131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7075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8019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8963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99071" y="2431338"/>
              <a:ext cx="920922" cy="914400"/>
            </a:xfrm>
            <a:custGeom>
              <a:avLst/>
              <a:gdLst/>
              <a:ahLst/>
              <a:cxnLst/>
              <a:rect l="0" t="0" r="0" b="0"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430569" y="23961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43056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4000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4944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5889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6833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7777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8721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9665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50609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51553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52497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53441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4385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5329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6273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7217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8161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9105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60049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60993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61937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62881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63825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4769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5713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6657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7601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8545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9489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70433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713776" y="2413769"/>
              <a:ext cx="922806" cy="914400"/>
            </a:xfrm>
            <a:custGeom>
              <a:avLst/>
              <a:gdLst/>
              <a:ahLst/>
              <a:cxnLst/>
              <a:rect l="0" t="0" r="0" b="0"/>
              <a:pathLst>
                <a:path w="92280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60977" y="23961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6097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7041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7985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8929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9873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80817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81761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82705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83649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84593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5538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6482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7426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8370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9314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90258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91202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92146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93090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94034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4978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5922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6866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7810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8754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9698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300642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301586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302530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303474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304418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5362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6306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7250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8194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9138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10082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11026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11970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12914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13858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14802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5746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6690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7634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8578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9522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20466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21410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22354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23298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24242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25187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6131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7075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8019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8963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99071" y="241376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308511" y="2396199"/>
              <a:ext cx="916707" cy="922154"/>
            </a:xfrm>
            <a:custGeom>
              <a:avLst/>
              <a:gdLst/>
              <a:ahLst/>
              <a:cxnLst/>
              <a:rect l="0" t="0" r="0" b="0"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421129" y="2378629"/>
              <a:ext cx="914399" cy="928331"/>
            </a:xfrm>
            <a:custGeom>
              <a:avLst/>
              <a:gdLst/>
              <a:ahLst/>
              <a:cxnLst/>
              <a:rect l="0" t="0" r="0" b="0"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42112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43056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4000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4944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5889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6833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7777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8721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9665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50609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51553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52497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53441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4385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5329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6273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7217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8161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9105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60049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60993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61937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62881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63825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4769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5713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6657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7601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8545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9489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713776" y="2396199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399" y="904355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713776" y="2396199"/>
              <a:ext cx="917597" cy="914400"/>
            </a:xfrm>
            <a:custGeom>
              <a:avLst/>
              <a:gdLst/>
              <a:ahLst/>
              <a:cxnLst/>
              <a:rect l="0" t="0" r="0" b="0"/>
              <a:pathLst>
                <a:path w="917597" h="914400">
                  <a:moveTo>
                    <a:pt x="914399" y="914400"/>
                  </a:moveTo>
                  <a:lnTo>
                    <a:pt x="914399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60977" y="23961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400" y="89894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70417" y="237862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7041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7985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8929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9873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80817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81761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82705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83649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84593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5538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6482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7426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7">
                <a:alpha val="100000"/>
              </a:srgbClr>
            </a:solidFill>
            <a:ln w="5420" cap="flat">
              <a:solidFill>
                <a:srgbClr val="FFFB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8370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9314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90258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91202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92146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93090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94034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4978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5922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6866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7810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8754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9698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300642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301586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302530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303474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304418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5362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6306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7250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8194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9138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10082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11026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11970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12914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13858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14802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5746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6690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7634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8578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9522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20466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21410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22354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23298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24242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25187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6131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7075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8019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8963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9907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308511" y="2396199"/>
              <a:ext cx="921947" cy="914400"/>
            </a:xfrm>
            <a:custGeom>
              <a:avLst/>
              <a:gdLst/>
              <a:ahLst/>
              <a:cxnLst/>
              <a:rect l="0" t="0" r="0" b="0"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421129" y="236105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42112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43056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4000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4944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5889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6833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7777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8721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9665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50609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51553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52497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53441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4385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5329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6273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7217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8161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9105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60049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60993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61937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62881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63825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4769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5713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6657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7601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8545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9489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704336" y="2378629"/>
              <a:ext cx="921192" cy="914400"/>
            </a:xfrm>
            <a:custGeom>
              <a:avLst/>
              <a:gdLst/>
              <a:ahLst/>
              <a:cxnLst/>
              <a:rect l="0" t="0" r="0" b="0"/>
              <a:pathLst>
                <a:path w="92119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70417" y="236105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7041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7985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8929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9873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80817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81761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82705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83649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84593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5538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6482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7426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8370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9314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90258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91202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92146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93090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94034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4978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5922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6866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7810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8754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9698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300642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301586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302530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303474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304418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5362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6306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7250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8194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9138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10082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11026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11970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12914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13858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14802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5746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6690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7634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8578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9522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20466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21410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22354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23298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24242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25187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6131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7075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8019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8963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9907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308511" y="237862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317951" y="2361059"/>
              <a:ext cx="919260" cy="925636"/>
            </a:xfrm>
            <a:custGeom>
              <a:avLst/>
              <a:gdLst/>
              <a:ahLst/>
              <a:cxnLst/>
              <a:rect l="0" t="0" r="0" b="0"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421129" y="234349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42112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43056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4000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4944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5889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6833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7777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8721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9665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50609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51553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52497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53441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4385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5329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6273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7217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8161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9105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60049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60993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61937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62881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63825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4769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5713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6657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7601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8545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9489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704336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713776" y="2343490"/>
              <a:ext cx="915451" cy="918106"/>
            </a:xfrm>
            <a:custGeom>
              <a:avLst/>
              <a:gdLst/>
              <a:ahLst/>
              <a:cxnLst/>
              <a:rect l="0" t="0" r="0" b="0"/>
              <a:pathLst>
                <a:path w="915451" h="918106">
                  <a:moveTo>
                    <a:pt x="914399" y="914399"/>
                  </a:moveTo>
                  <a:lnTo>
                    <a:pt x="915451" y="914399"/>
                  </a:lnTo>
                  <a:lnTo>
                    <a:pt x="914399" y="918106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70417" y="236105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79858" y="234349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7985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8929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9873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80817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81761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82705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83649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84593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5538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6482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7426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8370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9314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90258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91202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92146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93090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94034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4978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5922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6866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7810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8754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9698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300642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301586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302530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303474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304418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5362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6306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7250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8194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9138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10082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11026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11970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12914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13858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14802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5746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6690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7634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8578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9522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20466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21410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22354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23298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24242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25187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6131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7075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8019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8963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9907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30851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317951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327392" y="2343490"/>
              <a:ext cx="920295" cy="924281"/>
            </a:xfrm>
            <a:custGeom>
              <a:avLst/>
              <a:gdLst/>
              <a:ahLst/>
              <a:cxnLst/>
              <a:rect l="0" t="0" r="0" b="0"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421129" y="232592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42112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43056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4000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4944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5889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6833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7777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8721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9665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50609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51553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52497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53441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4385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5329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6273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7217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8161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9105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60049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60993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61937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62881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63825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4769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5713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6657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7601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8545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9489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70433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713776" y="2343490"/>
              <a:ext cx="919639" cy="914399"/>
            </a:xfrm>
            <a:custGeom>
              <a:avLst/>
              <a:gdLst/>
              <a:ahLst/>
              <a:cxnLst/>
              <a:rect l="0" t="0" r="0" b="0"/>
              <a:pathLst>
                <a:path w="919639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79858" y="234349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400" y="905864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89298" y="232592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8929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9873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80817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81761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82705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83649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84593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5538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6482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7426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8370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9314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90258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91202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92146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93090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94034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4978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5922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6866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7810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8754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9698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300642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301586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302530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303474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304418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5362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6306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7250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8194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9138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10082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11026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11970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12914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13858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14802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5746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6690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7634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8578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9522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20466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21410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22354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23298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24242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25187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6131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7075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8019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8963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9907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30851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31795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327392" y="2343490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336832" y="2325920"/>
              <a:ext cx="920769" cy="926033"/>
            </a:xfrm>
            <a:custGeom>
              <a:avLst/>
              <a:gdLst/>
              <a:ahLst/>
              <a:cxnLst/>
              <a:rect l="0" t="0" r="0" b="0"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421129" y="230835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42112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43056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4000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4944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5889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6833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7777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8721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9665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50609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51553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52497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53441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4385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5329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6273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7217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8161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9105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60049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60993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61937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62881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63825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4769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5713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6657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7601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8545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9489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70433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713776" y="2325920"/>
              <a:ext cx="922879" cy="914400"/>
            </a:xfrm>
            <a:custGeom>
              <a:avLst/>
              <a:gdLst/>
              <a:ahLst/>
              <a:cxnLst/>
              <a:rect l="0" t="0" r="0" b="0"/>
              <a:pathLst>
                <a:path w="92287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89298" y="232592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399" y="90478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98738" y="230835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9873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80817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81761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82705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83649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84593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5538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6482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7426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8370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9314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90258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91202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92146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93090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94034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4978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5922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6866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7810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8754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9698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300642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301586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302530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303474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304418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5362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6306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7250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8194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9138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10082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11026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11970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12914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13858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14802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5746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6690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7634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8578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9522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20466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21410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22354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23298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24242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25187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6131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7075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8019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8963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9907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30851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31795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32739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336832" y="232592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346272" y="2308350"/>
              <a:ext cx="919361" cy="925702"/>
            </a:xfrm>
            <a:custGeom>
              <a:avLst/>
              <a:gdLst/>
              <a:ahLst/>
              <a:cxnLst/>
              <a:rect l="0" t="0" r="0" b="0"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421129" y="229078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42112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43056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4000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4944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5889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6833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7777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8721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9665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50609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51553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52497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53441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4385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5329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6273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7217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8161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9105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60049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60993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61937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62881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63825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4769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5713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6657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7601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8545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9489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70433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713776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723216" y="2290780"/>
              <a:ext cx="915794" cy="925599"/>
            </a:xfrm>
            <a:custGeom>
              <a:avLst/>
              <a:gdLst/>
              <a:ahLst/>
              <a:cxnLst/>
              <a:rect l="0" t="0" r="0" b="0"/>
              <a:pathLst>
                <a:path w="915794" h="925599">
                  <a:moveTo>
                    <a:pt x="914400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400" y="9255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98738" y="23083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400" y="90752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808178" y="229078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80817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81761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82705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83649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84593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5538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6482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7426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8370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9314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90258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91202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92146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93090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94034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4978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5922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6866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7810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8754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9698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300642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301586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302530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303474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304418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5362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6306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7250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8194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9138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10082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11026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11970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12914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13858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14802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5746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6690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7634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8578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9522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20466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21410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22354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23298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24242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25187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6131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7075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8019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8963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9907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30851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31795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32739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33683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346272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355712" y="2290780"/>
              <a:ext cx="916367" cy="920236"/>
            </a:xfrm>
            <a:custGeom>
              <a:avLst/>
              <a:gdLst/>
              <a:ahLst/>
              <a:cxnLst/>
              <a:rect l="0" t="0" r="0" b="0"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421129" y="227321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42112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43056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4000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4944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5889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6833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7777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8721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9665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50609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51553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52497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53441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4385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5329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6273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7217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8161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9105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60049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60993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61937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62881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63825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4769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5713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6657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7601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8545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9489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70433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71377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723216" y="2290780"/>
              <a:ext cx="917272" cy="914400"/>
            </a:xfrm>
            <a:custGeom>
              <a:avLst/>
              <a:gdLst/>
              <a:ahLst/>
              <a:cxnLst/>
              <a:rect l="0" t="0" r="0" b="0"/>
              <a:pathLst>
                <a:path w="91727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808178" y="229078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817619" y="229078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400" y="901811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827059" y="227321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82705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83649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84593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5538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6482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7426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8370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9314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90258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91202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92146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93090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94034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4978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5922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6866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7810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8754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9698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300642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301586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302530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303474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304418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5362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6306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7250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8194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9138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10082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11026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11970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12914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13858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14802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5746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6690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7634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8578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9522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20466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21410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22354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23298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24242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25187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6131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7075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8019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8963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9907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30851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31795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32739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33683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34627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355712" y="2290780"/>
              <a:ext cx="922002" cy="914400"/>
            </a:xfrm>
            <a:custGeom>
              <a:avLst/>
              <a:gdLst/>
              <a:ahLst/>
              <a:cxnLst/>
              <a:rect l="0" t="0" r="0" b="0"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421129" y="22732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430569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43056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4000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4944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5889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6833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7777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8721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9665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50609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51553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52497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53441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4385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5329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6273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7217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8161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9105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60049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60993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61937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62881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63825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4769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5713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6657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7601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8545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9489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70433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71377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723216" y="2273210"/>
              <a:ext cx="918001" cy="914400"/>
            </a:xfrm>
            <a:custGeom>
              <a:avLst/>
              <a:gdLst/>
              <a:ahLst/>
              <a:cxnLst/>
              <a:rect l="0" t="0" r="0" b="0"/>
              <a:pathLst>
                <a:path w="9180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827059" y="22732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399" y="908197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836499" y="2273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845939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84593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5538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6482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7426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8370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9314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90258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91202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92146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93090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94034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4978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5922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6866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7810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8754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9698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300642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301586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302530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303474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304418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5362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6306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7250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8194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9138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10082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11026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11970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12914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13858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14802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5746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6690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7634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8578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9522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20466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21410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22354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23298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24242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25187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6131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7075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8019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8963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9907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30851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31795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32739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33683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34627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355712" y="22732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65153" y="2255641"/>
              <a:ext cx="918189" cy="926250"/>
            </a:xfrm>
            <a:custGeom>
              <a:avLst/>
              <a:gdLst/>
              <a:ahLst/>
              <a:cxnLst/>
              <a:rect l="0" t="0" r="0" b="0"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430569" y="223807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43056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4000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4944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5889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6833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7777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8721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9665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50609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51553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52497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53441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4385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5329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6273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7217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8161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9105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60049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60993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61937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62881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63825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4769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5713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6657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7601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8545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9489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70433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71377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723216" y="2255641"/>
              <a:ext cx="918048" cy="914400"/>
            </a:xfrm>
            <a:custGeom>
              <a:avLst/>
              <a:gdLst/>
              <a:ahLst/>
              <a:cxnLst/>
              <a:rect l="0" t="0" r="0" b="0"/>
              <a:pathLst>
                <a:path w="9180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845939" y="2255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55380" y="223807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5538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6482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7426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8370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9314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90258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91202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92146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93090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94034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4978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5922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6866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7810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8754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9698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300642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301586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302530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303474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304418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5362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6306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7250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8194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9138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10082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11026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11970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12914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13858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14802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5746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6690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7634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8578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9522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20466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21410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22354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23298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24242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25187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6131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7075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8019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8963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9907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30851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31795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32739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33683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34627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35571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65153" y="2255641"/>
              <a:ext cx="923318" cy="914400"/>
            </a:xfrm>
            <a:custGeom>
              <a:avLst/>
              <a:gdLst/>
              <a:ahLst/>
              <a:cxnLst/>
              <a:rect l="0" t="0" r="0" b="0"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421129" y="2220501"/>
              <a:ext cx="914399" cy="915010"/>
            </a:xfrm>
            <a:custGeom>
              <a:avLst/>
              <a:gdLst/>
              <a:ahLst/>
              <a:cxnLst/>
              <a:rect l="0" t="0" r="0" b="0"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42112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43056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4000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4944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5889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6833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7777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8721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9665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50609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51553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52497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53441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4385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5329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6273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7217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8161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9105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60049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60993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61937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62881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63825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4769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5713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6657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7601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8545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9489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70433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71377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723216" y="2238071"/>
              <a:ext cx="917880" cy="914400"/>
            </a:xfrm>
            <a:custGeom>
              <a:avLst/>
              <a:gdLst/>
              <a:ahLst/>
              <a:cxnLst/>
              <a:rect l="0" t="0" r="0" b="0"/>
              <a:pathLst>
                <a:path w="91788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55380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33" y="914400"/>
                  </a:lnTo>
                  <a:lnTo>
                    <a:pt x="914400" y="913694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64820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74260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83700" y="222050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8370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9314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90258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91202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92146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93090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94034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4978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5922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6866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7810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8754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9698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300642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301586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302530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303474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304418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5362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6306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7250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8194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9138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10082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11026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11970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12914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13858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14802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5746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6690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7634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8578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9522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20466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21410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22354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23298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24242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25187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6131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7075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8019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8963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9907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30851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31795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32739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33683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34627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35571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65153" y="223807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74593" y="2220501"/>
              <a:ext cx="918047" cy="930005"/>
            </a:xfrm>
            <a:custGeom>
              <a:avLst/>
              <a:gdLst/>
              <a:ahLst/>
              <a:cxnLst/>
              <a:rect l="0" t="0" r="0" b="0"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421129" y="220293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42112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43056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4000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4944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5889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6833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7777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8721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9665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50609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51553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52497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53441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4385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5329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6273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7217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8161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9105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60049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60993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61937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62881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63825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4769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5713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6657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7601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8545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9489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70433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71377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723216" y="2220501"/>
              <a:ext cx="917008" cy="914400"/>
            </a:xfrm>
            <a:custGeom>
              <a:avLst/>
              <a:gdLst/>
              <a:ahLst/>
              <a:cxnLst/>
              <a:rect l="0" t="0" r="0" b="0"/>
              <a:pathLst>
                <a:path w="91700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83700" y="222050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399" y="909215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93141" y="222050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400" y="897187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902581" y="220293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90258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91202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92146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93090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94034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4978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5922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6866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7810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8754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9698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300642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301586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302530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303474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304418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5362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6306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7250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8194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9138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10082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11026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11970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12914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13858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14802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5746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6690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7634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8578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9522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20466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21410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22354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23298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24242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25187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6131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7075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8019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8963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9907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30851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31795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32739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33683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34627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35571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6515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74593" y="2220501"/>
              <a:ext cx="922016" cy="914400"/>
            </a:xfrm>
            <a:custGeom>
              <a:avLst/>
              <a:gdLst/>
              <a:ahLst/>
              <a:cxnLst/>
              <a:rect l="0" t="0" r="0" b="0"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411688" y="2185361"/>
              <a:ext cx="914400" cy="929190"/>
            </a:xfrm>
            <a:custGeom>
              <a:avLst/>
              <a:gdLst/>
              <a:ahLst/>
              <a:cxnLst/>
              <a:rect l="0" t="0" r="0" b="0"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41168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42112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43056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4000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4944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5889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6833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7777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8721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9665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50609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51553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52497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53441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4385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5329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6273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7217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8161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9105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60049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60993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61937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62881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63825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4769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5713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6657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7601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8545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9489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70433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723216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400" y="907454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723216" y="2202931"/>
              <a:ext cx="915315" cy="914400"/>
            </a:xfrm>
            <a:custGeom>
              <a:avLst/>
              <a:gdLst/>
              <a:ahLst/>
              <a:cxnLst/>
              <a:rect l="0" t="0" r="0" b="0"/>
              <a:pathLst>
                <a:path w="915315" h="914400">
                  <a:moveTo>
                    <a:pt x="914400" y="914400"/>
                  </a:moveTo>
                  <a:lnTo>
                    <a:pt x="914400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902581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912021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400" y="89736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921461" y="218536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92146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93090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94034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4978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5922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6866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7810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8754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9698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300642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301586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302530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303474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304418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5362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6306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7250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8194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9138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10082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11026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11970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12914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13858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14802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5746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6690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7634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8578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9522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20466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21410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22354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23298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24242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25187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6131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7075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8019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8963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9907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30851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31795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32739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33683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34627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35571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6515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74593" y="220293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84033" y="2185361"/>
              <a:ext cx="916838" cy="923915"/>
            </a:xfrm>
            <a:custGeom>
              <a:avLst/>
              <a:gdLst/>
              <a:ahLst/>
              <a:cxnLst/>
              <a:rect l="0" t="0" r="0" b="0"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402248" y="2167792"/>
              <a:ext cx="914399" cy="925876"/>
            </a:xfrm>
            <a:custGeom>
              <a:avLst/>
              <a:gdLst/>
              <a:ahLst/>
              <a:cxnLst/>
              <a:rect l="0" t="0" r="0" b="0"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40224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41168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42112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43056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4000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4944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5889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6833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7777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8721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9665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50609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51553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52497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53441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4385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5329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6273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7217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8161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9105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60049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60993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61937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62881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63825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4769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5713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6657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7601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8545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9489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70433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713776" y="2185361"/>
              <a:ext cx="922198" cy="914400"/>
            </a:xfrm>
            <a:custGeom>
              <a:avLst/>
              <a:gdLst/>
              <a:ahLst/>
              <a:cxnLst/>
              <a:rect l="0" t="0" r="0" b="0"/>
              <a:pathLst>
                <a:path w="92219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921461" y="218536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399" y="907761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930902" y="218536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400" y="901375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940342" y="216779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94034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4978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5922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6866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7810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8754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9698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300642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301586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302530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303474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304418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5362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6306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7250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8194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9138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10082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11026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11970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12914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13858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14802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5746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6690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7634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8578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9522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20466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21410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22354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23298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24242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25187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6131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7075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8019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8963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9907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30851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31795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32739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33683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34627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35571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6515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7459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84033" y="2185361"/>
              <a:ext cx="921538" cy="914400"/>
            </a:xfrm>
            <a:custGeom>
              <a:avLst/>
              <a:gdLst/>
              <a:ahLst/>
              <a:cxnLst/>
              <a:rect l="0" t="0" r="0" b="0"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92808" y="2150222"/>
              <a:ext cx="914400" cy="922636"/>
            </a:xfrm>
            <a:custGeom>
              <a:avLst/>
              <a:gdLst/>
              <a:ahLst/>
              <a:cxnLst/>
              <a:rect l="0" t="0" r="0" b="0"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9280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40224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41168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42112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43056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4000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4944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5889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6833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7777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8721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9665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50609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51553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52497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53441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4385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5329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6273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7217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8161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9105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60049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60993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61937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62881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63825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4769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5713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6657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7601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8545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9489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70433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713776" y="2167792"/>
              <a:ext cx="918990" cy="914400"/>
            </a:xfrm>
            <a:custGeom>
              <a:avLst/>
              <a:gdLst/>
              <a:ahLst/>
              <a:cxnLst/>
              <a:rect l="0" t="0" r="0" b="0"/>
              <a:pathLst>
                <a:path w="91899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940342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3835" y="914400"/>
                  </a:lnTo>
                  <a:lnTo>
                    <a:pt x="914399" y="914172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4978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400" y="910937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5922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6866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400" y="90854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7810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8754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400" y="907185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96983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399" y="906517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300642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400" y="905856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3015864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399" y="905411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302530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400" y="90603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303474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304418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53625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399" y="90998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63065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72505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399" y="908152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81945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400" y="90507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91386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400" y="90264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100826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110266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399" y="90117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119706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129147" y="215022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12914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13858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14802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5746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6690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7634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8578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9522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20466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21410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22354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23298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24242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25187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6131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7075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8019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8963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9907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30851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31795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32739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33683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34627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35571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6515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7459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84033" y="216779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93473" y="2150222"/>
              <a:ext cx="916811" cy="923381"/>
            </a:xfrm>
            <a:custGeom>
              <a:avLst/>
              <a:gdLst/>
              <a:ahLst/>
              <a:cxnLst/>
              <a:rect l="0" t="0" r="0" b="0"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83368" y="2132652"/>
              <a:ext cx="914399" cy="919470"/>
            </a:xfrm>
            <a:custGeom>
              <a:avLst/>
              <a:gdLst/>
              <a:ahLst/>
              <a:cxnLst/>
              <a:rect l="0" t="0" r="0" b="0"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8336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9280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40224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41168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42112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43056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4000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4944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5889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6833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7777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8721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9665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50609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51553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52497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53441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4385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5329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6273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7217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8161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9105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60049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60993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61937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62881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63825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4769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5713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6657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7601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8545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9489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713776" y="215022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399" y="90764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713776" y="2150222"/>
              <a:ext cx="915676" cy="914400"/>
            </a:xfrm>
            <a:custGeom>
              <a:avLst/>
              <a:gdLst/>
              <a:ahLst/>
              <a:cxnLst/>
              <a:rect l="0" t="0" r="0" b="0"/>
              <a:pathLst>
                <a:path w="915676" h="914400">
                  <a:moveTo>
                    <a:pt x="914399" y="914400"/>
                  </a:moveTo>
                  <a:lnTo>
                    <a:pt x="914399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129147" y="215022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138587" y="213265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13858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14802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5746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6690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7634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8578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9522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20466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21410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22354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23298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24242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25187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6131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7075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8019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8963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9907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30851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31795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32739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33683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34627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35571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6515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7459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8403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93473" y="2150222"/>
              <a:ext cx="921032" cy="914400"/>
            </a:xfrm>
            <a:custGeom>
              <a:avLst/>
              <a:gdLst/>
              <a:ahLst/>
              <a:cxnLst/>
              <a:rect l="0" t="0" r="0" b="0"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83368" y="211508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8336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9280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40224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41168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42112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43056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4000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4944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5889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6833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7777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8721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9665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50609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51553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52497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53441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4385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5329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6273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7217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8161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9105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60049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60993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61937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62881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63825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4769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5713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6657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7601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8545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9489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704336" y="2132652"/>
              <a:ext cx="921629" cy="914400"/>
            </a:xfrm>
            <a:custGeom>
              <a:avLst/>
              <a:gdLst/>
              <a:ahLst/>
              <a:cxnLst/>
              <a:rect l="0" t="0" r="0" b="0"/>
              <a:pathLst>
                <a:path w="92162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138587" y="211508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13858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14802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5746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6690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7634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8578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9522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20466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21410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22354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23298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24242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25187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6131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7075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8019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8963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9907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30851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31795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32739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33683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34627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35571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6515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7459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8403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93473" y="213265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402913" y="2115082"/>
              <a:ext cx="914879" cy="917505"/>
            </a:xfrm>
            <a:custGeom>
              <a:avLst/>
              <a:gdLst/>
              <a:ahLst/>
              <a:cxnLst/>
              <a:rect l="0" t="0" r="0" b="0"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73927" y="2097513"/>
              <a:ext cx="914400" cy="931343"/>
            </a:xfrm>
            <a:custGeom>
              <a:avLst/>
              <a:gdLst/>
              <a:ahLst/>
              <a:cxnLst/>
              <a:rect l="0" t="0" r="0" b="0"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7392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8336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9280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40224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41168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42112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43056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4000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4944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5889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6833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7777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8721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9665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50609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51553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52497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53441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4385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5329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6273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7217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8161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9105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60049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60993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61937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62881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63825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4769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5713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6657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7601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8545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704336" y="211508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400" y="90510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704336" y="2115082"/>
              <a:ext cx="917185" cy="914400"/>
            </a:xfrm>
            <a:custGeom>
              <a:avLst/>
              <a:gdLst/>
              <a:ahLst/>
              <a:cxnLst/>
              <a:rect l="0" t="0" r="0" b="0"/>
              <a:pathLst>
                <a:path w="917185" h="914400">
                  <a:moveTo>
                    <a:pt x="914400" y="914400"/>
                  </a:moveTo>
                  <a:lnTo>
                    <a:pt x="914400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138587" y="211508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148027" y="209751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14802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5746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6690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7634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8578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9522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20466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21410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22354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23298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24242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25187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6131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7075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8019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8963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9907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30851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31795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32739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33683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34627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35571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6515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7459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8403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9347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402913" y="2115082"/>
              <a:ext cx="917285" cy="914400"/>
            </a:xfrm>
            <a:custGeom>
              <a:avLst/>
              <a:gdLst/>
              <a:ahLst/>
              <a:cxnLst/>
              <a:rect l="0" t="0" r="0" b="0"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55047" y="2079943"/>
              <a:ext cx="914400" cy="916806"/>
            </a:xfrm>
            <a:custGeom>
              <a:avLst/>
              <a:gdLst/>
              <a:ahLst/>
              <a:cxnLst/>
              <a:rect l="0" t="0" r="0" b="0"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55047" y="2079943"/>
              <a:ext cx="923840" cy="931632"/>
            </a:xfrm>
            <a:custGeom>
              <a:avLst/>
              <a:gdLst/>
              <a:ahLst/>
              <a:cxnLst/>
              <a:rect l="0" t="0" r="0" b="0"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6448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7392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8336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9280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40224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41168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42112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43056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4000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4944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5889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6833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7777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8721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9665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50609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51553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52497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53441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4385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5329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6273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7217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8161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9105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60049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60993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61937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62881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63825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4769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5713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6657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7601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94896" y="209751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399" y="89738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94896" y="2097513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399" y="914400"/>
                  </a:moveTo>
                  <a:lnTo>
                    <a:pt x="914399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148027" y="209751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57467" y="207994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5746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6690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7634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8578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9522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20466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21410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22354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23298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24242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25187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6131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7075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8019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8963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9907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30851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31795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32739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33683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34627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35571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6515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7459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8403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9347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402913" y="2097513"/>
              <a:ext cx="918801" cy="914400"/>
            </a:xfrm>
            <a:custGeom>
              <a:avLst/>
              <a:gdLst/>
              <a:ahLst/>
              <a:cxnLst/>
              <a:rect l="0" t="0" r="0" b="0"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45607" y="2062373"/>
              <a:ext cx="914400" cy="915741"/>
            </a:xfrm>
            <a:custGeom>
              <a:avLst/>
              <a:gdLst/>
              <a:ahLst/>
              <a:cxnLst/>
              <a:rect l="0" t="0" r="0" b="0"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4560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5504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6448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7392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8336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9280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40224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41168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42112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43056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4000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4944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5889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6833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7777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8721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9665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50609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51553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52497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53441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4385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5329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6273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7217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8161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9105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60049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60993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61937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62881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63825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4769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5713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6657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7601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85455" y="2079943"/>
              <a:ext cx="923596" cy="914400"/>
            </a:xfrm>
            <a:custGeom>
              <a:avLst/>
              <a:gdLst/>
              <a:ahLst/>
              <a:cxnLst/>
              <a:rect l="0" t="0" r="0" b="0"/>
              <a:pathLst>
                <a:path w="92359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57467" y="20799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400" y="905501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66907" y="206237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6690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7634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8578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9522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20466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21410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22354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23298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24242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25187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6131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7075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8019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8963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9907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30851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31795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32739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33683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34627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35571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6515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7459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8403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9347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402913" y="2079943"/>
              <a:ext cx="919561" cy="914400"/>
            </a:xfrm>
            <a:custGeom>
              <a:avLst/>
              <a:gdLst/>
              <a:ahLst/>
              <a:cxnLst/>
              <a:rect l="0" t="0" r="0" b="0"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45607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4560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5504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6448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7392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8336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9280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40224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41168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42112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43056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4000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4944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5889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6833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7777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8721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9665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50609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51553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52497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53441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4385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5329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6273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7217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8161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9105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60049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60993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61937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62881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63825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4769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5713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76015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85455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400" y="91331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85455" y="2062373"/>
              <a:ext cx="914987" cy="914400"/>
            </a:xfrm>
            <a:custGeom>
              <a:avLst/>
              <a:gdLst/>
              <a:ahLst/>
              <a:cxnLst/>
              <a:rect l="0" t="0" r="0" b="0"/>
              <a:pathLst>
                <a:path w="914987" h="914400">
                  <a:moveTo>
                    <a:pt x="914400" y="914400"/>
                  </a:moveTo>
                  <a:lnTo>
                    <a:pt x="914400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66907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7" y="914400"/>
                  </a:lnTo>
                  <a:lnTo>
                    <a:pt x="914400" y="906913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76348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7634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8578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9522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20466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21410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22354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23298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24242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25187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6131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7075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8019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8963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9907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30851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31795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32739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33683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34627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35571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6515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7459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8403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9347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402913" y="2062373"/>
              <a:ext cx="919910" cy="914400"/>
            </a:xfrm>
            <a:custGeom>
              <a:avLst/>
              <a:gdLst/>
              <a:ahLst/>
              <a:cxnLst/>
              <a:rect l="0" t="0" r="0" b="0"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336166" y="2027233"/>
              <a:ext cx="914400" cy="926294"/>
            </a:xfrm>
            <a:custGeom>
              <a:avLst/>
              <a:gdLst/>
              <a:ahLst/>
              <a:cxnLst/>
              <a:rect l="0" t="0" r="0" b="0"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33616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4560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5504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6448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7392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8336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9280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40224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41168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42112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43056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4000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4944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5889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6833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7777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8721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9665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50609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51553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52497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53441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4385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5329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6273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7217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8161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9105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60049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60993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61937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62881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63825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4769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66575" y="204480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400" y="903525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66575" y="2044803"/>
              <a:ext cx="922935" cy="914400"/>
            </a:xfrm>
            <a:custGeom>
              <a:avLst/>
              <a:gdLst/>
              <a:ahLst/>
              <a:cxnLst/>
              <a:rect l="0" t="0" r="0" b="0"/>
              <a:pathLst>
                <a:path w="922935" h="914400">
                  <a:moveTo>
                    <a:pt x="914400" y="914400"/>
                  </a:moveTo>
                  <a:lnTo>
                    <a:pt x="914400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76348" y="20272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7634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8578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9522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20466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21410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22354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23298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24242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25187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6131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7075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8019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8963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9907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30851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31795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32739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33683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34627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35571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6515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7459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8403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9347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402913" y="204480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412354" y="2027233"/>
              <a:ext cx="916157" cy="920191"/>
            </a:xfrm>
            <a:custGeom>
              <a:avLst/>
              <a:gdLst/>
              <a:ahLst/>
              <a:cxnLst/>
              <a:rect l="0" t="0" r="0" b="0"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336166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33616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4560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5504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6448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7392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8336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9280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40224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41168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42112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43056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4000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4944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5889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6833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7777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8721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9665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50609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51553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52497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53441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4385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5329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6273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7217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8161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9105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60049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60993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61937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638254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47694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400" y="903607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57135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57135" y="2027233"/>
              <a:ext cx="917657" cy="914400"/>
            </a:xfrm>
            <a:custGeom>
              <a:avLst/>
              <a:gdLst/>
              <a:ahLst/>
              <a:cxnLst/>
              <a:rect l="0" t="0" r="0" b="0"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76348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7634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8578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9522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20466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21410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22354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23298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24242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25187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6131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7075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8019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8963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9907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30851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31795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32739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33683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34627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35571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6515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7459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8403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9347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40291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412354" y="2027233"/>
              <a:ext cx="920685" cy="914400"/>
            </a:xfrm>
            <a:custGeom>
              <a:avLst/>
              <a:gdLst/>
              <a:ahLst/>
              <a:cxnLst/>
              <a:rect l="0" t="0" r="0" b="0"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326726" y="1992094"/>
              <a:ext cx="914400" cy="927015"/>
            </a:xfrm>
            <a:custGeom>
              <a:avLst/>
              <a:gdLst/>
              <a:ahLst/>
              <a:cxnLst/>
              <a:rect l="0" t="0" r="0" b="0"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32672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33616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4560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5504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6448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7392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8336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9280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40224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41168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42112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43056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4000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4944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5889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6833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7777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8721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9665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50609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51553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52497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53441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4385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5329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6273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7217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8161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9105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60049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60993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628814" y="20096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400" y="897656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628814" y="2009664"/>
              <a:ext cx="923124" cy="914400"/>
            </a:xfrm>
            <a:custGeom>
              <a:avLst/>
              <a:gdLst/>
              <a:ahLst/>
              <a:cxnLst/>
              <a:rect l="0" t="0" r="0" b="0"/>
              <a:pathLst>
                <a:path w="923124" h="914400">
                  <a:moveTo>
                    <a:pt x="914400" y="914400"/>
                  </a:moveTo>
                  <a:lnTo>
                    <a:pt x="914400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76348" y="199209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7634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8578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9522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20466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21410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22354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23298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24242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25187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6131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7075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8019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8963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9907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30851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31795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32739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33683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34627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35571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6515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7459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8403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9347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40291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412354" y="20096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421794" y="1992094"/>
              <a:ext cx="914727" cy="916241"/>
            </a:xfrm>
            <a:custGeom>
              <a:avLst/>
              <a:gdLst/>
              <a:ahLst/>
              <a:cxnLst/>
              <a:rect l="0" t="0" r="0" b="0"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317286" y="1974524"/>
              <a:ext cx="914400" cy="928031"/>
            </a:xfrm>
            <a:custGeom>
              <a:avLst/>
              <a:gdLst/>
              <a:ahLst/>
              <a:cxnLst/>
              <a:rect l="0" t="0" r="0" b="0"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31728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32672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33616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4560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5504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6448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7392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8336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9280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40224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41168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42112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43056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4000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4944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5889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6833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7777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8721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9665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50609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51553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52497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53441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4385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5329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6273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7217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8161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9105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60049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619374" y="19920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399" y="89926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619374" y="1992094"/>
              <a:ext cx="923411" cy="914400"/>
            </a:xfrm>
            <a:custGeom>
              <a:avLst/>
              <a:gdLst/>
              <a:ahLst/>
              <a:cxnLst/>
              <a:rect l="0" t="0" r="0" b="0"/>
              <a:pathLst>
                <a:path w="923411" h="914400">
                  <a:moveTo>
                    <a:pt x="914399" y="914400"/>
                  </a:moveTo>
                  <a:lnTo>
                    <a:pt x="914399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76348" y="197452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7634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8578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9522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20466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21410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22354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23298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24242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25187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6131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7075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8019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8963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9907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30851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31795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32739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33683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34627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35571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6515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7459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8403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9347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40291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41235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421794" y="19920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307846" y="1956954"/>
              <a:ext cx="914400" cy="929122"/>
            </a:xfrm>
            <a:custGeom>
              <a:avLst/>
              <a:gdLst/>
              <a:ahLst/>
              <a:cxnLst/>
              <a:rect l="0" t="0" r="0" b="0"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30784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31728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32672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33616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4560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5504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6448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7392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8336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9280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40224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41168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42112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43056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4000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4944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5889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6833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7777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8721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9665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50609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51553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52497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53441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4385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5329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6273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7217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8161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9105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609933" y="197452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400" y="90406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609933" y="1974524"/>
              <a:ext cx="922221" cy="914400"/>
            </a:xfrm>
            <a:custGeom>
              <a:avLst/>
              <a:gdLst/>
              <a:ahLst/>
              <a:cxnLst/>
              <a:rect l="0" t="0" r="0" b="0"/>
              <a:pathLst>
                <a:path w="922221" h="914400">
                  <a:moveTo>
                    <a:pt x="914400" y="914400"/>
                  </a:moveTo>
                  <a:lnTo>
                    <a:pt x="914400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76348" y="195695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7634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8578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9522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20466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21410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22354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23298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24242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25187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6131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7075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8019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8963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9907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30851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31795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32739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33683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34627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35571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6515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7459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8403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9347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40291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41235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421794" y="1974524"/>
              <a:ext cx="920397" cy="914400"/>
            </a:xfrm>
            <a:custGeom>
              <a:avLst/>
              <a:gdLst/>
              <a:ahLst/>
              <a:cxnLst/>
              <a:rect l="0" t="0" r="0" b="0"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98405" y="1939384"/>
              <a:ext cx="914400" cy="925626"/>
            </a:xfrm>
            <a:custGeom>
              <a:avLst/>
              <a:gdLst/>
              <a:ahLst/>
              <a:cxnLst/>
              <a:rect l="0" t="0" r="0" b="0"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9840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30784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31728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32672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33616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4560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5504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6448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7392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8336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9280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40224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41168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42112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43056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4000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4944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5889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6833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7777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8721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9665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50609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51553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52497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53441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4385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5329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6273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7217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91053" y="195695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89938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600493" y="195695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399" y="911217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600493" y="1956954"/>
              <a:ext cx="917453" cy="914400"/>
            </a:xfrm>
            <a:custGeom>
              <a:avLst/>
              <a:gdLst/>
              <a:ahLst/>
              <a:cxnLst/>
              <a:rect l="0" t="0" r="0" b="0"/>
              <a:pathLst>
                <a:path w="917453" h="914400">
                  <a:moveTo>
                    <a:pt x="914399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76348" y="19393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7634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8578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9522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20466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21410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22354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23298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24242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25187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6131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7075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8019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8963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9907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30851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31795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32739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33683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34627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35571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6515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7459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8403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9347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40291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41235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421794" y="1956954"/>
              <a:ext cx="922489" cy="914400"/>
            </a:xfrm>
            <a:custGeom>
              <a:avLst/>
              <a:gdLst/>
              <a:ahLst/>
              <a:cxnLst/>
              <a:rect l="0" t="0" r="0" b="0"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8896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9840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30784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31728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32672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33616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4560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5504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6448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7392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8336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9280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40224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41168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42112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43056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4000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4944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5889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6833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7777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8721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9665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50609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51553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52497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53441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4385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5329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6273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7217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81613" y="1939384"/>
              <a:ext cx="922684" cy="914400"/>
            </a:xfrm>
            <a:custGeom>
              <a:avLst/>
              <a:gdLst/>
              <a:ahLst/>
              <a:cxnLst/>
              <a:rect l="0" t="0" r="0" b="0"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76348" y="19393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85788" y="192181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8578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9522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20466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21410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22354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23298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24242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25187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6131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7075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8019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8963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9907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30851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31795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32739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33683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34627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35571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6515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7459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8403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9347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40291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41235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421794" y="1939384"/>
              <a:ext cx="923756" cy="914400"/>
            </a:xfrm>
            <a:custGeom>
              <a:avLst/>
              <a:gdLst/>
              <a:ahLst/>
              <a:cxnLst/>
              <a:rect l="0" t="0" r="0" b="0"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88965" y="190424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8896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9840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30784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31728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32672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33616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4560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5504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6448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7392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8336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9280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40224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41168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42112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43056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A052">
                <a:alpha val="100000"/>
              </a:srgbClr>
            </a:solidFill>
            <a:ln w="5420" cap="flat">
              <a:solidFill>
                <a:srgbClr val="33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4000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4944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5889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6833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7777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8721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9665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50609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51553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52497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53441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4385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5329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6273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81613" y="192181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81613" y="1921815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85788" y="190424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8578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9522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20466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21410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22354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23298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24242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25187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6131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7075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8019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8963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9907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30851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31795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32739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33683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34627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35571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6515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7459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8403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9347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40291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41235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421794" y="192181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431234" y="1904245"/>
              <a:ext cx="914762" cy="930536"/>
            </a:xfrm>
            <a:custGeom>
              <a:avLst/>
              <a:gdLst/>
              <a:ahLst/>
              <a:cxnLst/>
              <a:rect l="0" t="0" r="0" b="0"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88965" y="188667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8896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9840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30784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31728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32672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33616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4560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5504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6448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7392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8336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9280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40224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41168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42112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43056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4000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4944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5889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6833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7777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8721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9665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50609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51553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52497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53441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4385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5329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72172" y="190424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400" y="910351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72172" y="1904245"/>
              <a:ext cx="916235" cy="914400"/>
            </a:xfrm>
            <a:custGeom>
              <a:avLst/>
              <a:gdLst/>
              <a:ahLst/>
              <a:cxnLst/>
              <a:rect l="0" t="0" r="0" b="0"/>
              <a:pathLst>
                <a:path w="916235" h="914400">
                  <a:moveTo>
                    <a:pt x="914400" y="914400"/>
                  </a:moveTo>
                  <a:lnTo>
                    <a:pt x="914400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85788" y="188667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8578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9522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20466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21410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22354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23298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24242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25187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6131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7075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8019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8963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9907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30851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31795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32739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33683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34627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35571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6515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7459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8403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9347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40291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41235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42179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431234" y="1904245"/>
              <a:ext cx="914767" cy="914400"/>
            </a:xfrm>
            <a:custGeom>
              <a:avLst/>
              <a:gdLst/>
              <a:ahLst/>
              <a:cxnLst/>
              <a:rect l="0" t="0" r="0" b="0"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79525" y="1869105"/>
              <a:ext cx="914400" cy="929550"/>
            </a:xfrm>
            <a:custGeom>
              <a:avLst/>
              <a:gdLst/>
              <a:ahLst/>
              <a:cxnLst/>
              <a:rect l="0" t="0" r="0" b="0"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7952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8896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9840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30784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31728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32672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33616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4560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5504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6448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7392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8336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9280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40224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41168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42112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43056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4000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4944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5889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6833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7777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8721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9665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50609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51553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52497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53441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4385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62732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62732" y="1886675"/>
              <a:ext cx="917703" cy="914400"/>
            </a:xfrm>
            <a:custGeom>
              <a:avLst/>
              <a:gdLst/>
              <a:ahLst/>
              <a:cxnLst/>
              <a:rect l="0" t="0" r="0" b="0"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85788" y="1886675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3631" y="914400"/>
                  </a:lnTo>
                  <a:lnTo>
                    <a:pt x="914399" y="911854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95228" y="186910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9522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20466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21410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22354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23298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24242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25187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6131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7075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8019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8963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9907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30851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31795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32739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33683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34627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35571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6515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7459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8403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9347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40291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41235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431234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431234" y="1886675"/>
              <a:ext cx="914451" cy="914400"/>
            </a:xfrm>
            <a:custGeom>
              <a:avLst/>
              <a:gdLst/>
              <a:ahLst/>
              <a:cxnLst/>
              <a:rect l="0" t="0" r="0" b="0"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70085" y="1851536"/>
              <a:ext cx="914400" cy="929502"/>
            </a:xfrm>
            <a:custGeom>
              <a:avLst/>
              <a:gdLst/>
              <a:ahLst/>
              <a:cxnLst/>
              <a:rect l="0" t="0" r="0" b="0"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7008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7952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8896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9840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30784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31728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32672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33616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4560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5504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6448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7392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8336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9280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40224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41168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42112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43056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4000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4944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5889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6833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7777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8721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9665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50609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51553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52497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53441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4385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53292" y="1869105"/>
              <a:ext cx="922683" cy="914400"/>
            </a:xfrm>
            <a:custGeom>
              <a:avLst/>
              <a:gdLst/>
              <a:ahLst/>
              <a:cxnLst/>
              <a:rect l="0" t="0" r="0" b="0"/>
              <a:pathLst>
                <a:path w="922683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95228" y="185153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9522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20466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21410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22354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23298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24242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25187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6131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7075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8019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8963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9907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30851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31795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32739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33683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34627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35571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6515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7459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8403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9347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40291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41235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421794" y="1869105"/>
              <a:ext cx="922752" cy="914400"/>
            </a:xfrm>
            <a:custGeom>
              <a:avLst/>
              <a:gdLst/>
              <a:ahLst/>
              <a:cxnLst/>
              <a:rect l="0" t="0" r="0" b="0"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60644" y="1833966"/>
              <a:ext cx="914400" cy="926568"/>
            </a:xfrm>
            <a:custGeom>
              <a:avLst/>
              <a:gdLst/>
              <a:ahLst/>
              <a:cxnLst/>
              <a:rect l="0" t="0" r="0" b="0"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6064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7008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7952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8896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9840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30784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31728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32672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33616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4560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5504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6448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7392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8336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9280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40224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41168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42112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43056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4000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4944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5889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6833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7777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8721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9665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50609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51553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52497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53441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53292" y="185153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400" y="897756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53292" y="1851536"/>
              <a:ext cx="918430" cy="914400"/>
            </a:xfrm>
            <a:custGeom>
              <a:avLst/>
              <a:gdLst/>
              <a:ahLst/>
              <a:cxnLst/>
              <a:rect l="0" t="0" r="0" b="0"/>
              <a:pathLst>
                <a:path w="918430" h="914400">
                  <a:moveTo>
                    <a:pt x="914400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95228" y="183396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9522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20466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21410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22354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23298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24242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25187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6131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7075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8019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8963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9907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30851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31795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32739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33683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34627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35571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6515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7459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8403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9347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40291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41235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421794" y="18515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431234" y="1833966"/>
              <a:ext cx="914870" cy="916591"/>
            </a:xfrm>
            <a:custGeom>
              <a:avLst/>
              <a:gdLst/>
              <a:ahLst/>
              <a:cxnLst/>
              <a:rect l="0" t="0" r="0" b="0"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51204" y="1816396"/>
              <a:ext cx="914400" cy="923523"/>
            </a:xfrm>
            <a:custGeom>
              <a:avLst/>
              <a:gdLst/>
              <a:ahLst/>
              <a:cxnLst/>
              <a:rect l="0" t="0" r="0" b="0"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5120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6064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7008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7952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8896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9840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30784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31728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32672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33616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4560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5504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6448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7392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8336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9280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40224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41168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42112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43056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4000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4944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5889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6833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7777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8721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9665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50609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51553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52497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53441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43852" y="1833966"/>
              <a:ext cx="923599" cy="914400"/>
            </a:xfrm>
            <a:custGeom>
              <a:avLst/>
              <a:gdLst/>
              <a:ahLst/>
              <a:cxnLst/>
              <a:rect l="0" t="0" r="0" b="0"/>
              <a:pathLst>
                <a:path w="9235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95228" y="181639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9522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20466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21410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22354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23298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24242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25187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6131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7075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8019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8963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9907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30851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31795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32739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33683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34627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35571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6515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7459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8403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9347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40291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41235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42179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431234" y="1833966"/>
              <a:ext cx="918134" cy="914400"/>
            </a:xfrm>
            <a:custGeom>
              <a:avLst/>
              <a:gdLst/>
              <a:ahLst/>
              <a:cxnLst/>
              <a:rect l="0" t="0" r="0" b="0"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41764" y="1798826"/>
              <a:ext cx="914400" cy="918128"/>
            </a:xfrm>
            <a:custGeom>
              <a:avLst/>
              <a:gdLst/>
              <a:ahLst/>
              <a:cxnLst/>
              <a:rect l="0" t="0" r="0" b="0"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4176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5120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6064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7008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7952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8896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9840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30784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31728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32672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33616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4560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5504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6448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7392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8336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9280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40224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41168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42112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43056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4000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4944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5889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6833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7777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8721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9665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50609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51553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52497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43852" y="181639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399" y="901540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43852" y="1816396"/>
              <a:ext cx="918732" cy="914400"/>
            </a:xfrm>
            <a:custGeom>
              <a:avLst/>
              <a:gdLst/>
              <a:ahLst/>
              <a:cxnLst/>
              <a:rect l="0" t="0" r="0" b="0"/>
              <a:pathLst>
                <a:path w="918732" h="914400">
                  <a:moveTo>
                    <a:pt x="914399" y="914400"/>
                  </a:moveTo>
                  <a:lnTo>
                    <a:pt x="914399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95228" y="179882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9522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20466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21410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22354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23298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24242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25187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6131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7075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8019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8963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9907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30851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31795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32739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33683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34627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35571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6515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7459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8403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9347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40291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41235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42179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431234" y="1816396"/>
              <a:ext cx="920490" cy="914400"/>
            </a:xfrm>
            <a:custGeom>
              <a:avLst/>
              <a:gdLst/>
              <a:ahLst/>
              <a:cxnLst/>
              <a:rect l="0" t="0" r="0" b="0"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41764" y="17812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4176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5120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6064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7008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7952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8896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9840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30784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31728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32672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33616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4560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5504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6448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7392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8336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9280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40224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41168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42112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43056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4000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4944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5889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6833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7777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8721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9665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50609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51553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52497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534411" y="1798826"/>
              <a:ext cx="922078" cy="914400"/>
            </a:xfrm>
            <a:custGeom>
              <a:avLst/>
              <a:gdLst/>
              <a:ahLst/>
              <a:cxnLst/>
              <a:rect l="0" t="0" r="0" b="0"/>
              <a:pathLst>
                <a:path w="922078" h="914400">
                  <a:moveTo>
                    <a:pt x="914400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95228" y="17812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9522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20466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21410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22354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23298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24242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25187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6131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7075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8019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8963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9907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30851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31795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32739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33683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34627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35571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6515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7459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8403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9347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40291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41235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42179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431234" y="1798826"/>
              <a:ext cx="922047" cy="914400"/>
            </a:xfrm>
            <a:custGeom>
              <a:avLst/>
              <a:gdLst/>
              <a:ahLst/>
              <a:cxnLst/>
              <a:rect l="0" t="0" r="0" b="0"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232324" y="1763687"/>
              <a:ext cx="914400" cy="921135"/>
            </a:xfrm>
            <a:custGeom>
              <a:avLst/>
              <a:gdLst/>
              <a:ahLst/>
              <a:cxnLst/>
              <a:rect l="0" t="0" r="0" b="0"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23232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4176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5120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6064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7008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7952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8896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9840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30784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31728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32672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33616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4560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5504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6448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7392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8336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9280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40224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41168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42112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43056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4000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4944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5889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6833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7777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8721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9665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50609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51553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534411" y="17812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400" y="914141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534411" y="17812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1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95228" y="176368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9522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20466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21410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22354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23298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24242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25187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6131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7075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8019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8963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9907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30851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31795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32739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33683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34627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35571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6515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7459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8403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9347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40291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41235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42179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431234" y="1781256"/>
              <a:ext cx="922761" cy="914400"/>
            </a:xfrm>
            <a:custGeom>
              <a:avLst/>
              <a:gdLst/>
              <a:ahLst/>
              <a:cxnLst/>
              <a:rect l="0" t="0" r="0" b="0"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222884" y="1746117"/>
              <a:ext cx="914400" cy="923493"/>
            </a:xfrm>
            <a:custGeom>
              <a:avLst/>
              <a:gdLst/>
              <a:ahLst/>
              <a:cxnLst/>
              <a:rect l="0" t="0" r="0" b="0"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22288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23232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4176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5120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6064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7008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7952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8896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9840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30784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31728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32672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33616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4560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5504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6448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7392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8336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9280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40224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41168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42112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43056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4000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4944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5889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6833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7777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8721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9665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50609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524971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524971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95228" y="174611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9522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20466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21410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22354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23298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24242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25187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6131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7075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8019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8963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9907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30851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31795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32739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33683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34627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35571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6515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7459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8403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9347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40291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41235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42179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431234" y="17636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440674" y="1746117"/>
              <a:ext cx="915634" cy="918864"/>
            </a:xfrm>
            <a:custGeom>
              <a:avLst/>
              <a:gdLst/>
              <a:ahLst/>
              <a:cxnLst/>
              <a:rect l="0" t="0" r="0" b="0"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213443" y="1728547"/>
              <a:ext cx="914400" cy="923542"/>
            </a:xfrm>
            <a:custGeom>
              <a:avLst/>
              <a:gdLst/>
              <a:ahLst/>
              <a:cxnLst/>
              <a:rect l="0" t="0" r="0" b="0"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21344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22288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23232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4176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5120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6064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7008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7952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8896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A50">
                <a:alpha val="100000"/>
              </a:srgbClr>
            </a:solidFill>
            <a:ln w="5420" cap="flat">
              <a:solidFill>
                <a:srgbClr val="20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9840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30784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31728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32672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33616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4560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5504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6448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7392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8336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9280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40224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41168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42112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43056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4000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4944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5889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6833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7777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8721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9665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515531" y="17461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400" y="903922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515531" y="1746117"/>
              <a:ext cx="917388" cy="914400"/>
            </a:xfrm>
            <a:custGeom>
              <a:avLst/>
              <a:gdLst/>
              <a:ahLst/>
              <a:cxnLst/>
              <a:rect l="0" t="0" r="0" b="0"/>
              <a:pathLst>
                <a:path w="917388" h="914400">
                  <a:moveTo>
                    <a:pt x="914400" y="914400"/>
                  </a:moveTo>
                  <a:lnTo>
                    <a:pt x="914400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95228" y="172854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9522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20466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21410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22354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23298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24242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25187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6131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7075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8019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8963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9907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30851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31795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32739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33683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34627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35571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6515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7459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8403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9347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40291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41235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42179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43123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440674" y="1746117"/>
              <a:ext cx="919810" cy="914400"/>
            </a:xfrm>
            <a:custGeom>
              <a:avLst/>
              <a:gdLst/>
              <a:ahLst/>
              <a:cxnLst/>
              <a:rect l="0" t="0" r="0" b="0"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204003" y="1710977"/>
              <a:ext cx="914400" cy="918402"/>
            </a:xfrm>
            <a:custGeom>
              <a:avLst/>
              <a:gdLst/>
              <a:ahLst/>
              <a:cxnLst/>
              <a:rect l="0" t="0" r="0" b="0"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20400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21344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22288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23232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4176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5120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6064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7008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7952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8896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9840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30784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31728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32672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33616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4560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5504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6448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7392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8336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9280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40224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41168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42112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43056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4000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4944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5889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6833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7777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8721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9665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506091" y="1728547"/>
              <a:ext cx="921542" cy="914400"/>
            </a:xfrm>
            <a:custGeom>
              <a:avLst/>
              <a:gdLst/>
              <a:ahLst/>
              <a:cxnLst/>
              <a:rect l="0" t="0" r="0" b="0"/>
              <a:pathLst>
                <a:path w="92154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95228" y="172854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400" y="899263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204668" y="171097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20466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21410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22354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23298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24242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25187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6131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7075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8019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8963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9907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30851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31795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32739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33683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34627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35571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6515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7459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8403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9347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40291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41235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42179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43123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440674" y="1728547"/>
              <a:ext cx="923035" cy="914400"/>
            </a:xfrm>
            <a:custGeom>
              <a:avLst/>
              <a:gdLst/>
              <a:ahLst/>
              <a:cxnLst/>
              <a:rect l="0" t="0" r="0" b="0"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204003" y="16934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20400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21344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22288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23232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4176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5120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6064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7008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7952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8896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9840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30784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31728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32672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33616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4560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5504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6448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7392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8336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9280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40224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41168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42112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43056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4000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4944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5889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6833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7777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8721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506091" y="171097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399" y="91299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506091" y="1710977"/>
              <a:ext cx="914974" cy="914400"/>
            </a:xfrm>
            <a:custGeom>
              <a:avLst/>
              <a:gdLst/>
              <a:ahLst/>
              <a:cxnLst/>
              <a:rect l="0" t="0" r="0" b="0"/>
              <a:pathLst>
                <a:path w="914974" h="914400">
                  <a:moveTo>
                    <a:pt x="914399" y="914400"/>
                  </a:moveTo>
                  <a:lnTo>
                    <a:pt x="914399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95228" y="1693407"/>
              <a:ext cx="914400" cy="921432"/>
            </a:xfrm>
            <a:custGeom>
              <a:avLst/>
              <a:gdLst/>
              <a:ahLst/>
              <a:cxnLst/>
              <a:rect l="0" t="0" r="0" b="0"/>
              <a:pathLst>
                <a:path w="914400" h="921432">
                  <a:moveTo>
                    <a:pt x="914400" y="914400"/>
                  </a:moveTo>
                  <a:lnTo>
                    <a:pt x="914400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9522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400" y="921432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20466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21410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22354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23298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24242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25187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6131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7075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8019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8963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9907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30851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31795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32739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33683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34627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35571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6515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7459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8403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9347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40291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41235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42179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43123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440674" y="171097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450115" y="1693407"/>
              <a:ext cx="918988" cy="926490"/>
            </a:xfrm>
            <a:custGeom>
              <a:avLst/>
              <a:gdLst/>
              <a:ahLst/>
              <a:cxnLst/>
              <a:rect l="0" t="0" r="0" b="0"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94563" y="1675838"/>
              <a:ext cx="914400" cy="921728"/>
            </a:xfrm>
            <a:custGeom>
              <a:avLst/>
              <a:gdLst/>
              <a:ahLst/>
              <a:cxnLst/>
              <a:rect l="0" t="0" r="0" b="0"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9456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20400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21344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22288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23232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4176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5120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6064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7008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7952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8896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9840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30784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31728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32672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33616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4560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5504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6448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7392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8336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9280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40224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41168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42112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43056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4000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4944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5889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6833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7777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96650" y="169340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400" y="91088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96650" y="1693407"/>
              <a:ext cx="916249" cy="914400"/>
            </a:xfrm>
            <a:custGeom>
              <a:avLst/>
              <a:gdLst/>
              <a:ahLst/>
              <a:cxnLst/>
              <a:rect l="0" t="0" r="0" b="0"/>
              <a:pathLst>
                <a:path w="916249" h="914400">
                  <a:moveTo>
                    <a:pt x="914400" y="914400"/>
                  </a:moveTo>
                  <a:lnTo>
                    <a:pt x="914400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76348" y="1675838"/>
              <a:ext cx="914400" cy="921729"/>
            </a:xfrm>
            <a:custGeom>
              <a:avLst/>
              <a:gdLst/>
              <a:ahLst/>
              <a:cxnLst/>
              <a:rect l="0" t="0" r="0" b="0"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76348" y="1675838"/>
              <a:ext cx="923840" cy="931373"/>
            </a:xfrm>
            <a:custGeom>
              <a:avLst/>
              <a:gdLst/>
              <a:ahLst/>
              <a:cxnLst/>
              <a:rect l="0" t="0" r="0" b="0"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8578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399" y="931373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9522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20466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21410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22354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23298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24242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25187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6131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7075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8019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8963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9907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30851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31795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32739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33683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34627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35571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6515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7459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8403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9347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40291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41235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42179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43123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44067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450115" y="169340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59555" y="1675838"/>
              <a:ext cx="916997" cy="920883"/>
            </a:xfrm>
            <a:custGeom>
              <a:avLst/>
              <a:gdLst/>
              <a:ahLst/>
              <a:cxnLst/>
              <a:rect l="0" t="0" r="0" b="0"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94563" y="165826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9456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20400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21344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22288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23232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4176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5120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6064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7008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7952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8896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9840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30784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31728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32672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33616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4560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5504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6448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7392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8336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9280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40224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A50">
                <a:alpha val="100000"/>
              </a:srgbClr>
            </a:solidFill>
            <a:ln w="5420" cap="flat">
              <a:solidFill>
                <a:srgbClr val="20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41168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42112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43056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4000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4944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5889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6833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7777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87210" y="1675838"/>
              <a:ext cx="919578" cy="914400"/>
            </a:xfrm>
            <a:custGeom>
              <a:avLst/>
              <a:gdLst/>
              <a:ahLst/>
              <a:cxnLst/>
              <a:rect l="0" t="0" r="0" b="0"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66907" y="1658268"/>
              <a:ext cx="914400" cy="927252"/>
            </a:xfrm>
            <a:custGeom>
              <a:avLst/>
              <a:gdLst/>
              <a:ahLst/>
              <a:cxnLst/>
              <a:rect l="0" t="0" r="0" b="0"/>
              <a:pathLst>
                <a:path w="914400" h="927252">
                  <a:moveTo>
                    <a:pt x="914400" y="914400"/>
                  </a:moveTo>
                  <a:lnTo>
                    <a:pt x="914400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6690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400" y="92725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7634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8578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9522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20466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21410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22354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23298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24242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25187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6131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7075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8019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8963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9907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30851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31795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32739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33683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34627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35571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6515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7459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8403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9347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40291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41235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42179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43123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44067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45011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59555" y="167583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68995" y="1658268"/>
              <a:ext cx="921388" cy="918088"/>
            </a:xfrm>
            <a:custGeom>
              <a:avLst/>
              <a:gdLst/>
              <a:ahLst/>
              <a:cxnLst/>
              <a:rect l="0" t="0" r="0" b="0"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94563" y="164069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9456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20400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21344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22288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23232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4176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5120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6064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7008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7952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8896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9840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30784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31728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32672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33616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4560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5504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6448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7392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8336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9280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40224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41168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42112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43056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4000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4944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5889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6833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87210" y="165826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87210" y="1658268"/>
              <a:ext cx="916278" cy="914400"/>
            </a:xfrm>
            <a:custGeom>
              <a:avLst/>
              <a:gdLst/>
              <a:ahLst/>
              <a:cxnLst/>
              <a:rect l="0" t="0" r="0" b="0"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57467" y="1640698"/>
              <a:ext cx="914400" cy="929772"/>
            </a:xfrm>
            <a:custGeom>
              <a:avLst/>
              <a:gdLst/>
              <a:ahLst/>
              <a:cxnLst/>
              <a:rect l="0" t="0" r="0" b="0"/>
              <a:pathLst>
                <a:path w="914400" h="929772">
                  <a:moveTo>
                    <a:pt x="914400" y="914400"/>
                  </a:moveTo>
                  <a:lnTo>
                    <a:pt x="914400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5746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400" y="92977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6690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7634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8578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9522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20466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21410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22354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23298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24242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25187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6131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7075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8019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8963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9907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30851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31795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32739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33683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34627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35571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6515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7459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8403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9347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40291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41235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42179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43123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44067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45011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5955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68995" y="165826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78435" y="1640698"/>
              <a:ext cx="923840" cy="930677"/>
            </a:xfrm>
            <a:custGeom>
              <a:avLst/>
              <a:gdLst/>
              <a:ahLst/>
              <a:cxnLst/>
              <a:rect l="0" t="0" r="0" b="0"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87876" y="1640698"/>
              <a:ext cx="923840" cy="925127"/>
            </a:xfrm>
            <a:custGeom>
              <a:avLst/>
              <a:gdLst/>
              <a:ahLst/>
              <a:cxnLst/>
              <a:rect l="0" t="0" r="0" b="0"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97316" y="1640698"/>
              <a:ext cx="918350" cy="917938"/>
            </a:xfrm>
            <a:custGeom>
              <a:avLst/>
              <a:gdLst/>
              <a:ahLst/>
              <a:cxnLst/>
              <a:rect l="0" t="0" r="0" b="0"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94563" y="162312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9456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20400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21344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22288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23232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4176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5120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6064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7008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7952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8896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9840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30784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31728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32672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33616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4560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5504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6448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7392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8336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9280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40224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41168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42112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43056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4000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4944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5889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6833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77770" y="1640698"/>
              <a:ext cx="921399" cy="914400"/>
            </a:xfrm>
            <a:custGeom>
              <a:avLst/>
              <a:gdLst/>
              <a:ahLst/>
              <a:cxnLst/>
              <a:rect l="0" t="0" r="0" b="0"/>
              <a:pathLst>
                <a:path w="9213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148027" y="1623128"/>
              <a:ext cx="914400" cy="928330"/>
            </a:xfrm>
            <a:custGeom>
              <a:avLst/>
              <a:gdLst/>
              <a:ahLst/>
              <a:cxnLst/>
              <a:rect l="0" t="0" r="0" b="0"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14802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5746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6690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7634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8578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9522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20466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21410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22354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23298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24242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25187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6131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7075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8019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8963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9907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30851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31795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32739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33683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34627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35571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6515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7459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8403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9347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40291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41235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42179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43123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44067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45011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5955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6899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7843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8787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97316" y="164069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506756" y="1623128"/>
              <a:ext cx="923840" cy="926348"/>
            </a:xfrm>
            <a:custGeom>
              <a:avLst/>
              <a:gdLst/>
              <a:ahLst/>
              <a:cxnLst/>
              <a:rect l="0" t="0" r="0" b="0"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516196" y="1623128"/>
              <a:ext cx="914791" cy="914921"/>
            </a:xfrm>
            <a:custGeom>
              <a:avLst/>
              <a:gdLst/>
              <a:ahLst/>
              <a:cxnLst/>
              <a:rect l="0" t="0" r="0" b="0"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85123" y="1605559"/>
              <a:ext cx="914400" cy="922371"/>
            </a:xfrm>
            <a:custGeom>
              <a:avLst/>
              <a:gdLst/>
              <a:ahLst/>
              <a:cxnLst/>
              <a:rect l="0" t="0" r="0" b="0"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8512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9456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20400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21344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22288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23232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4176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5120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6064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7008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7952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8896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9840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30784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31728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32672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33616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4560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5504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6448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7392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8336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9280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40224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41168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42112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43056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4000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4944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5889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77770" y="162312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400" y="909837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77770" y="1623128"/>
              <a:ext cx="915980" cy="914400"/>
            </a:xfrm>
            <a:custGeom>
              <a:avLst/>
              <a:gdLst/>
              <a:ahLst/>
              <a:cxnLst/>
              <a:rect l="0" t="0" r="0" b="0"/>
              <a:pathLst>
                <a:path w="915980" h="914400">
                  <a:moveTo>
                    <a:pt x="914400" y="914400"/>
                  </a:moveTo>
                  <a:lnTo>
                    <a:pt x="914400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138587" y="1605559"/>
              <a:ext cx="914400" cy="920965"/>
            </a:xfrm>
            <a:custGeom>
              <a:avLst/>
              <a:gdLst/>
              <a:ahLst/>
              <a:cxnLst/>
              <a:rect l="0" t="0" r="0" b="0"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13858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14802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5746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6690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7634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8578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9522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20466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21410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22354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23298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24242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25187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6131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7075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8019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8963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9907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30851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31795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32739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33683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34627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35571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6515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7459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8403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9347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40291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41235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42179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43123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44067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45011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5955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6899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7843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8787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9731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50675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516196" y="162312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525637" y="1605559"/>
              <a:ext cx="923840" cy="924948"/>
            </a:xfrm>
            <a:custGeom>
              <a:avLst/>
              <a:gdLst/>
              <a:ahLst/>
              <a:cxnLst/>
              <a:rect l="0" t="0" r="0" b="0"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535077" y="1605559"/>
              <a:ext cx="923840" cy="920188"/>
            </a:xfrm>
            <a:custGeom>
              <a:avLst/>
              <a:gdLst/>
              <a:ahLst/>
              <a:cxnLst/>
              <a:rect l="0" t="0" r="0" b="0"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544517" y="1605559"/>
              <a:ext cx="915793" cy="915201"/>
            </a:xfrm>
            <a:custGeom>
              <a:avLst/>
              <a:gdLst/>
              <a:ahLst/>
              <a:cxnLst/>
              <a:rect l="0" t="0" r="0" b="0"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85123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8512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9456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20400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21344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22288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23232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4176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5120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6064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7008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7952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8896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9840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30784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31728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32672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33616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4560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5504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6448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7392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8336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9280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40224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41168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42112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43056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4000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4944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68330" y="160555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68330" y="1605559"/>
              <a:ext cx="918677" cy="914400"/>
            </a:xfrm>
            <a:custGeom>
              <a:avLst/>
              <a:gdLst/>
              <a:ahLst/>
              <a:cxnLst/>
              <a:rect l="0" t="0" r="0" b="0"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138587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13858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14802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5746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6690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7634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8578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9522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20466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21410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22354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23298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24242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25187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6131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7075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8019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8963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9907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30851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31795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32739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33683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34627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35571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6515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7459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8403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9347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40291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41235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42179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43123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44067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45011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5955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6899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7843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8787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9731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50675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51619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52563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53507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544517" y="160555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553957" y="1587989"/>
              <a:ext cx="923840" cy="927553"/>
            </a:xfrm>
            <a:custGeom>
              <a:avLst/>
              <a:gdLst/>
              <a:ahLst/>
              <a:cxnLst/>
              <a:rect l="0" t="0" r="0" b="0"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63398" y="1587989"/>
              <a:ext cx="923840" cy="924715"/>
            </a:xfrm>
            <a:custGeom>
              <a:avLst/>
              <a:gdLst/>
              <a:ahLst/>
              <a:cxnLst/>
              <a:rect l="0" t="0" r="0" b="0"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72838" y="1587989"/>
              <a:ext cx="923840" cy="920265"/>
            </a:xfrm>
            <a:custGeom>
              <a:avLst/>
              <a:gdLst/>
              <a:ahLst/>
              <a:cxnLst/>
              <a:rect l="0" t="0" r="0" b="0"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82278" y="1587989"/>
              <a:ext cx="914779" cy="914633"/>
            </a:xfrm>
            <a:custGeom>
              <a:avLst/>
              <a:gdLst/>
              <a:ahLst/>
              <a:cxnLst/>
              <a:rect l="0" t="0" r="0" b="0"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85123" y="15879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94563" y="157041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9456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20400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21344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22288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23232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4176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5120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6064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7008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7952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8896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9840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30784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31728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32672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33616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4560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5504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6448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7392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8336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9280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40224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41168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42112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43056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4000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58890" y="15879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400" y="905076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58890" y="1587989"/>
              <a:ext cx="919709" cy="914400"/>
            </a:xfrm>
            <a:custGeom>
              <a:avLst/>
              <a:gdLst/>
              <a:ahLst/>
              <a:cxnLst/>
              <a:rect l="0" t="0" r="0" b="0"/>
              <a:pathLst>
                <a:path w="919709" h="914400">
                  <a:moveTo>
                    <a:pt x="914400" y="914400"/>
                  </a:moveTo>
                  <a:lnTo>
                    <a:pt x="914400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129147" y="1570419"/>
              <a:ext cx="914400" cy="919298"/>
            </a:xfrm>
            <a:custGeom>
              <a:avLst/>
              <a:gdLst/>
              <a:ahLst/>
              <a:cxnLst/>
              <a:rect l="0" t="0" r="0" b="0"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12914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13858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14802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5746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6690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7634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8578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9522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20466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21410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22354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23298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24242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25187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6131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7075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8019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8963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9907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30851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31795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32739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33683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34627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35571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6515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7459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8403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9347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40291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41235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42179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43123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44067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45011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5955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6899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7843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8787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9731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50675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51619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52563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53507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54451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55395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6339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7283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82278" y="158798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91718" y="1570419"/>
              <a:ext cx="923840" cy="926401"/>
            </a:xfrm>
            <a:custGeom>
              <a:avLst/>
              <a:gdLst/>
              <a:ahLst/>
              <a:cxnLst/>
              <a:rect l="0" t="0" r="0" b="0"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601159" y="1570419"/>
              <a:ext cx="923669" cy="920612"/>
            </a:xfrm>
            <a:custGeom>
              <a:avLst/>
              <a:gdLst/>
              <a:ahLst/>
              <a:cxnLst/>
              <a:rect l="0" t="0" r="0" b="0"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94563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9456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20400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21344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22288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23232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4176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5120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6064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7008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7952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8896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9840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30784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31728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32672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33616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4560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5504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6448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7392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8336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9280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40224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41168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42112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43056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49449" y="157041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49449" y="1570419"/>
              <a:ext cx="918521" cy="914399"/>
            </a:xfrm>
            <a:custGeom>
              <a:avLst/>
              <a:gdLst/>
              <a:ahLst/>
              <a:cxnLst/>
              <a:rect l="0" t="0" r="0" b="0"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129147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12914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13858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14802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5746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6690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7634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8578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9522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20466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21410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22354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23298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24242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25187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6131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7075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8019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8963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9907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30851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31795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32739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33683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34627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35571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6515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7459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8403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9347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40291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41235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42179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43123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44067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45011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5955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6899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7843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8787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9731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50675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51619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52563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53507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54451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55395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6339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7283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8227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9171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601159" y="157041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610599" y="1552849"/>
              <a:ext cx="923840" cy="931841"/>
            </a:xfrm>
            <a:custGeom>
              <a:avLst/>
              <a:gdLst/>
              <a:ahLst/>
              <a:cxnLst/>
              <a:rect l="0" t="0" r="0" b="0"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620039" y="1552849"/>
              <a:ext cx="923840" cy="923894"/>
            </a:xfrm>
            <a:custGeom>
              <a:avLst/>
              <a:gdLst/>
              <a:ahLst/>
              <a:cxnLst/>
              <a:rect l="0" t="0" r="0" b="0"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629479" y="1552849"/>
              <a:ext cx="915873" cy="915399"/>
            </a:xfrm>
            <a:custGeom>
              <a:avLst/>
              <a:gdLst/>
              <a:ahLst/>
              <a:cxnLst/>
              <a:rect l="0" t="0" r="0" b="0"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85123" y="1535279"/>
              <a:ext cx="914400" cy="931229"/>
            </a:xfrm>
            <a:custGeom>
              <a:avLst/>
              <a:gdLst/>
              <a:ahLst/>
              <a:cxnLst/>
              <a:rect l="0" t="0" r="0" b="0"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8512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9456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20400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21344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22288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23232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4176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5120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6064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7008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7952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8896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9840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30784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31728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32672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33616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4560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5504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6448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7392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8336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9280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40224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41168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42112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40009" y="155284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400" y="902244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40009" y="1552849"/>
              <a:ext cx="916377" cy="914399"/>
            </a:xfrm>
            <a:custGeom>
              <a:avLst/>
              <a:gdLst/>
              <a:ahLst/>
              <a:cxnLst/>
              <a:rect l="0" t="0" r="0" b="0"/>
              <a:pathLst>
                <a:path w="916377" h="914399">
                  <a:moveTo>
                    <a:pt x="914400" y="914399"/>
                  </a:moveTo>
                  <a:lnTo>
                    <a:pt x="914400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129147" y="15352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12914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13858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14802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5746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6690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7634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8578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9522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20466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21410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22354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23298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24242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25187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6131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7075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8019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8963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9907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30851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31795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32739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33683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34627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35571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6515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7459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8403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9347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40291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41235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42179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43123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44067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45011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5955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6899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7843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8787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9731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50675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51619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52563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53507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54451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55395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6339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7283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8227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9171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60115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61059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62003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629479" y="155284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638919" y="1535279"/>
              <a:ext cx="923840" cy="928240"/>
            </a:xfrm>
            <a:custGeom>
              <a:avLst/>
              <a:gdLst/>
              <a:ahLst/>
              <a:cxnLst/>
              <a:rect l="0" t="0" r="0" b="0"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648360" y="1535279"/>
              <a:ext cx="923840" cy="923829"/>
            </a:xfrm>
            <a:custGeom>
              <a:avLst/>
              <a:gdLst/>
              <a:ahLst/>
              <a:cxnLst/>
              <a:rect l="0" t="0" r="0" b="0"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657800" y="1535279"/>
              <a:ext cx="922453" cy="919242"/>
            </a:xfrm>
            <a:custGeom>
              <a:avLst/>
              <a:gdLst/>
              <a:ahLst/>
              <a:cxnLst/>
              <a:rect l="0" t="0" r="0" b="0"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85123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8512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9456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20400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21344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22288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23232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4176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5120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6064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7008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7952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8896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9840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30784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31728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32672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33616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4560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5504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6448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7392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8336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9280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40224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41168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42112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430569" y="1535279"/>
              <a:ext cx="922848" cy="914400"/>
            </a:xfrm>
            <a:custGeom>
              <a:avLst/>
              <a:gdLst/>
              <a:ahLst/>
              <a:cxnLst/>
              <a:rect l="0" t="0" r="0" b="0"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129147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12914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13858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14802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5746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6690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7634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8578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9522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20466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21410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22354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23298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24242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25187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6131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7075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8019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8963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9907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30851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31795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32739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33683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34627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35571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6515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7459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8403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9347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40291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41235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42179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43123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44067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45011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5955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6899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7843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8787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9731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50675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51619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52563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53507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54451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55395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6339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7283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8227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9171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60115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61059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62003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62947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63891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64836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657800" y="153527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67240" y="1517710"/>
              <a:ext cx="923840" cy="930951"/>
            </a:xfrm>
            <a:custGeom>
              <a:avLst/>
              <a:gdLst/>
              <a:ahLst/>
              <a:cxnLst/>
              <a:rect l="0" t="0" r="0" b="0"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76680" y="1517710"/>
              <a:ext cx="923121" cy="923331"/>
            </a:xfrm>
            <a:custGeom>
              <a:avLst/>
              <a:gdLst/>
              <a:ahLst/>
              <a:cxnLst/>
              <a:rect l="0" t="0" r="0" b="0"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75682" y="1500140"/>
              <a:ext cx="914400" cy="919531"/>
            </a:xfrm>
            <a:custGeom>
              <a:avLst/>
              <a:gdLst/>
              <a:ahLst/>
              <a:cxnLst/>
              <a:rect l="0" t="0" r="0" b="0"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7568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8512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9456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20400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21344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22288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23232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4176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5120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6064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7008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7952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8896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9840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30784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31728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32672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33616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4560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5504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6448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7392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8336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9280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40224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41168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430569" y="1517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430569" y="1517710"/>
              <a:ext cx="918879" cy="914400"/>
            </a:xfrm>
            <a:custGeom>
              <a:avLst/>
              <a:gdLst/>
              <a:ahLst/>
              <a:cxnLst/>
              <a:rect l="0" t="0" r="0" b="0"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129147" y="150014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12914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13858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14802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5746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6690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7634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8578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9522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20466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21410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22354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23298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24242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25187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6131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7075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8019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8963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9907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30851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31795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32739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33683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34627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35571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6515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7459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8403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9347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40291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41235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42179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43123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44067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45011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5955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6899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7843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8787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9731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50675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51619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52563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53507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54451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55395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6339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7283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8227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9171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60115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61059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62003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62947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63891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64836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65780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6724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76680" y="15177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86121" y="1500140"/>
              <a:ext cx="923840" cy="931182"/>
            </a:xfrm>
            <a:custGeom>
              <a:avLst/>
              <a:gdLst/>
              <a:ahLst/>
              <a:cxnLst/>
              <a:rect l="0" t="0" r="0" b="0"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95561" y="1500140"/>
              <a:ext cx="918873" cy="920130"/>
            </a:xfrm>
            <a:custGeom>
              <a:avLst/>
              <a:gdLst/>
              <a:ahLst/>
              <a:cxnLst/>
              <a:rect l="0" t="0" r="0" b="0"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56802" y="1482570"/>
              <a:ext cx="914400" cy="918089"/>
            </a:xfrm>
            <a:custGeom>
              <a:avLst/>
              <a:gdLst/>
              <a:ahLst/>
              <a:cxnLst/>
              <a:rect l="0" t="0" r="0" b="0"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56802" y="1482570"/>
              <a:ext cx="923840" cy="928670"/>
            </a:xfrm>
            <a:custGeom>
              <a:avLst/>
              <a:gdLst/>
              <a:ahLst/>
              <a:cxnLst/>
              <a:rect l="0" t="0" r="0" b="0"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6624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7568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8512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9456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20400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21344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22288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23232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4176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5120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6064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7008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7952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8896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9840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30784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31728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32672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33616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4560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5504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6448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7392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8336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9280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40224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41168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421129" y="1500140"/>
              <a:ext cx="923283" cy="914400"/>
            </a:xfrm>
            <a:custGeom>
              <a:avLst/>
              <a:gdLst/>
              <a:ahLst/>
              <a:cxnLst/>
              <a:rect l="0" t="0" r="0" b="0"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129147" y="148257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12914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13858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14802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5746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6690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7634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8578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9522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20466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21410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22354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23298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24242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25187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6131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7075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8019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8963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9907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30851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31795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32739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33683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34627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35571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6515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7459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8403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9347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40291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41235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42179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43123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44067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45011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5955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6899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7843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8787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9731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50675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51619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52563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53507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54451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55395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6339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7283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8227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9171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60115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61059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62003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62947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63891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64836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65780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6724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7668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8612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95561" y="150014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705001" y="1482570"/>
              <a:ext cx="920873" cy="924879"/>
            </a:xfrm>
            <a:custGeom>
              <a:avLst/>
              <a:gdLst/>
              <a:ahLst/>
              <a:cxnLst/>
              <a:rect l="0" t="0" r="0" b="0"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47362" y="1465000"/>
              <a:ext cx="914400" cy="922478"/>
            </a:xfrm>
            <a:custGeom>
              <a:avLst/>
              <a:gdLst/>
              <a:ahLst/>
              <a:cxnLst/>
              <a:rect l="0" t="0" r="0" b="0"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4736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5680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6624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7568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8512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9456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20400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21344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22288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23232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4176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5120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6064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7008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7952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8896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9840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30784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31728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32672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33616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4560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5504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6448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7392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8336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9280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40224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421129" y="148257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421129" y="1482570"/>
              <a:ext cx="917012" cy="914400"/>
            </a:xfrm>
            <a:custGeom>
              <a:avLst/>
              <a:gdLst/>
              <a:ahLst/>
              <a:cxnLst/>
              <a:rect l="0" t="0" r="0" b="0"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421129" y="1465000"/>
              <a:ext cx="916914" cy="922385"/>
            </a:xfrm>
            <a:custGeom>
              <a:avLst/>
              <a:gdLst/>
              <a:ahLst/>
              <a:cxnLst/>
              <a:rect l="0" t="0" r="0" b="0"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129147" y="146500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12914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13858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14802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5746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6690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7634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8578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9522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20466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21410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22354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23298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24242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25187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6131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7075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8019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8963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9907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30851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31795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32739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33683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34627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35571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6515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7459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8403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9347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40291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41235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42179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43123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44067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45011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5955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6899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7843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8787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9731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50675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51619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52563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53507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54451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55395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6339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7283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8227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9171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60115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61059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62003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62947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63891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64836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65780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6724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7668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8612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9556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705001" y="148257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714441" y="1465000"/>
              <a:ext cx="921520" cy="926829"/>
            </a:xfrm>
            <a:custGeom>
              <a:avLst/>
              <a:gdLst/>
              <a:ahLst/>
              <a:cxnLst/>
              <a:rect l="0" t="0" r="0" b="0"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37921" y="1447430"/>
              <a:ext cx="914400" cy="923575"/>
            </a:xfrm>
            <a:custGeom>
              <a:avLst/>
              <a:gdLst/>
              <a:ahLst/>
              <a:cxnLst/>
              <a:rect l="0" t="0" r="0" b="0"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3792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4736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5680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6624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7568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8512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9456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20400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21344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22288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23232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4176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5120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6064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7008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7952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8896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9840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30784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31728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32672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33616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4560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5504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6448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7392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8336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9280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40224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41168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421129" y="1465000"/>
              <a:ext cx="921561" cy="914400"/>
            </a:xfrm>
            <a:custGeom>
              <a:avLst/>
              <a:gdLst/>
              <a:ahLst/>
              <a:cxnLst/>
              <a:rect l="0" t="0" r="0" b="0"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129147" y="14474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12914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13858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14802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5746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6690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7634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8578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9522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20466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21410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22354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23298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24242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25187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6131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7075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8019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8963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9907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30851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31795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32739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33683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34627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35571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6515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7459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8403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9347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40291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41235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42179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43123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44067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45011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5955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6899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7843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8787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9731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50675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51619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52563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53507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54451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55395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6339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7283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8227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9171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60115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61059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62003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62947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63891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64836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65780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6724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7668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8612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9556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70500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714441" y="146500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723882" y="1447430"/>
              <a:ext cx="923840" cy="928707"/>
            </a:xfrm>
            <a:custGeom>
              <a:avLst/>
              <a:gdLst/>
              <a:ahLst/>
              <a:cxnLst/>
              <a:rect l="0" t="0" r="0" b="0"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733322" y="1447430"/>
              <a:ext cx="923319" cy="922261"/>
            </a:xfrm>
            <a:custGeom>
              <a:avLst/>
              <a:gdLst/>
              <a:ahLst/>
              <a:cxnLst/>
              <a:rect l="0" t="0" r="0" b="0"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128481" y="1429861"/>
              <a:ext cx="914400" cy="920717"/>
            </a:xfrm>
            <a:custGeom>
              <a:avLst/>
              <a:gdLst/>
              <a:ahLst/>
              <a:cxnLst/>
              <a:rect l="0" t="0" r="0" b="0"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12848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3792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4736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5680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6624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7568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8512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9456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20400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21344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22288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23232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4176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5120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6064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7008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7952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8896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9840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30784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31728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32672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33616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4560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5504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6448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7392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8336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9280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40224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41168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421129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430569" y="1429861"/>
              <a:ext cx="915731" cy="921520"/>
            </a:xfrm>
            <a:custGeom>
              <a:avLst/>
              <a:gdLst/>
              <a:ahLst/>
              <a:cxnLst/>
              <a:rect l="0" t="0" r="0" b="0"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129147" y="14474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138587" y="142986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13858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14802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5746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6690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7634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8578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9522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20466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21410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22354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23298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24242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25187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6131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7075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8019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8963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9907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30851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31795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32739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33683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34627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35571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6515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7459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8403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9347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40291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41235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42179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43123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44067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45011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5955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6899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7843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8787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9731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50675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51619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52563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53507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54451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55395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6339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7283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8227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9171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60115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61059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62003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62947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63891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64836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65780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6724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7668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8612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9556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70500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71444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72388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733322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742762" y="1429861"/>
              <a:ext cx="923840" cy="931477"/>
            </a:xfrm>
            <a:custGeom>
              <a:avLst/>
              <a:gdLst/>
              <a:ahLst/>
              <a:cxnLst/>
              <a:rect l="0" t="0" r="0" b="0"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752202" y="1429861"/>
              <a:ext cx="919383" cy="920939"/>
            </a:xfrm>
            <a:custGeom>
              <a:avLst/>
              <a:gdLst/>
              <a:ahLst/>
              <a:cxnLst/>
              <a:rect l="0" t="0" r="0" b="0"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119041" y="1412291"/>
              <a:ext cx="914400" cy="917025"/>
            </a:xfrm>
            <a:custGeom>
              <a:avLst/>
              <a:gdLst/>
              <a:ahLst/>
              <a:cxnLst/>
              <a:rect l="0" t="0" r="0" b="0"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11904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12848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3792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4736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5680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6624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7568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8512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9456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20400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21344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22288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23232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4176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5120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6064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7008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7952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8896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9840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30784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31728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32672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33616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4560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5504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6448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7392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833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9280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40224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41168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42112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430569" y="1429861"/>
              <a:ext cx="918446" cy="914400"/>
            </a:xfrm>
            <a:custGeom>
              <a:avLst/>
              <a:gdLst/>
              <a:ahLst/>
              <a:cxnLst/>
              <a:rect l="0" t="0" r="0" b="0"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138587" y="141229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13858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14802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5746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6690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7634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8578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9522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2046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21410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22354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23298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24242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25187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6131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7075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8019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8963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9907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30851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31795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32739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33683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34627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35571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6515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7459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8403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9347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40291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41235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42179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43123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44067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45011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5955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6899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7843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8787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9731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50675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51619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52563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53507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54451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55395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6339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7283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8227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9171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60115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61059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62003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62947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63891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64836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65780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6724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7668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8612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9556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70500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71444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72388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73332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74276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752202" y="142986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761643" y="1412291"/>
              <a:ext cx="921017" cy="925437"/>
            </a:xfrm>
            <a:custGeom>
              <a:avLst/>
              <a:gdLst/>
              <a:ahLst/>
              <a:cxnLst/>
              <a:rect l="0" t="0" r="0" b="0"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109601" y="1394721"/>
              <a:ext cx="914400" cy="917829"/>
            </a:xfrm>
            <a:custGeom>
              <a:avLst/>
              <a:gdLst/>
              <a:ahLst/>
              <a:cxnLst/>
              <a:rect l="0" t="0" r="0" b="0"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10960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11904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12848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3792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4736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5680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6624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7568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8512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9456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20400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21344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22288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23232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4176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5120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6064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7008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7952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8896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9840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30784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31728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32672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33616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4560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5504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6448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7392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833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9280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40224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41168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42112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430569" y="1412291"/>
              <a:ext cx="920306" cy="914399"/>
            </a:xfrm>
            <a:custGeom>
              <a:avLst/>
              <a:gdLst/>
              <a:ahLst/>
              <a:cxnLst/>
              <a:rect l="0" t="0" r="0" b="0"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138587" y="141229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148027" y="139472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14802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5746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6690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7634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8578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9522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2046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21410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22354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23298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24242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25187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6131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7075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8019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8963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9907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30851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31795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32739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33683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34627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35571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6515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7459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8403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9347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40291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41235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42179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43123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44067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45011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5955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6899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7843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8787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9731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50675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51619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52563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53507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54451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55395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6339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7283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8227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9171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60115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61059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62003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62947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63891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64836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65780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6724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7668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8612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9556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70500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71444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72388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73332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74276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75220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761643" y="1412291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71083" y="1394721"/>
              <a:ext cx="920257" cy="926738"/>
            </a:xfrm>
            <a:custGeom>
              <a:avLst/>
              <a:gdLst/>
              <a:ahLst/>
              <a:cxnLst/>
              <a:rect l="0" t="0" r="0" b="0"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100160" y="1377151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10016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10960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11904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12848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3792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4736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5680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6624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7568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8512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9456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20400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21344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22288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23232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4176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5120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6064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7008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7952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8896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9840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30784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31728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32672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33616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4560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5504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6448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7392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833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9280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40224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4116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42112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430569" y="1394721"/>
              <a:ext cx="921315" cy="914400"/>
            </a:xfrm>
            <a:custGeom>
              <a:avLst/>
              <a:gdLst/>
              <a:ahLst/>
              <a:cxnLst/>
              <a:rect l="0" t="0" r="0" b="0"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148027" y="137715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14802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5746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6690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7634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857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9522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2046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21410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22354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23298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24242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25187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6131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7075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8019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8963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9907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30851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31795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32739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33683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34627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35571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6515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7459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8403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9347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40291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41235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42179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43123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44067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45011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5955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6899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7843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8787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9731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50675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51619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52563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53507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54451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55395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6339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7283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8227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9171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60115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61059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62003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62947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63891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64836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65780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6724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7668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8612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9556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70500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71444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72388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73332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74276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75220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76164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71083" y="139472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80523" y="1377151"/>
              <a:ext cx="917782" cy="923409"/>
            </a:xfrm>
            <a:custGeom>
              <a:avLst/>
              <a:gdLst/>
              <a:ahLst/>
              <a:cxnLst/>
              <a:rect l="0" t="0" r="0" b="0"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100160" y="135958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10016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10960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11904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12848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3792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4736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5680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6624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7568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8512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9456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20400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21344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22288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23232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4176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5120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6064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7008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7952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8896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9840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30784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31728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32672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33616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4560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5504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6448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7392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833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9280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40224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4116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42112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430569" y="1377151"/>
              <a:ext cx="921600" cy="914400"/>
            </a:xfrm>
            <a:custGeom>
              <a:avLst/>
              <a:gdLst/>
              <a:ahLst/>
              <a:cxnLst/>
              <a:rect l="0" t="0" r="0" b="0"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148027" y="137715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57467" y="135958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5746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6690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7634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857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9522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2046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21410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22354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23298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24242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25187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6131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7075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8019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8963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9907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30851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31795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32739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33683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34627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35571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6515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7459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8403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9347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40291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41235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42179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43123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44067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45011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5955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6899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7843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8787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9731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50675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51619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52563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53507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54451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55395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6339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7283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8227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9171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60115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61059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62003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62947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63891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64836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65780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6724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7668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8612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9556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70500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71444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72388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73332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74276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75220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76164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7108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80523" y="1377151"/>
              <a:ext cx="923391" cy="914400"/>
            </a:xfrm>
            <a:custGeom>
              <a:avLst/>
              <a:gdLst/>
              <a:ahLst/>
              <a:cxnLst/>
              <a:rect l="0" t="0" r="0" b="0"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90720" y="1342012"/>
              <a:ext cx="914400" cy="930752"/>
            </a:xfrm>
            <a:custGeom>
              <a:avLst/>
              <a:gdLst/>
              <a:ahLst/>
              <a:cxnLst/>
              <a:rect l="0" t="0" r="0" b="0"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9072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10016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10960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11904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12848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3792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4736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5680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6624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7568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8512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9456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20400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21344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22288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23232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4176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5120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6064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7008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7952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8896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9840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30784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31728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32672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33616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4560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5504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6448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7392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833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9280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40224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4116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42112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430569" y="1359581"/>
              <a:ext cx="921578" cy="914400"/>
            </a:xfrm>
            <a:custGeom>
              <a:avLst/>
              <a:gdLst/>
              <a:ahLst/>
              <a:cxnLst/>
              <a:rect l="0" t="0" r="0" b="0"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57467" y="13595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400" y="90591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66907" y="134201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6690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7634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857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9522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2046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21410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22354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23298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24242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25187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6131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7075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8019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8963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9907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30851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31795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32739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33683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34627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35571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6515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7459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8403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9347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40291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41235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42179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43123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44067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45011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5955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6899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7843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8787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9731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50675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51619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52563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53507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54451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55395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6339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7283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8227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9171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60115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61059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62003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62947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63891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64836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65780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6724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7668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8612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9556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70500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71444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72388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73332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74276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75220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76164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7108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80523" y="135958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89963" y="1342012"/>
              <a:ext cx="918411" cy="930340"/>
            </a:xfrm>
            <a:custGeom>
              <a:avLst/>
              <a:gdLst/>
              <a:ahLst/>
              <a:cxnLst/>
              <a:rect l="0" t="0" r="0" b="0"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81280" y="1324442"/>
              <a:ext cx="914400" cy="931347"/>
            </a:xfrm>
            <a:custGeom>
              <a:avLst/>
              <a:gdLst/>
              <a:ahLst/>
              <a:cxnLst/>
              <a:rect l="0" t="0" r="0" b="0"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8128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9072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10016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10960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11904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12848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3792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4736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5680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6624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7568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8512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9456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20400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21344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22288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23232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4176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5120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6064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7008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7952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8896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9840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30784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31728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32672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33616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4560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5504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6448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7392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833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9280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40224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4116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42112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430569" y="1342012"/>
              <a:ext cx="921117" cy="914399"/>
            </a:xfrm>
            <a:custGeom>
              <a:avLst/>
              <a:gdLst/>
              <a:ahLst/>
              <a:cxnLst/>
              <a:rect l="0" t="0" r="0" b="0"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66907" y="134201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400" y="90847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76348" y="132444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7634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857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9522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2046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21410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22354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23298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24242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25187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6131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7075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8019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8963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9907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30851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31795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32739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33683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34627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35571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6515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7459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8403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9347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40291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41235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42179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43123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44067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45011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5955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6899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7843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8787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9731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50675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51619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52563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53507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54451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55395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6339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7283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8227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9171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60115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61059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62003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62947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63891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64836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65780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6724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7668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8612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9556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70500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71444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72388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73332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74276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75220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76164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7108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8052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89963" y="1342012"/>
              <a:ext cx="921849" cy="914399"/>
            </a:xfrm>
            <a:custGeom>
              <a:avLst/>
              <a:gdLst/>
              <a:ahLst/>
              <a:cxnLst/>
              <a:rect l="0" t="0" r="0" b="0"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71840" y="1306872"/>
              <a:ext cx="914400" cy="931206"/>
            </a:xfrm>
            <a:custGeom>
              <a:avLst/>
              <a:gdLst/>
              <a:ahLst/>
              <a:cxnLst/>
              <a:rect l="0" t="0" r="0" b="0"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7184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8128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9072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10016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10960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11904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12848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3792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4736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5680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6624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7568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8512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9456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20400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21344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22288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23232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4176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5120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6064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7008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7952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8896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9840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30784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31728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32672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33616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4560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5504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6448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7392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833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9280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40224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41168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42112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430569" y="1324442"/>
              <a:ext cx="920191" cy="914399"/>
            </a:xfrm>
            <a:custGeom>
              <a:avLst/>
              <a:gdLst/>
              <a:ahLst/>
              <a:cxnLst/>
              <a:rect l="0" t="0" r="0" b="0"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76348" y="132444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85788" y="1324442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399" y="90427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95228" y="130687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9522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2046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21410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22354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23298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24242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25187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6131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7075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8019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8963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9907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30851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31795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32739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33683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34627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35571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6515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7459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8403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9347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40291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41235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42179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43123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44067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45011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5955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6899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7843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8787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9731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50675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51619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52563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53507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54451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55395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6339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7283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8227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9171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60115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61059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62003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62947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63891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64836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65780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6724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7668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8612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9556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70500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71444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72388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73332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74276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75220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76164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7108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8052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89963" y="1324442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99404" y="1306872"/>
              <a:ext cx="914944" cy="918930"/>
            </a:xfrm>
            <a:custGeom>
              <a:avLst/>
              <a:gdLst/>
              <a:ahLst/>
              <a:cxnLst/>
              <a:rect l="0" t="0" r="0" b="0"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62399" y="1289302"/>
              <a:ext cx="914400" cy="925912"/>
            </a:xfrm>
            <a:custGeom>
              <a:avLst/>
              <a:gdLst/>
              <a:ahLst/>
              <a:cxnLst/>
              <a:rect l="0" t="0" r="0" b="0"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6239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7184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8128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9072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10016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10960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11904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12848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3792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4736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5680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6624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7568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8512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9456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20400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21344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22288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23232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4176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5120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6064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7008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7952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8896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9840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30784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31728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32672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33616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4560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5504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6448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7392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8336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9280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40224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41168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42112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430569" y="1306872"/>
              <a:ext cx="918530" cy="914400"/>
            </a:xfrm>
            <a:custGeom>
              <a:avLst/>
              <a:gdLst/>
              <a:ahLst/>
              <a:cxnLst/>
              <a:rect l="0" t="0" r="0" b="0"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95228" y="13068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1" y="914400"/>
                  </a:lnTo>
                  <a:lnTo>
                    <a:pt x="914400" y="91414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204668" y="13068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400" y="90836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214109" y="13068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400" y="90359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223549" y="13068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400" y="898937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232989" y="128930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23298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24242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25187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6131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7075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8019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8963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9907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30851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31795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32739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33683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34627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35571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6515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7459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8403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9347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40291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41235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42179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43123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44067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45011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5955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6899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7843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8787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9731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50675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51619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52563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53507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54451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55395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6339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7283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8227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9171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60115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61059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62003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62947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63891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64836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65780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6724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7668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8612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9556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70500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71444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72388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73332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74276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75220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76164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7108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8052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8996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99404" y="130687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808844" y="1289302"/>
              <a:ext cx="920969" cy="921379"/>
            </a:xfrm>
            <a:custGeom>
              <a:avLst/>
              <a:gdLst/>
              <a:ahLst/>
              <a:cxnLst/>
              <a:rect l="0" t="0" r="0" b="0"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62399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6239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7184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8128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9072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10016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10960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11904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12848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3792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4736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5680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6624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7568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8512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9456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20400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21344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22288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23232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4176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5120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6064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7008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7952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8896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9840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30784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31728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32672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33616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4560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5504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6448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7392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8336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9280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40224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41168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43056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430569" y="1289302"/>
              <a:ext cx="915958" cy="914400"/>
            </a:xfrm>
            <a:custGeom>
              <a:avLst/>
              <a:gdLst/>
              <a:ahLst/>
              <a:cxnLst/>
              <a:rect l="0" t="0" r="0" b="0"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23298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242429" y="128930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399" y="909627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25187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6131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400" y="908656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7075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8019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89631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99071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308511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317951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327392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336832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346272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355712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65153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74593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84033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8403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9347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40291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41235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42179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43123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44067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45011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5955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6899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7843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8787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9731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50675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51619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52563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53507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54451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55395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6339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7283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8227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9171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60115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61059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62003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62947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63891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64836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65780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6724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7668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8612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9556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70500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71444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72388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73332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74276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75220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76164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7108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8052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8996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9940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808844" y="128930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818284" y="1271733"/>
              <a:ext cx="923840" cy="928597"/>
            </a:xfrm>
            <a:custGeom>
              <a:avLst/>
              <a:gdLst/>
              <a:ahLst/>
              <a:cxnLst/>
              <a:rect l="0" t="0" r="0" b="0"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827724" y="1271733"/>
              <a:ext cx="915223" cy="915694"/>
            </a:xfrm>
            <a:custGeom>
              <a:avLst/>
              <a:gdLst/>
              <a:ahLst/>
              <a:cxnLst/>
              <a:rect l="0" t="0" r="0" b="0"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52959" y="1254163"/>
              <a:ext cx="914400" cy="928692"/>
            </a:xfrm>
            <a:custGeom>
              <a:avLst/>
              <a:gdLst/>
              <a:ahLst/>
              <a:cxnLst/>
              <a:rect l="0" t="0" r="0" b="0"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5295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6239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7184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8128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9072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10016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10960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11904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12848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3792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4736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5680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6624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7568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8512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9456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20400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21344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22288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23232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4176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5120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6064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7008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7952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8896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9840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30784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31728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32672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33616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4560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5504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6448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7392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8336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9280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40224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41168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421129" y="1271733"/>
              <a:ext cx="921954" cy="914400"/>
            </a:xfrm>
            <a:custGeom>
              <a:avLst/>
              <a:gdLst/>
              <a:ahLst/>
              <a:cxnLst/>
              <a:rect l="0" t="0" r="0" b="0"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84033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93473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402913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412354" y="125416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41235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42179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43123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44067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45011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5955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6899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7843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8787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9731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50675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51619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52563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53507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54451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55395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6339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7283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8227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9171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60115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61059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62003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62947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63891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64836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65780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6724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7668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8612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9556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70500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71444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72388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73332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74276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75220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76164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7108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8052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8996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9940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80884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81828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827724" y="127173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837165" y="1254163"/>
              <a:ext cx="915813" cy="917133"/>
            </a:xfrm>
            <a:custGeom>
              <a:avLst/>
              <a:gdLst/>
              <a:ahLst/>
              <a:cxnLst/>
              <a:rect l="0" t="0" r="0" b="0"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52959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5295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6239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7184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8128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9072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10016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10960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11904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12848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3792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4736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5680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6624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7568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8512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9456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20400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21344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22288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23232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4176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5120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6064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7008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7952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8896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9840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30784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31728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32672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33616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4560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5504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6448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7392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8336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9280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40224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421129" y="125416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421129" y="1254163"/>
              <a:ext cx="917536" cy="914400"/>
            </a:xfrm>
            <a:custGeom>
              <a:avLst/>
              <a:gdLst/>
              <a:ahLst/>
              <a:cxnLst/>
              <a:rect l="0" t="0" r="0" b="0"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412354" y="12541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421794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42179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43123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44067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45011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5955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6899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7843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8787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9731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50675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51619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52563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53507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54451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55395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6339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7283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8227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9171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60115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61059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62003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62947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63891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64836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65780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6724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7668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8612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9556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70500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71444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72388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73332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74276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75220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76164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7108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8052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8996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9940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80884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81828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82772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837165" y="1254163"/>
              <a:ext cx="923775" cy="914400"/>
            </a:xfrm>
            <a:custGeom>
              <a:avLst/>
              <a:gdLst/>
              <a:ahLst/>
              <a:cxnLst/>
              <a:rect l="0" t="0" r="0" b="0"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52959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5295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6239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7184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8128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9072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10016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10960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11904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12848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3792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4736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5680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6624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7568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8512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9456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20400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21344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22288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23232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4176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5120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6064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7008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7952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8896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9840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30784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31728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32672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33616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4560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5504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6448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7392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8336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9280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40224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411688" y="1236593"/>
              <a:ext cx="921917" cy="914400"/>
            </a:xfrm>
            <a:custGeom>
              <a:avLst/>
              <a:gdLst/>
              <a:ahLst/>
              <a:cxnLst/>
              <a:rect l="0" t="0" r="0" b="0"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421794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431234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440674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450115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45011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5955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6899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7843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8787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9731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50675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51619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52563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53507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54451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55395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6339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7283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8227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9171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60115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61059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62003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62947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63891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64836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65780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6724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7668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8612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9556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70500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71444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72388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73332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74276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75220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76164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7108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8052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8996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9940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80884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81828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82772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837165" y="123659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846605" y="1219023"/>
              <a:ext cx="920718" cy="931814"/>
            </a:xfrm>
            <a:custGeom>
              <a:avLst/>
              <a:gdLst/>
              <a:ahLst/>
              <a:cxnLst/>
              <a:rect l="0" t="0" r="0" b="0"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52959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5295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6239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7184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8128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9072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10016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10960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11904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12848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3792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4736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5680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6624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7568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8512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9456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20400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21344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22288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23232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4176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5120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6064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7008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7952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8896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9840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30784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31728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32672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33616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4560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5504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6448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7392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8336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9280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411688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411688" y="1219023"/>
              <a:ext cx="916036" cy="914400"/>
            </a:xfrm>
            <a:custGeom>
              <a:avLst/>
              <a:gdLst/>
              <a:ahLst/>
              <a:cxnLst/>
              <a:rect l="0" t="0" r="0" b="0"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450115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59555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5955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6899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7843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8787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9731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50675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51619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52563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53507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54451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55395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6339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7283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8227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9171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60115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61059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62003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62947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63891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64836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65780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6724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7668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8612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9556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70500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71444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72388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73332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74276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75220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76164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7108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8052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8996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9940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80884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81828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82772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83716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846605" y="121902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856045" y="1201453"/>
              <a:ext cx="916390" cy="921773"/>
            </a:xfrm>
            <a:custGeom>
              <a:avLst/>
              <a:gdLst/>
              <a:ahLst/>
              <a:cxnLst/>
              <a:rect l="0" t="0" r="0" b="0"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52959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5295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6239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7184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8128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9072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10016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10960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11904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12848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3792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4736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5680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6624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7568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8512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9456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20400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21344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22288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23232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4176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5120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6064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7008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7952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8896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9840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30784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31728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32672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33616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4560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5504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6448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7392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8336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402248" y="120145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402248" y="1201453"/>
              <a:ext cx="918159" cy="914400"/>
            </a:xfrm>
            <a:custGeom>
              <a:avLst/>
              <a:gdLst/>
              <a:ahLst/>
              <a:cxnLst/>
              <a:rect l="0" t="0" r="0" b="0"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59555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5955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6899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7843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8787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9731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50675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51619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52563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53507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54451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55395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6339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7283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8227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9171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60115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61059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62003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62947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63891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64836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65780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6724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7668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8612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9556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70500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71444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72388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73332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74276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75220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76164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7108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8052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8996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9940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80884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81828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82772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83716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84660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856045" y="1201453"/>
              <a:ext cx="920431" cy="914400"/>
            </a:xfrm>
            <a:custGeom>
              <a:avLst/>
              <a:gdLst/>
              <a:ahLst/>
              <a:cxnLst/>
              <a:rect l="0" t="0" r="0" b="0"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52959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5295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6239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7184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8128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9072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10016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10960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11904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12848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3792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4736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5680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6624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7568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8512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9456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20400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21344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22288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23232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4176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5120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6064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7008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7952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8896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9840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30784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31728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32672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33616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4560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5504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6448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7392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92808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92808" y="1183884"/>
              <a:ext cx="918450" cy="914400"/>
            </a:xfrm>
            <a:custGeom>
              <a:avLst/>
              <a:gdLst/>
              <a:ahLst/>
              <a:cxnLst/>
              <a:rect l="0" t="0" r="0" b="0"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59555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68995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6899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7843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8787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9731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50675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51619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52563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53507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54451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55395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6339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7283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8227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9171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60115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61059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62003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62947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63891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64836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65780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6724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7668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8612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9556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70500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71444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72388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73332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74276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75220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76164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7108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8052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8996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9940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80884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81828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82772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83716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84660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856045" y="1183884"/>
              <a:ext cx="923548" cy="914400"/>
            </a:xfrm>
            <a:custGeom>
              <a:avLst/>
              <a:gdLst/>
              <a:ahLst/>
              <a:cxnLst/>
              <a:rect l="0" t="0" r="0" b="0"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52959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5295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6239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7184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8128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9072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10016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10960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11904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12848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3792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4736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5680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6624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7568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8512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9456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20400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21344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22288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23232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4176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5120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6064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7008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7952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8896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9840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30784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31728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32672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33616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4560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5504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73927" y="116631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83368" y="116631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83368" y="1166314"/>
              <a:ext cx="916122" cy="914400"/>
            </a:xfrm>
            <a:custGeom>
              <a:avLst/>
              <a:gdLst/>
              <a:ahLst/>
              <a:cxnLst/>
              <a:rect l="0" t="0" r="0" b="0"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68995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6899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7843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8787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9731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50675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51619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52563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53507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54451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55395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6339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7283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8227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9171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60115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61059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62003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62947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63891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64836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65780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6724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7668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8612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9556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70500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71444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72388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73332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74276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75220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76164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7108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8052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8996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9940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80884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81828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82772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83716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84660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856045" y="116631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65485" y="1148744"/>
              <a:ext cx="916772" cy="930041"/>
            </a:xfrm>
            <a:custGeom>
              <a:avLst/>
              <a:gdLst/>
              <a:ahLst/>
              <a:cxnLst/>
              <a:rect l="0" t="0" r="0" b="0"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52959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5295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6239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7184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8128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9072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10016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10960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11904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12848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3792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4736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5680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6624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7568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8512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9456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20400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21344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22288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23232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4176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5120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6064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7008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7952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8896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9840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30784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31728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32672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45607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55047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64487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64487" y="1148744"/>
              <a:ext cx="918739" cy="914400"/>
            </a:xfrm>
            <a:custGeom>
              <a:avLst/>
              <a:gdLst/>
              <a:ahLst/>
              <a:cxnLst/>
              <a:rect l="0" t="0" r="0" b="0"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68995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78435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7843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8787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9731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50675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51619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52563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53507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54451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55395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6339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7283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8227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9171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60115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61059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62003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62947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63891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64836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65780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6724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7668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8612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9556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70500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71444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72388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73332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74276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75220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76164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7108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8052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8996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9940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80884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81828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82772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83716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84660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85604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65485" y="1148744"/>
              <a:ext cx="919258" cy="914400"/>
            </a:xfrm>
            <a:custGeom>
              <a:avLst/>
              <a:gdLst/>
              <a:ahLst/>
              <a:cxnLst/>
              <a:rect l="0" t="0" r="0" b="0"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52959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5295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6239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7184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8128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9072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10016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10960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11904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12848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3792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4736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5680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6624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7568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8512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9456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20400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21344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22288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23232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4176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5120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6064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7008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7952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98405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307846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317286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326726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336166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336166" y="1131174"/>
              <a:ext cx="917083" cy="914400"/>
            </a:xfrm>
            <a:custGeom>
              <a:avLst/>
              <a:gdLst/>
              <a:ahLst/>
              <a:cxnLst/>
              <a:rect l="0" t="0" r="0" b="0"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78435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87876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8787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9731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50675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51619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52563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53507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54451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55395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6339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7283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8227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9171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60115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61059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62003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62947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63891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64836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65780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6724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7668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8612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9556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70500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71444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72388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73332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74276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75220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76164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7108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8052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8996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9940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80884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81828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82772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83716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84660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85604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65485" y="1131174"/>
              <a:ext cx="920930" cy="914400"/>
            </a:xfrm>
            <a:custGeom>
              <a:avLst/>
              <a:gdLst/>
              <a:ahLst/>
              <a:cxnLst/>
              <a:rect l="0" t="0" r="0" b="0"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52959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5295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6239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7184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8128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9072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10016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10960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11904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12848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3792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4736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5680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6624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7568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8512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9456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20400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21344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22288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23232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4176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5120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6064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7008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7952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88965" y="1113604"/>
              <a:ext cx="917528" cy="914399"/>
            </a:xfrm>
            <a:custGeom>
              <a:avLst/>
              <a:gdLst/>
              <a:ahLst/>
              <a:cxnLst/>
              <a:rect l="0" t="0" r="0" b="0"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87876" y="111360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97316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9731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50675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51619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52563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53507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54451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55395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6339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7283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8227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9171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60115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61059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62003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62947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63891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64836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65780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6724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7668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8612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9556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70500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71444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72388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73332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74276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75220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76164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7108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8052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8996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9940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80884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81828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82772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83716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84660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85604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65485" y="1113604"/>
              <a:ext cx="921829" cy="914399"/>
            </a:xfrm>
            <a:custGeom>
              <a:avLst/>
              <a:gdLst/>
              <a:ahLst/>
              <a:cxnLst/>
              <a:rect l="0" t="0" r="0" b="0"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52959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62399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6239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7184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8128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9072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10016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10960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11904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12848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3792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4736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5680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6624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7568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8512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9456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20400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21344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22288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23232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4176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5120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6064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7008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88965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88965" y="1096035"/>
              <a:ext cx="914750" cy="914399"/>
            </a:xfrm>
            <a:custGeom>
              <a:avLst/>
              <a:gdLst/>
              <a:ahLst/>
              <a:cxnLst/>
              <a:rect l="0" t="0" r="0" b="0"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97316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506756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50675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51619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52563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53507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54451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55395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6339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7283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8227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9171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60115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61059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62003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62947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63891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64836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65780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6724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7668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8612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9556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70500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71444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72388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73332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74276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75220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76164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7108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8052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8996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9940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80884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81828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82772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83716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84660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85604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65485" y="1096035"/>
              <a:ext cx="922004" cy="914399"/>
            </a:xfrm>
            <a:custGeom>
              <a:avLst/>
              <a:gdLst/>
              <a:ahLst/>
              <a:cxnLst/>
              <a:rect l="0" t="0" r="0" b="0"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62399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6239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7184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8128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9072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10016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10960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11904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12848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3792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4736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5680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6624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7568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8512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9456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20400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21344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22288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23232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4176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5120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6064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7008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79525" y="1078465"/>
              <a:ext cx="921836" cy="914400"/>
            </a:xfrm>
            <a:custGeom>
              <a:avLst/>
              <a:gdLst/>
              <a:ahLst/>
              <a:cxnLst/>
              <a:rect l="0" t="0" r="0" b="0"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506756" y="107846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516196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51619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52563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53507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54451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55395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6339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7283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8227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9171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60115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61059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62003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62947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63891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64836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65780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6724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7668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8612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9556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70500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71444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72388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73332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74276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75220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76164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7108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8052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8996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9940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80884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81828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82772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83716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84660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85604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65485" y="1078465"/>
              <a:ext cx="921935" cy="914400"/>
            </a:xfrm>
            <a:custGeom>
              <a:avLst/>
              <a:gdLst/>
              <a:ahLst/>
              <a:cxnLst/>
              <a:rect l="0" t="0" r="0" b="0"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62399" y="104332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6239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7184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8128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9072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10016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10960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11904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12848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3792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4736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5680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6624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7568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8512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9456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20400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21344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22288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23232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4176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5120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6064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7008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79525" y="1060895"/>
              <a:ext cx="920151" cy="914400"/>
            </a:xfrm>
            <a:custGeom>
              <a:avLst/>
              <a:gdLst/>
              <a:ahLst/>
              <a:cxnLst/>
              <a:rect l="0" t="0" r="0" b="0"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87876" y="1043325"/>
              <a:ext cx="914400" cy="914649"/>
            </a:xfrm>
            <a:custGeom>
              <a:avLst/>
              <a:gdLst/>
              <a:ahLst/>
              <a:cxnLst/>
              <a:rect l="0" t="0" r="0" b="0"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87876" y="1043325"/>
              <a:ext cx="923840" cy="917249"/>
            </a:xfrm>
            <a:custGeom>
              <a:avLst/>
              <a:gdLst/>
              <a:ahLst/>
              <a:cxnLst/>
              <a:rect l="0" t="0" r="0" b="0"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97316" y="1043325"/>
              <a:ext cx="923840" cy="918257"/>
            </a:xfrm>
            <a:custGeom>
              <a:avLst/>
              <a:gdLst/>
              <a:ahLst/>
              <a:cxnLst/>
              <a:rect l="0" t="0" r="0" b="0"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516196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506756" y="1043325"/>
              <a:ext cx="923840" cy="918356"/>
            </a:xfrm>
            <a:custGeom>
              <a:avLst/>
              <a:gdLst/>
              <a:ahLst/>
              <a:cxnLst/>
              <a:rect l="0" t="0" r="0" b="0"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525637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516196" y="1043325"/>
              <a:ext cx="923840" cy="917931"/>
            </a:xfrm>
            <a:custGeom>
              <a:avLst/>
              <a:gdLst/>
              <a:ahLst/>
              <a:cxnLst/>
              <a:rect l="0" t="0" r="0" b="0"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52563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53507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54451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55395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6339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7283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8227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9171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60115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61059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62003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62947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63891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64836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65780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6724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7668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8612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9556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70500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71444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72388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73332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74276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75220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76164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7108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8052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8996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9940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80884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81828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82772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83716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84660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85604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65485" y="1060895"/>
              <a:ext cx="921231" cy="914400"/>
            </a:xfrm>
            <a:custGeom>
              <a:avLst/>
              <a:gdLst/>
              <a:ahLst/>
              <a:cxnLst/>
              <a:rect l="0" t="0" r="0" b="0"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62399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71840" y="10257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7184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8128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9072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10016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10960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11904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12848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3792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4736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5680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6624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7568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8512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9456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20400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21344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22288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23232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4176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5120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6064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79525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79525" y="1043325"/>
              <a:ext cx="917575" cy="914399"/>
            </a:xfrm>
            <a:custGeom>
              <a:avLst/>
              <a:gdLst/>
              <a:ahLst/>
              <a:cxnLst/>
              <a:rect l="0" t="0" r="0" b="0"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59555" y="1025756"/>
              <a:ext cx="914400" cy="914875"/>
            </a:xfrm>
            <a:custGeom>
              <a:avLst/>
              <a:gdLst/>
              <a:ahLst/>
              <a:cxnLst/>
              <a:rect l="0" t="0" r="0" b="0"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59555" y="1025756"/>
              <a:ext cx="923840" cy="922454"/>
            </a:xfrm>
            <a:custGeom>
              <a:avLst/>
              <a:gdLst/>
              <a:ahLst/>
              <a:cxnLst/>
              <a:rect l="0" t="0" r="0" b="0"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68995" y="1025756"/>
              <a:ext cx="923840" cy="928131"/>
            </a:xfrm>
            <a:custGeom>
              <a:avLst/>
              <a:gdLst/>
              <a:ahLst/>
              <a:cxnLst/>
              <a:rect l="0" t="0" r="0" b="0"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7843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8787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9731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50675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51619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52563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53507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54451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55395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6339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7283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8227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9171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60115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61059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62003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62947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63891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64836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65780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6724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7668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8612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9556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70500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71444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72388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73332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74276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75220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76164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7108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8052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8996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9940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80884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81828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82772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83716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84660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85604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65485" y="1043325"/>
              <a:ext cx="919775" cy="914399"/>
            </a:xfrm>
            <a:custGeom>
              <a:avLst/>
              <a:gdLst/>
              <a:ahLst/>
              <a:cxnLst/>
              <a:rect l="0" t="0" r="0" b="0"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71840" y="100818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7184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8128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9072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10016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10960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11904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12848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3792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4736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5680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6624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7568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8512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9456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20400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21344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22288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23232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4176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5120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6064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70085" y="1025756"/>
              <a:ext cx="923533" cy="914399"/>
            </a:xfrm>
            <a:custGeom>
              <a:avLst/>
              <a:gdLst/>
              <a:ahLst/>
              <a:cxnLst/>
              <a:rect l="0" t="0" r="0" b="0"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440674" y="1008186"/>
              <a:ext cx="914400" cy="915284"/>
            </a:xfrm>
            <a:custGeom>
              <a:avLst/>
              <a:gdLst/>
              <a:ahLst/>
              <a:cxnLst/>
              <a:rect l="0" t="0" r="0" b="0"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440674" y="1008186"/>
              <a:ext cx="923840" cy="922880"/>
            </a:xfrm>
            <a:custGeom>
              <a:avLst/>
              <a:gdLst/>
              <a:ahLst/>
              <a:cxnLst/>
              <a:rect l="0" t="0" r="0" b="0"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45011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5955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6899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7843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8787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9731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50675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51619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52563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53507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54451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55395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6339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7283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8227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9171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60115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61059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62003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62947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63891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64836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65780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6724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7668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8612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9556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70500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71444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72388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73332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74276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75220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76164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7108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8052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8996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9940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80884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81828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82772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83716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84660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65485" y="10257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65485" y="1025756"/>
              <a:ext cx="917409" cy="914399"/>
            </a:xfrm>
            <a:custGeom>
              <a:avLst/>
              <a:gdLst/>
              <a:ahLst/>
              <a:cxnLst/>
              <a:rect l="0" t="0" r="0" b="0"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71840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81280" y="99061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8128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9072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10016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10960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11904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12848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3792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4736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5680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6624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7568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8512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9456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20400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21344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22288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23232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4176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5120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70085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70085" y="1008186"/>
              <a:ext cx="919067" cy="914399"/>
            </a:xfrm>
            <a:custGeom>
              <a:avLst/>
              <a:gdLst/>
              <a:ahLst/>
              <a:cxnLst/>
              <a:rect l="0" t="0" r="0" b="0"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412354" y="990616"/>
              <a:ext cx="914400" cy="920596"/>
            </a:xfrm>
            <a:custGeom>
              <a:avLst/>
              <a:gdLst/>
              <a:ahLst/>
              <a:cxnLst/>
              <a:rect l="0" t="0" r="0" b="0"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412354" y="990616"/>
              <a:ext cx="923840" cy="926253"/>
            </a:xfrm>
            <a:custGeom>
              <a:avLst/>
              <a:gdLst/>
              <a:ahLst/>
              <a:cxnLst/>
              <a:rect l="0" t="0" r="0" b="0"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421794" y="990616"/>
              <a:ext cx="923840" cy="930329"/>
            </a:xfrm>
            <a:custGeom>
              <a:avLst/>
              <a:gdLst/>
              <a:ahLst/>
              <a:cxnLst/>
              <a:rect l="0" t="0" r="0" b="0"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43123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44067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45011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5955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6899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7843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8787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9731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50675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51619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52563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53507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54451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55395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6339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7283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8227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9171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60115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61059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62003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62947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63891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64836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65780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6724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7668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8612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9556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70500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71444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72388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73332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74276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75220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76164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7108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8052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8996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9940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80884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81828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82772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83716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84660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856045" y="1008186"/>
              <a:ext cx="923628" cy="914399"/>
            </a:xfrm>
            <a:custGeom>
              <a:avLst/>
              <a:gdLst/>
              <a:ahLst/>
              <a:cxnLst/>
              <a:rect l="0" t="0" r="0" b="0"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81280" y="99061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90720" y="97304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9072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10016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10960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11904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12848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3792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4736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5680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6624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7568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8512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9456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20400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21344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22288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23232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4176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5120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60644" y="990616"/>
              <a:ext cx="922897" cy="914400"/>
            </a:xfrm>
            <a:custGeom>
              <a:avLst/>
              <a:gdLst/>
              <a:ahLst/>
              <a:cxnLst/>
              <a:rect l="0" t="0" r="0" b="0"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93473" y="973046"/>
              <a:ext cx="914400" cy="921332"/>
            </a:xfrm>
            <a:custGeom>
              <a:avLst/>
              <a:gdLst/>
              <a:ahLst/>
              <a:cxnLst/>
              <a:rect l="0" t="0" r="0" b="0"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93473" y="973046"/>
              <a:ext cx="923840" cy="930695"/>
            </a:xfrm>
            <a:custGeom>
              <a:avLst/>
              <a:gdLst/>
              <a:ahLst/>
              <a:cxnLst/>
              <a:rect l="0" t="0" r="0" b="0"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40291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41235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42179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43123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44067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45011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5955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6899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7843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8787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9731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50675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51619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52563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53507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54451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55395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6339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7283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8227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9171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60115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61059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62003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62947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63891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64836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65780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6724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7668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8612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9556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70500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71444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72388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73332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74276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75220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76164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7108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8052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8996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9940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80884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81828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82772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83716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84660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856045" y="990616"/>
              <a:ext cx="919465" cy="914400"/>
            </a:xfrm>
            <a:custGeom>
              <a:avLst/>
              <a:gdLst/>
              <a:ahLst/>
              <a:cxnLst/>
              <a:rect l="0" t="0" r="0" b="0"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90720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100160" y="95547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10016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10960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11904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12848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3792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4736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5680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6624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7568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8512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9456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20400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21344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22288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23232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4176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60644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60644" y="973046"/>
              <a:ext cx="915899" cy="914400"/>
            </a:xfrm>
            <a:custGeom>
              <a:avLst/>
              <a:gdLst/>
              <a:ahLst/>
              <a:cxnLst/>
              <a:rect l="0" t="0" r="0" b="0"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74593" y="955476"/>
              <a:ext cx="914400" cy="919502"/>
            </a:xfrm>
            <a:custGeom>
              <a:avLst/>
              <a:gdLst/>
              <a:ahLst/>
              <a:cxnLst/>
              <a:rect l="0" t="0" r="0" b="0"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74593" y="955476"/>
              <a:ext cx="923840" cy="929302"/>
            </a:xfrm>
            <a:custGeom>
              <a:avLst/>
              <a:gdLst/>
              <a:ahLst/>
              <a:cxnLst/>
              <a:rect l="0" t="0" r="0" b="0"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8403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9347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40291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41235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42179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43123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44067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45011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5955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6899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7843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8787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9731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50675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51619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52563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53507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54451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55395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6339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7283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8227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9171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60115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61059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62003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62947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63891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64836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65780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6724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7668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8612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9556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70500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71444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72388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73332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74276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75220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76164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7108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8052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8996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9940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80884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81828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82772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83716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856045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856045" y="973046"/>
              <a:ext cx="914756" cy="914400"/>
            </a:xfrm>
            <a:custGeom>
              <a:avLst/>
              <a:gdLst/>
              <a:ahLst/>
              <a:cxnLst/>
              <a:rect l="0" t="0" r="0" b="0"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100160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109601" y="9379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10960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11904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12848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3792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4736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5680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6624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7568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8512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9456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20400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21344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22288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23232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51204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51204" y="955476"/>
              <a:ext cx="916574" cy="914399"/>
            </a:xfrm>
            <a:custGeom>
              <a:avLst/>
              <a:gdLst/>
              <a:ahLst/>
              <a:cxnLst/>
              <a:rect l="0" t="0" r="0" b="0"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65153" y="937907"/>
              <a:ext cx="914400" cy="925686"/>
            </a:xfrm>
            <a:custGeom>
              <a:avLst/>
              <a:gdLst/>
              <a:ahLst/>
              <a:cxnLst/>
              <a:rect l="0" t="0" r="0" b="0"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6515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7459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8403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9347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40291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41235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42179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43123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44067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45011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5955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6899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7843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8787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9731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50675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51619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52563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53507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54451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55395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6339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7283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8227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9171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60115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61059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62003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62947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63891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64836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65780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6724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7668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8612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9556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70500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71444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72388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73332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74276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75220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76164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7108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8052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8996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9940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80884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81828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82772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83716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846605" y="955476"/>
              <a:ext cx="919473" cy="914399"/>
            </a:xfrm>
            <a:custGeom>
              <a:avLst/>
              <a:gdLst/>
              <a:ahLst/>
              <a:cxnLst/>
              <a:rect l="0" t="0" r="0" b="0"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10960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11904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128481" y="92033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12848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3792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4736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5680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6624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7568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8512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9456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20400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21344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232324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41764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41764" y="937907"/>
              <a:ext cx="914856" cy="914399"/>
            </a:xfrm>
            <a:custGeom>
              <a:avLst/>
              <a:gdLst/>
              <a:ahLst/>
              <a:cxnLst/>
              <a:rect l="0" t="0" r="0" b="0"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355712" y="920337"/>
              <a:ext cx="914400" cy="929090"/>
            </a:xfrm>
            <a:custGeom>
              <a:avLst/>
              <a:gdLst/>
              <a:ahLst/>
              <a:cxnLst/>
              <a:rect l="0" t="0" r="0" b="0"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35571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6515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7459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8403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9347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40291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41235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42179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43123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44067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45011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5955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6899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7843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8787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9731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50675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51619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52563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53507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54451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55395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6339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7283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8227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9171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60115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61059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62003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62947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63891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64836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65780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6724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7668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8612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9556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70500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71444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72388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73332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74276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75220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76164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7108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8052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8996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9940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80884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81828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82772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846605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12848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3792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47362" y="90276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4736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5680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6624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7568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8512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204003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213443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222884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222884" y="920337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346272" y="902767"/>
              <a:ext cx="914400" cy="928916"/>
            </a:xfrm>
            <a:custGeom>
              <a:avLst/>
              <a:gdLst/>
              <a:ahLst/>
              <a:cxnLst/>
              <a:rect l="0" t="0" r="0" b="0"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34627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35571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6515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7459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8403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9347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40291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41235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42179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43123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44067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45011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5955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6899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7843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8787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9731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50675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51619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52563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53507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54451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55395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6339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7283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8227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9171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60115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61059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62003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62947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63891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64836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65780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6724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7668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8612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9556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70500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71444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72388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73332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74276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75220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76164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7108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8052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8996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9940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80884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81828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837165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837165" y="920337"/>
              <a:ext cx="917685" cy="914400"/>
            </a:xfrm>
            <a:custGeom>
              <a:avLst/>
              <a:gdLst/>
              <a:ahLst/>
              <a:cxnLst/>
              <a:rect l="0" t="0" r="0" b="0"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5680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6624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7568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85123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94563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94563" y="902767"/>
              <a:ext cx="922147" cy="914400"/>
            </a:xfrm>
            <a:custGeom>
              <a:avLst/>
              <a:gdLst/>
              <a:ahLst/>
              <a:cxnLst/>
              <a:rect l="0" t="0" r="0" b="0"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336832" y="885197"/>
              <a:ext cx="914400" cy="923404"/>
            </a:xfrm>
            <a:custGeom>
              <a:avLst/>
              <a:gdLst/>
              <a:ahLst/>
              <a:cxnLst/>
              <a:rect l="0" t="0" r="0" b="0"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33683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34627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35571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6515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7459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8403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9347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40291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41235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42179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43123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44067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45011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5955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6899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7843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8787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9731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50675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51619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52563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53507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54451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55395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6339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7283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8227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9171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60115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61059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62003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62947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63891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64836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65780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6724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7668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8612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9556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70500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71444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72388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73332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74276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75220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76164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7108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8052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8996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9940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80884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827724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827724" y="902767"/>
              <a:ext cx="919418" cy="914400"/>
            </a:xfrm>
            <a:custGeom>
              <a:avLst/>
              <a:gdLst/>
              <a:ahLst/>
              <a:cxnLst/>
              <a:rect l="0" t="0" r="0" b="0"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336832" y="86762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33683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34627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35571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6515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7459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8403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9347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40291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41235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42179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43123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44067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45011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5955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6899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7843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8787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9731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50675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51619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52563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53507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54451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55395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6339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7283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8227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9171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60115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61059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62003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62947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63891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64836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65780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6724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7668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8612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9556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70500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71444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72388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73332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74276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75220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76164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7108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8052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8996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9940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818284" y="8851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818284" y="885197"/>
              <a:ext cx="919123" cy="914400"/>
            </a:xfrm>
            <a:custGeom>
              <a:avLst/>
              <a:gdLst/>
              <a:ahLst/>
              <a:cxnLst/>
              <a:rect l="0" t="0" r="0" b="0"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327392" y="850058"/>
              <a:ext cx="914400" cy="926076"/>
            </a:xfrm>
            <a:custGeom>
              <a:avLst/>
              <a:gdLst/>
              <a:ahLst/>
              <a:cxnLst/>
              <a:rect l="0" t="0" r="0" b="0"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32739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33683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34627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35571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6515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7459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8403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9347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40291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41235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42179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43123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44067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45011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5955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6899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7843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8787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9731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50675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51619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52563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53507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54451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55395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6339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7283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8227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9171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60115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61059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62003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62947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63891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64836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65780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6724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7668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8612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9556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70500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71444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72388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73332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74276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75220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76164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7108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8052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8996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808844" y="8676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808844" y="867627"/>
              <a:ext cx="920160" cy="914400"/>
            </a:xfrm>
            <a:custGeom>
              <a:avLst/>
              <a:gdLst/>
              <a:ahLst/>
              <a:cxnLst/>
              <a:rect l="0" t="0" r="0" b="0"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327392" y="83248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32739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33683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34627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35571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6515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7459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8403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9347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40291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41235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42179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43123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44067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45011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5955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6899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7843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8787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9731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50675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51619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52563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53507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54451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55395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6339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7283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8227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9171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60115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61059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62003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62947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63891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64836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65780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6724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7668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8612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9556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70500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71444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72388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73332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74276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75220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76164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7108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8052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99404" y="8500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99404" y="850058"/>
              <a:ext cx="919125" cy="914400"/>
            </a:xfrm>
            <a:custGeom>
              <a:avLst/>
              <a:gdLst/>
              <a:ahLst/>
              <a:cxnLst/>
              <a:rect l="0" t="0" r="0" b="0"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327392" y="81491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32739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33683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34627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35571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6515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7459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8403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9347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40291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41235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42179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43123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44067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45011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5955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6899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7843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8787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9731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50675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51619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52563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53507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54451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55395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6339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7283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8227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9171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60115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61059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62003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62947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63891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64836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65780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6724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7668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8612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9556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70500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71444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72388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73332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74276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75220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76164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80523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89963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89963" y="832488"/>
              <a:ext cx="916969" cy="914400"/>
            </a:xfrm>
            <a:custGeom>
              <a:avLst/>
              <a:gdLst/>
              <a:ahLst/>
              <a:cxnLst/>
              <a:rect l="0" t="0" r="0" b="0"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327392" y="79734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32739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33683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34627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35571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6515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7459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8403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9347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40291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41235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42179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43123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44067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45011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5955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6899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7843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8787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9731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50675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51619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52563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53507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54451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55395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6339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7283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8227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9171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60115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61059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62003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62947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63891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64836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65780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6724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7668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8612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9556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70500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71444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72388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73332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74276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75220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71083" y="8149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71083" y="814918"/>
              <a:ext cx="922210" cy="914400"/>
            </a:xfrm>
            <a:custGeom>
              <a:avLst/>
              <a:gdLst/>
              <a:ahLst/>
              <a:cxnLst/>
              <a:rect l="0" t="0" r="0" b="0"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327392" y="7797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32739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33683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34627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35571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6515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7459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8403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9347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40291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41235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42179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43123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44067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45011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5955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6899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7843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8787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9731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50675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51619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52563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53507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54451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55395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6339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7283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8227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9171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60115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61059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62003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62947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63891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64836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65780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6724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7668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8612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9556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70500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71444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72388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73332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74276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761643" y="797348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761643" y="797348"/>
              <a:ext cx="916446" cy="914399"/>
            </a:xfrm>
            <a:custGeom>
              <a:avLst/>
              <a:gdLst/>
              <a:ahLst/>
              <a:cxnLst/>
              <a:rect l="0" t="0" r="0" b="0"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317951" y="762209"/>
              <a:ext cx="914400" cy="924144"/>
            </a:xfrm>
            <a:custGeom>
              <a:avLst/>
              <a:gdLst/>
              <a:ahLst/>
              <a:cxnLst/>
              <a:rect l="0" t="0" r="0" b="0"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31795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32739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33683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34627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35571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6515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7459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8403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9347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40291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41235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42179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43123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44067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45011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5955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6899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7843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8787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9731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50675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51619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52563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53507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54451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55395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6339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7283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8227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9171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60115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61059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62003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62947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63891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64836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65780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6724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7668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8612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9556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70500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71444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72388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742762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752202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752202" y="779779"/>
              <a:ext cx="916679" cy="914400"/>
            </a:xfrm>
            <a:custGeom>
              <a:avLst/>
              <a:gdLst/>
              <a:ahLst/>
              <a:cxnLst/>
              <a:rect l="0" t="0" r="0" b="0"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317951" y="74463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31795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32739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33683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34627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35571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6515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7459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8403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9347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40291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41235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42179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43123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44067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45011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5955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6899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7843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8787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9731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50675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51619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52563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53507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54451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55395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6339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7283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8227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9171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60115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61059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62003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62947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63891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64836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65780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6724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7668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8612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9556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70500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71444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733322" y="76220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733322" y="762209"/>
              <a:ext cx="923714" cy="914400"/>
            </a:xfrm>
            <a:custGeom>
              <a:avLst/>
              <a:gdLst/>
              <a:ahLst/>
              <a:cxnLst/>
              <a:rect l="0" t="0" r="0" b="0"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317951" y="7270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31795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32739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33683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34627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35571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6515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7459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8403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9347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40291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41235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42179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43123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44067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45011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5955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6899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7843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8787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9731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50675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51619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52563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53507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54451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55395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6339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7283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8227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9171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60115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61059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62003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62947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63891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64836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65780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6724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7668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8612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9556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714441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723882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723882" y="744639"/>
              <a:ext cx="917138" cy="914400"/>
            </a:xfrm>
            <a:custGeom>
              <a:avLst/>
              <a:gdLst/>
              <a:ahLst/>
              <a:cxnLst/>
              <a:rect l="0" t="0" r="0" b="0"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317951" y="7094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31795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32739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33683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34627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35571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6515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7459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8403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9347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40291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41235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42179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43123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44067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45011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5955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6899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7843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8787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9731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50675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51619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52563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53507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54451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55395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6339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7283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8227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9171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60115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61059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62003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62947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63891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64836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65780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6724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7668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95561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705001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705001" y="727069"/>
              <a:ext cx="918225" cy="914399"/>
            </a:xfrm>
            <a:custGeom>
              <a:avLst/>
              <a:gdLst/>
              <a:ahLst/>
              <a:cxnLst/>
              <a:rect l="0" t="0" r="0" b="0"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317951" y="6919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31795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32739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33683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34627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35571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6515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7459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8403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9347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40291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41235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42179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43123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44067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45011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5955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6899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7843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8787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9731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50675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51619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52563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53507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54451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55395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63398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72838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82278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91718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60115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61059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62003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62947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63891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657800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67240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76680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86121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86121" y="709499"/>
              <a:ext cx="917562" cy="914400"/>
            </a:xfrm>
            <a:custGeom>
              <a:avLst/>
              <a:gdLst/>
              <a:ahLst/>
              <a:cxnLst/>
              <a:rect l="0" t="0" r="0" b="0"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317951" y="67436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31795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32739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33683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34627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35571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6515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7459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8403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9347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40291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41235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42179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43123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44067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45011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5955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6899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7843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8787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9731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50675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51619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52563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53507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54451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55395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63398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72838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82278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91718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60115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61059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62003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62947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648360" y="6919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648360" y="691930"/>
              <a:ext cx="921635" cy="914400"/>
            </a:xfrm>
            <a:custGeom>
              <a:avLst/>
              <a:gdLst/>
              <a:ahLst/>
              <a:cxnLst/>
              <a:rect l="0" t="0" r="0" b="0"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760442" y="1793312"/>
              <a:ext cx="930016" cy="1227704"/>
            </a:xfrm>
            <a:custGeom>
              <a:avLst/>
              <a:gdLst/>
              <a:ahLst/>
              <a:cxnLst/>
              <a:rect l="0" t="0" r="0" b="0"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85296" y="2345679"/>
              <a:ext cx="1035334" cy="914400"/>
            </a:xfrm>
            <a:custGeom>
              <a:avLst/>
              <a:gdLst/>
              <a:ahLst/>
              <a:cxnLst/>
              <a:rect l="0" t="0" r="0" b="0"/>
              <a:pathLst>
                <a:path w="1035334" h="914400">
                  <a:moveTo>
                    <a:pt x="914400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40055" y="1407686"/>
              <a:ext cx="2334160" cy="2166470"/>
            </a:xfrm>
            <a:custGeom>
              <a:avLst/>
              <a:gdLst/>
              <a:ahLst/>
              <a:cxnLst/>
              <a:rect l="0" t="0" r="0" b="0"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87749" y="1776394"/>
              <a:ext cx="950851" cy="914400"/>
            </a:xfrm>
            <a:custGeom>
              <a:avLst/>
              <a:gdLst/>
              <a:ahLst/>
              <a:cxnLst/>
              <a:rect l="0" t="0" r="0" b="0"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643029" y="1369012"/>
              <a:ext cx="935861" cy="914400"/>
            </a:xfrm>
            <a:custGeom>
              <a:avLst/>
              <a:gdLst/>
              <a:ahLst/>
              <a:cxnLst/>
              <a:rect l="0" t="0" r="0" b="0"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80495" y="1222242"/>
              <a:ext cx="938590" cy="914399"/>
            </a:xfrm>
            <a:custGeom>
              <a:avLst/>
              <a:gdLst/>
              <a:ahLst/>
              <a:cxnLst/>
              <a:rect l="0" t="0" r="0" b="0"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936138" y="2980371"/>
              <a:ext cx="928689" cy="915639"/>
            </a:xfrm>
            <a:custGeom>
              <a:avLst/>
              <a:gdLst/>
              <a:ahLst/>
              <a:cxnLst/>
              <a:rect l="0" t="0" r="0" b="0"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52730" y="3126437"/>
              <a:ext cx="1912096" cy="920834"/>
            </a:xfrm>
            <a:custGeom>
              <a:avLst/>
              <a:gdLst/>
              <a:ahLst/>
              <a:cxnLst/>
              <a:rect l="0" t="0" r="0" b="0"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99396" y="711003"/>
              <a:ext cx="966136" cy="1884401"/>
            </a:xfrm>
            <a:custGeom>
              <a:avLst/>
              <a:gdLst/>
              <a:ahLst/>
              <a:cxnLst/>
              <a:rect l="0" t="0" r="0" b="0"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55358" y="3132768"/>
              <a:ext cx="1322376" cy="914502"/>
            </a:xfrm>
            <a:custGeom>
              <a:avLst/>
              <a:gdLst/>
              <a:ahLst/>
              <a:cxnLst/>
              <a:rect l="0" t="0" r="0" b="0"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70876" y="3129645"/>
              <a:ext cx="922329" cy="917625"/>
            </a:xfrm>
            <a:custGeom>
              <a:avLst/>
              <a:gdLst/>
              <a:ahLst/>
              <a:cxnLst/>
              <a:rect l="0" t="0" r="0" b="0"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83458" y="3092978"/>
              <a:ext cx="1315922" cy="954292"/>
            </a:xfrm>
            <a:custGeom>
              <a:avLst/>
              <a:gdLst/>
              <a:ahLst/>
              <a:cxnLst/>
              <a:rect l="0" t="0" r="0" b="0"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67410" y="3022030"/>
              <a:ext cx="914400" cy="938850"/>
            </a:xfrm>
            <a:custGeom>
              <a:avLst/>
              <a:gdLst/>
              <a:ahLst/>
              <a:cxnLst/>
              <a:rect l="0" t="0" r="0" b="0"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93518" y="3120122"/>
              <a:ext cx="959190" cy="927148"/>
            </a:xfrm>
            <a:custGeom>
              <a:avLst/>
              <a:gdLst/>
              <a:ahLst/>
              <a:cxnLst/>
              <a:rect l="0" t="0" r="0" b="0"/>
              <a:pathLst>
                <a:path w="959190" h="927148">
                  <a:moveTo>
                    <a:pt x="914400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75596" y="2986685"/>
              <a:ext cx="943384" cy="914400"/>
            </a:xfrm>
            <a:custGeom>
              <a:avLst/>
              <a:gdLst/>
              <a:ahLst/>
              <a:cxnLst/>
              <a:rect l="0" t="0" r="0" b="0"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38516" y="2863319"/>
              <a:ext cx="979522" cy="914400"/>
            </a:xfrm>
            <a:custGeom>
              <a:avLst/>
              <a:gdLst/>
              <a:ahLst/>
              <a:cxnLst/>
              <a:rect l="0" t="0" r="0" b="0"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88410" y="2891046"/>
              <a:ext cx="921756" cy="914399"/>
            </a:xfrm>
            <a:custGeom>
              <a:avLst/>
              <a:gdLst/>
              <a:ahLst/>
              <a:cxnLst/>
              <a:rect l="0" t="0" r="0" b="0"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950427" y="901131"/>
              <a:ext cx="914400" cy="1009042"/>
            </a:xfrm>
            <a:custGeom>
              <a:avLst/>
              <a:gdLst/>
              <a:ahLst/>
              <a:cxnLst/>
              <a:rect l="0" t="0" r="0" b="0"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87646" y="966605"/>
              <a:ext cx="914400" cy="924832"/>
            </a:xfrm>
            <a:custGeom>
              <a:avLst/>
              <a:gdLst/>
              <a:ahLst/>
              <a:cxnLst/>
              <a:rect l="0" t="0" r="0" b="0"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47833" y="2540783"/>
              <a:ext cx="921424" cy="1234997"/>
            </a:xfrm>
            <a:custGeom>
              <a:avLst/>
              <a:gdLst/>
              <a:ahLst/>
              <a:cxnLst/>
              <a:rect l="0" t="0" r="0" b="0"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2010458" y="2734135"/>
              <a:ext cx="1141187" cy="1029805"/>
            </a:xfrm>
            <a:custGeom>
              <a:avLst/>
              <a:gdLst/>
              <a:ahLst/>
              <a:cxnLst/>
              <a:rect l="0" t="0" r="0" b="0"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92054" y="2585531"/>
              <a:ext cx="939401" cy="1093203"/>
            </a:xfrm>
            <a:custGeom>
              <a:avLst/>
              <a:gdLst/>
              <a:ahLst/>
              <a:cxnLst/>
              <a:rect l="0" t="0" r="0" b="0"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52833" y="2841356"/>
              <a:ext cx="957360" cy="984936"/>
            </a:xfrm>
            <a:custGeom>
              <a:avLst/>
              <a:gdLst/>
              <a:ahLst/>
              <a:cxnLst/>
              <a:rect l="0" t="0" r="0" b="0"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92607" y="2871057"/>
              <a:ext cx="963740" cy="914400"/>
            </a:xfrm>
            <a:custGeom>
              <a:avLst/>
              <a:gdLst/>
              <a:ahLst/>
              <a:cxnLst/>
              <a:rect l="0" t="0" r="0" b="0"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536475" y="2798736"/>
              <a:ext cx="921609" cy="934920"/>
            </a:xfrm>
            <a:custGeom>
              <a:avLst/>
              <a:gdLst/>
              <a:ahLst/>
              <a:cxnLst/>
              <a:rect l="0" t="0" r="0" b="0"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47906" y="2586800"/>
              <a:ext cx="932174" cy="914399"/>
            </a:xfrm>
            <a:custGeom>
              <a:avLst/>
              <a:gdLst/>
              <a:ahLst/>
              <a:cxnLst/>
              <a:rect l="0" t="0" r="0" b="0"/>
              <a:pathLst>
                <a:path w="932174" h="914399">
                  <a:moveTo>
                    <a:pt x="914399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41165" y="2838697"/>
              <a:ext cx="930938" cy="914400"/>
            </a:xfrm>
            <a:custGeom>
              <a:avLst/>
              <a:gdLst/>
              <a:ahLst/>
              <a:cxnLst/>
              <a:rect l="0" t="0" r="0" b="0"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54285" y="2826292"/>
              <a:ext cx="934054" cy="914400"/>
            </a:xfrm>
            <a:custGeom>
              <a:avLst/>
              <a:gdLst/>
              <a:ahLst/>
              <a:cxnLst/>
              <a:rect l="0" t="0" r="0" b="0"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73837" y="2512626"/>
              <a:ext cx="927878" cy="914400"/>
            </a:xfrm>
            <a:custGeom>
              <a:avLst/>
              <a:gdLst/>
              <a:ahLst/>
              <a:cxnLst/>
              <a:rect l="0" t="0" r="0" b="0"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53341" y="1998178"/>
              <a:ext cx="945191" cy="914400"/>
            </a:xfrm>
            <a:custGeom>
              <a:avLst/>
              <a:gdLst/>
              <a:ahLst/>
              <a:cxnLst/>
              <a:rect l="0" t="0" r="0" b="0"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3015991" y="2779742"/>
              <a:ext cx="930699" cy="914400"/>
            </a:xfrm>
            <a:custGeom>
              <a:avLst/>
              <a:gdLst/>
              <a:ahLst/>
              <a:cxnLst/>
              <a:rect l="0" t="0" r="0" b="0"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128716" y="2274708"/>
              <a:ext cx="117405" cy="117405"/>
            </a:xfrm>
            <a:prstGeom prst="ellipse">
              <a:avLst/>
            </a:prstGeom>
            <a:solidFill>
              <a:srgbClr val="5FB35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214180" y="2564527"/>
              <a:ext cx="117405" cy="117405"/>
            </a:xfrm>
            <a:prstGeom prst="ellipse">
              <a:avLst/>
            </a:prstGeom>
            <a:solidFill>
              <a:srgbClr val="1A9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399795" y="3216587"/>
              <a:ext cx="117405" cy="117405"/>
            </a:xfrm>
            <a:prstGeom prst="ellipse">
              <a:avLst/>
            </a:prstGeom>
            <a:solidFill>
              <a:srgbClr val="64B65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465968" y="3371770"/>
              <a:ext cx="117405" cy="117405"/>
            </a:xfrm>
            <a:prstGeom prst="ellipse">
              <a:avLst/>
            </a:prstGeom>
            <a:solidFill>
              <a:srgbClr val="1A9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3481255" y="3498030"/>
              <a:ext cx="117405" cy="117405"/>
            </a:xfrm>
            <a:prstGeom prst="ellipse">
              <a:avLst/>
            </a:prstGeom>
            <a:solidFill>
              <a:srgbClr val="FEE0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117347" y="3055813"/>
              <a:ext cx="117405" cy="117405"/>
            </a:xfrm>
            <a:prstGeom prst="ellipse">
              <a:avLst/>
            </a:prstGeom>
            <a:solidFill>
              <a:srgbClr val="D9EF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4188851" y="2690108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4632175" y="1938229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0" name="pl9120"/>
            <p:cNvSpPr/>
            <p:nvPr/>
          </p:nvSpPr>
          <p:spPr>
            <a:xfrm>
              <a:off x="3530357" y="3329161"/>
              <a:ext cx="41158" cy="89012"/>
            </a:xfrm>
            <a:custGeom>
              <a:avLst/>
              <a:gdLst/>
              <a:ahLst/>
              <a:cxnLst/>
              <a:rect l="0" t="0" r="0" b="0"/>
              <a:pathLst>
                <a:path w="41158" h="89012">
                  <a:moveTo>
                    <a:pt x="41158" y="0"/>
                  </a:moveTo>
                  <a:lnTo>
                    <a:pt x="0" y="8901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1" name="pg9121"/>
            <p:cNvSpPr/>
            <p:nvPr/>
          </p:nvSpPr>
          <p:spPr>
            <a:xfrm>
              <a:off x="3187577" y="2117420"/>
              <a:ext cx="253563" cy="156088"/>
            </a:xfrm>
            <a:custGeom>
              <a:avLst/>
              <a:gdLst/>
              <a:ahLst/>
              <a:cxnLst/>
              <a:rect l="0" t="0" r="0" b="0"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2" name="tx9122"/>
            <p:cNvSpPr/>
            <p:nvPr/>
          </p:nvSpPr>
          <p:spPr>
            <a:xfrm>
              <a:off x="3233297" y="2163140"/>
              <a:ext cx="162123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3" name="pg9123"/>
            <p:cNvSpPr/>
            <p:nvPr/>
          </p:nvSpPr>
          <p:spPr>
            <a:xfrm>
              <a:off x="3027623" y="2682878"/>
              <a:ext cx="236829" cy="156088"/>
            </a:xfrm>
            <a:custGeom>
              <a:avLst/>
              <a:gdLst/>
              <a:ahLst/>
              <a:cxnLst/>
              <a:rect l="0" t="0" r="0" b="0"/>
              <a:pathLst>
                <a:path w="236829" h="156088">
                  <a:moveTo>
                    <a:pt x="27431" y="156088"/>
                  </a:moveTo>
                  <a:lnTo>
                    <a:pt x="209397" y="156088"/>
                  </a:lnTo>
                  <a:lnTo>
                    <a:pt x="208293" y="156065"/>
                  </a:lnTo>
                  <a:lnTo>
                    <a:pt x="212704" y="155888"/>
                  </a:lnTo>
                  <a:lnTo>
                    <a:pt x="217029" y="155005"/>
                  </a:lnTo>
                  <a:lnTo>
                    <a:pt x="221157" y="153439"/>
                  </a:lnTo>
                  <a:lnTo>
                    <a:pt x="224980" y="151232"/>
                  </a:lnTo>
                  <a:lnTo>
                    <a:pt x="228400" y="148440"/>
                  </a:lnTo>
                  <a:lnTo>
                    <a:pt x="231327" y="145135"/>
                  </a:lnTo>
                  <a:lnTo>
                    <a:pt x="233687" y="141404"/>
                  </a:lnTo>
                  <a:lnTo>
                    <a:pt x="235417" y="137342"/>
                  </a:lnTo>
                  <a:lnTo>
                    <a:pt x="236474" y="133056"/>
                  </a:lnTo>
                  <a:lnTo>
                    <a:pt x="236829" y="128656"/>
                  </a:lnTo>
                  <a:lnTo>
                    <a:pt x="236829" y="27432"/>
                  </a:lnTo>
                  <a:lnTo>
                    <a:pt x="236474" y="23031"/>
                  </a:lnTo>
                  <a:lnTo>
                    <a:pt x="235417" y="18745"/>
                  </a:lnTo>
                  <a:lnTo>
                    <a:pt x="233687" y="14683"/>
                  </a:lnTo>
                  <a:lnTo>
                    <a:pt x="231327" y="10952"/>
                  </a:lnTo>
                  <a:lnTo>
                    <a:pt x="228400" y="7647"/>
                  </a:lnTo>
                  <a:lnTo>
                    <a:pt x="224980" y="4855"/>
                  </a:lnTo>
                  <a:lnTo>
                    <a:pt x="221157" y="2648"/>
                  </a:lnTo>
                  <a:lnTo>
                    <a:pt x="217029" y="1083"/>
                  </a:lnTo>
                  <a:lnTo>
                    <a:pt x="212704" y="200"/>
                  </a:lnTo>
                  <a:lnTo>
                    <a:pt x="20939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4" name="tx9124"/>
            <p:cNvSpPr/>
            <p:nvPr/>
          </p:nvSpPr>
          <p:spPr>
            <a:xfrm>
              <a:off x="3073343" y="2728598"/>
              <a:ext cx="145389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5" name="pg9125"/>
            <p:cNvSpPr/>
            <p:nvPr/>
          </p:nvSpPr>
          <p:spPr>
            <a:xfrm>
              <a:off x="3183107" y="3059572"/>
              <a:ext cx="297088" cy="156088"/>
            </a:xfrm>
            <a:custGeom>
              <a:avLst/>
              <a:gdLst/>
              <a:ahLst/>
              <a:cxnLst/>
              <a:rect l="0" t="0" r="0" b="0"/>
              <a:pathLst>
                <a:path w="297088" h="156088">
                  <a:moveTo>
                    <a:pt x="27431" y="156088"/>
                  </a:moveTo>
                  <a:lnTo>
                    <a:pt x="269656" y="156088"/>
                  </a:lnTo>
                  <a:lnTo>
                    <a:pt x="268551" y="156065"/>
                  </a:lnTo>
                  <a:lnTo>
                    <a:pt x="272963" y="155888"/>
                  </a:lnTo>
                  <a:lnTo>
                    <a:pt x="277288" y="155005"/>
                  </a:lnTo>
                  <a:lnTo>
                    <a:pt x="281416" y="153439"/>
                  </a:lnTo>
                  <a:lnTo>
                    <a:pt x="285239" y="151232"/>
                  </a:lnTo>
                  <a:lnTo>
                    <a:pt x="288659" y="148440"/>
                  </a:lnTo>
                  <a:lnTo>
                    <a:pt x="291586" y="145135"/>
                  </a:lnTo>
                  <a:lnTo>
                    <a:pt x="293946" y="141404"/>
                  </a:lnTo>
                  <a:lnTo>
                    <a:pt x="295676" y="137342"/>
                  </a:lnTo>
                  <a:lnTo>
                    <a:pt x="296733" y="133056"/>
                  </a:lnTo>
                  <a:lnTo>
                    <a:pt x="297088" y="128656"/>
                  </a:lnTo>
                  <a:lnTo>
                    <a:pt x="297088" y="27431"/>
                  </a:lnTo>
                  <a:lnTo>
                    <a:pt x="296733" y="23031"/>
                  </a:lnTo>
                  <a:lnTo>
                    <a:pt x="295676" y="18745"/>
                  </a:lnTo>
                  <a:lnTo>
                    <a:pt x="293946" y="14683"/>
                  </a:lnTo>
                  <a:lnTo>
                    <a:pt x="291586" y="10952"/>
                  </a:lnTo>
                  <a:lnTo>
                    <a:pt x="288659" y="7647"/>
                  </a:lnTo>
                  <a:lnTo>
                    <a:pt x="285239" y="4855"/>
                  </a:lnTo>
                  <a:lnTo>
                    <a:pt x="281416" y="2648"/>
                  </a:lnTo>
                  <a:lnTo>
                    <a:pt x="277288" y="1083"/>
                  </a:lnTo>
                  <a:lnTo>
                    <a:pt x="272963" y="200"/>
                  </a:lnTo>
                  <a:lnTo>
                    <a:pt x="26965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6" name="tx9126"/>
            <p:cNvSpPr/>
            <p:nvPr/>
          </p:nvSpPr>
          <p:spPr>
            <a:xfrm>
              <a:off x="3228827" y="3105292"/>
              <a:ext cx="205648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7" name="pg9127"/>
            <p:cNvSpPr/>
            <p:nvPr/>
          </p:nvSpPr>
          <p:spPr>
            <a:xfrm>
              <a:off x="3571516" y="3214749"/>
              <a:ext cx="276971" cy="156088"/>
            </a:xfrm>
            <a:custGeom>
              <a:avLst/>
              <a:gdLst/>
              <a:ahLst/>
              <a:cxnLst/>
              <a:rect l="0" t="0" r="0" b="0"/>
              <a:pathLst>
                <a:path w="276971" h="156088">
                  <a:moveTo>
                    <a:pt x="27431" y="156088"/>
                  </a:moveTo>
                  <a:lnTo>
                    <a:pt x="249539" y="156088"/>
                  </a:lnTo>
                  <a:lnTo>
                    <a:pt x="248435" y="156065"/>
                  </a:lnTo>
                  <a:lnTo>
                    <a:pt x="252846" y="155888"/>
                  </a:lnTo>
                  <a:lnTo>
                    <a:pt x="257171" y="155005"/>
                  </a:lnTo>
                  <a:lnTo>
                    <a:pt x="261299" y="153439"/>
                  </a:lnTo>
                  <a:lnTo>
                    <a:pt x="265122" y="151232"/>
                  </a:lnTo>
                  <a:lnTo>
                    <a:pt x="268542" y="148440"/>
                  </a:lnTo>
                  <a:lnTo>
                    <a:pt x="271470" y="145135"/>
                  </a:lnTo>
                  <a:lnTo>
                    <a:pt x="273829" y="141404"/>
                  </a:lnTo>
                  <a:lnTo>
                    <a:pt x="275560" y="137342"/>
                  </a:lnTo>
                  <a:lnTo>
                    <a:pt x="276616" y="133056"/>
                  </a:lnTo>
                  <a:lnTo>
                    <a:pt x="276971" y="128656"/>
                  </a:lnTo>
                  <a:lnTo>
                    <a:pt x="276971" y="27431"/>
                  </a:lnTo>
                  <a:lnTo>
                    <a:pt x="276616" y="23031"/>
                  </a:lnTo>
                  <a:lnTo>
                    <a:pt x="275560" y="18745"/>
                  </a:lnTo>
                  <a:lnTo>
                    <a:pt x="273829" y="14683"/>
                  </a:lnTo>
                  <a:lnTo>
                    <a:pt x="271470" y="10952"/>
                  </a:lnTo>
                  <a:lnTo>
                    <a:pt x="268542" y="7647"/>
                  </a:lnTo>
                  <a:lnTo>
                    <a:pt x="265122" y="4855"/>
                  </a:lnTo>
                  <a:lnTo>
                    <a:pt x="261299" y="2648"/>
                  </a:lnTo>
                  <a:lnTo>
                    <a:pt x="257171" y="1083"/>
                  </a:lnTo>
                  <a:lnTo>
                    <a:pt x="252846" y="200"/>
                  </a:lnTo>
                  <a:lnTo>
                    <a:pt x="24953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8" name="tx9128"/>
            <p:cNvSpPr/>
            <p:nvPr/>
          </p:nvSpPr>
          <p:spPr>
            <a:xfrm>
              <a:off x="3617236" y="3260469"/>
              <a:ext cx="185531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9" name="pg9129"/>
            <p:cNvSpPr/>
            <p:nvPr/>
          </p:nvSpPr>
          <p:spPr>
            <a:xfrm>
              <a:off x="3525451" y="3616138"/>
              <a:ext cx="282000" cy="156088"/>
            </a:xfrm>
            <a:custGeom>
              <a:avLst/>
              <a:gdLst/>
              <a:ahLst/>
              <a:cxnLst/>
              <a:rect l="0" t="0" r="0" b="0"/>
              <a:pathLst>
                <a:path w="282000" h="156088">
                  <a:moveTo>
                    <a:pt x="27431" y="156088"/>
                  </a:moveTo>
                  <a:lnTo>
                    <a:pt x="254568" y="156088"/>
                  </a:lnTo>
                  <a:lnTo>
                    <a:pt x="253464" y="156065"/>
                  </a:lnTo>
                  <a:lnTo>
                    <a:pt x="257875" y="155888"/>
                  </a:lnTo>
                  <a:lnTo>
                    <a:pt x="262201" y="155005"/>
                  </a:lnTo>
                  <a:lnTo>
                    <a:pt x="266328" y="153439"/>
                  </a:lnTo>
                  <a:lnTo>
                    <a:pt x="270152" y="151232"/>
                  </a:lnTo>
                  <a:lnTo>
                    <a:pt x="273571" y="148440"/>
                  </a:lnTo>
                  <a:lnTo>
                    <a:pt x="276499" y="145135"/>
                  </a:lnTo>
                  <a:lnTo>
                    <a:pt x="278858" y="141404"/>
                  </a:lnTo>
                  <a:lnTo>
                    <a:pt x="280589" y="137342"/>
                  </a:lnTo>
                  <a:lnTo>
                    <a:pt x="281645" y="133056"/>
                  </a:lnTo>
                  <a:lnTo>
                    <a:pt x="282000" y="128656"/>
                  </a:lnTo>
                  <a:lnTo>
                    <a:pt x="282000" y="27432"/>
                  </a:lnTo>
                  <a:lnTo>
                    <a:pt x="281645" y="23031"/>
                  </a:lnTo>
                  <a:lnTo>
                    <a:pt x="280589" y="18745"/>
                  </a:lnTo>
                  <a:lnTo>
                    <a:pt x="278858" y="14683"/>
                  </a:lnTo>
                  <a:lnTo>
                    <a:pt x="276499" y="10952"/>
                  </a:lnTo>
                  <a:lnTo>
                    <a:pt x="273571" y="7647"/>
                  </a:lnTo>
                  <a:lnTo>
                    <a:pt x="270152" y="4855"/>
                  </a:lnTo>
                  <a:lnTo>
                    <a:pt x="266328" y="2648"/>
                  </a:lnTo>
                  <a:lnTo>
                    <a:pt x="262201" y="1083"/>
                  </a:lnTo>
                  <a:lnTo>
                    <a:pt x="257875" y="200"/>
                  </a:lnTo>
                  <a:lnTo>
                    <a:pt x="25456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0" name="tx9130"/>
            <p:cNvSpPr/>
            <p:nvPr/>
          </p:nvSpPr>
          <p:spPr>
            <a:xfrm>
              <a:off x="3571171" y="3661858"/>
              <a:ext cx="190560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1" name="pg9131"/>
            <p:cNvSpPr/>
            <p:nvPr/>
          </p:nvSpPr>
          <p:spPr>
            <a:xfrm>
              <a:off x="3939866" y="3174448"/>
              <a:ext cx="261975" cy="156088"/>
            </a:xfrm>
            <a:custGeom>
              <a:avLst/>
              <a:gdLst/>
              <a:ahLst/>
              <a:cxnLst/>
              <a:rect l="0" t="0" r="0" b="0"/>
              <a:pathLst>
                <a:path w="261975" h="156088">
                  <a:moveTo>
                    <a:pt x="27432" y="156088"/>
                  </a:moveTo>
                  <a:lnTo>
                    <a:pt x="234543" y="156088"/>
                  </a:lnTo>
                  <a:lnTo>
                    <a:pt x="233439" y="156065"/>
                  </a:lnTo>
                  <a:lnTo>
                    <a:pt x="237850" y="155888"/>
                  </a:lnTo>
                  <a:lnTo>
                    <a:pt x="242175" y="155005"/>
                  </a:lnTo>
                  <a:lnTo>
                    <a:pt x="246303" y="153439"/>
                  </a:lnTo>
                  <a:lnTo>
                    <a:pt x="250126" y="151232"/>
                  </a:lnTo>
                  <a:lnTo>
                    <a:pt x="253546" y="148440"/>
                  </a:lnTo>
                  <a:lnTo>
                    <a:pt x="256473" y="145135"/>
                  </a:lnTo>
                  <a:lnTo>
                    <a:pt x="258833" y="141404"/>
                  </a:lnTo>
                  <a:lnTo>
                    <a:pt x="260563" y="137342"/>
                  </a:lnTo>
                  <a:lnTo>
                    <a:pt x="261620" y="133056"/>
                  </a:lnTo>
                  <a:lnTo>
                    <a:pt x="261975" y="128656"/>
                  </a:lnTo>
                  <a:lnTo>
                    <a:pt x="261975" y="27431"/>
                  </a:lnTo>
                  <a:lnTo>
                    <a:pt x="261620" y="23031"/>
                  </a:lnTo>
                  <a:lnTo>
                    <a:pt x="260563" y="18745"/>
                  </a:lnTo>
                  <a:lnTo>
                    <a:pt x="258833" y="14683"/>
                  </a:lnTo>
                  <a:lnTo>
                    <a:pt x="256473" y="10952"/>
                  </a:lnTo>
                  <a:lnTo>
                    <a:pt x="253546" y="7647"/>
                  </a:lnTo>
                  <a:lnTo>
                    <a:pt x="250126" y="4855"/>
                  </a:lnTo>
                  <a:lnTo>
                    <a:pt x="246303" y="2648"/>
                  </a:lnTo>
                  <a:lnTo>
                    <a:pt x="242175" y="1083"/>
                  </a:lnTo>
                  <a:lnTo>
                    <a:pt x="237850" y="200"/>
                  </a:lnTo>
                  <a:lnTo>
                    <a:pt x="23454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2" name="tx9132"/>
            <p:cNvSpPr/>
            <p:nvPr/>
          </p:nvSpPr>
          <p:spPr>
            <a:xfrm>
              <a:off x="3985586" y="3220168"/>
              <a:ext cx="170535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3" name="pg9133"/>
            <p:cNvSpPr/>
            <p:nvPr/>
          </p:nvSpPr>
          <p:spPr>
            <a:xfrm>
              <a:off x="4228478" y="2532966"/>
              <a:ext cx="292059" cy="156088"/>
            </a:xfrm>
            <a:custGeom>
              <a:avLst/>
              <a:gdLst/>
              <a:ahLst/>
              <a:cxnLst/>
              <a:rect l="0" t="0" r="0" b="0"/>
              <a:pathLst>
                <a:path w="292059" h="156088">
                  <a:moveTo>
                    <a:pt x="27431" y="156088"/>
                  </a:moveTo>
                  <a:lnTo>
                    <a:pt x="264627" y="156088"/>
                  </a:lnTo>
                  <a:lnTo>
                    <a:pt x="263522" y="156065"/>
                  </a:lnTo>
                  <a:lnTo>
                    <a:pt x="267933" y="155888"/>
                  </a:lnTo>
                  <a:lnTo>
                    <a:pt x="272259" y="155005"/>
                  </a:lnTo>
                  <a:lnTo>
                    <a:pt x="276387" y="153439"/>
                  </a:lnTo>
                  <a:lnTo>
                    <a:pt x="280210" y="151232"/>
                  </a:lnTo>
                  <a:lnTo>
                    <a:pt x="283630" y="148440"/>
                  </a:lnTo>
                  <a:lnTo>
                    <a:pt x="286557" y="145135"/>
                  </a:lnTo>
                  <a:lnTo>
                    <a:pt x="288917" y="141404"/>
                  </a:lnTo>
                  <a:lnTo>
                    <a:pt x="290647" y="137342"/>
                  </a:lnTo>
                  <a:lnTo>
                    <a:pt x="291704" y="133056"/>
                  </a:lnTo>
                  <a:lnTo>
                    <a:pt x="292059" y="128656"/>
                  </a:lnTo>
                  <a:lnTo>
                    <a:pt x="292059" y="27431"/>
                  </a:lnTo>
                  <a:lnTo>
                    <a:pt x="291704" y="23031"/>
                  </a:lnTo>
                  <a:lnTo>
                    <a:pt x="290647" y="18745"/>
                  </a:lnTo>
                  <a:lnTo>
                    <a:pt x="288917" y="14683"/>
                  </a:lnTo>
                  <a:lnTo>
                    <a:pt x="286557" y="10952"/>
                  </a:lnTo>
                  <a:lnTo>
                    <a:pt x="283630" y="7647"/>
                  </a:lnTo>
                  <a:lnTo>
                    <a:pt x="280210" y="4855"/>
                  </a:lnTo>
                  <a:lnTo>
                    <a:pt x="276387" y="2648"/>
                  </a:lnTo>
                  <a:lnTo>
                    <a:pt x="272259" y="1083"/>
                  </a:lnTo>
                  <a:lnTo>
                    <a:pt x="267933" y="200"/>
                  </a:lnTo>
                  <a:lnTo>
                    <a:pt x="26462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4" name="tx9134"/>
            <p:cNvSpPr/>
            <p:nvPr/>
          </p:nvSpPr>
          <p:spPr>
            <a:xfrm>
              <a:off x="4274198" y="2578686"/>
              <a:ext cx="200619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5" name="pg9135"/>
            <p:cNvSpPr/>
            <p:nvPr/>
          </p:nvSpPr>
          <p:spPr>
            <a:xfrm>
              <a:off x="4430706" y="2056446"/>
              <a:ext cx="267004" cy="156088"/>
            </a:xfrm>
            <a:custGeom>
              <a:avLst/>
              <a:gdLst/>
              <a:ahLst/>
              <a:cxnLst/>
              <a:rect l="0" t="0" r="0" b="0"/>
              <a:pathLst>
                <a:path w="267004" h="156088">
                  <a:moveTo>
                    <a:pt x="27432" y="156088"/>
                  </a:moveTo>
                  <a:lnTo>
                    <a:pt x="239572" y="156088"/>
                  </a:lnTo>
                  <a:lnTo>
                    <a:pt x="238468" y="156065"/>
                  </a:lnTo>
                  <a:lnTo>
                    <a:pt x="242879" y="155888"/>
                  </a:lnTo>
                  <a:lnTo>
                    <a:pt x="247204" y="155005"/>
                  </a:lnTo>
                  <a:lnTo>
                    <a:pt x="251332" y="153439"/>
                  </a:lnTo>
                  <a:lnTo>
                    <a:pt x="255155" y="151232"/>
                  </a:lnTo>
                  <a:lnTo>
                    <a:pt x="258575" y="148440"/>
                  </a:lnTo>
                  <a:lnTo>
                    <a:pt x="261503" y="145135"/>
                  </a:lnTo>
                  <a:lnTo>
                    <a:pt x="263862" y="141404"/>
                  </a:lnTo>
                  <a:lnTo>
                    <a:pt x="265593" y="137342"/>
                  </a:lnTo>
                  <a:lnTo>
                    <a:pt x="266649" y="133056"/>
                  </a:lnTo>
                  <a:lnTo>
                    <a:pt x="267004" y="128656"/>
                  </a:lnTo>
                  <a:lnTo>
                    <a:pt x="267004" y="27432"/>
                  </a:lnTo>
                  <a:lnTo>
                    <a:pt x="266649" y="23031"/>
                  </a:lnTo>
                  <a:lnTo>
                    <a:pt x="265593" y="18745"/>
                  </a:lnTo>
                  <a:lnTo>
                    <a:pt x="263862" y="14683"/>
                  </a:lnTo>
                  <a:lnTo>
                    <a:pt x="261503" y="10952"/>
                  </a:lnTo>
                  <a:lnTo>
                    <a:pt x="258575" y="7647"/>
                  </a:lnTo>
                  <a:lnTo>
                    <a:pt x="255155" y="4855"/>
                  </a:lnTo>
                  <a:lnTo>
                    <a:pt x="251332" y="2648"/>
                  </a:lnTo>
                  <a:lnTo>
                    <a:pt x="247204" y="1083"/>
                  </a:lnTo>
                  <a:lnTo>
                    <a:pt x="242879" y="200"/>
                  </a:lnTo>
                  <a:lnTo>
                    <a:pt x="23957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4476426" y="2102166"/>
              <a:ext cx="175564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4" name="tx101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5" name="rc10105"/>
            <p:cNvSpPr/>
            <p:nvPr/>
          </p:nvSpPr>
          <p:spPr>
            <a:xfrm>
              <a:off x="2485887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6" name="tx10106"/>
            <p:cNvSpPr/>
            <p:nvPr/>
          </p:nvSpPr>
          <p:spPr>
            <a:xfrm>
              <a:off x="2173534" y="40065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97892" y="39881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342607" y="40065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173534" y="36551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97892" y="36367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342607" y="36551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173534" y="330397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97892" y="3285501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342607" y="330397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173534" y="29523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97892" y="29339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342607" y="29523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173534" y="26011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97892" y="25827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342607" y="26011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173534" y="22497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97892" y="22313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342607" y="22497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173534" y="1898388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97892" y="187991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342607" y="1898388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173534" y="15469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97892" y="15285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9" name="tx10129"/>
            <p:cNvSpPr/>
            <p:nvPr/>
          </p:nvSpPr>
          <p:spPr>
            <a:xfrm>
              <a:off x="2342607" y="15469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30" name="pl10130"/>
            <p:cNvSpPr/>
            <p:nvPr/>
          </p:nvSpPr>
          <p:spPr>
            <a:xfrm>
              <a:off x="2451092" y="404727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51092" y="36958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51092" y="3344479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51092" y="299308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51092" y="2641688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51092" y="229029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51092" y="1938896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451092" y="158750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599170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297677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35438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373199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10960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48721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pl10144"/>
            <p:cNvSpPr/>
            <p:nvPr/>
          </p:nvSpPr>
          <p:spPr>
            <a:xfrm>
              <a:off x="486482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5" name="tx10145"/>
            <p:cNvSpPr/>
            <p:nvPr/>
          </p:nvSpPr>
          <p:spPr>
            <a:xfrm>
              <a:off x="249291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8618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63089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854981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79340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024054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232591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56949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40166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1020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4559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77927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398781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1216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15688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36542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8977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534492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74302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6738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4912102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6" name="tx10166"/>
            <p:cNvSpPr/>
            <p:nvPr/>
          </p:nvSpPr>
          <p:spPr>
            <a:xfrm>
              <a:off x="3425034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7" name="tx10167"/>
            <p:cNvSpPr/>
            <p:nvPr/>
          </p:nvSpPr>
          <p:spPr>
            <a:xfrm rot="-5400000">
              <a:off x="1810607" y="2767368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8" name="rc10168"/>
            <p:cNvSpPr/>
            <p:nvPr/>
          </p:nvSpPr>
          <p:spPr>
            <a:xfrm>
              <a:off x="5117288" y="2099623"/>
              <a:ext cx="645850" cy="143552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9" name="tx10169"/>
            <p:cNvSpPr/>
            <p:nvPr/>
          </p:nvSpPr>
          <p:spPr>
            <a:xfrm>
              <a:off x="5186877" y="2183934"/>
              <a:ext cx="496884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Survival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86877" y="236828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362442" y="34637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362442" y="31903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362442" y="291692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362442" y="26435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362442" y="237010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186877" y="34637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186877" y="31903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86877" y="291692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pl10179"/>
            <p:cNvSpPr/>
            <p:nvPr/>
          </p:nvSpPr>
          <p:spPr>
            <a:xfrm>
              <a:off x="5186877" y="26435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0" name="pl10180"/>
            <p:cNvSpPr/>
            <p:nvPr/>
          </p:nvSpPr>
          <p:spPr>
            <a:xfrm>
              <a:off x="5186877" y="237010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1" name="tx10181"/>
            <p:cNvSpPr/>
            <p:nvPr/>
          </p:nvSpPr>
          <p:spPr>
            <a:xfrm>
              <a:off x="5475922" y="3423726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75922" y="3150320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5475922" y="2876915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5475922" y="2603509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5475922" y="2330104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2485887" y="1265444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2485887" y="983989"/>
              <a:ext cx="212159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(A) Absolute Survival</a:t>
              </a: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90" name="Group 10189">
            <a:extLst>
              <a:ext uri="{FF2B5EF4-FFF2-40B4-BE49-F238E27FC236}">
                <a16:creationId xmlns:a16="http://schemas.microsoft.com/office/drawing/2014/main" id="{D4C6AB1E-DD7B-43FC-0A31-EDB13E63DC60}"/>
              </a:ext>
            </a:extLst>
          </p:cNvPr>
          <p:cNvGrpSpPr/>
          <p:nvPr/>
        </p:nvGrpSpPr>
        <p:grpSpPr>
          <a:xfrm>
            <a:off x="3262516" y="674360"/>
            <a:ext cx="4094211" cy="3897640"/>
            <a:chOff x="1738516" y="674360"/>
            <a:chExt cx="4094211" cy="3897640"/>
          </a:xfrm>
        </p:grpSpPr>
        <p:grpSp>
          <p:nvGrpSpPr>
            <p:cNvPr id="2" name="Group 1"/>
            <p:cNvGrpSpPr/>
            <p:nvPr/>
          </p:nvGrpSpPr>
          <p:grpSpPr>
            <a:xfrm>
              <a:off x="1738516" y="674360"/>
              <a:ext cx="4094211" cy="3897640"/>
              <a:chOff x="1738516" y="674360"/>
              <a:chExt cx="4094211" cy="3897640"/>
            </a:xfrm>
          </p:grpSpPr>
          <p:sp>
            <p:nvSpPr>
              <p:cNvPr id="4" name="rc4"/>
              <p:cNvSpPr/>
              <p:nvPr/>
            </p:nvSpPr>
            <p:spPr>
              <a:xfrm>
                <a:off x="1939671" y="914400"/>
                <a:ext cx="3893056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/>
              <p:cNvSpPr/>
              <p:nvPr/>
            </p:nvSpPr>
            <p:spPr>
              <a:xfrm>
                <a:off x="2485887" y="1464512"/>
                <a:ext cx="2492223" cy="2705747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/>
              <p:cNvSpPr/>
              <p:nvPr/>
            </p:nvSpPr>
            <p:spPr>
              <a:xfrm>
                <a:off x="2599170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/>
              <p:cNvSpPr/>
              <p:nvPr/>
            </p:nvSpPr>
            <p:spPr>
              <a:xfrm>
                <a:off x="2976779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/>
              <p:cNvSpPr/>
              <p:nvPr/>
            </p:nvSpPr>
            <p:spPr>
              <a:xfrm>
                <a:off x="3354389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/>
              <p:cNvSpPr/>
              <p:nvPr/>
            </p:nvSpPr>
            <p:spPr>
              <a:xfrm>
                <a:off x="3731998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/>
              <p:cNvSpPr/>
              <p:nvPr/>
            </p:nvSpPr>
            <p:spPr>
              <a:xfrm>
                <a:off x="4109608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/>
              <p:cNvSpPr/>
              <p:nvPr/>
            </p:nvSpPr>
            <p:spPr>
              <a:xfrm>
                <a:off x="4487218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/>
              <p:cNvSpPr/>
              <p:nvPr/>
            </p:nvSpPr>
            <p:spPr>
              <a:xfrm>
                <a:off x="4864827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/>
              <p:cNvSpPr/>
              <p:nvPr/>
            </p:nvSpPr>
            <p:spPr>
              <a:xfrm>
                <a:off x="2485887" y="404727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/>
              <p:cNvSpPr/>
              <p:nvPr/>
            </p:nvSpPr>
            <p:spPr>
              <a:xfrm>
                <a:off x="2485887" y="3695875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/>
              <p:cNvSpPr/>
              <p:nvPr/>
            </p:nvSpPr>
            <p:spPr>
              <a:xfrm>
                <a:off x="2485887" y="3344479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/>
              <p:cNvSpPr/>
              <p:nvPr/>
            </p:nvSpPr>
            <p:spPr>
              <a:xfrm>
                <a:off x="2485887" y="2993084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/>
              <p:cNvSpPr/>
              <p:nvPr/>
            </p:nvSpPr>
            <p:spPr>
              <a:xfrm>
                <a:off x="2485887" y="2641688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/>
              <p:cNvSpPr/>
              <p:nvPr/>
            </p:nvSpPr>
            <p:spPr>
              <a:xfrm>
                <a:off x="2485887" y="2290292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l19"/>
              <p:cNvSpPr/>
              <p:nvPr/>
            </p:nvSpPr>
            <p:spPr>
              <a:xfrm>
                <a:off x="2485887" y="1938896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l20"/>
              <p:cNvSpPr/>
              <p:nvPr/>
            </p:nvSpPr>
            <p:spPr>
              <a:xfrm>
                <a:off x="2485887" y="158750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h21"/>
              <p:cNvSpPr/>
              <p:nvPr/>
            </p:nvSpPr>
            <p:spPr>
              <a:xfrm>
                <a:off x="2619374" y="2853013"/>
                <a:ext cx="914399" cy="91477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776">
                    <a:moveTo>
                      <a:pt x="914399" y="914400"/>
                    </a:moveTo>
                    <a:lnTo>
                      <a:pt x="914399" y="914776"/>
                    </a:lnTo>
                    <a:lnTo>
                      <a:pt x="913595" y="914554"/>
                    </a:lnTo>
                    <a:lnTo>
                      <a:pt x="913038" y="914400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h22"/>
              <p:cNvSpPr/>
              <p:nvPr/>
            </p:nvSpPr>
            <p:spPr>
              <a:xfrm>
                <a:off x="2619374" y="2853013"/>
                <a:ext cx="923840" cy="9173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38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22" y="917386"/>
                    </a:lnTo>
                    <a:lnTo>
                      <a:pt x="922544" y="917032"/>
                    </a:lnTo>
                    <a:lnTo>
                      <a:pt x="921266" y="916677"/>
                    </a:lnTo>
                    <a:lnTo>
                      <a:pt x="919987" y="916323"/>
                    </a:lnTo>
                    <a:lnTo>
                      <a:pt x="918709" y="915969"/>
                    </a:lnTo>
                    <a:lnTo>
                      <a:pt x="917431" y="915615"/>
                    </a:lnTo>
                    <a:lnTo>
                      <a:pt x="916152" y="915261"/>
                    </a:lnTo>
                    <a:lnTo>
                      <a:pt x="914873" y="914907"/>
                    </a:lnTo>
                    <a:lnTo>
                      <a:pt x="914399" y="914776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h23"/>
              <p:cNvSpPr/>
              <p:nvPr/>
            </p:nvSpPr>
            <p:spPr>
              <a:xfrm>
                <a:off x="2628814" y="2853013"/>
                <a:ext cx="923840" cy="920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0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015"/>
                    </a:lnTo>
                    <a:lnTo>
                      <a:pt x="923327" y="919872"/>
                    </a:lnTo>
                    <a:lnTo>
                      <a:pt x="922049" y="919516"/>
                    </a:lnTo>
                    <a:lnTo>
                      <a:pt x="920771" y="919161"/>
                    </a:lnTo>
                    <a:lnTo>
                      <a:pt x="919494" y="918806"/>
                    </a:lnTo>
                    <a:lnTo>
                      <a:pt x="918216" y="918451"/>
                    </a:lnTo>
                    <a:lnTo>
                      <a:pt x="916938" y="918096"/>
                    </a:lnTo>
                    <a:lnTo>
                      <a:pt x="915660" y="917741"/>
                    </a:lnTo>
                    <a:lnTo>
                      <a:pt x="914400" y="917391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h24"/>
              <p:cNvSpPr/>
              <p:nvPr/>
            </p:nvSpPr>
            <p:spPr>
              <a:xfrm>
                <a:off x="2638254" y="2853013"/>
                <a:ext cx="923840" cy="92264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64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646"/>
                    </a:lnTo>
                    <a:lnTo>
                      <a:pt x="922829" y="922364"/>
                    </a:lnTo>
                    <a:lnTo>
                      <a:pt x="921551" y="922007"/>
                    </a:lnTo>
                    <a:lnTo>
                      <a:pt x="920274" y="921651"/>
                    </a:lnTo>
                    <a:lnTo>
                      <a:pt x="918997" y="921295"/>
                    </a:lnTo>
                    <a:lnTo>
                      <a:pt x="917719" y="920939"/>
                    </a:lnTo>
                    <a:lnTo>
                      <a:pt x="916442" y="920583"/>
                    </a:lnTo>
                    <a:lnTo>
                      <a:pt x="915164" y="920227"/>
                    </a:lnTo>
                    <a:lnTo>
                      <a:pt x="914400" y="920015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h25"/>
              <p:cNvSpPr/>
              <p:nvPr/>
            </p:nvSpPr>
            <p:spPr>
              <a:xfrm>
                <a:off x="2647694" y="2853013"/>
                <a:ext cx="923840" cy="9252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2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286"/>
                    </a:lnTo>
                    <a:lnTo>
                      <a:pt x="923604" y="925220"/>
                    </a:lnTo>
                    <a:lnTo>
                      <a:pt x="922327" y="924862"/>
                    </a:lnTo>
                    <a:lnTo>
                      <a:pt x="921050" y="924505"/>
                    </a:lnTo>
                    <a:lnTo>
                      <a:pt x="919774" y="924148"/>
                    </a:lnTo>
                    <a:lnTo>
                      <a:pt x="918497" y="923791"/>
                    </a:lnTo>
                    <a:lnTo>
                      <a:pt x="917220" y="923434"/>
                    </a:lnTo>
                    <a:lnTo>
                      <a:pt x="915943" y="923077"/>
                    </a:lnTo>
                    <a:lnTo>
                      <a:pt x="914666" y="922720"/>
                    </a:lnTo>
                    <a:lnTo>
                      <a:pt x="914400" y="922646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h26"/>
              <p:cNvSpPr/>
              <p:nvPr/>
            </p:nvSpPr>
            <p:spPr>
              <a:xfrm>
                <a:off x="2657135" y="2853013"/>
                <a:ext cx="923840" cy="9279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9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934"/>
                    </a:lnTo>
                    <a:lnTo>
                      <a:pt x="923099" y="927726"/>
                    </a:lnTo>
                    <a:lnTo>
                      <a:pt x="921822" y="927367"/>
                    </a:lnTo>
                    <a:lnTo>
                      <a:pt x="920546" y="927009"/>
                    </a:lnTo>
                    <a:lnTo>
                      <a:pt x="919270" y="926651"/>
                    </a:lnTo>
                    <a:lnTo>
                      <a:pt x="917993" y="926293"/>
                    </a:lnTo>
                    <a:lnTo>
                      <a:pt x="916717" y="925935"/>
                    </a:lnTo>
                    <a:lnTo>
                      <a:pt x="915440" y="925577"/>
                    </a:lnTo>
                    <a:lnTo>
                      <a:pt x="914400" y="925286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h27"/>
              <p:cNvSpPr/>
              <p:nvPr/>
            </p:nvSpPr>
            <p:spPr>
              <a:xfrm>
                <a:off x="2666575" y="2853013"/>
                <a:ext cx="923840" cy="9304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1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413"/>
                    </a:lnTo>
                    <a:lnTo>
                      <a:pt x="920358" y="929609"/>
                    </a:lnTo>
                    <a:lnTo>
                      <a:pt x="920040" y="929520"/>
                    </a:lnTo>
                    <a:lnTo>
                      <a:pt x="918763" y="929160"/>
                    </a:lnTo>
                    <a:lnTo>
                      <a:pt x="917487" y="928801"/>
                    </a:lnTo>
                    <a:lnTo>
                      <a:pt x="916211" y="928443"/>
                    </a:lnTo>
                    <a:lnTo>
                      <a:pt x="914935" y="928084"/>
                    </a:lnTo>
                    <a:lnTo>
                      <a:pt x="914400" y="927934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h28"/>
              <p:cNvSpPr/>
              <p:nvPr/>
            </p:nvSpPr>
            <p:spPr>
              <a:xfrm>
                <a:off x="2676015" y="2853013"/>
                <a:ext cx="923840" cy="93180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0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809"/>
                    </a:lnTo>
                    <a:lnTo>
                      <a:pt x="922946" y="931782"/>
                    </a:lnTo>
                    <a:lnTo>
                      <a:pt x="916917" y="930994"/>
                    </a:lnTo>
                    <a:lnTo>
                      <a:pt x="914400" y="930413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h29"/>
              <p:cNvSpPr/>
              <p:nvPr/>
            </p:nvSpPr>
            <p:spPr>
              <a:xfrm>
                <a:off x="2685455" y="28530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76"/>
                    </a:lnTo>
                    <a:lnTo>
                      <a:pt x="919550" y="931969"/>
                    </a:lnTo>
                    <a:lnTo>
                      <a:pt x="914400" y="93180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h30"/>
              <p:cNvSpPr/>
              <p:nvPr/>
            </p:nvSpPr>
            <p:spPr>
              <a:xfrm>
                <a:off x="2694896" y="2853013"/>
                <a:ext cx="923840" cy="93167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7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096"/>
                    </a:lnTo>
                    <a:lnTo>
                      <a:pt x="922170" y="930545"/>
                    </a:lnTo>
                    <a:lnTo>
                      <a:pt x="916150" y="931557"/>
                    </a:lnTo>
                    <a:lnTo>
                      <a:pt x="914399" y="931676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h31"/>
              <p:cNvSpPr/>
              <p:nvPr/>
            </p:nvSpPr>
            <p:spPr>
              <a:xfrm>
                <a:off x="2704336" y="2853013"/>
                <a:ext cx="923840" cy="93009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09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299"/>
                    </a:lnTo>
                    <a:lnTo>
                      <a:pt x="922976" y="927575"/>
                    </a:lnTo>
                    <a:lnTo>
                      <a:pt x="921556" y="928029"/>
                    </a:lnTo>
                    <a:lnTo>
                      <a:pt x="920136" y="928482"/>
                    </a:lnTo>
                    <a:lnTo>
                      <a:pt x="918712" y="928937"/>
                    </a:lnTo>
                    <a:lnTo>
                      <a:pt x="914400" y="930096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h32"/>
              <p:cNvSpPr/>
              <p:nvPr/>
            </p:nvSpPr>
            <p:spPr>
              <a:xfrm>
                <a:off x="2713776" y="2853013"/>
                <a:ext cx="923840" cy="9272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29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4290"/>
                    </a:lnTo>
                    <a:lnTo>
                      <a:pt x="923478" y="924405"/>
                    </a:lnTo>
                    <a:lnTo>
                      <a:pt x="922058" y="924857"/>
                    </a:lnTo>
                    <a:lnTo>
                      <a:pt x="920637" y="925310"/>
                    </a:lnTo>
                    <a:lnTo>
                      <a:pt x="919217" y="925763"/>
                    </a:lnTo>
                    <a:lnTo>
                      <a:pt x="917796" y="926215"/>
                    </a:lnTo>
                    <a:lnTo>
                      <a:pt x="916376" y="926668"/>
                    </a:lnTo>
                    <a:lnTo>
                      <a:pt x="914956" y="927122"/>
                    </a:lnTo>
                    <a:lnTo>
                      <a:pt x="914399" y="92729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h33"/>
              <p:cNvSpPr/>
              <p:nvPr/>
            </p:nvSpPr>
            <p:spPr>
              <a:xfrm>
                <a:off x="2723216" y="2853013"/>
                <a:ext cx="923840" cy="9242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29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1289"/>
                    </a:lnTo>
                    <a:lnTo>
                      <a:pt x="922564" y="921694"/>
                    </a:lnTo>
                    <a:lnTo>
                      <a:pt x="921143" y="922145"/>
                    </a:lnTo>
                    <a:lnTo>
                      <a:pt x="919722" y="922597"/>
                    </a:lnTo>
                    <a:lnTo>
                      <a:pt x="918301" y="923049"/>
                    </a:lnTo>
                    <a:lnTo>
                      <a:pt x="916880" y="923501"/>
                    </a:lnTo>
                    <a:lnTo>
                      <a:pt x="915459" y="923953"/>
                    </a:lnTo>
                    <a:lnTo>
                      <a:pt x="914400" y="92429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h34"/>
              <p:cNvSpPr/>
              <p:nvPr/>
            </p:nvSpPr>
            <p:spPr>
              <a:xfrm>
                <a:off x="2732656" y="2853013"/>
                <a:ext cx="923840" cy="9212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28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8297"/>
                    </a:lnTo>
                    <a:lnTo>
                      <a:pt x="923075" y="918539"/>
                    </a:lnTo>
                    <a:lnTo>
                      <a:pt x="921653" y="918989"/>
                    </a:lnTo>
                    <a:lnTo>
                      <a:pt x="920231" y="919439"/>
                    </a:lnTo>
                    <a:lnTo>
                      <a:pt x="918810" y="919890"/>
                    </a:lnTo>
                    <a:lnTo>
                      <a:pt x="917388" y="920341"/>
                    </a:lnTo>
                    <a:lnTo>
                      <a:pt x="915967" y="920792"/>
                    </a:lnTo>
                    <a:lnTo>
                      <a:pt x="914545" y="921243"/>
                    </a:lnTo>
                    <a:lnTo>
                      <a:pt x="914399" y="92128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h35"/>
              <p:cNvSpPr/>
              <p:nvPr/>
            </p:nvSpPr>
            <p:spPr>
              <a:xfrm>
                <a:off x="2742097" y="2853013"/>
                <a:ext cx="923840" cy="9182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313"/>
                    </a:lnTo>
                    <a:lnTo>
                      <a:pt x="923591" y="915391"/>
                    </a:lnTo>
                    <a:lnTo>
                      <a:pt x="922168" y="915841"/>
                    </a:lnTo>
                    <a:lnTo>
                      <a:pt x="920746" y="916290"/>
                    </a:lnTo>
                    <a:lnTo>
                      <a:pt x="919323" y="916739"/>
                    </a:lnTo>
                    <a:lnTo>
                      <a:pt x="917901" y="917189"/>
                    </a:lnTo>
                    <a:lnTo>
                      <a:pt x="916479" y="917639"/>
                    </a:lnTo>
                    <a:lnTo>
                      <a:pt x="915057" y="918089"/>
                    </a:lnTo>
                    <a:lnTo>
                      <a:pt x="914400" y="918297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h36"/>
              <p:cNvSpPr/>
              <p:nvPr/>
            </p:nvSpPr>
            <p:spPr>
              <a:xfrm>
                <a:off x="2751537" y="2853013"/>
                <a:ext cx="917295" cy="915313"/>
              </a:xfrm>
              <a:custGeom>
                <a:avLst/>
                <a:gdLst/>
                <a:ahLst/>
                <a:cxnLst/>
                <a:rect l="0" t="0" r="0" b="0"/>
                <a:pathLst>
                  <a:path w="917295" h="915313">
                    <a:moveTo>
                      <a:pt x="914400" y="914400"/>
                    </a:moveTo>
                    <a:lnTo>
                      <a:pt x="917295" y="914400"/>
                    </a:lnTo>
                    <a:lnTo>
                      <a:pt x="916996" y="914494"/>
                    </a:lnTo>
                    <a:lnTo>
                      <a:pt x="915573" y="914943"/>
                    </a:lnTo>
                    <a:lnTo>
                      <a:pt x="914400" y="915313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h37"/>
              <p:cNvSpPr/>
              <p:nvPr/>
            </p:nvSpPr>
            <p:spPr>
              <a:xfrm>
                <a:off x="2827059" y="2853013"/>
                <a:ext cx="914399" cy="915533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533">
                    <a:moveTo>
                      <a:pt x="914399" y="914400"/>
                    </a:moveTo>
                    <a:lnTo>
                      <a:pt x="914399" y="915533"/>
                    </a:lnTo>
                    <a:lnTo>
                      <a:pt x="911778" y="915324"/>
                    </a:lnTo>
                    <a:lnTo>
                      <a:pt x="906980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h38"/>
              <p:cNvSpPr/>
              <p:nvPr/>
            </p:nvSpPr>
            <p:spPr>
              <a:xfrm>
                <a:off x="2827059" y="2853013"/>
                <a:ext cx="923840" cy="9158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8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5698"/>
                    </a:lnTo>
                    <a:lnTo>
                      <a:pt x="918607" y="915869"/>
                    </a:lnTo>
                    <a:lnTo>
                      <a:pt x="914399" y="915533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h39"/>
              <p:cNvSpPr/>
              <p:nvPr/>
            </p:nvSpPr>
            <p:spPr>
              <a:xfrm>
                <a:off x="2836499" y="2853013"/>
                <a:ext cx="923840" cy="91569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69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51"/>
                    </a:lnTo>
                    <a:lnTo>
                      <a:pt x="922611" y="915060"/>
                    </a:lnTo>
                    <a:lnTo>
                      <a:pt x="920409" y="915255"/>
                    </a:lnTo>
                    <a:lnTo>
                      <a:pt x="918208" y="915450"/>
                    </a:lnTo>
                    <a:lnTo>
                      <a:pt x="916001" y="915646"/>
                    </a:lnTo>
                    <a:lnTo>
                      <a:pt x="914400" y="91569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h40"/>
              <p:cNvSpPr/>
              <p:nvPr/>
            </p:nvSpPr>
            <p:spPr>
              <a:xfrm>
                <a:off x="2845939" y="2853013"/>
                <a:ext cx="920667" cy="914951"/>
              </a:xfrm>
              <a:custGeom>
                <a:avLst/>
                <a:gdLst/>
                <a:ahLst/>
                <a:cxnLst/>
                <a:rect l="0" t="0" r="0" b="0"/>
                <a:pathLst>
                  <a:path w="920667" h="914951">
                    <a:moveTo>
                      <a:pt x="914400" y="914400"/>
                    </a:moveTo>
                    <a:lnTo>
                      <a:pt x="920667" y="914400"/>
                    </a:lnTo>
                    <a:lnTo>
                      <a:pt x="919776" y="914478"/>
                    </a:lnTo>
                    <a:lnTo>
                      <a:pt x="917574" y="914671"/>
                    </a:lnTo>
                    <a:lnTo>
                      <a:pt x="915372" y="914865"/>
                    </a:lnTo>
                    <a:lnTo>
                      <a:pt x="914400" y="914951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h41"/>
              <p:cNvSpPr/>
              <p:nvPr/>
            </p:nvSpPr>
            <p:spPr>
              <a:xfrm>
                <a:off x="2572172" y="2835444"/>
                <a:ext cx="914400" cy="9163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302">
                    <a:moveTo>
                      <a:pt x="914400" y="914400"/>
                    </a:moveTo>
                    <a:lnTo>
                      <a:pt x="914400" y="916302"/>
                    </a:lnTo>
                    <a:lnTo>
                      <a:pt x="911402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h42"/>
              <p:cNvSpPr/>
              <p:nvPr/>
            </p:nvSpPr>
            <p:spPr>
              <a:xfrm>
                <a:off x="2572172" y="2835444"/>
                <a:ext cx="923840" cy="92117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17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1175"/>
                    </a:lnTo>
                    <a:lnTo>
                      <a:pt x="921386" y="920132"/>
                    </a:lnTo>
                    <a:lnTo>
                      <a:pt x="915703" y="917130"/>
                    </a:lnTo>
                    <a:lnTo>
                      <a:pt x="914400" y="916302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h43"/>
              <p:cNvSpPr/>
              <p:nvPr/>
            </p:nvSpPr>
            <p:spPr>
              <a:xfrm>
                <a:off x="2581613" y="2835444"/>
                <a:ext cx="923840" cy="92455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5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50"/>
                    </a:lnTo>
                    <a:lnTo>
                      <a:pt x="923526" y="924464"/>
                    </a:lnTo>
                    <a:lnTo>
                      <a:pt x="917706" y="922579"/>
                    </a:lnTo>
                    <a:lnTo>
                      <a:pt x="914400" y="921175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h44"/>
              <p:cNvSpPr/>
              <p:nvPr/>
            </p:nvSpPr>
            <p:spPr>
              <a:xfrm>
                <a:off x="2591053" y="2835444"/>
                <a:ext cx="923840" cy="9271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140"/>
                    </a:lnTo>
                    <a:lnTo>
                      <a:pt x="923048" y="926923"/>
                    </a:lnTo>
                    <a:lnTo>
                      <a:pt x="921769" y="926571"/>
                    </a:lnTo>
                    <a:lnTo>
                      <a:pt x="920489" y="926220"/>
                    </a:lnTo>
                    <a:lnTo>
                      <a:pt x="919209" y="925869"/>
                    </a:lnTo>
                    <a:lnTo>
                      <a:pt x="917929" y="925517"/>
                    </a:lnTo>
                    <a:lnTo>
                      <a:pt x="916649" y="925166"/>
                    </a:lnTo>
                    <a:lnTo>
                      <a:pt x="915369" y="924815"/>
                    </a:lnTo>
                    <a:lnTo>
                      <a:pt x="914400" y="92455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h45"/>
              <p:cNvSpPr/>
              <p:nvPr/>
            </p:nvSpPr>
            <p:spPr>
              <a:xfrm>
                <a:off x="2600493" y="2835444"/>
                <a:ext cx="923840" cy="92973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73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9739"/>
                    </a:lnTo>
                    <a:lnTo>
                      <a:pt x="923522" y="929651"/>
                    </a:lnTo>
                    <a:lnTo>
                      <a:pt x="923203" y="929563"/>
                    </a:lnTo>
                    <a:lnTo>
                      <a:pt x="923044" y="929512"/>
                    </a:lnTo>
                    <a:lnTo>
                      <a:pt x="922884" y="929476"/>
                    </a:lnTo>
                    <a:lnTo>
                      <a:pt x="922565" y="929388"/>
                    </a:lnTo>
                    <a:lnTo>
                      <a:pt x="921285" y="929035"/>
                    </a:lnTo>
                    <a:lnTo>
                      <a:pt x="920005" y="928682"/>
                    </a:lnTo>
                    <a:lnTo>
                      <a:pt x="918726" y="928330"/>
                    </a:lnTo>
                    <a:lnTo>
                      <a:pt x="917447" y="927978"/>
                    </a:lnTo>
                    <a:lnTo>
                      <a:pt x="916167" y="927626"/>
                    </a:lnTo>
                    <a:lnTo>
                      <a:pt x="914888" y="927274"/>
                    </a:lnTo>
                    <a:lnTo>
                      <a:pt x="914399" y="92714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h46"/>
              <p:cNvSpPr/>
              <p:nvPr/>
            </p:nvSpPr>
            <p:spPr>
              <a:xfrm>
                <a:off x="2609933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78" y="931969"/>
                    </a:lnTo>
                    <a:lnTo>
                      <a:pt x="921756" y="931770"/>
                    </a:lnTo>
                    <a:lnTo>
                      <a:pt x="920478" y="931417"/>
                    </a:lnTo>
                    <a:lnTo>
                      <a:pt x="919199" y="931063"/>
                    </a:lnTo>
                    <a:lnTo>
                      <a:pt x="917920" y="930710"/>
                    </a:lnTo>
                    <a:lnTo>
                      <a:pt x="916641" y="930357"/>
                    </a:lnTo>
                    <a:lnTo>
                      <a:pt x="915362" y="930004"/>
                    </a:lnTo>
                    <a:lnTo>
                      <a:pt x="914400" y="92973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h47"/>
              <p:cNvSpPr/>
              <p:nvPr/>
            </p:nvSpPr>
            <p:spPr>
              <a:xfrm>
                <a:off x="261937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h48"/>
              <p:cNvSpPr/>
              <p:nvPr/>
            </p:nvSpPr>
            <p:spPr>
              <a:xfrm>
                <a:off x="262881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h49"/>
              <p:cNvSpPr/>
              <p:nvPr/>
            </p:nvSpPr>
            <p:spPr>
              <a:xfrm>
                <a:off x="263825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h50"/>
              <p:cNvSpPr/>
              <p:nvPr/>
            </p:nvSpPr>
            <p:spPr>
              <a:xfrm>
                <a:off x="264769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h51"/>
              <p:cNvSpPr/>
              <p:nvPr/>
            </p:nvSpPr>
            <p:spPr>
              <a:xfrm>
                <a:off x="265713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h52"/>
              <p:cNvSpPr/>
              <p:nvPr/>
            </p:nvSpPr>
            <p:spPr>
              <a:xfrm>
                <a:off x="266657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h53"/>
              <p:cNvSpPr/>
              <p:nvPr/>
            </p:nvSpPr>
            <p:spPr>
              <a:xfrm>
                <a:off x="267601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h54"/>
              <p:cNvSpPr/>
              <p:nvPr/>
            </p:nvSpPr>
            <p:spPr>
              <a:xfrm>
                <a:off x="268545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h55"/>
              <p:cNvSpPr/>
              <p:nvPr/>
            </p:nvSpPr>
            <p:spPr>
              <a:xfrm>
                <a:off x="269489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h56"/>
              <p:cNvSpPr/>
              <p:nvPr/>
            </p:nvSpPr>
            <p:spPr>
              <a:xfrm>
                <a:off x="270433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h57"/>
              <p:cNvSpPr/>
              <p:nvPr/>
            </p:nvSpPr>
            <p:spPr>
              <a:xfrm>
                <a:off x="271377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h58"/>
              <p:cNvSpPr/>
              <p:nvPr/>
            </p:nvSpPr>
            <p:spPr>
              <a:xfrm>
                <a:off x="272321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h59"/>
              <p:cNvSpPr/>
              <p:nvPr/>
            </p:nvSpPr>
            <p:spPr>
              <a:xfrm>
                <a:off x="273265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h60"/>
              <p:cNvSpPr/>
              <p:nvPr/>
            </p:nvSpPr>
            <p:spPr>
              <a:xfrm>
                <a:off x="274209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h61"/>
              <p:cNvSpPr/>
              <p:nvPr/>
            </p:nvSpPr>
            <p:spPr>
              <a:xfrm>
                <a:off x="2751537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338"/>
                    </a:lnTo>
                    <a:lnTo>
                      <a:pt x="922688" y="912700"/>
                    </a:lnTo>
                    <a:lnTo>
                      <a:pt x="921265" y="913148"/>
                    </a:lnTo>
                    <a:lnTo>
                      <a:pt x="919842" y="913597"/>
                    </a:lnTo>
                    <a:lnTo>
                      <a:pt x="918419" y="914045"/>
                    </a:lnTo>
                    <a:lnTo>
                      <a:pt x="917295" y="914400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h62"/>
              <p:cNvSpPr/>
              <p:nvPr/>
            </p:nvSpPr>
            <p:spPr>
              <a:xfrm>
                <a:off x="2760977" y="2835444"/>
                <a:ext cx="923840" cy="9299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9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940"/>
                    </a:lnTo>
                    <a:lnTo>
                      <a:pt x="923212" y="927138"/>
                    </a:lnTo>
                    <a:lnTo>
                      <a:pt x="921788" y="927585"/>
                    </a:lnTo>
                    <a:lnTo>
                      <a:pt x="920364" y="928032"/>
                    </a:lnTo>
                    <a:lnTo>
                      <a:pt x="918941" y="928479"/>
                    </a:lnTo>
                    <a:lnTo>
                      <a:pt x="917517" y="928927"/>
                    </a:lnTo>
                    <a:lnTo>
                      <a:pt x="916094" y="929374"/>
                    </a:lnTo>
                    <a:lnTo>
                      <a:pt x="914671" y="929822"/>
                    </a:lnTo>
                    <a:lnTo>
                      <a:pt x="914400" y="929907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h63"/>
              <p:cNvSpPr/>
              <p:nvPr/>
            </p:nvSpPr>
            <p:spPr>
              <a:xfrm>
                <a:off x="2770417" y="2835444"/>
                <a:ext cx="923840" cy="9269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9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40" y="924013"/>
                    </a:lnTo>
                    <a:lnTo>
                      <a:pt x="922316" y="924459"/>
                    </a:lnTo>
                    <a:lnTo>
                      <a:pt x="920892" y="924905"/>
                    </a:lnTo>
                    <a:lnTo>
                      <a:pt x="919467" y="925351"/>
                    </a:lnTo>
                    <a:lnTo>
                      <a:pt x="918043" y="925798"/>
                    </a:lnTo>
                    <a:lnTo>
                      <a:pt x="916619" y="926244"/>
                    </a:lnTo>
                    <a:lnTo>
                      <a:pt x="915195" y="926691"/>
                    </a:lnTo>
                    <a:lnTo>
                      <a:pt x="914400" y="92694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h64"/>
              <p:cNvSpPr/>
              <p:nvPr/>
            </p:nvSpPr>
            <p:spPr>
              <a:xfrm>
                <a:off x="2779858" y="2835444"/>
                <a:ext cx="923840" cy="92454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4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42"/>
                    </a:lnTo>
                    <a:lnTo>
                      <a:pt x="923281" y="924404"/>
                    </a:lnTo>
                    <a:lnTo>
                      <a:pt x="921674" y="924007"/>
                    </a:lnTo>
                    <a:lnTo>
                      <a:pt x="920068" y="923611"/>
                    </a:lnTo>
                    <a:lnTo>
                      <a:pt x="918462" y="923214"/>
                    </a:lnTo>
                    <a:lnTo>
                      <a:pt x="917563" y="922993"/>
                    </a:lnTo>
                    <a:lnTo>
                      <a:pt x="917149" y="923122"/>
                    </a:lnTo>
                    <a:lnTo>
                      <a:pt x="915724" y="923568"/>
                    </a:lnTo>
                    <a:lnTo>
                      <a:pt x="914400" y="923982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h65"/>
              <p:cNvSpPr/>
              <p:nvPr/>
            </p:nvSpPr>
            <p:spPr>
              <a:xfrm>
                <a:off x="2789298" y="2835444"/>
                <a:ext cx="923840" cy="926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8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6880"/>
                    </a:lnTo>
                    <a:lnTo>
                      <a:pt x="923475" y="926790"/>
                    </a:lnTo>
                    <a:lnTo>
                      <a:pt x="921870" y="926391"/>
                    </a:lnTo>
                    <a:lnTo>
                      <a:pt x="920264" y="925994"/>
                    </a:lnTo>
                    <a:lnTo>
                      <a:pt x="918658" y="925596"/>
                    </a:lnTo>
                    <a:lnTo>
                      <a:pt x="917052" y="925198"/>
                    </a:lnTo>
                    <a:lnTo>
                      <a:pt x="915446" y="924801"/>
                    </a:lnTo>
                    <a:lnTo>
                      <a:pt x="914399" y="924542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h66"/>
              <p:cNvSpPr/>
              <p:nvPr/>
            </p:nvSpPr>
            <p:spPr>
              <a:xfrm>
                <a:off x="2798738" y="2835444"/>
                <a:ext cx="923840" cy="92922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22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9225"/>
                    </a:lnTo>
                    <a:lnTo>
                      <a:pt x="923667" y="929182"/>
                    </a:lnTo>
                    <a:lnTo>
                      <a:pt x="922062" y="928783"/>
                    </a:lnTo>
                    <a:lnTo>
                      <a:pt x="920457" y="928384"/>
                    </a:lnTo>
                    <a:lnTo>
                      <a:pt x="918851" y="927985"/>
                    </a:lnTo>
                    <a:lnTo>
                      <a:pt x="917246" y="927586"/>
                    </a:lnTo>
                    <a:lnTo>
                      <a:pt x="915641" y="927188"/>
                    </a:lnTo>
                    <a:lnTo>
                      <a:pt x="914400" y="92688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h67"/>
              <p:cNvSpPr/>
              <p:nvPr/>
            </p:nvSpPr>
            <p:spPr>
              <a:xfrm>
                <a:off x="2808178" y="2835444"/>
                <a:ext cx="923840" cy="931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57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579"/>
                    </a:lnTo>
                    <a:lnTo>
                      <a:pt x="922251" y="931182"/>
                    </a:lnTo>
                    <a:lnTo>
                      <a:pt x="920646" y="930782"/>
                    </a:lnTo>
                    <a:lnTo>
                      <a:pt x="919041" y="930382"/>
                    </a:lnTo>
                    <a:lnTo>
                      <a:pt x="917436" y="929982"/>
                    </a:lnTo>
                    <a:lnTo>
                      <a:pt x="915832" y="929582"/>
                    </a:lnTo>
                    <a:lnTo>
                      <a:pt x="914400" y="929225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h68"/>
              <p:cNvSpPr/>
              <p:nvPr/>
            </p:nvSpPr>
            <p:spPr>
              <a:xfrm>
                <a:off x="2817619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420" y="931969"/>
                    </a:lnTo>
                    <a:lnTo>
                      <a:pt x="914400" y="93157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h69"/>
              <p:cNvSpPr/>
              <p:nvPr/>
            </p:nvSpPr>
            <p:spPr>
              <a:xfrm>
                <a:off x="2827059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h70"/>
              <p:cNvSpPr/>
              <p:nvPr/>
            </p:nvSpPr>
            <p:spPr>
              <a:xfrm>
                <a:off x="2836499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h71"/>
              <p:cNvSpPr/>
              <p:nvPr/>
            </p:nvSpPr>
            <p:spPr>
              <a:xfrm>
                <a:off x="2845939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121"/>
                    </a:lnTo>
                    <a:lnTo>
                      <a:pt x="921977" y="914285"/>
                    </a:lnTo>
                    <a:lnTo>
                      <a:pt x="920667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h72"/>
              <p:cNvSpPr/>
              <p:nvPr/>
            </p:nvSpPr>
            <p:spPr>
              <a:xfrm>
                <a:off x="2855380" y="2835444"/>
                <a:ext cx="923840" cy="93169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91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10"/>
                    </a:lnTo>
                    <a:lnTo>
                      <a:pt x="920560" y="930872"/>
                    </a:lnTo>
                    <a:lnTo>
                      <a:pt x="914744" y="931661"/>
                    </a:lnTo>
                    <a:lnTo>
                      <a:pt x="914400" y="931691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h73"/>
              <p:cNvSpPr/>
              <p:nvPr/>
            </p:nvSpPr>
            <p:spPr>
              <a:xfrm>
                <a:off x="2864820" y="2835444"/>
                <a:ext cx="923840" cy="9301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117"/>
                    </a:lnTo>
                    <a:lnTo>
                      <a:pt x="922646" y="927630"/>
                    </a:lnTo>
                    <a:lnTo>
                      <a:pt x="916905" y="929527"/>
                    </a:lnTo>
                    <a:lnTo>
                      <a:pt x="914400" y="93011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h74"/>
              <p:cNvSpPr/>
              <p:nvPr/>
            </p:nvSpPr>
            <p:spPr>
              <a:xfrm>
                <a:off x="2874260" y="2835444"/>
                <a:ext cx="923840" cy="92711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1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549"/>
                    </a:lnTo>
                    <a:lnTo>
                      <a:pt x="918886" y="925186"/>
                    </a:lnTo>
                    <a:lnTo>
                      <a:pt x="914400" y="927117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h75"/>
              <p:cNvSpPr/>
              <p:nvPr/>
            </p:nvSpPr>
            <p:spPr>
              <a:xfrm>
                <a:off x="2883700" y="2835444"/>
                <a:ext cx="923840" cy="9225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54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6240"/>
                    </a:lnTo>
                    <a:lnTo>
                      <a:pt x="920568" y="918683"/>
                    </a:lnTo>
                    <a:lnTo>
                      <a:pt x="915052" y="922201"/>
                    </a:lnTo>
                    <a:lnTo>
                      <a:pt x="914399" y="92254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h76"/>
              <p:cNvSpPr/>
              <p:nvPr/>
            </p:nvSpPr>
            <p:spPr>
              <a:xfrm>
                <a:off x="2893141" y="2835444"/>
                <a:ext cx="916821" cy="916240"/>
              </a:xfrm>
              <a:custGeom>
                <a:avLst/>
                <a:gdLst/>
                <a:ahLst/>
                <a:cxnLst/>
                <a:rect l="0" t="0" r="0" b="0"/>
                <a:pathLst>
                  <a:path w="916821" h="916240">
                    <a:moveTo>
                      <a:pt x="914400" y="914400"/>
                    </a:moveTo>
                    <a:lnTo>
                      <a:pt x="916821" y="914400"/>
                    </a:lnTo>
                    <a:lnTo>
                      <a:pt x="916539" y="914642"/>
                    </a:lnTo>
                    <a:lnTo>
                      <a:pt x="914400" y="916240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h77"/>
              <p:cNvSpPr/>
              <p:nvPr/>
            </p:nvSpPr>
            <p:spPr>
              <a:xfrm>
                <a:off x="2553292" y="2817874"/>
                <a:ext cx="914400" cy="91877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773">
                    <a:moveTo>
                      <a:pt x="914400" y="914400"/>
                    </a:moveTo>
                    <a:lnTo>
                      <a:pt x="914400" y="918773"/>
                    </a:lnTo>
                    <a:lnTo>
                      <a:pt x="912919" y="917321"/>
                    </a:lnTo>
                    <a:lnTo>
                      <a:pt x="910285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h78"/>
              <p:cNvSpPr/>
              <p:nvPr/>
            </p:nvSpPr>
            <p:spPr>
              <a:xfrm>
                <a:off x="2553292" y="2817874"/>
                <a:ext cx="923840" cy="9273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3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310"/>
                    </a:lnTo>
                    <a:lnTo>
                      <a:pt x="923508" y="927063"/>
                    </a:lnTo>
                    <a:lnTo>
                      <a:pt x="918145" y="922449"/>
                    </a:lnTo>
                    <a:lnTo>
                      <a:pt x="914400" y="918773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h79"/>
              <p:cNvSpPr/>
              <p:nvPr/>
            </p:nvSpPr>
            <p:spPr>
              <a:xfrm>
                <a:off x="256273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42" y="931969"/>
                    </a:lnTo>
                    <a:lnTo>
                      <a:pt x="919552" y="931150"/>
                    </a:lnTo>
                    <a:lnTo>
                      <a:pt x="914400" y="92731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h80"/>
              <p:cNvSpPr/>
              <p:nvPr/>
            </p:nvSpPr>
            <p:spPr>
              <a:xfrm>
                <a:off x="257217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h81"/>
              <p:cNvSpPr/>
              <p:nvPr/>
            </p:nvSpPr>
            <p:spPr>
              <a:xfrm>
                <a:off x="258161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h82"/>
              <p:cNvSpPr/>
              <p:nvPr/>
            </p:nvSpPr>
            <p:spPr>
              <a:xfrm>
                <a:off x="259105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h83"/>
              <p:cNvSpPr/>
              <p:nvPr/>
            </p:nvSpPr>
            <p:spPr>
              <a:xfrm>
                <a:off x="260049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h84"/>
              <p:cNvSpPr/>
              <p:nvPr/>
            </p:nvSpPr>
            <p:spPr>
              <a:xfrm>
                <a:off x="260993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h85"/>
              <p:cNvSpPr/>
              <p:nvPr/>
            </p:nvSpPr>
            <p:spPr>
              <a:xfrm>
                <a:off x="261937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h86"/>
              <p:cNvSpPr/>
              <p:nvPr/>
            </p:nvSpPr>
            <p:spPr>
              <a:xfrm>
                <a:off x="262881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h87"/>
              <p:cNvSpPr/>
              <p:nvPr/>
            </p:nvSpPr>
            <p:spPr>
              <a:xfrm>
                <a:off x="263825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h88"/>
              <p:cNvSpPr/>
              <p:nvPr/>
            </p:nvSpPr>
            <p:spPr>
              <a:xfrm>
                <a:off x="264769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h89"/>
              <p:cNvSpPr/>
              <p:nvPr/>
            </p:nvSpPr>
            <p:spPr>
              <a:xfrm>
                <a:off x="265713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h90"/>
              <p:cNvSpPr/>
              <p:nvPr/>
            </p:nvSpPr>
            <p:spPr>
              <a:xfrm>
                <a:off x="266657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h91"/>
              <p:cNvSpPr/>
              <p:nvPr/>
            </p:nvSpPr>
            <p:spPr>
              <a:xfrm>
                <a:off x="267601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h92"/>
              <p:cNvSpPr/>
              <p:nvPr/>
            </p:nvSpPr>
            <p:spPr>
              <a:xfrm>
                <a:off x="268545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h93"/>
              <p:cNvSpPr/>
              <p:nvPr/>
            </p:nvSpPr>
            <p:spPr>
              <a:xfrm>
                <a:off x="269489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h94"/>
              <p:cNvSpPr/>
              <p:nvPr/>
            </p:nvSpPr>
            <p:spPr>
              <a:xfrm>
                <a:off x="270433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h95"/>
              <p:cNvSpPr/>
              <p:nvPr/>
            </p:nvSpPr>
            <p:spPr>
              <a:xfrm>
                <a:off x="271377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h96"/>
              <p:cNvSpPr/>
              <p:nvPr/>
            </p:nvSpPr>
            <p:spPr>
              <a:xfrm>
                <a:off x="272321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h97"/>
              <p:cNvSpPr/>
              <p:nvPr/>
            </p:nvSpPr>
            <p:spPr>
              <a:xfrm>
                <a:off x="273265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h98"/>
              <p:cNvSpPr/>
              <p:nvPr/>
            </p:nvSpPr>
            <p:spPr>
              <a:xfrm>
                <a:off x="274209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h99"/>
              <p:cNvSpPr/>
              <p:nvPr/>
            </p:nvSpPr>
            <p:spPr>
              <a:xfrm>
                <a:off x="275153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h100"/>
              <p:cNvSpPr/>
              <p:nvPr/>
            </p:nvSpPr>
            <p:spPr>
              <a:xfrm>
                <a:off x="276097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h101"/>
              <p:cNvSpPr/>
              <p:nvPr/>
            </p:nvSpPr>
            <p:spPr>
              <a:xfrm>
                <a:off x="277041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h102"/>
              <p:cNvSpPr/>
              <p:nvPr/>
            </p:nvSpPr>
            <p:spPr>
              <a:xfrm>
                <a:off x="277985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h103"/>
              <p:cNvSpPr/>
              <p:nvPr/>
            </p:nvSpPr>
            <p:spPr>
              <a:xfrm>
                <a:off x="278929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h104"/>
              <p:cNvSpPr/>
              <p:nvPr/>
            </p:nvSpPr>
            <p:spPr>
              <a:xfrm>
                <a:off x="279873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h105"/>
              <p:cNvSpPr/>
              <p:nvPr/>
            </p:nvSpPr>
            <p:spPr>
              <a:xfrm>
                <a:off x="280817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h106"/>
              <p:cNvSpPr/>
              <p:nvPr/>
            </p:nvSpPr>
            <p:spPr>
              <a:xfrm>
                <a:off x="281761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h107"/>
              <p:cNvSpPr/>
              <p:nvPr/>
            </p:nvSpPr>
            <p:spPr>
              <a:xfrm>
                <a:off x="282705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h108"/>
              <p:cNvSpPr/>
              <p:nvPr/>
            </p:nvSpPr>
            <p:spPr>
              <a:xfrm>
                <a:off x="283649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h109"/>
              <p:cNvSpPr/>
              <p:nvPr/>
            </p:nvSpPr>
            <p:spPr>
              <a:xfrm>
                <a:off x="284593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h110"/>
              <p:cNvSpPr/>
              <p:nvPr/>
            </p:nvSpPr>
            <p:spPr>
              <a:xfrm>
                <a:off x="285538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h111"/>
              <p:cNvSpPr/>
              <p:nvPr/>
            </p:nvSpPr>
            <p:spPr>
              <a:xfrm>
                <a:off x="286482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h112"/>
              <p:cNvSpPr/>
              <p:nvPr/>
            </p:nvSpPr>
            <p:spPr>
              <a:xfrm>
                <a:off x="287426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h113"/>
              <p:cNvSpPr/>
              <p:nvPr/>
            </p:nvSpPr>
            <p:spPr>
              <a:xfrm>
                <a:off x="288370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h114"/>
              <p:cNvSpPr/>
              <p:nvPr/>
            </p:nvSpPr>
            <p:spPr>
              <a:xfrm>
                <a:off x="2893141" y="283544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20"/>
                    </a:lnTo>
                    <a:lnTo>
                      <a:pt x="921831" y="910088"/>
                    </a:lnTo>
                    <a:lnTo>
                      <a:pt x="916821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h115"/>
              <p:cNvSpPr/>
              <p:nvPr/>
            </p:nvSpPr>
            <p:spPr>
              <a:xfrm>
                <a:off x="2902581" y="2817874"/>
                <a:ext cx="923840" cy="9256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69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478"/>
                    </a:lnTo>
                    <a:lnTo>
                      <a:pt x="922563" y="917060"/>
                    </a:lnTo>
                    <a:lnTo>
                      <a:pt x="917550" y="922603"/>
                    </a:lnTo>
                    <a:lnTo>
                      <a:pt x="914400" y="92569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h116"/>
              <p:cNvSpPr/>
              <p:nvPr/>
            </p:nvSpPr>
            <p:spPr>
              <a:xfrm>
                <a:off x="2912021" y="2817874"/>
                <a:ext cx="915269" cy="915478"/>
              </a:xfrm>
              <a:custGeom>
                <a:avLst/>
                <a:gdLst/>
                <a:ahLst/>
                <a:cxnLst/>
                <a:rect l="0" t="0" r="0" b="0"/>
                <a:pathLst>
                  <a:path w="915269" h="915478">
                    <a:moveTo>
                      <a:pt x="914400" y="914400"/>
                    </a:moveTo>
                    <a:lnTo>
                      <a:pt x="915269" y="914400"/>
                    </a:lnTo>
                    <a:lnTo>
                      <a:pt x="914400" y="91547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h117"/>
              <p:cNvSpPr/>
              <p:nvPr/>
            </p:nvSpPr>
            <p:spPr>
              <a:xfrm>
                <a:off x="2543852" y="2800304"/>
                <a:ext cx="914399" cy="92567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671">
                    <a:moveTo>
                      <a:pt x="914399" y="914400"/>
                    </a:moveTo>
                    <a:lnTo>
                      <a:pt x="914399" y="925671"/>
                    </a:lnTo>
                    <a:lnTo>
                      <a:pt x="912374" y="923149"/>
                    </a:lnTo>
                    <a:lnTo>
                      <a:pt x="907641" y="916568"/>
                    </a:lnTo>
                    <a:lnTo>
                      <a:pt x="906240" y="914400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h118"/>
              <p:cNvSpPr/>
              <p:nvPr/>
            </p:nvSpPr>
            <p:spPr>
              <a:xfrm>
                <a:off x="254385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25" y="931969"/>
                    </a:lnTo>
                    <a:lnTo>
                      <a:pt x="917284" y="929262"/>
                    </a:lnTo>
                    <a:lnTo>
                      <a:pt x="914399" y="925671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h119"/>
              <p:cNvSpPr/>
              <p:nvPr/>
            </p:nvSpPr>
            <p:spPr>
              <a:xfrm>
                <a:off x="255329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h120"/>
              <p:cNvSpPr/>
              <p:nvPr/>
            </p:nvSpPr>
            <p:spPr>
              <a:xfrm>
                <a:off x="256273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h121"/>
              <p:cNvSpPr/>
              <p:nvPr/>
            </p:nvSpPr>
            <p:spPr>
              <a:xfrm>
                <a:off x="257217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h122"/>
              <p:cNvSpPr/>
              <p:nvPr/>
            </p:nvSpPr>
            <p:spPr>
              <a:xfrm>
                <a:off x="258161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h123"/>
              <p:cNvSpPr/>
              <p:nvPr/>
            </p:nvSpPr>
            <p:spPr>
              <a:xfrm>
                <a:off x="259105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h124"/>
              <p:cNvSpPr/>
              <p:nvPr/>
            </p:nvSpPr>
            <p:spPr>
              <a:xfrm>
                <a:off x="260049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h125"/>
              <p:cNvSpPr/>
              <p:nvPr/>
            </p:nvSpPr>
            <p:spPr>
              <a:xfrm>
                <a:off x="260993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h126"/>
              <p:cNvSpPr/>
              <p:nvPr/>
            </p:nvSpPr>
            <p:spPr>
              <a:xfrm>
                <a:off x="261937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h127"/>
              <p:cNvSpPr/>
              <p:nvPr/>
            </p:nvSpPr>
            <p:spPr>
              <a:xfrm>
                <a:off x="262881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h128"/>
              <p:cNvSpPr/>
              <p:nvPr/>
            </p:nvSpPr>
            <p:spPr>
              <a:xfrm>
                <a:off x="263825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h129"/>
              <p:cNvSpPr/>
              <p:nvPr/>
            </p:nvSpPr>
            <p:spPr>
              <a:xfrm>
                <a:off x="264769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h130"/>
              <p:cNvSpPr/>
              <p:nvPr/>
            </p:nvSpPr>
            <p:spPr>
              <a:xfrm>
                <a:off x="265713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h131"/>
              <p:cNvSpPr/>
              <p:nvPr/>
            </p:nvSpPr>
            <p:spPr>
              <a:xfrm>
                <a:off x="266657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h132"/>
              <p:cNvSpPr/>
              <p:nvPr/>
            </p:nvSpPr>
            <p:spPr>
              <a:xfrm>
                <a:off x="267601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h133"/>
              <p:cNvSpPr/>
              <p:nvPr/>
            </p:nvSpPr>
            <p:spPr>
              <a:xfrm>
                <a:off x="268545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h134"/>
              <p:cNvSpPr/>
              <p:nvPr/>
            </p:nvSpPr>
            <p:spPr>
              <a:xfrm>
                <a:off x="269489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h135"/>
              <p:cNvSpPr/>
              <p:nvPr/>
            </p:nvSpPr>
            <p:spPr>
              <a:xfrm>
                <a:off x="270433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h136"/>
              <p:cNvSpPr/>
              <p:nvPr/>
            </p:nvSpPr>
            <p:spPr>
              <a:xfrm>
                <a:off x="271377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h137"/>
              <p:cNvSpPr/>
              <p:nvPr/>
            </p:nvSpPr>
            <p:spPr>
              <a:xfrm>
                <a:off x="272321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h138"/>
              <p:cNvSpPr/>
              <p:nvPr/>
            </p:nvSpPr>
            <p:spPr>
              <a:xfrm>
                <a:off x="273265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h139"/>
              <p:cNvSpPr/>
              <p:nvPr/>
            </p:nvSpPr>
            <p:spPr>
              <a:xfrm>
                <a:off x="274209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h140"/>
              <p:cNvSpPr/>
              <p:nvPr/>
            </p:nvSpPr>
            <p:spPr>
              <a:xfrm>
                <a:off x="275153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h141"/>
              <p:cNvSpPr/>
              <p:nvPr/>
            </p:nvSpPr>
            <p:spPr>
              <a:xfrm>
                <a:off x="276097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h142"/>
              <p:cNvSpPr/>
              <p:nvPr/>
            </p:nvSpPr>
            <p:spPr>
              <a:xfrm>
                <a:off x="277041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h143"/>
              <p:cNvSpPr/>
              <p:nvPr/>
            </p:nvSpPr>
            <p:spPr>
              <a:xfrm>
                <a:off x="277985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h144"/>
              <p:cNvSpPr/>
              <p:nvPr/>
            </p:nvSpPr>
            <p:spPr>
              <a:xfrm>
                <a:off x="278929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h145"/>
              <p:cNvSpPr/>
              <p:nvPr/>
            </p:nvSpPr>
            <p:spPr>
              <a:xfrm>
                <a:off x="279873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h146"/>
              <p:cNvSpPr/>
              <p:nvPr/>
            </p:nvSpPr>
            <p:spPr>
              <a:xfrm>
                <a:off x="280817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h147"/>
              <p:cNvSpPr/>
              <p:nvPr/>
            </p:nvSpPr>
            <p:spPr>
              <a:xfrm>
                <a:off x="281761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h148"/>
              <p:cNvSpPr/>
              <p:nvPr/>
            </p:nvSpPr>
            <p:spPr>
              <a:xfrm>
                <a:off x="282705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h149"/>
              <p:cNvSpPr/>
              <p:nvPr/>
            </p:nvSpPr>
            <p:spPr>
              <a:xfrm>
                <a:off x="283649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h150"/>
              <p:cNvSpPr/>
              <p:nvPr/>
            </p:nvSpPr>
            <p:spPr>
              <a:xfrm>
                <a:off x="284593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h151"/>
              <p:cNvSpPr/>
              <p:nvPr/>
            </p:nvSpPr>
            <p:spPr>
              <a:xfrm>
                <a:off x="285538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h152"/>
              <p:cNvSpPr/>
              <p:nvPr/>
            </p:nvSpPr>
            <p:spPr>
              <a:xfrm>
                <a:off x="286482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h153"/>
              <p:cNvSpPr/>
              <p:nvPr/>
            </p:nvSpPr>
            <p:spPr>
              <a:xfrm>
                <a:off x="287426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h154"/>
              <p:cNvSpPr/>
              <p:nvPr/>
            </p:nvSpPr>
            <p:spPr>
              <a:xfrm>
                <a:off x="288370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h155"/>
              <p:cNvSpPr/>
              <p:nvPr/>
            </p:nvSpPr>
            <p:spPr>
              <a:xfrm>
                <a:off x="289314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h156"/>
              <p:cNvSpPr/>
              <p:nvPr/>
            </p:nvSpPr>
            <p:spPr>
              <a:xfrm>
                <a:off x="290258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h157"/>
              <p:cNvSpPr/>
              <p:nvPr/>
            </p:nvSpPr>
            <p:spPr>
              <a:xfrm>
                <a:off x="2912021" y="281787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847"/>
                    </a:lnTo>
                    <a:lnTo>
                      <a:pt x="923638" y="903141"/>
                    </a:lnTo>
                    <a:lnTo>
                      <a:pt x="922656" y="904574"/>
                    </a:lnTo>
                    <a:lnTo>
                      <a:pt x="917976" y="911045"/>
                    </a:lnTo>
                    <a:lnTo>
                      <a:pt x="915269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h158"/>
              <p:cNvSpPr/>
              <p:nvPr/>
            </p:nvSpPr>
            <p:spPr>
              <a:xfrm>
                <a:off x="2921461" y="2800304"/>
                <a:ext cx="918528" cy="920417"/>
              </a:xfrm>
              <a:custGeom>
                <a:avLst/>
                <a:gdLst/>
                <a:ahLst/>
                <a:cxnLst/>
                <a:rect l="0" t="0" r="0" b="0"/>
                <a:pathLst>
                  <a:path w="918528" h="920417">
                    <a:moveTo>
                      <a:pt x="914399" y="914400"/>
                    </a:moveTo>
                    <a:lnTo>
                      <a:pt x="918528" y="914400"/>
                    </a:lnTo>
                    <a:lnTo>
                      <a:pt x="918106" y="915014"/>
                    </a:lnTo>
                    <a:lnTo>
                      <a:pt x="917129" y="916438"/>
                    </a:lnTo>
                    <a:lnTo>
                      <a:pt x="916151" y="917862"/>
                    </a:lnTo>
                    <a:lnTo>
                      <a:pt x="915175" y="919286"/>
                    </a:lnTo>
                    <a:lnTo>
                      <a:pt x="914399" y="920417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h159"/>
              <p:cNvSpPr/>
              <p:nvPr/>
            </p:nvSpPr>
            <p:spPr>
              <a:xfrm>
                <a:off x="2534411" y="2782734"/>
                <a:ext cx="914400" cy="9299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987">
                    <a:moveTo>
                      <a:pt x="914400" y="914399"/>
                    </a:moveTo>
                    <a:lnTo>
                      <a:pt x="914400" y="929987"/>
                    </a:lnTo>
                    <a:lnTo>
                      <a:pt x="912539" y="927107"/>
                    </a:lnTo>
                    <a:lnTo>
                      <a:pt x="908200" y="919644"/>
                    </a:lnTo>
                    <a:lnTo>
                      <a:pt x="905453" y="91439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h160"/>
              <p:cNvSpPr/>
              <p:nvPr/>
            </p:nvSpPr>
            <p:spPr>
              <a:xfrm>
                <a:off x="253441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5680" y="931969"/>
                    </a:lnTo>
                    <a:lnTo>
                      <a:pt x="914400" y="929987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h161"/>
              <p:cNvSpPr/>
              <p:nvPr/>
            </p:nvSpPr>
            <p:spPr>
              <a:xfrm>
                <a:off x="254385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h162"/>
              <p:cNvSpPr/>
              <p:nvPr/>
            </p:nvSpPr>
            <p:spPr>
              <a:xfrm>
                <a:off x="255329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h163"/>
              <p:cNvSpPr/>
              <p:nvPr/>
            </p:nvSpPr>
            <p:spPr>
              <a:xfrm>
                <a:off x="256273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h164"/>
              <p:cNvSpPr/>
              <p:nvPr/>
            </p:nvSpPr>
            <p:spPr>
              <a:xfrm>
                <a:off x="257217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h165"/>
              <p:cNvSpPr/>
              <p:nvPr/>
            </p:nvSpPr>
            <p:spPr>
              <a:xfrm>
                <a:off x="258161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h166"/>
              <p:cNvSpPr/>
              <p:nvPr/>
            </p:nvSpPr>
            <p:spPr>
              <a:xfrm>
                <a:off x="259105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h167"/>
              <p:cNvSpPr/>
              <p:nvPr/>
            </p:nvSpPr>
            <p:spPr>
              <a:xfrm>
                <a:off x="260049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h168"/>
              <p:cNvSpPr/>
              <p:nvPr/>
            </p:nvSpPr>
            <p:spPr>
              <a:xfrm>
                <a:off x="260993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h169"/>
              <p:cNvSpPr/>
              <p:nvPr/>
            </p:nvSpPr>
            <p:spPr>
              <a:xfrm>
                <a:off x="261937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h170"/>
              <p:cNvSpPr/>
              <p:nvPr/>
            </p:nvSpPr>
            <p:spPr>
              <a:xfrm>
                <a:off x="262881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h171"/>
              <p:cNvSpPr/>
              <p:nvPr/>
            </p:nvSpPr>
            <p:spPr>
              <a:xfrm>
                <a:off x="263825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h172"/>
              <p:cNvSpPr/>
              <p:nvPr/>
            </p:nvSpPr>
            <p:spPr>
              <a:xfrm>
                <a:off x="264769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h173"/>
              <p:cNvSpPr/>
              <p:nvPr/>
            </p:nvSpPr>
            <p:spPr>
              <a:xfrm>
                <a:off x="265713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h174"/>
              <p:cNvSpPr/>
              <p:nvPr/>
            </p:nvSpPr>
            <p:spPr>
              <a:xfrm>
                <a:off x="266657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h175"/>
              <p:cNvSpPr/>
              <p:nvPr/>
            </p:nvSpPr>
            <p:spPr>
              <a:xfrm>
                <a:off x="267601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h176"/>
              <p:cNvSpPr/>
              <p:nvPr/>
            </p:nvSpPr>
            <p:spPr>
              <a:xfrm>
                <a:off x="268545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h177"/>
              <p:cNvSpPr/>
              <p:nvPr/>
            </p:nvSpPr>
            <p:spPr>
              <a:xfrm>
                <a:off x="269489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h178"/>
              <p:cNvSpPr/>
              <p:nvPr/>
            </p:nvSpPr>
            <p:spPr>
              <a:xfrm>
                <a:off x="270433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h179"/>
              <p:cNvSpPr/>
              <p:nvPr/>
            </p:nvSpPr>
            <p:spPr>
              <a:xfrm>
                <a:off x="271377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h180"/>
              <p:cNvSpPr/>
              <p:nvPr/>
            </p:nvSpPr>
            <p:spPr>
              <a:xfrm>
                <a:off x="272321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h181"/>
              <p:cNvSpPr/>
              <p:nvPr/>
            </p:nvSpPr>
            <p:spPr>
              <a:xfrm>
                <a:off x="273265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h182"/>
              <p:cNvSpPr/>
              <p:nvPr/>
            </p:nvSpPr>
            <p:spPr>
              <a:xfrm>
                <a:off x="274209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h183"/>
              <p:cNvSpPr/>
              <p:nvPr/>
            </p:nvSpPr>
            <p:spPr>
              <a:xfrm>
                <a:off x="275153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h184"/>
              <p:cNvSpPr/>
              <p:nvPr/>
            </p:nvSpPr>
            <p:spPr>
              <a:xfrm>
                <a:off x="276097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h185"/>
              <p:cNvSpPr/>
              <p:nvPr/>
            </p:nvSpPr>
            <p:spPr>
              <a:xfrm>
                <a:off x="277041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h186"/>
              <p:cNvSpPr/>
              <p:nvPr/>
            </p:nvSpPr>
            <p:spPr>
              <a:xfrm>
                <a:off x="277985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h187"/>
              <p:cNvSpPr/>
              <p:nvPr/>
            </p:nvSpPr>
            <p:spPr>
              <a:xfrm>
                <a:off x="278929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h188"/>
              <p:cNvSpPr/>
              <p:nvPr/>
            </p:nvSpPr>
            <p:spPr>
              <a:xfrm>
                <a:off x="279873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h189"/>
              <p:cNvSpPr/>
              <p:nvPr/>
            </p:nvSpPr>
            <p:spPr>
              <a:xfrm>
                <a:off x="280817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h190"/>
              <p:cNvSpPr/>
              <p:nvPr/>
            </p:nvSpPr>
            <p:spPr>
              <a:xfrm>
                <a:off x="281761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h191"/>
              <p:cNvSpPr/>
              <p:nvPr/>
            </p:nvSpPr>
            <p:spPr>
              <a:xfrm>
                <a:off x="282705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h192"/>
              <p:cNvSpPr/>
              <p:nvPr/>
            </p:nvSpPr>
            <p:spPr>
              <a:xfrm>
                <a:off x="283649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h193"/>
              <p:cNvSpPr/>
              <p:nvPr/>
            </p:nvSpPr>
            <p:spPr>
              <a:xfrm>
                <a:off x="284593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h194"/>
              <p:cNvSpPr/>
              <p:nvPr/>
            </p:nvSpPr>
            <p:spPr>
              <a:xfrm>
                <a:off x="285538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h195"/>
              <p:cNvSpPr/>
              <p:nvPr/>
            </p:nvSpPr>
            <p:spPr>
              <a:xfrm>
                <a:off x="286482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h196"/>
              <p:cNvSpPr/>
              <p:nvPr/>
            </p:nvSpPr>
            <p:spPr>
              <a:xfrm>
                <a:off x="287426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h197"/>
              <p:cNvSpPr/>
              <p:nvPr/>
            </p:nvSpPr>
            <p:spPr>
              <a:xfrm>
                <a:off x="288370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h198"/>
              <p:cNvSpPr/>
              <p:nvPr/>
            </p:nvSpPr>
            <p:spPr>
              <a:xfrm>
                <a:off x="289314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h199"/>
              <p:cNvSpPr/>
              <p:nvPr/>
            </p:nvSpPr>
            <p:spPr>
              <a:xfrm>
                <a:off x="290258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h200"/>
              <p:cNvSpPr/>
              <p:nvPr/>
            </p:nvSpPr>
            <p:spPr>
              <a:xfrm>
                <a:off x="291202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h201"/>
              <p:cNvSpPr/>
              <p:nvPr/>
            </p:nvSpPr>
            <p:spPr>
              <a:xfrm>
                <a:off x="2921461" y="280030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6667"/>
                    </a:lnTo>
                    <a:lnTo>
                      <a:pt x="922996" y="907895"/>
                    </a:lnTo>
                    <a:lnTo>
                      <a:pt x="922017" y="909319"/>
                    </a:lnTo>
                    <a:lnTo>
                      <a:pt x="921039" y="910742"/>
                    </a:lnTo>
                    <a:lnTo>
                      <a:pt x="920061" y="912166"/>
                    </a:lnTo>
                    <a:lnTo>
                      <a:pt x="919083" y="913590"/>
                    </a:lnTo>
                    <a:lnTo>
                      <a:pt x="918528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h202"/>
              <p:cNvSpPr/>
              <p:nvPr/>
            </p:nvSpPr>
            <p:spPr>
              <a:xfrm>
                <a:off x="2930902" y="2782734"/>
                <a:ext cx="921168" cy="924237"/>
              </a:xfrm>
              <a:custGeom>
                <a:avLst/>
                <a:gdLst/>
                <a:ahLst/>
                <a:cxnLst/>
                <a:rect l="0" t="0" r="0" b="0"/>
                <a:pathLst>
                  <a:path w="921168" h="924237">
                    <a:moveTo>
                      <a:pt x="914400" y="914399"/>
                    </a:moveTo>
                    <a:lnTo>
                      <a:pt x="921168" y="914399"/>
                    </a:lnTo>
                    <a:lnTo>
                      <a:pt x="920409" y="915502"/>
                    </a:lnTo>
                    <a:lnTo>
                      <a:pt x="919430" y="916925"/>
                    </a:lnTo>
                    <a:lnTo>
                      <a:pt x="918450" y="918348"/>
                    </a:lnTo>
                    <a:lnTo>
                      <a:pt x="917471" y="919771"/>
                    </a:lnTo>
                    <a:lnTo>
                      <a:pt x="916492" y="921194"/>
                    </a:lnTo>
                    <a:lnTo>
                      <a:pt x="915513" y="922618"/>
                    </a:lnTo>
                    <a:lnTo>
                      <a:pt x="914534" y="924041"/>
                    </a:lnTo>
                    <a:lnTo>
                      <a:pt x="914400" y="924237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h203"/>
              <p:cNvSpPr/>
              <p:nvPr/>
            </p:nvSpPr>
            <p:spPr>
              <a:xfrm>
                <a:off x="2524971" y="2765164"/>
                <a:ext cx="914400" cy="9310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6">
                    <a:moveTo>
                      <a:pt x="914400" y="914400"/>
                    </a:moveTo>
                    <a:lnTo>
                      <a:pt x="914400" y="931026"/>
                    </a:lnTo>
                    <a:lnTo>
                      <a:pt x="913517" y="929341"/>
                    </a:lnTo>
                    <a:lnTo>
                      <a:pt x="909619" y="921078"/>
                    </a:lnTo>
                    <a:lnTo>
                      <a:pt x="906786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h204"/>
              <p:cNvSpPr/>
              <p:nvPr/>
            </p:nvSpPr>
            <p:spPr>
              <a:xfrm>
                <a:off x="252497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893" y="931969"/>
                    </a:lnTo>
                    <a:lnTo>
                      <a:pt x="914400" y="931026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h205"/>
              <p:cNvSpPr/>
              <p:nvPr/>
            </p:nvSpPr>
            <p:spPr>
              <a:xfrm>
                <a:off x="253441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h206"/>
              <p:cNvSpPr/>
              <p:nvPr/>
            </p:nvSpPr>
            <p:spPr>
              <a:xfrm>
                <a:off x="254385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h207"/>
              <p:cNvSpPr/>
              <p:nvPr/>
            </p:nvSpPr>
            <p:spPr>
              <a:xfrm>
                <a:off x="255329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h208"/>
              <p:cNvSpPr/>
              <p:nvPr/>
            </p:nvSpPr>
            <p:spPr>
              <a:xfrm>
                <a:off x="256273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h209"/>
              <p:cNvSpPr/>
              <p:nvPr/>
            </p:nvSpPr>
            <p:spPr>
              <a:xfrm>
                <a:off x="257217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h210"/>
              <p:cNvSpPr/>
              <p:nvPr/>
            </p:nvSpPr>
            <p:spPr>
              <a:xfrm>
                <a:off x="258161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h211"/>
              <p:cNvSpPr/>
              <p:nvPr/>
            </p:nvSpPr>
            <p:spPr>
              <a:xfrm>
                <a:off x="259105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h212"/>
              <p:cNvSpPr/>
              <p:nvPr/>
            </p:nvSpPr>
            <p:spPr>
              <a:xfrm>
                <a:off x="260049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h213"/>
              <p:cNvSpPr/>
              <p:nvPr/>
            </p:nvSpPr>
            <p:spPr>
              <a:xfrm>
                <a:off x="260993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h214"/>
              <p:cNvSpPr/>
              <p:nvPr/>
            </p:nvSpPr>
            <p:spPr>
              <a:xfrm>
                <a:off x="261937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h215"/>
              <p:cNvSpPr/>
              <p:nvPr/>
            </p:nvSpPr>
            <p:spPr>
              <a:xfrm>
                <a:off x="262881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h216"/>
              <p:cNvSpPr/>
              <p:nvPr/>
            </p:nvSpPr>
            <p:spPr>
              <a:xfrm>
                <a:off x="263825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h217"/>
              <p:cNvSpPr/>
              <p:nvPr/>
            </p:nvSpPr>
            <p:spPr>
              <a:xfrm>
                <a:off x="264769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h218"/>
              <p:cNvSpPr/>
              <p:nvPr/>
            </p:nvSpPr>
            <p:spPr>
              <a:xfrm>
                <a:off x="265713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h219"/>
              <p:cNvSpPr/>
              <p:nvPr/>
            </p:nvSpPr>
            <p:spPr>
              <a:xfrm>
                <a:off x="266657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h220"/>
              <p:cNvSpPr/>
              <p:nvPr/>
            </p:nvSpPr>
            <p:spPr>
              <a:xfrm>
                <a:off x="267601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h221"/>
              <p:cNvSpPr/>
              <p:nvPr/>
            </p:nvSpPr>
            <p:spPr>
              <a:xfrm>
                <a:off x="268545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h222"/>
              <p:cNvSpPr/>
              <p:nvPr/>
            </p:nvSpPr>
            <p:spPr>
              <a:xfrm>
                <a:off x="269489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h223"/>
              <p:cNvSpPr/>
              <p:nvPr/>
            </p:nvSpPr>
            <p:spPr>
              <a:xfrm>
                <a:off x="270433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h224"/>
              <p:cNvSpPr/>
              <p:nvPr/>
            </p:nvSpPr>
            <p:spPr>
              <a:xfrm>
                <a:off x="271377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h225"/>
              <p:cNvSpPr/>
              <p:nvPr/>
            </p:nvSpPr>
            <p:spPr>
              <a:xfrm>
                <a:off x="272321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h226"/>
              <p:cNvSpPr/>
              <p:nvPr/>
            </p:nvSpPr>
            <p:spPr>
              <a:xfrm>
                <a:off x="273265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h227"/>
              <p:cNvSpPr/>
              <p:nvPr/>
            </p:nvSpPr>
            <p:spPr>
              <a:xfrm>
                <a:off x="274209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h228"/>
              <p:cNvSpPr/>
              <p:nvPr/>
            </p:nvSpPr>
            <p:spPr>
              <a:xfrm>
                <a:off x="275153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h229"/>
              <p:cNvSpPr/>
              <p:nvPr/>
            </p:nvSpPr>
            <p:spPr>
              <a:xfrm>
                <a:off x="276097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h230"/>
              <p:cNvSpPr/>
              <p:nvPr/>
            </p:nvSpPr>
            <p:spPr>
              <a:xfrm>
                <a:off x="277041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h231"/>
              <p:cNvSpPr/>
              <p:nvPr/>
            </p:nvSpPr>
            <p:spPr>
              <a:xfrm>
                <a:off x="277985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h232"/>
              <p:cNvSpPr/>
              <p:nvPr/>
            </p:nvSpPr>
            <p:spPr>
              <a:xfrm>
                <a:off x="278929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h233"/>
              <p:cNvSpPr/>
              <p:nvPr/>
            </p:nvSpPr>
            <p:spPr>
              <a:xfrm>
                <a:off x="279873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h234"/>
              <p:cNvSpPr/>
              <p:nvPr/>
            </p:nvSpPr>
            <p:spPr>
              <a:xfrm>
                <a:off x="280817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h235"/>
              <p:cNvSpPr/>
              <p:nvPr/>
            </p:nvSpPr>
            <p:spPr>
              <a:xfrm>
                <a:off x="281761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h236"/>
              <p:cNvSpPr/>
              <p:nvPr/>
            </p:nvSpPr>
            <p:spPr>
              <a:xfrm>
                <a:off x="282705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h237"/>
              <p:cNvSpPr/>
              <p:nvPr/>
            </p:nvSpPr>
            <p:spPr>
              <a:xfrm>
                <a:off x="283649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h238"/>
              <p:cNvSpPr/>
              <p:nvPr/>
            </p:nvSpPr>
            <p:spPr>
              <a:xfrm>
                <a:off x="284593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h239"/>
              <p:cNvSpPr/>
              <p:nvPr/>
            </p:nvSpPr>
            <p:spPr>
              <a:xfrm>
                <a:off x="285538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h240"/>
              <p:cNvSpPr/>
              <p:nvPr/>
            </p:nvSpPr>
            <p:spPr>
              <a:xfrm>
                <a:off x="286482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h241"/>
              <p:cNvSpPr/>
              <p:nvPr/>
            </p:nvSpPr>
            <p:spPr>
              <a:xfrm>
                <a:off x="287426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h242"/>
              <p:cNvSpPr/>
              <p:nvPr/>
            </p:nvSpPr>
            <p:spPr>
              <a:xfrm>
                <a:off x="288370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h243"/>
              <p:cNvSpPr/>
              <p:nvPr/>
            </p:nvSpPr>
            <p:spPr>
              <a:xfrm>
                <a:off x="289314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h244"/>
              <p:cNvSpPr/>
              <p:nvPr/>
            </p:nvSpPr>
            <p:spPr>
              <a:xfrm>
                <a:off x="290258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h245"/>
              <p:cNvSpPr/>
              <p:nvPr/>
            </p:nvSpPr>
            <p:spPr>
              <a:xfrm>
                <a:off x="291202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h246"/>
              <p:cNvSpPr/>
              <p:nvPr/>
            </p:nvSpPr>
            <p:spPr>
              <a:xfrm>
                <a:off x="292146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630">
                  <a:alpha val="100000"/>
                </a:srgbClr>
              </a:solidFill>
              <a:ln w="5420" cap="flat">
                <a:solidFill>
                  <a:srgbClr val="DE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h247"/>
              <p:cNvSpPr/>
              <p:nvPr/>
            </p:nvSpPr>
            <p:spPr>
              <a:xfrm>
                <a:off x="2930902" y="2782734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0522"/>
                    </a:lnTo>
                    <a:lnTo>
                      <a:pt x="923350" y="911233"/>
                    </a:lnTo>
                    <a:lnTo>
                      <a:pt x="922370" y="912656"/>
                    </a:lnTo>
                    <a:lnTo>
                      <a:pt x="921389" y="914079"/>
                    </a:lnTo>
                    <a:lnTo>
                      <a:pt x="921168" y="91439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h248"/>
              <p:cNvSpPr/>
              <p:nvPr/>
            </p:nvSpPr>
            <p:spPr>
              <a:xfrm>
                <a:off x="2940342" y="2765164"/>
                <a:ext cx="923840" cy="92809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092">
                    <a:moveTo>
                      <a:pt x="914399" y="914400"/>
                    </a:moveTo>
                    <a:lnTo>
                      <a:pt x="923840" y="914412"/>
                    </a:lnTo>
                    <a:lnTo>
                      <a:pt x="923725" y="914578"/>
                    </a:lnTo>
                    <a:lnTo>
                      <a:pt x="922742" y="916000"/>
                    </a:lnTo>
                    <a:lnTo>
                      <a:pt x="921760" y="917422"/>
                    </a:lnTo>
                    <a:lnTo>
                      <a:pt x="920778" y="918845"/>
                    </a:lnTo>
                    <a:lnTo>
                      <a:pt x="919796" y="920267"/>
                    </a:lnTo>
                    <a:lnTo>
                      <a:pt x="918815" y="921689"/>
                    </a:lnTo>
                    <a:lnTo>
                      <a:pt x="917833" y="923112"/>
                    </a:lnTo>
                    <a:lnTo>
                      <a:pt x="916852" y="924534"/>
                    </a:lnTo>
                    <a:lnTo>
                      <a:pt x="915871" y="925957"/>
                    </a:lnTo>
                    <a:lnTo>
                      <a:pt x="914890" y="927380"/>
                    </a:lnTo>
                    <a:lnTo>
                      <a:pt x="914399" y="928092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h249"/>
              <p:cNvSpPr/>
              <p:nvPr/>
            </p:nvSpPr>
            <p:spPr>
              <a:xfrm>
                <a:off x="2515531" y="2747595"/>
                <a:ext cx="914400" cy="9273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394">
                    <a:moveTo>
                      <a:pt x="914400" y="914400"/>
                    </a:moveTo>
                    <a:lnTo>
                      <a:pt x="914400" y="927394"/>
                    </a:lnTo>
                    <a:lnTo>
                      <a:pt x="911984" y="921045"/>
                    </a:lnTo>
                    <a:lnTo>
                      <a:pt x="909725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h250"/>
              <p:cNvSpPr/>
              <p:nvPr/>
            </p:nvSpPr>
            <p:spPr>
              <a:xfrm>
                <a:off x="251553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226" y="931969"/>
                    </a:lnTo>
                    <a:lnTo>
                      <a:pt x="915398" y="930018"/>
                    </a:lnTo>
                    <a:lnTo>
                      <a:pt x="914400" y="927394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h251"/>
              <p:cNvSpPr/>
              <p:nvPr/>
            </p:nvSpPr>
            <p:spPr>
              <a:xfrm>
                <a:off x="252497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h252"/>
              <p:cNvSpPr/>
              <p:nvPr/>
            </p:nvSpPr>
            <p:spPr>
              <a:xfrm>
                <a:off x="253441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h253"/>
              <p:cNvSpPr/>
              <p:nvPr/>
            </p:nvSpPr>
            <p:spPr>
              <a:xfrm>
                <a:off x="254385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h254"/>
              <p:cNvSpPr/>
              <p:nvPr/>
            </p:nvSpPr>
            <p:spPr>
              <a:xfrm>
                <a:off x="255329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h255"/>
              <p:cNvSpPr/>
              <p:nvPr/>
            </p:nvSpPr>
            <p:spPr>
              <a:xfrm>
                <a:off x="256273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h256"/>
              <p:cNvSpPr/>
              <p:nvPr/>
            </p:nvSpPr>
            <p:spPr>
              <a:xfrm>
                <a:off x="257217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h257"/>
              <p:cNvSpPr/>
              <p:nvPr/>
            </p:nvSpPr>
            <p:spPr>
              <a:xfrm>
                <a:off x="258161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h258"/>
              <p:cNvSpPr/>
              <p:nvPr/>
            </p:nvSpPr>
            <p:spPr>
              <a:xfrm>
                <a:off x="259105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h259"/>
              <p:cNvSpPr/>
              <p:nvPr/>
            </p:nvSpPr>
            <p:spPr>
              <a:xfrm>
                <a:off x="260049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h260"/>
              <p:cNvSpPr/>
              <p:nvPr/>
            </p:nvSpPr>
            <p:spPr>
              <a:xfrm>
                <a:off x="260993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h261"/>
              <p:cNvSpPr/>
              <p:nvPr/>
            </p:nvSpPr>
            <p:spPr>
              <a:xfrm>
                <a:off x="261937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h262"/>
              <p:cNvSpPr/>
              <p:nvPr/>
            </p:nvSpPr>
            <p:spPr>
              <a:xfrm>
                <a:off x="262881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h263"/>
              <p:cNvSpPr/>
              <p:nvPr/>
            </p:nvSpPr>
            <p:spPr>
              <a:xfrm>
                <a:off x="263825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h264"/>
              <p:cNvSpPr/>
              <p:nvPr/>
            </p:nvSpPr>
            <p:spPr>
              <a:xfrm>
                <a:off x="264769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h265"/>
              <p:cNvSpPr/>
              <p:nvPr/>
            </p:nvSpPr>
            <p:spPr>
              <a:xfrm>
                <a:off x="265713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h266"/>
              <p:cNvSpPr/>
              <p:nvPr/>
            </p:nvSpPr>
            <p:spPr>
              <a:xfrm>
                <a:off x="266657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h267"/>
              <p:cNvSpPr/>
              <p:nvPr/>
            </p:nvSpPr>
            <p:spPr>
              <a:xfrm>
                <a:off x="267601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h268"/>
              <p:cNvSpPr/>
              <p:nvPr/>
            </p:nvSpPr>
            <p:spPr>
              <a:xfrm>
                <a:off x="268545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h269"/>
              <p:cNvSpPr/>
              <p:nvPr/>
            </p:nvSpPr>
            <p:spPr>
              <a:xfrm>
                <a:off x="269489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h270"/>
              <p:cNvSpPr/>
              <p:nvPr/>
            </p:nvSpPr>
            <p:spPr>
              <a:xfrm>
                <a:off x="270433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h271"/>
              <p:cNvSpPr/>
              <p:nvPr/>
            </p:nvSpPr>
            <p:spPr>
              <a:xfrm>
                <a:off x="271377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h272"/>
              <p:cNvSpPr/>
              <p:nvPr/>
            </p:nvSpPr>
            <p:spPr>
              <a:xfrm>
                <a:off x="272321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h273"/>
              <p:cNvSpPr/>
              <p:nvPr/>
            </p:nvSpPr>
            <p:spPr>
              <a:xfrm>
                <a:off x="273265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h274"/>
              <p:cNvSpPr/>
              <p:nvPr/>
            </p:nvSpPr>
            <p:spPr>
              <a:xfrm>
                <a:off x="274209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h275"/>
              <p:cNvSpPr/>
              <p:nvPr/>
            </p:nvSpPr>
            <p:spPr>
              <a:xfrm>
                <a:off x="275153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h276"/>
              <p:cNvSpPr/>
              <p:nvPr/>
            </p:nvSpPr>
            <p:spPr>
              <a:xfrm>
                <a:off x="276097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h277"/>
              <p:cNvSpPr/>
              <p:nvPr/>
            </p:nvSpPr>
            <p:spPr>
              <a:xfrm>
                <a:off x="277041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h278"/>
              <p:cNvSpPr/>
              <p:nvPr/>
            </p:nvSpPr>
            <p:spPr>
              <a:xfrm>
                <a:off x="277985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h279"/>
              <p:cNvSpPr/>
              <p:nvPr/>
            </p:nvSpPr>
            <p:spPr>
              <a:xfrm>
                <a:off x="278929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h280"/>
              <p:cNvSpPr/>
              <p:nvPr/>
            </p:nvSpPr>
            <p:spPr>
              <a:xfrm>
                <a:off x="279873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h281"/>
              <p:cNvSpPr/>
              <p:nvPr/>
            </p:nvSpPr>
            <p:spPr>
              <a:xfrm>
                <a:off x="280817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h282"/>
              <p:cNvSpPr/>
              <p:nvPr/>
            </p:nvSpPr>
            <p:spPr>
              <a:xfrm>
                <a:off x="281761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h283"/>
              <p:cNvSpPr/>
              <p:nvPr/>
            </p:nvSpPr>
            <p:spPr>
              <a:xfrm>
                <a:off x="282705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h284"/>
              <p:cNvSpPr/>
              <p:nvPr/>
            </p:nvSpPr>
            <p:spPr>
              <a:xfrm>
                <a:off x="283649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h285"/>
              <p:cNvSpPr/>
              <p:nvPr/>
            </p:nvSpPr>
            <p:spPr>
              <a:xfrm>
                <a:off x="284593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h286"/>
              <p:cNvSpPr/>
              <p:nvPr/>
            </p:nvSpPr>
            <p:spPr>
              <a:xfrm>
                <a:off x="285538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h287"/>
              <p:cNvSpPr/>
              <p:nvPr/>
            </p:nvSpPr>
            <p:spPr>
              <a:xfrm>
                <a:off x="286482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h288"/>
              <p:cNvSpPr/>
              <p:nvPr/>
            </p:nvSpPr>
            <p:spPr>
              <a:xfrm>
                <a:off x="287426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h289"/>
              <p:cNvSpPr/>
              <p:nvPr/>
            </p:nvSpPr>
            <p:spPr>
              <a:xfrm>
                <a:off x="288370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h290"/>
              <p:cNvSpPr/>
              <p:nvPr/>
            </p:nvSpPr>
            <p:spPr>
              <a:xfrm>
                <a:off x="289314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h291"/>
              <p:cNvSpPr/>
              <p:nvPr/>
            </p:nvSpPr>
            <p:spPr>
              <a:xfrm>
                <a:off x="290258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h292"/>
              <p:cNvSpPr/>
              <p:nvPr/>
            </p:nvSpPr>
            <p:spPr>
              <a:xfrm>
                <a:off x="291202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h293"/>
              <p:cNvSpPr/>
              <p:nvPr/>
            </p:nvSpPr>
            <p:spPr>
              <a:xfrm>
                <a:off x="292146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h294"/>
              <p:cNvSpPr/>
              <p:nvPr/>
            </p:nvSpPr>
            <p:spPr>
              <a:xfrm>
                <a:off x="293090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h295"/>
              <p:cNvSpPr/>
              <p:nvPr/>
            </p:nvSpPr>
            <p:spPr>
              <a:xfrm>
                <a:off x="294034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h296"/>
              <p:cNvSpPr/>
              <p:nvPr/>
            </p:nvSpPr>
            <p:spPr>
              <a:xfrm>
                <a:off x="2949782" y="27651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642"/>
                    </a:lnTo>
                    <a:lnTo>
                      <a:pt x="920790" y="904807"/>
                    </a:lnTo>
                    <a:lnTo>
                      <a:pt x="916256" y="911726"/>
                    </a:lnTo>
                    <a:lnTo>
                      <a:pt x="915267" y="913156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h297"/>
              <p:cNvSpPr/>
              <p:nvPr/>
            </p:nvSpPr>
            <p:spPr>
              <a:xfrm>
                <a:off x="2959222" y="2747595"/>
                <a:ext cx="916023" cy="917211"/>
              </a:xfrm>
              <a:custGeom>
                <a:avLst/>
                <a:gdLst/>
                <a:ahLst/>
                <a:cxnLst/>
                <a:rect l="0" t="0" r="0" b="0"/>
                <a:pathLst>
                  <a:path w="916023" h="917211">
                    <a:moveTo>
                      <a:pt x="914400" y="914400"/>
                    </a:moveTo>
                    <a:lnTo>
                      <a:pt x="916023" y="914400"/>
                    </a:lnTo>
                    <a:lnTo>
                      <a:pt x="915687" y="915031"/>
                    </a:lnTo>
                    <a:lnTo>
                      <a:pt x="914400" y="917211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h298"/>
              <p:cNvSpPr/>
              <p:nvPr/>
            </p:nvSpPr>
            <p:spPr>
              <a:xfrm>
                <a:off x="2506091" y="2730025"/>
                <a:ext cx="914399" cy="91608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6080">
                    <a:moveTo>
                      <a:pt x="914399" y="914400"/>
                    </a:moveTo>
                    <a:lnTo>
                      <a:pt x="914399" y="916080"/>
                    </a:lnTo>
                    <a:lnTo>
                      <a:pt x="913952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h299"/>
              <p:cNvSpPr/>
              <p:nvPr/>
            </p:nvSpPr>
            <p:spPr>
              <a:xfrm>
                <a:off x="250609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165" y="931969"/>
                    </a:lnTo>
                    <a:lnTo>
                      <a:pt x="918266" y="929323"/>
                    </a:lnTo>
                    <a:lnTo>
                      <a:pt x="915372" y="919737"/>
                    </a:lnTo>
                    <a:lnTo>
                      <a:pt x="914399" y="91608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h300"/>
              <p:cNvSpPr/>
              <p:nvPr/>
            </p:nvSpPr>
            <p:spPr>
              <a:xfrm>
                <a:off x="251553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h301"/>
              <p:cNvSpPr/>
              <p:nvPr/>
            </p:nvSpPr>
            <p:spPr>
              <a:xfrm>
                <a:off x="252497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h302"/>
              <p:cNvSpPr/>
              <p:nvPr/>
            </p:nvSpPr>
            <p:spPr>
              <a:xfrm>
                <a:off x="253441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h303"/>
              <p:cNvSpPr/>
              <p:nvPr/>
            </p:nvSpPr>
            <p:spPr>
              <a:xfrm>
                <a:off x="254385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h304"/>
              <p:cNvSpPr/>
              <p:nvPr/>
            </p:nvSpPr>
            <p:spPr>
              <a:xfrm>
                <a:off x="255329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h305"/>
              <p:cNvSpPr/>
              <p:nvPr/>
            </p:nvSpPr>
            <p:spPr>
              <a:xfrm>
                <a:off x="256273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h306"/>
              <p:cNvSpPr/>
              <p:nvPr/>
            </p:nvSpPr>
            <p:spPr>
              <a:xfrm>
                <a:off x="257217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h307"/>
              <p:cNvSpPr/>
              <p:nvPr/>
            </p:nvSpPr>
            <p:spPr>
              <a:xfrm>
                <a:off x="258161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h308"/>
              <p:cNvSpPr/>
              <p:nvPr/>
            </p:nvSpPr>
            <p:spPr>
              <a:xfrm>
                <a:off x="259105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h309"/>
              <p:cNvSpPr/>
              <p:nvPr/>
            </p:nvSpPr>
            <p:spPr>
              <a:xfrm>
                <a:off x="260049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h310"/>
              <p:cNvSpPr/>
              <p:nvPr/>
            </p:nvSpPr>
            <p:spPr>
              <a:xfrm>
                <a:off x="260993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h311"/>
              <p:cNvSpPr/>
              <p:nvPr/>
            </p:nvSpPr>
            <p:spPr>
              <a:xfrm>
                <a:off x="261937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h312"/>
              <p:cNvSpPr/>
              <p:nvPr/>
            </p:nvSpPr>
            <p:spPr>
              <a:xfrm>
                <a:off x="262881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h313"/>
              <p:cNvSpPr/>
              <p:nvPr/>
            </p:nvSpPr>
            <p:spPr>
              <a:xfrm>
                <a:off x="263825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h314"/>
              <p:cNvSpPr/>
              <p:nvPr/>
            </p:nvSpPr>
            <p:spPr>
              <a:xfrm>
                <a:off x="264769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h315"/>
              <p:cNvSpPr/>
              <p:nvPr/>
            </p:nvSpPr>
            <p:spPr>
              <a:xfrm>
                <a:off x="265713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h316"/>
              <p:cNvSpPr/>
              <p:nvPr/>
            </p:nvSpPr>
            <p:spPr>
              <a:xfrm>
                <a:off x="266657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h317"/>
              <p:cNvSpPr/>
              <p:nvPr/>
            </p:nvSpPr>
            <p:spPr>
              <a:xfrm>
                <a:off x="267601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h318"/>
              <p:cNvSpPr/>
              <p:nvPr/>
            </p:nvSpPr>
            <p:spPr>
              <a:xfrm>
                <a:off x="268545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h319"/>
              <p:cNvSpPr/>
              <p:nvPr/>
            </p:nvSpPr>
            <p:spPr>
              <a:xfrm>
                <a:off x="269489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h320"/>
              <p:cNvSpPr/>
              <p:nvPr/>
            </p:nvSpPr>
            <p:spPr>
              <a:xfrm>
                <a:off x="270433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h321"/>
              <p:cNvSpPr/>
              <p:nvPr/>
            </p:nvSpPr>
            <p:spPr>
              <a:xfrm>
                <a:off x="271377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h322"/>
              <p:cNvSpPr/>
              <p:nvPr/>
            </p:nvSpPr>
            <p:spPr>
              <a:xfrm>
                <a:off x="272321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h323"/>
              <p:cNvSpPr/>
              <p:nvPr/>
            </p:nvSpPr>
            <p:spPr>
              <a:xfrm>
                <a:off x="273265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h324"/>
              <p:cNvSpPr/>
              <p:nvPr/>
            </p:nvSpPr>
            <p:spPr>
              <a:xfrm>
                <a:off x="274209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h325"/>
              <p:cNvSpPr/>
              <p:nvPr/>
            </p:nvSpPr>
            <p:spPr>
              <a:xfrm>
                <a:off x="275153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h326"/>
              <p:cNvSpPr/>
              <p:nvPr/>
            </p:nvSpPr>
            <p:spPr>
              <a:xfrm>
                <a:off x="276097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h327"/>
              <p:cNvSpPr/>
              <p:nvPr/>
            </p:nvSpPr>
            <p:spPr>
              <a:xfrm>
                <a:off x="277041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h328"/>
              <p:cNvSpPr/>
              <p:nvPr/>
            </p:nvSpPr>
            <p:spPr>
              <a:xfrm>
                <a:off x="277985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h329"/>
              <p:cNvSpPr/>
              <p:nvPr/>
            </p:nvSpPr>
            <p:spPr>
              <a:xfrm>
                <a:off x="278929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h330"/>
              <p:cNvSpPr/>
              <p:nvPr/>
            </p:nvSpPr>
            <p:spPr>
              <a:xfrm>
                <a:off x="279873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h331"/>
              <p:cNvSpPr/>
              <p:nvPr/>
            </p:nvSpPr>
            <p:spPr>
              <a:xfrm>
                <a:off x="280817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h332"/>
              <p:cNvSpPr/>
              <p:nvPr/>
            </p:nvSpPr>
            <p:spPr>
              <a:xfrm>
                <a:off x="281761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h333"/>
              <p:cNvSpPr/>
              <p:nvPr/>
            </p:nvSpPr>
            <p:spPr>
              <a:xfrm>
                <a:off x="282705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h334"/>
              <p:cNvSpPr/>
              <p:nvPr/>
            </p:nvSpPr>
            <p:spPr>
              <a:xfrm>
                <a:off x="283649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h335"/>
              <p:cNvSpPr/>
              <p:nvPr/>
            </p:nvSpPr>
            <p:spPr>
              <a:xfrm>
                <a:off x="284593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h336"/>
              <p:cNvSpPr/>
              <p:nvPr/>
            </p:nvSpPr>
            <p:spPr>
              <a:xfrm>
                <a:off x="285538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h337"/>
              <p:cNvSpPr/>
              <p:nvPr/>
            </p:nvSpPr>
            <p:spPr>
              <a:xfrm>
                <a:off x="286482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h338"/>
              <p:cNvSpPr/>
              <p:nvPr/>
            </p:nvSpPr>
            <p:spPr>
              <a:xfrm>
                <a:off x="287426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h339"/>
              <p:cNvSpPr/>
              <p:nvPr/>
            </p:nvSpPr>
            <p:spPr>
              <a:xfrm>
                <a:off x="288370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h340"/>
              <p:cNvSpPr/>
              <p:nvPr/>
            </p:nvSpPr>
            <p:spPr>
              <a:xfrm>
                <a:off x="289314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h341"/>
              <p:cNvSpPr/>
              <p:nvPr/>
            </p:nvSpPr>
            <p:spPr>
              <a:xfrm>
                <a:off x="290258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h342"/>
              <p:cNvSpPr/>
              <p:nvPr/>
            </p:nvSpPr>
            <p:spPr>
              <a:xfrm>
                <a:off x="291202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h343"/>
              <p:cNvSpPr/>
              <p:nvPr/>
            </p:nvSpPr>
            <p:spPr>
              <a:xfrm>
                <a:off x="292146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h344"/>
              <p:cNvSpPr/>
              <p:nvPr/>
            </p:nvSpPr>
            <p:spPr>
              <a:xfrm>
                <a:off x="293090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h345"/>
              <p:cNvSpPr/>
              <p:nvPr/>
            </p:nvSpPr>
            <p:spPr>
              <a:xfrm>
                <a:off x="294034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h346"/>
              <p:cNvSpPr/>
              <p:nvPr/>
            </p:nvSpPr>
            <p:spPr>
              <a:xfrm>
                <a:off x="294978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h347"/>
              <p:cNvSpPr/>
              <p:nvPr/>
            </p:nvSpPr>
            <p:spPr>
              <a:xfrm>
                <a:off x="2959222" y="274759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855"/>
                    </a:lnTo>
                    <a:lnTo>
                      <a:pt x="923718" y="899136"/>
                    </a:lnTo>
                    <a:lnTo>
                      <a:pt x="919813" y="907277"/>
                    </a:lnTo>
                    <a:lnTo>
                      <a:pt x="916023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h348"/>
              <p:cNvSpPr/>
              <p:nvPr/>
            </p:nvSpPr>
            <p:spPr>
              <a:xfrm>
                <a:off x="2968662" y="2730025"/>
                <a:ext cx="915274" cy="916425"/>
              </a:xfrm>
              <a:custGeom>
                <a:avLst/>
                <a:gdLst/>
                <a:ahLst/>
                <a:cxnLst/>
                <a:rect l="0" t="0" r="0" b="0"/>
                <a:pathLst>
                  <a:path w="915274" h="916425">
                    <a:moveTo>
                      <a:pt x="914400" y="914400"/>
                    </a:moveTo>
                    <a:lnTo>
                      <a:pt x="915274" y="914400"/>
                    </a:lnTo>
                    <a:lnTo>
                      <a:pt x="914400" y="916425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h349"/>
              <p:cNvSpPr/>
              <p:nvPr/>
            </p:nvSpPr>
            <p:spPr>
              <a:xfrm>
                <a:off x="2506091" y="271245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3952" y="931969"/>
                    </a:lnTo>
                    <a:lnTo>
                      <a:pt x="912751" y="927453"/>
                    </a:lnTo>
                    <a:lnTo>
                      <a:pt x="910409" y="917358"/>
                    </a:lnTo>
                    <a:lnTo>
                      <a:pt x="909819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h350"/>
              <p:cNvSpPr/>
              <p:nvPr/>
            </p:nvSpPr>
            <p:spPr>
              <a:xfrm>
                <a:off x="250609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h351"/>
              <p:cNvSpPr/>
              <p:nvPr/>
            </p:nvSpPr>
            <p:spPr>
              <a:xfrm>
                <a:off x="251553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h352"/>
              <p:cNvSpPr/>
              <p:nvPr/>
            </p:nvSpPr>
            <p:spPr>
              <a:xfrm>
                <a:off x="252497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h353"/>
              <p:cNvSpPr/>
              <p:nvPr/>
            </p:nvSpPr>
            <p:spPr>
              <a:xfrm>
                <a:off x="253441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h354"/>
              <p:cNvSpPr/>
              <p:nvPr/>
            </p:nvSpPr>
            <p:spPr>
              <a:xfrm>
                <a:off x="254385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h355"/>
              <p:cNvSpPr/>
              <p:nvPr/>
            </p:nvSpPr>
            <p:spPr>
              <a:xfrm>
                <a:off x="255329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h356"/>
              <p:cNvSpPr/>
              <p:nvPr/>
            </p:nvSpPr>
            <p:spPr>
              <a:xfrm>
                <a:off x="256273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h357"/>
              <p:cNvSpPr/>
              <p:nvPr/>
            </p:nvSpPr>
            <p:spPr>
              <a:xfrm>
                <a:off x="257217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h358"/>
              <p:cNvSpPr/>
              <p:nvPr/>
            </p:nvSpPr>
            <p:spPr>
              <a:xfrm>
                <a:off x="258161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h359"/>
              <p:cNvSpPr/>
              <p:nvPr/>
            </p:nvSpPr>
            <p:spPr>
              <a:xfrm>
                <a:off x="259105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h360"/>
              <p:cNvSpPr/>
              <p:nvPr/>
            </p:nvSpPr>
            <p:spPr>
              <a:xfrm>
                <a:off x="260049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h361"/>
              <p:cNvSpPr/>
              <p:nvPr/>
            </p:nvSpPr>
            <p:spPr>
              <a:xfrm>
                <a:off x="260993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h362"/>
              <p:cNvSpPr/>
              <p:nvPr/>
            </p:nvSpPr>
            <p:spPr>
              <a:xfrm>
                <a:off x="261937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h363"/>
              <p:cNvSpPr/>
              <p:nvPr/>
            </p:nvSpPr>
            <p:spPr>
              <a:xfrm>
                <a:off x="262881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h364"/>
              <p:cNvSpPr/>
              <p:nvPr/>
            </p:nvSpPr>
            <p:spPr>
              <a:xfrm>
                <a:off x="263825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h365"/>
              <p:cNvSpPr/>
              <p:nvPr/>
            </p:nvSpPr>
            <p:spPr>
              <a:xfrm>
                <a:off x="264769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h366"/>
              <p:cNvSpPr/>
              <p:nvPr/>
            </p:nvSpPr>
            <p:spPr>
              <a:xfrm>
                <a:off x="265713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h367"/>
              <p:cNvSpPr/>
              <p:nvPr/>
            </p:nvSpPr>
            <p:spPr>
              <a:xfrm>
                <a:off x="266657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h368"/>
              <p:cNvSpPr/>
              <p:nvPr/>
            </p:nvSpPr>
            <p:spPr>
              <a:xfrm>
                <a:off x="267601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h369"/>
              <p:cNvSpPr/>
              <p:nvPr/>
            </p:nvSpPr>
            <p:spPr>
              <a:xfrm>
                <a:off x="268545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h370"/>
              <p:cNvSpPr/>
              <p:nvPr/>
            </p:nvSpPr>
            <p:spPr>
              <a:xfrm>
                <a:off x="269489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h371"/>
              <p:cNvSpPr/>
              <p:nvPr/>
            </p:nvSpPr>
            <p:spPr>
              <a:xfrm>
                <a:off x="270433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h372"/>
              <p:cNvSpPr/>
              <p:nvPr/>
            </p:nvSpPr>
            <p:spPr>
              <a:xfrm>
                <a:off x="271377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h373"/>
              <p:cNvSpPr/>
              <p:nvPr/>
            </p:nvSpPr>
            <p:spPr>
              <a:xfrm>
                <a:off x="272321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h374"/>
              <p:cNvSpPr/>
              <p:nvPr/>
            </p:nvSpPr>
            <p:spPr>
              <a:xfrm>
                <a:off x="273265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h375"/>
              <p:cNvSpPr/>
              <p:nvPr/>
            </p:nvSpPr>
            <p:spPr>
              <a:xfrm>
                <a:off x="274209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h376"/>
              <p:cNvSpPr/>
              <p:nvPr/>
            </p:nvSpPr>
            <p:spPr>
              <a:xfrm>
                <a:off x="275153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h377"/>
              <p:cNvSpPr/>
              <p:nvPr/>
            </p:nvSpPr>
            <p:spPr>
              <a:xfrm>
                <a:off x="276097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h378"/>
              <p:cNvSpPr/>
              <p:nvPr/>
            </p:nvSpPr>
            <p:spPr>
              <a:xfrm>
                <a:off x="277041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h379"/>
              <p:cNvSpPr/>
              <p:nvPr/>
            </p:nvSpPr>
            <p:spPr>
              <a:xfrm>
                <a:off x="277985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h380"/>
              <p:cNvSpPr/>
              <p:nvPr/>
            </p:nvSpPr>
            <p:spPr>
              <a:xfrm>
                <a:off x="278929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h381"/>
              <p:cNvSpPr/>
              <p:nvPr/>
            </p:nvSpPr>
            <p:spPr>
              <a:xfrm>
                <a:off x="279873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h382"/>
              <p:cNvSpPr/>
              <p:nvPr/>
            </p:nvSpPr>
            <p:spPr>
              <a:xfrm>
                <a:off x="280817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h383"/>
              <p:cNvSpPr/>
              <p:nvPr/>
            </p:nvSpPr>
            <p:spPr>
              <a:xfrm>
                <a:off x="281761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h384"/>
              <p:cNvSpPr/>
              <p:nvPr/>
            </p:nvSpPr>
            <p:spPr>
              <a:xfrm>
                <a:off x="282705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h385"/>
              <p:cNvSpPr/>
              <p:nvPr/>
            </p:nvSpPr>
            <p:spPr>
              <a:xfrm>
                <a:off x="283649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h386"/>
              <p:cNvSpPr/>
              <p:nvPr/>
            </p:nvSpPr>
            <p:spPr>
              <a:xfrm>
                <a:off x="284593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h387"/>
              <p:cNvSpPr/>
              <p:nvPr/>
            </p:nvSpPr>
            <p:spPr>
              <a:xfrm>
                <a:off x="285538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h388"/>
              <p:cNvSpPr/>
              <p:nvPr/>
            </p:nvSpPr>
            <p:spPr>
              <a:xfrm>
                <a:off x="286482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h389"/>
              <p:cNvSpPr/>
              <p:nvPr/>
            </p:nvSpPr>
            <p:spPr>
              <a:xfrm>
                <a:off x="287426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h390"/>
              <p:cNvSpPr/>
              <p:nvPr/>
            </p:nvSpPr>
            <p:spPr>
              <a:xfrm>
                <a:off x="288370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h391"/>
              <p:cNvSpPr/>
              <p:nvPr/>
            </p:nvSpPr>
            <p:spPr>
              <a:xfrm>
                <a:off x="289314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h392"/>
              <p:cNvSpPr/>
              <p:nvPr/>
            </p:nvSpPr>
            <p:spPr>
              <a:xfrm>
                <a:off x="290258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h393"/>
              <p:cNvSpPr/>
              <p:nvPr/>
            </p:nvSpPr>
            <p:spPr>
              <a:xfrm>
                <a:off x="291202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h394"/>
              <p:cNvSpPr/>
              <p:nvPr/>
            </p:nvSpPr>
            <p:spPr>
              <a:xfrm>
                <a:off x="292146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h395"/>
              <p:cNvSpPr/>
              <p:nvPr/>
            </p:nvSpPr>
            <p:spPr>
              <a:xfrm>
                <a:off x="293090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h396"/>
              <p:cNvSpPr/>
              <p:nvPr/>
            </p:nvSpPr>
            <p:spPr>
              <a:xfrm>
                <a:off x="294034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h397"/>
              <p:cNvSpPr/>
              <p:nvPr/>
            </p:nvSpPr>
            <p:spPr>
              <a:xfrm>
                <a:off x="294978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h398"/>
              <p:cNvSpPr/>
              <p:nvPr/>
            </p:nvSpPr>
            <p:spPr>
              <a:xfrm>
                <a:off x="295922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h399"/>
              <p:cNvSpPr/>
              <p:nvPr/>
            </p:nvSpPr>
            <p:spPr>
              <a:xfrm>
                <a:off x="2968662" y="2730025"/>
                <a:ext cx="9222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5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259" y="896830"/>
                    </a:lnTo>
                    <a:lnTo>
                      <a:pt x="921384" y="899352"/>
                    </a:lnTo>
                    <a:lnTo>
                      <a:pt x="917952" y="908200"/>
                    </a:lnTo>
                    <a:lnTo>
                      <a:pt x="915274" y="914400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h400"/>
              <p:cNvSpPr/>
              <p:nvPr/>
            </p:nvSpPr>
            <p:spPr>
              <a:xfrm>
                <a:off x="2506091" y="269488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819" y="931969"/>
                    </a:lnTo>
                    <a:lnTo>
                      <a:pt x="908353" y="924620"/>
                    </a:lnTo>
                    <a:lnTo>
                      <a:pt x="906635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h401"/>
              <p:cNvSpPr/>
              <p:nvPr/>
            </p:nvSpPr>
            <p:spPr>
              <a:xfrm>
                <a:off x="250609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h402"/>
              <p:cNvSpPr/>
              <p:nvPr/>
            </p:nvSpPr>
            <p:spPr>
              <a:xfrm>
                <a:off x="251553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h403"/>
              <p:cNvSpPr/>
              <p:nvPr/>
            </p:nvSpPr>
            <p:spPr>
              <a:xfrm>
                <a:off x="252497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h404"/>
              <p:cNvSpPr/>
              <p:nvPr/>
            </p:nvSpPr>
            <p:spPr>
              <a:xfrm>
                <a:off x="253441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h405"/>
              <p:cNvSpPr/>
              <p:nvPr/>
            </p:nvSpPr>
            <p:spPr>
              <a:xfrm>
                <a:off x="254385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h406"/>
              <p:cNvSpPr/>
              <p:nvPr/>
            </p:nvSpPr>
            <p:spPr>
              <a:xfrm>
                <a:off x="255329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h407"/>
              <p:cNvSpPr/>
              <p:nvPr/>
            </p:nvSpPr>
            <p:spPr>
              <a:xfrm>
                <a:off x="256273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h408"/>
              <p:cNvSpPr/>
              <p:nvPr/>
            </p:nvSpPr>
            <p:spPr>
              <a:xfrm>
                <a:off x="257217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h409"/>
              <p:cNvSpPr/>
              <p:nvPr/>
            </p:nvSpPr>
            <p:spPr>
              <a:xfrm>
                <a:off x="258161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h410"/>
              <p:cNvSpPr/>
              <p:nvPr/>
            </p:nvSpPr>
            <p:spPr>
              <a:xfrm>
                <a:off x="259105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h411"/>
              <p:cNvSpPr/>
              <p:nvPr/>
            </p:nvSpPr>
            <p:spPr>
              <a:xfrm>
                <a:off x="260049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h412"/>
              <p:cNvSpPr/>
              <p:nvPr/>
            </p:nvSpPr>
            <p:spPr>
              <a:xfrm>
                <a:off x="260993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h413"/>
              <p:cNvSpPr/>
              <p:nvPr/>
            </p:nvSpPr>
            <p:spPr>
              <a:xfrm>
                <a:off x="261937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h414"/>
              <p:cNvSpPr/>
              <p:nvPr/>
            </p:nvSpPr>
            <p:spPr>
              <a:xfrm>
                <a:off x="262881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h415"/>
              <p:cNvSpPr/>
              <p:nvPr/>
            </p:nvSpPr>
            <p:spPr>
              <a:xfrm>
                <a:off x="263825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h416"/>
              <p:cNvSpPr/>
              <p:nvPr/>
            </p:nvSpPr>
            <p:spPr>
              <a:xfrm>
                <a:off x="264769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h417"/>
              <p:cNvSpPr/>
              <p:nvPr/>
            </p:nvSpPr>
            <p:spPr>
              <a:xfrm>
                <a:off x="265713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h418"/>
              <p:cNvSpPr/>
              <p:nvPr/>
            </p:nvSpPr>
            <p:spPr>
              <a:xfrm>
                <a:off x="266657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h419"/>
              <p:cNvSpPr/>
              <p:nvPr/>
            </p:nvSpPr>
            <p:spPr>
              <a:xfrm>
                <a:off x="267601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h420"/>
              <p:cNvSpPr/>
              <p:nvPr/>
            </p:nvSpPr>
            <p:spPr>
              <a:xfrm>
                <a:off x="268545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h421"/>
              <p:cNvSpPr/>
              <p:nvPr/>
            </p:nvSpPr>
            <p:spPr>
              <a:xfrm>
                <a:off x="269489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h422"/>
              <p:cNvSpPr/>
              <p:nvPr/>
            </p:nvSpPr>
            <p:spPr>
              <a:xfrm>
                <a:off x="270433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h423"/>
              <p:cNvSpPr/>
              <p:nvPr/>
            </p:nvSpPr>
            <p:spPr>
              <a:xfrm>
                <a:off x="271377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h424"/>
              <p:cNvSpPr/>
              <p:nvPr/>
            </p:nvSpPr>
            <p:spPr>
              <a:xfrm>
                <a:off x="272321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h425"/>
              <p:cNvSpPr/>
              <p:nvPr/>
            </p:nvSpPr>
            <p:spPr>
              <a:xfrm>
                <a:off x="273265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h426"/>
              <p:cNvSpPr/>
              <p:nvPr/>
            </p:nvSpPr>
            <p:spPr>
              <a:xfrm>
                <a:off x="274209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h427"/>
              <p:cNvSpPr/>
              <p:nvPr/>
            </p:nvSpPr>
            <p:spPr>
              <a:xfrm>
                <a:off x="275153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h428"/>
              <p:cNvSpPr/>
              <p:nvPr/>
            </p:nvSpPr>
            <p:spPr>
              <a:xfrm>
                <a:off x="276097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h429"/>
              <p:cNvSpPr/>
              <p:nvPr/>
            </p:nvSpPr>
            <p:spPr>
              <a:xfrm>
                <a:off x="277041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h430"/>
              <p:cNvSpPr/>
              <p:nvPr/>
            </p:nvSpPr>
            <p:spPr>
              <a:xfrm>
                <a:off x="277985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h431"/>
              <p:cNvSpPr/>
              <p:nvPr/>
            </p:nvSpPr>
            <p:spPr>
              <a:xfrm>
                <a:off x="278929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h432"/>
              <p:cNvSpPr/>
              <p:nvPr/>
            </p:nvSpPr>
            <p:spPr>
              <a:xfrm>
                <a:off x="279873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h433"/>
              <p:cNvSpPr/>
              <p:nvPr/>
            </p:nvSpPr>
            <p:spPr>
              <a:xfrm>
                <a:off x="280817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h434"/>
              <p:cNvSpPr/>
              <p:nvPr/>
            </p:nvSpPr>
            <p:spPr>
              <a:xfrm>
                <a:off x="281761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h435"/>
              <p:cNvSpPr/>
              <p:nvPr/>
            </p:nvSpPr>
            <p:spPr>
              <a:xfrm>
                <a:off x="282705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h436"/>
              <p:cNvSpPr/>
              <p:nvPr/>
            </p:nvSpPr>
            <p:spPr>
              <a:xfrm>
                <a:off x="283649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h437"/>
              <p:cNvSpPr/>
              <p:nvPr/>
            </p:nvSpPr>
            <p:spPr>
              <a:xfrm>
                <a:off x="284593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h438"/>
              <p:cNvSpPr/>
              <p:nvPr/>
            </p:nvSpPr>
            <p:spPr>
              <a:xfrm>
                <a:off x="285538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h439"/>
              <p:cNvSpPr/>
              <p:nvPr/>
            </p:nvSpPr>
            <p:spPr>
              <a:xfrm>
                <a:off x="286482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h440"/>
              <p:cNvSpPr/>
              <p:nvPr/>
            </p:nvSpPr>
            <p:spPr>
              <a:xfrm>
                <a:off x="287426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h441"/>
              <p:cNvSpPr/>
              <p:nvPr/>
            </p:nvSpPr>
            <p:spPr>
              <a:xfrm>
                <a:off x="288370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h442"/>
              <p:cNvSpPr/>
              <p:nvPr/>
            </p:nvSpPr>
            <p:spPr>
              <a:xfrm>
                <a:off x="289314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h443"/>
              <p:cNvSpPr/>
              <p:nvPr/>
            </p:nvSpPr>
            <p:spPr>
              <a:xfrm>
                <a:off x="290258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h444"/>
              <p:cNvSpPr/>
              <p:nvPr/>
            </p:nvSpPr>
            <p:spPr>
              <a:xfrm>
                <a:off x="291202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h445"/>
              <p:cNvSpPr/>
              <p:nvPr/>
            </p:nvSpPr>
            <p:spPr>
              <a:xfrm>
                <a:off x="292146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h446"/>
              <p:cNvSpPr/>
              <p:nvPr/>
            </p:nvSpPr>
            <p:spPr>
              <a:xfrm>
                <a:off x="293090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h447"/>
              <p:cNvSpPr/>
              <p:nvPr/>
            </p:nvSpPr>
            <p:spPr>
              <a:xfrm>
                <a:off x="294034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h448"/>
              <p:cNvSpPr/>
              <p:nvPr/>
            </p:nvSpPr>
            <p:spPr>
              <a:xfrm>
                <a:off x="294978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h449"/>
              <p:cNvSpPr/>
              <p:nvPr/>
            </p:nvSpPr>
            <p:spPr>
              <a:xfrm>
                <a:off x="295922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h450"/>
              <p:cNvSpPr/>
              <p:nvPr/>
            </p:nvSpPr>
            <p:spPr>
              <a:xfrm>
                <a:off x="2968662" y="271245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846"/>
                    </a:lnTo>
                    <a:lnTo>
                      <a:pt x="922259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h451"/>
              <p:cNvSpPr/>
              <p:nvPr/>
            </p:nvSpPr>
            <p:spPr>
              <a:xfrm>
                <a:off x="2978103" y="2694885"/>
                <a:ext cx="918447" cy="927415"/>
              </a:xfrm>
              <a:custGeom>
                <a:avLst/>
                <a:gdLst/>
                <a:ahLst/>
                <a:cxnLst/>
                <a:rect l="0" t="0" r="0" b="0"/>
                <a:pathLst>
                  <a:path w="918447" h="927415">
                    <a:moveTo>
                      <a:pt x="914400" y="914400"/>
                    </a:moveTo>
                    <a:lnTo>
                      <a:pt x="918447" y="914400"/>
                    </a:lnTo>
                    <a:lnTo>
                      <a:pt x="918048" y="915863"/>
                    </a:lnTo>
                    <a:lnTo>
                      <a:pt x="915125" y="925324"/>
                    </a:lnTo>
                    <a:lnTo>
                      <a:pt x="914400" y="927415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h452"/>
              <p:cNvSpPr/>
              <p:nvPr/>
            </p:nvSpPr>
            <p:spPr>
              <a:xfrm>
                <a:off x="2496650" y="2677316"/>
                <a:ext cx="914400" cy="9195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49">
                    <a:moveTo>
                      <a:pt x="914400" y="914400"/>
                    </a:moveTo>
                    <a:lnTo>
                      <a:pt x="914400" y="919549"/>
                    </a:lnTo>
                    <a:lnTo>
                      <a:pt x="913842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h453"/>
              <p:cNvSpPr/>
              <p:nvPr/>
            </p:nvSpPr>
            <p:spPr>
              <a:xfrm>
                <a:off x="249665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75" y="931969"/>
                    </a:lnTo>
                    <a:lnTo>
                      <a:pt x="916029" y="931696"/>
                    </a:lnTo>
                    <a:lnTo>
                      <a:pt x="914562" y="921045"/>
                    </a:lnTo>
                    <a:lnTo>
                      <a:pt x="914400" y="91954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h454"/>
              <p:cNvSpPr/>
              <p:nvPr/>
            </p:nvSpPr>
            <p:spPr>
              <a:xfrm>
                <a:off x="250609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h455"/>
              <p:cNvSpPr/>
              <p:nvPr/>
            </p:nvSpPr>
            <p:spPr>
              <a:xfrm>
                <a:off x="251553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h456"/>
              <p:cNvSpPr/>
              <p:nvPr/>
            </p:nvSpPr>
            <p:spPr>
              <a:xfrm>
                <a:off x="252497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h457"/>
              <p:cNvSpPr/>
              <p:nvPr/>
            </p:nvSpPr>
            <p:spPr>
              <a:xfrm>
                <a:off x="253441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h458"/>
              <p:cNvSpPr/>
              <p:nvPr/>
            </p:nvSpPr>
            <p:spPr>
              <a:xfrm>
                <a:off x="254385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h459"/>
              <p:cNvSpPr/>
              <p:nvPr/>
            </p:nvSpPr>
            <p:spPr>
              <a:xfrm>
                <a:off x="255329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h460"/>
              <p:cNvSpPr/>
              <p:nvPr/>
            </p:nvSpPr>
            <p:spPr>
              <a:xfrm>
                <a:off x="256273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h461"/>
              <p:cNvSpPr/>
              <p:nvPr/>
            </p:nvSpPr>
            <p:spPr>
              <a:xfrm>
                <a:off x="257217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h462"/>
              <p:cNvSpPr/>
              <p:nvPr/>
            </p:nvSpPr>
            <p:spPr>
              <a:xfrm>
                <a:off x="258161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h463"/>
              <p:cNvSpPr/>
              <p:nvPr/>
            </p:nvSpPr>
            <p:spPr>
              <a:xfrm>
                <a:off x="259105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h464"/>
              <p:cNvSpPr/>
              <p:nvPr/>
            </p:nvSpPr>
            <p:spPr>
              <a:xfrm>
                <a:off x="260049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h465"/>
              <p:cNvSpPr/>
              <p:nvPr/>
            </p:nvSpPr>
            <p:spPr>
              <a:xfrm>
                <a:off x="260993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h466"/>
              <p:cNvSpPr/>
              <p:nvPr/>
            </p:nvSpPr>
            <p:spPr>
              <a:xfrm>
                <a:off x="261937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h467"/>
              <p:cNvSpPr/>
              <p:nvPr/>
            </p:nvSpPr>
            <p:spPr>
              <a:xfrm>
                <a:off x="262881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h468"/>
              <p:cNvSpPr/>
              <p:nvPr/>
            </p:nvSpPr>
            <p:spPr>
              <a:xfrm>
                <a:off x="263825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h469"/>
              <p:cNvSpPr/>
              <p:nvPr/>
            </p:nvSpPr>
            <p:spPr>
              <a:xfrm>
                <a:off x="264769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h470"/>
              <p:cNvSpPr/>
              <p:nvPr/>
            </p:nvSpPr>
            <p:spPr>
              <a:xfrm>
                <a:off x="265713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h471"/>
              <p:cNvSpPr/>
              <p:nvPr/>
            </p:nvSpPr>
            <p:spPr>
              <a:xfrm>
                <a:off x="266657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h472"/>
              <p:cNvSpPr/>
              <p:nvPr/>
            </p:nvSpPr>
            <p:spPr>
              <a:xfrm>
                <a:off x="267601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h473"/>
              <p:cNvSpPr/>
              <p:nvPr/>
            </p:nvSpPr>
            <p:spPr>
              <a:xfrm>
                <a:off x="268545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h474"/>
              <p:cNvSpPr/>
              <p:nvPr/>
            </p:nvSpPr>
            <p:spPr>
              <a:xfrm>
                <a:off x="269489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h475"/>
              <p:cNvSpPr/>
              <p:nvPr/>
            </p:nvSpPr>
            <p:spPr>
              <a:xfrm>
                <a:off x="270433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h476"/>
              <p:cNvSpPr/>
              <p:nvPr/>
            </p:nvSpPr>
            <p:spPr>
              <a:xfrm>
                <a:off x="271377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h477"/>
              <p:cNvSpPr/>
              <p:nvPr/>
            </p:nvSpPr>
            <p:spPr>
              <a:xfrm>
                <a:off x="272321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h478"/>
              <p:cNvSpPr/>
              <p:nvPr/>
            </p:nvSpPr>
            <p:spPr>
              <a:xfrm>
                <a:off x="273265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h479"/>
              <p:cNvSpPr/>
              <p:nvPr/>
            </p:nvSpPr>
            <p:spPr>
              <a:xfrm>
                <a:off x="274209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h480"/>
              <p:cNvSpPr/>
              <p:nvPr/>
            </p:nvSpPr>
            <p:spPr>
              <a:xfrm>
                <a:off x="275153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h481"/>
              <p:cNvSpPr/>
              <p:nvPr/>
            </p:nvSpPr>
            <p:spPr>
              <a:xfrm>
                <a:off x="276097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h482"/>
              <p:cNvSpPr/>
              <p:nvPr/>
            </p:nvSpPr>
            <p:spPr>
              <a:xfrm>
                <a:off x="277041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h483"/>
              <p:cNvSpPr/>
              <p:nvPr/>
            </p:nvSpPr>
            <p:spPr>
              <a:xfrm>
                <a:off x="277985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h484"/>
              <p:cNvSpPr/>
              <p:nvPr/>
            </p:nvSpPr>
            <p:spPr>
              <a:xfrm>
                <a:off x="278929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h485"/>
              <p:cNvSpPr/>
              <p:nvPr/>
            </p:nvSpPr>
            <p:spPr>
              <a:xfrm>
                <a:off x="279873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h486"/>
              <p:cNvSpPr/>
              <p:nvPr/>
            </p:nvSpPr>
            <p:spPr>
              <a:xfrm>
                <a:off x="280817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h487"/>
              <p:cNvSpPr/>
              <p:nvPr/>
            </p:nvSpPr>
            <p:spPr>
              <a:xfrm>
                <a:off x="281761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h488"/>
              <p:cNvSpPr/>
              <p:nvPr/>
            </p:nvSpPr>
            <p:spPr>
              <a:xfrm>
                <a:off x="282705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h489"/>
              <p:cNvSpPr/>
              <p:nvPr/>
            </p:nvSpPr>
            <p:spPr>
              <a:xfrm>
                <a:off x="283649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h490"/>
              <p:cNvSpPr/>
              <p:nvPr/>
            </p:nvSpPr>
            <p:spPr>
              <a:xfrm>
                <a:off x="284593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h491"/>
              <p:cNvSpPr/>
              <p:nvPr/>
            </p:nvSpPr>
            <p:spPr>
              <a:xfrm>
                <a:off x="285538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h492"/>
              <p:cNvSpPr/>
              <p:nvPr/>
            </p:nvSpPr>
            <p:spPr>
              <a:xfrm>
                <a:off x="286482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h493"/>
              <p:cNvSpPr/>
              <p:nvPr/>
            </p:nvSpPr>
            <p:spPr>
              <a:xfrm>
                <a:off x="287426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h494"/>
              <p:cNvSpPr/>
              <p:nvPr/>
            </p:nvSpPr>
            <p:spPr>
              <a:xfrm>
                <a:off x="288370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h495"/>
              <p:cNvSpPr/>
              <p:nvPr/>
            </p:nvSpPr>
            <p:spPr>
              <a:xfrm>
                <a:off x="289314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h496"/>
              <p:cNvSpPr/>
              <p:nvPr/>
            </p:nvSpPr>
            <p:spPr>
              <a:xfrm>
                <a:off x="290258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h497"/>
              <p:cNvSpPr/>
              <p:nvPr/>
            </p:nvSpPr>
            <p:spPr>
              <a:xfrm>
                <a:off x="291202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h498"/>
              <p:cNvSpPr/>
              <p:nvPr/>
            </p:nvSpPr>
            <p:spPr>
              <a:xfrm>
                <a:off x="292146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h499"/>
              <p:cNvSpPr/>
              <p:nvPr/>
            </p:nvSpPr>
            <p:spPr>
              <a:xfrm>
                <a:off x="293090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h500"/>
              <p:cNvSpPr/>
              <p:nvPr/>
            </p:nvSpPr>
            <p:spPr>
              <a:xfrm>
                <a:off x="294034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h501"/>
              <p:cNvSpPr/>
              <p:nvPr/>
            </p:nvSpPr>
            <p:spPr>
              <a:xfrm>
                <a:off x="294978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h502"/>
              <p:cNvSpPr/>
              <p:nvPr/>
            </p:nvSpPr>
            <p:spPr>
              <a:xfrm>
                <a:off x="295922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h503"/>
              <p:cNvSpPr/>
              <p:nvPr/>
            </p:nvSpPr>
            <p:spPr>
              <a:xfrm>
                <a:off x="296866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h504"/>
              <p:cNvSpPr/>
              <p:nvPr/>
            </p:nvSpPr>
            <p:spPr>
              <a:xfrm>
                <a:off x="2978103" y="2694885"/>
                <a:ext cx="9229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2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925" y="896830"/>
                    </a:lnTo>
                    <a:lnTo>
                      <a:pt x="920703" y="906133"/>
                    </a:lnTo>
                    <a:lnTo>
                      <a:pt x="918447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h505"/>
              <p:cNvSpPr/>
              <p:nvPr/>
            </p:nvSpPr>
            <p:spPr>
              <a:xfrm>
                <a:off x="2496650" y="265974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3842" y="931969"/>
                    </a:lnTo>
                    <a:lnTo>
                      <a:pt x="913394" y="927836"/>
                    </a:lnTo>
                    <a:lnTo>
                      <a:pt x="912530" y="916959"/>
                    </a:lnTo>
                    <a:lnTo>
                      <a:pt x="912399" y="91439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h506"/>
              <p:cNvSpPr/>
              <p:nvPr/>
            </p:nvSpPr>
            <p:spPr>
              <a:xfrm>
                <a:off x="249665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h507"/>
              <p:cNvSpPr/>
              <p:nvPr/>
            </p:nvSpPr>
            <p:spPr>
              <a:xfrm>
                <a:off x="250609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h508"/>
              <p:cNvSpPr/>
              <p:nvPr/>
            </p:nvSpPr>
            <p:spPr>
              <a:xfrm>
                <a:off x="251553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h509"/>
              <p:cNvSpPr/>
              <p:nvPr/>
            </p:nvSpPr>
            <p:spPr>
              <a:xfrm>
                <a:off x="252497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h510"/>
              <p:cNvSpPr/>
              <p:nvPr/>
            </p:nvSpPr>
            <p:spPr>
              <a:xfrm>
                <a:off x="253441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h511"/>
              <p:cNvSpPr/>
              <p:nvPr/>
            </p:nvSpPr>
            <p:spPr>
              <a:xfrm>
                <a:off x="254385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h512"/>
              <p:cNvSpPr/>
              <p:nvPr/>
            </p:nvSpPr>
            <p:spPr>
              <a:xfrm>
                <a:off x="255329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h513"/>
              <p:cNvSpPr/>
              <p:nvPr/>
            </p:nvSpPr>
            <p:spPr>
              <a:xfrm>
                <a:off x="256273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h514"/>
              <p:cNvSpPr/>
              <p:nvPr/>
            </p:nvSpPr>
            <p:spPr>
              <a:xfrm>
                <a:off x="257217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h515"/>
              <p:cNvSpPr/>
              <p:nvPr/>
            </p:nvSpPr>
            <p:spPr>
              <a:xfrm>
                <a:off x="258161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h516"/>
              <p:cNvSpPr/>
              <p:nvPr/>
            </p:nvSpPr>
            <p:spPr>
              <a:xfrm>
                <a:off x="259105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h517"/>
              <p:cNvSpPr/>
              <p:nvPr/>
            </p:nvSpPr>
            <p:spPr>
              <a:xfrm>
                <a:off x="260049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h518"/>
              <p:cNvSpPr/>
              <p:nvPr/>
            </p:nvSpPr>
            <p:spPr>
              <a:xfrm>
                <a:off x="260993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h519"/>
              <p:cNvSpPr/>
              <p:nvPr/>
            </p:nvSpPr>
            <p:spPr>
              <a:xfrm>
                <a:off x="261937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h520"/>
              <p:cNvSpPr/>
              <p:nvPr/>
            </p:nvSpPr>
            <p:spPr>
              <a:xfrm>
                <a:off x="262881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h521"/>
              <p:cNvSpPr/>
              <p:nvPr/>
            </p:nvSpPr>
            <p:spPr>
              <a:xfrm>
                <a:off x="263825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h522"/>
              <p:cNvSpPr/>
              <p:nvPr/>
            </p:nvSpPr>
            <p:spPr>
              <a:xfrm>
                <a:off x="264769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h523"/>
              <p:cNvSpPr/>
              <p:nvPr/>
            </p:nvSpPr>
            <p:spPr>
              <a:xfrm>
                <a:off x="265713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h524"/>
              <p:cNvSpPr/>
              <p:nvPr/>
            </p:nvSpPr>
            <p:spPr>
              <a:xfrm>
                <a:off x="266657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h525"/>
              <p:cNvSpPr/>
              <p:nvPr/>
            </p:nvSpPr>
            <p:spPr>
              <a:xfrm>
                <a:off x="267601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h526"/>
              <p:cNvSpPr/>
              <p:nvPr/>
            </p:nvSpPr>
            <p:spPr>
              <a:xfrm>
                <a:off x="268545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h527"/>
              <p:cNvSpPr/>
              <p:nvPr/>
            </p:nvSpPr>
            <p:spPr>
              <a:xfrm>
                <a:off x="269489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h528"/>
              <p:cNvSpPr/>
              <p:nvPr/>
            </p:nvSpPr>
            <p:spPr>
              <a:xfrm>
                <a:off x="270433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h529"/>
              <p:cNvSpPr/>
              <p:nvPr/>
            </p:nvSpPr>
            <p:spPr>
              <a:xfrm>
                <a:off x="271377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h530"/>
              <p:cNvSpPr/>
              <p:nvPr/>
            </p:nvSpPr>
            <p:spPr>
              <a:xfrm>
                <a:off x="272321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h531"/>
              <p:cNvSpPr/>
              <p:nvPr/>
            </p:nvSpPr>
            <p:spPr>
              <a:xfrm>
                <a:off x="273265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h532"/>
              <p:cNvSpPr/>
              <p:nvPr/>
            </p:nvSpPr>
            <p:spPr>
              <a:xfrm>
                <a:off x="274209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h533"/>
              <p:cNvSpPr/>
              <p:nvPr/>
            </p:nvSpPr>
            <p:spPr>
              <a:xfrm>
                <a:off x="275153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h534"/>
              <p:cNvSpPr/>
              <p:nvPr/>
            </p:nvSpPr>
            <p:spPr>
              <a:xfrm>
                <a:off x="276097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h535"/>
              <p:cNvSpPr/>
              <p:nvPr/>
            </p:nvSpPr>
            <p:spPr>
              <a:xfrm>
                <a:off x="277041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h536"/>
              <p:cNvSpPr/>
              <p:nvPr/>
            </p:nvSpPr>
            <p:spPr>
              <a:xfrm>
                <a:off x="277985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h537"/>
              <p:cNvSpPr/>
              <p:nvPr/>
            </p:nvSpPr>
            <p:spPr>
              <a:xfrm>
                <a:off x="278929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h538"/>
              <p:cNvSpPr/>
              <p:nvPr/>
            </p:nvSpPr>
            <p:spPr>
              <a:xfrm>
                <a:off x="279873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h539"/>
              <p:cNvSpPr/>
              <p:nvPr/>
            </p:nvSpPr>
            <p:spPr>
              <a:xfrm>
                <a:off x="280817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h540"/>
              <p:cNvSpPr/>
              <p:nvPr/>
            </p:nvSpPr>
            <p:spPr>
              <a:xfrm>
                <a:off x="281761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h541"/>
              <p:cNvSpPr/>
              <p:nvPr/>
            </p:nvSpPr>
            <p:spPr>
              <a:xfrm>
                <a:off x="282705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h542"/>
              <p:cNvSpPr/>
              <p:nvPr/>
            </p:nvSpPr>
            <p:spPr>
              <a:xfrm>
                <a:off x="283649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h543"/>
              <p:cNvSpPr/>
              <p:nvPr/>
            </p:nvSpPr>
            <p:spPr>
              <a:xfrm>
                <a:off x="284593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h544"/>
              <p:cNvSpPr/>
              <p:nvPr/>
            </p:nvSpPr>
            <p:spPr>
              <a:xfrm>
                <a:off x="285538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h545"/>
              <p:cNvSpPr/>
              <p:nvPr/>
            </p:nvSpPr>
            <p:spPr>
              <a:xfrm>
                <a:off x="286482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h546"/>
              <p:cNvSpPr/>
              <p:nvPr/>
            </p:nvSpPr>
            <p:spPr>
              <a:xfrm>
                <a:off x="287426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h547"/>
              <p:cNvSpPr/>
              <p:nvPr/>
            </p:nvSpPr>
            <p:spPr>
              <a:xfrm>
                <a:off x="288370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h548"/>
              <p:cNvSpPr/>
              <p:nvPr/>
            </p:nvSpPr>
            <p:spPr>
              <a:xfrm>
                <a:off x="289314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h549"/>
              <p:cNvSpPr/>
              <p:nvPr/>
            </p:nvSpPr>
            <p:spPr>
              <a:xfrm>
                <a:off x="290258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h550"/>
              <p:cNvSpPr/>
              <p:nvPr/>
            </p:nvSpPr>
            <p:spPr>
              <a:xfrm>
                <a:off x="291202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h551"/>
              <p:cNvSpPr/>
              <p:nvPr/>
            </p:nvSpPr>
            <p:spPr>
              <a:xfrm>
                <a:off x="292146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h552"/>
              <p:cNvSpPr/>
              <p:nvPr/>
            </p:nvSpPr>
            <p:spPr>
              <a:xfrm>
                <a:off x="293090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h553"/>
              <p:cNvSpPr/>
              <p:nvPr/>
            </p:nvSpPr>
            <p:spPr>
              <a:xfrm>
                <a:off x="294034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h554"/>
              <p:cNvSpPr/>
              <p:nvPr/>
            </p:nvSpPr>
            <p:spPr>
              <a:xfrm>
                <a:off x="294978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h555"/>
              <p:cNvSpPr/>
              <p:nvPr/>
            </p:nvSpPr>
            <p:spPr>
              <a:xfrm>
                <a:off x="295922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h556"/>
              <p:cNvSpPr/>
              <p:nvPr/>
            </p:nvSpPr>
            <p:spPr>
              <a:xfrm>
                <a:off x="296866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h557"/>
              <p:cNvSpPr/>
              <p:nvPr/>
            </p:nvSpPr>
            <p:spPr>
              <a:xfrm>
                <a:off x="2978103" y="267731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0069"/>
                    </a:lnTo>
                    <a:lnTo>
                      <a:pt x="923085" y="913730"/>
                    </a:lnTo>
                    <a:lnTo>
                      <a:pt x="922925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h558"/>
              <p:cNvSpPr/>
              <p:nvPr/>
            </p:nvSpPr>
            <p:spPr>
              <a:xfrm>
                <a:off x="2987543" y="2659746"/>
                <a:ext cx="916920" cy="927639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27639">
                    <a:moveTo>
                      <a:pt x="914400" y="914399"/>
                    </a:moveTo>
                    <a:lnTo>
                      <a:pt x="916920" y="914399"/>
                    </a:lnTo>
                    <a:lnTo>
                      <a:pt x="915746" y="921111"/>
                    </a:lnTo>
                    <a:lnTo>
                      <a:pt x="914400" y="92763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h559"/>
              <p:cNvSpPr/>
              <p:nvPr/>
            </p:nvSpPr>
            <p:spPr>
              <a:xfrm>
                <a:off x="2496650" y="264217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99" y="931969"/>
                    </a:lnTo>
                    <a:lnTo>
                      <a:pt x="911972" y="923583"/>
                    </a:lnTo>
                    <a:lnTo>
                      <a:pt x="911762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h560"/>
              <p:cNvSpPr/>
              <p:nvPr/>
            </p:nvSpPr>
            <p:spPr>
              <a:xfrm>
                <a:off x="249665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h561"/>
              <p:cNvSpPr/>
              <p:nvPr/>
            </p:nvSpPr>
            <p:spPr>
              <a:xfrm>
                <a:off x="250609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h562"/>
              <p:cNvSpPr/>
              <p:nvPr/>
            </p:nvSpPr>
            <p:spPr>
              <a:xfrm>
                <a:off x="251553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h563"/>
              <p:cNvSpPr/>
              <p:nvPr/>
            </p:nvSpPr>
            <p:spPr>
              <a:xfrm>
                <a:off x="252497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h564"/>
              <p:cNvSpPr/>
              <p:nvPr/>
            </p:nvSpPr>
            <p:spPr>
              <a:xfrm>
                <a:off x="253441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h565"/>
              <p:cNvSpPr/>
              <p:nvPr/>
            </p:nvSpPr>
            <p:spPr>
              <a:xfrm>
                <a:off x="254385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h566"/>
              <p:cNvSpPr/>
              <p:nvPr/>
            </p:nvSpPr>
            <p:spPr>
              <a:xfrm>
                <a:off x="255329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h567"/>
              <p:cNvSpPr/>
              <p:nvPr/>
            </p:nvSpPr>
            <p:spPr>
              <a:xfrm>
                <a:off x="256273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h568"/>
              <p:cNvSpPr/>
              <p:nvPr/>
            </p:nvSpPr>
            <p:spPr>
              <a:xfrm>
                <a:off x="257217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h569"/>
              <p:cNvSpPr/>
              <p:nvPr/>
            </p:nvSpPr>
            <p:spPr>
              <a:xfrm>
                <a:off x="258161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h570"/>
              <p:cNvSpPr/>
              <p:nvPr/>
            </p:nvSpPr>
            <p:spPr>
              <a:xfrm>
                <a:off x="259105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h571"/>
              <p:cNvSpPr/>
              <p:nvPr/>
            </p:nvSpPr>
            <p:spPr>
              <a:xfrm>
                <a:off x="260049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h572"/>
              <p:cNvSpPr/>
              <p:nvPr/>
            </p:nvSpPr>
            <p:spPr>
              <a:xfrm>
                <a:off x="260993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h573"/>
              <p:cNvSpPr/>
              <p:nvPr/>
            </p:nvSpPr>
            <p:spPr>
              <a:xfrm>
                <a:off x="261937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h574"/>
              <p:cNvSpPr/>
              <p:nvPr/>
            </p:nvSpPr>
            <p:spPr>
              <a:xfrm>
                <a:off x="262881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h575"/>
              <p:cNvSpPr/>
              <p:nvPr/>
            </p:nvSpPr>
            <p:spPr>
              <a:xfrm>
                <a:off x="263825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h576"/>
              <p:cNvSpPr/>
              <p:nvPr/>
            </p:nvSpPr>
            <p:spPr>
              <a:xfrm>
                <a:off x="264769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h577"/>
              <p:cNvSpPr/>
              <p:nvPr/>
            </p:nvSpPr>
            <p:spPr>
              <a:xfrm>
                <a:off x="265713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h578"/>
              <p:cNvSpPr/>
              <p:nvPr/>
            </p:nvSpPr>
            <p:spPr>
              <a:xfrm>
                <a:off x="266657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h579"/>
              <p:cNvSpPr/>
              <p:nvPr/>
            </p:nvSpPr>
            <p:spPr>
              <a:xfrm>
                <a:off x="267601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h580"/>
              <p:cNvSpPr/>
              <p:nvPr/>
            </p:nvSpPr>
            <p:spPr>
              <a:xfrm>
                <a:off x="268545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h581"/>
              <p:cNvSpPr/>
              <p:nvPr/>
            </p:nvSpPr>
            <p:spPr>
              <a:xfrm>
                <a:off x="269489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h582"/>
              <p:cNvSpPr/>
              <p:nvPr/>
            </p:nvSpPr>
            <p:spPr>
              <a:xfrm>
                <a:off x="270433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h583"/>
              <p:cNvSpPr/>
              <p:nvPr/>
            </p:nvSpPr>
            <p:spPr>
              <a:xfrm>
                <a:off x="271377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h584"/>
              <p:cNvSpPr/>
              <p:nvPr/>
            </p:nvSpPr>
            <p:spPr>
              <a:xfrm>
                <a:off x="272321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h585"/>
              <p:cNvSpPr/>
              <p:nvPr/>
            </p:nvSpPr>
            <p:spPr>
              <a:xfrm>
                <a:off x="273265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h586"/>
              <p:cNvSpPr/>
              <p:nvPr/>
            </p:nvSpPr>
            <p:spPr>
              <a:xfrm>
                <a:off x="274209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h587"/>
              <p:cNvSpPr/>
              <p:nvPr/>
            </p:nvSpPr>
            <p:spPr>
              <a:xfrm>
                <a:off x="275153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h588"/>
              <p:cNvSpPr/>
              <p:nvPr/>
            </p:nvSpPr>
            <p:spPr>
              <a:xfrm>
                <a:off x="276097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h589"/>
              <p:cNvSpPr/>
              <p:nvPr/>
            </p:nvSpPr>
            <p:spPr>
              <a:xfrm>
                <a:off x="277041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h590"/>
              <p:cNvSpPr/>
              <p:nvPr/>
            </p:nvSpPr>
            <p:spPr>
              <a:xfrm>
                <a:off x="277985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h591"/>
              <p:cNvSpPr/>
              <p:nvPr/>
            </p:nvSpPr>
            <p:spPr>
              <a:xfrm>
                <a:off x="278929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h592"/>
              <p:cNvSpPr/>
              <p:nvPr/>
            </p:nvSpPr>
            <p:spPr>
              <a:xfrm>
                <a:off x="279873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h593"/>
              <p:cNvSpPr/>
              <p:nvPr/>
            </p:nvSpPr>
            <p:spPr>
              <a:xfrm>
                <a:off x="280817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h594"/>
              <p:cNvSpPr/>
              <p:nvPr/>
            </p:nvSpPr>
            <p:spPr>
              <a:xfrm>
                <a:off x="281761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h595"/>
              <p:cNvSpPr/>
              <p:nvPr/>
            </p:nvSpPr>
            <p:spPr>
              <a:xfrm>
                <a:off x="282705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h596"/>
              <p:cNvSpPr/>
              <p:nvPr/>
            </p:nvSpPr>
            <p:spPr>
              <a:xfrm>
                <a:off x="283649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h597"/>
              <p:cNvSpPr/>
              <p:nvPr/>
            </p:nvSpPr>
            <p:spPr>
              <a:xfrm>
                <a:off x="284593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h598"/>
              <p:cNvSpPr/>
              <p:nvPr/>
            </p:nvSpPr>
            <p:spPr>
              <a:xfrm>
                <a:off x="285538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h599"/>
              <p:cNvSpPr/>
              <p:nvPr/>
            </p:nvSpPr>
            <p:spPr>
              <a:xfrm>
                <a:off x="286482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h600"/>
              <p:cNvSpPr/>
              <p:nvPr/>
            </p:nvSpPr>
            <p:spPr>
              <a:xfrm>
                <a:off x="287426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h601"/>
              <p:cNvSpPr/>
              <p:nvPr/>
            </p:nvSpPr>
            <p:spPr>
              <a:xfrm>
                <a:off x="288370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h602"/>
              <p:cNvSpPr/>
              <p:nvPr/>
            </p:nvSpPr>
            <p:spPr>
              <a:xfrm>
                <a:off x="289314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h603"/>
              <p:cNvSpPr/>
              <p:nvPr/>
            </p:nvSpPr>
            <p:spPr>
              <a:xfrm>
                <a:off x="290258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h604"/>
              <p:cNvSpPr/>
              <p:nvPr/>
            </p:nvSpPr>
            <p:spPr>
              <a:xfrm>
                <a:off x="291202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h605"/>
              <p:cNvSpPr/>
              <p:nvPr/>
            </p:nvSpPr>
            <p:spPr>
              <a:xfrm>
                <a:off x="292146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h606"/>
              <p:cNvSpPr/>
              <p:nvPr/>
            </p:nvSpPr>
            <p:spPr>
              <a:xfrm>
                <a:off x="293090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h607"/>
              <p:cNvSpPr/>
              <p:nvPr/>
            </p:nvSpPr>
            <p:spPr>
              <a:xfrm>
                <a:off x="294034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h608"/>
              <p:cNvSpPr/>
              <p:nvPr/>
            </p:nvSpPr>
            <p:spPr>
              <a:xfrm>
                <a:off x="294978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h609"/>
              <p:cNvSpPr/>
              <p:nvPr/>
            </p:nvSpPr>
            <p:spPr>
              <a:xfrm>
                <a:off x="295922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h610"/>
              <p:cNvSpPr/>
              <p:nvPr/>
            </p:nvSpPr>
            <p:spPr>
              <a:xfrm>
                <a:off x="296866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h611"/>
              <p:cNvSpPr/>
              <p:nvPr/>
            </p:nvSpPr>
            <p:spPr>
              <a:xfrm>
                <a:off x="297810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h612"/>
              <p:cNvSpPr/>
              <p:nvPr/>
            </p:nvSpPr>
            <p:spPr>
              <a:xfrm>
                <a:off x="2987543" y="2659746"/>
                <a:ext cx="91947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2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72" y="896830"/>
                    </a:lnTo>
                    <a:lnTo>
                      <a:pt x="919085" y="900195"/>
                    </a:lnTo>
                    <a:lnTo>
                      <a:pt x="917561" y="910733"/>
                    </a:lnTo>
                    <a:lnTo>
                      <a:pt x="916920" y="91439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h613"/>
              <p:cNvSpPr/>
              <p:nvPr/>
            </p:nvSpPr>
            <p:spPr>
              <a:xfrm>
                <a:off x="2496650" y="262460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762" y="931969"/>
                    </a:lnTo>
                    <a:lnTo>
                      <a:pt x="911721" y="930167"/>
                    </a:lnTo>
                    <a:lnTo>
                      <a:pt x="911778" y="919173"/>
                    </a:lnTo>
                    <a:lnTo>
                      <a:pt x="911937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h614"/>
              <p:cNvSpPr/>
              <p:nvPr/>
            </p:nvSpPr>
            <p:spPr>
              <a:xfrm>
                <a:off x="249665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h615"/>
              <p:cNvSpPr/>
              <p:nvPr/>
            </p:nvSpPr>
            <p:spPr>
              <a:xfrm>
                <a:off x="250609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h616"/>
              <p:cNvSpPr/>
              <p:nvPr/>
            </p:nvSpPr>
            <p:spPr>
              <a:xfrm>
                <a:off x="251553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h617"/>
              <p:cNvSpPr/>
              <p:nvPr/>
            </p:nvSpPr>
            <p:spPr>
              <a:xfrm>
                <a:off x="252497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h618"/>
              <p:cNvSpPr/>
              <p:nvPr/>
            </p:nvSpPr>
            <p:spPr>
              <a:xfrm>
                <a:off x="253441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h619"/>
              <p:cNvSpPr/>
              <p:nvPr/>
            </p:nvSpPr>
            <p:spPr>
              <a:xfrm>
                <a:off x="254385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h620"/>
              <p:cNvSpPr/>
              <p:nvPr/>
            </p:nvSpPr>
            <p:spPr>
              <a:xfrm>
                <a:off x="255329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h621"/>
              <p:cNvSpPr/>
              <p:nvPr/>
            </p:nvSpPr>
            <p:spPr>
              <a:xfrm>
                <a:off x="256273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h622"/>
              <p:cNvSpPr/>
              <p:nvPr/>
            </p:nvSpPr>
            <p:spPr>
              <a:xfrm>
                <a:off x="257217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h623"/>
              <p:cNvSpPr/>
              <p:nvPr/>
            </p:nvSpPr>
            <p:spPr>
              <a:xfrm>
                <a:off x="258161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h624"/>
              <p:cNvSpPr/>
              <p:nvPr/>
            </p:nvSpPr>
            <p:spPr>
              <a:xfrm>
                <a:off x="259105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h625"/>
              <p:cNvSpPr/>
              <p:nvPr/>
            </p:nvSpPr>
            <p:spPr>
              <a:xfrm>
                <a:off x="260049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h626"/>
              <p:cNvSpPr/>
              <p:nvPr/>
            </p:nvSpPr>
            <p:spPr>
              <a:xfrm>
                <a:off x="260993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h627"/>
              <p:cNvSpPr/>
              <p:nvPr/>
            </p:nvSpPr>
            <p:spPr>
              <a:xfrm>
                <a:off x="261937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h628"/>
              <p:cNvSpPr/>
              <p:nvPr/>
            </p:nvSpPr>
            <p:spPr>
              <a:xfrm>
                <a:off x="262881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h629"/>
              <p:cNvSpPr/>
              <p:nvPr/>
            </p:nvSpPr>
            <p:spPr>
              <a:xfrm>
                <a:off x="263825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h630"/>
              <p:cNvSpPr/>
              <p:nvPr/>
            </p:nvSpPr>
            <p:spPr>
              <a:xfrm>
                <a:off x="264769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h631"/>
              <p:cNvSpPr/>
              <p:nvPr/>
            </p:nvSpPr>
            <p:spPr>
              <a:xfrm>
                <a:off x="265713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h632"/>
              <p:cNvSpPr/>
              <p:nvPr/>
            </p:nvSpPr>
            <p:spPr>
              <a:xfrm>
                <a:off x="266657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h633"/>
              <p:cNvSpPr/>
              <p:nvPr/>
            </p:nvSpPr>
            <p:spPr>
              <a:xfrm>
                <a:off x="267601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h634"/>
              <p:cNvSpPr/>
              <p:nvPr/>
            </p:nvSpPr>
            <p:spPr>
              <a:xfrm>
                <a:off x="268545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h635"/>
              <p:cNvSpPr/>
              <p:nvPr/>
            </p:nvSpPr>
            <p:spPr>
              <a:xfrm>
                <a:off x="269489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h636"/>
              <p:cNvSpPr/>
              <p:nvPr/>
            </p:nvSpPr>
            <p:spPr>
              <a:xfrm>
                <a:off x="270433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h637"/>
              <p:cNvSpPr/>
              <p:nvPr/>
            </p:nvSpPr>
            <p:spPr>
              <a:xfrm>
                <a:off x="271377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h638"/>
              <p:cNvSpPr/>
              <p:nvPr/>
            </p:nvSpPr>
            <p:spPr>
              <a:xfrm>
                <a:off x="272321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h639"/>
              <p:cNvSpPr/>
              <p:nvPr/>
            </p:nvSpPr>
            <p:spPr>
              <a:xfrm>
                <a:off x="273265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h640"/>
              <p:cNvSpPr/>
              <p:nvPr/>
            </p:nvSpPr>
            <p:spPr>
              <a:xfrm>
                <a:off x="274209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h641"/>
              <p:cNvSpPr/>
              <p:nvPr/>
            </p:nvSpPr>
            <p:spPr>
              <a:xfrm>
                <a:off x="275153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h642"/>
              <p:cNvSpPr/>
              <p:nvPr/>
            </p:nvSpPr>
            <p:spPr>
              <a:xfrm>
                <a:off x="276097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h643"/>
              <p:cNvSpPr/>
              <p:nvPr/>
            </p:nvSpPr>
            <p:spPr>
              <a:xfrm>
                <a:off x="277041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h644"/>
              <p:cNvSpPr/>
              <p:nvPr/>
            </p:nvSpPr>
            <p:spPr>
              <a:xfrm>
                <a:off x="277985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h645"/>
              <p:cNvSpPr/>
              <p:nvPr/>
            </p:nvSpPr>
            <p:spPr>
              <a:xfrm>
                <a:off x="278929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h646"/>
              <p:cNvSpPr/>
              <p:nvPr/>
            </p:nvSpPr>
            <p:spPr>
              <a:xfrm>
                <a:off x="279873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h647"/>
              <p:cNvSpPr/>
              <p:nvPr/>
            </p:nvSpPr>
            <p:spPr>
              <a:xfrm>
                <a:off x="280817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h648"/>
              <p:cNvSpPr/>
              <p:nvPr/>
            </p:nvSpPr>
            <p:spPr>
              <a:xfrm>
                <a:off x="281761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h649"/>
              <p:cNvSpPr/>
              <p:nvPr/>
            </p:nvSpPr>
            <p:spPr>
              <a:xfrm>
                <a:off x="282705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h650"/>
              <p:cNvSpPr/>
              <p:nvPr/>
            </p:nvSpPr>
            <p:spPr>
              <a:xfrm>
                <a:off x="283649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h651"/>
              <p:cNvSpPr/>
              <p:nvPr/>
            </p:nvSpPr>
            <p:spPr>
              <a:xfrm>
                <a:off x="284593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h652"/>
              <p:cNvSpPr/>
              <p:nvPr/>
            </p:nvSpPr>
            <p:spPr>
              <a:xfrm>
                <a:off x="285538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h653"/>
              <p:cNvSpPr/>
              <p:nvPr/>
            </p:nvSpPr>
            <p:spPr>
              <a:xfrm>
                <a:off x="286482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h654"/>
              <p:cNvSpPr/>
              <p:nvPr/>
            </p:nvSpPr>
            <p:spPr>
              <a:xfrm>
                <a:off x="287426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h655"/>
              <p:cNvSpPr/>
              <p:nvPr/>
            </p:nvSpPr>
            <p:spPr>
              <a:xfrm>
                <a:off x="288370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h656"/>
              <p:cNvSpPr/>
              <p:nvPr/>
            </p:nvSpPr>
            <p:spPr>
              <a:xfrm>
                <a:off x="289314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h657"/>
              <p:cNvSpPr/>
              <p:nvPr/>
            </p:nvSpPr>
            <p:spPr>
              <a:xfrm>
                <a:off x="290258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h658"/>
              <p:cNvSpPr/>
              <p:nvPr/>
            </p:nvSpPr>
            <p:spPr>
              <a:xfrm>
                <a:off x="291202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h659"/>
              <p:cNvSpPr/>
              <p:nvPr/>
            </p:nvSpPr>
            <p:spPr>
              <a:xfrm>
                <a:off x="292146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h660"/>
              <p:cNvSpPr/>
              <p:nvPr/>
            </p:nvSpPr>
            <p:spPr>
              <a:xfrm>
                <a:off x="293090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h661"/>
              <p:cNvSpPr/>
              <p:nvPr/>
            </p:nvSpPr>
            <p:spPr>
              <a:xfrm>
                <a:off x="294034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h662"/>
              <p:cNvSpPr/>
              <p:nvPr/>
            </p:nvSpPr>
            <p:spPr>
              <a:xfrm>
                <a:off x="294978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h663"/>
              <p:cNvSpPr/>
              <p:nvPr/>
            </p:nvSpPr>
            <p:spPr>
              <a:xfrm>
                <a:off x="295922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h664"/>
              <p:cNvSpPr/>
              <p:nvPr/>
            </p:nvSpPr>
            <p:spPr>
              <a:xfrm>
                <a:off x="296866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h665"/>
              <p:cNvSpPr/>
              <p:nvPr/>
            </p:nvSpPr>
            <p:spPr>
              <a:xfrm>
                <a:off x="297810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h666"/>
              <p:cNvSpPr/>
              <p:nvPr/>
            </p:nvSpPr>
            <p:spPr>
              <a:xfrm>
                <a:off x="2987543" y="2642176"/>
                <a:ext cx="921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00" y="896830"/>
                    </a:lnTo>
                    <a:lnTo>
                      <a:pt x="920314" y="907094"/>
                    </a:lnTo>
                    <a:lnTo>
                      <a:pt x="919472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h667"/>
              <p:cNvSpPr/>
              <p:nvPr/>
            </p:nvSpPr>
            <p:spPr>
              <a:xfrm>
                <a:off x="2496650" y="260703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937" y="931969"/>
                    </a:lnTo>
                    <a:lnTo>
                      <a:pt x="912143" y="925768"/>
                    </a:lnTo>
                    <a:lnTo>
                      <a:pt x="912815" y="914844"/>
                    </a:lnTo>
                    <a:lnTo>
                      <a:pt x="912856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h668"/>
              <p:cNvSpPr/>
              <p:nvPr/>
            </p:nvSpPr>
            <p:spPr>
              <a:xfrm>
                <a:off x="249665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h669"/>
              <p:cNvSpPr/>
              <p:nvPr/>
            </p:nvSpPr>
            <p:spPr>
              <a:xfrm>
                <a:off x="250609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h670"/>
              <p:cNvSpPr/>
              <p:nvPr/>
            </p:nvSpPr>
            <p:spPr>
              <a:xfrm>
                <a:off x="251553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h671"/>
              <p:cNvSpPr/>
              <p:nvPr/>
            </p:nvSpPr>
            <p:spPr>
              <a:xfrm>
                <a:off x="252497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h672"/>
              <p:cNvSpPr/>
              <p:nvPr/>
            </p:nvSpPr>
            <p:spPr>
              <a:xfrm>
                <a:off x="253441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h673"/>
              <p:cNvSpPr/>
              <p:nvPr/>
            </p:nvSpPr>
            <p:spPr>
              <a:xfrm>
                <a:off x="254385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h674"/>
              <p:cNvSpPr/>
              <p:nvPr/>
            </p:nvSpPr>
            <p:spPr>
              <a:xfrm>
                <a:off x="255329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h675"/>
              <p:cNvSpPr/>
              <p:nvPr/>
            </p:nvSpPr>
            <p:spPr>
              <a:xfrm>
                <a:off x="256273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h676"/>
              <p:cNvSpPr/>
              <p:nvPr/>
            </p:nvSpPr>
            <p:spPr>
              <a:xfrm>
                <a:off x="257217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h677"/>
              <p:cNvSpPr/>
              <p:nvPr/>
            </p:nvSpPr>
            <p:spPr>
              <a:xfrm>
                <a:off x="258161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h678"/>
              <p:cNvSpPr/>
              <p:nvPr/>
            </p:nvSpPr>
            <p:spPr>
              <a:xfrm>
                <a:off x="259105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h679"/>
              <p:cNvSpPr/>
              <p:nvPr/>
            </p:nvSpPr>
            <p:spPr>
              <a:xfrm>
                <a:off x="260049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h680"/>
              <p:cNvSpPr/>
              <p:nvPr/>
            </p:nvSpPr>
            <p:spPr>
              <a:xfrm>
                <a:off x="260993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h681"/>
              <p:cNvSpPr/>
              <p:nvPr/>
            </p:nvSpPr>
            <p:spPr>
              <a:xfrm>
                <a:off x="261937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h682"/>
              <p:cNvSpPr/>
              <p:nvPr/>
            </p:nvSpPr>
            <p:spPr>
              <a:xfrm>
                <a:off x="262881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h683"/>
              <p:cNvSpPr/>
              <p:nvPr/>
            </p:nvSpPr>
            <p:spPr>
              <a:xfrm>
                <a:off x="263825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h684"/>
              <p:cNvSpPr/>
              <p:nvPr/>
            </p:nvSpPr>
            <p:spPr>
              <a:xfrm>
                <a:off x="264769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h685"/>
              <p:cNvSpPr/>
              <p:nvPr/>
            </p:nvSpPr>
            <p:spPr>
              <a:xfrm>
                <a:off x="265713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h686"/>
              <p:cNvSpPr/>
              <p:nvPr/>
            </p:nvSpPr>
            <p:spPr>
              <a:xfrm>
                <a:off x="266657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h687"/>
              <p:cNvSpPr/>
              <p:nvPr/>
            </p:nvSpPr>
            <p:spPr>
              <a:xfrm>
                <a:off x="267601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h688"/>
              <p:cNvSpPr/>
              <p:nvPr/>
            </p:nvSpPr>
            <p:spPr>
              <a:xfrm>
                <a:off x="268545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h689"/>
              <p:cNvSpPr/>
              <p:nvPr/>
            </p:nvSpPr>
            <p:spPr>
              <a:xfrm>
                <a:off x="269489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h690"/>
              <p:cNvSpPr/>
              <p:nvPr/>
            </p:nvSpPr>
            <p:spPr>
              <a:xfrm>
                <a:off x="270433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h691"/>
              <p:cNvSpPr/>
              <p:nvPr/>
            </p:nvSpPr>
            <p:spPr>
              <a:xfrm>
                <a:off x="271377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h692"/>
              <p:cNvSpPr/>
              <p:nvPr/>
            </p:nvSpPr>
            <p:spPr>
              <a:xfrm>
                <a:off x="272321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h693"/>
              <p:cNvSpPr/>
              <p:nvPr/>
            </p:nvSpPr>
            <p:spPr>
              <a:xfrm>
                <a:off x="273265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h694"/>
              <p:cNvSpPr/>
              <p:nvPr/>
            </p:nvSpPr>
            <p:spPr>
              <a:xfrm>
                <a:off x="274209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h695"/>
              <p:cNvSpPr/>
              <p:nvPr/>
            </p:nvSpPr>
            <p:spPr>
              <a:xfrm>
                <a:off x="275153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h696"/>
              <p:cNvSpPr/>
              <p:nvPr/>
            </p:nvSpPr>
            <p:spPr>
              <a:xfrm>
                <a:off x="276097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h697"/>
              <p:cNvSpPr/>
              <p:nvPr/>
            </p:nvSpPr>
            <p:spPr>
              <a:xfrm>
                <a:off x="277041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h698"/>
              <p:cNvSpPr/>
              <p:nvPr/>
            </p:nvSpPr>
            <p:spPr>
              <a:xfrm>
                <a:off x="277985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h699"/>
              <p:cNvSpPr/>
              <p:nvPr/>
            </p:nvSpPr>
            <p:spPr>
              <a:xfrm>
                <a:off x="278929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h700"/>
              <p:cNvSpPr/>
              <p:nvPr/>
            </p:nvSpPr>
            <p:spPr>
              <a:xfrm>
                <a:off x="279873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h701"/>
              <p:cNvSpPr/>
              <p:nvPr/>
            </p:nvSpPr>
            <p:spPr>
              <a:xfrm>
                <a:off x="280817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h702"/>
              <p:cNvSpPr/>
              <p:nvPr/>
            </p:nvSpPr>
            <p:spPr>
              <a:xfrm>
                <a:off x="281761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h703"/>
              <p:cNvSpPr/>
              <p:nvPr/>
            </p:nvSpPr>
            <p:spPr>
              <a:xfrm>
                <a:off x="282705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h704"/>
              <p:cNvSpPr/>
              <p:nvPr/>
            </p:nvSpPr>
            <p:spPr>
              <a:xfrm>
                <a:off x="283649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h705"/>
              <p:cNvSpPr/>
              <p:nvPr/>
            </p:nvSpPr>
            <p:spPr>
              <a:xfrm>
                <a:off x="284593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h706"/>
              <p:cNvSpPr/>
              <p:nvPr/>
            </p:nvSpPr>
            <p:spPr>
              <a:xfrm>
                <a:off x="285538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h707"/>
              <p:cNvSpPr/>
              <p:nvPr/>
            </p:nvSpPr>
            <p:spPr>
              <a:xfrm>
                <a:off x="286482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h708"/>
              <p:cNvSpPr/>
              <p:nvPr/>
            </p:nvSpPr>
            <p:spPr>
              <a:xfrm>
                <a:off x="287426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h709"/>
              <p:cNvSpPr/>
              <p:nvPr/>
            </p:nvSpPr>
            <p:spPr>
              <a:xfrm>
                <a:off x="288370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h710"/>
              <p:cNvSpPr/>
              <p:nvPr/>
            </p:nvSpPr>
            <p:spPr>
              <a:xfrm>
                <a:off x="289314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h711"/>
              <p:cNvSpPr/>
              <p:nvPr/>
            </p:nvSpPr>
            <p:spPr>
              <a:xfrm>
                <a:off x="290258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h712"/>
              <p:cNvSpPr/>
              <p:nvPr/>
            </p:nvSpPr>
            <p:spPr>
              <a:xfrm>
                <a:off x="291202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h713"/>
              <p:cNvSpPr/>
              <p:nvPr/>
            </p:nvSpPr>
            <p:spPr>
              <a:xfrm>
                <a:off x="292146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h714"/>
              <p:cNvSpPr/>
              <p:nvPr/>
            </p:nvSpPr>
            <p:spPr>
              <a:xfrm>
                <a:off x="293090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h715"/>
              <p:cNvSpPr/>
              <p:nvPr/>
            </p:nvSpPr>
            <p:spPr>
              <a:xfrm>
                <a:off x="294034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h716"/>
              <p:cNvSpPr/>
              <p:nvPr/>
            </p:nvSpPr>
            <p:spPr>
              <a:xfrm>
                <a:off x="294978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h717"/>
              <p:cNvSpPr/>
              <p:nvPr/>
            </p:nvSpPr>
            <p:spPr>
              <a:xfrm>
                <a:off x="295922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h718"/>
              <p:cNvSpPr/>
              <p:nvPr/>
            </p:nvSpPr>
            <p:spPr>
              <a:xfrm>
                <a:off x="296866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h719"/>
              <p:cNvSpPr/>
              <p:nvPr/>
            </p:nvSpPr>
            <p:spPr>
              <a:xfrm>
                <a:off x="297810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h720"/>
              <p:cNvSpPr/>
              <p:nvPr/>
            </p:nvSpPr>
            <p:spPr>
              <a:xfrm>
                <a:off x="2987543" y="262460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519"/>
                    </a:lnTo>
                    <a:lnTo>
                      <a:pt x="921532" y="908931"/>
                    </a:lnTo>
                    <a:lnTo>
                      <a:pt x="921244" y="913888"/>
                    </a:lnTo>
                    <a:lnTo>
                      <a:pt x="921200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h721"/>
              <p:cNvSpPr/>
              <p:nvPr/>
            </p:nvSpPr>
            <p:spPr>
              <a:xfrm>
                <a:off x="2996983" y="2607036"/>
                <a:ext cx="923840" cy="9250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08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8120"/>
                    </a:lnTo>
                    <a:lnTo>
                      <a:pt x="921337" y="920221"/>
                    </a:lnTo>
                    <a:lnTo>
                      <a:pt x="915742" y="924267"/>
                    </a:lnTo>
                    <a:lnTo>
                      <a:pt x="914399" y="92508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h722"/>
              <p:cNvSpPr/>
              <p:nvPr/>
            </p:nvSpPr>
            <p:spPr>
              <a:xfrm>
                <a:off x="3006423" y="2607036"/>
                <a:ext cx="918648" cy="918120"/>
              </a:xfrm>
              <a:custGeom>
                <a:avLst/>
                <a:gdLst/>
                <a:ahLst/>
                <a:cxnLst/>
                <a:rect l="0" t="0" r="0" b="0"/>
                <a:pathLst>
                  <a:path w="918648" h="918120">
                    <a:moveTo>
                      <a:pt x="914400" y="914400"/>
                    </a:moveTo>
                    <a:lnTo>
                      <a:pt x="918648" y="914400"/>
                    </a:lnTo>
                    <a:lnTo>
                      <a:pt x="917368" y="915629"/>
                    </a:lnTo>
                    <a:lnTo>
                      <a:pt x="914400" y="918120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h723"/>
              <p:cNvSpPr/>
              <p:nvPr/>
            </p:nvSpPr>
            <p:spPr>
              <a:xfrm>
                <a:off x="2496650" y="260703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56" y="914400"/>
                    </a:lnTo>
                    <a:lnTo>
                      <a:pt x="913793" y="904000"/>
                    </a:lnTo>
                    <a:lnTo>
                      <a:pt x="914400" y="89890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h724"/>
              <p:cNvSpPr/>
              <p:nvPr/>
            </p:nvSpPr>
            <p:spPr>
              <a:xfrm>
                <a:off x="2506091" y="2589467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6479"/>
                    </a:lnTo>
                    <a:lnTo>
                      <a:pt x="905207" y="91439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h725"/>
              <p:cNvSpPr/>
              <p:nvPr/>
            </p:nvSpPr>
            <p:spPr>
              <a:xfrm>
                <a:off x="250609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h726"/>
              <p:cNvSpPr/>
              <p:nvPr/>
            </p:nvSpPr>
            <p:spPr>
              <a:xfrm>
                <a:off x="251553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h727"/>
              <p:cNvSpPr/>
              <p:nvPr/>
            </p:nvSpPr>
            <p:spPr>
              <a:xfrm>
                <a:off x="252497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h728"/>
              <p:cNvSpPr/>
              <p:nvPr/>
            </p:nvSpPr>
            <p:spPr>
              <a:xfrm>
                <a:off x="253441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h729"/>
              <p:cNvSpPr/>
              <p:nvPr/>
            </p:nvSpPr>
            <p:spPr>
              <a:xfrm>
                <a:off x="254385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h730"/>
              <p:cNvSpPr/>
              <p:nvPr/>
            </p:nvSpPr>
            <p:spPr>
              <a:xfrm>
                <a:off x="255329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h731"/>
              <p:cNvSpPr/>
              <p:nvPr/>
            </p:nvSpPr>
            <p:spPr>
              <a:xfrm>
                <a:off x="256273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h732"/>
              <p:cNvSpPr/>
              <p:nvPr/>
            </p:nvSpPr>
            <p:spPr>
              <a:xfrm>
                <a:off x="257217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h733"/>
              <p:cNvSpPr/>
              <p:nvPr/>
            </p:nvSpPr>
            <p:spPr>
              <a:xfrm>
                <a:off x="258161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h734"/>
              <p:cNvSpPr/>
              <p:nvPr/>
            </p:nvSpPr>
            <p:spPr>
              <a:xfrm>
                <a:off x="259105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h735"/>
              <p:cNvSpPr/>
              <p:nvPr/>
            </p:nvSpPr>
            <p:spPr>
              <a:xfrm>
                <a:off x="260049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h736"/>
              <p:cNvSpPr/>
              <p:nvPr/>
            </p:nvSpPr>
            <p:spPr>
              <a:xfrm>
                <a:off x="260993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h737"/>
              <p:cNvSpPr/>
              <p:nvPr/>
            </p:nvSpPr>
            <p:spPr>
              <a:xfrm>
                <a:off x="261937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h738"/>
              <p:cNvSpPr/>
              <p:nvPr/>
            </p:nvSpPr>
            <p:spPr>
              <a:xfrm>
                <a:off x="262881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h739"/>
              <p:cNvSpPr/>
              <p:nvPr/>
            </p:nvSpPr>
            <p:spPr>
              <a:xfrm>
                <a:off x="263825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h740"/>
              <p:cNvSpPr/>
              <p:nvPr/>
            </p:nvSpPr>
            <p:spPr>
              <a:xfrm>
                <a:off x="264769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h741"/>
              <p:cNvSpPr/>
              <p:nvPr/>
            </p:nvSpPr>
            <p:spPr>
              <a:xfrm>
                <a:off x="265713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h742"/>
              <p:cNvSpPr/>
              <p:nvPr/>
            </p:nvSpPr>
            <p:spPr>
              <a:xfrm>
                <a:off x="266657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h743"/>
              <p:cNvSpPr/>
              <p:nvPr/>
            </p:nvSpPr>
            <p:spPr>
              <a:xfrm>
                <a:off x="267601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h744"/>
              <p:cNvSpPr/>
              <p:nvPr/>
            </p:nvSpPr>
            <p:spPr>
              <a:xfrm>
                <a:off x="268545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h745"/>
              <p:cNvSpPr/>
              <p:nvPr/>
            </p:nvSpPr>
            <p:spPr>
              <a:xfrm>
                <a:off x="269489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h746"/>
              <p:cNvSpPr/>
              <p:nvPr/>
            </p:nvSpPr>
            <p:spPr>
              <a:xfrm>
                <a:off x="270433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h747"/>
              <p:cNvSpPr/>
              <p:nvPr/>
            </p:nvSpPr>
            <p:spPr>
              <a:xfrm>
                <a:off x="271377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h748"/>
              <p:cNvSpPr/>
              <p:nvPr/>
            </p:nvSpPr>
            <p:spPr>
              <a:xfrm>
                <a:off x="272321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h749"/>
              <p:cNvSpPr/>
              <p:nvPr/>
            </p:nvSpPr>
            <p:spPr>
              <a:xfrm>
                <a:off x="273265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h750"/>
              <p:cNvSpPr/>
              <p:nvPr/>
            </p:nvSpPr>
            <p:spPr>
              <a:xfrm>
                <a:off x="274209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h751"/>
              <p:cNvSpPr/>
              <p:nvPr/>
            </p:nvSpPr>
            <p:spPr>
              <a:xfrm>
                <a:off x="275153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h752"/>
              <p:cNvSpPr/>
              <p:nvPr/>
            </p:nvSpPr>
            <p:spPr>
              <a:xfrm>
                <a:off x="276097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h753"/>
              <p:cNvSpPr/>
              <p:nvPr/>
            </p:nvSpPr>
            <p:spPr>
              <a:xfrm>
                <a:off x="277041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h754"/>
              <p:cNvSpPr/>
              <p:nvPr/>
            </p:nvSpPr>
            <p:spPr>
              <a:xfrm>
                <a:off x="277985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h755"/>
              <p:cNvSpPr/>
              <p:nvPr/>
            </p:nvSpPr>
            <p:spPr>
              <a:xfrm>
                <a:off x="278929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h756"/>
              <p:cNvSpPr/>
              <p:nvPr/>
            </p:nvSpPr>
            <p:spPr>
              <a:xfrm>
                <a:off x="279873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h757"/>
              <p:cNvSpPr/>
              <p:nvPr/>
            </p:nvSpPr>
            <p:spPr>
              <a:xfrm>
                <a:off x="280817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h758"/>
              <p:cNvSpPr/>
              <p:nvPr/>
            </p:nvSpPr>
            <p:spPr>
              <a:xfrm>
                <a:off x="281761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h759"/>
              <p:cNvSpPr/>
              <p:nvPr/>
            </p:nvSpPr>
            <p:spPr>
              <a:xfrm>
                <a:off x="282705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h760"/>
              <p:cNvSpPr/>
              <p:nvPr/>
            </p:nvSpPr>
            <p:spPr>
              <a:xfrm>
                <a:off x="283649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h761"/>
              <p:cNvSpPr/>
              <p:nvPr/>
            </p:nvSpPr>
            <p:spPr>
              <a:xfrm>
                <a:off x="284593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h762"/>
              <p:cNvSpPr/>
              <p:nvPr/>
            </p:nvSpPr>
            <p:spPr>
              <a:xfrm>
                <a:off x="285538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h763"/>
              <p:cNvSpPr/>
              <p:nvPr/>
            </p:nvSpPr>
            <p:spPr>
              <a:xfrm>
                <a:off x="286482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h764"/>
              <p:cNvSpPr/>
              <p:nvPr/>
            </p:nvSpPr>
            <p:spPr>
              <a:xfrm>
                <a:off x="287426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h765"/>
              <p:cNvSpPr/>
              <p:nvPr/>
            </p:nvSpPr>
            <p:spPr>
              <a:xfrm>
                <a:off x="288370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h766"/>
              <p:cNvSpPr/>
              <p:nvPr/>
            </p:nvSpPr>
            <p:spPr>
              <a:xfrm>
                <a:off x="289314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h767"/>
              <p:cNvSpPr/>
              <p:nvPr/>
            </p:nvSpPr>
            <p:spPr>
              <a:xfrm>
                <a:off x="290258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h768"/>
              <p:cNvSpPr/>
              <p:nvPr/>
            </p:nvSpPr>
            <p:spPr>
              <a:xfrm>
                <a:off x="291202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h769"/>
              <p:cNvSpPr/>
              <p:nvPr/>
            </p:nvSpPr>
            <p:spPr>
              <a:xfrm>
                <a:off x="292146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h770"/>
              <p:cNvSpPr/>
              <p:nvPr/>
            </p:nvSpPr>
            <p:spPr>
              <a:xfrm>
                <a:off x="293090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h771"/>
              <p:cNvSpPr/>
              <p:nvPr/>
            </p:nvSpPr>
            <p:spPr>
              <a:xfrm>
                <a:off x="294034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h772"/>
              <p:cNvSpPr/>
              <p:nvPr/>
            </p:nvSpPr>
            <p:spPr>
              <a:xfrm>
                <a:off x="294978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h773"/>
              <p:cNvSpPr/>
              <p:nvPr/>
            </p:nvSpPr>
            <p:spPr>
              <a:xfrm>
                <a:off x="295922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h774"/>
              <p:cNvSpPr/>
              <p:nvPr/>
            </p:nvSpPr>
            <p:spPr>
              <a:xfrm>
                <a:off x="296866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h775"/>
              <p:cNvSpPr/>
              <p:nvPr/>
            </p:nvSpPr>
            <p:spPr>
              <a:xfrm>
                <a:off x="297810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h776"/>
              <p:cNvSpPr/>
              <p:nvPr/>
            </p:nvSpPr>
            <p:spPr>
              <a:xfrm>
                <a:off x="298754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h777"/>
              <p:cNvSpPr/>
              <p:nvPr/>
            </p:nvSpPr>
            <p:spPr>
              <a:xfrm>
                <a:off x="299698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h778"/>
              <p:cNvSpPr/>
              <p:nvPr/>
            </p:nvSpPr>
            <p:spPr>
              <a:xfrm>
                <a:off x="3006423" y="26070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264"/>
                    </a:lnTo>
                    <a:lnTo>
                      <a:pt x="922702" y="910504"/>
                    </a:lnTo>
                    <a:lnTo>
                      <a:pt x="918648" y="914400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h779"/>
              <p:cNvSpPr/>
              <p:nvPr/>
            </p:nvSpPr>
            <p:spPr>
              <a:xfrm>
                <a:off x="3015864" y="2589467"/>
                <a:ext cx="923840" cy="9268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34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15753"/>
                    </a:lnTo>
                    <a:lnTo>
                      <a:pt x="923454" y="916283"/>
                    </a:lnTo>
                    <a:lnTo>
                      <a:pt x="918441" y="922430"/>
                    </a:lnTo>
                    <a:lnTo>
                      <a:pt x="914399" y="926834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h780"/>
              <p:cNvSpPr/>
              <p:nvPr/>
            </p:nvSpPr>
            <p:spPr>
              <a:xfrm>
                <a:off x="3025304" y="2589467"/>
                <a:ext cx="915385" cy="915753"/>
              </a:xfrm>
              <a:custGeom>
                <a:avLst/>
                <a:gdLst/>
                <a:ahLst/>
                <a:cxnLst/>
                <a:rect l="0" t="0" r="0" b="0"/>
                <a:pathLst>
                  <a:path w="915385" h="915753">
                    <a:moveTo>
                      <a:pt x="914400" y="914399"/>
                    </a:moveTo>
                    <a:lnTo>
                      <a:pt x="915385" y="914399"/>
                    </a:lnTo>
                    <a:lnTo>
                      <a:pt x="914400" y="915753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h781"/>
              <p:cNvSpPr/>
              <p:nvPr/>
            </p:nvSpPr>
            <p:spPr>
              <a:xfrm>
                <a:off x="3138587" y="2589467"/>
                <a:ext cx="914400" cy="91715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55">
                    <a:moveTo>
                      <a:pt x="914400" y="914399"/>
                    </a:moveTo>
                    <a:lnTo>
                      <a:pt x="914400" y="917155"/>
                    </a:lnTo>
                    <a:lnTo>
                      <a:pt x="909664" y="915098"/>
                    </a:lnTo>
                    <a:lnTo>
                      <a:pt x="908367" y="91439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h782"/>
              <p:cNvSpPr/>
              <p:nvPr/>
            </p:nvSpPr>
            <p:spPr>
              <a:xfrm>
                <a:off x="3138587" y="2589467"/>
                <a:ext cx="923840" cy="9201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4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148"/>
                    </a:lnTo>
                    <a:lnTo>
                      <a:pt x="921293" y="919555"/>
                    </a:lnTo>
                    <a:lnTo>
                      <a:pt x="915447" y="917610"/>
                    </a:lnTo>
                    <a:lnTo>
                      <a:pt x="914400" y="917155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h783"/>
              <p:cNvSpPr/>
              <p:nvPr/>
            </p:nvSpPr>
            <p:spPr>
              <a:xfrm>
                <a:off x="3148027" y="2589467"/>
                <a:ext cx="92384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2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28"/>
                    </a:lnTo>
                    <a:lnTo>
                      <a:pt x="923669" y="921722"/>
                    </a:lnTo>
                    <a:lnTo>
                      <a:pt x="917746" y="920927"/>
                    </a:lnTo>
                    <a:lnTo>
                      <a:pt x="914400" y="92014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h784"/>
              <p:cNvSpPr/>
              <p:nvPr/>
            </p:nvSpPr>
            <p:spPr>
              <a:xfrm>
                <a:off x="3157467" y="2589467"/>
                <a:ext cx="923840" cy="92193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93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13"/>
                    </a:lnTo>
                    <a:lnTo>
                      <a:pt x="920167" y="921938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h785"/>
              <p:cNvSpPr/>
              <p:nvPr/>
            </p:nvSpPr>
            <p:spPr>
              <a:xfrm>
                <a:off x="3166907" y="2589467"/>
                <a:ext cx="923840" cy="9217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13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308"/>
                    </a:lnTo>
                    <a:lnTo>
                      <a:pt x="922579" y="920633"/>
                    </a:lnTo>
                    <a:lnTo>
                      <a:pt x="916662" y="921574"/>
                    </a:lnTo>
                    <a:lnTo>
                      <a:pt x="914400" y="921713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h786"/>
              <p:cNvSpPr/>
              <p:nvPr/>
            </p:nvSpPr>
            <p:spPr>
              <a:xfrm>
                <a:off x="3176348" y="2589467"/>
                <a:ext cx="923840" cy="92030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30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389"/>
                    </a:lnTo>
                    <a:lnTo>
                      <a:pt x="919021" y="919115"/>
                    </a:lnTo>
                    <a:lnTo>
                      <a:pt x="914400" y="92030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h787"/>
              <p:cNvSpPr/>
              <p:nvPr/>
            </p:nvSpPr>
            <p:spPr>
              <a:xfrm>
                <a:off x="3185788" y="2589467"/>
                <a:ext cx="921116" cy="917389"/>
              </a:xfrm>
              <a:custGeom>
                <a:avLst/>
                <a:gdLst/>
                <a:ahLst/>
                <a:cxnLst/>
                <a:rect l="0" t="0" r="0" b="0"/>
                <a:pathLst>
                  <a:path w="921116" h="917389">
                    <a:moveTo>
                      <a:pt x="914399" y="914399"/>
                    </a:moveTo>
                    <a:lnTo>
                      <a:pt x="921116" y="914399"/>
                    </a:lnTo>
                    <a:lnTo>
                      <a:pt x="915413" y="917026"/>
                    </a:lnTo>
                    <a:lnTo>
                      <a:pt x="914399" y="91738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h788"/>
              <p:cNvSpPr/>
              <p:nvPr/>
            </p:nvSpPr>
            <p:spPr>
              <a:xfrm>
                <a:off x="2496650" y="2571897"/>
                <a:ext cx="914400" cy="92221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216">
                    <a:moveTo>
                      <a:pt x="914400" y="914400"/>
                    </a:moveTo>
                    <a:lnTo>
                      <a:pt x="914400" y="922216"/>
                    </a:lnTo>
                    <a:lnTo>
                      <a:pt x="913069" y="919596"/>
                    </a:lnTo>
                    <a:lnTo>
                      <a:pt x="911661" y="916823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h789"/>
              <p:cNvSpPr/>
              <p:nvPr/>
            </p:nvSpPr>
            <p:spPr>
              <a:xfrm>
                <a:off x="249665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7" y="931969"/>
                    </a:lnTo>
                    <a:lnTo>
                      <a:pt x="915072" y="928405"/>
                    </a:lnTo>
                    <a:lnTo>
                      <a:pt x="915632" y="924645"/>
                    </a:lnTo>
                    <a:lnTo>
                      <a:pt x="914477" y="922369"/>
                    </a:lnTo>
                    <a:lnTo>
                      <a:pt x="914400" y="922216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h790"/>
              <p:cNvSpPr/>
              <p:nvPr/>
            </p:nvSpPr>
            <p:spPr>
              <a:xfrm>
                <a:off x="250609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h791"/>
              <p:cNvSpPr/>
              <p:nvPr/>
            </p:nvSpPr>
            <p:spPr>
              <a:xfrm>
                <a:off x="251553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h792"/>
              <p:cNvSpPr/>
              <p:nvPr/>
            </p:nvSpPr>
            <p:spPr>
              <a:xfrm>
                <a:off x="252497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h793"/>
              <p:cNvSpPr/>
              <p:nvPr/>
            </p:nvSpPr>
            <p:spPr>
              <a:xfrm>
                <a:off x="253441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h794"/>
              <p:cNvSpPr/>
              <p:nvPr/>
            </p:nvSpPr>
            <p:spPr>
              <a:xfrm>
                <a:off x="254385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h795"/>
              <p:cNvSpPr/>
              <p:nvPr/>
            </p:nvSpPr>
            <p:spPr>
              <a:xfrm>
                <a:off x="255329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h796"/>
              <p:cNvSpPr/>
              <p:nvPr/>
            </p:nvSpPr>
            <p:spPr>
              <a:xfrm>
                <a:off x="256273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h797"/>
              <p:cNvSpPr/>
              <p:nvPr/>
            </p:nvSpPr>
            <p:spPr>
              <a:xfrm>
                <a:off x="257217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h798"/>
              <p:cNvSpPr/>
              <p:nvPr/>
            </p:nvSpPr>
            <p:spPr>
              <a:xfrm>
                <a:off x="258161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h799"/>
              <p:cNvSpPr/>
              <p:nvPr/>
            </p:nvSpPr>
            <p:spPr>
              <a:xfrm>
                <a:off x="259105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h800"/>
              <p:cNvSpPr/>
              <p:nvPr/>
            </p:nvSpPr>
            <p:spPr>
              <a:xfrm>
                <a:off x="260049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h801"/>
              <p:cNvSpPr/>
              <p:nvPr/>
            </p:nvSpPr>
            <p:spPr>
              <a:xfrm>
                <a:off x="260993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h802"/>
              <p:cNvSpPr/>
              <p:nvPr/>
            </p:nvSpPr>
            <p:spPr>
              <a:xfrm>
                <a:off x="261937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h803"/>
              <p:cNvSpPr/>
              <p:nvPr/>
            </p:nvSpPr>
            <p:spPr>
              <a:xfrm>
                <a:off x="262881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h804"/>
              <p:cNvSpPr/>
              <p:nvPr/>
            </p:nvSpPr>
            <p:spPr>
              <a:xfrm>
                <a:off x="263825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h805"/>
              <p:cNvSpPr/>
              <p:nvPr/>
            </p:nvSpPr>
            <p:spPr>
              <a:xfrm>
                <a:off x="264769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h806"/>
              <p:cNvSpPr/>
              <p:nvPr/>
            </p:nvSpPr>
            <p:spPr>
              <a:xfrm>
                <a:off x="265713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h807"/>
              <p:cNvSpPr/>
              <p:nvPr/>
            </p:nvSpPr>
            <p:spPr>
              <a:xfrm>
                <a:off x="266657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h808"/>
              <p:cNvSpPr/>
              <p:nvPr/>
            </p:nvSpPr>
            <p:spPr>
              <a:xfrm>
                <a:off x="267601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h809"/>
              <p:cNvSpPr/>
              <p:nvPr/>
            </p:nvSpPr>
            <p:spPr>
              <a:xfrm>
                <a:off x="268545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h810"/>
              <p:cNvSpPr/>
              <p:nvPr/>
            </p:nvSpPr>
            <p:spPr>
              <a:xfrm>
                <a:off x="269489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h811"/>
              <p:cNvSpPr/>
              <p:nvPr/>
            </p:nvSpPr>
            <p:spPr>
              <a:xfrm>
                <a:off x="270433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h812"/>
              <p:cNvSpPr/>
              <p:nvPr/>
            </p:nvSpPr>
            <p:spPr>
              <a:xfrm>
                <a:off x="271377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h813"/>
              <p:cNvSpPr/>
              <p:nvPr/>
            </p:nvSpPr>
            <p:spPr>
              <a:xfrm>
                <a:off x="272321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h814"/>
              <p:cNvSpPr/>
              <p:nvPr/>
            </p:nvSpPr>
            <p:spPr>
              <a:xfrm>
                <a:off x="273265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h815"/>
              <p:cNvSpPr/>
              <p:nvPr/>
            </p:nvSpPr>
            <p:spPr>
              <a:xfrm>
                <a:off x="274209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h816"/>
              <p:cNvSpPr/>
              <p:nvPr/>
            </p:nvSpPr>
            <p:spPr>
              <a:xfrm>
                <a:off x="275153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h817"/>
              <p:cNvSpPr/>
              <p:nvPr/>
            </p:nvSpPr>
            <p:spPr>
              <a:xfrm>
                <a:off x="276097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h818"/>
              <p:cNvSpPr/>
              <p:nvPr/>
            </p:nvSpPr>
            <p:spPr>
              <a:xfrm>
                <a:off x="277041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h819"/>
              <p:cNvSpPr/>
              <p:nvPr/>
            </p:nvSpPr>
            <p:spPr>
              <a:xfrm>
                <a:off x="277985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h820"/>
              <p:cNvSpPr/>
              <p:nvPr/>
            </p:nvSpPr>
            <p:spPr>
              <a:xfrm>
                <a:off x="278929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h821"/>
              <p:cNvSpPr/>
              <p:nvPr/>
            </p:nvSpPr>
            <p:spPr>
              <a:xfrm>
                <a:off x="279873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h822"/>
              <p:cNvSpPr/>
              <p:nvPr/>
            </p:nvSpPr>
            <p:spPr>
              <a:xfrm>
                <a:off x="280817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h823"/>
              <p:cNvSpPr/>
              <p:nvPr/>
            </p:nvSpPr>
            <p:spPr>
              <a:xfrm>
                <a:off x="281761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h824"/>
              <p:cNvSpPr/>
              <p:nvPr/>
            </p:nvSpPr>
            <p:spPr>
              <a:xfrm>
                <a:off x="282705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h825"/>
              <p:cNvSpPr/>
              <p:nvPr/>
            </p:nvSpPr>
            <p:spPr>
              <a:xfrm>
                <a:off x="283649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h826"/>
              <p:cNvSpPr/>
              <p:nvPr/>
            </p:nvSpPr>
            <p:spPr>
              <a:xfrm>
                <a:off x="284593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h827"/>
              <p:cNvSpPr/>
              <p:nvPr/>
            </p:nvSpPr>
            <p:spPr>
              <a:xfrm>
                <a:off x="285538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h828"/>
              <p:cNvSpPr/>
              <p:nvPr/>
            </p:nvSpPr>
            <p:spPr>
              <a:xfrm>
                <a:off x="286482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h829"/>
              <p:cNvSpPr/>
              <p:nvPr/>
            </p:nvSpPr>
            <p:spPr>
              <a:xfrm>
                <a:off x="287426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h830"/>
              <p:cNvSpPr/>
              <p:nvPr/>
            </p:nvSpPr>
            <p:spPr>
              <a:xfrm>
                <a:off x="288370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h831"/>
              <p:cNvSpPr/>
              <p:nvPr/>
            </p:nvSpPr>
            <p:spPr>
              <a:xfrm>
                <a:off x="289314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h832"/>
              <p:cNvSpPr/>
              <p:nvPr/>
            </p:nvSpPr>
            <p:spPr>
              <a:xfrm>
                <a:off x="290258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h833"/>
              <p:cNvSpPr/>
              <p:nvPr/>
            </p:nvSpPr>
            <p:spPr>
              <a:xfrm>
                <a:off x="291202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h834"/>
              <p:cNvSpPr/>
              <p:nvPr/>
            </p:nvSpPr>
            <p:spPr>
              <a:xfrm>
                <a:off x="292146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h835"/>
              <p:cNvSpPr/>
              <p:nvPr/>
            </p:nvSpPr>
            <p:spPr>
              <a:xfrm>
                <a:off x="293090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h836"/>
              <p:cNvSpPr/>
              <p:nvPr/>
            </p:nvSpPr>
            <p:spPr>
              <a:xfrm>
                <a:off x="294034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h837"/>
              <p:cNvSpPr/>
              <p:nvPr/>
            </p:nvSpPr>
            <p:spPr>
              <a:xfrm>
                <a:off x="294978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h838"/>
              <p:cNvSpPr/>
              <p:nvPr/>
            </p:nvSpPr>
            <p:spPr>
              <a:xfrm>
                <a:off x="295922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h839"/>
              <p:cNvSpPr/>
              <p:nvPr/>
            </p:nvSpPr>
            <p:spPr>
              <a:xfrm>
                <a:off x="296866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h840"/>
              <p:cNvSpPr/>
              <p:nvPr/>
            </p:nvSpPr>
            <p:spPr>
              <a:xfrm>
                <a:off x="297810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h841"/>
              <p:cNvSpPr/>
              <p:nvPr/>
            </p:nvSpPr>
            <p:spPr>
              <a:xfrm>
                <a:off x="298754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h842"/>
              <p:cNvSpPr/>
              <p:nvPr/>
            </p:nvSpPr>
            <p:spPr>
              <a:xfrm>
                <a:off x="299698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h843"/>
              <p:cNvSpPr/>
              <p:nvPr/>
            </p:nvSpPr>
            <p:spPr>
              <a:xfrm>
                <a:off x="300642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h844"/>
              <p:cNvSpPr/>
              <p:nvPr/>
            </p:nvSpPr>
            <p:spPr>
              <a:xfrm>
                <a:off x="301586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h845"/>
              <p:cNvSpPr/>
              <p:nvPr/>
            </p:nvSpPr>
            <p:spPr>
              <a:xfrm>
                <a:off x="3025304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40"/>
                    </a:lnTo>
                    <a:lnTo>
                      <a:pt x="922798" y="908490"/>
                    </a:lnTo>
                    <a:lnTo>
                      <a:pt x="921181" y="908256"/>
                    </a:lnTo>
                    <a:lnTo>
                      <a:pt x="919878" y="908068"/>
                    </a:lnTo>
                    <a:lnTo>
                      <a:pt x="918844" y="909652"/>
                    </a:lnTo>
                    <a:lnTo>
                      <a:pt x="915385" y="914399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h846"/>
              <p:cNvSpPr/>
              <p:nvPr/>
            </p:nvSpPr>
            <p:spPr>
              <a:xfrm>
                <a:off x="3034744" y="2571897"/>
                <a:ext cx="923840" cy="927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7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579"/>
                    </a:lnTo>
                    <a:lnTo>
                      <a:pt x="923057" y="927466"/>
                    </a:lnTo>
                    <a:lnTo>
                      <a:pt x="921441" y="927231"/>
                    </a:lnTo>
                    <a:lnTo>
                      <a:pt x="919824" y="926996"/>
                    </a:lnTo>
                    <a:lnTo>
                      <a:pt x="918208" y="926762"/>
                    </a:lnTo>
                    <a:lnTo>
                      <a:pt x="916591" y="926527"/>
                    </a:lnTo>
                    <a:lnTo>
                      <a:pt x="914975" y="926293"/>
                    </a:lnTo>
                    <a:lnTo>
                      <a:pt x="914400" y="926210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h847"/>
              <p:cNvSpPr/>
              <p:nvPr/>
            </p:nvSpPr>
            <p:spPr>
              <a:xfrm>
                <a:off x="3044184" y="2571897"/>
                <a:ext cx="923840" cy="9289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95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956"/>
                    </a:lnTo>
                    <a:lnTo>
                      <a:pt x="923314" y="928879"/>
                    </a:lnTo>
                    <a:lnTo>
                      <a:pt x="921698" y="928643"/>
                    </a:lnTo>
                    <a:lnTo>
                      <a:pt x="920082" y="928407"/>
                    </a:lnTo>
                    <a:lnTo>
                      <a:pt x="918466" y="928172"/>
                    </a:lnTo>
                    <a:lnTo>
                      <a:pt x="916850" y="927936"/>
                    </a:lnTo>
                    <a:lnTo>
                      <a:pt x="915233" y="927701"/>
                    </a:lnTo>
                    <a:lnTo>
                      <a:pt x="914400" y="92757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h848"/>
              <p:cNvSpPr/>
              <p:nvPr/>
            </p:nvSpPr>
            <p:spPr>
              <a:xfrm>
                <a:off x="3053625" y="2571897"/>
                <a:ext cx="923840" cy="93015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5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155"/>
                    </a:lnTo>
                    <a:lnTo>
                      <a:pt x="919937" y="929767"/>
                    </a:lnTo>
                    <a:lnTo>
                      <a:pt x="918723" y="929589"/>
                    </a:lnTo>
                    <a:lnTo>
                      <a:pt x="917106" y="929352"/>
                    </a:lnTo>
                    <a:lnTo>
                      <a:pt x="915490" y="929116"/>
                    </a:lnTo>
                    <a:lnTo>
                      <a:pt x="914399" y="928956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h849"/>
              <p:cNvSpPr/>
              <p:nvPr/>
            </p:nvSpPr>
            <p:spPr>
              <a:xfrm>
                <a:off x="3063065" y="2571897"/>
                <a:ext cx="923840" cy="93036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6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97"/>
                    </a:lnTo>
                    <a:lnTo>
                      <a:pt x="921969" y="930364"/>
                    </a:lnTo>
                    <a:lnTo>
                      <a:pt x="916229" y="930336"/>
                    </a:lnTo>
                    <a:lnTo>
                      <a:pt x="914400" y="930155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h850"/>
              <p:cNvSpPr/>
              <p:nvPr/>
            </p:nvSpPr>
            <p:spPr>
              <a:xfrm>
                <a:off x="3072505" y="2571897"/>
                <a:ext cx="923840" cy="9301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97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8822"/>
                    </a:lnTo>
                    <a:lnTo>
                      <a:pt x="918263" y="929851"/>
                    </a:lnTo>
                    <a:lnTo>
                      <a:pt x="914399" y="930197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h851"/>
              <p:cNvSpPr/>
              <p:nvPr/>
            </p:nvSpPr>
            <p:spPr>
              <a:xfrm>
                <a:off x="3081945" y="2571897"/>
                <a:ext cx="923840" cy="92882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82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015"/>
                    </a:lnTo>
                    <a:lnTo>
                      <a:pt x="922364" y="926499"/>
                    </a:lnTo>
                    <a:lnTo>
                      <a:pt x="920211" y="927207"/>
                    </a:lnTo>
                    <a:lnTo>
                      <a:pt x="914535" y="928797"/>
                    </a:lnTo>
                    <a:lnTo>
                      <a:pt x="914400" y="928822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h852"/>
              <p:cNvSpPr/>
              <p:nvPr/>
            </p:nvSpPr>
            <p:spPr>
              <a:xfrm>
                <a:off x="3091386" y="2571897"/>
                <a:ext cx="923840" cy="926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0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919"/>
                    </a:lnTo>
                    <a:lnTo>
                      <a:pt x="923662" y="922977"/>
                    </a:lnTo>
                    <a:lnTo>
                      <a:pt x="921514" y="923681"/>
                    </a:lnTo>
                    <a:lnTo>
                      <a:pt x="919366" y="924385"/>
                    </a:lnTo>
                    <a:lnTo>
                      <a:pt x="917219" y="925089"/>
                    </a:lnTo>
                    <a:lnTo>
                      <a:pt x="915071" y="925794"/>
                    </a:lnTo>
                    <a:lnTo>
                      <a:pt x="914400" y="926015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h853"/>
              <p:cNvSpPr/>
              <p:nvPr/>
            </p:nvSpPr>
            <p:spPr>
              <a:xfrm>
                <a:off x="3100826" y="2571897"/>
                <a:ext cx="923840" cy="92291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91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9832"/>
                    </a:lnTo>
                    <a:lnTo>
                      <a:pt x="922817" y="920166"/>
                    </a:lnTo>
                    <a:lnTo>
                      <a:pt x="920668" y="920868"/>
                    </a:lnTo>
                    <a:lnTo>
                      <a:pt x="918519" y="921571"/>
                    </a:lnTo>
                    <a:lnTo>
                      <a:pt x="916370" y="922274"/>
                    </a:lnTo>
                    <a:lnTo>
                      <a:pt x="914400" y="92291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h854"/>
              <p:cNvSpPr/>
              <p:nvPr/>
            </p:nvSpPr>
            <p:spPr>
              <a:xfrm>
                <a:off x="3110266" y="2571897"/>
                <a:ext cx="923840" cy="9239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98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3986"/>
                    </a:lnTo>
                    <a:lnTo>
                      <a:pt x="923001" y="923398"/>
                    </a:lnTo>
                    <a:lnTo>
                      <a:pt x="921779" y="922542"/>
                    </a:lnTo>
                    <a:lnTo>
                      <a:pt x="920557" y="921686"/>
                    </a:lnTo>
                    <a:lnTo>
                      <a:pt x="919335" y="920830"/>
                    </a:lnTo>
                    <a:lnTo>
                      <a:pt x="918112" y="919974"/>
                    </a:lnTo>
                    <a:lnTo>
                      <a:pt x="916793" y="919051"/>
                    </a:lnTo>
                    <a:lnTo>
                      <a:pt x="915526" y="919464"/>
                    </a:lnTo>
                    <a:lnTo>
                      <a:pt x="914399" y="919832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h855"/>
              <p:cNvSpPr/>
              <p:nvPr/>
            </p:nvSpPr>
            <p:spPr>
              <a:xfrm>
                <a:off x="3119706" y="2571897"/>
                <a:ext cx="923840" cy="9301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34"/>
                    </a:lnTo>
                    <a:lnTo>
                      <a:pt x="922840" y="929595"/>
                    </a:lnTo>
                    <a:lnTo>
                      <a:pt x="917230" y="925970"/>
                    </a:lnTo>
                    <a:lnTo>
                      <a:pt x="916004" y="925111"/>
                    </a:lnTo>
                    <a:lnTo>
                      <a:pt x="914782" y="924254"/>
                    </a:lnTo>
                    <a:lnTo>
                      <a:pt x="914400" y="923986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h856"/>
              <p:cNvSpPr/>
              <p:nvPr/>
            </p:nvSpPr>
            <p:spPr>
              <a:xfrm>
                <a:off x="312914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07" y="931969"/>
                    </a:lnTo>
                    <a:lnTo>
                      <a:pt x="914400" y="930134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h857"/>
              <p:cNvSpPr/>
              <p:nvPr/>
            </p:nvSpPr>
            <p:spPr>
              <a:xfrm>
                <a:off x="313858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h858"/>
              <p:cNvSpPr/>
              <p:nvPr/>
            </p:nvSpPr>
            <p:spPr>
              <a:xfrm>
                <a:off x="314802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h859"/>
              <p:cNvSpPr/>
              <p:nvPr/>
            </p:nvSpPr>
            <p:spPr>
              <a:xfrm>
                <a:off x="315746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h860"/>
              <p:cNvSpPr/>
              <p:nvPr/>
            </p:nvSpPr>
            <p:spPr>
              <a:xfrm>
                <a:off x="316690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h861"/>
              <p:cNvSpPr/>
              <p:nvPr/>
            </p:nvSpPr>
            <p:spPr>
              <a:xfrm>
                <a:off x="317634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h862"/>
              <p:cNvSpPr/>
              <p:nvPr/>
            </p:nvSpPr>
            <p:spPr>
              <a:xfrm>
                <a:off x="3185788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2865"/>
                    </a:lnTo>
                    <a:lnTo>
                      <a:pt x="921116" y="91439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h863"/>
              <p:cNvSpPr/>
              <p:nvPr/>
            </p:nvSpPr>
            <p:spPr>
              <a:xfrm>
                <a:off x="3195228" y="2571897"/>
                <a:ext cx="923840" cy="93043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3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306"/>
                    </a:lnTo>
                    <a:lnTo>
                      <a:pt x="923003" y="924964"/>
                    </a:lnTo>
                    <a:lnTo>
                      <a:pt x="917419" y="928727"/>
                    </a:lnTo>
                    <a:lnTo>
                      <a:pt x="914400" y="930435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h864"/>
              <p:cNvSpPr/>
              <p:nvPr/>
            </p:nvSpPr>
            <p:spPr>
              <a:xfrm>
                <a:off x="3204668" y="2571897"/>
                <a:ext cx="923840" cy="92430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30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6602"/>
                    </a:lnTo>
                    <a:lnTo>
                      <a:pt x="923417" y="916959"/>
                    </a:lnTo>
                    <a:lnTo>
                      <a:pt x="922322" y="917883"/>
                    </a:lnTo>
                    <a:lnTo>
                      <a:pt x="921227" y="918807"/>
                    </a:lnTo>
                    <a:lnTo>
                      <a:pt x="920133" y="919732"/>
                    </a:lnTo>
                    <a:lnTo>
                      <a:pt x="919033" y="920661"/>
                    </a:lnTo>
                    <a:lnTo>
                      <a:pt x="914400" y="924306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h865"/>
              <p:cNvSpPr/>
              <p:nvPr/>
            </p:nvSpPr>
            <p:spPr>
              <a:xfrm>
                <a:off x="3214109" y="2571897"/>
                <a:ext cx="917010" cy="91660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1660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6168" y="915110"/>
                    </a:lnTo>
                    <a:lnTo>
                      <a:pt x="915072" y="916034"/>
                    </a:lnTo>
                    <a:lnTo>
                      <a:pt x="914400" y="916602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h866"/>
              <p:cNvSpPr/>
              <p:nvPr/>
            </p:nvSpPr>
            <p:spPr>
              <a:xfrm>
                <a:off x="2487210" y="2554327"/>
                <a:ext cx="914400" cy="9212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19">
                    <a:moveTo>
                      <a:pt x="914400" y="914400"/>
                    </a:moveTo>
                    <a:lnTo>
                      <a:pt x="914400" y="921219"/>
                    </a:lnTo>
                    <a:lnTo>
                      <a:pt x="914050" y="920532"/>
                    </a:lnTo>
                    <a:lnTo>
                      <a:pt x="912637" y="917760"/>
                    </a:lnTo>
                    <a:lnTo>
                      <a:pt x="911225" y="914989"/>
                    </a:lnTo>
                    <a:lnTo>
                      <a:pt x="910924" y="914400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h867"/>
              <p:cNvSpPr/>
              <p:nvPr/>
            </p:nvSpPr>
            <p:spPr>
              <a:xfrm>
                <a:off x="248721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69" y="931969"/>
                    </a:lnTo>
                    <a:lnTo>
                      <a:pt x="919692" y="931621"/>
                    </a:lnTo>
                    <a:lnTo>
                      <a:pt x="918282" y="928848"/>
                    </a:lnTo>
                    <a:lnTo>
                      <a:pt x="916872" y="926076"/>
                    </a:lnTo>
                    <a:lnTo>
                      <a:pt x="915461" y="923304"/>
                    </a:lnTo>
                    <a:lnTo>
                      <a:pt x="914400" y="92121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h868"/>
              <p:cNvSpPr/>
              <p:nvPr/>
            </p:nvSpPr>
            <p:spPr>
              <a:xfrm>
                <a:off x="249665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h869"/>
              <p:cNvSpPr/>
              <p:nvPr/>
            </p:nvSpPr>
            <p:spPr>
              <a:xfrm>
                <a:off x="250609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h870"/>
              <p:cNvSpPr/>
              <p:nvPr/>
            </p:nvSpPr>
            <p:spPr>
              <a:xfrm>
                <a:off x="251553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h871"/>
              <p:cNvSpPr/>
              <p:nvPr/>
            </p:nvSpPr>
            <p:spPr>
              <a:xfrm>
                <a:off x="252497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h872"/>
              <p:cNvSpPr/>
              <p:nvPr/>
            </p:nvSpPr>
            <p:spPr>
              <a:xfrm>
                <a:off x="253441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h873"/>
              <p:cNvSpPr/>
              <p:nvPr/>
            </p:nvSpPr>
            <p:spPr>
              <a:xfrm>
                <a:off x="254385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h874"/>
              <p:cNvSpPr/>
              <p:nvPr/>
            </p:nvSpPr>
            <p:spPr>
              <a:xfrm>
                <a:off x="255329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h875"/>
              <p:cNvSpPr/>
              <p:nvPr/>
            </p:nvSpPr>
            <p:spPr>
              <a:xfrm>
                <a:off x="256273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h876"/>
              <p:cNvSpPr/>
              <p:nvPr/>
            </p:nvSpPr>
            <p:spPr>
              <a:xfrm>
                <a:off x="257217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h877"/>
              <p:cNvSpPr/>
              <p:nvPr/>
            </p:nvSpPr>
            <p:spPr>
              <a:xfrm>
                <a:off x="258161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h878"/>
              <p:cNvSpPr/>
              <p:nvPr/>
            </p:nvSpPr>
            <p:spPr>
              <a:xfrm>
                <a:off x="259105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h879"/>
              <p:cNvSpPr/>
              <p:nvPr/>
            </p:nvSpPr>
            <p:spPr>
              <a:xfrm>
                <a:off x="260049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h880"/>
              <p:cNvSpPr/>
              <p:nvPr/>
            </p:nvSpPr>
            <p:spPr>
              <a:xfrm>
                <a:off x="260993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h881"/>
              <p:cNvSpPr/>
              <p:nvPr/>
            </p:nvSpPr>
            <p:spPr>
              <a:xfrm>
                <a:off x="261937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h882"/>
              <p:cNvSpPr/>
              <p:nvPr/>
            </p:nvSpPr>
            <p:spPr>
              <a:xfrm>
                <a:off x="262881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h883"/>
              <p:cNvSpPr/>
              <p:nvPr/>
            </p:nvSpPr>
            <p:spPr>
              <a:xfrm>
                <a:off x="263825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h884"/>
              <p:cNvSpPr/>
              <p:nvPr/>
            </p:nvSpPr>
            <p:spPr>
              <a:xfrm>
                <a:off x="264769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h885"/>
              <p:cNvSpPr/>
              <p:nvPr/>
            </p:nvSpPr>
            <p:spPr>
              <a:xfrm>
                <a:off x="265713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h886"/>
              <p:cNvSpPr/>
              <p:nvPr/>
            </p:nvSpPr>
            <p:spPr>
              <a:xfrm>
                <a:off x="266657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h887"/>
              <p:cNvSpPr/>
              <p:nvPr/>
            </p:nvSpPr>
            <p:spPr>
              <a:xfrm>
                <a:off x="267601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h888"/>
              <p:cNvSpPr/>
              <p:nvPr/>
            </p:nvSpPr>
            <p:spPr>
              <a:xfrm>
                <a:off x="268545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h889"/>
              <p:cNvSpPr/>
              <p:nvPr/>
            </p:nvSpPr>
            <p:spPr>
              <a:xfrm>
                <a:off x="269489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h890"/>
              <p:cNvSpPr/>
              <p:nvPr/>
            </p:nvSpPr>
            <p:spPr>
              <a:xfrm>
                <a:off x="270433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h891"/>
              <p:cNvSpPr/>
              <p:nvPr/>
            </p:nvSpPr>
            <p:spPr>
              <a:xfrm>
                <a:off x="271377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h892"/>
              <p:cNvSpPr/>
              <p:nvPr/>
            </p:nvSpPr>
            <p:spPr>
              <a:xfrm>
                <a:off x="272321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h893"/>
              <p:cNvSpPr/>
              <p:nvPr/>
            </p:nvSpPr>
            <p:spPr>
              <a:xfrm>
                <a:off x="273265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h894"/>
              <p:cNvSpPr/>
              <p:nvPr/>
            </p:nvSpPr>
            <p:spPr>
              <a:xfrm>
                <a:off x="274209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h895"/>
              <p:cNvSpPr/>
              <p:nvPr/>
            </p:nvSpPr>
            <p:spPr>
              <a:xfrm>
                <a:off x="275153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h896"/>
              <p:cNvSpPr/>
              <p:nvPr/>
            </p:nvSpPr>
            <p:spPr>
              <a:xfrm>
                <a:off x="276097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h897"/>
              <p:cNvSpPr/>
              <p:nvPr/>
            </p:nvSpPr>
            <p:spPr>
              <a:xfrm>
                <a:off x="277041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h898"/>
              <p:cNvSpPr/>
              <p:nvPr/>
            </p:nvSpPr>
            <p:spPr>
              <a:xfrm>
                <a:off x="277985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h899"/>
              <p:cNvSpPr/>
              <p:nvPr/>
            </p:nvSpPr>
            <p:spPr>
              <a:xfrm>
                <a:off x="278929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h900"/>
              <p:cNvSpPr/>
              <p:nvPr/>
            </p:nvSpPr>
            <p:spPr>
              <a:xfrm>
                <a:off x="279873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h901"/>
              <p:cNvSpPr/>
              <p:nvPr/>
            </p:nvSpPr>
            <p:spPr>
              <a:xfrm>
                <a:off x="280817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h902"/>
              <p:cNvSpPr/>
              <p:nvPr/>
            </p:nvSpPr>
            <p:spPr>
              <a:xfrm>
                <a:off x="281761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h903"/>
              <p:cNvSpPr/>
              <p:nvPr/>
            </p:nvSpPr>
            <p:spPr>
              <a:xfrm>
                <a:off x="282705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h904"/>
              <p:cNvSpPr/>
              <p:nvPr/>
            </p:nvSpPr>
            <p:spPr>
              <a:xfrm>
                <a:off x="283649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h905"/>
              <p:cNvSpPr/>
              <p:nvPr/>
            </p:nvSpPr>
            <p:spPr>
              <a:xfrm>
                <a:off x="284593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h906"/>
              <p:cNvSpPr/>
              <p:nvPr/>
            </p:nvSpPr>
            <p:spPr>
              <a:xfrm>
                <a:off x="285538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h907"/>
              <p:cNvSpPr/>
              <p:nvPr/>
            </p:nvSpPr>
            <p:spPr>
              <a:xfrm>
                <a:off x="286482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h908"/>
              <p:cNvSpPr/>
              <p:nvPr/>
            </p:nvSpPr>
            <p:spPr>
              <a:xfrm>
                <a:off x="287426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h909"/>
              <p:cNvSpPr/>
              <p:nvPr/>
            </p:nvSpPr>
            <p:spPr>
              <a:xfrm>
                <a:off x="288370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h910"/>
              <p:cNvSpPr/>
              <p:nvPr/>
            </p:nvSpPr>
            <p:spPr>
              <a:xfrm>
                <a:off x="289314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h911"/>
              <p:cNvSpPr/>
              <p:nvPr/>
            </p:nvSpPr>
            <p:spPr>
              <a:xfrm>
                <a:off x="290258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h912"/>
              <p:cNvSpPr/>
              <p:nvPr/>
            </p:nvSpPr>
            <p:spPr>
              <a:xfrm>
                <a:off x="291202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h913"/>
              <p:cNvSpPr/>
              <p:nvPr/>
            </p:nvSpPr>
            <p:spPr>
              <a:xfrm>
                <a:off x="292146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h914"/>
              <p:cNvSpPr/>
              <p:nvPr/>
            </p:nvSpPr>
            <p:spPr>
              <a:xfrm>
                <a:off x="293090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h915"/>
              <p:cNvSpPr/>
              <p:nvPr/>
            </p:nvSpPr>
            <p:spPr>
              <a:xfrm>
                <a:off x="294034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h916"/>
              <p:cNvSpPr/>
              <p:nvPr/>
            </p:nvSpPr>
            <p:spPr>
              <a:xfrm>
                <a:off x="294978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h917"/>
              <p:cNvSpPr/>
              <p:nvPr/>
            </p:nvSpPr>
            <p:spPr>
              <a:xfrm>
                <a:off x="295922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h918"/>
              <p:cNvSpPr/>
              <p:nvPr/>
            </p:nvSpPr>
            <p:spPr>
              <a:xfrm>
                <a:off x="296866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h919"/>
              <p:cNvSpPr/>
              <p:nvPr/>
            </p:nvSpPr>
            <p:spPr>
              <a:xfrm>
                <a:off x="297810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h920"/>
              <p:cNvSpPr/>
              <p:nvPr/>
            </p:nvSpPr>
            <p:spPr>
              <a:xfrm>
                <a:off x="298754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h921"/>
              <p:cNvSpPr/>
              <p:nvPr/>
            </p:nvSpPr>
            <p:spPr>
              <a:xfrm>
                <a:off x="299698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h922"/>
              <p:cNvSpPr/>
              <p:nvPr/>
            </p:nvSpPr>
            <p:spPr>
              <a:xfrm>
                <a:off x="300642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h923"/>
              <p:cNvSpPr/>
              <p:nvPr/>
            </p:nvSpPr>
            <p:spPr>
              <a:xfrm>
                <a:off x="301586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h924"/>
              <p:cNvSpPr/>
              <p:nvPr/>
            </p:nvSpPr>
            <p:spPr>
              <a:xfrm>
                <a:off x="302530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h925"/>
              <p:cNvSpPr/>
              <p:nvPr/>
            </p:nvSpPr>
            <p:spPr>
              <a:xfrm>
                <a:off x="303474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h926"/>
              <p:cNvSpPr/>
              <p:nvPr/>
            </p:nvSpPr>
            <p:spPr>
              <a:xfrm>
                <a:off x="304418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h927"/>
              <p:cNvSpPr/>
              <p:nvPr/>
            </p:nvSpPr>
            <p:spPr>
              <a:xfrm>
                <a:off x="305362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h928"/>
              <p:cNvSpPr/>
              <p:nvPr/>
            </p:nvSpPr>
            <p:spPr>
              <a:xfrm>
                <a:off x="306306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h929"/>
              <p:cNvSpPr/>
              <p:nvPr/>
            </p:nvSpPr>
            <p:spPr>
              <a:xfrm>
                <a:off x="307250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h930"/>
              <p:cNvSpPr/>
              <p:nvPr/>
            </p:nvSpPr>
            <p:spPr>
              <a:xfrm>
                <a:off x="308194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h931"/>
              <p:cNvSpPr/>
              <p:nvPr/>
            </p:nvSpPr>
            <p:spPr>
              <a:xfrm>
                <a:off x="309138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h932"/>
              <p:cNvSpPr/>
              <p:nvPr/>
            </p:nvSpPr>
            <p:spPr>
              <a:xfrm>
                <a:off x="310082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h933"/>
              <p:cNvSpPr/>
              <p:nvPr/>
            </p:nvSpPr>
            <p:spPr>
              <a:xfrm>
                <a:off x="311026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h934"/>
              <p:cNvSpPr/>
              <p:nvPr/>
            </p:nvSpPr>
            <p:spPr>
              <a:xfrm>
                <a:off x="311970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h935"/>
              <p:cNvSpPr/>
              <p:nvPr/>
            </p:nvSpPr>
            <p:spPr>
              <a:xfrm>
                <a:off x="312914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h936"/>
              <p:cNvSpPr/>
              <p:nvPr/>
            </p:nvSpPr>
            <p:spPr>
              <a:xfrm>
                <a:off x="313858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h937"/>
              <p:cNvSpPr/>
              <p:nvPr/>
            </p:nvSpPr>
            <p:spPr>
              <a:xfrm>
                <a:off x="314802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h938"/>
              <p:cNvSpPr/>
              <p:nvPr/>
            </p:nvSpPr>
            <p:spPr>
              <a:xfrm>
                <a:off x="315746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h939"/>
              <p:cNvSpPr/>
              <p:nvPr/>
            </p:nvSpPr>
            <p:spPr>
              <a:xfrm>
                <a:off x="316690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h940"/>
              <p:cNvSpPr/>
              <p:nvPr/>
            </p:nvSpPr>
            <p:spPr>
              <a:xfrm>
                <a:off x="317634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h941"/>
              <p:cNvSpPr/>
              <p:nvPr/>
            </p:nvSpPr>
            <p:spPr>
              <a:xfrm>
                <a:off x="318578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h942"/>
              <p:cNvSpPr/>
              <p:nvPr/>
            </p:nvSpPr>
            <p:spPr>
              <a:xfrm>
                <a:off x="319522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h943"/>
              <p:cNvSpPr/>
              <p:nvPr/>
            </p:nvSpPr>
            <p:spPr>
              <a:xfrm>
                <a:off x="320466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h944"/>
              <p:cNvSpPr/>
              <p:nvPr/>
            </p:nvSpPr>
            <p:spPr>
              <a:xfrm>
                <a:off x="3214109" y="257189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9" y="908643"/>
                    </a:lnTo>
                    <a:lnTo>
                      <a:pt x="922743" y="909567"/>
                    </a:lnTo>
                    <a:lnTo>
                      <a:pt x="921647" y="910490"/>
                    </a:lnTo>
                    <a:lnTo>
                      <a:pt x="920550" y="911414"/>
                    </a:lnTo>
                    <a:lnTo>
                      <a:pt x="919455" y="912338"/>
                    </a:lnTo>
                    <a:lnTo>
                      <a:pt x="918359" y="913262"/>
                    </a:lnTo>
                    <a:lnTo>
                      <a:pt x="917263" y="914186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h945"/>
              <p:cNvSpPr/>
              <p:nvPr/>
            </p:nvSpPr>
            <p:spPr>
              <a:xfrm>
                <a:off x="3223549" y="2554327"/>
                <a:ext cx="923840" cy="9262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1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796"/>
                    </a:lnTo>
                    <a:lnTo>
                      <a:pt x="922848" y="918805"/>
                    </a:lnTo>
                    <a:lnTo>
                      <a:pt x="917694" y="923439"/>
                    </a:lnTo>
                    <a:lnTo>
                      <a:pt x="916592" y="924366"/>
                    </a:lnTo>
                    <a:lnTo>
                      <a:pt x="915496" y="925290"/>
                    </a:lnTo>
                    <a:lnTo>
                      <a:pt x="914400" y="926213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h946"/>
              <p:cNvSpPr/>
              <p:nvPr/>
            </p:nvSpPr>
            <p:spPr>
              <a:xfrm>
                <a:off x="3232989" y="2554327"/>
                <a:ext cx="917736" cy="917796"/>
              </a:xfrm>
              <a:custGeom>
                <a:avLst/>
                <a:gdLst/>
                <a:ahLst/>
                <a:cxnLst/>
                <a:rect l="0" t="0" r="0" b="0"/>
                <a:pathLst>
                  <a:path w="917736" h="917796">
                    <a:moveTo>
                      <a:pt x="914400" y="914400"/>
                    </a:moveTo>
                    <a:lnTo>
                      <a:pt x="917736" y="914400"/>
                    </a:lnTo>
                    <a:lnTo>
                      <a:pt x="914400" y="917796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h947"/>
              <p:cNvSpPr/>
              <p:nvPr/>
            </p:nvSpPr>
            <p:spPr>
              <a:xfrm>
                <a:off x="2477770" y="2536757"/>
                <a:ext cx="914400" cy="92028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281">
                    <a:moveTo>
                      <a:pt x="914400" y="914399"/>
                    </a:moveTo>
                    <a:lnTo>
                      <a:pt x="914400" y="920281"/>
                    </a:lnTo>
                    <a:lnTo>
                      <a:pt x="913593" y="918703"/>
                    </a:lnTo>
                    <a:lnTo>
                      <a:pt x="912177" y="915932"/>
                    </a:lnTo>
                    <a:lnTo>
                      <a:pt x="911393" y="91439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h948"/>
              <p:cNvSpPr/>
              <p:nvPr/>
            </p:nvSpPr>
            <p:spPr>
              <a:xfrm>
                <a:off x="247777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0365" y="931969"/>
                    </a:lnTo>
                    <a:lnTo>
                      <a:pt x="919252" y="929787"/>
                    </a:lnTo>
                    <a:lnTo>
                      <a:pt x="917838" y="927016"/>
                    </a:lnTo>
                    <a:lnTo>
                      <a:pt x="916424" y="924245"/>
                    </a:lnTo>
                    <a:lnTo>
                      <a:pt x="915009" y="921474"/>
                    </a:lnTo>
                    <a:lnTo>
                      <a:pt x="914400" y="920281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h949"/>
              <p:cNvSpPr/>
              <p:nvPr/>
            </p:nvSpPr>
            <p:spPr>
              <a:xfrm>
                <a:off x="248721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h950"/>
              <p:cNvSpPr/>
              <p:nvPr/>
            </p:nvSpPr>
            <p:spPr>
              <a:xfrm>
                <a:off x="249665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h951"/>
              <p:cNvSpPr/>
              <p:nvPr/>
            </p:nvSpPr>
            <p:spPr>
              <a:xfrm>
                <a:off x="250609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h952"/>
              <p:cNvSpPr/>
              <p:nvPr/>
            </p:nvSpPr>
            <p:spPr>
              <a:xfrm>
                <a:off x="251553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h953"/>
              <p:cNvSpPr/>
              <p:nvPr/>
            </p:nvSpPr>
            <p:spPr>
              <a:xfrm>
                <a:off x="252497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h954"/>
              <p:cNvSpPr/>
              <p:nvPr/>
            </p:nvSpPr>
            <p:spPr>
              <a:xfrm>
                <a:off x="253441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h955"/>
              <p:cNvSpPr/>
              <p:nvPr/>
            </p:nvSpPr>
            <p:spPr>
              <a:xfrm>
                <a:off x="254385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h956"/>
              <p:cNvSpPr/>
              <p:nvPr/>
            </p:nvSpPr>
            <p:spPr>
              <a:xfrm>
                <a:off x="255329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h957"/>
              <p:cNvSpPr/>
              <p:nvPr/>
            </p:nvSpPr>
            <p:spPr>
              <a:xfrm>
                <a:off x="256273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h958"/>
              <p:cNvSpPr/>
              <p:nvPr/>
            </p:nvSpPr>
            <p:spPr>
              <a:xfrm>
                <a:off x="257217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h959"/>
              <p:cNvSpPr/>
              <p:nvPr/>
            </p:nvSpPr>
            <p:spPr>
              <a:xfrm>
                <a:off x="258161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h960"/>
              <p:cNvSpPr/>
              <p:nvPr/>
            </p:nvSpPr>
            <p:spPr>
              <a:xfrm>
                <a:off x="259105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h961"/>
              <p:cNvSpPr/>
              <p:nvPr/>
            </p:nvSpPr>
            <p:spPr>
              <a:xfrm>
                <a:off x="260049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h962"/>
              <p:cNvSpPr/>
              <p:nvPr/>
            </p:nvSpPr>
            <p:spPr>
              <a:xfrm>
                <a:off x="260993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h963"/>
              <p:cNvSpPr/>
              <p:nvPr/>
            </p:nvSpPr>
            <p:spPr>
              <a:xfrm>
                <a:off x="261937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h964"/>
              <p:cNvSpPr/>
              <p:nvPr/>
            </p:nvSpPr>
            <p:spPr>
              <a:xfrm>
                <a:off x="262881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h965"/>
              <p:cNvSpPr/>
              <p:nvPr/>
            </p:nvSpPr>
            <p:spPr>
              <a:xfrm>
                <a:off x="263825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h966"/>
              <p:cNvSpPr/>
              <p:nvPr/>
            </p:nvSpPr>
            <p:spPr>
              <a:xfrm>
                <a:off x="264769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h967"/>
              <p:cNvSpPr/>
              <p:nvPr/>
            </p:nvSpPr>
            <p:spPr>
              <a:xfrm>
                <a:off x="265713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h968"/>
              <p:cNvSpPr/>
              <p:nvPr/>
            </p:nvSpPr>
            <p:spPr>
              <a:xfrm>
                <a:off x="266657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h969"/>
              <p:cNvSpPr/>
              <p:nvPr/>
            </p:nvSpPr>
            <p:spPr>
              <a:xfrm>
                <a:off x="267601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h970"/>
              <p:cNvSpPr/>
              <p:nvPr/>
            </p:nvSpPr>
            <p:spPr>
              <a:xfrm>
                <a:off x="268545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h971"/>
              <p:cNvSpPr/>
              <p:nvPr/>
            </p:nvSpPr>
            <p:spPr>
              <a:xfrm>
                <a:off x="269489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h972"/>
              <p:cNvSpPr/>
              <p:nvPr/>
            </p:nvSpPr>
            <p:spPr>
              <a:xfrm>
                <a:off x="270433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h973"/>
              <p:cNvSpPr/>
              <p:nvPr/>
            </p:nvSpPr>
            <p:spPr>
              <a:xfrm>
                <a:off x="271377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h974"/>
              <p:cNvSpPr/>
              <p:nvPr/>
            </p:nvSpPr>
            <p:spPr>
              <a:xfrm>
                <a:off x="272321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h975"/>
              <p:cNvSpPr/>
              <p:nvPr/>
            </p:nvSpPr>
            <p:spPr>
              <a:xfrm>
                <a:off x="273265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h976"/>
              <p:cNvSpPr/>
              <p:nvPr/>
            </p:nvSpPr>
            <p:spPr>
              <a:xfrm>
                <a:off x="274209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h977"/>
              <p:cNvSpPr/>
              <p:nvPr/>
            </p:nvSpPr>
            <p:spPr>
              <a:xfrm>
                <a:off x="275153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h978"/>
              <p:cNvSpPr/>
              <p:nvPr/>
            </p:nvSpPr>
            <p:spPr>
              <a:xfrm>
                <a:off x="276097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h979"/>
              <p:cNvSpPr/>
              <p:nvPr/>
            </p:nvSpPr>
            <p:spPr>
              <a:xfrm>
                <a:off x="277041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h980"/>
              <p:cNvSpPr/>
              <p:nvPr/>
            </p:nvSpPr>
            <p:spPr>
              <a:xfrm>
                <a:off x="277985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h981"/>
              <p:cNvSpPr/>
              <p:nvPr/>
            </p:nvSpPr>
            <p:spPr>
              <a:xfrm>
                <a:off x="278929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h982"/>
              <p:cNvSpPr/>
              <p:nvPr/>
            </p:nvSpPr>
            <p:spPr>
              <a:xfrm>
                <a:off x="279873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h983"/>
              <p:cNvSpPr/>
              <p:nvPr/>
            </p:nvSpPr>
            <p:spPr>
              <a:xfrm>
                <a:off x="280817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h984"/>
              <p:cNvSpPr/>
              <p:nvPr/>
            </p:nvSpPr>
            <p:spPr>
              <a:xfrm>
                <a:off x="281761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h985"/>
              <p:cNvSpPr/>
              <p:nvPr/>
            </p:nvSpPr>
            <p:spPr>
              <a:xfrm>
                <a:off x="282705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h986"/>
              <p:cNvSpPr/>
              <p:nvPr/>
            </p:nvSpPr>
            <p:spPr>
              <a:xfrm>
                <a:off x="283649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h987"/>
              <p:cNvSpPr/>
              <p:nvPr/>
            </p:nvSpPr>
            <p:spPr>
              <a:xfrm>
                <a:off x="284593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h988"/>
              <p:cNvSpPr/>
              <p:nvPr/>
            </p:nvSpPr>
            <p:spPr>
              <a:xfrm>
                <a:off x="285538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h989"/>
              <p:cNvSpPr/>
              <p:nvPr/>
            </p:nvSpPr>
            <p:spPr>
              <a:xfrm>
                <a:off x="286482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h990"/>
              <p:cNvSpPr/>
              <p:nvPr/>
            </p:nvSpPr>
            <p:spPr>
              <a:xfrm>
                <a:off x="287426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h991"/>
              <p:cNvSpPr/>
              <p:nvPr/>
            </p:nvSpPr>
            <p:spPr>
              <a:xfrm>
                <a:off x="288370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h992"/>
              <p:cNvSpPr/>
              <p:nvPr/>
            </p:nvSpPr>
            <p:spPr>
              <a:xfrm>
                <a:off x="289314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h993"/>
              <p:cNvSpPr/>
              <p:nvPr/>
            </p:nvSpPr>
            <p:spPr>
              <a:xfrm>
                <a:off x="290258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h994"/>
              <p:cNvSpPr/>
              <p:nvPr/>
            </p:nvSpPr>
            <p:spPr>
              <a:xfrm>
                <a:off x="291202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h995"/>
              <p:cNvSpPr/>
              <p:nvPr/>
            </p:nvSpPr>
            <p:spPr>
              <a:xfrm>
                <a:off x="292146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h996"/>
              <p:cNvSpPr/>
              <p:nvPr/>
            </p:nvSpPr>
            <p:spPr>
              <a:xfrm>
                <a:off x="293090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h997"/>
              <p:cNvSpPr/>
              <p:nvPr/>
            </p:nvSpPr>
            <p:spPr>
              <a:xfrm>
                <a:off x="294034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h998"/>
              <p:cNvSpPr/>
              <p:nvPr/>
            </p:nvSpPr>
            <p:spPr>
              <a:xfrm>
                <a:off x="294978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h999"/>
              <p:cNvSpPr/>
              <p:nvPr/>
            </p:nvSpPr>
            <p:spPr>
              <a:xfrm>
                <a:off x="295922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h1000"/>
              <p:cNvSpPr/>
              <p:nvPr/>
            </p:nvSpPr>
            <p:spPr>
              <a:xfrm>
                <a:off x="296866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h1001"/>
              <p:cNvSpPr/>
              <p:nvPr/>
            </p:nvSpPr>
            <p:spPr>
              <a:xfrm>
                <a:off x="297810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h1002"/>
              <p:cNvSpPr/>
              <p:nvPr/>
            </p:nvSpPr>
            <p:spPr>
              <a:xfrm>
                <a:off x="298754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h1003"/>
              <p:cNvSpPr/>
              <p:nvPr/>
            </p:nvSpPr>
            <p:spPr>
              <a:xfrm>
                <a:off x="299698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h1004"/>
              <p:cNvSpPr/>
              <p:nvPr/>
            </p:nvSpPr>
            <p:spPr>
              <a:xfrm>
                <a:off x="300642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h1005"/>
              <p:cNvSpPr/>
              <p:nvPr/>
            </p:nvSpPr>
            <p:spPr>
              <a:xfrm>
                <a:off x="301586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h1006"/>
              <p:cNvSpPr/>
              <p:nvPr/>
            </p:nvSpPr>
            <p:spPr>
              <a:xfrm>
                <a:off x="302530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h1007"/>
              <p:cNvSpPr/>
              <p:nvPr/>
            </p:nvSpPr>
            <p:spPr>
              <a:xfrm>
                <a:off x="303474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h1008"/>
              <p:cNvSpPr/>
              <p:nvPr/>
            </p:nvSpPr>
            <p:spPr>
              <a:xfrm>
                <a:off x="304418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h1009"/>
              <p:cNvSpPr/>
              <p:nvPr/>
            </p:nvSpPr>
            <p:spPr>
              <a:xfrm>
                <a:off x="305362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h1010"/>
              <p:cNvSpPr/>
              <p:nvPr/>
            </p:nvSpPr>
            <p:spPr>
              <a:xfrm>
                <a:off x="306306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h1011"/>
              <p:cNvSpPr/>
              <p:nvPr/>
            </p:nvSpPr>
            <p:spPr>
              <a:xfrm>
                <a:off x="307250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h1012"/>
              <p:cNvSpPr/>
              <p:nvPr/>
            </p:nvSpPr>
            <p:spPr>
              <a:xfrm>
                <a:off x="308194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h1013"/>
              <p:cNvSpPr/>
              <p:nvPr/>
            </p:nvSpPr>
            <p:spPr>
              <a:xfrm>
                <a:off x="309138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h1014"/>
              <p:cNvSpPr/>
              <p:nvPr/>
            </p:nvSpPr>
            <p:spPr>
              <a:xfrm>
                <a:off x="310082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h1015"/>
              <p:cNvSpPr/>
              <p:nvPr/>
            </p:nvSpPr>
            <p:spPr>
              <a:xfrm>
                <a:off x="311026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h1016"/>
              <p:cNvSpPr/>
              <p:nvPr/>
            </p:nvSpPr>
            <p:spPr>
              <a:xfrm>
                <a:off x="311970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h1017"/>
              <p:cNvSpPr/>
              <p:nvPr/>
            </p:nvSpPr>
            <p:spPr>
              <a:xfrm>
                <a:off x="312914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h1018"/>
              <p:cNvSpPr/>
              <p:nvPr/>
            </p:nvSpPr>
            <p:spPr>
              <a:xfrm>
                <a:off x="313858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h1019"/>
              <p:cNvSpPr/>
              <p:nvPr/>
            </p:nvSpPr>
            <p:spPr>
              <a:xfrm>
                <a:off x="314802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h1020"/>
              <p:cNvSpPr/>
              <p:nvPr/>
            </p:nvSpPr>
            <p:spPr>
              <a:xfrm>
                <a:off x="315746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h1021"/>
              <p:cNvSpPr/>
              <p:nvPr/>
            </p:nvSpPr>
            <p:spPr>
              <a:xfrm>
                <a:off x="316690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h1022"/>
              <p:cNvSpPr/>
              <p:nvPr/>
            </p:nvSpPr>
            <p:spPr>
              <a:xfrm>
                <a:off x="317634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h1023"/>
              <p:cNvSpPr/>
              <p:nvPr/>
            </p:nvSpPr>
            <p:spPr>
              <a:xfrm>
                <a:off x="318578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h1024"/>
              <p:cNvSpPr/>
              <p:nvPr/>
            </p:nvSpPr>
            <p:spPr>
              <a:xfrm>
                <a:off x="319522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h1025"/>
              <p:cNvSpPr/>
              <p:nvPr/>
            </p:nvSpPr>
            <p:spPr>
              <a:xfrm>
                <a:off x="320466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h1026"/>
              <p:cNvSpPr/>
              <p:nvPr/>
            </p:nvSpPr>
            <p:spPr>
              <a:xfrm>
                <a:off x="321410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h1027"/>
              <p:cNvSpPr/>
              <p:nvPr/>
            </p:nvSpPr>
            <p:spPr>
              <a:xfrm>
                <a:off x="322354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h1028"/>
              <p:cNvSpPr/>
              <p:nvPr/>
            </p:nvSpPr>
            <p:spPr>
              <a:xfrm>
                <a:off x="3232989" y="255432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434"/>
                    </a:lnTo>
                    <a:lnTo>
                      <a:pt x="923307" y="908115"/>
                    </a:lnTo>
                    <a:lnTo>
                      <a:pt x="918430" y="913693"/>
                    </a:lnTo>
                    <a:lnTo>
                      <a:pt x="917736" y="914400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h1029"/>
              <p:cNvSpPr/>
              <p:nvPr/>
            </p:nvSpPr>
            <p:spPr>
              <a:xfrm>
                <a:off x="3242429" y="2536757"/>
                <a:ext cx="922485" cy="925003"/>
              </a:xfrm>
              <a:custGeom>
                <a:avLst/>
                <a:gdLst/>
                <a:ahLst/>
                <a:cxnLst/>
                <a:rect l="0" t="0" r="0" b="0"/>
                <a:pathLst>
                  <a:path w="922485" h="925003">
                    <a:moveTo>
                      <a:pt x="914399" y="914399"/>
                    </a:moveTo>
                    <a:lnTo>
                      <a:pt x="922485" y="914399"/>
                    </a:lnTo>
                    <a:lnTo>
                      <a:pt x="922156" y="914843"/>
                    </a:lnTo>
                    <a:lnTo>
                      <a:pt x="920376" y="917242"/>
                    </a:lnTo>
                    <a:lnTo>
                      <a:pt x="918586" y="919655"/>
                    </a:lnTo>
                    <a:lnTo>
                      <a:pt x="914399" y="925003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h1030"/>
              <p:cNvSpPr/>
              <p:nvPr/>
            </p:nvSpPr>
            <p:spPr>
              <a:xfrm>
                <a:off x="2468330" y="2519187"/>
                <a:ext cx="914400" cy="91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17">
                    <a:moveTo>
                      <a:pt x="914400" y="914400"/>
                    </a:moveTo>
                    <a:lnTo>
                      <a:pt x="914400" y="919217"/>
                    </a:lnTo>
                    <a:lnTo>
                      <a:pt x="912074" y="914400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h1031"/>
              <p:cNvSpPr/>
              <p:nvPr/>
            </p:nvSpPr>
            <p:spPr>
              <a:xfrm>
                <a:off x="246833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33" y="931969"/>
                    </a:lnTo>
                    <a:lnTo>
                      <a:pt x="920201" y="930732"/>
                    </a:lnTo>
                    <a:lnTo>
                      <a:pt x="918783" y="927962"/>
                    </a:lnTo>
                    <a:lnTo>
                      <a:pt x="917365" y="925192"/>
                    </a:lnTo>
                    <a:lnTo>
                      <a:pt x="915938" y="922404"/>
                    </a:lnTo>
                    <a:lnTo>
                      <a:pt x="914400" y="919217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h1032"/>
              <p:cNvSpPr/>
              <p:nvPr/>
            </p:nvSpPr>
            <p:spPr>
              <a:xfrm>
                <a:off x="247777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h1033"/>
              <p:cNvSpPr/>
              <p:nvPr/>
            </p:nvSpPr>
            <p:spPr>
              <a:xfrm>
                <a:off x="248721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h1034"/>
              <p:cNvSpPr/>
              <p:nvPr/>
            </p:nvSpPr>
            <p:spPr>
              <a:xfrm>
                <a:off x="249665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h1035"/>
              <p:cNvSpPr/>
              <p:nvPr/>
            </p:nvSpPr>
            <p:spPr>
              <a:xfrm>
                <a:off x="250609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h1036"/>
              <p:cNvSpPr/>
              <p:nvPr/>
            </p:nvSpPr>
            <p:spPr>
              <a:xfrm>
                <a:off x="251553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h1037"/>
              <p:cNvSpPr/>
              <p:nvPr/>
            </p:nvSpPr>
            <p:spPr>
              <a:xfrm>
                <a:off x="252497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h1038"/>
              <p:cNvSpPr/>
              <p:nvPr/>
            </p:nvSpPr>
            <p:spPr>
              <a:xfrm>
                <a:off x="253441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h1039"/>
              <p:cNvSpPr/>
              <p:nvPr/>
            </p:nvSpPr>
            <p:spPr>
              <a:xfrm>
                <a:off x="254385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h1040"/>
              <p:cNvSpPr/>
              <p:nvPr/>
            </p:nvSpPr>
            <p:spPr>
              <a:xfrm>
                <a:off x="255329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h1041"/>
              <p:cNvSpPr/>
              <p:nvPr/>
            </p:nvSpPr>
            <p:spPr>
              <a:xfrm>
                <a:off x="256273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h1042"/>
              <p:cNvSpPr/>
              <p:nvPr/>
            </p:nvSpPr>
            <p:spPr>
              <a:xfrm>
                <a:off x="257217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h1043"/>
              <p:cNvSpPr/>
              <p:nvPr/>
            </p:nvSpPr>
            <p:spPr>
              <a:xfrm>
                <a:off x="258161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h1044"/>
              <p:cNvSpPr/>
              <p:nvPr/>
            </p:nvSpPr>
            <p:spPr>
              <a:xfrm>
                <a:off x="259105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h1045"/>
              <p:cNvSpPr/>
              <p:nvPr/>
            </p:nvSpPr>
            <p:spPr>
              <a:xfrm>
                <a:off x="260049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h1046"/>
              <p:cNvSpPr/>
              <p:nvPr/>
            </p:nvSpPr>
            <p:spPr>
              <a:xfrm>
                <a:off x="260993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h1047"/>
              <p:cNvSpPr/>
              <p:nvPr/>
            </p:nvSpPr>
            <p:spPr>
              <a:xfrm>
                <a:off x="261937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h1048"/>
              <p:cNvSpPr/>
              <p:nvPr/>
            </p:nvSpPr>
            <p:spPr>
              <a:xfrm>
                <a:off x="262881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h1049"/>
              <p:cNvSpPr/>
              <p:nvPr/>
            </p:nvSpPr>
            <p:spPr>
              <a:xfrm>
                <a:off x="263825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h1050"/>
              <p:cNvSpPr/>
              <p:nvPr/>
            </p:nvSpPr>
            <p:spPr>
              <a:xfrm>
                <a:off x="264769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h1051"/>
              <p:cNvSpPr/>
              <p:nvPr/>
            </p:nvSpPr>
            <p:spPr>
              <a:xfrm>
                <a:off x="265713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h1052"/>
              <p:cNvSpPr/>
              <p:nvPr/>
            </p:nvSpPr>
            <p:spPr>
              <a:xfrm>
                <a:off x="266657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h1053"/>
              <p:cNvSpPr/>
              <p:nvPr/>
            </p:nvSpPr>
            <p:spPr>
              <a:xfrm>
                <a:off x="267601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h1054"/>
              <p:cNvSpPr/>
              <p:nvPr/>
            </p:nvSpPr>
            <p:spPr>
              <a:xfrm>
                <a:off x="268545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h1055"/>
              <p:cNvSpPr/>
              <p:nvPr/>
            </p:nvSpPr>
            <p:spPr>
              <a:xfrm>
                <a:off x="269489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h1056"/>
              <p:cNvSpPr/>
              <p:nvPr/>
            </p:nvSpPr>
            <p:spPr>
              <a:xfrm>
                <a:off x="270433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h1057"/>
              <p:cNvSpPr/>
              <p:nvPr/>
            </p:nvSpPr>
            <p:spPr>
              <a:xfrm>
                <a:off x="271377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h1058"/>
              <p:cNvSpPr/>
              <p:nvPr/>
            </p:nvSpPr>
            <p:spPr>
              <a:xfrm>
                <a:off x="272321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h1059"/>
              <p:cNvSpPr/>
              <p:nvPr/>
            </p:nvSpPr>
            <p:spPr>
              <a:xfrm>
                <a:off x="273265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h1060"/>
              <p:cNvSpPr/>
              <p:nvPr/>
            </p:nvSpPr>
            <p:spPr>
              <a:xfrm>
                <a:off x="274209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h1061"/>
              <p:cNvSpPr/>
              <p:nvPr/>
            </p:nvSpPr>
            <p:spPr>
              <a:xfrm>
                <a:off x="275153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h1062"/>
              <p:cNvSpPr/>
              <p:nvPr/>
            </p:nvSpPr>
            <p:spPr>
              <a:xfrm>
                <a:off x="276097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h1063"/>
              <p:cNvSpPr/>
              <p:nvPr/>
            </p:nvSpPr>
            <p:spPr>
              <a:xfrm>
                <a:off x="277041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h1064"/>
              <p:cNvSpPr/>
              <p:nvPr/>
            </p:nvSpPr>
            <p:spPr>
              <a:xfrm>
                <a:off x="277985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h1065"/>
              <p:cNvSpPr/>
              <p:nvPr/>
            </p:nvSpPr>
            <p:spPr>
              <a:xfrm>
                <a:off x="278929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h1066"/>
              <p:cNvSpPr/>
              <p:nvPr/>
            </p:nvSpPr>
            <p:spPr>
              <a:xfrm>
                <a:off x="279873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h1067"/>
              <p:cNvSpPr/>
              <p:nvPr/>
            </p:nvSpPr>
            <p:spPr>
              <a:xfrm>
                <a:off x="280817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h1068"/>
              <p:cNvSpPr/>
              <p:nvPr/>
            </p:nvSpPr>
            <p:spPr>
              <a:xfrm>
                <a:off x="281761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h1069"/>
              <p:cNvSpPr/>
              <p:nvPr/>
            </p:nvSpPr>
            <p:spPr>
              <a:xfrm>
                <a:off x="282705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h1070"/>
              <p:cNvSpPr/>
              <p:nvPr/>
            </p:nvSpPr>
            <p:spPr>
              <a:xfrm>
                <a:off x="283649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h1071"/>
              <p:cNvSpPr/>
              <p:nvPr/>
            </p:nvSpPr>
            <p:spPr>
              <a:xfrm>
                <a:off x="284593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h1072"/>
              <p:cNvSpPr/>
              <p:nvPr/>
            </p:nvSpPr>
            <p:spPr>
              <a:xfrm>
                <a:off x="285538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h1073"/>
              <p:cNvSpPr/>
              <p:nvPr/>
            </p:nvSpPr>
            <p:spPr>
              <a:xfrm>
                <a:off x="286482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h1074"/>
              <p:cNvSpPr/>
              <p:nvPr/>
            </p:nvSpPr>
            <p:spPr>
              <a:xfrm>
                <a:off x="287426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h1075"/>
              <p:cNvSpPr/>
              <p:nvPr/>
            </p:nvSpPr>
            <p:spPr>
              <a:xfrm>
                <a:off x="288370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h1076"/>
              <p:cNvSpPr/>
              <p:nvPr/>
            </p:nvSpPr>
            <p:spPr>
              <a:xfrm>
                <a:off x="289314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h1077"/>
              <p:cNvSpPr/>
              <p:nvPr/>
            </p:nvSpPr>
            <p:spPr>
              <a:xfrm>
                <a:off x="290258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h1078"/>
              <p:cNvSpPr/>
              <p:nvPr/>
            </p:nvSpPr>
            <p:spPr>
              <a:xfrm>
                <a:off x="291202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h1079"/>
              <p:cNvSpPr/>
              <p:nvPr/>
            </p:nvSpPr>
            <p:spPr>
              <a:xfrm>
                <a:off x="292146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h1080"/>
              <p:cNvSpPr/>
              <p:nvPr/>
            </p:nvSpPr>
            <p:spPr>
              <a:xfrm>
                <a:off x="293090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h1081"/>
              <p:cNvSpPr/>
              <p:nvPr/>
            </p:nvSpPr>
            <p:spPr>
              <a:xfrm>
                <a:off x="294034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h1082"/>
              <p:cNvSpPr/>
              <p:nvPr/>
            </p:nvSpPr>
            <p:spPr>
              <a:xfrm>
                <a:off x="294978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h1083"/>
              <p:cNvSpPr/>
              <p:nvPr/>
            </p:nvSpPr>
            <p:spPr>
              <a:xfrm>
                <a:off x="295922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h1084"/>
              <p:cNvSpPr/>
              <p:nvPr/>
            </p:nvSpPr>
            <p:spPr>
              <a:xfrm>
                <a:off x="296866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h1085"/>
              <p:cNvSpPr/>
              <p:nvPr/>
            </p:nvSpPr>
            <p:spPr>
              <a:xfrm>
                <a:off x="297810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h1086"/>
              <p:cNvSpPr/>
              <p:nvPr/>
            </p:nvSpPr>
            <p:spPr>
              <a:xfrm>
                <a:off x="298754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h1087"/>
              <p:cNvSpPr/>
              <p:nvPr/>
            </p:nvSpPr>
            <p:spPr>
              <a:xfrm>
                <a:off x="299698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h1088"/>
              <p:cNvSpPr/>
              <p:nvPr/>
            </p:nvSpPr>
            <p:spPr>
              <a:xfrm>
                <a:off x="300642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h1089"/>
              <p:cNvSpPr/>
              <p:nvPr/>
            </p:nvSpPr>
            <p:spPr>
              <a:xfrm>
                <a:off x="301586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h1090"/>
              <p:cNvSpPr/>
              <p:nvPr/>
            </p:nvSpPr>
            <p:spPr>
              <a:xfrm>
                <a:off x="302530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h1091"/>
              <p:cNvSpPr/>
              <p:nvPr/>
            </p:nvSpPr>
            <p:spPr>
              <a:xfrm>
                <a:off x="303474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h1092"/>
              <p:cNvSpPr/>
              <p:nvPr/>
            </p:nvSpPr>
            <p:spPr>
              <a:xfrm>
                <a:off x="304418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h1093"/>
              <p:cNvSpPr/>
              <p:nvPr/>
            </p:nvSpPr>
            <p:spPr>
              <a:xfrm>
                <a:off x="305362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h1094"/>
              <p:cNvSpPr/>
              <p:nvPr/>
            </p:nvSpPr>
            <p:spPr>
              <a:xfrm>
                <a:off x="306306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h1095"/>
              <p:cNvSpPr/>
              <p:nvPr/>
            </p:nvSpPr>
            <p:spPr>
              <a:xfrm>
                <a:off x="307250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h1096"/>
              <p:cNvSpPr/>
              <p:nvPr/>
            </p:nvSpPr>
            <p:spPr>
              <a:xfrm>
                <a:off x="308194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h1097"/>
              <p:cNvSpPr/>
              <p:nvPr/>
            </p:nvSpPr>
            <p:spPr>
              <a:xfrm>
                <a:off x="309138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h1098"/>
              <p:cNvSpPr/>
              <p:nvPr/>
            </p:nvSpPr>
            <p:spPr>
              <a:xfrm>
                <a:off x="310082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h1099"/>
              <p:cNvSpPr/>
              <p:nvPr/>
            </p:nvSpPr>
            <p:spPr>
              <a:xfrm>
                <a:off x="311026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h1100"/>
              <p:cNvSpPr/>
              <p:nvPr/>
            </p:nvSpPr>
            <p:spPr>
              <a:xfrm>
                <a:off x="311970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h1101"/>
              <p:cNvSpPr/>
              <p:nvPr/>
            </p:nvSpPr>
            <p:spPr>
              <a:xfrm>
                <a:off x="312914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h1102"/>
              <p:cNvSpPr/>
              <p:nvPr/>
            </p:nvSpPr>
            <p:spPr>
              <a:xfrm>
                <a:off x="313858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h1103"/>
              <p:cNvSpPr/>
              <p:nvPr/>
            </p:nvSpPr>
            <p:spPr>
              <a:xfrm>
                <a:off x="314802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h1104"/>
              <p:cNvSpPr/>
              <p:nvPr/>
            </p:nvSpPr>
            <p:spPr>
              <a:xfrm>
                <a:off x="315746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h1105"/>
              <p:cNvSpPr/>
              <p:nvPr/>
            </p:nvSpPr>
            <p:spPr>
              <a:xfrm>
                <a:off x="316690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h1106"/>
              <p:cNvSpPr/>
              <p:nvPr/>
            </p:nvSpPr>
            <p:spPr>
              <a:xfrm>
                <a:off x="317634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h1107"/>
              <p:cNvSpPr/>
              <p:nvPr/>
            </p:nvSpPr>
            <p:spPr>
              <a:xfrm>
                <a:off x="318578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h1108"/>
              <p:cNvSpPr/>
              <p:nvPr/>
            </p:nvSpPr>
            <p:spPr>
              <a:xfrm>
                <a:off x="319522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h1109"/>
              <p:cNvSpPr/>
              <p:nvPr/>
            </p:nvSpPr>
            <p:spPr>
              <a:xfrm>
                <a:off x="320466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h1110"/>
              <p:cNvSpPr/>
              <p:nvPr/>
            </p:nvSpPr>
            <p:spPr>
              <a:xfrm>
                <a:off x="321410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h1111"/>
              <p:cNvSpPr/>
              <p:nvPr/>
            </p:nvSpPr>
            <p:spPr>
              <a:xfrm>
                <a:off x="322354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h1112"/>
              <p:cNvSpPr/>
              <p:nvPr/>
            </p:nvSpPr>
            <p:spPr>
              <a:xfrm>
                <a:off x="323298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h1113"/>
              <p:cNvSpPr/>
              <p:nvPr/>
            </p:nvSpPr>
            <p:spPr>
              <a:xfrm>
                <a:off x="3242429" y="253675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2575"/>
                    </a:lnTo>
                    <a:lnTo>
                      <a:pt x="922485" y="91439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h1114"/>
              <p:cNvSpPr/>
              <p:nvPr/>
            </p:nvSpPr>
            <p:spPr>
              <a:xfrm>
                <a:off x="3251870" y="2519187"/>
                <a:ext cx="923840" cy="93014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4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415"/>
                    </a:lnTo>
                    <a:lnTo>
                      <a:pt x="923422" y="918010"/>
                    </a:lnTo>
                    <a:lnTo>
                      <a:pt x="921627" y="920422"/>
                    </a:lnTo>
                    <a:lnTo>
                      <a:pt x="919844" y="922819"/>
                    </a:lnTo>
                    <a:lnTo>
                      <a:pt x="918061" y="925217"/>
                    </a:lnTo>
                    <a:lnTo>
                      <a:pt x="916278" y="927615"/>
                    </a:lnTo>
                    <a:lnTo>
                      <a:pt x="914497" y="930014"/>
                    </a:lnTo>
                    <a:lnTo>
                      <a:pt x="914400" y="930145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h1115"/>
              <p:cNvSpPr/>
              <p:nvPr/>
            </p:nvSpPr>
            <p:spPr>
              <a:xfrm>
                <a:off x="3261310" y="2519187"/>
                <a:ext cx="916518" cy="917415"/>
              </a:xfrm>
              <a:custGeom>
                <a:avLst/>
                <a:gdLst/>
                <a:ahLst/>
                <a:cxnLst/>
                <a:rect l="0" t="0" r="0" b="0"/>
                <a:pathLst>
                  <a:path w="916518" h="917415">
                    <a:moveTo>
                      <a:pt x="914400" y="914400"/>
                    </a:moveTo>
                    <a:lnTo>
                      <a:pt x="916518" y="914400"/>
                    </a:lnTo>
                    <a:lnTo>
                      <a:pt x="914400" y="917415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h1116"/>
              <p:cNvSpPr/>
              <p:nvPr/>
            </p:nvSpPr>
            <p:spPr>
              <a:xfrm>
                <a:off x="2458890" y="2501618"/>
                <a:ext cx="914400" cy="9147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94">
                    <a:moveTo>
                      <a:pt x="914400" y="914400"/>
                    </a:moveTo>
                    <a:lnTo>
                      <a:pt x="914400" y="914794"/>
                    </a:lnTo>
                    <a:lnTo>
                      <a:pt x="914250" y="914400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h1117"/>
              <p:cNvSpPr/>
              <p:nvPr/>
            </p:nvSpPr>
            <p:spPr>
              <a:xfrm>
                <a:off x="245889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515" y="931969"/>
                    </a:lnTo>
                    <a:lnTo>
                      <a:pt x="920907" y="930710"/>
                    </a:lnTo>
                    <a:lnTo>
                      <a:pt x="916738" y="920972"/>
                    </a:lnTo>
                    <a:lnTo>
                      <a:pt x="914400" y="914794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h1118"/>
              <p:cNvSpPr/>
              <p:nvPr/>
            </p:nvSpPr>
            <p:spPr>
              <a:xfrm>
                <a:off x="246833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h1119"/>
              <p:cNvSpPr/>
              <p:nvPr/>
            </p:nvSpPr>
            <p:spPr>
              <a:xfrm>
                <a:off x="247777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h1120"/>
              <p:cNvSpPr/>
              <p:nvPr/>
            </p:nvSpPr>
            <p:spPr>
              <a:xfrm>
                <a:off x="248721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h1121"/>
              <p:cNvSpPr/>
              <p:nvPr/>
            </p:nvSpPr>
            <p:spPr>
              <a:xfrm>
                <a:off x="249665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h1122"/>
              <p:cNvSpPr/>
              <p:nvPr/>
            </p:nvSpPr>
            <p:spPr>
              <a:xfrm>
                <a:off x="250609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h1123"/>
              <p:cNvSpPr/>
              <p:nvPr/>
            </p:nvSpPr>
            <p:spPr>
              <a:xfrm>
                <a:off x="251553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h1124"/>
              <p:cNvSpPr/>
              <p:nvPr/>
            </p:nvSpPr>
            <p:spPr>
              <a:xfrm>
                <a:off x="252497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h1125"/>
              <p:cNvSpPr/>
              <p:nvPr/>
            </p:nvSpPr>
            <p:spPr>
              <a:xfrm>
                <a:off x="253441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h1126"/>
              <p:cNvSpPr/>
              <p:nvPr/>
            </p:nvSpPr>
            <p:spPr>
              <a:xfrm>
                <a:off x="254385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h1127"/>
              <p:cNvSpPr/>
              <p:nvPr/>
            </p:nvSpPr>
            <p:spPr>
              <a:xfrm>
                <a:off x="255329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h1128"/>
              <p:cNvSpPr/>
              <p:nvPr/>
            </p:nvSpPr>
            <p:spPr>
              <a:xfrm>
                <a:off x="256273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h1129"/>
              <p:cNvSpPr/>
              <p:nvPr/>
            </p:nvSpPr>
            <p:spPr>
              <a:xfrm>
                <a:off x="257217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h1130"/>
              <p:cNvSpPr/>
              <p:nvPr/>
            </p:nvSpPr>
            <p:spPr>
              <a:xfrm>
                <a:off x="258161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h1131"/>
              <p:cNvSpPr/>
              <p:nvPr/>
            </p:nvSpPr>
            <p:spPr>
              <a:xfrm>
                <a:off x="259105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h1132"/>
              <p:cNvSpPr/>
              <p:nvPr/>
            </p:nvSpPr>
            <p:spPr>
              <a:xfrm>
                <a:off x="260049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h1133"/>
              <p:cNvSpPr/>
              <p:nvPr/>
            </p:nvSpPr>
            <p:spPr>
              <a:xfrm>
                <a:off x="260993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h1134"/>
              <p:cNvSpPr/>
              <p:nvPr/>
            </p:nvSpPr>
            <p:spPr>
              <a:xfrm>
                <a:off x="261937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h1135"/>
              <p:cNvSpPr/>
              <p:nvPr/>
            </p:nvSpPr>
            <p:spPr>
              <a:xfrm>
                <a:off x="262881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h1136"/>
              <p:cNvSpPr/>
              <p:nvPr/>
            </p:nvSpPr>
            <p:spPr>
              <a:xfrm>
                <a:off x="263825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h1137"/>
              <p:cNvSpPr/>
              <p:nvPr/>
            </p:nvSpPr>
            <p:spPr>
              <a:xfrm>
                <a:off x="264769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h1138"/>
              <p:cNvSpPr/>
              <p:nvPr/>
            </p:nvSpPr>
            <p:spPr>
              <a:xfrm>
                <a:off x="265713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h1139"/>
              <p:cNvSpPr/>
              <p:nvPr/>
            </p:nvSpPr>
            <p:spPr>
              <a:xfrm>
                <a:off x="266657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h1140"/>
              <p:cNvSpPr/>
              <p:nvPr/>
            </p:nvSpPr>
            <p:spPr>
              <a:xfrm>
                <a:off x="267601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h1141"/>
              <p:cNvSpPr/>
              <p:nvPr/>
            </p:nvSpPr>
            <p:spPr>
              <a:xfrm>
                <a:off x="268545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h1142"/>
              <p:cNvSpPr/>
              <p:nvPr/>
            </p:nvSpPr>
            <p:spPr>
              <a:xfrm>
                <a:off x="269489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h1143"/>
              <p:cNvSpPr/>
              <p:nvPr/>
            </p:nvSpPr>
            <p:spPr>
              <a:xfrm>
                <a:off x="270433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h1144"/>
              <p:cNvSpPr/>
              <p:nvPr/>
            </p:nvSpPr>
            <p:spPr>
              <a:xfrm>
                <a:off x="271377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h1145"/>
              <p:cNvSpPr/>
              <p:nvPr/>
            </p:nvSpPr>
            <p:spPr>
              <a:xfrm>
                <a:off x="272321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h1146"/>
              <p:cNvSpPr/>
              <p:nvPr/>
            </p:nvSpPr>
            <p:spPr>
              <a:xfrm>
                <a:off x="273265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h1147"/>
              <p:cNvSpPr/>
              <p:nvPr/>
            </p:nvSpPr>
            <p:spPr>
              <a:xfrm>
                <a:off x="274209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h1148"/>
              <p:cNvSpPr/>
              <p:nvPr/>
            </p:nvSpPr>
            <p:spPr>
              <a:xfrm>
                <a:off x="275153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h1149"/>
              <p:cNvSpPr/>
              <p:nvPr/>
            </p:nvSpPr>
            <p:spPr>
              <a:xfrm>
                <a:off x="276097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h1150"/>
              <p:cNvSpPr/>
              <p:nvPr/>
            </p:nvSpPr>
            <p:spPr>
              <a:xfrm>
                <a:off x="277041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h1151"/>
              <p:cNvSpPr/>
              <p:nvPr/>
            </p:nvSpPr>
            <p:spPr>
              <a:xfrm>
                <a:off x="277985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h1152"/>
              <p:cNvSpPr/>
              <p:nvPr/>
            </p:nvSpPr>
            <p:spPr>
              <a:xfrm>
                <a:off x="278929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h1153"/>
              <p:cNvSpPr/>
              <p:nvPr/>
            </p:nvSpPr>
            <p:spPr>
              <a:xfrm>
                <a:off x="279873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h1154"/>
              <p:cNvSpPr/>
              <p:nvPr/>
            </p:nvSpPr>
            <p:spPr>
              <a:xfrm>
                <a:off x="280817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h1155"/>
              <p:cNvSpPr/>
              <p:nvPr/>
            </p:nvSpPr>
            <p:spPr>
              <a:xfrm>
                <a:off x="281761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h1156"/>
              <p:cNvSpPr/>
              <p:nvPr/>
            </p:nvSpPr>
            <p:spPr>
              <a:xfrm>
                <a:off x="282705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h1157"/>
              <p:cNvSpPr/>
              <p:nvPr/>
            </p:nvSpPr>
            <p:spPr>
              <a:xfrm>
                <a:off x="283649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h1158"/>
              <p:cNvSpPr/>
              <p:nvPr/>
            </p:nvSpPr>
            <p:spPr>
              <a:xfrm>
                <a:off x="284593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h1159"/>
              <p:cNvSpPr/>
              <p:nvPr/>
            </p:nvSpPr>
            <p:spPr>
              <a:xfrm>
                <a:off x="285538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h1160"/>
              <p:cNvSpPr/>
              <p:nvPr/>
            </p:nvSpPr>
            <p:spPr>
              <a:xfrm>
                <a:off x="286482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h1161"/>
              <p:cNvSpPr/>
              <p:nvPr/>
            </p:nvSpPr>
            <p:spPr>
              <a:xfrm>
                <a:off x="287426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h1162"/>
              <p:cNvSpPr/>
              <p:nvPr/>
            </p:nvSpPr>
            <p:spPr>
              <a:xfrm>
                <a:off x="288370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h1163"/>
              <p:cNvSpPr/>
              <p:nvPr/>
            </p:nvSpPr>
            <p:spPr>
              <a:xfrm>
                <a:off x="289314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h1164"/>
              <p:cNvSpPr/>
              <p:nvPr/>
            </p:nvSpPr>
            <p:spPr>
              <a:xfrm>
                <a:off x="290258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h1165"/>
              <p:cNvSpPr/>
              <p:nvPr/>
            </p:nvSpPr>
            <p:spPr>
              <a:xfrm>
                <a:off x="291202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h1166"/>
              <p:cNvSpPr/>
              <p:nvPr/>
            </p:nvSpPr>
            <p:spPr>
              <a:xfrm>
                <a:off x="292146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h1167"/>
              <p:cNvSpPr/>
              <p:nvPr/>
            </p:nvSpPr>
            <p:spPr>
              <a:xfrm>
                <a:off x="293090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h1168"/>
              <p:cNvSpPr/>
              <p:nvPr/>
            </p:nvSpPr>
            <p:spPr>
              <a:xfrm>
                <a:off x="294034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h1169"/>
              <p:cNvSpPr/>
              <p:nvPr/>
            </p:nvSpPr>
            <p:spPr>
              <a:xfrm>
                <a:off x="294978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h1170"/>
              <p:cNvSpPr/>
              <p:nvPr/>
            </p:nvSpPr>
            <p:spPr>
              <a:xfrm>
                <a:off x="295922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h1171"/>
              <p:cNvSpPr/>
              <p:nvPr/>
            </p:nvSpPr>
            <p:spPr>
              <a:xfrm>
                <a:off x="296866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h1172"/>
              <p:cNvSpPr/>
              <p:nvPr/>
            </p:nvSpPr>
            <p:spPr>
              <a:xfrm>
                <a:off x="297810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h1173"/>
              <p:cNvSpPr/>
              <p:nvPr/>
            </p:nvSpPr>
            <p:spPr>
              <a:xfrm>
                <a:off x="298754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h1174"/>
              <p:cNvSpPr/>
              <p:nvPr/>
            </p:nvSpPr>
            <p:spPr>
              <a:xfrm>
                <a:off x="299698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h1175"/>
              <p:cNvSpPr/>
              <p:nvPr/>
            </p:nvSpPr>
            <p:spPr>
              <a:xfrm>
                <a:off x="300642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h1176"/>
              <p:cNvSpPr/>
              <p:nvPr/>
            </p:nvSpPr>
            <p:spPr>
              <a:xfrm>
                <a:off x="301586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h1177"/>
              <p:cNvSpPr/>
              <p:nvPr/>
            </p:nvSpPr>
            <p:spPr>
              <a:xfrm>
                <a:off x="302530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h1178"/>
              <p:cNvSpPr/>
              <p:nvPr/>
            </p:nvSpPr>
            <p:spPr>
              <a:xfrm>
                <a:off x="303474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h1179"/>
              <p:cNvSpPr/>
              <p:nvPr/>
            </p:nvSpPr>
            <p:spPr>
              <a:xfrm>
                <a:off x="304418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h1180"/>
              <p:cNvSpPr/>
              <p:nvPr/>
            </p:nvSpPr>
            <p:spPr>
              <a:xfrm>
                <a:off x="305362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h1181"/>
              <p:cNvSpPr/>
              <p:nvPr/>
            </p:nvSpPr>
            <p:spPr>
              <a:xfrm>
                <a:off x="306306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h1182"/>
              <p:cNvSpPr/>
              <p:nvPr/>
            </p:nvSpPr>
            <p:spPr>
              <a:xfrm>
                <a:off x="307250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h1183"/>
              <p:cNvSpPr/>
              <p:nvPr/>
            </p:nvSpPr>
            <p:spPr>
              <a:xfrm>
                <a:off x="308194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h1184"/>
              <p:cNvSpPr/>
              <p:nvPr/>
            </p:nvSpPr>
            <p:spPr>
              <a:xfrm>
                <a:off x="309138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h1185"/>
              <p:cNvSpPr/>
              <p:nvPr/>
            </p:nvSpPr>
            <p:spPr>
              <a:xfrm>
                <a:off x="310082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h1186"/>
              <p:cNvSpPr/>
              <p:nvPr/>
            </p:nvSpPr>
            <p:spPr>
              <a:xfrm>
                <a:off x="311026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h1187"/>
              <p:cNvSpPr/>
              <p:nvPr/>
            </p:nvSpPr>
            <p:spPr>
              <a:xfrm>
                <a:off x="311970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h1188"/>
              <p:cNvSpPr/>
              <p:nvPr/>
            </p:nvSpPr>
            <p:spPr>
              <a:xfrm>
                <a:off x="312914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h1189"/>
              <p:cNvSpPr/>
              <p:nvPr/>
            </p:nvSpPr>
            <p:spPr>
              <a:xfrm>
                <a:off x="313858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h1190"/>
              <p:cNvSpPr/>
              <p:nvPr/>
            </p:nvSpPr>
            <p:spPr>
              <a:xfrm>
                <a:off x="314802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h1191"/>
              <p:cNvSpPr/>
              <p:nvPr/>
            </p:nvSpPr>
            <p:spPr>
              <a:xfrm>
                <a:off x="315746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h1192"/>
              <p:cNvSpPr/>
              <p:nvPr/>
            </p:nvSpPr>
            <p:spPr>
              <a:xfrm>
                <a:off x="316690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h1193"/>
              <p:cNvSpPr/>
              <p:nvPr/>
            </p:nvSpPr>
            <p:spPr>
              <a:xfrm>
                <a:off x="317634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h1194"/>
              <p:cNvSpPr/>
              <p:nvPr/>
            </p:nvSpPr>
            <p:spPr>
              <a:xfrm>
                <a:off x="318578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h1195"/>
              <p:cNvSpPr/>
              <p:nvPr/>
            </p:nvSpPr>
            <p:spPr>
              <a:xfrm>
                <a:off x="319522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h1196"/>
              <p:cNvSpPr/>
              <p:nvPr/>
            </p:nvSpPr>
            <p:spPr>
              <a:xfrm>
                <a:off x="320466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h1197"/>
              <p:cNvSpPr/>
              <p:nvPr/>
            </p:nvSpPr>
            <p:spPr>
              <a:xfrm>
                <a:off x="321410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h1198"/>
              <p:cNvSpPr/>
              <p:nvPr/>
            </p:nvSpPr>
            <p:spPr>
              <a:xfrm>
                <a:off x="322354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h1199"/>
              <p:cNvSpPr/>
              <p:nvPr/>
            </p:nvSpPr>
            <p:spPr>
              <a:xfrm>
                <a:off x="323298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h1200"/>
              <p:cNvSpPr/>
              <p:nvPr/>
            </p:nvSpPr>
            <p:spPr>
              <a:xfrm>
                <a:off x="324242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h1201"/>
              <p:cNvSpPr/>
              <p:nvPr/>
            </p:nvSpPr>
            <p:spPr>
              <a:xfrm>
                <a:off x="325187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h1202"/>
              <p:cNvSpPr/>
              <p:nvPr/>
            </p:nvSpPr>
            <p:spPr>
              <a:xfrm>
                <a:off x="3261310" y="25191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121"/>
                    </a:lnTo>
                    <a:lnTo>
                      <a:pt x="923728" y="903321"/>
                    </a:lnTo>
                    <a:lnTo>
                      <a:pt x="918964" y="910917"/>
                    </a:lnTo>
                    <a:lnTo>
                      <a:pt x="916518" y="914400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h1203"/>
              <p:cNvSpPr/>
              <p:nvPr/>
            </p:nvSpPr>
            <p:spPr>
              <a:xfrm>
                <a:off x="3270750" y="2501618"/>
                <a:ext cx="917929" cy="920691"/>
              </a:xfrm>
              <a:custGeom>
                <a:avLst/>
                <a:gdLst/>
                <a:ahLst/>
                <a:cxnLst/>
                <a:rect l="0" t="0" r="0" b="0"/>
                <a:pathLst>
                  <a:path w="917929" h="920691">
                    <a:moveTo>
                      <a:pt x="914400" y="914400"/>
                    </a:moveTo>
                    <a:lnTo>
                      <a:pt x="917929" y="914400"/>
                    </a:lnTo>
                    <a:lnTo>
                      <a:pt x="914400" y="920691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h1204"/>
              <p:cNvSpPr/>
              <p:nvPr/>
            </p:nvSpPr>
            <p:spPr>
              <a:xfrm>
                <a:off x="2458890" y="24840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250" y="931969"/>
                    </a:lnTo>
                    <a:lnTo>
                      <a:pt x="912885" y="928363"/>
                    </a:lnTo>
                    <a:lnTo>
                      <a:pt x="912048" y="926007"/>
                    </a:lnTo>
                    <a:lnTo>
                      <a:pt x="911216" y="923666"/>
                    </a:lnTo>
                    <a:lnTo>
                      <a:pt x="910384" y="921325"/>
                    </a:lnTo>
                    <a:lnTo>
                      <a:pt x="909551" y="918984"/>
                    </a:lnTo>
                    <a:lnTo>
                      <a:pt x="908718" y="916643"/>
                    </a:lnTo>
                    <a:lnTo>
                      <a:pt x="907920" y="914400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h1205"/>
              <p:cNvSpPr/>
              <p:nvPr/>
            </p:nvSpPr>
            <p:spPr>
              <a:xfrm>
                <a:off x="245889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h1206"/>
              <p:cNvSpPr/>
              <p:nvPr/>
            </p:nvSpPr>
            <p:spPr>
              <a:xfrm>
                <a:off x="246833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h1207"/>
              <p:cNvSpPr/>
              <p:nvPr/>
            </p:nvSpPr>
            <p:spPr>
              <a:xfrm>
                <a:off x="247777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h1208"/>
              <p:cNvSpPr/>
              <p:nvPr/>
            </p:nvSpPr>
            <p:spPr>
              <a:xfrm>
                <a:off x="248721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h1209"/>
              <p:cNvSpPr/>
              <p:nvPr/>
            </p:nvSpPr>
            <p:spPr>
              <a:xfrm>
                <a:off x="249665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h1210"/>
              <p:cNvSpPr/>
              <p:nvPr/>
            </p:nvSpPr>
            <p:spPr>
              <a:xfrm>
                <a:off x="250609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h1211"/>
              <p:cNvSpPr/>
              <p:nvPr/>
            </p:nvSpPr>
            <p:spPr>
              <a:xfrm>
                <a:off x="251553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h1212"/>
              <p:cNvSpPr/>
              <p:nvPr/>
            </p:nvSpPr>
            <p:spPr>
              <a:xfrm>
                <a:off x="252497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h1213"/>
              <p:cNvSpPr/>
              <p:nvPr/>
            </p:nvSpPr>
            <p:spPr>
              <a:xfrm>
                <a:off x="253441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h1214"/>
              <p:cNvSpPr/>
              <p:nvPr/>
            </p:nvSpPr>
            <p:spPr>
              <a:xfrm>
                <a:off x="254385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h1215"/>
              <p:cNvSpPr/>
              <p:nvPr/>
            </p:nvSpPr>
            <p:spPr>
              <a:xfrm>
                <a:off x="255329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h1216"/>
              <p:cNvSpPr/>
              <p:nvPr/>
            </p:nvSpPr>
            <p:spPr>
              <a:xfrm>
                <a:off x="256273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h1217"/>
              <p:cNvSpPr/>
              <p:nvPr/>
            </p:nvSpPr>
            <p:spPr>
              <a:xfrm>
                <a:off x="257217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h1218"/>
              <p:cNvSpPr/>
              <p:nvPr/>
            </p:nvSpPr>
            <p:spPr>
              <a:xfrm>
                <a:off x="258161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h1219"/>
              <p:cNvSpPr/>
              <p:nvPr/>
            </p:nvSpPr>
            <p:spPr>
              <a:xfrm>
                <a:off x="259105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h1220"/>
              <p:cNvSpPr/>
              <p:nvPr/>
            </p:nvSpPr>
            <p:spPr>
              <a:xfrm>
                <a:off x="260049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h1221"/>
              <p:cNvSpPr/>
              <p:nvPr/>
            </p:nvSpPr>
            <p:spPr>
              <a:xfrm>
                <a:off x="260993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h1222"/>
              <p:cNvSpPr/>
              <p:nvPr/>
            </p:nvSpPr>
            <p:spPr>
              <a:xfrm>
                <a:off x="261937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h1223"/>
              <p:cNvSpPr/>
              <p:nvPr/>
            </p:nvSpPr>
            <p:spPr>
              <a:xfrm>
                <a:off x="262881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h1224"/>
              <p:cNvSpPr/>
              <p:nvPr/>
            </p:nvSpPr>
            <p:spPr>
              <a:xfrm>
                <a:off x="263825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h1225"/>
              <p:cNvSpPr/>
              <p:nvPr/>
            </p:nvSpPr>
            <p:spPr>
              <a:xfrm>
                <a:off x="264769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h1226"/>
              <p:cNvSpPr/>
              <p:nvPr/>
            </p:nvSpPr>
            <p:spPr>
              <a:xfrm>
                <a:off x="265713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h1227"/>
              <p:cNvSpPr/>
              <p:nvPr/>
            </p:nvSpPr>
            <p:spPr>
              <a:xfrm>
                <a:off x="266657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h1228"/>
              <p:cNvSpPr/>
              <p:nvPr/>
            </p:nvSpPr>
            <p:spPr>
              <a:xfrm>
                <a:off x="267601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h1229"/>
              <p:cNvSpPr/>
              <p:nvPr/>
            </p:nvSpPr>
            <p:spPr>
              <a:xfrm>
                <a:off x="268545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h1230"/>
              <p:cNvSpPr/>
              <p:nvPr/>
            </p:nvSpPr>
            <p:spPr>
              <a:xfrm>
                <a:off x="269489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h1231"/>
              <p:cNvSpPr/>
              <p:nvPr/>
            </p:nvSpPr>
            <p:spPr>
              <a:xfrm>
                <a:off x="270433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h1232"/>
              <p:cNvSpPr/>
              <p:nvPr/>
            </p:nvSpPr>
            <p:spPr>
              <a:xfrm>
                <a:off x="271377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h1233"/>
              <p:cNvSpPr/>
              <p:nvPr/>
            </p:nvSpPr>
            <p:spPr>
              <a:xfrm>
                <a:off x="272321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h1234"/>
              <p:cNvSpPr/>
              <p:nvPr/>
            </p:nvSpPr>
            <p:spPr>
              <a:xfrm>
                <a:off x="273265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h1235"/>
              <p:cNvSpPr/>
              <p:nvPr/>
            </p:nvSpPr>
            <p:spPr>
              <a:xfrm>
                <a:off x="274209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h1236"/>
              <p:cNvSpPr/>
              <p:nvPr/>
            </p:nvSpPr>
            <p:spPr>
              <a:xfrm>
                <a:off x="275153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h1237"/>
              <p:cNvSpPr/>
              <p:nvPr/>
            </p:nvSpPr>
            <p:spPr>
              <a:xfrm>
                <a:off x="276097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h1238"/>
              <p:cNvSpPr/>
              <p:nvPr/>
            </p:nvSpPr>
            <p:spPr>
              <a:xfrm>
                <a:off x="277041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h1239"/>
              <p:cNvSpPr/>
              <p:nvPr/>
            </p:nvSpPr>
            <p:spPr>
              <a:xfrm>
                <a:off x="277985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h1240"/>
              <p:cNvSpPr/>
              <p:nvPr/>
            </p:nvSpPr>
            <p:spPr>
              <a:xfrm>
                <a:off x="278929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h1241"/>
              <p:cNvSpPr/>
              <p:nvPr/>
            </p:nvSpPr>
            <p:spPr>
              <a:xfrm>
                <a:off x="279873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h1242"/>
              <p:cNvSpPr/>
              <p:nvPr/>
            </p:nvSpPr>
            <p:spPr>
              <a:xfrm>
                <a:off x="280817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h1243"/>
              <p:cNvSpPr/>
              <p:nvPr/>
            </p:nvSpPr>
            <p:spPr>
              <a:xfrm>
                <a:off x="281761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h1244"/>
              <p:cNvSpPr/>
              <p:nvPr/>
            </p:nvSpPr>
            <p:spPr>
              <a:xfrm>
                <a:off x="282705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h1245"/>
              <p:cNvSpPr/>
              <p:nvPr/>
            </p:nvSpPr>
            <p:spPr>
              <a:xfrm>
                <a:off x="283649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h1246"/>
              <p:cNvSpPr/>
              <p:nvPr/>
            </p:nvSpPr>
            <p:spPr>
              <a:xfrm>
                <a:off x="284593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h1247"/>
              <p:cNvSpPr/>
              <p:nvPr/>
            </p:nvSpPr>
            <p:spPr>
              <a:xfrm>
                <a:off x="285538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h1248"/>
              <p:cNvSpPr/>
              <p:nvPr/>
            </p:nvSpPr>
            <p:spPr>
              <a:xfrm>
                <a:off x="286482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h1249"/>
              <p:cNvSpPr/>
              <p:nvPr/>
            </p:nvSpPr>
            <p:spPr>
              <a:xfrm>
                <a:off x="287426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h1250"/>
              <p:cNvSpPr/>
              <p:nvPr/>
            </p:nvSpPr>
            <p:spPr>
              <a:xfrm>
                <a:off x="288370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h1251"/>
              <p:cNvSpPr/>
              <p:nvPr/>
            </p:nvSpPr>
            <p:spPr>
              <a:xfrm>
                <a:off x="289314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h1252"/>
              <p:cNvSpPr/>
              <p:nvPr/>
            </p:nvSpPr>
            <p:spPr>
              <a:xfrm>
                <a:off x="290258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h1253"/>
              <p:cNvSpPr/>
              <p:nvPr/>
            </p:nvSpPr>
            <p:spPr>
              <a:xfrm>
                <a:off x="291202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h1254"/>
              <p:cNvSpPr/>
              <p:nvPr/>
            </p:nvSpPr>
            <p:spPr>
              <a:xfrm>
                <a:off x="292146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h1255"/>
              <p:cNvSpPr/>
              <p:nvPr/>
            </p:nvSpPr>
            <p:spPr>
              <a:xfrm>
                <a:off x="293090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h1256"/>
              <p:cNvSpPr/>
              <p:nvPr/>
            </p:nvSpPr>
            <p:spPr>
              <a:xfrm>
                <a:off x="294034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h1257"/>
              <p:cNvSpPr/>
              <p:nvPr/>
            </p:nvSpPr>
            <p:spPr>
              <a:xfrm>
                <a:off x="294978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h1258"/>
              <p:cNvSpPr/>
              <p:nvPr/>
            </p:nvSpPr>
            <p:spPr>
              <a:xfrm>
                <a:off x="295922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h1259"/>
              <p:cNvSpPr/>
              <p:nvPr/>
            </p:nvSpPr>
            <p:spPr>
              <a:xfrm>
                <a:off x="296866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h1260"/>
              <p:cNvSpPr/>
              <p:nvPr/>
            </p:nvSpPr>
            <p:spPr>
              <a:xfrm>
                <a:off x="297810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h1261"/>
              <p:cNvSpPr/>
              <p:nvPr/>
            </p:nvSpPr>
            <p:spPr>
              <a:xfrm>
                <a:off x="298754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h1262"/>
              <p:cNvSpPr/>
              <p:nvPr/>
            </p:nvSpPr>
            <p:spPr>
              <a:xfrm>
                <a:off x="299698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h1263"/>
              <p:cNvSpPr/>
              <p:nvPr/>
            </p:nvSpPr>
            <p:spPr>
              <a:xfrm>
                <a:off x="300642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h1264"/>
              <p:cNvSpPr/>
              <p:nvPr/>
            </p:nvSpPr>
            <p:spPr>
              <a:xfrm>
                <a:off x="301586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h1265"/>
              <p:cNvSpPr/>
              <p:nvPr/>
            </p:nvSpPr>
            <p:spPr>
              <a:xfrm>
                <a:off x="302530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h1266"/>
              <p:cNvSpPr/>
              <p:nvPr/>
            </p:nvSpPr>
            <p:spPr>
              <a:xfrm>
                <a:off x="303474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h1267"/>
              <p:cNvSpPr/>
              <p:nvPr/>
            </p:nvSpPr>
            <p:spPr>
              <a:xfrm>
                <a:off x="304418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h1268"/>
              <p:cNvSpPr/>
              <p:nvPr/>
            </p:nvSpPr>
            <p:spPr>
              <a:xfrm>
                <a:off x="305362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h1269"/>
              <p:cNvSpPr/>
              <p:nvPr/>
            </p:nvSpPr>
            <p:spPr>
              <a:xfrm>
                <a:off x="306306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h1270"/>
              <p:cNvSpPr/>
              <p:nvPr/>
            </p:nvSpPr>
            <p:spPr>
              <a:xfrm>
                <a:off x="307250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h1271"/>
              <p:cNvSpPr/>
              <p:nvPr/>
            </p:nvSpPr>
            <p:spPr>
              <a:xfrm>
                <a:off x="308194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h1272"/>
              <p:cNvSpPr/>
              <p:nvPr/>
            </p:nvSpPr>
            <p:spPr>
              <a:xfrm>
                <a:off x="309138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h1273"/>
              <p:cNvSpPr/>
              <p:nvPr/>
            </p:nvSpPr>
            <p:spPr>
              <a:xfrm>
                <a:off x="310082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h1274"/>
              <p:cNvSpPr/>
              <p:nvPr/>
            </p:nvSpPr>
            <p:spPr>
              <a:xfrm>
                <a:off x="311026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h1275"/>
              <p:cNvSpPr/>
              <p:nvPr/>
            </p:nvSpPr>
            <p:spPr>
              <a:xfrm>
                <a:off x="311970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h1276"/>
              <p:cNvSpPr/>
              <p:nvPr/>
            </p:nvSpPr>
            <p:spPr>
              <a:xfrm>
                <a:off x="312914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h1277"/>
              <p:cNvSpPr/>
              <p:nvPr/>
            </p:nvSpPr>
            <p:spPr>
              <a:xfrm>
                <a:off x="313858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h1278"/>
              <p:cNvSpPr/>
              <p:nvPr/>
            </p:nvSpPr>
            <p:spPr>
              <a:xfrm>
                <a:off x="314802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h1279"/>
              <p:cNvSpPr/>
              <p:nvPr/>
            </p:nvSpPr>
            <p:spPr>
              <a:xfrm>
                <a:off x="315746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h1280"/>
              <p:cNvSpPr/>
              <p:nvPr/>
            </p:nvSpPr>
            <p:spPr>
              <a:xfrm>
                <a:off x="316690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h1281"/>
              <p:cNvSpPr/>
              <p:nvPr/>
            </p:nvSpPr>
            <p:spPr>
              <a:xfrm>
                <a:off x="317634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h1282"/>
              <p:cNvSpPr/>
              <p:nvPr/>
            </p:nvSpPr>
            <p:spPr>
              <a:xfrm>
                <a:off x="318578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h1283"/>
              <p:cNvSpPr/>
              <p:nvPr/>
            </p:nvSpPr>
            <p:spPr>
              <a:xfrm>
                <a:off x="319522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h1284"/>
              <p:cNvSpPr/>
              <p:nvPr/>
            </p:nvSpPr>
            <p:spPr>
              <a:xfrm>
                <a:off x="320466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h1285"/>
              <p:cNvSpPr/>
              <p:nvPr/>
            </p:nvSpPr>
            <p:spPr>
              <a:xfrm>
                <a:off x="321410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h1286"/>
              <p:cNvSpPr/>
              <p:nvPr/>
            </p:nvSpPr>
            <p:spPr>
              <a:xfrm>
                <a:off x="322354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h1287"/>
              <p:cNvSpPr/>
              <p:nvPr/>
            </p:nvSpPr>
            <p:spPr>
              <a:xfrm>
                <a:off x="323298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h1288"/>
              <p:cNvSpPr/>
              <p:nvPr/>
            </p:nvSpPr>
            <p:spPr>
              <a:xfrm>
                <a:off x="324242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h1289"/>
              <p:cNvSpPr/>
              <p:nvPr/>
            </p:nvSpPr>
            <p:spPr>
              <a:xfrm>
                <a:off x="325187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h1290"/>
              <p:cNvSpPr/>
              <p:nvPr/>
            </p:nvSpPr>
            <p:spPr>
              <a:xfrm>
                <a:off x="326131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h1291"/>
              <p:cNvSpPr/>
              <p:nvPr/>
            </p:nvSpPr>
            <p:spPr>
              <a:xfrm>
                <a:off x="3270750" y="250161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42"/>
                    </a:lnTo>
                    <a:lnTo>
                      <a:pt x="923102" y="904286"/>
                    </a:lnTo>
                    <a:lnTo>
                      <a:pt x="918818" y="912815"/>
                    </a:lnTo>
                    <a:lnTo>
                      <a:pt x="917929" y="914400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h1292"/>
              <p:cNvSpPr/>
              <p:nvPr/>
            </p:nvSpPr>
            <p:spPr>
              <a:xfrm>
                <a:off x="3280190" y="2484048"/>
                <a:ext cx="917010" cy="92021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2021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4400" y="920212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h1293"/>
              <p:cNvSpPr/>
              <p:nvPr/>
            </p:nvSpPr>
            <p:spPr>
              <a:xfrm>
                <a:off x="2449449" y="2466478"/>
                <a:ext cx="914400" cy="92605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54">
                    <a:moveTo>
                      <a:pt x="914400" y="914399"/>
                    </a:moveTo>
                    <a:lnTo>
                      <a:pt x="914400" y="926054"/>
                    </a:lnTo>
                    <a:lnTo>
                      <a:pt x="913765" y="924932"/>
                    </a:lnTo>
                    <a:lnTo>
                      <a:pt x="909713" y="916980"/>
                    </a:lnTo>
                    <a:lnTo>
                      <a:pt x="908528" y="91439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h1294"/>
              <p:cNvSpPr/>
              <p:nvPr/>
            </p:nvSpPr>
            <p:spPr>
              <a:xfrm>
                <a:off x="244944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325" y="931872"/>
                    </a:lnTo>
                    <a:lnTo>
                      <a:pt x="916706" y="930132"/>
                    </a:lnTo>
                    <a:lnTo>
                      <a:pt x="914400" y="926054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h1295"/>
              <p:cNvSpPr/>
              <p:nvPr/>
            </p:nvSpPr>
            <p:spPr>
              <a:xfrm>
                <a:off x="245889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h1296"/>
              <p:cNvSpPr/>
              <p:nvPr/>
            </p:nvSpPr>
            <p:spPr>
              <a:xfrm>
                <a:off x="246833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h1297"/>
              <p:cNvSpPr/>
              <p:nvPr/>
            </p:nvSpPr>
            <p:spPr>
              <a:xfrm>
                <a:off x="247777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h1298"/>
              <p:cNvSpPr/>
              <p:nvPr/>
            </p:nvSpPr>
            <p:spPr>
              <a:xfrm>
                <a:off x="248721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h1299"/>
              <p:cNvSpPr/>
              <p:nvPr/>
            </p:nvSpPr>
            <p:spPr>
              <a:xfrm>
                <a:off x="249665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h1300"/>
              <p:cNvSpPr/>
              <p:nvPr/>
            </p:nvSpPr>
            <p:spPr>
              <a:xfrm>
                <a:off x="250609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h1301"/>
              <p:cNvSpPr/>
              <p:nvPr/>
            </p:nvSpPr>
            <p:spPr>
              <a:xfrm>
                <a:off x="251553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h1302"/>
              <p:cNvSpPr/>
              <p:nvPr/>
            </p:nvSpPr>
            <p:spPr>
              <a:xfrm>
                <a:off x="252497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h1303"/>
              <p:cNvSpPr/>
              <p:nvPr/>
            </p:nvSpPr>
            <p:spPr>
              <a:xfrm>
                <a:off x="253441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h1304"/>
              <p:cNvSpPr/>
              <p:nvPr/>
            </p:nvSpPr>
            <p:spPr>
              <a:xfrm>
                <a:off x="254385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h1305"/>
              <p:cNvSpPr/>
              <p:nvPr/>
            </p:nvSpPr>
            <p:spPr>
              <a:xfrm>
                <a:off x="255329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h1306"/>
              <p:cNvSpPr/>
              <p:nvPr/>
            </p:nvSpPr>
            <p:spPr>
              <a:xfrm>
                <a:off x="256273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h1307"/>
              <p:cNvSpPr/>
              <p:nvPr/>
            </p:nvSpPr>
            <p:spPr>
              <a:xfrm>
                <a:off x="257217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h1308"/>
              <p:cNvSpPr/>
              <p:nvPr/>
            </p:nvSpPr>
            <p:spPr>
              <a:xfrm>
                <a:off x="258161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h1309"/>
              <p:cNvSpPr/>
              <p:nvPr/>
            </p:nvSpPr>
            <p:spPr>
              <a:xfrm>
                <a:off x="259105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h1310"/>
              <p:cNvSpPr/>
              <p:nvPr/>
            </p:nvSpPr>
            <p:spPr>
              <a:xfrm>
                <a:off x="260049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h1311"/>
              <p:cNvSpPr/>
              <p:nvPr/>
            </p:nvSpPr>
            <p:spPr>
              <a:xfrm>
                <a:off x="260993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h1312"/>
              <p:cNvSpPr/>
              <p:nvPr/>
            </p:nvSpPr>
            <p:spPr>
              <a:xfrm>
                <a:off x="261937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h1313"/>
              <p:cNvSpPr/>
              <p:nvPr/>
            </p:nvSpPr>
            <p:spPr>
              <a:xfrm>
                <a:off x="262881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h1314"/>
              <p:cNvSpPr/>
              <p:nvPr/>
            </p:nvSpPr>
            <p:spPr>
              <a:xfrm>
                <a:off x="263825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h1315"/>
              <p:cNvSpPr/>
              <p:nvPr/>
            </p:nvSpPr>
            <p:spPr>
              <a:xfrm>
                <a:off x="264769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h1316"/>
              <p:cNvSpPr/>
              <p:nvPr/>
            </p:nvSpPr>
            <p:spPr>
              <a:xfrm>
                <a:off x="265713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h1317"/>
              <p:cNvSpPr/>
              <p:nvPr/>
            </p:nvSpPr>
            <p:spPr>
              <a:xfrm>
                <a:off x="266657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h1318"/>
              <p:cNvSpPr/>
              <p:nvPr/>
            </p:nvSpPr>
            <p:spPr>
              <a:xfrm>
                <a:off x="267601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h1319"/>
              <p:cNvSpPr/>
              <p:nvPr/>
            </p:nvSpPr>
            <p:spPr>
              <a:xfrm>
                <a:off x="268545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h1320"/>
              <p:cNvSpPr/>
              <p:nvPr/>
            </p:nvSpPr>
            <p:spPr>
              <a:xfrm>
                <a:off x="269489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h1321"/>
              <p:cNvSpPr/>
              <p:nvPr/>
            </p:nvSpPr>
            <p:spPr>
              <a:xfrm>
                <a:off x="270433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h1322"/>
              <p:cNvSpPr/>
              <p:nvPr/>
            </p:nvSpPr>
            <p:spPr>
              <a:xfrm>
                <a:off x="271377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h1323"/>
              <p:cNvSpPr/>
              <p:nvPr/>
            </p:nvSpPr>
            <p:spPr>
              <a:xfrm>
                <a:off x="272321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h1324"/>
              <p:cNvSpPr/>
              <p:nvPr/>
            </p:nvSpPr>
            <p:spPr>
              <a:xfrm>
                <a:off x="273265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h1325"/>
              <p:cNvSpPr/>
              <p:nvPr/>
            </p:nvSpPr>
            <p:spPr>
              <a:xfrm>
                <a:off x="274209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h1326"/>
              <p:cNvSpPr/>
              <p:nvPr/>
            </p:nvSpPr>
            <p:spPr>
              <a:xfrm>
                <a:off x="275153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h1327"/>
              <p:cNvSpPr/>
              <p:nvPr/>
            </p:nvSpPr>
            <p:spPr>
              <a:xfrm>
                <a:off x="276097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h1328"/>
              <p:cNvSpPr/>
              <p:nvPr/>
            </p:nvSpPr>
            <p:spPr>
              <a:xfrm>
                <a:off x="277041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h1329"/>
              <p:cNvSpPr/>
              <p:nvPr/>
            </p:nvSpPr>
            <p:spPr>
              <a:xfrm>
                <a:off x="277985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h1330"/>
              <p:cNvSpPr/>
              <p:nvPr/>
            </p:nvSpPr>
            <p:spPr>
              <a:xfrm>
                <a:off x="278929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h1331"/>
              <p:cNvSpPr/>
              <p:nvPr/>
            </p:nvSpPr>
            <p:spPr>
              <a:xfrm>
                <a:off x="279873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h1332"/>
              <p:cNvSpPr/>
              <p:nvPr/>
            </p:nvSpPr>
            <p:spPr>
              <a:xfrm>
                <a:off x="280817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h1333"/>
              <p:cNvSpPr/>
              <p:nvPr/>
            </p:nvSpPr>
            <p:spPr>
              <a:xfrm>
                <a:off x="281761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h1334"/>
              <p:cNvSpPr/>
              <p:nvPr/>
            </p:nvSpPr>
            <p:spPr>
              <a:xfrm>
                <a:off x="282705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h1335"/>
              <p:cNvSpPr/>
              <p:nvPr/>
            </p:nvSpPr>
            <p:spPr>
              <a:xfrm>
                <a:off x="283649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h1336"/>
              <p:cNvSpPr/>
              <p:nvPr/>
            </p:nvSpPr>
            <p:spPr>
              <a:xfrm>
                <a:off x="284593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h1337"/>
              <p:cNvSpPr/>
              <p:nvPr/>
            </p:nvSpPr>
            <p:spPr>
              <a:xfrm>
                <a:off x="285538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h1338"/>
              <p:cNvSpPr/>
              <p:nvPr/>
            </p:nvSpPr>
            <p:spPr>
              <a:xfrm>
                <a:off x="286482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h1339"/>
              <p:cNvSpPr/>
              <p:nvPr/>
            </p:nvSpPr>
            <p:spPr>
              <a:xfrm>
                <a:off x="287426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h1340"/>
              <p:cNvSpPr/>
              <p:nvPr/>
            </p:nvSpPr>
            <p:spPr>
              <a:xfrm>
                <a:off x="288370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h1341"/>
              <p:cNvSpPr/>
              <p:nvPr/>
            </p:nvSpPr>
            <p:spPr>
              <a:xfrm>
                <a:off x="289314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h1342"/>
              <p:cNvSpPr/>
              <p:nvPr/>
            </p:nvSpPr>
            <p:spPr>
              <a:xfrm>
                <a:off x="290258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h1343"/>
              <p:cNvSpPr/>
              <p:nvPr/>
            </p:nvSpPr>
            <p:spPr>
              <a:xfrm>
                <a:off x="291202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h1344"/>
              <p:cNvSpPr/>
              <p:nvPr/>
            </p:nvSpPr>
            <p:spPr>
              <a:xfrm>
                <a:off x="292146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h1345"/>
              <p:cNvSpPr/>
              <p:nvPr/>
            </p:nvSpPr>
            <p:spPr>
              <a:xfrm>
                <a:off x="293090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h1346"/>
              <p:cNvSpPr/>
              <p:nvPr/>
            </p:nvSpPr>
            <p:spPr>
              <a:xfrm>
                <a:off x="294034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h1347"/>
              <p:cNvSpPr/>
              <p:nvPr/>
            </p:nvSpPr>
            <p:spPr>
              <a:xfrm>
                <a:off x="294978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h1348"/>
              <p:cNvSpPr/>
              <p:nvPr/>
            </p:nvSpPr>
            <p:spPr>
              <a:xfrm>
                <a:off x="295922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h1349"/>
              <p:cNvSpPr/>
              <p:nvPr/>
            </p:nvSpPr>
            <p:spPr>
              <a:xfrm>
                <a:off x="296866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h1350"/>
              <p:cNvSpPr/>
              <p:nvPr/>
            </p:nvSpPr>
            <p:spPr>
              <a:xfrm>
                <a:off x="297810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h1351"/>
              <p:cNvSpPr/>
              <p:nvPr/>
            </p:nvSpPr>
            <p:spPr>
              <a:xfrm>
                <a:off x="298754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h1352"/>
              <p:cNvSpPr/>
              <p:nvPr/>
            </p:nvSpPr>
            <p:spPr>
              <a:xfrm>
                <a:off x="299698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h1353"/>
              <p:cNvSpPr/>
              <p:nvPr/>
            </p:nvSpPr>
            <p:spPr>
              <a:xfrm>
                <a:off x="300642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h1354"/>
              <p:cNvSpPr/>
              <p:nvPr/>
            </p:nvSpPr>
            <p:spPr>
              <a:xfrm>
                <a:off x="301586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h1355"/>
              <p:cNvSpPr/>
              <p:nvPr/>
            </p:nvSpPr>
            <p:spPr>
              <a:xfrm>
                <a:off x="302530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h1356"/>
              <p:cNvSpPr/>
              <p:nvPr/>
            </p:nvSpPr>
            <p:spPr>
              <a:xfrm>
                <a:off x="303474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h1357"/>
              <p:cNvSpPr/>
              <p:nvPr/>
            </p:nvSpPr>
            <p:spPr>
              <a:xfrm>
                <a:off x="304418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h1358"/>
              <p:cNvSpPr/>
              <p:nvPr/>
            </p:nvSpPr>
            <p:spPr>
              <a:xfrm>
                <a:off x="305362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h1359"/>
              <p:cNvSpPr/>
              <p:nvPr/>
            </p:nvSpPr>
            <p:spPr>
              <a:xfrm>
                <a:off x="306306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h1360"/>
              <p:cNvSpPr/>
              <p:nvPr/>
            </p:nvSpPr>
            <p:spPr>
              <a:xfrm>
                <a:off x="307250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h1361"/>
              <p:cNvSpPr/>
              <p:nvPr/>
            </p:nvSpPr>
            <p:spPr>
              <a:xfrm>
                <a:off x="308194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h1362"/>
              <p:cNvSpPr/>
              <p:nvPr/>
            </p:nvSpPr>
            <p:spPr>
              <a:xfrm>
                <a:off x="309138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h1363"/>
              <p:cNvSpPr/>
              <p:nvPr/>
            </p:nvSpPr>
            <p:spPr>
              <a:xfrm>
                <a:off x="310082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h1364"/>
              <p:cNvSpPr/>
              <p:nvPr/>
            </p:nvSpPr>
            <p:spPr>
              <a:xfrm>
                <a:off x="311026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h1365"/>
              <p:cNvSpPr/>
              <p:nvPr/>
            </p:nvSpPr>
            <p:spPr>
              <a:xfrm>
                <a:off x="311970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h1366"/>
              <p:cNvSpPr/>
              <p:nvPr/>
            </p:nvSpPr>
            <p:spPr>
              <a:xfrm>
                <a:off x="312914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h1367"/>
              <p:cNvSpPr/>
              <p:nvPr/>
            </p:nvSpPr>
            <p:spPr>
              <a:xfrm>
                <a:off x="313858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h1368"/>
              <p:cNvSpPr/>
              <p:nvPr/>
            </p:nvSpPr>
            <p:spPr>
              <a:xfrm>
                <a:off x="314802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h1369"/>
              <p:cNvSpPr/>
              <p:nvPr/>
            </p:nvSpPr>
            <p:spPr>
              <a:xfrm>
                <a:off x="315746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h1370"/>
              <p:cNvSpPr/>
              <p:nvPr/>
            </p:nvSpPr>
            <p:spPr>
              <a:xfrm>
                <a:off x="316690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h1371"/>
              <p:cNvSpPr/>
              <p:nvPr/>
            </p:nvSpPr>
            <p:spPr>
              <a:xfrm>
                <a:off x="317634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h1372"/>
              <p:cNvSpPr/>
              <p:nvPr/>
            </p:nvSpPr>
            <p:spPr>
              <a:xfrm>
                <a:off x="318578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h1373"/>
              <p:cNvSpPr/>
              <p:nvPr/>
            </p:nvSpPr>
            <p:spPr>
              <a:xfrm>
                <a:off x="319522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h1374"/>
              <p:cNvSpPr/>
              <p:nvPr/>
            </p:nvSpPr>
            <p:spPr>
              <a:xfrm>
                <a:off x="320466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h1375"/>
              <p:cNvSpPr/>
              <p:nvPr/>
            </p:nvSpPr>
            <p:spPr>
              <a:xfrm>
                <a:off x="321410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h1376"/>
              <p:cNvSpPr/>
              <p:nvPr/>
            </p:nvSpPr>
            <p:spPr>
              <a:xfrm>
                <a:off x="322354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h1377"/>
              <p:cNvSpPr/>
              <p:nvPr/>
            </p:nvSpPr>
            <p:spPr>
              <a:xfrm>
                <a:off x="323298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h1378"/>
              <p:cNvSpPr/>
              <p:nvPr/>
            </p:nvSpPr>
            <p:spPr>
              <a:xfrm>
                <a:off x="324242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h1379"/>
              <p:cNvSpPr/>
              <p:nvPr/>
            </p:nvSpPr>
            <p:spPr>
              <a:xfrm>
                <a:off x="325187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h1380"/>
              <p:cNvSpPr/>
              <p:nvPr/>
            </p:nvSpPr>
            <p:spPr>
              <a:xfrm>
                <a:off x="326131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h1381"/>
              <p:cNvSpPr/>
              <p:nvPr/>
            </p:nvSpPr>
            <p:spPr>
              <a:xfrm>
                <a:off x="327075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h1382"/>
              <p:cNvSpPr/>
              <p:nvPr/>
            </p:nvSpPr>
            <p:spPr>
              <a:xfrm>
                <a:off x="3280190" y="2484048"/>
                <a:ext cx="9238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2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26" y="896830"/>
                    </a:lnTo>
                    <a:lnTo>
                      <a:pt x="921435" y="903539"/>
                    </a:lnTo>
                    <a:lnTo>
                      <a:pt x="917685" y="912898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h1383"/>
              <p:cNvSpPr/>
              <p:nvPr/>
            </p:nvSpPr>
            <p:spPr>
              <a:xfrm>
                <a:off x="2440009" y="2448908"/>
                <a:ext cx="914400" cy="9239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967">
                    <a:moveTo>
                      <a:pt x="914400" y="914400"/>
                    </a:moveTo>
                    <a:lnTo>
                      <a:pt x="914400" y="923967"/>
                    </a:lnTo>
                    <a:lnTo>
                      <a:pt x="911740" y="917524"/>
                    </a:lnTo>
                    <a:lnTo>
                      <a:pt x="910584" y="914400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h1384"/>
              <p:cNvSpPr/>
              <p:nvPr/>
            </p:nvSpPr>
            <p:spPr>
              <a:xfrm>
                <a:off x="244000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968" y="931969"/>
                    </a:lnTo>
                    <a:lnTo>
                      <a:pt x="915328" y="926216"/>
                    </a:lnTo>
                    <a:lnTo>
                      <a:pt x="914400" y="923967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h1385"/>
              <p:cNvSpPr/>
              <p:nvPr/>
            </p:nvSpPr>
            <p:spPr>
              <a:xfrm>
                <a:off x="244944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h1386"/>
              <p:cNvSpPr/>
              <p:nvPr/>
            </p:nvSpPr>
            <p:spPr>
              <a:xfrm>
                <a:off x="245889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h1387"/>
              <p:cNvSpPr/>
              <p:nvPr/>
            </p:nvSpPr>
            <p:spPr>
              <a:xfrm>
                <a:off x="246833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h1388"/>
              <p:cNvSpPr/>
              <p:nvPr/>
            </p:nvSpPr>
            <p:spPr>
              <a:xfrm>
                <a:off x="247777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h1389"/>
              <p:cNvSpPr/>
              <p:nvPr/>
            </p:nvSpPr>
            <p:spPr>
              <a:xfrm>
                <a:off x="248721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h1390"/>
              <p:cNvSpPr/>
              <p:nvPr/>
            </p:nvSpPr>
            <p:spPr>
              <a:xfrm>
                <a:off x="249665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h1391"/>
              <p:cNvSpPr/>
              <p:nvPr/>
            </p:nvSpPr>
            <p:spPr>
              <a:xfrm>
                <a:off x="250609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h1392"/>
              <p:cNvSpPr/>
              <p:nvPr/>
            </p:nvSpPr>
            <p:spPr>
              <a:xfrm>
                <a:off x="251553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h1393"/>
              <p:cNvSpPr/>
              <p:nvPr/>
            </p:nvSpPr>
            <p:spPr>
              <a:xfrm>
                <a:off x="252497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h1394"/>
              <p:cNvSpPr/>
              <p:nvPr/>
            </p:nvSpPr>
            <p:spPr>
              <a:xfrm>
                <a:off x="253441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h1395"/>
              <p:cNvSpPr/>
              <p:nvPr/>
            </p:nvSpPr>
            <p:spPr>
              <a:xfrm>
                <a:off x="254385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h1396"/>
              <p:cNvSpPr/>
              <p:nvPr/>
            </p:nvSpPr>
            <p:spPr>
              <a:xfrm>
                <a:off x="255329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h1397"/>
              <p:cNvSpPr/>
              <p:nvPr/>
            </p:nvSpPr>
            <p:spPr>
              <a:xfrm>
                <a:off x="256273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h1398"/>
              <p:cNvSpPr/>
              <p:nvPr/>
            </p:nvSpPr>
            <p:spPr>
              <a:xfrm>
                <a:off x="257217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h1399"/>
              <p:cNvSpPr/>
              <p:nvPr/>
            </p:nvSpPr>
            <p:spPr>
              <a:xfrm>
                <a:off x="258161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h1400"/>
              <p:cNvSpPr/>
              <p:nvPr/>
            </p:nvSpPr>
            <p:spPr>
              <a:xfrm>
                <a:off x="259105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h1401"/>
              <p:cNvSpPr/>
              <p:nvPr/>
            </p:nvSpPr>
            <p:spPr>
              <a:xfrm>
                <a:off x="260049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h1402"/>
              <p:cNvSpPr/>
              <p:nvPr/>
            </p:nvSpPr>
            <p:spPr>
              <a:xfrm>
                <a:off x="260993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h1403"/>
              <p:cNvSpPr/>
              <p:nvPr/>
            </p:nvSpPr>
            <p:spPr>
              <a:xfrm>
                <a:off x="261937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h1404"/>
              <p:cNvSpPr/>
              <p:nvPr/>
            </p:nvSpPr>
            <p:spPr>
              <a:xfrm>
                <a:off x="262881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h1405"/>
              <p:cNvSpPr/>
              <p:nvPr/>
            </p:nvSpPr>
            <p:spPr>
              <a:xfrm>
                <a:off x="263825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h1406"/>
              <p:cNvSpPr/>
              <p:nvPr/>
            </p:nvSpPr>
            <p:spPr>
              <a:xfrm>
                <a:off x="264769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h1407"/>
              <p:cNvSpPr/>
              <p:nvPr/>
            </p:nvSpPr>
            <p:spPr>
              <a:xfrm>
                <a:off x="265713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h1408"/>
              <p:cNvSpPr/>
              <p:nvPr/>
            </p:nvSpPr>
            <p:spPr>
              <a:xfrm>
                <a:off x="266657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h1409"/>
              <p:cNvSpPr/>
              <p:nvPr/>
            </p:nvSpPr>
            <p:spPr>
              <a:xfrm>
                <a:off x="267601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h1410"/>
              <p:cNvSpPr/>
              <p:nvPr/>
            </p:nvSpPr>
            <p:spPr>
              <a:xfrm>
                <a:off x="268545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h1411"/>
              <p:cNvSpPr/>
              <p:nvPr/>
            </p:nvSpPr>
            <p:spPr>
              <a:xfrm>
                <a:off x="269489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h1412"/>
              <p:cNvSpPr/>
              <p:nvPr/>
            </p:nvSpPr>
            <p:spPr>
              <a:xfrm>
                <a:off x="270433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h1413"/>
              <p:cNvSpPr/>
              <p:nvPr/>
            </p:nvSpPr>
            <p:spPr>
              <a:xfrm>
                <a:off x="271377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h1414"/>
              <p:cNvSpPr/>
              <p:nvPr/>
            </p:nvSpPr>
            <p:spPr>
              <a:xfrm>
                <a:off x="272321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h1415"/>
              <p:cNvSpPr/>
              <p:nvPr/>
            </p:nvSpPr>
            <p:spPr>
              <a:xfrm>
                <a:off x="273265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h1416"/>
              <p:cNvSpPr/>
              <p:nvPr/>
            </p:nvSpPr>
            <p:spPr>
              <a:xfrm>
                <a:off x="274209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h1417"/>
              <p:cNvSpPr/>
              <p:nvPr/>
            </p:nvSpPr>
            <p:spPr>
              <a:xfrm>
                <a:off x="275153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h1418"/>
              <p:cNvSpPr/>
              <p:nvPr/>
            </p:nvSpPr>
            <p:spPr>
              <a:xfrm>
                <a:off x="276097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h1419"/>
              <p:cNvSpPr/>
              <p:nvPr/>
            </p:nvSpPr>
            <p:spPr>
              <a:xfrm>
                <a:off x="277041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h1420"/>
              <p:cNvSpPr/>
              <p:nvPr/>
            </p:nvSpPr>
            <p:spPr>
              <a:xfrm>
                <a:off x="277985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h1421"/>
              <p:cNvSpPr/>
              <p:nvPr/>
            </p:nvSpPr>
            <p:spPr>
              <a:xfrm>
                <a:off x="278929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h1422"/>
              <p:cNvSpPr/>
              <p:nvPr/>
            </p:nvSpPr>
            <p:spPr>
              <a:xfrm>
                <a:off x="279873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h1423"/>
              <p:cNvSpPr/>
              <p:nvPr/>
            </p:nvSpPr>
            <p:spPr>
              <a:xfrm>
                <a:off x="280817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h1424"/>
              <p:cNvSpPr/>
              <p:nvPr/>
            </p:nvSpPr>
            <p:spPr>
              <a:xfrm>
                <a:off x="281761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h1425"/>
              <p:cNvSpPr/>
              <p:nvPr/>
            </p:nvSpPr>
            <p:spPr>
              <a:xfrm>
                <a:off x="282705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h1426"/>
              <p:cNvSpPr/>
              <p:nvPr/>
            </p:nvSpPr>
            <p:spPr>
              <a:xfrm>
                <a:off x="283649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h1427"/>
              <p:cNvSpPr/>
              <p:nvPr/>
            </p:nvSpPr>
            <p:spPr>
              <a:xfrm>
                <a:off x="284593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h1428"/>
              <p:cNvSpPr/>
              <p:nvPr/>
            </p:nvSpPr>
            <p:spPr>
              <a:xfrm>
                <a:off x="285538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h1429"/>
              <p:cNvSpPr/>
              <p:nvPr/>
            </p:nvSpPr>
            <p:spPr>
              <a:xfrm>
                <a:off x="286482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h1430"/>
              <p:cNvSpPr/>
              <p:nvPr/>
            </p:nvSpPr>
            <p:spPr>
              <a:xfrm>
                <a:off x="287426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h1431"/>
              <p:cNvSpPr/>
              <p:nvPr/>
            </p:nvSpPr>
            <p:spPr>
              <a:xfrm>
                <a:off x="288370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h1432"/>
              <p:cNvSpPr/>
              <p:nvPr/>
            </p:nvSpPr>
            <p:spPr>
              <a:xfrm>
                <a:off x="289314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h1433"/>
              <p:cNvSpPr/>
              <p:nvPr/>
            </p:nvSpPr>
            <p:spPr>
              <a:xfrm>
                <a:off x="290258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h1434"/>
              <p:cNvSpPr/>
              <p:nvPr/>
            </p:nvSpPr>
            <p:spPr>
              <a:xfrm>
                <a:off x="291202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h1435"/>
              <p:cNvSpPr/>
              <p:nvPr/>
            </p:nvSpPr>
            <p:spPr>
              <a:xfrm>
                <a:off x="292146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h1436"/>
              <p:cNvSpPr/>
              <p:nvPr/>
            </p:nvSpPr>
            <p:spPr>
              <a:xfrm>
                <a:off x="293090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h1437"/>
              <p:cNvSpPr/>
              <p:nvPr/>
            </p:nvSpPr>
            <p:spPr>
              <a:xfrm>
                <a:off x="294034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h1438"/>
              <p:cNvSpPr/>
              <p:nvPr/>
            </p:nvSpPr>
            <p:spPr>
              <a:xfrm>
                <a:off x="294978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h1439"/>
              <p:cNvSpPr/>
              <p:nvPr/>
            </p:nvSpPr>
            <p:spPr>
              <a:xfrm>
                <a:off x="295922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h1440"/>
              <p:cNvSpPr/>
              <p:nvPr/>
            </p:nvSpPr>
            <p:spPr>
              <a:xfrm>
                <a:off x="296866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h1441"/>
              <p:cNvSpPr/>
              <p:nvPr/>
            </p:nvSpPr>
            <p:spPr>
              <a:xfrm>
                <a:off x="297810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h1442"/>
              <p:cNvSpPr/>
              <p:nvPr/>
            </p:nvSpPr>
            <p:spPr>
              <a:xfrm>
                <a:off x="298754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h1443"/>
              <p:cNvSpPr/>
              <p:nvPr/>
            </p:nvSpPr>
            <p:spPr>
              <a:xfrm>
                <a:off x="299698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h1444"/>
              <p:cNvSpPr/>
              <p:nvPr/>
            </p:nvSpPr>
            <p:spPr>
              <a:xfrm>
                <a:off x="300642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h1445"/>
              <p:cNvSpPr/>
              <p:nvPr/>
            </p:nvSpPr>
            <p:spPr>
              <a:xfrm>
                <a:off x="301586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h1446"/>
              <p:cNvSpPr/>
              <p:nvPr/>
            </p:nvSpPr>
            <p:spPr>
              <a:xfrm>
                <a:off x="302530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h1447"/>
              <p:cNvSpPr/>
              <p:nvPr/>
            </p:nvSpPr>
            <p:spPr>
              <a:xfrm>
                <a:off x="303474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h1448"/>
              <p:cNvSpPr/>
              <p:nvPr/>
            </p:nvSpPr>
            <p:spPr>
              <a:xfrm>
                <a:off x="304418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h1449"/>
              <p:cNvSpPr/>
              <p:nvPr/>
            </p:nvSpPr>
            <p:spPr>
              <a:xfrm>
                <a:off x="305362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h1450"/>
              <p:cNvSpPr/>
              <p:nvPr/>
            </p:nvSpPr>
            <p:spPr>
              <a:xfrm>
                <a:off x="306306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h1451"/>
              <p:cNvSpPr/>
              <p:nvPr/>
            </p:nvSpPr>
            <p:spPr>
              <a:xfrm>
                <a:off x="307250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h1452"/>
              <p:cNvSpPr/>
              <p:nvPr/>
            </p:nvSpPr>
            <p:spPr>
              <a:xfrm>
                <a:off x="308194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h1453"/>
              <p:cNvSpPr/>
              <p:nvPr/>
            </p:nvSpPr>
            <p:spPr>
              <a:xfrm>
                <a:off x="309138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h1454"/>
              <p:cNvSpPr/>
              <p:nvPr/>
            </p:nvSpPr>
            <p:spPr>
              <a:xfrm>
                <a:off x="310082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h1455"/>
              <p:cNvSpPr/>
              <p:nvPr/>
            </p:nvSpPr>
            <p:spPr>
              <a:xfrm>
                <a:off x="311026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h1456"/>
              <p:cNvSpPr/>
              <p:nvPr/>
            </p:nvSpPr>
            <p:spPr>
              <a:xfrm>
                <a:off x="311970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h1457"/>
              <p:cNvSpPr/>
              <p:nvPr/>
            </p:nvSpPr>
            <p:spPr>
              <a:xfrm>
                <a:off x="312914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h1458"/>
              <p:cNvSpPr/>
              <p:nvPr/>
            </p:nvSpPr>
            <p:spPr>
              <a:xfrm>
                <a:off x="313858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h1459"/>
              <p:cNvSpPr/>
              <p:nvPr/>
            </p:nvSpPr>
            <p:spPr>
              <a:xfrm>
                <a:off x="314802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h1460"/>
              <p:cNvSpPr/>
              <p:nvPr/>
            </p:nvSpPr>
            <p:spPr>
              <a:xfrm>
                <a:off x="315746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h1461"/>
              <p:cNvSpPr/>
              <p:nvPr/>
            </p:nvSpPr>
            <p:spPr>
              <a:xfrm>
                <a:off x="316690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h1462"/>
              <p:cNvSpPr/>
              <p:nvPr/>
            </p:nvSpPr>
            <p:spPr>
              <a:xfrm>
                <a:off x="317634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h1463"/>
              <p:cNvSpPr/>
              <p:nvPr/>
            </p:nvSpPr>
            <p:spPr>
              <a:xfrm>
                <a:off x="318578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h1464"/>
              <p:cNvSpPr/>
              <p:nvPr/>
            </p:nvSpPr>
            <p:spPr>
              <a:xfrm>
                <a:off x="319522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h1465"/>
              <p:cNvSpPr/>
              <p:nvPr/>
            </p:nvSpPr>
            <p:spPr>
              <a:xfrm>
                <a:off x="320466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h1466"/>
              <p:cNvSpPr/>
              <p:nvPr/>
            </p:nvSpPr>
            <p:spPr>
              <a:xfrm>
                <a:off x="321410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h1467"/>
              <p:cNvSpPr/>
              <p:nvPr/>
            </p:nvSpPr>
            <p:spPr>
              <a:xfrm>
                <a:off x="322354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h1468"/>
              <p:cNvSpPr/>
              <p:nvPr/>
            </p:nvSpPr>
            <p:spPr>
              <a:xfrm>
                <a:off x="323298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h1469"/>
              <p:cNvSpPr/>
              <p:nvPr/>
            </p:nvSpPr>
            <p:spPr>
              <a:xfrm>
                <a:off x="324242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h1470"/>
              <p:cNvSpPr/>
              <p:nvPr/>
            </p:nvSpPr>
            <p:spPr>
              <a:xfrm>
                <a:off x="325187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h1471"/>
              <p:cNvSpPr/>
              <p:nvPr/>
            </p:nvSpPr>
            <p:spPr>
              <a:xfrm>
                <a:off x="326131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h1472"/>
              <p:cNvSpPr/>
              <p:nvPr/>
            </p:nvSpPr>
            <p:spPr>
              <a:xfrm>
                <a:off x="327075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h1473"/>
              <p:cNvSpPr/>
              <p:nvPr/>
            </p:nvSpPr>
            <p:spPr>
              <a:xfrm>
                <a:off x="3280190" y="2466478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26" y="91439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h1474"/>
              <p:cNvSpPr/>
              <p:nvPr/>
            </p:nvSpPr>
            <p:spPr>
              <a:xfrm>
                <a:off x="3289631" y="2448908"/>
                <a:ext cx="919955" cy="931930"/>
              </a:xfrm>
              <a:custGeom>
                <a:avLst/>
                <a:gdLst/>
                <a:ahLst/>
                <a:cxnLst/>
                <a:rect l="0" t="0" r="0" b="0"/>
                <a:pathLst>
                  <a:path w="919955" h="931930">
                    <a:moveTo>
                      <a:pt x="914400" y="914400"/>
                    </a:moveTo>
                    <a:lnTo>
                      <a:pt x="919955" y="914400"/>
                    </a:lnTo>
                    <a:lnTo>
                      <a:pt x="919530" y="915838"/>
                    </a:lnTo>
                    <a:lnTo>
                      <a:pt x="918633" y="918875"/>
                    </a:lnTo>
                    <a:lnTo>
                      <a:pt x="915462" y="928948"/>
                    </a:lnTo>
                    <a:lnTo>
                      <a:pt x="914400" y="931930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h1475"/>
              <p:cNvSpPr/>
              <p:nvPr/>
            </p:nvSpPr>
            <p:spPr>
              <a:xfrm>
                <a:off x="2430569" y="2431338"/>
                <a:ext cx="914400" cy="9155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06">
                    <a:moveTo>
                      <a:pt x="914400" y="914400"/>
                    </a:moveTo>
                    <a:lnTo>
                      <a:pt x="914400" y="915506"/>
                    </a:lnTo>
                    <a:lnTo>
                      <a:pt x="914076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h1476"/>
              <p:cNvSpPr/>
              <p:nvPr/>
            </p:nvSpPr>
            <p:spPr>
              <a:xfrm>
                <a:off x="243056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25" y="931969"/>
                    </a:lnTo>
                    <a:lnTo>
                      <a:pt x="917841" y="926066"/>
                    </a:lnTo>
                    <a:lnTo>
                      <a:pt x="914757" y="916728"/>
                    </a:lnTo>
                    <a:lnTo>
                      <a:pt x="914400" y="915506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h1477"/>
              <p:cNvSpPr/>
              <p:nvPr/>
            </p:nvSpPr>
            <p:spPr>
              <a:xfrm>
                <a:off x="244000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h1478"/>
              <p:cNvSpPr/>
              <p:nvPr/>
            </p:nvSpPr>
            <p:spPr>
              <a:xfrm>
                <a:off x="244944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h1479"/>
              <p:cNvSpPr/>
              <p:nvPr/>
            </p:nvSpPr>
            <p:spPr>
              <a:xfrm>
                <a:off x="245889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h1480"/>
              <p:cNvSpPr/>
              <p:nvPr/>
            </p:nvSpPr>
            <p:spPr>
              <a:xfrm>
                <a:off x="246833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h1481"/>
              <p:cNvSpPr/>
              <p:nvPr/>
            </p:nvSpPr>
            <p:spPr>
              <a:xfrm>
                <a:off x="247777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h1482"/>
              <p:cNvSpPr/>
              <p:nvPr/>
            </p:nvSpPr>
            <p:spPr>
              <a:xfrm>
                <a:off x="248721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h1483"/>
              <p:cNvSpPr/>
              <p:nvPr/>
            </p:nvSpPr>
            <p:spPr>
              <a:xfrm>
                <a:off x="249665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2">
                  <a:alpha val="100000"/>
                </a:srgbClr>
              </a:solidFill>
              <a:ln w="5420" cap="flat">
                <a:solidFill>
                  <a:srgbClr val="DF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h1484"/>
              <p:cNvSpPr/>
              <p:nvPr/>
            </p:nvSpPr>
            <p:spPr>
              <a:xfrm>
                <a:off x="250609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h1485"/>
              <p:cNvSpPr/>
              <p:nvPr/>
            </p:nvSpPr>
            <p:spPr>
              <a:xfrm>
                <a:off x="251553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h1486"/>
              <p:cNvSpPr/>
              <p:nvPr/>
            </p:nvSpPr>
            <p:spPr>
              <a:xfrm>
                <a:off x="252497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h1487"/>
              <p:cNvSpPr/>
              <p:nvPr/>
            </p:nvSpPr>
            <p:spPr>
              <a:xfrm>
                <a:off x="253441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h1488"/>
              <p:cNvSpPr/>
              <p:nvPr/>
            </p:nvSpPr>
            <p:spPr>
              <a:xfrm>
                <a:off x="254385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h1489"/>
              <p:cNvSpPr/>
              <p:nvPr/>
            </p:nvSpPr>
            <p:spPr>
              <a:xfrm>
                <a:off x="255329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h1490"/>
              <p:cNvSpPr/>
              <p:nvPr/>
            </p:nvSpPr>
            <p:spPr>
              <a:xfrm>
                <a:off x="256273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h1491"/>
              <p:cNvSpPr/>
              <p:nvPr/>
            </p:nvSpPr>
            <p:spPr>
              <a:xfrm>
                <a:off x="257217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h1492"/>
              <p:cNvSpPr/>
              <p:nvPr/>
            </p:nvSpPr>
            <p:spPr>
              <a:xfrm>
                <a:off x="258161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h1493"/>
              <p:cNvSpPr/>
              <p:nvPr/>
            </p:nvSpPr>
            <p:spPr>
              <a:xfrm>
                <a:off x="259105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h1494"/>
              <p:cNvSpPr/>
              <p:nvPr/>
            </p:nvSpPr>
            <p:spPr>
              <a:xfrm>
                <a:off x="260049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h1495"/>
              <p:cNvSpPr/>
              <p:nvPr/>
            </p:nvSpPr>
            <p:spPr>
              <a:xfrm>
                <a:off x="260993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h1496"/>
              <p:cNvSpPr/>
              <p:nvPr/>
            </p:nvSpPr>
            <p:spPr>
              <a:xfrm>
                <a:off x="261937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h1497"/>
              <p:cNvSpPr/>
              <p:nvPr/>
            </p:nvSpPr>
            <p:spPr>
              <a:xfrm>
                <a:off x="262881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h1498"/>
              <p:cNvSpPr/>
              <p:nvPr/>
            </p:nvSpPr>
            <p:spPr>
              <a:xfrm>
                <a:off x="263825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h1499"/>
              <p:cNvSpPr/>
              <p:nvPr/>
            </p:nvSpPr>
            <p:spPr>
              <a:xfrm>
                <a:off x="264769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h1500"/>
              <p:cNvSpPr/>
              <p:nvPr/>
            </p:nvSpPr>
            <p:spPr>
              <a:xfrm>
                <a:off x="265713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h1501"/>
              <p:cNvSpPr/>
              <p:nvPr/>
            </p:nvSpPr>
            <p:spPr>
              <a:xfrm>
                <a:off x="266657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h1502"/>
              <p:cNvSpPr/>
              <p:nvPr/>
            </p:nvSpPr>
            <p:spPr>
              <a:xfrm>
                <a:off x="267601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h1503"/>
              <p:cNvSpPr/>
              <p:nvPr/>
            </p:nvSpPr>
            <p:spPr>
              <a:xfrm>
                <a:off x="268545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h1504"/>
              <p:cNvSpPr/>
              <p:nvPr/>
            </p:nvSpPr>
            <p:spPr>
              <a:xfrm>
                <a:off x="269489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h1505"/>
              <p:cNvSpPr/>
              <p:nvPr/>
            </p:nvSpPr>
            <p:spPr>
              <a:xfrm>
                <a:off x="270433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h1506"/>
              <p:cNvSpPr/>
              <p:nvPr/>
            </p:nvSpPr>
            <p:spPr>
              <a:xfrm>
                <a:off x="271377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h1507"/>
              <p:cNvSpPr/>
              <p:nvPr/>
            </p:nvSpPr>
            <p:spPr>
              <a:xfrm>
                <a:off x="2732656" y="2448908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00" y="896830"/>
                    </a:lnTo>
                    <a:lnTo>
                      <a:pt x="909298" y="899301"/>
                    </a:lnTo>
                    <a:lnTo>
                      <a:pt x="909534" y="899227"/>
                    </a:lnTo>
                    <a:lnTo>
                      <a:pt x="909894" y="899114"/>
                    </a:lnTo>
                    <a:lnTo>
                      <a:pt x="910254" y="899001"/>
                    </a:lnTo>
                    <a:lnTo>
                      <a:pt x="910614" y="898887"/>
                    </a:lnTo>
                    <a:lnTo>
                      <a:pt x="910974" y="898774"/>
                    </a:lnTo>
                    <a:lnTo>
                      <a:pt x="911334" y="898661"/>
                    </a:lnTo>
                    <a:lnTo>
                      <a:pt x="911693" y="898548"/>
                    </a:lnTo>
                    <a:lnTo>
                      <a:pt x="912053" y="898435"/>
                    </a:lnTo>
                    <a:lnTo>
                      <a:pt x="912413" y="898322"/>
                    </a:lnTo>
                    <a:lnTo>
                      <a:pt x="912773" y="898209"/>
                    </a:lnTo>
                    <a:lnTo>
                      <a:pt x="913133" y="898096"/>
                    </a:lnTo>
                    <a:lnTo>
                      <a:pt x="913493" y="897983"/>
                    </a:lnTo>
                    <a:lnTo>
                      <a:pt x="913853" y="897870"/>
                    </a:lnTo>
                    <a:lnTo>
                      <a:pt x="914213" y="897757"/>
                    </a:lnTo>
                    <a:lnTo>
                      <a:pt x="914399" y="89769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h1508"/>
              <p:cNvSpPr/>
              <p:nvPr/>
            </p:nvSpPr>
            <p:spPr>
              <a:xfrm>
                <a:off x="2742097" y="243133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268"/>
                    </a:lnTo>
                    <a:lnTo>
                      <a:pt x="905132" y="915214"/>
                    </a:lnTo>
                    <a:lnTo>
                      <a:pt x="905492" y="915101"/>
                    </a:lnTo>
                    <a:lnTo>
                      <a:pt x="905852" y="914988"/>
                    </a:lnTo>
                    <a:lnTo>
                      <a:pt x="906212" y="914875"/>
                    </a:lnTo>
                    <a:lnTo>
                      <a:pt x="906572" y="914762"/>
                    </a:lnTo>
                    <a:lnTo>
                      <a:pt x="906932" y="914650"/>
                    </a:lnTo>
                    <a:lnTo>
                      <a:pt x="907292" y="914537"/>
                    </a:lnTo>
                    <a:lnTo>
                      <a:pt x="907729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h1509"/>
              <p:cNvSpPr/>
              <p:nvPr/>
            </p:nvSpPr>
            <p:spPr>
              <a:xfrm>
                <a:off x="274209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h1510"/>
              <p:cNvSpPr/>
              <p:nvPr/>
            </p:nvSpPr>
            <p:spPr>
              <a:xfrm>
                <a:off x="275153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h1511"/>
              <p:cNvSpPr/>
              <p:nvPr/>
            </p:nvSpPr>
            <p:spPr>
              <a:xfrm>
                <a:off x="276097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h1512"/>
              <p:cNvSpPr/>
              <p:nvPr/>
            </p:nvSpPr>
            <p:spPr>
              <a:xfrm>
                <a:off x="277041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h1513"/>
              <p:cNvSpPr/>
              <p:nvPr/>
            </p:nvSpPr>
            <p:spPr>
              <a:xfrm>
                <a:off x="277985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h1514"/>
              <p:cNvSpPr/>
              <p:nvPr/>
            </p:nvSpPr>
            <p:spPr>
              <a:xfrm>
                <a:off x="278929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h1515"/>
              <p:cNvSpPr/>
              <p:nvPr/>
            </p:nvSpPr>
            <p:spPr>
              <a:xfrm>
                <a:off x="279873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h1516"/>
              <p:cNvSpPr/>
              <p:nvPr/>
            </p:nvSpPr>
            <p:spPr>
              <a:xfrm>
                <a:off x="280817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h1517"/>
              <p:cNvSpPr/>
              <p:nvPr/>
            </p:nvSpPr>
            <p:spPr>
              <a:xfrm>
                <a:off x="281761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h1518"/>
              <p:cNvSpPr/>
              <p:nvPr/>
            </p:nvSpPr>
            <p:spPr>
              <a:xfrm>
                <a:off x="282705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h1519"/>
              <p:cNvSpPr/>
              <p:nvPr/>
            </p:nvSpPr>
            <p:spPr>
              <a:xfrm>
                <a:off x="283649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h1520"/>
              <p:cNvSpPr/>
              <p:nvPr/>
            </p:nvSpPr>
            <p:spPr>
              <a:xfrm>
                <a:off x="284593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h1521"/>
              <p:cNvSpPr/>
              <p:nvPr/>
            </p:nvSpPr>
            <p:spPr>
              <a:xfrm>
                <a:off x="285538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h1522"/>
              <p:cNvSpPr/>
              <p:nvPr/>
            </p:nvSpPr>
            <p:spPr>
              <a:xfrm>
                <a:off x="286482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h1523"/>
              <p:cNvSpPr/>
              <p:nvPr/>
            </p:nvSpPr>
            <p:spPr>
              <a:xfrm>
                <a:off x="287426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h1524"/>
              <p:cNvSpPr/>
              <p:nvPr/>
            </p:nvSpPr>
            <p:spPr>
              <a:xfrm>
                <a:off x="288370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h1525"/>
              <p:cNvSpPr/>
              <p:nvPr/>
            </p:nvSpPr>
            <p:spPr>
              <a:xfrm>
                <a:off x="289314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h1526"/>
              <p:cNvSpPr/>
              <p:nvPr/>
            </p:nvSpPr>
            <p:spPr>
              <a:xfrm>
                <a:off x="290258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h1527"/>
              <p:cNvSpPr/>
              <p:nvPr/>
            </p:nvSpPr>
            <p:spPr>
              <a:xfrm>
                <a:off x="291202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h1528"/>
              <p:cNvSpPr/>
              <p:nvPr/>
            </p:nvSpPr>
            <p:spPr>
              <a:xfrm>
                <a:off x="292146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h1529"/>
              <p:cNvSpPr/>
              <p:nvPr/>
            </p:nvSpPr>
            <p:spPr>
              <a:xfrm>
                <a:off x="293090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h1530"/>
              <p:cNvSpPr/>
              <p:nvPr/>
            </p:nvSpPr>
            <p:spPr>
              <a:xfrm>
                <a:off x="294034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h1531"/>
              <p:cNvSpPr/>
              <p:nvPr/>
            </p:nvSpPr>
            <p:spPr>
              <a:xfrm>
                <a:off x="294978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h1532"/>
              <p:cNvSpPr/>
              <p:nvPr/>
            </p:nvSpPr>
            <p:spPr>
              <a:xfrm>
                <a:off x="295922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h1533"/>
              <p:cNvSpPr/>
              <p:nvPr/>
            </p:nvSpPr>
            <p:spPr>
              <a:xfrm>
                <a:off x="296866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h1534"/>
              <p:cNvSpPr/>
              <p:nvPr/>
            </p:nvSpPr>
            <p:spPr>
              <a:xfrm>
                <a:off x="297810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h1535"/>
              <p:cNvSpPr/>
              <p:nvPr/>
            </p:nvSpPr>
            <p:spPr>
              <a:xfrm>
                <a:off x="298754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h1536"/>
              <p:cNvSpPr/>
              <p:nvPr/>
            </p:nvSpPr>
            <p:spPr>
              <a:xfrm>
                <a:off x="299698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h1537"/>
              <p:cNvSpPr/>
              <p:nvPr/>
            </p:nvSpPr>
            <p:spPr>
              <a:xfrm>
                <a:off x="300642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h1538"/>
              <p:cNvSpPr/>
              <p:nvPr/>
            </p:nvSpPr>
            <p:spPr>
              <a:xfrm>
                <a:off x="301586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h1539"/>
              <p:cNvSpPr/>
              <p:nvPr/>
            </p:nvSpPr>
            <p:spPr>
              <a:xfrm>
                <a:off x="302530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h1540"/>
              <p:cNvSpPr/>
              <p:nvPr/>
            </p:nvSpPr>
            <p:spPr>
              <a:xfrm>
                <a:off x="303474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h1541"/>
              <p:cNvSpPr/>
              <p:nvPr/>
            </p:nvSpPr>
            <p:spPr>
              <a:xfrm>
                <a:off x="304418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h1542"/>
              <p:cNvSpPr/>
              <p:nvPr/>
            </p:nvSpPr>
            <p:spPr>
              <a:xfrm>
                <a:off x="305362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h1543"/>
              <p:cNvSpPr/>
              <p:nvPr/>
            </p:nvSpPr>
            <p:spPr>
              <a:xfrm>
                <a:off x="306306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h1544"/>
              <p:cNvSpPr/>
              <p:nvPr/>
            </p:nvSpPr>
            <p:spPr>
              <a:xfrm>
                <a:off x="307250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h1545"/>
              <p:cNvSpPr/>
              <p:nvPr/>
            </p:nvSpPr>
            <p:spPr>
              <a:xfrm>
                <a:off x="308194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h1546"/>
              <p:cNvSpPr/>
              <p:nvPr/>
            </p:nvSpPr>
            <p:spPr>
              <a:xfrm>
                <a:off x="309138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h1547"/>
              <p:cNvSpPr/>
              <p:nvPr/>
            </p:nvSpPr>
            <p:spPr>
              <a:xfrm>
                <a:off x="310082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h1548"/>
              <p:cNvSpPr/>
              <p:nvPr/>
            </p:nvSpPr>
            <p:spPr>
              <a:xfrm>
                <a:off x="311026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h1549"/>
              <p:cNvSpPr/>
              <p:nvPr/>
            </p:nvSpPr>
            <p:spPr>
              <a:xfrm>
                <a:off x="311970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h1550"/>
              <p:cNvSpPr/>
              <p:nvPr/>
            </p:nvSpPr>
            <p:spPr>
              <a:xfrm>
                <a:off x="312914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h1551"/>
              <p:cNvSpPr/>
              <p:nvPr/>
            </p:nvSpPr>
            <p:spPr>
              <a:xfrm>
                <a:off x="313858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h1552"/>
              <p:cNvSpPr/>
              <p:nvPr/>
            </p:nvSpPr>
            <p:spPr>
              <a:xfrm>
                <a:off x="314802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h1553"/>
              <p:cNvSpPr/>
              <p:nvPr/>
            </p:nvSpPr>
            <p:spPr>
              <a:xfrm>
                <a:off x="315746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h1554"/>
              <p:cNvSpPr/>
              <p:nvPr/>
            </p:nvSpPr>
            <p:spPr>
              <a:xfrm>
                <a:off x="316690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h1555"/>
              <p:cNvSpPr/>
              <p:nvPr/>
            </p:nvSpPr>
            <p:spPr>
              <a:xfrm>
                <a:off x="317634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h1556"/>
              <p:cNvSpPr/>
              <p:nvPr/>
            </p:nvSpPr>
            <p:spPr>
              <a:xfrm>
                <a:off x="318578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h1557"/>
              <p:cNvSpPr/>
              <p:nvPr/>
            </p:nvSpPr>
            <p:spPr>
              <a:xfrm>
                <a:off x="319522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h1558"/>
              <p:cNvSpPr/>
              <p:nvPr/>
            </p:nvSpPr>
            <p:spPr>
              <a:xfrm>
                <a:off x="320466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h1559"/>
              <p:cNvSpPr/>
              <p:nvPr/>
            </p:nvSpPr>
            <p:spPr>
              <a:xfrm>
                <a:off x="321410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h1560"/>
              <p:cNvSpPr/>
              <p:nvPr/>
            </p:nvSpPr>
            <p:spPr>
              <a:xfrm>
                <a:off x="322354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h1561"/>
              <p:cNvSpPr/>
              <p:nvPr/>
            </p:nvSpPr>
            <p:spPr>
              <a:xfrm>
                <a:off x="323298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h1562"/>
              <p:cNvSpPr/>
              <p:nvPr/>
            </p:nvSpPr>
            <p:spPr>
              <a:xfrm>
                <a:off x="324242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h1563"/>
              <p:cNvSpPr/>
              <p:nvPr/>
            </p:nvSpPr>
            <p:spPr>
              <a:xfrm>
                <a:off x="325187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h1564"/>
              <p:cNvSpPr/>
              <p:nvPr/>
            </p:nvSpPr>
            <p:spPr>
              <a:xfrm>
                <a:off x="326131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h1565"/>
              <p:cNvSpPr/>
              <p:nvPr/>
            </p:nvSpPr>
            <p:spPr>
              <a:xfrm>
                <a:off x="327075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h1566"/>
              <p:cNvSpPr/>
              <p:nvPr/>
            </p:nvSpPr>
            <p:spPr>
              <a:xfrm>
                <a:off x="328019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h1567"/>
              <p:cNvSpPr/>
              <p:nvPr/>
            </p:nvSpPr>
            <p:spPr>
              <a:xfrm>
                <a:off x="3289631" y="244890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60"/>
                    </a:lnTo>
                    <a:lnTo>
                      <a:pt x="923099" y="903762"/>
                    </a:lnTo>
                    <a:lnTo>
                      <a:pt x="922207" y="906781"/>
                    </a:lnTo>
                    <a:lnTo>
                      <a:pt x="921314" y="909800"/>
                    </a:lnTo>
                    <a:lnTo>
                      <a:pt x="920422" y="912819"/>
                    </a:lnTo>
                    <a:lnTo>
                      <a:pt x="919955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h1568"/>
              <p:cNvSpPr/>
              <p:nvPr/>
            </p:nvSpPr>
            <p:spPr>
              <a:xfrm>
                <a:off x="3299071" y="2431338"/>
                <a:ext cx="915711" cy="918830"/>
              </a:xfrm>
              <a:custGeom>
                <a:avLst/>
                <a:gdLst/>
                <a:ahLst/>
                <a:cxnLst/>
                <a:rect l="0" t="0" r="0" b="0"/>
                <a:pathLst>
                  <a:path w="915711" h="918830">
                    <a:moveTo>
                      <a:pt x="914400" y="914400"/>
                    </a:moveTo>
                    <a:lnTo>
                      <a:pt x="915711" y="914400"/>
                    </a:lnTo>
                    <a:lnTo>
                      <a:pt x="915446" y="915294"/>
                    </a:lnTo>
                    <a:lnTo>
                      <a:pt x="914553" y="918313"/>
                    </a:lnTo>
                    <a:lnTo>
                      <a:pt x="914400" y="918830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h1569"/>
              <p:cNvSpPr/>
              <p:nvPr/>
            </p:nvSpPr>
            <p:spPr>
              <a:xfrm>
                <a:off x="2430569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076" y="931969"/>
                    </a:lnTo>
                    <a:lnTo>
                      <a:pt x="911939" y="924674"/>
                    </a:lnTo>
                    <a:lnTo>
                      <a:pt x="909393" y="914791"/>
                    </a:lnTo>
                    <a:lnTo>
                      <a:pt x="909306" y="914400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h1570"/>
              <p:cNvSpPr/>
              <p:nvPr/>
            </p:nvSpPr>
            <p:spPr>
              <a:xfrm>
                <a:off x="243056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h1571"/>
              <p:cNvSpPr/>
              <p:nvPr/>
            </p:nvSpPr>
            <p:spPr>
              <a:xfrm>
                <a:off x="244000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h1572"/>
              <p:cNvSpPr/>
              <p:nvPr/>
            </p:nvSpPr>
            <p:spPr>
              <a:xfrm>
                <a:off x="244944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h1573"/>
              <p:cNvSpPr/>
              <p:nvPr/>
            </p:nvSpPr>
            <p:spPr>
              <a:xfrm>
                <a:off x="245889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h1574"/>
              <p:cNvSpPr/>
              <p:nvPr/>
            </p:nvSpPr>
            <p:spPr>
              <a:xfrm>
                <a:off x="246833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h1575"/>
              <p:cNvSpPr/>
              <p:nvPr/>
            </p:nvSpPr>
            <p:spPr>
              <a:xfrm>
                <a:off x="247777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h1576"/>
              <p:cNvSpPr/>
              <p:nvPr/>
            </p:nvSpPr>
            <p:spPr>
              <a:xfrm>
                <a:off x="248721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h1577"/>
              <p:cNvSpPr/>
              <p:nvPr/>
            </p:nvSpPr>
            <p:spPr>
              <a:xfrm>
                <a:off x="249665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h1578"/>
              <p:cNvSpPr/>
              <p:nvPr/>
            </p:nvSpPr>
            <p:spPr>
              <a:xfrm>
                <a:off x="250609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h1579"/>
              <p:cNvSpPr/>
              <p:nvPr/>
            </p:nvSpPr>
            <p:spPr>
              <a:xfrm>
                <a:off x="251553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h1580"/>
              <p:cNvSpPr/>
              <p:nvPr/>
            </p:nvSpPr>
            <p:spPr>
              <a:xfrm>
                <a:off x="252497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h1581"/>
              <p:cNvSpPr/>
              <p:nvPr/>
            </p:nvSpPr>
            <p:spPr>
              <a:xfrm>
                <a:off x="253441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h1582"/>
              <p:cNvSpPr/>
              <p:nvPr/>
            </p:nvSpPr>
            <p:spPr>
              <a:xfrm>
                <a:off x="254385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h1583"/>
              <p:cNvSpPr/>
              <p:nvPr/>
            </p:nvSpPr>
            <p:spPr>
              <a:xfrm>
                <a:off x="255329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h1584"/>
              <p:cNvSpPr/>
              <p:nvPr/>
            </p:nvSpPr>
            <p:spPr>
              <a:xfrm>
                <a:off x="256273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h1585"/>
              <p:cNvSpPr/>
              <p:nvPr/>
            </p:nvSpPr>
            <p:spPr>
              <a:xfrm>
                <a:off x="257217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h1586"/>
              <p:cNvSpPr/>
              <p:nvPr/>
            </p:nvSpPr>
            <p:spPr>
              <a:xfrm>
                <a:off x="258161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h1587"/>
              <p:cNvSpPr/>
              <p:nvPr/>
            </p:nvSpPr>
            <p:spPr>
              <a:xfrm>
                <a:off x="259105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h1588"/>
              <p:cNvSpPr/>
              <p:nvPr/>
            </p:nvSpPr>
            <p:spPr>
              <a:xfrm>
                <a:off x="260049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h1589"/>
              <p:cNvSpPr/>
              <p:nvPr/>
            </p:nvSpPr>
            <p:spPr>
              <a:xfrm>
                <a:off x="260993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h1590"/>
              <p:cNvSpPr/>
              <p:nvPr/>
            </p:nvSpPr>
            <p:spPr>
              <a:xfrm>
                <a:off x="261937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h1591"/>
              <p:cNvSpPr/>
              <p:nvPr/>
            </p:nvSpPr>
            <p:spPr>
              <a:xfrm>
                <a:off x="262881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h1592"/>
              <p:cNvSpPr/>
              <p:nvPr/>
            </p:nvSpPr>
            <p:spPr>
              <a:xfrm>
                <a:off x="263825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h1593"/>
              <p:cNvSpPr/>
              <p:nvPr/>
            </p:nvSpPr>
            <p:spPr>
              <a:xfrm>
                <a:off x="264769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h1594"/>
              <p:cNvSpPr/>
              <p:nvPr/>
            </p:nvSpPr>
            <p:spPr>
              <a:xfrm>
                <a:off x="265713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h1595"/>
              <p:cNvSpPr/>
              <p:nvPr/>
            </p:nvSpPr>
            <p:spPr>
              <a:xfrm>
                <a:off x="266657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h1596"/>
              <p:cNvSpPr/>
              <p:nvPr/>
            </p:nvSpPr>
            <p:spPr>
              <a:xfrm>
                <a:off x="267601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B">
                  <a:alpha val="100000"/>
                </a:srgbClr>
              </a:solidFill>
              <a:ln w="5420" cap="flat">
                <a:solidFill>
                  <a:srgbClr val="E4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h1597"/>
              <p:cNvSpPr/>
              <p:nvPr/>
            </p:nvSpPr>
            <p:spPr>
              <a:xfrm>
                <a:off x="268545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h1598"/>
              <p:cNvSpPr/>
              <p:nvPr/>
            </p:nvSpPr>
            <p:spPr>
              <a:xfrm>
                <a:off x="269489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h1599"/>
              <p:cNvSpPr/>
              <p:nvPr/>
            </p:nvSpPr>
            <p:spPr>
              <a:xfrm>
                <a:off x="270433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h1600"/>
              <p:cNvSpPr/>
              <p:nvPr/>
            </p:nvSpPr>
            <p:spPr>
              <a:xfrm>
                <a:off x="2723216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66" y="896830"/>
                    </a:lnTo>
                    <a:lnTo>
                      <a:pt x="913433" y="897055"/>
                    </a:lnTo>
                    <a:lnTo>
                      <a:pt x="913528" y="897377"/>
                    </a:lnTo>
                    <a:lnTo>
                      <a:pt x="913623" y="897699"/>
                    </a:lnTo>
                    <a:lnTo>
                      <a:pt x="913718" y="898021"/>
                    </a:lnTo>
                    <a:lnTo>
                      <a:pt x="913814" y="898342"/>
                    </a:lnTo>
                    <a:lnTo>
                      <a:pt x="913909" y="898664"/>
                    </a:lnTo>
                    <a:lnTo>
                      <a:pt x="914004" y="898986"/>
                    </a:lnTo>
                    <a:lnTo>
                      <a:pt x="914099" y="899308"/>
                    </a:lnTo>
                    <a:lnTo>
                      <a:pt x="914194" y="899630"/>
                    </a:lnTo>
                    <a:lnTo>
                      <a:pt x="914290" y="899951"/>
                    </a:lnTo>
                    <a:lnTo>
                      <a:pt x="914400" y="900348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h1601"/>
              <p:cNvSpPr/>
              <p:nvPr/>
            </p:nvSpPr>
            <p:spPr>
              <a:xfrm>
                <a:off x="2723216" y="2431338"/>
                <a:ext cx="9181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40" h="914400">
                    <a:moveTo>
                      <a:pt x="914400" y="914400"/>
                    </a:moveTo>
                    <a:lnTo>
                      <a:pt x="914400" y="900348"/>
                    </a:lnTo>
                    <a:lnTo>
                      <a:pt x="917069" y="909970"/>
                    </a:lnTo>
                    <a:lnTo>
                      <a:pt x="918140" y="914400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h1602"/>
              <p:cNvSpPr/>
              <p:nvPr/>
            </p:nvSpPr>
            <p:spPr>
              <a:xfrm>
                <a:off x="2742097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29" y="914400"/>
                    </a:lnTo>
                    <a:lnTo>
                      <a:pt x="908012" y="914311"/>
                    </a:lnTo>
                    <a:lnTo>
                      <a:pt x="908372" y="914198"/>
                    </a:lnTo>
                    <a:lnTo>
                      <a:pt x="908732" y="914085"/>
                    </a:lnTo>
                    <a:lnTo>
                      <a:pt x="909092" y="913972"/>
                    </a:lnTo>
                    <a:lnTo>
                      <a:pt x="909452" y="913860"/>
                    </a:lnTo>
                    <a:lnTo>
                      <a:pt x="909812" y="913747"/>
                    </a:lnTo>
                    <a:lnTo>
                      <a:pt x="910172" y="913634"/>
                    </a:lnTo>
                    <a:lnTo>
                      <a:pt x="910532" y="913521"/>
                    </a:lnTo>
                    <a:lnTo>
                      <a:pt x="910892" y="913408"/>
                    </a:lnTo>
                    <a:lnTo>
                      <a:pt x="911252" y="913296"/>
                    </a:lnTo>
                    <a:lnTo>
                      <a:pt x="911612" y="913183"/>
                    </a:lnTo>
                    <a:lnTo>
                      <a:pt x="911972" y="913070"/>
                    </a:lnTo>
                    <a:lnTo>
                      <a:pt x="912332" y="912957"/>
                    </a:lnTo>
                    <a:lnTo>
                      <a:pt x="912692" y="912845"/>
                    </a:lnTo>
                    <a:lnTo>
                      <a:pt x="913052" y="912732"/>
                    </a:lnTo>
                    <a:lnTo>
                      <a:pt x="913412" y="912619"/>
                    </a:lnTo>
                    <a:lnTo>
                      <a:pt x="913772" y="912506"/>
                    </a:lnTo>
                    <a:lnTo>
                      <a:pt x="914132" y="912394"/>
                    </a:lnTo>
                    <a:lnTo>
                      <a:pt x="914400" y="91231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h1603"/>
              <p:cNvSpPr/>
              <p:nvPr/>
            </p:nvSpPr>
            <p:spPr>
              <a:xfrm>
                <a:off x="2751537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52" y="912281"/>
                    </a:lnTo>
                    <a:lnTo>
                      <a:pt x="905412" y="912168"/>
                    </a:lnTo>
                    <a:lnTo>
                      <a:pt x="905772" y="912056"/>
                    </a:lnTo>
                    <a:lnTo>
                      <a:pt x="906132" y="911943"/>
                    </a:lnTo>
                    <a:lnTo>
                      <a:pt x="906492" y="911830"/>
                    </a:lnTo>
                    <a:lnTo>
                      <a:pt x="906852" y="911718"/>
                    </a:lnTo>
                    <a:lnTo>
                      <a:pt x="907212" y="911605"/>
                    </a:lnTo>
                    <a:lnTo>
                      <a:pt x="907572" y="911493"/>
                    </a:lnTo>
                    <a:lnTo>
                      <a:pt x="907932" y="911380"/>
                    </a:lnTo>
                    <a:lnTo>
                      <a:pt x="908292" y="911267"/>
                    </a:lnTo>
                    <a:lnTo>
                      <a:pt x="908653" y="911155"/>
                    </a:lnTo>
                    <a:lnTo>
                      <a:pt x="909013" y="911042"/>
                    </a:lnTo>
                    <a:lnTo>
                      <a:pt x="909373" y="910930"/>
                    </a:lnTo>
                    <a:lnTo>
                      <a:pt x="909733" y="910817"/>
                    </a:lnTo>
                    <a:lnTo>
                      <a:pt x="910093" y="910705"/>
                    </a:lnTo>
                    <a:lnTo>
                      <a:pt x="910453" y="910592"/>
                    </a:lnTo>
                    <a:lnTo>
                      <a:pt x="910813" y="910480"/>
                    </a:lnTo>
                    <a:lnTo>
                      <a:pt x="911174" y="910367"/>
                    </a:lnTo>
                    <a:lnTo>
                      <a:pt x="911534" y="910255"/>
                    </a:lnTo>
                    <a:lnTo>
                      <a:pt x="911894" y="910142"/>
                    </a:lnTo>
                    <a:lnTo>
                      <a:pt x="912254" y="910030"/>
                    </a:lnTo>
                    <a:lnTo>
                      <a:pt x="912614" y="909917"/>
                    </a:lnTo>
                    <a:lnTo>
                      <a:pt x="912847" y="909844"/>
                    </a:lnTo>
                    <a:lnTo>
                      <a:pt x="913925" y="903451"/>
                    </a:lnTo>
                    <a:lnTo>
                      <a:pt x="914400" y="90109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h1604"/>
              <p:cNvSpPr/>
              <p:nvPr/>
            </p:nvSpPr>
            <p:spPr>
              <a:xfrm>
                <a:off x="2760977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660"/>
                    </a:lnTo>
                    <a:lnTo>
                      <a:pt x="905815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h1605"/>
              <p:cNvSpPr/>
              <p:nvPr/>
            </p:nvSpPr>
            <p:spPr>
              <a:xfrm>
                <a:off x="276097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h1606"/>
              <p:cNvSpPr/>
              <p:nvPr/>
            </p:nvSpPr>
            <p:spPr>
              <a:xfrm>
                <a:off x="277041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h1607"/>
              <p:cNvSpPr/>
              <p:nvPr/>
            </p:nvSpPr>
            <p:spPr>
              <a:xfrm>
                <a:off x="277985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h1608"/>
              <p:cNvSpPr/>
              <p:nvPr/>
            </p:nvSpPr>
            <p:spPr>
              <a:xfrm>
                <a:off x="278929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h1609"/>
              <p:cNvSpPr/>
              <p:nvPr/>
            </p:nvSpPr>
            <p:spPr>
              <a:xfrm>
                <a:off x="279873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h1610"/>
              <p:cNvSpPr/>
              <p:nvPr/>
            </p:nvSpPr>
            <p:spPr>
              <a:xfrm>
                <a:off x="280817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h1611"/>
              <p:cNvSpPr/>
              <p:nvPr/>
            </p:nvSpPr>
            <p:spPr>
              <a:xfrm>
                <a:off x="281761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h1612"/>
              <p:cNvSpPr/>
              <p:nvPr/>
            </p:nvSpPr>
            <p:spPr>
              <a:xfrm>
                <a:off x="282705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h1613"/>
              <p:cNvSpPr/>
              <p:nvPr/>
            </p:nvSpPr>
            <p:spPr>
              <a:xfrm>
                <a:off x="283649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h1614"/>
              <p:cNvSpPr/>
              <p:nvPr/>
            </p:nvSpPr>
            <p:spPr>
              <a:xfrm>
                <a:off x="284593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h1615"/>
              <p:cNvSpPr/>
              <p:nvPr/>
            </p:nvSpPr>
            <p:spPr>
              <a:xfrm>
                <a:off x="285538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h1616"/>
              <p:cNvSpPr/>
              <p:nvPr/>
            </p:nvSpPr>
            <p:spPr>
              <a:xfrm>
                <a:off x="286482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h1617"/>
              <p:cNvSpPr/>
              <p:nvPr/>
            </p:nvSpPr>
            <p:spPr>
              <a:xfrm>
                <a:off x="287426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h1618"/>
              <p:cNvSpPr/>
              <p:nvPr/>
            </p:nvSpPr>
            <p:spPr>
              <a:xfrm>
                <a:off x="288370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h1619"/>
              <p:cNvSpPr/>
              <p:nvPr/>
            </p:nvSpPr>
            <p:spPr>
              <a:xfrm>
                <a:off x="289314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h1620"/>
              <p:cNvSpPr/>
              <p:nvPr/>
            </p:nvSpPr>
            <p:spPr>
              <a:xfrm>
                <a:off x="290258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h1621"/>
              <p:cNvSpPr/>
              <p:nvPr/>
            </p:nvSpPr>
            <p:spPr>
              <a:xfrm>
                <a:off x="291202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h1622"/>
              <p:cNvSpPr/>
              <p:nvPr/>
            </p:nvSpPr>
            <p:spPr>
              <a:xfrm>
                <a:off x="292146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h1623"/>
              <p:cNvSpPr/>
              <p:nvPr/>
            </p:nvSpPr>
            <p:spPr>
              <a:xfrm>
                <a:off x="293090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h1624"/>
              <p:cNvSpPr/>
              <p:nvPr/>
            </p:nvSpPr>
            <p:spPr>
              <a:xfrm>
                <a:off x="294034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h1625"/>
              <p:cNvSpPr/>
              <p:nvPr/>
            </p:nvSpPr>
            <p:spPr>
              <a:xfrm>
                <a:off x="294978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h1626"/>
              <p:cNvSpPr/>
              <p:nvPr/>
            </p:nvSpPr>
            <p:spPr>
              <a:xfrm>
                <a:off x="295922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h1627"/>
              <p:cNvSpPr/>
              <p:nvPr/>
            </p:nvSpPr>
            <p:spPr>
              <a:xfrm>
                <a:off x="296866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h1628"/>
              <p:cNvSpPr/>
              <p:nvPr/>
            </p:nvSpPr>
            <p:spPr>
              <a:xfrm>
                <a:off x="297810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h1629"/>
              <p:cNvSpPr/>
              <p:nvPr/>
            </p:nvSpPr>
            <p:spPr>
              <a:xfrm>
                <a:off x="298754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h1630"/>
              <p:cNvSpPr/>
              <p:nvPr/>
            </p:nvSpPr>
            <p:spPr>
              <a:xfrm>
                <a:off x="299698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h1631"/>
              <p:cNvSpPr/>
              <p:nvPr/>
            </p:nvSpPr>
            <p:spPr>
              <a:xfrm>
                <a:off x="300642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h1632"/>
              <p:cNvSpPr/>
              <p:nvPr/>
            </p:nvSpPr>
            <p:spPr>
              <a:xfrm>
                <a:off x="301586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h1633"/>
              <p:cNvSpPr/>
              <p:nvPr/>
            </p:nvSpPr>
            <p:spPr>
              <a:xfrm>
                <a:off x="302530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h1634"/>
              <p:cNvSpPr/>
              <p:nvPr/>
            </p:nvSpPr>
            <p:spPr>
              <a:xfrm>
                <a:off x="303474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h1635"/>
              <p:cNvSpPr/>
              <p:nvPr/>
            </p:nvSpPr>
            <p:spPr>
              <a:xfrm>
                <a:off x="304418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h1636"/>
              <p:cNvSpPr/>
              <p:nvPr/>
            </p:nvSpPr>
            <p:spPr>
              <a:xfrm>
                <a:off x="305362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h1637"/>
              <p:cNvSpPr/>
              <p:nvPr/>
            </p:nvSpPr>
            <p:spPr>
              <a:xfrm>
                <a:off x="306306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h1638"/>
              <p:cNvSpPr/>
              <p:nvPr/>
            </p:nvSpPr>
            <p:spPr>
              <a:xfrm>
                <a:off x="307250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h1639"/>
              <p:cNvSpPr/>
              <p:nvPr/>
            </p:nvSpPr>
            <p:spPr>
              <a:xfrm>
                <a:off x="308194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h1640"/>
              <p:cNvSpPr/>
              <p:nvPr/>
            </p:nvSpPr>
            <p:spPr>
              <a:xfrm>
                <a:off x="309138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h1641"/>
              <p:cNvSpPr/>
              <p:nvPr/>
            </p:nvSpPr>
            <p:spPr>
              <a:xfrm>
                <a:off x="310082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h1642"/>
              <p:cNvSpPr/>
              <p:nvPr/>
            </p:nvSpPr>
            <p:spPr>
              <a:xfrm>
                <a:off x="311026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h1643"/>
              <p:cNvSpPr/>
              <p:nvPr/>
            </p:nvSpPr>
            <p:spPr>
              <a:xfrm>
                <a:off x="311970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h1644"/>
              <p:cNvSpPr/>
              <p:nvPr/>
            </p:nvSpPr>
            <p:spPr>
              <a:xfrm>
                <a:off x="312914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h1645"/>
              <p:cNvSpPr/>
              <p:nvPr/>
            </p:nvSpPr>
            <p:spPr>
              <a:xfrm>
                <a:off x="313858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h1646"/>
              <p:cNvSpPr/>
              <p:nvPr/>
            </p:nvSpPr>
            <p:spPr>
              <a:xfrm>
                <a:off x="314802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h1647"/>
              <p:cNvSpPr/>
              <p:nvPr/>
            </p:nvSpPr>
            <p:spPr>
              <a:xfrm>
                <a:off x="315746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h1648"/>
              <p:cNvSpPr/>
              <p:nvPr/>
            </p:nvSpPr>
            <p:spPr>
              <a:xfrm>
                <a:off x="316690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h1649"/>
              <p:cNvSpPr/>
              <p:nvPr/>
            </p:nvSpPr>
            <p:spPr>
              <a:xfrm>
                <a:off x="317634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h1650"/>
              <p:cNvSpPr/>
              <p:nvPr/>
            </p:nvSpPr>
            <p:spPr>
              <a:xfrm>
                <a:off x="318578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h1651"/>
              <p:cNvSpPr/>
              <p:nvPr/>
            </p:nvSpPr>
            <p:spPr>
              <a:xfrm>
                <a:off x="319522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h1652"/>
              <p:cNvSpPr/>
              <p:nvPr/>
            </p:nvSpPr>
            <p:spPr>
              <a:xfrm>
                <a:off x="320466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h1653"/>
              <p:cNvSpPr/>
              <p:nvPr/>
            </p:nvSpPr>
            <p:spPr>
              <a:xfrm>
                <a:off x="321410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h1654"/>
              <p:cNvSpPr/>
              <p:nvPr/>
            </p:nvSpPr>
            <p:spPr>
              <a:xfrm>
                <a:off x="322354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h1655"/>
              <p:cNvSpPr/>
              <p:nvPr/>
            </p:nvSpPr>
            <p:spPr>
              <a:xfrm>
                <a:off x="323298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h1656"/>
              <p:cNvSpPr/>
              <p:nvPr/>
            </p:nvSpPr>
            <p:spPr>
              <a:xfrm>
                <a:off x="324242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h1657"/>
              <p:cNvSpPr/>
              <p:nvPr/>
            </p:nvSpPr>
            <p:spPr>
              <a:xfrm>
                <a:off x="325187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h1658"/>
              <p:cNvSpPr/>
              <p:nvPr/>
            </p:nvSpPr>
            <p:spPr>
              <a:xfrm>
                <a:off x="326131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h1659"/>
              <p:cNvSpPr/>
              <p:nvPr/>
            </p:nvSpPr>
            <p:spPr>
              <a:xfrm>
                <a:off x="327075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h1660"/>
              <p:cNvSpPr/>
              <p:nvPr/>
            </p:nvSpPr>
            <p:spPr>
              <a:xfrm>
                <a:off x="328019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h1661"/>
              <p:cNvSpPr/>
              <p:nvPr/>
            </p:nvSpPr>
            <p:spPr>
              <a:xfrm>
                <a:off x="328963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h1662"/>
              <p:cNvSpPr/>
              <p:nvPr/>
            </p:nvSpPr>
            <p:spPr>
              <a:xfrm>
                <a:off x="3299071" y="2431338"/>
                <a:ext cx="9209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2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22" y="896830"/>
                    </a:lnTo>
                    <a:lnTo>
                      <a:pt x="920817" y="897184"/>
                    </a:lnTo>
                    <a:lnTo>
                      <a:pt x="919921" y="900202"/>
                    </a:lnTo>
                    <a:lnTo>
                      <a:pt x="919025" y="903220"/>
                    </a:lnTo>
                    <a:lnTo>
                      <a:pt x="918130" y="906239"/>
                    </a:lnTo>
                    <a:lnTo>
                      <a:pt x="917235" y="909257"/>
                    </a:lnTo>
                    <a:lnTo>
                      <a:pt x="916340" y="912276"/>
                    </a:lnTo>
                    <a:lnTo>
                      <a:pt x="915711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h1663"/>
              <p:cNvSpPr/>
              <p:nvPr/>
            </p:nvSpPr>
            <p:spPr>
              <a:xfrm>
                <a:off x="2430569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306" y="931969"/>
                    </a:lnTo>
                    <a:lnTo>
                      <a:pt x="907127" y="922244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h1664"/>
              <p:cNvSpPr/>
              <p:nvPr/>
            </p:nvSpPr>
            <p:spPr>
              <a:xfrm>
                <a:off x="243056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h1665"/>
              <p:cNvSpPr/>
              <p:nvPr/>
            </p:nvSpPr>
            <p:spPr>
              <a:xfrm>
                <a:off x="244000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h1666"/>
              <p:cNvSpPr/>
              <p:nvPr/>
            </p:nvSpPr>
            <p:spPr>
              <a:xfrm>
                <a:off x="244944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h1667"/>
              <p:cNvSpPr/>
              <p:nvPr/>
            </p:nvSpPr>
            <p:spPr>
              <a:xfrm>
                <a:off x="245889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h1668"/>
              <p:cNvSpPr/>
              <p:nvPr/>
            </p:nvSpPr>
            <p:spPr>
              <a:xfrm>
                <a:off x="246833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h1669"/>
              <p:cNvSpPr/>
              <p:nvPr/>
            </p:nvSpPr>
            <p:spPr>
              <a:xfrm>
                <a:off x="247777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h1670"/>
              <p:cNvSpPr/>
              <p:nvPr/>
            </p:nvSpPr>
            <p:spPr>
              <a:xfrm>
                <a:off x="248721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h1671"/>
              <p:cNvSpPr/>
              <p:nvPr/>
            </p:nvSpPr>
            <p:spPr>
              <a:xfrm>
                <a:off x="249665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h1672"/>
              <p:cNvSpPr/>
              <p:nvPr/>
            </p:nvSpPr>
            <p:spPr>
              <a:xfrm>
                <a:off x="250609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h1673"/>
              <p:cNvSpPr/>
              <p:nvPr/>
            </p:nvSpPr>
            <p:spPr>
              <a:xfrm>
                <a:off x="251553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h1674"/>
              <p:cNvSpPr/>
              <p:nvPr/>
            </p:nvSpPr>
            <p:spPr>
              <a:xfrm>
                <a:off x="252497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h1675"/>
              <p:cNvSpPr/>
              <p:nvPr/>
            </p:nvSpPr>
            <p:spPr>
              <a:xfrm>
                <a:off x="253441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h1676"/>
              <p:cNvSpPr/>
              <p:nvPr/>
            </p:nvSpPr>
            <p:spPr>
              <a:xfrm>
                <a:off x="254385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h1677"/>
              <p:cNvSpPr/>
              <p:nvPr/>
            </p:nvSpPr>
            <p:spPr>
              <a:xfrm>
                <a:off x="255329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h1678"/>
              <p:cNvSpPr/>
              <p:nvPr/>
            </p:nvSpPr>
            <p:spPr>
              <a:xfrm>
                <a:off x="256273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h1679"/>
              <p:cNvSpPr/>
              <p:nvPr/>
            </p:nvSpPr>
            <p:spPr>
              <a:xfrm>
                <a:off x="257217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h1680"/>
              <p:cNvSpPr/>
              <p:nvPr/>
            </p:nvSpPr>
            <p:spPr>
              <a:xfrm>
                <a:off x="258161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h1681"/>
              <p:cNvSpPr/>
              <p:nvPr/>
            </p:nvSpPr>
            <p:spPr>
              <a:xfrm>
                <a:off x="259105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h1682"/>
              <p:cNvSpPr/>
              <p:nvPr/>
            </p:nvSpPr>
            <p:spPr>
              <a:xfrm>
                <a:off x="260049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h1683"/>
              <p:cNvSpPr/>
              <p:nvPr/>
            </p:nvSpPr>
            <p:spPr>
              <a:xfrm>
                <a:off x="260993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h1684"/>
              <p:cNvSpPr/>
              <p:nvPr/>
            </p:nvSpPr>
            <p:spPr>
              <a:xfrm>
                <a:off x="261937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h1685"/>
              <p:cNvSpPr/>
              <p:nvPr/>
            </p:nvSpPr>
            <p:spPr>
              <a:xfrm>
                <a:off x="262881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h1686"/>
              <p:cNvSpPr/>
              <p:nvPr/>
            </p:nvSpPr>
            <p:spPr>
              <a:xfrm>
                <a:off x="263825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h1687"/>
              <p:cNvSpPr/>
              <p:nvPr/>
            </p:nvSpPr>
            <p:spPr>
              <a:xfrm>
                <a:off x="264769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h1688"/>
              <p:cNvSpPr/>
              <p:nvPr/>
            </p:nvSpPr>
            <p:spPr>
              <a:xfrm>
                <a:off x="265713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h1689"/>
              <p:cNvSpPr/>
              <p:nvPr/>
            </p:nvSpPr>
            <p:spPr>
              <a:xfrm>
                <a:off x="266657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h1690"/>
              <p:cNvSpPr/>
              <p:nvPr/>
            </p:nvSpPr>
            <p:spPr>
              <a:xfrm>
                <a:off x="267601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h1691"/>
              <p:cNvSpPr/>
              <p:nvPr/>
            </p:nvSpPr>
            <p:spPr>
              <a:xfrm>
                <a:off x="268545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h1692"/>
              <p:cNvSpPr/>
              <p:nvPr/>
            </p:nvSpPr>
            <p:spPr>
              <a:xfrm>
                <a:off x="269489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h1693"/>
              <p:cNvSpPr/>
              <p:nvPr/>
            </p:nvSpPr>
            <p:spPr>
              <a:xfrm>
                <a:off x="270433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h1694"/>
              <p:cNvSpPr/>
              <p:nvPr/>
            </p:nvSpPr>
            <p:spPr>
              <a:xfrm>
                <a:off x="2713776" y="2413769"/>
                <a:ext cx="922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06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630" y="896932"/>
                    </a:lnTo>
                    <a:lnTo>
                      <a:pt x="917724" y="897250"/>
                    </a:lnTo>
                    <a:lnTo>
                      <a:pt x="917819" y="897572"/>
                    </a:lnTo>
                    <a:lnTo>
                      <a:pt x="917915" y="897894"/>
                    </a:lnTo>
                    <a:lnTo>
                      <a:pt x="918010" y="898215"/>
                    </a:lnTo>
                    <a:lnTo>
                      <a:pt x="918106" y="898537"/>
                    </a:lnTo>
                    <a:lnTo>
                      <a:pt x="918201" y="898859"/>
                    </a:lnTo>
                    <a:lnTo>
                      <a:pt x="918297" y="899181"/>
                    </a:lnTo>
                    <a:lnTo>
                      <a:pt x="918392" y="899502"/>
                    </a:lnTo>
                    <a:lnTo>
                      <a:pt x="918488" y="899824"/>
                    </a:lnTo>
                    <a:lnTo>
                      <a:pt x="918583" y="900146"/>
                    </a:lnTo>
                    <a:lnTo>
                      <a:pt x="918679" y="900468"/>
                    </a:lnTo>
                    <a:lnTo>
                      <a:pt x="918774" y="900789"/>
                    </a:lnTo>
                    <a:lnTo>
                      <a:pt x="918869" y="901111"/>
                    </a:lnTo>
                    <a:lnTo>
                      <a:pt x="918965" y="901433"/>
                    </a:lnTo>
                    <a:lnTo>
                      <a:pt x="919060" y="901755"/>
                    </a:lnTo>
                    <a:lnTo>
                      <a:pt x="919156" y="902076"/>
                    </a:lnTo>
                    <a:lnTo>
                      <a:pt x="919251" y="902398"/>
                    </a:lnTo>
                    <a:lnTo>
                      <a:pt x="919346" y="902720"/>
                    </a:lnTo>
                    <a:lnTo>
                      <a:pt x="919442" y="903042"/>
                    </a:lnTo>
                    <a:lnTo>
                      <a:pt x="919537" y="903363"/>
                    </a:lnTo>
                    <a:lnTo>
                      <a:pt x="919633" y="903685"/>
                    </a:lnTo>
                    <a:lnTo>
                      <a:pt x="919728" y="904007"/>
                    </a:lnTo>
                    <a:lnTo>
                      <a:pt x="919823" y="904329"/>
                    </a:lnTo>
                    <a:lnTo>
                      <a:pt x="919919" y="904650"/>
                    </a:lnTo>
                    <a:lnTo>
                      <a:pt x="920014" y="904972"/>
                    </a:lnTo>
                    <a:lnTo>
                      <a:pt x="920109" y="905294"/>
                    </a:lnTo>
                    <a:lnTo>
                      <a:pt x="920205" y="905616"/>
                    </a:lnTo>
                    <a:lnTo>
                      <a:pt x="920300" y="905938"/>
                    </a:lnTo>
                    <a:lnTo>
                      <a:pt x="920395" y="906259"/>
                    </a:lnTo>
                    <a:lnTo>
                      <a:pt x="920491" y="906581"/>
                    </a:lnTo>
                    <a:lnTo>
                      <a:pt x="920586" y="906903"/>
                    </a:lnTo>
                    <a:lnTo>
                      <a:pt x="920681" y="907225"/>
                    </a:lnTo>
                    <a:lnTo>
                      <a:pt x="920777" y="907546"/>
                    </a:lnTo>
                    <a:lnTo>
                      <a:pt x="920872" y="907868"/>
                    </a:lnTo>
                    <a:lnTo>
                      <a:pt x="920967" y="908190"/>
                    </a:lnTo>
                    <a:lnTo>
                      <a:pt x="921063" y="908512"/>
                    </a:lnTo>
                    <a:lnTo>
                      <a:pt x="921158" y="908833"/>
                    </a:lnTo>
                    <a:lnTo>
                      <a:pt x="921253" y="909155"/>
                    </a:lnTo>
                    <a:lnTo>
                      <a:pt x="921349" y="909477"/>
                    </a:lnTo>
                    <a:lnTo>
                      <a:pt x="921444" y="909799"/>
                    </a:lnTo>
                    <a:lnTo>
                      <a:pt x="921539" y="910120"/>
                    </a:lnTo>
                    <a:lnTo>
                      <a:pt x="921635" y="910442"/>
                    </a:lnTo>
                    <a:lnTo>
                      <a:pt x="921730" y="910764"/>
                    </a:lnTo>
                    <a:lnTo>
                      <a:pt x="921825" y="911086"/>
                    </a:lnTo>
                    <a:lnTo>
                      <a:pt x="921920" y="911407"/>
                    </a:lnTo>
                    <a:lnTo>
                      <a:pt x="922016" y="911729"/>
                    </a:lnTo>
                    <a:lnTo>
                      <a:pt x="922111" y="912051"/>
                    </a:lnTo>
                    <a:lnTo>
                      <a:pt x="922206" y="912373"/>
                    </a:lnTo>
                    <a:lnTo>
                      <a:pt x="922301" y="912695"/>
                    </a:lnTo>
                    <a:lnTo>
                      <a:pt x="922397" y="913016"/>
                    </a:lnTo>
                    <a:lnTo>
                      <a:pt x="922492" y="913338"/>
                    </a:lnTo>
                    <a:lnTo>
                      <a:pt x="922587" y="913660"/>
                    </a:lnTo>
                    <a:lnTo>
                      <a:pt x="922682" y="913982"/>
                    </a:lnTo>
                    <a:lnTo>
                      <a:pt x="922806" y="914400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h1695"/>
              <p:cNvSpPr/>
              <p:nvPr/>
            </p:nvSpPr>
            <p:spPr>
              <a:xfrm>
                <a:off x="2760977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815" y="931969"/>
                    </a:lnTo>
                    <a:lnTo>
                      <a:pt x="906608" y="928019"/>
                    </a:lnTo>
                    <a:lnTo>
                      <a:pt x="909032" y="917675"/>
                    </a:lnTo>
                    <a:lnTo>
                      <a:pt x="909914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h1696"/>
              <p:cNvSpPr/>
              <p:nvPr/>
            </p:nvSpPr>
            <p:spPr>
              <a:xfrm>
                <a:off x="276097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h1697"/>
              <p:cNvSpPr/>
              <p:nvPr/>
            </p:nvSpPr>
            <p:spPr>
              <a:xfrm>
                <a:off x="277041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h1698"/>
              <p:cNvSpPr/>
              <p:nvPr/>
            </p:nvSpPr>
            <p:spPr>
              <a:xfrm>
                <a:off x="277985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h1699"/>
              <p:cNvSpPr/>
              <p:nvPr/>
            </p:nvSpPr>
            <p:spPr>
              <a:xfrm>
                <a:off x="278929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h1700"/>
              <p:cNvSpPr/>
              <p:nvPr/>
            </p:nvSpPr>
            <p:spPr>
              <a:xfrm>
                <a:off x="279873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h1701"/>
              <p:cNvSpPr/>
              <p:nvPr/>
            </p:nvSpPr>
            <p:spPr>
              <a:xfrm>
                <a:off x="280817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h1702"/>
              <p:cNvSpPr/>
              <p:nvPr/>
            </p:nvSpPr>
            <p:spPr>
              <a:xfrm>
                <a:off x="281761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h1703"/>
              <p:cNvSpPr/>
              <p:nvPr/>
            </p:nvSpPr>
            <p:spPr>
              <a:xfrm>
                <a:off x="282705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h1704"/>
              <p:cNvSpPr/>
              <p:nvPr/>
            </p:nvSpPr>
            <p:spPr>
              <a:xfrm>
                <a:off x="283649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h1705"/>
              <p:cNvSpPr/>
              <p:nvPr/>
            </p:nvSpPr>
            <p:spPr>
              <a:xfrm>
                <a:off x="284593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h1706"/>
              <p:cNvSpPr/>
              <p:nvPr/>
            </p:nvSpPr>
            <p:spPr>
              <a:xfrm>
                <a:off x="285538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h1707"/>
              <p:cNvSpPr/>
              <p:nvPr/>
            </p:nvSpPr>
            <p:spPr>
              <a:xfrm>
                <a:off x="286482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h1708"/>
              <p:cNvSpPr/>
              <p:nvPr/>
            </p:nvSpPr>
            <p:spPr>
              <a:xfrm>
                <a:off x="287426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h1709"/>
              <p:cNvSpPr/>
              <p:nvPr/>
            </p:nvSpPr>
            <p:spPr>
              <a:xfrm>
                <a:off x="288370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h1710"/>
              <p:cNvSpPr/>
              <p:nvPr/>
            </p:nvSpPr>
            <p:spPr>
              <a:xfrm>
                <a:off x="289314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h1711"/>
              <p:cNvSpPr/>
              <p:nvPr/>
            </p:nvSpPr>
            <p:spPr>
              <a:xfrm>
                <a:off x="290258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h1712"/>
              <p:cNvSpPr/>
              <p:nvPr/>
            </p:nvSpPr>
            <p:spPr>
              <a:xfrm>
                <a:off x="291202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h1713"/>
              <p:cNvSpPr/>
              <p:nvPr/>
            </p:nvSpPr>
            <p:spPr>
              <a:xfrm>
                <a:off x="292146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h1714"/>
              <p:cNvSpPr/>
              <p:nvPr/>
            </p:nvSpPr>
            <p:spPr>
              <a:xfrm>
                <a:off x="293090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h1715"/>
              <p:cNvSpPr/>
              <p:nvPr/>
            </p:nvSpPr>
            <p:spPr>
              <a:xfrm>
                <a:off x="294034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h1716"/>
              <p:cNvSpPr/>
              <p:nvPr/>
            </p:nvSpPr>
            <p:spPr>
              <a:xfrm>
                <a:off x="294978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h1717"/>
              <p:cNvSpPr/>
              <p:nvPr/>
            </p:nvSpPr>
            <p:spPr>
              <a:xfrm>
                <a:off x="295922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h1718"/>
              <p:cNvSpPr/>
              <p:nvPr/>
            </p:nvSpPr>
            <p:spPr>
              <a:xfrm>
                <a:off x="296866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h1719"/>
              <p:cNvSpPr/>
              <p:nvPr/>
            </p:nvSpPr>
            <p:spPr>
              <a:xfrm>
                <a:off x="297810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h1720"/>
              <p:cNvSpPr/>
              <p:nvPr/>
            </p:nvSpPr>
            <p:spPr>
              <a:xfrm>
                <a:off x="298754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h1721"/>
              <p:cNvSpPr/>
              <p:nvPr/>
            </p:nvSpPr>
            <p:spPr>
              <a:xfrm>
                <a:off x="299698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h1722"/>
              <p:cNvSpPr/>
              <p:nvPr/>
            </p:nvSpPr>
            <p:spPr>
              <a:xfrm>
                <a:off x="300642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h1723"/>
              <p:cNvSpPr/>
              <p:nvPr/>
            </p:nvSpPr>
            <p:spPr>
              <a:xfrm>
                <a:off x="301586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h1724"/>
              <p:cNvSpPr/>
              <p:nvPr/>
            </p:nvSpPr>
            <p:spPr>
              <a:xfrm>
                <a:off x="302530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h1725"/>
              <p:cNvSpPr/>
              <p:nvPr/>
            </p:nvSpPr>
            <p:spPr>
              <a:xfrm>
                <a:off x="303474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h1726"/>
              <p:cNvSpPr/>
              <p:nvPr/>
            </p:nvSpPr>
            <p:spPr>
              <a:xfrm>
                <a:off x="304418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h1727"/>
              <p:cNvSpPr/>
              <p:nvPr/>
            </p:nvSpPr>
            <p:spPr>
              <a:xfrm>
                <a:off x="305362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h1728"/>
              <p:cNvSpPr/>
              <p:nvPr/>
            </p:nvSpPr>
            <p:spPr>
              <a:xfrm>
                <a:off x="306306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h1729"/>
              <p:cNvSpPr/>
              <p:nvPr/>
            </p:nvSpPr>
            <p:spPr>
              <a:xfrm>
                <a:off x="307250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h1730"/>
              <p:cNvSpPr/>
              <p:nvPr/>
            </p:nvSpPr>
            <p:spPr>
              <a:xfrm>
                <a:off x="308194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h1731"/>
              <p:cNvSpPr/>
              <p:nvPr/>
            </p:nvSpPr>
            <p:spPr>
              <a:xfrm>
                <a:off x="309138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h1732"/>
              <p:cNvSpPr/>
              <p:nvPr/>
            </p:nvSpPr>
            <p:spPr>
              <a:xfrm>
                <a:off x="310082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h1733"/>
              <p:cNvSpPr/>
              <p:nvPr/>
            </p:nvSpPr>
            <p:spPr>
              <a:xfrm>
                <a:off x="311026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h1734"/>
              <p:cNvSpPr/>
              <p:nvPr/>
            </p:nvSpPr>
            <p:spPr>
              <a:xfrm>
                <a:off x="311970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h1735"/>
              <p:cNvSpPr/>
              <p:nvPr/>
            </p:nvSpPr>
            <p:spPr>
              <a:xfrm>
                <a:off x="312914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h1736"/>
              <p:cNvSpPr/>
              <p:nvPr/>
            </p:nvSpPr>
            <p:spPr>
              <a:xfrm>
                <a:off x="313858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h1737"/>
              <p:cNvSpPr/>
              <p:nvPr/>
            </p:nvSpPr>
            <p:spPr>
              <a:xfrm>
                <a:off x="314802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h1738"/>
              <p:cNvSpPr/>
              <p:nvPr/>
            </p:nvSpPr>
            <p:spPr>
              <a:xfrm>
                <a:off x="315746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h1739"/>
              <p:cNvSpPr/>
              <p:nvPr/>
            </p:nvSpPr>
            <p:spPr>
              <a:xfrm>
                <a:off x="316690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h1740"/>
              <p:cNvSpPr/>
              <p:nvPr/>
            </p:nvSpPr>
            <p:spPr>
              <a:xfrm>
                <a:off x="317634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h1741"/>
              <p:cNvSpPr/>
              <p:nvPr/>
            </p:nvSpPr>
            <p:spPr>
              <a:xfrm>
                <a:off x="318578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h1742"/>
              <p:cNvSpPr/>
              <p:nvPr/>
            </p:nvSpPr>
            <p:spPr>
              <a:xfrm>
                <a:off x="319522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h1743"/>
              <p:cNvSpPr/>
              <p:nvPr/>
            </p:nvSpPr>
            <p:spPr>
              <a:xfrm>
                <a:off x="320466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h1744"/>
              <p:cNvSpPr/>
              <p:nvPr/>
            </p:nvSpPr>
            <p:spPr>
              <a:xfrm>
                <a:off x="321410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h1745"/>
              <p:cNvSpPr/>
              <p:nvPr/>
            </p:nvSpPr>
            <p:spPr>
              <a:xfrm>
                <a:off x="322354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h1746"/>
              <p:cNvSpPr/>
              <p:nvPr/>
            </p:nvSpPr>
            <p:spPr>
              <a:xfrm>
                <a:off x="323298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h1747"/>
              <p:cNvSpPr/>
              <p:nvPr/>
            </p:nvSpPr>
            <p:spPr>
              <a:xfrm>
                <a:off x="324242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h1748"/>
              <p:cNvSpPr/>
              <p:nvPr/>
            </p:nvSpPr>
            <p:spPr>
              <a:xfrm>
                <a:off x="325187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h1749"/>
              <p:cNvSpPr/>
              <p:nvPr/>
            </p:nvSpPr>
            <p:spPr>
              <a:xfrm>
                <a:off x="326131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h1750"/>
              <p:cNvSpPr/>
              <p:nvPr/>
            </p:nvSpPr>
            <p:spPr>
              <a:xfrm>
                <a:off x="327075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h1751"/>
              <p:cNvSpPr/>
              <p:nvPr/>
            </p:nvSpPr>
            <p:spPr>
              <a:xfrm>
                <a:off x="328019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h1752"/>
              <p:cNvSpPr/>
              <p:nvPr/>
            </p:nvSpPr>
            <p:spPr>
              <a:xfrm>
                <a:off x="328963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h1753"/>
              <p:cNvSpPr/>
              <p:nvPr/>
            </p:nvSpPr>
            <p:spPr>
              <a:xfrm>
                <a:off x="3299071" y="241376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584"/>
                    </a:lnTo>
                    <a:lnTo>
                      <a:pt x="923508" y="905700"/>
                    </a:lnTo>
                    <a:lnTo>
                      <a:pt x="922610" y="908718"/>
                    </a:lnTo>
                    <a:lnTo>
                      <a:pt x="921713" y="911736"/>
                    </a:lnTo>
                    <a:lnTo>
                      <a:pt x="920922" y="914400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h1754"/>
              <p:cNvSpPr/>
              <p:nvPr/>
            </p:nvSpPr>
            <p:spPr>
              <a:xfrm>
                <a:off x="3308511" y="2396199"/>
                <a:ext cx="916707" cy="922154"/>
              </a:xfrm>
              <a:custGeom>
                <a:avLst/>
                <a:gdLst/>
                <a:ahLst/>
                <a:cxnLst/>
                <a:rect l="0" t="0" r="0" b="0"/>
                <a:pathLst>
                  <a:path w="916707" h="922154">
                    <a:moveTo>
                      <a:pt x="914400" y="914400"/>
                    </a:moveTo>
                    <a:lnTo>
                      <a:pt x="916707" y="914400"/>
                    </a:lnTo>
                    <a:lnTo>
                      <a:pt x="915863" y="917234"/>
                    </a:lnTo>
                    <a:lnTo>
                      <a:pt x="914965" y="920252"/>
                    </a:lnTo>
                    <a:lnTo>
                      <a:pt x="914400" y="922154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h1755"/>
              <p:cNvSpPr/>
              <p:nvPr/>
            </p:nvSpPr>
            <p:spPr>
              <a:xfrm>
                <a:off x="2421129" y="2378629"/>
                <a:ext cx="914399" cy="92833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8331">
                    <a:moveTo>
                      <a:pt x="914399" y="914400"/>
                    </a:moveTo>
                    <a:lnTo>
                      <a:pt x="914399" y="928331"/>
                    </a:lnTo>
                    <a:lnTo>
                      <a:pt x="912896" y="918993"/>
                    </a:lnTo>
                    <a:lnTo>
                      <a:pt x="912295" y="914400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h1756"/>
              <p:cNvSpPr/>
              <p:nvPr/>
            </p:nvSpPr>
            <p:spPr>
              <a:xfrm>
                <a:off x="242112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62" y="931969"/>
                    </a:lnTo>
                    <a:lnTo>
                      <a:pt x="914586" y="929492"/>
                    </a:lnTo>
                    <a:lnTo>
                      <a:pt x="914399" y="928331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h1757"/>
              <p:cNvSpPr/>
              <p:nvPr/>
            </p:nvSpPr>
            <p:spPr>
              <a:xfrm>
                <a:off x="243056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h1758"/>
              <p:cNvSpPr/>
              <p:nvPr/>
            </p:nvSpPr>
            <p:spPr>
              <a:xfrm>
                <a:off x="244000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h1759"/>
              <p:cNvSpPr/>
              <p:nvPr/>
            </p:nvSpPr>
            <p:spPr>
              <a:xfrm>
                <a:off x="244944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h1760"/>
              <p:cNvSpPr/>
              <p:nvPr/>
            </p:nvSpPr>
            <p:spPr>
              <a:xfrm>
                <a:off x="245889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h1761"/>
              <p:cNvSpPr/>
              <p:nvPr/>
            </p:nvSpPr>
            <p:spPr>
              <a:xfrm>
                <a:off x="246833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h1762"/>
              <p:cNvSpPr/>
              <p:nvPr/>
            </p:nvSpPr>
            <p:spPr>
              <a:xfrm>
                <a:off x="247777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h1763"/>
              <p:cNvSpPr/>
              <p:nvPr/>
            </p:nvSpPr>
            <p:spPr>
              <a:xfrm>
                <a:off x="248721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h1764"/>
              <p:cNvSpPr/>
              <p:nvPr/>
            </p:nvSpPr>
            <p:spPr>
              <a:xfrm>
                <a:off x="249665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h1765"/>
              <p:cNvSpPr/>
              <p:nvPr/>
            </p:nvSpPr>
            <p:spPr>
              <a:xfrm>
                <a:off x="250609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h1766"/>
              <p:cNvSpPr/>
              <p:nvPr/>
            </p:nvSpPr>
            <p:spPr>
              <a:xfrm>
                <a:off x="251553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h1767"/>
              <p:cNvSpPr/>
              <p:nvPr/>
            </p:nvSpPr>
            <p:spPr>
              <a:xfrm>
                <a:off x="252497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h1768"/>
              <p:cNvSpPr/>
              <p:nvPr/>
            </p:nvSpPr>
            <p:spPr>
              <a:xfrm>
                <a:off x="253441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h1769"/>
              <p:cNvSpPr/>
              <p:nvPr/>
            </p:nvSpPr>
            <p:spPr>
              <a:xfrm>
                <a:off x="254385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h1770"/>
              <p:cNvSpPr/>
              <p:nvPr/>
            </p:nvSpPr>
            <p:spPr>
              <a:xfrm>
                <a:off x="255329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h1771"/>
              <p:cNvSpPr/>
              <p:nvPr/>
            </p:nvSpPr>
            <p:spPr>
              <a:xfrm>
                <a:off x="256273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h1772"/>
              <p:cNvSpPr/>
              <p:nvPr/>
            </p:nvSpPr>
            <p:spPr>
              <a:xfrm>
                <a:off x="257217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h1773"/>
              <p:cNvSpPr/>
              <p:nvPr/>
            </p:nvSpPr>
            <p:spPr>
              <a:xfrm>
                <a:off x="258161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h1774"/>
              <p:cNvSpPr/>
              <p:nvPr/>
            </p:nvSpPr>
            <p:spPr>
              <a:xfrm>
                <a:off x="259105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h1775"/>
              <p:cNvSpPr/>
              <p:nvPr/>
            </p:nvSpPr>
            <p:spPr>
              <a:xfrm>
                <a:off x="260049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h1776"/>
              <p:cNvSpPr/>
              <p:nvPr/>
            </p:nvSpPr>
            <p:spPr>
              <a:xfrm>
                <a:off x="260993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h1777"/>
              <p:cNvSpPr/>
              <p:nvPr/>
            </p:nvSpPr>
            <p:spPr>
              <a:xfrm>
                <a:off x="261937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h1778"/>
              <p:cNvSpPr/>
              <p:nvPr/>
            </p:nvSpPr>
            <p:spPr>
              <a:xfrm>
                <a:off x="262881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h1779"/>
              <p:cNvSpPr/>
              <p:nvPr/>
            </p:nvSpPr>
            <p:spPr>
              <a:xfrm>
                <a:off x="263825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h1780"/>
              <p:cNvSpPr/>
              <p:nvPr/>
            </p:nvSpPr>
            <p:spPr>
              <a:xfrm>
                <a:off x="264769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h1781"/>
              <p:cNvSpPr/>
              <p:nvPr/>
            </p:nvSpPr>
            <p:spPr>
              <a:xfrm>
                <a:off x="265713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h1782"/>
              <p:cNvSpPr/>
              <p:nvPr/>
            </p:nvSpPr>
            <p:spPr>
              <a:xfrm>
                <a:off x="266657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h1783"/>
              <p:cNvSpPr/>
              <p:nvPr/>
            </p:nvSpPr>
            <p:spPr>
              <a:xfrm>
                <a:off x="267601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h1784"/>
              <p:cNvSpPr/>
              <p:nvPr/>
            </p:nvSpPr>
            <p:spPr>
              <a:xfrm>
                <a:off x="268545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h1785"/>
              <p:cNvSpPr/>
              <p:nvPr/>
            </p:nvSpPr>
            <p:spPr>
              <a:xfrm>
                <a:off x="269489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h1786"/>
              <p:cNvSpPr/>
              <p:nvPr/>
            </p:nvSpPr>
            <p:spPr>
              <a:xfrm>
                <a:off x="2713776" y="2396199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752" y="896830"/>
                    </a:lnTo>
                    <a:lnTo>
                      <a:pt x="914399" y="904355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h1787"/>
              <p:cNvSpPr/>
              <p:nvPr/>
            </p:nvSpPr>
            <p:spPr>
              <a:xfrm>
                <a:off x="2713776" y="2396199"/>
                <a:ext cx="917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7" h="914400">
                    <a:moveTo>
                      <a:pt x="914399" y="914400"/>
                    </a:moveTo>
                    <a:lnTo>
                      <a:pt x="914399" y="904355"/>
                    </a:lnTo>
                    <a:lnTo>
                      <a:pt x="914764" y="905393"/>
                    </a:lnTo>
                    <a:lnTo>
                      <a:pt x="917597" y="914400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h1788"/>
              <p:cNvSpPr/>
              <p:nvPr/>
            </p:nvSpPr>
            <p:spPr>
              <a:xfrm>
                <a:off x="2760977" y="23961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14" y="914400"/>
                    </a:lnTo>
                    <a:lnTo>
                      <a:pt x="911750" y="907587"/>
                    </a:lnTo>
                    <a:lnTo>
                      <a:pt x="914400" y="89894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h1789"/>
              <p:cNvSpPr/>
              <p:nvPr/>
            </p:nvSpPr>
            <p:spPr>
              <a:xfrm>
                <a:off x="2770417" y="237862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10"/>
                    </a:lnTo>
                    <a:lnTo>
                      <a:pt x="905313" y="915354"/>
                    </a:lnTo>
                    <a:lnTo>
                      <a:pt x="905643" y="914400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h1790"/>
              <p:cNvSpPr/>
              <p:nvPr/>
            </p:nvSpPr>
            <p:spPr>
              <a:xfrm>
                <a:off x="277041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h1791"/>
              <p:cNvSpPr/>
              <p:nvPr/>
            </p:nvSpPr>
            <p:spPr>
              <a:xfrm>
                <a:off x="277985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h1792"/>
              <p:cNvSpPr/>
              <p:nvPr/>
            </p:nvSpPr>
            <p:spPr>
              <a:xfrm>
                <a:off x="278929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h1793"/>
              <p:cNvSpPr/>
              <p:nvPr/>
            </p:nvSpPr>
            <p:spPr>
              <a:xfrm>
                <a:off x="279873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h1794"/>
              <p:cNvSpPr/>
              <p:nvPr/>
            </p:nvSpPr>
            <p:spPr>
              <a:xfrm>
                <a:off x="280817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h1795"/>
              <p:cNvSpPr/>
              <p:nvPr/>
            </p:nvSpPr>
            <p:spPr>
              <a:xfrm>
                <a:off x="281761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h1796"/>
              <p:cNvSpPr/>
              <p:nvPr/>
            </p:nvSpPr>
            <p:spPr>
              <a:xfrm>
                <a:off x="282705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h1797"/>
              <p:cNvSpPr/>
              <p:nvPr/>
            </p:nvSpPr>
            <p:spPr>
              <a:xfrm>
                <a:off x="283649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h1798"/>
              <p:cNvSpPr/>
              <p:nvPr/>
            </p:nvSpPr>
            <p:spPr>
              <a:xfrm>
                <a:off x="284593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h1799"/>
              <p:cNvSpPr/>
              <p:nvPr/>
            </p:nvSpPr>
            <p:spPr>
              <a:xfrm>
                <a:off x="285538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h1800"/>
              <p:cNvSpPr/>
              <p:nvPr/>
            </p:nvSpPr>
            <p:spPr>
              <a:xfrm>
                <a:off x="286482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h1801"/>
              <p:cNvSpPr/>
              <p:nvPr/>
            </p:nvSpPr>
            <p:spPr>
              <a:xfrm>
                <a:off x="287426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h1802"/>
              <p:cNvSpPr/>
              <p:nvPr/>
            </p:nvSpPr>
            <p:spPr>
              <a:xfrm>
                <a:off x="288370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h1803"/>
              <p:cNvSpPr/>
              <p:nvPr/>
            </p:nvSpPr>
            <p:spPr>
              <a:xfrm>
                <a:off x="289314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h1804"/>
              <p:cNvSpPr/>
              <p:nvPr/>
            </p:nvSpPr>
            <p:spPr>
              <a:xfrm>
                <a:off x="290258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h1805"/>
              <p:cNvSpPr/>
              <p:nvPr/>
            </p:nvSpPr>
            <p:spPr>
              <a:xfrm>
                <a:off x="291202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h1806"/>
              <p:cNvSpPr/>
              <p:nvPr/>
            </p:nvSpPr>
            <p:spPr>
              <a:xfrm>
                <a:off x="292146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h1807"/>
              <p:cNvSpPr/>
              <p:nvPr/>
            </p:nvSpPr>
            <p:spPr>
              <a:xfrm>
                <a:off x="293090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h1808"/>
              <p:cNvSpPr/>
              <p:nvPr/>
            </p:nvSpPr>
            <p:spPr>
              <a:xfrm>
                <a:off x="294034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h1809"/>
              <p:cNvSpPr/>
              <p:nvPr/>
            </p:nvSpPr>
            <p:spPr>
              <a:xfrm>
                <a:off x="294978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h1810"/>
              <p:cNvSpPr/>
              <p:nvPr/>
            </p:nvSpPr>
            <p:spPr>
              <a:xfrm>
                <a:off x="295922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h1811"/>
              <p:cNvSpPr/>
              <p:nvPr/>
            </p:nvSpPr>
            <p:spPr>
              <a:xfrm>
                <a:off x="296866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h1812"/>
              <p:cNvSpPr/>
              <p:nvPr/>
            </p:nvSpPr>
            <p:spPr>
              <a:xfrm>
                <a:off x="297810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h1813"/>
              <p:cNvSpPr/>
              <p:nvPr/>
            </p:nvSpPr>
            <p:spPr>
              <a:xfrm>
                <a:off x="298754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h1814"/>
              <p:cNvSpPr/>
              <p:nvPr/>
            </p:nvSpPr>
            <p:spPr>
              <a:xfrm>
                <a:off x="299698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h1815"/>
              <p:cNvSpPr/>
              <p:nvPr/>
            </p:nvSpPr>
            <p:spPr>
              <a:xfrm>
                <a:off x="300642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h1816"/>
              <p:cNvSpPr/>
              <p:nvPr/>
            </p:nvSpPr>
            <p:spPr>
              <a:xfrm>
                <a:off x="301586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h1817"/>
              <p:cNvSpPr/>
              <p:nvPr/>
            </p:nvSpPr>
            <p:spPr>
              <a:xfrm>
                <a:off x="302530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h1818"/>
              <p:cNvSpPr/>
              <p:nvPr/>
            </p:nvSpPr>
            <p:spPr>
              <a:xfrm>
                <a:off x="303474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h1819"/>
              <p:cNvSpPr/>
              <p:nvPr/>
            </p:nvSpPr>
            <p:spPr>
              <a:xfrm>
                <a:off x="304418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h1820"/>
              <p:cNvSpPr/>
              <p:nvPr/>
            </p:nvSpPr>
            <p:spPr>
              <a:xfrm>
                <a:off x="305362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h1821"/>
              <p:cNvSpPr/>
              <p:nvPr/>
            </p:nvSpPr>
            <p:spPr>
              <a:xfrm>
                <a:off x="306306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h1822"/>
              <p:cNvSpPr/>
              <p:nvPr/>
            </p:nvSpPr>
            <p:spPr>
              <a:xfrm>
                <a:off x="307250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h1823"/>
              <p:cNvSpPr/>
              <p:nvPr/>
            </p:nvSpPr>
            <p:spPr>
              <a:xfrm>
                <a:off x="308194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h1824"/>
              <p:cNvSpPr/>
              <p:nvPr/>
            </p:nvSpPr>
            <p:spPr>
              <a:xfrm>
                <a:off x="309138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h1825"/>
              <p:cNvSpPr/>
              <p:nvPr/>
            </p:nvSpPr>
            <p:spPr>
              <a:xfrm>
                <a:off x="310082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h1826"/>
              <p:cNvSpPr/>
              <p:nvPr/>
            </p:nvSpPr>
            <p:spPr>
              <a:xfrm>
                <a:off x="311026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h1827"/>
              <p:cNvSpPr/>
              <p:nvPr/>
            </p:nvSpPr>
            <p:spPr>
              <a:xfrm>
                <a:off x="311970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h1828"/>
              <p:cNvSpPr/>
              <p:nvPr/>
            </p:nvSpPr>
            <p:spPr>
              <a:xfrm>
                <a:off x="312914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h1829"/>
              <p:cNvSpPr/>
              <p:nvPr/>
            </p:nvSpPr>
            <p:spPr>
              <a:xfrm>
                <a:off x="313858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h1830"/>
              <p:cNvSpPr/>
              <p:nvPr/>
            </p:nvSpPr>
            <p:spPr>
              <a:xfrm>
                <a:off x="314802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h1831"/>
              <p:cNvSpPr/>
              <p:nvPr/>
            </p:nvSpPr>
            <p:spPr>
              <a:xfrm>
                <a:off x="315746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h1832"/>
              <p:cNvSpPr/>
              <p:nvPr/>
            </p:nvSpPr>
            <p:spPr>
              <a:xfrm>
                <a:off x="316690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h1833"/>
              <p:cNvSpPr/>
              <p:nvPr/>
            </p:nvSpPr>
            <p:spPr>
              <a:xfrm>
                <a:off x="317634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h1834"/>
              <p:cNvSpPr/>
              <p:nvPr/>
            </p:nvSpPr>
            <p:spPr>
              <a:xfrm>
                <a:off x="318578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h1835"/>
              <p:cNvSpPr/>
              <p:nvPr/>
            </p:nvSpPr>
            <p:spPr>
              <a:xfrm>
                <a:off x="319522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h1836"/>
              <p:cNvSpPr/>
              <p:nvPr/>
            </p:nvSpPr>
            <p:spPr>
              <a:xfrm>
                <a:off x="320466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h1837"/>
              <p:cNvSpPr/>
              <p:nvPr/>
            </p:nvSpPr>
            <p:spPr>
              <a:xfrm>
                <a:off x="321410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h1838"/>
              <p:cNvSpPr/>
              <p:nvPr/>
            </p:nvSpPr>
            <p:spPr>
              <a:xfrm>
                <a:off x="322354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h1839"/>
              <p:cNvSpPr/>
              <p:nvPr/>
            </p:nvSpPr>
            <p:spPr>
              <a:xfrm>
                <a:off x="323298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h1840"/>
              <p:cNvSpPr/>
              <p:nvPr/>
            </p:nvSpPr>
            <p:spPr>
              <a:xfrm>
                <a:off x="324242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h1841"/>
              <p:cNvSpPr/>
              <p:nvPr/>
            </p:nvSpPr>
            <p:spPr>
              <a:xfrm>
                <a:off x="325187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h1842"/>
              <p:cNvSpPr/>
              <p:nvPr/>
            </p:nvSpPr>
            <p:spPr>
              <a:xfrm>
                <a:off x="326131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h1843"/>
              <p:cNvSpPr/>
              <p:nvPr/>
            </p:nvSpPr>
            <p:spPr>
              <a:xfrm>
                <a:off x="327075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h1844"/>
              <p:cNvSpPr/>
              <p:nvPr/>
            </p:nvSpPr>
            <p:spPr>
              <a:xfrm>
                <a:off x="328019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h1845"/>
              <p:cNvSpPr/>
              <p:nvPr/>
            </p:nvSpPr>
            <p:spPr>
              <a:xfrm>
                <a:off x="328963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h1846"/>
              <p:cNvSpPr/>
              <p:nvPr/>
            </p:nvSpPr>
            <p:spPr>
              <a:xfrm>
                <a:off x="329907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h1847"/>
              <p:cNvSpPr/>
              <p:nvPr/>
            </p:nvSpPr>
            <p:spPr>
              <a:xfrm>
                <a:off x="3308511" y="2396199"/>
                <a:ext cx="9219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947" y="896830"/>
                    </a:lnTo>
                    <a:lnTo>
                      <a:pt x="921261" y="899129"/>
                    </a:lnTo>
                    <a:lnTo>
                      <a:pt x="920360" y="902147"/>
                    </a:lnTo>
                    <a:lnTo>
                      <a:pt x="919460" y="905164"/>
                    </a:lnTo>
                    <a:lnTo>
                      <a:pt x="918560" y="908181"/>
                    </a:lnTo>
                    <a:lnTo>
                      <a:pt x="917661" y="911199"/>
                    </a:lnTo>
                    <a:lnTo>
                      <a:pt x="916762" y="914216"/>
                    </a:lnTo>
                    <a:lnTo>
                      <a:pt x="916707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h1848"/>
              <p:cNvSpPr/>
              <p:nvPr/>
            </p:nvSpPr>
            <p:spPr>
              <a:xfrm>
                <a:off x="2421129" y="2361059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2295" y="931969"/>
                    </a:lnTo>
                    <a:lnTo>
                      <a:pt x="911502" y="925914"/>
                    </a:lnTo>
                    <a:lnTo>
                      <a:pt x="910407" y="915144"/>
                    </a:lnTo>
                    <a:lnTo>
                      <a:pt x="910352" y="91439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h1849"/>
              <p:cNvSpPr/>
              <p:nvPr/>
            </p:nvSpPr>
            <p:spPr>
              <a:xfrm>
                <a:off x="242112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h1850"/>
              <p:cNvSpPr/>
              <p:nvPr/>
            </p:nvSpPr>
            <p:spPr>
              <a:xfrm>
                <a:off x="243056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h1851"/>
              <p:cNvSpPr/>
              <p:nvPr/>
            </p:nvSpPr>
            <p:spPr>
              <a:xfrm>
                <a:off x="244000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h1852"/>
              <p:cNvSpPr/>
              <p:nvPr/>
            </p:nvSpPr>
            <p:spPr>
              <a:xfrm>
                <a:off x="244944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h1853"/>
              <p:cNvSpPr/>
              <p:nvPr/>
            </p:nvSpPr>
            <p:spPr>
              <a:xfrm>
                <a:off x="245889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h1854"/>
              <p:cNvSpPr/>
              <p:nvPr/>
            </p:nvSpPr>
            <p:spPr>
              <a:xfrm>
                <a:off x="246833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h1855"/>
              <p:cNvSpPr/>
              <p:nvPr/>
            </p:nvSpPr>
            <p:spPr>
              <a:xfrm>
                <a:off x="247777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h1856"/>
              <p:cNvSpPr/>
              <p:nvPr/>
            </p:nvSpPr>
            <p:spPr>
              <a:xfrm>
                <a:off x="248721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h1857"/>
              <p:cNvSpPr/>
              <p:nvPr/>
            </p:nvSpPr>
            <p:spPr>
              <a:xfrm>
                <a:off x="249665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h1858"/>
              <p:cNvSpPr/>
              <p:nvPr/>
            </p:nvSpPr>
            <p:spPr>
              <a:xfrm>
                <a:off x="250609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h1859"/>
              <p:cNvSpPr/>
              <p:nvPr/>
            </p:nvSpPr>
            <p:spPr>
              <a:xfrm>
                <a:off x="251553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h1860"/>
              <p:cNvSpPr/>
              <p:nvPr/>
            </p:nvSpPr>
            <p:spPr>
              <a:xfrm>
                <a:off x="252497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h1861"/>
              <p:cNvSpPr/>
              <p:nvPr/>
            </p:nvSpPr>
            <p:spPr>
              <a:xfrm>
                <a:off x="253441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h1862"/>
              <p:cNvSpPr/>
              <p:nvPr/>
            </p:nvSpPr>
            <p:spPr>
              <a:xfrm>
                <a:off x="254385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h1863"/>
              <p:cNvSpPr/>
              <p:nvPr/>
            </p:nvSpPr>
            <p:spPr>
              <a:xfrm>
                <a:off x="255329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h1864"/>
              <p:cNvSpPr/>
              <p:nvPr/>
            </p:nvSpPr>
            <p:spPr>
              <a:xfrm>
                <a:off x="256273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h1865"/>
              <p:cNvSpPr/>
              <p:nvPr/>
            </p:nvSpPr>
            <p:spPr>
              <a:xfrm>
                <a:off x="257217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h1866"/>
              <p:cNvSpPr/>
              <p:nvPr/>
            </p:nvSpPr>
            <p:spPr>
              <a:xfrm>
                <a:off x="258161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h1867"/>
              <p:cNvSpPr/>
              <p:nvPr/>
            </p:nvSpPr>
            <p:spPr>
              <a:xfrm>
                <a:off x="259105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h1868"/>
              <p:cNvSpPr/>
              <p:nvPr/>
            </p:nvSpPr>
            <p:spPr>
              <a:xfrm>
                <a:off x="260049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h1869"/>
              <p:cNvSpPr/>
              <p:nvPr/>
            </p:nvSpPr>
            <p:spPr>
              <a:xfrm>
                <a:off x="260993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h1870"/>
              <p:cNvSpPr/>
              <p:nvPr/>
            </p:nvSpPr>
            <p:spPr>
              <a:xfrm>
                <a:off x="261937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h1871"/>
              <p:cNvSpPr/>
              <p:nvPr/>
            </p:nvSpPr>
            <p:spPr>
              <a:xfrm>
                <a:off x="262881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h1872"/>
              <p:cNvSpPr/>
              <p:nvPr/>
            </p:nvSpPr>
            <p:spPr>
              <a:xfrm>
                <a:off x="263825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h1873"/>
              <p:cNvSpPr/>
              <p:nvPr/>
            </p:nvSpPr>
            <p:spPr>
              <a:xfrm>
                <a:off x="264769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h1874"/>
              <p:cNvSpPr/>
              <p:nvPr/>
            </p:nvSpPr>
            <p:spPr>
              <a:xfrm>
                <a:off x="265713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h1875"/>
              <p:cNvSpPr/>
              <p:nvPr/>
            </p:nvSpPr>
            <p:spPr>
              <a:xfrm>
                <a:off x="266657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h1876"/>
              <p:cNvSpPr/>
              <p:nvPr/>
            </p:nvSpPr>
            <p:spPr>
              <a:xfrm>
                <a:off x="267601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h1877"/>
              <p:cNvSpPr/>
              <p:nvPr/>
            </p:nvSpPr>
            <p:spPr>
              <a:xfrm>
                <a:off x="268545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h1878"/>
              <p:cNvSpPr/>
              <p:nvPr/>
            </p:nvSpPr>
            <p:spPr>
              <a:xfrm>
                <a:off x="269489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h1879"/>
              <p:cNvSpPr/>
              <p:nvPr/>
            </p:nvSpPr>
            <p:spPr>
              <a:xfrm>
                <a:off x="2704336" y="2378629"/>
                <a:ext cx="92119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9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576" y="896830"/>
                    </a:lnTo>
                    <a:lnTo>
                      <a:pt x="919316" y="897639"/>
                    </a:lnTo>
                    <a:lnTo>
                      <a:pt x="917038" y="903945"/>
                    </a:lnTo>
                    <a:lnTo>
                      <a:pt x="917758" y="905600"/>
                    </a:lnTo>
                    <a:lnTo>
                      <a:pt x="921098" y="914131"/>
                    </a:lnTo>
                    <a:lnTo>
                      <a:pt x="921192" y="914400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h1880"/>
              <p:cNvSpPr/>
              <p:nvPr/>
            </p:nvSpPr>
            <p:spPr>
              <a:xfrm>
                <a:off x="2770417" y="236105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643" y="931969"/>
                    </a:lnTo>
                    <a:lnTo>
                      <a:pt x="908595" y="923434"/>
                    </a:lnTo>
                    <a:lnTo>
                      <a:pt x="912100" y="91439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h1881"/>
              <p:cNvSpPr/>
              <p:nvPr/>
            </p:nvSpPr>
            <p:spPr>
              <a:xfrm>
                <a:off x="277041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h1882"/>
              <p:cNvSpPr/>
              <p:nvPr/>
            </p:nvSpPr>
            <p:spPr>
              <a:xfrm>
                <a:off x="277985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h1883"/>
              <p:cNvSpPr/>
              <p:nvPr/>
            </p:nvSpPr>
            <p:spPr>
              <a:xfrm>
                <a:off x="278929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h1884"/>
              <p:cNvSpPr/>
              <p:nvPr/>
            </p:nvSpPr>
            <p:spPr>
              <a:xfrm>
                <a:off x="279873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h1885"/>
              <p:cNvSpPr/>
              <p:nvPr/>
            </p:nvSpPr>
            <p:spPr>
              <a:xfrm>
                <a:off x="280817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h1886"/>
              <p:cNvSpPr/>
              <p:nvPr/>
            </p:nvSpPr>
            <p:spPr>
              <a:xfrm>
                <a:off x="281761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h1887"/>
              <p:cNvSpPr/>
              <p:nvPr/>
            </p:nvSpPr>
            <p:spPr>
              <a:xfrm>
                <a:off x="282705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h1888"/>
              <p:cNvSpPr/>
              <p:nvPr/>
            </p:nvSpPr>
            <p:spPr>
              <a:xfrm>
                <a:off x="283649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h1889"/>
              <p:cNvSpPr/>
              <p:nvPr/>
            </p:nvSpPr>
            <p:spPr>
              <a:xfrm>
                <a:off x="284593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h1890"/>
              <p:cNvSpPr/>
              <p:nvPr/>
            </p:nvSpPr>
            <p:spPr>
              <a:xfrm>
                <a:off x="285538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h1891"/>
              <p:cNvSpPr/>
              <p:nvPr/>
            </p:nvSpPr>
            <p:spPr>
              <a:xfrm>
                <a:off x="286482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h1892"/>
              <p:cNvSpPr/>
              <p:nvPr/>
            </p:nvSpPr>
            <p:spPr>
              <a:xfrm>
                <a:off x="287426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h1893"/>
              <p:cNvSpPr/>
              <p:nvPr/>
            </p:nvSpPr>
            <p:spPr>
              <a:xfrm>
                <a:off x="288370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h1894"/>
              <p:cNvSpPr/>
              <p:nvPr/>
            </p:nvSpPr>
            <p:spPr>
              <a:xfrm>
                <a:off x="289314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h1895"/>
              <p:cNvSpPr/>
              <p:nvPr/>
            </p:nvSpPr>
            <p:spPr>
              <a:xfrm>
                <a:off x="290258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h1896"/>
              <p:cNvSpPr/>
              <p:nvPr/>
            </p:nvSpPr>
            <p:spPr>
              <a:xfrm>
                <a:off x="291202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h1897"/>
              <p:cNvSpPr/>
              <p:nvPr/>
            </p:nvSpPr>
            <p:spPr>
              <a:xfrm>
                <a:off x="292146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h1898"/>
              <p:cNvSpPr/>
              <p:nvPr/>
            </p:nvSpPr>
            <p:spPr>
              <a:xfrm>
                <a:off x="293090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h1899"/>
              <p:cNvSpPr/>
              <p:nvPr/>
            </p:nvSpPr>
            <p:spPr>
              <a:xfrm>
                <a:off x="294034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h1900"/>
              <p:cNvSpPr/>
              <p:nvPr/>
            </p:nvSpPr>
            <p:spPr>
              <a:xfrm>
                <a:off x="294978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h1901"/>
              <p:cNvSpPr/>
              <p:nvPr/>
            </p:nvSpPr>
            <p:spPr>
              <a:xfrm>
                <a:off x="295922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h1902"/>
              <p:cNvSpPr/>
              <p:nvPr/>
            </p:nvSpPr>
            <p:spPr>
              <a:xfrm>
                <a:off x="296866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h1903"/>
              <p:cNvSpPr/>
              <p:nvPr/>
            </p:nvSpPr>
            <p:spPr>
              <a:xfrm>
                <a:off x="297810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h1904"/>
              <p:cNvSpPr/>
              <p:nvPr/>
            </p:nvSpPr>
            <p:spPr>
              <a:xfrm>
                <a:off x="298754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h1905"/>
              <p:cNvSpPr/>
              <p:nvPr/>
            </p:nvSpPr>
            <p:spPr>
              <a:xfrm>
                <a:off x="299698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h1906"/>
              <p:cNvSpPr/>
              <p:nvPr/>
            </p:nvSpPr>
            <p:spPr>
              <a:xfrm>
                <a:off x="300642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h1907"/>
              <p:cNvSpPr/>
              <p:nvPr/>
            </p:nvSpPr>
            <p:spPr>
              <a:xfrm>
                <a:off x="301586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h1908"/>
              <p:cNvSpPr/>
              <p:nvPr/>
            </p:nvSpPr>
            <p:spPr>
              <a:xfrm>
                <a:off x="302530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h1909"/>
              <p:cNvSpPr/>
              <p:nvPr/>
            </p:nvSpPr>
            <p:spPr>
              <a:xfrm>
                <a:off x="303474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h1910"/>
              <p:cNvSpPr/>
              <p:nvPr/>
            </p:nvSpPr>
            <p:spPr>
              <a:xfrm>
                <a:off x="304418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h1911"/>
              <p:cNvSpPr/>
              <p:nvPr/>
            </p:nvSpPr>
            <p:spPr>
              <a:xfrm>
                <a:off x="305362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h1912"/>
              <p:cNvSpPr/>
              <p:nvPr/>
            </p:nvSpPr>
            <p:spPr>
              <a:xfrm>
                <a:off x="306306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h1913"/>
              <p:cNvSpPr/>
              <p:nvPr/>
            </p:nvSpPr>
            <p:spPr>
              <a:xfrm>
                <a:off x="307250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h1914"/>
              <p:cNvSpPr/>
              <p:nvPr/>
            </p:nvSpPr>
            <p:spPr>
              <a:xfrm>
                <a:off x="308194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h1915"/>
              <p:cNvSpPr/>
              <p:nvPr/>
            </p:nvSpPr>
            <p:spPr>
              <a:xfrm>
                <a:off x="309138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h1916"/>
              <p:cNvSpPr/>
              <p:nvPr/>
            </p:nvSpPr>
            <p:spPr>
              <a:xfrm>
                <a:off x="310082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h1917"/>
              <p:cNvSpPr/>
              <p:nvPr/>
            </p:nvSpPr>
            <p:spPr>
              <a:xfrm>
                <a:off x="311026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h1918"/>
              <p:cNvSpPr/>
              <p:nvPr/>
            </p:nvSpPr>
            <p:spPr>
              <a:xfrm>
                <a:off x="311970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h1919"/>
              <p:cNvSpPr/>
              <p:nvPr/>
            </p:nvSpPr>
            <p:spPr>
              <a:xfrm>
                <a:off x="312914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h1920"/>
              <p:cNvSpPr/>
              <p:nvPr/>
            </p:nvSpPr>
            <p:spPr>
              <a:xfrm>
                <a:off x="313858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h1921"/>
              <p:cNvSpPr/>
              <p:nvPr/>
            </p:nvSpPr>
            <p:spPr>
              <a:xfrm>
                <a:off x="314802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h1922"/>
              <p:cNvSpPr/>
              <p:nvPr/>
            </p:nvSpPr>
            <p:spPr>
              <a:xfrm>
                <a:off x="315746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h1923"/>
              <p:cNvSpPr/>
              <p:nvPr/>
            </p:nvSpPr>
            <p:spPr>
              <a:xfrm>
                <a:off x="316690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h1924"/>
              <p:cNvSpPr/>
              <p:nvPr/>
            </p:nvSpPr>
            <p:spPr>
              <a:xfrm>
                <a:off x="317634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h1925"/>
              <p:cNvSpPr/>
              <p:nvPr/>
            </p:nvSpPr>
            <p:spPr>
              <a:xfrm>
                <a:off x="318578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h1926"/>
              <p:cNvSpPr/>
              <p:nvPr/>
            </p:nvSpPr>
            <p:spPr>
              <a:xfrm>
                <a:off x="319522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h1927"/>
              <p:cNvSpPr/>
              <p:nvPr/>
            </p:nvSpPr>
            <p:spPr>
              <a:xfrm>
                <a:off x="320466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h1928"/>
              <p:cNvSpPr/>
              <p:nvPr/>
            </p:nvSpPr>
            <p:spPr>
              <a:xfrm>
                <a:off x="321410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h1929"/>
              <p:cNvSpPr/>
              <p:nvPr/>
            </p:nvSpPr>
            <p:spPr>
              <a:xfrm>
                <a:off x="322354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h1930"/>
              <p:cNvSpPr/>
              <p:nvPr/>
            </p:nvSpPr>
            <p:spPr>
              <a:xfrm>
                <a:off x="323298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h1931"/>
              <p:cNvSpPr/>
              <p:nvPr/>
            </p:nvSpPr>
            <p:spPr>
              <a:xfrm>
                <a:off x="324242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h1932"/>
              <p:cNvSpPr/>
              <p:nvPr/>
            </p:nvSpPr>
            <p:spPr>
              <a:xfrm>
                <a:off x="325187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h1933"/>
              <p:cNvSpPr/>
              <p:nvPr/>
            </p:nvSpPr>
            <p:spPr>
              <a:xfrm>
                <a:off x="326131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h1934"/>
              <p:cNvSpPr/>
              <p:nvPr/>
            </p:nvSpPr>
            <p:spPr>
              <a:xfrm>
                <a:off x="327075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h1935"/>
              <p:cNvSpPr/>
              <p:nvPr/>
            </p:nvSpPr>
            <p:spPr>
              <a:xfrm>
                <a:off x="328019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h1936"/>
              <p:cNvSpPr/>
              <p:nvPr/>
            </p:nvSpPr>
            <p:spPr>
              <a:xfrm>
                <a:off x="328963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h1937"/>
              <p:cNvSpPr/>
              <p:nvPr/>
            </p:nvSpPr>
            <p:spPr>
              <a:xfrm>
                <a:off x="329907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h1938"/>
              <p:cNvSpPr/>
              <p:nvPr/>
            </p:nvSpPr>
            <p:spPr>
              <a:xfrm>
                <a:off x="3308511" y="237862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066"/>
                    </a:lnTo>
                    <a:lnTo>
                      <a:pt x="923063" y="910665"/>
                    </a:lnTo>
                    <a:lnTo>
                      <a:pt x="922162" y="913682"/>
                    </a:lnTo>
                    <a:lnTo>
                      <a:pt x="921947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h1939"/>
              <p:cNvSpPr/>
              <p:nvPr/>
            </p:nvSpPr>
            <p:spPr>
              <a:xfrm>
                <a:off x="3317951" y="2361059"/>
                <a:ext cx="919260" cy="925636"/>
              </a:xfrm>
              <a:custGeom>
                <a:avLst/>
                <a:gdLst/>
                <a:ahLst/>
                <a:cxnLst/>
                <a:rect l="0" t="0" r="0" b="0"/>
                <a:pathLst>
                  <a:path w="919260" h="925636">
                    <a:moveTo>
                      <a:pt x="914400" y="914399"/>
                    </a:moveTo>
                    <a:lnTo>
                      <a:pt x="919260" y="914399"/>
                    </a:lnTo>
                    <a:lnTo>
                      <a:pt x="917798" y="916856"/>
                    </a:lnTo>
                    <a:lnTo>
                      <a:pt x="916910" y="918349"/>
                    </a:lnTo>
                    <a:lnTo>
                      <a:pt x="916685" y="918916"/>
                    </a:lnTo>
                    <a:lnTo>
                      <a:pt x="915919" y="920848"/>
                    </a:lnTo>
                    <a:lnTo>
                      <a:pt x="915563" y="921747"/>
                    </a:lnTo>
                    <a:lnTo>
                      <a:pt x="915427" y="922201"/>
                    </a:lnTo>
                    <a:lnTo>
                      <a:pt x="914525" y="925218"/>
                    </a:lnTo>
                    <a:lnTo>
                      <a:pt x="914400" y="925636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h1940"/>
              <p:cNvSpPr/>
              <p:nvPr/>
            </p:nvSpPr>
            <p:spPr>
              <a:xfrm>
                <a:off x="2421129" y="234349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0352" y="931969"/>
                    </a:lnTo>
                    <a:lnTo>
                      <a:pt x="909614" y="921854"/>
                    </a:lnTo>
                    <a:lnTo>
                      <a:pt x="909280" y="91439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h1941"/>
              <p:cNvSpPr/>
              <p:nvPr/>
            </p:nvSpPr>
            <p:spPr>
              <a:xfrm>
                <a:off x="242112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h1942"/>
              <p:cNvSpPr/>
              <p:nvPr/>
            </p:nvSpPr>
            <p:spPr>
              <a:xfrm>
                <a:off x="243056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h1943"/>
              <p:cNvSpPr/>
              <p:nvPr/>
            </p:nvSpPr>
            <p:spPr>
              <a:xfrm>
                <a:off x="244000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h1944"/>
              <p:cNvSpPr/>
              <p:nvPr/>
            </p:nvSpPr>
            <p:spPr>
              <a:xfrm>
                <a:off x="244944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h1945"/>
              <p:cNvSpPr/>
              <p:nvPr/>
            </p:nvSpPr>
            <p:spPr>
              <a:xfrm>
                <a:off x="245889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h1946"/>
              <p:cNvSpPr/>
              <p:nvPr/>
            </p:nvSpPr>
            <p:spPr>
              <a:xfrm>
                <a:off x="246833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h1947"/>
              <p:cNvSpPr/>
              <p:nvPr/>
            </p:nvSpPr>
            <p:spPr>
              <a:xfrm>
                <a:off x="247777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h1948"/>
              <p:cNvSpPr/>
              <p:nvPr/>
            </p:nvSpPr>
            <p:spPr>
              <a:xfrm>
                <a:off x="248721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h1949"/>
              <p:cNvSpPr/>
              <p:nvPr/>
            </p:nvSpPr>
            <p:spPr>
              <a:xfrm>
                <a:off x="249665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h1950"/>
              <p:cNvSpPr/>
              <p:nvPr/>
            </p:nvSpPr>
            <p:spPr>
              <a:xfrm>
                <a:off x="250609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h1951"/>
              <p:cNvSpPr/>
              <p:nvPr/>
            </p:nvSpPr>
            <p:spPr>
              <a:xfrm>
                <a:off x="251553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h1952"/>
              <p:cNvSpPr/>
              <p:nvPr/>
            </p:nvSpPr>
            <p:spPr>
              <a:xfrm>
                <a:off x="252497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h1953"/>
              <p:cNvSpPr/>
              <p:nvPr/>
            </p:nvSpPr>
            <p:spPr>
              <a:xfrm>
                <a:off x="253441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h1954"/>
              <p:cNvSpPr/>
              <p:nvPr/>
            </p:nvSpPr>
            <p:spPr>
              <a:xfrm>
                <a:off x="254385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h1955"/>
              <p:cNvSpPr/>
              <p:nvPr/>
            </p:nvSpPr>
            <p:spPr>
              <a:xfrm>
                <a:off x="255329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h1956"/>
              <p:cNvSpPr/>
              <p:nvPr/>
            </p:nvSpPr>
            <p:spPr>
              <a:xfrm>
                <a:off x="256273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h1957"/>
              <p:cNvSpPr/>
              <p:nvPr/>
            </p:nvSpPr>
            <p:spPr>
              <a:xfrm>
                <a:off x="257217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h1958"/>
              <p:cNvSpPr/>
              <p:nvPr/>
            </p:nvSpPr>
            <p:spPr>
              <a:xfrm>
                <a:off x="258161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h1959"/>
              <p:cNvSpPr/>
              <p:nvPr/>
            </p:nvSpPr>
            <p:spPr>
              <a:xfrm>
                <a:off x="259105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h1960"/>
              <p:cNvSpPr/>
              <p:nvPr/>
            </p:nvSpPr>
            <p:spPr>
              <a:xfrm>
                <a:off x="260049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h1961"/>
              <p:cNvSpPr/>
              <p:nvPr/>
            </p:nvSpPr>
            <p:spPr>
              <a:xfrm>
                <a:off x="260993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h1962"/>
              <p:cNvSpPr/>
              <p:nvPr/>
            </p:nvSpPr>
            <p:spPr>
              <a:xfrm>
                <a:off x="261937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h1963"/>
              <p:cNvSpPr/>
              <p:nvPr/>
            </p:nvSpPr>
            <p:spPr>
              <a:xfrm>
                <a:off x="262881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h1964"/>
              <p:cNvSpPr/>
              <p:nvPr/>
            </p:nvSpPr>
            <p:spPr>
              <a:xfrm>
                <a:off x="263825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h1965"/>
              <p:cNvSpPr/>
              <p:nvPr/>
            </p:nvSpPr>
            <p:spPr>
              <a:xfrm>
                <a:off x="264769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h1966"/>
              <p:cNvSpPr/>
              <p:nvPr/>
            </p:nvSpPr>
            <p:spPr>
              <a:xfrm>
                <a:off x="265713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h1967"/>
              <p:cNvSpPr/>
              <p:nvPr/>
            </p:nvSpPr>
            <p:spPr>
              <a:xfrm>
                <a:off x="266657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h1968"/>
              <p:cNvSpPr/>
              <p:nvPr/>
            </p:nvSpPr>
            <p:spPr>
              <a:xfrm>
                <a:off x="267601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h1969"/>
              <p:cNvSpPr/>
              <p:nvPr/>
            </p:nvSpPr>
            <p:spPr>
              <a:xfrm>
                <a:off x="268545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h1970"/>
              <p:cNvSpPr/>
              <p:nvPr/>
            </p:nvSpPr>
            <p:spPr>
              <a:xfrm>
                <a:off x="269489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h1971"/>
              <p:cNvSpPr/>
              <p:nvPr/>
            </p:nvSpPr>
            <p:spPr>
              <a:xfrm>
                <a:off x="2704336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0536"/>
                    </a:lnTo>
                    <a:lnTo>
                      <a:pt x="922401" y="905608"/>
                    </a:lnTo>
                    <a:lnTo>
                      <a:pt x="919576" y="91439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h1972"/>
              <p:cNvSpPr/>
              <p:nvPr/>
            </p:nvSpPr>
            <p:spPr>
              <a:xfrm>
                <a:off x="2713776" y="2343490"/>
                <a:ext cx="915451" cy="918106"/>
              </a:xfrm>
              <a:custGeom>
                <a:avLst/>
                <a:gdLst/>
                <a:ahLst/>
                <a:cxnLst/>
                <a:rect l="0" t="0" r="0" b="0"/>
                <a:pathLst>
                  <a:path w="915451" h="918106">
                    <a:moveTo>
                      <a:pt x="914399" y="914399"/>
                    </a:moveTo>
                    <a:lnTo>
                      <a:pt x="915451" y="914399"/>
                    </a:lnTo>
                    <a:lnTo>
                      <a:pt x="914399" y="918106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h1973"/>
              <p:cNvSpPr/>
              <p:nvPr/>
            </p:nvSpPr>
            <p:spPr>
              <a:xfrm>
                <a:off x="2770417" y="236105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44" y="914284"/>
                    </a:lnTo>
                    <a:lnTo>
                      <a:pt x="914400" y="909082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h1974"/>
              <p:cNvSpPr/>
              <p:nvPr/>
            </p:nvSpPr>
            <p:spPr>
              <a:xfrm>
                <a:off x="2779858" y="234349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652"/>
                    </a:lnTo>
                    <a:lnTo>
                      <a:pt x="906512" y="923071"/>
                    </a:lnTo>
                    <a:lnTo>
                      <a:pt x="906650" y="922769"/>
                    </a:lnTo>
                    <a:lnTo>
                      <a:pt x="906790" y="922464"/>
                    </a:lnTo>
                    <a:lnTo>
                      <a:pt x="906930" y="922158"/>
                    </a:lnTo>
                    <a:lnTo>
                      <a:pt x="907069" y="921853"/>
                    </a:lnTo>
                    <a:lnTo>
                      <a:pt x="907209" y="921547"/>
                    </a:lnTo>
                    <a:lnTo>
                      <a:pt x="907349" y="921242"/>
                    </a:lnTo>
                    <a:lnTo>
                      <a:pt x="907489" y="920936"/>
                    </a:lnTo>
                    <a:lnTo>
                      <a:pt x="907629" y="920631"/>
                    </a:lnTo>
                    <a:lnTo>
                      <a:pt x="907769" y="920325"/>
                    </a:lnTo>
                    <a:lnTo>
                      <a:pt x="907909" y="920020"/>
                    </a:lnTo>
                    <a:lnTo>
                      <a:pt x="908049" y="919714"/>
                    </a:lnTo>
                    <a:lnTo>
                      <a:pt x="908189" y="919408"/>
                    </a:lnTo>
                    <a:lnTo>
                      <a:pt x="908329" y="919103"/>
                    </a:lnTo>
                    <a:lnTo>
                      <a:pt x="908469" y="918797"/>
                    </a:lnTo>
                    <a:lnTo>
                      <a:pt x="908609" y="918492"/>
                    </a:lnTo>
                    <a:lnTo>
                      <a:pt x="908749" y="918186"/>
                    </a:lnTo>
                    <a:lnTo>
                      <a:pt x="908889" y="917881"/>
                    </a:lnTo>
                    <a:lnTo>
                      <a:pt x="909029" y="917575"/>
                    </a:lnTo>
                    <a:lnTo>
                      <a:pt x="909169" y="917270"/>
                    </a:lnTo>
                    <a:lnTo>
                      <a:pt x="909309" y="916964"/>
                    </a:lnTo>
                    <a:lnTo>
                      <a:pt x="909449" y="916659"/>
                    </a:lnTo>
                    <a:lnTo>
                      <a:pt x="909589" y="916353"/>
                    </a:lnTo>
                    <a:lnTo>
                      <a:pt x="909729" y="916048"/>
                    </a:lnTo>
                    <a:lnTo>
                      <a:pt x="909869" y="915742"/>
                    </a:lnTo>
                    <a:lnTo>
                      <a:pt x="910009" y="915437"/>
                    </a:lnTo>
                    <a:lnTo>
                      <a:pt x="910149" y="915131"/>
                    </a:lnTo>
                    <a:lnTo>
                      <a:pt x="910289" y="914826"/>
                    </a:lnTo>
                    <a:lnTo>
                      <a:pt x="910484" y="91439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h1975"/>
              <p:cNvSpPr/>
              <p:nvPr/>
            </p:nvSpPr>
            <p:spPr>
              <a:xfrm>
                <a:off x="277985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h1976"/>
              <p:cNvSpPr/>
              <p:nvPr/>
            </p:nvSpPr>
            <p:spPr>
              <a:xfrm>
                <a:off x="278929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h1977"/>
              <p:cNvSpPr/>
              <p:nvPr/>
            </p:nvSpPr>
            <p:spPr>
              <a:xfrm>
                <a:off x="279873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h1978"/>
              <p:cNvSpPr/>
              <p:nvPr/>
            </p:nvSpPr>
            <p:spPr>
              <a:xfrm>
                <a:off x="280817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h1979"/>
              <p:cNvSpPr/>
              <p:nvPr/>
            </p:nvSpPr>
            <p:spPr>
              <a:xfrm>
                <a:off x="281761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h1980"/>
              <p:cNvSpPr/>
              <p:nvPr/>
            </p:nvSpPr>
            <p:spPr>
              <a:xfrm>
                <a:off x="282705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h1981"/>
              <p:cNvSpPr/>
              <p:nvPr/>
            </p:nvSpPr>
            <p:spPr>
              <a:xfrm>
                <a:off x="283649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h1982"/>
              <p:cNvSpPr/>
              <p:nvPr/>
            </p:nvSpPr>
            <p:spPr>
              <a:xfrm>
                <a:off x="284593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h1983"/>
              <p:cNvSpPr/>
              <p:nvPr/>
            </p:nvSpPr>
            <p:spPr>
              <a:xfrm>
                <a:off x="285538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h1984"/>
              <p:cNvSpPr/>
              <p:nvPr/>
            </p:nvSpPr>
            <p:spPr>
              <a:xfrm>
                <a:off x="286482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h1985"/>
              <p:cNvSpPr/>
              <p:nvPr/>
            </p:nvSpPr>
            <p:spPr>
              <a:xfrm>
                <a:off x="287426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h1986"/>
              <p:cNvSpPr/>
              <p:nvPr/>
            </p:nvSpPr>
            <p:spPr>
              <a:xfrm>
                <a:off x="288370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h1987"/>
              <p:cNvSpPr/>
              <p:nvPr/>
            </p:nvSpPr>
            <p:spPr>
              <a:xfrm>
                <a:off x="289314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h1988"/>
              <p:cNvSpPr/>
              <p:nvPr/>
            </p:nvSpPr>
            <p:spPr>
              <a:xfrm>
                <a:off x="290258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h1989"/>
              <p:cNvSpPr/>
              <p:nvPr/>
            </p:nvSpPr>
            <p:spPr>
              <a:xfrm>
                <a:off x="291202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h1990"/>
              <p:cNvSpPr/>
              <p:nvPr/>
            </p:nvSpPr>
            <p:spPr>
              <a:xfrm>
                <a:off x="292146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h1991"/>
              <p:cNvSpPr/>
              <p:nvPr/>
            </p:nvSpPr>
            <p:spPr>
              <a:xfrm>
                <a:off x="293090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h1992"/>
              <p:cNvSpPr/>
              <p:nvPr/>
            </p:nvSpPr>
            <p:spPr>
              <a:xfrm>
                <a:off x="294034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h1993"/>
              <p:cNvSpPr/>
              <p:nvPr/>
            </p:nvSpPr>
            <p:spPr>
              <a:xfrm>
                <a:off x="294978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h1994"/>
              <p:cNvSpPr/>
              <p:nvPr/>
            </p:nvSpPr>
            <p:spPr>
              <a:xfrm>
                <a:off x="295922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h1995"/>
              <p:cNvSpPr/>
              <p:nvPr/>
            </p:nvSpPr>
            <p:spPr>
              <a:xfrm>
                <a:off x="296866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h1996"/>
              <p:cNvSpPr/>
              <p:nvPr/>
            </p:nvSpPr>
            <p:spPr>
              <a:xfrm>
                <a:off x="297810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h1997"/>
              <p:cNvSpPr/>
              <p:nvPr/>
            </p:nvSpPr>
            <p:spPr>
              <a:xfrm>
                <a:off x="298754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h1998"/>
              <p:cNvSpPr/>
              <p:nvPr/>
            </p:nvSpPr>
            <p:spPr>
              <a:xfrm>
                <a:off x="299698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h1999"/>
              <p:cNvSpPr/>
              <p:nvPr/>
            </p:nvSpPr>
            <p:spPr>
              <a:xfrm>
                <a:off x="300642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h2000"/>
              <p:cNvSpPr/>
              <p:nvPr/>
            </p:nvSpPr>
            <p:spPr>
              <a:xfrm>
                <a:off x="301586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h2001"/>
              <p:cNvSpPr/>
              <p:nvPr/>
            </p:nvSpPr>
            <p:spPr>
              <a:xfrm>
                <a:off x="302530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h2002"/>
              <p:cNvSpPr/>
              <p:nvPr/>
            </p:nvSpPr>
            <p:spPr>
              <a:xfrm>
                <a:off x="303474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h2003"/>
              <p:cNvSpPr/>
              <p:nvPr/>
            </p:nvSpPr>
            <p:spPr>
              <a:xfrm>
                <a:off x="304418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h2004"/>
              <p:cNvSpPr/>
              <p:nvPr/>
            </p:nvSpPr>
            <p:spPr>
              <a:xfrm>
                <a:off x="305362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h2005"/>
              <p:cNvSpPr/>
              <p:nvPr/>
            </p:nvSpPr>
            <p:spPr>
              <a:xfrm>
                <a:off x="306306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h2006"/>
              <p:cNvSpPr/>
              <p:nvPr/>
            </p:nvSpPr>
            <p:spPr>
              <a:xfrm>
                <a:off x="307250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h2007"/>
              <p:cNvSpPr/>
              <p:nvPr/>
            </p:nvSpPr>
            <p:spPr>
              <a:xfrm>
                <a:off x="308194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h2008"/>
              <p:cNvSpPr/>
              <p:nvPr/>
            </p:nvSpPr>
            <p:spPr>
              <a:xfrm>
                <a:off x="309138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h2009"/>
              <p:cNvSpPr/>
              <p:nvPr/>
            </p:nvSpPr>
            <p:spPr>
              <a:xfrm>
                <a:off x="310082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h2010"/>
              <p:cNvSpPr/>
              <p:nvPr/>
            </p:nvSpPr>
            <p:spPr>
              <a:xfrm>
                <a:off x="311026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h2011"/>
              <p:cNvSpPr/>
              <p:nvPr/>
            </p:nvSpPr>
            <p:spPr>
              <a:xfrm>
                <a:off x="311970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h2012"/>
              <p:cNvSpPr/>
              <p:nvPr/>
            </p:nvSpPr>
            <p:spPr>
              <a:xfrm>
                <a:off x="312914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h2013"/>
              <p:cNvSpPr/>
              <p:nvPr/>
            </p:nvSpPr>
            <p:spPr>
              <a:xfrm>
                <a:off x="313858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h2014"/>
              <p:cNvSpPr/>
              <p:nvPr/>
            </p:nvSpPr>
            <p:spPr>
              <a:xfrm>
                <a:off x="314802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h2015"/>
              <p:cNvSpPr/>
              <p:nvPr/>
            </p:nvSpPr>
            <p:spPr>
              <a:xfrm>
                <a:off x="315746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h2016"/>
              <p:cNvSpPr/>
              <p:nvPr/>
            </p:nvSpPr>
            <p:spPr>
              <a:xfrm>
                <a:off x="316690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h2017"/>
              <p:cNvSpPr/>
              <p:nvPr/>
            </p:nvSpPr>
            <p:spPr>
              <a:xfrm>
                <a:off x="317634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h2018"/>
              <p:cNvSpPr/>
              <p:nvPr/>
            </p:nvSpPr>
            <p:spPr>
              <a:xfrm>
                <a:off x="318578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h2019"/>
              <p:cNvSpPr/>
              <p:nvPr/>
            </p:nvSpPr>
            <p:spPr>
              <a:xfrm>
                <a:off x="319522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h2020"/>
              <p:cNvSpPr/>
              <p:nvPr/>
            </p:nvSpPr>
            <p:spPr>
              <a:xfrm>
                <a:off x="320466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h2021"/>
              <p:cNvSpPr/>
              <p:nvPr/>
            </p:nvSpPr>
            <p:spPr>
              <a:xfrm>
                <a:off x="321410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h2022"/>
              <p:cNvSpPr/>
              <p:nvPr/>
            </p:nvSpPr>
            <p:spPr>
              <a:xfrm>
                <a:off x="322354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h2023"/>
              <p:cNvSpPr/>
              <p:nvPr/>
            </p:nvSpPr>
            <p:spPr>
              <a:xfrm>
                <a:off x="323298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h2024"/>
              <p:cNvSpPr/>
              <p:nvPr/>
            </p:nvSpPr>
            <p:spPr>
              <a:xfrm>
                <a:off x="324242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h2025"/>
              <p:cNvSpPr/>
              <p:nvPr/>
            </p:nvSpPr>
            <p:spPr>
              <a:xfrm>
                <a:off x="325187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h2026"/>
              <p:cNvSpPr/>
              <p:nvPr/>
            </p:nvSpPr>
            <p:spPr>
              <a:xfrm>
                <a:off x="326131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h2027"/>
              <p:cNvSpPr/>
              <p:nvPr/>
            </p:nvSpPr>
            <p:spPr>
              <a:xfrm>
                <a:off x="327075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h2028"/>
              <p:cNvSpPr/>
              <p:nvPr/>
            </p:nvSpPr>
            <p:spPr>
              <a:xfrm>
                <a:off x="328019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h2029"/>
              <p:cNvSpPr/>
              <p:nvPr/>
            </p:nvSpPr>
            <p:spPr>
              <a:xfrm>
                <a:off x="328963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h2030"/>
              <p:cNvSpPr/>
              <p:nvPr/>
            </p:nvSpPr>
            <p:spPr>
              <a:xfrm>
                <a:off x="329907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h2031"/>
              <p:cNvSpPr/>
              <p:nvPr/>
            </p:nvSpPr>
            <p:spPr>
              <a:xfrm>
                <a:off x="330851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h2032"/>
              <p:cNvSpPr/>
              <p:nvPr/>
            </p:nvSpPr>
            <p:spPr>
              <a:xfrm>
                <a:off x="3317951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711"/>
                    </a:lnTo>
                    <a:lnTo>
                      <a:pt x="922419" y="909095"/>
                    </a:lnTo>
                    <a:lnTo>
                      <a:pt x="920878" y="911682"/>
                    </a:lnTo>
                    <a:lnTo>
                      <a:pt x="919337" y="914269"/>
                    </a:lnTo>
                    <a:lnTo>
                      <a:pt x="919260" y="91439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h2033"/>
              <p:cNvSpPr/>
              <p:nvPr/>
            </p:nvSpPr>
            <p:spPr>
              <a:xfrm>
                <a:off x="3327392" y="2343490"/>
                <a:ext cx="920295" cy="924281"/>
              </a:xfrm>
              <a:custGeom>
                <a:avLst/>
                <a:gdLst/>
                <a:ahLst/>
                <a:cxnLst/>
                <a:rect l="0" t="0" r="0" b="0"/>
                <a:pathLst>
                  <a:path w="920295" h="924281">
                    <a:moveTo>
                      <a:pt x="914400" y="914399"/>
                    </a:moveTo>
                    <a:lnTo>
                      <a:pt x="920295" y="914399"/>
                    </a:lnTo>
                    <a:lnTo>
                      <a:pt x="919149" y="916320"/>
                    </a:lnTo>
                    <a:lnTo>
                      <a:pt x="917605" y="918906"/>
                    </a:lnTo>
                    <a:lnTo>
                      <a:pt x="916062" y="921492"/>
                    </a:lnTo>
                    <a:lnTo>
                      <a:pt x="914520" y="924078"/>
                    </a:lnTo>
                    <a:lnTo>
                      <a:pt x="914400" y="924281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h2034"/>
              <p:cNvSpPr/>
              <p:nvPr/>
            </p:nvSpPr>
            <p:spPr>
              <a:xfrm>
                <a:off x="2421129" y="232592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280" y="931969"/>
                    </a:lnTo>
                    <a:lnTo>
                      <a:pt x="909125" y="928501"/>
                    </a:lnTo>
                    <a:lnTo>
                      <a:pt x="908942" y="917545"/>
                    </a:lnTo>
                    <a:lnTo>
                      <a:pt x="908977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h2035"/>
              <p:cNvSpPr/>
              <p:nvPr/>
            </p:nvSpPr>
            <p:spPr>
              <a:xfrm>
                <a:off x="242112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h2036"/>
              <p:cNvSpPr/>
              <p:nvPr/>
            </p:nvSpPr>
            <p:spPr>
              <a:xfrm>
                <a:off x="243056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h2037"/>
              <p:cNvSpPr/>
              <p:nvPr/>
            </p:nvSpPr>
            <p:spPr>
              <a:xfrm>
                <a:off x="244000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h2038"/>
              <p:cNvSpPr/>
              <p:nvPr/>
            </p:nvSpPr>
            <p:spPr>
              <a:xfrm>
                <a:off x="244944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h2039"/>
              <p:cNvSpPr/>
              <p:nvPr/>
            </p:nvSpPr>
            <p:spPr>
              <a:xfrm>
                <a:off x="245889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h2040"/>
              <p:cNvSpPr/>
              <p:nvPr/>
            </p:nvSpPr>
            <p:spPr>
              <a:xfrm>
                <a:off x="246833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h2041"/>
              <p:cNvSpPr/>
              <p:nvPr/>
            </p:nvSpPr>
            <p:spPr>
              <a:xfrm>
                <a:off x="247777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h2042"/>
              <p:cNvSpPr/>
              <p:nvPr/>
            </p:nvSpPr>
            <p:spPr>
              <a:xfrm>
                <a:off x="248721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h2043"/>
              <p:cNvSpPr/>
              <p:nvPr/>
            </p:nvSpPr>
            <p:spPr>
              <a:xfrm>
                <a:off x="249665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h2044"/>
              <p:cNvSpPr/>
              <p:nvPr/>
            </p:nvSpPr>
            <p:spPr>
              <a:xfrm>
                <a:off x="250609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h2045"/>
              <p:cNvSpPr/>
              <p:nvPr/>
            </p:nvSpPr>
            <p:spPr>
              <a:xfrm>
                <a:off x="251553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h2046"/>
              <p:cNvSpPr/>
              <p:nvPr/>
            </p:nvSpPr>
            <p:spPr>
              <a:xfrm>
                <a:off x="252497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h2047"/>
              <p:cNvSpPr/>
              <p:nvPr/>
            </p:nvSpPr>
            <p:spPr>
              <a:xfrm>
                <a:off x="253441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h2048"/>
              <p:cNvSpPr/>
              <p:nvPr/>
            </p:nvSpPr>
            <p:spPr>
              <a:xfrm>
                <a:off x="254385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h2049"/>
              <p:cNvSpPr/>
              <p:nvPr/>
            </p:nvSpPr>
            <p:spPr>
              <a:xfrm>
                <a:off x="255329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h2050"/>
              <p:cNvSpPr/>
              <p:nvPr/>
            </p:nvSpPr>
            <p:spPr>
              <a:xfrm>
                <a:off x="256273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h2051"/>
              <p:cNvSpPr/>
              <p:nvPr/>
            </p:nvSpPr>
            <p:spPr>
              <a:xfrm>
                <a:off x="257217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h2052"/>
              <p:cNvSpPr/>
              <p:nvPr/>
            </p:nvSpPr>
            <p:spPr>
              <a:xfrm>
                <a:off x="258161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h2053"/>
              <p:cNvSpPr/>
              <p:nvPr/>
            </p:nvSpPr>
            <p:spPr>
              <a:xfrm>
                <a:off x="259105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h2054"/>
              <p:cNvSpPr/>
              <p:nvPr/>
            </p:nvSpPr>
            <p:spPr>
              <a:xfrm>
                <a:off x="260049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h2055"/>
              <p:cNvSpPr/>
              <p:nvPr/>
            </p:nvSpPr>
            <p:spPr>
              <a:xfrm>
                <a:off x="260993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h2056"/>
              <p:cNvSpPr/>
              <p:nvPr/>
            </p:nvSpPr>
            <p:spPr>
              <a:xfrm>
                <a:off x="261937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h2057"/>
              <p:cNvSpPr/>
              <p:nvPr/>
            </p:nvSpPr>
            <p:spPr>
              <a:xfrm>
                <a:off x="262881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h2058"/>
              <p:cNvSpPr/>
              <p:nvPr/>
            </p:nvSpPr>
            <p:spPr>
              <a:xfrm>
                <a:off x="263825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h2059"/>
              <p:cNvSpPr/>
              <p:nvPr/>
            </p:nvSpPr>
            <p:spPr>
              <a:xfrm>
                <a:off x="264769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h2060"/>
              <p:cNvSpPr/>
              <p:nvPr/>
            </p:nvSpPr>
            <p:spPr>
              <a:xfrm>
                <a:off x="265713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h2061"/>
              <p:cNvSpPr/>
              <p:nvPr/>
            </p:nvSpPr>
            <p:spPr>
              <a:xfrm>
                <a:off x="266657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h2062"/>
              <p:cNvSpPr/>
              <p:nvPr/>
            </p:nvSpPr>
            <p:spPr>
              <a:xfrm>
                <a:off x="267601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h2063"/>
              <p:cNvSpPr/>
              <p:nvPr/>
            </p:nvSpPr>
            <p:spPr>
              <a:xfrm>
                <a:off x="268545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h2064"/>
              <p:cNvSpPr/>
              <p:nvPr/>
            </p:nvSpPr>
            <p:spPr>
              <a:xfrm>
                <a:off x="269489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h2065"/>
              <p:cNvSpPr/>
              <p:nvPr/>
            </p:nvSpPr>
            <p:spPr>
              <a:xfrm>
                <a:off x="270433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h2066"/>
              <p:cNvSpPr/>
              <p:nvPr/>
            </p:nvSpPr>
            <p:spPr>
              <a:xfrm>
                <a:off x="2713776" y="2343490"/>
                <a:ext cx="9196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639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19639" y="896830"/>
                    </a:lnTo>
                    <a:lnTo>
                      <a:pt x="918287" y="903132"/>
                    </a:lnTo>
                    <a:lnTo>
                      <a:pt x="915767" y="913287"/>
                    </a:lnTo>
                    <a:lnTo>
                      <a:pt x="915451" y="91439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h2067"/>
              <p:cNvSpPr/>
              <p:nvPr/>
            </p:nvSpPr>
            <p:spPr>
              <a:xfrm>
                <a:off x="2779858" y="234349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84" y="914399"/>
                    </a:lnTo>
                    <a:lnTo>
                      <a:pt x="910569" y="914215"/>
                    </a:lnTo>
                    <a:lnTo>
                      <a:pt x="910709" y="913909"/>
                    </a:lnTo>
                    <a:lnTo>
                      <a:pt x="910849" y="913604"/>
                    </a:lnTo>
                    <a:lnTo>
                      <a:pt x="910989" y="913298"/>
                    </a:lnTo>
                    <a:lnTo>
                      <a:pt x="911129" y="912993"/>
                    </a:lnTo>
                    <a:lnTo>
                      <a:pt x="911269" y="912687"/>
                    </a:lnTo>
                    <a:lnTo>
                      <a:pt x="911409" y="912382"/>
                    </a:lnTo>
                    <a:lnTo>
                      <a:pt x="911549" y="912076"/>
                    </a:lnTo>
                    <a:lnTo>
                      <a:pt x="911689" y="911771"/>
                    </a:lnTo>
                    <a:lnTo>
                      <a:pt x="911830" y="911465"/>
                    </a:lnTo>
                    <a:lnTo>
                      <a:pt x="911970" y="911160"/>
                    </a:lnTo>
                    <a:lnTo>
                      <a:pt x="912110" y="910854"/>
                    </a:lnTo>
                    <a:lnTo>
                      <a:pt x="912250" y="910549"/>
                    </a:lnTo>
                    <a:lnTo>
                      <a:pt x="912390" y="910243"/>
                    </a:lnTo>
                    <a:lnTo>
                      <a:pt x="912530" y="909938"/>
                    </a:lnTo>
                    <a:lnTo>
                      <a:pt x="912670" y="909632"/>
                    </a:lnTo>
                    <a:lnTo>
                      <a:pt x="912810" y="909327"/>
                    </a:lnTo>
                    <a:lnTo>
                      <a:pt x="912951" y="909021"/>
                    </a:lnTo>
                    <a:lnTo>
                      <a:pt x="913091" y="908716"/>
                    </a:lnTo>
                    <a:lnTo>
                      <a:pt x="913231" y="908410"/>
                    </a:lnTo>
                    <a:lnTo>
                      <a:pt x="913371" y="908105"/>
                    </a:lnTo>
                    <a:lnTo>
                      <a:pt x="913511" y="907799"/>
                    </a:lnTo>
                    <a:lnTo>
                      <a:pt x="913652" y="907494"/>
                    </a:lnTo>
                    <a:lnTo>
                      <a:pt x="913792" y="907188"/>
                    </a:lnTo>
                    <a:lnTo>
                      <a:pt x="913932" y="906883"/>
                    </a:lnTo>
                    <a:lnTo>
                      <a:pt x="914072" y="906577"/>
                    </a:lnTo>
                    <a:lnTo>
                      <a:pt x="914212" y="906272"/>
                    </a:lnTo>
                    <a:lnTo>
                      <a:pt x="914400" y="905864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h2068"/>
              <p:cNvSpPr/>
              <p:nvPr/>
            </p:nvSpPr>
            <p:spPr>
              <a:xfrm>
                <a:off x="2789298" y="232592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3434"/>
                    </a:lnTo>
                    <a:lnTo>
                      <a:pt x="905053" y="923231"/>
                    </a:lnTo>
                    <a:lnTo>
                      <a:pt x="905193" y="922925"/>
                    </a:lnTo>
                    <a:lnTo>
                      <a:pt x="905333" y="922620"/>
                    </a:lnTo>
                    <a:lnTo>
                      <a:pt x="905473" y="922314"/>
                    </a:lnTo>
                    <a:lnTo>
                      <a:pt x="905613" y="922009"/>
                    </a:lnTo>
                    <a:lnTo>
                      <a:pt x="905754" y="921703"/>
                    </a:lnTo>
                    <a:lnTo>
                      <a:pt x="905894" y="921398"/>
                    </a:lnTo>
                    <a:lnTo>
                      <a:pt x="906034" y="921092"/>
                    </a:lnTo>
                    <a:lnTo>
                      <a:pt x="909264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h2069"/>
              <p:cNvSpPr/>
              <p:nvPr/>
            </p:nvSpPr>
            <p:spPr>
              <a:xfrm>
                <a:off x="278929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h2070"/>
              <p:cNvSpPr/>
              <p:nvPr/>
            </p:nvSpPr>
            <p:spPr>
              <a:xfrm>
                <a:off x="279873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h2071"/>
              <p:cNvSpPr/>
              <p:nvPr/>
            </p:nvSpPr>
            <p:spPr>
              <a:xfrm>
                <a:off x="280817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h2072"/>
              <p:cNvSpPr/>
              <p:nvPr/>
            </p:nvSpPr>
            <p:spPr>
              <a:xfrm>
                <a:off x="281761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h2073"/>
              <p:cNvSpPr/>
              <p:nvPr/>
            </p:nvSpPr>
            <p:spPr>
              <a:xfrm>
                <a:off x="282705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h2074"/>
              <p:cNvSpPr/>
              <p:nvPr/>
            </p:nvSpPr>
            <p:spPr>
              <a:xfrm>
                <a:off x="283649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h2075"/>
              <p:cNvSpPr/>
              <p:nvPr/>
            </p:nvSpPr>
            <p:spPr>
              <a:xfrm>
                <a:off x="284593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h2076"/>
              <p:cNvSpPr/>
              <p:nvPr/>
            </p:nvSpPr>
            <p:spPr>
              <a:xfrm>
                <a:off x="285538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h2077"/>
              <p:cNvSpPr/>
              <p:nvPr/>
            </p:nvSpPr>
            <p:spPr>
              <a:xfrm>
                <a:off x="286482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h2078"/>
              <p:cNvSpPr/>
              <p:nvPr/>
            </p:nvSpPr>
            <p:spPr>
              <a:xfrm>
                <a:off x="287426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h2079"/>
              <p:cNvSpPr/>
              <p:nvPr/>
            </p:nvSpPr>
            <p:spPr>
              <a:xfrm>
                <a:off x="288370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h2080"/>
              <p:cNvSpPr/>
              <p:nvPr/>
            </p:nvSpPr>
            <p:spPr>
              <a:xfrm>
                <a:off x="289314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h2081"/>
              <p:cNvSpPr/>
              <p:nvPr/>
            </p:nvSpPr>
            <p:spPr>
              <a:xfrm>
                <a:off x="290258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h2082"/>
              <p:cNvSpPr/>
              <p:nvPr/>
            </p:nvSpPr>
            <p:spPr>
              <a:xfrm>
                <a:off x="291202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h2083"/>
              <p:cNvSpPr/>
              <p:nvPr/>
            </p:nvSpPr>
            <p:spPr>
              <a:xfrm>
                <a:off x="292146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h2084"/>
              <p:cNvSpPr/>
              <p:nvPr/>
            </p:nvSpPr>
            <p:spPr>
              <a:xfrm>
                <a:off x="293090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h2085"/>
              <p:cNvSpPr/>
              <p:nvPr/>
            </p:nvSpPr>
            <p:spPr>
              <a:xfrm>
                <a:off x="294034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h2086"/>
              <p:cNvSpPr/>
              <p:nvPr/>
            </p:nvSpPr>
            <p:spPr>
              <a:xfrm>
                <a:off x="294978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h2087"/>
              <p:cNvSpPr/>
              <p:nvPr/>
            </p:nvSpPr>
            <p:spPr>
              <a:xfrm>
                <a:off x="295922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h2088"/>
              <p:cNvSpPr/>
              <p:nvPr/>
            </p:nvSpPr>
            <p:spPr>
              <a:xfrm>
                <a:off x="296866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h2089"/>
              <p:cNvSpPr/>
              <p:nvPr/>
            </p:nvSpPr>
            <p:spPr>
              <a:xfrm>
                <a:off x="297810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h2090"/>
              <p:cNvSpPr/>
              <p:nvPr/>
            </p:nvSpPr>
            <p:spPr>
              <a:xfrm>
                <a:off x="298754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h2091"/>
              <p:cNvSpPr/>
              <p:nvPr/>
            </p:nvSpPr>
            <p:spPr>
              <a:xfrm>
                <a:off x="299698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h2092"/>
              <p:cNvSpPr/>
              <p:nvPr/>
            </p:nvSpPr>
            <p:spPr>
              <a:xfrm>
                <a:off x="300642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h2093"/>
              <p:cNvSpPr/>
              <p:nvPr/>
            </p:nvSpPr>
            <p:spPr>
              <a:xfrm>
                <a:off x="301586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h2094"/>
              <p:cNvSpPr/>
              <p:nvPr/>
            </p:nvSpPr>
            <p:spPr>
              <a:xfrm>
                <a:off x="302530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h2095"/>
              <p:cNvSpPr/>
              <p:nvPr/>
            </p:nvSpPr>
            <p:spPr>
              <a:xfrm>
                <a:off x="303474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h2096"/>
              <p:cNvSpPr/>
              <p:nvPr/>
            </p:nvSpPr>
            <p:spPr>
              <a:xfrm>
                <a:off x="304418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h2097"/>
              <p:cNvSpPr/>
              <p:nvPr/>
            </p:nvSpPr>
            <p:spPr>
              <a:xfrm>
                <a:off x="305362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h2098"/>
              <p:cNvSpPr/>
              <p:nvPr/>
            </p:nvSpPr>
            <p:spPr>
              <a:xfrm>
                <a:off x="306306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h2099"/>
              <p:cNvSpPr/>
              <p:nvPr/>
            </p:nvSpPr>
            <p:spPr>
              <a:xfrm>
                <a:off x="307250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h2100"/>
              <p:cNvSpPr/>
              <p:nvPr/>
            </p:nvSpPr>
            <p:spPr>
              <a:xfrm>
                <a:off x="308194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h2101"/>
              <p:cNvSpPr/>
              <p:nvPr/>
            </p:nvSpPr>
            <p:spPr>
              <a:xfrm>
                <a:off x="309138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h2102"/>
              <p:cNvSpPr/>
              <p:nvPr/>
            </p:nvSpPr>
            <p:spPr>
              <a:xfrm>
                <a:off x="310082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h2103"/>
              <p:cNvSpPr/>
              <p:nvPr/>
            </p:nvSpPr>
            <p:spPr>
              <a:xfrm>
                <a:off x="311026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h2104"/>
              <p:cNvSpPr/>
              <p:nvPr/>
            </p:nvSpPr>
            <p:spPr>
              <a:xfrm>
                <a:off x="311970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h2105"/>
              <p:cNvSpPr/>
              <p:nvPr/>
            </p:nvSpPr>
            <p:spPr>
              <a:xfrm>
                <a:off x="312914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h2106"/>
              <p:cNvSpPr/>
              <p:nvPr/>
            </p:nvSpPr>
            <p:spPr>
              <a:xfrm>
                <a:off x="313858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h2107"/>
              <p:cNvSpPr/>
              <p:nvPr/>
            </p:nvSpPr>
            <p:spPr>
              <a:xfrm>
                <a:off x="314802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h2108"/>
              <p:cNvSpPr/>
              <p:nvPr/>
            </p:nvSpPr>
            <p:spPr>
              <a:xfrm>
                <a:off x="315746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h2109"/>
              <p:cNvSpPr/>
              <p:nvPr/>
            </p:nvSpPr>
            <p:spPr>
              <a:xfrm>
                <a:off x="316690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h2110"/>
              <p:cNvSpPr/>
              <p:nvPr/>
            </p:nvSpPr>
            <p:spPr>
              <a:xfrm>
                <a:off x="317634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h2111"/>
              <p:cNvSpPr/>
              <p:nvPr/>
            </p:nvSpPr>
            <p:spPr>
              <a:xfrm>
                <a:off x="318578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h2112"/>
              <p:cNvSpPr/>
              <p:nvPr/>
            </p:nvSpPr>
            <p:spPr>
              <a:xfrm>
                <a:off x="319522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h2113"/>
              <p:cNvSpPr/>
              <p:nvPr/>
            </p:nvSpPr>
            <p:spPr>
              <a:xfrm>
                <a:off x="320466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h2114"/>
              <p:cNvSpPr/>
              <p:nvPr/>
            </p:nvSpPr>
            <p:spPr>
              <a:xfrm>
                <a:off x="321410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h2115"/>
              <p:cNvSpPr/>
              <p:nvPr/>
            </p:nvSpPr>
            <p:spPr>
              <a:xfrm>
                <a:off x="322354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h2116"/>
              <p:cNvSpPr/>
              <p:nvPr/>
            </p:nvSpPr>
            <p:spPr>
              <a:xfrm>
                <a:off x="323298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h2117"/>
              <p:cNvSpPr/>
              <p:nvPr/>
            </p:nvSpPr>
            <p:spPr>
              <a:xfrm>
                <a:off x="324242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h2118"/>
              <p:cNvSpPr/>
              <p:nvPr/>
            </p:nvSpPr>
            <p:spPr>
              <a:xfrm>
                <a:off x="325187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h2119"/>
              <p:cNvSpPr/>
              <p:nvPr/>
            </p:nvSpPr>
            <p:spPr>
              <a:xfrm>
                <a:off x="326131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h2120"/>
              <p:cNvSpPr/>
              <p:nvPr/>
            </p:nvSpPr>
            <p:spPr>
              <a:xfrm>
                <a:off x="327075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h2121"/>
              <p:cNvSpPr/>
              <p:nvPr/>
            </p:nvSpPr>
            <p:spPr>
              <a:xfrm>
                <a:off x="328019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h2122"/>
              <p:cNvSpPr/>
              <p:nvPr/>
            </p:nvSpPr>
            <p:spPr>
              <a:xfrm>
                <a:off x="328963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h2123"/>
              <p:cNvSpPr/>
              <p:nvPr/>
            </p:nvSpPr>
            <p:spPr>
              <a:xfrm>
                <a:off x="329907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h2124"/>
              <p:cNvSpPr/>
              <p:nvPr/>
            </p:nvSpPr>
            <p:spPr>
              <a:xfrm>
                <a:off x="330851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h2125"/>
              <p:cNvSpPr/>
              <p:nvPr/>
            </p:nvSpPr>
            <p:spPr>
              <a:xfrm>
                <a:off x="331795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h2126"/>
              <p:cNvSpPr/>
              <p:nvPr/>
            </p:nvSpPr>
            <p:spPr>
              <a:xfrm>
                <a:off x="3327392" y="2343490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8546"/>
                    </a:lnTo>
                    <a:lnTo>
                      <a:pt x="922237" y="911148"/>
                    </a:lnTo>
                    <a:lnTo>
                      <a:pt x="920693" y="913734"/>
                    </a:lnTo>
                    <a:lnTo>
                      <a:pt x="920295" y="91439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h2127"/>
              <p:cNvSpPr/>
              <p:nvPr/>
            </p:nvSpPr>
            <p:spPr>
              <a:xfrm>
                <a:off x="3336832" y="2325920"/>
                <a:ext cx="920769" cy="926033"/>
              </a:xfrm>
              <a:custGeom>
                <a:avLst/>
                <a:gdLst/>
                <a:ahLst/>
                <a:cxnLst/>
                <a:rect l="0" t="0" r="0" b="0"/>
                <a:pathLst>
                  <a:path w="920769" h="926033">
                    <a:moveTo>
                      <a:pt x="914400" y="914400"/>
                    </a:moveTo>
                    <a:lnTo>
                      <a:pt x="920769" y="914400"/>
                    </a:lnTo>
                    <a:lnTo>
                      <a:pt x="918515" y="918789"/>
                    </a:lnTo>
                    <a:lnTo>
                      <a:pt x="914400" y="926033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h2128"/>
              <p:cNvSpPr/>
              <p:nvPr/>
            </p:nvSpPr>
            <p:spPr>
              <a:xfrm>
                <a:off x="2421129" y="230835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8977" y="931969"/>
                    </a:lnTo>
                    <a:lnTo>
                      <a:pt x="909065" y="924157"/>
                    </a:lnTo>
                    <a:lnTo>
                      <a:pt x="909447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h2129"/>
              <p:cNvSpPr/>
              <p:nvPr/>
            </p:nvSpPr>
            <p:spPr>
              <a:xfrm>
                <a:off x="242112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h2130"/>
              <p:cNvSpPr/>
              <p:nvPr/>
            </p:nvSpPr>
            <p:spPr>
              <a:xfrm>
                <a:off x="243056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h2131"/>
              <p:cNvSpPr/>
              <p:nvPr/>
            </p:nvSpPr>
            <p:spPr>
              <a:xfrm>
                <a:off x="244000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h2132"/>
              <p:cNvSpPr/>
              <p:nvPr/>
            </p:nvSpPr>
            <p:spPr>
              <a:xfrm>
                <a:off x="244944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h2133"/>
              <p:cNvSpPr/>
              <p:nvPr/>
            </p:nvSpPr>
            <p:spPr>
              <a:xfrm>
                <a:off x="245889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h2134"/>
              <p:cNvSpPr/>
              <p:nvPr/>
            </p:nvSpPr>
            <p:spPr>
              <a:xfrm>
                <a:off x="246833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h2135"/>
              <p:cNvSpPr/>
              <p:nvPr/>
            </p:nvSpPr>
            <p:spPr>
              <a:xfrm>
                <a:off x="247777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h2136"/>
              <p:cNvSpPr/>
              <p:nvPr/>
            </p:nvSpPr>
            <p:spPr>
              <a:xfrm>
                <a:off x="248721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h2137"/>
              <p:cNvSpPr/>
              <p:nvPr/>
            </p:nvSpPr>
            <p:spPr>
              <a:xfrm>
                <a:off x="249665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h2138"/>
              <p:cNvSpPr/>
              <p:nvPr/>
            </p:nvSpPr>
            <p:spPr>
              <a:xfrm>
                <a:off x="250609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h2139"/>
              <p:cNvSpPr/>
              <p:nvPr/>
            </p:nvSpPr>
            <p:spPr>
              <a:xfrm>
                <a:off x="251553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h2140"/>
              <p:cNvSpPr/>
              <p:nvPr/>
            </p:nvSpPr>
            <p:spPr>
              <a:xfrm>
                <a:off x="252497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h2141"/>
              <p:cNvSpPr/>
              <p:nvPr/>
            </p:nvSpPr>
            <p:spPr>
              <a:xfrm>
                <a:off x="253441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h2142"/>
              <p:cNvSpPr/>
              <p:nvPr/>
            </p:nvSpPr>
            <p:spPr>
              <a:xfrm>
                <a:off x="254385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h2143"/>
              <p:cNvSpPr/>
              <p:nvPr/>
            </p:nvSpPr>
            <p:spPr>
              <a:xfrm>
                <a:off x="255329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h2144"/>
              <p:cNvSpPr/>
              <p:nvPr/>
            </p:nvSpPr>
            <p:spPr>
              <a:xfrm>
                <a:off x="256273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h2145"/>
              <p:cNvSpPr/>
              <p:nvPr/>
            </p:nvSpPr>
            <p:spPr>
              <a:xfrm>
                <a:off x="257217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h2146"/>
              <p:cNvSpPr/>
              <p:nvPr/>
            </p:nvSpPr>
            <p:spPr>
              <a:xfrm>
                <a:off x="258161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h2147"/>
              <p:cNvSpPr/>
              <p:nvPr/>
            </p:nvSpPr>
            <p:spPr>
              <a:xfrm>
                <a:off x="259105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h2148"/>
              <p:cNvSpPr/>
              <p:nvPr/>
            </p:nvSpPr>
            <p:spPr>
              <a:xfrm>
                <a:off x="260049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h2149"/>
              <p:cNvSpPr/>
              <p:nvPr/>
            </p:nvSpPr>
            <p:spPr>
              <a:xfrm>
                <a:off x="260993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h2150"/>
              <p:cNvSpPr/>
              <p:nvPr/>
            </p:nvSpPr>
            <p:spPr>
              <a:xfrm>
                <a:off x="261937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h2151"/>
              <p:cNvSpPr/>
              <p:nvPr/>
            </p:nvSpPr>
            <p:spPr>
              <a:xfrm>
                <a:off x="262881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h2152"/>
              <p:cNvSpPr/>
              <p:nvPr/>
            </p:nvSpPr>
            <p:spPr>
              <a:xfrm>
                <a:off x="263825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h2153"/>
              <p:cNvSpPr/>
              <p:nvPr/>
            </p:nvSpPr>
            <p:spPr>
              <a:xfrm>
                <a:off x="264769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h2154"/>
              <p:cNvSpPr/>
              <p:nvPr/>
            </p:nvSpPr>
            <p:spPr>
              <a:xfrm>
                <a:off x="265713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h2155"/>
              <p:cNvSpPr/>
              <p:nvPr/>
            </p:nvSpPr>
            <p:spPr>
              <a:xfrm>
                <a:off x="266657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h2156"/>
              <p:cNvSpPr/>
              <p:nvPr/>
            </p:nvSpPr>
            <p:spPr>
              <a:xfrm>
                <a:off x="267601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h2157"/>
              <p:cNvSpPr/>
              <p:nvPr/>
            </p:nvSpPr>
            <p:spPr>
              <a:xfrm>
                <a:off x="268545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h2158"/>
              <p:cNvSpPr/>
              <p:nvPr/>
            </p:nvSpPr>
            <p:spPr>
              <a:xfrm>
                <a:off x="269489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h2159"/>
              <p:cNvSpPr/>
              <p:nvPr/>
            </p:nvSpPr>
            <p:spPr>
              <a:xfrm>
                <a:off x="270433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h2160"/>
              <p:cNvSpPr/>
              <p:nvPr/>
            </p:nvSpPr>
            <p:spPr>
              <a:xfrm>
                <a:off x="2713776" y="2325920"/>
                <a:ext cx="922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2879" y="896830"/>
                    </a:lnTo>
                    <a:lnTo>
                      <a:pt x="922443" y="899719"/>
                    </a:lnTo>
                    <a:lnTo>
                      <a:pt x="920515" y="910313"/>
                    </a:lnTo>
                    <a:lnTo>
                      <a:pt x="919639" y="914400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h2161"/>
              <p:cNvSpPr/>
              <p:nvPr/>
            </p:nvSpPr>
            <p:spPr>
              <a:xfrm>
                <a:off x="2789298" y="232592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264" y="914400"/>
                    </a:lnTo>
                    <a:lnTo>
                      <a:pt x="909755" y="913382"/>
                    </a:lnTo>
                    <a:lnTo>
                      <a:pt x="913675" y="906021"/>
                    </a:lnTo>
                    <a:lnTo>
                      <a:pt x="914399" y="90478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h2162"/>
              <p:cNvSpPr/>
              <p:nvPr/>
            </p:nvSpPr>
            <p:spPr>
              <a:xfrm>
                <a:off x="2798738" y="230835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58"/>
                    </a:lnTo>
                    <a:lnTo>
                      <a:pt x="908344" y="916597"/>
                    </a:lnTo>
                    <a:lnTo>
                      <a:pt x="909770" y="914400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h2163"/>
              <p:cNvSpPr/>
              <p:nvPr/>
            </p:nvSpPr>
            <p:spPr>
              <a:xfrm>
                <a:off x="279873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h2164"/>
              <p:cNvSpPr/>
              <p:nvPr/>
            </p:nvSpPr>
            <p:spPr>
              <a:xfrm>
                <a:off x="280817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h2165"/>
              <p:cNvSpPr/>
              <p:nvPr/>
            </p:nvSpPr>
            <p:spPr>
              <a:xfrm>
                <a:off x="281761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h2166"/>
              <p:cNvSpPr/>
              <p:nvPr/>
            </p:nvSpPr>
            <p:spPr>
              <a:xfrm>
                <a:off x="282705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h2167"/>
              <p:cNvSpPr/>
              <p:nvPr/>
            </p:nvSpPr>
            <p:spPr>
              <a:xfrm>
                <a:off x="283649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h2168"/>
              <p:cNvSpPr/>
              <p:nvPr/>
            </p:nvSpPr>
            <p:spPr>
              <a:xfrm>
                <a:off x="284593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h2169"/>
              <p:cNvSpPr/>
              <p:nvPr/>
            </p:nvSpPr>
            <p:spPr>
              <a:xfrm>
                <a:off x="285538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h2170"/>
              <p:cNvSpPr/>
              <p:nvPr/>
            </p:nvSpPr>
            <p:spPr>
              <a:xfrm>
                <a:off x="286482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h2171"/>
              <p:cNvSpPr/>
              <p:nvPr/>
            </p:nvSpPr>
            <p:spPr>
              <a:xfrm>
                <a:off x="287426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h2172"/>
              <p:cNvSpPr/>
              <p:nvPr/>
            </p:nvSpPr>
            <p:spPr>
              <a:xfrm>
                <a:off x="288370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h2173"/>
              <p:cNvSpPr/>
              <p:nvPr/>
            </p:nvSpPr>
            <p:spPr>
              <a:xfrm>
                <a:off x="289314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h2174"/>
              <p:cNvSpPr/>
              <p:nvPr/>
            </p:nvSpPr>
            <p:spPr>
              <a:xfrm>
                <a:off x="290258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h2175"/>
              <p:cNvSpPr/>
              <p:nvPr/>
            </p:nvSpPr>
            <p:spPr>
              <a:xfrm>
                <a:off x="291202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h2176"/>
              <p:cNvSpPr/>
              <p:nvPr/>
            </p:nvSpPr>
            <p:spPr>
              <a:xfrm>
                <a:off x="292146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h2177"/>
              <p:cNvSpPr/>
              <p:nvPr/>
            </p:nvSpPr>
            <p:spPr>
              <a:xfrm>
                <a:off x="293090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h2178"/>
              <p:cNvSpPr/>
              <p:nvPr/>
            </p:nvSpPr>
            <p:spPr>
              <a:xfrm>
                <a:off x="294034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h2179"/>
              <p:cNvSpPr/>
              <p:nvPr/>
            </p:nvSpPr>
            <p:spPr>
              <a:xfrm>
                <a:off x="294978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h2180"/>
              <p:cNvSpPr/>
              <p:nvPr/>
            </p:nvSpPr>
            <p:spPr>
              <a:xfrm>
                <a:off x="295922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h2181"/>
              <p:cNvSpPr/>
              <p:nvPr/>
            </p:nvSpPr>
            <p:spPr>
              <a:xfrm>
                <a:off x="296866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h2182"/>
              <p:cNvSpPr/>
              <p:nvPr/>
            </p:nvSpPr>
            <p:spPr>
              <a:xfrm>
                <a:off x="297810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h2183"/>
              <p:cNvSpPr/>
              <p:nvPr/>
            </p:nvSpPr>
            <p:spPr>
              <a:xfrm>
                <a:off x="298754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h2184"/>
              <p:cNvSpPr/>
              <p:nvPr/>
            </p:nvSpPr>
            <p:spPr>
              <a:xfrm>
                <a:off x="299698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h2185"/>
              <p:cNvSpPr/>
              <p:nvPr/>
            </p:nvSpPr>
            <p:spPr>
              <a:xfrm>
                <a:off x="300642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h2186"/>
              <p:cNvSpPr/>
              <p:nvPr/>
            </p:nvSpPr>
            <p:spPr>
              <a:xfrm>
                <a:off x="301586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h2187"/>
              <p:cNvSpPr/>
              <p:nvPr/>
            </p:nvSpPr>
            <p:spPr>
              <a:xfrm>
                <a:off x="302530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h2188"/>
              <p:cNvSpPr/>
              <p:nvPr/>
            </p:nvSpPr>
            <p:spPr>
              <a:xfrm>
                <a:off x="303474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h2189"/>
              <p:cNvSpPr/>
              <p:nvPr/>
            </p:nvSpPr>
            <p:spPr>
              <a:xfrm>
                <a:off x="304418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h2190"/>
              <p:cNvSpPr/>
              <p:nvPr/>
            </p:nvSpPr>
            <p:spPr>
              <a:xfrm>
                <a:off x="305362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h2191"/>
              <p:cNvSpPr/>
              <p:nvPr/>
            </p:nvSpPr>
            <p:spPr>
              <a:xfrm>
                <a:off x="306306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h2192"/>
              <p:cNvSpPr/>
              <p:nvPr/>
            </p:nvSpPr>
            <p:spPr>
              <a:xfrm>
                <a:off x="307250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h2193"/>
              <p:cNvSpPr/>
              <p:nvPr/>
            </p:nvSpPr>
            <p:spPr>
              <a:xfrm>
                <a:off x="308194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h2194"/>
              <p:cNvSpPr/>
              <p:nvPr/>
            </p:nvSpPr>
            <p:spPr>
              <a:xfrm>
                <a:off x="309138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h2195"/>
              <p:cNvSpPr/>
              <p:nvPr/>
            </p:nvSpPr>
            <p:spPr>
              <a:xfrm>
                <a:off x="310082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h2196"/>
              <p:cNvSpPr/>
              <p:nvPr/>
            </p:nvSpPr>
            <p:spPr>
              <a:xfrm>
                <a:off x="311026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h2197"/>
              <p:cNvSpPr/>
              <p:nvPr/>
            </p:nvSpPr>
            <p:spPr>
              <a:xfrm>
                <a:off x="311970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h2198"/>
              <p:cNvSpPr/>
              <p:nvPr/>
            </p:nvSpPr>
            <p:spPr>
              <a:xfrm>
                <a:off x="312914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h2199"/>
              <p:cNvSpPr/>
              <p:nvPr/>
            </p:nvSpPr>
            <p:spPr>
              <a:xfrm>
                <a:off x="313858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h2200"/>
              <p:cNvSpPr/>
              <p:nvPr/>
            </p:nvSpPr>
            <p:spPr>
              <a:xfrm>
                <a:off x="314802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h2201"/>
              <p:cNvSpPr/>
              <p:nvPr/>
            </p:nvSpPr>
            <p:spPr>
              <a:xfrm>
                <a:off x="315746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h2202"/>
              <p:cNvSpPr/>
              <p:nvPr/>
            </p:nvSpPr>
            <p:spPr>
              <a:xfrm>
                <a:off x="316690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h2203"/>
              <p:cNvSpPr/>
              <p:nvPr/>
            </p:nvSpPr>
            <p:spPr>
              <a:xfrm>
                <a:off x="317634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h2204"/>
              <p:cNvSpPr/>
              <p:nvPr/>
            </p:nvSpPr>
            <p:spPr>
              <a:xfrm>
                <a:off x="318578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h2205"/>
              <p:cNvSpPr/>
              <p:nvPr/>
            </p:nvSpPr>
            <p:spPr>
              <a:xfrm>
                <a:off x="319522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h2206"/>
              <p:cNvSpPr/>
              <p:nvPr/>
            </p:nvSpPr>
            <p:spPr>
              <a:xfrm>
                <a:off x="320466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h2207"/>
              <p:cNvSpPr/>
              <p:nvPr/>
            </p:nvSpPr>
            <p:spPr>
              <a:xfrm>
                <a:off x="321410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h2208"/>
              <p:cNvSpPr/>
              <p:nvPr/>
            </p:nvSpPr>
            <p:spPr>
              <a:xfrm>
                <a:off x="322354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h2209"/>
              <p:cNvSpPr/>
              <p:nvPr/>
            </p:nvSpPr>
            <p:spPr>
              <a:xfrm>
                <a:off x="323298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h2210"/>
              <p:cNvSpPr/>
              <p:nvPr/>
            </p:nvSpPr>
            <p:spPr>
              <a:xfrm>
                <a:off x="324242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h2211"/>
              <p:cNvSpPr/>
              <p:nvPr/>
            </p:nvSpPr>
            <p:spPr>
              <a:xfrm>
                <a:off x="325187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h2212"/>
              <p:cNvSpPr/>
              <p:nvPr/>
            </p:nvSpPr>
            <p:spPr>
              <a:xfrm>
                <a:off x="326131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h2213"/>
              <p:cNvSpPr/>
              <p:nvPr/>
            </p:nvSpPr>
            <p:spPr>
              <a:xfrm>
                <a:off x="327075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h2214"/>
              <p:cNvSpPr/>
              <p:nvPr/>
            </p:nvSpPr>
            <p:spPr>
              <a:xfrm>
                <a:off x="328019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h2215"/>
              <p:cNvSpPr/>
              <p:nvPr/>
            </p:nvSpPr>
            <p:spPr>
              <a:xfrm>
                <a:off x="328963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h2216"/>
              <p:cNvSpPr/>
              <p:nvPr/>
            </p:nvSpPr>
            <p:spPr>
              <a:xfrm>
                <a:off x="329907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h2217"/>
              <p:cNvSpPr/>
              <p:nvPr/>
            </p:nvSpPr>
            <p:spPr>
              <a:xfrm>
                <a:off x="330851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h2218"/>
              <p:cNvSpPr/>
              <p:nvPr/>
            </p:nvSpPr>
            <p:spPr>
              <a:xfrm>
                <a:off x="331795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h2219"/>
              <p:cNvSpPr/>
              <p:nvPr/>
            </p:nvSpPr>
            <p:spPr>
              <a:xfrm>
                <a:off x="332739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h2220"/>
              <p:cNvSpPr/>
              <p:nvPr/>
            </p:nvSpPr>
            <p:spPr>
              <a:xfrm>
                <a:off x="3336832" y="232592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33"/>
                    </a:lnTo>
                    <a:lnTo>
                      <a:pt x="922473" y="911080"/>
                    </a:lnTo>
                    <a:lnTo>
                      <a:pt x="920769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h2221"/>
              <p:cNvSpPr/>
              <p:nvPr/>
            </p:nvSpPr>
            <p:spPr>
              <a:xfrm>
                <a:off x="3346272" y="2308350"/>
                <a:ext cx="919361" cy="925702"/>
              </a:xfrm>
              <a:custGeom>
                <a:avLst/>
                <a:gdLst/>
                <a:ahLst/>
                <a:cxnLst/>
                <a:rect l="0" t="0" r="0" b="0"/>
                <a:pathLst>
                  <a:path w="919361" h="925702">
                    <a:moveTo>
                      <a:pt x="914400" y="914400"/>
                    </a:moveTo>
                    <a:lnTo>
                      <a:pt x="919361" y="914400"/>
                    </a:lnTo>
                    <a:lnTo>
                      <a:pt x="916776" y="920578"/>
                    </a:lnTo>
                    <a:lnTo>
                      <a:pt x="914400" y="925702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h2222"/>
              <p:cNvSpPr/>
              <p:nvPr/>
            </p:nvSpPr>
            <p:spPr>
              <a:xfrm>
                <a:off x="2421129" y="229078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447" y="931969"/>
                    </a:lnTo>
                    <a:lnTo>
                      <a:pt x="909493" y="930796"/>
                    </a:lnTo>
                    <a:lnTo>
                      <a:pt x="910227" y="919920"/>
                    </a:lnTo>
                    <a:lnTo>
                      <a:pt x="910757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h2223"/>
              <p:cNvSpPr/>
              <p:nvPr/>
            </p:nvSpPr>
            <p:spPr>
              <a:xfrm>
                <a:off x="242112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h2224"/>
              <p:cNvSpPr/>
              <p:nvPr/>
            </p:nvSpPr>
            <p:spPr>
              <a:xfrm>
                <a:off x="243056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h2225"/>
              <p:cNvSpPr/>
              <p:nvPr/>
            </p:nvSpPr>
            <p:spPr>
              <a:xfrm>
                <a:off x="244000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h2226"/>
              <p:cNvSpPr/>
              <p:nvPr/>
            </p:nvSpPr>
            <p:spPr>
              <a:xfrm>
                <a:off x="244944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h2227"/>
              <p:cNvSpPr/>
              <p:nvPr/>
            </p:nvSpPr>
            <p:spPr>
              <a:xfrm>
                <a:off x="245889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h2228"/>
              <p:cNvSpPr/>
              <p:nvPr/>
            </p:nvSpPr>
            <p:spPr>
              <a:xfrm>
                <a:off x="246833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h2229"/>
              <p:cNvSpPr/>
              <p:nvPr/>
            </p:nvSpPr>
            <p:spPr>
              <a:xfrm>
                <a:off x="247777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h2230"/>
              <p:cNvSpPr/>
              <p:nvPr/>
            </p:nvSpPr>
            <p:spPr>
              <a:xfrm>
                <a:off x="248721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h2231"/>
              <p:cNvSpPr/>
              <p:nvPr/>
            </p:nvSpPr>
            <p:spPr>
              <a:xfrm>
                <a:off x="249665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h2232"/>
              <p:cNvSpPr/>
              <p:nvPr/>
            </p:nvSpPr>
            <p:spPr>
              <a:xfrm>
                <a:off x="250609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h2233"/>
              <p:cNvSpPr/>
              <p:nvPr/>
            </p:nvSpPr>
            <p:spPr>
              <a:xfrm>
                <a:off x="251553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h2234"/>
              <p:cNvSpPr/>
              <p:nvPr/>
            </p:nvSpPr>
            <p:spPr>
              <a:xfrm>
                <a:off x="252497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h2235"/>
              <p:cNvSpPr/>
              <p:nvPr/>
            </p:nvSpPr>
            <p:spPr>
              <a:xfrm>
                <a:off x="253441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h2236"/>
              <p:cNvSpPr/>
              <p:nvPr/>
            </p:nvSpPr>
            <p:spPr>
              <a:xfrm>
                <a:off x="254385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h2237"/>
              <p:cNvSpPr/>
              <p:nvPr/>
            </p:nvSpPr>
            <p:spPr>
              <a:xfrm>
                <a:off x="255329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h2238"/>
              <p:cNvSpPr/>
              <p:nvPr/>
            </p:nvSpPr>
            <p:spPr>
              <a:xfrm>
                <a:off x="256273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h2239"/>
              <p:cNvSpPr/>
              <p:nvPr/>
            </p:nvSpPr>
            <p:spPr>
              <a:xfrm>
                <a:off x="257217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h2240"/>
              <p:cNvSpPr/>
              <p:nvPr/>
            </p:nvSpPr>
            <p:spPr>
              <a:xfrm>
                <a:off x="258161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h2241"/>
              <p:cNvSpPr/>
              <p:nvPr/>
            </p:nvSpPr>
            <p:spPr>
              <a:xfrm>
                <a:off x="259105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h2242"/>
              <p:cNvSpPr/>
              <p:nvPr/>
            </p:nvSpPr>
            <p:spPr>
              <a:xfrm>
                <a:off x="260049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h2243"/>
              <p:cNvSpPr/>
              <p:nvPr/>
            </p:nvSpPr>
            <p:spPr>
              <a:xfrm>
                <a:off x="260993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h2244"/>
              <p:cNvSpPr/>
              <p:nvPr/>
            </p:nvSpPr>
            <p:spPr>
              <a:xfrm>
                <a:off x="261937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h2245"/>
              <p:cNvSpPr/>
              <p:nvPr/>
            </p:nvSpPr>
            <p:spPr>
              <a:xfrm>
                <a:off x="262881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h2246"/>
              <p:cNvSpPr/>
              <p:nvPr/>
            </p:nvSpPr>
            <p:spPr>
              <a:xfrm>
                <a:off x="263825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h2247"/>
              <p:cNvSpPr/>
              <p:nvPr/>
            </p:nvSpPr>
            <p:spPr>
              <a:xfrm>
                <a:off x="264769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h2248"/>
              <p:cNvSpPr/>
              <p:nvPr/>
            </p:nvSpPr>
            <p:spPr>
              <a:xfrm>
                <a:off x="265713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h2249"/>
              <p:cNvSpPr/>
              <p:nvPr/>
            </p:nvSpPr>
            <p:spPr>
              <a:xfrm>
                <a:off x="266657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h2250"/>
              <p:cNvSpPr/>
              <p:nvPr/>
            </p:nvSpPr>
            <p:spPr>
              <a:xfrm>
                <a:off x="267601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h2251"/>
              <p:cNvSpPr/>
              <p:nvPr/>
            </p:nvSpPr>
            <p:spPr>
              <a:xfrm>
                <a:off x="268545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h2252"/>
              <p:cNvSpPr/>
              <p:nvPr/>
            </p:nvSpPr>
            <p:spPr>
              <a:xfrm>
                <a:off x="269489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h2253"/>
              <p:cNvSpPr/>
              <p:nvPr/>
            </p:nvSpPr>
            <p:spPr>
              <a:xfrm>
                <a:off x="270433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h2254"/>
              <p:cNvSpPr/>
              <p:nvPr/>
            </p:nvSpPr>
            <p:spPr>
              <a:xfrm>
                <a:off x="2713776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8029"/>
                    </a:lnTo>
                    <a:lnTo>
                      <a:pt x="922879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h2255"/>
              <p:cNvSpPr/>
              <p:nvPr/>
            </p:nvSpPr>
            <p:spPr>
              <a:xfrm>
                <a:off x="2723216" y="2290780"/>
                <a:ext cx="915794" cy="925599"/>
              </a:xfrm>
              <a:custGeom>
                <a:avLst/>
                <a:gdLst/>
                <a:ahLst/>
                <a:cxnLst/>
                <a:rect l="0" t="0" r="0" b="0"/>
                <a:pathLst>
                  <a:path w="915794" h="925599">
                    <a:moveTo>
                      <a:pt x="914400" y="914400"/>
                    </a:moveTo>
                    <a:lnTo>
                      <a:pt x="915794" y="914400"/>
                    </a:lnTo>
                    <a:lnTo>
                      <a:pt x="914627" y="924089"/>
                    </a:lnTo>
                    <a:lnTo>
                      <a:pt x="914400" y="92559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h2256"/>
              <p:cNvSpPr/>
              <p:nvPr/>
            </p:nvSpPr>
            <p:spPr>
              <a:xfrm>
                <a:off x="2798738" y="230835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70" y="914400"/>
                    </a:lnTo>
                    <a:lnTo>
                      <a:pt x="912634" y="909988"/>
                    </a:lnTo>
                    <a:lnTo>
                      <a:pt x="914400" y="90752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h2257"/>
              <p:cNvSpPr/>
              <p:nvPr/>
            </p:nvSpPr>
            <p:spPr>
              <a:xfrm>
                <a:off x="2808178" y="229078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098"/>
                    </a:lnTo>
                    <a:lnTo>
                      <a:pt x="907652" y="921348"/>
                    </a:lnTo>
                    <a:lnTo>
                      <a:pt x="912269" y="915555"/>
                    </a:lnTo>
                    <a:lnTo>
                      <a:pt x="912475" y="915309"/>
                    </a:lnTo>
                    <a:lnTo>
                      <a:pt x="912683" y="915062"/>
                    </a:lnTo>
                    <a:lnTo>
                      <a:pt x="912892" y="914814"/>
                    </a:lnTo>
                    <a:lnTo>
                      <a:pt x="913100" y="914566"/>
                    </a:lnTo>
                    <a:lnTo>
                      <a:pt x="913240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h2258"/>
              <p:cNvSpPr/>
              <p:nvPr/>
            </p:nvSpPr>
            <p:spPr>
              <a:xfrm>
                <a:off x="280817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h2259"/>
              <p:cNvSpPr/>
              <p:nvPr/>
            </p:nvSpPr>
            <p:spPr>
              <a:xfrm>
                <a:off x="281761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h2260"/>
              <p:cNvSpPr/>
              <p:nvPr/>
            </p:nvSpPr>
            <p:spPr>
              <a:xfrm>
                <a:off x="282705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h2261"/>
              <p:cNvSpPr/>
              <p:nvPr/>
            </p:nvSpPr>
            <p:spPr>
              <a:xfrm>
                <a:off x="283649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h2262"/>
              <p:cNvSpPr/>
              <p:nvPr/>
            </p:nvSpPr>
            <p:spPr>
              <a:xfrm>
                <a:off x="284593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h2263"/>
              <p:cNvSpPr/>
              <p:nvPr/>
            </p:nvSpPr>
            <p:spPr>
              <a:xfrm>
                <a:off x="285538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h2264"/>
              <p:cNvSpPr/>
              <p:nvPr/>
            </p:nvSpPr>
            <p:spPr>
              <a:xfrm>
                <a:off x="286482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h2265"/>
              <p:cNvSpPr/>
              <p:nvPr/>
            </p:nvSpPr>
            <p:spPr>
              <a:xfrm>
                <a:off x="287426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h2266"/>
              <p:cNvSpPr/>
              <p:nvPr/>
            </p:nvSpPr>
            <p:spPr>
              <a:xfrm>
                <a:off x="288370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h2267"/>
              <p:cNvSpPr/>
              <p:nvPr/>
            </p:nvSpPr>
            <p:spPr>
              <a:xfrm>
                <a:off x="289314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h2268"/>
              <p:cNvSpPr/>
              <p:nvPr/>
            </p:nvSpPr>
            <p:spPr>
              <a:xfrm>
                <a:off x="290258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h2269"/>
              <p:cNvSpPr/>
              <p:nvPr/>
            </p:nvSpPr>
            <p:spPr>
              <a:xfrm>
                <a:off x="291202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h2270"/>
              <p:cNvSpPr/>
              <p:nvPr/>
            </p:nvSpPr>
            <p:spPr>
              <a:xfrm>
                <a:off x="292146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h2271"/>
              <p:cNvSpPr/>
              <p:nvPr/>
            </p:nvSpPr>
            <p:spPr>
              <a:xfrm>
                <a:off x="293090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h2272"/>
              <p:cNvSpPr/>
              <p:nvPr/>
            </p:nvSpPr>
            <p:spPr>
              <a:xfrm>
                <a:off x="294034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h2273"/>
              <p:cNvSpPr/>
              <p:nvPr/>
            </p:nvSpPr>
            <p:spPr>
              <a:xfrm>
                <a:off x="294978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h2274"/>
              <p:cNvSpPr/>
              <p:nvPr/>
            </p:nvSpPr>
            <p:spPr>
              <a:xfrm>
                <a:off x="295922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h2275"/>
              <p:cNvSpPr/>
              <p:nvPr/>
            </p:nvSpPr>
            <p:spPr>
              <a:xfrm>
                <a:off x="296866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h2276"/>
              <p:cNvSpPr/>
              <p:nvPr/>
            </p:nvSpPr>
            <p:spPr>
              <a:xfrm>
                <a:off x="297810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h2277"/>
              <p:cNvSpPr/>
              <p:nvPr/>
            </p:nvSpPr>
            <p:spPr>
              <a:xfrm>
                <a:off x="298754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h2278"/>
              <p:cNvSpPr/>
              <p:nvPr/>
            </p:nvSpPr>
            <p:spPr>
              <a:xfrm>
                <a:off x="299698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h2279"/>
              <p:cNvSpPr/>
              <p:nvPr/>
            </p:nvSpPr>
            <p:spPr>
              <a:xfrm>
                <a:off x="300642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h2280"/>
              <p:cNvSpPr/>
              <p:nvPr/>
            </p:nvSpPr>
            <p:spPr>
              <a:xfrm>
                <a:off x="301586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h2281"/>
              <p:cNvSpPr/>
              <p:nvPr/>
            </p:nvSpPr>
            <p:spPr>
              <a:xfrm>
                <a:off x="302530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h2282"/>
              <p:cNvSpPr/>
              <p:nvPr/>
            </p:nvSpPr>
            <p:spPr>
              <a:xfrm>
                <a:off x="303474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h2283"/>
              <p:cNvSpPr/>
              <p:nvPr/>
            </p:nvSpPr>
            <p:spPr>
              <a:xfrm>
                <a:off x="304418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h2284"/>
              <p:cNvSpPr/>
              <p:nvPr/>
            </p:nvSpPr>
            <p:spPr>
              <a:xfrm>
                <a:off x="305362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h2285"/>
              <p:cNvSpPr/>
              <p:nvPr/>
            </p:nvSpPr>
            <p:spPr>
              <a:xfrm>
                <a:off x="306306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h2286"/>
              <p:cNvSpPr/>
              <p:nvPr/>
            </p:nvSpPr>
            <p:spPr>
              <a:xfrm>
                <a:off x="307250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h2287"/>
              <p:cNvSpPr/>
              <p:nvPr/>
            </p:nvSpPr>
            <p:spPr>
              <a:xfrm>
                <a:off x="308194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h2288"/>
              <p:cNvSpPr/>
              <p:nvPr/>
            </p:nvSpPr>
            <p:spPr>
              <a:xfrm>
                <a:off x="309138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h2289"/>
              <p:cNvSpPr/>
              <p:nvPr/>
            </p:nvSpPr>
            <p:spPr>
              <a:xfrm>
                <a:off x="310082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h2290"/>
              <p:cNvSpPr/>
              <p:nvPr/>
            </p:nvSpPr>
            <p:spPr>
              <a:xfrm>
                <a:off x="311026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h2291"/>
              <p:cNvSpPr/>
              <p:nvPr/>
            </p:nvSpPr>
            <p:spPr>
              <a:xfrm>
                <a:off x="311970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h2292"/>
              <p:cNvSpPr/>
              <p:nvPr/>
            </p:nvSpPr>
            <p:spPr>
              <a:xfrm>
                <a:off x="312914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h2293"/>
              <p:cNvSpPr/>
              <p:nvPr/>
            </p:nvSpPr>
            <p:spPr>
              <a:xfrm>
                <a:off x="313858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h2294"/>
              <p:cNvSpPr/>
              <p:nvPr/>
            </p:nvSpPr>
            <p:spPr>
              <a:xfrm>
                <a:off x="314802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h2295"/>
              <p:cNvSpPr/>
              <p:nvPr/>
            </p:nvSpPr>
            <p:spPr>
              <a:xfrm>
                <a:off x="315746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h2296"/>
              <p:cNvSpPr/>
              <p:nvPr/>
            </p:nvSpPr>
            <p:spPr>
              <a:xfrm>
                <a:off x="316690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h2297"/>
              <p:cNvSpPr/>
              <p:nvPr/>
            </p:nvSpPr>
            <p:spPr>
              <a:xfrm>
                <a:off x="317634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h2298"/>
              <p:cNvSpPr/>
              <p:nvPr/>
            </p:nvSpPr>
            <p:spPr>
              <a:xfrm>
                <a:off x="318578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h2299"/>
              <p:cNvSpPr/>
              <p:nvPr/>
            </p:nvSpPr>
            <p:spPr>
              <a:xfrm>
                <a:off x="319522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h2300"/>
              <p:cNvSpPr/>
              <p:nvPr/>
            </p:nvSpPr>
            <p:spPr>
              <a:xfrm>
                <a:off x="320466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h2301"/>
              <p:cNvSpPr/>
              <p:nvPr/>
            </p:nvSpPr>
            <p:spPr>
              <a:xfrm>
                <a:off x="321410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h2302"/>
              <p:cNvSpPr/>
              <p:nvPr/>
            </p:nvSpPr>
            <p:spPr>
              <a:xfrm>
                <a:off x="322354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h2303"/>
              <p:cNvSpPr/>
              <p:nvPr/>
            </p:nvSpPr>
            <p:spPr>
              <a:xfrm>
                <a:off x="323298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h2304"/>
              <p:cNvSpPr/>
              <p:nvPr/>
            </p:nvSpPr>
            <p:spPr>
              <a:xfrm>
                <a:off x="324242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h2305"/>
              <p:cNvSpPr/>
              <p:nvPr/>
            </p:nvSpPr>
            <p:spPr>
              <a:xfrm>
                <a:off x="325187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h2306"/>
              <p:cNvSpPr/>
              <p:nvPr/>
            </p:nvSpPr>
            <p:spPr>
              <a:xfrm>
                <a:off x="326131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h2307"/>
              <p:cNvSpPr/>
              <p:nvPr/>
            </p:nvSpPr>
            <p:spPr>
              <a:xfrm>
                <a:off x="327075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h2308"/>
              <p:cNvSpPr/>
              <p:nvPr/>
            </p:nvSpPr>
            <p:spPr>
              <a:xfrm>
                <a:off x="328019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h2309"/>
              <p:cNvSpPr/>
              <p:nvPr/>
            </p:nvSpPr>
            <p:spPr>
              <a:xfrm>
                <a:off x="328963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h2310"/>
              <p:cNvSpPr/>
              <p:nvPr/>
            </p:nvSpPr>
            <p:spPr>
              <a:xfrm>
                <a:off x="329907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h2311"/>
              <p:cNvSpPr/>
              <p:nvPr/>
            </p:nvSpPr>
            <p:spPr>
              <a:xfrm>
                <a:off x="330851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h2312"/>
              <p:cNvSpPr/>
              <p:nvPr/>
            </p:nvSpPr>
            <p:spPr>
              <a:xfrm>
                <a:off x="331795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h2313"/>
              <p:cNvSpPr/>
              <p:nvPr/>
            </p:nvSpPr>
            <p:spPr>
              <a:xfrm>
                <a:off x="332739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h2314"/>
              <p:cNvSpPr/>
              <p:nvPr/>
            </p:nvSpPr>
            <p:spPr>
              <a:xfrm>
                <a:off x="333683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h2315"/>
              <p:cNvSpPr/>
              <p:nvPr/>
            </p:nvSpPr>
            <p:spPr>
              <a:xfrm>
                <a:off x="3346272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66"/>
                    </a:lnTo>
                    <a:lnTo>
                      <a:pt x="923582" y="903431"/>
                    </a:lnTo>
                    <a:lnTo>
                      <a:pt x="920296" y="912165"/>
                    </a:lnTo>
                    <a:lnTo>
                      <a:pt x="919361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h2316"/>
              <p:cNvSpPr/>
              <p:nvPr/>
            </p:nvSpPr>
            <p:spPr>
              <a:xfrm>
                <a:off x="3355712" y="2290780"/>
                <a:ext cx="916367" cy="920236"/>
              </a:xfrm>
              <a:custGeom>
                <a:avLst/>
                <a:gdLst/>
                <a:ahLst/>
                <a:cxnLst/>
                <a:rect l="0" t="0" r="0" b="0"/>
                <a:pathLst>
                  <a:path w="916367" h="920236">
                    <a:moveTo>
                      <a:pt x="914400" y="914400"/>
                    </a:moveTo>
                    <a:lnTo>
                      <a:pt x="916367" y="914400"/>
                    </a:lnTo>
                    <a:lnTo>
                      <a:pt x="914400" y="920236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h2317"/>
              <p:cNvSpPr/>
              <p:nvPr/>
            </p:nvSpPr>
            <p:spPr>
              <a:xfrm>
                <a:off x="2421129" y="227321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0757" y="931969"/>
                    </a:lnTo>
                    <a:lnTo>
                      <a:pt x="911263" y="926701"/>
                    </a:lnTo>
                    <a:lnTo>
                      <a:pt x="912599" y="916026"/>
                    </a:lnTo>
                    <a:lnTo>
                      <a:pt x="912851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h2318"/>
              <p:cNvSpPr/>
              <p:nvPr/>
            </p:nvSpPr>
            <p:spPr>
              <a:xfrm>
                <a:off x="242112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h2319"/>
              <p:cNvSpPr/>
              <p:nvPr/>
            </p:nvSpPr>
            <p:spPr>
              <a:xfrm>
                <a:off x="243056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h2320"/>
              <p:cNvSpPr/>
              <p:nvPr/>
            </p:nvSpPr>
            <p:spPr>
              <a:xfrm>
                <a:off x="244000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h2321"/>
              <p:cNvSpPr/>
              <p:nvPr/>
            </p:nvSpPr>
            <p:spPr>
              <a:xfrm>
                <a:off x="244944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h2322"/>
              <p:cNvSpPr/>
              <p:nvPr/>
            </p:nvSpPr>
            <p:spPr>
              <a:xfrm>
                <a:off x="245889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h2323"/>
              <p:cNvSpPr/>
              <p:nvPr/>
            </p:nvSpPr>
            <p:spPr>
              <a:xfrm>
                <a:off x="246833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h2324"/>
              <p:cNvSpPr/>
              <p:nvPr/>
            </p:nvSpPr>
            <p:spPr>
              <a:xfrm>
                <a:off x="247777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h2325"/>
              <p:cNvSpPr/>
              <p:nvPr/>
            </p:nvSpPr>
            <p:spPr>
              <a:xfrm>
                <a:off x="248721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h2326"/>
              <p:cNvSpPr/>
              <p:nvPr/>
            </p:nvSpPr>
            <p:spPr>
              <a:xfrm>
                <a:off x="249665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h2327"/>
              <p:cNvSpPr/>
              <p:nvPr/>
            </p:nvSpPr>
            <p:spPr>
              <a:xfrm>
                <a:off x="250609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h2328"/>
              <p:cNvSpPr/>
              <p:nvPr/>
            </p:nvSpPr>
            <p:spPr>
              <a:xfrm>
                <a:off x="251553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h2329"/>
              <p:cNvSpPr/>
              <p:nvPr/>
            </p:nvSpPr>
            <p:spPr>
              <a:xfrm>
                <a:off x="252497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h2330"/>
              <p:cNvSpPr/>
              <p:nvPr/>
            </p:nvSpPr>
            <p:spPr>
              <a:xfrm>
                <a:off x="253441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h2331"/>
              <p:cNvSpPr/>
              <p:nvPr/>
            </p:nvSpPr>
            <p:spPr>
              <a:xfrm>
                <a:off x="254385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h2332"/>
              <p:cNvSpPr/>
              <p:nvPr/>
            </p:nvSpPr>
            <p:spPr>
              <a:xfrm>
                <a:off x="255329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h2333"/>
              <p:cNvSpPr/>
              <p:nvPr/>
            </p:nvSpPr>
            <p:spPr>
              <a:xfrm>
                <a:off x="256273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h2334"/>
              <p:cNvSpPr/>
              <p:nvPr/>
            </p:nvSpPr>
            <p:spPr>
              <a:xfrm>
                <a:off x="257217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h2335"/>
              <p:cNvSpPr/>
              <p:nvPr/>
            </p:nvSpPr>
            <p:spPr>
              <a:xfrm>
                <a:off x="258161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h2336"/>
              <p:cNvSpPr/>
              <p:nvPr/>
            </p:nvSpPr>
            <p:spPr>
              <a:xfrm>
                <a:off x="259105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h2337"/>
              <p:cNvSpPr/>
              <p:nvPr/>
            </p:nvSpPr>
            <p:spPr>
              <a:xfrm>
                <a:off x="260049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h2338"/>
              <p:cNvSpPr/>
              <p:nvPr/>
            </p:nvSpPr>
            <p:spPr>
              <a:xfrm>
                <a:off x="260993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h2339"/>
              <p:cNvSpPr/>
              <p:nvPr/>
            </p:nvSpPr>
            <p:spPr>
              <a:xfrm>
                <a:off x="261937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h2340"/>
              <p:cNvSpPr/>
              <p:nvPr/>
            </p:nvSpPr>
            <p:spPr>
              <a:xfrm>
                <a:off x="262881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h2341"/>
              <p:cNvSpPr/>
              <p:nvPr/>
            </p:nvSpPr>
            <p:spPr>
              <a:xfrm>
                <a:off x="263825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h2342"/>
              <p:cNvSpPr/>
              <p:nvPr/>
            </p:nvSpPr>
            <p:spPr>
              <a:xfrm>
                <a:off x="264769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h2343"/>
              <p:cNvSpPr/>
              <p:nvPr/>
            </p:nvSpPr>
            <p:spPr>
              <a:xfrm>
                <a:off x="265713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h2344"/>
              <p:cNvSpPr/>
              <p:nvPr/>
            </p:nvSpPr>
            <p:spPr>
              <a:xfrm>
                <a:off x="266657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h2345"/>
              <p:cNvSpPr/>
              <p:nvPr/>
            </p:nvSpPr>
            <p:spPr>
              <a:xfrm>
                <a:off x="267601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h2346"/>
              <p:cNvSpPr/>
              <p:nvPr/>
            </p:nvSpPr>
            <p:spPr>
              <a:xfrm>
                <a:off x="268545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h2347"/>
              <p:cNvSpPr/>
              <p:nvPr/>
            </p:nvSpPr>
            <p:spPr>
              <a:xfrm>
                <a:off x="269489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h2348"/>
              <p:cNvSpPr/>
              <p:nvPr/>
            </p:nvSpPr>
            <p:spPr>
              <a:xfrm>
                <a:off x="270433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h2349"/>
              <p:cNvSpPr/>
              <p:nvPr/>
            </p:nvSpPr>
            <p:spPr>
              <a:xfrm>
                <a:off x="271377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h2350"/>
              <p:cNvSpPr/>
              <p:nvPr/>
            </p:nvSpPr>
            <p:spPr>
              <a:xfrm>
                <a:off x="2723216" y="2290780"/>
                <a:ext cx="9172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7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272" y="896830"/>
                    </a:lnTo>
                    <a:lnTo>
                      <a:pt x="916944" y="902145"/>
                    </a:lnTo>
                    <a:lnTo>
                      <a:pt x="915942" y="913174"/>
                    </a:lnTo>
                    <a:lnTo>
                      <a:pt x="915794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h2351"/>
              <p:cNvSpPr/>
              <p:nvPr/>
            </p:nvSpPr>
            <p:spPr>
              <a:xfrm>
                <a:off x="2808178" y="229078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08" y="914319"/>
                    </a:lnTo>
                    <a:lnTo>
                      <a:pt x="913516" y="914071"/>
                    </a:lnTo>
                    <a:lnTo>
                      <a:pt x="913725" y="913823"/>
                    </a:lnTo>
                    <a:lnTo>
                      <a:pt x="913933" y="913576"/>
                    </a:lnTo>
                    <a:lnTo>
                      <a:pt x="914141" y="913328"/>
                    </a:lnTo>
                    <a:lnTo>
                      <a:pt x="914400" y="913021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h2352"/>
              <p:cNvSpPr/>
              <p:nvPr/>
            </p:nvSpPr>
            <p:spPr>
              <a:xfrm>
                <a:off x="2817619" y="229078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021"/>
                    </a:lnTo>
                    <a:lnTo>
                      <a:pt x="905118" y="912833"/>
                    </a:lnTo>
                    <a:lnTo>
                      <a:pt x="905326" y="912585"/>
                    </a:lnTo>
                    <a:lnTo>
                      <a:pt x="905534" y="912337"/>
                    </a:lnTo>
                    <a:lnTo>
                      <a:pt x="905743" y="912090"/>
                    </a:lnTo>
                    <a:lnTo>
                      <a:pt x="905951" y="911842"/>
                    </a:lnTo>
                    <a:lnTo>
                      <a:pt x="906159" y="911595"/>
                    </a:lnTo>
                    <a:lnTo>
                      <a:pt x="906368" y="911347"/>
                    </a:lnTo>
                    <a:lnTo>
                      <a:pt x="906576" y="911099"/>
                    </a:lnTo>
                    <a:lnTo>
                      <a:pt x="906785" y="910852"/>
                    </a:lnTo>
                    <a:lnTo>
                      <a:pt x="906993" y="910604"/>
                    </a:lnTo>
                    <a:lnTo>
                      <a:pt x="907201" y="910356"/>
                    </a:lnTo>
                    <a:lnTo>
                      <a:pt x="907410" y="910109"/>
                    </a:lnTo>
                    <a:lnTo>
                      <a:pt x="907618" y="909861"/>
                    </a:lnTo>
                    <a:lnTo>
                      <a:pt x="907827" y="909614"/>
                    </a:lnTo>
                    <a:lnTo>
                      <a:pt x="908035" y="909366"/>
                    </a:lnTo>
                    <a:lnTo>
                      <a:pt x="908244" y="909118"/>
                    </a:lnTo>
                    <a:lnTo>
                      <a:pt x="908452" y="908871"/>
                    </a:lnTo>
                    <a:lnTo>
                      <a:pt x="908660" y="908623"/>
                    </a:lnTo>
                    <a:lnTo>
                      <a:pt x="908869" y="908376"/>
                    </a:lnTo>
                    <a:lnTo>
                      <a:pt x="909077" y="908128"/>
                    </a:lnTo>
                    <a:lnTo>
                      <a:pt x="909286" y="907880"/>
                    </a:lnTo>
                    <a:lnTo>
                      <a:pt x="909494" y="907633"/>
                    </a:lnTo>
                    <a:lnTo>
                      <a:pt x="909703" y="907385"/>
                    </a:lnTo>
                    <a:lnTo>
                      <a:pt x="909911" y="907138"/>
                    </a:lnTo>
                    <a:lnTo>
                      <a:pt x="910120" y="906890"/>
                    </a:lnTo>
                    <a:lnTo>
                      <a:pt x="910328" y="906643"/>
                    </a:lnTo>
                    <a:lnTo>
                      <a:pt x="910537" y="906395"/>
                    </a:lnTo>
                    <a:lnTo>
                      <a:pt x="910745" y="906148"/>
                    </a:lnTo>
                    <a:lnTo>
                      <a:pt x="910954" y="905900"/>
                    </a:lnTo>
                    <a:lnTo>
                      <a:pt x="911162" y="905652"/>
                    </a:lnTo>
                    <a:lnTo>
                      <a:pt x="911371" y="905405"/>
                    </a:lnTo>
                    <a:lnTo>
                      <a:pt x="911579" y="905157"/>
                    </a:lnTo>
                    <a:lnTo>
                      <a:pt x="911788" y="904910"/>
                    </a:lnTo>
                    <a:lnTo>
                      <a:pt x="911997" y="904662"/>
                    </a:lnTo>
                    <a:lnTo>
                      <a:pt x="912205" y="904415"/>
                    </a:lnTo>
                    <a:lnTo>
                      <a:pt x="912414" y="904167"/>
                    </a:lnTo>
                    <a:lnTo>
                      <a:pt x="912622" y="903920"/>
                    </a:lnTo>
                    <a:lnTo>
                      <a:pt x="912831" y="903672"/>
                    </a:lnTo>
                    <a:lnTo>
                      <a:pt x="913040" y="903425"/>
                    </a:lnTo>
                    <a:lnTo>
                      <a:pt x="913248" y="903177"/>
                    </a:lnTo>
                    <a:lnTo>
                      <a:pt x="913457" y="902930"/>
                    </a:lnTo>
                    <a:lnTo>
                      <a:pt x="913665" y="902682"/>
                    </a:lnTo>
                    <a:lnTo>
                      <a:pt x="913874" y="902435"/>
                    </a:lnTo>
                    <a:lnTo>
                      <a:pt x="914083" y="902187"/>
                    </a:lnTo>
                    <a:lnTo>
                      <a:pt x="914291" y="901940"/>
                    </a:lnTo>
                    <a:lnTo>
                      <a:pt x="914400" y="901811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h2353"/>
              <p:cNvSpPr/>
              <p:nvPr/>
            </p:nvSpPr>
            <p:spPr>
              <a:xfrm>
                <a:off x="2827059" y="227321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5060" y="919262"/>
                    </a:lnTo>
                    <a:lnTo>
                      <a:pt x="905268" y="919014"/>
                    </a:lnTo>
                    <a:lnTo>
                      <a:pt x="905477" y="918767"/>
                    </a:lnTo>
                    <a:lnTo>
                      <a:pt x="905686" y="918519"/>
                    </a:lnTo>
                    <a:lnTo>
                      <a:pt x="905894" y="918272"/>
                    </a:lnTo>
                    <a:lnTo>
                      <a:pt x="906103" y="918024"/>
                    </a:lnTo>
                    <a:lnTo>
                      <a:pt x="906312" y="917777"/>
                    </a:lnTo>
                    <a:lnTo>
                      <a:pt x="906521" y="917530"/>
                    </a:lnTo>
                    <a:lnTo>
                      <a:pt x="906729" y="917282"/>
                    </a:lnTo>
                    <a:lnTo>
                      <a:pt x="906938" y="917035"/>
                    </a:lnTo>
                    <a:lnTo>
                      <a:pt x="907147" y="916787"/>
                    </a:lnTo>
                    <a:lnTo>
                      <a:pt x="907356" y="916540"/>
                    </a:lnTo>
                    <a:lnTo>
                      <a:pt x="907564" y="916292"/>
                    </a:lnTo>
                    <a:lnTo>
                      <a:pt x="907773" y="916045"/>
                    </a:lnTo>
                    <a:lnTo>
                      <a:pt x="907982" y="915797"/>
                    </a:lnTo>
                    <a:lnTo>
                      <a:pt x="908191" y="915550"/>
                    </a:lnTo>
                    <a:lnTo>
                      <a:pt x="908399" y="915302"/>
                    </a:lnTo>
                    <a:lnTo>
                      <a:pt x="908608" y="915055"/>
                    </a:lnTo>
                    <a:lnTo>
                      <a:pt x="908817" y="914808"/>
                    </a:lnTo>
                    <a:lnTo>
                      <a:pt x="909026" y="914560"/>
                    </a:lnTo>
                    <a:lnTo>
                      <a:pt x="909161" y="914400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h2354"/>
              <p:cNvSpPr/>
              <p:nvPr/>
            </p:nvSpPr>
            <p:spPr>
              <a:xfrm>
                <a:off x="282705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h2355"/>
              <p:cNvSpPr/>
              <p:nvPr/>
            </p:nvSpPr>
            <p:spPr>
              <a:xfrm>
                <a:off x="283649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h2356"/>
              <p:cNvSpPr/>
              <p:nvPr/>
            </p:nvSpPr>
            <p:spPr>
              <a:xfrm>
                <a:off x="284593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h2357"/>
              <p:cNvSpPr/>
              <p:nvPr/>
            </p:nvSpPr>
            <p:spPr>
              <a:xfrm>
                <a:off x="285538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h2358"/>
              <p:cNvSpPr/>
              <p:nvPr/>
            </p:nvSpPr>
            <p:spPr>
              <a:xfrm>
                <a:off x="286482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h2359"/>
              <p:cNvSpPr/>
              <p:nvPr/>
            </p:nvSpPr>
            <p:spPr>
              <a:xfrm>
                <a:off x="287426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h2360"/>
              <p:cNvSpPr/>
              <p:nvPr/>
            </p:nvSpPr>
            <p:spPr>
              <a:xfrm>
                <a:off x="288370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h2361"/>
              <p:cNvSpPr/>
              <p:nvPr/>
            </p:nvSpPr>
            <p:spPr>
              <a:xfrm>
                <a:off x="289314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h2362"/>
              <p:cNvSpPr/>
              <p:nvPr/>
            </p:nvSpPr>
            <p:spPr>
              <a:xfrm>
                <a:off x="290258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h2363"/>
              <p:cNvSpPr/>
              <p:nvPr/>
            </p:nvSpPr>
            <p:spPr>
              <a:xfrm>
                <a:off x="291202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h2364"/>
              <p:cNvSpPr/>
              <p:nvPr/>
            </p:nvSpPr>
            <p:spPr>
              <a:xfrm>
                <a:off x="292146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h2365"/>
              <p:cNvSpPr/>
              <p:nvPr/>
            </p:nvSpPr>
            <p:spPr>
              <a:xfrm>
                <a:off x="293090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h2366"/>
              <p:cNvSpPr/>
              <p:nvPr/>
            </p:nvSpPr>
            <p:spPr>
              <a:xfrm>
                <a:off x="294034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h2367"/>
              <p:cNvSpPr/>
              <p:nvPr/>
            </p:nvSpPr>
            <p:spPr>
              <a:xfrm>
                <a:off x="294978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h2368"/>
              <p:cNvSpPr/>
              <p:nvPr/>
            </p:nvSpPr>
            <p:spPr>
              <a:xfrm>
                <a:off x="295922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h2369"/>
              <p:cNvSpPr/>
              <p:nvPr/>
            </p:nvSpPr>
            <p:spPr>
              <a:xfrm>
                <a:off x="296866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h2370"/>
              <p:cNvSpPr/>
              <p:nvPr/>
            </p:nvSpPr>
            <p:spPr>
              <a:xfrm>
                <a:off x="297810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h2371"/>
              <p:cNvSpPr/>
              <p:nvPr/>
            </p:nvSpPr>
            <p:spPr>
              <a:xfrm>
                <a:off x="298754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h2372"/>
              <p:cNvSpPr/>
              <p:nvPr/>
            </p:nvSpPr>
            <p:spPr>
              <a:xfrm>
                <a:off x="299698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h2373"/>
              <p:cNvSpPr/>
              <p:nvPr/>
            </p:nvSpPr>
            <p:spPr>
              <a:xfrm>
                <a:off x="300642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h2374"/>
              <p:cNvSpPr/>
              <p:nvPr/>
            </p:nvSpPr>
            <p:spPr>
              <a:xfrm>
                <a:off x="301586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h2375"/>
              <p:cNvSpPr/>
              <p:nvPr/>
            </p:nvSpPr>
            <p:spPr>
              <a:xfrm>
                <a:off x="302530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h2376"/>
              <p:cNvSpPr/>
              <p:nvPr/>
            </p:nvSpPr>
            <p:spPr>
              <a:xfrm>
                <a:off x="303474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h2377"/>
              <p:cNvSpPr/>
              <p:nvPr/>
            </p:nvSpPr>
            <p:spPr>
              <a:xfrm>
                <a:off x="304418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h2378"/>
              <p:cNvSpPr/>
              <p:nvPr/>
            </p:nvSpPr>
            <p:spPr>
              <a:xfrm>
                <a:off x="305362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h2379"/>
              <p:cNvSpPr/>
              <p:nvPr/>
            </p:nvSpPr>
            <p:spPr>
              <a:xfrm>
                <a:off x="306306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h2380"/>
              <p:cNvSpPr/>
              <p:nvPr/>
            </p:nvSpPr>
            <p:spPr>
              <a:xfrm>
                <a:off x="307250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h2381"/>
              <p:cNvSpPr/>
              <p:nvPr/>
            </p:nvSpPr>
            <p:spPr>
              <a:xfrm>
                <a:off x="308194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h2382"/>
              <p:cNvSpPr/>
              <p:nvPr/>
            </p:nvSpPr>
            <p:spPr>
              <a:xfrm>
                <a:off x="309138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h2383"/>
              <p:cNvSpPr/>
              <p:nvPr/>
            </p:nvSpPr>
            <p:spPr>
              <a:xfrm>
                <a:off x="310082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h2384"/>
              <p:cNvSpPr/>
              <p:nvPr/>
            </p:nvSpPr>
            <p:spPr>
              <a:xfrm>
                <a:off x="311026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h2385"/>
              <p:cNvSpPr/>
              <p:nvPr/>
            </p:nvSpPr>
            <p:spPr>
              <a:xfrm>
                <a:off x="311970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h2386"/>
              <p:cNvSpPr/>
              <p:nvPr/>
            </p:nvSpPr>
            <p:spPr>
              <a:xfrm>
                <a:off x="312914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h2387"/>
              <p:cNvSpPr/>
              <p:nvPr/>
            </p:nvSpPr>
            <p:spPr>
              <a:xfrm>
                <a:off x="313858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h2388"/>
              <p:cNvSpPr/>
              <p:nvPr/>
            </p:nvSpPr>
            <p:spPr>
              <a:xfrm>
                <a:off x="314802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h2389"/>
              <p:cNvSpPr/>
              <p:nvPr/>
            </p:nvSpPr>
            <p:spPr>
              <a:xfrm>
                <a:off x="315746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h2390"/>
              <p:cNvSpPr/>
              <p:nvPr/>
            </p:nvSpPr>
            <p:spPr>
              <a:xfrm>
                <a:off x="316690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h2391"/>
              <p:cNvSpPr/>
              <p:nvPr/>
            </p:nvSpPr>
            <p:spPr>
              <a:xfrm>
                <a:off x="317634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h2392"/>
              <p:cNvSpPr/>
              <p:nvPr/>
            </p:nvSpPr>
            <p:spPr>
              <a:xfrm>
                <a:off x="318578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h2393"/>
              <p:cNvSpPr/>
              <p:nvPr/>
            </p:nvSpPr>
            <p:spPr>
              <a:xfrm>
                <a:off x="319522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h2394"/>
              <p:cNvSpPr/>
              <p:nvPr/>
            </p:nvSpPr>
            <p:spPr>
              <a:xfrm>
                <a:off x="320466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h2395"/>
              <p:cNvSpPr/>
              <p:nvPr/>
            </p:nvSpPr>
            <p:spPr>
              <a:xfrm>
                <a:off x="321410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h2396"/>
              <p:cNvSpPr/>
              <p:nvPr/>
            </p:nvSpPr>
            <p:spPr>
              <a:xfrm>
                <a:off x="322354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h2397"/>
              <p:cNvSpPr/>
              <p:nvPr/>
            </p:nvSpPr>
            <p:spPr>
              <a:xfrm>
                <a:off x="323298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h2398"/>
              <p:cNvSpPr/>
              <p:nvPr/>
            </p:nvSpPr>
            <p:spPr>
              <a:xfrm>
                <a:off x="324242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h2399"/>
              <p:cNvSpPr/>
              <p:nvPr/>
            </p:nvSpPr>
            <p:spPr>
              <a:xfrm>
                <a:off x="325187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h2400"/>
              <p:cNvSpPr/>
              <p:nvPr/>
            </p:nvSpPr>
            <p:spPr>
              <a:xfrm>
                <a:off x="326131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h2401"/>
              <p:cNvSpPr/>
              <p:nvPr/>
            </p:nvSpPr>
            <p:spPr>
              <a:xfrm>
                <a:off x="327075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h2402"/>
              <p:cNvSpPr/>
              <p:nvPr/>
            </p:nvSpPr>
            <p:spPr>
              <a:xfrm>
                <a:off x="328019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h2403"/>
              <p:cNvSpPr/>
              <p:nvPr/>
            </p:nvSpPr>
            <p:spPr>
              <a:xfrm>
                <a:off x="328963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h2404"/>
              <p:cNvSpPr/>
              <p:nvPr/>
            </p:nvSpPr>
            <p:spPr>
              <a:xfrm>
                <a:off x="329907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h2405"/>
              <p:cNvSpPr/>
              <p:nvPr/>
            </p:nvSpPr>
            <p:spPr>
              <a:xfrm>
                <a:off x="330851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h2406"/>
              <p:cNvSpPr/>
              <p:nvPr/>
            </p:nvSpPr>
            <p:spPr>
              <a:xfrm>
                <a:off x="331795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h2407"/>
              <p:cNvSpPr/>
              <p:nvPr/>
            </p:nvSpPr>
            <p:spPr>
              <a:xfrm>
                <a:off x="332739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h2408"/>
              <p:cNvSpPr/>
              <p:nvPr/>
            </p:nvSpPr>
            <p:spPr>
              <a:xfrm>
                <a:off x="333683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h2409"/>
              <p:cNvSpPr/>
              <p:nvPr/>
            </p:nvSpPr>
            <p:spPr>
              <a:xfrm>
                <a:off x="334627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h2410"/>
              <p:cNvSpPr/>
              <p:nvPr/>
            </p:nvSpPr>
            <p:spPr>
              <a:xfrm>
                <a:off x="3355712" y="2290780"/>
                <a:ext cx="9220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0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02" y="896864"/>
                    </a:lnTo>
                    <a:lnTo>
                      <a:pt x="921314" y="899019"/>
                    </a:lnTo>
                    <a:lnTo>
                      <a:pt x="920627" y="901175"/>
                    </a:lnTo>
                    <a:lnTo>
                      <a:pt x="919939" y="903331"/>
                    </a:lnTo>
                    <a:lnTo>
                      <a:pt x="919252" y="905487"/>
                    </a:lnTo>
                    <a:lnTo>
                      <a:pt x="918565" y="907643"/>
                    </a:lnTo>
                    <a:lnTo>
                      <a:pt x="917878" y="909799"/>
                    </a:lnTo>
                    <a:lnTo>
                      <a:pt x="917187" y="911968"/>
                    </a:lnTo>
                    <a:lnTo>
                      <a:pt x="916367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h2411"/>
              <p:cNvSpPr/>
              <p:nvPr/>
            </p:nvSpPr>
            <p:spPr>
              <a:xfrm>
                <a:off x="2421129" y="22732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2851" y="914400"/>
                    </a:lnTo>
                    <a:lnTo>
                      <a:pt x="914231" y="905495"/>
                    </a:lnTo>
                    <a:lnTo>
                      <a:pt x="914399" y="904590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h2412"/>
              <p:cNvSpPr/>
              <p:nvPr/>
            </p:nvSpPr>
            <p:spPr>
              <a:xfrm>
                <a:off x="2430569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159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h2413"/>
              <p:cNvSpPr/>
              <p:nvPr/>
            </p:nvSpPr>
            <p:spPr>
              <a:xfrm>
                <a:off x="243056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h2414"/>
              <p:cNvSpPr/>
              <p:nvPr/>
            </p:nvSpPr>
            <p:spPr>
              <a:xfrm>
                <a:off x="244000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h2415"/>
              <p:cNvSpPr/>
              <p:nvPr/>
            </p:nvSpPr>
            <p:spPr>
              <a:xfrm>
                <a:off x="244944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h2416"/>
              <p:cNvSpPr/>
              <p:nvPr/>
            </p:nvSpPr>
            <p:spPr>
              <a:xfrm>
                <a:off x="245889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h2417"/>
              <p:cNvSpPr/>
              <p:nvPr/>
            </p:nvSpPr>
            <p:spPr>
              <a:xfrm>
                <a:off x="246833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h2418"/>
              <p:cNvSpPr/>
              <p:nvPr/>
            </p:nvSpPr>
            <p:spPr>
              <a:xfrm>
                <a:off x="247777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h2419"/>
              <p:cNvSpPr/>
              <p:nvPr/>
            </p:nvSpPr>
            <p:spPr>
              <a:xfrm>
                <a:off x="248721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h2420"/>
              <p:cNvSpPr/>
              <p:nvPr/>
            </p:nvSpPr>
            <p:spPr>
              <a:xfrm>
                <a:off x="249665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h2421"/>
              <p:cNvSpPr/>
              <p:nvPr/>
            </p:nvSpPr>
            <p:spPr>
              <a:xfrm>
                <a:off x="250609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h2422"/>
              <p:cNvSpPr/>
              <p:nvPr/>
            </p:nvSpPr>
            <p:spPr>
              <a:xfrm>
                <a:off x="251553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h2423"/>
              <p:cNvSpPr/>
              <p:nvPr/>
            </p:nvSpPr>
            <p:spPr>
              <a:xfrm>
                <a:off x="252497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h2424"/>
              <p:cNvSpPr/>
              <p:nvPr/>
            </p:nvSpPr>
            <p:spPr>
              <a:xfrm>
                <a:off x="253441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h2425"/>
              <p:cNvSpPr/>
              <p:nvPr/>
            </p:nvSpPr>
            <p:spPr>
              <a:xfrm>
                <a:off x="254385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h2426"/>
              <p:cNvSpPr/>
              <p:nvPr/>
            </p:nvSpPr>
            <p:spPr>
              <a:xfrm>
                <a:off x="255329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h2427"/>
              <p:cNvSpPr/>
              <p:nvPr/>
            </p:nvSpPr>
            <p:spPr>
              <a:xfrm>
                <a:off x="256273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h2428"/>
              <p:cNvSpPr/>
              <p:nvPr/>
            </p:nvSpPr>
            <p:spPr>
              <a:xfrm>
                <a:off x="257217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h2429"/>
              <p:cNvSpPr/>
              <p:nvPr/>
            </p:nvSpPr>
            <p:spPr>
              <a:xfrm>
                <a:off x="258161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h2430"/>
              <p:cNvSpPr/>
              <p:nvPr/>
            </p:nvSpPr>
            <p:spPr>
              <a:xfrm>
                <a:off x="259105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h2431"/>
              <p:cNvSpPr/>
              <p:nvPr/>
            </p:nvSpPr>
            <p:spPr>
              <a:xfrm>
                <a:off x="260049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h2432"/>
              <p:cNvSpPr/>
              <p:nvPr/>
            </p:nvSpPr>
            <p:spPr>
              <a:xfrm>
                <a:off x="260993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h2433"/>
              <p:cNvSpPr/>
              <p:nvPr/>
            </p:nvSpPr>
            <p:spPr>
              <a:xfrm>
                <a:off x="261937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h2434"/>
              <p:cNvSpPr/>
              <p:nvPr/>
            </p:nvSpPr>
            <p:spPr>
              <a:xfrm>
                <a:off x="262881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h2435"/>
              <p:cNvSpPr/>
              <p:nvPr/>
            </p:nvSpPr>
            <p:spPr>
              <a:xfrm>
                <a:off x="263825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h2436"/>
              <p:cNvSpPr/>
              <p:nvPr/>
            </p:nvSpPr>
            <p:spPr>
              <a:xfrm>
                <a:off x="264769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h2437"/>
              <p:cNvSpPr/>
              <p:nvPr/>
            </p:nvSpPr>
            <p:spPr>
              <a:xfrm>
                <a:off x="265713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h2438"/>
              <p:cNvSpPr/>
              <p:nvPr/>
            </p:nvSpPr>
            <p:spPr>
              <a:xfrm>
                <a:off x="266657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h2439"/>
              <p:cNvSpPr/>
              <p:nvPr/>
            </p:nvSpPr>
            <p:spPr>
              <a:xfrm>
                <a:off x="267601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h2440"/>
              <p:cNvSpPr/>
              <p:nvPr/>
            </p:nvSpPr>
            <p:spPr>
              <a:xfrm>
                <a:off x="268545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h2441"/>
              <p:cNvSpPr/>
              <p:nvPr/>
            </p:nvSpPr>
            <p:spPr>
              <a:xfrm>
                <a:off x="269489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h2442"/>
              <p:cNvSpPr/>
              <p:nvPr/>
            </p:nvSpPr>
            <p:spPr>
              <a:xfrm>
                <a:off x="270433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h2443"/>
              <p:cNvSpPr/>
              <p:nvPr/>
            </p:nvSpPr>
            <p:spPr>
              <a:xfrm>
                <a:off x="271377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h2444"/>
              <p:cNvSpPr/>
              <p:nvPr/>
            </p:nvSpPr>
            <p:spPr>
              <a:xfrm>
                <a:off x="2723216" y="2273210"/>
                <a:ext cx="9180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0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001" y="896830"/>
                    </a:lnTo>
                    <a:lnTo>
                      <a:pt x="917998" y="897438"/>
                    </a:lnTo>
                    <a:lnTo>
                      <a:pt x="917630" y="908602"/>
                    </a:lnTo>
                    <a:lnTo>
                      <a:pt x="917272" y="914400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h2445"/>
              <p:cNvSpPr/>
              <p:nvPr/>
            </p:nvSpPr>
            <p:spPr>
              <a:xfrm>
                <a:off x="2827059" y="22732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235" y="914313"/>
                    </a:lnTo>
                    <a:lnTo>
                      <a:pt x="909443" y="914065"/>
                    </a:lnTo>
                    <a:lnTo>
                      <a:pt x="909652" y="913818"/>
                    </a:lnTo>
                    <a:lnTo>
                      <a:pt x="909861" y="913570"/>
                    </a:lnTo>
                    <a:lnTo>
                      <a:pt x="910070" y="913323"/>
                    </a:lnTo>
                    <a:lnTo>
                      <a:pt x="910279" y="913076"/>
                    </a:lnTo>
                    <a:lnTo>
                      <a:pt x="910488" y="912828"/>
                    </a:lnTo>
                    <a:lnTo>
                      <a:pt x="910696" y="912581"/>
                    </a:lnTo>
                    <a:lnTo>
                      <a:pt x="910905" y="912333"/>
                    </a:lnTo>
                    <a:lnTo>
                      <a:pt x="911114" y="912086"/>
                    </a:lnTo>
                    <a:lnTo>
                      <a:pt x="911323" y="911839"/>
                    </a:lnTo>
                    <a:lnTo>
                      <a:pt x="911532" y="911591"/>
                    </a:lnTo>
                    <a:lnTo>
                      <a:pt x="911741" y="911344"/>
                    </a:lnTo>
                    <a:lnTo>
                      <a:pt x="911950" y="911097"/>
                    </a:lnTo>
                    <a:lnTo>
                      <a:pt x="912159" y="910849"/>
                    </a:lnTo>
                    <a:lnTo>
                      <a:pt x="912368" y="910602"/>
                    </a:lnTo>
                    <a:lnTo>
                      <a:pt x="912576" y="910354"/>
                    </a:lnTo>
                    <a:lnTo>
                      <a:pt x="912785" y="910107"/>
                    </a:lnTo>
                    <a:lnTo>
                      <a:pt x="912994" y="909860"/>
                    </a:lnTo>
                    <a:lnTo>
                      <a:pt x="913203" y="909612"/>
                    </a:lnTo>
                    <a:lnTo>
                      <a:pt x="913412" y="909365"/>
                    </a:lnTo>
                    <a:lnTo>
                      <a:pt x="913621" y="909118"/>
                    </a:lnTo>
                    <a:lnTo>
                      <a:pt x="913830" y="908870"/>
                    </a:lnTo>
                    <a:lnTo>
                      <a:pt x="914039" y="908623"/>
                    </a:lnTo>
                    <a:lnTo>
                      <a:pt x="914248" y="908376"/>
                    </a:lnTo>
                    <a:lnTo>
                      <a:pt x="914399" y="908197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h2446"/>
              <p:cNvSpPr/>
              <p:nvPr/>
            </p:nvSpPr>
            <p:spPr>
              <a:xfrm>
                <a:off x="2836499" y="2273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17" y="908128"/>
                    </a:lnTo>
                    <a:lnTo>
                      <a:pt x="905226" y="907881"/>
                    </a:lnTo>
                    <a:lnTo>
                      <a:pt x="905435" y="907634"/>
                    </a:lnTo>
                    <a:lnTo>
                      <a:pt x="905644" y="907386"/>
                    </a:lnTo>
                    <a:lnTo>
                      <a:pt x="905853" y="907139"/>
                    </a:lnTo>
                    <a:lnTo>
                      <a:pt x="906062" y="906892"/>
                    </a:lnTo>
                    <a:lnTo>
                      <a:pt x="906271" y="906644"/>
                    </a:lnTo>
                    <a:lnTo>
                      <a:pt x="906480" y="906397"/>
                    </a:lnTo>
                    <a:lnTo>
                      <a:pt x="906689" y="906150"/>
                    </a:lnTo>
                    <a:lnTo>
                      <a:pt x="906898" y="905902"/>
                    </a:lnTo>
                    <a:lnTo>
                      <a:pt x="907107" y="905655"/>
                    </a:lnTo>
                    <a:lnTo>
                      <a:pt x="907316" y="905408"/>
                    </a:lnTo>
                    <a:lnTo>
                      <a:pt x="907525" y="905160"/>
                    </a:lnTo>
                    <a:lnTo>
                      <a:pt x="907735" y="904913"/>
                    </a:lnTo>
                    <a:lnTo>
                      <a:pt x="907944" y="904666"/>
                    </a:lnTo>
                    <a:lnTo>
                      <a:pt x="908153" y="904419"/>
                    </a:lnTo>
                    <a:lnTo>
                      <a:pt x="908362" y="904171"/>
                    </a:lnTo>
                    <a:lnTo>
                      <a:pt x="908571" y="903924"/>
                    </a:lnTo>
                    <a:lnTo>
                      <a:pt x="908780" y="903677"/>
                    </a:lnTo>
                    <a:lnTo>
                      <a:pt x="908989" y="903430"/>
                    </a:lnTo>
                    <a:lnTo>
                      <a:pt x="909198" y="903182"/>
                    </a:lnTo>
                    <a:lnTo>
                      <a:pt x="909408" y="902935"/>
                    </a:lnTo>
                    <a:lnTo>
                      <a:pt x="909617" y="902688"/>
                    </a:lnTo>
                    <a:lnTo>
                      <a:pt x="909826" y="902440"/>
                    </a:lnTo>
                    <a:lnTo>
                      <a:pt x="910035" y="902193"/>
                    </a:lnTo>
                    <a:lnTo>
                      <a:pt x="910244" y="901946"/>
                    </a:lnTo>
                    <a:lnTo>
                      <a:pt x="910453" y="901699"/>
                    </a:lnTo>
                    <a:lnTo>
                      <a:pt x="910663" y="901451"/>
                    </a:lnTo>
                    <a:lnTo>
                      <a:pt x="914400" y="897227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h2447"/>
              <p:cNvSpPr/>
              <p:nvPr/>
            </p:nvSpPr>
            <p:spPr>
              <a:xfrm>
                <a:off x="2845939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97"/>
                    </a:lnTo>
                    <a:lnTo>
                      <a:pt x="905087" y="914653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h2448"/>
              <p:cNvSpPr/>
              <p:nvPr/>
            </p:nvSpPr>
            <p:spPr>
              <a:xfrm>
                <a:off x="284593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h2449"/>
              <p:cNvSpPr/>
              <p:nvPr/>
            </p:nvSpPr>
            <p:spPr>
              <a:xfrm>
                <a:off x="285538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h2450"/>
              <p:cNvSpPr/>
              <p:nvPr/>
            </p:nvSpPr>
            <p:spPr>
              <a:xfrm>
                <a:off x="286482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h2451"/>
              <p:cNvSpPr/>
              <p:nvPr/>
            </p:nvSpPr>
            <p:spPr>
              <a:xfrm>
                <a:off x="287426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h2452"/>
              <p:cNvSpPr/>
              <p:nvPr/>
            </p:nvSpPr>
            <p:spPr>
              <a:xfrm>
                <a:off x="288370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h2453"/>
              <p:cNvSpPr/>
              <p:nvPr/>
            </p:nvSpPr>
            <p:spPr>
              <a:xfrm>
                <a:off x="289314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h2454"/>
              <p:cNvSpPr/>
              <p:nvPr/>
            </p:nvSpPr>
            <p:spPr>
              <a:xfrm>
                <a:off x="290258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h2455"/>
              <p:cNvSpPr/>
              <p:nvPr/>
            </p:nvSpPr>
            <p:spPr>
              <a:xfrm>
                <a:off x="291202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h2456"/>
              <p:cNvSpPr/>
              <p:nvPr/>
            </p:nvSpPr>
            <p:spPr>
              <a:xfrm>
                <a:off x="292146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h2457"/>
              <p:cNvSpPr/>
              <p:nvPr/>
            </p:nvSpPr>
            <p:spPr>
              <a:xfrm>
                <a:off x="293090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h2458"/>
              <p:cNvSpPr/>
              <p:nvPr/>
            </p:nvSpPr>
            <p:spPr>
              <a:xfrm>
                <a:off x="294034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h2459"/>
              <p:cNvSpPr/>
              <p:nvPr/>
            </p:nvSpPr>
            <p:spPr>
              <a:xfrm>
                <a:off x="294978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h2460"/>
              <p:cNvSpPr/>
              <p:nvPr/>
            </p:nvSpPr>
            <p:spPr>
              <a:xfrm>
                <a:off x="295922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h2461"/>
              <p:cNvSpPr/>
              <p:nvPr/>
            </p:nvSpPr>
            <p:spPr>
              <a:xfrm>
                <a:off x="296866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h2462"/>
              <p:cNvSpPr/>
              <p:nvPr/>
            </p:nvSpPr>
            <p:spPr>
              <a:xfrm>
                <a:off x="297810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h2463"/>
              <p:cNvSpPr/>
              <p:nvPr/>
            </p:nvSpPr>
            <p:spPr>
              <a:xfrm>
                <a:off x="298754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h2464"/>
              <p:cNvSpPr/>
              <p:nvPr/>
            </p:nvSpPr>
            <p:spPr>
              <a:xfrm>
                <a:off x="299698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h2465"/>
              <p:cNvSpPr/>
              <p:nvPr/>
            </p:nvSpPr>
            <p:spPr>
              <a:xfrm>
                <a:off x="300642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h2466"/>
              <p:cNvSpPr/>
              <p:nvPr/>
            </p:nvSpPr>
            <p:spPr>
              <a:xfrm>
                <a:off x="301586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h2467"/>
              <p:cNvSpPr/>
              <p:nvPr/>
            </p:nvSpPr>
            <p:spPr>
              <a:xfrm>
                <a:off x="302530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h2468"/>
              <p:cNvSpPr/>
              <p:nvPr/>
            </p:nvSpPr>
            <p:spPr>
              <a:xfrm>
                <a:off x="303474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h2469"/>
              <p:cNvSpPr/>
              <p:nvPr/>
            </p:nvSpPr>
            <p:spPr>
              <a:xfrm>
                <a:off x="304418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h2470"/>
              <p:cNvSpPr/>
              <p:nvPr/>
            </p:nvSpPr>
            <p:spPr>
              <a:xfrm>
                <a:off x="305362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h2471"/>
              <p:cNvSpPr/>
              <p:nvPr/>
            </p:nvSpPr>
            <p:spPr>
              <a:xfrm>
                <a:off x="306306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h2472"/>
              <p:cNvSpPr/>
              <p:nvPr/>
            </p:nvSpPr>
            <p:spPr>
              <a:xfrm>
                <a:off x="307250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h2473"/>
              <p:cNvSpPr/>
              <p:nvPr/>
            </p:nvSpPr>
            <p:spPr>
              <a:xfrm>
                <a:off x="308194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h2474"/>
              <p:cNvSpPr/>
              <p:nvPr/>
            </p:nvSpPr>
            <p:spPr>
              <a:xfrm>
                <a:off x="309138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h2475"/>
              <p:cNvSpPr/>
              <p:nvPr/>
            </p:nvSpPr>
            <p:spPr>
              <a:xfrm>
                <a:off x="310082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h2476"/>
              <p:cNvSpPr/>
              <p:nvPr/>
            </p:nvSpPr>
            <p:spPr>
              <a:xfrm>
                <a:off x="311026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h2477"/>
              <p:cNvSpPr/>
              <p:nvPr/>
            </p:nvSpPr>
            <p:spPr>
              <a:xfrm>
                <a:off x="311970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h2478"/>
              <p:cNvSpPr/>
              <p:nvPr/>
            </p:nvSpPr>
            <p:spPr>
              <a:xfrm>
                <a:off x="312914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h2479"/>
              <p:cNvSpPr/>
              <p:nvPr/>
            </p:nvSpPr>
            <p:spPr>
              <a:xfrm>
                <a:off x="313858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h2480"/>
              <p:cNvSpPr/>
              <p:nvPr/>
            </p:nvSpPr>
            <p:spPr>
              <a:xfrm>
                <a:off x="314802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h2481"/>
              <p:cNvSpPr/>
              <p:nvPr/>
            </p:nvSpPr>
            <p:spPr>
              <a:xfrm>
                <a:off x="315746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h2482"/>
              <p:cNvSpPr/>
              <p:nvPr/>
            </p:nvSpPr>
            <p:spPr>
              <a:xfrm>
                <a:off x="316690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h2483"/>
              <p:cNvSpPr/>
              <p:nvPr/>
            </p:nvSpPr>
            <p:spPr>
              <a:xfrm>
                <a:off x="317634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h2484"/>
              <p:cNvSpPr/>
              <p:nvPr/>
            </p:nvSpPr>
            <p:spPr>
              <a:xfrm>
                <a:off x="318578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h2485"/>
              <p:cNvSpPr/>
              <p:nvPr/>
            </p:nvSpPr>
            <p:spPr>
              <a:xfrm>
                <a:off x="319522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h2486"/>
              <p:cNvSpPr/>
              <p:nvPr/>
            </p:nvSpPr>
            <p:spPr>
              <a:xfrm>
                <a:off x="320466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h2487"/>
              <p:cNvSpPr/>
              <p:nvPr/>
            </p:nvSpPr>
            <p:spPr>
              <a:xfrm>
                <a:off x="321410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h2488"/>
              <p:cNvSpPr/>
              <p:nvPr/>
            </p:nvSpPr>
            <p:spPr>
              <a:xfrm>
                <a:off x="322354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h2489"/>
              <p:cNvSpPr/>
              <p:nvPr/>
            </p:nvSpPr>
            <p:spPr>
              <a:xfrm>
                <a:off x="323298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h2490"/>
              <p:cNvSpPr/>
              <p:nvPr/>
            </p:nvSpPr>
            <p:spPr>
              <a:xfrm>
                <a:off x="324242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h2491"/>
              <p:cNvSpPr/>
              <p:nvPr/>
            </p:nvSpPr>
            <p:spPr>
              <a:xfrm>
                <a:off x="325187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h2492"/>
              <p:cNvSpPr/>
              <p:nvPr/>
            </p:nvSpPr>
            <p:spPr>
              <a:xfrm>
                <a:off x="326131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h2493"/>
              <p:cNvSpPr/>
              <p:nvPr/>
            </p:nvSpPr>
            <p:spPr>
              <a:xfrm>
                <a:off x="327075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h2494"/>
              <p:cNvSpPr/>
              <p:nvPr/>
            </p:nvSpPr>
            <p:spPr>
              <a:xfrm>
                <a:off x="328019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h2495"/>
              <p:cNvSpPr/>
              <p:nvPr/>
            </p:nvSpPr>
            <p:spPr>
              <a:xfrm>
                <a:off x="328963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h2496"/>
              <p:cNvSpPr/>
              <p:nvPr/>
            </p:nvSpPr>
            <p:spPr>
              <a:xfrm>
                <a:off x="329907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h2497"/>
              <p:cNvSpPr/>
              <p:nvPr/>
            </p:nvSpPr>
            <p:spPr>
              <a:xfrm>
                <a:off x="330851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h2498"/>
              <p:cNvSpPr/>
              <p:nvPr/>
            </p:nvSpPr>
            <p:spPr>
              <a:xfrm>
                <a:off x="331795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h2499"/>
              <p:cNvSpPr/>
              <p:nvPr/>
            </p:nvSpPr>
            <p:spPr>
              <a:xfrm>
                <a:off x="332739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h2500"/>
              <p:cNvSpPr/>
              <p:nvPr/>
            </p:nvSpPr>
            <p:spPr>
              <a:xfrm>
                <a:off x="333683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h2501"/>
              <p:cNvSpPr/>
              <p:nvPr/>
            </p:nvSpPr>
            <p:spPr>
              <a:xfrm>
                <a:off x="334627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h2502"/>
              <p:cNvSpPr/>
              <p:nvPr/>
            </p:nvSpPr>
            <p:spPr>
              <a:xfrm>
                <a:off x="3355712" y="22732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80"/>
                    </a:lnTo>
                    <a:lnTo>
                      <a:pt x="923379" y="910122"/>
                    </a:lnTo>
                    <a:lnTo>
                      <a:pt x="922691" y="912278"/>
                    </a:lnTo>
                    <a:lnTo>
                      <a:pt x="922013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h2503"/>
              <p:cNvSpPr/>
              <p:nvPr/>
            </p:nvSpPr>
            <p:spPr>
              <a:xfrm>
                <a:off x="3365153" y="2255641"/>
                <a:ext cx="918189" cy="926250"/>
              </a:xfrm>
              <a:custGeom>
                <a:avLst/>
                <a:gdLst/>
                <a:ahLst/>
                <a:cxnLst/>
                <a:rect l="0" t="0" r="0" b="0"/>
                <a:pathLst>
                  <a:path w="918189" h="926250">
                    <a:moveTo>
                      <a:pt x="914400" y="914400"/>
                    </a:moveTo>
                    <a:lnTo>
                      <a:pt x="918189" y="914400"/>
                    </a:lnTo>
                    <a:lnTo>
                      <a:pt x="918074" y="914760"/>
                    </a:lnTo>
                    <a:lnTo>
                      <a:pt x="917384" y="916915"/>
                    </a:lnTo>
                    <a:lnTo>
                      <a:pt x="916695" y="919070"/>
                    </a:lnTo>
                    <a:lnTo>
                      <a:pt x="916005" y="921226"/>
                    </a:lnTo>
                    <a:lnTo>
                      <a:pt x="915316" y="923381"/>
                    </a:lnTo>
                    <a:lnTo>
                      <a:pt x="914627" y="925537"/>
                    </a:lnTo>
                    <a:lnTo>
                      <a:pt x="914400" y="92625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h2504"/>
              <p:cNvSpPr/>
              <p:nvPr/>
            </p:nvSpPr>
            <p:spPr>
              <a:xfrm>
                <a:off x="2430569" y="223807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401" y="931969"/>
                    </a:lnTo>
                    <a:lnTo>
                      <a:pt x="906715" y="930276"/>
                    </a:lnTo>
                    <a:lnTo>
                      <a:pt x="908926" y="920117"/>
                    </a:lnTo>
                    <a:lnTo>
                      <a:pt x="910360" y="914400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h2505"/>
              <p:cNvSpPr/>
              <p:nvPr/>
            </p:nvSpPr>
            <p:spPr>
              <a:xfrm>
                <a:off x="243056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h2506"/>
              <p:cNvSpPr/>
              <p:nvPr/>
            </p:nvSpPr>
            <p:spPr>
              <a:xfrm>
                <a:off x="244000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h2507"/>
              <p:cNvSpPr/>
              <p:nvPr/>
            </p:nvSpPr>
            <p:spPr>
              <a:xfrm>
                <a:off x="244944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h2508"/>
              <p:cNvSpPr/>
              <p:nvPr/>
            </p:nvSpPr>
            <p:spPr>
              <a:xfrm>
                <a:off x="245889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h2509"/>
              <p:cNvSpPr/>
              <p:nvPr/>
            </p:nvSpPr>
            <p:spPr>
              <a:xfrm>
                <a:off x="246833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h2510"/>
              <p:cNvSpPr/>
              <p:nvPr/>
            </p:nvSpPr>
            <p:spPr>
              <a:xfrm>
                <a:off x="247777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h2511"/>
              <p:cNvSpPr/>
              <p:nvPr/>
            </p:nvSpPr>
            <p:spPr>
              <a:xfrm>
                <a:off x="248721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h2512"/>
              <p:cNvSpPr/>
              <p:nvPr/>
            </p:nvSpPr>
            <p:spPr>
              <a:xfrm>
                <a:off x="249665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h2513"/>
              <p:cNvSpPr/>
              <p:nvPr/>
            </p:nvSpPr>
            <p:spPr>
              <a:xfrm>
                <a:off x="250609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h2514"/>
              <p:cNvSpPr/>
              <p:nvPr/>
            </p:nvSpPr>
            <p:spPr>
              <a:xfrm>
                <a:off x="251553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h2515"/>
              <p:cNvSpPr/>
              <p:nvPr/>
            </p:nvSpPr>
            <p:spPr>
              <a:xfrm>
                <a:off x="252497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h2516"/>
              <p:cNvSpPr/>
              <p:nvPr/>
            </p:nvSpPr>
            <p:spPr>
              <a:xfrm>
                <a:off x="253441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h2517"/>
              <p:cNvSpPr/>
              <p:nvPr/>
            </p:nvSpPr>
            <p:spPr>
              <a:xfrm>
                <a:off x="254385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h2518"/>
              <p:cNvSpPr/>
              <p:nvPr/>
            </p:nvSpPr>
            <p:spPr>
              <a:xfrm>
                <a:off x="255329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h2519"/>
              <p:cNvSpPr/>
              <p:nvPr/>
            </p:nvSpPr>
            <p:spPr>
              <a:xfrm>
                <a:off x="256273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h2520"/>
              <p:cNvSpPr/>
              <p:nvPr/>
            </p:nvSpPr>
            <p:spPr>
              <a:xfrm>
                <a:off x="257217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h2521"/>
              <p:cNvSpPr/>
              <p:nvPr/>
            </p:nvSpPr>
            <p:spPr>
              <a:xfrm>
                <a:off x="258161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h2522"/>
              <p:cNvSpPr/>
              <p:nvPr/>
            </p:nvSpPr>
            <p:spPr>
              <a:xfrm>
                <a:off x="259105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h2523"/>
              <p:cNvSpPr/>
              <p:nvPr/>
            </p:nvSpPr>
            <p:spPr>
              <a:xfrm>
                <a:off x="260049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h2524"/>
              <p:cNvSpPr/>
              <p:nvPr/>
            </p:nvSpPr>
            <p:spPr>
              <a:xfrm>
                <a:off x="260993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h2525"/>
              <p:cNvSpPr/>
              <p:nvPr/>
            </p:nvSpPr>
            <p:spPr>
              <a:xfrm>
                <a:off x="261937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h2526"/>
              <p:cNvSpPr/>
              <p:nvPr/>
            </p:nvSpPr>
            <p:spPr>
              <a:xfrm>
                <a:off x="262881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h2527"/>
              <p:cNvSpPr/>
              <p:nvPr/>
            </p:nvSpPr>
            <p:spPr>
              <a:xfrm>
                <a:off x="263825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h2528"/>
              <p:cNvSpPr/>
              <p:nvPr/>
            </p:nvSpPr>
            <p:spPr>
              <a:xfrm>
                <a:off x="264769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h2529"/>
              <p:cNvSpPr/>
              <p:nvPr/>
            </p:nvSpPr>
            <p:spPr>
              <a:xfrm>
                <a:off x="265713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h2530"/>
              <p:cNvSpPr/>
              <p:nvPr/>
            </p:nvSpPr>
            <p:spPr>
              <a:xfrm>
                <a:off x="266657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h2531"/>
              <p:cNvSpPr/>
              <p:nvPr/>
            </p:nvSpPr>
            <p:spPr>
              <a:xfrm>
                <a:off x="267601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h2532"/>
              <p:cNvSpPr/>
              <p:nvPr/>
            </p:nvSpPr>
            <p:spPr>
              <a:xfrm>
                <a:off x="268545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h2533"/>
              <p:cNvSpPr/>
              <p:nvPr/>
            </p:nvSpPr>
            <p:spPr>
              <a:xfrm>
                <a:off x="269489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h2534"/>
              <p:cNvSpPr/>
              <p:nvPr/>
            </p:nvSpPr>
            <p:spPr>
              <a:xfrm>
                <a:off x="270433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h2535"/>
              <p:cNvSpPr/>
              <p:nvPr/>
            </p:nvSpPr>
            <p:spPr>
              <a:xfrm>
                <a:off x="271377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h2536"/>
              <p:cNvSpPr/>
              <p:nvPr/>
            </p:nvSpPr>
            <p:spPr>
              <a:xfrm>
                <a:off x="2723216" y="2255641"/>
                <a:ext cx="9180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880" y="896830"/>
                    </a:lnTo>
                    <a:lnTo>
                      <a:pt x="918048" y="903822"/>
                    </a:lnTo>
                    <a:lnTo>
                      <a:pt x="918001" y="914400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h2537"/>
              <p:cNvSpPr/>
              <p:nvPr/>
            </p:nvSpPr>
            <p:spPr>
              <a:xfrm>
                <a:off x="2845939" y="2255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333" y="914400"/>
                    </a:lnTo>
                    <a:lnTo>
                      <a:pt x="909042" y="910575"/>
                    </a:lnTo>
                    <a:lnTo>
                      <a:pt x="909463" y="910161"/>
                    </a:lnTo>
                    <a:lnTo>
                      <a:pt x="909887" y="909744"/>
                    </a:lnTo>
                    <a:lnTo>
                      <a:pt x="910311" y="909328"/>
                    </a:lnTo>
                    <a:lnTo>
                      <a:pt x="910735" y="908911"/>
                    </a:lnTo>
                    <a:lnTo>
                      <a:pt x="911160" y="908494"/>
                    </a:lnTo>
                    <a:lnTo>
                      <a:pt x="911584" y="908077"/>
                    </a:lnTo>
                    <a:lnTo>
                      <a:pt x="912008" y="907660"/>
                    </a:lnTo>
                    <a:lnTo>
                      <a:pt x="912432" y="907243"/>
                    </a:lnTo>
                    <a:lnTo>
                      <a:pt x="912857" y="906826"/>
                    </a:lnTo>
                    <a:lnTo>
                      <a:pt x="913281" y="906410"/>
                    </a:lnTo>
                    <a:lnTo>
                      <a:pt x="913706" y="905993"/>
                    </a:lnTo>
                    <a:lnTo>
                      <a:pt x="914130" y="905576"/>
                    </a:lnTo>
                    <a:lnTo>
                      <a:pt x="914400" y="905311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h2538"/>
              <p:cNvSpPr/>
              <p:nvPr/>
            </p:nvSpPr>
            <p:spPr>
              <a:xfrm>
                <a:off x="2855380" y="223807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881"/>
                    </a:lnTo>
                    <a:lnTo>
                      <a:pt x="905114" y="922729"/>
                    </a:lnTo>
                    <a:lnTo>
                      <a:pt x="905539" y="922312"/>
                    </a:lnTo>
                    <a:lnTo>
                      <a:pt x="905963" y="921896"/>
                    </a:lnTo>
                    <a:lnTo>
                      <a:pt x="906388" y="921479"/>
                    </a:lnTo>
                    <a:lnTo>
                      <a:pt x="906812" y="921062"/>
                    </a:lnTo>
                    <a:lnTo>
                      <a:pt x="907237" y="920645"/>
                    </a:lnTo>
                    <a:lnTo>
                      <a:pt x="907661" y="920229"/>
                    </a:lnTo>
                    <a:lnTo>
                      <a:pt x="908086" y="919812"/>
                    </a:lnTo>
                    <a:lnTo>
                      <a:pt x="908511" y="919395"/>
                    </a:lnTo>
                    <a:lnTo>
                      <a:pt x="908935" y="918979"/>
                    </a:lnTo>
                    <a:lnTo>
                      <a:pt x="909360" y="918562"/>
                    </a:lnTo>
                    <a:lnTo>
                      <a:pt x="909785" y="918146"/>
                    </a:lnTo>
                    <a:lnTo>
                      <a:pt x="910210" y="917729"/>
                    </a:lnTo>
                    <a:lnTo>
                      <a:pt x="910634" y="917312"/>
                    </a:lnTo>
                    <a:lnTo>
                      <a:pt x="911059" y="916896"/>
                    </a:lnTo>
                    <a:lnTo>
                      <a:pt x="911484" y="916479"/>
                    </a:lnTo>
                    <a:lnTo>
                      <a:pt x="911909" y="916063"/>
                    </a:lnTo>
                    <a:lnTo>
                      <a:pt x="912334" y="915646"/>
                    </a:lnTo>
                    <a:lnTo>
                      <a:pt x="912759" y="915230"/>
                    </a:lnTo>
                    <a:lnTo>
                      <a:pt x="913184" y="914813"/>
                    </a:lnTo>
                    <a:lnTo>
                      <a:pt x="913633" y="914400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h2539"/>
              <p:cNvSpPr/>
              <p:nvPr/>
            </p:nvSpPr>
            <p:spPr>
              <a:xfrm>
                <a:off x="285538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h2540"/>
              <p:cNvSpPr/>
              <p:nvPr/>
            </p:nvSpPr>
            <p:spPr>
              <a:xfrm>
                <a:off x="286482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h2541"/>
              <p:cNvSpPr/>
              <p:nvPr/>
            </p:nvSpPr>
            <p:spPr>
              <a:xfrm>
                <a:off x="287426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h2542"/>
              <p:cNvSpPr/>
              <p:nvPr/>
            </p:nvSpPr>
            <p:spPr>
              <a:xfrm>
                <a:off x="288370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h2543"/>
              <p:cNvSpPr/>
              <p:nvPr/>
            </p:nvSpPr>
            <p:spPr>
              <a:xfrm>
                <a:off x="289314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h2544"/>
              <p:cNvSpPr/>
              <p:nvPr/>
            </p:nvSpPr>
            <p:spPr>
              <a:xfrm>
                <a:off x="290258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h2545"/>
              <p:cNvSpPr/>
              <p:nvPr/>
            </p:nvSpPr>
            <p:spPr>
              <a:xfrm>
                <a:off x="291202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h2546"/>
              <p:cNvSpPr/>
              <p:nvPr/>
            </p:nvSpPr>
            <p:spPr>
              <a:xfrm>
                <a:off x="292146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h2547"/>
              <p:cNvSpPr/>
              <p:nvPr/>
            </p:nvSpPr>
            <p:spPr>
              <a:xfrm>
                <a:off x="293090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h2548"/>
              <p:cNvSpPr/>
              <p:nvPr/>
            </p:nvSpPr>
            <p:spPr>
              <a:xfrm>
                <a:off x="294034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h2549"/>
              <p:cNvSpPr/>
              <p:nvPr/>
            </p:nvSpPr>
            <p:spPr>
              <a:xfrm>
                <a:off x="294978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h2550"/>
              <p:cNvSpPr/>
              <p:nvPr/>
            </p:nvSpPr>
            <p:spPr>
              <a:xfrm>
                <a:off x="295922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h2551"/>
              <p:cNvSpPr/>
              <p:nvPr/>
            </p:nvSpPr>
            <p:spPr>
              <a:xfrm>
                <a:off x="296866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h2552"/>
              <p:cNvSpPr/>
              <p:nvPr/>
            </p:nvSpPr>
            <p:spPr>
              <a:xfrm>
                <a:off x="297810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h2553"/>
              <p:cNvSpPr/>
              <p:nvPr/>
            </p:nvSpPr>
            <p:spPr>
              <a:xfrm>
                <a:off x="298754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h2554"/>
              <p:cNvSpPr/>
              <p:nvPr/>
            </p:nvSpPr>
            <p:spPr>
              <a:xfrm>
                <a:off x="299698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h2555"/>
              <p:cNvSpPr/>
              <p:nvPr/>
            </p:nvSpPr>
            <p:spPr>
              <a:xfrm>
                <a:off x="300642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h2556"/>
              <p:cNvSpPr/>
              <p:nvPr/>
            </p:nvSpPr>
            <p:spPr>
              <a:xfrm>
                <a:off x="301586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h2557"/>
              <p:cNvSpPr/>
              <p:nvPr/>
            </p:nvSpPr>
            <p:spPr>
              <a:xfrm>
                <a:off x="302530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h2558"/>
              <p:cNvSpPr/>
              <p:nvPr/>
            </p:nvSpPr>
            <p:spPr>
              <a:xfrm>
                <a:off x="303474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h2559"/>
              <p:cNvSpPr/>
              <p:nvPr/>
            </p:nvSpPr>
            <p:spPr>
              <a:xfrm>
                <a:off x="304418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h2560"/>
              <p:cNvSpPr/>
              <p:nvPr/>
            </p:nvSpPr>
            <p:spPr>
              <a:xfrm>
                <a:off x="305362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h2561"/>
              <p:cNvSpPr/>
              <p:nvPr/>
            </p:nvSpPr>
            <p:spPr>
              <a:xfrm>
                <a:off x="306306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h2562"/>
              <p:cNvSpPr/>
              <p:nvPr/>
            </p:nvSpPr>
            <p:spPr>
              <a:xfrm>
                <a:off x="307250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h2563"/>
              <p:cNvSpPr/>
              <p:nvPr/>
            </p:nvSpPr>
            <p:spPr>
              <a:xfrm>
                <a:off x="308194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h2564"/>
              <p:cNvSpPr/>
              <p:nvPr/>
            </p:nvSpPr>
            <p:spPr>
              <a:xfrm>
                <a:off x="309138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h2565"/>
              <p:cNvSpPr/>
              <p:nvPr/>
            </p:nvSpPr>
            <p:spPr>
              <a:xfrm>
                <a:off x="310082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h2566"/>
              <p:cNvSpPr/>
              <p:nvPr/>
            </p:nvSpPr>
            <p:spPr>
              <a:xfrm>
                <a:off x="311026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h2567"/>
              <p:cNvSpPr/>
              <p:nvPr/>
            </p:nvSpPr>
            <p:spPr>
              <a:xfrm>
                <a:off x="311970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h2568"/>
              <p:cNvSpPr/>
              <p:nvPr/>
            </p:nvSpPr>
            <p:spPr>
              <a:xfrm>
                <a:off x="312914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h2569"/>
              <p:cNvSpPr/>
              <p:nvPr/>
            </p:nvSpPr>
            <p:spPr>
              <a:xfrm>
                <a:off x="313858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h2570"/>
              <p:cNvSpPr/>
              <p:nvPr/>
            </p:nvSpPr>
            <p:spPr>
              <a:xfrm>
                <a:off x="314802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h2571"/>
              <p:cNvSpPr/>
              <p:nvPr/>
            </p:nvSpPr>
            <p:spPr>
              <a:xfrm>
                <a:off x="315746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h2572"/>
              <p:cNvSpPr/>
              <p:nvPr/>
            </p:nvSpPr>
            <p:spPr>
              <a:xfrm>
                <a:off x="316690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h2573"/>
              <p:cNvSpPr/>
              <p:nvPr/>
            </p:nvSpPr>
            <p:spPr>
              <a:xfrm>
                <a:off x="317634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h2574"/>
              <p:cNvSpPr/>
              <p:nvPr/>
            </p:nvSpPr>
            <p:spPr>
              <a:xfrm>
                <a:off x="318578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h2575"/>
              <p:cNvSpPr/>
              <p:nvPr/>
            </p:nvSpPr>
            <p:spPr>
              <a:xfrm>
                <a:off x="319522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h2576"/>
              <p:cNvSpPr/>
              <p:nvPr/>
            </p:nvSpPr>
            <p:spPr>
              <a:xfrm>
                <a:off x="320466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h2577"/>
              <p:cNvSpPr/>
              <p:nvPr/>
            </p:nvSpPr>
            <p:spPr>
              <a:xfrm>
                <a:off x="321410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h2578"/>
              <p:cNvSpPr/>
              <p:nvPr/>
            </p:nvSpPr>
            <p:spPr>
              <a:xfrm>
                <a:off x="322354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h2579"/>
              <p:cNvSpPr/>
              <p:nvPr/>
            </p:nvSpPr>
            <p:spPr>
              <a:xfrm>
                <a:off x="323298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h2580"/>
              <p:cNvSpPr/>
              <p:nvPr/>
            </p:nvSpPr>
            <p:spPr>
              <a:xfrm>
                <a:off x="324242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h2581"/>
              <p:cNvSpPr/>
              <p:nvPr/>
            </p:nvSpPr>
            <p:spPr>
              <a:xfrm>
                <a:off x="325187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h2582"/>
              <p:cNvSpPr/>
              <p:nvPr/>
            </p:nvSpPr>
            <p:spPr>
              <a:xfrm>
                <a:off x="326131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h2583"/>
              <p:cNvSpPr/>
              <p:nvPr/>
            </p:nvSpPr>
            <p:spPr>
              <a:xfrm>
                <a:off x="327075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h2584"/>
              <p:cNvSpPr/>
              <p:nvPr/>
            </p:nvSpPr>
            <p:spPr>
              <a:xfrm>
                <a:off x="328019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h2585"/>
              <p:cNvSpPr/>
              <p:nvPr/>
            </p:nvSpPr>
            <p:spPr>
              <a:xfrm>
                <a:off x="328963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h2586"/>
              <p:cNvSpPr/>
              <p:nvPr/>
            </p:nvSpPr>
            <p:spPr>
              <a:xfrm>
                <a:off x="329907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h2587"/>
              <p:cNvSpPr/>
              <p:nvPr/>
            </p:nvSpPr>
            <p:spPr>
              <a:xfrm>
                <a:off x="330851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h2588"/>
              <p:cNvSpPr/>
              <p:nvPr/>
            </p:nvSpPr>
            <p:spPr>
              <a:xfrm>
                <a:off x="331795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h2589"/>
              <p:cNvSpPr/>
              <p:nvPr/>
            </p:nvSpPr>
            <p:spPr>
              <a:xfrm>
                <a:off x="332739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h2590"/>
              <p:cNvSpPr/>
              <p:nvPr/>
            </p:nvSpPr>
            <p:spPr>
              <a:xfrm>
                <a:off x="333683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h2591"/>
              <p:cNvSpPr/>
              <p:nvPr/>
            </p:nvSpPr>
            <p:spPr>
              <a:xfrm>
                <a:off x="334627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h2592"/>
              <p:cNvSpPr/>
              <p:nvPr/>
            </p:nvSpPr>
            <p:spPr>
              <a:xfrm>
                <a:off x="335571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h2593"/>
              <p:cNvSpPr/>
              <p:nvPr/>
            </p:nvSpPr>
            <p:spPr>
              <a:xfrm>
                <a:off x="3365153" y="2255641"/>
                <a:ext cx="9233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1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18" y="896830"/>
                    </a:lnTo>
                    <a:lnTo>
                      <a:pt x="921370" y="904016"/>
                    </a:lnTo>
                    <a:lnTo>
                      <a:pt x="918769" y="912590"/>
                    </a:lnTo>
                    <a:lnTo>
                      <a:pt x="918189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h2594"/>
              <p:cNvSpPr/>
              <p:nvPr/>
            </p:nvSpPr>
            <p:spPr>
              <a:xfrm>
                <a:off x="2421129" y="2220501"/>
                <a:ext cx="914399" cy="91501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010">
                    <a:moveTo>
                      <a:pt x="914399" y="914400"/>
                    </a:moveTo>
                    <a:lnTo>
                      <a:pt x="914399" y="915010"/>
                    </a:lnTo>
                    <a:lnTo>
                      <a:pt x="914125" y="91440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h2595"/>
              <p:cNvSpPr/>
              <p:nvPr/>
            </p:nvSpPr>
            <p:spPr>
              <a:xfrm>
                <a:off x="242112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0" y="931969"/>
                    </a:lnTo>
                    <a:lnTo>
                      <a:pt x="920594" y="928805"/>
                    </a:lnTo>
                    <a:lnTo>
                      <a:pt x="920353" y="928266"/>
                    </a:lnTo>
                    <a:lnTo>
                      <a:pt x="919573" y="926529"/>
                    </a:lnTo>
                    <a:lnTo>
                      <a:pt x="918793" y="924791"/>
                    </a:lnTo>
                    <a:lnTo>
                      <a:pt x="918013" y="923053"/>
                    </a:lnTo>
                    <a:lnTo>
                      <a:pt x="917233" y="921316"/>
                    </a:lnTo>
                    <a:lnTo>
                      <a:pt x="916453" y="919579"/>
                    </a:lnTo>
                    <a:lnTo>
                      <a:pt x="915672" y="917841"/>
                    </a:lnTo>
                    <a:lnTo>
                      <a:pt x="914891" y="916104"/>
                    </a:lnTo>
                    <a:lnTo>
                      <a:pt x="914399" y="91501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h2596"/>
              <p:cNvSpPr/>
              <p:nvPr/>
            </p:nvSpPr>
            <p:spPr>
              <a:xfrm>
                <a:off x="243056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h2597"/>
              <p:cNvSpPr/>
              <p:nvPr/>
            </p:nvSpPr>
            <p:spPr>
              <a:xfrm>
                <a:off x="244000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h2598"/>
              <p:cNvSpPr/>
              <p:nvPr/>
            </p:nvSpPr>
            <p:spPr>
              <a:xfrm>
                <a:off x="244944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h2599"/>
              <p:cNvSpPr/>
              <p:nvPr/>
            </p:nvSpPr>
            <p:spPr>
              <a:xfrm>
                <a:off x="245889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h2600"/>
              <p:cNvSpPr/>
              <p:nvPr/>
            </p:nvSpPr>
            <p:spPr>
              <a:xfrm>
                <a:off x="246833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h2601"/>
              <p:cNvSpPr/>
              <p:nvPr/>
            </p:nvSpPr>
            <p:spPr>
              <a:xfrm>
                <a:off x="247777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h2602"/>
              <p:cNvSpPr/>
              <p:nvPr/>
            </p:nvSpPr>
            <p:spPr>
              <a:xfrm>
                <a:off x="248721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h2603"/>
              <p:cNvSpPr/>
              <p:nvPr/>
            </p:nvSpPr>
            <p:spPr>
              <a:xfrm>
                <a:off x="249665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h2604"/>
              <p:cNvSpPr/>
              <p:nvPr/>
            </p:nvSpPr>
            <p:spPr>
              <a:xfrm>
                <a:off x="250609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h2605"/>
              <p:cNvSpPr/>
              <p:nvPr/>
            </p:nvSpPr>
            <p:spPr>
              <a:xfrm>
                <a:off x="251553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h2606"/>
              <p:cNvSpPr/>
              <p:nvPr/>
            </p:nvSpPr>
            <p:spPr>
              <a:xfrm>
                <a:off x="252497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h2607"/>
              <p:cNvSpPr/>
              <p:nvPr/>
            </p:nvSpPr>
            <p:spPr>
              <a:xfrm>
                <a:off x="253441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h2608"/>
              <p:cNvSpPr/>
              <p:nvPr/>
            </p:nvSpPr>
            <p:spPr>
              <a:xfrm>
                <a:off x="254385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h2609"/>
              <p:cNvSpPr/>
              <p:nvPr/>
            </p:nvSpPr>
            <p:spPr>
              <a:xfrm>
                <a:off x="255329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h2610"/>
              <p:cNvSpPr/>
              <p:nvPr/>
            </p:nvSpPr>
            <p:spPr>
              <a:xfrm>
                <a:off x="256273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h2611"/>
              <p:cNvSpPr/>
              <p:nvPr/>
            </p:nvSpPr>
            <p:spPr>
              <a:xfrm>
                <a:off x="257217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h2612"/>
              <p:cNvSpPr/>
              <p:nvPr/>
            </p:nvSpPr>
            <p:spPr>
              <a:xfrm>
                <a:off x="258161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h2613"/>
              <p:cNvSpPr/>
              <p:nvPr/>
            </p:nvSpPr>
            <p:spPr>
              <a:xfrm>
                <a:off x="259105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h2614"/>
              <p:cNvSpPr/>
              <p:nvPr/>
            </p:nvSpPr>
            <p:spPr>
              <a:xfrm>
                <a:off x="260049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h2615"/>
              <p:cNvSpPr/>
              <p:nvPr/>
            </p:nvSpPr>
            <p:spPr>
              <a:xfrm>
                <a:off x="260993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h2616"/>
              <p:cNvSpPr/>
              <p:nvPr/>
            </p:nvSpPr>
            <p:spPr>
              <a:xfrm>
                <a:off x="261937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h2617"/>
              <p:cNvSpPr/>
              <p:nvPr/>
            </p:nvSpPr>
            <p:spPr>
              <a:xfrm>
                <a:off x="262881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h2618"/>
              <p:cNvSpPr/>
              <p:nvPr/>
            </p:nvSpPr>
            <p:spPr>
              <a:xfrm>
                <a:off x="263825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h2619"/>
              <p:cNvSpPr/>
              <p:nvPr/>
            </p:nvSpPr>
            <p:spPr>
              <a:xfrm>
                <a:off x="264769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h2620"/>
              <p:cNvSpPr/>
              <p:nvPr/>
            </p:nvSpPr>
            <p:spPr>
              <a:xfrm>
                <a:off x="265713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h2621"/>
              <p:cNvSpPr/>
              <p:nvPr/>
            </p:nvSpPr>
            <p:spPr>
              <a:xfrm>
                <a:off x="266657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h2622"/>
              <p:cNvSpPr/>
              <p:nvPr/>
            </p:nvSpPr>
            <p:spPr>
              <a:xfrm>
                <a:off x="267601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h2623"/>
              <p:cNvSpPr/>
              <p:nvPr/>
            </p:nvSpPr>
            <p:spPr>
              <a:xfrm>
                <a:off x="268545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h2624"/>
              <p:cNvSpPr/>
              <p:nvPr/>
            </p:nvSpPr>
            <p:spPr>
              <a:xfrm>
                <a:off x="269489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h2625"/>
              <p:cNvSpPr/>
              <p:nvPr/>
            </p:nvSpPr>
            <p:spPr>
              <a:xfrm>
                <a:off x="270433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h2626"/>
              <p:cNvSpPr/>
              <p:nvPr/>
            </p:nvSpPr>
            <p:spPr>
              <a:xfrm>
                <a:off x="271377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h2627"/>
              <p:cNvSpPr/>
              <p:nvPr/>
            </p:nvSpPr>
            <p:spPr>
              <a:xfrm>
                <a:off x="2723216" y="2238071"/>
                <a:ext cx="9178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8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008" y="896830"/>
                    </a:lnTo>
                    <a:lnTo>
                      <a:pt x="917192" y="899085"/>
                    </a:lnTo>
                    <a:lnTo>
                      <a:pt x="917779" y="910217"/>
                    </a:lnTo>
                    <a:lnTo>
                      <a:pt x="917880" y="914400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h2628"/>
              <p:cNvSpPr/>
              <p:nvPr/>
            </p:nvSpPr>
            <p:spPr>
              <a:xfrm>
                <a:off x="2855380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33" y="914400"/>
                    </a:lnTo>
                    <a:lnTo>
                      <a:pt x="914400" y="913694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h2629"/>
              <p:cNvSpPr/>
              <p:nvPr/>
            </p:nvSpPr>
            <p:spPr>
              <a:xfrm>
                <a:off x="2864820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694"/>
                    </a:lnTo>
                    <a:lnTo>
                      <a:pt x="908934" y="910037"/>
                    </a:lnTo>
                    <a:lnTo>
                      <a:pt x="914249" y="905761"/>
                    </a:lnTo>
                    <a:lnTo>
                      <a:pt x="914400" y="90564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h2630"/>
              <p:cNvSpPr/>
              <p:nvPr/>
            </p:nvSpPr>
            <p:spPr>
              <a:xfrm>
                <a:off x="2874260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0" y="905573"/>
                    </a:lnTo>
                    <a:lnTo>
                      <a:pt x="905314" y="905383"/>
                    </a:lnTo>
                    <a:lnTo>
                      <a:pt x="905567" y="905193"/>
                    </a:lnTo>
                    <a:lnTo>
                      <a:pt x="905821" y="905003"/>
                    </a:lnTo>
                    <a:lnTo>
                      <a:pt x="906074" y="904813"/>
                    </a:lnTo>
                    <a:lnTo>
                      <a:pt x="906328" y="904623"/>
                    </a:lnTo>
                    <a:lnTo>
                      <a:pt x="906581" y="904434"/>
                    </a:lnTo>
                    <a:lnTo>
                      <a:pt x="906835" y="904244"/>
                    </a:lnTo>
                    <a:lnTo>
                      <a:pt x="907089" y="904054"/>
                    </a:lnTo>
                    <a:lnTo>
                      <a:pt x="907342" y="903864"/>
                    </a:lnTo>
                    <a:lnTo>
                      <a:pt x="907596" y="903674"/>
                    </a:lnTo>
                    <a:lnTo>
                      <a:pt x="907850" y="903485"/>
                    </a:lnTo>
                    <a:lnTo>
                      <a:pt x="908103" y="903295"/>
                    </a:lnTo>
                    <a:lnTo>
                      <a:pt x="908357" y="903105"/>
                    </a:lnTo>
                    <a:lnTo>
                      <a:pt x="908611" y="902915"/>
                    </a:lnTo>
                    <a:lnTo>
                      <a:pt x="908864" y="902725"/>
                    </a:lnTo>
                    <a:lnTo>
                      <a:pt x="909118" y="902536"/>
                    </a:lnTo>
                    <a:lnTo>
                      <a:pt x="909372" y="902346"/>
                    </a:lnTo>
                    <a:lnTo>
                      <a:pt x="909625" y="902156"/>
                    </a:lnTo>
                    <a:lnTo>
                      <a:pt x="909879" y="901966"/>
                    </a:lnTo>
                    <a:lnTo>
                      <a:pt x="910133" y="901777"/>
                    </a:lnTo>
                    <a:lnTo>
                      <a:pt x="910386" y="901587"/>
                    </a:lnTo>
                    <a:lnTo>
                      <a:pt x="910640" y="901397"/>
                    </a:lnTo>
                    <a:lnTo>
                      <a:pt x="910894" y="901208"/>
                    </a:lnTo>
                    <a:lnTo>
                      <a:pt x="911147" y="901018"/>
                    </a:lnTo>
                    <a:lnTo>
                      <a:pt x="911401" y="900828"/>
                    </a:lnTo>
                    <a:lnTo>
                      <a:pt x="911655" y="900638"/>
                    </a:lnTo>
                    <a:lnTo>
                      <a:pt x="911909" y="900449"/>
                    </a:lnTo>
                    <a:lnTo>
                      <a:pt x="912162" y="900259"/>
                    </a:lnTo>
                    <a:lnTo>
                      <a:pt x="912416" y="900069"/>
                    </a:lnTo>
                    <a:lnTo>
                      <a:pt x="912670" y="899880"/>
                    </a:lnTo>
                    <a:lnTo>
                      <a:pt x="912924" y="899690"/>
                    </a:lnTo>
                    <a:lnTo>
                      <a:pt x="913178" y="899500"/>
                    </a:lnTo>
                    <a:lnTo>
                      <a:pt x="913431" y="899310"/>
                    </a:lnTo>
                    <a:lnTo>
                      <a:pt x="913685" y="899121"/>
                    </a:lnTo>
                    <a:lnTo>
                      <a:pt x="913939" y="898931"/>
                    </a:lnTo>
                    <a:lnTo>
                      <a:pt x="914193" y="898741"/>
                    </a:lnTo>
                    <a:lnTo>
                      <a:pt x="914400" y="898587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h2631"/>
              <p:cNvSpPr/>
              <p:nvPr/>
            </p:nvSpPr>
            <p:spPr>
              <a:xfrm>
                <a:off x="2883700" y="222050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5006" y="916122"/>
                    </a:lnTo>
                    <a:lnTo>
                      <a:pt x="905260" y="915932"/>
                    </a:lnTo>
                    <a:lnTo>
                      <a:pt x="905514" y="915742"/>
                    </a:lnTo>
                    <a:lnTo>
                      <a:pt x="905768" y="915553"/>
                    </a:lnTo>
                    <a:lnTo>
                      <a:pt x="906022" y="915363"/>
                    </a:lnTo>
                    <a:lnTo>
                      <a:pt x="906276" y="915173"/>
                    </a:lnTo>
                    <a:lnTo>
                      <a:pt x="906529" y="914984"/>
                    </a:lnTo>
                    <a:lnTo>
                      <a:pt x="906783" y="914794"/>
                    </a:lnTo>
                    <a:lnTo>
                      <a:pt x="907037" y="914605"/>
                    </a:lnTo>
                    <a:lnTo>
                      <a:pt x="907312" y="914400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h2632"/>
              <p:cNvSpPr/>
              <p:nvPr/>
            </p:nvSpPr>
            <p:spPr>
              <a:xfrm>
                <a:off x="288370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h2633"/>
              <p:cNvSpPr/>
              <p:nvPr/>
            </p:nvSpPr>
            <p:spPr>
              <a:xfrm>
                <a:off x="289314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h2634"/>
              <p:cNvSpPr/>
              <p:nvPr/>
            </p:nvSpPr>
            <p:spPr>
              <a:xfrm>
                <a:off x="290258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h2635"/>
              <p:cNvSpPr/>
              <p:nvPr/>
            </p:nvSpPr>
            <p:spPr>
              <a:xfrm>
                <a:off x="291202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h2636"/>
              <p:cNvSpPr/>
              <p:nvPr/>
            </p:nvSpPr>
            <p:spPr>
              <a:xfrm>
                <a:off x="292146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h2637"/>
              <p:cNvSpPr/>
              <p:nvPr/>
            </p:nvSpPr>
            <p:spPr>
              <a:xfrm>
                <a:off x="293090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h2638"/>
              <p:cNvSpPr/>
              <p:nvPr/>
            </p:nvSpPr>
            <p:spPr>
              <a:xfrm>
                <a:off x="294034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h2639"/>
              <p:cNvSpPr/>
              <p:nvPr/>
            </p:nvSpPr>
            <p:spPr>
              <a:xfrm>
                <a:off x="294978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h2640"/>
              <p:cNvSpPr/>
              <p:nvPr/>
            </p:nvSpPr>
            <p:spPr>
              <a:xfrm>
                <a:off x="295922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h2641"/>
              <p:cNvSpPr/>
              <p:nvPr/>
            </p:nvSpPr>
            <p:spPr>
              <a:xfrm>
                <a:off x="296866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h2642"/>
              <p:cNvSpPr/>
              <p:nvPr/>
            </p:nvSpPr>
            <p:spPr>
              <a:xfrm>
                <a:off x="297810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h2643"/>
              <p:cNvSpPr/>
              <p:nvPr/>
            </p:nvSpPr>
            <p:spPr>
              <a:xfrm>
                <a:off x="298754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h2644"/>
              <p:cNvSpPr/>
              <p:nvPr/>
            </p:nvSpPr>
            <p:spPr>
              <a:xfrm>
                <a:off x="299698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h2645"/>
              <p:cNvSpPr/>
              <p:nvPr/>
            </p:nvSpPr>
            <p:spPr>
              <a:xfrm>
                <a:off x="300642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h2646"/>
              <p:cNvSpPr/>
              <p:nvPr/>
            </p:nvSpPr>
            <p:spPr>
              <a:xfrm>
                <a:off x="301586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h2647"/>
              <p:cNvSpPr/>
              <p:nvPr/>
            </p:nvSpPr>
            <p:spPr>
              <a:xfrm>
                <a:off x="302530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h2648"/>
              <p:cNvSpPr/>
              <p:nvPr/>
            </p:nvSpPr>
            <p:spPr>
              <a:xfrm>
                <a:off x="303474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h2649"/>
              <p:cNvSpPr/>
              <p:nvPr/>
            </p:nvSpPr>
            <p:spPr>
              <a:xfrm>
                <a:off x="304418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h2650"/>
              <p:cNvSpPr/>
              <p:nvPr/>
            </p:nvSpPr>
            <p:spPr>
              <a:xfrm>
                <a:off x="305362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h2651"/>
              <p:cNvSpPr/>
              <p:nvPr/>
            </p:nvSpPr>
            <p:spPr>
              <a:xfrm>
                <a:off x="306306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h2652"/>
              <p:cNvSpPr/>
              <p:nvPr/>
            </p:nvSpPr>
            <p:spPr>
              <a:xfrm>
                <a:off x="307250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h2653"/>
              <p:cNvSpPr/>
              <p:nvPr/>
            </p:nvSpPr>
            <p:spPr>
              <a:xfrm>
                <a:off x="308194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h2654"/>
              <p:cNvSpPr/>
              <p:nvPr/>
            </p:nvSpPr>
            <p:spPr>
              <a:xfrm>
                <a:off x="309138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h2655"/>
              <p:cNvSpPr/>
              <p:nvPr/>
            </p:nvSpPr>
            <p:spPr>
              <a:xfrm>
                <a:off x="310082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h2656"/>
              <p:cNvSpPr/>
              <p:nvPr/>
            </p:nvSpPr>
            <p:spPr>
              <a:xfrm>
                <a:off x="311026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h2657"/>
              <p:cNvSpPr/>
              <p:nvPr/>
            </p:nvSpPr>
            <p:spPr>
              <a:xfrm>
                <a:off x="311970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h2658"/>
              <p:cNvSpPr/>
              <p:nvPr/>
            </p:nvSpPr>
            <p:spPr>
              <a:xfrm>
                <a:off x="312914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h2659"/>
              <p:cNvSpPr/>
              <p:nvPr/>
            </p:nvSpPr>
            <p:spPr>
              <a:xfrm>
                <a:off x="313858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h2660"/>
              <p:cNvSpPr/>
              <p:nvPr/>
            </p:nvSpPr>
            <p:spPr>
              <a:xfrm>
                <a:off x="314802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h2661"/>
              <p:cNvSpPr/>
              <p:nvPr/>
            </p:nvSpPr>
            <p:spPr>
              <a:xfrm>
                <a:off x="315746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h2662"/>
              <p:cNvSpPr/>
              <p:nvPr/>
            </p:nvSpPr>
            <p:spPr>
              <a:xfrm>
                <a:off x="316690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h2663"/>
              <p:cNvSpPr/>
              <p:nvPr/>
            </p:nvSpPr>
            <p:spPr>
              <a:xfrm>
                <a:off x="317634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h2664"/>
              <p:cNvSpPr/>
              <p:nvPr/>
            </p:nvSpPr>
            <p:spPr>
              <a:xfrm>
                <a:off x="318578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h2665"/>
              <p:cNvSpPr/>
              <p:nvPr/>
            </p:nvSpPr>
            <p:spPr>
              <a:xfrm>
                <a:off x="319522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h2666"/>
              <p:cNvSpPr/>
              <p:nvPr/>
            </p:nvSpPr>
            <p:spPr>
              <a:xfrm>
                <a:off x="320466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h2667"/>
              <p:cNvSpPr/>
              <p:nvPr/>
            </p:nvSpPr>
            <p:spPr>
              <a:xfrm>
                <a:off x="321410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h2668"/>
              <p:cNvSpPr/>
              <p:nvPr/>
            </p:nvSpPr>
            <p:spPr>
              <a:xfrm>
                <a:off x="322354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h2669"/>
              <p:cNvSpPr/>
              <p:nvPr/>
            </p:nvSpPr>
            <p:spPr>
              <a:xfrm>
                <a:off x="323298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h2670"/>
              <p:cNvSpPr/>
              <p:nvPr/>
            </p:nvSpPr>
            <p:spPr>
              <a:xfrm>
                <a:off x="324242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h2671"/>
              <p:cNvSpPr/>
              <p:nvPr/>
            </p:nvSpPr>
            <p:spPr>
              <a:xfrm>
                <a:off x="325187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h2672"/>
              <p:cNvSpPr/>
              <p:nvPr/>
            </p:nvSpPr>
            <p:spPr>
              <a:xfrm>
                <a:off x="326131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h2673"/>
              <p:cNvSpPr/>
              <p:nvPr/>
            </p:nvSpPr>
            <p:spPr>
              <a:xfrm>
                <a:off x="327075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h2674"/>
              <p:cNvSpPr/>
              <p:nvPr/>
            </p:nvSpPr>
            <p:spPr>
              <a:xfrm>
                <a:off x="328019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h2675"/>
              <p:cNvSpPr/>
              <p:nvPr/>
            </p:nvSpPr>
            <p:spPr>
              <a:xfrm>
                <a:off x="328963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h2676"/>
              <p:cNvSpPr/>
              <p:nvPr/>
            </p:nvSpPr>
            <p:spPr>
              <a:xfrm>
                <a:off x="329907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h2677"/>
              <p:cNvSpPr/>
              <p:nvPr/>
            </p:nvSpPr>
            <p:spPr>
              <a:xfrm>
                <a:off x="330851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h2678"/>
              <p:cNvSpPr/>
              <p:nvPr/>
            </p:nvSpPr>
            <p:spPr>
              <a:xfrm>
                <a:off x="331795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h2679"/>
              <p:cNvSpPr/>
              <p:nvPr/>
            </p:nvSpPr>
            <p:spPr>
              <a:xfrm>
                <a:off x="332739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h2680"/>
              <p:cNvSpPr/>
              <p:nvPr/>
            </p:nvSpPr>
            <p:spPr>
              <a:xfrm>
                <a:off x="333683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h2681"/>
              <p:cNvSpPr/>
              <p:nvPr/>
            </p:nvSpPr>
            <p:spPr>
              <a:xfrm>
                <a:off x="334627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h2682"/>
              <p:cNvSpPr/>
              <p:nvPr/>
            </p:nvSpPr>
            <p:spPr>
              <a:xfrm>
                <a:off x="335571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h2683"/>
              <p:cNvSpPr/>
              <p:nvPr/>
            </p:nvSpPr>
            <p:spPr>
              <a:xfrm>
                <a:off x="3365153" y="223807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35"/>
                    </a:lnTo>
                    <a:lnTo>
                      <a:pt x="923753" y="912796"/>
                    </a:lnTo>
                    <a:lnTo>
                      <a:pt x="923318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h2684"/>
              <p:cNvSpPr/>
              <p:nvPr/>
            </p:nvSpPr>
            <p:spPr>
              <a:xfrm>
                <a:off x="3374593" y="2220501"/>
                <a:ext cx="918047" cy="930005"/>
              </a:xfrm>
              <a:custGeom>
                <a:avLst/>
                <a:gdLst/>
                <a:ahLst/>
                <a:cxnLst/>
                <a:rect l="0" t="0" r="0" b="0"/>
                <a:pathLst>
                  <a:path w="918047" h="930005">
                    <a:moveTo>
                      <a:pt x="914400" y="914400"/>
                    </a:moveTo>
                    <a:lnTo>
                      <a:pt x="918047" y="914400"/>
                    </a:lnTo>
                    <a:lnTo>
                      <a:pt x="917633" y="916231"/>
                    </a:lnTo>
                    <a:lnTo>
                      <a:pt x="917055" y="918797"/>
                    </a:lnTo>
                    <a:lnTo>
                      <a:pt x="916473" y="921377"/>
                    </a:lnTo>
                    <a:lnTo>
                      <a:pt x="914400" y="930005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h2685"/>
              <p:cNvSpPr/>
              <p:nvPr/>
            </p:nvSpPr>
            <p:spPr>
              <a:xfrm>
                <a:off x="2421129" y="220293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4110" y="931936"/>
                    </a:lnTo>
                    <a:lnTo>
                      <a:pt x="913329" y="930199"/>
                    </a:lnTo>
                    <a:lnTo>
                      <a:pt x="912547" y="928462"/>
                    </a:lnTo>
                    <a:lnTo>
                      <a:pt x="911766" y="926725"/>
                    </a:lnTo>
                    <a:lnTo>
                      <a:pt x="910984" y="924988"/>
                    </a:lnTo>
                    <a:lnTo>
                      <a:pt x="910202" y="923251"/>
                    </a:lnTo>
                    <a:lnTo>
                      <a:pt x="909420" y="921514"/>
                    </a:lnTo>
                    <a:lnTo>
                      <a:pt x="908637" y="919777"/>
                    </a:lnTo>
                    <a:lnTo>
                      <a:pt x="907854" y="918040"/>
                    </a:lnTo>
                    <a:lnTo>
                      <a:pt x="907071" y="916303"/>
                    </a:lnTo>
                    <a:lnTo>
                      <a:pt x="906288" y="914567"/>
                    </a:lnTo>
                    <a:lnTo>
                      <a:pt x="906213" y="914400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h2686"/>
              <p:cNvSpPr/>
              <p:nvPr/>
            </p:nvSpPr>
            <p:spPr>
              <a:xfrm>
                <a:off x="242112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h2687"/>
              <p:cNvSpPr/>
              <p:nvPr/>
            </p:nvSpPr>
            <p:spPr>
              <a:xfrm>
                <a:off x="243056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h2688"/>
              <p:cNvSpPr/>
              <p:nvPr/>
            </p:nvSpPr>
            <p:spPr>
              <a:xfrm>
                <a:off x="244000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h2689"/>
              <p:cNvSpPr/>
              <p:nvPr/>
            </p:nvSpPr>
            <p:spPr>
              <a:xfrm>
                <a:off x="244944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h2690"/>
              <p:cNvSpPr/>
              <p:nvPr/>
            </p:nvSpPr>
            <p:spPr>
              <a:xfrm>
                <a:off x="245889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h2691"/>
              <p:cNvSpPr/>
              <p:nvPr/>
            </p:nvSpPr>
            <p:spPr>
              <a:xfrm>
                <a:off x="246833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h2692"/>
              <p:cNvSpPr/>
              <p:nvPr/>
            </p:nvSpPr>
            <p:spPr>
              <a:xfrm>
                <a:off x="247777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h2693"/>
              <p:cNvSpPr/>
              <p:nvPr/>
            </p:nvSpPr>
            <p:spPr>
              <a:xfrm>
                <a:off x="248721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h2694"/>
              <p:cNvSpPr/>
              <p:nvPr/>
            </p:nvSpPr>
            <p:spPr>
              <a:xfrm>
                <a:off x="249665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h2695"/>
              <p:cNvSpPr/>
              <p:nvPr/>
            </p:nvSpPr>
            <p:spPr>
              <a:xfrm>
                <a:off x="250609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h2696"/>
              <p:cNvSpPr/>
              <p:nvPr/>
            </p:nvSpPr>
            <p:spPr>
              <a:xfrm>
                <a:off x="251553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h2697"/>
              <p:cNvSpPr/>
              <p:nvPr/>
            </p:nvSpPr>
            <p:spPr>
              <a:xfrm>
                <a:off x="252497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h2698"/>
              <p:cNvSpPr/>
              <p:nvPr/>
            </p:nvSpPr>
            <p:spPr>
              <a:xfrm>
                <a:off x="253441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h2699"/>
              <p:cNvSpPr/>
              <p:nvPr/>
            </p:nvSpPr>
            <p:spPr>
              <a:xfrm>
                <a:off x="254385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h2700"/>
              <p:cNvSpPr/>
              <p:nvPr/>
            </p:nvSpPr>
            <p:spPr>
              <a:xfrm>
                <a:off x="255329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h2701"/>
              <p:cNvSpPr/>
              <p:nvPr/>
            </p:nvSpPr>
            <p:spPr>
              <a:xfrm>
                <a:off x="256273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h2702"/>
              <p:cNvSpPr/>
              <p:nvPr/>
            </p:nvSpPr>
            <p:spPr>
              <a:xfrm>
                <a:off x="257217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h2703"/>
              <p:cNvSpPr/>
              <p:nvPr/>
            </p:nvSpPr>
            <p:spPr>
              <a:xfrm>
                <a:off x="258161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h2704"/>
              <p:cNvSpPr/>
              <p:nvPr/>
            </p:nvSpPr>
            <p:spPr>
              <a:xfrm>
                <a:off x="259105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h2705"/>
              <p:cNvSpPr/>
              <p:nvPr/>
            </p:nvSpPr>
            <p:spPr>
              <a:xfrm>
                <a:off x="260049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h2706"/>
              <p:cNvSpPr/>
              <p:nvPr/>
            </p:nvSpPr>
            <p:spPr>
              <a:xfrm>
                <a:off x="260993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h2707"/>
              <p:cNvSpPr/>
              <p:nvPr/>
            </p:nvSpPr>
            <p:spPr>
              <a:xfrm>
                <a:off x="261937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h2708"/>
              <p:cNvSpPr/>
              <p:nvPr/>
            </p:nvSpPr>
            <p:spPr>
              <a:xfrm>
                <a:off x="262881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h2709"/>
              <p:cNvSpPr/>
              <p:nvPr/>
            </p:nvSpPr>
            <p:spPr>
              <a:xfrm>
                <a:off x="263825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h2710"/>
              <p:cNvSpPr/>
              <p:nvPr/>
            </p:nvSpPr>
            <p:spPr>
              <a:xfrm>
                <a:off x="264769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h2711"/>
              <p:cNvSpPr/>
              <p:nvPr/>
            </p:nvSpPr>
            <p:spPr>
              <a:xfrm>
                <a:off x="265713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h2712"/>
              <p:cNvSpPr/>
              <p:nvPr/>
            </p:nvSpPr>
            <p:spPr>
              <a:xfrm>
                <a:off x="266657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h2713"/>
              <p:cNvSpPr/>
              <p:nvPr/>
            </p:nvSpPr>
            <p:spPr>
              <a:xfrm>
                <a:off x="267601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h2714"/>
              <p:cNvSpPr/>
              <p:nvPr/>
            </p:nvSpPr>
            <p:spPr>
              <a:xfrm>
                <a:off x="268545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h2715"/>
              <p:cNvSpPr/>
              <p:nvPr/>
            </p:nvSpPr>
            <p:spPr>
              <a:xfrm>
                <a:off x="269489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h2716"/>
              <p:cNvSpPr/>
              <p:nvPr/>
            </p:nvSpPr>
            <p:spPr>
              <a:xfrm>
                <a:off x="270433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h2717"/>
              <p:cNvSpPr/>
              <p:nvPr/>
            </p:nvSpPr>
            <p:spPr>
              <a:xfrm>
                <a:off x="271377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h2718"/>
              <p:cNvSpPr/>
              <p:nvPr/>
            </p:nvSpPr>
            <p:spPr>
              <a:xfrm>
                <a:off x="2723216" y="2220501"/>
                <a:ext cx="9170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0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315" y="896830"/>
                    </a:lnTo>
                    <a:lnTo>
                      <a:pt x="916289" y="905596"/>
                    </a:lnTo>
                    <a:lnTo>
                      <a:pt x="917008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h2719"/>
              <p:cNvSpPr/>
              <p:nvPr/>
            </p:nvSpPr>
            <p:spPr>
              <a:xfrm>
                <a:off x="2883700" y="222050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7312" y="914400"/>
                    </a:lnTo>
                    <a:lnTo>
                      <a:pt x="907545" y="914225"/>
                    </a:lnTo>
                    <a:lnTo>
                      <a:pt x="907799" y="914036"/>
                    </a:lnTo>
                    <a:lnTo>
                      <a:pt x="908053" y="913846"/>
                    </a:lnTo>
                    <a:lnTo>
                      <a:pt x="908307" y="913657"/>
                    </a:lnTo>
                    <a:lnTo>
                      <a:pt x="908561" y="913467"/>
                    </a:lnTo>
                    <a:lnTo>
                      <a:pt x="908814" y="913277"/>
                    </a:lnTo>
                    <a:lnTo>
                      <a:pt x="909068" y="913088"/>
                    </a:lnTo>
                    <a:lnTo>
                      <a:pt x="909322" y="912898"/>
                    </a:lnTo>
                    <a:lnTo>
                      <a:pt x="909576" y="912709"/>
                    </a:lnTo>
                    <a:lnTo>
                      <a:pt x="909830" y="912519"/>
                    </a:lnTo>
                    <a:lnTo>
                      <a:pt x="910084" y="912330"/>
                    </a:lnTo>
                    <a:lnTo>
                      <a:pt x="910338" y="912140"/>
                    </a:lnTo>
                    <a:lnTo>
                      <a:pt x="910592" y="911950"/>
                    </a:lnTo>
                    <a:lnTo>
                      <a:pt x="910846" y="911761"/>
                    </a:lnTo>
                    <a:lnTo>
                      <a:pt x="911100" y="911571"/>
                    </a:lnTo>
                    <a:lnTo>
                      <a:pt x="911354" y="911382"/>
                    </a:lnTo>
                    <a:lnTo>
                      <a:pt x="911608" y="911192"/>
                    </a:lnTo>
                    <a:lnTo>
                      <a:pt x="914399" y="909215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h2720"/>
              <p:cNvSpPr/>
              <p:nvPr/>
            </p:nvSpPr>
            <p:spPr>
              <a:xfrm>
                <a:off x="2893141" y="222050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215"/>
                    </a:lnTo>
                    <a:lnTo>
                      <a:pt x="905162" y="908913"/>
                    </a:lnTo>
                    <a:lnTo>
                      <a:pt x="909969" y="902483"/>
                    </a:lnTo>
                    <a:lnTo>
                      <a:pt x="914400" y="897187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h2721"/>
              <p:cNvSpPr/>
              <p:nvPr/>
            </p:nvSpPr>
            <p:spPr>
              <a:xfrm>
                <a:off x="2902581" y="220293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57"/>
                    </a:lnTo>
                    <a:lnTo>
                      <a:pt x="905258" y="91440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h2722"/>
              <p:cNvSpPr/>
              <p:nvPr/>
            </p:nvSpPr>
            <p:spPr>
              <a:xfrm>
                <a:off x="290258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h2723"/>
              <p:cNvSpPr/>
              <p:nvPr/>
            </p:nvSpPr>
            <p:spPr>
              <a:xfrm>
                <a:off x="291202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h2724"/>
              <p:cNvSpPr/>
              <p:nvPr/>
            </p:nvSpPr>
            <p:spPr>
              <a:xfrm>
                <a:off x="292146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h2725"/>
              <p:cNvSpPr/>
              <p:nvPr/>
            </p:nvSpPr>
            <p:spPr>
              <a:xfrm>
                <a:off x="293090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h2726"/>
              <p:cNvSpPr/>
              <p:nvPr/>
            </p:nvSpPr>
            <p:spPr>
              <a:xfrm>
                <a:off x="294034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h2727"/>
              <p:cNvSpPr/>
              <p:nvPr/>
            </p:nvSpPr>
            <p:spPr>
              <a:xfrm>
                <a:off x="294978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h2728"/>
              <p:cNvSpPr/>
              <p:nvPr/>
            </p:nvSpPr>
            <p:spPr>
              <a:xfrm>
                <a:off x="295922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h2729"/>
              <p:cNvSpPr/>
              <p:nvPr/>
            </p:nvSpPr>
            <p:spPr>
              <a:xfrm>
                <a:off x="296866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h2730"/>
              <p:cNvSpPr/>
              <p:nvPr/>
            </p:nvSpPr>
            <p:spPr>
              <a:xfrm>
                <a:off x="297810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h2731"/>
              <p:cNvSpPr/>
              <p:nvPr/>
            </p:nvSpPr>
            <p:spPr>
              <a:xfrm>
                <a:off x="298754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h2732"/>
              <p:cNvSpPr/>
              <p:nvPr/>
            </p:nvSpPr>
            <p:spPr>
              <a:xfrm>
                <a:off x="299698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h2733"/>
              <p:cNvSpPr/>
              <p:nvPr/>
            </p:nvSpPr>
            <p:spPr>
              <a:xfrm>
                <a:off x="300642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h2734"/>
              <p:cNvSpPr/>
              <p:nvPr/>
            </p:nvSpPr>
            <p:spPr>
              <a:xfrm>
                <a:off x="301586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h2735"/>
              <p:cNvSpPr/>
              <p:nvPr/>
            </p:nvSpPr>
            <p:spPr>
              <a:xfrm>
                <a:off x="302530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h2736"/>
              <p:cNvSpPr/>
              <p:nvPr/>
            </p:nvSpPr>
            <p:spPr>
              <a:xfrm>
                <a:off x="303474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h2737"/>
              <p:cNvSpPr/>
              <p:nvPr/>
            </p:nvSpPr>
            <p:spPr>
              <a:xfrm>
                <a:off x="304418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h2738"/>
              <p:cNvSpPr/>
              <p:nvPr/>
            </p:nvSpPr>
            <p:spPr>
              <a:xfrm>
                <a:off x="305362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h2739"/>
              <p:cNvSpPr/>
              <p:nvPr/>
            </p:nvSpPr>
            <p:spPr>
              <a:xfrm>
                <a:off x="306306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h2740"/>
              <p:cNvSpPr/>
              <p:nvPr/>
            </p:nvSpPr>
            <p:spPr>
              <a:xfrm>
                <a:off x="307250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h2741"/>
              <p:cNvSpPr/>
              <p:nvPr/>
            </p:nvSpPr>
            <p:spPr>
              <a:xfrm>
                <a:off x="308194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h2742"/>
              <p:cNvSpPr/>
              <p:nvPr/>
            </p:nvSpPr>
            <p:spPr>
              <a:xfrm>
                <a:off x="309138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h2743"/>
              <p:cNvSpPr/>
              <p:nvPr/>
            </p:nvSpPr>
            <p:spPr>
              <a:xfrm>
                <a:off x="310082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h2744"/>
              <p:cNvSpPr/>
              <p:nvPr/>
            </p:nvSpPr>
            <p:spPr>
              <a:xfrm>
                <a:off x="311026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h2745"/>
              <p:cNvSpPr/>
              <p:nvPr/>
            </p:nvSpPr>
            <p:spPr>
              <a:xfrm>
                <a:off x="311970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h2746"/>
              <p:cNvSpPr/>
              <p:nvPr/>
            </p:nvSpPr>
            <p:spPr>
              <a:xfrm>
                <a:off x="312914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h2747"/>
              <p:cNvSpPr/>
              <p:nvPr/>
            </p:nvSpPr>
            <p:spPr>
              <a:xfrm>
                <a:off x="313858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h2748"/>
              <p:cNvSpPr/>
              <p:nvPr/>
            </p:nvSpPr>
            <p:spPr>
              <a:xfrm>
                <a:off x="314802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h2749"/>
              <p:cNvSpPr/>
              <p:nvPr/>
            </p:nvSpPr>
            <p:spPr>
              <a:xfrm>
                <a:off x="315746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h2750"/>
              <p:cNvSpPr/>
              <p:nvPr/>
            </p:nvSpPr>
            <p:spPr>
              <a:xfrm>
                <a:off x="316690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h2751"/>
              <p:cNvSpPr/>
              <p:nvPr/>
            </p:nvSpPr>
            <p:spPr>
              <a:xfrm>
                <a:off x="317634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h2752"/>
              <p:cNvSpPr/>
              <p:nvPr/>
            </p:nvSpPr>
            <p:spPr>
              <a:xfrm>
                <a:off x="318578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h2753"/>
              <p:cNvSpPr/>
              <p:nvPr/>
            </p:nvSpPr>
            <p:spPr>
              <a:xfrm>
                <a:off x="319522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h2754"/>
              <p:cNvSpPr/>
              <p:nvPr/>
            </p:nvSpPr>
            <p:spPr>
              <a:xfrm>
                <a:off x="320466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h2755"/>
              <p:cNvSpPr/>
              <p:nvPr/>
            </p:nvSpPr>
            <p:spPr>
              <a:xfrm>
                <a:off x="321410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h2756"/>
              <p:cNvSpPr/>
              <p:nvPr/>
            </p:nvSpPr>
            <p:spPr>
              <a:xfrm>
                <a:off x="322354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h2757"/>
              <p:cNvSpPr/>
              <p:nvPr/>
            </p:nvSpPr>
            <p:spPr>
              <a:xfrm>
                <a:off x="323298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h2758"/>
              <p:cNvSpPr/>
              <p:nvPr/>
            </p:nvSpPr>
            <p:spPr>
              <a:xfrm>
                <a:off x="324242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h2759"/>
              <p:cNvSpPr/>
              <p:nvPr/>
            </p:nvSpPr>
            <p:spPr>
              <a:xfrm>
                <a:off x="325187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h2760"/>
              <p:cNvSpPr/>
              <p:nvPr/>
            </p:nvSpPr>
            <p:spPr>
              <a:xfrm>
                <a:off x="326131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h2761"/>
              <p:cNvSpPr/>
              <p:nvPr/>
            </p:nvSpPr>
            <p:spPr>
              <a:xfrm>
                <a:off x="327075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h2762"/>
              <p:cNvSpPr/>
              <p:nvPr/>
            </p:nvSpPr>
            <p:spPr>
              <a:xfrm>
                <a:off x="328019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h2763"/>
              <p:cNvSpPr/>
              <p:nvPr/>
            </p:nvSpPr>
            <p:spPr>
              <a:xfrm>
                <a:off x="328963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h2764"/>
              <p:cNvSpPr/>
              <p:nvPr/>
            </p:nvSpPr>
            <p:spPr>
              <a:xfrm>
                <a:off x="329907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h2765"/>
              <p:cNvSpPr/>
              <p:nvPr/>
            </p:nvSpPr>
            <p:spPr>
              <a:xfrm>
                <a:off x="330851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h2766"/>
              <p:cNvSpPr/>
              <p:nvPr/>
            </p:nvSpPr>
            <p:spPr>
              <a:xfrm>
                <a:off x="331795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h2767"/>
              <p:cNvSpPr/>
              <p:nvPr/>
            </p:nvSpPr>
            <p:spPr>
              <a:xfrm>
                <a:off x="332739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h2768"/>
              <p:cNvSpPr/>
              <p:nvPr/>
            </p:nvSpPr>
            <p:spPr>
              <a:xfrm>
                <a:off x="333683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h2769"/>
              <p:cNvSpPr/>
              <p:nvPr/>
            </p:nvSpPr>
            <p:spPr>
              <a:xfrm>
                <a:off x="334627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h2770"/>
              <p:cNvSpPr/>
              <p:nvPr/>
            </p:nvSpPr>
            <p:spPr>
              <a:xfrm>
                <a:off x="335571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h2771"/>
              <p:cNvSpPr/>
              <p:nvPr/>
            </p:nvSpPr>
            <p:spPr>
              <a:xfrm>
                <a:off x="336515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h2772"/>
              <p:cNvSpPr/>
              <p:nvPr/>
            </p:nvSpPr>
            <p:spPr>
              <a:xfrm>
                <a:off x="3374593" y="2220501"/>
                <a:ext cx="92201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1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16" y="896830"/>
                    </a:lnTo>
                    <a:lnTo>
                      <a:pt x="921691" y="898269"/>
                    </a:lnTo>
                    <a:lnTo>
                      <a:pt x="921110" y="900834"/>
                    </a:lnTo>
                    <a:lnTo>
                      <a:pt x="920530" y="903400"/>
                    </a:lnTo>
                    <a:lnTo>
                      <a:pt x="919951" y="905966"/>
                    </a:lnTo>
                    <a:lnTo>
                      <a:pt x="919371" y="908532"/>
                    </a:lnTo>
                    <a:lnTo>
                      <a:pt x="918792" y="911098"/>
                    </a:lnTo>
                    <a:lnTo>
                      <a:pt x="918212" y="913665"/>
                    </a:lnTo>
                    <a:lnTo>
                      <a:pt x="918047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h2773"/>
              <p:cNvSpPr/>
              <p:nvPr/>
            </p:nvSpPr>
            <p:spPr>
              <a:xfrm>
                <a:off x="2411688" y="2185361"/>
                <a:ext cx="914400" cy="9291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90">
                    <a:moveTo>
                      <a:pt x="914400" y="914400"/>
                    </a:moveTo>
                    <a:lnTo>
                      <a:pt x="914400" y="929190"/>
                    </a:lnTo>
                    <a:lnTo>
                      <a:pt x="914162" y="928663"/>
                    </a:lnTo>
                    <a:lnTo>
                      <a:pt x="913378" y="926927"/>
                    </a:lnTo>
                    <a:lnTo>
                      <a:pt x="912594" y="925190"/>
                    </a:lnTo>
                    <a:lnTo>
                      <a:pt x="911810" y="923454"/>
                    </a:lnTo>
                    <a:lnTo>
                      <a:pt x="911025" y="921717"/>
                    </a:lnTo>
                    <a:lnTo>
                      <a:pt x="910241" y="919981"/>
                    </a:lnTo>
                    <a:lnTo>
                      <a:pt x="909456" y="918244"/>
                    </a:lnTo>
                    <a:lnTo>
                      <a:pt x="908671" y="916508"/>
                    </a:lnTo>
                    <a:lnTo>
                      <a:pt x="907886" y="914772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h2774"/>
              <p:cNvSpPr/>
              <p:nvPr/>
            </p:nvSpPr>
            <p:spPr>
              <a:xfrm>
                <a:off x="241168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3" y="931969"/>
                    </a:lnTo>
                    <a:lnTo>
                      <a:pt x="914945" y="930400"/>
                    </a:lnTo>
                    <a:lnTo>
                      <a:pt x="914400" y="92919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h2775"/>
              <p:cNvSpPr/>
              <p:nvPr/>
            </p:nvSpPr>
            <p:spPr>
              <a:xfrm>
                <a:off x="242112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h2776"/>
              <p:cNvSpPr/>
              <p:nvPr/>
            </p:nvSpPr>
            <p:spPr>
              <a:xfrm>
                <a:off x="243056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h2777"/>
              <p:cNvSpPr/>
              <p:nvPr/>
            </p:nvSpPr>
            <p:spPr>
              <a:xfrm>
                <a:off x="244000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h2778"/>
              <p:cNvSpPr/>
              <p:nvPr/>
            </p:nvSpPr>
            <p:spPr>
              <a:xfrm>
                <a:off x="244944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h2779"/>
              <p:cNvSpPr/>
              <p:nvPr/>
            </p:nvSpPr>
            <p:spPr>
              <a:xfrm>
                <a:off x="245889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h2780"/>
              <p:cNvSpPr/>
              <p:nvPr/>
            </p:nvSpPr>
            <p:spPr>
              <a:xfrm>
                <a:off x="246833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h2781"/>
              <p:cNvSpPr/>
              <p:nvPr/>
            </p:nvSpPr>
            <p:spPr>
              <a:xfrm>
                <a:off x="247777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h2782"/>
              <p:cNvSpPr/>
              <p:nvPr/>
            </p:nvSpPr>
            <p:spPr>
              <a:xfrm>
                <a:off x="248721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h2783"/>
              <p:cNvSpPr/>
              <p:nvPr/>
            </p:nvSpPr>
            <p:spPr>
              <a:xfrm>
                <a:off x="249665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h2784"/>
              <p:cNvSpPr/>
              <p:nvPr/>
            </p:nvSpPr>
            <p:spPr>
              <a:xfrm>
                <a:off x="250609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h2785"/>
              <p:cNvSpPr/>
              <p:nvPr/>
            </p:nvSpPr>
            <p:spPr>
              <a:xfrm>
                <a:off x="251553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h2786"/>
              <p:cNvSpPr/>
              <p:nvPr/>
            </p:nvSpPr>
            <p:spPr>
              <a:xfrm>
                <a:off x="252497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h2787"/>
              <p:cNvSpPr/>
              <p:nvPr/>
            </p:nvSpPr>
            <p:spPr>
              <a:xfrm>
                <a:off x="253441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h2788"/>
              <p:cNvSpPr/>
              <p:nvPr/>
            </p:nvSpPr>
            <p:spPr>
              <a:xfrm>
                <a:off x="254385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h2789"/>
              <p:cNvSpPr/>
              <p:nvPr/>
            </p:nvSpPr>
            <p:spPr>
              <a:xfrm>
                <a:off x="255329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h2790"/>
              <p:cNvSpPr/>
              <p:nvPr/>
            </p:nvSpPr>
            <p:spPr>
              <a:xfrm>
                <a:off x="256273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h2791"/>
              <p:cNvSpPr/>
              <p:nvPr/>
            </p:nvSpPr>
            <p:spPr>
              <a:xfrm>
                <a:off x="257217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h2792"/>
              <p:cNvSpPr/>
              <p:nvPr/>
            </p:nvSpPr>
            <p:spPr>
              <a:xfrm>
                <a:off x="258161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h2793"/>
              <p:cNvSpPr/>
              <p:nvPr/>
            </p:nvSpPr>
            <p:spPr>
              <a:xfrm>
                <a:off x="259105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h2794"/>
              <p:cNvSpPr/>
              <p:nvPr/>
            </p:nvSpPr>
            <p:spPr>
              <a:xfrm>
                <a:off x="260049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h2795"/>
              <p:cNvSpPr/>
              <p:nvPr/>
            </p:nvSpPr>
            <p:spPr>
              <a:xfrm>
                <a:off x="260993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h2796"/>
              <p:cNvSpPr/>
              <p:nvPr/>
            </p:nvSpPr>
            <p:spPr>
              <a:xfrm>
                <a:off x="261937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h2797"/>
              <p:cNvSpPr/>
              <p:nvPr/>
            </p:nvSpPr>
            <p:spPr>
              <a:xfrm>
                <a:off x="262881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h2798"/>
              <p:cNvSpPr/>
              <p:nvPr/>
            </p:nvSpPr>
            <p:spPr>
              <a:xfrm>
                <a:off x="263825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h2799"/>
              <p:cNvSpPr/>
              <p:nvPr/>
            </p:nvSpPr>
            <p:spPr>
              <a:xfrm>
                <a:off x="264769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h2800"/>
              <p:cNvSpPr/>
              <p:nvPr/>
            </p:nvSpPr>
            <p:spPr>
              <a:xfrm>
                <a:off x="265713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h2801"/>
              <p:cNvSpPr/>
              <p:nvPr/>
            </p:nvSpPr>
            <p:spPr>
              <a:xfrm>
                <a:off x="266657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h2802"/>
              <p:cNvSpPr/>
              <p:nvPr/>
            </p:nvSpPr>
            <p:spPr>
              <a:xfrm>
                <a:off x="267601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h2803"/>
              <p:cNvSpPr/>
              <p:nvPr/>
            </p:nvSpPr>
            <p:spPr>
              <a:xfrm>
                <a:off x="268545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h2804"/>
              <p:cNvSpPr/>
              <p:nvPr/>
            </p:nvSpPr>
            <p:spPr>
              <a:xfrm>
                <a:off x="269489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h2805"/>
              <p:cNvSpPr/>
              <p:nvPr/>
            </p:nvSpPr>
            <p:spPr>
              <a:xfrm>
                <a:off x="270433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h2806"/>
              <p:cNvSpPr/>
              <p:nvPr/>
            </p:nvSpPr>
            <p:spPr>
              <a:xfrm>
                <a:off x="2723216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58" y="896830"/>
                    </a:lnTo>
                    <a:lnTo>
                      <a:pt x="913544" y="901394"/>
                    </a:lnTo>
                    <a:lnTo>
                      <a:pt x="914400" y="907454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h2807"/>
              <p:cNvSpPr/>
              <p:nvPr/>
            </p:nvSpPr>
            <p:spPr>
              <a:xfrm>
                <a:off x="2723216" y="2202931"/>
                <a:ext cx="915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315" h="914400">
                    <a:moveTo>
                      <a:pt x="914400" y="914400"/>
                    </a:moveTo>
                    <a:lnTo>
                      <a:pt x="914400" y="907454"/>
                    </a:lnTo>
                    <a:lnTo>
                      <a:pt x="915071" y="912212"/>
                    </a:lnTo>
                    <a:lnTo>
                      <a:pt x="915315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h2808"/>
              <p:cNvSpPr/>
              <p:nvPr/>
            </p:nvSpPr>
            <p:spPr>
              <a:xfrm>
                <a:off x="2902581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258" y="914400"/>
                    </a:lnTo>
                    <a:lnTo>
                      <a:pt x="905509" y="914099"/>
                    </a:lnTo>
                    <a:lnTo>
                      <a:pt x="910650" y="908638"/>
                    </a:lnTo>
                    <a:lnTo>
                      <a:pt x="914400" y="905125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h2809"/>
              <p:cNvSpPr/>
              <p:nvPr/>
            </p:nvSpPr>
            <p:spPr>
              <a:xfrm>
                <a:off x="2912021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125"/>
                    </a:lnTo>
                    <a:lnTo>
                      <a:pt x="906497" y="903683"/>
                    </a:lnTo>
                    <a:lnTo>
                      <a:pt x="911917" y="899250"/>
                    </a:lnTo>
                    <a:lnTo>
                      <a:pt x="912318" y="898945"/>
                    </a:lnTo>
                    <a:lnTo>
                      <a:pt x="912723" y="898637"/>
                    </a:lnTo>
                    <a:lnTo>
                      <a:pt x="913127" y="898329"/>
                    </a:lnTo>
                    <a:lnTo>
                      <a:pt x="913532" y="898022"/>
                    </a:lnTo>
                    <a:lnTo>
                      <a:pt x="913936" y="897714"/>
                    </a:lnTo>
                    <a:lnTo>
                      <a:pt x="914400" y="897362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h2810"/>
              <p:cNvSpPr/>
              <p:nvPr/>
            </p:nvSpPr>
            <p:spPr>
              <a:xfrm>
                <a:off x="2921461" y="218536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4931"/>
                    </a:lnTo>
                    <a:lnTo>
                      <a:pt x="905305" y="914668"/>
                    </a:lnTo>
                    <a:lnTo>
                      <a:pt x="905659" y="914400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h2811"/>
              <p:cNvSpPr/>
              <p:nvPr/>
            </p:nvSpPr>
            <p:spPr>
              <a:xfrm>
                <a:off x="292146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h2812"/>
              <p:cNvSpPr/>
              <p:nvPr/>
            </p:nvSpPr>
            <p:spPr>
              <a:xfrm>
                <a:off x="293090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h2813"/>
              <p:cNvSpPr/>
              <p:nvPr/>
            </p:nvSpPr>
            <p:spPr>
              <a:xfrm>
                <a:off x="294034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h2814"/>
              <p:cNvSpPr/>
              <p:nvPr/>
            </p:nvSpPr>
            <p:spPr>
              <a:xfrm>
                <a:off x="294978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h2815"/>
              <p:cNvSpPr/>
              <p:nvPr/>
            </p:nvSpPr>
            <p:spPr>
              <a:xfrm>
                <a:off x="295922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h2816"/>
              <p:cNvSpPr/>
              <p:nvPr/>
            </p:nvSpPr>
            <p:spPr>
              <a:xfrm>
                <a:off x="296866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h2817"/>
              <p:cNvSpPr/>
              <p:nvPr/>
            </p:nvSpPr>
            <p:spPr>
              <a:xfrm>
                <a:off x="297810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h2818"/>
              <p:cNvSpPr/>
              <p:nvPr/>
            </p:nvSpPr>
            <p:spPr>
              <a:xfrm>
                <a:off x="298754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h2819"/>
              <p:cNvSpPr/>
              <p:nvPr/>
            </p:nvSpPr>
            <p:spPr>
              <a:xfrm>
                <a:off x="299698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h2820"/>
              <p:cNvSpPr/>
              <p:nvPr/>
            </p:nvSpPr>
            <p:spPr>
              <a:xfrm>
                <a:off x="300642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h2821"/>
              <p:cNvSpPr/>
              <p:nvPr/>
            </p:nvSpPr>
            <p:spPr>
              <a:xfrm>
                <a:off x="301586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h2822"/>
              <p:cNvSpPr/>
              <p:nvPr/>
            </p:nvSpPr>
            <p:spPr>
              <a:xfrm>
                <a:off x="302530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h2823"/>
              <p:cNvSpPr/>
              <p:nvPr/>
            </p:nvSpPr>
            <p:spPr>
              <a:xfrm>
                <a:off x="303474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h2824"/>
              <p:cNvSpPr/>
              <p:nvPr/>
            </p:nvSpPr>
            <p:spPr>
              <a:xfrm>
                <a:off x="304418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h2825"/>
              <p:cNvSpPr/>
              <p:nvPr/>
            </p:nvSpPr>
            <p:spPr>
              <a:xfrm>
                <a:off x="305362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h2826"/>
              <p:cNvSpPr/>
              <p:nvPr/>
            </p:nvSpPr>
            <p:spPr>
              <a:xfrm>
                <a:off x="306306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h2827"/>
              <p:cNvSpPr/>
              <p:nvPr/>
            </p:nvSpPr>
            <p:spPr>
              <a:xfrm>
                <a:off x="307250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h2828"/>
              <p:cNvSpPr/>
              <p:nvPr/>
            </p:nvSpPr>
            <p:spPr>
              <a:xfrm>
                <a:off x="308194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h2829"/>
              <p:cNvSpPr/>
              <p:nvPr/>
            </p:nvSpPr>
            <p:spPr>
              <a:xfrm>
                <a:off x="309138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h2830"/>
              <p:cNvSpPr/>
              <p:nvPr/>
            </p:nvSpPr>
            <p:spPr>
              <a:xfrm>
                <a:off x="310082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h2831"/>
              <p:cNvSpPr/>
              <p:nvPr/>
            </p:nvSpPr>
            <p:spPr>
              <a:xfrm>
                <a:off x="311026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h2832"/>
              <p:cNvSpPr/>
              <p:nvPr/>
            </p:nvSpPr>
            <p:spPr>
              <a:xfrm>
                <a:off x="311970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h2833"/>
              <p:cNvSpPr/>
              <p:nvPr/>
            </p:nvSpPr>
            <p:spPr>
              <a:xfrm>
                <a:off x="312914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h2834"/>
              <p:cNvSpPr/>
              <p:nvPr/>
            </p:nvSpPr>
            <p:spPr>
              <a:xfrm>
                <a:off x="313858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h2835"/>
              <p:cNvSpPr/>
              <p:nvPr/>
            </p:nvSpPr>
            <p:spPr>
              <a:xfrm>
                <a:off x="314802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h2836"/>
              <p:cNvSpPr/>
              <p:nvPr/>
            </p:nvSpPr>
            <p:spPr>
              <a:xfrm>
                <a:off x="315746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h2837"/>
              <p:cNvSpPr/>
              <p:nvPr/>
            </p:nvSpPr>
            <p:spPr>
              <a:xfrm>
                <a:off x="316690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h2838"/>
              <p:cNvSpPr/>
              <p:nvPr/>
            </p:nvSpPr>
            <p:spPr>
              <a:xfrm>
                <a:off x="317634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h2839"/>
              <p:cNvSpPr/>
              <p:nvPr/>
            </p:nvSpPr>
            <p:spPr>
              <a:xfrm>
                <a:off x="318578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h2840"/>
              <p:cNvSpPr/>
              <p:nvPr/>
            </p:nvSpPr>
            <p:spPr>
              <a:xfrm>
                <a:off x="319522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h2841"/>
              <p:cNvSpPr/>
              <p:nvPr/>
            </p:nvSpPr>
            <p:spPr>
              <a:xfrm>
                <a:off x="320466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h2842"/>
              <p:cNvSpPr/>
              <p:nvPr/>
            </p:nvSpPr>
            <p:spPr>
              <a:xfrm>
                <a:off x="321410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h2843"/>
              <p:cNvSpPr/>
              <p:nvPr/>
            </p:nvSpPr>
            <p:spPr>
              <a:xfrm>
                <a:off x="322354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h2844"/>
              <p:cNvSpPr/>
              <p:nvPr/>
            </p:nvSpPr>
            <p:spPr>
              <a:xfrm>
                <a:off x="323298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h2845"/>
              <p:cNvSpPr/>
              <p:nvPr/>
            </p:nvSpPr>
            <p:spPr>
              <a:xfrm>
                <a:off x="324242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h2846"/>
              <p:cNvSpPr/>
              <p:nvPr/>
            </p:nvSpPr>
            <p:spPr>
              <a:xfrm>
                <a:off x="325187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h2847"/>
              <p:cNvSpPr/>
              <p:nvPr/>
            </p:nvSpPr>
            <p:spPr>
              <a:xfrm>
                <a:off x="326131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h2848"/>
              <p:cNvSpPr/>
              <p:nvPr/>
            </p:nvSpPr>
            <p:spPr>
              <a:xfrm>
                <a:off x="327075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h2849"/>
              <p:cNvSpPr/>
              <p:nvPr/>
            </p:nvSpPr>
            <p:spPr>
              <a:xfrm>
                <a:off x="328019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h2850"/>
              <p:cNvSpPr/>
              <p:nvPr/>
            </p:nvSpPr>
            <p:spPr>
              <a:xfrm>
                <a:off x="328963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h2851"/>
              <p:cNvSpPr/>
              <p:nvPr/>
            </p:nvSpPr>
            <p:spPr>
              <a:xfrm>
                <a:off x="329907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h2852"/>
              <p:cNvSpPr/>
              <p:nvPr/>
            </p:nvSpPr>
            <p:spPr>
              <a:xfrm>
                <a:off x="330851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h2853"/>
              <p:cNvSpPr/>
              <p:nvPr/>
            </p:nvSpPr>
            <p:spPr>
              <a:xfrm>
                <a:off x="331795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h2854"/>
              <p:cNvSpPr/>
              <p:nvPr/>
            </p:nvSpPr>
            <p:spPr>
              <a:xfrm>
                <a:off x="332739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h2855"/>
              <p:cNvSpPr/>
              <p:nvPr/>
            </p:nvSpPr>
            <p:spPr>
              <a:xfrm>
                <a:off x="333683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h2856"/>
              <p:cNvSpPr/>
              <p:nvPr/>
            </p:nvSpPr>
            <p:spPr>
              <a:xfrm>
                <a:off x="334627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h2857"/>
              <p:cNvSpPr/>
              <p:nvPr/>
            </p:nvSpPr>
            <p:spPr>
              <a:xfrm>
                <a:off x="335571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h2858"/>
              <p:cNvSpPr/>
              <p:nvPr/>
            </p:nvSpPr>
            <p:spPr>
              <a:xfrm>
                <a:off x="336515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h2859"/>
              <p:cNvSpPr/>
              <p:nvPr/>
            </p:nvSpPr>
            <p:spPr>
              <a:xfrm>
                <a:off x="3374593" y="220293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345"/>
                    </a:lnTo>
                    <a:lnTo>
                      <a:pt x="923433" y="908141"/>
                    </a:lnTo>
                    <a:lnTo>
                      <a:pt x="922852" y="910707"/>
                    </a:lnTo>
                    <a:lnTo>
                      <a:pt x="922271" y="913272"/>
                    </a:lnTo>
                    <a:lnTo>
                      <a:pt x="922016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h2860"/>
              <p:cNvSpPr/>
              <p:nvPr/>
            </p:nvSpPr>
            <p:spPr>
              <a:xfrm>
                <a:off x="3384033" y="2185361"/>
                <a:ext cx="916838" cy="923915"/>
              </a:xfrm>
              <a:custGeom>
                <a:avLst/>
                <a:gdLst/>
                <a:ahLst/>
                <a:cxnLst/>
                <a:rect l="0" t="0" r="0" b="0"/>
                <a:pathLst>
                  <a:path w="916838" h="923915">
                    <a:moveTo>
                      <a:pt x="914400" y="914400"/>
                    </a:moveTo>
                    <a:lnTo>
                      <a:pt x="916838" y="914400"/>
                    </a:lnTo>
                    <a:lnTo>
                      <a:pt x="916710" y="914876"/>
                    </a:lnTo>
                    <a:lnTo>
                      <a:pt x="915891" y="917944"/>
                    </a:lnTo>
                    <a:lnTo>
                      <a:pt x="915072" y="921012"/>
                    </a:lnTo>
                    <a:lnTo>
                      <a:pt x="914974" y="921382"/>
                    </a:lnTo>
                    <a:lnTo>
                      <a:pt x="914574" y="923145"/>
                    </a:lnTo>
                    <a:lnTo>
                      <a:pt x="914400" y="923915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h2861"/>
              <p:cNvSpPr/>
              <p:nvPr/>
            </p:nvSpPr>
            <p:spPr>
              <a:xfrm>
                <a:off x="2402248" y="2167792"/>
                <a:ext cx="914399" cy="92587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876">
                    <a:moveTo>
                      <a:pt x="914399" y="914400"/>
                    </a:moveTo>
                    <a:lnTo>
                      <a:pt x="914399" y="925876"/>
                    </a:lnTo>
                    <a:lnTo>
                      <a:pt x="914183" y="925397"/>
                    </a:lnTo>
                    <a:lnTo>
                      <a:pt x="913397" y="923661"/>
                    </a:lnTo>
                    <a:lnTo>
                      <a:pt x="912610" y="921926"/>
                    </a:lnTo>
                    <a:lnTo>
                      <a:pt x="911823" y="920190"/>
                    </a:lnTo>
                    <a:lnTo>
                      <a:pt x="911037" y="918454"/>
                    </a:lnTo>
                    <a:lnTo>
                      <a:pt x="910249" y="916718"/>
                    </a:lnTo>
                    <a:lnTo>
                      <a:pt x="909462" y="914983"/>
                    </a:lnTo>
                    <a:lnTo>
                      <a:pt x="909198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h2862"/>
              <p:cNvSpPr/>
              <p:nvPr/>
            </p:nvSpPr>
            <p:spPr>
              <a:xfrm>
                <a:off x="240224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6540" y="930606"/>
                    </a:lnTo>
                    <a:lnTo>
                      <a:pt x="915755" y="928869"/>
                    </a:lnTo>
                    <a:lnTo>
                      <a:pt x="914969" y="927133"/>
                    </a:lnTo>
                    <a:lnTo>
                      <a:pt x="914399" y="925876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h2863"/>
              <p:cNvSpPr/>
              <p:nvPr/>
            </p:nvSpPr>
            <p:spPr>
              <a:xfrm>
                <a:off x="241168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h2864"/>
              <p:cNvSpPr/>
              <p:nvPr/>
            </p:nvSpPr>
            <p:spPr>
              <a:xfrm>
                <a:off x="242112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h2865"/>
              <p:cNvSpPr/>
              <p:nvPr/>
            </p:nvSpPr>
            <p:spPr>
              <a:xfrm>
                <a:off x="243056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h2866"/>
              <p:cNvSpPr/>
              <p:nvPr/>
            </p:nvSpPr>
            <p:spPr>
              <a:xfrm>
                <a:off x="244000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h2867"/>
              <p:cNvSpPr/>
              <p:nvPr/>
            </p:nvSpPr>
            <p:spPr>
              <a:xfrm>
                <a:off x="244944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h2868"/>
              <p:cNvSpPr/>
              <p:nvPr/>
            </p:nvSpPr>
            <p:spPr>
              <a:xfrm>
                <a:off x="245889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h2869"/>
              <p:cNvSpPr/>
              <p:nvPr/>
            </p:nvSpPr>
            <p:spPr>
              <a:xfrm>
                <a:off x="246833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h2870"/>
              <p:cNvSpPr/>
              <p:nvPr/>
            </p:nvSpPr>
            <p:spPr>
              <a:xfrm>
                <a:off x="247777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h2871"/>
              <p:cNvSpPr/>
              <p:nvPr/>
            </p:nvSpPr>
            <p:spPr>
              <a:xfrm>
                <a:off x="248721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h2872"/>
              <p:cNvSpPr/>
              <p:nvPr/>
            </p:nvSpPr>
            <p:spPr>
              <a:xfrm>
                <a:off x="249665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h2873"/>
              <p:cNvSpPr/>
              <p:nvPr/>
            </p:nvSpPr>
            <p:spPr>
              <a:xfrm>
                <a:off x="250609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h2874"/>
              <p:cNvSpPr/>
              <p:nvPr/>
            </p:nvSpPr>
            <p:spPr>
              <a:xfrm>
                <a:off x="251553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h2875"/>
              <p:cNvSpPr/>
              <p:nvPr/>
            </p:nvSpPr>
            <p:spPr>
              <a:xfrm>
                <a:off x="252497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h2876"/>
              <p:cNvSpPr/>
              <p:nvPr/>
            </p:nvSpPr>
            <p:spPr>
              <a:xfrm>
                <a:off x="253441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h2877"/>
              <p:cNvSpPr/>
              <p:nvPr/>
            </p:nvSpPr>
            <p:spPr>
              <a:xfrm>
                <a:off x="254385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h2878"/>
              <p:cNvSpPr/>
              <p:nvPr/>
            </p:nvSpPr>
            <p:spPr>
              <a:xfrm>
                <a:off x="255329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h2879"/>
              <p:cNvSpPr/>
              <p:nvPr/>
            </p:nvSpPr>
            <p:spPr>
              <a:xfrm>
                <a:off x="256273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h2880"/>
              <p:cNvSpPr/>
              <p:nvPr/>
            </p:nvSpPr>
            <p:spPr>
              <a:xfrm>
                <a:off x="257217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h2881"/>
              <p:cNvSpPr/>
              <p:nvPr/>
            </p:nvSpPr>
            <p:spPr>
              <a:xfrm>
                <a:off x="258161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h2882"/>
              <p:cNvSpPr/>
              <p:nvPr/>
            </p:nvSpPr>
            <p:spPr>
              <a:xfrm>
                <a:off x="259105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h2883"/>
              <p:cNvSpPr/>
              <p:nvPr/>
            </p:nvSpPr>
            <p:spPr>
              <a:xfrm>
                <a:off x="260049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h2884"/>
              <p:cNvSpPr/>
              <p:nvPr/>
            </p:nvSpPr>
            <p:spPr>
              <a:xfrm>
                <a:off x="260993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h2885"/>
              <p:cNvSpPr/>
              <p:nvPr/>
            </p:nvSpPr>
            <p:spPr>
              <a:xfrm>
                <a:off x="261937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h2886"/>
              <p:cNvSpPr/>
              <p:nvPr/>
            </p:nvSpPr>
            <p:spPr>
              <a:xfrm>
                <a:off x="262881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h2887"/>
              <p:cNvSpPr/>
              <p:nvPr/>
            </p:nvSpPr>
            <p:spPr>
              <a:xfrm>
                <a:off x="263825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h2888"/>
              <p:cNvSpPr/>
              <p:nvPr/>
            </p:nvSpPr>
            <p:spPr>
              <a:xfrm>
                <a:off x="264769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h2889"/>
              <p:cNvSpPr/>
              <p:nvPr/>
            </p:nvSpPr>
            <p:spPr>
              <a:xfrm>
                <a:off x="265713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h2890"/>
              <p:cNvSpPr/>
              <p:nvPr/>
            </p:nvSpPr>
            <p:spPr>
              <a:xfrm>
                <a:off x="266657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h2891"/>
              <p:cNvSpPr/>
              <p:nvPr/>
            </p:nvSpPr>
            <p:spPr>
              <a:xfrm>
                <a:off x="267601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h2892"/>
              <p:cNvSpPr/>
              <p:nvPr/>
            </p:nvSpPr>
            <p:spPr>
              <a:xfrm>
                <a:off x="268545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h2893"/>
              <p:cNvSpPr/>
              <p:nvPr/>
            </p:nvSpPr>
            <p:spPr>
              <a:xfrm>
                <a:off x="269489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h2894"/>
              <p:cNvSpPr/>
              <p:nvPr/>
            </p:nvSpPr>
            <p:spPr>
              <a:xfrm>
                <a:off x="270433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h2895"/>
              <p:cNvSpPr/>
              <p:nvPr/>
            </p:nvSpPr>
            <p:spPr>
              <a:xfrm>
                <a:off x="2713776" y="2185361"/>
                <a:ext cx="9221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98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8990" y="896830"/>
                    </a:lnTo>
                    <a:lnTo>
                      <a:pt x="919019" y="896987"/>
                    </a:lnTo>
                    <a:lnTo>
                      <a:pt x="919126" y="897554"/>
                    </a:lnTo>
                    <a:lnTo>
                      <a:pt x="919233" y="898120"/>
                    </a:lnTo>
                    <a:lnTo>
                      <a:pt x="919339" y="898686"/>
                    </a:lnTo>
                    <a:lnTo>
                      <a:pt x="919446" y="899252"/>
                    </a:lnTo>
                    <a:lnTo>
                      <a:pt x="919553" y="899818"/>
                    </a:lnTo>
                    <a:lnTo>
                      <a:pt x="919659" y="900385"/>
                    </a:lnTo>
                    <a:lnTo>
                      <a:pt x="919766" y="900951"/>
                    </a:lnTo>
                    <a:lnTo>
                      <a:pt x="919872" y="901517"/>
                    </a:lnTo>
                    <a:lnTo>
                      <a:pt x="919979" y="902083"/>
                    </a:lnTo>
                    <a:lnTo>
                      <a:pt x="920085" y="902649"/>
                    </a:lnTo>
                    <a:lnTo>
                      <a:pt x="920192" y="903216"/>
                    </a:lnTo>
                    <a:lnTo>
                      <a:pt x="920298" y="903782"/>
                    </a:lnTo>
                    <a:lnTo>
                      <a:pt x="920405" y="904348"/>
                    </a:lnTo>
                    <a:lnTo>
                      <a:pt x="920511" y="904914"/>
                    </a:lnTo>
                    <a:lnTo>
                      <a:pt x="920618" y="905480"/>
                    </a:lnTo>
                    <a:lnTo>
                      <a:pt x="920724" y="906047"/>
                    </a:lnTo>
                    <a:lnTo>
                      <a:pt x="920831" y="906613"/>
                    </a:lnTo>
                    <a:lnTo>
                      <a:pt x="920937" y="907179"/>
                    </a:lnTo>
                    <a:lnTo>
                      <a:pt x="921044" y="907745"/>
                    </a:lnTo>
                    <a:lnTo>
                      <a:pt x="921150" y="908311"/>
                    </a:lnTo>
                    <a:lnTo>
                      <a:pt x="922198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h2896"/>
              <p:cNvSpPr/>
              <p:nvPr/>
            </p:nvSpPr>
            <p:spPr>
              <a:xfrm>
                <a:off x="2921461" y="218536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710" y="914361"/>
                    </a:lnTo>
                    <a:lnTo>
                      <a:pt x="906115" y="914053"/>
                    </a:lnTo>
                    <a:lnTo>
                      <a:pt x="906519" y="913746"/>
                    </a:lnTo>
                    <a:lnTo>
                      <a:pt x="906924" y="913438"/>
                    </a:lnTo>
                    <a:lnTo>
                      <a:pt x="907329" y="913130"/>
                    </a:lnTo>
                    <a:lnTo>
                      <a:pt x="907733" y="912823"/>
                    </a:lnTo>
                    <a:lnTo>
                      <a:pt x="908138" y="912515"/>
                    </a:lnTo>
                    <a:lnTo>
                      <a:pt x="908543" y="912208"/>
                    </a:lnTo>
                    <a:lnTo>
                      <a:pt x="908948" y="911900"/>
                    </a:lnTo>
                    <a:lnTo>
                      <a:pt x="909353" y="911593"/>
                    </a:lnTo>
                    <a:lnTo>
                      <a:pt x="909757" y="911285"/>
                    </a:lnTo>
                    <a:lnTo>
                      <a:pt x="910162" y="910978"/>
                    </a:lnTo>
                    <a:lnTo>
                      <a:pt x="910567" y="910670"/>
                    </a:lnTo>
                    <a:lnTo>
                      <a:pt x="910972" y="910363"/>
                    </a:lnTo>
                    <a:lnTo>
                      <a:pt x="911377" y="910055"/>
                    </a:lnTo>
                    <a:lnTo>
                      <a:pt x="911782" y="909748"/>
                    </a:lnTo>
                    <a:lnTo>
                      <a:pt x="912187" y="909440"/>
                    </a:lnTo>
                    <a:lnTo>
                      <a:pt x="912592" y="909133"/>
                    </a:lnTo>
                    <a:lnTo>
                      <a:pt x="912997" y="908826"/>
                    </a:lnTo>
                    <a:lnTo>
                      <a:pt x="913402" y="908518"/>
                    </a:lnTo>
                    <a:lnTo>
                      <a:pt x="913807" y="908211"/>
                    </a:lnTo>
                    <a:lnTo>
                      <a:pt x="914212" y="907903"/>
                    </a:lnTo>
                    <a:lnTo>
                      <a:pt x="914399" y="907761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h2897"/>
              <p:cNvSpPr/>
              <p:nvPr/>
            </p:nvSpPr>
            <p:spPr>
              <a:xfrm>
                <a:off x="2930902" y="218536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761"/>
                    </a:lnTo>
                    <a:lnTo>
                      <a:pt x="905177" y="907596"/>
                    </a:lnTo>
                    <a:lnTo>
                      <a:pt x="905582" y="907289"/>
                    </a:lnTo>
                    <a:lnTo>
                      <a:pt x="905987" y="906981"/>
                    </a:lnTo>
                    <a:lnTo>
                      <a:pt x="911248" y="903271"/>
                    </a:lnTo>
                    <a:lnTo>
                      <a:pt x="914400" y="901375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h2898"/>
              <p:cNvSpPr/>
              <p:nvPr/>
            </p:nvSpPr>
            <p:spPr>
              <a:xfrm>
                <a:off x="2940342" y="216779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8945"/>
                    </a:lnTo>
                    <a:lnTo>
                      <a:pt x="907162" y="917620"/>
                    </a:lnTo>
                    <a:lnTo>
                      <a:pt x="912595" y="914899"/>
                    </a:lnTo>
                    <a:lnTo>
                      <a:pt x="913835" y="914400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h2899"/>
              <p:cNvSpPr/>
              <p:nvPr/>
            </p:nvSpPr>
            <p:spPr>
              <a:xfrm>
                <a:off x="294034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h2900"/>
              <p:cNvSpPr/>
              <p:nvPr/>
            </p:nvSpPr>
            <p:spPr>
              <a:xfrm>
                <a:off x="294978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h2901"/>
              <p:cNvSpPr/>
              <p:nvPr/>
            </p:nvSpPr>
            <p:spPr>
              <a:xfrm>
                <a:off x="295922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h2902"/>
              <p:cNvSpPr/>
              <p:nvPr/>
            </p:nvSpPr>
            <p:spPr>
              <a:xfrm>
                <a:off x="296866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h2903"/>
              <p:cNvSpPr/>
              <p:nvPr/>
            </p:nvSpPr>
            <p:spPr>
              <a:xfrm>
                <a:off x="297810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h2904"/>
              <p:cNvSpPr/>
              <p:nvPr/>
            </p:nvSpPr>
            <p:spPr>
              <a:xfrm>
                <a:off x="298754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h2905"/>
              <p:cNvSpPr/>
              <p:nvPr/>
            </p:nvSpPr>
            <p:spPr>
              <a:xfrm>
                <a:off x="299698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h2906"/>
              <p:cNvSpPr/>
              <p:nvPr/>
            </p:nvSpPr>
            <p:spPr>
              <a:xfrm>
                <a:off x="300642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h2907"/>
              <p:cNvSpPr/>
              <p:nvPr/>
            </p:nvSpPr>
            <p:spPr>
              <a:xfrm>
                <a:off x="301586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h2908"/>
              <p:cNvSpPr/>
              <p:nvPr/>
            </p:nvSpPr>
            <p:spPr>
              <a:xfrm>
                <a:off x="302530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h2909"/>
              <p:cNvSpPr/>
              <p:nvPr/>
            </p:nvSpPr>
            <p:spPr>
              <a:xfrm>
                <a:off x="303474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h2910"/>
              <p:cNvSpPr/>
              <p:nvPr/>
            </p:nvSpPr>
            <p:spPr>
              <a:xfrm>
                <a:off x="304418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h2911"/>
              <p:cNvSpPr/>
              <p:nvPr/>
            </p:nvSpPr>
            <p:spPr>
              <a:xfrm>
                <a:off x="305362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h2912"/>
              <p:cNvSpPr/>
              <p:nvPr/>
            </p:nvSpPr>
            <p:spPr>
              <a:xfrm>
                <a:off x="306306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h2913"/>
              <p:cNvSpPr/>
              <p:nvPr/>
            </p:nvSpPr>
            <p:spPr>
              <a:xfrm>
                <a:off x="307250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h2914"/>
              <p:cNvSpPr/>
              <p:nvPr/>
            </p:nvSpPr>
            <p:spPr>
              <a:xfrm>
                <a:off x="308194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h2915"/>
              <p:cNvSpPr/>
              <p:nvPr/>
            </p:nvSpPr>
            <p:spPr>
              <a:xfrm>
                <a:off x="309138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h2916"/>
              <p:cNvSpPr/>
              <p:nvPr/>
            </p:nvSpPr>
            <p:spPr>
              <a:xfrm>
                <a:off x="310082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h2917"/>
              <p:cNvSpPr/>
              <p:nvPr/>
            </p:nvSpPr>
            <p:spPr>
              <a:xfrm>
                <a:off x="311026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h2918"/>
              <p:cNvSpPr/>
              <p:nvPr/>
            </p:nvSpPr>
            <p:spPr>
              <a:xfrm>
                <a:off x="311970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h2919"/>
              <p:cNvSpPr/>
              <p:nvPr/>
            </p:nvSpPr>
            <p:spPr>
              <a:xfrm>
                <a:off x="312914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h2920"/>
              <p:cNvSpPr/>
              <p:nvPr/>
            </p:nvSpPr>
            <p:spPr>
              <a:xfrm>
                <a:off x="313858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h2921"/>
              <p:cNvSpPr/>
              <p:nvPr/>
            </p:nvSpPr>
            <p:spPr>
              <a:xfrm>
                <a:off x="314802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h2922"/>
              <p:cNvSpPr/>
              <p:nvPr/>
            </p:nvSpPr>
            <p:spPr>
              <a:xfrm>
                <a:off x="315746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h2923"/>
              <p:cNvSpPr/>
              <p:nvPr/>
            </p:nvSpPr>
            <p:spPr>
              <a:xfrm>
                <a:off x="316690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h2924"/>
              <p:cNvSpPr/>
              <p:nvPr/>
            </p:nvSpPr>
            <p:spPr>
              <a:xfrm>
                <a:off x="317634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h2925"/>
              <p:cNvSpPr/>
              <p:nvPr/>
            </p:nvSpPr>
            <p:spPr>
              <a:xfrm>
                <a:off x="318578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h2926"/>
              <p:cNvSpPr/>
              <p:nvPr/>
            </p:nvSpPr>
            <p:spPr>
              <a:xfrm>
                <a:off x="319522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h2927"/>
              <p:cNvSpPr/>
              <p:nvPr/>
            </p:nvSpPr>
            <p:spPr>
              <a:xfrm>
                <a:off x="320466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h2928"/>
              <p:cNvSpPr/>
              <p:nvPr/>
            </p:nvSpPr>
            <p:spPr>
              <a:xfrm>
                <a:off x="321410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h2929"/>
              <p:cNvSpPr/>
              <p:nvPr/>
            </p:nvSpPr>
            <p:spPr>
              <a:xfrm>
                <a:off x="322354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h2930"/>
              <p:cNvSpPr/>
              <p:nvPr/>
            </p:nvSpPr>
            <p:spPr>
              <a:xfrm>
                <a:off x="323298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h2931"/>
              <p:cNvSpPr/>
              <p:nvPr/>
            </p:nvSpPr>
            <p:spPr>
              <a:xfrm>
                <a:off x="324242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h2932"/>
              <p:cNvSpPr/>
              <p:nvPr/>
            </p:nvSpPr>
            <p:spPr>
              <a:xfrm>
                <a:off x="325187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h2933"/>
              <p:cNvSpPr/>
              <p:nvPr/>
            </p:nvSpPr>
            <p:spPr>
              <a:xfrm>
                <a:off x="326131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h2934"/>
              <p:cNvSpPr/>
              <p:nvPr/>
            </p:nvSpPr>
            <p:spPr>
              <a:xfrm>
                <a:off x="327075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h2935"/>
              <p:cNvSpPr/>
              <p:nvPr/>
            </p:nvSpPr>
            <p:spPr>
              <a:xfrm>
                <a:off x="328019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h2936"/>
              <p:cNvSpPr/>
              <p:nvPr/>
            </p:nvSpPr>
            <p:spPr>
              <a:xfrm>
                <a:off x="328963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h2937"/>
              <p:cNvSpPr/>
              <p:nvPr/>
            </p:nvSpPr>
            <p:spPr>
              <a:xfrm>
                <a:off x="329907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h2938"/>
              <p:cNvSpPr/>
              <p:nvPr/>
            </p:nvSpPr>
            <p:spPr>
              <a:xfrm>
                <a:off x="330851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h2939"/>
              <p:cNvSpPr/>
              <p:nvPr/>
            </p:nvSpPr>
            <p:spPr>
              <a:xfrm>
                <a:off x="331795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h2940"/>
              <p:cNvSpPr/>
              <p:nvPr/>
            </p:nvSpPr>
            <p:spPr>
              <a:xfrm>
                <a:off x="332739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h2941"/>
              <p:cNvSpPr/>
              <p:nvPr/>
            </p:nvSpPr>
            <p:spPr>
              <a:xfrm>
                <a:off x="333683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h2942"/>
              <p:cNvSpPr/>
              <p:nvPr/>
            </p:nvSpPr>
            <p:spPr>
              <a:xfrm>
                <a:off x="334627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h2943"/>
              <p:cNvSpPr/>
              <p:nvPr/>
            </p:nvSpPr>
            <p:spPr>
              <a:xfrm>
                <a:off x="335571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h2944"/>
              <p:cNvSpPr/>
              <p:nvPr/>
            </p:nvSpPr>
            <p:spPr>
              <a:xfrm>
                <a:off x="336515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h2945"/>
              <p:cNvSpPr/>
              <p:nvPr/>
            </p:nvSpPr>
            <p:spPr>
              <a:xfrm>
                <a:off x="337459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h2946"/>
              <p:cNvSpPr/>
              <p:nvPr/>
            </p:nvSpPr>
            <p:spPr>
              <a:xfrm>
                <a:off x="3384033" y="2185361"/>
                <a:ext cx="921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3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38" y="896830"/>
                    </a:lnTo>
                    <a:lnTo>
                      <a:pt x="920812" y="899538"/>
                    </a:lnTo>
                    <a:lnTo>
                      <a:pt x="919991" y="902606"/>
                    </a:lnTo>
                    <a:lnTo>
                      <a:pt x="919170" y="905673"/>
                    </a:lnTo>
                    <a:lnTo>
                      <a:pt x="918350" y="908741"/>
                    </a:lnTo>
                    <a:lnTo>
                      <a:pt x="917530" y="911808"/>
                    </a:lnTo>
                    <a:lnTo>
                      <a:pt x="916838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h2947"/>
              <p:cNvSpPr/>
              <p:nvPr/>
            </p:nvSpPr>
            <p:spPr>
              <a:xfrm>
                <a:off x="2392808" y="2150222"/>
                <a:ext cx="914400" cy="92263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636">
                    <a:moveTo>
                      <a:pt x="914400" y="914400"/>
                    </a:moveTo>
                    <a:lnTo>
                      <a:pt x="914400" y="922636"/>
                    </a:lnTo>
                    <a:lnTo>
                      <a:pt x="914174" y="922139"/>
                    </a:lnTo>
                    <a:lnTo>
                      <a:pt x="913385" y="920404"/>
                    </a:lnTo>
                    <a:lnTo>
                      <a:pt x="912596" y="918669"/>
                    </a:lnTo>
                    <a:lnTo>
                      <a:pt x="911807" y="916934"/>
                    </a:lnTo>
                    <a:lnTo>
                      <a:pt x="911017" y="915198"/>
                    </a:lnTo>
                    <a:lnTo>
                      <a:pt x="910654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h2948"/>
              <p:cNvSpPr/>
              <p:nvPr/>
            </p:nvSpPr>
            <p:spPr>
              <a:xfrm>
                <a:off x="239280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38" y="931969"/>
                    </a:lnTo>
                    <a:lnTo>
                      <a:pt x="918115" y="930817"/>
                    </a:lnTo>
                    <a:lnTo>
                      <a:pt x="917327" y="929081"/>
                    </a:lnTo>
                    <a:lnTo>
                      <a:pt x="916539" y="927346"/>
                    </a:lnTo>
                    <a:lnTo>
                      <a:pt x="915751" y="925610"/>
                    </a:lnTo>
                    <a:lnTo>
                      <a:pt x="914962" y="923875"/>
                    </a:lnTo>
                    <a:lnTo>
                      <a:pt x="914400" y="922636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h2949"/>
              <p:cNvSpPr/>
              <p:nvPr/>
            </p:nvSpPr>
            <p:spPr>
              <a:xfrm>
                <a:off x="240224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h2950"/>
              <p:cNvSpPr/>
              <p:nvPr/>
            </p:nvSpPr>
            <p:spPr>
              <a:xfrm>
                <a:off x="241168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h2951"/>
              <p:cNvSpPr/>
              <p:nvPr/>
            </p:nvSpPr>
            <p:spPr>
              <a:xfrm>
                <a:off x="242112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h2952"/>
              <p:cNvSpPr/>
              <p:nvPr/>
            </p:nvSpPr>
            <p:spPr>
              <a:xfrm>
                <a:off x="243056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h2953"/>
              <p:cNvSpPr/>
              <p:nvPr/>
            </p:nvSpPr>
            <p:spPr>
              <a:xfrm>
                <a:off x="244000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h2954"/>
              <p:cNvSpPr/>
              <p:nvPr/>
            </p:nvSpPr>
            <p:spPr>
              <a:xfrm>
                <a:off x="244944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h2955"/>
              <p:cNvSpPr/>
              <p:nvPr/>
            </p:nvSpPr>
            <p:spPr>
              <a:xfrm>
                <a:off x="245889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h2956"/>
              <p:cNvSpPr/>
              <p:nvPr/>
            </p:nvSpPr>
            <p:spPr>
              <a:xfrm>
                <a:off x="246833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h2957"/>
              <p:cNvSpPr/>
              <p:nvPr/>
            </p:nvSpPr>
            <p:spPr>
              <a:xfrm>
                <a:off x="247777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h2958"/>
              <p:cNvSpPr/>
              <p:nvPr/>
            </p:nvSpPr>
            <p:spPr>
              <a:xfrm>
                <a:off x="248721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h2959"/>
              <p:cNvSpPr/>
              <p:nvPr/>
            </p:nvSpPr>
            <p:spPr>
              <a:xfrm>
                <a:off x="249665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h2960"/>
              <p:cNvSpPr/>
              <p:nvPr/>
            </p:nvSpPr>
            <p:spPr>
              <a:xfrm>
                <a:off x="250609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h2961"/>
              <p:cNvSpPr/>
              <p:nvPr/>
            </p:nvSpPr>
            <p:spPr>
              <a:xfrm>
                <a:off x="251553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h2962"/>
              <p:cNvSpPr/>
              <p:nvPr/>
            </p:nvSpPr>
            <p:spPr>
              <a:xfrm>
                <a:off x="252497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h2963"/>
              <p:cNvSpPr/>
              <p:nvPr/>
            </p:nvSpPr>
            <p:spPr>
              <a:xfrm>
                <a:off x="253441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h2964"/>
              <p:cNvSpPr/>
              <p:nvPr/>
            </p:nvSpPr>
            <p:spPr>
              <a:xfrm>
                <a:off x="254385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h2965"/>
              <p:cNvSpPr/>
              <p:nvPr/>
            </p:nvSpPr>
            <p:spPr>
              <a:xfrm>
                <a:off x="255329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h2966"/>
              <p:cNvSpPr/>
              <p:nvPr/>
            </p:nvSpPr>
            <p:spPr>
              <a:xfrm>
                <a:off x="256273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h2967"/>
              <p:cNvSpPr/>
              <p:nvPr/>
            </p:nvSpPr>
            <p:spPr>
              <a:xfrm>
                <a:off x="257217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h2968"/>
              <p:cNvSpPr/>
              <p:nvPr/>
            </p:nvSpPr>
            <p:spPr>
              <a:xfrm>
                <a:off x="258161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h2969"/>
              <p:cNvSpPr/>
              <p:nvPr/>
            </p:nvSpPr>
            <p:spPr>
              <a:xfrm>
                <a:off x="259105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h2970"/>
              <p:cNvSpPr/>
              <p:nvPr/>
            </p:nvSpPr>
            <p:spPr>
              <a:xfrm>
                <a:off x="260049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h2971"/>
              <p:cNvSpPr/>
              <p:nvPr/>
            </p:nvSpPr>
            <p:spPr>
              <a:xfrm>
                <a:off x="260993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h2972"/>
              <p:cNvSpPr/>
              <p:nvPr/>
            </p:nvSpPr>
            <p:spPr>
              <a:xfrm>
                <a:off x="261937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h2973"/>
              <p:cNvSpPr/>
              <p:nvPr/>
            </p:nvSpPr>
            <p:spPr>
              <a:xfrm>
                <a:off x="262881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h2974"/>
              <p:cNvSpPr/>
              <p:nvPr/>
            </p:nvSpPr>
            <p:spPr>
              <a:xfrm>
                <a:off x="263825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h2975"/>
              <p:cNvSpPr/>
              <p:nvPr/>
            </p:nvSpPr>
            <p:spPr>
              <a:xfrm>
                <a:off x="264769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h2976"/>
              <p:cNvSpPr/>
              <p:nvPr/>
            </p:nvSpPr>
            <p:spPr>
              <a:xfrm>
                <a:off x="265713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h2977"/>
              <p:cNvSpPr/>
              <p:nvPr/>
            </p:nvSpPr>
            <p:spPr>
              <a:xfrm>
                <a:off x="266657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h2978"/>
              <p:cNvSpPr/>
              <p:nvPr/>
            </p:nvSpPr>
            <p:spPr>
              <a:xfrm>
                <a:off x="267601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h2979"/>
              <p:cNvSpPr/>
              <p:nvPr/>
            </p:nvSpPr>
            <p:spPr>
              <a:xfrm>
                <a:off x="268545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h2980"/>
              <p:cNvSpPr/>
              <p:nvPr/>
            </p:nvSpPr>
            <p:spPr>
              <a:xfrm>
                <a:off x="269489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h2981"/>
              <p:cNvSpPr/>
              <p:nvPr/>
            </p:nvSpPr>
            <p:spPr>
              <a:xfrm>
                <a:off x="270433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h2982"/>
              <p:cNvSpPr/>
              <p:nvPr/>
            </p:nvSpPr>
            <p:spPr>
              <a:xfrm>
                <a:off x="2713776" y="2167792"/>
                <a:ext cx="918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9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5676" y="896830"/>
                    </a:lnTo>
                    <a:lnTo>
                      <a:pt x="915710" y="897005"/>
                    </a:lnTo>
                    <a:lnTo>
                      <a:pt x="915817" y="897571"/>
                    </a:lnTo>
                    <a:lnTo>
                      <a:pt x="915923" y="898138"/>
                    </a:lnTo>
                    <a:lnTo>
                      <a:pt x="916030" y="898704"/>
                    </a:lnTo>
                    <a:lnTo>
                      <a:pt x="916137" y="899270"/>
                    </a:lnTo>
                    <a:lnTo>
                      <a:pt x="916244" y="899836"/>
                    </a:lnTo>
                    <a:lnTo>
                      <a:pt x="916351" y="900402"/>
                    </a:lnTo>
                    <a:lnTo>
                      <a:pt x="916458" y="900969"/>
                    </a:lnTo>
                    <a:lnTo>
                      <a:pt x="916565" y="901535"/>
                    </a:lnTo>
                    <a:lnTo>
                      <a:pt x="916671" y="902101"/>
                    </a:lnTo>
                    <a:lnTo>
                      <a:pt x="916778" y="902667"/>
                    </a:lnTo>
                    <a:lnTo>
                      <a:pt x="916885" y="903233"/>
                    </a:lnTo>
                    <a:lnTo>
                      <a:pt x="916992" y="903800"/>
                    </a:lnTo>
                    <a:lnTo>
                      <a:pt x="917099" y="904366"/>
                    </a:lnTo>
                    <a:lnTo>
                      <a:pt x="917205" y="904932"/>
                    </a:lnTo>
                    <a:lnTo>
                      <a:pt x="917312" y="905498"/>
                    </a:lnTo>
                    <a:lnTo>
                      <a:pt x="917419" y="906064"/>
                    </a:lnTo>
                    <a:lnTo>
                      <a:pt x="917526" y="906631"/>
                    </a:lnTo>
                    <a:lnTo>
                      <a:pt x="917633" y="907197"/>
                    </a:lnTo>
                    <a:lnTo>
                      <a:pt x="917739" y="907763"/>
                    </a:lnTo>
                    <a:lnTo>
                      <a:pt x="917846" y="908329"/>
                    </a:lnTo>
                    <a:lnTo>
                      <a:pt x="917953" y="908895"/>
                    </a:lnTo>
                    <a:lnTo>
                      <a:pt x="918059" y="909461"/>
                    </a:lnTo>
                    <a:lnTo>
                      <a:pt x="918166" y="910028"/>
                    </a:lnTo>
                    <a:lnTo>
                      <a:pt x="918273" y="910594"/>
                    </a:lnTo>
                    <a:lnTo>
                      <a:pt x="918380" y="911160"/>
                    </a:lnTo>
                    <a:lnTo>
                      <a:pt x="918486" y="911726"/>
                    </a:lnTo>
                    <a:lnTo>
                      <a:pt x="918593" y="912292"/>
                    </a:lnTo>
                    <a:lnTo>
                      <a:pt x="918700" y="912859"/>
                    </a:lnTo>
                    <a:lnTo>
                      <a:pt x="918806" y="913425"/>
                    </a:lnTo>
                    <a:lnTo>
                      <a:pt x="918913" y="913991"/>
                    </a:lnTo>
                    <a:lnTo>
                      <a:pt x="918990" y="914400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h2983"/>
              <p:cNvSpPr/>
              <p:nvPr/>
            </p:nvSpPr>
            <p:spPr>
              <a:xfrm>
                <a:off x="2940342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835" y="914400"/>
                    </a:lnTo>
                    <a:lnTo>
                      <a:pt x="914399" y="914172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h2984"/>
              <p:cNvSpPr/>
              <p:nvPr/>
            </p:nvSpPr>
            <p:spPr>
              <a:xfrm>
                <a:off x="294978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4172"/>
                    </a:lnTo>
                    <a:lnTo>
                      <a:pt x="908654" y="912683"/>
                    </a:lnTo>
                    <a:lnTo>
                      <a:pt x="914206" y="910978"/>
                    </a:lnTo>
                    <a:lnTo>
                      <a:pt x="914400" y="910937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h2985"/>
              <p:cNvSpPr/>
              <p:nvPr/>
            </p:nvSpPr>
            <p:spPr>
              <a:xfrm>
                <a:off x="295922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937"/>
                    </a:lnTo>
                    <a:lnTo>
                      <a:pt x="910356" y="909789"/>
                    </a:lnTo>
                    <a:lnTo>
                      <a:pt x="914400" y="909305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h2986"/>
              <p:cNvSpPr/>
              <p:nvPr/>
            </p:nvSpPr>
            <p:spPr>
              <a:xfrm>
                <a:off x="296866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05"/>
                    </a:lnTo>
                    <a:lnTo>
                      <a:pt x="906530" y="909117"/>
                    </a:lnTo>
                    <a:lnTo>
                      <a:pt x="906927" y="909088"/>
                    </a:lnTo>
                    <a:lnTo>
                      <a:pt x="907326" y="909059"/>
                    </a:lnTo>
                    <a:lnTo>
                      <a:pt x="907725" y="909030"/>
                    </a:lnTo>
                    <a:lnTo>
                      <a:pt x="908124" y="909000"/>
                    </a:lnTo>
                    <a:lnTo>
                      <a:pt x="908523" y="908971"/>
                    </a:lnTo>
                    <a:lnTo>
                      <a:pt x="908921" y="908942"/>
                    </a:lnTo>
                    <a:lnTo>
                      <a:pt x="909320" y="908913"/>
                    </a:lnTo>
                    <a:lnTo>
                      <a:pt x="909719" y="908884"/>
                    </a:lnTo>
                    <a:lnTo>
                      <a:pt x="910118" y="908855"/>
                    </a:lnTo>
                    <a:lnTo>
                      <a:pt x="910517" y="908825"/>
                    </a:lnTo>
                    <a:lnTo>
                      <a:pt x="910916" y="908796"/>
                    </a:lnTo>
                    <a:lnTo>
                      <a:pt x="911315" y="908767"/>
                    </a:lnTo>
                    <a:lnTo>
                      <a:pt x="911713" y="908738"/>
                    </a:lnTo>
                    <a:lnTo>
                      <a:pt x="912112" y="908709"/>
                    </a:lnTo>
                    <a:lnTo>
                      <a:pt x="912511" y="908680"/>
                    </a:lnTo>
                    <a:lnTo>
                      <a:pt x="912910" y="908651"/>
                    </a:lnTo>
                    <a:lnTo>
                      <a:pt x="913309" y="908622"/>
                    </a:lnTo>
                    <a:lnTo>
                      <a:pt x="913708" y="908593"/>
                    </a:lnTo>
                    <a:lnTo>
                      <a:pt x="914106" y="908564"/>
                    </a:lnTo>
                    <a:lnTo>
                      <a:pt x="914400" y="908543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h2987"/>
              <p:cNvSpPr/>
              <p:nvPr/>
            </p:nvSpPr>
            <p:spPr>
              <a:xfrm>
                <a:off x="2978103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5" y="908535"/>
                    </a:lnTo>
                    <a:lnTo>
                      <a:pt x="905464" y="908506"/>
                    </a:lnTo>
                    <a:lnTo>
                      <a:pt x="905863" y="908477"/>
                    </a:lnTo>
                    <a:lnTo>
                      <a:pt x="906262" y="908448"/>
                    </a:lnTo>
                    <a:lnTo>
                      <a:pt x="906660" y="908419"/>
                    </a:lnTo>
                    <a:lnTo>
                      <a:pt x="907059" y="908390"/>
                    </a:lnTo>
                    <a:lnTo>
                      <a:pt x="907458" y="908361"/>
                    </a:lnTo>
                    <a:lnTo>
                      <a:pt x="907857" y="908333"/>
                    </a:lnTo>
                    <a:lnTo>
                      <a:pt x="908256" y="908304"/>
                    </a:lnTo>
                    <a:lnTo>
                      <a:pt x="908655" y="908275"/>
                    </a:lnTo>
                    <a:lnTo>
                      <a:pt x="909054" y="908246"/>
                    </a:lnTo>
                    <a:lnTo>
                      <a:pt x="909453" y="908217"/>
                    </a:lnTo>
                    <a:lnTo>
                      <a:pt x="909851" y="908188"/>
                    </a:lnTo>
                    <a:lnTo>
                      <a:pt x="910250" y="908159"/>
                    </a:lnTo>
                    <a:lnTo>
                      <a:pt x="910649" y="908131"/>
                    </a:lnTo>
                    <a:lnTo>
                      <a:pt x="911048" y="908102"/>
                    </a:lnTo>
                    <a:lnTo>
                      <a:pt x="911447" y="908073"/>
                    </a:lnTo>
                    <a:lnTo>
                      <a:pt x="911846" y="908044"/>
                    </a:lnTo>
                    <a:lnTo>
                      <a:pt x="912245" y="908016"/>
                    </a:lnTo>
                    <a:lnTo>
                      <a:pt x="912644" y="907987"/>
                    </a:lnTo>
                    <a:lnTo>
                      <a:pt x="913043" y="907958"/>
                    </a:lnTo>
                    <a:lnTo>
                      <a:pt x="913441" y="907929"/>
                    </a:lnTo>
                    <a:lnTo>
                      <a:pt x="913840" y="907901"/>
                    </a:lnTo>
                    <a:lnTo>
                      <a:pt x="914239" y="907872"/>
                    </a:lnTo>
                    <a:lnTo>
                      <a:pt x="914400" y="907860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h2988"/>
              <p:cNvSpPr/>
              <p:nvPr/>
            </p:nvSpPr>
            <p:spPr>
              <a:xfrm>
                <a:off x="2987543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860"/>
                    </a:lnTo>
                    <a:lnTo>
                      <a:pt x="905198" y="907843"/>
                    </a:lnTo>
                    <a:lnTo>
                      <a:pt x="905597" y="907815"/>
                    </a:lnTo>
                    <a:lnTo>
                      <a:pt x="905996" y="907786"/>
                    </a:lnTo>
                    <a:lnTo>
                      <a:pt x="906395" y="907757"/>
                    </a:lnTo>
                    <a:lnTo>
                      <a:pt x="906793" y="907729"/>
                    </a:lnTo>
                    <a:lnTo>
                      <a:pt x="907192" y="907700"/>
                    </a:lnTo>
                    <a:lnTo>
                      <a:pt x="907591" y="907671"/>
                    </a:lnTo>
                    <a:lnTo>
                      <a:pt x="907990" y="907643"/>
                    </a:lnTo>
                    <a:lnTo>
                      <a:pt x="908389" y="907614"/>
                    </a:lnTo>
                    <a:lnTo>
                      <a:pt x="908788" y="907586"/>
                    </a:lnTo>
                    <a:lnTo>
                      <a:pt x="909187" y="907557"/>
                    </a:lnTo>
                    <a:lnTo>
                      <a:pt x="909586" y="907529"/>
                    </a:lnTo>
                    <a:lnTo>
                      <a:pt x="909985" y="907500"/>
                    </a:lnTo>
                    <a:lnTo>
                      <a:pt x="910384" y="907472"/>
                    </a:lnTo>
                    <a:lnTo>
                      <a:pt x="910783" y="907443"/>
                    </a:lnTo>
                    <a:lnTo>
                      <a:pt x="911181" y="907415"/>
                    </a:lnTo>
                    <a:lnTo>
                      <a:pt x="911580" y="907386"/>
                    </a:lnTo>
                    <a:lnTo>
                      <a:pt x="911979" y="907358"/>
                    </a:lnTo>
                    <a:lnTo>
                      <a:pt x="912378" y="907329"/>
                    </a:lnTo>
                    <a:lnTo>
                      <a:pt x="912777" y="907301"/>
                    </a:lnTo>
                    <a:lnTo>
                      <a:pt x="913176" y="907272"/>
                    </a:lnTo>
                    <a:lnTo>
                      <a:pt x="913575" y="907244"/>
                    </a:lnTo>
                    <a:lnTo>
                      <a:pt x="913974" y="907216"/>
                    </a:lnTo>
                    <a:lnTo>
                      <a:pt x="914400" y="907185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h2989"/>
              <p:cNvSpPr/>
              <p:nvPr/>
            </p:nvSpPr>
            <p:spPr>
              <a:xfrm>
                <a:off x="2996983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7185"/>
                    </a:lnTo>
                    <a:lnTo>
                      <a:pt x="905332" y="907159"/>
                    </a:lnTo>
                    <a:lnTo>
                      <a:pt x="905731" y="907130"/>
                    </a:lnTo>
                    <a:lnTo>
                      <a:pt x="906129" y="907102"/>
                    </a:lnTo>
                    <a:lnTo>
                      <a:pt x="906528" y="907074"/>
                    </a:lnTo>
                    <a:lnTo>
                      <a:pt x="906927" y="907045"/>
                    </a:lnTo>
                    <a:lnTo>
                      <a:pt x="907326" y="907017"/>
                    </a:lnTo>
                    <a:lnTo>
                      <a:pt x="907725" y="906989"/>
                    </a:lnTo>
                    <a:lnTo>
                      <a:pt x="908124" y="906960"/>
                    </a:lnTo>
                    <a:lnTo>
                      <a:pt x="908523" y="906932"/>
                    </a:lnTo>
                    <a:lnTo>
                      <a:pt x="908922" y="906904"/>
                    </a:lnTo>
                    <a:lnTo>
                      <a:pt x="909321" y="906876"/>
                    </a:lnTo>
                    <a:lnTo>
                      <a:pt x="909720" y="906847"/>
                    </a:lnTo>
                    <a:lnTo>
                      <a:pt x="910119" y="906819"/>
                    </a:lnTo>
                    <a:lnTo>
                      <a:pt x="910518" y="906791"/>
                    </a:lnTo>
                    <a:lnTo>
                      <a:pt x="910917" y="906763"/>
                    </a:lnTo>
                    <a:lnTo>
                      <a:pt x="911316" y="906735"/>
                    </a:lnTo>
                    <a:lnTo>
                      <a:pt x="911715" y="906706"/>
                    </a:lnTo>
                    <a:lnTo>
                      <a:pt x="912114" y="906678"/>
                    </a:lnTo>
                    <a:lnTo>
                      <a:pt x="912513" y="906650"/>
                    </a:lnTo>
                    <a:lnTo>
                      <a:pt x="912912" y="906622"/>
                    </a:lnTo>
                    <a:lnTo>
                      <a:pt x="913311" y="906594"/>
                    </a:lnTo>
                    <a:lnTo>
                      <a:pt x="913710" y="906566"/>
                    </a:lnTo>
                    <a:lnTo>
                      <a:pt x="914109" y="906538"/>
                    </a:lnTo>
                    <a:lnTo>
                      <a:pt x="914399" y="906517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h2990"/>
              <p:cNvSpPr/>
              <p:nvPr/>
            </p:nvSpPr>
            <p:spPr>
              <a:xfrm>
                <a:off x="3006423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7" y="906510"/>
                    </a:lnTo>
                    <a:lnTo>
                      <a:pt x="905466" y="906481"/>
                    </a:lnTo>
                    <a:lnTo>
                      <a:pt x="905865" y="906453"/>
                    </a:lnTo>
                    <a:lnTo>
                      <a:pt x="906264" y="906425"/>
                    </a:lnTo>
                    <a:lnTo>
                      <a:pt x="906663" y="906397"/>
                    </a:lnTo>
                    <a:lnTo>
                      <a:pt x="907062" y="906369"/>
                    </a:lnTo>
                    <a:lnTo>
                      <a:pt x="907461" y="906341"/>
                    </a:lnTo>
                    <a:lnTo>
                      <a:pt x="907860" y="906313"/>
                    </a:lnTo>
                    <a:lnTo>
                      <a:pt x="908259" y="906285"/>
                    </a:lnTo>
                    <a:lnTo>
                      <a:pt x="908658" y="906257"/>
                    </a:lnTo>
                    <a:lnTo>
                      <a:pt x="909057" y="906229"/>
                    </a:lnTo>
                    <a:lnTo>
                      <a:pt x="909456" y="906201"/>
                    </a:lnTo>
                    <a:lnTo>
                      <a:pt x="909855" y="906173"/>
                    </a:lnTo>
                    <a:lnTo>
                      <a:pt x="910254" y="906146"/>
                    </a:lnTo>
                    <a:lnTo>
                      <a:pt x="910653" y="906118"/>
                    </a:lnTo>
                    <a:lnTo>
                      <a:pt x="911052" y="906090"/>
                    </a:lnTo>
                    <a:lnTo>
                      <a:pt x="911451" y="906062"/>
                    </a:lnTo>
                    <a:lnTo>
                      <a:pt x="911850" y="906034"/>
                    </a:lnTo>
                    <a:lnTo>
                      <a:pt x="912249" y="906006"/>
                    </a:lnTo>
                    <a:lnTo>
                      <a:pt x="912648" y="905978"/>
                    </a:lnTo>
                    <a:lnTo>
                      <a:pt x="913047" y="905950"/>
                    </a:lnTo>
                    <a:lnTo>
                      <a:pt x="913446" y="905923"/>
                    </a:lnTo>
                    <a:lnTo>
                      <a:pt x="913845" y="905895"/>
                    </a:lnTo>
                    <a:lnTo>
                      <a:pt x="914244" y="905867"/>
                    </a:lnTo>
                    <a:lnTo>
                      <a:pt x="914400" y="905856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h2991"/>
              <p:cNvSpPr/>
              <p:nvPr/>
            </p:nvSpPr>
            <p:spPr>
              <a:xfrm>
                <a:off x="3015864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5856"/>
                    </a:lnTo>
                    <a:lnTo>
                      <a:pt x="905203" y="905839"/>
                    </a:lnTo>
                    <a:lnTo>
                      <a:pt x="905602" y="905811"/>
                    </a:lnTo>
                    <a:lnTo>
                      <a:pt x="906001" y="905784"/>
                    </a:lnTo>
                    <a:lnTo>
                      <a:pt x="906400" y="905756"/>
                    </a:lnTo>
                    <a:lnTo>
                      <a:pt x="906799" y="905728"/>
                    </a:lnTo>
                    <a:lnTo>
                      <a:pt x="907198" y="905700"/>
                    </a:lnTo>
                    <a:lnTo>
                      <a:pt x="907597" y="905673"/>
                    </a:lnTo>
                    <a:lnTo>
                      <a:pt x="907996" y="905645"/>
                    </a:lnTo>
                    <a:lnTo>
                      <a:pt x="908395" y="905617"/>
                    </a:lnTo>
                    <a:lnTo>
                      <a:pt x="908794" y="905590"/>
                    </a:lnTo>
                    <a:lnTo>
                      <a:pt x="909193" y="905562"/>
                    </a:lnTo>
                    <a:lnTo>
                      <a:pt x="909592" y="905534"/>
                    </a:lnTo>
                    <a:lnTo>
                      <a:pt x="909991" y="905507"/>
                    </a:lnTo>
                    <a:lnTo>
                      <a:pt x="910390" y="905479"/>
                    </a:lnTo>
                    <a:lnTo>
                      <a:pt x="914399" y="905411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h2992"/>
              <p:cNvSpPr/>
              <p:nvPr/>
            </p:nvSpPr>
            <p:spPr>
              <a:xfrm>
                <a:off x="302530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411"/>
                    </a:lnTo>
                    <a:lnTo>
                      <a:pt x="907297" y="905371"/>
                    </a:lnTo>
                    <a:lnTo>
                      <a:pt x="913638" y="905925"/>
                    </a:lnTo>
                    <a:lnTo>
                      <a:pt x="914400" y="906031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h2993"/>
              <p:cNvSpPr/>
              <p:nvPr/>
            </p:nvSpPr>
            <p:spPr>
              <a:xfrm>
                <a:off x="303474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031"/>
                    </a:lnTo>
                    <a:lnTo>
                      <a:pt x="914400" y="907350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h2994"/>
              <p:cNvSpPr/>
              <p:nvPr/>
            </p:nvSpPr>
            <p:spPr>
              <a:xfrm>
                <a:off x="304418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350"/>
                    </a:lnTo>
                    <a:lnTo>
                      <a:pt x="914400" y="90866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h2995"/>
              <p:cNvSpPr/>
              <p:nvPr/>
            </p:nvSpPr>
            <p:spPr>
              <a:xfrm>
                <a:off x="3053625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8668"/>
                    </a:lnTo>
                    <a:lnTo>
                      <a:pt x="914399" y="909987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h2996"/>
              <p:cNvSpPr/>
              <p:nvPr/>
            </p:nvSpPr>
            <p:spPr>
              <a:xfrm>
                <a:off x="306306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7"/>
                    </a:lnTo>
                    <a:lnTo>
                      <a:pt x="914400" y="9112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h2997"/>
              <p:cNvSpPr/>
              <p:nvPr/>
            </p:nvSpPr>
            <p:spPr>
              <a:xfrm>
                <a:off x="3072505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1238"/>
                    </a:lnTo>
                    <a:lnTo>
                      <a:pt x="905451" y="911077"/>
                    </a:lnTo>
                    <a:lnTo>
                      <a:pt x="905994" y="910899"/>
                    </a:lnTo>
                    <a:lnTo>
                      <a:pt x="906538" y="910721"/>
                    </a:lnTo>
                    <a:lnTo>
                      <a:pt x="907081" y="910543"/>
                    </a:lnTo>
                    <a:lnTo>
                      <a:pt x="907624" y="910366"/>
                    </a:lnTo>
                    <a:lnTo>
                      <a:pt x="908167" y="910188"/>
                    </a:lnTo>
                    <a:lnTo>
                      <a:pt x="908710" y="910010"/>
                    </a:lnTo>
                    <a:lnTo>
                      <a:pt x="909254" y="909833"/>
                    </a:lnTo>
                    <a:lnTo>
                      <a:pt x="909797" y="909655"/>
                    </a:lnTo>
                    <a:lnTo>
                      <a:pt x="910340" y="909478"/>
                    </a:lnTo>
                    <a:lnTo>
                      <a:pt x="910883" y="909300"/>
                    </a:lnTo>
                    <a:lnTo>
                      <a:pt x="911426" y="909123"/>
                    </a:lnTo>
                    <a:lnTo>
                      <a:pt x="911970" y="908945"/>
                    </a:lnTo>
                    <a:lnTo>
                      <a:pt x="912513" y="908768"/>
                    </a:lnTo>
                    <a:lnTo>
                      <a:pt x="913056" y="908590"/>
                    </a:lnTo>
                    <a:lnTo>
                      <a:pt x="913600" y="908413"/>
                    </a:lnTo>
                    <a:lnTo>
                      <a:pt x="914143" y="908236"/>
                    </a:lnTo>
                    <a:lnTo>
                      <a:pt x="914399" y="908152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h2998"/>
              <p:cNvSpPr/>
              <p:nvPr/>
            </p:nvSpPr>
            <p:spPr>
              <a:xfrm>
                <a:off x="308194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152"/>
                    </a:lnTo>
                    <a:lnTo>
                      <a:pt x="905246" y="908058"/>
                    </a:lnTo>
                    <a:lnTo>
                      <a:pt x="905790" y="907881"/>
                    </a:lnTo>
                    <a:lnTo>
                      <a:pt x="906333" y="907704"/>
                    </a:lnTo>
                    <a:lnTo>
                      <a:pt x="906876" y="907526"/>
                    </a:lnTo>
                    <a:lnTo>
                      <a:pt x="907420" y="907349"/>
                    </a:lnTo>
                    <a:lnTo>
                      <a:pt x="907963" y="907172"/>
                    </a:lnTo>
                    <a:lnTo>
                      <a:pt x="908507" y="906995"/>
                    </a:lnTo>
                    <a:lnTo>
                      <a:pt x="909050" y="906817"/>
                    </a:lnTo>
                    <a:lnTo>
                      <a:pt x="909593" y="906640"/>
                    </a:lnTo>
                    <a:lnTo>
                      <a:pt x="910137" y="906463"/>
                    </a:lnTo>
                    <a:lnTo>
                      <a:pt x="910680" y="906286"/>
                    </a:lnTo>
                    <a:lnTo>
                      <a:pt x="911224" y="906109"/>
                    </a:lnTo>
                    <a:lnTo>
                      <a:pt x="911767" y="905932"/>
                    </a:lnTo>
                    <a:lnTo>
                      <a:pt x="912311" y="905755"/>
                    </a:lnTo>
                    <a:lnTo>
                      <a:pt x="912855" y="905578"/>
                    </a:lnTo>
                    <a:lnTo>
                      <a:pt x="913398" y="905401"/>
                    </a:lnTo>
                    <a:lnTo>
                      <a:pt x="913942" y="905224"/>
                    </a:lnTo>
                    <a:lnTo>
                      <a:pt x="914400" y="905075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h2999"/>
              <p:cNvSpPr/>
              <p:nvPr/>
            </p:nvSpPr>
            <p:spPr>
              <a:xfrm>
                <a:off x="309138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45" y="905047"/>
                    </a:lnTo>
                    <a:lnTo>
                      <a:pt x="905589" y="904870"/>
                    </a:lnTo>
                    <a:lnTo>
                      <a:pt x="906132" y="904693"/>
                    </a:lnTo>
                    <a:lnTo>
                      <a:pt x="911753" y="903133"/>
                    </a:lnTo>
                    <a:lnTo>
                      <a:pt x="914400" y="90264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h3000"/>
              <p:cNvSpPr/>
              <p:nvPr/>
            </p:nvSpPr>
            <p:spPr>
              <a:xfrm>
                <a:off x="310082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2649"/>
                    </a:lnTo>
                    <a:lnTo>
                      <a:pt x="907968" y="902100"/>
                    </a:lnTo>
                    <a:lnTo>
                      <a:pt x="913645" y="901595"/>
                    </a:lnTo>
                    <a:lnTo>
                      <a:pt x="913989" y="901581"/>
                    </a:lnTo>
                    <a:lnTo>
                      <a:pt x="914400" y="901564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h3001"/>
              <p:cNvSpPr/>
              <p:nvPr/>
            </p:nvSpPr>
            <p:spPr>
              <a:xfrm>
                <a:off x="3110266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1564"/>
                    </a:lnTo>
                    <a:lnTo>
                      <a:pt x="905242" y="901552"/>
                    </a:lnTo>
                    <a:lnTo>
                      <a:pt x="905589" y="901537"/>
                    </a:lnTo>
                    <a:lnTo>
                      <a:pt x="905935" y="901523"/>
                    </a:lnTo>
                    <a:lnTo>
                      <a:pt x="906282" y="901508"/>
                    </a:lnTo>
                    <a:lnTo>
                      <a:pt x="906628" y="901494"/>
                    </a:lnTo>
                    <a:lnTo>
                      <a:pt x="906975" y="901479"/>
                    </a:lnTo>
                    <a:lnTo>
                      <a:pt x="907321" y="901465"/>
                    </a:lnTo>
                    <a:lnTo>
                      <a:pt x="907668" y="901450"/>
                    </a:lnTo>
                    <a:lnTo>
                      <a:pt x="908014" y="901436"/>
                    </a:lnTo>
                    <a:lnTo>
                      <a:pt x="908361" y="901421"/>
                    </a:lnTo>
                    <a:lnTo>
                      <a:pt x="908707" y="901407"/>
                    </a:lnTo>
                    <a:lnTo>
                      <a:pt x="909054" y="901392"/>
                    </a:lnTo>
                    <a:lnTo>
                      <a:pt x="909400" y="901378"/>
                    </a:lnTo>
                    <a:lnTo>
                      <a:pt x="909747" y="901363"/>
                    </a:lnTo>
                    <a:lnTo>
                      <a:pt x="910093" y="901349"/>
                    </a:lnTo>
                    <a:lnTo>
                      <a:pt x="910440" y="901335"/>
                    </a:lnTo>
                    <a:lnTo>
                      <a:pt x="910786" y="901320"/>
                    </a:lnTo>
                    <a:lnTo>
                      <a:pt x="911133" y="901306"/>
                    </a:lnTo>
                    <a:lnTo>
                      <a:pt x="911479" y="901291"/>
                    </a:lnTo>
                    <a:lnTo>
                      <a:pt x="911826" y="901277"/>
                    </a:lnTo>
                    <a:lnTo>
                      <a:pt x="912172" y="901263"/>
                    </a:lnTo>
                    <a:lnTo>
                      <a:pt x="912519" y="901248"/>
                    </a:lnTo>
                    <a:lnTo>
                      <a:pt x="912865" y="901234"/>
                    </a:lnTo>
                    <a:lnTo>
                      <a:pt x="913212" y="901220"/>
                    </a:lnTo>
                    <a:lnTo>
                      <a:pt x="913558" y="901205"/>
                    </a:lnTo>
                    <a:lnTo>
                      <a:pt x="913905" y="901191"/>
                    </a:lnTo>
                    <a:lnTo>
                      <a:pt x="914251" y="901177"/>
                    </a:lnTo>
                    <a:lnTo>
                      <a:pt x="914399" y="901170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h3002"/>
              <p:cNvSpPr/>
              <p:nvPr/>
            </p:nvSpPr>
            <p:spPr>
              <a:xfrm>
                <a:off x="311970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170"/>
                    </a:lnTo>
                    <a:lnTo>
                      <a:pt x="905158" y="901162"/>
                    </a:lnTo>
                    <a:lnTo>
                      <a:pt x="905504" y="901148"/>
                    </a:lnTo>
                    <a:lnTo>
                      <a:pt x="905851" y="901134"/>
                    </a:lnTo>
                    <a:lnTo>
                      <a:pt x="906197" y="901119"/>
                    </a:lnTo>
                    <a:lnTo>
                      <a:pt x="906544" y="901105"/>
                    </a:lnTo>
                    <a:lnTo>
                      <a:pt x="906890" y="901091"/>
                    </a:lnTo>
                    <a:lnTo>
                      <a:pt x="907237" y="901077"/>
                    </a:lnTo>
                    <a:lnTo>
                      <a:pt x="907583" y="901062"/>
                    </a:lnTo>
                    <a:lnTo>
                      <a:pt x="907930" y="901048"/>
                    </a:lnTo>
                    <a:lnTo>
                      <a:pt x="908276" y="901034"/>
                    </a:lnTo>
                    <a:lnTo>
                      <a:pt x="908623" y="901020"/>
                    </a:lnTo>
                    <a:lnTo>
                      <a:pt x="908970" y="901006"/>
                    </a:lnTo>
                    <a:lnTo>
                      <a:pt x="909316" y="900991"/>
                    </a:lnTo>
                    <a:lnTo>
                      <a:pt x="909663" y="900977"/>
                    </a:lnTo>
                    <a:lnTo>
                      <a:pt x="910009" y="900963"/>
                    </a:lnTo>
                    <a:lnTo>
                      <a:pt x="910356" y="900949"/>
                    </a:lnTo>
                    <a:lnTo>
                      <a:pt x="910702" y="900935"/>
                    </a:lnTo>
                    <a:lnTo>
                      <a:pt x="911049" y="900921"/>
                    </a:lnTo>
                    <a:lnTo>
                      <a:pt x="911395" y="900906"/>
                    </a:lnTo>
                    <a:lnTo>
                      <a:pt x="911742" y="900892"/>
                    </a:lnTo>
                    <a:lnTo>
                      <a:pt x="912088" y="900878"/>
                    </a:lnTo>
                    <a:lnTo>
                      <a:pt x="912435" y="900864"/>
                    </a:lnTo>
                    <a:lnTo>
                      <a:pt x="912781" y="900850"/>
                    </a:lnTo>
                    <a:lnTo>
                      <a:pt x="913128" y="900836"/>
                    </a:lnTo>
                    <a:lnTo>
                      <a:pt x="913474" y="900822"/>
                    </a:lnTo>
                    <a:lnTo>
                      <a:pt x="913821" y="900808"/>
                    </a:lnTo>
                    <a:lnTo>
                      <a:pt x="914168" y="900794"/>
                    </a:lnTo>
                    <a:lnTo>
                      <a:pt x="914400" y="900784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h3003"/>
              <p:cNvSpPr/>
              <p:nvPr/>
            </p:nvSpPr>
            <p:spPr>
              <a:xfrm>
                <a:off x="3129147" y="215022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74" y="918350"/>
                    </a:lnTo>
                    <a:lnTo>
                      <a:pt x="905420" y="918335"/>
                    </a:lnTo>
                    <a:lnTo>
                      <a:pt x="905767" y="918321"/>
                    </a:lnTo>
                    <a:lnTo>
                      <a:pt x="906113" y="918307"/>
                    </a:lnTo>
                    <a:lnTo>
                      <a:pt x="906460" y="918293"/>
                    </a:lnTo>
                    <a:lnTo>
                      <a:pt x="906807" y="918279"/>
                    </a:lnTo>
                    <a:lnTo>
                      <a:pt x="907153" y="918265"/>
                    </a:lnTo>
                    <a:lnTo>
                      <a:pt x="907500" y="918251"/>
                    </a:lnTo>
                    <a:lnTo>
                      <a:pt x="909169" y="918259"/>
                    </a:lnTo>
                    <a:lnTo>
                      <a:pt x="909282" y="917885"/>
                    </a:lnTo>
                    <a:lnTo>
                      <a:pt x="909397" y="917498"/>
                    </a:lnTo>
                    <a:lnTo>
                      <a:pt x="909513" y="917112"/>
                    </a:lnTo>
                    <a:lnTo>
                      <a:pt x="909629" y="916725"/>
                    </a:lnTo>
                    <a:lnTo>
                      <a:pt x="909745" y="916339"/>
                    </a:lnTo>
                    <a:lnTo>
                      <a:pt x="909861" y="915952"/>
                    </a:lnTo>
                    <a:lnTo>
                      <a:pt x="909976" y="915566"/>
                    </a:lnTo>
                    <a:lnTo>
                      <a:pt x="910352" y="914400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h3004"/>
              <p:cNvSpPr/>
              <p:nvPr/>
            </p:nvSpPr>
            <p:spPr>
              <a:xfrm>
                <a:off x="312914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h3005"/>
              <p:cNvSpPr/>
              <p:nvPr/>
            </p:nvSpPr>
            <p:spPr>
              <a:xfrm>
                <a:off x="313858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h3006"/>
              <p:cNvSpPr/>
              <p:nvPr/>
            </p:nvSpPr>
            <p:spPr>
              <a:xfrm>
                <a:off x="314802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h3007"/>
              <p:cNvSpPr/>
              <p:nvPr/>
            </p:nvSpPr>
            <p:spPr>
              <a:xfrm>
                <a:off x="315746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h3008"/>
              <p:cNvSpPr/>
              <p:nvPr/>
            </p:nvSpPr>
            <p:spPr>
              <a:xfrm>
                <a:off x="316690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h3009"/>
              <p:cNvSpPr/>
              <p:nvPr/>
            </p:nvSpPr>
            <p:spPr>
              <a:xfrm>
                <a:off x="317634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h3010"/>
              <p:cNvSpPr/>
              <p:nvPr/>
            </p:nvSpPr>
            <p:spPr>
              <a:xfrm>
                <a:off x="318578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h3011"/>
              <p:cNvSpPr/>
              <p:nvPr/>
            </p:nvSpPr>
            <p:spPr>
              <a:xfrm>
                <a:off x="319522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h3012"/>
              <p:cNvSpPr/>
              <p:nvPr/>
            </p:nvSpPr>
            <p:spPr>
              <a:xfrm>
                <a:off x="320466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h3013"/>
              <p:cNvSpPr/>
              <p:nvPr/>
            </p:nvSpPr>
            <p:spPr>
              <a:xfrm>
                <a:off x="321410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h3014"/>
              <p:cNvSpPr/>
              <p:nvPr/>
            </p:nvSpPr>
            <p:spPr>
              <a:xfrm>
                <a:off x="322354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h3015"/>
              <p:cNvSpPr/>
              <p:nvPr/>
            </p:nvSpPr>
            <p:spPr>
              <a:xfrm>
                <a:off x="323298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h3016"/>
              <p:cNvSpPr/>
              <p:nvPr/>
            </p:nvSpPr>
            <p:spPr>
              <a:xfrm>
                <a:off x="324242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h3017"/>
              <p:cNvSpPr/>
              <p:nvPr/>
            </p:nvSpPr>
            <p:spPr>
              <a:xfrm>
                <a:off x="325187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h3018"/>
              <p:cNvSpPr/>
              <p:nvPr/>
            </p:nvSpPr>
            <p:spPr>
              <a:xfrm>
                <a:off x="326131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h3019"/>
              <p:cNvSpPr/>
              <p:nvPr/>
            </p:nvSpPr>
            <p:spPr>
              <a:xfrm>
                <a:off x="327075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h3020"/>
              <p:cNvSpPr/>
              <p:nvPr/>
            </p:nvSpPr>
            <p:spPr>
              <a:xfrm>
                <a:off x="328019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h3021"/>
              <p:cNvSpPr/>
              <p:nvPr/>
            </p:nvSpPr>
            <p:spPr>
              <a:xfrm>
                <a:off x="328963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h3022"/>
              <p:cNvSpPr/>
              <p:nvPr/>
            </p:nvSpPr>
            <p:spPr>
              <a:xfrm>
                <a:off x="329907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h3023"/>
              <p:cNvSpPr/>
              <p:nvPr/>
            </p:nvSpPr>
            <p:spPr>
              <a:xfrm>
                <a:off x="330851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h3024"/>
              <p:cNvSpPr/>
              <p:nvPr/>
            </p:nvSpPr>
            <p:spPr>
              <a:xfrm>
                <a:off x="331795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h3025"/>
              <p:cNvSpPr/>
              <p:nvPr/>
            </p:nvSpPr>
            <p:spPr>
              <a:xfrm>
                <a:off x="332739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h3026"/>
              <p:cNvSpPr/>
              <p:nvPr/>
            </p:nvSpPr>
            <p:spPr>
              <a:xfrm>
                <a:off x="333683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h3027"/>
              <p:cNvSpPr/>
              <p:nvPr/>
            </p:nvSpPr>
            <p:spPr>
              <a:xfrm>
                <a:off x="334627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h3028"/>
              <p:cNvSpPr/>
              <p:nvPr/>
            </p:nvSpPr>
            <p:spPr>
              <a:xfrm>
                <a:off x="335571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h3029"/>
              <p:cNvSpPr/>
              <p:nvPr/>
            </p:nvSpPr>
            <p:spPr>
              <a:xfrm>
                <a:off x="336515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h3030"/>
              <p:cNvSpPr/>
              <p:nvPr/>
            </p:nvSpPr>
            <p:spPr>
              <a:xfrm>
                <a:off x="337459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h3031"/>
              <p:cNvSpPr/>
              <p:nvPr/>
            </p:nvSpPr>
            <p:spPr>
              <a:xfrm>
                <a:off x="3384033" y="216779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11"/>
                    </a:lnTo>
                    <a:lnTo>
                      <a:pt x="923278" y="907906"/>
                    </a:lnTo>
                    <a:lnTo>
                      <a:pt x="922456" y="910973"/>
                    </a:lnTo>
                    <a:lnTo>
                      <a:pt x="921634" y="914041"/>
                    </a:lnTo>
                    <a:lnTo>
                      <a:pt x="921538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h3032"/>
              <p:cNvSpPr/>
              <p:nvPr/>
            </p:nvSpPr>
            <p:spPr>
              <a:xfrm>
                <a:off x="3393473" y="2150222"/>
                <a:ext cx="916811" cy="923381"/>
              </a:xfrm>
              <a:custGeom>
                <a:avLst/>
                <a:gdLst/>
                <a:ahLst/>
                <a:cxnLst/>
                <a:rect l="0" t="0" r="0" b="0"/>
                <a:pathLst>
                  <a:path w="916811" h="923381">
                    <a:moveTo>
                      <a:pt x="914400" y="914400"/>
                    </a:moveTo>
                    <a:lnTo>
                      <a:pt x="916811" y="914400"/>
                    </a:lnTo>
                    <a:lnTo>
                      <a:pt x="916307" y="916275"/>
                    </a:lnTo>
                    <a:lnTo>
                      <a:pt x="915483" y="919342"/>
                    </a:lnTo>
                    <a:lnTo>
                      <a:pt x="914660" y="922409"/>
                    </a:lnTo>
                    <a:lnTo>
                      <a:pt x="914400" y="923381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h3033"/>
              <p:cNvSpPr/>
              <p:nvPr/>
            </p:nvSpPr>
            <p:spPr>
              <a:xfrm>
                <a:off x="2383368" y="2132652"/>
                <a:ext cx="914399" cy="91947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9470">
                    <a:moveTo>
                      <a:pt x="914399" y="914400"/>
                    </a:moveTo>
                    <a:lnTo>
                      <a:pt x="914399" y="919470"/>
                    </a:lnTo>
                    <a:lnTo>
                      <a:pt x="914134" y="918889"/>
                    </a:lnTo>
                    <a:lnTo>
                      <a:pt x="913337" y="917142"/>
                    </a:lnTo>
                    <a:lnTo>
                      <a:pt x="912157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h3034"/>
              <p:cNvSpPr/>
              <p:nvPr/>
            </p:nvSpPr>
            <p:spPr>
              <a:xfrm>
                <a:off x="238336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94" y="931969"/>
                    </a:lnTo>
                    <a:lnTo>
                      <a:pt x="919668" y="931033"/>
                    </a:lnTo>
                    <a:lnTo>
                      <a:pt x="918878" y="929298"/>
                    </a:lnTo>
                    <a:lnTo>
                      <a:pt x="918088" y="927563"/>
                    </a:lnTo>
                    <a:lnTo>
                      <a:pt x="917298" y="925828"/>
                    </a:lnTo>
                    <a:lnTo>
                      <a:pt x="916507" y="924093"/>
                    </a:lnTo>
                    <a:lnTo>
                      <a:pt x="915716" y="922358"/>
                    </a:lnTo>
                    <a:lnTo>
                      <a:pt x="914925" y="920624"/>
                    </a:lnTo>
                    <a:lnTo>
                      <a:pt x="914399" y="919470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h3035"/>
              <p:cNvSpPr/>
              <p:nvPr/>
            </p:nvSpPr>
            <p:spPr>
              <a:xfrm>
                <a:off x="239280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h3036"/>
              <p:cNvSpPr/>
              <p:nvPr/>
            </p:nvSpPr>
            <p:spPr>
              <a:xfrm>
                <a:off x="240224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h3037"/>
              <p:cNvSpPr/>
              <p:nvPr/>
            </p:nvSpPr>
            <p:spPr>
              <a:xfrm>
                <a:off x="241168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h3038"/>
              <p:cNvSpPr/>
              <p:nvPr/>
            </p:nvSpPr>
            <p:spPr>
              <a:xfrm>
                <a:off x="242112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h3039"/>
              <p:cNvSpPr/>
              <p:nvPr/>
            </p:nvSpPr>
            <p:spPr>
              <a:xfrm>
                <a:off x="243056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h3040"/>
              <p:cNvSpPr/>
              <p:nvPr/>
            </p:nvSpPr>
            <p:spPr>
              <a:xfrm>
                <a:off x="244000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h3041"/>
              <p:cNvSpPr/>
              <p:nvPr/>
            </p:nvSpPr>
            <p:spPr>
              <a:xfrm>
                <a:off x="244944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h3042"/>
              <p:cNvSpPr/>
              <p:nvPr/>
            </p:nvSpPr>
            <p:spPr>
              <a:xfrm>
                <a:off x="245889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h3043"/>
              <p:cNvSpPr/>
              <p:nvPr/>
            </p:nvSpPr>
            <p:spPr>
              <a:xfrm>
                <a:off x="246833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h3044"/>
              <p:cNvSpPr/>
              <p:nvPr/>
            </p:nvSpPr>
            <p:spPr>
              <a:xfrm>
                <a:off x="247777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h3045"/>
              <p:cNvSpPr/>
              <p:nvPr/>
            </p:nvSpPr>
            <p:spPr>
              <a:xfrm>
                <a:off x="248721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h3046"/>
              <p:cNvSpPr/>
              <p:nvPr/>
            </p:nvSpPr>
            <p:spPr>
              <a:xfrm>
                <a:off x="249665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h3047"/>
              <p:cNvSpPr/>
              <p:nvPr/>
            </p:nvSpPr>
            <p:spPr>
              <a:xfrm>
                <a:off x="250609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h3048"/>
              <p:cNvSpPr/>
              <p:nvPr/>
            </p:nvSpPr>
            <p:spPr>
              <a:xfrm>
                <a:off x="251553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h3049"/>
              <p:cNvSpPr/>
              <p:nvPr/>
            </p:nvSpPr>
            <p:spPr>
              <a:xfrm>
                <a:off x="252497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h3050"/>
              <p:cNvSpPr/>
              <p:nvPr/>
            </p:nvSpPr>
            <p:spPr>
              <a:xfrm>
                <a:off x="253441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h3051"/>
              <p:cNvSpPr/>
              <p:nvPr/>
            </p:nvSpPr>
            <p:spPr>
              <a:xfrm>
                <a:off x="254385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h3052"/>
              <p:cNvSpPr/>
              <p:nvPr/>
            </p:nvSpPr>
            <p:spPr>
              <a:xfrm>
                <a:off x="255329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h3053"/>
              <p:cNvSpPr/>
              <p:nvPr/>
            </p:nvSpPr>
            <p:spPr>
              <a:xfrm>
                <a:off x="256273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h3054"/>
              <p:cNvSpPr/>
              <p:nvPr/>
            </p:nvSpPr>
            <p:spPr>
              <a:xfrm>
                <a:off x="257217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h3055"/>
              <p:cNvSpPr/>
              <p:nvPr/>
            </p:nvSpPr>
            <p:spPr>
              <a:xfrm>
                <a:off x="258161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h3056"/>
              <p:cNvSpPr/>
              <p:nvPr/>
            </p:nvSpPr>
            <p:spPr>
              <a:xfrm>
                <a:off x="259105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h3057"/>
              <p:cNvSpPr/>
              <p:nvPr/>
            </p:nvSpPr>
            <p:spPr>
              <a:xfrm>
                <a:off x="260049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h3058"/>
              <p:cNvSpPr/>
              <p:nvPr/>
            </p:nvSpPr>
            <p:spPr>
              <a:xfrm>
                <a:off x="260993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h3059"/>
              <p:cNvSpPr/>
              <p:nvPr/>
            </p:nvSpPr>
            <p:spPr>
              <a:xfrm>
                <a:off x="261937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h3060"/>
              <p:cNvSpPr/>
              <p:nvPr/>
            </p:nvSpPr>
            <p:spPr>
              <a:xfrm>
                <a:off x="262881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h3061"/>
              <p:cNvSpPr/>
              <p:nvPr/>
            </p:nvSpPr>
            <p:spPr>
              <a:xfrm>
                <a:off x="263825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h3062"/>
              <p:cNvSpPr/>
              <p:nvPr/>
            </p:nvSpPr>
            <p:spPr>
              <a:xfrm>
                <a:off x="264769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h3063"/>
              <p:cNvSpPr/>
              <p:nvPr/>
            </p:nvSpPr>
            <p:spPr>
              <a:xfrm>
                <a:off x="265713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h3064"/>
              <p:cNvSpPr/>
              <p:nvPr/>
            </p:nvSpPr>
            <p:spPr>
              <a:xfrm>
                <a:off x="266657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h3065"/>
              <p:cNvSpPr/>
              <p:nvPr/>
            </p:nvSpPr>
            <p:spPr>
              <a:xfrm>
                <a:off x="267601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h3066"/>
              <p:cNvSpPr/>
              <p:nvPr/>
            </p:nvSpPr>
            <p:spPr>
              <a:xfrm>
                <a:off x="268545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h3067"/>
              <p:cNvSpPr/>
              <p:nvPr/>
            </p:nvSpPr>
            <p:spPr>
              <a:xfrm>
                <a:off x="269489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h3068"/>
              <p:cNvSpPr/>
              <p:nvPr/>
            </p:nvSpPr>
            <p:spPr>
              <a:xfrm>
                <a:off x="2713776" y="215022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89" y="896830"/>
                    </a:lnTo>
                    <a:lnTo>
                      <a:pt x="914320" y="907220"/>
                    </a:lnTo>
                    <a:lnTo>
                      <a:pt x="914399" y="90764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h3069"/>
              <p:cNvSpPr/>
              <p:nvPr/>
            </p:nvSpPr>
            <p:spPr>
              <a:xfrm>
                <a:off x="2713776" y="2150222"/>
                <a:ext cx="9156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76" h="914400">
                    <a:moveTo>
                      <a:pt x="914399" y="914400"/>
                    </a:moveTo>
                    <a:lnTo>
                      <a:pt x="914399" y="907640"/>
                    </a:lnTo>
                    <a:lnTo>
                      <a:pt x="914426" y="907781"/>
                    </a:lnTo>
                    <a:lnTo>
                      <a:pt x="914533" y="908347"/>
                    </a:lnTo>
                    <a:lnTo>
                      <a:pt x="914640" y="908913"/>
                    </a:lnTo>
                    <a:lnTo>
                      <a:pt x="914747" y="909479"/>
                    </a:lnTo>
                    <a:lnTo>
                      <a:pt x="914854" y="910046"/>
                    </a:lnTo>
                    <a:lnTo>
                      <a:pt x="914961" y="910612"/>
                    </a:lnTo>
                    <a:lnTo>
                      <a:pt x="915068" y="911178"/>
                    </a:lnTo>
                    <a:lnTo>
                      <a:pt x="915175" y="911744"/>
                    </a:lnTo>
                    <a:lnTo>
                      <a:pt x="915282" y="912310"/>
                    </a:lnTo>
                    <a:lnTo>
                      <a:pt x="915389" y="912876"/>
                    </a:lnTo>
                    <a:lnTo>
                      <a:pt x="915496" y="913443"/>
                    </a:lnTo>
                    <a:lnTo>
                      <a:pt x="915603" y="914009"/>
                    </a:lnTo>
                    <a:lnTo>
                      <a:pt x="915676" y="914400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h3070"/>
              <p:cNvSpPr/>
              <p:nvPr/>
            </p:nvSpPr>
            <p:spPr>
              <a:xfrm>
                <a:off x="3129147" y="215022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352" y="914400"/>
                    </a:lnTo>
                    <a:lnTo>
                      <a:pt x="913645" y="904182"/>
                    </a:lnTo>
                    <a:lnTo>
                      <a:pt x="914400" y="902144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h3071"/>
              <p:cNvSpPr/>
              <p:nvPr/>
            </p:nvSpPr>
            <p:spPr>
              <a:xfrm>
                <a:off x="3138587" y="213265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714"/>
                    </a:lnTo>
                    <a:lnTo>
                      <a:pt x="906926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h3072"/>
              <p:cNvSpPr/>
              <p:nvPr/>
            </p:nvSpPr>
            <p:spPr>
              <a:xfrm>
                <a:off x="313858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h3073"/>
              <p:cNvSpPr/>
              <p:nvPr/>
            </p:nvSpPr>
            <p:spPr>
              <a:xfrm>
                <a:off x="314802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h3074"/>
              <p:cNvSpPr/>
              <p:nvPr/>
            </p:nvSpPr>
            <p:spPr>
              <a:xfrm>
                <a:off x="315746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h3075"/>
              <p:cNvSpPr/>
              <p:nvPr/>
            </p:nvSpPr>
            <p:spPr>
              <a:xfrm>
                <a:off x="316690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h3076"/>
              <p:cNvSpPr/>
              <p:nvPr/>
            </p:nvSpPr>
            <p:spPr>
              <a:xfrm>
                <a:off x="317634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h3077"/>
              <p:cNvSpPr/>
              <p:nvPr/>
            </p:nvSpPr>
            <p:spPr>
              <a:xfrm>
                <a:off x="318578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h3078"/>
              <p:cNvSpPr/>
              <p:nvPr/>
            </p:nvSpPr>
            <p:spPr>
              <a:xfrm>
                <a:off x="319522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h3079"/>
              <p:cNvSpPr/>
              <p:nvPr/>
            </p:nvSpPr>
            <p:spPr>
              <a:xfrm>
                <a:off x="320466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h3080"/>
              <p:cNvSpPr/>
              <p:nvPr/>
            </p:nvSpPr>
            <p:spPr>
              <a:xfrm>
                <a:off x="321410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h3081"/>
              <p:cNvSpPr/>
              <p:nvPr/>
            </p:nvSpPr>
            <p:spPr>
              <a:xfrm>
                <a:off x="322354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h3082"/>
              <p:cNvSpPr/>
              <p:nvPr/>
            </p:nvSpPr>
            <p:spPr>
              <a:xfrm>
                <a:off x="323298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h3083"/>
              <p:cNvSpPr/>
              <p:nvPr/>
            </p:nvSpPr>
            <p:spPr>
              <a:xfrm>
                <a:off x="324242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h3084"/>
              <p:cNvSpPr/>
              <p:nvPr/>
            </p:nvSpPr>
            <p:spPr>
              <a:xfrm>
                <a:off x="325187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h3085"/>
              <p:cNvSpPr/>
              <p:nvPr/>
            </p:nvSpPr>
            <p:spPr>
              <a:xfrm>
                <a:off x="326131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h3086"/>
              <p:cNvSpPr/>
              <p:nvPr/>
            </p:nvSpPr>
            <p:spPr>
              <a:xfrm>
                <a:off x="327075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h3087"/>
              <p:cNvSpPr/>
              <p:nvPr/>
            </p:nvSpPr>
            <p:spPr>
              <a:xfrm>
                <a:off x="328019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h3088"/>
              <p:cNvSpPr/>
              <p:nvPr/>
            </p:nvSpPr>
            <p:spPr>
              <a:xfrm>
                <a:off x="328963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h3089"/>
              <p:cNvSpPr/>
              <p:nvPr/>
            </p:nvSpPr>
            <p:spPr>
              <a:xfrm>
                <a:off x="329907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h3090"/>
              <p:cNvSpPr/>
              <p:nvPr/>
            </p:nvSpPr>
            <p:spPr>
              <a:xfrm>
                <a:off x="330851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h3091"/>
              <p:cNvSpPr/>
              <p:nvPr/>
            </p:nvSpPr>
            <p:spPr>
              <a:xfrm>
                <a:off x="331795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h3092"/>
              <p:cNvSpPr/>
              <p:nvPr/>
            </p:nvSpPr>
            <p:spPr>
              <a:xfrm>
                <a:off x="332739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h3093"/>
              <p:cNvSpPr/>
              <p:nvPr/>
            </p:nvSpPr>
            <p:spPr>
              <a:xfrm>
                <a:off x="333683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h3094"/>
              <p:cNvSpPr/>
              <p:nvPr/>
            </p:nvSpPr>
            <p:spPr>
              <a:xfrm>
                <a:off x="334627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h3095"/>
              <p:cNvSpPr/>
              <p:nvPr/>
            </p:nvSpPr>
            <p:spPr>
              <a:xfrm>
                <a:off x="335571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h3096"/>
              <p:cNvSpPr/>
              <p:nvPr/>
            </p:nvSpPr>
            <p:spPr>
              <a:xfrm>
                <a:off x="336515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h3097"/>
              <p:cNvSpPr/>
              <p:nvPr/>
            </p:nvSpPr>
            <p:spPr>
              <a:xfrm>
                <a:off x="337459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h3098"/>
              <p:cNvSpPr/>
              <p:nvPr/>
            </p:nvSpPr>
            <p:spPr>
              <a:xfrm>
                <a:off x="338403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h3099"/>
              <p:cNvSpPr/>
              <p:nvPr/>
            </p:nvSpPr>
            <p:spPr>
              <a:xfrm>
                <a:off x="3393473" y="2150222"/>
                <a:ext cx="9210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3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032" y="896830"/>
                    </a:lnTo>
                    <a:lnTo>
                      <a:pt x="919658" y="903146"/>
                    </a:lnTo>
                    <a:lnTo>
                      <a:pt x="917136" y="913189"/>
                    </a:lnTo>
                    <a:lnTo>
                      <a:pt x="916811" y="914400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h3100"/>
              <p:cNvSpPr/>
              <p:nvPr/>
            </p:nvSpPr>
            <p:spPr>
              <a:xfrm>
                <a:off x="2383368" y="211508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2157" y="931969"/>
                    </a:lnTo>
                    <a:lnTo>
                      <a:pt x="909304" y="925343"/>
                    </a:lnTo>
                    <a:lnTo>
                      <a:pt x="905564" y="915562"/>
                    </a:lnTo>
                    <a:lnTo>
                      <a:pt x="905171" y="914400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h3101"/>
              <p:cNvSpPr/>
              <p:nvPr/>
            </p:nvSpPr>
            <p:spPr>
              <a:xfrm>
                <a:off x="238336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h3102"/>
              <p:cNvSpPr/>
              <p:nvPr/>
            </p:nvSpPr>
            <p:spPr>
              <a:xfrm>
                <a:off x="239280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h3103"/>
              <p:cNvSpPr/>
              <p:nvPr/>
            </p:nvSpPr>
            <p:spPr>
              <a:xfrm>
                <a:off x="240224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h3104"/>
              <p:cNvSpPr/>
              <p:nvPr/>
            </p:nvSpPr>
            <p:spPr>
              <a:xfrm>
                <a:off x="241168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h3105"/>
              <p:cNvSpPr/>
              <p:nvPr/>
            </p:nvSpPr>
            <p:spPr>
              <a:xfrm>
                <a:off x="242112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h3106"/>
              <p:cNvSpPr/>
              <p:nvPr/>
            </p:nvSpPr>
            <p:spPr>
              <a:xfrm>
                <a:off x="243056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h3107"/>
              <p:cNvSpPr/>
              <p:nvPr/>
            </p:nvSpPr>
            <p:spPr>
              <a:xfrm>
                <a:off x="244000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h3108"/>
              <p:cNvSpPr/>
              <p:nvPr/>
            </p:nvSpPr>
            <p:spPr>
              <a:xfrm>
                <a:off x="244944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h3109"/>
              <p:cNvSpPr/>
              <p:nvPr/>
            </p:nvSpPr>
            <p:spPr>
              <a:xfrm>
                <a:off x="245889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h3110"/>
              <p:cNvSpPr/>
              <p:nvPr/>
            </p:nvSpPr>
            <p:spPr>
              <a:xfrm>
                <a:off x="246833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h3111"/>
              <p:cNvSpPr/>
              <p:nvPr/>
            </p:nvSpPr>
            <p:spPr>
              <a:xfrm>
                <a:off x="247777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h3112"/>
              <p:cNvSpPr/>
              <p:nvPr/>
            </p:nvSpPr>
            <p:spPr>
              <a:xfrm>
                <a:off x="248721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h3113"/>
              <p:cNvSpPr/>
              <p:nvPr/>
            </p:nvSpPr>
            <p:spPr>
              <a:xfrm>
                <a:off x="249665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h3114"/>
              <p:cNvSpPr/>
              <p:nvPr/>
            </p:nvSpPr>
            <p:spPr>
              <a:xfrm>
                <a:off x="250609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h3115"/>
              <p:cNvSpPr/>
              <p:nvPr/>
            </p:nvSpPr>
            <p:spPr>
              <a:xfrm>
                <a:off x="251553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h3116"/>
              <p:cNvSpPr/>
              <p:nvPr/>
            </p:nvSpPr>
            <p:spPr>
              <a:xfrm>
                <a:off x="252497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h3117"/>
              <p:cNvSpPr/>
              <p:nvPr/>
            </p:nvSpPr>
            <p:spPr>
              <a:xfrm>
                <a:off x="253441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h3118"/>
              <p:cNvSpPr/>
              <p:nvPr/>
            </p:nvSpPr>
            <p:spPr>
              <a:xfrm>
                <a:off x="254385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h3119"/>
              <p:cNvSpPr/>
              <p:nvPr/>
            </p:nvSpPr>
            <p:spPr>
              <a:xfrm>
                <a:off x="255329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h3120"/>
              <p:cNvSpPr/>
              <p:nvPr/>
            </p:nvSpPr>
            <p:spPr>
              <a:xfrm>
                <a:off x="256273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h3121"/>
              <p:cNvSpPr/>
              <p:nvPr/>
            </p:nvSpPr>
            <p:spPr>
              <a:xfrm>
                <a:off x="257217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h3122"/>
              <p:cNvSpPr/>
              <p:nvPr/>
            </p:nvSpPr>
            <p:spPr>
              <a:xfrm>
                <a:off x="258161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h3123"/>
              <p:cNvSpPr/>
              <p:nvPr/>
            </p:nvSpPr>
            <p:spPr>
              <a:xfrm>
                <a:off x="259105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h3124"/>
              <p:cNvSpPr/>
              <p:nvPr/>
            </p:nvSpPr>
            <p:spPr>
              <a:xfrm>
                <a:off x="260049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h3125"/>
              <p:cNvSpPr/>
              <p:nvPr/>
            </p:nvSpPr>
            <p:spPr>
              <a:xfrm>
                <a:off x="260993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h3126"/>
              <p:cNvSpPr/>
              <p:nvPr/>
            </p:nvSpPr>
            <p:spPr>
              <a:xfrm>
                <a:off x="261937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h3127"/>
              <p:cNvSpPr/>
              <p:nvPr/>
            </p:nvSpPr>
            <p:spPr>
              <a:xfrm>
                <a:off x="262881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h3128"/>
              <p:cNvSpPr/>
              <p:nvPr/>
            </p:nvSpPr>
            <p:spPr>
              <a:xfrm>
                <a:off x="263825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h3129"/>
              <p:cNvSpPr/>
              <p:nvPr/>
            </p:nvSpPr>
            <p:spPr>
              <a:xfrm>
                <a:off x="264769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h3130"/>
              <p:cNvSpPr/>
              <p:nvPr/>
            </p:nvSpPr>
            <p:spPr>
              <a:xfrm>
                <a:off x="265713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h3131"/>
              <p:cNvSpPr/>
              <p:nvPr/>
            </p:nvSpPr>
            <p:spPr>
              <a:xfrm>
                <a:off x="266657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h3132"/>
              <p:cNvSpPr/>
              <p:nvPr/>
            </p:nvSpPr>
            <p:spPr>
              <a:xfrm>
                <a:off x="267601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h3133"/>
              <p:cNvSpPr/>
              <p:nvPr/>
            </p:nvSpPr>
            <p:spPr>
              <a:xfrm>
                <a:off x="268545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h3134"/>
              <p:cNvSpPr/>
              <p:nvPr/>
            </p:nvSpPr>
            <p:spPr>
              <a:xfrm>
                <a:off x="269489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h3135"/>
              <p:cNvSpPr/>
              <p:nvPr/>
            </p:nvSpPr>
            <p:spPr>
              <a:xfrm>
                <a:off x="2704336" y="2132652"/>
                <a:ext cx="92162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2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185" y="896830"/>
                    </a:lnTo>
                    <a:lnTo>
                      <a:pt x="919202" y="904216"/>
                    </a:lnTo>
                    <a:lnTo>
                      <a:pt x="921629" y="914400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h3136"/>
              <p:cNvSpPr/>
              <p:nvPr/>
            </p:nvSpPr>
            <p:spPr>
              <a:xfrm>
                <a:off x="3138587" y="211508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926" y="931969"/>
                    </a:lnTo>
                    <a:lnTo>
                      <a:pt x="908251" y="928390"/>
                    </a:lnTo>
                    <a:lnTo>
                      <a:pt x="908445" y="927900"/>
                    </a:lnTo>
                    <a:lnTo>
                      <a:pt x="908641" y="927404"/>
                    </a:lnTo>
                    <a:lnTo>
                      <a:pt x="908838" y="926908"/>
                    </a:lnTo>
                    <a:lnTo>
                      <a:pt x="909034" y="926412"/>
                    </a:lnTo>
                    <a:lnTo>
                      <a:pt x="909230" y="925916"/>
                    </a:lnTo>
                    <a:lnTo>
                      <a:pt x="909427" y="925420"/>
                    </a:lnTo>
                    <a:lnTo>
                      <a:pt x="909623" y="924924"/>
                    </a:lnTo>
                    <a:lnTo>
                      <a:pt x="909819" y="924428"/>
                    </a:lnTo>
                    <a:lnTo>
                      <a:pt x="910016" y="923932"/>
                    </a:lnTo>
                    <a:lnTo>
                      <a:pt x="910212" y="923436"/>
                    </a:lnTo>
                    <a:lnTo>
                      <a:pt x="910408" y="922939"/>
                    </a:lnTo>
                    <a:lnTo>
                      <a:pt x="910605" y="922443"/>
                    </a:lnTo>
                    <a:lnTo>
                      <a:pt x="910801" y="921947"/>
                    </a:lnTo>
                    <a:lnTo>
                      <a:pt x="910998" y="921451"/>
                    </a:lnTo>
                    <a:lnTo>
                      <a:pt x="911194" y="920955"/>
                    </a:lnTo>
                    <a:lnTo>
                      <a:pt x="911391" y="920459"/>
                    </a:lnTo>
                    <a:lnTo>
                      <a:pt x="911587" y="919963"/>
                    </a:lnTo>
                    <a:lnTo>
                      <a:pt x="911784" y="919467"/>
                    </a:lnTo>
                    <a:lnTo>
                      <a:pt x="911980" y="918971"/>
                    </a:lnTo>
                    <a:lnTo>
                      <a:pt x="912177" y="918475"/>
                    </a:lnTo>
                    <a:lnTo>
                      <a:pt x="912374" y="917979"/>
                    </a:lnTo>
                    <a:lnTo>
                      <a:pt x="912570" y="917483"/>
                    </a:lnTo>
                    <a:lnTo>
                      <a:pt x="912767" y="916987"/>
                    </a:lnTo>
                    <a:lnTo>
                      <a:pt x="912963" y="916491"/>
                    </a:lnTo>
                    <a:lnTo>
                      <a:pt x="913160" y="915995"/>
                    </a:lnTo>
                    <a:lnTo>
                      <a:pt x="913357" y="915499"/>
                    </a:lnTo>
                    <a:lnTo>
                      <a:pt x="913553" y="915003"/>
                    </a:lnTo>
                    <a:lnTo>
                      <a:pt x="913792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h3137"/>
              <p:cNvSpPr/>
              <p:nvPr/>
            </p:nvSpPr>
            <p:spPr>
              <a:xfrm>
                <a:off x="313858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h3138"/>
              <p:cNvSpPr/>
              <p:nvPr/>
            </p:nvSpPr>
            <p:spPr>
              <a:xfrm>
                <a:off x="314802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h3139"/>
              <p:cNvSpPr/>
              <p:nvPr/>
            </p:nvSpPr>
            <p:spPr>
              <a:xfrm>
                <a:off x="315746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h3140"/>
              <p:cNvSpPr/>
              <p:nvPr/>
            </p:nvSpPr>
            <p:spPr>
              <a:xfrm>
                <a:off x="316690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h3141"/>
              <p:cNvSpPr/>
              <p:nvPr/>
            </p:nvSpPr>
            <p:spPr>
              <a:xfrm>
                <a:off x="317634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h3142"/>
              <p:cNvSpPr/>
              <p:nvPr/>
            </p:nvSpPr>
            <p:spPr>
              <a:xfrm>
                <a:off x="318578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h3143"/>
              <p:cNvSpPr/>
              <p:nvPr/>
            </p:nvSpPr>
            <p:spPr>
              <a:xfrm>
                <a:off x="319522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h3144"/>
              <p:cNvSpPr/>
              <p:nvPr/>
            </p:nvSpPr>
            <p:spPr>
              <a:xfrm>
                <a:off x="320466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h3145"/>
              <p:cNvSpPr/>
              <p:nvPr/>
            </p:nvSpPr>
            <p:spPr>
              <a:xfrm>
                <a:off x="321410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h3146"/>
              <p:cNvSpPr/>
              <p:nvPr/>
            </p:nvSpPr>
            <p:spPr>
              <a:xfrm>
                <a:off x="322354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h3147"/>
              <p:cNvSpPr/>
              <p:nvPr/>
            </p:nvSpPr>
            <p:spPr>
              <a:xfrm>
                <a:off x="323298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h3148"/>
              <p:cNvSpPr/>
              <p:nvPr/>
            </p:nvSpPr>
            <p:spPr>
              <a:xfrm>
                <a:off x="324242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h3149"/>
              <p:cNvSpPr/>
              <p:nvPr/>
            </p:nvSpPr>
            <p:spPr>
              <a:xfrm>
                <a:off x="325187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h3150"/>
              <p:cNvSpPr/>
              <p:nvPr/>
            </p:nvSpPr>
            <p:spPr>
              <a:xfrm>
                <a:off x="326131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h3151"/>
              <p:cNvSpPr/>
              <p:nvPr/>
            </p:nvSpPr>
            <p:spPr>
              <a:xfrm>
                <a:off x="327075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h3152"/>
              <p:cNvSpPr/>
              <p:nvPr/>
            </p:nvSpPr>
            <p:spPr>
              <a:xfrm>
                <a:off x="328019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h3153"/>
              <p:cNvSpPr/>
              <p:nvPr/>
            </p:nvSpPr>
            <p:spPr>
              <a:xfrm>
                <a:off x="328963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h3154"/>
              <p:cNvSpPr/>
              <p:nvPr/>
            </p:nvSpPr>
            <p:spPr>
              <a:xfrm>
                <a:off x="329907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h3155"/>
              <p:cNvSpPr/>
              <p:nvPr/>
            </p:nvSpPr>
            <p:spPr>
              <a:xfrm>
                <a:off x="330851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h3156"/>
              <p:cNvSpPr/>
              <p:nvPr/>
            </p:nvSpPr>
            <p:spPr>
              <a:xfrm>
                <a:off x="331795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h3157"/>
              <p:cNvSpPr/>
              <p:nvPr/>
            </p:nvSpPr>
            <p:spPr>
              <a:xfrm>
                <a:off x="332739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h3158"/>
              <p:cNvSpPr/>
              <p:nvPr/>
            </p:nvSpPr>
            <p:spPr>
              <a:xfrm>
                <a:off x="333683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h3159"/>
              <p:cNvSpPr/>
              <p:nvPr/>
            </p:nvSpPr>
            <p:spPr>
              <a:xfrm>
                <a:off x="334627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h3160"/>
              <p:cNvSpPr/>
              <p:nvPr/>
            </p:nvSpPr>
            <p:spPr>
              <a:xfrm>
                <a:off x="335571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h3161"/>
              <p:cNvSpPr/>
              <p:nvPr/>
            </p:nvSpPr>
            <p:spPr>
              <a:xfrm>
                <a:off x="336515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h3162"/>
              <p:cNvSpPr/>
              <p:nvPr/>
            </p:nvSpPr>
            <p:spPr>
              <a:xfrm>
                <a:off x="337459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h3163"/>
              <p:cNvSpPr/>
              <p:nvPr/>
            </p:nvSpPr>
            <p:spPr>
              <a:xfrm>
                <a:off x="338403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h3164"/>
              <p:cNvSpPr/>
              <p:nvPr/>
            </p:nvSpPr>
            <p:spPr>
              <a:xfrm>
                <a:off x="3393473" y="213265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6" y="899957"/>
                    </a:lnTo>
                    <a:lnTo>
                      <a:pt x="921894" y="910439"/>
                    </a:lnTo>
                    <a:lnTo>
                      <a:pt x="921032" y="914400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h3165"/>
              <p:cNvSpPr/>
              <p:nvPr/>
            </p:nvSpPr>
            <p:spPr>
              <a:xfrm>
                <a:off x="3402913" y="2115082"/>
                <a:ext cx="914879" cy="917505"/>
              </a:xfrm>
              <a:custGeom>
                <a:avLst/>
                <a:gdLst/>
                <a:ahLst/>
                <a:cxnLst/>
                <a:rect l="0" t="0" r="0" b="0"/>
                <a:pathLst>
                  <a:path w="914879" h="917505">
                    <a:moveTo>
                      <a:pt x="914400" y="914400"/>
                    </a:moveTo>
                    <a:lnTo>
                      <a:pt x="914879" y="914400"/>
                    </a:lnTo>
                    <a:lnTo>
                      <a:pt x="914400" y="917505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h3166"/>
              <p:cNvSpPr/>
              <p:nvPr/>
            </p:nvSpPr>
            <p:spPr>
              <a:xfrm>
                <a:off x="2373927" y="2097513"/>
                <a:ext cx="914400" cy="9313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3">
                    <a:moveTo>
                      <a:pt x="914400" y="914400"/>
                    </a:moveTo>
                    <a:lnTo>
                      <a:pt x="914400" y="931343"/>
                    </a:lnTo>
                    <a:lnTo>
                      <a:pt x="911569" y="922970"/>
                    </a:lnTo>
                    <a:lnTo>
                      <a:pt x="911438" y="922527"/>
                    </a:lnTo>
                    <a:lnTo>
                      <a:pt x="907999" y="918269"/>
                    </a:lnTo>
                    <a:lnTo>
                      <a:pt x="905203" y="914400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h3167"/>
              <p:cNvSpPr/>
              <p:nvPr/>
            </p:nvSpPr>
            <p:spPr>
              <a:xfrm>
                <a:off x="237392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11" y="931969"/>
                    </a:lnTo>
                    <a:lnTo>
                      <a:pt x="914400" y="931343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h3168"/>
              <p:cNvSpPr/>
              <p:nvPr/>
            </p:nvSpPr>
            <p:spPr>
              <a:xfrm>
                <a:off x="238336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h3169"/>
              <p:cNvSpPr/>
              <p:nvPr/>
            </p:nvSpPr>
            <p:spPr>
              <a:xfrm>
                <a:off x="239280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h3170"/>
              <p:cNvSpPr/>
              <p:nvPr/>
            </p:nvSpPr>
            <p:spPr>
              <a:xfrm>
                <a:off x="240224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h3171"/>
              <p:cNvSpPr/>
              <p:nvPr/>
            </p:nvSpPr>
            <p:spPr>
              <a:xfrm>
                <a:off x="241168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h3172"/>
              <p:cNvSpPr/>
              <p:nvPr/>
            </p:nvSpPr>
            <p:spPr>
              <a:xfrm>
                <a:off x="242112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h3173"/>
              <p:cNvSpPr/>
              <p:nvPr/>
            </p:nvSpPr>
            <p:spPr>
              <a:xfrm>
                <a:off x="243056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h3174"/>
              <p:cNvSpPr/>
              <p:nvPr/>
            </p:nvSpPr>
            <p:spPr>
              <a:xfrm>
                <a:off x="244000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h3175"/>
              <p:cNvSpPr/>
              <p:nvPr/>
            </p:nvSpPr>
            <p:spPr>
              <a:xfrm>
                <a:off x="244944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h3176"/>
              <p:cNvSpPr/>
              <p:nvPr/>
            </p:nvSpPr>
            <p:spPr>
              <a:xfrm>
                <a:off x="245889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h3177"/>
              <p:cNvSpPr/>
              <p:nvPr/>
            </p:nvSpPr>
            <p:spPr>
              <a:xfrm>
                <a:off x="246833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h3178"/>
              <p:cNvSpPr/>
              <p:nvPr/>
            </p:nvSpPr>
            <p:spPr>
              <a:xfrm>
                <a:off x="247777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h3179"/>
              <p:cNvSpPr/>
              <p:nvPr/>
            </p:nvSpPr>
            <p:spPr>
              <a:xfrm>
                <a:off x="248721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h3180"/>
              <p:cNvSpPr/>
              <p:nvPr/>
            </p:nvSpPr>
            <p:spPr>
              <a:xfrm>
                <a:off x="249665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h3181"/>
              <p:cNvSpPr/>
              <p:nvPr/>
            </p:nvSpPr>
            <p:spPr>
              <a:xfrm>
                <a:off x="250609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h3182"/>
              <p:cNvSpPr/>
              <p:nvPr/>
            </p:nvSpPr>
            <p:spPr>
              <a:xfrm>
                <a:off x="251553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h3183"/>
              <p:cNvSpPr/>
              <p:nvPr/>
            </p:nvSpPr>
            <p:spPr>
              <a:xfrm>
                <a:off x="252497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h3184"/>
              <p:cNvSpPr/>
              <p:nvPr/>
            </p:nvSpPr>
            <p:spPr>
              <a:xfrm>
                <a:off x="253441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h3185"/>
              <p:cNvSpPr/>
              <p:nvPr/>
            </p:nvSpPr>
            <p:spPr>
              <a:xfrm>
                <a:off x="254385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h3186"/>
              <p:cNvSpPr/>
              <p:nvPr/>
            </p:nvSpPr>
            <p:spPr>
              <a:xfrm>
                <a:off x="255329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h3187"/>
              <p:cNvSpPr/>
              <p:nvPr/>
            </p:nvSpPr>
            <p:spPr>
              <a:xfrm>
                <a:off x="256273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h3188"/>
              <p:cNvSpPr/>
              <p:nvPr/>
            </p:nvSpPr>
            <p:spPr>
              <a:xfrm>
                <a:off x="257217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h3189"/>
              <p:cNvSpPr/>
              <p:nvPr/>
            </p:nvSpPr>
            <p:spPr>
              <a:xfrm>
                <a:off x="258161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h3190"/>
              <p:cNvSpPr/>
              <p:nvPr/>
            </p:nvSpPr>
            <p:spPr>
              <a:xfrm>
                <a:off x="259105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h3191"/>
              <p:cNvSpPr/>
              <p:nvPr/>
            </p:nvSpPr>
            <p:spPr>
              <a:xfrm>
                <a:off x="260049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h3192"/>
              <p:cNvSpPr/>
              <p:nvPr/>
            </p:nvSpPr>
            <p:spPr>
              <a:xfrm>
                <a:off x="260993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h3193"/>
              <p:cNvSpPr/>
              <p:nvPr/>
            </p:nvSpPr>
            <p:spPr>
              <a:xfrm>
                <a:off x="261937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h3194"/>
              <p:cNvSpPr/>
              <p:nvPr/>
            </p:nvSpPr>
            <p:spPr>
              <a:xfrm>
                <a:off x="262881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h3195"/>
              <p:cNvSpPr/>
              <p:nvPr/>
            </p:nvSpPr>
            <p:spPr>
              <a:xfrm>
                <a:off x="263825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h3196"/>
              <p:cNvSpPr/>
              <p:nvPr/>
            </p:nvSpPr>
            <p:spPr>
              <a:xfrm>
                <a:off x="264769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h3197"/>
              <p:cNvSpPr/>
              <p:nvPr/>
            </p:nvSpPr>
            <p:spPr>
              <a:xfrm>
                <a:off x="265713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h3198"/>
              <p:cNvSpPr/>
              <p:nvPr/>
            </p:nvSpPr>
            <p:spPr>
              <a:xfrm>
                <a:off x="266657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h3199"/>
              <p:cNvSpPr/>
              <p:nvPr/>
            </p:nvSpPr>
            <p:spPr>
              <a:xfrm>
                <a:off x="267601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h3200"/>
              <p:cNvSpPr/>
              <p:nvPr/>
            </p:nvSpPr>
            <p:spPr>
              <a:xfrm>
                <a:off x="268545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h3201"/>
              <p:cNvSpPr/>
              <p:nvPr/>
            </p:nvSpPr>
            <p:spPr>
              <a:xfrm>
                <a:off x="2704336" y="211508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624" y="896830"/>
                    </a:lnTo>
                    <a:lnTo>
                      <a:pt x="913504" y="902220"/>
                    </a:lnTo>
                    <a:lnTo>
                      <a:pt x="914400" y="90510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h3202"/>
              <p:cNvSpPr/>
              <p:nvPr/>
            </p:nvSpPr>
            <p:spPr>
              <a:xfrm>
                <a:off x="2704336" y="2115082"/>
                <a:ext cx="917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85" h="914400">
                    <a:moveTo>
                      <a:pt x="914400" y="914400"/>
                    </a:moveTo>
                    <a:lnTo>
                      <a:pt x="914400" y="905109"/>
                    </a:lnTo>
                    <a:lnTo>
                      <a:pt x="916492" y="911863"/>
                    </a:lnTo>
                    <a:lnTo>
                      <a:pt x="917185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h3203"/>
              <p:cNvSpPr/>
              <p:nvPr/>
            </p:nvSpPr>
            <p:spPr>
              <a:xfrm>
                <a:off x="3138587" y="211508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792" y="914400"/>
                    </a:lnTo>
                    <a:lnTo>
                      <a:pt x="913947" y="914011"/>
                    </a:lnTo>
                    <a:lnTo>
                      <a:pt x="914143" y="913515"/>
                    </a:lnTo>
                    <a:lnTo>
                      <a:pt x="914340" y="913019"/>
                    </a:lnTo>
                    <a:lnTo>
                      <a:pt x="914400" y="9128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h3204"/>
              <p:cNvSpPr/>
              <p:nvPr/>
            </p:nvSpPr>
            <p:spPr>
              <a:xfrm>
                <a:off x="3148027" y="209751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439"/>
                    </a:lnTo>
                    <a:lnTo>
                      <a:pt x="905096" y="930093"/>
                    </a:lnTo>
                    <a:lnTo>
                      <a:pt x="905293" y="929597"/>
                    </a:lnTo>
                    <a:lnTo>
                      <a:pt x="905490" y="929101"/>
                    </a:lnTo>
                    <a:lnTo>
                      <a:pt x="905687" y="928605"/>
                    </a:lnTo>
                    <a:lnTo>
                      <a:pt x="905884" y="928109"/>
                    </a:lnTo>
                    <a:lnTo>
                      <a:pt x="906080" y="927613"/>
                    </a:lnTo>
                    <a:lnTo>
                      <a:pt x="906277" y="927117"/>
                    </a:lnTo>
                    <a:lnTo>
                      <a:pt x="906474" y="926621"/>
                    </a:lnTo>
                    <a:lnTo>
                      <a:pt x="906671" y="926125"/>
                    </a:lnTo>
                    <a:lnTo>
                      <a:pt x="906868" y="925629"/>
                    </a:lnTo>
                    <a:lnTo>
                      <a:pt x="907065" y="925133"/>
                    </a:lnTo>
                    <a:lnTo>
                      <a:pt x="907261" y="924637"/>
                    </a:lnTo>
                    <a:lnTo>
                      <a:pt x="907458" y="924141"/>
                    </a:lnTo>
                    <a:lnTo>
                      <a:pt x="907655" y="923645"/>
                    </a:lnTo>
                    <a:lnTo>
                      <a:pt x="907852" y="923149"/>
                    </a:lnTo>
                    <a:lnTo>
                      <a:pt x="908049" y="922653"/>
                    </a:lnTo>
                    <a:lnTo>
                      <a:pt x="908246" y="922157"/>
                    </a:lnTo>
                    <a:lnTo>
                      <a:pt x="908443" y="921661"/>
                    </a:lnTo>
                    <a:lnTo>
                      <a:pt x="908640" y="921165"/>
                    </a:lnTo>
                    <a:lnTo>
                      <a:pt x="908837" y="920669"/>
                    </a:lnTo>
                    <a:lnTo>
                      <a:pt x="909034" y="920173"/>
                    </a:lnTo>
                    <a:lnTo>
                      <a:pt x="909231" y="919677"/>
                    </a:lnTo>
                    <a:lnTo>
                      <a:pt x="909428" y="919181"/>
                    </a:lnTo>
                    <a:lnTo>
                      <a:pt x="909625" y="918685"/>
                    </a:lnTo>
                    <a:lnTo>
                      <a:pt x="909822" y="918190"/>
                    </a:lnTo>
                    <a:lnTo>
                      <a:pt x="910019" y="917694"/>
                    </a:lnTo>
                    <a:lnTo>
                      <a:pt x="910217" y="917198"/>
                    </a:lnTo>
                    <a:lnTo>
                      <a:pt x="910414" y="916702"/>
                    </a:lnTo>
                    <a:lnTo>
                      <a:pt x="910611" y="916206"/>
                    </a:lnTo>
                    <a:lnTo>
                      <a:pt x="910808" y="915710"/>
                    </a:lnTo>
                    <a:lnTo>
                      <a:pt x="911005" y="915214"/>
                    </a:lnTo>
                    <a:lnTo>
                      <a:pt x="911202" y="914718"/>
                    </a:lnTo>
                    <a:lnTo>
                      <a:pt x="911329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h3205"/>
              <p:cNvSpPr/>
              <p:nvPr/>
            </p:nvSpPr>
            <p:spPr>
              <a:xfrm>
                <a:off x="314802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h3206"/>
              <p:cNvSpPr/>
              <p:nvPr/>
            </p:nvSpPr>
            <p:spPr>
              <a:xfrm>
                <a:off x="315746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h3207"/>
              <p:cNvSpPr/>
              <p:nvPr/>
            </p:nvSpPr>
            <p:spPr>
              <a:xfrm>
                <a:off x="316690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h3208"/>
              <p:cNvSpPr/>
              <p:nvPr/>
            </p:nvSpPr>
            <p:spPr>
              <a:xfrm>
                <a:off x="317634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h3209"/>
              <p:cNvSpPr/>
              <p:nvPr/>
            </p:nvSpPr>
            <p:spPr>
              <a:xfrm>
                <a:off x="318578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h3210"/>
              <p:cNvSpPr/>
              <p:nvPr/>
            </p:nvSpPr>
            <p:spPr>
              <a:xfrm>
                <a:off x="319522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h3211"/>
              <p:cNvSpPr/>
              <p:nvPr/>
            </p:nvSpPr>
            <p:spPr>
              <a:xfrm>
                <a:off x="320466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h3212"/>
              <p:cNvSpPr/>
              <p:nvPr/>
            </p:nvSpPr>
            <p:spPr>
              <a:xfrm>
                <a:off x="321410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h3213"/>
              <p:cNvSpPr/>
              <p:nvPr/>
            </p:nvSpPr>
            <p:spPr>
              <a:xfrm>
                <a:off x="322354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h3214"/>
              <p:cNvSpPr/>
              <p:nvPr/>
            </p:nvSpPr>
            <p:spPr>
              <a:xfrm>
                <a:off x="323298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h3215"/>
              <p:cNvSpPr/>
              <p:nvPr/>
            </p:nvSpPr>
            <p:spPr>
              <a:xfrm>
                <a:off x="324242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h3216"/>
              <p:cNvSpPr/>
              <p:nvPr/>
            </p:nvSpPr>
            <p:spPr>
              <a:xfrm>
                <a:off x="325187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h3217"/>
              <p:cNvSpPr/>
              <p:nvPr/>
            </p:nvSpPr>
            <p:spPr>
              <a:xfrm>
                <a:off x="326131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h3218"/>
              <p:cNvSpPr/>
              <p:nvPr/>
            </p:nvSpPr>
            <p:spPr>
              <a:xfrm>
                <a:off x="327075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h3219"/>
              <p:cNvSpPr/>
              <p:nvPr/>
            </p:nvSpPr>
            <p:spPr>
              <a:xfrm>
                <a:off x="328019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h3220"/>
              <p:cNvSpPr/>
              <p:nvPr/>
            </p:nvSpPr>
            <p:spPr>
              <a:xfrm>
                <a:off x="328963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h3221"/>
              <p:cNvSpPr/>
              <p:nvPr/>
            </p:nvSpPr>
            <p:spPr>
              <a:xfrm>
                <a:off x="329907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h3222"/>
              <p:cNvSpPr/>
              <p:nvPr/>
            </p:nvSpPr>
            <p:spPr>
              <a:xfrm>
                <a:off x="330851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h3223"/>
              <p:cNvSpPr/>
              <p:nvPr/>
            </p:nvSpPr>
            <p:spPr>
              <a:xfrm>
                <a:off x="331795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h3224"/>
              <p:cNvSpPr/>
              <p:nvPr/>
            </p:nvSpPr>
            <p:spPr>
              <a:xfrm>
                <a:off x="332739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h3225"/>
              <p:cNvSpPr/>
              <p:nvPr/>
            </p:nvSpPr>
            <p:spPr>
              <a:xfrm>
                <a:off x="333683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h3226"/>
              <p:cNvSpPr/>
              <p:nvPr/>
            </p:nvSpPr>
            <p:spPr>
              <a:xfrm>
                <a:off x="334627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h3227"/>
              <p:cNvSpPr/>
              <p:nvPr/>
            </p:nvSpPr>
            <p:spPr>
              <a:xfrm>
                <a:off x="335571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h3228"/>
              <p:cNvSpPr/>
              <p:nvPr/>
            </p:nvSpPr>
            <p:spPr>
              <a:xfrm>
                <a:off x="336515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h3229"/>
              <p:cNvSpPr/>
              <p:nvPr/>
            </p:nvSpPr>
            <p:spPr>
              <a:xfrm>
                <a:off x="337459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h3230"/>
              <p:cNvSpPr/>
              <p:nvPr/>
            </p:nvSpPr>
            <p:spPr>
              <a:xfrm>
                <a:off x="338403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h3231"/>
              <p:cNvSpPr/>
              <p:nvPr/>
            </p:nvSpPr>
            <p:spPr>
              <a:xfrm>
                <a:off x="339347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h3232"/>
              <p:cNvSpPr/>
              <p:nvPr/>
            </p:nvSpPr>
            <p:spPr>
              <a:xfrm>
                <a:off x="3402913" y="2115082"/>
                <a:ext cx="9172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285" y="896830"/>
                    </a:lnTo>
                    <a:lnTo>
                      <a:pt x="916040" y="906870"/>
                    </a:lnTo>
                    <a:lnTo>
                      <a:pt x="914879" y="914400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h3233"/>
              <p:cNvSpPr/>
              <p:nvPr/>
            </p:nvSpPr>
            <p:spPr>
              <a:xfrm>
                <a:off x="2355047" y="2079943"/>
                <a:ext cx="914400" cy="9168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806">
                    <a:moveTo>
                      <a:pt x="914400" y="914400"/>
                    </a:moveTo>
                    <a:lnTo>
                      <a:pt x="914400" y="916806"/>
                    </a:lnTo>
                    <a:lnTo>
                      <a:pt x="913190" y="914734"/>
                    </a:lnTo>
                    <a:lnTo>
                      <a:pt x="913014" y="914400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h3234"/>
              <p:cNvSpPr/>
              <p:nvPr/>
            </p:nvSpPr>
            <p:spPr>
              <a:xfrm>
                <a:off x="2355047" y="2079943"/>
                <a:ext cx="923840" cy="93163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3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32"/>
                    </a:lnTo>
                    <a:lnTo>
                      <a:pt x="922120" y="929252"/>
                    </a:lnTo>
                    <a:lnTo>
                      <a:pt x="917553" y="922210"/>
                    </a:lnTo>
                    <a:lnTo>
                      <a:pt x="914400" y="916806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h3235"/>
              <p:cNvSpPr/>
              <p:nvPr/>
            </p:nvSpPr>
            <p:spPr>
              <a:xfrm>
                <a:off x="236448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3" y="931969"/>
                    </a:lnTo>
                    <a:lnTo>
                      <a:pt x="914400" y="931632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h3236"/>
              <p:cNvSpPr/>
              <p:nvPr/>
            </p:nvSpPr>
            <p:spPr>
              <a:xfrm>
                <a:off x="237392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h3237"/>
              <p:cNvSpPr/>
              <p:nvPr/>
            </p:nvSpPr>
            <p:spPr>
              <a:xfrm>
                <a:off x="238336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h3238"/>
              <p:cNvSpPr/>
              <p:nvPr/>
            </p:nvSpPr>
            <p:spPr>
              <a:xfrm>
                <a:off x="239280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h3239"/>
              <p:cNvSpPr/>
              <p:nvPr/>
            </p:nvSpPr>
            <p:spPr>
              <a:xfrm>
                <a:off x="240224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h3240"/>
              <p:cNvSpPr/>
              <p:nvPr/>
            </p:nvSpPr>
            <p:spPr>
              <a:xfrm>
                <a:off x="241168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h3241"/>
              <p:cNvSpPr/>
              <p:nvPr/>
            </p:nvSpPr>
            <p:spPr>
              <a:xfrm>
                <a:off x="242112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h3242"/>
              <p:cNvSpPr/>
              <p:nvPr/>
            </p:nvSpPr>
            <p:spPr>
              <a:xfrm>
                <a:off x="243056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h3243"/>
              <p:cNvSpPr/>
              <p:nvPr/>
            </p:nvSpPr>
            <p:spPr>
              <a:xfrm>
                <a:off x="244000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h3244"/>
              <p:cNvSpPr/>
              <p:nvPr/>
            </p:nvSpPr>
            <p:spPr>
              <a:xfrm>
                <a:off x="244944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h3245"/>
              <p:cNvSpPr/>
              <p:nvPr/>
            </p:nvSpPr>
            <p:spPr>
              <a:xfrm>
                <a:off x="245889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h3246"/>
              <p:cNvSpPr/>
              <p:nvPr/>
            </p:nvSpPr>
            <p:spPr>
              <a:xfrm>
                <a:off x="246833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h3247"/>
              <p:cNvSpPr/>
              <p:nvPr/>
            </p:nvSpPr>
            <p:spPr>
              <a:xfrm>
                <a:off x="247777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h3248"/>
              <p:cNvSpPr/>
              <p:nvPr/>
            </p:nvSpPr>
            <p:spPr>
              <a:xfrm>
                <a:off x="248721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h3249"/>
              <p:cNvSpPr/>
              <p:nvPr/>
            </p:nvSpPr>
            <p:spPr>
              <a:xfrm>
                <a:off x="249665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h3250"/>
              <p:cNvSpPr/>
              <p:nvPr/>
            </p:nvSpPr>
            <p:spPr>
              <a:xfrm>
                <a:off x="250609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h3251"/>
              <p:cNvSpPr/>
              <p:nvPr/>
            </p:nvSpPr>
            <p:spPr>
              <a:xfrm>
                <a:off x="251553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h3252"/>
              <p:cNvSpPr/>
              <p:nvPr/>
            </p:nvSpPr>
            <p:spPr>
              <a:xfrm>
                <a:off x="252497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h3253"/>
              <p:cNvSpPr/>
              <p:nvPr/>
            </p:nvSpPr>
            <p:spPr>
              <a:xfrm>
                <a:off x="253441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h3254"/>
              <p:cNvSpPr/>
              <p:nvPr/>
            </p:nvSpPr>
            <p:spPr>
              <a:xfrm>
                <a:off x="254385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h3255"/>
              <p:cNvSpPr/>
              <p:nvPr/>
            </p:nvSpPr>
            <p:spPr>
              <a:xfrm>
                <a:off x="255329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h3256"/>
              <p:cNvSpPr/>
              <p:nvPr/>
            </p:nvSpPr>
            <p:spPr>
              <a:xfrm>
                <a:off x="256273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h3257"/>
              <p:cNvSpPr/>
              <p:nvPr/>
            </p:nvSpPr>
            <p:spPr>
              <a:xfrm>
                <a:off x="257217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h3258"/>
              <p:cNvSpPr/>
              <p:nvPr/>
            </p:nvSpPr>
            <p:spPr>
              <a:xfrm>
                <a:off x="258161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h3259"/>
              <p:cNvSpPr/>
              <p:nvPr/>
            </p:nvSpPr>
            <p:spPr>
              <a:xfrm>
                <a:off x="259105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h3260"/>
              <p:cNvSpPr/>
              <p:nvPr/>
            </p:nvSpPr>
            <p:spPr>
              <a:xfrm>
                <a:off x="260049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h3261"/>
              <p:cNvSpPr/>
              <p:nvPr/>
            </p:nvSpPr>
            <p:spPr>
              <a:xfrm>
                <a:off x="260993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h3262"/>
              <p:cNvSpPr/>
              <p:nvPr/>
            </p:nvSpPr>
            <p:spPr>
              <a:xfrm>
                <a:off x="261937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h3263"/>
              <p:cNvSpPr/>
              <p:nvPr/>
            </p:nvSpPr>
            <p:spPr>
              <a:xfrm>
                <a:off x="262881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h3264"/>
              <p:cNvSpPr/>
              <p:nvPr/>
            </p:nvSpPr>
            <p:spPr>
              <a:xfrm>
                <a:off x="263825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h3265"/>
              <p:cNvSpPr/>
              <p:nvPr/>
            </p:nvSpPr>
            <p:spPr>
              <a:xfrm>
                <a:off x="264769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h3266"/>
              <p:cNvSpPr/>
              <p:nvPr/>
            </p:nvSpPr>
            <p:spPr>
              <a:xfrm>
                <a:off x="265713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h3267"/>
              <p:cNvSpPr/>
              <p:nvPr/>
            </p:nvSpPr>
            <p:spPr>
              <a:xfrm>
                <a:off x="266657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h3268"/>
              <p:cNvSpPr/>
              <p:nvPr/>
            </p:nvSpPr>
            <p:spPr>
              <a:xfrm>
                <a:off x="267601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h3269"/>
              <p:cNvSpPr/>
              <p:nvPr/>
            </p:nvSpPr>
            <p:spPr>
              <a:xfrm>
                <a:off x="2694896" y="209751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6" y="896830"/>
                    </a:lnTo>
                    <a:lnTo>
                      <a:pt x="914399" y="89738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h3270"/>
              <p:cNvSpPr/>
              <p:nvPr/>
            </p:nvSpPr>
            <p:spPr>
              <a:xfrm>
                <a:off x="2694896" y="2097513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399" y="914400"/>
                    </a:moveTo>
                    <a:lnTo>
                      <a:pt x="914399" y="897388"/>
                    </a:lnTo>
                    <a:lnTo>
                      <a:pt x="916170" y="901451"/>
                    </a:lnTo>
                    <a:lnTo>
                      <a:pt x="919688" y="910454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h3271"/>
              <p:cNvSpPr/>
              <p:nvPr/>
            </p:nvSpPr>
            <p:spPr>
              <a:xfrm>
                <a:off x="3148027" y="209751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29" y="914400"/>
                    </a:lnTo>
                    <a:lnTo>
                      <a:pt x="911400" y="914222"/>
                    </a:lnTo>
                    <a:lnTo>
                      <a:pt x="914400" y="907053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h3272"/>
              <p:cNvSpPr/>
              <p:nvPr/>
            </p:nvSpPr>
            <p:spPr>
              <a:xfrm>
                <a:off x="3157467" y="207994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623"/>
                    </a:lnTo>
                    <a:lnTo>
                      <a:pt x="905382" y="923613"/>
                    </a:lnTo>
                    <a:lnTo>
                      <a:pt x="909016" y="915758"/>
                    </a:lnTo>
                    <a:lnTo>
                      <a:pt x="909710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h3273"/>
              <p:cNvSpPr/>
              <p:nvPr/>
            </p:nvSpPr>
            <p:spPr>
              <a:xfrm>
                <a:off x="315746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h3274"/>
              <p:cNvSpPr/>
              <p:nvPr/>
            </p:nvSpPr>
            <p:spPr>
              <a:xfrm>
                <a:off x="316690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h3275"/>
              <p:cNvSpPr/>
              <p:nvPr/>
            </p:nvSpPr>
            <p:spPr>
              <a:xfrm>
                <a:off x="317634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h3276"/>
              <p:cNvSpPr/>
              <p:nvPr/>
            </p:nvSpPr>
            <p:spPr>
              <a:xfrm>
                <a:off x="318578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h3277"/>
              <p:cNvSpPr/>
              <p:nvPr/>
            </p:nvSpPr>
            <p:spPr>
              <a:xfrm>
                <a:off x="319522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h3278"/>
              <p:cNvSpPr/>
              <p:nvPr/>
            </p:nvSpPr>
            <p:spPr>
              <a:xfrm>
                <a:off x="320466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h3279"/>
              <p:cNvSpPr/>
              <p:nvPr/>
            </p:nvSpPr>
            <p:spPr>
              <a:xfrm>
                <a:off x="321410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h3280"/>
              <p:cNvSpPr/>
              <p:nvPr/>
            </p:nvSpPr>
            <p:spPr>
              <a:xfrm>
                <a:off x="322354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h3281"/>
              <p:cNvSpPr/>
              <p:nvPr/>
            </p:nvSpPr>
            <p:spPr>
              <a:xfrm>
                <a:off x="323298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h3282"/>
              <p:cNvSpPr/>
              <p:nvPr/>
            </p:nvSpPr>
            <p:spPr>
              <a:xfrm>
                <a:off x="324242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h3283"/>
              <p:cNvSpPr/>
              <p:nvPr/>
            </p:nvSpPr>
            <p:spPr>
              <a:xfrm>
                <a:off x="325187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h3284"/>
              <p:cNvSpPr/>
              <p:nvPr/>
            </p:nvSpPr>
            <p:spPr>
              <a:xfrm>
                <a:off x="326131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h3285"/>
              <p:cNvSpPr/>
              <p:nvPr/>
            </p:nvSpPr>
            <p:spPr>
              <a:xfrm>
                <a:off x="327075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h3286"/>
              <p:cNvSpPr/>
              <p:nvPr/>
            </p:nvSpPr>
            <p:spPr>
              <a:xfrm>
                <a:off x="328019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h3287"/>
              <p:cNvSpPr/>
              <p:nvPr/>
            </p:nvSpPr>
            <p:spPr>
              <a:xfrm>
                <a:off x="328963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h3288"/>
              <p:cNvSpPr/>
              <p:nvPr/>
            </p:nvSpPr>
            <p:spPr>
              <a:xfrm>
                <a:off x="329907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h3289"/>
              <p:cNvSpPr/>
              <p:nvPr/>
            </p:nvSpPr>
            <p:spPr>
              <a:xfrm>
                <a:off x="330851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h3290"/>
              <p:cNvSpPr/>
              <p:nvPr/>
            </p:nvSpPr>
            <p:spPr>
              <a:xfrm>
                <a:off x="331795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h3291"/>
              <p:cNvSpPr/>
              <p:nvPr/>
            </p:nvSpPr>
            <p:spPr>
              <a:xfrm>
                <a:off x="332739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h3292"/>
              <p:cNvSpPr/>
              <p:nvPr/>
            </p:nvSpPr>
            <p:spPr>
              <a:xfrm>
                <a:off x="333683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h3293"/>
              <p:cNvSpPr/>
              <p:nvPr/>
            </p:nvSpPr>
            <p:spPr>
              <a:xfrm>
                <a:off x="334627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h3294"/>
              <p:cNvSpPr/>
              <p:nvPr/>
            </p:nvSpPr>
            <p:spPr>
              <a:xfrm>
                <a:off x="335571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h3295"/>
              <p:cNvSpPr/>
              <p:nvPr/>
            </p:nvSpPr>
            <p:spPr>
              <a:xfrm>
                <a:off x="336515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h3296"/>
              <p:cNvSpPr/>
              <p:nvPr/>
            </p:nvSpPr>
            <p:spPr>
              <a:xfrm>
                <a:off x="337459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h3297"/>
              <p:cNvSpPr/>
              <p:nvPr/>
            </p:nvSpPr>
            <p:spPr>
              <a:xfrm>
                <a:off x="338403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h3298"/>
              <p:cNvSpPr/>
              <p:nvPr/>
            </p:nvSpPr>
            <p:spPr>
              <a:xfrm>
                <a:off x="339347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h3299"/>
              <p:cNvSpPr/>
              <p:nvPr/>
            </p:nvSpPr>
            <p:spPr>
              <a:xfrm>
                <a:off x="3402913" y="2097513"/>
                <a:ext cx="9188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0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01" y="896830"/>
                    </a:lnTo>
                    <a:lnTo>
                      <a:pt x="918413" y="902718"/>
                    </a:lnTo>
                    <a:lnTo>
                      <a:pt x="917380" y="913637"/>
                    </a:lnTo>
                    <a:lnTo>
                      <a:pt x="917285" y="914400"/>
                    </a:lnTo>
                    <a:close/>
                  </a:path>
                </a:pathLst>
              </a:custGeom>
              <a:solidFill>
                <a:srgbClr val="F07046">
                  <a:alpha val="100000"/>
                </a:srgbClr>
              </a:solidFill>
              <a:ln w="5420" cap="flat">
                <a:solidFill>
                  <a:srgbClr val="F070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h3300"/>
              <p:cNvSpPr/>
              <p:nvPr/>
            </p:nvSpPr>
            <p:spPr>
              <a:xfrm>
                <a:off x="2345607" y="2062373"/>
                <a:ext cx="914400" cy="9157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41">
                    <a:moveTo>
                      <a:pt x="914400" y="914400"/>
                    </a:moveTo>
                    <a:lnTo>
                      <a:pt x="914400" y="915741"/>
                    </a:lnTo>
                    <a:lnTo>
                      <a:pt x="913829" y="914400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h3301"/>
              <p:cNvSpPr/>
              <p:nvPr/>
            </p:nvSpPr>
            <p:spPr>
              <a:xfrm>
                <a:off x="234560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55" y="931969"/>
                    </a:lnTo>
                    <a:lnTo>
                      <a:pt x="918483" y="924412"/>
                    </a:lnTo>
                    <a:lnTo>
                      <a:pt x="914564" y="916128"/>
                    </a:lnTo>
                    <a:lnTo>
                      <a:pt x="914400" y="915741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h3302"/>
              <p:cNvSpPr/>
              <p:nvPr/>
            </p:nvSpPr>
            <p:spPr>
              <a:xfrm>
                <a:off x="235504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h3303"/>
              <p:cNvSpPr/>
              <p:nvPr/>
            </p:nvSpPr>
            <p:spPr>
              <a:xfrm>
                <a:off x="236448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h3304"/>
              <p:cNvSpPr/>
              <p:nvPr/>
            </p:nvSpPr>
            <p:spPr>
              <a:xfrm>
                <a:off x="237392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h3305"/>
              <p:cNvSpPr/>
              <p:nvPr/>
            </p:nvSpPr>
            <p:spPr>
              <a:xfrm>
                <a:off x="238336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h3306"/>
              <p:cNvSpPr/>
              <p:nvPr/>
            </p:nvSpPr>
            <p:spPr>
              <a:xfrm>
                <a:off x="239280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h3307"/>
              <p:cNvSpPr/>
              <p:nvPr/>
            </p:nvSpPr>
            <p:spPr>
              <a:xfrm>
                <a:off x="240224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h3308"/>
              <p:cNvSpPr/>
              <p:nvPr/>
            </p:nvSpPr>
            <p:spPr>
              <a:xfrm>
                <a:off x="241168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h3309"/>
              <p:cNvSpPr/>
              <p:nvPr/>
            </p:nvSpPr>
            <p:spPr>
              <a:xfrm>
                <a:off x="242112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h3310"/>
              <p:cNvSpPr/>
              <p:nvPr/>
            </p:nvSpPr>
            <p:spPr>
              <a:xfrm>
                <a:off x="243056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h3311"/>
              <p:cNvSpPr/>
              <p:nvPr/>
            </p:nvSpPr>
            <p:spPr>
              <a:xfrm>
                <a:off x="244000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h3312"/>
              <p:cNvSpPr/>
              <p:nvPr/>
            </p:nvSpPr>
            <p:spPr>
              <a:xfrm>
                <a:off x="244944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h3313"/>
              <p:cNvSpPr/>
              <p:nvPr/>
            </p:nvSpPr>
            <p:spPr>
              <a:xfrm>
                <a:off x="245889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h3314"/>
              <p:cNvSpPr/>
              <p:nvPr/>
            </p:nvSpPr>
            <p:spPr>
              <a:xfrm>
                <a:off x="246833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h3315"/>
              <p:cNvSpPr/>
              <p:nvPr/>
            </p:nvSpPr>
            <p:spPr>
              <a:xfrm>
                <a:off x="247777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h3316"/>
              <p:cNvSpPr/>
              <p:nvPr/>
            </p:nvSpPr>
            <p:spPr>
              <a:xfrm>
                <a:off x="248721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h3317"/>
              <p:cNvSpPr/>
              <p:nvPr/>
            </p:nvSpPr>
            <p:spPr>
              <a:xfrm>
                <a:off x="249665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h3318"/>
              <p:cNvSpPr/>
              <p:nvPr/>
            </p:nvSpPr>
            <p:spPr>
              <a:xfrm>
                <a:off x="250609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h3319"/>
              <p:cNvSpPr/>
              <p:nvPr/>
            </p:nvSpPr>
            <p:spPr>
              <a:xfrm>
                <a:off x="251553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h3320"/>
              <p:cNvSpPr/>
              <p:nvPr/>
            </p:nvSpPr>
            <p:spPr>
              <a:xfrm>
                <a:off x="252497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h3321"/>
              <p:cNvSpPr/>
              <p:nvPr/>
            </p:nvSpPr>
            <p:spPr>
              <a:xfrm>
                <a:off x="253441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h3322"/>
              <p:cNvSpPr/>
              <p:nvPr/>
            </p:nvSpPr>
            <p:spPr>
              <a:xfrm>
                <a:off x="254385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h3323"/>
              <p:cNvSpPr/>
              <p:nvPr/>
            </p:nvSpPr>
            <p:spPr>
              <a:xfrm>
                <a:off x="255329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h3324"/>
              <p:cNvSpPr/>
              <p:nvPr/>
            </p:nvSpPr>
            <p:spPr>
              <a:xfrm>
                <a:off x="256273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h3325"/>
              <p:cNvSpPr/>
              <p:nvPr/>
            </p:nvSpPr>
            <p:spPr>
              <a:xfrm>
                <a:off x="257217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h3326"/>
              <p:cNvSpPr/>
              <p:nvPr/>
            </p:nvSpPr>
            <p:spPr>
              <a:xfrm>
                <a:off x="258161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h3327"/>
              <p:cNvSpPr/>
              <p:nvPr/>
            </p:nvSpPr>
            <p:spPr>
              <a:xfrm>
                <a:off x="259105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h3328"/>
              <p:cNvSpPr/>
              <p:nvPr/>
            </p:nvSpPr>
            <p:spPr>
              <a:xfrm>
                <a:off x="260049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h3329"/>
              <p:cNvSpPr/>
              <p:nvPr/>
            </p:nvSpPr>
            <p:spPr>
              <a:xfrm>
                <a:off x="260993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h3330"/>
              <p:cNvSpPr/>
              <p:nvPr/>
            </p:nvSpPr>
            <p:spPr>
              <a:xfrm>
                <a:off x="261937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h3331"/>
              <p:cNvSpPr/>
              <p:nvPr/>
            </p:nvSpPr>
            <p:spPr>
              <a:xfrm>
                <a:off x="262881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h3332"/>
              <p:cNvSpPr/>
              <p:nvPr/>
            </p:nvSpPr>
            <p:spPr>
              <a:xfrm>
                <a:off x="263825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h3333"/>
              <p:cNvSpPr/>
              <p:nvPr/>
            </p:nvSpPr>
            <p:spPr>
              <a:xfrm>
                <a:off x="264769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h3334"/>
              <p:cNvSpPr/>
              <p:nvPr/>
            </p:nvSpPr>
            <p:spPr>
              <a:xfrm>
                <a:off x="265713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h3335"/>
              <p:cNvSpPr/>
              <p:nvPr/>
            </p:nvSpPr>
            <p:spPr>
              <a:xfrm>
                <a:off x="266657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h3336"/>
              <p:cNvSpPr/>
              <p:nvPr/>
            </p:nvSpPr>
            <p:spPr>
              <a:xfrm>
                <a:off x="267601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h3337"/>
              <p:cNvSpPr/>
              <p:nvPr/>
            </p:nvSpPr>
            <p:spPr>
              <a:xfrm>
                <a:off x="2685455" y="2079943"/>
                <a:ext cx="923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987" y="896830"/>
                    </a:lnTo>
                    <a:lnTo>
                      <a:pt x="917835" y="902114"/>
                    </a:lnTo>
                    <a:lnTo>
                      <a:pt x="921843" y="910376"/>
                    </a:lnTo>
                    <a:lnTo>
                      <a:pt x="923596" y="914400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h3338"/>
              <p:cNvSpPr/>
              <p:nvPr/>
            </p:nvSpPr>
            <p:spPr>
              <a:xfrm>
                <a:off x="3157467" y="207994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10" y="914400"/>
                    </a:lnTo>
                    <a:lnTo>
                      <a:pt x="912854" y="908244"/>
                    </a:lnTo>
                    <a:lnTo>
                      <a:pt x="914400" y="905501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h3339"/>
              <p:cNvSpPr/>
              <p:nvPr/>
            </p:nvSpPr>
            <p:spPr>
              <a:xfrm>
                <a:off x="3166907" y="206237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071"/>
                    </a:lnTo>
                    <a:lnTo>
                      <a:pt x="907445" y="918661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h3340"/>
              <p:cNvSpPr/>
              <p:nvPr/>
            </p:nvSpPr>
            <p:spPr>
              <a:xfrm>
                <a:off x="316690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h3341"/>
              <p:cNvSpPr/>
              <p:nvPr/>
            </p:nvSpPr>
            <p:spPr>
              <a:xfrm>
                <a:off x="317634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h3342"/>
              <p:cNvSpPr/>
              <p:nvPr/>
            </p:nvSpPr>
            <p:spPr>
              <a:xfrm>
                <a:off x="318578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h3343"/>
              <p:cNvSpPr/>
              <p:nvPr/>
            </p:nvSpPr>
            <p:spPr>
              <a:xfrm>
                <a:off x="319522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h3344"/>
              <p:cNvSpPr/>
              <p:nvPr/>
            </p:nvSpPr>
            <p:spPr>
              <a:xfrm>
                <a:off x="320466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h3345"/>
              <p:cNvSpPr/>
              <p:nvPr/>
            </p:nvSpPr>
            <p:spPr>
              <a:xfrm>
                <a:off x="321410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h3346"/>
              <p:cNvSpPr/>
              <p:nvPr/>
            </p:nvSpPr>
            <p:spPr>
              <a:xfrm>
                <a:off x="322354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h3347"/>
              <p:cNvSpPr/>
              <p:nvPr/>
            </p:nvSpPr>
            <p:spPr>
              <a:xfrm>
                <a:off x="323298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h3348"/>
              <p:cNvSpPr/>
              <p:nvPr/>
            </p:nvSpPr>
            <p:spPr>
              <a:xfrm>
                <a:off x="324242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h3349"/>
              <p:cNvSpPr/>
              <p:nvPr/>
            </p:nvSpPr>
            <p:spPr>
              <a:xfrm>
                <a:off x="325187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h3350"/>
              <p:cNvSpPr/>
              <p:nvPr/>
            </p:nvSpPr>
            <p:spPr>
              <a:xfrm>
                <a:off x="326131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h3351"/>
              <p:cNvSpPr/>
              <p:nvPr/>
            </p:nvSpPr>
            <p:spPr>
              <a:xfrm>
                <a:off x="327075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h3352"/>
              <p:cNvSpPr/>
              <p:nvPr/>
            </p:nvSpPr>
            <p:spPr>
              <a:xfrm>
                <a:off x="328019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h3353"/>
              <p:cNvSpPr/>
              <p:nvPr/>
            </p:nvSpPr>
            <p:spPr>
              <a:xfrm>
                <a:off x="328963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h3354"/>
              <p:cNvSpPr/>
              <p:nvPr/>
            </p:nvSpPr>
            <p:spPr>
              <a:xfrm>
                <a:off x="329907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h3355"/>
              <p:cNvSpPr/>
              <p:nvPr/>
            </p:nvSpPr>
            <p:spPr>
              <a:xfrm>
                <a:off x="330851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h3356"/>
              <p:cNvSpPr/>
              <p:nvPr/>
            </p:nvSpPr>
            <p:spPr>
              <a:xfrm>
                <a:off x="331795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h3357"/>
              <p:cNvSpPr/>
              <p:nvPr/>
            </p:nvSpPr>
            <p:spPr>
              <a:xfrm>
                <a:off x="332739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h3358"/>
              <p:cNvSpPr/>
              <p:nvPr/>
            </p:nvSpPr>
            <p:spPr>
              <a:xfrm>
                <a:off x="333683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h3359"/>
              <p:cNvSpPr/>
              <p:nvPr/>
            </p:nvSpPr>
            <p:spPr>
              <a:xfrm>
                <a:off x="334627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h3360"/>
              <p:cNvSpPr/>
              <p:nvPr/>
            </p:nvSpPr>
            <p:spPr>
              <a:xfrm>
                <a:off x="335571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h3361"/>
              <p:cNvSpPr/>
              <p:nvPr/>
            </p:nvSpPr>
            <p:spPr>
              <a:xfrm>
                <a:off x="336515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h3362"/>
              <p:cNvSpPr/>
              <p:nvPr/>
            </p:nvSpPr>
            <p:spPr>
              <a:xfrm>
                <a:off x="337459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h3363"/>
              <p:cNvSpPr/>
              <p:nvPr/>
            </p:nvSpPr>
            <p:spPr>
              <a:xfrm>
                <a:off x="338403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h3364"/>
              <p:cNvSpPr/>
              <p:nvPr/>
            </p:nvSpPr>
            <p:spPr>
              <a:xfrm>
                <a:off x="339347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h3365"/>
              <p:cNvSpPr/>
              <p:nvPr/>
            </p:nvSpPr>
            <p:spPr>
              <a:xfrm>
                <a:off x="3402913" y="2079943"/>
                <a:ext cx="919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561" y="896830"/>
                    </a:lnTo>
                    <a:lnTo>
                      <a:pt x="919549" y="898222"/>
                    </a:lnTo>
                    <a:lnTo>
                      <a:pt x="919137" y="909283"/>
                    </a:lnTo>
                    <a:lnTo>
                      <a:pt x="918801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h3366"/>
              <p:cNvSpPr/>
              <p:nvPr/>
            </p:nvSpPr>
            <p:spPr>
              <a:xfrm>
                <a:off x="2345607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829" y="931969"/>
                    </a:lnTo>
                    <a:lnTo>
                      <a:pt x="910883" y="925043"/>
                    </a:lnTo>
                    <a:lnTo>
                      <a:pt x="907451" y="916042"/>
                    </a:lnTo>
                    <a:lnTo>
                      <a:pt x="906892" y="914400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h3367"/>
              <p:cNvSpPr/>
              <p:nvPr/>
            </p:nvSpPr>
            <p:spPr>
              <a:xfrm>
                <a:off x="234560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h3368"/>
              <p:cNvSpPr/>
              <p:nvPr/>
            </p:nvSpPr>
            <p:spPr>
              <a:xfrm>
                <a:off x="235504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h3369"/>
              <p:cNvSpPr/>
              <p:nvPr/>
            </p:nvSpPr>
            <p:spPr>
              <a:xfrm>
                <a:off x="236448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h3370"/>
              <p:cNvSpPr/>
              <p:nvPr/>
            </p:nvSpPr>
            <p:spPr>
              <a:xfrm>
                <a:off x="237392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h3371"/>
              <p:cNvSpPr/>
              <p:nvPr/>
            </p:nvSpPr>
            <p:spPr>
              <a:xfrm>
                <a:off x="238336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h3372"/>
              <p:cNvSpPr/>
              <p:nvPr/>
            </p:nvSpPr>
            <p:spPr>
              <a:xfrm>
                <a:off x="239280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h3373"/>
              <p:cNvSpPr/>
              <p:nvPr/>
            </p:nvSpPr>
            <p:spPr>
              <a:xfrm>
                <a:off x="240224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h3374"/>
              <p:cNvSpPr/>
              <p:nvPr/>
            </p:nvSpPr>
            <p:spPr>
              <a:xfrm>
                <a:off x="241168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h3375"/>
              <p:cNvSpPr/>
              <p:nvPr/>
            </p:nvSpPr>
            <p:spPr>
              <a:xfrm>
                <a:off x="242112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h3376"/>
              <p:cNvSpPr/>
              <p:nvPr/>
            </p:nvSpPr>
            <p:spPr>
              <a:xfrm>
                <a:off x="243056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h3377"/>
              <p:cNvSpPr/>
              <p:nvPr/>
            </p:nvSpPr>
            <p:spPr>
              <a:xfrm>
                <a:off x="244000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h3378"/>
              <p:cNvSpPr/>
              <p:nvPr/>
            </p:nvSpPr>
            <p:spPr>
              <a:xfrm>
                <a:off x="244944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h3379"/>
              <p:cNvSpPr/>
              <p:nvPr/>
            </p:nvSpPr>
            <p:spPr>
              <a:xfrm>
                <a:off x="245889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h3380"/>
              <p:cNvSpPr/>
              <p:nvPr/>
            </p:nvSpPr>
            <p:spPr>
              <a:xfrm>
                <a:off x="246833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h3381"/>
              <p:cNvSpPr/>
              <p:nvPr/>
            </p:nvSpPr>
            <p:spPr>
              <a:xfrm>
                <a:off x="247777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h3382"/>
              <p:cNvSpPr/>
              <p:nvPr/>
            </p:nvSpPr>
            <p:spPr>
              <a:xfrm>
                <a:off x="248721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h3383"/>
              <p:cNvSpPr/>
              <p:nvPr/>
            </p:nvSpPr>
            <p:spPr>
              <a:xfrm>
                <a:off x="249665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h3384"/>
              <p:cNvSpPr/>
              <p:nvPr/>
            </p:nvSpPr>
            <p:spPr>
              <a:xfrm>
                <a:off x="250609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h3385"/>
              <p:cNvSpPr/>
              <p:nvPr/>
            </p:nvSpPr>
            <p:spPr>
              <a:xfrm>
                <a:off x="251553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h3386"/>
              <p:cNvSpPr/>
              <p:nvPr/>
            </p:nvSpPr>
            <p:spPr>
              <a:xfrm>
                <a:off x="252497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h3387"/>
              <p:cNvSpPr/>
              <p:nvPr/>
            </p:nvSpPr>
            <p:spPr>
              <a:xfrm>
                <a:off x="253441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h3388"/>
              <p:cNvSpPr/>
              <p:nvPr/>
            </p:nvSpPr>
            <p:spPr>
              <a:xfrm>
                <a:off x="254385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h3389"/>
              <p:cNvSpPr/>
              <p:nvPr/>
            </p:nvSpPr>
            <p:spPr>
              <a:xfrm>
                <a:off x="255329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h3390"/>
              <p:cNvSpPr/>
              <p:nvPr/>
            </p:nvSpPr>
            <p:spPr>
              <a:xfrm>
                <a:off x="256273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h3391"/>
              <p:cNvSpPr/>
              <p:nvPr/>
            </p:nvSpPr>
            <p:spPr>
              <a:xfrm>
                <a:off x="257217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h3392"/>
              <p:cNvSpPr/>
              <p:nvPr/>
            </p:nvSpPr>
            <p:spPr>
              <a:xfrm>
                <a:off x="258161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h3393"/>
              <p:cNvSpPr/>
              <p:nvPr/>
            </p:nvSpPr>
            <p:spPr>
              <a:xfrm>
                <a:off x="259105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h3394"/>
              <p:cNvSpPr/>
              <p:nvPr/>
            </p:nvSpPr>
            <p:spPr>
              <a:xfrm>
                <a:off x="260049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h3395"/>
              <p:cNvSpPr/>
              <p:nvPr/>
            </p:nvSpPr>
            <p:spPr>
              <a:xfrm>
                <a:off x="260993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h3396"/>
              <p:cNvSpPr/>
              <p:nvPr/>
            </p:nvSpPr>
            <p:spPr>
              <a:xfrm>
                <a:off x="261937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h3397"/>
              <p:cNvSpPr/>
              <p:nvPr/>
            </p:nvSpPr>
            <p:spPr>
              <a:xfrm>
                <a:off x="262881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h3398"/>
              <p:cNvSpPr/>
              <p:nvPr/>
            </p:nvSpPr>
            <p:spPr>
              <a:xfrm>
                <a:off x="263825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h3399"/>
              <p:cNvSpPr/>
              <p:nvPr/>
            </p:nvSpPr>
            <p:spPr>
              <a:xfrm>
                <a:off x="264769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h3400"/>
              <p:cNvSpPr/>
              <p:nvPr/>
            </p:nvSpPr>
            <p:spPr>
              <a:xfrm>
                <a:off x="265713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h3401"/>
              <p:cNvSpPr/>
              <p:nvPr/>
            </p:nvSpPr>
            <p:spPr>
              <a:xfrm>
                <a:off x="2676015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495" y="896830"/>
                    </a:lnTo>
                    <a:lnTo>
                      <a:pt x="913929" y="897413"/>
                    </a:lnTo>
                    <a:lnTo>
                      <a:pt x="914400" y="89811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h3402"/>
              <p:cNvSpPr/>
              <p:nvPr/>
            </p:nvSpPr>
            <p:spPr>
              <a:xfrm>
                <a:off x="2685455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118"/>
                    </a:lnTo>
                    <a:lnTo>
                      <a:pt x="909146" y="904395"/>
                    </a:lnTo>
                    <a:lnTo>
                      <a:pt x="913599" y="911826"/>
                    </a:lnTo>
                    <a:lnTo>
                      <a:pt x="914400" y="913310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h3403"/>
              <p:cNvSpPr/>
              <p:nvPr/>
            </p:nvSpPr>
            <p:spPr>
              <a:xfrm>
                <a:off x="2685455" y="2062373"/>
                <a:ext cx="91498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87" h="914400">
                    <a:moveTo>
                      <a:pt x="914400" y="914400"/>
                    </a:moveTo>
                    <a:lnTo>
                      <a:pt x="914400" y="913310"/>
                    </a:lnTo>
                    <a:lnTo>
                      <a:pt x="914987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h3404"/>
              <p:cNvSpPr/>
              <p:nvPr/>
            </p:nvSpPr>
            <p:spPr>
              <a:xfrm>
                <a:off x="3166907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67" y="914400"/>
                    </a:lnTo>
                    <a:lnTo>
                      <a:pt x="914400" y="906913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h3405"/>
              <p:cNvSpPr/>
              <p:nvPr/>
            </p:nvSpPr>
            <p:spPr>
              <a:xfrm>
                <a:off x="3176348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483"/>
                    </a:lnTo>
                    <a:lnTo>
                      <a:pt x="909787" y="916250"/>
                    </a:lnTo>
                    <a:lnTo>
                      <a:pt x="909861" y="915922"/>
                    </a:lnTo>
                    <a:lnTo>
                      <a:pt x="909935" y="915595"/>
                    </a:lnTo>
                    <a:lnTo>
                      <a:pt x="910009" y="915267"/>
                    </a:lnTo>
                    <a:lnTo>
                      <a:pt x="910083" y="914939"/>
                    </a:lnTo>
                    <a:lnTo>
                      <a:pt x="910157" y="914611"/>
                    </a:lnTo>
                    <a:lnTo>
                      <a:pt x="910205" y="914400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h3406"/>
              <p:cNvSpPr/>
              <p:nvPr/>
            </p:nvSpPr>
            <p:spPr>
              <a:xfrm>
                <a:off x="317634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h3407"/>
              <p:cNvSpPr/>
              <p:nvPr/>
            </p:nvSpPr>
            <p:spPr>
              <a:xfrm>
                <a:off x="318578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h3408"/>
              <p:cNvSpPr/>
              <p:nvPr/>
            </p:nvSpPr>
            <p:spPr>
              <a:xfrm>
                <a:off x="319522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h3409"/>
              <p:cNvSpPr/>
              <p:nvPr/>
            </p:nvSpPr>
            <p:spPr>
              <a:xfrm>
                <a:off x="320466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h3410"/>
              <p:cNvSpPr/>
              <p:nvPr/>
            </p:nvSpPr>
            <p:spPr>
              <a:xfrm>
                <a:off x="321410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h3411"/>
              <p:cNvSpPr/>
              <p:nvPr/>
            </p:nvSpPr>
            <p:spPr>
              <a:xfrm>
                <a:off x="322354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h3412"/>
              <p:cNvSpPr/>
              <p:nvPr/>
            </p:nvSpPr>
            <p:spPr>
              <a:xfrm>
                <a:off x="323298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h3413"/>
              <p:cNvSpPr/>
              <p:nvPr/>
            </p:nvSpPr>
            <p:spPr>
              <a:xfrm>
                <a:off x="324242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h3414"/>
              <p:cNvSpPr/>
              <p:nvPr/>
            </p:nvSpPr>
            <p:spPr>
              <a:xfrm>
                <a:off x="325187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h3415"/>
              <p:cNvSpPr/>
              <p:nvPr/>
            </p:nvSpPr>
            <p:spPr>
              <a:xfrm>
                <a:off x="326131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h3416"/>
              <p:cNvSpPr/>
              <p:nvPr/>
            </p:nvSpPr>
            <p:spPr>
              <a:xfrm>
                <a:off x="327075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h3417"/>
              <p:cNvSpPr/>
              <p:nvPr/>
            </p:nvSpPr>
            <p:spPr>
              <a:xfrm>
                <a:off x="328019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h3418"/>
              <p:cNvSpPr/>
              <p:nvPr/>
            </p:nvSpPr>
            <p:spPr>
              <a:xfrm>
                <a:off x="328963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h3419"/>
              <p:cNvSpPr/>
              <p:nvPr/>
            </p:nvSpPr>
            <p:spPr>
              <a:xfrm>
                <a:off x="329907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h3420"/>
              <p:cNvSpPr/>
              <p:nvPr/>
            </p:nvSpPr>
            <p:spPr>
              <a:xfrm>
                <a:off x="330851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h3421"/>
              <p:cNvSpPr/>
              <p:nvPr/>
            </p:nvSpPr>
            <p:spPr>
              <a:xfrm>
                <a:off x="331795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h3422"/>
              <p:cNvSpPr/>
              <p:nvPr/>
            </p:nvSpPr>
            <p:spPr>
              <a:xfrm>
                <a:off x="332739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h3423"/>
              <p:cNvSpPr/>
              <p:nvPr/>
            </p:nvSpPr>
            <p:spPr>
              <a:xfrm>
                <a:off x="333683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h3424"/>
              <p:cNvSpPr/>
              <p:nvPr/>
            </p:nvSpPr>
            <p:spPr>
              <a:xfrm>
                <a:off x="334627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h3425"/>
              <p:cNvSpPr/>
              <p:nvPr/>
            </p:nvSpPr>
            <p:spPr>
              <a:xfrm>
                <a:off x="335571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h3426"/>
              <p:cNvSpPr/>
              <p:nvPr/>
            </p:nvSpPr>
            <p:spPr>
              <a:xfrm>
                <a:off x="336515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h3427"/>
              <p:cNvSpPr/>
              <p:nvPr/>
            </p:nvSpPr>
            <p:spPr>
              <a:xfrm>
                <a:off x="337459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h3428"/>
              <p:cNvSpPr/>
              <p:nvPr/>
            </p:nvSpPr>
            <p:spPr>
              <a:xfrm>
                <a:off x="338403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h3429"/>
              <p:cNvSpPr/>
              <p:nvPr/>
            </p:nvSpPr>
            <p:spPr>
              <a:xfrm>
                <a:off x="339347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h3430"/>
              <p:cNvSpPr/>
              <p:nvPr/>
            </p:nvSpPr>
            <p:spPr>
              <a:xfrm>
                <a:off x="3402913" y="2062373"/>
                <a:ext cx="9199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9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910" y="896830"/>
                    </a:lnTo>
                    <a:lnTo>
                      <a:pt x="919517" y="897955"/>
                    </a:lnTo>
                    <a:lnTo>
                      <a:pt x="919647" y="904706"/>
                    </a:lnTo>
                    <a:lnTo>
                      <a:pt x="919561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h3431"/>
              <p:cNvSpPr/>
              <p:nvPr/>
            </p:nvSpPr>
            <p:spPr>
              <a:xfrm>
                <a:off x="2336166" y="2027233"/>
                <a:ext cx="914400" cy="9262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294">
                    <a:moveTo>
                      <a:pt x="914400" y="914400"/>
                    </a:moveTo>
                    <a:lnTo>
                      <a:pt x="914400" y="926294"/>
                    </a:lnTo>
                    <a:lnTo>
                      <a:pt x="913717" y="924288"/>
                    </a:lnTo>
                    <a:lnTo>
                      <a:pt x="910808" y="914668"/>
                    </a:lnTo>
                    <a:lnTo>
                      <a:pt x="910737" y="914400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h3432"/>
              <p:cNvSpPr/>
              <p:nvPr/>
            </p:nvSpPr>
            <p:spPr>
              <a:xfrm>
                <a:off x="233616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332" y="931969"/>
                    </a:lnTo>
                    <a:lnTo>
                      <a:pt x="914400" y="926294"/>
                    </a:lnTo>
                    <a:close/>
                  </a:path>
                </a:pathLst>
              </a:custGeom>
              <a:solidFill>
                <a:srgbClr val="B6DF75">
                  <a:alpha val="100000"/>
                </a:srgbClr>
              </a:solidFill>
              <a:ln w="5420" cap="flat">
                <a:solidFill>
                  <a:srgbClr val="B6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h3433"/>
              <p:cNvSpPr/>
              <p:nvPr/>
            </p:nvSpPr>
            <p:spPr>
              <a:xfrm>
                <a:off x="234560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h3434"/>
              <p:cNvSpPr/>
              <p:nvPr/>
            </p:nvSpPr>
            <p:spPr>
              <a:xfrm>
                <a:off x="235504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h3435"/>
              <p:cNvSpPr/>
              <p:nvPr/>
            </p:nvSpPr>
            <p:spPr>
              <a:xfrm>
                <a:off x="236448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h3436"/>
              <p:cNvSpPr/>
              <p:nvPr/>
            </p:nvSpPr>
            <p:spPr>
              <a:xfrm>
                <a:off x="237392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h3437"/>
              <p:cNvSpPr/>
              <p:nvPr/>
            </p:nvSpPr>
            <p:spPr>
              <a:xfrm>
                <a:off x="238336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h3438"/>
              <p:cNvSpPr/>
              <p:nvPr/>
            </p:nvSpPr>
            <p:spPr>
              <a:xfrm>
                <a:off x="239280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h3439"/>
              <p:cNvSpPr/>
              <p:nvPr/>
            </p:nvSpPr>
            <p:spPr>
              <a:xfrm>
                <a:off x="240224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h3440"/>
              <p:cNvSpPr/>
              <p:nvPr/>
            </p:nvSpPr>
            <p:spPr>
              <a:xfrm>
                <a:off x="241168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h3441"/>
              <p:cNvSpPr/>
              <p:nvPr/>
            </p:nvSpPr>
            <p:spPr>
              <a:xfrm>
                <a:off x="242112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h3442"/>
              <p:cNvSpPr/>
              <p:nvPr/>
            </p:nvSpPr>
            <p:spPr>
              <a:xfrm>
                <a:off x="243056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h3443"/>
              <p:cNvSpPr/>
              <p:nvPr/>
            </p:nvSpPr>
            <p:spPr>
              <a:xfrm>
                <a:off x="244000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h3444"/>
              <p:cNvSpPr/>
              <p:nvPr/>
            </p:nvSpPr>
            <p:spPr>
              <a:xfrm>
                <a:off x="244944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h3445"/>
              <p:cNvSpPr/>
              <p:nvPr/>
            </p:nvSpPr>
            <p:spPr>
              <a:xfrm>
                <a:off x="245889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h3446"/>
              <p:cNvSpPr/>
              <p:nvPr/>
            </p:nvSpPr>
            <p:spPr>
              <a:xfrm>
                <a:off x="246833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h3447"/>
              <p:cNvSpPr/>
              <p:nvPr/>
            </p:nvSpPr>
            <p:spPr>
              <a:xfrm>
                <a:off x="247777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h3448"/>
              <p:cNvSpPr/>
              <p:nvPr/>
            </p:nvSpPr>
            <p:spPr>
              <a:xfrm>
                <a:off x="248721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h3449"/>
              <p:cNvSpPr/>
              <p:nvPr/>
            </p:nvSpPr>
            <p:spPr>
              <a:xfrm>
                <a:off x="249665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h3450"/>
              <p:cNvSpPr/>
              <p:nvPr/>
            </p:nvSpPr>
            <p:spPr>
              <a:xfrm>
                <a:off x="250609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h3451"/>
              <p:cNvSpPr/>
              <p:nvPr/>
            </p:nvSpPr>
            <p:spPr>
              <a:xfrm>
                <a:off x="251553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h3452"/>
              <p:cNvSpPr/>
              <p:nvPr/>
            </p:nvSpPr>
            <p:spPr>
              <a:xfrm>
                <a:off x="252497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h3453"/>
              <p:cNvSpPr/>
              <p:nvPr/>
            </p:nvSpPr>
            <p:spPr>
              <a:xfrm>
                <a:off x="253441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h3454"/>
              <p:cNvSpPr/>
              <p:nvPr/>
            </p:nvSpPr>
            <p:spPr>
              <a:xfrm>
                <a:off x="254385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h3455"/>
              <p:cNvSpPr/>
              <p:nvPr/>
            </p:nvSpPr>
            <p:spPr>
              <a:xfrm>
                <a:off x="255329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h3456"/>
              <p:cNvSpPr/>
              <p:nvPr/>
            </p:nvSpPr>
            <p:spPr>
              <a:xfrm>
                <a:off x="256273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h3457"/>
              <p:cNvSpPr/>
              <p:nvPr/>
            </p:nvSpPr>
            <p:spPr>
              <a:xfrm>
                <a:off x="257217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h3458"/>
              <p:cNvSpPr/>
              <p:nvPr/>
            </p:nvSpPr>
            <p:spPr>
              <a:xfrm>
                <a:off x="258161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h3459"/>
              <p:cNvSpPr/>
              <p:nvPr/>
            </p:nvSpPr>
            <p:spPr>
              <a:xfrm>
                <a:off x="259105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h3460"/>
              <p:cNvSpPr/>
              <p:nvPr/>
            </p:nvSpPr>
            <p:spPr>
              <a:xfrm>
                <a:off x="260049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h3461"/>
              <p:cNvSpPr/>
              <p:nvPr/>
            </p:nvSpPr>
            <p:spPr>
              <a:xfrm>
                <a:off x="260993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2">
                  <a:alpha val="100000"/>
                </a:srgbClr>
              </a:solidFill>
              <a:ln w="5420" cap="flat">
                <a:solidFill>
                  <a:srgbClr val="C9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h3462"/>
              <p:cNvSpPr/>
              <p:nvPr/>
            </p:nvSpPr>
            <p:spPr>
              <a:xfrm>
                <a:off x="261937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h3463"/>
              <p:cNvSpPr/>
              <p:nvPr/>
            </p:nvSpPr>
            <p:spPr>
              <a:xfrm>
                <a:off x="262881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h3464"/>
              <p:cNvSpPr/>
              <p:nvPr/>
            </p:nvSpPr>
            <p:spPr>
              <a:xfrm>
                <a:off x="263825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h3465"/>
              <p:cNvSpPr/>
              <p:nvPr/>
            </p:nvSpPr>
            <p:spPr>
              <a:xfrm>
                <a:off x="264769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h3466"/>
              <p:cNvSpPr/>
              <p:nvPr/>
            </p:nvSpPr>
            <p:spPr>
              <a:xfrm>
                <a:off x="2666575" y="204480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302" y="896909"/>
                    </a:lnTo>
                    <a:lnTo>
                      <a:pt x="913493" y="902437"/>
                    </a:lnTo>
                    <a:lnTo>
                      <a:pt x="914400" y="903525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h3467"/>
              <p:cNvSpPr/>
              <p:nvPr/>
            </p:nvSpPr>
            <p:spPr>
              <a:xfrm>
                <a:off x="2666575" y="2044803"/>
                <a:ext cx="922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35" h="914400">
                    <a:moveTo>
                      <a:pt x="914400" y="914400"/>
                    </a:moveTo>
                    <a:lnTo>
                      <a:pt x="914400" y="903525"/>
                    </a:lnTo>
                    <a:lnTo>
                      <a:pt x="918520" y="908467"/>
                    </a:lnTo>
                    <a:lnTo>
                      <a:pt x="922935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h3468"/>
              <p:cNvSpPr/>
              <p:nvPr/>
            </p:nvSpPr>
            <p:spPr>
              <a:xfrm>
                <a:off x="3176348" y="20272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231" y="931853"/>
                    </a:lnTo>
                    <a:lnTo>
                      <a:pt x="910305" y="931526"/>
                    </a:lnTo>
                    <a:lnTo>
                      <a:pt x="910380" y="931198"/>
                    </a:lnTo>
                    <a:lnTo>
                      <a:pt x="910454" y="930870"/>
                    </a:lnTo>
                    <a:lnTo>
                      <a:pt x="910528" y="930542"/>
                    </a:lnTo>
                    <a:lnTo>
                      <a:pt x="910602" y="930214"/>
                    </a:lnTo>
                    <a:lnTo>
                      <a:pt x="910676" y="929887"/>
                    </a:lnTo>
                    <a:lnTo>
                      <a:pt x="910750" y="929559"/>
                    </a:lnTo>
                    <a:lnTo>
                      <a:pt x="910824" y="929231"/>
                    </a:lnTo>
                    <a:lnTo>
                      <a:pt x="910898" y="928903"/>
                    </a:lnTo>
                    <a:lnTo>
                      <a:pt x="910973" y="928576"/>
                    </a:lnTo>
                    <a:lnTo>
                      <a:pt x="911047" y="928248"/>
                    </a:lnTo>
                    <a:lnTo>
                      <a:pt x="911121" y="927920"/>
                    </a:lnTo>
                    <a:lnTo>
                      <a:pt x="911195" y="927592"/>
                    </a:lnTo>
                    <a:lnTo>
                      <a:pt x="911269" y="927264"/>
                    </a:lnTo>
                    <a:lnTo>
                      <a:pt x="911343" y="926937"/>
                    </a:lnTo>
                    <a:lnTo>
                      <a:pt x="911445" y="926486"/>
                    </a:lnTo>
                    <a:lnTo>
                      <a:pt x="911021" y="919941"/>
                    </a:lnTo>
                    <a:lnTo>
                      <a:pt x="910811" y="914400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h3469"/>
              <p:cNvSpPr/>
              <p:nvPr/>
            </p:nvSpPr>
            <p:spPr>
              <a:xfrm>
                <a:off x="317634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h3470"/>
              <p:cNvSpPr/>
              <p:nvPr/>
            </p:nvSpPr>
            <p:spPr>
              <a:xfrm>
                <a:off x="318578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h3471"/>
              <p:cNvSpPr/>
              <p:nvPr/>
            </p:nvSpPr>
            <p:spPr>
              <a:xfrm>
                <a:off x="319522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h3472"/>
              <p:cNvSpPr/>
              <p:nvPr/>
            </p:nvSpPr>
            <p:spPr>
              <a:xfrm>
                <a:off x="320466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h3473"/>
              <p:cNvSpPr/>
              <p:nvPr/>
            </p:nvSpPr>
            <p:spPr>
              <a:xfrm>
                <a:off x="321410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h3474"/>
              <p:cNvSpPr/>
              <p:nvPr/>
            </p:nvSpPr>
            <p:spPr>
              <a:xfrm>
                <a:off x="322354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h3475"/>
              <p:cNvSpPr/>
              <p:nvPr/>
            </p:nvSpPr>
            <p:spPr>
              <a:xfrm>
                <a:off x="323298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h3476"/>
              <p:cNvSpPr/>
              <p:nvPr/>
            </p:nvSpPr>
            <p:spPr>
              <a:xfrm>
                <a:off x="324242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h3477"/>
              <p:cNvSpPr/>
              <p:nvPr/>
            </p:nvSpPr>
            <p:spPr>
              <a:xfrm>
                <a:off x="325187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h3478"/>
              <p:cNvSpPr/>
              <p:nvPr/>
            </p:nvSpPr>
            <p:spPr>
              <a:xfrm>
                <a:off x="326131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h3479"/>
              <p:cNvSpPr/>
              <p:nvPr/>
            </p:nvSpPr>
            <p:spPr>
              <a:xfrm>
                <a:off x="327075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h3480"/>
              <p:cNvSpPr/>
              <p:nvPr/>
            </p:nvSpPr>
            <p:spPr>
              <a:xfrm>
                <a:off x="328019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h3481"/>
              <p:cNvSpPr/>
              <p:nvPr/>
            </p:nvSpPr>
            <p:spPr>
              <a:xfrm>
                <a:off x="328963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h3482"/>
              <p:cNvSpPr/>
              <p:nvPr/>
            </p:nvSpPr>
            <p:spPr>
              <a:xfrm>
                <a:off x="329907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h3483"/>
              <p:cNvSpPr/>
              <p:nvPr/>
            </p:nvSpPr>
            <p:spPr>
              <a:xfrm>
                <a:off x="330851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h3484"/>
              <p:cNvSpPr/>
              <p:nvPr/>
            </p:nvSpPr>
            <p:spPr>
              <a:xfrm>
                <a:off x="331795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h3485"/>
              <p:cNvSpPr/>
              <p:nvPr/>
            </p:nvSpPr>
            <p:spPr>
              <a:xfrm>
                <a:off x="332739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h3486"/>
              <p:cNvSpPr/>
              <p:nvPr/>
            </p:nvSpPr>
            <p:spPr>
              <a:xfrm>
                <a:off x="333683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h3487"/>
              <p:cNvSpPr/>
              <p:nvPr/>
            </p:nvSpPr>
            <p:spPr>
              <a:xfrm>
                <a:off x="334627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h3488"/>
              <p:cNvSpPr/>
              <p:nvPr/>
            </p:nvSpPr>
            <p:spPr>
              <a:xfrm>
                <a:off x="335571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h3489"/>
              <p:cNvSpPr/>
              <p:nvPr/>
            </p:nvSpPr>
            <p:spPr>
              <a:xfrm>
                <a:off x="336515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h3490"/>
              <p:cNvSpPr/>
              <p:nvPr/>
            </p:nvSpPr>
            <p:spPr>
              <a:xfrm>
                <a:off x="337459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h3491"/>
              <p:cNvSpPr/>
              <p:nvPr/>
            </p:nvSpPr>
            <p:spPr>
              <a:xfrm>
                <a:off x="338403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h3492"/>
              <p:cNvSpPr/>
              <p:nvPr/>
            </p:nvSpPr>
            <p:spPr>
              <a:xfrm>
                <a:off x="339347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h3493"/>
              <p:cNvSpPr/>
              <p:nvPr/>
            </p:nvSpPr>
            <p:spPr>
              <a:xfrm>
                <a:off x="3402913" y="204480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22"/>
                    </a:lnTo>
                    <a:lnTo>
                      <a:pt x="922335" y="907456"/>
                    </a:lnTo>
                    <a:lnTo>
                      <a:pt x="919910" y="914400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h3494"/>
              <p:cNvSpPr/>
              <p:nvPr/>
            </p:nvSpPr>
            <p:spPr>
              <a:xfrm>
                <a:off x="3412354" y="2027233"/>
                <a:ext cx="916157" cy="920191"/>
              </a:xfrm>
              <a:custGeom>
                <a:avLst/>
                <a:gdLst/>
                <a:ahLst/>
                <a:cxnLst/>
                <a:rect l="0" t="0" r="0" b="0"/>
                <a:pathLst>
                  <a:path w="916157" h="920191">
                    <a:moveTo>
                      <a:pt x="914400" y="914400"/>
                    </a:moveTo>
                    <a:lnTo>
                      <a:pt x="916157" y="914400"/>
                    </a:lnTo>
                    <a:lnTo>
                      <a:pt x="915810" y="915659"/>
                    </a:lnTo>
                    <a:lnTo>
                      <a:pt x="914400" y="920191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h3495"/>
              <p:cNvSpPr/>
              <p:nvPr/>
            </p:nvSpPr>
            <p:spPr>
              <a:xfrm>
                <a:off x="2336166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37" y="931969"/>
                    </a:lnTo>
                    <a:lnTo>
                      <a:pt x="908175" y="922348"/>
                    </a:lnTo>
                    <a:lnTo>
                      <a:pt x="907654" y="920255"/>
                    </a:lnTo>
                    <a:lnTo>
                      <a:pt x="907135" y="918175"/>
                    </a:lnTo>
                    <a:lnTo>
                      <a:pt x="906617" y="916094"/>
                    </a:lnTo>
                    <a:lnTo>
                      <a:pt x="906195" y="914400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h3496"/>
              <p:cNvSpPr/>
              <p:nvPr/>
            </p:nvSpPr>
            <p:spPr>
              <a:xfrm>
                <a:off x="233616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h3497"/>
              <p:cNvSpPr/>
              <p:nvPr/>
            </p:nvSpPr>
            <p:spPr>
              <a:xfrm>
                <a:off x="234560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h3498"/>
              <p:cNvSpPr/>
              <p:nvPr/>
            </p:nvSpPr>
            <p:spPr>
              <a:xfrm>
                <a:off x="235504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h3499"/>
              <p:cNvSpPr/>
              <p:nvPr/>
            </p:nvSpPr>
            <p:spPr>
              <a:xfrm>
                <a:off x="236448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h3500"/>
              <p:cNvSpPr/>
              <p:nvPr/>
            </p:nvSpPr>
            <p:spPr>
              <a:xfrm>
                <a:off x="237392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h3501"/>
              <p:cNvSpPr/>
              <p:nvPr/>
            </p:nvSpPr>
            <p:spPr>
              <a:xfrm>
                <a:off x="238336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h3502"/>
              <p:cNvSpPr/>
              <p:nvPr/>
            </p:nvSpPr>
            <p:spPr>
              <a:xfrm>
                <a:off x="239280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h3503"/>
              <p:cNvSpPr/>
              <p:nvPr/>
            </p:nvSpPr>
            <p:spPr>
              <a:xfrm>
                <a:off x="240224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h3504"/>
              <p:cNvSpPr/>
              <p:nvPr/>
            </p:nvSpPr>
            <p:spPr>
              <a:xfrm>
                <a:off x="241168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h3505"/>
              <p:cNvSpPr/>
              <p:nvPr/>
            </p:nvSpPr>
            <p:spPr>
              <a:xfrm>
                <a:off x="242112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h3506"/>
              <p:cNvSpPr/>
              <p:nvPr/>
            </p:nvSpPr>
            <p:spPr>
              <a:xfrm>
                <a:off x="243056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h3507"/>
              <p:cNvSpPr/>
              <p:nvPr/>
            </p:nvSpPr>
            <p:spPr>
              <a:xfrm>
                <a:off x="244000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h3508"/>
              <p:cNvSpPr/>
              <p:nvPr/>
            </p:nvSpPr>
            <p:spPr>
              <a:xfrm>
                <a:off x="244944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h3509"/>
              <p:cNvSpPr/>
              <p:nvPr/>
            </p:nvSpPr>
            <p:spPr>
              <a:xfrm>
                <a:off x="245889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h3510"/>
              <p:cNvSpPr/>
              <p:nvPr/>
            </p:nvSpPr>
            <p:spPr>
              <a:xfrm>
                <a:off x="246833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h3511"/>
              <p:cNvSpPr/>
              <p:nvPr/>
            </p:nvSpPr>
            <p:spPr>
              <a:xfrm>
                <a:off x="247777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h3512"/>
              <p:cNvSpPr/>
              <p:nvPr/>
            </p:nvSpPr>
            <p:spPr>
              <a:xfrm>
                <a:off x="248721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h3513"/>
              <p:cNvSpPr/>
              <p:nvPr/>
            </p:nvSpPr>
            <p:spPr>
              <a:xfrm>
                <a:off x="249665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h3514"/>
              <p:cNvSpPr/>
              <p:nvPr/>
            </p:nvSpPr>
            <p:spPr>
              <a:xfrm>
                <a:off x="250609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h3515"/>
              <p:cNvSpPr/>
              <p:nvPr/>
            </p:nvSpPr>
            <p:spPr>
              <a:xfrm>
                <a:off x="251553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h3516"/>
              <p:cNvSpPr/>
              <p:nvPr/>
            </p:nvSpPr>
            <p:spPr>
              <a:xfrm>
                <a:off x="252497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h3517"/>
              <p:cNvSpPr/>
              <p:nvPr/>
            </p:nvSpPr>
            <p:spPr>
              <a:xfrm>
                <a:off x="253441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h3518"/>
              <p:cNvSpPr/>
              <p:nvPr/>
            </p:nvSpPr>
            <p:spPr>
              <a:xfrm>
                <a:off x="254385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h3519"/>
              <p:cNvSpPr/>
              <p:nvPr/>
            </p:nvSpPr>
            <p:spPr>
              <a:xfrm>
                <a:off x="255329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h3520"/>
              <p:cNvSpPr/>
              <p:nvPr/>
            </p:nvSpPr>
            <p:spPr>
              <a:xfrm>
                <a:off x="256273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h3521"/>
              <p:cNvSpPr/>
              <p:nvPr/>
            </p:nvSpPr>
            <p:spPr>
              <a:xfrm>
                <a:off x="257217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h3522"/>
              <p:cNvSpPr/>
              <p:nvPr/>
            </p:nvSpPr>
            <p:spPr>
              <a:xfrm>
                <a:off x="258161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h3523"/>
              <p:cNvSpPr/>
              <p:nvPr/>
            </p:nvSpPr>
            <p:spPr>
              <a:xfrm>
                <a:off x="259105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h3524"/>
              <p:cNvSpPr/>
              <p:nvPr/>
            </p:nvSpPr>
            <p:spPr>
              <a:xfrm>
                <a:off x="260049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h3525"/>
              <p:cNvSpPr/>
              <p:nvPr/>
            </p:nvSpPr>
            <p:spPr>
              <a:xfrm>
                <a:off x="260993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h3526"/>
              <p:cNvSpPr/>
              <p:nvPr/>
            </p:nvSpPr>
            <p:spPr>
              <a:xfrm>
                <a:off x="261937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h3527"/>
              <p:cNvSpPr/>
              <p:nvPr/>
            </p:nvSpPr>
            <p:spPr>
              <a:xfrm>
                <a:off x="2638254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9" y="896878"/>
                    </a:lnTo>
                    <a:lnTo>
                      <a:pt x="914028" y="897052"/>
                    </a:lnTo>
                    <a:lnTo>
                      <a:pt x="914400" y="897293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h3528"/>
              <p:cNvSpPr/>
              <p:nvPr/>
            </p:nvSpPr>
            <p:spPr>
              <a:xfrm>
                <a:off x="2647694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293"/>
                    </a:lnTo>
                    <a:lnTo>
                      <a:pt x="905126" y="897400"/>
                    </a:lnTo>
                    <a:lnTo>
                      <a:pt x="905394" y="897574"/>
                    </a:lnTo>
                    <a:lnTo>
                      <a:pt x="905663" y="897748"/>
                    </a:lnTo>
                    <a:lnTo>
                      <a:pt x="905932" y="897922"/>
                    </a:lnTo>
                    <a:lnTo>
                      <a:pt x="906201" y="898096"/>
                    </a:lnTo>
                    <a:lnTo>
                      <a:pt x="906470" y="898270"/>
                    </a:lnTo>
                    <a:lnTo>
                      <a:pt x="906739" y="898444"/>
                    </a:lnTo>
                    <a:lnTo>
                      <a:pt x="907008" y="898618"/>
                    </a:lnTo>
                    <a:lnTo>
                      <a:pt x="907277" y="898792"/>
                    </a:lnTo>
                    <a:lnTo>
                      <a:pt x="907546" y="898966"/>
                    </a:lnTo>
                    <a:lnTo>
                      <a:pt x="907814" y="899140"/>
                    </a:lnTo>
                    <a:lnTo>
                      <a:pt x="908083" y="899314"/>
                    </a:lnTo>
                    <a:lnTo>
                      <a:pt x="908352" y="899488"/>
                    </a:lnTo>
                    <a:lnTo>
                      <a:pt x="908621" y="899663"/>
                    </a:lnTo>
                    <a:lnTo>
                      <a:pt x="908890" y="899837"/>
                    </a:lnTo>
                    <a:lnTo>
                      <a:pt x="909159" y="900011"/>
                    </a:lnTo>
                    <a:lnTo>
                      <a:pt x="909428" y="900185"/>
                    </a:lnTo>
                    <a:lnTo>
                      <a:pt x="909696" y="900359"/>
                    </a:lnTo>
                    <a:lnTo>
                      <a:pt x="909965" y="900533"/>
                    </a:lnTo>
                    <a:lnTo>
                      <a:pt x="910234" y="900707"/>
                    </a:lnTo>
                    <a:lnTo>
                      <a:pt x="910503" y="900881"/>
                    </a:lnTo>
                    <a:lnTo>
                      <a:pt x="910772" y="901055"/>
                    </a:lnTo>
                    <a:lnTo>
                      <a:pt x="914400" y="903607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h3529"/>
              <p:cNvSpPr/>
              <p:nvPr/>
            </p:nvSpPr>
            <p:spPr>
              <a:xfrm>
                <a:off x="2657135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607"/>
                    </a:lnTo>
                    <a:lnTo>
                      <a:pt x="906926" y="904990"/>
                    </a:lnTo>
                    <a:lnTo>
                      <a:pt x="912401" y="909468"/>
                    </a:lnTo>
                    <a:lnTo>
                      <a:pt x="914400" y="911343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h3530"/>
              <p:cNvSpPr/>
              <p:nvPr/>
            </p:nvSpPr>
            <p:spPr>
              <a:xfrm>
                <a:off x="2657135" y="2027233"/>
                <a:ext cx="917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57" h="914400">
                    <a:moveTo>
                      <a:pt x="914400" y="914400"/>
                    </a:moveTo>
                    <a:lnTo>
                      <a:pt x="914400" y="911343"/>
                    </a:lnTo>
                    <a:lnTo>
                      <a:pt x="917657" y="914400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h3531"/>
              <p:cNvSpPr/>
              <p:nvPr/>
            </p:nvSpPr>
            <p:spPr>
              <a:xfrm>
                <a:off x="3176348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811" y="931969"/>
                    </a:lnTo>
                    <a:lnTo>
                      <a:pt x="910623" y="927008"/>
                    </a:lnTo>
                    <a:lnTo>
                      <a:pt x="910541" y="923609"/>
                    </a:lnTo>
                    <a:lnTo>
                      <a:pt x="910458" y="920213"/>
                    </a:lnTo>
                    <a:lnTo>
                      <a:pt x="910375" y="916816"/>
                    </a:lnTo>
                    <a:lnTo>
                      <a:pt x="910316" y="914400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h3532"/>
              <p:cNvSpPr/>
              <p:nvPr/>
            </p:nvSpPr>
            <p:spPr>
              <a:xfrm>
                <a:off x="317634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h3533"/>
              <p:cNvSpPr/>
              <p:nvPr/>
            </p:nvSpPr>
            <p:spPr>
              <a:xfrm>
                <a:off x="318578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h3534"/>
              <p:cNvSpPr/>
              <p:nvPr/>
            </p:nvSpPr>
            <p:spPr>
              <a:xfrm>
                <a:off x="319522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h3535"/>
              <p:cNvSpPr/>
              <p:nvPr/>
            </p:nvSpPr>
            <p:spPr>
              <a:xfrm>
                <a:off x="320466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h3536"/>
              <p:cNvSpPr/>
              <p:nvPr/>
            </p:nvSpPr>
            <p:spPr>
              <a:xfrm>
                <a:off x="321410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h3537"/>
              <p:cNvSpPr/>
              <p:nvPr/>
            </p:nvSpPr>
            <p:spPr>
              <a:xfrm>
                <a:off x="322354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h3538"/>
              <p:cNvSpPr/>
              <p:nvPr/>
            </p:nvSpPr>
            <p:spPr>
              <a:xfrm>
                <a:off x="323298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h3539"/>
              <p:cNvSpPr/>
              <p:nvPr/>
            </p:nvSpPr>
            <p:spPr>
              <a:xfrm>
                <a:off x="324242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h3540"/>
              <p:cNvSpPr/>
              <p:nvPr/>
            </p:nvSpPr>
            <p:spPr>
              <a:xfrm>
                <a:off x="325187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h3541"/>
              <p:cNvSpPr/>
              <p:nvPr/>
            </p:nvSpPr>
            <p:spPr>
              <a:xfrm>
                <a:off x="326131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h3542"/>
              <p:cNvSpPr/>
              <p:nvPr/>
            </p:nvSpPr>
            <p:spPr>
              <a:xfrm>
                <a:off x="327075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h3543"/>
              <p:cNvSpPr/>
              <p:nvPr/>
            </p:nvSpPr>
            <p:spPr>
              <a:xfrm>
                <a:off x="328019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h3544"/>
              <p:cNvSpPr/>
              <p:nvPr/>
            </p:nvSpPr>
            <p:spPr>
              <a:xfrm>
                <a:off x="328963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h3545"/>
              <p:cNvSpPr/>
              <p:nvPr/>
            </p:nvSpPr>
            <p:spPr>
              <a:xfrm>
                <a:off x="329907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h3546"/>
              <p:cNvSpPr/>
              <p:nvPr/>
            </p:nvSpPr>
            <p:spPr>
              <a:xfrm>
                <a:off x="330851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h3547"/>
              <p:cNvSpPr/>
              <p:nvPr/>
            </p:nvSpPr>
            <p:spPr>
              <a:xfrm>
                <a:off x="331795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h3548"/>
              <p:cNvSpPr/>
              <p:nvPr/>
            </p:nvSpPr>
            <p:spPr>
              <a:xfrm>
                <a:off x="332739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h3549"/>
              <p:cNvSpPr/>
              <p:nvPr/>
            </p:nvSpPr>
            <p:spPr>
              <a:xfrm>
                <a:off x="333683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h3550"/>
              <p:cNvSpPr/>
              <p:nvPr/>
            </p:nvSpPr>
            <p:spPr>
              <a:xfrm>
                <a:off x="334627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h3551"/>
              <p:cNvSpPr/>
              <p:nvPr/>
            </p:nvSpPr>
            <p:spPr>
              <a:xfrm>
                <a:off x="335571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h3552"/>
              <p:cNvSpPr/>
              <p:nvPr/>
            </p:nvSpPr>
            <p:spPr>
              <a:xfrm>
                <a:off x="336515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h3553"/>
              <p:cNvSpPr/>
              <p:nvPr/>
            </p:nvSpPr>
            <p:spPr>
              <a:xfrm>
                <a:off x="337459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h3554"/>
              <p:cNvSpPr/>
              <p:nvPr/>
            </p:nvSpPr>
            <p:spPr>
              <a:xfrm>
                <a:off x="338403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h3555"/>
              <p:cNvSpPr/>
              <p:nvPr/>
            </p:nvSpPr>
            <p:spPr>
              <a:xfrm>
                <a:off x="339347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h3556"/>
              <p:cNvSpPr/>
              <p:nvPr/>
            </p:nvSpPr>
            <p:spPr>
              <a:xfrm>
                <a:off x="340291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h3557"/>
              <p:cNvSpPr/>
              <p:nvPr/>
            </p:nvSpPr>
            <p:spPr>
              <a:xfrm>
                <a:off x="3412354" y="2027233"/>
                <a:ext cx="920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6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685" y="896830"/>
                    </a:lnTo>
                    <a:lnTo>
                      <a:pt x="918464" y="906027"/>
                    </a:lnTo>
                    <a:lnTo>
                      <a:pt x="916157" y="914400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h3558"/>
              <p:cNvSpPr/>
              <p:nvPr/>
            </p:nvSpPr>
            <p:spPr>
              <a:xfrm>
                <a:off x="2326726" y="1992094"/>
                <a:ext cx="914400" cy="9270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15">
                    <a:moveTo>
                      <a:pt x="914400" y="914400"/>
                    </a:moveTo>
                    <a:lnTo>
                      <a:pt x="914400" y="927015"/>
                    </a:lnTo>
                    <a:lnTo>
                      <a:pt x="913982" y="925342"/>
                    </a:lnTo>
                    <a:lnTo>
                      <a:pt x="913463" y="923262"/>
                    </a:lnTo>
                    <a:lnTo>
                      <a:pt x="913181" y="922132"/>
                    </a:lnTo>
                    <a:lnTo>
                      <a:pt x="911754" y="920336"/>
                    </a:lnTo>
                    <a:lnTo>
                      <a:pt x="907526" y="914400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h3559"/>
              <p:cNvSpPr/>
              <p:nvPr/>
            </p:nvSpPr>
            <p:spPr>
              <a:xfrm>
                <a:off x="232672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35" y="931969"/>
                    </a:lnTo>
                    <a:lnTo>
                      <a:pt x="915539" y="931584"/>
                    </a:lnTo>
                    <a:lnTo>
                      <a:pt x="915020" y="929503"/>
                    </a:lnTo>
                    <a:lnTo>
                      <a:pt x="914501" y="927423"/>
                    </a:lnTo>
                    <a:lnTo>
                      <a:pt x="914400" y="927015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h3560"/>
              <p:cNvSpPr/>
              <p:nvPr/>
            </p:nvSpPr>
            <p:spPr>
              <a:xfrm>
                <a:off x="233616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h3561"/>
              <p:cNvSpPr/>
              <p:nvPr/>
            </p:nvSpPr>
            <p:spPr>
              <a:xfrm>
                <a:off x="234560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h3562"/>
              <p:cNvSpPr/>
              <p:nvPr/>
            </p:nvSpPr>
            <p:spPr>
              <a:xfrm>
                <a:off x="235504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h3563"/>
              <p:cNvSpPr/>
              <p:nvPr/>
            </p:nvSpPr>
            <p:spPr>
              <a:xfrm>
                <a:off x="236448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h3564"/>
              <p:cNvSpPr/>
              <p:nvPr/>
            </p:nvSpPr>
            <p:spPr>
              <a:xfrm>
                <a:off x="237392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h3565"/>
              <p:cNvSpPr/>
              <p:nvPr/>
            </p:nvSpPr>
            <p:spPr>
              <a:xfrm>
                <a:off x="238336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h3566"/>
              <p:cNvSpPr/>
              <p:nvPr/>
            </p:nvSpPr>
            <p:spPr>
              <a:xfrm>
                <a:off x="239280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h3567"/>
              <p:cNvSpPr/>
              <p:nvPr/>
            </p:nvSpPr>
            <p:spPr>
              <a:xfrm>
                <a:off x="240224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h3568"/>
              <p:cNvSpPr/>
              <p:nvPr/>
            </p:nvSpPr>
            <p:spPr>
              <a:xfrm>
                <a:off x="241168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h3569"/>
              <p:cNvSpPr/>
              <p:nvPr/>
            </p:nvSpPr>
            <p:spPr>
              <a:xfrm>
                <a:off x="242112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h3570"/>
              <p:cNvSpPr/>
              <p:nvPr/>
            </p:nvSpPr>
            <p:spPr>
              <a:xfrm>
                <a:off x="243056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h3571"/>
              <p:cNvSpPr/>
              <p:nvPr/>
            </p:nvSpPr>
            <p:spPr>
              <a:xfrm>
                <a:off x="244000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h3572"/>
              <p:cNvSpPr/>
              <p:nvPr/>
            </p:nvSpPr>
            <p:spPr>
              <a:xfrm>
                <a:off x="244944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h3573"/>
              <p:cNvSpPr/>
              <p:nvPr/>
            </p:nvSpPr>
            <p:spPr>
              <a:xfrm>
                <a:off x="245889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h3574"/>
              <p:cNvSpPr/>
              <p:nvPr/>
            </p:nvSpPr>
            <p:spPr>
              <a:xfrm>
                <a:off x="246833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h3575"/>
              <p:cNvSpPr/>
              <p:nvPr/>
            </p:nvSpPr>
            <p:spPr>
              <a:xfrm>
                <a:off x="247777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h3576"/>
              <p:cNvSpPr/>
              <p:nvPr/>
            </p:nvSpPr>
            <p:spPr>
              <a:xfrm>
                <a:off x="248721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h3577"/>
              <p:cNvSpPr/>
              <p:nvPr/>
            </p:nvSpPr>
            <p:spPr>
              <a:xfrm>
                <a:off x="249665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h3578"/>
              <p:cNvSpPr/>
              <p:nvPr/>
            </p:nvSpPr>
            <p:spPr>
              <a:xfrm>
                <a:off x="250609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h3579"/>
              <p:cNvSpPr/>
              <p:nvPr/>
            </p:nvSpPr>
            <p:spPr>
              <a:xfrm>
                <a:off x="251553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h3580"/>
              <p:cNvSpPr/>
              <p:nvPr/>
            </p:nvSpPr>
            <p:spPr>
              <a:xfrm>
                <a:off x="252497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h3581"/>
              <p:cNvSpPr/>
              <p:nvPr/>
            </p:nvSpPr>
            <p:spPr>
              <a:xfrm>
                <a:off x="253441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h3582"/>
              <p:cNvSpPr/>
              <p:nvPr/>
            </p:nvSpPr>
            <p:spPr>
              <a:xfrm>
                <a:off x="254385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h3583"/>
              <p:cNvSpPr/>
              <p:nvPr/>
            </p:nvSpPr>
            <p:spPr>
              <a:xfrm>
                <a:off x="255329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h3584"/>
              <p:cNvSpPr/>
              <p:nvPr/>
            </p:nvSpPr>
            <p:spPr>
              <a:xfrm>
                <a:off x="256273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h3585"/>
              <p:cNvSpPr/>
              <p:nvPr/>
            </p:nvSpPr>
            <p:spPr>
              <a:xfrm>
                <a:off x="257217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h3586"/>
              <p:cNvSpPr/>
              <p:nvPr/>
            </p:nvSpPr>
            <p:spPr>
              <a:xfrm>
                <a:off x="258161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h3587"/>
              <p:cNvSpPr/>
              <p:nvPr/>
            </p:nvSpPr>
            <p:spPr>
              <a:xfrm>
                <a:off x="259105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h3588"/>
              <p:cNvSpPr/>
              <p:nvPr/>
            </p:nvSpPr>
            <p:spPr>
              <a:xfrm>
                <a:off x="260049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h3589"/>
              <p:cNvSpPr/>
              <p:nvPr/>
            </p:nvSpPr>
            <p:spPr>
              <a:xfrm>
                <a:off x="260993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h3590"/>
              <p:cNvSpPr/>
              <p:nvPr/>
            </p:nvSpPr>
            <p:spPr>
              <a:xfrm>
                <a:off x="2628814" y="20096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970" y="896830"/>
                    </a:lnTo>
                    <a:lnTo>
                      <a:pt x="914400" y="897656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h3591"/>
              <p:cNvSpPr/>
              <p:nvPr/>
            </p:nvSpPr>
            <p:spPr>
              <a:xfrm>
                <a:off x="2628814" y="2009664"/>
                <a:ext cx="92312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24" h="914400">
                    <a:moveTo>
                      <a:pt x="914400" y="914400"/>
                    </a:moveTo>
                    <a:lnTo>
                      <a:pt x="914400" y="897656"/>
                    </a:lnTo>
                    <a:lnTo>
                      <a:pt x="917249" y="903143"/>
                    </a:lnTo>
                    <a:lnTo>
                      <a:pt x="922661" y="914100"/>
                    </a:lnTo>
                    <a:lnTo>
                      <a:pt x="922930" y="914274"/>
                    </a:lnTo>
                    <a:lnTo>
                      <a:pt x="923124" y="914400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h3592"/>
              <p:cNvSpPr/>
              <p:nvPr/>
            </p:nvSpPr>
            <p:spPr>
              <a:xfrm>
                <a:off x="3176348" y="199209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16" y="931969"/>
                    </a:lnTo>
                    <a:lnTo>
                      <a:pt x="910292" y="930989"/>
                    </a:lnTo>
                    <a:lnTo>
                      <a:pt x="910210" y="927593"/>
                    </a:lnTo>
                    <a:lnTo>
                      <a:pt x="910127" y="924196"/>
                    </a:lnTo>
                    <a:lnTo>
                      <a:pt x="910044" y="920800"/>
                    </a:lnTo>
                    <a:lnTo>
                      <a:pt x="909961" y="917401"/>
                    </a:lnTo>
                    <a:lnTo>
                      <a:pt x="909930" y="91440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h3593"/>
              <p:cNvSpPr/>
              <p:nvPr/>
            </p:nvSpPr>
            <p:spPr>
              <a:xfrm>
                <a:off x="317634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h3594"/>
              <p:cNvSpPr/>
              <p:nvPr/>
            </p:nvSpPr>
            <p:spPr>
              <a:xfrm>
                <a:off x="318578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h3595"/>
              <p:cNvSpPr/>
              <p:nvPr/>
            </p:nvSpPr>
            <p:spPr>
              <a:xfrm>
                <a:off x="319522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h3596"/>
              <p:cNvSpPr/>
              <p:nvPr/>
            </p:nvSpPr>
            <p:spPr>
              <a:xfrm>
                <a:off x="320466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h3597"/>
              <p:cNvSpPr/>
              <p:nvPr/>
            </p:nvSpPr>
            <p:spPr>
              <a:xfrm>
                <a:off x="321410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h3598"/>
              <p:cNvSpPr/>
              <p:nvPr/>
            </p:nvSpPr>
            <p:spPr>
              <a:xfrm>
                <a:off x="322354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h3599"/>
              <p:cNvSpPr/>
              <p:nvPr/>
            </p:nvSpPr>
            <p:spPr>
              <a:xfrm>
                <a:off x="323298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h3600"/>
              <p:cNvSpPr/>
              <p:nvPr/>
            </p:nvSpPr>
            <p:spPr>
              <a:xfrm>
                <a:off x="324242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h3601"/>
              <p:cNvSpPr/>
              <p:nvPr/>
            </p:nvSpPr>
            <p:spPr>
              <a:xfrm>
                <a:off x="325187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h3602"/>
              <p:cNvSpPr/>
              <p:nvPr/>
            </p:nvSpPr>
            <p:spPr>
              <a:xfrm>
                <a:off x="326131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h3603"/>
              <p:cNvSpPr/>
              <p:nvPr/>
            </p:nvSpPr>
            <p:spPr>
              <a:xfrm>
                <a:off x="327075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h3604"/>
              <p:cNvSpPr/>
              <p:nvPr/>
            </p:nvSpPr>
            <p:spPr>
              <a:xfrm>
                <a:off x="328019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h3605"/>
              <p:cNvSpPr/>
              <p:nvPr/>
            </p:nvSpPr>
            <p:spPr>
              <a:xfrm>
                <a:off x="328963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h3606"/>
              <p:cNvSpPr/>
              <p:nvPr/>
            </p:nvSpPr>
            <p:spPr>
              <a:xfrm>
                <a:off x="329907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h3607"/>
              <p:cNvSpPr/>
              <p:nvPr/>
            </p:nvSpPr>
            <p:spPr>
              <a:xfrm>
                <a:off x="330851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h3608"/>
              <p:cNvSpPr/>
              <p:nvPr/>
            </p:nvSpPr>
            <p:spPr>
              <a:xfrm>
                <a:off x="331795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h3609"/>
              <p:cNvSpPr/>
              <p:nvPr/>
            </p:nvSpPr>
            <p:spPr>
              <a:xfrm>
                <a:off x="332739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h3610"/>
              <p:cNvSpPr/>
              <p:nvPr/>
            </p:nvSpPr>
            <p:spPr>
              <a:xfrm>
                <a:off x="333683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h3611"/>
              <p:cNvSpPr/>
              <p:nvPr/>
            </p:nvSpPr>
            <p:spPr>
              <a:xfrm>
                <a:off x="334627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h3612"/>
              <p:cNvSpPr/>
              <p:nvPr/>
            </p:nvSpPr>
            <p:spPr>
              <a:xfrm>
                <a:off x="335571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h3613"/>
              <p:cNvSpPr/>
              <p:nvPr/>
            </p:nvSpPr>
            <p:spPr>
              <a:xfrm>
                <a:off x="336515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h3614"/>
              <p:cNvSpPr/>
              <p:nvPr/>
            </p:nvSpPr>
            <p:spPr>
              <a:xfrm>
                <a:off x="337459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h3615"/>
              <p:cNvSpPr/>
              <p:nvPr/>
            </p:nvSpPr>
            <p:spPr>
              <a:xfrm>
                <a:off x="338403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h3616"/>
              <p:cNvSpPr/>
              <p:nvPr/>
            </p:nvSpPr>
            <p:spPr>
              <a:xfrm>
                <a:off x="339347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h3617"/>
              <p:cNvSpPr/>
              <p:nvPr/>
            </p:nvSpPr>
            <p:spPr>
              <a:xfrm>
                <a:off x="340291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h3618"/>
              <p:cNvSpPr/>
              <p:nvPr/>
            </p:nvSpPr>
            <p:spPr>
              <a:xfrm>
                <a:off x="3412354" y="20096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671"/>
                    </a:lnTo>
                    <a:lnTo>
                      <a:pt x="922956" y="903636"/>
                    </a:lnTo>
                    <a:lnTo>
                      <a:pt x="920848" y="913724"/>
                    </a:lnTo>
                    <a:lnTo>
                      <a:pt x="920685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h3619"/>
              <p:cNvSpPr/>
              <p:nvPr/>
            </p:nvSpPr>
            <p:spPr>
              <a:xfrm>
                <a:off x="3421794" y="1992094"/>
                <a:ext cx="914727" cy="916241"/>
              </a:xfrm>
              <a:custGeom>
                <a:avLst/>
                <a:gdLst/>
                <a:ahLst/>
                <a:cxnLst/>
                <a:rect l="0" t="0" r="0" b="0"/>
                <a:pathLst>
                  <a:path w="914727" h="916241">
                    <a:moveTo>
                      <a:pt x="914400" y="914400"/>
                    </a:moveTo>
                    <a:lnTo>
                      <a:pt x="914727" y="914400"/>
                    </a:lnTo>
                    <a:lnTo>
                      <a:pt x="914400" y="916241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h3620"/>
              <p:cNvSpPr/>
              <p:nvPr/>
            </p:nvSpPr>
            <p:spPr>
              <a:xfrm>
                <a:off x="2317286" y="1974524"/>
                <a:ext cx="914400" cy="9280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31">
                    <a:moveTo>
                      <a:pt x="914400" y="914400"/>
                    </a:moveTo>
                    <a:lnTo>
                      <a:pt x="914400" y="928031"/>
                    </a:lnTo>
                    <a:lnTo>
                      <a:pt x="912048" y="924361"/>
                    </a:lnTo>
                    <a:lnTo>
                      <a:pt x="907769" y="916948"/>
                    </a:lnTo>
                    <a:lnTo>
                      <a:pt x="906442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h3621"/>
              <p:cNvSpPr/>
              <p:nvPr/>
            </p:nvSpPr>
            <p:spPr>
              <a:xfrm>
                <a:off x="231728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66" y="931969"/>
                    </a:lnTo>
                    <a:lnTo>
                      <a:pt x="916528" y="931353"/>
                    </a:lnTo>
                    <a:lnTo>
                      <a:pt x="914400" y="928031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h3622"/>
              <p:cNvSpPr/>
              <p:nvPr/>
            </p:nvSpPr>
            <p:spPr>
              <a:xfrm>
                <a:off x="232672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h3623"/>
              <p:cNvSpPr/>
              <p:nvPr/>
            </p:nvSpPr>
            <p:spPr>
              <a:xfrm>
                <a:off x="233616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h3624"/>
              <p:cNvSpPr/>
              <p:nvPr/>
            </p:nvSpPr>
            <p:spPr>
              <a:xfrm>
                <a:off x="234560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h3625"/>
              <p:cNvSpPr/>
              <p:nvPr/>
            </p:nvSpPr>
            <p:spPr>
              <a:xfrm>
                <a:off x="235504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h3626"/>
              <p:cNvSpPr/>
              <p:nvPr/>
            </p:nvSpPr>
            <p:spPr>
              <a:xfrm>
                <a:off x="236448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h3627"/>
              <p:cNvSpPr/>
              <p:nvPr/>
            </p:nvSpPr>
            <p:spPr>
              <a:xfrm>
                <a:off x="237392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h3628"/>
              <p:cNvSpPr/>
              <p:nvPr/>
            </p:nvSpPr>
            <p:spPr>
              <a:xfrm>
                <a:off x="238336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h3629"/>
              <p:cNvSpPr/>
              <p:nvPr/>
            </p:nvSpPr>
            <p:spPr>
              <a:xfrm>
                <a:off x="239280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h3630"/>
              <p:cNvSpPr/>
              <p:nvPr/>
            </p:nvSpPr>
            <p:spPr>
              <a:xfrm>
                <a:off x="240224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h3631"/>
              <p:cNvSpPr/>
              <p:nvPr/>
            </p:nvSpPr>
            <p:spPr>
              <a:xfrm>
                <a:off x="241168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h3632"/>
              <p:cNvSpPr/>
              <p:nvPr/>
            </p:nvSpPr>
            <p:spPr>
              <a:xfrm>
                <a:off x="242112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h3633"/>
              <p:cNvSpPr/>
              <p:nvPr/>
            </p:nvSpPr>
            <p:spPr>
              <a:xfrm>
                <a:off x="243056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h3634"/>
              <p:cNvSpPr/>
              <p:nvPr/>
            </p:nvSpPr>
            <p:spPr>
              <a:xfrm>
                <a:off x="244000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h3635"/>
              <p:cNvSpPr/>
              <p:nvPr/>
            </p:nvSpPr>
            <p:spPr>
              <a:xfrm>
                <a:off x="244944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h3636"/>
              <p:cNvSpPr/>
              <p:nvPr/>
            </p:nvSpPr>
            <p:spPr>
              <a:xfrm>
                <a:off x="245889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h3637"/>
              <p:cNvSpPr/>
              <p:nvPr/>
            </p:nvSpPr>
            <p:spPr>
              <a:xfrm>
                <a:off x="246833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h3638"/>
              <p:cNvSpPr/>
              <p:nvPr/>
            </p:nvSpPr>
            <p:spPr>
              <a:xfrm>
                <a:off x="247777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h3639"/>
              <p:cNvSpPr/>
              <p:nvPr/>
            </p:nvSpPr>
            <p:spPr>
              <a:xfrm>
                <a:off x="248721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h3640"/>
              <p:cNvSpPr/>
              <p:nvPr/>
            </p:nvSpPr>
            <p:spPr>
              <a:xfrm>
                <a:off x="249665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h3641"/>
              <p:cNvSpPr/>
              <p:nvPr/>
            </p:nvSpPr>
            <p:spPr>
              <a:xfrm>
                <a:off x="250609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h3642"/>
              <p:cNvSpPr/>
              <p:nvPr/>
            </p:nvSpPr>
            <p:spPr>
              <a:xfrm>
                <a:off x="251553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h3643"/>
              <p:cNvSpPr/>
              <p:nvPr/>
            </p:nvSpPr>
            <p:spPr>
              <a:xfrm>
                <a:off x="252497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h3644"/>
              <p:cNvSpPr/>
              <p:nvPr/>
            </p:nvSpPr>
            <p:spPr>
              <a:xfrm>
                <a:off x="253441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h3645"/>
              <p:cNvSpPr/>
              <p:nvPr/>
            </p:nvSpPr>
            <p:spPr>
              <a:xfrm>
                <a:off x="254385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h3646"/>
              <p:cNvSpPr/>
              <p:nvPr/>
            </p:nvSpPr>
            <p:spPr>
              <a:xfrm>
                <a:off x="255329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h3647"/>
              <p:cNvSpPr/>
              <p:nvPr/>
            </p:nvSpPr>
            <p:spPr>
              <a:xfrm>
                <a:off x="256273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h3648"/>
              <p:cNvSpPr/>
              <p:nvPr/>
            </p:nvSpPr>
            <p:spPr>
              <a:xfrm>
                <a:off x="257217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h3649"/>
              <p:cNvSpPr/>
              <p:nvPr/>
            </p:nvSpPr>
            <p:spPr>
              <a:xfrm>
                <a:off x="258161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h3650"/>
              <p:cNvSpPr/>
              <p:nvPr/>
            </p:nvSpPr>
            <p:spPr>
              <a:xfrm>
                <a:off x="259105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h3651"/>
              <p:cNvSpPr/>
              <p:nvPr/>
            </p:nvSpPr>
            <p:spPr>
              <a:xfrm>
                <a:off x="260049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h3652"/>
              <p:cNvSpPr/>
              <p:nvPr/>
            </p:nvSpPr>
            <p:spPr>
              <a:xfrm>
                <a:off x="2619374" y="199209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81" y="896830"/>
                    </a:lnTo>
                    <a:lnTo>
                      <a:pt x="913194" y="897401"/>
                    </a:lnTo>
                    <a:lnTo>
                      <a:pt x="914399" y="89926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h3653"/>
              <p:cNvSpPr/>
              <p:nvPr/>
            </p:nvSpPr>
            <p:spPr>
              <a:xfrm>
                <a:off x="2619374" y="1992094"/>
                <a:ext cx="92341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11" h="914400">
                    <a:moveTo>
                      <a:pt x="914399" y="914400"/>
                    </a:moveTo>
                    <a:lnTo>
                      <a:pt x="914399" y="899268"/>
                    </a:lnTo>
                    <a:lnTo>
                      <a:pt x="917917" y="904714"/>
                    </a:lnTo>
                    <a:lnTo>
                      <a:pt x="922420" y="912492"/>
                    </a:lnTo>
                    <a:lnTo>
                      <a:pt x="923411" y="914400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h3654"/>
              <p:cNvSpPr/>
              <p:nvPr/>
            </p:nvSpPr>
            <p:spPr>
              <a:xfrm>
                <a:off x="3176348" y="197452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930" y="931969"/>
                    </a:lnTo>
                    <a:lnTo>
                      <a:pt x="909847" y="923777"/>
                    </a:lnTo>
                    <a:lnTo>
                      <a:pt x="910019" y="914400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h3655"/>
              <p:cNvSpPr/>
              <p:nvPr/>
            </p:nvSpPr>
            <p:spPr>
              <a:xfrm>
                <a:off x="317634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h3656"/>
              <p:cNvSpPr/>
              <p:nvPr/>
            </p:nvSpPr>
            <p:spPr>
              <a:xfrm>
                <a:off x="318578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h3657"/>
              <p:cNvSpPr/>
              <p:nvPr/>
            </p:nvSpPr>
            <p:spPr>
              <a:xfrm>
                <a:off x="319522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h3658"/>
              <p:cNvSpPr/>
              <p:nvPr/>
            </p:nvSpPr>
            <p:spPr>
              <a:xfrm>
                <a:off x="320466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h3659"/>
              <p:cNvSpPr/>
              <p:nvPr/>
            </p:nvSpPr>
            <p:spPr>
              <a:xfrm>
                <a:off x="321410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h3660"/>
              <p:cNvSpPr/>
              <p:nvPr/>
            </p:nvSpPr>
            <p:spPr>
              <a:xfrm>
                <a:off x="322354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h3661"/>
              <p:cNvSpPr/>
              <p:nvPr/>
            </p:nvSpPr>
            <p:spPr>
              <a:xfrm>
                <a:off x="323298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h3662"/>
              <p:cNvSpPr/>
              <p:nvPr/>
            </p:nvSpPr>
            <p:spPr>
              <a:xfrm>
                <a:off x="324242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h3663"/>
              <p:cNvSpPr/>
              <p:nvPr/>
            </p:nvSpPr>
            <p:spPr>
              <a:xfrm>
                <a:off x="325187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h3664"/>
              <p:cNvSpPr/>
              <p:nvPr/>
            </p:nvSpPr>
            <p:spPr>
              <a:xfrm>
                <a:off x="326131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h3665"/>
              <p:cNvSpPr/>
              <p:nvPr/>
            </p:nvSpPr>
            <p:spPr>
              <a:xfrm>
                <a:off x="327075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h3666"/>
              <p:cNvSpPr/>
              <p:nvPr/>
            </p:nvSpPr>
            <p:spPr>
              <a:xfrm>
                <a:off x="328019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h3667"/>
              <p:cNvSpPr/>
              <p:nvPr/>
            </p:nvSpPr>
            <p:spPr>
              <a:xfrm>
                <a:off x="328963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h3668"/>
              <p:cNvSpPr/>
              <p:nvPr/>
            </p:nvSpPr>
            <p:spPr>
              <a:xfrm>
                <a:off x="329907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h3669"/>
              <p:cNvSpPr/>
              <p:nvPr/>
            </p:nvSpPr>
            <p:spPr>
              <a:xfrm>
                <a:off x="330851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h3670"/>
              <p:cNvSpPr/>
              <p:nvPr/>
            </p:nvSpPr>
            <p:spPr>
              <a:xfrm>
                <a:off x="331795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h3671"/>
              <p:cNvSpPr/>
              <p:nvPr/>
            </p:nvSpPr>
            <p:spPr>
              <a:xfrm>
                <a:off x="332739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h3672"/>
              <p:cNvSpPr/>
              <p:nvPr/>
            </p:nvSpPr>
            <p:spPr>
              <a:xfrm>
                <a:off x="333683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h3673"/>
              <p:cNvSpPr/>
              <p:nvPr/>
            </p:nvSpPr>
            <p:spPr>
              <a:xfrm>
                <a:off x="334627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h3674"/>
              <p:cNvSpPr/>
              <p:nvPr/>
            </p:nvSpPr>
            <p:spPr>
              <a:xfrm>
                <a:off x="335571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h3675"/>
              <p:cNvSpPr/>
              <p:nvPr/>
            </p:nvSpPr>
            <p:spPr>
              <a:xfrm>
                <a:off x="336515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h3676"/>
              <p:cNvSpPr/>
              <p:nvPr/>
            </p:nvSpPr>
            <p:spPr>
              <a:xfrm>
                <a:off x="337459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h3677"/>
              <p:cNvSpPr/>
              <p:nvPr/>
            </p:nvSpPr>
            <p:spPr>
              <a:xfrm>
                <a:off x="338403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h3678"/>
              <p:cNvSpPr/>
              <p:nvPr/>
            </p:nvSpPr>
            <p:spPr>
              <a:xfrm>
                <a:off x="339347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h3679"/>
              <p:cNvSpPr/>
              <p:nvPr/>
            </p:nvSpPr>
            <p:spPr>
              <a:xfrm>
                <a:off x="340291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h3680"/>
              <p:cNvSpPr/>
              <p:nvPr/>
            </p:nvSpPr>
            <p:spPr>
              <a:xfrm>
                <a:off x="341235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h3681"/>
              <p:cNvSpPr/>
              <p:nvPr/>
            </p:nvSpPr>
            <p:spPr>
              <a:xfrm>
                <a:off x="3421794" y="19920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640" y="896830"/>
                    </a:lnTo>
                    <a:lnTo>
                      <a:pt x="917346" y="898638"/>
                    </a:lnTo>
                    <a:lnTo>
                      <a:pt x="916845" y="901707"/>
                    </a:lnTo>
                    <a:lnTo>
                      <a:pt x="916345" y="904777"/>
                    </a:lnTo>
                    <a:lnTo>
                      <a:pt x="915846" y="907847"/>
                    </a:lnTo>
                    <a:lnTo>
                      <a:pt x="915344" y="910930"/>
                    </a:lnTo>
                    <a:lnTo>
                      <a:pt x="914727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h3682"/>
              <p:cNvSpPr/>
              <p:nvPr/>
            </p:nvSpPr>
            <p:spPr>
              <a:xfrm>
                <a:off x="2307846" y="1956954"/>
                <a:ext cx="914400" cy="92912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22">
                    <a:moveTo>
                      <a:pt x="914400" y="914400"/>
                    </a:moveTo>
                    <a:lnTo>
                      <a:pt x="914400" y="929122"/>
                    </a:lnTo>
                    <a:lnTo>
                      <a:pt x="913141" y="926704"/>
                    </a:lnTo>
                    <a:lnTo>
                      <a:pt x="909294" y="918510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h3683"/>
              <p:cNvSpPr/>
              <p:nvPr/>
            </p:nvSpPr>
            <p:spPr>
              <a:xfrm>
                <a:off x="230784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2" y="931969"/>
                    </a:lnTo>
                    <a:lnTo>
                      <a:pt x="914400" y="929122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h3684"/>
              <p:cNvSpPr/>
              <p:nvPr/>
            </p:nvSpPr>
            <p:spPr>
              <a:xfrm>
                <a:off x="231728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h3685"/>
              <p:cNvSpPr/>
              <p:nvPr/>
            </p:nvSpPr>
            <p:spPr>
              <a:xfrm>
                <a:off x="232672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h3686"/>
              <p:cNvSpPr/>
              <p:nvPr/>
            </p:nvSpPr>
            <p:spPr>
              <a:xfrm>
                <a:off x="233616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h3687"/>
              <p:cNvSpPr/>
              <p:nvPr/>
            </p:nvSpPr>
            <p:spPr>
              <a:xfrm>
                <a:off x="234560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h3688"/>
              <p:cNvSpPr/>
              <p:nvPr/>
            </p:nvSpPr>
            <p:spPr>
              <a:xfrm>
                <a:off x="235504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h3689"/>
              <p:cNvSpPr/>
              <p:nvPr/>
            </p:nvSpPr>
            <p:spPr>
              <a:xfrm>
                <a:off x="236448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h3690"/>
              <p:cNvSpPr/>
              <p:nvPr/>
            </p:nvSpPr>
            <p:spPr>
              <a:xfrm>
                <a:off x="237392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h3691"/>
              <p:cNvSpPr/>
              <p:nvPr/>
            </p:nvSpPr>
            <p:spPr>
              <a:xfrm>
                <a:off x="238336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h3692"/>
              <p:cNvSpPr/>
              <p:nvPr/>
            </p:nvSpPr>
            <p:spPr>
              <a:xfrm>
                <a:off x="239280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h3693"/>
              <p:cNvSpPr/>
              <p:nvPr/>
            </p:nvSpPr>
            <p:spPr>
              <a:xfrm>
                <a:off x="240224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h3694"/>
              <p:cNvSpPr/>
              <p:nvPr/>
            </p:nvSpPr>
            <p:spPr>
              <a:xfrm>
                <a:off x="241168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h3695"/>
              <p:cNvSpPr/>
              <p:nvPr/>
            </p:nvSpPr>
            <p:spPr>
              <a:xfrm>
                <a:off x="242112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h3696"/>
              <p:cNvSpPr/>
              <p:nvPr/>
            </p:nvSpPr>
            <p:spPr>
              <a:xfrm>
                <a:off x="243056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h3697"/>
              <p:cNvSpPr/>
              <p:nvPr/>
            </p:nvSpPr>
            <p:spPr>
              <a:xfrm>
                <a:off x="244000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h3698"/>
              <p:cNvSpPr/>
              <p:nvPr/>
            </p:nvSpPr>
            <p:spPr>
              <a:xfrm>
                <a:off x="244944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h3699"/>
              <p:cNvSpPr/>
              <p:nvPr/>
            </p:nvSpPr>
            <p:spPr>
              <a:xfrm>
                <a:off x="245889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h3700"/>
              <p:cNvSpPr/>
              <p:nvPr/>
            </p:nvSpPr>
            <p:spPr>
              <a:xfrm>
                <a:off x="246833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h3701"/>
              <p:cNvSpPr/>
              <p:nvPr/>
            </p:nvSpPr>
            <p:spPr>
              <a:xfrm>
                <a:off x="247777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h3702"/>
              <p:cNvSpPr/>
              <p:nvPr/>
            </p:nvSpPr>
            <p:spPr>
              <a:xfrm>
                <a:off x="248721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h3703"/>
              <p:cNvSpPr/>
              <p:nvPr/>
            </p:nvSpPr>
            <p:spPr>
              <a:xfrm>
                <a:off x="249665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h3704"/>
              <p:cNvSpPr/>
              <p:nvPr/>
            </p:nvSpPr>
            <p:spPr>
              <a:xfrm>
                <a:off x="250609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h3705"/>
              <p:cNvSpPr/>
              <p:nvPr/>
            </p:nvSpPr>
            <p:spPr>
              <a:xfrm>
                <a:off x="251553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h3706"/>
              <p:cNvSpPr/>
              <p:nvPr/>
            </p:nvSpPr>
            <p:spPr>
              <a:xfrm>
                <a:off x="252497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h3707"/>
              <p:cNvSpPr/>
              <p:nvPr/>
            </p:nvSpPr>
            <p:spPr>
              <a:xfrm>
                <a:off x="253441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h3708"/>
              <p:cNvSpPr/>
              <p:nvPr/>
            </p:nvSpPr>
            <p:spPr>
              <a:xfrm>
                <a:off x="254385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h3709"/>
              <p:cNvSpPr/>
              <p:nvPr/>
            </p:nvSpPr>
            <p:spPr>
              <a:xfrm>
                <a:off x="255329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h3710"/>
              <p:cNvSpPr/>
              <p:nvPr/>
            </p:nvSpPr>
            <p:spPr>
              <a:xfrm>
                <a:off x="256273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h3711"/>
              <p:cNvSpPr/>
              <p:nvPr/>
            </p:nvSpPr>
            <p:spPr>
              <a:xfrm>
                <a:off x="257217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h3712"/>
              <p:cNvSpPr/>
              <p:nvPr/>
            </p:nvSpPr>
            <p:spPr>
              <a:xfrm>
                <a:off x="258161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h3713"/>
              <p:cNvSpPr/>
              <p:nvPr/>
            </p:nvSpPr>
            <p:spPr>
              <a:xfrm>
                <a:off x="259105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h3714"/>
              <p:cNvSpPr/>
              <p:nvPr/>
            </p:nvSpPr>
            <p:spPr>
              <a:xfrm>
                <a:off x="2609933" y="197452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13" y="896830"/>
                    </a:lnTo>
                    <a:lnTo>
                      <a:pt x="912584" y="901828"/>
                    </a:lnTo>
                    <a:lnTo>
                      <a:pt x="914400" y="90406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h3715"/>
              <p:cNvSpPr/>
              <p:nvPr/>
            </p:nvSpPr>
            <p:spPr>
              <a:xfrm>
                <a:off x="2609933" y="1974524"/>
                <a:ext cx="92222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21" h="914400">
                    <a:moveTo>
                      <a:pt x="914400" y="914400"/>
                    </a:moveTo>
                    <a:lnTo>
                      <a:pt x="914400" y="904068"/>
                    </a:lnTo>
                    <a:lnTo>
                      <a:pt x="917705" y="908146"/>
                    </a:lnTo>
                    <a:lnTo>
                      <a:pt x="922221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h3716"/>
              <p:cNvSpPr/>
              <p:nvPr/>
            </p:nvSpPr>
            <p:spPr>
              <a:xfrm>
                <a:off x="3176348" y="195695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19" y="931969"/>
                    </a:lnTo>
                    <a:lnTo>
                      <a:pt x="910053" y="930157"/>
                    </a:lnTo>
                    <a:lnTo>
                      <a:pt x="910577" y="919004"/>
                    </a:lnTo>
                    <a:lnTo>
                      <a:pt x="910927" y="914400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h3717"/>
              <p:cNvSpPr/>
              <p:nvPr/>
            </p:nvSpPr>
            <p:spPr>
              <a:xfrm>
                <a:off x="317634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h3718"/>
              <p:cNvSpPr/>
              <p:nvPr/>
            </p:nvSpPr>
            <p:spPr>
              <a:xfrm>
                <a:off x="318578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h3719"/>
              <p:cNvSpPr/>
              <p:nvPr/>
            </p:nvSpPr>
            <p:spPr>
              <a:xfrm>
                <a:off x="319522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h3720"/>
              <p:cNvSpPr/>
              <p:nvPr/>
            </p:nvSpPr>
            <p:spPr>
              <a:xfrm>
                <a:off x="320466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h3721"/>
              <p:cNvSpPr/>
              <p:nvPr/>
            </p:nvSpPr>
            <p:spPr>
              <a:xfrm>
                <a:off x="321410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h3722"/>
              <p:cNvSpPr/>
              <p:nvPr/>
            </p:nvSpPr>
            <p:spPr>
              <a:xfrm>
                <a:off x="322354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h3723"/>
              <p:cNvSpPr/>
              <p:nvPr/>
            </p:nvSpPr>
            <p:spPr>
              <a:xfrm>
                <a:off x="323298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h3724"/>
              <p:cNvSpPr/>
              <p:nvPr/>
            </p:nvSpPr>
            <p:spPr>
              <a:xfrm>
                <a:off x="324242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h3725"/>
              <p:cNvSpPr/>
              <p:nvPr/>
            </p:nvSpPr>
            <p:spPr>
              <a:xfrm>
                <a:off x="325187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h3726"/>
              <p:cNvSpPr/>
              <p:nvPr/>
            </p:nvSpPr>
            <p:spPr>
              <a:xfrm>
                <a:off x="326131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h3727"/>
              <p:cNvSpPr/>
              <p:nvPr/>
            </p:nvSpPr>
            <p:spPr>
              <a:xfrm>
                <a:off x="327075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h3728"/>
              <p:cNvSpPr/>
              <p:nvPr/>
            </p:nvSpPr>
            <p:spPr>
              <a:xfrm>
                <a:off x="328019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h3729"/>
              <p:cNvSpPr/>
              <p:nvPr/>
            </p:nvSpPr>
            <p:spPr>
              <a:xfrm>
                <a:off x="328963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h3730"/>
              <p:cNvSpPr/>
              <p:nvPr/>
            </p:nvSpPr>
            <p:spPr>
              <a:xfrm>
                <a:off x="329907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h3731"/>
              <p:cNvSpPr/>
              <p:nvPr/>
            </p:nvSpPr>
            <p:spPr>
              <a:xfrm>
                <a:off x="330851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h3732"/>
              <p:cNvSpPr/>
              <p:nvPr/>
            </p:nvSpPr>
            <p:spPr>
              <a:xfrm>
                <a:off x="331795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h3733"/>
              <p:cNvSpPr/>
              <p:nvPr/>
            </p:nvSpPr>
            <p:spPr>
              <a:xfrm>
                <a:off x="332739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h3734"/>
              <p:cNvSpPr/>
              <p:nvPr/>
            </p:nvSpPr>
            <p:spPr>
              <a:xfrm>
                <a:off x="333683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h3735"/>
              <p:cNvSpPr/>
              <p:nvPr/>
            </p:nvSpPr>
            <p:spPr>
              <a:xfrm>
                <a:off x="334627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h3736"/>
              <p:cNvSpPr/>
              <p:nvPr/>
            </p:nvSpPr>
            <p:spPr>
              <a:xfrm>
                <a:off x="335571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h3737"/>
              <p:cNvSpPr/>
              <p:nvPr/>
            </p:nvSpPr>
            <p:spPr>
              <a:xfrm>
                <a:off x="336515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h3738"/>
              <p:cNvSpPr/>
              <p:nvPr/>
            </p:nvSpPr>
            <p:spPr>
              <a:xfrm>
                <a:off x="337459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h3739"/>
              <p:cNvSpPr/>
              <p:nvPr/>
            </p:nvSpPr>
            <p:spPr>
              <a:xfrm>
                <a:off x="338403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h3740"/>
              <p:cNvSpPr/>
              <p:nvPr/>
            </p:nvSpPr>
            <p:spPr>
              <a:xfrm>
                <a:off x="339347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h3741"/>
              <p:cNvSpPr/>
              <p:nvPr/>
            </p:nvSpPr>
            <p:spPr>
              <a:xfrm>
                <a:off x="340291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h3742"/>
              <p:cNvSpPr/>
              <p:nvPr/>
            </p:nvSpPr>
            <p:spPr>
              <a:xfrm>
                <a:off x="341235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h3743"/>
              <p:cNvSpPr/>
              <p:nvPr/>
            </p:nvSpPr>
            <p:spPr>
              <a:xfrm>
                <a:off x="3421794" y="1974524"/>
                <a:ext cx="9203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397" y="896830"/>
                    </a:lnTo>
                    <a:lnTo>
                      <a:pt x="919351" y="903916"/>
                    </a:lnTo>
                    <a:lnTo>
                      <a:pt x="918847" y="906999"/>
                    </a:lnTo>
                    <a:lnTo>
                      <a:pt x="918347" y="910068"/>
                    </a:lnTo>
                    <a:lnTo>
                      <a:pt x="917846" y="91313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h3744"/>
              <p:cNvSpPr/>
              <p:nvPr/>
            </p:nvSpPr>
            <p:spPr>
              <a:xfrm>
                <a:off x="2298405" y="1939384"/>
                <a:ext cx="914400" cy="9256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26">
                    <a:moveTo>
                      <a:pt x="914400" y="914400"/>
                    </a:moveTo>
                    <a:lnTo>
                      <a:pt x="914400" y="925626"/>
                    </a:lnTo>
                    <a:lnTo>
                      <a:pt x="911749" y="918638"/>
                    </a:lnTo>
                    <a:lnTo>
                      <a:pt x="910310" y="914400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h3745"/>
              <p:cNvSpPr/>
              <p:nvPr/>
            </p:nvSpPr>
            <p:spPr>
              <a:xfrm>
                <a:off x="229840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98" y="931969"/>
                    </a:lnTo>
                    <a:lnTo>
                      <a:pt x="915121" y="927527"/>
                    </a:lnTo>
                    <a:lnTo>
                      <a:pt x="914400" y="925626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h3746"/>
              <p:cNvSpPr/>
              <p:nvPr/>
            </p:nvSpPr>
            <p:spPr>
              <a:xfrm>
                <a:off x="230784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h3747"/>
              <p:cNvSpPr/>
              <p:nvPr/>
            </p:nvSpPr>
            <p:spPr>
              <a:xfrm>
                <a:off x="231728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h3748"/>
              <p:cNvSpPr/>
              <p:nvPr/>
            </p:nvSpPr>
            <p:spPr>
              <a:xfrm>
                <a:off x="232672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h3749"/>
              <p:cNvSpPr/>
              <p:nvPr/>
            </p:nvSpPr>
            <p:spPr>
              <a:xfrm>
                <a:off x="233616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h3750"/>
              <p:cNvSpPr/>
              <p:nvPr/>
            </p:nvSpPr>
            <p:spPr>
              <a:xfrm>
                <a:off x="234560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h3751"/>
              <p:cNvSpPr/>
              <p:nvPr/>
            </p:nvSpPr>
            <p:spPr>
              <a:xfrm>
                <a:off x="235504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h3752"/>
              <p:cNvSpPr/>
              <p:nvPr/>
            </p:nvSpPr>
            <p:spPr>
              <a:xfrm>
                <a:off x="236448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h3753"/>
              <p:cNvSpPr/>
              <p:nvPr/>
            </p:nvSpPr>
            <p:spPr>
              <a:xfrm>
                <a:off x="237392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h3754"/>
              <p:cNvSpPr/>
              <p:nvPr/>
            </p:nvSpPr>
            <p:spPr>
              <a:xfrm>
                <a:off x="238336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h3755"/>
              <p:cNvSpPr/>
              <p:nvPr/>
            </p:nvSpPr>
            <p:spPr>
              <a:xfrm>
                <a:off x="239280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h3756"/>
              <p:cNvSpPr/>
              <p:nvPr/>
            </p:nvSpPr>
            <p:spPr>
              <a:xfrm>
                <a:off x="240224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h3757"/>
              <p:cNvSpPr/>
              <p:nvPr/>
            </p:nvSpPr>
            <p:spPr>
              <a:xfrm>
                <a:off x="241168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h3758"/>
              <p:cNvSpPr/>
              <p:nvPr/>
            </p:nvSpPr>
            <p:spPr>
              <a:xfrm>
                <a:off x="242112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h3759"/>
              <p:cNvSpPr/>
              <p:nvPr/>
            </p:nvSpPr>
            <p:spPr>
              <a:xfrm>
                <a:off x="243056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h3760"/>
              <p:cNvSpPr/>
              <p:nvPr/>
            </p:nvSpPr>
            <p:spPr>
              <a:xfrm>
                <a:off x="244000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h3761"/>
              <p:cNvSpPr/>
              <p:nvPr/>
            </p:nvSpPr>
            <p:spPr>
              <a:xfrm>
                <a:off x="244944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h3762"/>
              <p:cNvSpPr/>
              <p:nvPr/>
            </p:nvSpPr>
            <p:spPr>
              <a:xfrm>
                <a:off x="245889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h3763"/>
              <p:cNvSpPr/>
              <p:nvPr/>
            </p:nvSpPr>
            <p:spPr>
              <a:xfrm>
                <a:off x="246833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h3764"/>
              <p:cNvSpPr/>
              <p:nvPr/>
            </p:nvSpPr>
            <p:spPr>
              <a:xfrm>
                <a:off x="247777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h3765"/>
              <p:cNvSpPr/>
              <p:nvPr/>
            </p:nvSpPr>
            <p:spPr>
              <a:xfrm>
                <a:off x="248721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h3766"/>
              <p:cNvSpPr/>
              <p:nvPr/>
            </p:nvSpPr>
            <p:spPr>
              <a:xfrm>
                <a:off x="249665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h3767"/>
              <p:cNvSpPr/>
              <p:nvPr/>
            </p:nvSpPr>
            <p:spPr>
              <a:xfrm>
                <a:off x="250609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h3768"/>
              <p:cNvSpPr/>
              <p:nvPr/>
            </p:nvSpPr>
            <p:spPr>
              <a:xfrm>
                <a:off x="251553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h3769"/>
              <p:cNvSpPr/>
              <p:nvPr/>
            </p:nvSpPr>
            <p:spPr>
              <a:xfrm>
                <a:off x="252497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h3770"/>
              <p:cNvSpPr/>
              <p:nvPr/>
            </p:nvSpPr>
            <p:spPr>
              <a:xfrm>
                <a:off x="253441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h3771"/>
              <p:cNvSpPr/>
              <p:nvPr/>
            </p:nvSpPr>
            <p:spPr>
              <a:xfrm>
                <a:off x="254385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h3772"/>
              <p:cNvSpPr/>
              <p:nvPr/>
            </p:nvSpPr>
            <p:spPr>
              <a:xfrm>
                <a:off x="255329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h3773"/>
              <p:cNvSpPr/>
              <p:nvPr/>
            </p:nvSpPr>
            <p:spPr>
              <a:xfrm>
                <a:off x="256273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h3774"/>
              <p:cNvSpPr/>
              <p:nvPr/>
            </p:nvSpPr>
            <p:spPr>
              <a:xfrm>
                <a:off x="257217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h3775"/>
              <p:cNvSpPr/>
              <p:nvPr/>
            </p:nvSpPr>
            <p:spPr>
              <a:xfrm>
                <a:off x="2591053" y="195695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400" y="89938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h3776"/>
              <p:cNvSpPr/>
              <p:nvPr/>
            </p:nvSpPr>
            <p:spPr>
              <a:xfrm>
                <a:off x="2600493" y="195695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9388"/>
                    </a:lnTo>
                    <a:lnTo>
                      <a:pt x="906834" y="903462"/>
                    </a:lnTo>
                    <a:lnTo>
                      <a:pt x="907059" y="903693"/>
                    </a:lnTo>
                    <a:lnTo>
                      <a:pt x="907284" y="903923"/>
                    </a:lnTo>
                    <a:lnTo>
                      <a:pt x="907509" y="904153"/>
                    </a:lnTo>
                    <a:lnTo>
                      <a:pt x="907734" y="904384"/>
                    </a:lnTo>
                    <a:lnTo>
                      <a:pt x="907959" y="904614"/>
                    </a:lnTo>
                    <a:lnTo>
                      <a:pt x="908184" y="904845"/>
                    </a:lnTo>
                    <a:lnTo>
                      <a:pt x="908409" y="905075"/>
                    </a:lnTo>
                    <a:lnTo>
                      <a:pt x="908634" y="905306"/>
                    </a:lnTo>
                    <a:lnTo>
                      <a:pt x="908859" y="905536"/>
                    </a:lnTo>
                    <a:lnTo>
                      <a:pt x="909084" y="905767"/>
                    </a:lnTo>
                    <a:lnTo>
                      <a:pt x="909309" y="905997"/>
                    </a:lnTo>
                    <a:lnTo>
                      <a:pt x="909534" y="906228"/>
                    </a:lnTo>
                    <a:lnTo>
                      <a:pt x="909759" y="906458"/>
                    </a:lnTo>
                    <a:lnTo>
                      <a:pt x="909984" y="906689"/>
                    </a:lnTo>
                    <a:lnTo>
                      <a:pt x="910209" y="906919"/>
                    </a:lnTo>
                    <a:lnTo>
                      <a:pt x="910433" y="907150"/>
                    </a:lnTo>
                    <a:lnTo>
                      <a:pt x="910658" y="907380"/>
                    </a:lnTo>
                    <a:lnTo>
                      <a:pt x="910883" y="907611"/>
                    </a:lnTo>
                    <a:lnTo>
                      <a:pt x="911108" y="907841"/>
                    </a:lnTo>
                    <a:lnTo>
                      <a:pt x="911333" y="908072"/>
                    </a:lnTo>
                    <a:lnTo>
                      <a:pt x="911558" y="908302"/>
                    </a:lnTo>
                    <a:lnTo>
                      <a:pt x="911783" y="908533"/>
                    </a:lnTo>
                    <a:lnTo>
                      <a:pt x="912007" y="908764"/>
                    </a:lnTo>
                    <a:lnTo>
                      <a:pt x="912232" y="908994"/>
                    </a:lnTo>
                    <a:lnTo>
                      <a:pt x="912457" y="909225"/>
                    </a:lnTo>
                    <a:lnTo>
                      <a:pt x="912682" y="909455"/>
                    </a:lnTo>
                    <a:lnTo>
                      <a:pt x="912907" y="909686"/>
                    </a:lnTo>
                    <a:lnTo>
                      <a:pt x="913131" y="909916"/>
                    </a:lnTo>
                    <a:lnTo>
                      <a:pt x="913356" y="910147"/>
                    </a:lnTo>
                    <a:lnTo>
                      <a:pt x="913581" y="910377"/>
                    </a:lnTo>
                    <a:lnTo>
                      <a:pt x="913806" y="910608"/>
                    </a:lnTo>
                    <a:lnTo>
                      <a:pt x="914031" y="910839"/>
                    </a:lnTo>
                    <a:lnTo>
                      <a:pt x="914255" y="911069"/>
                    </a:lnTo>
                    <a:lnTo>
                      <a:pt x="914399" y="911217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h3777"/>
              <p:cNvSpPr/>
              <p:nvPr/>
            </p:nvSpPr>
            <p:spPr>
              <a:xfrm>
                <a:off x="2600493" y="1956954"/>
                <a:ext cx="9174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53" h="914400">
                    <a:moveTo>
                      <a:pt x="914399" y="914400"/>
                    </a:moveTo>
                    <a:lnTo>
                      <a:pt x="914480" y="911300"/>
                    </a:lnTo>
                    <a:lnTo>
                      <a:pt x="914705" y="911530"/>
                    </a:lnTo>
                    <a:lnTo>
                      <a:pt x="914929" y="911761"/>
                    </a:lnTo>
                    <a:lnTo>
                      <a:pt x="915154" y="911992"/>
                    </a:lnTo>
                    <a:lnTo>
                      <a:pt x="915379" y="912222"/>
                    </a:lnTo>
                    <a:lnTo>
                      <a:pt x="915604" y="912453"/>
                    </a:lnTo>
                    <a:lnTo>
                      <a:pt x="915828" y="912683"/>
                    </a:lnTo>
                    <a:lnTo>
                      <a:pt x="916053" y="912914"/>
                    </a:lnTo>
                    <a:lnTo>
                      <a:pt x="916278" y="913145"/>
                    </a:lnTo>
                    <a:lnTo>
                      <a:pt x="916502" y="913375"/>
                    </a:lnTo>
                    <a:lnTo>
                      <a:pt x="916727" y="913606"/>
                    </a:lnTo>
                    <a:lnTo>
                      <a:pt x="917453" y="914400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h3778"/>
              <p:cNvSpPr/>
              <p:nvPr/>
            </p:nvSpPr>
            <p:spPr>
              <a:xfrm>
                <a:off x="3176348" y="19393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927" y="931969"/>
                    </a:lnTo>
                    <a:lnTo>
                      <a:pt x="911419" y="925489"/>
                    </a:lnTo>
                    <a:lnTo>
                      <a:pt x="912590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h3779"/>
              <p:cNvSpPr/>
              <p:nvPr/>
            </p:nvSpPr>
            <p:spPr>
              <a:xfrm>
                <a:off x="317634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h3780"/>
              <p:cNvSpPr/>
              <p:nvPr/>
            </p:nvSpPr>
            <p:spPr>
              <a:xfrm>
                <a:off x="318578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h3781"/>
              <p:cNvSpPr/>
              <p:nvPr/>
            </p:nvSpPr>
            <p:spPr>
              <a:xfrm>
                <a:off x="319522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h3782"/>
              <p:cNvSpPr/>
              <p:nvPr/>
            </p:nvSpPr>
            <p:spPr>
              <a:xfrm>
                <a:off x="320466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h3783"/>
              <p:cNvSpPr/>
              <p:nvPr/>
            </p:nvSpPr>
            <p:spPr>
              <a:xfrm>
                <a:off x="321410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h3784"/>
              <p:cNvSpPr/>
              <p:nvPr/>
            </p:nvSpPr>
            <p:spPr>
              <a:xfrm>
                <a:off x="322354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h3785"/>
              <p:cNvSpPr/>
              <p:nvPr/>
            </p:nvSpPr>
            <p:spPr>
              <a:xfrm>
                <a:off x="323298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h3786"/>
              <p:cNvSpPr/>
              <p:nvPr/>
            </p:nvSpPr>
            <p:spPr>
              <a:xfrm>
                <a:off x="324242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h3787"/>
              <p:cNvSpPr/>
              <p:nvPr/>
            </p:nvSpPr>
            <p:spPr>
              <a:xfrm>
                <a:off x="325187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h3788"/>
              <p:cNvSpPr/>
              <p:nvPr/>
            </p:nvSpPr>
            <p:spPr>
              <a:xfrm>
                <a:off x="326131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h3789"/>
              <p:cNvSpPr/>
              <p:nvPr/>
            </p:nvSpPr>
            <p:spPr>
              <a:xfrm>
                <a:off x="327075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h3790"/>
              <p:cNvSpPr/>
              <p:nvPr/>
            </p:nvSpPr>
            <p:spPr>
              <a:xfrm>
                <a:off x="328019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h3791"/>
              <p:cNvSpPr/>
              <p:nvPr/>
            </p:nvSpPr>
            <p:spPr>
              <a:xfrm>
                <a:off x="328963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h3792"/>
              <p:cNvSpPr/>
              <p:nvPr/>
            </p:nvSpPr>
            <p:spPr>
              <a:xfrm>
                <a:off x="329907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h3793"/>
              <p:cNvSpPr/>
              <p:nvPr/>
            </p:nvSpPr>
            <p:spPr>
              <a:xfrm>
                <a:off x="330851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h3794"/>
              <p:cNvSpPr/>
              <p:nvPr/>
            </p:nvSpPr>
            <p:spPr>
              <a:xfrm>
                <a:off x="331795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h3795"/>
              <p:cNvSpPr/>
              <p:nvPr/>
            </p:nvSpPr>
            <p:spPr>
              <a:xfrm>
                <a:off x="332739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h3796"/>
              <p:cNvSpPr/>
              <p:nvPr/>
            </p:nvSpPr>
            <p:spPr>
              <a:xfrm>
                <a:off x="333683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h3797"/>
              <p:cNvSpPr/>
              <p:nvPr/>
            </p:nvSpPr>
            <p:spPr>
              <a:xfrm>
                <a:off x="334627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h3798"/>
              <p:cNvSpPr/>
              <p:nvPr/>
            </p:nvSpPr>
            <p:spPr>
              <a:xfrm>
                <a:off x="335571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h3799"/>
              <p:cNvSpPr/>
              <p:nvPr/>
            </p:nvSpPr>
            <p:spPr>
              <a:xfrm>
                <a:off x="336515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h3800"/>
              <p:cNvSpPr/>
              <p:nvPr/>
            </p:nvSpPr>
            <p:spPr>
              <a:xfrm>
                <a:off x="337459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h3801"/>
              <p:cNvSpPr/>
              <p:nvPr/>
            </p:nvSpPr>
            <p:spPr>
              <a:xfrm>
                <a:off x="338403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h3802"/>
              <p:cNvSpPr/>
              <p:nvPr/>
            </p:nvSpPr>
            <p:spPr>
              <a:xfrm>
                <a:off x="339347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h3803"/>
              <p:cNvSpPr/>
              <p:nvPr/>
            </p:nvSpPr>
            <p:spPr>
              <a:xfrm>
                <a:off x="340291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h3804"/>
              <p:cNvSpPr/>
              <p:nvPr/>
            </p:nvSpPr>
            <p:spPr>
              <a:xfrm>
                <a:off x="341235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h3805"/>
              <p:cNvSpPr/>
              <p:nvPr/>
            </p:nvSpPr>
            <p:spPr>
              <a:xfrm>
                <a:off x="3421794" y="1956954"/>
                <a:ext cx="9224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48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489" y="896830"/>
                    </a:lnTo>
                    <a:lnTo>
                      <a:pt x="922244" y="899630"/>
                    </a:lnTo>
                    <a:lnTo>
                      <a:pt x="920954" y="910630"/>
                    </a:lnTo>
                    <a:lnTo>
                      <a:pt x="920397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h3806"/>
              <p:cNvSpPr/>
              <p:nvPr/>
            </p:nvSpPr>
            <p:spPr>
              <a:xfrm>
                <a:off x="228896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51" y="931969"/>
                    </a:lnTo>
                    <a:lnTo>
                      <a:pt x="918067" y="927008"/>
                    </a:lnTo>
                    <a:lnTo>
                      <a:pt x="915205" y="917520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h3807"/>
              <p:cNvSpPr/>
              <p:nvPr/>
            </p:nvSpPr>
            <p:spPr>
              <a:xfrm>
                <a:off x="229840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h3808"/>
              <p:cNvSpPr/>
              <p:nvPr/>
            </p:nvSpPr>
            <p:spPr>
              <a:xfrm>
                <a:off x="230784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h3809"/>
              <p:cNvSpPr/>
              <p:nvPr/>
            </p:nvSpPr>
            <p:spPr>
              <a:xfrm>
                <a:off x="231728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h3810"/>
              <p:cNvSpPr/>
              <p:nvPr/>
            </p:nvSpPr>
            <p:spPr>
              <a:xfrm>
                <a:off x="232672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h3811"/>
              <p:cNvSpPr/>
              <p:nvPr/>
            </p:nvSpPr>
            <p:spPr>
              <a:xfrm>
                <a:off x="233616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h3812"/>
              <p:cNvSpPr/>
              <p:nvPr/>
            </p:nvSpPr>
            <p:spPr>
              <a:xfrm>
                <a:off x="234560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h3813"/>
              <p:cNvSpPr/>
              <p:nvPr/>
            </p:nvSpPr>
            <p:spPr>
              <a:xfrm>
                <a:off x="235504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h3814"/>
              <p:cNvSpPr/>
              <p:nvPr/>
            </p:nvSpPr>
            <p:spPr>
              <a:xfrm>
                <a:off x="236448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h3815"/>
              <p:cNvSpPr/>
              <p:nvPr/>
            </p:nvSpPr>
            <p:spPr>
              <a:xfrm>
                <a:off x="237392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h3816"/>
              <p:cNvSpPr/>
              <p:nvPr/>
            </p:nvSpPr>
            <p:spPr>
              <a:xfrm>
                <a:off x="238336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h3817"/>
              <p:cNvSpPr/>
              <p:nvPr/>
            </p:nvSpPr>
            <p:spPr>
              <a:xfrm>
                <a:off x="239280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h3818"/>
              <p:cNvSpPr/>
              <p:nvPr/>
            </p:nvSpPr>
            <p:spPr>
              <a:xfrm>
                <a:off x="240224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4D162">
                  <a:alpha val="100000"/>
                </a:srgbClr>
              </a:solidFill>
              <a:ln w="5420" cap="flat">
                <a:solidFill>
                  <a:srgbClr val="94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h3819"/>
              <p:cNvSpPr/>
              <p:nvPr/>
            </p:nvSpPr>
            <p:spPr>
              <a:xfrm>
                <a:off x="241168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h3820"/>
              <p:cNvSpPr/>
              <p:nvPr/>
            </p:nvSpPr>
            <p:spPr>
              <a:xfrm>
                <a:off x="242112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h3821"/>
              <p:cNvSpPr/>
              <p:nvPr/>
            </p:nvSpPr>
            <p:spPr>
              <a:xfrm>
                <a:off x="243056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h3822"/>
              <p:cNvSpPr/>
              <p:nvPr/>
            </p:nvSpPr>
            <p:spPr>
              <a:xfrm>
                <a:off x="244000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h3823"/>
              <p:cNvSpPr/>
              <p:nvPr/>
            </p:nvSpPr>
            <p:spPr>
              <a:xfrm>
                <a:off x="244944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h3824"/>
              <p:cNvSpPr/>
              <p:nvPr/>
            </p:nvSpPr>
            <p:spPr>
              <a:xfrm>
                <a:off x="245889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h3825"/>
              <p:cNvSpPr/>
              <p:nvPr/>
            </p:nvSpPr>
            <p:spPr>
              <a:xfrm>
                <a:off x="246833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h3826"/>
              <p:cNvSpPr/>
              <p:nvPr/>
            </p:nvSpPr>
            <p:spPr>
              <a:xfrm>
                <a:off x="247777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h3827"/>
              <p:cNvSpPr/>
              <p:nvPr/>
            </p:nvSpPr>
            <p:spPr>
              <a:xfrm>
                <a:off x="248721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h3828"/>
              <p:cNvSpPr/>
              <p:nvPr/>
            </p:nvSpPr>
            <p:spPr>
              <a:xfrm>
                <a:off x="249665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h3829"/>
              <p:cNvSpPr/>
              <p:nvPr/>
            </p:nvSpPr>
            <p:spPr>
              <a:xfrm>
                <a:off x="250609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h3830"/>
              <p:cNvSpPr/>
              <p:nvPr/>
            </p:nvSpPr>
            <p:spPr>
              <a:xfrm>
                <a:off x="251553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h3831"/>
              <p:cNvSpPr/>
              <p:nvPr/>
            </p:nvSpPr>
            <p:spPr>
              <a:xfrm>
                <a:off x="252497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h3832"/>
              <p:cNvSpPr/>
              <p:nvPr/>
            </p:nvSpPr>
            <p:spPr>
              <a:xfrm>
                <a:off x="253441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h3833"/>
              <p:cNvSpPr/>
              <p:nvPr/>
            </p:nvSpPr>
            <p:spPr>
              <a:xfrm>
                <a:off x="254385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h3834"/>
              <p:cNvSpPr/>
              <p:nvPr/>
            </p:nvSpPr>
            <p:spPr>
              <a:xfrm>
                <a:off x="255329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h3835"/>
              <p:cNvSpPr/>
              <p:nvPr/>
            </p:nvSpPr>
            <p:spPr>
              <a:xfrm>
                <a:off x="256273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h3836"/>
              <p:cNvSpPr/>
              <p:nvPr/>
            </p:nvSpPr>
            <p:spPr>
              <a:xfrm>
                <a:off x="257217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h3837"/>
              <p:cNvSpPr/>
              <p:nvPr/>
            </p:nvSpPr>
            <p:spPr>
              <a:xfrm>
                <a:off x="2581613" y="1939384"/>
                <a:ext cx="9226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43" y="896830"/>
                    </a:lnTo>
                    <a:lnTo>
                      <a:pt x="922684" y="914400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h3838"/>
              <p:cNvSpPr/>
              <p:nvPr/>
            </p:nvSpPr>
            <p:spPr>
              <a:xfrm>
                <a:off x="3176348" y="19393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590" y="914400"/>
                    </a:lnTo>
                    <a:lnTo>
                      <a:pt x="914045" y="903645"/>
                    </a:lnTo>
                    <a:lnTo>
                      <a:pt x="914400" y="90150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h3839"/>
              <p:cNvSpPr/>
              <p:nvPr/>
            </p:nvSpPr>
            <p:spPr>
              <a:xfrm>
                <a:off x="3185788" y="192181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9079"/>
                    </a:lnTo>
                    <a:lnTo>
                      <a:pt x="905736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h3840"/>
              <p:cNvSpPr/>
              <p:nvPr/>
            </p:nvSpPr>
            <p:spPr>
              <a:xfrm>
                <a:off x="318578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h3841"/>
              <p:cNvSpPr/>
              <p:nvPr/>
            </p:nvSpPr>
            <p:spPr>
              <a:xfrm>
                <a:off x="319522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h3842"/>
              <p:cNvSpPr/>
              <p:nvPr/>
            </p:nvSpPr>
            <p:spPr>
              <a:xfrm>
                <a:off x="320466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h3843"/>
              <p:cNvSpPr/>
              <p:nvPr/>
            </p:nvSpPr>
            <p:spPr>
              <a:xfrm>
                <a:off x="321410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h3844"/>
              <p:cNvSpPr/>
              <p:nvPr/>
            </p:nvSpPr>
            <p:spPr>
              <a:xfrm>
                <a:off x="322354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h3845"/>
              <p:cNvSpPr/>
              <p:nvPr/>
            </p:nvSpPr>
            <p:spPr>
              <a:xfrm>
                <a:off x="323298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h3846"/>
              <p:cNvSpPr/>
              <p:nvPr/>
            </p:nvSpPr>
            <p:spPr>
              <a:xfrm>
                <a:off x="324242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h3847"/>
              <p:cNvSpPr/>
              <p:nvPr/>
            </p:nvSpPr>
            <p:spPr>
              <a:xfrm>
                <a:off x="325187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h3848"/>
              <p:cNvSpPr/>
              <p:nvPr/>
            </p:nvSpPr>
            <p:spPr>
              <a:xfrm>
                <a:off x="326131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h3849"/>
              <p:cNvSpPr/>
              <p:nvPr/>
            </p:nvSpPr>
            <p:spPr>
              <a:xfrm>
                <a:off x="327075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h3850"/>
              <p:cNvSpPr/>
              <p:nvPr/>
            </p:nvSpPr>
            <p:spPr>
              <a:xfrm>
                <a:off x="328019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h3851"/>
              <p:cNvSpPr/>
              <p:nvPr/>
            </p:nvSpPr>
            <p:spPr>
              <a:xfrm>
                <a:off x="328963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h3852"/>
              <p:cNvSpPr/>
              <p:nvPr/>
            </p:nvSpPr>
            <p:spPr>
              <a:xfrm>
                <a:off x="329907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h3853"/>
              <p:cNvSpPr/>
              <p:nvPr/>
            </p:nvSpPr>
            <p:spPr>
              <a:xfrm>
                <a:off x="330851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h3854"/>
              <p:cNvSpPr/>
              <p:nvPr/>
            </p:nvSpPr>
            <p:spPr>
              <a:xfrm>
                <a:off x="331795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h3855"/>
              <p:cNvSpPr/>
              <p:nvPr/>
            </p:nvSpPr>
            <p:spPr>
              <a:xfrm>
                <a:off x="332739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h3856"/>
              <p:cNvSpPr/>
              <p:nvPr/>
            </p:nvSpPr>
            <p:spPr>
              <a:xfrm>
                <a:off x="333683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h3857"/>
              <p:cNvSpPr/>
              <p:nvPr/>
            </p:nvSpPr>
            <p:spPr>
              <a:xfrm>
                <a:off x="334627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h3858"/>
              <p:cNvSpPr/>
              <p:nvPr/>
            </p:nvSpPr>
            <p:spPr>
              <a:xfrm>
                <a:off x="335571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h3859"/>
              <p:cNvSpPr/>
              <p:nvPr/>
            </p:nvSpPr>
            <p:spPr>
              <a:xfrm>
                <a:off x="336515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h3860"/>
              <p:cNvSpPr/>
              <p:nvPr/>
            </p:nvSpPr>
            <p:spPr>
              <a:xfrm>
                <a:off x="337459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h3861"/>
              <p:cNvSpPr/>
              <p:nvPr/>
            </p:nvSpPr>
            <p:spPr>
              <a:xfrm>
                <a:off x="338403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h3862"/>
              <p:cNvSpPr/>
              <p:nvPr/>
            </p:nvSpPr>
            <p:spPr>
              <a:xfrm>
                <a:off x="339347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h3863"/>
              <p:cNvSpPr/>
              <p:nvPr/>
            </p:nvSpPr>
            <p:spPr>
              <a:xfrm>
                <a:off x="340291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h3864"/>
              <p:cNvSpPr/>
              <p:nvPr/>
            </p:nvSpPr>
            <p:spPr>
              <a:xfrm>
                <a:off x="341235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h3865"/>
              <p:cNvSpPr/>
              <p:nvPr/>
            </p:nvSpPr>
            <p:spPr>
              <a:xfrm>
                <a:off x="3421794" y="1939384"/>
                <a:ext cx="923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5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56" y="896830"/>
                    </a:lnTo>
                    <a:lnTo>
                      <a:pt x="923217" y="906088"/>
                    </a:lnTo>
                    <a:lnTo>
                      <a:pt x="922489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h3866"/>
              <p:cNvSpPr/>
              <p:nvPr/>
            </p:nvSpPr>
            <p:spPr>
              <a:xfrm>
                <a:off x="2288965" y="190424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375" y="931969"/>
                    </a:lnTo>
                    <a:lnTo>
                      <a:pt x="912610" y="925340"/>
                    </a:lnTo>
                    <a:lnTo>
                      <a:pt x="910289" y="915354"/>
                    </a:lnTo>
                    <a:lnTo>
                      <a:pt x="910097" y="914400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h3867"/>
              <p:cNvSpPr/>
              <p:nvPr/>
            </p:nvSpPr>
            <p:spPr>
              <a:xfrm>
                <a:off x="228896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h3868"/>
              <p:cNvSpPr/>
              <p:nvPr/>
            </p:nvSpPr>
            <p:spPr>
              <a:xfrm>
                <a:off x="229840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h3869"/>
              <p:cNvSpPr/>
              <p:nvPr/>
            </p:nvSpPr>
            <p:spPr>
              <a:xfrm>
                <a:off x="230784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h3870"/>
              <p:cNvSpPr/>
              <p:nvPr/>
            </p:nvSpPr>
            <p:spPr>
              <a:xfrm>
                <a:off x="231728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h3871"/>
              <p:cNvSpPr/>
              <p:nvPr/>
            </p:nvSpPr>
            <p:spPr>
              <a:xfrm>
                <a:off x="232672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h3872"/>
              <p:cNvSpPr/>
              <p:nvPr/>
            </p:nvSpPr>
            <p:spPr>
              <a:xfrm>
                <a:off x="233616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h3873"/>
              <p:cNvSpPr/>
              <p:nvPr/>
            </p:nvSpPr>
            <p:spPr>
              <a:xfrm>
                <a:off x="234560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h3874"/>
              <p:cNvSpPr/>
              <p:nvPr/>
            </p:nvSpPr>
            <p:spPr>
              <a:xfrm>
                <a:off x="235504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h3875"/>
              <p:cNvSpPr/>
              <p:nvPr/>
            </p:nvSpPr>
            <p:spPr>
              <a:xfrm>
                <a:off x="236448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h3876"/>
              <p:cNvSpPr/>
              <p:nvPr/>
            </p:nvSpPr>
            <p:spPr>
              <a:xfrm>
                <a:off x="237392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h3877"/>
              <p:cNvSpPr/>
              <p:nvPr/>
            </p:nvSpPr>
            <p:spPr>
              <a:xfrm>
                <a:off x="238336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h3878"/>
              <p:cNvSpPr/>
              <p:nvPr/>
            </p:nvSpPr>
            <p:spPr>
              <a:xfrm>
                <a:off x="239280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h3879"/>
              <p:cNvSpPr/>
              <p:nvPr/>
            </p:nvSpPr>
            <p:spPr>
              <a:xfrm>
                <a:off x="240224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h3880"/>
              <p:cNvSpPr/>
              <p:nvPr/>
            </p:nvSpPr>
            <p:spPr>
              <a:xfrm>
                <a:off x="241168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h3881"/>
              <p:cNvSpPr/>
              <p:nvPr/>
            </p:nvSpPr>
            <p:spPr>
              <a:xfrm>
                <a:off x="242112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h3882"/>
              <p:cNvSpPr/>
              <p:nvPr/>
            </p:nvSpPr>
            <p:spPr>
              <a:xfrm>
                <a:off x="243056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h3883"/>
              <p:cNvSpPr/>
              <p:nvPr/>
            </p:nvSpPr>
            <p:spPr>
              <a:xfrm>
                <a:off x="244000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h3884"/>
              <p:cNvSpPr/>
              <p:nvPr/>
            </p:nvSpPr>
            <p:spPr>
              <a:xfrm>
                <a:off x="244944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h3885"/>
              <p:cNvSpPr/>
              <p:nvPr/>
            </p:nvSpPr>
            <p:spPr>
              <a:xfrm>
                <a:off x="245889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h3886"/>
              <p:cNvSpPr/>
              <p:nvPr/>
            </p:nvSpPr>
            <p:spPr>
              <a:xfrm>
                <a:off x="246833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h3887"/>
              <p:cNvSpPr/>
              <p:nvPr/>
            </p:nvSpPr>
            <p:spPr>
              <a:xfrm>
                <a:off x="247777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h3888"/>
              <p:cNvSpPr/>
              <p:nvPr/>
            </p:nvSpPr>
            <p:spPr>
              <a:xfrm>
                <a:off x="248721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h3889"/>
              <p:cNvSpPr/>
              <p:nvPr/>
            </p:nvSpPr>
            <p:spPr>
              <a:xfrm>
                <a:off x="249665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h3890"/>
              <p:cNvSpPr/>
              <p:nvPr/>
            </p:nvSpPr>
            <p:spPr>
              <a:xfrm>
                <a:off x="250609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h3891"/>
              <p:cNvSpPr/>
              <p:nvPr/>
            </p:nvSpPr>
            <p:spPr>
              <a:xfrm>
                <a:off x="251553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h3892"/>
              <p:cNvSpPr/>
              <p:nvPr/>
            </p:nvSpPr>
            <p:spPr>
              <a:xfrm>
                <a:off x="252497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h3893"/>
              <p:cNvSpPr/>
              <p:nvPr/>
            </p:nvSpPr>
            <p:spPr>
              <a:xfrm>
                <a:off x="253441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h3894"/>
              <p:cNvSpPr/>
              <p:nvPr/>
            </p:nvSpPr>
            <p:spPr>
              <a:xfrm>
                <a:off x="254385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h3895"/>
              <p:cNvSpPr/>
              <p:nvPr/>
            </p:nvSpPr>
            <p:spPr>
              <a:xfrm>
                <a:off x="255329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h3896"/>
              <p:cNvSpPr/>
              <p:nvPr/>
            </p:nvSpPr>
            <p:spPr>
              <a:xfrm>
                <a:off x="256273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h3897"/>
              <p:cNvSpPr/>
              <p:nvPr/>
            </p:nvSpPr>
            <p:spPr>
              <a:xfrm>
                <a:off x="2581613" y="192181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43" y="896937"/>
                    </a:lnTo>
                    <a:lnTo>
                      <a:pt x="907045" y="897383"/>
                    </a:lnTo>
                    <a:lnTo>
                      <a:pt x="907247" y="897829"/>
                    </a:lnTo>
                    <a:lnTo>
                      <a:pt x="907449" y="898274"/>
                    </a:lnTo>
                    <a:lnTo>
                      <a:pt x="907651" y="898720"/>
                    </a:lnTo>
                    <a:lnTo>
                      <a:pt x="907853" y="899166"/>
                    </a:lnTo>
                    <a:lnTo>
                      <a:pt x="908055" y="899612"/>
                    </a:lnTo>
                    <a:lnTo>
                      <a:pt x="908257" y="900058"/>
                    </a:lnTo>
                    <a:lnTo>
                      <a:pt x="908458" y="900504"/>
                    </a:lnTo>
                    <a:lnTo>
                      <a:pt x="908660" y="900950"/>
                    </a:lnTo>
                    <a:lnTo>
                      <a:pt x="908862" y="901395"/>
                    </a:lnTo>
                    <a:lnTo>
                      <a:pt x="909064" y="901841"/>
                    </a:lnTo>
                    <a:lnTo>
                      <a:pt x="909266" y="902287"/>
                    </a:lnTo>
                    <a:lnTo>
                      <a:pt x="909468" y="902733"/>
                    </a:lnTo>
                    <a:lnTo>
                      <a:pt x="909670" y="903179"/>
                    </a:lnTo>
                    <a:lnTo>
                      <a:pt x="909871" y="903625"/>
                    </a:lnTo>
                    <a:lnTo>
                      <a:pt x="910073" y="904071"/>
                    </a:lnTo>
                    <a:lnTo>
                      <a:pt x="910275" y="904517"/>
                    </a:lnTo>
                    <a:lnTo>
                      <a:pt x="910477" y="904962"/>
                    </a:lnTo>
                    <a:lnTo>
                      <a:pt x="910678" y="905408"/>
                    </a:lnTo>
                    <a:lnTo>
                      <a:pt x="910880" y="905854"/>
                    </a:lnTo>
                    <a:lnTo>
                      <a:pt x="911082" y="906300"/>
                    </a:lnTo>
                    <a:lnTo>
                      <a:pt x="911284" y="906746"/>
                    </a:lnTo>
                    <a:lnTo>
                      <a:pt x="911485" y="907192"/>
                    </a:lnTo>
                    <a:lnTo>
                      <a:pt x="911687" y="907638"/>
                    </a:lnTo>
                    <a:lnTo>
                      <a:pt x="911889" y="908084"/>
                    </a:lnTo>
                    <a:lnTo>
                      <a:pt x="912090" y="908530"/>
                    </a:lnTo>
                    <a:lnTo>
                      <a:pt x="912292" y="908976"/>
                    </a:lnTo>
                    <a:lnTo>
                      <a:pt x="912493" y="909421"/>
                    </a:lnTo>
                    <a:lnTo>
                      <a:pt x="912695" y="909867"/>
                    </a:lnTo>
                    <a:lnTo>
                      <a:pt x="912897" y="910313"/>
                    </a:lnTo>
                    <a:lnTo>
                      <a:pt x="913098" y="910759"/>
                    </a:lnTo>
                    <a:lnTo>
                      <a:pt x="913300" y="911205"/>
                    </a:lnTo>
                    <a:lnTo>
                      <a:pt x="913501" y="911651"/>
                    </a:lnTo>
                    <a:lnTo>
                      <a:pt x="913703" y="912097"/>
                    </a:lnTo>
                    <a:lnTo>
                      <a:pt x="914400" y="913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h3898"/>
              <p:cNvSpPr/>
              <p:nvPr/>
            </p:nvSpPr>
            <p:spPr>
              <a:xfrm>
                <a:off x="2581613" y="1921815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3638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h3899"/>
              <p:cNvSpPr/>
              <p:nvPr/>
            </p:nvSpPr>
            <p:spPr>
              <a:xfrm>
                <a:off x="3185788" y="190424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5736" y="931969"/>
                    </a:lnTo>
                    <a:lnTo>
                      <a:pt x="906381" y="928089"/>
                    </a:lnTo>
                    <a:lnTo>
                      <a:pt x="908459" y="917583"/>
                    </a:lnTo>
                    <a:lnTo>
                      <a:pt x="909195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h3900"/>
              <p:cNvSpPr/>
              <p:nvPr/>
            </p:nvSpPr>
            <p:spPr>
              <a:xfrm>
                <a:off x="318578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h3901"/>
              <p:cNvSpPr/>
              <p:nvPr/>
            </p:nvSpPr>
            <p:spPr>
              <a:xfrm>
                <a:off x="319522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h3902"/>
              <p:cNvSpPr/>
              <p:nvPr/>
            </p:nvSpPr>
            <p:spPr>
              <a:xfrm>
                <a:off x="320466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h3903"/>
              <p:cNvSpPr/>
              <p:nvPr/>
            </p:nvSpPr>
            <p:spPr>
              <a:xfrm>
                <a:off x="321410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h3904"/>
              <p:cNvSpPr/>
              <p:nvPr/>
            </p:nvSpPr>
            <p:spPr>
              <a:xfrm>
                <a:off x="322354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h3905"/>
              <p:cNvSpPr/>
              <p:nvPr/>
            </p:nvSpPr>
            <p:spPr>
              <a:xfrm>
                <a:off x="323298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h3906"/>
              <p:cNvSpPr/>
              <p:nvPr/>
            </p:nvSpPr>
            <p:spPr>
              <a:xfrm>
                <a:off x="324242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h3907"/>
              <p:cNvSpPr/>
              <p:nvPr/>
            </p:nvSpPr>
            <p:spPr>
              <a:xfrm>
                <a:off x="325187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h3908"/>
              <p:cNvSpPr/>
              <p:nvPr/>
            </p:nvSpPr>
            <p:spPr>
              <a:xfrm>
                <a:off x="326131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h3909"/>
              <p:cNvSpPr/>
              <p:nvPr/>
            </p:nvSpPr>
            <p:spPr>
              <a:xfrm>
                <a:off x="327075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h3910"/>
              <p:cNvSpPr/>
              <p:nvPr/>
            </p:nvSpPr>
            <p:spPr>
              <a:xfrm>
                <a:off x="328019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h3911"/>
              <p:cNvSpPr/>
              <p:nvPr/>
            </p:nvSpPr>
            <p:spPr>
              <a:xfrm>
                <a:off x="328963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h3912"/>
              <p:cNvSpPr/>
              <p:nvPr/>
            </p:nvSpPr>
            <p:spPr>
              <a:xfrm>
                <a:off x="329907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h3913"/>
              <p:cNvSpPr/>
              <p:nvPr/>
            </p:nvSpPr>
            <p:spPr>
              <a:xfrm>
                <a:off x="330851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h3914"/>
              <p:cNvSpPr/>
              <p:nvPr/>
            </p:nvSpPr>
            <p:spPr>
              <a:xfrm>
                <a:off x="331795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h3915"/>
              <p:cNvSpPr/>
              <p:nvPr/>
            </p:nvSpPr>
            <p:spPr>
              <a:xfrm>
                <a:off x="332739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h3916"/>
              <p:cNvSpPr/>
              <p:nvPr/>
            </p:nvSpPr>
            <p:spPr>
              <a:xfrm>
                <a:off x="333683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h3917"/>
              <p:cNvSpPr/>
              <p:nvPr/>
            </p:nvSpPr>
            <p:spPr>
              <a:xfrm>
                <a:off x="334627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h3918"/>
              <p:cNvSpPr/>
              <p:nvPr/>
            </p:nvSpPr>
            <p:spPr>
              <a:xfrm>
                <a:off x="335571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h3919"/>
              <p:cNvSpPr/>
              <p:nvPr/>
            </p:nvSpPr>
            <p:spPr>
              <a:xfrm>
                <a:off x="336515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h3920"/>
              <p:cNvSpPr/>
              <p:nvPr/>
            </p:nvSpPr>
            <p:spPr>
              <a:xfrm>
                <a:off x="337459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h3921"/>
              <p:cNvSpPr/>
              <p:nvPr/>
            </p:nvSpPr>
            <p:spPr>
              <a:xfrm>
                <a:off x="338403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h3922"/>
              <p:cNvSpPr/>
              <p:nvPr/>
            </p:nvSpPr>
            <p:spPr>
              <a:xfrm>
                <a:off x="339347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h3923"/>
              <p:cNvSpPr/>
              <p:nvPr/>
            </p:nvSpPr>
            <p:spPr>
              <a:xfrm>
                <a:off x="340291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h3924"/>
              <p:cNvSpPr/>
              <p:nvPr/>
            </p:nvSpPr>
            <p:spPr>
              <a:xfrm>
                <a:off x="341235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h3925"/>
              <p:cNvSpPr/>
              <p:nvPr/>
            </p:nvSpPr>
            <p:spPr>
              <a:xfrm>
                <a:off x="3421794" y="192181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966"/>
                    </a:lnTo>
                    <a:lnTo>
                      <a:pt x="923756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h3926"/>
              <p:cNvSpPr/>
              <p:nvPr/>
            </p:nvSpPr>
            <p:spPr>
              <a:xfrm>
                <a:off x="3431234" y="1904245"/>
                <a:ext cx="914762" cy="930536"/>
              </a:xfrm>
              <a:custGeom>
                <a:avLst/>
                <a:gdLst/>
                <a:ahLst/>
                <a:cxnLst/>
                <a:rect l="0" t="0" r="0" b="0"/>
                <a:pathLst>
                  <a:path w="914762" h="930536">
                    <a:moveTo>
                      <a:pt x="914400" y="914400"/>
                    </a:moveTo>
                    <a:lnTo>
                      <a:pt x="914762" y="914400"/>
                    </a:lnTo>
                    <a:lnTo>
                      <a:pt x="914759" y="918794"/>
                    </a:lnTo>
                    <a:lnTo>
                      <a:pt x="914429" y="930035"/>
                    </a:lnTo>
                    <a:lnTo>
                      <a:pt x="914400" y="930536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h3927"/>
              <p:cNvSpPr/>
              <p:nvPr/>
            </p:nvSpPr>
            <p:spPr>
              <a:xfrm>
                <a:off x="2288965" y="188667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97" y="931969"/>
                    </a:lnTo>
                    <a:lnTo>
                      <a:pt x="908247" y="922728"/>
                    </a:lnTo>
                    <a:lnTo>
                      <a:pt x="906995" y="915332"/>
                    </a:lnTo>
                    <a:lnTo>
                      <a:pt x="906566" y="914684"/>
                    </a:lnTo>
                    <a:lnTo>
                      <a:pt x="906397" y="914400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h3928"/>
              <p:cNvSpPr/>
              <p:nvPr/>
            </p:nvSpPr>
            <p:spPr>
              <a:xfrm>
                <a:off x="228896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h3929"/>
              <p:cNvSpPr/>
              <p:nvPr/>
            </p:nvSpPr>
            <p:spPr>
              <a:xfrm>
                <a:off x="229840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h3930"/>
              <p:cNvSpPr/>
              <p:nvPr/>
            </p:nvSpPr>
            <p:spPr>
              <a:xfrm>
                <a:off x="230784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h3931"/>
              <p:cNvSpPr/>
              <p:nvPr/>
            </p:nvSpPr>
            <p:spPr>
              <a:xfrm>
                <a:off x="231728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h3932"/>
              <p:cNvSpPr/>
              <p:nvPr/>
            </p:nvSpPr>
            <p:spPr>
              <a:xfrm>
                <a:off x="232672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h3933"/>
              <p:cNvSpPr/>
              <p:nvPr/>
            </p:nvSpPr>
            <p:spPr>
              <a:xfrm>
                <a:off x="233616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h3934"/>
              <p:cNvSpPr/>
              <p:nvPr/>
            </p:nvSpPr>
            <p:spPr>
              <a:xfrm>
                <a:off x="234560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h3935"/>
              <p:cNvSpPr/>
              <p:nvPr/>
            </p:nvSpPr>
            <p:spPr>
              <a:xfrm>
                <a:off x="235504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h3936"/>
              <p:cNvSpPr/>
              <p:nvPr/>
            </p:nvSpPr>
            <p:spPr>
              <a:xfrm>
                <a:off x="236448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h3937"/>
              <p:cNvSpPr/>
              <p:nvPr/>
            </p:nvSpPr>
            <p:spPr>
              <a:xfrm>
                <a:off x="237392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h3938"/>
              <p:cNvSpPr/>
              <p:nvPr/>
            </p:nvSpPr>
            <p:spPr>
              <a:xfrm>
                <a:off x="238336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h3939"/>
              <p:cNvSpPr/>
              <p:nvPr/>
            </p:nvSpPr>
            <p:spPr>
              <a:xfrm>
                <a:off x="239280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h3940"/>
              <p:cNvSpPr/>
              <p:nvPr/>
            </p:nvSpPr>
            <p:spPr>
              <a:xfrm>
                <a:off x="240224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h3941"/>
              <p:cNvSpPr/>
              <p:nvPr/>
            </p:nvSpPr>
            <p:spPr>
              <a:xfrm>
                <a:off x="241168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h3942"/>
              <p:cNvSpPr/>
              <p:nvPr/>
            </p:nvSpPr>
            <p:spPr>
              <a:xfrm>
                <a:off x="242112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h3943"/>
              <p:cNvSpPr/>
              <p:nvPr/>
            </p:nvSpPr>
            <p:spPr>
              <a:xfrm>
                <a:off x="243056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h3944"/>
              <p:cNvSpPr/>
              <p:nvPr/>
            </p:nvSpPr>
            <p:spPr>
              <a:xfrm>
                <a:off x="244000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h3945"/>
              <p:cNvSpPr/>
              <p:nvPr/>
            </p:nvSpPr>
            <p:spPr>
              <a:xfrm>
                <a:off x="244944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h3946"/>
              <p:cNvSpPr/>
              <p:nvPr/>
            </p:nvSpPr>
            <p:spPr>
              <a:xfrm>
                <a:off x="245889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h3947"/>
              <p:cNvSpPr/>
              <p:nvPr/>
            </p:nvSpPr>
            <p:spPr>
              <a:xfrm>
                <a:off x="246833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h3948"/>
              <p:cNvSpPr/>
              <p:nvPr/>
            </p:nvSpPr>
            <p:spPr>
              <a:xfrm>
                <a:off x="247777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h3949"/>
              <p:cNvSpPr/>
              <p:nvPr/>
            </p:nvSpPr>
            <p:spPr>
              <a:xfrm>
                <a:off x="248721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h3950"/>
              <p:cNvSpPr/>
              <p:nvPr/>
            </p:nvSpPr>
            <p:spPr>
              <a:xfrm>
                <a:off x="249665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h3951"/>
              <p:cNvSpPr/>
              <p:nvPr/>
            </p:nvSpPr>
            <p:spPr>
              <a:xfrm>
                <a:off x="250609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h3952"/>
              <p:cNvSpPr/>
              <p:nvPr/>
            </p:nvSpPr>
            <p:spPr>
              <a:xfrm>
                <a:off x="251553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h3953"/>
              <p:cNvSpPr/>
              <p:nvPr/>
            </p:nvSpPr>
            <p:spPr>
              <a:xfrm>
                <a:off x="252497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h3954"/>
              <p:cNvSpPr/>
              <p:nvPr/>
            </p:nvSpPr>
            <p:spPr>
              <a:xfrm>
                <a:off x="253441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h3955"/>
              <p:cNvSpPr/>
              <p:nvPr/>
            </p:nvSpPr>
            <p:spPr>
              <a:xfrm>
                <a:off x="254385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h3956"/>
              <p:cNvSpPr/>
              <p:nvPr/>
            </p:nvSpPr>
            <p:spPr>
              <a:xfrm>
                <a:off x="255329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h3957"/>
              <p:cNvSpPr/>
              <p:nvPr/>
            </p:nvSpPr>
            <p:spPr>
              <a:xfrm>
                <a:off x="2572172" y="190424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262" y="896830"/>
                    </a:lnTo>
                    <a:lnTo>
                      <a:pt x="908395" y="897121"/>
                    </a:lnTo>
                    <a:lnTo>
                      <a:pt x="908597" y="897567"/>
                    </a:lnTo>
                    <a:lnTo>
                      <a:pt x="908800" y="898013"/>
                    </a:lnTo>
                    <a:lnTo>
                      <a:pt x="909002" y="898459"/>
                    </a:lnTo>
                    <a:lnTo>
                      <a:pt x="909205" y="898904"/>
                    </a:lnTo>
                    <a:lnTo>
                      <a:pt x="909407" y="899350"/>
                    </a:lnTo>
                    <a:lnTo>
                      <a:pt x="909610" y="899796"/>
                    </a:lnTo>
                    <a:lnTo>
                      <a:pt x="909812" y="900242"/>
                    </a:lnTo>
                    <a:lnTo>
                      <a:pt x="910015" y="900687"/>
                    </a:lnTo>
                    <a:lnTo>
                      <a:pt x="910217" y="901133"/>
                    </a:lnTo>
                    <a:lnTo>
                      <a:pt x="910419" y="901579"/>
                    </a:lnTo>
                    <a:lnTo>
                      <a:pt x="910622" y="902024"/>
                    </a:lnTo>
                    <a:lnTo>
                      <a:pt x="910824" y="902470"/>
                    </a:lnTo>
                    <a:lnTo>
                      <a:pt x="911027" y="902916"/>
                    </a:lnTo>
                    <a:lnTo>
                      <a:pt x="911229" y="903362"/>
                    </a:lnTo>
                    <a:lnTo>
                      <a:pt x="911431" y="903808"/>
                    </a:lnTo>
                    <a:lnTo>
                      <a:pt x="911634" y="904253"/>
                    </a:lnTo>
                    <a:lnTo>
                      <a:pt x="911836" y="904699"/>
                    </a:lnTo>
                    <a:lnTo>
                      <a:pt x="912038" y="905145"/>
                    </a:lnTo>
                    <a:lnTo>
                      <a:pt x="912241" y="905591"/>
                    </a:lnTo>
                    <a:lnTo>
                      <a:pt x="912443" y="906036"/>
                    </a:lnTo>
                    <a:lnTo>
                      <a:pt x="912645" y="906482"/>
                    </a:lnTo>
                    <a:lnTo>
                      <a:pt x="912847" y="906928"/>
                    </a:lnTo>
                    <a:lnTo>
                      <a:pt x="913049" y="907374"/>
                    </a:lnTo>
                    <a:lnTo>
                      <a:pt x="913252" y="907820"/>
                    </a:lnTo>
                    <a:lnTo>
                      <a:pt x="913454" y="908265"/>
                    </a:lnTo>
                    <a:lnTo>
                      <a:pt x="913656" y="908711"/>
                    </a:lnTo>
                    <a:lnTo>
                      <a:pt x="913858" y="909157"/>
                    </a:lnTo>
                    <a:lnTo>
                      <a:pt x="914060" y="909603"/>
                    </a:lnTo>
                    <a:lnTo>
                      <a:pt x="914263" y="910049"/>
                    </a:lnTo>
                    <a:lnTo>
                      <a:pt x="914400" y="910351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h3958"/>
              <p:cNvSpPr/>
              <p:nvPr/>
            </p:nvSpPr>
            <p:spPr>
              <a:xfrm>
                <a:off x="2572172" y="1904245"/>
                <a:ext cx="9162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35" h="914400">
                    <a:moveTo>
                      <a:pt x="914400" y="914400"/>
                    </a:moveTo>
                    <a:lnTo>
                      <a:pt x="914400" y="910351"/>
                    </a:lnTo>
                    <a:lnTo>
                      <a:pt x="914465" y="910494"/>
                    </a:lnTo>
                    <a:lnTo>
                      <a:pt x="914667" y="910940"/>
                    </a:lnTo>
                    <a:lnTo>
                      <a:pt x="914869" y="911386"/>
                    </a:lnTo>
                    <a:lnTo>
                      <a:pt x="915071" y="911832"/>
                    </a:lnTo>
                    <a:lnTo>
                      <a:pt x="915273" y="912278"/>
                    </a:lnTo>
                    <a:lnTo>
                      <a:pt x="915475" y="912723"/>
                    </a:lnTo>
                    <a:lnTo>
                      <a:pt x="915677" y="913169"/>
                    </a:lnTo>
                    <a:lnTo>
                      <a:pt x="915879" y="913615"/>
                    </a:lnTo>
                    <a:lnTo>
                      <a:pt x="916081" y="914061"/>
                    </a:lnTo>
                    <a:lnTo>
                      <a:pt x="916235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h3959"/>
              <p:cNvSpPr/>
              <p:nvPr/>
            </p:nvSpPr>
            <p:spPr>
              <a:xfrm>
                <a:off x="3185788" y="188667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195" y="931969"/>
                    </a:lnTo>
                    <a:lnTo>
                      <a:pt x="910835" y="924867"/>
                    </a:lnTo>
                    <a:lnTo>
                      <a:pt x="913500" y="914830"/>
                    </a:lnTo>
                    <a:lnTo>
                      <a:pt x="913631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h3960"/>
              <p:cNvSpPr/>
              <p:nvPr/>
            </p:nvSpPr>
            <p:spPr>
              <a:xfrm>
                <a:off x="318578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h3961"/>
              <p:cNvSpPr/>
              <p:nvPr/>
            </p:nvSpPr>
            <p:spPr>
              <a:xfrm>
                <a:off x="319522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h3962"/>
              <p:cNvSpPr/>
              <p:nvPr/>
            </p:nvSpPr>
            <p:spPr>
              <a:xfrm>
                <a:off x="320466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h3963"/>
              <p:cNvSpPr/>
              <p:nvPr/>
            </p:nvSpPr>
            <p:spPr>
              <a:xfrm>
                <a:off x="321410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h3964"/>
              <p:cNvSpPr/>
              <p:nvPr/>
            </p:nvSpPr>
            <p:spPr>
              <a:xfrm>
                <a:off x="322354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h3965"/>
              <p:cNvSpPr/>
              <p:nvPr/>
            </p:nvSpPr>
            <p:spPr>
              <a:xfrm>
                <a:off x="323298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h3966"/>
              <p:cNvSpPr/>
              <p:nvPr/>
            </p:nvSpPr>
            <p:spPr>
              <a:xfrm>
                <a:off x="324242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h3967"/>
              <p:cNvSpPr/>
              <p:nvPr/>
            </p:nvSpPr>
            <p:spPr>
              <a:xfrm>
                <a:off x="325187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ph3968"/>
              <p:cNvSpPr/>
              <p:nvPr/>
            </p:nvSpPr>
            <p:spPr>
              <a:xfrm>
                <a:off x="326131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ph3969"/>
              <p:cNvSpPr/>
              <p:nvPr/>
            </p:nvSpPr>
            <p:spPr>
              <a:xfrm>
                <a:off x="327075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ph3970"/>
              <p:cNvSpPr/>
              <p:nvPr/>
            </p:nvSpPr>
            <p:spPr>
              <a:xfrm>
                <a:off x="328019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1" name="ph3971"/>
              <p:cNvSpPr/>
              <p:nvPr/>
            </p:nvSpPr>
            <p:spPr>
              <a:xfrm>
                <a:off x="328963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ph3972"/>
              <p:cNvSpPr/>
              <p:nvPr/>
            </p:nvSpPr>
            <p:spPr>
              <a:xfrm>
                <a:off x="329907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3" name="ph3973"/>
              <p:cNvSpPr/>
              <p:nvPr/>
            </p:nvSpPr>
            <p:spPr>
              <a:xfrm>
                <a:off x="330851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ph3974"/>
              <p:cNvSpPr/>
              <p:nvPr/>
            </p:nvSpPr>
            <p:spPr>
              <a:xfrm>
                <a:off x="331795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5" name="ph3975"/>
              <p:cNvSpPr/>
              <p:nvPr/>
            </p:nvSpPr>
            <p:spPr>
              <a:xfrm>
                <a:off x="332739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ph3976"/>
              <p:cNvSpPr/>
              <p:nvPr/>
            </p:nvSpPr>
            <p:spPr>
              <a:xfrm>
                <a:off x="333683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7" name="ph3977"/>
              <p:cNvSpPr/>
              <p:nvPr/>
            </p:nvSpPr>
            <p:spPr>
              <a:xfrm>
                <a:off x="334627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ph3978"/>
              <p:cNvSpPr/>
              <p:nvPr/>
            </p:nvSpPr>
            <p:spPr>
              <a:xfrm>
                <a:off x="335571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9" name="ph3979"/>
              <p:cNvSpPr/>
              <p:nvPr/>
            </p:nvSpPr>
            <p:spPr>
              <a:xfrm>
                <a:off x="336515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0" name="ph3980"/>
              <p:cNvSpPr/>
              <p:nvPr/>
            </p:nvSpPr>
            <p:spPr>
              <a:xfrm>
                <a:off x="337459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1" name="ph3981"/>
              <p:cNvSpPr/>
              <p:nvPr/>
            </p:nvSpPr>
            <p:spPr>
              <a:xfrm>
                <a:off x="338403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2" name="ph3982"/>
              <p:cNvSpPr/>
              <p:nvPr/>
            </p:nvSpPr>
            <p:spPr>
              <a:xfrm>
                <a:off x="339347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3" name="ph3983"/>
              <p:cNvSpPr/>
              <p:nvPr/>
            </p:nvSpPr>
            <p:spPr>
              <a:xfrm>
                <a:off x="340291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4" name="ph3984"/>
              <p:cNvSpPr/>
              <p:nvPr/>
            </p:nvSpPr>
            <p:spPr>
              <a:xfrm>
                <a:off x="341235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5" name="ph3985"/>
              <p:cNvSpPr/>
              <p:nvPr/>
            </p:nvSpPr>
            <p:spPr>
              <a:xfrm>
                <a:off x="342179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6" name="ph3986"/>
              <p:cNvSpPr/>
              <p:nvPr/>
            </p:nvSpPr>
            <p:spPr>
              <a:xfrm>
                <a:off x="3431234" y="1904245"/>
                <a:ext cx="9147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7" h="914400">
                    <a:moveTo>
                      <a:pt x="914400" y="914400"/>
                    </a:moveTo>
                    <a:lnTo>
                      <a:pt x="914466" y="896830"/>
                    </a:lnTo>
                    <a:lnTo>
                      <a:pt x="914767" y="907535"/>
                    </a:lnTo>
                    <a:lnTo>
                      <a:pt x="914762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7" name="ph3987"/>
              <p:cNvSpPr/>
              <p:nvPr/>
            </p:nvSpPr>
            <p:spPr>
              <a:xfrm>
                <a:off x="2279525" y="1869105"/>
                <a:ext cx="914400" cy="9295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50">
                    <a:moveTo>
                      <a:pt x="914400" y="914400"/>
                    </a:moveTo>
                    <a:lnTo>
                      <a:pt x="914400" y="929550"/>
                    </a:lnTo>
                    <a:lnTo>
                      <a:pt x="911558" y="924770"/>
                    </a:lnTo>
                    <a:lnTo>
                      <a:pt x="907329" y="916860"/>
                    </a:lnTo>
                    <a:lnTo>
                      <a:pt x="906146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8" name="ph3988"/>
              <p:cNvSpPr/>
              <p:nvPr/>
            </p:nvSpPr>
            <p:spPr>
              <a:xfrm>
                <a:off x="227952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37" y="931969"/>
                    </a:lnTo>
                    <a:lnTo>
                      <a:pt x="914400" y="92955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9" name="ph3989"/>
              <p:cNvSpPr/>
              <p:nvPr/>
            </p:nvSpPr>
            <p:spPr>
              <a:xfrm>
                <a:off x="228896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0" name="ph3990"/>
              <p:cNvSpPr/>
              <p:nvPr/>
            </p:nvSpPr>
            <p:spPr>
              <a:xfrm>
                <a:off x="229840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1" name="ph3991"/>
              <p:cNvSpPr/>
              <p:nvPr/>
            </p:nvSpPr>
            <p:spPr>
              <a:xfrm>
                <a:off x="230784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2" name="ph3992"/>
              <p:cNvSpPr/>
              <p:nvPr/>
            </p:nvSpPr>
            <p:spPr>
              <a:xfrm>
                <a:off x="231728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3" name="ph3993"/>
              <p:cNvSpPr/>
              <p:nvPr/>
            </p:nvSpPr>
            <p:spPr>
              <a:xfrm>
                <a:off x="232672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h3994"/>
              <p:cNvSpPr/>
              <p:nvPr/>
            </p:nvSpPr>
            <p:spPr>
              <a:xfrm>
                <a:off x="233616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h3995"/>
              <p:cNvSpPr/>
              <p:nvPr/>
            </p:nvSpPr>
            <p:spPr>
              <a:xfrm>
                <a:off x="234560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h3996"/>
              <p:cNvSpPr/>
              <p:nvPr/>
            </p:nvSpPr>
            <p:spPr>
              <a:xfrm>
                <a:off x="235504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h3997"/>
              <p:cNvSpPr/>
              <p:nvPr/>
            </p:nvSpPr>
            <p:spPr>
              <a:xfrm>
                <a:off x="236448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h3998"/>
              <p:cNvSpPr/>
              <p:nvPr/>
            </p:nvSpPr>
            <p:spPr>
              <a:xfrm>
                <a:off x="237392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h3999"/>
              <p:cNvSpPr/>
              <p:nvPr/>
            </p:nvSpPr>
            <p:spPr>
              <a:xfrm>
                <a:off x="238336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h4000"/>
              <p:cNvSpPr/>
              <p:nvPr/>
            </p:nvSpPr>
            <p:spPr>
              <a:xfrm>
                <a:off x="239280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h4001"/>
              <p:cNvSpPr/>
              <p:nvPr/>
            </p:nvSpPr>
            <p:spPr>
              <a:xfrm>
                <a:off x="240224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h4002"/>
              <p:cNvSpPr/>
              <p:nvPr/>
            </p:nvSpPr>
            <p:spPr>
              <a:xfrm>
                <a:off x="241168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h4003"/>
              <p:cNvSpPr/>
              <p:nvPr/>
            </p:nvSpPr>
            <p:spPr>
              <a:xfrm>
                <a:off x="242112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h4004"/>
              <p:cNvSpPr/>
              <p:nvPr/>
            </p:nvSpPr>
            <p:spPr>
              <a:xfrm>
                <a:off x="243056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h4005"/>
              <p:cNvSpPr/>
              <p:nvPr/>
            </p:nvSpPr>
            <p:spPr>
              <a:xfrm>
                <a:off x="244000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ph4006"/>
              <p:cNvSpPr/>
              <p:nvPr/>
            </p:nvSpPr>
            <p:spPr>
              <a:xfrm>
                <a:off x="244944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7" name="ph4007"/>
              <p:cNvSpPr/>
              <p:nvPr/>
            </p:nvSpPr>
            <p:spPr>
              <a:xfrm>
                <a:off x="245889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8" name="ph4008"/>
              <p:cNvSpPr/>
              <p:nvPr/>
            </p:nvSpPr>
            <p:spPr>
              <a:xfrm>
                <a:off x="246833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9" name="ph4009"/>
              <p:cNvSpPr/>
              <p:nvPr/>
            </p:nvSpPr>
            <p:spPr>
              <a:xfrm>
                <a:off x="247777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0" name="ph4010"/>
              <p:cNvSpPr/>
              <p:nvPr/>
            </p:nvSpPr>
            <p:spPr>
              <a:xfrm>
                <a:off x="248721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1" name="ph4011"/>
              <p:cNvSpPr/>
              <p:nvPr/>
            </p:nvSpPr>
            <p:spPr>
              <a:xfrm>
                <a:off x="249665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2" name="ph4012"/>
              <p:cNvSpPr/>
              <p:nvPr/>
            </p:nvSpPr>
            <p:spPr>
              <a:xfrm>
                <a:off x="250609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3" name="ph4013"/>
              <p:cNvSpPr/>
              <p:nvPr/>
            </p:nvSpPr>
            <p:spPr>
              <a:xfrm>
                <a:off x="251553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4" name="ph4014"/>
              <p:cNvSpPr/>
              <p:nvPr/>
            </p:nvSpPr>
            <p:spPr>
              <a:xfrm>
                <a:off x="252497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5" name="ph4015"/>
              <p:cNvSpPr/>
              <p:nvPr/>
            </p:nvSpPr>
            <p:spPr>
              <a:xfrm>
                <a:off x="253441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6" name="ph4016"/>
              <p:cNvSpPr/>
              <p:nvPr/>
            </p:nvSpPr>
            <p:spPr>
              <a:xfrm>
                <a:off x="254385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7" name="ph4017"/>
              <p:cNvSpPr/>
              <p:nvPr/>
            </p:nvSpPr>
            <p:spPr>
              <a:xfrm>
                <a:off x="2562732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400" y="901607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8" name="ph4018"/>
              <p:cNvSpPr/>
              <p:nvPr/>
            </p:nvSpPr>
            <p:spPr>
              <a:xfrm>
                <a:off x="2562732" y="1886675"/>
                <a:ext cx="9177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703" h="914400">
                    <a:moveTo>
                      <a:pt x="914400" y="914400"/>
                    </a:moveTo>
                    <a:lnTo>
                      <a:pt x="914400" y="901607"/>
                    </a:lnTo>
                    <a:lnTo>
                      <a:pt x="917261" y="913428"/>
                    </a:lnTo>
                    <a:lnTo>
                      <a:pt x="917430" y="913800"/>
                    </a:lnTo>
                    <a:lnTo>
                      <a:pt x="917633" y="914245"/>
                    </a:lnTo>
                    <a:lnTo>
                      <a:pt x="917703" y="91440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9" name="ph4019"/>
              <p:cNvSpPr/>
              <p:nvPr/>
            </p:nvSpPr>
            <p:spPr>
              <a:xfrm>
                <a:off x="3185788" y="1886675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631" y="914400"/>
                    </a:lnTo>
                    <a:lnTo>
                      <a:pt x="914399" y="911854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0" name="ph4020"/>
              <p:cNvSpPr/>
              <p:nvPr/>
            </p:nvSpPr>
            <p:spPr>
              <a:xfrm>
                <a:off x="3195228" y="186910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9424"/>
                    </a:lnTo>
                    <a:lnTo>
                      <a:pt x="907008" y="922641"/>
                    </a:lnTo>
                    <a:lnTo>
                      <a:pt x="909817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1" name="ph4021"/>
              <p:cNvSpPr/>
              <p:nvPr/>
            </p:nvSpPr>
            <p:spPr>
              <a:xfrm>
                <a:off x="319522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2" name="ph4022"/>
              <p:cNvSpPr/>
              <p:nvPr/>
            </p:nvSpPr>
            <p:spPr>
              <a:xfrm>
                <a:off x="320466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3" name="ph4023"/>
              <p:cNvSpPr/>
              <p:nvPr/>
            </p:nvSpPr>
            <p:spPr>
              <a:xfrm>
                <a:off x="321410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4" name="ph4024"/>
              <p:cNvSpPr/>
              <p:nvPr/>
            </p:nvSpPr>
            <p:spPr>
              <a:xfrm>
                <a:off x="322354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5" name="ph4025"/>
              <p:cNvSpPr/>
              <p:nvPr/>
            </p:nvSpPr>
            <p:spPr>
              <a:xfrm>
                <a:off x="323298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6" name="ph4026"/>
              <p:cNvSpPr/>
              <p:nvPr/>
            </p:nvSpPr>
            <p:spPr>
              <a:xfrm>
                <a:off x="324242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7" name="ph4027"/>
              <p:cNvSpPr/>
              <p:nvPr/>
            </p:nvSpPr>
            <p:spPr>
              <a:xfrm>
                <a:off x="325187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8" name="ph4028"/>
              <p:cNvSpPr/>
              <p:nvPr/>
            </p:nvSpPr>
            <p:spPr>
              <a:xfrm>
                <a:off x="326131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9" name="ph4029"/>
              <p:cNvSpPr/>
              <p:nvPr/>
            </p:nvSpPr>
            <p:spPr>
              <a:xfrm>
                <a:off x="327075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0" name="ph4030"/>
              <p:cNvSpPr/>
              <p:nvPr/>
            </p:nvSpPr>
            <p:spPr>
              <a:xfrm>
                <a:off x="328019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1" name="ph4031"/>
              <p:cNvSpPr/>
              <p:nvPr/>
            </p:nvSpPr>
            <p:spPr>
              <a:xfrm>
                <a:off x="328963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2" name="ph4032"/>
              <p:cNvSpPr/>
              <p:nvPr/>
            </p:nvSpPr>
            <p:spPr>
              <a:xfrm>
                <a:off x="329907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ph4033"/>
              <p:cNvSpPr/>
              <p:nvPr/>
            </p:nvSpPr>
            <p:spPr>
              <a:xfrm>
                <a:off x="330851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4" name="ph4034"/>
              <p:cNvSpPr/>
              <p:nvPr/>
            </p:nvSpPr>
            <p:spPr>
              <a:xfrm>
                <a:off x="331795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5" name="ph4035"/>
              <p:cNvSpPr/>
              <p:nvPr/>
            </p:nvSpPr>
            <p:spPr>
              <a:xfrm>
                <a:off x="332739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6" name="ph4036"/>
              <p:cNvSpPr/>
              <p:nvPr/>
            </p:nvSpPr>
            <p:spPr>
              <a:xfrm>
                <a:off x="333683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h4037"/>
              <p:cNvSpPr/>
              <p:nvPr/>
            </p:nvSpPr>
            <p:spPr>
              <a:xfrm>
                <a:off x="334627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h4038"/>
              <p:cNvSpPr/>
              <p:nvPr/>
            </p:nvSpPr>
            <p:spPr>
              <a:xfrm>
                <a:off x="335571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h4039"/>
              <p:cNvSpPr/>
              <p:nvPr/>
            </p:nvSpPr>
            <p:spPr>
              <a:xfrm>
                <a:off x="336515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h4040"/>
              <p:cNvSpPr/>
              <p:nvPr/>
            </p:nvSpPr>
            <p:spPr>
              <a:xfrm>
                <a:off x="337459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h4041"/>
              <p:cNvSpPr/>
              <p:nvPr/>
            </p:nvSpPr>
            <p:spPr>
              <a:xfrm>
                <a:off x="338403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h4042"/>
              <p:cNvSpPr/>
              <p:nvPr/>
            </p:nvSpPr>
            <p:spPr>
              <a:xfrm>
                <a:off x="339347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h4043"/>
              <p:cNvSpPr/>
              <p:nvPr/>
            </p:nvSpPr>
            <p:spPr>
              <a:xfrm>
                <a:off x="340291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h4044"/>
              <p:cNvSpPr/>
              <p:nvPr/>
            </p:nvSpPr>
            <p:spPr>
              <a:xfrm>
                <a:off x="341235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h4045"/>
              <p:cNvSpPr/>
              <p:nvPr/>
            </p:nvSpPr>
            <p:spPr>
              <a:xfrm>
                <a:off x="3431234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11" y="896830"/>
                    </a:lnTo>
                    <a:lnTo>
                      <a:pt x="913814" y="902666"/>
                    </a:lnTo>
                    <a:lnTo>
                      <a:pt x="914400" y="91295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ph4046"/>
              <p:cNvSpPr/>
              <p:nvPr/>
            </p:nvSpPr>
            <p:spPr>
              <a:xfrm>
                <a:off x="3431234" y="1886675"/>
                <a:ext cx="9144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1" h="914400">
                    <a:moveTo>
                      <a:pt x="914400" y="914400"/>
                    </a:moveTo>
                    <a:lnTo>
                      <a:pt x="914400" y="912950"/>
                    </a:lnTo>
                    <a:lnTo>
                      <a:pt x="914451" y="913862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7" name="ph4047"/>
              <p:cNvSpPr/>
              <p:nvPr/>
            </p:nvSpPr>
            <p:spPr>
              <a:xfrm>
                <a:off x="2270085" y="1851536"/>
                <a:ext cx="914400" cy="92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02">
                    <a:moveTo>
                      <a:pt x="914400" y="914400"/>
                    </a:moveTo>
                    <a:lnTo>
                      <a:pt x="914400" y="929502"/>
                    </a:lnTo>
                    <a:lnTo>
                      <a:pt x="912770" y="926114"/>
                    </a:lnTo>
                    <a:lnTo>
                      <a:pt x="911606" y="923558"/>
                    </a:lnTo>
                    <a:lnTo>
                      <a:pt x="910449" y="921021"/>
                    </a:lnTo>
                    <a:lnTo>
                      <a:pt x="909291" y="918483"/>
                    </a:lnTo>
                    <a:lnTo>
                      <a:pt x="908133" y="915946"/>
                    </a:lnTo>
                    <a:lnTo>
                      <a:pt x="907427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8" name="ph4048"/>
              <p:cNvSpPr/>
              <p:nvPr/>
            </p:nvSpPr>
            <p:spPr>
              <a:xfrm>
                <a:off x="227008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586" y="931969"/>
                    </a:lnTo>
                    <a:lnTo>
                      <a:pt x="914400" y="929502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9" name="ph4049"/>
              <p:cNvSpPr/>
              <p:nvPr/>
            </p:nvSpPr>
            <p:spPr>
              <a:xfrm>
                <a:off x="227952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0" name="ph4050"/>
              <p:cNvSpPr/>
              <p:nvPr/>
            </p:nvSpPr>
            <p:spPr>
              <a:xfrm>
                <a:off x="228896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1" name="ph4051"/>
              <p:cNvSpPr/>
              <p:nvPr/>
            </p:nvSpPr>
            <p:spPr>
              <a:xfrm>
                <a:off x="229840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2" name="ph4052"/>
              <p:cNvSpPr/>
              <p:nvPr/>
            </p:nvSpPr>
            <p:spPr>
              <a:xfrm>
                <a:off x="230784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3" name="ph4053"/>
              <p:cNvSpPr/>
              <p:nvPr/>
            </p:nvSpPr>
            <p:spPr>
              <a:xfrm>
                <a:off x="231728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4" name="ph4054"/>
              <p:cNvSpPr/>
              <p:nvPr/>
            </p:nvSpPr>
            <p:spPr>
              <a:xfrm>
                <a:off x="232672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5" name="ph4055"/>
              <p:cNvSpPr/>
              <p:nvPr/>
            </p:nvSpPr>
            <p:spPr>
              <a:xfrm>
                <a:off x="233616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6" name="ph4056"/>
              <p:cNvSpPr/>
              <p:nvPr/>
            </p:nvSpPr>
            <p:spPr>
              <a:xfrm>
                <a:off x="234560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7" name="ph4057"/>
              <p:cNvSpPr/>
              <p:nvPr/>
            </p:nvSpPr>
            <p:spPr>
              <a:xfrm>
                <a:off x="235504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8" name="ph4058"/>
              <p:cNvSpPr/>
              <p:nvPr/>
            </p:nvSpPr>
            <p:spPr>
              <a:xfrm>
                <a:off x="236448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9" name="ph4059"/>
              <p:cNvSpPr/>
              <p:nvPr/>
            </p:nvSpPr>
            <p:spPr>
              <a:xfrm>
                <a:off x="237392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0" name="ph4060"/>
              <p:cNvSpPr/>
              <p:nvPr/>
            </p:nvSpPr>
            <p:spPr>
              <a:xfrm>
                <a:off x="238336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1" name="ph4061"/>
              <p:cNvSpPr/>
              <p:nvPr/>
            </p:nvSpPr>
            <p:spPr>
              <a:xfrm>
                <a:off x="239280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2" name="ph4062"/>
              <p:cNvSpPr/>
              <p:nvPr/>
            </p:nvSpPr>
            <p:spPr>
              <a:xfrm>
                <a:off x="240224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3" name="ph4063"/>
              <p:cNvSpPr/>
              <p:nvPr/>
            </p:nvSpPr>
            <p:spPr>
              <a:xfrm>
                <a:off x="241168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4" name="ph4064"/>
              <p:cNvSpPr/>
              <p:nvPr/>
            </p:nvSpPr>
            <p:spPr>
              <a:xfrm>
                <a:off x="242112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5" name="ph4065"/>
              <p:cNvSpPr/>
              <p:nvPr/>
            </p:nvSpPr>
            <p:spPr>
              <a:xfrm>
                <a:off x="243056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6" name="ph4066"/>
              <p:cNvSpPr/>
              <p:nvPr/>
            </p:nvSpPr>
            <p:spPr>
              <a:xfrm>
                <a:off x="244000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h4067"/>
              <p:cNvSpPr/>
              <p:nvPr/>
            </p:nvSpPr>
            <p:spPr>
              <a:xfrm>
                <a:off x="244944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h4068"/>
              <p:cNvSpPr/>
              <p:nvPr/>
            </p:nvSpPr>
            <p:spPr>
              <a:xfrm>
                <a:off x="245889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h4069"/>
              <p:cNvSpPr/>
              <p:nvPr/>
            </p:nvSpPr>
            <p:spPr>
              <a:xfrm>
                <a:off x="246833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h4070"/>
              <p:cNvSpPr/>
              <p:nvPr/>
            </p:nvSpPr>
            <p:spPr>
              <a:xfrm>
                <a:off x="247777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1" name="ph4071"/>
              <p:cNvSpPr/>
              <p:nvPr/>
            </p:nvSpPr>
            <p:spPr>
              <a:xfrm>
                <a:off x="248721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2" name="ph4072"/>
              <p:cNvSpPr/>
              <p:nvPr/>
            </p:nvSpPr>
            <p:spPr>
              <a:xfrm>
                <a:off x="249665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3" name="ph4073"/>
              <p:cNvSpPr/>
              <p:nvPr/>
            </p:nvSpPr>
            <p:spPr>
              <a:xfrm>
                <a:off x="250609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4" name="ph4074"/>
              <p:cNvSpPr/>
              <p:nvPr/>
            </p:nvSpPr>
            <p:spPr>
              <a:xfrm>
                <a:off x="251553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5" name="ph4075"/>
              <p:cNvSpPr/>
              <p:nvPr/>
            </p:nvSpPr>
            <p:spPr>
              <a:xfrm>
                <a:off x="252497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6" name="ph4076"/>
              <p:cNvSpPr/>
              <p:nvPr/>
            </p:nvSpPr>
            <p:spPr>
              <a:xfrm>
                <a:off x="253441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7" name="ph4077"/>
              <p:cNvSpPr/>
              <p:nvPr/>
            </p:nvSpPr>
            <p:spPr>
              <a:xfrm>
                <a:off x="254385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8" name="ph4078"/>
              <p:cNvSpPr/>
              <p:nvPr/>
            </p:nvSpPr>
            <p:spPr>
              <a:xfrm>
                <a:off x="2553292" y="1869105"/>
                <a:ext cx="9226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3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30" y="896830"/>
                    </a:lnTo>
                    <a:lnTo>
                      <a:pt x="922683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9" name="ph4079"/>
              <p:cNvSpPr/>
              <p:nvPr/>
            </p:nvSpPr>
            <p:spPr>
              <a:xfrm>
                <a:off x="3195228" y="185153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817" y="931969"/>
                    </a:lnTo>
                    <a:lnTo>
                      <a:pt x="910230" y="930757"/>
                    </a:lnTo>
                    <a:lnTo>
                      <a:pt x="911509" y="927412"/>
                    </a:lnTo>
                    <a:lnTo>
                      <a:pt x="911431" y="925423"/>
                    </a:lnTo>
                    <a:lnTo>
                      <a:pt x="911387" y="920411"/>
                    </a:lnTo>
                    <a:lnTo>
                      <a:pt x="910454" y="914964"/>
                    </a:lnTo>
                    <a:lnTo>
                      <a:pt x="910374" y="914400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0" name="ph4080"/>
              <p:cNvSpPr/>
              <p:nvPr/>
            </p:nvSpPr>
            <p:spPr>
              <a:xfrm>
                <a:off x="319522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1" name="ph4081"/>
              <p:cNvSpPr/>
              <p:nvPr/>
            </p:nvSpPr>
            <p:spPr>
              <a:xfrm>
                <a:off x="320466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2" name="ph4082"/>
              <p:cNvSpPr/>
              <p:nvPr/>
            </p:nvSpPr>
            <p:spPr>
              <a:xfrm>
                <a:off x="321410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h4083"/>
              <p:cNvSpPr/>
              <p:nvPr/>
            </p:nvSpPr>
            <p:spPr>
              <a:xfrm>
                <a:off x="322354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h4084"/>
              <p:cNvSpPr/>
              <p:nvPr/>
            </p:nvSpPr>
            <p:spPr>
              <a:xfrm>
                <a:off x="323298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h4085"/>
              <p:cNvSpPr/>
              <p:nvPr/>
            </p:nvSpPr>
            <p:spPr>
              <a:xfrm>
                <a:off x="324242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h4086"/>
              <p:cNvSpPr/>
              <p:nvPr/>
            </p:nvSpPr>
            <p:spPr>
              <a:xfrm>
                <a:off x="325187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h4087"/>
              <p:cNvSpPr/>
              <p:nvPr/>
            </p:nvSpPr>
            <p:spPr>
              <a:xfrm>
                <a:off x="326131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h4088"/>
              <p:cNvSpPr/>
              <p:nvPr/>
            </p:nvSpPr>
            <p:spPr>
              <a:xfrm>
                <a:off x="327075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h4089"/>
              <p:cNvSpPr/>
              <p:nvPr/>
            </p:nvSpPr>
            <p:spPr>
              <a:xfrm>
                <a:off x="328019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h4090"/>
              <p:cNvSpPr/>
              <p:nvPr/>
            </p:nvSpPr>
            <p:spPr>
              <a:xfrm>
                <a:off x="328963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h4091"/>
              <p:cNvSpPr/>
              <p:nvPr/>
            </p:nvSpPr>
            <p:spPr>
              <a:xfrm>
                <a:off x="329907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h4092"/>
              <p:cNvSpPr/>
              <p:nvPr/>
            </p:nvSpPr>
            <p:spPr>
              <a:xfrm>
                <a:off x="330851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h4093"/>
              <p:cNvSpPr/>
              <p:nvPr/>
            </p:nvSpPr>
            <p:spPr>
              <a:xfrm>
                <a:off x="331795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h4094"/>
              <p:cNvSpPr/>
              <p:nvPr/>
            </p:nvSpPr>
            <p:spPr>
              <a:xfrm>
                <a:off x="332739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h4095"/>
              <p:cNvSpPr/>
              <p:nvPr/>
            </p:nvSpPr>
            <p:spPr>
              <a:xfrm>
                <a:off x="333683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h4096"/>
              <p:cNvSpPr/>
              <p:nvPr/>
            </p:nvSpPr>
            <p:spPr>
              <a:xfrm>
                <a:off x="334627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h4097"/>
              <p:cNvSpPr/>
              <p:nvPr/>
            </p:nvSpPr>
            <p:spPr>
              <a:xfrm>
                <a:off x="335571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h4098"/>
              <p:cNvSpPr/>
              <p:nvPr/>
            </p:nvSpPr>
            <p:spPr>
              <a:xfrm>
                <a:off x="336515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h4099"/>
              <p:cNvSpPr/>
              <p:nvPr/>
            </p:nvSpPr>
            <p:spPr>
              <a:xfrm>
                <a:off x="337459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h4100"/>
              <p:cNvSpPr/>
              <p:nvPr/>
            </p:nvSpPr>
            <p:spPr>
              <a:xfrm>
                <a:off x="338403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h4101"/>
              <p:cNvSpPr/>
              <p:nvPr/>
            </p:nvSpPr>
            <p:spPr>
              <a:xfrm>
                <a:off x="339347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h4102"/>
              <p:cNvSpPr/>
              <p:nvPr/>
            </p:nvSpPr>
            <p:spPr>
              <a:xfrm>
                <a:off x="340291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h4103"/>
              <p:cNvSpPr/>
              <p:nvPr/>
            </p:nvSpPr>
            <p:spPr>
              <a:xfrm>
                <a:off x="341235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h4104"/>
              <p:cNvSpPr/>
              <p:nvPr/>
            </p:nvSpPr>
            <p:spPr>
              <a:xfrm>
                <a:off x="3421794" y="1869105"/>
                <a:ext cx="9227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5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834" y="896830"/>
                    </a:lnTo>
                    <a:lnTo>
                      <a:pt x="921022" y="898114"/>
                    </a:lnTo>
                    <a:lnTo>
                      <a:pt x="922297" y="909120"/>
                    </a:lnTo>
                    <a:lnTo>
                      <a:pt x="922752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h4105"/>
              <p:cNvSpPr/>
              <p:nvPr/>
            </p:nvSpPr>
            <p:spPr>
              <a:xfrm>
                <a:off x="2260644" y="1833966"/>
                <a:ext cx="914400" cy="9265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568">
                    <a:moveTo>
                      <a:pt x="914400" y="914400"/>
                    </a:moveTo>
                    <a:lnTo>
                      <a:pt x="914400" y="926568"/>
                    </a:lnTo>
                    <a:lnTo>
                      <a:pt x="914096" y="925904"/>
                    </a:lnTo>
                    <a:lnTo>
                      <a:pt x="912936" y="923367"/>
                    </a:lnTo>
                    <a:lnTo>
                      <a:pt x="911776" y="920830"/>
                    </a:lnTo>
                    <a:lnTo>
                      <a:pt x="910615" y="918294"/>
                    </a:lnTo>
                    <a:lnTo>
                      <a:pt x="909453" y="915757"/>
                    </a:lnTo>
                    <a:lnTo>
                      <a:pt x="908831" y="914400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h4106"/>
              <p:cNvSpPr/>
              <p:nvPr/>
            </p:nvSpPr>
            <p:spPr>
              <a:xfrm>
                <a:off x="226064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867" y="931969"/>
                    </a:lnTo>
                    <a:lnTo>
                      <a:pt x="916415" y="930978"/>
                    </a:lnTo>
                    <a:lnTo>
                      <a:pt x="915255" y="928441"/>
                    </a:lnTo>
                    <a:lnTo>
                      <a:pt x="914400" y="92656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h4107"/>
              <p:cNvSpPr/>
              <p:nvPr/>
            </p:nvSpPr>
            <p:spPr>
              <a:xfrm>
                <a:off x="227008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h4108"/>
              <p:cNvSpPr/>
              <p:nvPr/>
            </p:nvSpPr>
            <p:spPr>
              <a:xfrm>
                <a:off x="227952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h4109"/>
              <p:cNvSpPr/>
              <p:nvPr/>
            </p:nvSpPr>
            <p:spPr>
              <a:xfrm>
                <a:off x="228896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h4110"/>
              <p:cNvSpPr/>
              <p:nvPr/>
            </p:nvSpPr>
            <p:spPr>
              <a:xfrm>
                <a:off x="229840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h4111"/>
              <p:cNvSpPr/>
              <p:nvPr/>
            </p:nvSpPr>
            <p:spPr>
              <a:xfrm>
                <a:off x="230784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h4112"/>
              <p:cNvSpPr/>
              <p:nvPr/>
            </p:nvSpPr>
            <p:spPr>
              <a:xfrm>
                <a:off x="231728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h4113"/>
              <p:cNvSpPr/>
              <p:nvPr/>
            </p:nvSpPr>
            <p:spPr>
              <a:xfrm>
                <a:off x="232672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h4114"/>
              <p:cNvSpPr/>
              <p:nvPr/>
            </p:nvSpPr>
            <p:spPr>
              <a:xfrm>
                <a:off x="233616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h4115"/>
              <p:cNvSpPr/>
              <p:nvPr/>
            </p:nvSpPr>
            <p:spPr>
              <a:xfrm>
                <a:off x="234560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h4116"/>
              <p:cNvSpPr/>
              <p:nvPr/>
            </p:nvSpPr>
            <p:spPr>
              <a:xfrm>
                <a:off x="235504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h4117"/>
              <p:cNvSpPr/>
              <p:nvPr/>
            </p:nvSpPr>
            <p:spPr>
              <a:xfrm>
                <a:off x="236448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h4118"/>
              <p:cNvSpPr/>
              <p:nvPr/>
            </p:nvSpPr>
            <p:spPr>
              <a:xfrm>
                <a:off x="237392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h4119"/>
              <p:cNvSpPr/>
              <p:nvPr/>
            </p:nvSpPr>
            <p:spPr>
              <a:xfrm>
                <a:off x="238336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h4120"/>
              <p:cNvSpPr/>
              <p:nvPr/>
            </p:nvSpPr>
            <p:spPr>
              <a:xfrm>
                <a:off x="239280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h4121"/>
              <p:cNvSpPr/>
              <p:nvPr/>
            </p:nvSpPr>
            <p:spPr>
              <a:xfrm>
                <a:off x="240224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h4122"/>
              <p:cNvSpPr/>
              <p:nvPr/>
            </p:nvSpPr>
            <p:spPr>
              <a:xfrm>
                <a:off x="241168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h4123"/>
              <p:cNvSpPr/>
              <p:nvPr/>
            </p:nvSpPr>
            <p:spPr>
              <a:xfrm>
                <a:off x="242112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h4124"/>
              <p:cNvSpPr/>
              <p:nvPr/>
            </p:nvSpPr>
            <p:spPr>
              <a:xfrm>
                <a:off x="243056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h4125"/>
              <p:cNvSpPr/>
              <p:nvPr/>
            </p:nvSpPr>
            <p:spPr>
              <a:xfrm>
                <a:off x="244000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h4126"/>
              <p:cNvSpPr/>
              <p:nvPr/>
            </p:nvSpPr>
            <p:spPr>
              <a:xfrm>
                <a:off x="244944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h4127"/>
              <p:cNvSpPr/>
              <p:nvPr/>
            </p:nvSpPr>
            <p:spPr>
              <a:xfrm>
                <a:off x="245889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h4128"/>
              <p:cNvSpPr/>
              <p:nvPr/>
            </p:nvSpPr>
            <p:spPr>
              <a:xfrm>
                <a:off x="246833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h4129"/>
              <p:cNvSpPr/>
              <p:nvPr/>
            </p:nvSpPr>
            <p:spPr>
              <a:xfrm>
                <a:off x="247777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h4130"/>
              <p:cNvSpPr/>
              <p:nvPr/>
            </p:nvSpPr>
            <p:spPr>
              <a:xfrm>
                <a:off x="248721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h4131"/>
              <p:cNvSpPr/>
              <p:nvPr/>
            </p:nvSpPr>
            <p:spPr>
              <a:xfrm>
                <a:off x="249665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h4132"/>
              <p:cNvSpPr/>
              <p:nvPr/>
            </p:nvSpPr>
            <p:spPr>
              <a:xfrm>
                <a:off x="250609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h4133"/>
              <p:cNvSpPr/>
              <p:nvPr/>
            </p:nvSpPr>
            <p:spPr>
              <a:xfrm>
                <a:off x="251553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h4134"/>
              <p:cNvSpPr/>
              <p:nvPr/>
            </p:nvSpPr>
            <p:spPr>
              <a:xfrm>
                <a:off x="252497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h4135"/>
              <p:cNvSpPr/>
              <p:nvPr/>
            </p:nvSpPr>
            <p:spPr>
              <a:xfrm>
                <a:off x="253441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h4136"/>
              <p:cNvSpPr/>
              <p:nvPr/>
            </p:nvSpPr>
            <p:spPr>
              <a:xfrm>
                <a:off x="2553292" y="185153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9" y="896830"/>
                    </a:lnTo>
                    <a:lnTo>
                      <a:pt x="914400" y="897756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h4137"/>
              <p:cNvSpPr/>
              <p:nvPr/>
            </p:nvSpPr>
            <p:spPr>
              <a:xfrm>
                <a:off x="2553292" y="1851536"/>
                <a:ext cx="9184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30" h="914400">
                    <a:moveTo>
                      <a:pt x="914400" y="914400"/>
                    </a:moveTo>
                    <a:lnTo>
                      <a:pt x="914410" y="897796"/>
                    </a:lnTo>
                    <a:lnTo>
                      <a:pt x="914556" y="898400"/>
                    </a:lnTo>
                    <a:lnTo>
                      <a:pt x="914704" y="899011"/>
                    </a:lnTo>
                    <a:lnTo>
                      <a:pt x="914852" y="899622"/>
                    </a:lnTo>
                    <a:lnTo>
                      <a:pt x="915000" y="900233"/>
                    </a:lnTo>
                    <a:lnTo>
                      <a:pt x="915148" y="900844"/>
                    </a:lnTo>
                    <a:lnTo>
                      <a:pt x="915296" y="901455"/>
                    </a:lnTo>
                    <a:lnTo>
                      <a:pt x="915444" y="902066"/>
                    </a:lnTo>
                    <a:lnTo>
                      <a:pt x="915592" y="902676"/>
                    </a:lnTo>
                    <a:lnTo>
                      <a:pt x="915740" y="903287"/>
                    </a:lnTo>
                    <a:lnTo>
                      <a:pt x="915888" y="903898"/>
                    </a:lnTo>
                    <a:lnTo>
                      <a:pt x="916036" y="904509"/>
                    </a:lnTo>
                    <a:lnTo>
                      <a:pt x="916184" y="905120"/>
                    </a:lnTo>
                    <a:lnTo>
                      <a:pt x="918430" y="914400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h4138"/>
              <p:cNvSpPr/>
              <p:nvPr/>
            </p:nvSpPr>
            <p:spPr>
              <a:xfrm>
                <a:off x="3195228" y="183396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74" y="931969"/>
                    </a:lnTo>
                    <a:lnTo>
                      <a:pt x="908962" y="921965"/>
                    </a:lnTo>
                    <a:lnTo>
                      <a:pt x="908117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h4139"/>
              <p:cNvSpPr/>
              <p:nvPr/>
            </p:nvSpPr>
            <p:spPr>
              <a:xfrm>
                <a:off x="319522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h4140"/>
              <p:cNvSpPr/>
              <p:nvPr/>
            </p:nvSpPr>
            <p:spPr>
              <a:xfrm>
                <a:off x="320466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h4141"/>
              <p:cNvSpPr/>
              <p:nvPr/>
            </p:nvSpPr>
            <p:spPr>
              <a:xfrm>
                <a:off x="321410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h4142"/>
              <p:cNvSpPr/>
              <p:nvPr/>
            </p:nvSpPr>
            <p:spPr>
              <a:xfrm>
                <a:off x="322354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h4143"/>
              <p:cNvSpPr/>
              <p:nvPr/>
            </p:nvSpPr>
            <p:spPr>
              <a:xfrm>
                <a:off x="323298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h4144"/>
              <p:cNvSpPr/>
              <p:nvPr/>
            </p:nvSpPr>
            <p:spPr>
              <a:xfrm>
                <a:off x="324242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h4145"/>
              <p:cNvSpPr/>
              <p:nvPr/>
            </p:nvSpPr>
            <p:spPr>
              <a:xfrm>
                <a:off x="325187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h4146"/>
              <p:cNvSpPr/>
              <p:nvPr/>
            </p:nvSpPr>
            <p:spPr>
              <a:xfrm>
                <a:off x="326131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h4147"/>
              <p:cNvSpPr/>
              <p:nvPr/>
            </p:nvSpPr>
            <p:spPr>
              <a:xfrm>
                <a:off x="327075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h4148"/>
              <p:cNvSpPr/>
              <p:nvPr/>
            </p:nvSpPr>
            <p:spPr>
              <a:xfrm>
                <a:off x="328019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h4149"/>
              <p:cNvSpPr/>
              <p:nvPr/>
            </p:nvSpPr>
            <p:spPr>
              <a:xfrm>
                <a:off x="328963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h4150"/>
              <p:cNvSpPr/>
              <p:nvPr/>
            </p:nvSpPr>
            <p:spPr>
              <a:xfrm>
                <a:off x="329907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h4151"/>
              <p:cNvSpPr/>
              <p:nvPr/>
            </p:nvSpPr>
            <p:spPr>
              <a:xfrm>
                <a:off x="330851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h4152"/>
              <p:cNvSpPr/>
              <p:nvPr/>
            </p:nvSpPr>
            <p:spPr>
              <a:xfrm>
                <a:off x="331795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h4153"/>
              <p:cNvSpPr/>
              <p:nvPr/>
            </p:nvSpPr>
            <p:spPr>
              <a:xfrm>
                <a:off x="332739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h4154"/>
              <p:cNvSpPr/>
              <p:nvPr/>
            </p:nvSpPr>
            <p:spPr>
              <a:xfrm>
                <a:off x="333683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h4155"/>
              <p:cNvSpPr/>
              <p:nvPr/>
            </p:nvSpPr>
            <p:spPr>
              <a:xfrm>
                <a:off x="334627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h4156"/>
              <p:cNvSpPr/>
              <p:nvPr/>
            </p:nvSpPr>
            <p:spPr>
              <a:xfrm>
                <a:off x="335571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h4157"/>
              <p:cNvSpPr/>
              <p:nvPr/>
            </p:nvSpPr>
            <p:spPr>
              <a:xfrm>
                <a:off x="336515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h4158"/>
              <p:cNvSpPr/>
              <p:nvPr/>
            </p:nvSpPr>
            <p:spPr>
              <a:xfrm>
                <a:off x="337459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h4159"/>
              <p:cNvSpPr/>
              <p:nvPr/>
            </p:nvSpPr>
            <p:spPr>
              <a:xfrm>
                <a:off x="338403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h4160"/>
              <p:cNvSpPr/>
              <p:nvPr/>
            </p:nvSpPr>
            <p:spPr>
              <a:xfrm>
                <a:off x="339347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h4161"/>
              <p:cNvSpPr/>
              <p:nvPr/>
            </p:nvSpPr>
            <p:spPr>
              <a:xfrm>
                <a:off x="340291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h4162"/>
              <p:cNvSpPr/>
              <p:nvPr/>
            </p:nvSpPr>
            <p:spPr>
              <a:xfrm>
                <a:off x="341235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h4163"/>
              <p:cNvSpPr/>
              <p:nvPr/>
            </p:nvSpPr>
            <p:spPr>
              <a:xfrm>
                <a:off x="3421794" y="18515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022"/>
                    </a:lnTo>
                    <a:lnTo>
                      <a:pt x="921719" y="908110"/>
                    </a:lnTo>
                    <a:lnTo>
                      <a:pt x="920552" y="912474"/>
                    </a:lnTo>
                    <a:lnTo>
                      <a:pt x="920834" y="914400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h4164"/>
              <p:cNvSpPr/>
              <p:nvPr/>
            </p:nvSpPr>
            <p:spPr>
              <a:xfrm>
                <a:off x="3431234" y="1833966"/>
                <a:ext cx="914870" cy="916591"/>
              </a:xfrm>
              <a:custGeom>
                <a:avLst/>
                <a:gdLst/>
                <a:ahLst/>
                <a:cxnLst/>
                <a:rect l="0" t="0" r="0" b="0"/>
                <a:pathLst>
                  <a:path w="914870" h="916591">
                    <a:moveTo>
                      <a:pt x="914400" y="914400"/>
                    </a:moveTo>
                    <a:lnTo>
                      <a:pt x="914870" y="914400"/>
                    </a:lnTo>
                    <a:lnTo>
                      <a:pt x="914617" y="915660"/>
                    </a:lnTo>
                    <a:lnTo>
                      <a:pt x="914400" y="916591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h4165"/>
              <p:cNvSpPr/>
              <p:nvPr/>
            </p:nvSpPr>
            <p:spPr>
              <a:xfrm>
                <a:off x="2251204" y="1816396"/>
                <a:ext cx="914400" cy="9235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23">
                    <a:moveTo>
                      <a:pt x="914400" y="914400"/>
                    </a:moveTo>
                    <a:lnTo>
                      <a:pt x="914400" y="923523"/>
                    </a:lnTo>
                    <a:lnTo>
                      <a:pt x="914243" y="923182"/>
                    </a:lnTo>
                    <a:lnTo>
                      <a:pt x="913071" y="920628"/>
                    </a:lnTo>
                    <a:lnTo>
                      <a:pt x="910361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h4166"/>
              <p:cNvSpPr/>
              <p:nvPr/>
            </p:nvSpPr>
            <p:spPr>
              <a:xfrm>
                <a:off x="225120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272" y="931969"/>
                    </a:lnTo>
                    <a:lnTo>
                      <a:pt x="917732" y="930791"/>
                    </a:lnTo>
                    <a:lnTo>
                      <a:pt x="916569" y="928254"/>
                    </a:lnTo>
                    <a:lnTo>
                      <a:pt x="915406" y="925718"/>
                    </a:lnTo>
                    <a:lnTo>
                      <a:pt x="914400" y="923523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h4167"/>
              <p:cNvSpPr/>
              <p:nvPr/>
            </p:nvSpPr>
            <p:spPr>
              <a:xfrm>
                <a:off x="226064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h4168"/>
              <p:cNvSpPr/>
              <p:nvPr/>
            </p:nvSpPr>
            <p:spPr>
              <a:xfrm>
                <a:off x="227008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h4169"/>
              <p:cNvSpPr/>
              <p:nvPr/>
            </p:nvSpPr>
            <p:spPr>
              <a:xfrm>
                <a:off x="227952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h4170"/>
              <p:cNvSpPr/>
              <p:nvPr/>
            </p:nvSpPr>
            <p:spPr>
              <a:xfrm>
                <a:off x="228896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h4171"/>
              <p:cNvSpPr/>
              <p:nvPr/>
            </p:nvSpPr>
            <p:spPr>
              <a:xfrm>
                <a:off x="229840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h4172"/>
              <p:cNvSpPr/>
              <p:nvPr/>
            </p:nvSpPr>
            <p:spPr>
              <a:xfrm>
                <a:off x="230784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h4173"/>
              <p:cNvSpPr/>
              <p:nvPr/>
            </p:nvSpPr>
            <p:spPr>
              <a:xfrm>
                <a:off x="231728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h4174"/>
              <p:cNvSpPr/>
              <p:nvPr/>
            </p:nvSpPr>
            <p:spPr>
              <a:xfrm>
                <a:off x="232672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h4175"/>
              <p:cNvSpPr/>
              <p:nvPr/>
            </p:nvSpPr>
            <p:spPr>
              <a:xfrm>
                <a:off x="233616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h4176"/>
              <p:cNvSpPr/>
              <p:nvPr/>
            </p:nvSpPr>
            <p:spPr>
              <a:xfrm>
                <a:off x="234560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h4177"/>
              <p:cNvSpPr/>
              <p:nvPr/>
            </p:nvSpPr>
            <p:spPr>
              <a:xfrm>
                <a:off x="235504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h4178"/>
              <p:cNvSpPr/>
              <p:nvPr/>
            </p:nvSpPr>
            <p:spPr>
              <a:xfrm>
                <a:off x="236448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AF57">
                  <a:alpha val="100000"/>
                </a:srgbClr>
              </a:solidFill>
              <a:ln w="5420" cap="flat">
                <a:solidFill>
                  <a:srgbClr val="58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h4179"/>
              <p:cNvSpPr/>
              <p:nvPr/>
            </p:nvSpPr>
            <p:spPr>
              <a:xfrm>
                <a:off x="237392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h4180"/>
              <p:cNvSpPr/>
              <p:nvPr/>
            </p:nvSpPr>
            <p:spPr>
              <a:xfrm>
                <a:off x="238336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h4181"/>
              <p:cNvSpPr/>
              <p:nvPr/>
            </p:nvSpPr>
            <p:spPr>
              <a:xfrm>
                <a:off x="239280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h4182"/>
              <p:cNvSpPr/>
              <p:nvPr/>
            </p:nvSpPr>
            <p:spPr>
              <a:xfrm>
                <a:off x="240224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h4183"/>
              <p:cNvSpPr/>
              <p:nvPr/>
            </p:nvSpPr>
            <p:spPr>
              <a:xfrm>
                <a:off x="241168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h4184"/>
              <p:cNvSpPr/>
              <p:nvPr/>
            </p:nvSpPr>
            <p:spPr>
              <a:xfrm>
                <a:off x="242112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h4185"/>
              <p:cNvSpPr/>
              <p:nvPr/>
            </p:nvSpPr>
            <p:spPr>
              <a:xfrm>
                <a:off x="243056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h4186"/>
              <p:cNvSpPr/>
              <p:nvPr/>
            </p:nvSpPr>
            <p:spPr>
              <a:xfrm>
                <a:off x="244000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h4187"/>
              <p:cNvSpPr/>
              <p:nvPr/>
            </p:nvSpPr>
            <p:spPr>
              <a:xfrm>
                <a:off x="244944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h4188"/>
              <p:cNvSpPr/>
              <p:nvPr/>
            </p:nvSpPr>
            <p:spPr>
              <a:xfrm>
                <a:off x="245889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h4189"/>
              <p:cNvSpPr/>
              <p:nvPr/>
            </p:nvSpPr>
            <p:spPr>
              <a:xfrm>
                <a:off x="246833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h4190"/>
              <p:cNvSpPr/>
              <p:nvPr/>
            </p:nvSpPr>
            <p:spPr>
              <a:xfrm>
                <a:off x="247777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h4191"/>
              <p:cNvSpPr/>
              <p:nvPr/>
            </p:nvSpPr>
            <p:spPr>
              <a:xfrm>
                <a:off x="248721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h4192"/>
              <p:cNvSpPr/>
              <p:nvPr/>
            </p:nvSpPr>
            <p:spPr>
              <a:xfrm>
                <a:off x="249665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h4193"/>
              <p:cNvSpPr/>
              <p:nvPr/>
            </p:nvSpPr>
            <p:spPr>
              <a:xfrm>
                <a:off x="250609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h4194"/>
              <p:cNvSpPr/>
              <p:nvPr/>
            </p:nvSpPr>
            <p:spPr>
              <a:xfrm>
                <a:off x="251553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h4195"/>
              <p:cNvSpPr/>
              <p:nvPr/>
            </p:nvSpPr>
            <p:spPr>
              <a:xfrm>
                <a:off x="252497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h4196"/>
              <p:cNvSpPr/>
              <p:nvPr/>
            </p:nvSpPr>
            <p:spPr>
              <a:xfrm>
                <a:off x="253441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h4197"/>
              <p:cNvSpPr/>
              <p:nvPr/>
            </p:nvSpPr>
            <p:spPr>
              <a:xfrm>
                <a:off x="2543852" y="1833966"/>
                <a:ext cx="9235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8732" y="896830"/>
                    </a:lnTo>
                    <a:lnTo>
                      <a:pt x="921252" y="905359"/>
                    </a:lnTo>
                    <a:lnTo>
                      <a:pt x="923599" y="914400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h4198"/>
              <p:cNvSpPr/>
              <p:nvPr/>
            </p:nvSpPr>
            <p:spPr>
              <a:xfrm>
                <a:off x="3195228" y="181639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117" y="931969"/>
                    </a:lnTo>
                    <a:lnTo>
                      <a:pt x="907766" y="928836"/>
                    </a:lnTo>
                    <a:lnTo>
                      <a:pt x="906870" y="918037"/>
                    </a:lnTo>
                    <a:lnTo>
                      <a:pt x="906671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h4199"/>
              <p:cNvSpPr/>
              <p:nvPr/>
            </p:nvSpPr>
            <p:spPr>
              <a:xfrm>
                <a:off x="319522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h4200"/>
              <p:cNvSpPr/>
              <p:nvPr/>
            </p:nvSpPr>
            <p:spPr>
              <a:xfrm>
                <a:off x="320466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h4201"/>
              <p:cNvSpPr/>
              <p:nvPr/>
            </p:nvSpPr>
            <p:spPr>
              <a:xfrm>
                <a:off x="321410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h4202"/>
              <p:cNvSpPr/>
              <p:nvPr/>
            </p:nvSpPr>
            <p:spPr>
              <a:xfrm>
                <a:off x="322354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h4203"/>
              <p:cNvSpPr/>
              <p:nvPr/>
            </p:nvSpPr>
            <p:spPr>
              <a:xfrm>
                <a:off x="323298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h4204"/>
              <p:cNvSpPr/>
              <p:nvPr/>
            </p:nvSpPr>
            <p:spPr>
              <a:xfrm>
                <a:off x="324242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h4205"/>
              <p:cNvSpPr/>
              <p:nvPr/>
            </p:nvSpPr>
            <p:spPr>
              <a:xfrm>
                <a:off x="325187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h4206"/>
              <p:cNvSpPr/>
              <p:nvPr/>
            </p:nvSpPr>
            <p:spPr>
              <a:xfrm>
                <a:off x="326131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h4207"/>
              <p:cNvSpPr/>
              <p:nvPr/>
            </p:nvSpPr>
            <p:spPr>
              <a:xfrm>
                <a:off x="327075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h4208"/>
              <p:cNvSpPr/>
              <p:nvPr/>
            </p:nvSpPr>
            <p:spPr>
              <a:xfrm>
                <a:off x="328019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h4209"/>
              <p:cNvSpPr/>
              <p:nvPr/>
            </p:nvSpPr>
            <p:spPr>
              <a:xfrm>
                <a:off x="328963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h4210"/>
              <p:cNvSpPr/>
              <p:nvPr/>
            </p:nvSpPr>
            <p:spPr>
              <a:xfrm>
                <a:off x="329907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h4211"/>
              <p:cNvSpPr/>
              <p:nvPr/>
            </p:nvSpPr>
            <p:spPr>
              <a:xfrm>
                <a:off x="330851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h4212"/>
              <p:cNvSpPr/>
              <p:nvPr/>
            </p:nvSpPr>
            <p:spPr>
              <a:xfrm>
                <a:off x="331795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h4213"/>
              <p:cNvSpPr/>
              <p:nvPr/>
            </p:nvSpPr>
            <p:spPr>
              <a:xfrm>
                <a:off x="332739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h4214"/>
              <p:cNvSpPr/>
              <p:nvPr/>
            </p:nvSpPr>
            <p:spPr>
              <a:xfrm>
                <a:off x="333683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h4215"/>
              <p:cNvSpPr/>
              <p:nvPr/>
            </p:nvSpPr>
            <p:spPr>
              <a:xfrm>
                <a:off x="334627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h4216"/>
              <p:cNvSpPr/>
              <p:nvPr/>
            </p:nvSpPr>
            <p:spPr>
              <a:xfrm>
                <a:off x="335571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h4217"/>
              <p:cNvSpPr/>
              <p:nvPr/>
            </p:nvSpPr>
            <p:spPr>
              <a:xfrm>
                <a:off x="336515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h4218"/>
              <p:cNvSpPr/>
              <p:nvPr/>
            </p:nvSpPr>
            <p:spPr>
              <a:xfrm>
                <a:off x="337459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h4219"/>
              <p:cNvSpPr/>
              <p:nvPr/>
            </p:nvSpPr>
            <p:spPr>
              <a:xfrm>
                <a:off x="338403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h4220"/>
              <p:cNvSpPr/>
              <p:nvPr/>
            </p:nvSpPr>
            <p:spPr>
              <a:xfrm>
                <a:off x="339347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h4221"/>
              <p:cNvSpPr/>
              <p:nvPr/>
            </p:nvSpPr>
            <p:spPr>
              <a:xfrm>
                <a:off x="340291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h4222"/>
              <p:cNvSpPr/>
              <p:nvPr/>
            </p:nvSpPr>
            <p:spPr>
              <a:xfrm>
                <a:off x="341235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h4223"/>
              <p:cNvSpPr/>
              <p:nvPr/>
            </p:nvSpPr>
            <p:spPr>
              <a:xfrm>
                <a:off x="342179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h4224"/>
              <p:cNvSpPr/>
              <p:nvPr/>
            </p:nvSpPr>
            <p:spPr>
              <a:xfrm>
                <a:off x="3431234" y="1833966"/>
                <a:ext cx="91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3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134" y="896830"/>
                    </a:lnTo>
                    <a:lnTo>
                      <a:pt x="916673" y="905429"/>
                    </a:lnTo>
                    <a:lnTo>
                      <a:pt x="914870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h4225"/>
              <p:cNvSpPr/>
              <p:nvPr/>
            </p:nvSpPr>
            <p:spPr>
              <a:xfrm>
                <a:off x="2241764" y="1798826"/>
                <a:ext cx="914400" cy="9181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128">
                    <a:moveTo>
                      <a:pt x="914400" y="914400"/>
                    </a:moveTo>
                    <a:lnTo>
                      <a:pt x="914400" y="918128"/>
                    </a:lnTo>
                    <a:lnTo>
                      <a:pt x="913098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h4226"/>
              <p:cNvSpPr/>
              <p:nvPr/>
            </p:nvSpPr>
            <p:spPr>
              <a:xfrm>
                <a:off x="224176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1" y="931969"/>
                    </a:lnTo>
                    <a:lnTo>
                      <a:pt x="918785" y="929633"/>
                    </a:lnTo>
                    <a:lnTo>
                      <a:pt x="915304" y="920718"/>
                    </a:lnTo>
                    <a:lnTo>
                      <a:pt x="914400" y="91812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h4227"/>
              <p:cNvSpPr/>
              <p:nvPr/>
            </p:nvSpPr>
            <p:spPr>
              <a:xfrm>
                <a:off x="225120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h4228"/>
              <p:cNvSpPr/>
              <p:nvPr/>
            </p:nvSpPr>
            <p:spPr>
              <a:xfrm>
                <a:off x="226064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h4229"/>
              <p:cNvSpPr/>
              <p:nvPr/>
            </p:nvSpPr>
            <p:spPr>
              <a:xfrm>
                <a:off x="227008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h4230"/>
              <p:cNvSpPr/>
              <p:nvPr/>
            </p:nvSpPr>
            <p:spPr>
              <a:xfrm>
                <a:off x="227952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h4231"/>
              <p:cNvSpPr/>
              <p:nvPr/>
            </p:nvSpPr>
            <p:spPr>
              <a:xfrm>
                <a:off x="228896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h4232"/>
              <p:cNvSpPr/>
              <p:nvPr/>
            </p:nvSpPr>
            <p:spPr>
              <a:xfrm>
                <a:off x="229840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h4233"/>
              <p:cNvSpPr/>
              <p:nvPr/>
            </p:nvSpPr>
            <p:spPr>
              <a:xfrm>
                <a:off x="230784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h4234"/>
              <p:cNvSpPr/>
              <p:nvPr/>
            </p:nvSpPr>
            <p:spPr>
              <a:xfrm>
                <a:off x="231728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h4235"/>
              <p:cNvSpPr/>
              <p:nvPr/>
            </p:nvSpPr>
            <p:spPr>
              <a:xfrm>
                <a:off x="232672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h4236"/>
              <p:cNvSpPr/>
              <p:nvPr/>
            </p:nvSpPr>
            <p:spPr>
              <a:xfrm>
                <a:off x="233616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h4237"/>
              <p:cNvSpPr/>
              <p:nvPr/>
            </p:nvSpPr>
            <p:spPr>
              <a:xfrm>
                <a:off x="234560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h4238"/>
              <p:cNvSpPr/>
              <p:nvPr/>
            </p:nvSpPr>
            <p:spPr>
              <a:xfrm>
                <a:off x="235504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h4239"/>
              <p:cNvSpPr/>
              <p:nvPr/>
            </p:nvSpPr>
            <p:spPr>
              <a:xfrm>
                <a:off x="236448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h4240"/>
              <p:cNvSpPr/>
              <p:nvPr/>
            </p:nvSpPr>
            <p:spPr>
              <a:xfrm>
                <a:off x="237392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h4241"/>
              <p:cNvSpPr/>
              <p:nvPr/>
            </p:nvSpPr>
            <p:spPr>
              <a:xfrm>
                <a:off x="238336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h4242"/>
              <p:cNvSpPr/>
              <p:nvPr/>
            </p:nvSpPr>
            <p:spPr>
              <a:xfrm>
                <a:off x="239280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h4243"/>
              <p:cNvSpPr/>
              <p:nvPr/>
            </p:nvSpPr>
            <p:spPr>
              <a:xfrm>
                <a:off x="240224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h4244"/>
              <p:cNvSpPr/>
              <p:nvPr/>
            </p:nvSpPr>
            <p:spPr>
              <a:xfrm>
                <a:off x="241168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h4245"/>
              <p:cNvSpPr/>
              <p:nvPr/>
            </p:nvSpPr>
            <p:spPr>
              <a:xfrm>
                <a:off x="242112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h4246"/>
              <p:cNvSpPr/>
              <p:nvPr/>
            </p:nvSpPr>
            <p:spPr>
              <a:xfrm>
                <a:off x="243056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h4247"/>
              <p:cNvSpPr/>
              <p:nvPr/>
            </p:nvSpPr>
            <p:spPr>
              <a:xfrm>
                <a:off x="244000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h4248"/>
              <p:cNvSpPr/>
              <p:nvPr/>
            </p:nvSpPr>
            <p:spPr>
              <a:xfrm>
                <a:off x="244944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h4249"/>
              <p:cNvSpPr/>
              <p:nvPr/>
            </p:nvSpPr>
            <p:spPr>
              <a:xfrm>
                <a:off x="245889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h4250"/>
              <p:cNvSpPr/>
              <p:nvPr/>
            </p:nvSpPr>
            <p:spPr>
              <a:xfrm>
                <a:off x="246833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h4251"/>
              <p:cNvSpPr/>
              <p:nvPr/>
            </p:nvSpPr>
            <p:spPr>
              <a:xfrm>
                <a:off x="247777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h4252"/>
              <p:cNvSpPr/>
              <p:nvPr/>
            </p:nvSpPr>
            <p:spPr>
              <a:xfrm>
                <a:off x="248721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h4253"/>
              <p:cNvSpPr/>
              <p:nvPr/>
            </p:nvSpPr>
            <p:spPr>
              <a:xfrm>
                <a:off x="249665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h4254"/>
              <p:cNvSpPr/>
              <p:nvPr/>
            </p:nvSpPr>
            <p:spPr>
              <a:xfrm>
                <a:off x="250609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h4255"/>
              <p:cNvSpPr/>
              <p:nvPr/>
            </p:nvSpPr>
            <p:spPr>
              <a:xfrm>
                <a:off x="251553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h4256"/>
              <p:cNvSpPr/>
              <p:nvPr/>
            </p:nvSpPr>
            <p:spPr>
              <a:xfrm>
                <a:off x="252497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h4257"/>
              <p:cNvSpPr/>
              <p:nvPr/>
            </p:nvSpPr>
            <p:spPr>
              <a:xfrm>
                <a:off x="2543852" y="181639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637" y="896830"/>
                    </a:lnTo>
                    <a:lnTo>
                      <a:pt x="914399" y="90154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h4258"/>
              <p:cNvSpPr/>
              <p:nvPr/>
            </p:nvSpPr>
            <p:spPr>
              <a:xfrm>
                <a:off x="2543852" y="1816396"/>
                <a:ext cx="9187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2" h="914400">
                    <a:moveTo>
                      <a:pt x="914399" y="914400"/>
                    </a:moveTo>
                    <a:lnTo>
                      <a:pt x="914399" y="901540"/>
                    </a:lnTo>
                    <a:lnTo>
                      <a:pt x="915226" y="903748"/>
                    </a:lnTo>
                    <a:lnTo>
                      <a:pt x="918375" y="913191"/>
                    </a:lnTo>
                    <a:lnTo>
                      <a:pt x="918732" y="914400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h4259"/>
              <p:cNvSpPr/>
              <p:nvPr/>
            </p:nvSpPr>
            <p:spPr>
              <a:xfrm>
                <a:off x="3195228" y="179882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671" y="931969"/>
                    </a:lnTo>
                    <a:lnTo>
                      <a:pt x="906276" y="924736"/>
                    </a:lnTo>
                    <a:lnTo>
                      <a:pt x="906000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h4260"/>
              <p:cNvSpPr/>
              <p:nvPr/>
            </p:nvSpPr>
            <p:spPr>
              <a:xfrm>
                <a:off x="319522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h4261"/>
              <p:cNvSpPr/>
              <p:nvPr/>
            </p:nvSpPr>
            <p:spPr>
              <a:xfrm>
                <a:off x="320466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h4262"/>
              <p:cNvSpPr/>
              <p:nvPr/>
            </p:nvSpPr>
            <p:spPr>
              <a:xfrm>
                <a:off x="321410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h4263"/>
              <p:cNvSpPr/>
              <p:nvPr/>
            </p:nvSpPr>
            <p:spPr>
              <a:xfrm>
                <a:off x="322354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h4264"/>
              <p:cNvSpPr/>
              <p:nvPr/>
            </p:nvSpPr>
            <p:spPr>
              <a:xfrm>
                <a:off x="323298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h4265"/>
              <p:cNvSpPr/>
              <p:nvPr/>
            </p:nvSpPr>
            <p:spPr>
              <a:xfrm>
                <a:off x="324242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h4266"/>
              <p:cNvSpPr/>
              <p:nvPr/>
            </p:nvSpPr>
            <p:spPr>
              <a:xfrm>
                <a:off x="325187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h4267"/>
              <p:cNvSpPr/>
              <p:nvPr/>
            </p:nvSpPr>
            <p:spPr>
              <a:xfrm>
                <a:off x="326131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h4268"/>
              <p:cNvSpPr/>
              <p:nvPr/>
            </p:nvSpPr>
            <p:spPr>
              <a:xfrm>
                <a:off x="327075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h4269"/>
              <p:cNvSpPr/>
              <p:nvPr/>
            </p:nvSpPr>
            <p:spPr>
              <a:xfrm>
                <a:off x="328019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h4270"/>
              <p:cNvSpPr/>
              <p:nvPr/>
            </p:nvSpPr>
            <p:spPr>
              <a:xfrm>
                <a:off x="328963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h4271"/>
              <p:cNvSpPr/>
              <p:nvPr/>
            </p:nvSpPr>
            <p:spPr>
              <a:xfrm>
                <a:off x="329907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h4272"/>
              <p:cNvSpPr/>
              <p:nvPr/>
            </p:nvSpPr>
            <p:spPr>
              <a:xfrm>
                <a:off x="330851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h4273"/>
              <p:cNvSpPr/>
              <p:nvPr/>
            </p:nvSpPr>
            <p:spPr>
              <a:xfrm>
                <a:off x="331795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h4274"/>
              <p:cNvSpPr/>
              <p:nvPr/>
            </p:nvSpPr>
            <p:spPr>
              <a:xfrm>
                <a:off x="332739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h4275"/>
              <p:cNvSpPr/>
              <p:nvPr/>
            </p:nvSpPr>
            <p:spPr>
              <a:xfrm>
                <a:off x="333683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h4276"/>
              <p:cNvSpPr/>
              <p:nvPr/>
            </p:nvSpPr>
            <p:spPr>
              <a:xfrm>
                <a:off x="334627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h4277"/>
              <p:cNvSpPr/>
              <p:nvPr/>
            </p:nvSpPr>
            <p:spPr>
              <a:xfrm>
                <a:off x="335571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h4278"/>
              <p:cNvSpPr/>
              <p:nvPr/>
            </p:nvSpPr>
            <p:spPr>
              <a:xfrm>
                <a:off x="336515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h4279"/>
              <p:cNvSpPr/>
              <p:nvPr/>
            </p:nvSpPr>
            <p:spPr>
              <a:xfrm>
                <a:off x="337459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h4280"/>
              <p:cNvSpPr/>
              <p:nvPr/>
            </p:nvSpPr>
            <p:spPr>
              <a:xfrm>
                <a:off x="338403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h4281"/>
              <p:cNvSpPr/>
              <p:nvPr/>
            </p:nvSpPr>
            <p:spPr>
              <a:xfrm>
                <a:off x="339347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h4282"/>
              <p:cNvSpPr/>
              <p:nvPr/>
            </p:nvSpPr>
            <p:spPr>
              <a:xfrm>
                <a:off x="340291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h4283"/>
              <p:cNvSpPr/>
              <p:nvPr/>
            </p:nvSpPr>
            <p:spPr>
              <a:xfrm>
                <a:off x="341235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h4284"/>
              <p:cNvSpPr/>
              <p:nvPr/>
            </p:nvSpPr>
            <p:spPr>
              <a:xfrm>
                <a:off x="342179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h4285"/>
              <p:cNvSpPr/>
              <p:nvPr/>
            </p:nvSpPr>
            <p:spPr>
              <a:xfrm>
                <a:off x="3431234" y="1816396"/>
                <a:ext cx="9204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9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90" y="896830"/>
                    </a:lnTo>
                    <a:lnTo>
                      <a:pt x="919919" y="902010"/>
                    </a:lnTo>
                    <a:lnTo>
                      <a:pt x="918442" y="912583"/>
                    </a:lnTo>
                    <a:lnTo>
                      <a:pt x="918134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h4286"/>
              <p:cNvSpPr/>
              <p:nvPr/>
            </p:nvSpPr>
            <p:spPr>
              <a:xfrm>
                <a:off x="2241764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098" y="931969"/>
                    </a:lnTo>
                    <a:lnTo>
                      <a:pt x="912078" y="929047"/>
                    </a:lnTo>
                    <a:lnTo>
                      <a:pt x="909116" y="919504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h4287"/>
              <p:cNvSpPr/>
              <p:nvPr/>
            </p:nvSpPr>
            <p:spPr>
              <a:xfrm>
                <a:off x="224176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h4288"/>
              <p:cNvSpPr/>
              <p:nvPr/>
            </p:nvSpPr>
            <p:spPr>
              <a:xfrm>
                <a:off x="225120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h4289"/>
              <p:cNvSpPr/>
              <p:nvPr/>
            </p:nvSpPr>
            <p:spPr>
              <a:xfrm>
                <a:off x="226064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h4290"/>
              <p:cNvSpPr/>
              <p:nvPr/>
            </p:nvSpPr>
            <p:spPr>
              <a:xfrm>
                <a:off x="227008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h4291"/>
              <p:cNvSpPr/>
              <p:nvPr/>
            </p:nvSpPr>
            <p:spPr>
              <a:xfrm>
                <a:off x="227952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h4292"/>
              <p:cNvSpPr/>
              <p:nvPr/>
            </p:nvSpPr>
            <p:spPr>
              <a:xfrm>
                <a:off x="228896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h4293"/>
              <p:cNvSpPr/>
              <p:nvPr/>
            </p:nvSpPr>
            <p:spPr>
              <a:xfrm>
                <a:off x="229840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h4294"/>
              <p:cNvSpPr/>
              <p:nvPr/>
            </p:nvSpPr>
            <p:spPr>
              <a:xfrm>
                <a:off x="230784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h4295"/>
              <p:cNvSpPr/>
              <p:nvPr/>
            </p:nvSpPr>
            <p:spPr>
              <a:xfrm>
                <a:off x="231728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h4296"/>
              <p:cNvSpPr/>
              <p:nvPr/>
            </p:nvSpPr>
            <p:spPr>
              <a:xfrm>
                <a:off x="232672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h4297"/>
              <p:cNvSpPr/>
              <p:nvPr/>
            </p:nvSpPr>
            <p:spPr>
              <a:xfrm>
                <a:off x="233616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h4298"/>
              <p:cNvSpPr/>
              <p:nvPr/>
            </p:nvSpPr>
            <p:spPr>
              <a:xfrm>
                <a:off x="234560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h4299"/>
              <p:cNvSpPr/>
              <p:nvPr/>
            </p:nvSpPr>
            <p:spPr>
              <a:xfrm>
                <a:off x="235504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h4300"/>
              <p:cNvSpPr/>
              <p:nvPr/>
            </p:nvSpPr>
            <p:spPr>
              <a:xfrm>
                <a:off x="236448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h4301"/>
              <p:cNvSpPr/>
              <p:nvPr/>
            </p:nvSpPr>
            <p:spPr>
              <a:xfrm>
                <a:off x="237392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h4302"/>
              <p:cNvSpPr/>
              <p:nvPr/>
            </p:nvSpPr>
            <p:spPr>
              <a:xfrm>
                <a:off x="238336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h4303"/>
              <p:cNvSpPr/>
              <p:nvPr/>
            </p:nvSpPr>
            <p:spPr>
              <a:xfrm>
                <a:off x="239280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h4304"/>
              <p:cNvSpPr/>
              <p:nvPr/>
            </p:nvSpPr>
            <p:spPr>
              <a:xfrm>
                <a:off x="240224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h4305"/>
              <p:cNvSpPr/>
              <p:nvPr/>
            </p:nvSpPr>
            <p:spPr>
              <a:xfrm>
                <a:off x="241168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h4306"/>
              <p:cNvSpPr/>
              <p:nvPr/>
            </p:nvSpPr>
            <p:spPr>
              <a:xfrm>
                <a:off x="242112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h4307"/>
              <p:cNvSpPr/>
              <p:nvPr/>
            </p:nvSpPr>
            <p:spPr>
              <a:xfrm>
                <a:off x="243056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h4308"/>
              <p:cNvSpPr/>
              <p:nvPr/>
            </p:nvSpPr>
            <p:spPr>
              <a:xfrm>
                <a:off x="244000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h4309"/>
              <p:cNvSpPr/>
              <p:nvPr/>
            </p:nvSpPr>
            <p:spPr>
              <a:xfrm>
                <a:off x="244944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h4310"/>
              <p:cNvSpPr/>
              <p:nvPr/>
            </p:nvSpPr>
            <p:spPr>
              <a:xfrm>
                <a:off x="245889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h4311"/>
              <p:cNvSpPr/>
              <p:nvPr/>
            </p:nvSpPr>
            <p:spPr>
              <a:xfrm>
                <a:off x="246833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h4312"/>
              <p:cNvSpPr/>
              <p:nvPr/>
            </p:nvSpPr>
            <p:spPr>
              <a:xfrm>
                <a:off x="247777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h4313"/>
              <p:cNvSpPr/>
              <p:nvPr/>
            </p:nvSpPr>
            <p:spPr>
              <a:xfrm>
                <a:off x="248721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h4314"/>
              <p:cNvSpPr/>
              <p:nvPr/>
            </p:nvSpPr>
            <p:spPr>
              <a:xfrm>
                <a:off x="249665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h4315"/>
              <p:cNvSpPr/>
              <p:nvPr/>
            </p:nvSpPr>
            <p:spPr>
              <a:xfrm>
                <a:off x="250609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h4316"/>
              <p:cNvSpPr/>
              <p:nvPr/>
            </p:nvSpPr>
            <p:spPr>
              <a:xfrm>
                <a:off x="251553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h4317"/>
              <p:cNvSpPr/>
              <p:nvPr/>
            </p:nvSpPr>
            <p:spPr>
              <a:xfrm>
                <a:off x="252497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h4318"/>
              <p:cNvSpPr/>
              <p:nvPr/>
            </p:nvSpPr>
            <p:spPr>
              <a:xfrm>
                <a:off x="2534411" y="1798826"/>
                <a:ext cx="9220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8" h="914400">
                    <a:moveTo>
                      <a:pt x="914400" y="914400"/>
                    </a:moveTo>
                    <a:lnTo>
                      <a:pt x="914520" y="896830"/>
                    </a:lnTo>
                    <a:lnTo>
                      <a:pt x="917588" y="903424"/>
                    </a:lnTo>
                    <a:lnTo>
                      <a:pt x="921254" y="912197"/>
                    </a:lnTo>
                    <a:lnTo>
                      <a:pt x="922078" y="914400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h4319"/>
              <p:cNvSpPr/>
              <p:nvPr/>
            </p:nvSpPr>
            <p:spPr>
              <a:xfrm>
                <a:off x="3195228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000" y="931969"/>
                    </a:lnTo>
                    <a:lnTo>
                      <a:pt x="905985" y="931392"/>
                    </a:lnTo>
                    <a:lnTo>
                      <a:pt x="905998" y="920465"/>
                    </a:lnTo>
                    <a:lnTo>
                      <a:pt x="906175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h4320"/>
              <p:cNvSpPr/>
              <p:nvPr/>
            </p:nvSpPr>
            <p:spPr>
              <a:xfrm>
                <a:off x="319522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h4321"/>
              <p:cNvSpPr/>
              <p:nvPr/>
            </p:nvSpPr>
            <p:spPr>
              <a:xfrm>
                <a:off x="320466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h4322"/>
              <p:cNvSpPr/>
              <p:nvPr/>
            </p:nvSpPr>
            <p:spPr>
              <a:xfrm>
                <a:off x="321410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h4323"/>
              <p:cNvSpPr/>
              <p:nvPr/>
            </p:nvSpPr>
            <p:spPr>
              <a:xfrm>
                <a:off x="322354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h4324"/>
              <p:cNvSpPr/>
              <p:nvPr/>
            </p:nvSpPr>
            <p:spPr>
              <a:xfrm>
                <a:off x="323298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h4325"/>
              <p:cNvSpPr/>
              <p:nvPr/>
            </p:nvSpPr>
            <p:spPr>
              <a:xfrm>
                <a:off x="324242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h4326"/>
              <p:cNvSpPr/>
              <p:nvPr/>
            </p:nvSpPr>
            <p:spPr>
              <a:xfrm>
                <a:off x="325187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h4327"/>
              <p:cNvSpPr/>
              <p:nvPr/>
            </p:nvSpPr>
            <p:spPr>
              <a:xfrm>
                <a:off x="326131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h4328"/>
              <p:cNvSpPr/>
              <p:nvPr/>
            </p:nvSpPr>
            <p:spPr>
              <a:xfrm>
                <a:off x="327075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h4329"/>
              <p:cNvSpPr/>
              <p:nvPr/>
            </p:nvSpPr>
            <p:spPr>
              <a:xfrm>
                <a:off x="328019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h4330"/>
              <p:cNvSpPr/>
              <p:nvPr/>
            </p:nvSpPr>
            <p:spPr>
              <a:xfrm>
                <a:off x="328963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h4331"/>
              <p:cNvSpPr/>
              <p:nvPr/>
            </p:nvSpPr>
            <p:spPr>
              <a:xfrm>
                <a:off x="329907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h4332"/>
              <p:cNvSpPr/>
              <p:nvPr/>
            </p:nvSpPr>
            <p:spPr>
              <a:xfrm>
                <a:off x="330851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h4333"/>
              <p:cNvSpPr/>
              <p:nvPr/>
            </p:nvSpPr>
            <p:spPr>
              <a:xfrm>
                <a:off x="331795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h4334"/>
              <p:cNvSpPr/>
              <p:nvPr/>
            </p:nvSpPr>
            <p:spPr>
              <a:xfrm>
                <a:off x="332739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h4335"/>
              <p:cNvSpPr/>
              <p:nvPr/>
            </p:nvSpPr>
            <p:spPr>
              <a:xfrm>
                <a:off x="333683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h4336"/>
              <p:cNvSpPr/>
              <p:nvPr/>
            </p:nvSpPr>
            <p:spPr>
              <a:xfrm>
                <a:off x="334627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h4337"/>
              <p:cNvSpPr/>
              <p:nvPr/>
            </p:nvSpPr>
            <p:spPr>
              <a:xfrm>
                <a:off x="335571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h4338"/>
              <p:cNvSpPr/>
              <p:nvPr/>
            </p:nvSpPr>
            <p:spPr>
              <a:xfrm>
                <a:off x="336515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h4339"/>
              <p:cNvSpPr/>
              <p:nvPr/>
            </p:nvSpPr>
            <p:spPr>
              <a:xfrm>
                <a:off x="337459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h4340"/>
              <p:cNvSpPr/>
              <p:nvPr/>
            </p:nvSpPr>
            <p:spPr>
              <a:xfrm>
                <a:off x="338403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h4341"/>
              <p:cNvSpPr/>
              <p:nvPr/>
            </p:nvSpPr>
            <p:spPr>
              <a:xfrm>
                <a:off x="339347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h4342"/>
              <p:cNvSpPr/>
              <p:nvPr/>
            </p:nvSpPr>
            <p:spPr>
              <a:xfrm>
                <a:off x="340291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h4343"/>
              <p:cNvSpPr/>
              <p:nvPr/>
            </p:nvSpPr>
            <p:spPr>
              <a:xfrm>
                <a:off x="341235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h4344"/>
              <p:cNvSpPr/>
              <p:nvPr/>
            </p:nvSpPr>
            <p:spPr>
              <a:xfrm>
                <a:off x="342179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h4345"/>
              <p:cNvSpPr/>
              <p:nvPr/>
            </p:nvSpPr>
            <p:spPr>
              <a:xfrm>
                <a:off x="3431234" y="1798826"/>
                <a:ext cx="9220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47" y="896830"/>
                    </a:lnTo>
                    <a:lnTo>
                      <a:pt x="921980" y="898079"/>
                    </a:lnTo>
                    <a:lnTo>
                      <a:pt x="921099" y="908879"/>
                    </a:lnTo>
                    <a:lnTo>
                      <a:pt x="920490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h4346"/>
              <p:cNvSpPr/>
              <p:nvPr/>
            </p:nvSpPr>
            <p:spPr>
              <a:xfrm>
                <a:off x="2232324" y="1763687"/>
                <a:ext cx="914400" cy="9211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135">
                    <a:moveTo>
                      <a:pt x="914400" y="914400"/>
                    </a:moveTo>
                    <a:lnTo>
                      <a:pt x="914400" y="921135"/>
                    </a:lnTo>
                    <a:lnTo>
                      <a:pt x="913971" y="919345"/>
                    </a:lnTo>
                    <a:lnTo>
                      <a:pt x="911812" y="916469"/>
                    </a:lnTo>
                    <a:lnTo>
                      <a:pt x="910418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h4347"/>
              <p:cNvSpPr/>
              <p:nvPr/>
            </p:nvSpPr>
            <p:spPr>
              <a:xfrm>
                <a:off x="223232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5866" y="927257"/>
                    </a:lnTo>
                    <a:lnTo>
                      <a:pt x="914400" y="921135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h4348"/>
              <p:cNvSpPr/>
              <p:nvPr/>
            </p:nvSpPr>
            <p:spPr>
              <a:xfrm>
                <a:off x="224176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h4349"/>
              <p:cNvSpPr/>
              <p:nvPr/>
            </p:nvSpPr>
            <p:spPr>
              <a:xfrm>
                <a:off x="225120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h4350"/>
              <p:cNvSpPr/>
              <p:nvPr/>
            </p:nvSpPr>
            <p:spPr>
              <a:xfrm>
                <a:off x="226064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h4351"/>
              <p:cNvSpPr/>
              <p:nvPr/>
            </p:nvSpPr>
            <p:spPr>
              <a:xfrm>
                <a:off x="227008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h4352"/>
              <p:cNvSpPr/>
              <p:nvPr/>
            </p:nvSpPr>
            <p:spPr>
              <a:xfrm>
                <a:off x="227952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h4353"/>
              <p:cNvSpPr/>
              <p:nvPr/>
            </p:nvSpPr>
            <p:spPr>
              <a:xfrm>
                <a:off x="228896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h4354"/>
              <p:cNvSpPr/>
              <p:nvPr/>
            </p:nvSpPr>
            <p:spPr>
              <a:xfrm>
                <a:off x="229840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h4355"/>
              <p:cNvSpPr/>
              <p:nvPr/>
            </p:nvSpPr>
            <p:spPr>
              <a:xfrm>
                <a:off x="230784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h4356"/>
              <p:cNvSpPr/>
              <p:nvPr/>
            </p:nvSpPr>
            <p:spPr>
              <a:xfrm>
                <a:off x="231728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h4357"/>
              <p:cNvSpPr/>
              <p:nvPr/>
            </p:nvSpPr>
            <p:spPr>
              <a:xfrm>
                <a:off x="232672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h4358"/>
              <p:cNvSpPr/>
              <p:nvPr/>
            </p:nvSpPr>
            <p:spPr>
              <a:xfrm>
                <a:off x="233616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h4359"/>
              <p:cNvSpPr/>
              <p:nvPr/>
            </p:nvSpPr>
            <p:spPr>
              <a:xfrm>
                <a:off x="234560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h4360"/>
              <p:cNvSpPr/>
              <p:nvPr/>
            </p:nvSpPr>
            <p:spPr>
              <a:xfrm>
                <a:off x="235504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h4361"/>
              <p:cNvSpPr/>
              <p:nvPr/>
            </p:nvSpPr>
            <p:spPr>
              <a:xfrm>
                <a:off x="236448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h4362"/>
              <p:cNvSpPr/>
              <p:nvPr/>
            </p:nvSpPr>
            <p:spPr>
              <a:xfrm>
                <a:off x="237392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h4363"/>
              <p:cNvSpPr/>
              <p:nvPr/>
            </p:nvSpPr>
            <p:spPr>
              <a:xfrm>
                <a:off x="238336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h4364"/>
              <p:cNvSpPr/>
              <p:nvPr/>
            </p:nvSpPr>
            <p:spPr>
              <a:xfrm>
                <a:off x="239280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h4365"/>
              <p:cNvSpPr/>
              <p:nvPr/>
            </p:nvSpPr>
            <p:spPr>
              <a:xfrm>
                <a:off x="240224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h4366"/>
              <p:cNvSpPr/>
              <p:nvPr/>
            </p:nvSpPr>
            <p:spPr>
              <a:xfrm>
                <a:off x="241168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h4367"/>
              <p:cNvSpPr/>
              <p:nvPr/>
            </p:nvSpPr>
            <p:spPr>
              <a:xfrm>
                <a:off x="242112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h4368"/>
              <p:cNvSpPr/>
              <p:nvPr/>
            </p:nvSpPr>
            <p:spPr>
              <a:xfrm>
                <a:off x="243056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h4369"/>
              <p:cNvSpPr/>
              <p:nvPr/>
            </p:nvSpPr>
            <p:spPr>
              <a:xfrm>
                <a:off x="244000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h4370"/>
              <p:cNvSpPr/>
              <p:nvPr/>
            </p:nvSpPr>
            <p:spPr>
              <a:xfrm>
                <a:off x="244944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h4371"/>
              <p:cNvSpPr/>
              <p:nvPr/>
            </p:nvSpPr>
            <p:spPr>
              <a:xfrm>
                <a:off x="245889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h4372"/>
              <p:cNvSpPr/>
              <p:nvPr/>
            </p:nvSpPr>
            <p:spPr>
              <a:xfrm>
                <a:off x="246833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h4373"/>
              <p:cNvSpPr/>
              <p:nvPr/>
            </p:nvSpPr>
            <p:spPr>
              <a:xfrm>
                <a:off x="247777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h4374"/>
              <p:cNvSpPr/>
              <p:nvPr/>
            </p:nvSpPr>
            <p:spPr>
              <a:xfrm>
                <a:off x="248721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h4375"/>
              <p:cNvSpPr/>
              <p:nvPr/>
            </p:nvSpPr>
            <p:spPr>
              <a:xfrm>
                <a:off x="249665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h4376"/>
              <p:cNvSpPr/>
              <p:nvPr/>
            </p:nvSpPr>
            <p:spPr>
              <a:xfrm>
                <a:off x="250609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h4377"/>
              <p:cNvSpPr/>
              <p:nvPr/>
            </p:nvSpPr>
            <p:spPr>
              <a:xfrm>
                <a:off x="251553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h4378"/>
              <p:cNvSpPr/>
              <p:nvPr/>
            </p:nvSpPr>
            <p:spPr>
              <a:xfrm>
                <a:off x="2534411" y="17812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9" y="896830"/>
                    </a:lnTo>
                    <a:lnTo>
                      <a:pt x="905175" y="896996"/>
                    </a:lnTo>
                    <a:lnTo>
                      <a:pt x="909537" y="904585"/>
                    </a:lnTo>
                    <a:lnTo>
                      <a:pt x="913679" y="912592"/>
                    </a:lnTo>
                    <a:lnTo>
                      <a:pt x="914400" y="914141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h4379"/>
              <p:cNvSpPr/>
              <p:nvPr/>
            </p:nvSpPr>
            <p:spPr>
              <a:xfrm>
                <a:off x="2534411" y="17812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141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h4380"/>
              <p:cNvSpPr/>
              <p:nvPr/>
            </p:nvSpPr>
            <p:spPr>
              <a:xfrm>
                <a:off x="3195228" y="176368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175" y="931969"/>
                    </a:lnTo>
                    <a:lnTo>
                      <a:pt x="906316" y="927124"/>
                    </a:lnTo>
                    <a:lnTo>
                      <a:pt x="906936" y="916258"/>
                    </a:lnTo>
                    <a:lnTo>
                      <a:pt x="907095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h4381"/>
              <p:cNvSpPr/>
              <p:nvPr/>
            </p:nvSpPr>
            <p:spPr>
              <a:xfrm>
                <a:off x="319522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h4382"/>
              <p:cNvSpPr/>
              <p:nvPr/>
            </p:nvSpPr>
            <p:spPr>
              <a:xfrm>
                <a:off x="320466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h4383"/>
              <p:cNvSpPr/>
              <p:nvPr/>
            </p:nvSpPr>
            <p:spPr>
              <a:xfrm>
                <a:off x="321410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h4384"/>
              <p:cNvSpPr/>
              <p:nvPr/>
            </p:nvSpPr>
            <p:spPr>
              <a:xfrm>
                <a:off x="322354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h4385"/>
              <p:cNvSpPr/>
              <p:nvPr/>
            </p:nvSpPr>
            <p:spPr>
              <a:xfrm>
                <a:off x="323298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h4386"/>
              <p:cNvSpPr/>
              <p:nvPr/>
            </p:nvSpPr>
            <p:spPr>
              <a:xfrm>
                <a:off x="324242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h4387"/>
              <p:cNvSpPr/>
              <p:nvPr/>
            </p:nvSpPr>
            <p:spPr>
              <a:xfrm>
                <a:off x="325187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h4388"/>
              <p:cNvSpPr/>
              <p:nvPr/>
            </p:nvSpPr>
            <p:spPr>
              <a:xfrm>
                <a:off x="326131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h4389"/>
              <p:cNvSpPr/>
              <p:nvPr/>
            </p:nvSpPr>
            <p:spPr>
              <a:xfrm>
                <a:off x="327075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h4390"/>
              <p:cNvSpPr/>
              <p:nvPr/>
            </p:nvSpPr>
            <p:spPr>
              <a:xfrm>
                <a:off x="328019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h4391"/>
              <p:cNvSpPr/>
              <p:nvPr/>
            </p:nvSpPr>
            <p:spPr>
              <a:xfrm>
                <a:off x="328963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h4392"/>
              <p:cNvSpPr/>
              <p:nvPr/>
            </p:nvSpPr>
            <p:spPr>
              <a:xfrm>
                <a:off x="329907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h4393"/>
              <p:cNvSpPr/>
              <p:nvPr/>
            </p:nvSpPr>
            <p:spPr>
              <a:xfrm>
                <a:off x="330851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h4394"/>
              <p:cNvSpPr/>
              <p:nvPr/>
            </p:nvSpPr>
            <p:spPr>
              <a:xfrm>
                <a:off x="331795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h4395"/>
              <p:cNvSpPr/>
              <p:nvPr/>
            </p:nvSpPr>
            <p:spPr>
              <a:xfrm>
                <a:off x="332739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h4396"/>
              <p:cNvSpPr/>
              <p:nvPr/>
            </p:nvSpPr>
            <p:spPr>
              <a:xfrm>
                <a:off x="333683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h4397"/>
              <p:cNvSpPr/>
              <p:nvPr/>
            </p:nvSpPr>
            <p:spPr>
              <a:xfrm>
                <a:off x="334627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h4398"/>
              <p:cNvSpPr/>
              <p:nvPr/>
            </p:nvSpPr>
            <p:spPr>
              <a:xfrm>
                <a:off x="335571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h4399"/>
              <p:cNvSpPr/>
              <p:nvPr/>
            </p:nvSpPr>
            <p:spPr>
              <a:xfrm>
                <a:off x="336515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h4400"/>
              <p:cNvSpPr/>
              <p:nvPr/>
            </p:nvSpPr>
            <p:spPr>
              <a:xfrm>
                <a:off x="337459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h4401"/>
              <p:cNvSpPr/>
              <p:nvPr/>
            </p:nvSpPr>
            <p:spPr>
              <a:xfrm>
                <a:off x="338403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h4402"/>
              <p:cNvSpPr/>
              <p:nvPr/>
            </p:nvSpPr>
            <p:spPr>
              <a:xfrm>
                <a:off x="339347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h4403"/>
              <p:cNvSpPr/>
              <p:nvPr/>
            </p:nvSpPr>
            <p:spPr>
              <a:xfrm>
                <a:off x="340291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h4404"/>
              <p:cNvSpPr/>
              <p:nvPr/>
            </p:nvSpPr>
            <p:spPr>
              <a:xfrm>
                <a:off x="341235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h4405"/>
              <p:cNvSpPr/>
              <p:nvPr/>
            </p:nvSpPr>
            <p:spPr>
              <a:xfrm>
                <a:off x="342179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h4406"/>
              <p:cNvSpPr/>
              <p:nvPr/>
            </p:nvSpPr>
            <p:spPr>
              <a:xfrm>
                <a:off x="3431234" y="1781256"/>
                <a:ext cx="9227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761" y="896830"/>
                    </a:lnTo>
                    <a:lnTo>
                      <a:pt x="922559" y="904778"/>
                    </a:lnTo>
                    <a:lnTo>
                      <a:pt x="922047" y="914400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h4407"/>
              <p:cNvSpPr/>
              <p:nvPr/>
            </p:nvSpPr>
            <p:spPr>
              <a:xfrm>
                <a:off x="2222884" y="1746117"/>
                <a:ext cx="914400" cy="9234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93">
                    <a:moveTo>
                      <a:pt x="914400" y="914400"/>
                    </a:moveTo>
                    <a:lnTo>
                      <a:pt x="914400" y="923493"/>
                    </a:lnTo>
                    <a:lnTo>
                      <a:pt x="912200" y="919861"/>
                    </a:lnTo>
                    <a:lnTo>
                      <a:pt x="909222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h4408"/>
              <p:cNvSpPr/>
              <p:nvPr/>
            </p:nvSpPr>
            <p:spPr>
              <a:xfrm>
                <a:off x="222288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58" y="931969"/>
                    </a:lnTo>
                    <a:lnTo>
                      <a:pt x="916627" y="927170"/>
                    </a:lnTo>
                    <a:lnTo>
                      <a:pt x="914400" y="923493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h4409"/>
              <p:cNvSpPr/>
              <p:nvPr/>
            </p:nvSpPr>
            <p:spPr>
              <a:xfrm>
                <a:off x="223232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h4410"/>
              <p:cNvSpPr/>
              <p:nvPr/>
            </p:nvSpPr>
            <p:spPr>
              <a:xfrm>
                <a:off x="224176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h4411"/>
              <p:cNvSpPr/>
              <p:nvPr/>
            </p:nvSpPr>
            <p:spPr>
              <a:xfrm>
                <a:off x="225120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h4412"/>
              <p:cNvSpPr/>
              <p:nvPr/>
            </p:nvSpPr>
            <p:spPr>
              <a:xfrm>
                <a:off x="226064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h4413"/>
              <p:cNvSpPr/>
              <p:nvPr/>
            </p:nvSpPr>
            <p:spPr>
              <a:xfrm>
                <a:off x="227008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h4414"/>
              <p:cNvSpPr/>
              <p:nvPr/>
            </p:nvSpPr>
            <p:spPr>
              <a:xfrm>
                <a:off x="227952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h4415"/>
              <p:cNvSpPr/>
              <p:nvPr/>
            </p:nvSpPr>
            <p:spPr>
              <a:xfrm>
                <a:off x="228896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h4416"/>
              <p:cNvSpPr/>
              <p:nvPr/>
            </p:nvSpPr>
            <p:spPr>
              <a:xfrm>
                <a:off x="229840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h4417"/>
              <p:cNvSpPr/>
              <p:nvPr/>
            </p:nvSpPr>
            <p:spPr>
              <a:xfrm>
                <a:off x="230784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h4418"/>
              <p:cNvSpPr/>
              <p:nvPr/>
            </p:nvSpPr>
            <p:spPr>
              <a:xfrm>
                <a:off x="231728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h4419"/>
              <p:cNvSpPr/>
              <p:nvPr/>
            </p:nvSpPr>
            <p:spPr>
              <a:xfrm>
                <a:off x="232672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h4420"/>
              <p:cNvSpPr/>
              <p:nvPr/>
            </p:nvSpPr>
            <p:spPr>
              <a:xfrm>
                <a:off x="233616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h4421"/>
              <p:cNvSpPr/>
              <p:nvPr/>
            </p:nvSpPr>
            <p:spPr>
              <a:xfrm>
                <a:off x="234560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h4422"/>
              <p:cNvSpPr/>
              <p:nvPr/>
            </p:nvSpPr>
            <p:spPr>
              <a:xfrm>
                <a:off x="235504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h4423"/>
              <p:cNvSpPr/>
              <p:nvPr/>
            </p:nvSpPr>
            <p:spPr>
              <a:xfrm>
                <a:off x="236448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h4424"/>
              <p:cNvSpPr/>
              <p:nvPr/>
            </p:nvSpPr>
            <p:spPr>
              <a:xfrm>
                <a:off x="237392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h4425"/>
              <p:cNvSpPr/>
              <p:nvPr/>
            </p:nvSpPr>
            <p:spPr>
              <a:xfrm>
                <a:off x="238336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h4426"/>
              <p:cNvSpPr/>
              <p:nvPr/>
            </p:nvSpPr>
            <p:spPr>
              <a:xfrm>
                <a:off x="239280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h4427"/>
              <p:cNvSpPr/>
              <p:nvPr/>
            </p:nvSpPr>
            <p:spPr>
              <a:xfrm>
                <a:off x="240224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h4428"/>
              <p:cNvSpPr/>
              <p:nvPr/>
            </p:nvSpPr>
            <p:spPr>
              <a:xfrm>
                <a:off x="241168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h4429"/>
              <p:cNvSpPr/>
              <p:nvPr/>
            </p:nvSpPr>
            <p:spPr>
              <a:xfrm>
                <a:off x="242112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h4430"/>
              <p:cNvSpPr/>
              <p:nvPr/>
            </p:nvSpPr>
            <p:spPr>
              <a:xfrm>
                <a:off x="243056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h4431"/>
              <p:cNvSpPr/>
              <p:nvPr/>
            </p:nvSpPr>
            <p:spPr>
              <a:xfrm>
                <a:off x="244000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h4432"/>
              <p:cNvSpPr/>
              <p:nvPr/>
            </p:nvSpPr>
            <p:spPr>
              <a:xfrm>
                <a:off x="244944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h4433"/>
              <p:cNvSpPr/>
              <p:nvPr/>
            </p:nvSpPr>
            <p:spPr>
              <a:xfrm>
                <a:off x="245889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h4434"/>
              <p:cNvSpPr/>
              <p:nvPr/>
            </p:nvSpPr>
            <p:spPr>
              <a:xfrm>
                <a:off x="246833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h4435"/>
              <p:cNvSpPr/>
              <p:nvPr/>
            </p:nvSpPr>
            <p:spPr>
              <a:xfrm>
                <a:off x="247777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h4436"/>
              <p:cNvSpPr/>
              <p:nvPr/>
            </p:nvSpPr>
            <p:spPr>
              <a:xfrm>
                <a:off x="248721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h4437"/>
              <p:cNvSpPr/>
              <p:nvPr/>
            </p:nvSpPr>
            <p:spPr>
              <a:xfrm>
                <a:off x="249665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h4438"/>
              <p:cNvSpPr/>
              <p:nvPr/>
            </p:nvSpPr>
            <p:spPr>
              <a:xfrm>
                <a:off x="250609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h4439"/>
              <p:cNvSpPr/>
              <p:nvPr/>
            </p:nvSpPr>
            <p:spPr>
              <a:xfrm>
                <a:off x="2524971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947" y="896830"/>
                    </a:lnTo>
                    <a:lnTo>
                      <a:pt x="910149" y="905489"/>
                    </a:lnTo>
                    <a:lnTo>
                      <a:pt x="910853" y="908681"/>
                    </a:ln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h4440"/>
              <p:cNvSpPr/>
              <p:nvPr/>
            </p:nvSpPr>
            <p:spPr>
              <a:xfrm>
                <a:off x="2524971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h4441"/>
              <p:cNvSpPr/>
              <p:nvPr/>
            </p:nvSpPr>
            <p:spPr>
              <a:xfrm>
                <a:off x="3195228" y="174611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95" y="931969"/>
                    </a:lnTo>
                    <a:lnTo>
                      <a:pt x="907859" y="923036"/>
                    </a:lnTo>
                    <a:lnTo>
                      <a:pt x="908846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h4442"/>
              <p:cNvSpPr/>
              <p:nvPr/>
            </p:nvSpPr>
            <p:spPr>
              <a:xfrm>
                <a:off x="319522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h4443"/>
              <p:cNvSpPr/>
              <p:nvPr/>
            </p:nvSpPr>
            <p:spPr>
              <a:xfrm>
                <a:off x="320466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h4444"/>
              <p:cNvSpPr/>
              <p:nvPr/>
            </p:nvSpPr>
            <p:spPr>
              <a:xfrm>
                <a:off x="321410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h4445"/>
              <p:cNvSpPr/>
              <p:nvPr/>
            </p:nvSpPr>
            <p:spPr>
              <a:xfrm>
                <a:off x="322354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h4446"/>
              <p:cNvSpPr/>
              <p:nvPr/>
            </p:nvSpPr>
            <p:spPr>
              <a:xfrm>
                <a:off x="323298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h4447"/>
              <p:cNvSpPr/>
              <p:nvPr/>
            </p:nvSpPr>
            <p:spPr>
              <a:xfrm>
                <a:off x="324242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h4448"/>
              <p:cNvSpPr/>
              <p:nvPr/>
            </p:nvSpPr>
            <p:spPr>
              <a:xfrm>
                <a:off x="325187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h4449"/>
              <p:cNvSpPr/>
              <p:nvPr/>
            </p:nvSpPr>
            <p:spPr>
              <a:xfrm>
                <a:off x="326131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h4450"/>
              <p:cNvSpPr/>
              <p:nvPr/>
            </p:nvSpPr>
            <p:spPr>
              <a:xfrm>
                <a:off x="327075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h4451"/>
              <p:cNvSpPr/>
              <p:nvPr/>
            </p:nvSpPr>
            <p:spPr>
              <a:xfrm>
                <a:off x="328019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h4452"/>
              <p:cNvSpPr/>
              <p:nvPr/>
            </p:nvSpPr>
            <p:spPr>
              <a:xfrm>
                <a:off x="328963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h4453"/>
              <p:cNvSpPr/>
              <p:nvPr/>
            </p:nvSpPr>
            <p:spPr>
              <a:xfrm>
                <a:off x="329907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h4454"/>
              <p:cNvSpPr/>
              <p:nvPr/>
            </p:nvSpPr>
            <p:spPr>
              <a:xfrm>
                <a:off x="330851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h4455"/>
              <p:cNvSpPr/>
              <p:nvPr/>
            </p:nvSpPr>
            <p:spPr>
              <a:xfrm>
                <a:off x="331795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h4456"/>
              <p:cNvSpPr/>
              <p:nvPr/>
            </p:nvSpPr>
            <p:spPr>
              <a:xfrm>
                <a:off x="332739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h4457"/>
              <p:cNvSpPr/>
              <p:nvPr/>
            </p:nvSpPr>
            <p:spPr>
              <a:xfrm>
                <a:off x="333683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h4458"/>
              <p:cNvSpPr/>
              <p:nvPr/>
            </p:nvSpPr>
            <p:spPr>
              <a:xfrm>
                <a:off x="334627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h4459"/>
              <p:cNvSpPr/>
              <p:nvPr/>
            </p:nvSpPr>
            <p:spPr>
              <a:xfrm>
                <a:off x="335571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h4460"/>
              <p:cNvSpPr/>
              <p:nvPr/>
            </p:nvSpPr>
            <p:spPr>
              <a:xfrm>
                <a:off x="336515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h4461"/>
              <p:cNvSpPr/>
              <p:nvPr/>
            </p:nvSpPr>
            <p:spPr>
              <a:xfrm>
                <a:off x="337459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h4462"/>
              <p:cNvSpPr/>
              <p:nvPr/>
            </p:nvSpPr>
            <p:spPr>
              <a:xfrm>
                <a:off x="338403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h4463"/>
              <p:cNvSpPr/>
              <p:nvPr/>
            </p:nvSpPr>
            <p:spPr>
              <a:xfrm>
                <a:off x="339347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h4464"/>
              <p:cNvSpPr/>
              <p:nvPr/>
            </p:nvSpPr>
            <p:spPr>
              <a:xfrm>
                <a:off x="340291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h4465"/>
              <p:cNvSpPr/>
              <p:nvPr/>
            </p:nvSpPr>
            <p:spPr>
              <a:xfrm>
                <a:off x="341235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h4466"/>
              <p:cNvSpPr/>
              <p:nvPr/>
            </p:nvSpPr>
            <p:spPr>
              <a:xfrm>
                <a:off x="342179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h4467"/>
              <p:cNvSpPr/>
              <p:nvPr/>
            </p:nvSpPr>
            <p:spPr>
              <a:xfrm>
                <a:off x="3431234" y="17636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94"/>
                    </a:lnTo>
                    <a:lnTo>
                      <a:pt x="923080" y="904042"/>
                    </a:lnTo>
                    <a:lnTo>
                      <a:pt x="922913" y="904574"/>
                    </a:lnTo>
                    <a:lnTo>
                      <a:pt x="922896" y="906096"/>
                    </a:lnTo>
                    <a:lnTo>
                      <a:pt x="922866" y="908766"/>
                    </a:lnTo>
                    <a:lnTo>
                      <a:pt x="922836" y="911436"/>
                    </a:lnTo>
                    <a:lnTo>
                      <a:pt x="922761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h4468"/>
              <p:cNvSpPr/>
              <p:nvPr/>
            </p:nvSpPr>
            <p:spPr>
              <a:xfrm>
                <a:off x="3440674" y="1746117"/>
                <a:ext cx="915634" cy="918864"/>
              </a:xfrm>
              <a:custGeom>
                <a:avLst/>
                <a:gdLst/>
                <a:ahLst/>
                <a:cxnLst/>
                <a:rect l="0" t="0" r="0" b="0"/>
                <a:pathLst>
                  <a:path w="915634" h="918864">
                    <a:moveTo>
                      <a:pt x="914400" y="914400"/>
                    </a:moveTo>
                    <a:lnTo>
                      <a:pt x="915634" y="914400"/>
                    </a:lnTo>
                    <a:lnTo>
                      <a:pt x="914400" y="918864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h4469"/>
              <p:cNvSpPr/>
              <p:nvPr/>
            </p:nvSpPr>
            <p:spPr>
              <a:xfrm>
                <a:off x="2213443" y="1728547"/>
                <a:ext cx="914400" cy="9235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42">
                    <a:moveTo>
                      <a:pt x="914400" y="914400"/>
                    </a:moveTo>
                    <a:lnTo>
                      <a:pt x="914400" y="923542"/>
                    </a:lnTo>
                    <a:lnTo>
                      <a:pt x="913433" y="921573"/>
                    </a:lnTo>
                    <a:lnTo>
                      <a:pt x="910262" y="914400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h4470"/>
              <p:cNvSpPr/>
              <p:nvPr/>
            </p:nvSpPr>
            <p:spPr>
              <a:xfrm>
                <a:off x="221344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62" y="931969"/>
                    </a:lnTo>
                    <a:lnTo>
                      <a:pt x="917425" y="929702"/>
                    </a:lnTo>
                    <a:lnTo>
                      <a:pt x="914400" y="923542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h4471"/>
              <p:cNvSpPr/>
              <p:nvPr/>
            </p:nvSpPr>
            <p:spPr>
              <a:xfrm>
                <a:off x="222288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h4472"/>
              <p:cNvSpPr/>
              <p:nvPr/>
            </p:nvSpPr>
            <p:spPr>
              <a:xfrm>
                <a:off x="223232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h4473"/>
              <p:cNvSpPr/>
              <p:nvPr/>
            </p:nvSpPr>
            <p:spPr>
              <a:xfrm>
                <a:off x="224176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h4474"/>
              <p:cNvSpPr/>
              <p:nvPr/>
            </p:nvSpPr>
            <p:spPr>
              <a:xfrm>
                <a:off x="225120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h4475"/>
              <p:cNvSpPr/>
              <p:nvPr/>
            </p:nvSpPr>
            <p:spPr>
              <a:xfrm>
                <a:off x="226064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h4476"/>
              <p:cNvSpPr/>
              <p:nvPr/>
            </p:nvSpPr>
            <p:spPr>
              <a:xfrm>
                <a:off x="227008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h4477"/>
              <p:cNvSpPr/>
              <p:nvPr/>
            </p:nvSpPr>
            <p:spPr>
              <a:xfrm>
                <a:off x="227952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h4478"/>
              <p:cNvSpPr/>
              <p:nvPr/>
            </p:nvSpPr>
            <p:spPr>
              <a:xfrm>
                <a:off x="228896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h4479"/>
              <p:cNvSpPr/>
              <p:nvPr/>
            </p:nvSpPr>
            <p:spPr>
              <a:xfrm>
                <a:off x="229840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h4480"/>
              <p:cNvSpPr/>
              <p:nvPr/>
            </p:nvSpPr>
            <p:spPr>
              <a:xfrm>
                <a:off x="230784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h4481"/>
              <p:cNvSpPr/>
              <p:nvPr/>
            </p:nvSpPr>
            <p:spPr>
              <a:xfrm>
                <a:off x="231728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h4482"/>
              <p:cNvSpPr/>
              <p:nvPr/>
            </p:nvSpPr>
            <p:spPr>
              <a:xfrm>
                <a:off x="232672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h4483"/>
              <p:cNvSpPr/>
              <p:nvPr/>
            </p:nvSpPr>
            <p:spPr>
              <a:xfrm>
                <a:off x="233616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69B51">
                  <a:alpha val="100000"/>
                </a:srgbClr>
              </a:solidFill>
              <a:ln w="5420" cap="flat">
                <a:solidFill>
                  <a:srgbClr val="26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h4484"/>
              <p:cNvSpPr/>
              <p:nvPr/>
            </p:nvSpPr>
            <p:spPr>
              <a:xfrm>
                <a:off x="234560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h4485"/>
              <p:cNvSpPr/>
              <p:nvPr/>
            </p:nvSpPr>
            <p:spPr>
              <a:xfrm>
                <a:off x="235504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h4486"/>
              <p:cNvSpPr/>
              <p:nvPr/>
            </p:nvSpPr>
            <p:spPr>
              <a:xfrm>
                <a:off x="236448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h4487"/>
              <p:cNvSpPr/>
              <p:nvPr/>
            </p:nvSpPr>
            <p:spPr>
              <a:xfrm>
                <a:off x="237392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69B51">
                  <a:alpha val="100000"/>
                </a:srgbClr>
              </a:solidFill>
              <a:ln w="5420" cap="flat">
                <a:solidFill>
                  <a:srgbClr val="26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h4488"/>
              <p:cNvSpPr/>
              <p:nvPr/>
            </p:nvSpPr>
            <p:spPr>
              <a:xfrm>
                <a:off x="238336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h4489"/>
              <p:cNvSpPr/>
              <p:nvPr/>
            </p:nvSpPr>
            <p:spPr>
              <a:xfrm>
                <a:off x="239280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h4490"/>
              <p:cNvSpPr/>
              <p:nvPr/>
            </p:nvSpPr>
            <p:spPr>
              <a:xfrm>
                <a:off x="240224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39F52">
                  <a:alpha val="100000"/>
                </a:srgbClr>
              </a:solidFill>
              <a:ln w="5420" cap="flat">
                <a:solidFill>
                  <a:srgbClr val="33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h4491"/>
              <p:cNvSpPr/>
              <p:nvPr/>
            </p:nvSpPr>
            <p:spPr>
              <a:xfrm>
                <a:off x="241168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h4492"/>
              <p:cNvSpPr/>
              <p:nvPr/>
            </p:nvSpPr>
            <p:spPr>
              <a:xfrm>
                <a:off x="242112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h4493"/>
              <p:cNvSpPr/>
              <p:nvPr/>
            </p:nvSpPr>
            <p:spPr>
              <a:xfrm>
                <a:off x="243056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h4494"/>
              <p:cNvSpPr/>
              <p:nvPr/>
            </p:nvSpPr>
            <p:spPr>
              <a:xfrm>
                <a:off x="244000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h4495"/>
              <p:cNvSpPr/>
              <p:nvPr/>
            </p:nvSpPr>
            <p:spPr>
              <a:xfrm>
                <a:off x="244944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h4496"/>
              <p:cNvSpPr/>
              <p:nvPr/>
            </p:nvSpPr>
            <p:spPr>
              <a:xfrm>
                <a:off x="245889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h4497"/>
              <p:cNvSpPr/>
              <p:nvPr/>
            </p:nvSpPr>
            <p:spPr>
              <a:xfrm>
                <a:off x="246833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h4498"/>
              <p:cNvSpPr/>
              <p:nvPr/>
            </p:nvSpPr>
            <p:spPr>
              <a:xfrm>
                <a:off x="247777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h4499"/>
              <p:cNvSpPr/>
              <p:nvPr/>
            </p:nvSpPr>
            <p:spPr>
              <a:xfrm>
                <a:off x="248721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h4500"/>
              <p:cNvSpPr/>
              <p:nvPr/>
            </p:nvSpPr>
            <p:spPr>
              <a:xfrm>
                <a:off x="249665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h4501"/>
              <p:cNvSpPr/>
              <p:nvPr/>
            </p:nvSpPr>
            <p:spPr>
              <a:xfrm>
                <a:off x="2515531" y="17461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02" y="896830"/>
                    </a:lnTo>
                    <a:lnTo>
                      <a:pt x="914212" y="903274"/>
                    </a:lnTo>
                    <a:lnTo>
                      <a:pt x="914400" y="903922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h4502"/>
              <p:cNvSpPr/>
              <p:nvPr/>
            </p:nvSpPr>
            <p:spPr>
              <a:xfrm>
                <a:off x="2515531" y="1746117"/>
                <a:ext cx="9173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88" h="914400">
                    <a:moveTo>
                      <a:pt x="914400" y="914400"/>
                    </a:moveTo>
                    <a:lnTo>
                      <a:pt x="914400" y="903922"/>
                    </a:lnTo>
                    <a:lnTo>
                      <a:pt x="917041" y="913034"/>
                    </a:lnTo>
                    <a:lnTo>
                      <a:pt x="917388" y="914400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h4503"/>
              <p:cNvSpPr/>
              <p:nvPr/>
            </p:nvSpPr>
            <p:spPr>
              <a:xfrm>
                <a:off x="3195228" y="172854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846" y="931969"/>
                    </a:lnTo>
                    <a:lnTo>
                      <a:pt x="909080" y="929918"/>
                    </a:lnTo>
                    <a:lnTo>
                      <a:pt x="910598" y="919362"/>
                    </a:lnTo>
                    <a:lnTo>
                      <a:pt x="911461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h4504"/>
              <p:cNvSpPr/>
              <p:nvPr/>
            </p:nvSpPr>
            <p:spPr>
              <a:xfrm>
                <a:off x="319522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h4505"/>
              <p:cNvSpPr/>
              <p:nvPr/>
            </p:nvSpPr>
            <p:spPr>
              <a:xfrm>
                <a:off x="320466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h4506"/>
              <p:cNvSpPr/>
              <p:nvPr/>
            </p:nvSpPr>
            <p:spPr>
              <a:xfrm>
                <a:off x="321410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h4507"/>
              <p:cNvSpPr/>
              <p:nvPr/>
            </p:nvSpPr>
            <p:spPr>
              <a:xfrm>
                <a:off x="322354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h4508"/>
              <p:cNvSpPr/>
              <p:nvPr/>
            </p:nvSpPr>
            <p:spPr>
              <a:xfrm>
                <a:off x="323298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h4509"/>
              <p:cNvSpPr/>
              <p:nvPr/>
            </p:nvSpPr>
            <p:spPr>
              <a:xfrm>
                <a:off x="324242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h4510"/>
              <p:cNvSpPr/>
              <p:nvPr/>
            </p:nvSpPr>
            <p:spPr>
              <a:xfrm>
                <a:off x="325187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h4511"/>
              <p:cNvSpPr/>
              <p:nvPr/>
            </p:nvSpPr>
            <p:spPr>
              <a:xfrm>
                <a:off x="326131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h4512"/>
              <p:cNvSpPr/>
              <p:nvPr/>
            </p:nvSpPr>
            <p:spPr>
              <a:xfrm>
                <a:off x="327075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h4513"/>
              <p:cNvSpPr/>
              <p:nvPr/>
            </p:nvSpPr>
            <p:spPr>
              <a:xfrm>
                <a:off x="328019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h4514"/>
              <p:cNvSpPr/>
              <p:nvPr/>
            </p:nvSpPr>
            <p:spPr>
              <a:xfrm>
                <a:off x="328963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h4515"/>
              <p:cNvSpPr/>
              <p:nvPr/>
            </p:nvSpPr>
            <p:spPr>
              <a:xfrm>
                <a:off x="329907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h4516"/>
              <p:cNvSpPr/>
              <p:nvPr/>
            </p:nvSpPr>
            <p:spPr>
              <a:xfrm>
                <a:off x="330851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h4517"/>
              <p:cNvSpPr/>
              <p:nvPr/>
            </p:nvSpPr>
            <p:spPr>
              <a:xfrm>
                <a:off x="331795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h4518"/>
              <p:cNvSpPr/>
              <p:nvPr/>
            </p:nvSpPr>
            <p:spPr>
              <a:xfrm>
                <a:off x="332739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h4519"/>
              <p:cNvSpPr/>
              <p:nvPr/>
            </p:nvSpPr>
            <p:spPr>
              <a:xfrm>
                <a:off x="333683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h4520"/>
              <p:cNvSpPr/>
              <p:nvPr/>
            </p:nvSpPr>
            <p:spPr>
              <a:xfrm>
                <a:off x="334627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h4521"/>
              <p:cNvSpPr/>
              <p:nvPr/>
            </p:nvSpPr>
            <p:spPr>
              <a:xfrm>
                <a:off x="335571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h4522"/>
              <p:cNvSpPr/>
              <p:nvPr/>
            </p:nvSpPr>
            <p:spPr>
              <a:xfrm>
                <a:off x="336515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h4523"/>
              <p:cNvSpPr/>
              <p:nvPr/>
            </p:nvSpPr>
            <p:spPr>
              <a:xfrm>
                <a:off x="337459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h4524"/>
              <p:cNvSpPr/>
              <p:nvPr/>
            </p:nvSpPr>
            <p:spPr>
              <a:xfrm>
                <a:off x="338403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h4525"/>
              <p:cNvSpPr/>
              <p:nvPr/>
            </p:nvSpPr>
            <p:spPr>
              <a:xfrm>
                <a:off x="339347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h4526"/>
              <p:cNvSpPr/>
              <p:nvPr/>
            </p:nvSpPr>
            <p:spPr>
              <a:xfrm>
                <a:off x="340291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h4527"/>
              <p:cNvSpPr/>
              <p:nvPr/>
            </p:nvSpPr>
            <p:spPr>
              <a:xfrm>
                <a:off x="341235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h4528"/>
              <p:cNvSpPr/>
              <p:nvPr/>
            </p:nvSpPr>
            <p:spPr>
              <a:xfrm>
                <a:off x="342179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h4529"/>
              <p:cNvSpPr/>
              <p:nvPr/>
            </p:nvSpPr>
            <p:spPr>
              <a:xfrm>
                <a:off x="343123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h4530"/>
              <p:cNvSpPr/>
              <p:nvPr/>
            </p:nvSpPr>
            <p:spPr>
              <a:xfrm>
                <a:off x="3440674" y="1746117"/>
                <a:ext cx="9198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810" y="896830"/>
                    </a:lnTo>
                    <a:lnTo>
                      <a:pt x="918763" y="901834"/>
                    </a:lnTo>
                    <a:lnTo>
                      <a:pt x="916340" y="911847"/>
                    </a:lnTo>
                    <a:lnTo>
                      <a:pt x="915634" y="914400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h4531"/>
              <p:cNvSpPr/>
              <p:nvPr/>
            </p:nvSpPr>
            <p:spPr>
              <a:xfrm>
                <a:off x="2204003" y="1710977"/>
                <a:ext cx="914400" cy="918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402">
                    <a:moveTo>
                      <a:pt x="914400" y="914400"/>
                    </a:moveTo>
                    <a:lnTo>
                      <a:pt x="914400" y="918402"/>
                    </a:lnTo>
                    <a:lnTo>
                      <a:pt x="912978" y="914400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h4532"/>
              <p:cNvSpPr/>
              <p:nvPr/>
            </p:nvSpPr>
            <p:spPr>
              <a:xfrm>
                <a:off x="220400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02" y="931969"/>
                    </a:lnTo>
                    <a:lnTo>
                      <a:pt x="919114" y="930638"/>
                    </a:lnTo>
                    <a:lnTo>
                      <a:pt x="915598" y="921779"/>
                    </a:lnTo>
                    <a:lnTo>
                      <a:pt x="914400" y="918402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h4533"/>
              <p:cNvSpPr/>
              <p:nvPr/>
            </p:nvSpPr>
            <p:spPr>
              <a:xfrm>
                <a:off x="221344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h4534"/>
              <p:cNvSpPr/>
              <p:nvPr/>
            </p:nvSpPr>
            <p:spPr>
              <a:xfrm>
                <a:off x="222288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h4535"/>
              <p:cNvSpPr/>
              <p:nvPr/>
            </p:nvSpPr>
            <p:spPr>
              <a:xfrm>
                <a:off x="223232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h4536"/>
              <p:cNvSpPr/>
              <p:nvPr/>
            </p:nvSpPr>
            <p:spPr>
              <a:xfrm>
                <a:off x="224176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h4537"/>
              <p:cNvSpPr/>
              <p:nvPr/>
            </p:nvSpPr>
            <p:spPr>
              <a:xfrm>
                <a:off x="225120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h4538"/>
              <p:cNvSpPr/>
              <p:nvPr/>
            </p:nvSpPr>
            <p:spPr>
              <a:xfrm>
                <a:off x="226064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h4539"/>
              <p:cNvSpPr/>
              <p:nvPr/>
            </p:nvSpPr>
            <p:spPr>
              <a:xfrm>
                <a:off x="227008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h4540"/>
              <p:cNvSpPr/>
              <p:nvPr/>
            </p:nvSpPr>
            <p:spPr>
              <a:xfrm>
                <a:off x="227952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h4541"/>
              <p:cNvSpPr/>
              <p:nvPr/>
            </p:nvSpPr>
            <p:spPr>
              <a:xfrm>
                <a:off x="228896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h4542"/>
              <p:cNvSpPr/>
              <p:nvPr/>
            </p:nvSpPr>
            <p:spPr>
              <a:xfrm>
                <a:off x="229840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h4543"/>
              <p:cNvSpPr/>
              <p:nvPr/>
            </p:nvSpPr>
            <p:spPr>
              <a:xfrm>
                <a:off x="230784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09E52">
                  <a:alpha val="100000"/>
                </a:srgbClr>
              </a:solidFill>
              <a:ln w="5420" cap="flat">
                <a:solidFill>
                  <a:srgbClr val="30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h4544"/>
              <p:cNvSpPr/>
              <p:nvPr/>
            </p:nvSpPr>
            <p:spPr>
              <a:xfrm>
                <a:off x="231728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h4545"/>
              <p:cNvSpPr/>
              <p:nvPr/>
            </p:nvSpPr>
            <p:spPr>
              <a:xfrm>
                <a:off x="232672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B51">
                  <a:alpha val="100000"/>
                </a:srgbClr>
              </a:solidFill>
              <a:ln w="5420" cap="flat">
                <a:solidFill>
                  <a:srgbClr val="24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h4546"/>
              <p:cNvSpPr/>
              <p:nvPr/>
            </p:nvSpPr>
            <p:spPr>
              <a:xfrm>
                <a:off x="233616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09950">
                  <a:alpha val="100000"/>
                </a:srgbClr>
              </a:solidFill>
              <a:ln w="5420" cap="flat">
                <a:solidFill>
                  <a:srgbClr val="20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h4547"/>
              <p:cNvSpPr/>
              <p:nvPr/>
            </p:nvSpPr>
            <p:spPr>
              <a:xfrm>
                <a:off x="234560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D9950">
                  <a:alpha val="100000"/>
                </a:srgbClr>
              </a:solidFill>
              <a:ln w="5420" cap="flat">
                <a:solidFill>
                  <a:srgbClr val="1D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h4548"/>
              <p:cNvSpPr/>
              <p:nvPr/>
            </p:nvSpPr>
            <p:spPr>
              <a:xfrm>
                <a:off x="235504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850">
                  <a:alpha val="100000"/>
                </a:srgbClr>
              </a:solidFill>
              <a:ln w="5420" cap="flat">
                <a:solidFill>
                  <a:srgbClr val="1C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h4549"/>
              <p:cNvSpPr/>
              <p:nvPr/>
            </p:nvSpPr>
            <p:spPr>
              <a:xfrm>
                <a:off x="236448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D9950">
                  <a:alpha val="100000"/>
                </a:srgbClr>
              </a:solidFill>
              <a:ln w="5420" cap="flat">
                <a:solidFill>
                  <a:srgbClr val="1D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h4550"/>
              <p:cNvSpPr/>
              <p:nvPr/>
            </p:nvSpPr>
            <p:spPr>
              <a:xfrm>
                <a:off x="237392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09A50">
                  <a:alpha val="100000"/>
                </a:srgbClr>
              </a:solidFill>
              <a:ln w="5420" cap="flat">
                <a:solidFill>
                  <a:srgbClr val="209A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h4551"/>
              <p:cNvSpPr/>
              <p:nvPr/>
            </p:nvSpPr>
            <p:spPr>
              <a:xfrm>
                <a:off x="238336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h4552"/>
              <p:cNvSpPr/>
              <p:nvPr/>
            </p:nvSpPr>
            <p:spPr>
              <a:xfrm>
                <a:off x="239280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h4553"/>
              <p:cNvSpPr/>
              <p:nvPr/>
            </p:nvSpPr>
            <p:spPr>
              <a:xfrm>
                <a:off x="240224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09E52">
                  <a:alpha val="100000"/>
                </a:srgbClr>
              </a:solidFill>
              <a:ln w="5420" cap="flat">
                <a:solidFill>
                  <a:srgbClr val="30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h4554"/>
              <p:cNvSpPr/>
              <p:nvPr/>
            </p:nvSpPr>
            <p:spPr>
              <a:xfrm>
                <a:off x="241168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h4555"/>
              <p:cNvSpPr/>
              <p:nvPr/>
            </p:nvSpPr>
            <p:spPr>
              <a:xfrm>
                <a:off x="242112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h4556"/>
              <p:cNvSpPr/>
              <p:nvPr/>
            </p:nvSpPr>
            <p:spPr>
              <a:xfrm>
                <a:off x="243056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h4557"/>
              <p:cNvSpPr/>
              <p:nvPr/>
            </p:nvSpPr>
            <p:spPr>
              <a:xfrm>
                <a:off x="244000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h4558"/>
              <p:cNvSpPr/>
              <p:nvPr/>
            </p:nvSpPr>
            <p:spPr>
              <a:xfrm>
                <a:off x="244944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h4559"/>
              <p:cNvSpPr/>
              <p:nvPr/>
            </p:nvSpPr>
            <p:spPr>
              <a:xfrm>
                <a:off x="245889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h4560"/>
              <p:cNvSpPr/>
              <p:nvPr/>
            </p:nvSpPr>
            <p:spPr>
              <a:xfrm>
                <a:off x="246833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h4561"/>
              <p:cNvSpPr/>
              <p:nvPr/>
            </p:nvSpPr>
            <p:spPr>
              <a:xfrm>
                <a:off x="247777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h4562"/>
              <p:cNvSpPr/>
              <p:nvPr/>
            </p:nvSpPr>
            <p:spPr>
              <a:xfrm>
                <a:off x="248721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h4563"/>
              <p:cNvSpPr/>
              <p:nvPr/>
            </p:nvSpPr>
            <p:spPr>
              <a:xfrm>
                <a:off x="249665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h4564"/>
              <p:cNvSpPr/>
              <p:nvPr/>
            </p:nvSpPr>
            <p:spPr>
              <a:xfrm>
                <a:off x="2506091" y="1728547"/>
                <a:ext cx="9215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42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4974" y="896830"/>
                    </a:lnTo>
                    <a:lnTo>
                      <a:pt x="917187" y="902219"/>
                    </a:lnTo>
                    <a:lnTo>
                      <a:pt x="920551" y="911373"/>
                    </a:lnTo>
                    <a:lnTo>
                      <a:pt x="921542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h4565"/>
              <p:cNvSpPr/>
              <p:nvPr/>
            </p:nvSpPr>
            <p:spPr>
              <a:xfrm>
                <a:off x="3195228" y="172854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461" y="914400"/>
                    </a:lnTo>
                    <a:lnTo>
                      <a:pt x="912407" y="908966"/>
                    </a:lnTo>
                    <a:lnTo>
                      <a:pt x="914400" y="899263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h4566"/>
              <p:cNvSpPr/>
              <p:nvPr/>
            </p:nvSpPr>
            <p:spPr>
              <a:xfrm>
                <a:off x="3204668" y="171097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33"/>
                    </a:lnTo>
                    <a:lnTo>
                      <a:pt x="905063" y="916329"/>
                    </a:lnTo>
                    <a:lnTo>
                      <a:pt x="905185" y="915776"/>
                    </a:lnTo>
                    <a:lnTo>
                      <a:pt x="905309" y="915218"/>
                    </a:lnTo>
                    <a:lnTo>
                      <a:pt x="905433" y="914659"/>
                    </a:lnTo>
                    <a:lnTo>
                      <a:pt x="905490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h4567"/>
              <p:cNvSpPr/>
              <p:nvPr/>
            </p:nvSpPr>
            <p:spPr>
              <a:xfrm>
                <a:off x="320466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h4568"/>
              <p:cNvSpPr/>
              <p:nvPr/>
            </p:nvSpPr>
            <p:spPr>
              <a:xfrm>
                <a:off x="321410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h4569"/>
              <p:cNvSpPr/>
              <p:nvPr/>
            </p:nvSpPr>
            <p:spPr>
              <a:xfrm>
                <a:off x="322354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h4570"/>
              <p:cNvSpPr/>
              <p:nvPr/>
            </p:nvSpPr>
            <p:spPr>
              <a:xfrm>
                <a:off x="323298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h4571"/>
              <p:cNvSpPr/>
              <p:nvPr/>
            </p:nvSpPr>
            <p:spPr>
              <a:xfrm>
                <a:off x="324242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h4572"/>
              <p:cNvSpPr/>
              <p:nvPr/>
            </p:nvSpPr>
            <p:spPr>
              <a:xfrm>
                <a:off x="325187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h4573"/>
              <p:cNvSpPr/>
              <p:nvPr/>
            </p:nvSpPr>
            <p:spPr>
              <a:xfrm>
                <a:off x="326131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h4574"/>
              <p:cNvSpPr/>
              <p:nvPr/>
            </p:nvSpPr>
            <p:spPr>
              <a:xfrm>
                <a:off x="327075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h4575"/>
              <p:cNvSpPr/>
              <p:nvPr/>
            </p:nvSpPr>
            <p:spPr>
              <a:xfrm>
                <a:off x="328019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h4576"/>
              <p:cNvSpPr/>
              <p:nvPr/>
            </p:nvSpPr>
            <p:spPr>
              <a:xfrm>
                <a:off x="328963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h4577"/>
              <p:cNvSpPr/>
              <p:nvPr/>
            </p:nvSpPr>
            <p:spPr>
              <a:xfrm>
                <a:off x="329907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h4578"/>
              <p:cNvSpPr/>
              <p:nvPr/>
            </p:nvSpPr>
            <p:spPr>
              <a:xfrm>
                <a:off x="330851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h4579"/>
              <p:cNvSpPr/>
              <p:nvPr/>
            </p:nvSpPr>
            <p:spPr>
              <a:xfrm>
                <a:off x="331795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h4580"/>
              <p:cNvSpPr/>
              <p:nvPr/>
            </p:nvSpPr>
            <p:spPr>
              <a:xfrm>
                <a:off x="332739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h4581"/>
              <p:cNvSpPr/>
              <p:nvPr/>
            </p:nvSpPr>
            <p:spPr>
              <a:xfrm>
                <a:off x="333683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h4582"/>
              <p:cNvSpPr/>
              <p:nvPr/>
            </p:nvSpPr>
            <p:spPr>
              <a:xfrm>
                <a:off x="334627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h4583"/>
              <p:cNvSpPr/>
              <p:nvPr/>
            </p:nvSpPr>
            <p:spPr>
              <a:xfrm>
                <a:off x="335571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h4584"/>
              <p:cNvSpPr/>
              <p:nvPr/>
            </p:nvSpPr>
            <p:spPr>
              <a:xfrm>
                <a:off x="336515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h4585"/>
              <p:cNvSpPr/>
              <p:nvPr/>
            </p:nvSpPr>
            <p:spPr>
              <a:xfrm>
                <a:off x="337459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h4586"/>
              <p:cNvSpPr/>
              <p:nvPr/>
            </p:nvSpPr>
            <p:spPr>
              <a:xfrm>
                <a:off x="338403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h4587"/>
              <p:cNvSpPr/>
              <p:nvPr/>
            </p:nvSpPr>
            <p:spPr>
              <a:xfrm>
                <a:off x="339347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h4588"/>
              <p:cNvSpPr/>
              <p:nvPr/>
            </p:nvSpPr>
            <p:spPr>
              <a:xfrm>
                <a:off x="340291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h4589"/>
              <p:cNvSpPr/>
              <p:nvPr/>
            </p:nvSpPr>
            <p:spPr>
              <a:xfrm>
                <a:off x="341235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h4590"/>
              <p:cNvSpPr/>
              <p:nvPr/>
            </p:nvSpPr>
            <p:spPr>
              <a:xfrm>
                <a:off x="342179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h4591"/>
              <p:cNvSpPr/>
              <p:nvPr/>
            </p:nvSpPr>
            <p:spPr>
              <a:xfrm>
                <a:off x="343123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h4592"/>
              <p:cNvSpPr/>
              <p:nvPr/>
            </p:nvSpPr>
            <p:spPr>
              <a:xfrm>
                <a:off x="3440674" y="1728547"/>
                <a:ext cx="9230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0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035" y="896830"/>
                    </a:lnTo>
                    <a:lnTo>
                      <a:pt x="922754" y="898743"/>
                    </a:lnTo>
                    <a:lnTo>
                      <a:pt x="920903" y="909170"/>
                    </a:lnTo>
                    <a:lnTo>
                      <a:pt x="919810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h4593"/>
              <p:cNvSpPr/>
              <p:nvPr/>
            </p:nvSpPr>
            <p:spPr>
              <a:xfrm>
                <a:off x="2204003" y="16934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978" y="931969"/>
                    </a:lnTo>
                    <a:lnTo>
                      <a:pt x="912336" y="930161"/>
                    </a:lnTo>
                    <a:lnTo>
                      <a:pt x="909337" y="920668"/>
                    </a:lnTo>
                    <a:lnTo>
                      <a:pt x="907586" y="914400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h4594"/>
              <p:cNvSpPr/>
              <p:nvPr/>
            </p:nvSpPr>
            <p:spPr>
              <a:xfrm>
                <a:off x="220400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h4595"/>
              <p:cNvSpPr/>
              <p:nvPr/>
            </p:nvSpPr>
            <p:spPr>
              <a:xfrm>
                <a:off x="221344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h4596"/>
              <p:cNvSpPr/>
              <p:nvPr/>
            </p:nvSpPr>
            <p:spPr>
              <a:xfrm>
                <a:off x="222288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h4597"/>
              <p:cNvSpPr/>
              <p:nvPr/>
            </p:nvSpPr>
            <p:spPr>
              <a:xfrm>
                <a:off x="223232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h4598"/>
              <p:cNvSpPr/>
              <p:nvPr/>
            </p:nvSpPr>
            <p:spPr>
              <a:xfrm>
                <a:off x="224176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h4599"/>
              <p:cNvSpPr/>
              <p:nvPr/>
            </p:nvSpPr>
            <p:spPr>
              <a:xfrm>
                <a:off x="225120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h4600"/>
              <p:cNvSpPr/>
              <p:nvPr/>
            </p:nvSpPr>
            <p:spPr>
              <a:xfrm>
                <a:off x="226064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h4601"/>
              <p:cNvSpPr/>
              <p:nvPr/>
            </p:nvSpPr>
            <p:spPr>
              <a:xfrm>
                <a:off x="227008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h4602"/>
              <p:cNvSpPr/>
              <p:nvPr/>
            </p:nvSpPr>
            <p:spPr>
              <a:xfrm>
                <a:off x="227952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h4603"/>
              <p:cNvSpPr/>
              <p:nvPr/>
            </p:nvSpPr>
            <p:spPr>
              <a:xfrm>
                <a:off x="228896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h4604"/>
              <p:cNvSpPr/>
              <p:nvPr/>
            </p:nvSpPr>
            <p:spPr>
              <a:xfrm>
                <a:off x="229840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h4605"/>
              <p:cNvSpPr/>
              <p:nvPr/>
            </p:nvSpPr>
            <p:spPr>
              <a:xfrm>
                <a:off x="230784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h4606"/>
              <p:cNvSpPr/>
              <p:nvPr/>
            </p:nvSpPr>
            <p:spPr>
              <a:xfrm>
                <a:off x="231728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h4607"/>
              <p:cNvSpPr/>
              <p:nvPr/>
            </p:nvSpPr>
            <p:spPr>
              <a:xfrm>
                <a:off x="232672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B51">
                  <a:alpha val="100000"/>
                </a:srgbClr>
              </a:solidFill>
              <a:ln w="5420" cap="flat">
                <a:solidFill>
                  <a:srgbClr val="24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h4608"/>
              <p:cNvSpPr/>
              <p:nvPr/>
            </p:nvSpPr>
            <p:spPr>
              <a:xfrm>
                <a:off x="233616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F9950">
                  <a:alpha val="100000"/>
                </a:srgbClr>
              </a:solidFill>
              <a:ln w="5420" cap="flat">
                <a:solidFill>
                  <a:srgbClr val="1F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h4609"/>
              <p:cNvSpPr/>
              <p:nvPr/>
            </p:nvSpPr>
            <p:spPr>
              <a:xfrm>
                <a:off x="234560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850">
                  <a:alpha val="100000"/>
                </a:srgbClr>
              </a:solidFill>
              <a:ln w="5420" cap="flat">
                <a:solidFill>
                  <a:srgbClr val="1C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h4610"/>
              <p:cNvSpPr/>
              <p:nvPr/>
            </p:nvSpPr>
            <p:spPr>
              <a:xfrm>
                <a:off x="235504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B9850">
                  <a:alpha val="100000"/>
                </a:srgbClr>
              </a:solidFill>
              <a:ln w="5420" cap="flat">
                <a:solidFill>
                  <a:srgbClr val="1B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h4611"/>
              <p:cNvSpPr/>
              <p:nvPr/>
            </p:nvSpPr>
            <p:spPr>
              <a:xfrm>
                <a:off x="236448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D9950">
                  <a:alpha val="100000"/>
                </a:srgbClr>
              </a:solidFill>
              <a:ln w="5420" cap="flat">
                <a:solidFill>
                  <a:srgbClr val="1D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h4612"/>
              <p:cNvSpPr/>
              <p:nvPr/>
            </p:nvSpPr>
            <p:spPr>
              <a:xfrm>
                <a:off x="237392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09950">
                  <a:alpha val="100000"/>
                </a:srgbClr>
              </a:solidFill>
              <a:ln w="5420" cap="flat">
                <a:solidFill>
                  <a:srgbClr val="20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h4613"/>
              <p:cNvSpPr/>
              <p:nvPr/>
            </p:nvSpPr>
            <p:spPr>
              <a:xfrm>
                <a:off x="238336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h4614"/>
              <p:cNvSpPr/>
              <p:nvPr/>
            </p:nvSpPr>
            <p:spPr>
              <a:xfrm>
                <a:off x="239280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C51">
                  <a:alpha val="100000"/>
                </a:srgbClr>
              </a:solidFill>
              <a:ln w="5420" cap="flat">
                <a:solidFill>
                  <a:srgbClr val="2B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h4615"/>
              <p:cNvSpPr/>
              <p:nvPr/>
            </p:nvSpPr>
            <p:spPr>
              <a:xfrm>
                <a:off x="240224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h4616"/>
              <p:cNvSpPr/>
              <p:nvPr/>
            </p:nvSpPr>
            <p:spPr>
              <a:xfrm>
                <a:off x="241168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h4617"/>
              <p:cNvSpPr/>
              <p:nvPr/>
            </p:nvSpPr>
            <p:spPr>
              <a:xfrm>
                <a:off x="242112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h4618"/>
              <p:cNvSpPr/>
              <p:nvPr/>
            </p:nvSpPr>
            <p:spPr>
              <a:xfrm>
                <a:off x="243056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h4619"/>
              <p:cNvSpPr/>
              <p:nvPr/>
            </p:nvSpPr>
            <p:spPr>
              <a:xfrm>
                <a:off x="244000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h4620"/>
              <p:cNvSpPr/>
              <p:nvPr/>
            </p:nvSpPr>
            <p:spPr>
              <a:xfrm>
                <a:off x="244944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h4621"/>
              <p:cNvSpPr/>
              <p:nvPr/>
            </p:nvSpPr>
            <p:spPr>
              <a:xfrm>
                <a:off x="245889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h4622"/>
              <p:cNvSpPr/>
              <p:nvPr/>
            </p:nvSpPr>
            <p:spPr>
              <a:xfrm>
                <a:off x="246833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h4623"/>
              <p:cNvSpPr/>
              <p:nvPr/>
            </p:nvSpPr>
            <p:spPr>
              <a:xfrm>
                <a:off x="247777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h4624"/>
              <p:cNvSpPr/>
              <p:nvPr/>
            </p:nvSpPr>
            <p:spPr>
              <a:xfrm>
                <a:off x="248721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h4625"/>
              <p:cNvSpPr/>
              <p:nvPr/>
            </p:nvSpPr>
            <p:spPr>
              <a:xfrm>
                <a:off x="2506091" y="171097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09" y="896830"/>
                    </a:lnTo>
                    <a:lnTo>
                      <a:pt x="909707" y="902532"/>
                    </a:lnTo>
                    <a:lnTo>
                      <a:pt x="913569" y="910977"/>
                    </a:lnTo>
                    <a:lnTo>
                      <a:pt x="914399" y="91299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h4626"/>
              <p:cNvSpPr/>
              <p:nvPr/>
            </p:nvSpPr>
            <p:spPr>
              <a:xfrm>
                <a:off x="2506091" y="1710977"/>
                <a:ext cx="9149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4" h="914400">
                    <a:moveTo>
                      <a:pt x="914399" y="914400"/>
                    </a:moveTo>
                    <a:lnTo>
                      <a:pt x="914399" y="912999"/>
                    </a:lnTo>
                    <a:lnTo>
                      <a:pt x="914974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h4627"/>
              <p:cNvSpPr/>
              <p:nvPr/>
            </p:nvSpPr>
            <p:spPr>
              <a:xfrm>
                <a:off x="3195228" y="1693407"/>
                <a:ext cx="914400" cy="9214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432">
                    <a:moveTo>
                      <a:pt x="914400" y="914400"/>
                    </a:moveTo>
                    <a:lnTo>
                      <a:pt x="914400" y="921432"/>
                    </a:lnTo>
                    <a:lnTo>
                      <a:pt x="911640" y="919468"/>
                    </a:lnTo>
                    <a:lnTo>
                      <a:pt x="906267" y="915037"/>
                    </a:lnTo>
                    <a:lnTo>
                      <a:pt x="905592" y="914400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h4628"/>
              <p:cNvSpPr/>
              <p:nvPr/>
            </p:nvSpPr>
            <p:spPr>
              <a:xfrm>
                <a:off x="319522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30" y="931969"/>
                    </a:lnTo>
                    <a:lnTo>
                      <a:pt x="914997" y="931670"/>
                    </a:lnTo>
                    <a:lnTo>
                      <a:pt x="915120" y="931111"/>
                    </a:lnTo>
                    <a:lnTo>
                      <a:pt x="915244" y="930553"/>
                    </a:lnTo>
                    <a:lnTo>
                      <a:pt x="915368" y="929994"/>
                    </a:lnTo>
                    <a:lnTo>
                      <a:pt x="915492" y="929435"/>
                    </a:lnTo>
                    <a:lnTo>
                      <a:pt x="915616" y="928877"/>
                    </a:lnTo>
                    <a:lnTo>
                      <a:pt x="915740" y="928318"/>
                    </a:lnTo>
                    <a:lnTo>
                      <a:pt x="915863" y="927759"/>
                    </a:lnTo>
                    <a:lnTo>
                      <a:pt x="915987" y="927200"/>
                    </a:lnTo>
                    <a:lnTo>
                      <a:pt x="916111" y="926642"/>
                    </a:lnTo>
                    <a:lnTo>
                      <a:pt x="916235" y="926083"/>
                    </a:lnTo>
                    <a:lnTo>
                      <a:pt x="916359" y="925524"/>
                    </a:lnTo>
                    <a:lnTo>
                      <a:pt x="916483" y="924966"/>
                    </a:lnTo>
                    <a:lnTo>
                      <a:pt x="916607" y="924407"/>
                    </a:lnTo>
                    <a:lnTo>
                      <a:pt x="916731" y="923848"/>
                    </a:lnTo>
                    <a:lnTo>
                      <a:pt x="916876" y="923194"/>
                    </a:lnTo>
                    <a:lnTo>
                      <a:pt x="914400" y="921432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h4629"/>
              <p:cNvSpPr/>
              <p:nvPr/>
            </p:nvSpPr>
            <p:spPr>
              <a:xfrm>
                <a:off x="320466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h4630"/>
              <p:cNvSpPr/>
              <p:nvPr/>
            </p:nvSpPr>
            <p:spPr>
              <a:xfrm>
                <a:off x="321410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h4631"/>
              <p:cNvSpPr/>
              <p:nvPr/>
            </p:nvSpPr>
            <p:spPr>
              <a:xfrm>
                <a:off x="322354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h4632"/>
              <p:cNvSpPr/>
              <p:nvPr/>
            </p:nvSpPr>
            <p:spPr>
              <a:xfrm>
                <a:off x="323298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h4633"/>
              <p:cNvSpPr/>
              <p:nvPr/>
            </p:nvSpPr>
            <p:spPr>
              <a:xfrm>
                <a:off x="324242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h4634"/>
              <p:cNvSpPr/>
              <p:nvPr/>
            </p:nvSpPr>
            <p:spPr>
              <a:xfrm>
                <a:off x="325187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h4635"/>
              <p:cNvSpPr/>
              <p:nvPr/>
            </p:nvSpPr>
            <p:spPr>
              <a:xfrm>
                <a:off x="326131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h4636"/>
              <p:cNvSpPr/>
              <p:nvPr/>
            </p:nvSpPr>
            <p:spPr>
              <a:xfrm>
                <a:off x="327075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h4637"/>
              <p:cNvSpPr/>
              <p:nvPr/>
            </p:nvSpPr>
            <p:spPr>
              <a:xfrm>
                <a:off x="328019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h4638"/>
              <p:cNvSpPr/>
              <p:nvPr/>
            </p:nvSpPr>
            <p:spPr>
              <a:xfrm>
                <a:off x="328963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h4639"/>
              <p:cNvSpPr/>
              <p:nvPr/>
            </p:nvSpPr>
            <p:spPr>
              <a:xfrm>
                <a:off x="329907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h4640"/>
              <p:cNvSpPr/>
              <p:nvPr/>
            </p:nvSpPr>
            <p:spPr>
              <a:xfrm>
                <a:off x="330851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h4641"/>
              <p:cNvSpPr/>
              <p:nvPr/>
            </p:nvSpPr>
            <p:spPr>
              <a:xfrm>
                <a:off x="331795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h4642"/>
              <p:cNvSpPr/>
              <p:nvPr/>
            </p:nvSpPr>
            <p:spPr>
              <a:xfrm>
                <a:off x="332739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h4643"/>
              <p:cNvSpPr/>
              <p:nvPr/>
            </p:nvSpPr>
            <p:spPr>
              <a:xfrm>
                <a:off x="333683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h4644"/>
              <p:cNvSpPr/>
              <p:nvPr/>
            </p:nvSpPr>
            <p:spPr>
              <a:xfrm>
                <a:off x="334627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h4645"/>
              <p:cNvSpPr/>
              <p:nvPr/>
            </p:nvSpPr>
            <p:spPr>
              <a:xfrm>
                <a:off x="335571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h4646"/>
              <p:cNvSpPr/>
              <p:nvPr/>
            </p:nvSpPr>
            <p:spPr>
              <a:xfrm>
                <a:off x="336515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h4647"/>
              <p:cNvSpPr/>
              <p:nvPr/>
            </p:nvSpPr>
            <p:spPr>
              <a:xfrm>
                <a:off x="337459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h4648"/>
              <p:cNvSpPr/>
              <p:nvPr/>
            </p:nvSpPr>
            <p:spPr>
              <a:xfrm>
                <a:off x="338403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h4649"/>
              <p:cNvSpPr/>
              <p:nvPr/>
            </p:nvSpPr>
            <p:spPr>
              <a:xfrm>
                <a:off x="339347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h4650"/>
              <p:cNvSpPr/>
              <p:nvPr/>
            </p:nvSpPr>
            <p:spPr>
              <a:xfrm>
                <a:off x="340291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h4651"/>
              <p:cNvSpPr/>
              <p:nvPr/>
            </p:nvSpPr>
            <p:spPr>
              <a:xfrm>
                <a:off x="341235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h4652"/>
              <p:cNvSpPr/>
              <p:nvPr/>
            </p:nvSpPr>
            <p:spPr>
              <a:xfrm>
                <a:off x="342179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h4653"/>
              <p:cNvSpPr/>
              <p:nvPr/>
            </p:nvSpPr>
            <p:spPr>
              <a:xfrm>
                <a:off x="343123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h4654"/>
              <p:cNvSpPr/>
              <p:nvPr/>
            </p:nvSpPr>
            <p:spPr>
              <a:xfrm>
                <a:off x="3440674" y="171097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920"/>
                    </a:lnTo>
                    <a:lnTo>
                      <a:pt x="923035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h4655"/>
              <p:cNvSpPr/>
              <p:nvPr/>
            </p:nvSpPr>
            <p:spPr>
              <a:xfrm>
                <a:off x="3450115" y="1693407"/>
                <a:ext cx="918988" cy="926490"/>
              </a:xfrm>
              <a:custGeom>
                <a:avLst/>
                <a:gdLst/>
                <a:ahLst/>
                <a:cxnLst/>
                <a:rect l="0" t="0" r="0" b="0"/>
                <a:pathLst>
                  <a:path w="918988" h="926490">
                    <a:moveTo>
                      <a:pt x="914400" y="914400"/>
                    </a:moveTo>
                    <a:lnTo>
                      <a:pt x="918988" y="914400"/>
                    </a:lnTo>
                    <a:lnTo>
                      <a:pt x="918867" y="914670"/>
                    </a:lnTo>
                    <a:lnTo>
                      <a:pt x="914965" y="922475"/>
                    </a:lnTo>
                    <a:lnTo>
                      <a:pt x="914870" y="923289"/>
                    </a:lnTo>
                    <a:lnTo>
                      <a:pt x="914400" y="92649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h4656"/>
              <p:cNvSpPr/>
              <p:nvPr/>
            </p:nvSpPr>
            <p:spPr>
              <a:xfrm>
                <a:off x="2194563" y="1675838"/>
                <a:ext cx="91440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8">
                    <a:moveTo>
                      <a:pt x="914400" y="914400"/>
                    </a:moveTo>
                    <a:lnTo>
                      <a:pt x="914400" y="921728"/>
                    </a:lnTo>
                    <a:lnTo>
                      <a:pt x="913596" y="918442"/>
                    </a:lnTo>
                    <a:lnTo>
                      <a:pt x="912741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h4657"/>
              <p:cNvSpPr/>
              <p:nvPr/>
            </p:nvSpPr>
            <p:spPr>
              <a:xfrm>
                <a:off x="219456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026" y="931969"/>
                    </a:lnTo>
                    <a:lnTo>
                      <a:pt x="916047" y="928466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h4658"/>
              <p:cNvSpPr/>
              <p:nvPr/>
            </p:nvSpPr>
            <p:spPr>
              <a:xfrm>
                <a:off x="220400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h4659"/>
              <p:cNvSpPr/>
              <p:nvPr/>
            </p:nvSpPr>
            <p:spPr>
              <a:xfrm>
                <a:off x="221344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h4660"/>
              <p:cNvSpPr/>
              <p:nvPr/>
            </p:nvSpPr>
            <p:spPr>
              <a:xfrm>
                <a:off x="222288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h4661"/>
              <p:cNvSpPr/>
              <p:nvPr/>
            </p:nvSpPr>
            <p:spPr>
              <a:xfrm>
                <a:off x="223232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h4662"/>
              <p:cNvSpPr/>
              <p:nvPr/>
            </p:nvSpPr>
            <p:spPr>
              <a:xfrm>
                <a:off x="224176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h4663"/>
              <p:cNvSpPr/>
              <p:nvPr/>
            </p:nvSpPr>
            <p:spPr>
              <a:xfrm>
                <a:off x="225120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h4664"/>
              <p:cNvSpPr/>
              <p:nvPr/>
            </p:nvSpPr>
            <p:spPr>
              <a:xfrm>
                <a:off x="226064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h4665"/>
              <p:cNvSpPr/>
              <p:nvPr/>
            </p:nvSpPr>
            <p:spPr>
              <a:xfrm>
                <a:off x="227008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h4666"/>
              <p:cNvSpPr/>
              <p:nvPr/>
            </p:nvSpPr>
            <p:spPr>
              <a:xfrm>
                <a:off x="227952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h4667"/>
              <p:cNvSpPr/>
              <p:nvPr/>
            </p:nvSpPr>
            <p:spPr>
              <a:xfrm>
                <a:off x="228896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h4668"/>
              <p:cNvSpPr/>
              <p:nvPr/>
            </p:nvSpPr>
            <p:spPr>
              <a:xfrm>
                <a:off x="229840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h4669"/>
              <p:cNvSpPr/>
              <p:nvPr/>
            </p:nvSpPr>
            <p:spPr>
              <a:xfrm>
                <a:off x="230784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h4670"/>
              <p:cNvSpPr/>
              <p:nvPr/>
            </p:nvSpPr>
            <p:spPr>
              <a:xfrm>
                <a:off x="231728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h4671"/>
              <p:cNvSpPr/>
              <p:nvPr/>
            </p:nvSpPr>
            <p:spPr>
              <a:xfrm>
                <a:off x="232672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h4672"/>
              <p:cNvSpPr/>
              <p:nvPr/>
            </p:nvSpPr>
            <p:spPr>
              <a:xfrm>
                <a:off x="233616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79B51">
                  <a:alpha val="100000"/>
                </a:srgbClr>
              </a:solidFill>
              <a:ln w="5420" cap="flat">
                <a:solidFill>
                  <a:srgbClr val="27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h4673"/>
              <p:cNvSpPr/>
              <p:nvPr/>
            </p:nvSpPr>
            <p:spPr>
              <a:xfrm>
                <a:off x="234560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h4674"/>
              <p:cNvSpPr/>
              <p:nvPr/>
            </p:nvSpPr>
            <p:spPr>
              <a:xfrm>
                <a:off x="235504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h4675"/>
              <p:cNvSpPr/>
              <p:nvPr/>
            </p:nvSpPr>
            <p:spPr>
              <a:xfrm>
                <a:off x="236448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h4676"/>
              <p:cNvSpPr/>
              <p:nvPr/>
            </p:nvSpPr>
            <p:spPr>
              <a:xfrm>
                <a:off x="237392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79B51">
                  <a:alpha val="100000"/>
                </a:srgbClr>
              </a:solidFill>
              <a:ln w="5420" cap="flat">
                <a:solidFill>
                  <a:srgbClr val="27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h4677"/>
              <p:cNvSpPr/>
              <p:nvPr/>
            </p:nvSpPr>
            <p:spPr>
              <a:xfrm>
                <a:off x="238336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h4678"/>
              <p:cNvSpPr/>
              <p:nvPr/>
            </p:nvSpPr>
            <p:spPr>
              <a:xfrm>
                <a:off x="239280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E52">
                  <a:alpha val="100000"/>
                </a:srgbClr>
              </a:solidFill>
              <a:ln w="5420" cap="flat">
                <a:solidFill>
                  <a:srgbClr val="31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h4679"/>
              <p:cNvSpPr/>
              <p:nvPr/>
            </p:nvSpPr>
            <p:spPr>
              <a:xfrm>
                <a:off x="240224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h4680"/>
              <p:cNvSpPr/>
              <p:nvPr/>
            </p:nvSpPr>
            <p:spPr>
              <a:xfrm>
                <a:off x="241168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h4681"/>
              <p:cNvSpPr/>
              <p:nvPr/>
            </p:nvSpPr>
            <p:spPr>
              <a:xfrm>
                <a:off x="242112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h4682"/>
              <p:cNvSpPr/>
              <p:nvPr/>
            </p:nvSpPr>
            <p:spPr>
              <a:xfrm>
                <a:off x="243056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h4683"/>
              <p:cNvSpPr/>
              <p:nvPr/>
            </p:nvSpPr>
            <p:spPr>
              <a:xfrm>
                <a:off x="244000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h4684"/>
              <p:cNvSpPr/>
              <p:nvPr/>
            </p:nvSpPr>
            <p:spPr>
              <a:xfrm>
                <a:off x="244944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h4685"/>
              <p:cNvSpPr/>
              <p:nvPr/>
            </p:nvSpPr>
            <p:spPr>
              <a:xfrm>
                <a:off x="245889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h4686"/>
              <p:cNvSpPr/>
              <p:nvPr/>
            </p:nvSpPr>
            <p:spPr>
              <a:xfrm>
                <a:off x="246833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h4687"/>
              <p:cNvSpPr/>
              <p:nvPr/>
            </p:nvSpPr>
            <p:spPr>
              <a:xfrm>
                <a:off x="247777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h4688"/>
              <p:cNvSpPr/>
              <p:nvPr/>
            </p:nvSpPr>
            <p:spPr>
              <a:xfrm>
                <a:off x="2496650" y="169340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138" y="896830"/>
                    </a:lnTo>
                    <a:lnTo>
                      <a:pt x="910503" y="898961"/>
                    </a:lnTo>
                    <a:lnTo>
                      <a:pt x="911444" y="905656"/>
                    </a:lnTo>
                    <a:lnTo>
                      <a:pt x="914400" y="91088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h4689"/>
              <p:cNvSpPr/>
              <p:nvPr/>
            </p:nvSpPr>
            <p:spPr>
              <a:xfrm>
                <a:off x="2496650" y="1693407"/>
                <a:ext cx="9162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9" h="914400">
                    <a:moveTo>
                      <a:pt x="914400" y="914400"/>
                    </a:moveTo>
                    <a:lnTo>
                      <a:pt x="914400" y="910889"/>
                    </a:lnTo>
                    <a:lnTo>
                      <a:pt x="915052" y="912045"/>
                    </a:lnTo>
                    <a:lnTo>
                      <a:pt x="916249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h4690"/>
              <p:cNvSpPr/>
              <p:nvPr/>
            </p:nvSpPr>
            <p:spPr>
              <a:xfrm>
                <a:off x="3176348" y="1675838"/>
                <a:ext cx="914400" cy="9217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9">
                    <a:moveTo>
                      <a:pt x="914400" y="914400"/>
                    </a:moveTo>
                    <a:lnTo>
                      <a:pt x="914400" y="921729"/>
                    </a:lnTo>
                    <a:lnTo>
                      <a:pt x="909869" y="916291"/>
                    </a:lnTo>
                    <a:lnTo>
                      <a:pt x="908459" y="9144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h4691"/>
              <p:cNvSpPr/>
              <p:nvPr/>
            </p:nvSpPr>
            <p:spPr>
              <a:xfrm>
                <a:off x="3176348" y="1675838"/>
                <a:ext cx="923840" cy="93137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37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373"/>
                    </a:lnTo>
                    <a:lnTo>
                      <a:pt x="919905" y="927663"/>
                    </a:lnTo>
                    <a:lnTo>
                      <a:pt x="914808" y="922219"/>
                    </a:lnTo>
                    <a:lnTo>
                      <a:pt x="914400" y="92172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h4692"/>
              <p:cNvSpPr/>
              <p:nvPr/>
            </p:nvSpPr>
            <p:spPr>
              <a:xfrm>
                <a:off x="318578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32" y="931969"/>
                    </a:lnTo>
                    <a:lnTo>
                      <a:pt x="914399" y="931373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h4693"/>
              <p:cNvSpPr/>
              <p:nvPr/>
            </p:nvSpPr>
            <p:spPr>
              <a:xfrm>
                <a:off x="319522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h4694"/>
              <p:cNvSpPr/>
              <p:nvPr/>
            </p:nvSpPr>
            <p:spPr>
              <a:xfrm>
                <a:off x="320466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h4695"/>
              <p:cNvSpPr/>
              <p:nvPr/>
            </p:nvSpPr>
            <p:spPr>
              <a:xfrm>
                <a:off x="321410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h4696"/>
              <p:cNvSpPr/>
              <p:nvPr/>
            </p:nvSpPr>
            <p:spPr>
              <a:xfrm>
                <a:off x="322354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h4697"/>
              <p:cNvSpPr/>
              <p:nvPr/>
            </p:nvSpPr>
            <p:spPr>
              <a:xfrm>
                <a:off x="323298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h4698"/>
              <p:cNvSpPr/>
              <p:nvPr/>
            </p:nvSpPr>
            <p:spPr>
              <a:xfrm>
                <a:off x="324242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h4699"/>
              <p:cNvSpPr/>
              <p:nvPr/>
            </p:nvSpPr>
            <p:spPr>
              <a:xfrm>
                <a:off x="325187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h4700"/>
              <p:cNvSpPr/>
              <p:nvPr/>
            </p:nvSpPr>
            <p:spPr>
              <a:xfrm>
                <a:off x="326131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h4701"/>
              <p:cNvSpPr/>
              <p:nvPr/>
            </p:nvSpPr>
            <p:spPr>
              <a:xfrm>
                <a:off x="327075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h4702"/>
              <p:cNvSpPr/>
              <p:nvPr/>
            </p:nvSpPr>
            <p:spPr>
              <a:xfrm>
                <a:off x="328019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h4703"/>
              <p:cNvSpPr/>
              <p:nvPr/>
            </p:nvSpPr>
            <p:spPr>
              <a:xfrm>
                <a:off x="328963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h4704"/>
              <p:cNvSpPr/>
              <p:nvPr/>
            </p:nvSpPr>
            <p:spPr>
              <a:xfrm>
                <a:off x="329907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h4705"/>
              <p:cNvSpPr/>
              <p:nvPr/>
            </p:nvSpPr>
            <p:spPr>
              <a:xfrm>
                <a:off x="330851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h4706"/>
              <p:cNvSpPr/>
              <p:nvPr/>
            </p:nvSpPr>
            <p:spPr>
              <a:xfrm>
                <a:off x="331795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h4707"/>
              <p:cNvSpPr/>
              <p:nvPr/>
            </p:nvSpPr>
            <p:spPr>
              <a:xfrm>
                <a:off x="332739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h4708"/>
              <p:cNvSpPr/>
              <p:nvPr/>
            </p:nvSpPr>
            <p:spPr>
              <a:xfrm>
                <a:off x="333683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h4709"/>
              <p:cNvSpPr/>
              <p:nvPr/>
            </p:nvSpPr>
            <p:spPr>
              <a:xfrm>
                <a:off x="334627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h4710"/>
              <p:cNvSpPr/>
              <p:nvPr/>
            </p:nvSpPr>
            <p:spPr>
              <a:xfrm>
                <a:off x="335571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h4711"/>
              <p:cNvSpPr/>
              <p:nvPr/>
            </p:nvSpPr>
            <p:spPr>
              <a:xfrm>
                <a:off x="336515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h4712"/>
              <p:cNvSpPr/>
              <p:nvPr/>
            </p:nvSpPr>
            <p:spPr>
              <a:xfrm>
                <a:off x="337459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h4713"/>
              <p:cNvSpPr/>
              <p:nvPr/>
            </p:nvSpPr>
            <p:spPr>
              <a:xfrm>
                <a:off x="338403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h4714"/>
              <p:cNvSpPr/>
              <p:nvPr/>
            </p:nvSpPr>
            <p:spPr>
              <a:xfrm>
                <a:off x="339347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h4715"/>
              <p:cNvSpPr/>
              <p:nvPr/>
            </p:nvSpPr>
            <p:spPr>
              <a:xfrm>
                <a:off x="340291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h4716"/>
              <p:cNvSpPr/>
              <p:nvPr/>
            </p:nvSpPr>
            <p:spPr>
              <a:xfrm>
                <a:off x="341235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h4717"/>
              <p:cNvSpPr/>
              <p:nvPr/>
            </p:nvSpPr>
            <p:spPr>
              <a:xfrm>
                <a:off x="342179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h4718"/>
              <p:cNvSpPr/>
              <p:nvPr/>
            </p:nvSpPr>
            <p:spPr>
              <a:xfrm>
                <a:off x="343123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h4719"/>
              <p:cNvSpPr/>
              <p:nvPr/>
            </p:nvSpPr>
            <p:spPr>
              <a:xfrm>
                <a:off x="344067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h4720"/>
              <p:cNvSpPr/>
              <p:nvPr/>
            </p:nvSpPr>
            <p:spPr>
              <a:xfrm>
                <a:off x="3450115" y="169340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313"/>
                    </a:lnTo>
                    <a:lnTo>
                      <a:pt x="922708" y="906121"/>
                    </a:lnTo>
                    <a:lnTo>
                      <a:pt x="918988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h4721"/>
              <p:cNvSpPr/>
              <p:nvPr/>
            </p:nvSpPr>
            <p:spPr>
              <a:xfrm>
                <a:off x="3459555" y="1675838"/>
                <a:ext cx="916997" cy="920883"/>
              </a:xfrm>
              <a:custGeom>
                <a:avLst/>
                <a:gdLst/>
                <a:ahLst/>
                <a:cxnLst/>
                <a:rect l="0" t="0" r="0" b="0"/>
                <a:pathLst>
                  <a:path w="916997" h="920883">
                    <a:moveTo>
                      <a:pt x="914400" y="914400"/>
                    </a:moveTo>
                    <a:lnTo>
                      <a:pt x="916997" y="914400"/>
                    </a:lnTo>
                    <a:lnTo>
                      <a:pt x="916861" y="914775"/>
                    </a:lnTo>
                    <a:lnTo>
                      <a:pt x="914400" y="920883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h4722"/>
              <p:cNvSpPr/>
              <p:nvPr/>
            </p:nvSpPr>
            <p:spPr>
              <a:xfrm>
                <a:off x="2194563" y="165826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41" y="931969"/>
                    </a:lnTo>
                    <a:lnTo>
                      <a:pt x="911429" y="925764"/>
                    </a:lnTo>
                    <a:lnTo>
                      <a:pt x="909552" y="915320"/>
                    </a:lnTo>
                    <a:lnTo>
                      <a:pt x="909415" y="914400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h4723"/>
              <p:cNvSpPr/>
              <p:nvPr/>
            </p:nvSpPr>
            <p:spPr>
              <a:xfrm>
                <a:off x="219456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h4724"/>
              <p:cNvSpPr/>
              <p:nvPr/>
            </p:nvSpPr>
            <p:spPr>
              <a:xfrm>
                <a:off x="220400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h4725"/>
              <p:cNvSpPr/>
              <p:nvPr/>
            </p:nvSpPr>
            <p:spPr>
              <a:xfrm>
                <a:off x="221344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h4726"/>
              <p:cNvSpPr/>
              <p:nvPr/>
            </p:nvSpPr>
            <p:spPr>
              <a:xfrm>
                <a:off x="222288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h4727"/>
              <p:cNvSpPr/>
              <p:nvPr/>
            </p:nvSpPr>
            <p:spPr>
              <a:xfrm>
                <a:off x="223232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h4728"/>
              <p:cNvSpPr/>
              <p:nvPr/>
            </p:nvSpPr>
            <p:spPr>
              <a:xfrm>
                <a:off x="224176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h4729"/>
              <p:cNvSpPr/>
              <p:nvPr/>
            </p:nvSpPr>
            <p:spPr>
              <a:xfrm>
                <a:off x="225120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h4730"/>
              <p:cNvSpPr/>
              <p:nvPr/>
            </p:nvSpPr>
            <p:spPr>
              <a:xfrm>
                <a:off x="226064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h4731"/>
              <p:cNvSpPr/>
              <p:nvPr/>
            </p:nvSpPr>
            <p:spPr>
              <a:xfrm>
                <a:off x="227008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ph4732"/>
              <p:cNvSpPr/>
              <p:nvPr/>
            </p:nvSpPr>
            <p:spPr>
              <a:xfrm>
                <a:off x="227952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3" name="ph4733"/>
              <p:cNvSpPr/>
              <p:nvPr/>
            </p:nvSpPr>
            <p:spPr>
              <a:xfrm>
                <a:off x="228896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4" name="ph4734"/>
              <p:cNvSpPr/>
              <p:nvPr/>
            </p:nvSpPr>
            <p:spPr>
              <a:xfrm>
                <a:off x="229840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5" name="ph4735"/>
              <p:cNvSpPr/>
              <p:nvPr/>
            </p:nvSpPr>
            <p:spPr>
              <a:xfrm>
                <a:off x="230784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6" name="ph4736"/>
              <p:cNvSpPr/>
              <p:nvPr/>
            </p:nvSpPr>
            <p:spPr>
              <a:xfrm>
                <a:off x="231728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7" name="ph4737"/>
              <p:cNvSpPr/>
              <p:nvPr/>
            </p:nvSpPr>
            <p:spPr>
              <a:xfrm>
                <a:off x="232672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8" name="ph4738"/>
              <p:cNvSpPr/>
              <p:nvPr/>
            </p:nvSpPr>
            <p:spPr>
              <a:xfrm>
                <a:off x="233616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9" name="ph4739"/>
              <p:cNvSpPr/>
              <p:nvPr/>
            </p:nvSpPr>
            <p:spPr>
              <a:xfrm>
                <a:off x="234560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0" name="ph4740"/>
              <p:cNvSpPr/>
              <p:nvPr/>
            </p:nvSpPr>
            <p:spPr>
              <a:xfrm>
                <a:off x="235504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1" name="ph4741"/>
              <p:cNvSpPr/>
              <p:nvPr/>
            </p:nvSpPr>
            <p:spPr>
              <a:xfrm>
                <a:off x="236448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2" name="ph4742"/>
              <p:cNvSpPr/>
              <p:nvPr/>
            </p:nvSpPr>
            <p:spPr>
              <a:xfrm>
                <a:off x="237392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3" name="ph4743"/>
              <p:cNvSpPr/>
              <p:nvPr/>
            </p:nvSpPr>
            <p:spPr>
              <a:xfrm>
                <a:off x="238336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4" name="ph4744"/>
              <p:cNvSpPr/>
              <p:nvPr/>
            </p:nvSpPr>
            <p:spPr>
              <a:xfrm>
                <a:off x="239280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5" name="ph4745"/>
              <p:cNvSpPr/>
              <p:nvPr/>
            </p:nvSpPr>
            <p:spPr>
              <a:xfrm>
                <a:off x="240224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6" name="ph4746"/>
              <p:cNvSpPr/>
              <p:nvPr/>
            </p:nvSpPr>
            <p:spPr>
              <a:xfrm>
                <a:off x="241168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7" name="ph4747"/>
              <p:cNvSpPr/>
              <p:nvPr/>
            </p:nvSpPr>
            <p:spPr>
              <a:xfrm>
                <a:off x="242112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8" name="ph4748"/>
              <p:cNvSpPr/>
              <p:nvPr/>
            </p:nvSpPr>
            <p:spPr>
              <a:xfrm>
                <a:off x="243056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9" name="ph4749"/>
              <p:cNvSpPr/>
              <p:nvPr/>
            </p:nvSpPr>
            <p:spPr>
              <a:xfrm>
                <a:off x="244000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0" name="ph4750"/>
              <p:cNvSpPr/>
              <p:nvPr/>
            </p:nvSpPr>
            <p:spPr>
              <a:xfrm>
                <a:off x="244944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1" name="ph4751"/>
              <p:cNvSpPr/>
              <p:nvPr/>
            </p:nvSpPr>
            <p:spPr>
              <a:xfrm>
                <a:off x="245889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2" name="ph4752"/>
              <p:cNvSpPr/>
              <p:nvPr/>
            </p:nvSpPr>
            <p:spPr>
              <a:xfrm>
                <a:off x="246833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3" name="ph4753"/>
              <p:cNvSpPr/>
              <p:nvPr/>
            </p:nvSpPr>
            <p:spPr>
              <a:xfrm>
                <a:off x="247777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4" name="ph4754"/>
              <p:cNvSpPr/>
              <p:nvPr/>
            </p:nvSpPr>
            <p:spPr>
              <a:xfrm>
                <a:off x="2487210" y="1675838"/>
                <a:ext cx="919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278" y="896830"/>
                    </a:lnTo>
                    <a:lnTo>
                      <a:pt x="918127" y="905934"/>
                    </a:lnTo>
                    <a:lnTo>
                      <a:pt x="919578" y="914400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5" name="ph4755"/>
              <p:cNvSpPr/>
              <p:nvPr/>
            </p:nvSpPr>
            <p:spPr>
              <a:xfrm>
                <a:off x="3166907" y="1658268"/>
                <a:ext cx="914400" cy="9272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252">
                    <a:moveTo>
                      <a:pt x="914400" y="914400"/>
                    </a:moveTo>
                    <a:lnTo>
                      <a:pt x="914400" y="927252"/>
                    </a:lnTo>
                    <a:lnTo>
                      <a:pt x="909959" y="920616"/>
                    </a:lnTo>
                    <a:lnTo>
                      <a:pt x="906215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6" name="ph4756"/>
              <p:cNvSpPr/>
              <p:nvPr/>
            </p:nvSpPr>
            <p:spPr>
              <a:xfrm>
                <a:off x="316690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99" y="931969"/>
                    </a:lnTo>
                    <a:lnTo>
                      <a:pt x="914542" y="927464"/>
                    </a:lnTo>
                    <a:lnTo>
                      <a:pt x="914400" y="927252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7" name="ph4757"/>
              <p:cNvSpPr/>
              <p:nvPr/>
            </p:nvSpPr>
            <p:spPr>
              <a:xfrm>
                <a:off x="317634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8" name="ph4758"/>
              <p:cNvSpPr/>
              <p:nvPr/>
            </p:nvSpPr>
            <p:spPr>
              <a:xfrm>
                <a:off x="318578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9" name="ph4759"/>
              <p:cNvSpPr/>
              <p:nvPr/>
            </p:nvSpPr>
            <p:spPr>
              <a:xfrm>
                <a:off x="319522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0" name="ph4760"/>
              <p:cNvSpPr/>
              <p:nvPr/>
            </p:nvSpPr>
            <p:spPr>
              <a:xfrm>
                <a:off x="320466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1" name="ph4761"/>
              <p:cNvSpPr/>
              <p:nvPr/>
            </p:nvSpPr>
            <p:spPr>
              <a:xfrm>
                <a:off x="321410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2" name="ph4762"/>
              <p:cNvSpPr/>
              <p:nvPr/>
            </p:nvSpPr>
            <p:spPr>
              <a:xfrm>
                <a:off x="322354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3" name="ph4763"/>
              <p:cNvSpPr/>
              <p:nvPr/>
            </p:nvSpPr>
            <p:spPr>
              <a:xfrm>
                <a:off x="323298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4" name="ph4764"/>
              <p:cNvSpPr/>
              <p:nvPr/>
            </p:nvSpPr>
            <p:spPr>
              <a:xfrm>
                <a:off x="324242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5" name="ph4765"/>
              <p:cNvSpPr/>
              <p:nvPr/>
            </p:nvSpPr>
            <p:spPr>
              <a:xfrm>
                <a:off x="325187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6" name="ph4766"/>
              <p:cNvSpPr/>
              <p:nvPr/>
            </p:nvSpPr>
            <p:spPr>
              <a:xfrm>
                <a:off x="326131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7" name="ph4767"/>
              <p:cNvSpPr/>
              <p:nvPr/>
            </p:nvSpPr>
            <p:spPr>
              <a:xfrm>
                <a:off x="327075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8" name="ph4768"/>
              <p:cNvSpPr/>
              <p:nvPr/>
            </p:nvSpPr>
            <p:spPr>
              <a:xfrm>
                <a:off x="328019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9" name="ph4769"/>
              <p:cNvSpPr/>
              <p:nvPr/>
            </p:nvSpPr>
            <p:spPr>
              <a:xfrm>
                <a:off x="328963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0" name="ph4770"/>
              <p:cNvSpPr/>
              <p:nvPr/>
            </p:nvSpPr>
            <p:spPr>
              <a:xfrm>
                <a:off x="329907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1" name="ph4771"/>
              <p:cNvSpPr/>
              <p:nvPr/>
            </p:nvSpPr>
            <p:spPr>
              <a:xfrm>
                <a:off x="330851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2" name="ph4772"/>
              <p:cNvSpPr/>
              <p:nvPr/>
            </p:nvSpPr>
            <p:spPr>
              <a:xfrm>
                <a:off x="331795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3" name="ph4773"/>
              <p:cNvSpPr/>
              <p:nvPr/>
            </p:nvSpPr>
            <p:spPr>
              <a:xfrm>
                <a:off x="332739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4" name="ph4774"/>
              <p:cNvSpPr/>
              <p:nvPr/>
            </p:nvSpPr>
            <p:spPr>
              <a:xfrm>
                <a:off x="333683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5" name="ph4775"/>
              <p:cNvSpPr/>
              <p:nvPr/>
            </p:nvSpPr>
            <p:spPr>
              <a:xfrm>
                <a:off x="334627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6" name="ph4776"/>
              <p:cNvSpPr/>
              <p:nvPr/>
            </p:nvSpPr>
            <p:spPr>
              <a:xfrm>
                <a:off x="335571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7" name="ph4777"/>
              <p:cNvSpPr/>
              <p:nvPr/>
            </p:nvSpPr>
            <p:spPr>
              <a:xfrm>
                <a:off x="336515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8" name="ph4778"/>
              <p:cNvSpPr/>
              <p:nvPr/>
            </p:nvSpPr>
            <p:spPr>
              <a:xfrm>
                <a:off x="337459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9" name="ph4779"/>
              <p:cNvSpPr/>
              <p:nvPr/>
            </p:nvSpPr>
            <p:spPr>
              <a:xfrm>
                <a:off x="338403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0" name="ph4780"/>
              <p:cNvSpPr/>
              <p:nvPr/>
            </p:nvSpPr>
            <p:spPr>
              <a:xfrm>
                <a:off x="339347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1" name="ph4781"/>
              <p:cNvSpPr/>
              <p:nvPr/>
            </p:nvSpPr>
            <p:spPr>
              <a:xfrm>
                <a:off x="340291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2" name="ph4782"/>
              <p:cNvSpPr/>
              <p:nvPr/>
            </p:nvSpPr>
            <p:spPr>
              <a:xfrm>
                <a:off x="341235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3" name="ph4783"/>
              <p:cNvSpPr/>
              <p:nvPr/>
            </p:nvSpPr>
            <p:spPr>
              <a:xfrm>
                <a:off x="342179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4" name="ph4784"/>
              <p:cNvSpPr/>
              <p:nvPr/>
            </p:nvSpPr>
            <p:spPr>
              <a:xfrm>
                <a:off x="343123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5" name="ph4785"/>
              <p:cNvSpPr/>
              <p:nvPr/>
            </p:nvSpPr>
            <p:spPr>
              <a:xfrm>
                <a:off x="344067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6" name="ph4786"/>
              <p:cNvSpPr/>
              <p:nvPr/>
            </p:nvSpPr>
            <p:spPr>
              <a:xfrm>
                <a:off x="345011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7" name="ph4787"/>
              <p:cNvSpPr/>
              <p:nvPr/>
            </p:nvSpPr>
            <p:spPr>
              <a:xfrm>
                <a:off x="3459555" y="167583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0519"/>
                    </a:lnTo>
                    <a:lnTo>
                      <a:pt x="922420" y="901269"/>
                    </a:lnTo>
                    <a:lnTo>
                      <a:pt x="921383" y="901817"/>
                    </a:lnTo>
                    <a:lnTo>
                      <a:pt x="920196" y="905519"/>
                    </a:lnTo>
                    <a:lnTo>
                      <a:pt x="916997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h4788"/>
              <p:cNvSpPr/>
              <p:nvPr/>
            </p:nvSpPr>
            <p:spPr>
              <a:xfrm>
                <a:off x="3468995" y="1658268"/>
                <a:ext cx="921388" cy="918088"/>
              </a:xfrm>
              <a:custGeom>
                <a:avLst/>
                <a:gdLst/>
                <a:ahLst/>
                <a:cxnLst/>
                <a:rect l="0" t="0" r="0" b="0"/>
                <a:pathLst>
                  <a:path w="921388" h="918088">
                    <a:moveTo>
                      <a:pt x="914400" y="914400"/>
                    </a:moveTo>
                    <a:lnTo>
                      <a:pt x="921388" y="914400"/>
                    </a:lnTo>
                    <a:lnTo>
                      <a:pt x="920163" y="915046"/>
                    </a:lnTo>
                    <a:lnTo>
                      <a:pt x="918726" y="915804"/>
                    </a:lnTo>
                    <a:lnTo>
                      <a:pt x="917289" y="916563"/>
                    </a:lnTo>
                    <a:lnTo>
                      <a:pt x="915852" y="917321"/>
                    </a:lnTo>
                    <a:lnTo>
                      <a:pt x="914400" y="91808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h4789"/>
              <p:cNvSpPr/>
              <p:nvPr/>
            </p:nvSpPr>
            <p:spPr>
              <a:xfrm>
                <a:off x="2194563" y="164069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415" y="931969"/>
                    </a:lnTo>
                    <a:lnTo>
                      <a:pt x="907972" y="922277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h4790"/>
              <p:cNvSpPr/>
              <p:nvPr/>
            </p:nvSpPr>
            <p:spPr>
              <a:xfrm>
                <a:off x="219456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h4791"/>
              <p:cNvSpPr/>
              <p:nvPr/>
            </p:nvSpPr>
            <p:spPr>
              <a:xfrm>
                <a:off x="220400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h4792"/>
              <p:cNvSpPr/>
              <p:nvPr/>
            </p:nvSpPr>
            <p:spPr>
              <a:xfrm>
                <a:off x="221344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h4793"/>
              <p:cNvSpPr/>
              <p:nvPr/>
            </p:nvSpPr>
            <p:spPr>
              <a:xfrm>
                <a:off x="222288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h4794"/>
              <p:cNvSpPr/>
              <p:nvPr/>
            </p:nvSpPr>
            <p:spPr>
              <a:xfrm>
                <a:off x="223232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h4795"/>
              <p:cNvSpPr/>
              <p:nvPr/>
            </p:nvSpPr>
            <p:spPr>
              <a:xfrm>
                <a:off x="224176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h4796"/>
              <p:cNvSpPr/>
              <p:nvPr/>
            </p:nvSpPr>
            <p:spPr>
              <a:xfrm>
                <a:off x="225120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7" name="ph4797"/>
              <p:cNvSpPr/>
              <p:nvPr/>
            </p:nvSpPr>
            <p:spPr>
              <a:xfrm>
                <a:off x="226064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8" name="ph4798"/>
              <p:cNvSpPr/>
              <p:nvPr/>
            </p:nvSpPr>
            <p:spPr>
              <a:xfrm>
                <a:off x="227008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9" name="ph4799"/>
              <p:cNvSpPr/>
              <p:nvPr/>
            </p:nvSpPr>
            <p:spPr>
              <a:xfrm>
                <a:off x="227952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0" name="ph4800"/>
              <p:cNvSpPr/>
              <p:nvPr/>
            </p:nvSpPr>
            <p:spPr>
              <a:xfrm>
                <a:off x="228896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1" name="ph4801"/>
              <p:cNvSpPr/>
              <p:nvPr/>
            </p:nvSpPr>
            <p:spPr>
              <a:xfrm>
                <a:off x="229840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2" name="ph4802"/>
              <p:cNvSpPr/>
              <p:nvPr/>
            </p:nvSpPr>
            <p:spPr>
              <a:xfrm>
                <a:off x="230784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3" name="ph4803"/>
              <p:cNvSpPr/>
              <p:nvPr/>
            </p:nvSpPr>
            <p:spPr>
              <a:xfrm>
                <a:off x="231728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C56">
                  <a:alpha val="100000"/>
                </a:srgbClr>
              </a:solidFill>
              <a:ln w="5420" cap="flat">
                <a:solidFill>
                  <a:srgbClr val="52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4" name="ph4804"/>
              <p:cNvSpPr/>
              <p:nvPr/>
            </p:nvSpPr>
            <p:spPr>
              <a:xfrm>
                <a:off x="232672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5" name="ph4805"/>
              <p:cNvSpPr/>
              <p:nvPr/>
            </p:nvSpPr>
            <p:spPr>
              <a:xfrm>
                <a:off x="233616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6" name="ph4806"/>
              <p:cNvSpPr/>
              <p:nvPr/>
            </p:nvSpPr>
            <p:spPr>
              <a:xfrm>
                <a:off x="234560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7" name="ph4807"/>
              <p:cNvSpPr/>
              <p:nvPr/>
            </p:nvSpPr>
            <p:spPr>
              <a:xfrm>
                <a:off x="235504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8" name="ph4808"/>
              <p:cNvSpPr/>
              <p:nvPr/>
            </p:nvSpPr>
            <p:spPr>
              <a:xfrm>
                <a:off x="236448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9" name="ph4809"/>
              <p:cNvSpPr/>
              <p:nvPr/>
            </p:nvSpPr>
            <p:spPr>
              <a:xfrm>
                <a:off x="237392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0" name="ph4810"/>
              <p:cNvSpPr/>
              <p:nvPr/>
            </p:nvSpPr>
            <p:spPr>
              <a:xfrm>
                <a:off x="238336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1" name="ph4811"/>
              <p:cNvSpPr/>
              <p:nvPr/>
            </p:nvSpPr>
            <p:spPr>
              <a:xfrm>
                <a:off x="239280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2" name="ph4812"/>
              <p:cNvSpPr/>
              <p:nvPr/>
            </p:nvSpPr>
            <p:spPr>
              <a:xfrm>
                <a:off x="240224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3" name="ph4813"/>
              <p:cNvSpPr/>
              <p:nvPr/>
            </p:nvSpPr>
            <p:spPr>
              <a:xfrm>
                <a:off x="241168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4" name="ph4814"/>
              <p:cNvSpPr/>
              <p:nvPr/>
            </p:nvSpPr>
            <p:spPr>
              <a:xfrm>
                <a:off x="242112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5" name="ph4815"/>
              <p:cNvSpPr/>
              <p:nvPr/>
            </p:nvSpPr>
            <p:spPr>
              <a:xfrm>
                <a:off x="243056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6" name="ph4816"/>
              <p:cNvSpPr/>
              <p:nvPr/>
            </p:nvSpPr>
            <p:spPr>
              <a:xfrm>
                <a:off x="244000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7" name="ph4817"/>
              <p:cNvSpPr/>
              <p:nvPr/>
            </p:nvSpPr>
            <p:spPr>
              <a:xfrm>
                <a:off x="244944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8" name="ph4818"/>
              <p:cNvSpPr/>
              <p:nvPr/>
            </p:nvSpPr>
            <p:spPr>
              <a:xfrm>
                <a:off x="245889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9" name="ph4819"/>
              <p:cNvSpPr/>
              <p:nvPr/>
            </p:nvSpPr>
            <p:spPr>
              <a:xfrm>
                <a:off x="246833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0" name="ph4820"/>
              <p:cNvSpPr/>
              <p:nvPr/>
            </p:nvSpPr>
            <p:spPr>
              <a:xfrm>
                <a:off x="2487210" y="165826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959" y="896830"/>
                    </a:lnTo>
                    <a:lnTo>
                      <a:pt x="913608" y="902919"/>
                    </a:lnTo>
                    <a:lnTo>
                      <a:pt x="914400" y="906267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1" name="ph4821"/>
              <p:cNvSpPr/>
              <p:nvPr/>
            </p:nvSpPr>
            <p:spPr>
              <a:xfrm>
                <a:off x="2487210" y="1658268"/>
                <a:ext cx="9162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78" h="914400">
                    <a:moveTo>
                      <a:pt x="914400" y="914400"/>
                    </a:moveTo>
                    <a:lnTo>
                      <a:pt x="914400" y="906267"/>
                    </a:lnTo>
                    <a:lnTo>
                      <a:pt x="916014" y="913100"/>
                    </a:lnTo>
                    <a:lnTo>
                      <a:pt x="916278" y="914400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2" name="ph4822"/>
              <p:cNvSpPr/>
              <p:nvPr/>
            </p:nvSpPr>
            <p:spPr>
              <a:xfrm>
                <a:off x="3157467" y="1640698"/>
                <a:ext cx="914400" cy="92977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772">
                    <a:moveTo>
                      <a:pt x="914400" y="914400"/>
                    </a:moveTo>
                    <a:lnTo>
                      <a:pt x="914400" y="929772"/>
                    </a:lnTo>
                    <a:lnTo>
                      <a:pt x="910837" y="923210"/>
                    </a:lnTo>
                    <a:lnTo>
                      <a:pt x="906880" y="915122"/>
                    </a:lnTo>
                    <a:lnTo>
                      <a:pt x="906562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3" name="ph4823"/>
              <p:cNvSpPr/>
              <p:nvPr/>
            </p:nvSpPr>
            <p:spPr>
              <a:xfrm>
                <a:off x="315746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5" y="931969"/>
                    </a:lnTo>
                    <a:lnTo>
                      <a:pt x="915014" y="930904"/>
                    </a:lnTo>
                    <a:lnTo>
                      <a:pt x="914400" y="929772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4" name="ph4824"/>
              <p:cNvSpPr/>
              <p:nvPr/>
            </p:nvSpPr>
            <p:spPr>
              <a:xfrm>
                <a:off x="316690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5" name="ph4825"/>
              <p:cNvSpPr/>
              <p:nvPr/>
            </p:nvSpPr>
            <p:spPr>
              <a:xfrm>
                <a:off x="317634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6" name="ph4826"/>
              <p:cNvSpPr/>
              <p:nvPr/>
            </p:nvSpPr>
            <p:spPr>
              <a:xfrm>
                <a:off x="318578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7" name="ph4827"/>
              <p:cNvSpPr/>
              <p:nvPr/>
            </p:nvSpPr>
            <p:spPr>
              <a:xfrm>
                <a:off x="319522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8" name="ph4828"/>
              <p:cNvSpPr/>
              <p:nvPr/>
            </p:nvSpPr>
            <p:spPr>
              <a:xfrm>
                <a:off x="320466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9" name="ph4829"/>
              <p:cNvSpPr/>
              <p:nvPr/>
            </p:nvSpPr>
            <p:spPr>
              <a:xfrm>
                <a:off x="321410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0" name="ph4830"/>
              <p:cNvSpPr/>
              <p:nvPr/>
            </p:nvSpPr>
            <p:spPr>
              <a:xfrm>
                <a:off x="322354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1" name="ph4831"/>
              <p:cNvSpPr/>
              <p:nvPr/>
            </p:nvSpPr>
            <p:spPr>
              <a:xfrm>
                <a:off x="323298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2" name="ph4832"/>
              <p:cNvSpPr/>
              <p:nvPr/>
            </p:nvSpPr>
            <p:spPr>
              <a:xfrm>
                <a:off x="324242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3" name="ph4833"/>
              <p:cNvSpPr/>
              <p:nvPr/>
            </p:nvSpPr>
            <p:spPr>
              <a:xfrm>
                <a:off x="325187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4" name="ph4834"/>
              <p:cNvSpPr/>
              <p:nvPr/>
            </p:nvSpPr>
            <p:spPr>
              <a:xfrm>
                <a:off x="326131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5" name="ph4835"/>
              <p:cNvSpPr/>
              <p:nvPr/>
            </p:nvSpPr>
            <p:spPr>
              <a:xfrm>
                <a:off x="327075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6" name="ph4836"/>
              <p:cNvSpPr/>
              <p:nvPr/>
            </p:nvSpPr>
            <p:spPr>
              <a:xfrm>
                <a:off x="328019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7" name="ph4837"/>
              <p:cNvSpPr/>
              <p:nvPr/>
            </p:nvSpPr>
            <p:spPr>
              <a:xfrm>
                <a:off x="328963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8" name="ph4838"/>
              <p:cNvSpPr/>
              <p:nvPr/>
            </p:nvSpPr>
            <p:spPr>
              <a:xfrm>
                <a:off x="329907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9" name="ph4839"/>
              <p:cNvSpPr/>
              <p:nvPr/>
            </p:nvSpPr>
            <p:spPr>
              <a:xfrm>
                <a:off x="330851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0" name="ph4840"/>
              <p:cNvSpPr/>
              <p:nvPr/>
            </p:nvSpPr>
            <p:spPr>
              <a:xfrm>
                <a:off x="331795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1" name="ph4841"/>
              <p:cNvSpPr/>
              <p:nvPr/>
            </p:nvSpPr>
            <p:spPr>
              <a:xfrm>
                <a:off x="332739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2" name="ph4842"/>
              <p:cNvSpPr/>
              <p:nvPr/>
            </p:nvSpPr>
            <p:spPr>
              <a:xfrm>
                <a:off x="333683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3" name="ph4843"/>
              <p:cNvSpPr/>
              <p:nvPr/>
            </p:nvSpPr>
            <p:spPr>
              <a:xfrm>
                <a:off x="334627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4" name="ph4844"/>
              <p:cNvSpPr/>
              <p:nvPr/>
            </p:nvSpPr>
            <p:spPr>
              <a:xfrm>
                <a:off x="335571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5" name="ph4845"/>
              <p:cNvSpPr/>
              <p:nvPr/>
            </p:nvSpPr>
            <p:spPr>
              <a:xfrm>
                <a:off x="336515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6" name="ph4846"/>
              <p:cNvSpPr/>
              <p:nvPr/>
            </p:nvSpPr>
            <p:spPr>
              <a:xfrm>
                <a:off x="337459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7" name="ph4847"/>
              <p:cNvSpPr/>
              <p:nvPr/>
            </p:nvSpPr>
            <p:spPr>
              <a:xfrm>
                <a:off x="338403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8" name="ph4848"/>
              <p:cNvSpPr/>
              <p:nvPr/>
            </p:nvSpPr>
            <p:spPr>
              <a:xfrm>
                <a:off x="339347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9" name="ph4849"/>
              <p:cNvSpPr/>
              <p:nvPr/>
            </p:nvSpPr>
            <p:spPr>
              <a:xfrm>
                <a:off x="340291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0" name="ph4850"/>
              <p:cNvSpPr/>
              <p:nvPr/>
            </p:nvSpPr>
            <p:spPr>
              <a:xfrm>
                <a:off x="341235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1" name="ph4851"/>
              <p:cNvSpPr/>
              <p:nvPr/>
            </p:nvSpPr>
            <p:spPr>
              <a:xfrm>
                <a:off x="342179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2" name="ph4852"/>
              <p:cNvSpPr/>
              <p:nvPr/>
            </p:nvSpPr>
            <p:spPr>
              <a:xfrm>
                <a:off x="343123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3" name="ph4853"/>
              <p:cNvSpPr/>
              <p:nvPr/>
            </p:nvSpPr>
            <p:spPr>
              <a:xfrm>
                <a:off x="344067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4" name="ph4854"/>
              <p:cNvSpPr/>
              <p:nvPr/>
            </p:nvSpPr>
            <p:spPr>
              <a:xfrm>
                <a:off x="345011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5" name="ph4855"/>
              <p:cNvSpPr/>
              <p:nvPr/>
            </p:nvSpPr>
            <p:spPr>
              <a:xfrm>
                <a:off x="345955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6" name="ph4856"/>
              <p:cNvSpPr/>
              <p:nvPr/>
            </p:nvSpPr>
            <p:spPr>
              <a:xfrm>
                <a:off x="3468995" y="165826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107"/>
                    </a:lnTo>
                    <a:lnTo>
                      <a:pt x="923037" y="913530"/>
                    </a:lnTo>
                    <a:lnTo>
                      <a:pt x="921600" y="914288"/>
                    </a:lnTo>
                    <a:lnTo>
                      <a:pt x="921388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7" name="ph4857"/>
              <p:cNvSpPr/>
              <p:nvPr/>
            </p:nvSpPr>
            <p:spPr>
              <a:xfrm>
                <a:off x="3478435" y="1640698"/>
                <a:ext cx="923840" cy="9306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127"/>
                    </a:lnTo>
                    <a:lnTo>
                      <a:pt x="921816" y="926502"/>
                    </a:lnTo>
                    <a:lnTo>
                      <a:pt x="916477" y="929582"/>
                    </a:lnTo>
                    <a:lnTo>
                      <a:pt x="915035" y="930342"/>
                    </a:lnTo>
                    <a:lnTo>
                      <a:pt x="914400" y="930677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8" name="ph4858"/>
              <p:cNvSpPr/>
              <p:nvPr/>
            </p:nvSpPr>
            <p:spPr>
              <a:xfrm>
                <a:off x="3487876" y="1640698"/>
                <a:ext cx="923840" cy="92512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12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938"/>
                    </a:lnTo>
                    <a:lnTo>
                      <a:pt x="922775" y="918892"/>
                    </a:lnTo>
                    <a:lnTo>
                      <a:pt x="917625" y="922936"/>
                    </a:lnTo>
                    <a:lnTo>
                      <a:pt x="914400" y="925127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9" name="ph4859"/>
              <p:cNvSpPr/>
              <p:nvPr/>
            </p:nvSpPr>
            <p:spPr>
              <a:xfrm>
                <a:off x="3497316" y="1640698"/>
                <a:ext cx="918350" cy="917938"/>
              </a:xfrm>
              <a:custGeom>
                <a:avLst/>
                <a:gdLst/>
                <a:ahLst/>
                <a:cxnLst/>
                <a:rect l="0" t="0" r="0" b="0"/>
                <a:pathLst>
                  <a:path w="918350" h="917938">
                    <a:moveTo>
                      <a:pt x="914400" y="914400"/>
                    </a:moveTo>
                    <a:lnTo>
                      <a:pt x="918350" y="914400"/>
                    </a:lnTo>
                    <a:lnTo>
                      <a:pt x="914400" y="9179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0" name="ph4860"/>
              <p:cNvSpPr/>
              <p:nvPr/>
            </p:nvSpPr>
            <p:spPr>
              <a:xfrm>
                <a:off x="2194563" y="162312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33" y="931969"/>
                    </a:lnTo>
                    <a:lnTo>
                      <a:pt x="906691" y="929095"/>
                    </a:lnTo>
                    <a:lnTo>
                      <a:pt x="905713" y="918233"/>
                    </a:lnTo>
                    <a:lnTo>
                      <a:pt x="905478" y="914400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1" name="ph4861"/>
              <p:cNvSpPr/>
              <p:nvPr/>
            </p:nvSpPr>
            <p:spPr>
              <a:xfrm>
                <a:off x="219456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2" name="ph4862"/>
              <p:cNvSpPr/>
              <p:nvPr/>
            </p:nvSpPr>
            <p:spPr>
              <a:xfrm>
                <a:off x="220400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3" name="ph4863"/>
              <p:cNvSpPr/>
              <p:nvPr/>
            </p:nvSpPr>
            <p:spPr>
              <a:xfrm>
                <a:off x="221344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4" name="ph4864"/>
              <p:cNvSpPr/>
              <p:nvPr/>
            </p:nvSpPr>
            <p:spPr>
              <a:xfrm>
                <a:off x="222288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5" name="ph4865"/>
              <p:cNvSpPr/>
              <p:nvPr/>
            </p:nvSpPr>
            <p:spPr>
              <a:xfrm>
                <a:off x="223232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6" name="ph4866"/>
              <p:cNvSpPr/>
              <p:nvPr/>
            </p:nvSpPr>
            <p:spPr>
              <a:xfrm>
                <a:off x="224176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7" name="ph4867"/>
              <p:cNvSpPr/>
              <p:nvPr/>
            </p:nvSpPr>
            <p:spPr>
              <a:xfrm>
                <a:off x="225120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8" name="ph4868"/>
              <p:cNvSpPr/>
              <p:nvPr/>
            </p:nvSpPr>
            <p:spPr>
              <a:xfrm>
                <a:off x="226064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9" name="ph4869"/>
              <p:cNvSpPr/>
              <p:nvPr/>
            </p:nvSpPr>
            <p:spPr>
              <a:xfrm>
                <a:off x="227008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0" name="ph4870"/>
              <p:cNvSpPr/>
              <p:nvPr/>
            </p:nvSpPr>
            <p:spPr>
              <a:xfrm>
                <a:off x="227952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1" name="ph4871"/>
              <p:cNvSpPr/>
              <p:nvPr/>
            </p:nvSpPr>
            <p:spPr>
              <a:xfrm>
                <a:off x="228896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2" name="ph4872"/>
              <p:cNvSpPr/>
              <p:nvPr/>
            </p:nvSpPr>
            <p:spPr>
              <a:xfrm>
                <a:off x="229840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3" name="ph4873"/>
              <p:cNvSpPr/>
              <p:nvPr/>
            </p:nvSpPr>
            <p:spPr>
              <a:xfrm>
                <a:off x="230784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4" name="ph4874"/>
              <p:cNvSpPr/>
              <p:nvPr/>
            </p:nvSpPr>
            <p:spPr>
              <a:xfrm>
                <a:off x="231728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5" name="ph4875"/>
              <p:cNvSpPr/>
              <p:nvPr/>
            </p:nvSpPr>
            <p:spPr>
              <a:xfrm>
                <a:off x="232672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6" name="ph4876"/>
              <p:cNvSpPr/>
              <p:nvPr/>
            </p:nvSpPr>
            <p:spPr>
              <a:xfrm>
                <a:off x="233616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7" name="ph4877"/>
              <p:cNvSpPr/>
              <p:nvPr/>
            </p:nvSpPr>
            <p:spPr>
              <a:xfrm>
                <a:off x="234560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8" name="ph4878"/>
              <p:cNvSpPr/>
              <p:nvPr/>
            </p:nvSpPr>
            <p:spPr>
              <a:xfrm>
                <a:off x="235504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9" name="ph4879"/>
              <p:cNvSpPr/>
              <p:nvPr/>
            </p:nvSpPr>
            <p:spPr>
              <a:xfrm>
                <a:off x="236448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0" name="ph4880"/>
              <p:cNvSpPr/>
              <p:nvPr/>
            </p:nvSpPr>
            <p:spPr>
              <a:xfrm>
                <a:off x="237392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1" name="ph4881"/>
              <p:cNvSpPr/>
              <p:nvPr/>
            </p:nvSpPr>
            <p:spPr>
              <a:xfrm>
                <a:off x="238336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2" name="ph4882"/>
              <p:cNvSpPr/>
              <p:nvPr/>
            </p:nvSpPr>
            <p:spPr>
              <a:xfrm>
                <a:off x="239280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3" name="ph4883"/>
              <p:cNvSpPr/>
              <p:nvPr/>
            </p:nvSpPr>
            <p:spPr>
              <a:xfrm>
                <a:off x="240224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4" name="ph4884"/>
              <p:cNvSpPr/>
              <p:nvPr/>
            </p:nvSpPr>
            <p:spPr>
              <a:xfrm>
                <a:off x="241168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5" name="ph4885"/>
              <p:cNvSpPr/>
              <p:nvPr/>
            </p:nvSpPr>
            <p:spPr>
              <a:xfrm>
                <a:off x="242112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6" name="ph4886"/>
              <p:cNvSpPr/>
              <p:nvPr/>
            </p:nvSpPr>
            <p:spPr>
              <a:xfrm>
                <a:off x="243056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7" name="ph4887"/>
              <p:cNvSpPr/>
              <p:nvPr/>
            </p:nvSpPr>
            <p:spPr>
              <a:xfrm>
                <a:off x="244000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8" name="ph4888"/>
              <p:cNvSpPr/>
              <p:nvPr/>
            </p:nvSpPr>
            <p:spPr>
              <a:xfrm>
                <a:off x="244944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9" name="ph4889"/>
              <p:cNvSpPr/>
              <p:nvPr/>
            </p:nvSpPr>
            <p:spPr>
              <a:xfrm>
                <a:off x="245889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0" name="ph4890"/>
              <p:cNvSpPr/>
              <p:nvPr/>
            </p:nvSpPr>
            <p:spPr>
              <a:xfrm>
                <a:off x="246833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1" name="ph4891"/>
              <p:cNvSpPr/>
              <p:nvPr/>
            </p:nvSpPr>
            <p:spPr>
              <a:xfrm>
                <a:off x="2477770" y="1640698"/>
                <a:ext cx="921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9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80" y="896830"/>
                    </a:lnTo>
                    <a:lnTo>
                      <a:pt x="917390" y="900903"/>
                    </a:lnTo>
                    <a:lnTo>
                      <a:pt x="920358" y="910557"/>
                    </a:lnTo>
                    <a:lnTo>
                      <a:pt x="921399" y="914400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2" name="ph4892"/>
              <p:cNvSpPr/>
              <p:nvPr/>
            </p:nvSpPr>
            <p:spPr>
              <a:xfrm>
                <a:off x="3148027" y="1623128"/>
                <a:ext cx="914400" cy="92833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330">
                    <a:moveTo>
                      <a:pt x="914400" y="914400"/>
                    </a:moveTo>
                    <a:lnTo>
                      <a:pt x="914400" y="928330"/>
                    </a:lnTo>
                    <a:lnTo>
                      <a:pt x="912595" y="924233"/>
                    </a:lnTo>
                    <a:lnTo>
                      <a:pt x="909109" y="915426"/>
                    </a:lnTo>
                    <a:lnTo>
                      <a:pt x="908746" y="914400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3" name="ph4893"/>
              <p:cNvSpPr/>
              <p:nvPr/>
            </p:nvSpPr>
            <p:spPr>
              <a:xfrm>
                <a:off x="314802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03" y="931969"/>
                    </a:lnTo>
                    <a:lnTo>
                      <a:pt x="914400" y="92833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4" name="ph4894"/>
              <p:cNvSpPr/>
              <p:nvPr/>
            </p:nvSpPr>
            <p:spPr>
              <a:xfrm>
                <a:off x="315746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5" name="ph4895"/>
              <p:cNvSpPr/>
              <p:nvPr/>
            </p:nvSpPr>
            <p:spPr>
              <a:xfrm>
                <a:off x="316690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6" name="ph4896"/>
              <p:cNvSpPr/>
              <p:nvPr/>
            </p:nvSpPr>
            <p:spPr>
              <a:xfrm>
                <a:off x="317634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7" name="ph4897"/>
              <p:cNvSpPr/>
              <p:nvPr/>
            </p:nvSpPr>
            <p:spPr>
              <a:xfrm>
                <a:off x="318578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8" name="ph4898"/>
              <p:cNvSpPr/>
              <p:nvPr/>
            </p:nvSpPr>
            <p:spPr>
              <a:xfrm>
                <a:off x="319522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9" name="ph4899"/>
              <p:cNvSpPr/>
              <p:nvPr/>
            </p:nvSpPr>
            <p:spPr>
              <a:xfrm>
                <a:off x="320466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0" name="ph4900"/>
              <p:cNvSpPr/>
              <p:nvPr/>
            </p:nvSpPr>
            <p:spPr>
              <a:xfrm>
                <a:off x="321410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1" name="ph4901"/>
              <p:cNvSpPr/>
              <p:nvPr/>
            </p:nvSpPr>
            <p:spPr>
              <a:xfrm>
                <a:off x="322354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2" name="ph4902"/>
              <p:cNvSpPr/>
              <p:nvPr/>
            </p:nvSpPr>
            <p:spPr>
              <a:xfrm>
                <a:off x="323298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3" name="ph4903"/>
              <p:cNvSpPr/>
              <p:nvPr/>
            </p:nvSpPr>
            <p:spPr>
              <a:xfrm>
                <a:off x="324242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4" name="ph4904"/>
              <p:cNvSpPr/>
              <p:nvPr/>
            </p:nvSpPr>
            <p:spPr>
              <a:xfrm>
                <a:off x="325187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5" name="ph4905"/>
              <p:cNvSpPr/>
              <p:nvPr/>
            </p:nvSpPr>
            <p:spPr>
              <a:xfrm>
                <a:off x="326131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6" name="ph4906"/>
              <p:cNvSpPr/>
              <p:nvPr/>
            </p:nvSpPr>
            <p:spPr>
              <a:xfrm>
                <a:off x="327075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7" name="ph4907"/>
              <p:cNvSpPr/>
              <p:nvPr/>
            </p:nvSpPr>
            <p:spPr>
              <a:xfrm>
                <a:off x="328019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8" name="ph4908"/>
              <p:cNvSpPr/>
              <p:nvPr/>
            </p:nvSpPr>
            <p:spPr>
              <a:xfrm>
                <a:off x="328963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9" name="ph4909"/>
              <p:cNvSpPr/>
              <p:nvPr/>
            </p:nvSpPr>
            <p:spPr>
              <a:xfrm>
                <a:off x="329907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0" name="ph4910"/>
              <p:cNvSpPr/>
              <p:nvPr/>
            </p:nvSpPr>
            <p:spPr>
              <a:xfrm>
                <a:off x="330851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1" name="ph4911"/>
              <p:cNvSpPr/>
              <p:nvPr/>
            </p:nvSpPr>
            <p:spPr>
              <a:xfrm>
                <a:off x="331795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2" name="ph4912"/>
              <p:cNvSpPr/>
              <p:nvPr/>
            </p:nvSpPr>
            <p:spPr>
              <a:xfrm>
                <a:off x="332739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3" name="ph4913"/>
              <p:cNvSpPr/>
              <p:nvPr/>
            </p:nvSpPr>
            <p:spPr>
              <a:xfrm>
                <a:off x="333683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4" name="ph4914"/>
              <p:cNvSpPr/>
              <p:nvPr/>
            </p:nvSpPr>
            <p:spPr>
              <a:xfrm>
                <a:off x="334627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5" name="ph4915"/>
              <p:cNvSpPr/>
              <p:nvPr/>
            </p:nvSpPr>
            <p:spPr>
              <a:xfrm>
                <a:off x="335571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6" name="ph4916"/>
              <p:cNvSpPr/>
              <p:nvPr/>
            </p:nvSpPr>
            <p:spPr>
              <a:xfrm>
                <a:off x="336515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7" name="ph4917"/>
              <p:cNvSpPr/>
              <p:nvPr/>
            </p:nvSpPr>
            <p:spPr>
              <a:xfrm>
                <a:off x="337459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8" name="ph4918"/>
              <p:cNvSpPr/>
              <p:nvPr/>
            </p:nvSpPr>
            <p:spPr>
              <a:xfrm>
                <a:off x="338403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9" name="ph4919"/>
              <p:cNvSpPr/>
              <p:nvPr/>
            </p:nvSpPr>
            <p:spPr>
              <a:xfrm>
                <a:off x="339347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0" name="ph4920"/>
              <p:cNvSpPr/>
              <p:nvPr/>
            </p:nvSpPr>
            <p:spPr>
              <a:xfrm>
                <a:off x="340291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1" name="ph4921"/>
              <p:cNvSpPr/>
              <p:nvPr/>
            </p:nvSpPr>
            <p:spPr>
              <a:xfrm>
                <a:off x="341235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2" name="ph4922"/>
              <p:cNvSpPr/>
              <p:nvPr/>
            </p:nvSpPr>
            <p:spPr>
              <a:xfrm>
                <a:off x="342179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3" name="ph4923"/>
              <p:cNvSpPr/>
              <p:nvPr/>
            </p:nvSpPr>
            <p:spPr>
              <a:xfrm>
                <a:off x="343123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4" name="ph4924"/>
              <p:cNvSpPr/>
              <p:nvPr/>
            </p:nvSpPr>
            <p:spPr>
              <a:xfrm>
                <a:off x="344067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5" name="ph4925"/>
              <p:cNvSpPr/>
              <p:nvPr/>
            </p:nvSpPr>
            <p:spPr>
              <a:xfrm>
                <a:off x="345011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6" name="ph4926"/>
              <p:cNvSpPr/>
              <p:nvPr/>
            </p:nvSpPr>
            <p:spPr>
              <a:xfrm>
                <a:off x="345955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7" name="ph4927"/>
              <p:cNvSpPr/>
              <p:nvPr/>
            </p:nvSpPr>
            <p:spPr>
              <a:xfrm>
                <a:off x="346899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8" name="ph4928"/>
              <p:cNvSpPr/>
              <p:nvPr/>
            </p:nvSpPr>
            <p:spPr>
              <a:xfrm>
                <a:off x="347843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9" name="ph4929"/>
              <p:cNvSpPr/>
              <p:nvPr/>
            </p:nvSpPr>
            <p:spPr>
              <a:xfrm>
                <a:off x="348787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0" name="ph4930"/>
              <p:cNvSpPr/>
              <p:nvPr/>
            </p:nvSpPr>
            <p:spPr>
              <a:xfrm>
                <a:off x="3497316" y="164069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779"/>
                    </a:lnTo>
                    <a:lnTo>
                      <a:pt x="923281" y="909413"/>
                    </a:lnTo>
                    <a:lnTo>
                      <a:pt x="918350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1" name="ph4931"/>
              <p:cNvSpPr/>
              <p:nvPr/>
            </p:nvSpPr>
            <p:spPr>
              <a:xfrm>
                <a:off x="3506756" y="1623128"/>
                <a:ext cx="923840" cy="9263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3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21"/>
                    </a:lnTo>
                    <a:lnTo>
                      <a:pt x="923236" y="915726"/>
                    </a:lnTo>
                    <a:lnTo>
                      <a:pt x="918613" y="921570"/>
                    </a:lnTo>
                    <a:lnTo>
                      <a:pt x="914400" y="92634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2" name="ph4932"/>
              <p:cNvSpPr/>
              <p:nvPr/>
            </p:nvSpPr>
            <p:spPr>
              <a:xfrm>
                <a:off x="3516196" y="1623128"/>
                <a:ext cx="914791" cy="914921"/>
              </a:xfrm>
              <a:custGeom>
                <a:avLst/>
                <a:gdLst/>
                <a:ahLst/>
                <a:cxnLst/>
                <a:rect l="0" t="0" r="0" b="0"/>
                <a:pathLst>
                  <a:path w="914791" h="914921">
                    <a:moveTo>
                      <a:pt x="914400" y="914400"/>
                    </a:moveTo>
                    <a:lnTo>
                      <a:pt x="914791" y="914400"/>
                    </a:lnTo>
                    <a:lnTo>
                      <a:pt x="914400" y="914921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3" name="ph4933"/>
              <p:cNvSpPr/>
              <p:nvPr/>
            </p:nvSpPr>
            <p:spPr>
              <a:xfrm>
                <a:off x="2185123" y="1605559"/>
                <a:ext cx="914400" cy="92237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71">
                    <a:moveTo>
                      <a:pt x="914400" y="914400"/>
                    </a:moveTo>
                    <a:lnTo>
                      <a:pt x="914400" y="922371"/>
                    </a:lnTo>
                    <a:lnTo>
                      <a:pt x="914136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4" name="ph4934"/>
              <p:cNvSpPr/>
              <p:nvPr/>
            </p:nvSpPr>
            <p:spPr>
              <a:xfrm>
                <a:off x="218512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18" y="931969"/>
                    </a:lnTo>
                    <a:lnTo>
                      <a:pt x="914482" y="924861"/>
                    </a:lnTo>
                    <a:lnTo>
                      <a:pt x="914400" y="922371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5" name="ph4935"/>
              <p:cNvSpPr/>
              <p:nvPr/>
            </p:nvSpPr>
            <p:spPr>
              <a:xfrm>
                <a:off x="219456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6" name="ph4936"/>
              <p:cNvSpPr/>
              <p:nvPr/>
            </p:nvSpPr>
            <p:spPr>
              <a:xfrm>
                <a:off x="220400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7" name="ph4937"/>
              <p:cNvSpPr/>
              <p:nvPr/>
            </p:nvSpPr>
            <p:spPr>
              <a:xfrm>
                <a:off x="221344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8" name="ph4938"/>
              <p:cNvSpPr/>
              <p:nvPr/>
            </p:nvSpPr>
            <p:spPr>
              <a:xfrm>
                <a:off x="222288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9" name="ph4939"/>
              <p:cNvSpPr/>
              <p:nvPr/>
            </p:nvSpPr>
            <p:spPr>
              <a:xfrm>
                <a:off x="223232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0" name="ph4940"/>
              <p:cNvSpPr/>
              <p:nvPr/>
            </p:nvSpPr>
            <p:spPr>
              <a:xfrm>
                <a:off x="224176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1" name="ph4941"/>
              <p:cNvSpPr/>
              <p:nvPr/>
            </p:nvSpPr>
            <p:spPr>
              <a:xfrm>
                <a:off x="225120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2" name="ph4942"/>
              <p:cNvSpPr/>
              <p:nvPr/>
            </p:nvSpPr>
            <p:spPr>
              <a:xfrm>
                <a:off x="226064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3" name="ph4943"/>
              <p:cNvSpPr/>
              <p:nvPr/>
            </p:nvSpPr>
            <p:spPr>
              <a:xfrm>
                <a:off x="227008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4" name="ph4944"/>
              <p:cNvSpPr/>
              <p:nvPr/>
            </p:nvSpPr>
            <p:spPr>
              <a:xfrm>
                <a:off x="227952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5" name="ph4945"/>
              <p:cNvSpPr/>
              <p:nvPr/>
            </p:nvSpPr>
            <p:spPr>
              <a:xfrm>
                <a:off x="228896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6" name="ph4946"/>
              <p:cNvSpPr/>
              <p:nvPr/>
            </p:nvSpPr>
            <p:spPr>
              <a:xfrm>
                <a:off x="229840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7" name="ph4947"/>
              <p:cNvSpPr/>
              <p:nvPr/>
            </p:nvSpPr>
            <p:spPr>
              <a:xfrm>
                <a:off x="230784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8" name="ph4948"/>
              <p:cNvSpPr/>
              <p:nvPr/>
            </p:nvSpPr>
            <p:spPr>
              <a:xfrm>
                <a:off x="231728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9" name="ph4949"/>
              <p:cNvSpPr/>
              <p:nvPr/>
            </p:nvSpPr>
            <p:spPr>
              <a:xfrm>
                <a:off x="232672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0" name="ph4950"/>
              <p:cNvSpPr/>
              <p:nvPr/>
            </p:nvSpPr>
            <p:spPr>
              <a:xfrm>
                <a:off x="233616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1" name="ph4951"/>
              <p:cNvSpPr/>
              <p:nvPr/>
            </p:nvSpPr>
            <p:spPr>
              <a:xfrm>
                <a:off x="234560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2" name="ph4952"/>
              <p:cNvSpPr/>
              <p:nvPr/>
            </p:nvSpPr>
            <p:spPr>
              <a:xfrm>
                <a:off x="235504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3" name="ph4953"/>
              <p:cNvSpPr/>
              <p:nvPr/>
            </p:nvSpPr>
            <p:spPr>
              <a:xfrm>
                <a:off x="236448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4" name="ph4954"/>
              <p:cNvSpPr/>
              <p:nvPr/>
            </p:nvSpPr>
            <p:spPr>
              <a:xfrm>
                <a:off x="237392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5" name="ph4955"/>
              <p:cNvSpPr/>
              <p:nvPr/>
            </p:nvSpPr>
            <p:spPr>
              <a:xfrm>
                <a:off x="238336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6" name="ph4956"/>
              <p:cNvSpPr/>
              <p:nvPr/>
            </p:nvSpPr>
            <p:spPr>
              <a:xfrm>
                <a:off x="239280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7" name="ph4957"/>
              <p:cNvSpPr/>
              <p:nvPr/>
            </p:nvSpPr>
            <p:spPr>
              <a:xfrm>
                <a:off x="240224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8" name="ph4958"/>
              <p:cNvSpPr/>
              <p:nvPr/>
            </p:nvSpPr>
            <p:spPr>
              <a:xfrm>
                <a:off x="241168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9" name="ph4959"/>
              <p:cNvSpPr/>
              <p:nvPr/>
            </p:nvSpPr>
            <p:spPr>
              <a:xfrm>
                <a:off x="242112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0" name="ph4960"/>
              <p:cNvSpPr/>
              <p:nvPr/>
            </p:nvSpPr>
            <p:spPr>
              <a:xfrm>
                <a:off x="243056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1" name="ph4961"/>
              <p:cNvSpPr/>
              <p:nvPr/>
            </p:nvSpPr>
            <p:spPr>
              <a:xfrm>
                <a:off x="244000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2" name="ph4962"/>
              <p:cNvSpPr/>
              <p:nvPr/>
            </p:nvSpPr>
            <p:spPr>
              <a:xfrm>
                <a:off x="244944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3" name="ph4963"/>
              <p:cNvSpPr/>
              <p:nvPr/>
            </p:nvSpPr>
            <p:spPr>
              <a:xfrm>
                <a:off x="245889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4" name="ph4964"/>
              <p:cNvSpPr/>
              <p:nvPr/>
            </p:nvSpPr>
            <p:spPr>
              <a:xfrm>
                <a:off x="2477770" y="162312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37" y="896830"/>
                    </a:lnTo>
                    <a:lnTo>
                      <a:pt x="910655" y="900106"/>
                    </a:lnTo>
                    <a:lnTo>
                      <a:pt x="914153" y="909124"/>
                    </a:lnTo>
                    <a:lnTo>
                      <a:pt x="914400" y="909837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5" name="ph4965"/>
              <p:cNvSpPr/>
              <p:nvPr/>
            </p:nvSpPr>
            <p:spPr>
              <a:xfrm>
                <a:off x="2477770" y="1623128"/>
                <a:ext cx="9159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80" h="914400">
                    <a:moveTo>
                      <a:pt x="914400" y="914400"/>
                    </a:moveTo>
                    <a:lnTo>
                      <a:pt x="914400" y="909837"/>
                    </a:lnTo>
                    <a:lnTo>
                      <a:pt x="915980" y="914400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6" name="ph4966"/>
              <p:cNvSpPr/>
              <p:nvPr/>
            </p:nvSpPr>
            <p:spPr>
              <a:xfrm>
                <a:off x="3138587" y="1605559"/>
                <a:ext cx="914400" cy="9209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965">
                    <a:moveTo>
                      <a:pt x="914400" y="914400"/>
                    </a:moveTo>
                    <a:lnTo>
                      <a:pt x="914400" y="920965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7" name="ph4967"/>
              <p:cNvSpPr/>
              <p:nvPr/>
            </p:nvSpPr>
            <p:spPr>
              <a:xfrm>
                <a:off x="313858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186" y="931969"/>
                    </a:lnTo>
                    <a:lnTo>
                      <a:pt x="915314" y="923864"/>
                    </a:lnTo>
                    <a:lnTo>
                      <a:pt x="914400" y="920965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8" name="ph4968"/>
              <p:cNvSpPr/>
              <p:nvPr/>
            </p:nvSpPr>
            <p:spPr>
              <a:xfrm>
                <a:off x="314802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9" name="ph4969"/>
              <p:cNvSpPr/>
              <p:nvPr/>
            </p:nvSpPr>
            <p:spPr>
              <a:xfrm>
                <a:off x="315746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0" name="ph4970"/>
              <p:cNvSpPr/>
              <p:nvPr/>
            </p:nvSpPr>
            <p:spPr>
              <a:xfrm>
                <a:off x="316690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1" name="ph4971"/>
              <p:cNvSpPr/>
              <p:nvPr/>
            </p:nvSpPr>
            <p:spPr>
              <a:xfrm>
                <a:off x="317634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2" name="ph4972"/>
              <p:cNvSpPr/>
              <p:nvPr/>
            </p:nvSpPr>
            <p:spPr>
              <a:xfrm>
                <a:off x="318578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3" name="ph4973"/>
              <p:cNvSpPr/>
              <p:nvPr/>
            </p:nvSpPr>
            <p:spPr>
              <a:xfrm>
                <a:off x="319522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4" name="ph4974"/>
              <p:cNvSpPr/>
              <p:nvPr/>
            </p:nvSpPr>
            <p:spPr>
              <a:xfrm>
                <a:off x="320466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5" name="ph4975"/>
              <p:cNvSpPr/>
              <p:nvPr/>
            </p:nvSpPr>
            <p:spPr>
              <a:xfrm>
                <a:off x="321410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6" name="ph4976"/>
              <p:cNvSpPr/>
              <p:nvPr/>
            </p:nvSpPr>
            <p:spPr>
              <a:xfrm>
                <a:off x="322354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7" name="ph4977"/>
              <p:cNvSpPr/>
              <p:nvPr/>
            </p:nvSpPr>
            <p:spPr>
              <a:xfrm>
                <a:off x="323298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8" name="ph4978"/>
              <p:cNvSpPr/>
              <p:nvPr/>
            </p:nvSpPr>
            <p:spPr>
              <a:xfrm>
                <a:off x="324242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9" name="ph4979"/>
              <p:cNvSpPr/>
              <p:nvPr/>
            </p:nvSpPr>
            <p:spPr>
              <a:xfrm>
                <a:off x="325187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0" name="ph4980"/>
              <p:cNvSpPr/>
              <p:nvPr/>
            </p:nvSpPr>
            <p:spPr>
              <a:xfrm>
                <a:off x="326131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1" name="ph4981"/>
              <p:cNvSpPr/>
              <p:nvPr/>
            </p:nvSpPr>
            <p:spPr>
              <a:xfrm>
                <a:off x="327075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2" name="ph4982"/>
              <p:cNvSpPr/>
              <p:nvPr/>
            </p:nvSpPr>
            <p:spPr>
              <a:xfrm>
                <a:off x="328019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3" name="ph4983"/>
              <p:cNvSpPr/>
              <p:nvPr/>
            </p:nvSpPr>
            <p:spPr>
              <a:xfrm>
                <a:off x="328963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4" name="ph4984"/>
              <p:cNvSpPr/>
              <p:nvPr/>
            </p:nvSpPr>
            <p:spPr>
              <a:xfrm>
                <a:off x="329907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5" name="ph4985"/>
              <p:cNvSpPr/>
              <p:nvPr/>
            </p:nvSpPr>
            <p:spPr>
              <a:xfrm>
                <a:off x="330851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6" name="ph4986"/>
              <p:cNvSpPr/>
              <p:nvPr/>
            </p:nvSpPr>
            <p:spPr>
              <a:xfrm>
                <a:off x="331795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7" name="ph4987"/>
              <p:cNvSpPr/>
              <p:nvPr/>
            </p:nvSpPr>
            <p:spPr>
              <a:xfrm>
                <a:off x="332739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8" name="ph4988"/>
              <p:cNvSpPr/>
              <p:nvPr/>
            </p:nvSpPr>
            <p:spPr>
              <a:xfrm>
                <a:off x="333683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9" name="ph4989"/>
              <p:cNvSpPr/>
              <p:nvPr/>
            </p:nvSpPr>
            <p:spPr>
              <a:xfrm>
                <a:off x="334627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0" name="ph4990"/>
              <p:cNvSpPr/>
              <p:nvPr/>
            </p:nvSpPr>
            <p:spPr>
              <a:xfrm>
                <a:off x="335571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1" name="ph4991"/>
              <p:cNvSpPr/>
              <p:nvPr/>
            </p:nvSpPr>
            <p:spPr>
              <a:xfrm>
                <a:off x="336515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2" name="ph4992"/>
              <p:cNvSpPr/>
              <p:nvPr/>
            </p:nvSpPr>
            <p:spPr>
              <a:xfrm>
                <a:off x="337459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3" name="ph4993"/>
              <p:cNvSpPr/>
              <p:nvPr/>
            </p:nvSpPr>
            <p:spPr>
              <a:xfrm>
                <a:off x="338403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4" name="ph4994"/>
              <p:cNvSpPr/>
              <p:nvPr/>
            </p:nvSpPr>
            <p:spPr>
              <a:xfrm>
                <a:off x="339347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5" name="ph4995"/>
              <p:cNvSpPr/>
              <p:nvPr/>
            </p:nvSpPr>
            <p:spPr>
              <a:xfrm>
                <a:off x="340291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6" name="ph4996"/>
              <p:cNvSpPr/>
              <p:nvPr/>
            </p:nvSpPr>
            <p:spPr>
              <a:xfrm>
                <a:off x="341235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7" name="ph4997"/>
              <p:cNvSpPr/>
              <p:nvPr/>
            </p:nvSpPr>
            <p:spPr>
              <a:xfrm>
                <a:off x="342179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8" name="ph4998"/>
              <p:cNvSpPr/>
              <p:nvPr/>
            </p:nvSpPr>
            <p:spPr>
              <a:xfrm>
                <a:off x="343123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9" name="ph4999"/>
              <p:cNvSpPr/>
              <p:nvPr/>
            </p:nvSpPr>
            <p:spPr>
              <a:xfrm>
                <a:off x="344067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0" name="ph5000"/>
              <p:cNvSpPr/>
              <p:nvPr/>
            </p:nvSpPr>
            <p:spPr>
              <a:xfrm>
                <a:off x="345011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1" name="ph5001"/>
              <p:cNvSpPr/>
              <p:nvPr/>
            </p:nvSpPr>
            <p:spPr>
              <a:xfrm>
                <a:off x="345955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2" name="ph5002"/>
              <p:cNvSpPr/>
              <p:nvPr/>
            </p:nvSpPr>
            <p:spPr>
              <a:xfrm>
                <a:off x="346899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3" name="ph5003"/>
              <p:cNvSpPr/>
              <p:nvPr/>
            </p:nvSpPr>
            <p:spPr>
              <a:xfrm>
                <a:off x="347843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4" name="ph5004"/>
              <p:cNvSpPr/>
              <p:nvPr/>
            </p:nvSpPr>
            <p:spPr>
              <a:xfrm>
                <a:off x="348787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5" name="ph5005"/>
              <p:cNvSpPr/>
              <p:nvPr/>
            </p:nvSpPr>
            <p:spPr>
              <a:xfrm>
                <a:off x="349731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6" name="ph5006"/>
              <p:cNvSpPr/>
              <p:nvPr/>
            </p:nvSpPr>
            <p:spPr>
              <a:xfrm>
                <a:off x="350675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7" name="ph5007"/>
              <p:cNvSpPr/>
              <p:nvPr/>
            </p:nvSpPr>
            <p:spPr>
              <a:xfrm>
                <a:off x="3516196" y="162312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78"/>
                    </a:lnTo>
                    <a:lnTo>
                      <a:pt x="923212" y="907695"/>
                    </a:lnTo>
                    <a:lnTo>
                      <a:pt x="921963" y="908325"/>
                    </a:lnTo>
                    <a:lnTo>
                      <a:pt x="920715" y="908956"/>
                    </a:lnTo>
                    <a:lnTo>
                      <a:pt x="919467" y="909586"/>
                    </a:lnTo>
                    <a:lnTo>
                      <a:pt x="918219" y="910217"/>
                    </a:lnTo>
                    <a:lnTo>
                      <a:pt x="917756" y="910451"/>
                    </a:lnTo>
                    <a:lnTo>
                      <a:pt x="917612" y="910643"/>
                    </a:lnTo>
                    <a:lnTo>
                      <a:pt x="916342" y="912334"/>
                    </a:lnTo>
                    <a:lnTo>
                      <a:pt x="915073" y="914025"/>
                    </a:lnTo>
                    <a:lnTo>
                      <a:pt x="914791" y="9144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8" name="ph5008"/>
              <p:cNvSpPr/>
              <p:nvPr/>
            </p:nvSpPr>
            <p:spPr>
              <a:xfrm>
                <a:off x="3525637" y="1605559"/>
                <a:ext cx="923840" cy="9249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9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64" y="920227"/>
                    </a:lnTo>
                    <a:lnTo>
                      <a:pt x="922514" y="920856"/>
                    </a:lnTo>
                    <a:lnTo>
                      <a:pt x="921265" y="921485"/>
                    </a:lnTo>
                    <a:lnTo>
                      <a:pt x="920016" y="922115"/>
                    </a:lnTo>
                    <a:lnTo>
                      <a:pt x="918767" y="922745"/>
                    </a:lnTo>
                    <a:lnTo>
                      <a:pt x="917518" y="923375"/>
                    </a:lnTo>
                    <a:lnTo>
                      <a:pt x="916269" y="924005"/>
                    </a:lnTo>
                    <a:lnTo>
                      <a:pt x="915020" y="924635"/>
                    </a:lnTo>
                    <a:lnTo>
                      <a:pt x="914400" y="92494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9" name="ph5009"/>
              <p:cNvSpPr/>
              <p:nvPr/>
            </p:nvSpPr>
            <p:spPr>
              <a:xfrm>
                <a:off x="3535077" y="1605559"/>
                <a:ext cx="923840" cy="92018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8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201"/>
                    </a:lnTo>
                    <a:lnTo>
                      <a:pt x="919327" y="917708"/>
                    </a:lnTo>
                    <a:lnTo>
                      <a:pt x="918073" y="918339"/>
                    </a:lnTo>
                    <a:lnTo>
                      <a:pt x="916823" y="918968"/>
                    </a:lnTo>
                    <a:lnTo>
                      <a:pt x="915573" y="919597"/>
                    </a:lnTo>
                    <a:lnTo>
                      <a:pt x="914400" y="92018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0" name="ph5010"/>
              <p:cNvSpPr/>
              <p:nvPr/>
            </p:nvSpPr>
            <p:spPr>
              <a:xfrm>
                <a:off x="3544517" y="1605559"/>
                <a:ext cx="915793" cy="915201"/>
              </a:xfrm>
              <a:custGeom>
                <a:avLst/>
                <a:gdLst/>
                <a:ahLst/>
                <a:cxnLst/>
                <a:rect l="0" t="0" r="0" b="0"/>
                <a:pathLst>
                  <a:path w="915793" h="915201">
                    <a:moveTo>
                      <a:pt x="914400" y="914400"/>
                    </a:moveTo>
                    <a:lnTo>
                      <a:pt x="915793" y="914400"/>
                    </a:lnTo>
                    <a:lnTo>
                      <a:pt x="915535" y="914571"/>
                    </a:lnTo>
                    <a:lnTo>
                      <a:pt x="914400" y="915201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1" name="ph5011"/>
              <p:cNvSpPr/>
              <p:nvPr/>
            </p:nvSpPr>
            <p:spPr>
              <a:xfrm>
                <a:off x="2185123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136" y="931969"/>
                    </a:lnTo>
                    <a:lnTo>
                      <a:pt x="914118" y="931438"/>
                    </a:lnTo>
                    <a:lnTo>
                      <a:pt x="914064" y="920426"/>
                    </a:lnTo>
                    <a:lnTo>
                      <a:pt x="914203" y="914400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2" name="ph5012"/>
              <p:cNvSpPr/>
              <p:nvPr/>
            </p:nvSpPr>
            <p:spPr>
              <a:xfrm>
                <a:off x="218512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3" name="ph5013"/>
              <p:cNvSpPr/>
              <p:nvPr/>
            </p:nvSpPr>
            <p:spPr>
              <a:xfrm>
                <a:off x="219456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4" name="ph5014"/>
              <p:cNvSpPr/>
              <p:nvPr/>
            </p:nvSpPr>
            <p:spPr>
              <a:xfrm>
                <a:off x="220400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5" name="ph5015"/>
              <p:cNvSpPr/>
              <p:nvPr/>
            </p:nvSpPr>
            <p:spPr>
              <a:xfrm>
                <a:off x="221344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6" name="ph5016"/>
              <p:cNvSpPr/>
              <p:nvPr/>
            </p:nvSpPr>
            <p:spPr>
              <a:xfrm>
                <a:off x="222288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7" name="ph5017"/>
              <p:cNvSpPr/>
              <p:nvPr/>
            </p:nvSpPr>
            <p:spPr>
              <a:xfrm>
                <a:off x="223232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8" name="ph5018"/>
              <p:cNvSpPr/>
              <p:nvPr/>
            </p:nvSpPr>
            <p:spPr>
              <a:xfrm>
                <a:off x="224176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9" name="ph5019"/>
              <p:cNvSpPr/>
              <p:nvPr/>
            </p:nvSpPr>
            <p:spPr>
              <a:xfrm>
                <a:off x="225120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3">
                  <a:alpha val="100000"/>
                </a:srgbClr>
              </a:solidFill>
              <a:ln w="5420" cap="flat">
                <a:solidFill>
                  <a:srgbClr val="CDEA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0" name="ph5020"/>
              <p:cNvSpPr/>
              <p:nvPr/>
            </p:nvSpPr>
            <p:spPr>
              <a:xfrm>
                <a:off x="226064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1" name="ph5021"/>
              <p:cNvSpPr/>
              <p:nvPr/>
            </p:nvSpPr>
            <p:spPr>
              <a:xfrm>
                <a:off x="227008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2" name="ph5022"/>
              <p:cNvSpPr/>
              <p:nvPr/>
            </p:nvSpPr>
            <p:spPr>
              <a:xfrm>
                <a:off x="227952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3" name="ph5023"/>
              <p:cNvSpPr/>
              <p:nvPr/>
            </p:nvSpPr>
            <p:spPr>
              <a:xfrm>
                <a:off x="228896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4" name="ph5024"/>
              <p:cNvSpPr/>
              <p:nvPr/>
            </p:nvSpPr>
            <p:spPr>
              <a:xfrm>
                <a:off x="229840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5" name="ph5025"/>
              <p:cNvSpPr/>
              <p:nvPr/>
            </p:nvSpPr>
            <p:spPr>
              <a:xfrm>
                <a:off x="230784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6" name="ph5026"/>
              <p:cNvSpPr/>
              <p:nvPr/>
            </p:nvSpPr>
            <p:spPr>
              <a:xfrm>
                <a:off x="231728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7" name="ph5027"/>
              <p:cNvSpPr/>
              <p:nvPr/>
            </p:nvSpPr>
            <p:spPr>
              <a:xfrm>
                <a:off x="232672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8" name="ph5028"/>
              <p:cNvSpPr/>
              <p:nvPr/>
            </p:nvSpPr>
            <p:spPr>
              <a:xfrm>
                <a:off x="233616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9" name="ph5029"/>
              <p:cNvSpPr/>
              <p:nvPr/>
            </p:nvSpPr>
            <p:spPr>
              <a:xfrm>
                <a:off x="234560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0" name="ph5030"/>
              <p:cNvSpPr/>
              <p:nvPr/>
            </p:nvSpPr>
            <p:spPr>
              <a:xfrm>
                <a:off x="235504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1" name="ph5031"/>
              <p:cNvSpPr/>
              <p:nvPr/>
            </p:nvSpPr>
            <p:spPr>
              <a:xfrm>
                <a:off x="236448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2" name="ph5032"/>
              <p:cNvSpPr/>
              <p:nvPr/>
            </p:nvSpPr>
            <p:spPr>
              <a:xfrm>
                <a:off x="237392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3" name="ph5033"/>
              <p:cNvSpPr/>
              <p:nvPr/>
            </p:nvSpPr>
            <p:spPr>
              <a:xfrm>
                <a:off x="238336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4" name="ph5034"/>
              <p:cNvSpPr/>
              <p:nvPr/>
            </p:nvSpPr>
            <p:spPr>
              <a:xfrm>
                <a:off x="239280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5" name="ph5035"/>
              <p:cNvSpPr/>
              <p:nvPr/>
            </p:nvSpPr>
            <p:spPr>
              <a:xfrm>
                <a:off x="240224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6" name="ph5036"/>
              <p:cNvSpPr/>
              <p:nvPr/>
            </p:nvSpPr>
            <p:spPr>
              <a:xfrm>
                <a:off x="241168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7" name="ph5037"/>
              <p:cNvSpPr/>
              <p:nvPr/>
            </p:nvSpPr>
            <p:spPr>
              <a:xfrm>
                <a:off x="242112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8" name="ph5038"/>
              <p:cNvSpPr/>
              <p:nvPr/>
            </p:nvSpPr>
            <p:spPr>
              <a:xfrm>
                <a:off x="243056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9" name="ph5039"/>
              <p:cNvSpPr/>
              <p:nvPr/>
            </p:nvSpPr>
            <p:spPr>
              <a:xfrm>
                <a:off x="244000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0" name="ph5040"/>
              <p:cNvSpPr/>
              <p:nvPr/>
            </p:nvSpPr>
            <p:spPr>
              <a:xfrm>
                <a:off x="244944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1" name="ph5041"/>
              <p:cNvSpPr/>
              <p:nvPr/>
            </p:nvSpPr>
            <p:spPr>
              <a:xfrm>
                <a:off x="2468330" y="160555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269" y="896830"/>
                    </a:lnTo>
                    <a:lnTo>
                      <a:pt x="912358" y="900731"/>
                    </a:lnTo>
                    <a:lnTo>
                      <a:pt x="914400" y="904971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2" name="ph5042"/>
              <p:cNvSpPr/>
              <p:nvPr/>
            </p:nvSpPr>
            <p:spPr>
              <a:xfrm>
                <a:off x="2468330" y="1605559"/>
                <a:ext cx="9186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77" h="914400">
                    <a:moveTo>
                      <a:pt x="914400" y="914400"/>
                    </a:moveTo>
                    <a:lnTo>
                      <a:pt x="914400" y="904971"/>
                    </a:lnTo>
                    <a:lnTo>
                      <a:pt x="916346" y="909014"/>
                    </a:lnTo>
                    <a:lnTo>
                      <a:pt x="918677" y="914400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3" name="ph5043"/>
              <p:cNvSpPr/>
              <p:nvPr/>
            </p:nvSpPr>
            <p:spPr>
              <a:xfrm>
                <a:off x="3138587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29" y="931969"/>
                    </a:lnTo>
                    <a:lnTo>
                      <a:pt x="909628" y="922297"/>
                    </a:lnTo>
                    <a:lnTo>
                      <a:pt x="907696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4" name="ph5044"/>
              <p:cNvSpPr/>
              <p:nvPr/>
            </p:nvSpPr>
            <p:spPr>
              <a:xfrm>
                <a:off x="313858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5" name="ph5045"/>
              <p:cNvSpPr/>
              <p:nvPr/>
            </p:nvSpPr>
            <p:spPr>
              <a:xfrm>
                <a:off x="314802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6" name="ph5046"/>
              <p:cNvSpPr/>
              <p:nvPr/>
            </p:nvSpPr>
            <p:spPr>
              <a:xfrm>
                <a:off x="315746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7" name="ph5047"/>
              <p:cNvSpPr/>
              <p:nvPr/>
            </p:nvSpPr>
            <p:spPr>
              <a:xfrm>
                <a:off x="316690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8" name="ph5048"/>
              <p:cNvSpPr/>
              <p:nvPr/>
            </p:nvSpPr>
            <p:spPr>
              <a:xfrm>
                <a:off x="317634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9" name="ph5049"/>
              <p:cNvSpPr/>
              <p:nvPr/>
            </p:nvSpPr>
            <p:spPr>
              <a:xfrm>
                <a:off x="318578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0" name="ph5050"/>
              <p:cNvSpPr/>
              <p:nvPr/>
            </p:nvSpPr>
            <p:spPr>
              <a:xfrm>
                <a:off x="319522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1" name="ph5051"/>
              <p:cNvSpPr/>
              <p:nvPr/>
            </p:nvSpPr>
            <p:spPr>
              <a:xfrm>
                <a:off x="320466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2" name="ph5052"/>
              <p:cNvSpPr/>
              <p:nvPr/>
            </p:nvSpPr>
            <p:spPr>
              <a:xfrm>
                <a:off x="321410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3" name="ph5053"/>
              <p:cNvSpPr/>
              <p:nvPr/>
            </p:nvSpPr>
            <p:spPr>
              <a:xfrm>
                <a:off x="322354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4" name="ph5054"/>
              <p:cNvSpPr/>
              <p:nvPr/>
            </p:nvSpPr>
            <p:spPr>
              <a:xfrm>
                <a:off x="323298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5" name="ph5055"/>
              <p:cNvSpPr/>
              <p:nvPr/>
            </p:nvSpPr>
            <p:spPr>
              <a:xfrm>
                <a:off x="324242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6" name="ph5056"/>
              <p:cNvSpPr/>
              <p:nvPr/>
            </p:nvSpPr>
            <p:spPr>
              <a:xfrm>
                <a:off x="325187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7" name="ph5057"/>
              <p:cNvSpPr/>
              <p:nvPr/>
            </p:nvSpPr>
            <p:spPr>
              <a:xfrm>
                <a:off x="326131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8" name="ph5058"/>
              <p:cNvSpPr/>
              <p:nvPr/>
            </p:nvSpPr>
            <p:spPr>
              <a:xfrm>
                <a:off x="327075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9" name="ph5059"/>
              <p:cNvSpPr/>
              <p:nvPr/>
            </p:nvSpPr>
            <p:spPr>
              <a:xfrm>
                <a:off x="328019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0" name="ph5060"/>
              <p:cNvSpPr/>
              <p:nvPr/>
            </p:nvSpPr>
            <p:spPr>
              <a:xfrm>
                <a:off x="328963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1" name="ph5061"/>
              <p:cNvSpPr/>
              <p:nvPr/>
            </p:nvSpPr>
            <p:spPr>
              <a:xfrm>
                <a:off x="329907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2" name="ph5062"/>
              <p:cNvSpPr/>
              <p:nvPr/>
            </p:nvSpPr>
            <p:spPr>
              <a:xfrm>
                <a:off x="330851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3" name="ph5063"/>
              <p:cNvSpPr/>
              <p:nvPr/>
            </p:nvSpPr>
            <p:spPr>
              <a:xfrm>
                <a:off x="331795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4" name="ph5064"/>
              <p:cNvSpPr/>
              <p:nvPr/>
            </p:nvSpPr>
            <p:spPr>
              <a:xfrm>
                <a:off x="332739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5" name="ph5065"/>
              <p:cNvSpPr/>
              <p:nvPr/>
            </p:nvSpPr>
            <p:spPr>
              <a:xfrm>
                <a:off x="333683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6" name="ph5066"/>
              <p:cNvSpPr/>
              <p:nvPr/>
            </p:nvSpPr>
            <p:spPr>
              <a:xfrm>
                <a:off x="334627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7" name="ph5067"/>
              <p:cNvSpPr/>
              <p:nvPr/>
            </p:nvSpPr>
            <p:spPr>
              <a:xfrm>
                <a:off x="335571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8" name="ph5068"/>
              <p:cNvSpPr/>
              <p:nvPr/>
            </p:nvSpPr>
            <p:spPr>
              <a:xfrm>
                <a:off x="336515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9" name="ph5069"/>
              <p:cNvSpPr/>
              <p:nvPr/>
            </p:nvSpPr>
            <p:spPr>
              <a:xfrm>
                <a:off x="337459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0" name="ph5070"/>
              <p:cNvSpPr/>
              <p:nvPr/>
            </p:nvSpPr>
            <p:spPr>
              <a:xfrm>
                <a:off x="338403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1" name="ph5071"/>
              <p:cNvSpPr/>
              <p:nvPr/>
            </p:nvSpPr>
            <p:spPr>
              <a:xfrm>
                <a:off x="339347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2" name="ph5072"/>
              <p:cNvSpPr/>
              <p:nvPr/>
            </p:nvSpPr>
            <p:spPr>
              <a:xfrm>
                <a:off x="340291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3" name="ph5073"/>
              <p:cNvSpPr/>
              <p:nvPr/>
            </p:nvSpPr>
            <p:spPr>
              <a:xfrm>
                <a:off x="341235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4" name="ph5074"/>
              <p:cNvSpPr/>
              <p:nvPr/>
            </p:nvSpPr>
            <p:spPr>
              <a:xfrm>
                <a:off x="342179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5" name="ph5075"/>
              <p:cNvSpPr/>
              <p:nvPr/>
            </p:nvSpPr>
            <p:spPr>
              <a:xfrm>
                <a:off x="343123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6" name="ph5076"/>
              <p:cNvSpPr/>
              <p:nvPr/>
            </p:nvSpPr>
            <p:spPr>
              <a:xfrm>
                <a:off x="344067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7" name="ph5077"/>
              <p:cNvSpPr/>
              <p:nvPr/>
            </p:nvSpPr>
            <p:spPr>
              <a:xfrm>
                <a:off x="345011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8" name="ph5078"/>
              <p:cNvSpPr/>
              <p:nvPr/>
            </p:nvSpPr>
            <p:spPr>
              <a:xfrm>
                <a:off x="345955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9" name="ph5079"/>
              <p:cNvSpPr/>
              <p:nvPr/>
            </p:nvSpPr>
            <p:spPr>
              <a:xfrm>
                <a:off x="346899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0" name="ph5080"/>
              <p:cNvSpPr/>
              <p:nvPr/>
            </p:nvSpPr>
            <p:spPr>
              <a:xfrm>
                <a:off x="347843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1" name="ph5081"/>
              <p:cNvSpPr/>
              <p:nvPr/>
            </p:nvSpPr>
            <p:spPr>
              <a:xfrm>
                <a:off x="348787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2" name="ph5082"/>
              <p:cNvSpPr/>
              <p:nvPr/>
            </p:nvSpPr>
            <p:spPr>
              <a:xfrm>
                <a:off x="349731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3" name="ph5083"/>
              <p:cNvSpPr/>
              <p:nvPr/>
            </p:nvSpPr>
            <p:spPr>
              <a:xfrm>
                <a:off x="350675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4" name="ph5084"/>
              <p:cNvSpPr/>
              <p:nvPr/>
            </p:nvSpPr>
            <p:spPr>
              <a:xfrm>
                <a:off x="351619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5" name="ph5085"/>
              <p:cNvSpPr/>
              <p:nvPr/>
            </p:nvSpPr>
            <p:spPr>
              <a:xfrm>
                <a:off x="352563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6" name="ph5086"/>
              <p:cNvSpPr/>
              <p:nvPr/>
            </p:nvSpPr>
            <p:spPr>
              <a:xfrm>
                <a:off x="353507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7" name="ph5087"/>
              <p:cNvSpPr/>
              <p:nvPr/>
            </p:nvSpPr>
            <p:spPr>
              <a:xfrm>
                <a:off x="3544517" y="160555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984"/>
                    </a:lnTo>
                    <a:lnTo>
                      <a:pt x="922292" y="910365"/>
                    </a:lnTo>
                    <a:lnTo>
                      <a:pt x="921644" y="910460"/>
                    </a:lnTo>
                    <a:lnTo>
                      <a:pt x="921088" y="910891"/>
                    </a:lnTo>
                    <a:lnTo>
                      <a:pt x="915793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8" name="ph5088"/>
              <p:cNvSpPr/>
              <p:nvPr/>
            </p:nvSpPr>
            <p:spPr>
              <a:xfrm>
                <a:off x="3553957" y="1587989"/>
                <a:ext cx="923840" cy="9275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715"/>
                    </a:lnTo>
                    <a:lnTo>
                      <a:pt x="918875" y="926449"/>
                    </a:lnTo>
                    <a:lnTo>
                      <a:pt x="914400" y="927553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9" name="ph5089"/>
              <p:cNvSpPr/>
              <p:nvPr/>
            </p:nvSpPr>
            <p:spPr>
              <a:xfrm>
                <a:off x="3563398" y="1587989"/>
                <a:ext cx="923840" cy="9247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7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265"/>
                    </a:lnTo>
                    <a:lnTo>
                      <a:pt x="921309" y="921685"/>
                    </a:lnTo>
                    <a:lnTo>
                      <a:pt x="915406" y="924363"/>
                    </a:lnTo>
                    <a:lnTo>
                      <a:pt x="914400" y="924715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0" name="ph5090"/>
              <p:cNvSpPr/>
              <p:nvPr/>
            </p:nvSpPr>
            <p:spPr>
              <a:xfrm>
                <a:off x="3572838" y="1587989"/>
                <a:ext cx="923840" cy="92026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26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633"/>
                    </a:lnTo>
                    <a:lnTo>
                      <a:pt x="922803" y="915270"/>
                    </a:lnTo>
                    <a:lnTo>
                      <a:pt x="921099" y="916319"/>
                    </a:lnTo>
                    <a:lnTo>
                      <a:pt x="919395" y="917368"/>
                    </a:lnTo>
                    <a:lnTo>
                      <a:pt x="917686" y="918421"/>
                    </a:lnTo>
                    <a:lnTo>
                      <a:pt x="914400" y="920265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1" name="ph5091"/>
              <p:cNvSpPr/>
              <p:nvPr/>
            </p:nvSpPr>
            <p:spPr>
              <a:xfrm>
                <a:off x="3582278" y="1587989"/>
                <a:ext cx="914779" cy="914633"/>
              </a:xfrm>
              <a:custGeom>
                <a:avLst/>
                <a:gdLst/>
                <a:ahLst/>
                <a:cxnLst/>
                <a:rect l="0" t="0" r="0" b="0"/>
                <a:pathLst>
                  <a:path w="914779" h="914633">
                    <a:moveTo>
                      <a:pt x="914400" y="914400"/>
                    </a:moveTo>
                    <a:lnTo>
                      <a:pt x="914779" y="914400"/>
                    </a:lnTo>
                    <a:lnTo>
                      <a:pt x="914400" y="914633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2" name="ph5092"/>
              <p:cNvSpPr/>
              <p:nvPr/>
            </p:nvSpPr>
            <p:spPr>
              <a:xfrm>
                <a:off x="2185123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3" y="914400"/>
                    </a:lnTo>
                    <a:lnTo>
                      <a:pt x="914318" y="909423"/>
                    </a:lnTo>
                    <a:lnTo>
                      <a:pt x="914340" y="908820"/>
                    </a:lnTo>
                    <a:lnTo>
                      <a:pt x="914363" y="908215"/>
                    </a:lnTo>
                    <a:lnTo>
                      <a:pt x="914385" y="907611"/>
                    </a:lnTo>
                    <a:lnTo>
                      <a:pt x="914400" y="907231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3" name="ph5093"/>
              <p:cNvSpPr/>
              <p:nvPr/>
            </p:nvSpPr>
            <p:spPr>
              <a:xfrm>
                <a:off x="2194563" y="157041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01"/>
                    </a:lnTo>
                    <a:lnTo>
                      <a:pt x="904968" y="924576"/>
                    </a:lnTo>
                    <a:lnTo>
                      <a:pt x="904990" y="923971"/>
                    </a:lnTo>
                    <a:lnTo>
                      <a:pt x="905013" y="923367"/>
                    </a:lnTo>
                    <a:lnTo>
                      <a:pt x="905035" y="922762"/>
                    </a:lnTo>
                    <a:lnTo>
                      <a:pt x="905058" y="922157"/>
                    </a:lnTo>
                    <a:lnTo>
                      <a:pt x="905080" y="921553"/>
                    </a:lnTo>
                    <a:lnTo>
                      <a:pt x="905103" y="920948"/>
                    </a:lnTo>
                    <a:lnTo>
                      <a:pt x="905125" y="920343"/>
                    </a:lnTo>
                    <a:lnTo>
                      <a:pt x="905148" y="919739"/>
                    </a:lnTo>
                    <a:lnTo>
                      <a:pt x="905170" y="919134"/>
                    </a:lnTo>
                    <a:lnTo>
                      <a:pt x="905193" y="918530"/>
                    </a:lnTo>
                    <a:lnTo>
                      <a:pt x="905215" y="917925"/>
                    </a:lnTo>
                    <a:lnTo>
                      <a:pt x="905238" y="917320"/>
                    </a:lnTo>
                    <a:lnTo>
                      <a:pt x="905260" y="916716"/>
                    </a:lnTo>
                    <a:lnTo>
                      <a:pt x="905283" y="916111"/>
                    </a:lnTo>
                    <a:lnTo>
                      <a:pt x="905305" y="915506"/>
                    </a:lnTo>
                    <a:lnTo>
                      <a:pt x="905328" y="914902"/>
                    </a:lnTo>
                    <a:lnTo>
                      <a:pt x="905347" y="91439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4" name="ph5094"/>
              <p:cNvSpPr/>
              <p:nvPr/>
            </p:nvSpPr>
            <p:spPr>
              <a:xfrm>
                <a:off x="219456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5" name="ph5095"/>
              <p:cNvSpPr/>
              <p:nvPr/>
            </p:nvSpPr>
            <p:spPr>
              <a:xfrm>
                <a:off x="220400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6" name="ph5096"/>
              <p:cNvSpPr/>
              <p:nvPr/>
            </p:nvSpPr>
            <p:spPr>
              <a:xfrm>
                <a:off x="221344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7" name="ph5097"/>
              <p:cNvSpPr/>
              <p:nvPr/>
            </p:nvSpPr>
            <p:spPr>
              <a:xfrm>
                <a:off x="222288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8" name="ph5098"/>
              <p:cNvSpPr/>
              <p:nvPr/>
            </p:nvSpPr>
            <p:spPr>
              <a:xfrm>
                <a:off x="223232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9" name="ph5099"/>
              <p:cNvSpPr/>
              <p:nvPr/>
            </p:nvSpPr>
            <p:spPr>
              <a:xfrm>
                <a:off x="224176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0" name="ph5100"/>
              <p:cNvSpPr/>
              <p:nvPr/>
            </p:nvSpPr>
            <p:spPr>
              <a:xfrm>
                <a:off x="225120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7">
                  <a:alpha val="100000"/>
                </a:srgbClr>
              </a:solidFill>
              <a:ln w="5420" cap="flat">
                <a:solidFill>
                  <a:srgbClr val="E1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1" name="ph5101"/>
              <p:cNvSpPr/>
              <p:nvPr/>
            </p:nvSpPr>
            <p:spPr>
              <a:xfrm>
                <a:off x="226064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2" name="ph5102"/>
              <p:cNvSpPr/>
              <p:nvPr/>
            </p:nvSpPr>
            <p:spPr>
              <a:xfrm>
                <a:off x="227008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3" name="ph5103"/>
              <p:cNvSpPr/>
              <p:nvPr/>
            </p:nvSpPr>
            <p:spPr>
              <a:xfrm>
                <a:off x="227952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4" name="ph5104"/>
              <p:cNvSpPr/>
              <p:nvPr/>
            </p:nvSpPr>
            <p:spPr>
              <a:xfrm>
                <a:off x="228896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5" name="ph5105"/>
              <p:cNvSpPr/>
              <p:nvPr/>
            </p:nvSpPr>
            <p:spPr>
              <a:xfrm>
                <a:off x="229840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6" name="ph5106"/>
              <p:cNvSpPr/>
              <p:nvPr/>
            </p:nvSpPr>
            <p:spPr>
              <a:xfrm>
                <a:off x="230784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7" name="ph5107"/>
              <p:cNvSpPr/>
              <p:nvPr/>
            </p:nvSpPr>
            <p:spPr>
              <a:xfrm>
                <a:off x="231728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8" name="ph5108"/>
              <p:cNvSpPr/>
              <p:nvPr/>
            </p:nvSpPr>
            <p:spPr>
              <a:xfrm>
                <a:off x="232672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9" name="ph5109"/>
              <p:cNvSpPr/>
              <p:nvPr/>
            </p:nvSpPr>
            <p:spPr>
              <a:xfrm>
                <a:off x="233616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0" name="ph5110"/>
              <p:cNvSpPr/>
              <p:nvPr/>
            </p:nvSpPr>
            <p:spPr>
              <a:xfrm>
                <a:off x="234560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1" name="ph5111"/>
              <p:cNvSpPr/>
              <p:nvPr/>
            </p:nvSpPr>
            <p:spPr>
              <a:xfrm>
                <a:off x="235504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2" name="ph5112"/>
              <p:cNvSpPr/>
              <p:nvPr/>
            </p:nvSpPr>
            <p:spPr>
              <a:xfrm>
                <a:off x="236448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3" name="ph5113"/>
              <p:cNvSpPr/>
              <p:nvPr/>
            </p:nvSpPr>
            <p:spPr>
              <a:xfrm>
                <a:off x="237392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4" name="ph5114"/>
              <p:cNvSpPr/>
              <p:nvPr/>
            </p:nvSpPr>
            <p:spPr>
              <a:xfrm>
                <a:off x="238336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5" name="ph5115"/>
              <p:cNvSpPr/>
              <p:nvPr/>
            </p:nvSpPr>
            <p:spPr>
              <a:xfrm>
                <a:off x="239280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6" name="ph5116"/>
              <p:cNvSpPr/>
              <p:nvPr/>
            </p:nvSpPr>
            <p:spPr>
              <a:xfrm>
                <a:off x="240224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7" name="ph5117"/>
              <p:cNvSpPr/>
              <p:nvPr/>
            </p:nvSpPr>
            <p:spPr>
              <a:xfrm>
                <a:off x="241168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8" name="ph5118"/>
              <p:cNvSpPr/>
              <p:nvPr/>
            </p:nvSpPr>
            <p:spPr>
              <a:xfrm>
                <a:off x="242112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9" name="ph5119"/>
              <p:cNvSpPr/>
              <p:nvPr/>
            </p:nvSpPr>
            <p:spPr>
              <a:xfrm>
                <a:off x="243056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0" name="ph5120"/>
              <p:cNvSpPr/>
              <p:nvPr/>
            </p:nvSpPr>
            <p:spPr>
              <a:xfrm>
                <a:off x="244000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1" name="ph5121"/>
              <p:cNvSpPr/>
              <p:nvPr/>
            </p:nvSpPr>
            <p:spPr>
              <a:xfrm>
                <a:off x="2458890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81" y="896830"/>
                    </a:lnTo>
                    <a:lnTo>
                      <a:pt x="913145" y="902967"/>
                    </a:lnTo>
                    <a:lnTo>
                      <a:pt x="914400" y="905076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2" name="ph5122"/>
              <p:cNvSpPr/>
              <p:nvPr/>
            </p:nvSpPr>
            <p:spPr>
              <a:xfrm>
                <a:off x="2458890" y="1587989"/>
                <a:ext cx="919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9" h="914400">
                    <a:moveTo>
                      <a:pt x="914400" y="914400"/>
                    </a:moveTo>
                    <a:lnTo>
                      <a:pt x="914400" y="905076"/>
                    </a:lnTo>
                    <a:lnTo>
                      <a:pt x="917580" y="910422"/>
                    </a:lnTo>
                    <a:lnTo>
                      <a:pt x="919709" y="914400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3" name="ph5123"/>
              <p:cNvSpPr/>
              <p:nvPr/>
            </p:nvSpPr>
            <p:spPr>
              <a:xfrm>
                <a:off x="3129147" y="1570419"/>
                <a:ext cx="914400" cy="9192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98">
                    <a:moveTo>
                      <a:pt x="914400" y="914399"/>
                    </a:moveTo>
                    <a:lnTo>
                      <a:pt x="914400" y="919298"/>
                    </a:lnTo>
                    <a:lnTo>
                      <a:pt x="913517" y="91439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4" name="ph5124"/>
              <p:cNvSpPr/>
              <p:nvPr/>
            </p:nvSpPr>
            <p:spPr>
              <a:xfrm>
                <a:off x="312914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137" y="931969"/>
                    </a:lnTo>
                    <a:lnTo>
                      <a:pt x="916633" y="929912"/>
                    </a:lnTo>
                    <a:lnTo>
                      <a:pt x="914478" y="919736"/>
                    </a:lnTo>
                    <a:lnTo>
                      <a:pt x="914400" y="91929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5" name="ph5125"/>
              <p:cNvSpPr/>
              <p:nvPr/>
            </p:nvSpPr>
            <p:spPr>
              <a:xfrm>
                <a:off x="313858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6" name="ph5126"/>
              <p:cNvSpPr/>
              <p:nvPr/>
            </p:nvSpPr>
            <p:spPr>
              <a:xfrm>
                <a:off x="314802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7" name="ph5127"/>
              <p:cNvSpPr/>
              <p:nvPr/>
            </p:nvSpPr>
            <p:spPr>
              <a:xfrm>
                <a:off x="315746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8" name="ph5128"/>
              <p:cNvSpPr/>
              <p:nvPr/>
            </p:nvSpPr>
            <p:spPr>
              <a:xfrm>
                <a:off x="316690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9" name="ph5129"/>
              <p:cNvSpPr/>
              <p:nvPr/>
            </p:nvSpPr>
            <p:spPr>
              <a:xfrm>
                <a:off x="317634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0" name="ph5130"/>
              <p:cNvSpPr/>
              <p:nvPr/>
            </p:nvSpPr>
            <p:spPr>
              <a:xfrm>
                <a:off x="318578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1" name="ph5131"/>
              <p:cNvSpPr/>
              <p:nvPr/>
            </p:nvSpPr>
            <p:spPr>
              <a:xfrm>
                <a:off x="319522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2" name="ph5132"/>
              <p:cNvSpPr/>
              <p:nvPr/>
            </p:nvSpPr>
            <p:spPr>
              <a:xfrm>
                <a:off x="320466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3" name="ph5133"/>
              <p:cNvSpPr/>
              <p:nvPr/>
            </p:nvSpPr>
            <p:spPr>
              <a:xfrm>
                <a:off x="321410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4" name="ph5134"/>
              <p:cNvSpPr/>
              <p:nvPr/>
            </p:nvSpPr>
            <p:spPr>
              <a:xfrm>
                <a:off x="322354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5" name="ph5135"/>
              <p:cNvSpPr/>
              <p:nvPr/>
            </p:nvSpPr>
            <p:spPr>
              <a:xfrm>
                <a:off x="323298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6" name="ph5136"/>
              <p:cNvSpPr/>
              <p:nvPr/>
            </p:nvSpPr>
            <p:spPr>
              <a:xfrm>
                <a:off x="324242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7" name="ph5137"/>
              <p:cNvSpPr/>
              <p:nvPr/>
            </p:nvSpPr>
            <p:spPr>
              <a:xfrm>
                <a:off x="325187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8" name="ph5138"/>
              <p:cNvSpPr/>
              <p:nvPr/>
            </p:nvSpPr>
            <p:spPr>
              <a:xfrm>
                <a:off x="326131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9" name="ph5139"/>
              <p:cNvSpPr/>
              <p:nvPr/>
            </p:nvSpPr>
            <p:spPr>
              <a:xfrm>
                <a:off x="327075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0" name="ph5140"/>
              <p:cNvSpPr/>
              <p:nvPr/>
            </p:nvSpPr>
            <p:spPr>
              <a:xfrm>
                <a:off x="328019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1" name="ph5141"/>
              <p:cNvSpPr/>
              <p:nvPr/>
            </p:nvSpPr>
            <p:spPr>
              <a:xfrm>
                <a:off x="328963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2" name="ph5142"/>
              <p:cNvSpPr/>
              <p:nvPr/>
            </p:nvSpPr>
            <p:spPr>
              <a:xfrm>
                <a:off x="329907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3" name="ph5143"/>
              <p:cNvSpPr/>
              <p:nvPr/>
            </p:nvSpPr>
            <p:spPr>
              <a:xfrm>
                <a:off x="330851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4" name="ph5144"/>
              <p:cNvSpPr/>
              <p:nvPr/>
            </p:nvSpPr>
            <p:spPr>
              <a:xfrm>
                <a:off x="331795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5" name="ph5145"/>
              <p:cNvSpPr/>
              <p:nvPr/>
            </p:nvSpPr>
            <p:spPr>
              <a:xfrm>
                <a:off x="332739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6" name="ph5146"/>
              <p:cNvSpPr/>
              <p:nvPr/>
            </p:nvSpPr>
            <p:spPr>
              <a:xfrm>
                <a:off x="333683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7" name="ph5147"/>
              <p:cNvSpPr/>
              <p:nvPr/>
            </p:nvSpPr>
            <p:spPr>
              <a:xfrm>
                <a:off x="334627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8" name="ph5148"/>
              <p:cNvSpPr/>
              <p:nvPr/>
            </p:nvSpPr>
            <p:spPr>
              <a:xfrm>
                <a:off x="335571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9" name="ph5149"/>
              <p:cNvSpPr/>
              <p:nvPr/>
            </p:nvSpPr>
            <p:spPr>
              <a:xfrm>
                <a:off x="336515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0" name="ph5150"/>
              <p:cNvSpPr/>
              <p:nvPr/>
            </p:nvSpPr>
            <p:spPr>
              <a:xfrm>
                <a:off x="337459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1" name="ph5151"/>
              <p:cNvSpPr/>
              <p:nvPr/>
            </p:nvSpPr>
            <p:spPr>
              <a:xfrm>
                <a:off x="338403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2" name="ph5152"/>
              <p:cNvSpPr/>
              <p:nvPr/>
            </p:nvSpPr>
            <p:spPr>
              <a:xfrm>
                <a:off x="339347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3" name="ph5153"/>
              <p:cNvSpPr/>
              <p:nvPr/>
            </p:nvSpPr>
            <p:spPr>
              <a:xfrm>
                <a:off x="340291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4" name="ph5154"/>
              <p:cNvSpPr/>
              <p:nvPr/>
            </p:nvSpPr>
            <p:spPr>
              <a:xfrm>
                <a:off x="341235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5" name="ph5155"/>
              <p:cNvSpPr/>
              <p:nvPr/>
            </p:nvSpPr>
            <p:spPr>
              <a:xfrm>
                <a:off x="342179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6" name="ph5156"/>
              <p:cNvSpPr/>
              <p:nvPr/>
            </p:nvSpPr>
            <p:spPr>
              <a:xfrm>
                <a:off x="343123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7" name="ph5157"/>
              <p:cNvSpPr/>
              <p:nvPr/>
            </p:nvSpPr>
            <p:spPr>
              <a:xfrm>
                <a:off x="344067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8" name="ph5158"/>
              <p:cNvSpPr/>
              <p:nvPr/>
            </p:nvSpPr>
            <p:spPr>
              <a:xfrm>
                <a:off x="345011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9" name="ph5159"/>
              <p:cNvSpPr/>
              <p:nvPr/>
            </p:nvSpPr>
            <p:spPr>
              <a:xfrm>
                <a:off x="345955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0" name="ph5160"/>
              <p:cNvSpPr/>
              <p:nvPr/>
            </p:nvSpPr>
            <p:spPr>
              <a:xfrm>
                <a:off x="346899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1" name="ph5161"/>
              <p:cNvSpPr/>
              <p:nvPr/>
            </p:nvSpPr>
            <p:spPr>
              <a:xfrm>
                <a:off x="347843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2" name="ph5162"/>
              <p:cNvSpPr/>
              <p:nvPr/>
            </p:nvSpPr>
            <p:spPr>
              <a:xfrm>
                <a:off x="348787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3" name="ph5163"/>
              <p:cNvSpPr/>
              <p:nvPr/>
            </p:nvSpPr>
            <p:spPr>
              <a:xfrm>
                <a:off x="349731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4" name="ph5164"/>
              <p:cNvSpPr/>
              <p:nvPr/>
            </p:nvSpPr>
            <p:spPr>
              <a:xfrm>
                <a:off x="350675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5" name="ph5165"/>
              <p:cNvSpPr/>
              <p:nvPr/>
            </p:nvSpPr>
            <p:spPr>
              <a:xfrm>
                <a:off x="351619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6" name="ph5166"/>
              <p:cNvSpPr/>
              <p:nvPr/>
            </p:nvSpPr>
            <p:spPr>
              <a:xfrm>
                <a:off x="352563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7" name="ph5167"/>
              <p:cNvSpPr/>
              <p:nvPr/>
            </p:nvSpPr>
            <p:spPr>
              <a:xfrm>
                <a:off x="353507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8" name="ph5168"/>
              <p:cNvSpPr/>
              <p:nvPr/>
            </p:nvSpPr>
            <p:spPr>
              <a:xfrm>
                <a:off x="354451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9" name="ph5169"/>
              <p:cNvSpPr/>
              <p:nvPr/>
            </p:nvSpPr>
            <p:spPr>
              <a:xfrm>
                <a:off x="355395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0" name="ph5170"/>
              <p:cNvSpPr/>
              <p:nvPr/>
            </p:nvSpPr>
            <p:spPr>
              <a:xfrm>
                <a:off x="356339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1" name="ph5171"/>
              <p:cNvSpPr/>
              <p:nvPr/>
            </p:nvSpPr>
            <p:spPr>
              <a:xfrm>
                <a:off x="357283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2" name="ph5172"/>
              <p:cNvSpPr/>
              <p:nvPr/>
            </p:nvSpPr>
            <p:spPr>
              <a:xfrm>
                <a:off x="3582278" y="158798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831"/>
                    </a:lnTo>
                    <a:lnTo>
                      <a:pt x="923594" y="908982"/>
                    </a:lnTo>
                    <a:lnTo>
                      <a:pt x="921889" y="910029"/>
                    </a:lnTo>
                    <a:lnTo>
                      <a:pt x="920183" y="911077"/>
                    </a:lnTo>
                    <a:lnTo>
                      <a:pt x="918478" y="912125"/>
                    </a:lnTo>
                    <a:lnTo>
                      <a:pt x="916772" y="913173"/>
                    </a:lnTo>
                    <a:lnTo>
                      <a:pt x="915068" y="914222"/>
                    </a:lnTo>
                    <a:lnTo>
                      <a:pt x="914779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3" name="ph5173"/>
              <p:cNvSpPr/>
              <p:nvPr/>
            </p:nvSpPr>
            <p:spPr>
              <a:xfrm>
                <a:off x="3591718" y="1570419"/>
                <a:ext cx="923840" cy="92640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40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612"/>
                    </a:lnTo>
                    <a:lnTo>
                      <a:pt x="922688" y="921317"/>
                    </a:lnTo>
                    <a:lnTo>
                      <a:pt x="920981" y="922364"/>
                    </a:lnTo>
                    <a:lnTo>
                      <a:pt x="919274" y="923410"/>
                    </a:lnTo>
                    <a:lnTo>
                      <a:pt x="917567" y="924457"/>
                    </a:lnTo>
                    <a:lnTo>
                      <a:pt x="915860" y="925504"/>
                    </a:lnTo>
                    <a:lnTo>
                      <a:pt x="914400" y="926401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4" name="ph5174"/>
              <p:cNvSpPr/>
              <p:nvPr/>
            </p:nvSpPr>
            <p:spPr>
              <a:xfrm>
                <a:off x="3601159" y="1570419"/>
                <a:ext cx="923669" cy="920612"/>
              </a:xfrm>
              <a:custGeom>
                <a:avLst/>
                <a:gdLst/>
                <a:ahLst/>
                <a:cxnLst/>
                <a:rect l="0" t="0" r="0" b="0"/>
                <a:pathLst>
                  <a:path w="923669" h="920612">
                    <a:moveTo>
                      <a:pt x="914400" y="914399"/>
                    </a:moveTo>
                    <a:lnTo>
                      <a:pt x="923669" y="914399"/>
                    </a:lnTo>
                    <a:lnTo>
                      <a:pt x="921408" y="916102"/>
                    </a:lnTo>
                    <a:lnTo>
                      <a:pt x="916670" y="919222"/>
                    </a:lnTo>
                    <a:lnTo>
                      <a:pt x="914956" y="920271"/>
                    </a:lnTo>
                    <a:lnTo>
                      <a:pt x="914400" y="920612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5" name="ph5175"/>
              <p:cNvSpPr/>
              <p:nvPr/>
            </p:nvSpPr>
            <p:spPr>
              <a:xfrm>
                <a:off x="2194563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50" y="931867"/>
                    </a:lnTo>
                    <a:lnTo>
                      <a:pt x="905373" y="931262"/>
                    </a:lnTo>
                    <a:lnTo>
                      <a:pt x="905395" y="930658"/>
                    </a:lnTo>
                    <a:lnTo>
                      <a:pt x="905418" y="930053"/>
                    </a:lnTo>
                    <a:lnTo>
                      <a:pt x="905441" y="929448"/>
                    </a:lnTo>
                    <a:lnTo>
                      <a:pt x="905463" y="928844"/>
                    </a:lnTo>
                    <a:lnTo>
                      <a:pt x="905486" y="928239"/>
                    </a:lnTo>
                    <a:lnTo>
                      <a:pt x="905508" y="927635"/>
                    </a:lnTo>
                    <a:lnTo>
                      <a:pt x="905531" y="927030"/>
                    </a:lnTo>
                    <a:lnTo>
                      <a:pt x="905553" y="926425"/>
                    </a:lnTo>
                    <a:lnTo>
                      <a:pt x="905576" y="925821"/>
                    </a:lnTo>
                    <a:lnTo>
                      <a:pt x="905598" y="925216"/>
                    </a:lnTo>
                    <a:lnTo>
                      <a:pt x="905832" y="920589"/>
                    </a:lnTo>
                    <a:lnTo>
                      <a:pt x="905813" y="920436"/>
                    </a:lnTo>
                    <a:lnTo>
                      <a:pt x="905532" y="918209"/>
                    </a:lnTo>
                    <a:lnTo>
                      <a:pt x="905252" y="915983"/>
                    </a:lnTo>
                    <a:lnTo>
                      <a:pt x="905052" y="91439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6" name="ph5176"/>
              <p:cNvSpPr/>
              <p:nvPr/>
            </p:nvSpPr>
            <p:spPr>
              <a:xfrm>
                <a:off x="219456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7" name="ph5177"/>
              <p:cNvSpPr/>
              <p:nvPr/>
            </p:nvSpPr>
            <p:spPr>
              <a:xfrm>
                <a:off x="220400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8" name="ph5178"/>
              <p:cNvSpPr/>
              <p:nvPr/>
            </p:nvSpPr>
            <p:spPr>
              <a:xfrm>
                <a:off x="221344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9" name="ph5179"/>
              <p:cNvSpPr/>
              <p:nvPr/>
            </p:nvSpPr>
            <p:spPr>
              <a:xfrm>
                <a:off x="222288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0" name="ph5180"/>
              <p:cNvSpPr/>
              <p:nvPr/>
            </p:nvSpPr>
            <p:spPr>
              <a:xfrm>
                <a:off x="223232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1" name="ph5181"/>
              <p:cNvSpPr/>
              <p:nvPr/>
            </p:nvSpPr>
            <p:spPr>
              <a:xfrm>
                <a:off x="224176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2" name="ph5182"/>
              <p:cNvSpPr/>
              <p:nvPr/>
            </p:nvSpPr>
            <p:spPr>
              <a:xfrm>
                <a:off x="225120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3" name="ph5183"/>
              <p:cNvSpPr/>
              <p:nvPr/>
            </p:nvSpPr>
            <p:spPr>
              <a:xfrm>
                <a:off x="226064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4" name="ph5184"/>
              <p:cNvSpPr/>
              <p:nvPr/>
            </p:nvSpPr>
            <p:spPr>
              <a:xfrm>
                <a:off x="227008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5" name="ph5185"/>
              <p:cNvSpPr/>
              <p:nvPr/>
            </p:nvSpPr>
            <p:spPr>
              <a:xfrm>
                <a:off x="227952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6" name="ph5186"/>
              <p:cNvSpPr/>
              <p:nvPr/>
            </p:nvSpPr>
            <p:spPr>
              <a:xfrm>
                <a:off x="228896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7" name="ph5187"/>
              <p:cNvSpPr/>
              <p:nvPr/>
            </p:nvSpPr>
            <p:spPr>
              <a:xfrm>
                <a:off x="229840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8" name="ph5188"/>
              <p:cNvSpPr/>
              <p:nvPr/>
            </p:nvSpPr>
            <p:spPr>
              <a:xfrm>
                <a:off x="230784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9" name="ph5189"/>
              <p:cNvSpPr/>
              <p:nvPr/>
            </p:nvSpPr>
            <p:spPr>
              <a:xfrm>
                <a:off x="231728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0" name="ph5190"/>
              <p:cNvSpPr/>
              <p:nvPr/>
            </p:nvSpPr>
            <p:spPr>
              <a:xfrm>
                <a:off x="232672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1" name="ph5191"/>
              <p:cNvSpPr/>
              <p:nvPr/>
            </p:nvSpPr>
            <p:spPr>
              <a:xfrm>
                <a:off x="233616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2" name="ph5192"/>
              <p:cNvSpPr/>
              <p:nvPr/>
            </p:nvSpPr>
            <p:spPr>
              <a:xfrm>
                <a:off x="234560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3" name="ph5193"/>
              <p:cNvSpPr/>
              <p:nvPr/>
            </p:nvSpPr>
            <p:spPr>
              <a:xfrm>
                <a:off x="235504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4" name="ph5194"/>
              <p:cNvSpPr/>
              <p:nvPr/>
            </p:nvSpPr>
            <p:spPr>
              <a:xfrm>
                <a:off x="236448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5" name="ph5195"/>
              <p:cNvSpPr/>
              <p:nvPr/>
            </p:nvSpPr>
            <p:spPr>
              <a:xfrm>
                <a:off x="237392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6" name="ph5196"/>
              <p:cNvSpPr/>
              <p:nvPr/>
            </p:nvSpPr>
            <p:spPr>
              <a:xfrm>
                <a:off x="238336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7" name="ph5197"/>
              <p:cNvSpPr/>
              <p:nvPr/>
            </p:nvSpPr>
            <p:spPr>
              <a:xfrm>
                <a:off x="239280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8" name="ph5198"/>
              <p:cNvSpPr/>
              <p:nvPr/>
            </p:nvSpPr>
            <p:spPr>
              <a:xfrm>
                <a:off x="240224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9" name="ph5199"/>
              <p:cNvSpPr/>
              <p:nvPr/>
            </p:nvSpPr>
            <p:spPr>
              <a:xfrm>
                <a:off x="241168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0" name="ph5200"/>
              <p:cNvSpPr/>
              <p:nvPr/>
            </p:nvSpPr>
            <p:spPr>
              <a:xfrm>
                <a:off x="242112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1" name="ph5201"/>
              <p:cNvSpPr/>
              <p:nvPr/>
            </p:nvSpPr>
            <p:spPr>
              <a:xfrm>
                <a:off x="243056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2" name="ph5202"/>
              <p:cNvSpPr/>
              <p:nvPr/>
            </p:nvSpPr>
            <p:spPr>
              <a:xfrm>
                <a:off x="2449449" y="157041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6937" y="896830"/>
                    </a:lnTo>
                    <a:lnTo>
                      <a:pt x="907436" y="900211"/>
                    </a:lnTo>
                    <a:lnTo>
                      <a:pt x="908101" y="900925"/>
                    </a:lnTo>
                    <a:lnTo>
                      <a:pt x="913112" y="906985"/>
                    </a:lnTo>
                    <a:lnTo>
                      <a:pt x="914400" y="90872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3" name="ph5203"/>
              <p:cNvSpPr/>
              <p:nvPr/>
            </p:nvSpPr>
            <p:spPr>
              <a:xfrm>
                <a:off x="2449449" y="1570419"/>
                <a:ext cx="91852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21" h="914399">
                    <a:moveTo>
                      <a:pt x="914400" y="914399"/>
                    </a:moveTo>
                    <a:lnTo>
                      <a:pt x="914400" y="908728"/>
                    </a:lnTo>
                    <a:lnTo>
                      <a:pt x="917945" y="913529"/>
                    </a:lnTo>
                    <a:lnTo>
                      <a:pt x="918521" y="91439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4" name="ph5204"/>
              <p:cNvSpPr/>
              <p:nvPr/>
            </p:nvSpPr>
            <p:spPr>
              <a:xfrm>
                <a:off x="3129147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3517" y="931969"/>
                    </a:lnTo>
                    <a:lnTo>
                      <a:pt x="912610" y="926935"/>
                    </a:lnTo>
                    <a:lnTo>
                      <a:pt x="911033" y="916398"/>
                    </a:lnTo>
                    <a:lnTo>
                      <a:pt x="910793" y="91439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5" name="ph5205"/>
              <p:cNvSpPr/>
              <p:nvPr/>
            </p:nvSpPr>
            <p:spPr>
              <a:xfrm>
                <a:off x="312914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6" name="ph5206"/>
              <p:cNvSpPr/>
              <p:nvPr/>
            </p:nvSpPr>
            <p:spPr>
              <a:xfrm>
                <a:off x="313858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7" name="ph5207"/>
              <p:cNvSpPr/>
              <p:nvPr/>
            </p:nvSpPr>
            <p:spPr>
              <a:xfrm>
                <a:off x="314802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8" name="ph5208"/>
              <p:cNvSpPr/>
              <p:nvPr/>
            </p:nvSpPr>
            <p:spPr>
              <a:xfrm>
                <a:off x="315746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9" name="ph5209"/>
              <p:cNvSpPr/>
              <p:nvPr/>
            </p:nvSpPr>
            <p:spPr>
              <a:xfrm>
                <a:off x="316690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0" name="ph5210"/>
              <p:cNvSpPr/>
              <p:nvPr/>
            </p:nvSpPr>
            <p:spPr>
              <a:xfrm>
                <a:off x="317634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1" name="ph5211"/>
              <p:cNvSpPr/>
              <p:nvPr/>
            </p:nvSpPr>
            <p:spPr>
              <a:xfrm>
                <a:off x="318578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2" name="ph5212"/>
              <p:cNvSpPr/>
              <p:nvPr/>
            </p:nvSpPr>
            <p:spPr>
              <a:xfrm>
                <a:off x="319522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3" name="ph5213"/>
              <p:cNvSpPr/>
              <p:nvPr/>
            </p:nvSpPr>
            <p:spPr>
              <a:xfrm>
                <a:off x="320466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4" name="ph5214"/>
              <p:cNvSpPr/>
              <p:nvPr/>
            </p:nvSpPr>
            <p:spPr>
              <a:xfrm>
                <a:off x="321410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5" name="ph5215"/>
              <p:cNvSpPr/>
              <p:nvPr/>
            </p:nvSpPr>
            <p:spPr>
              <a:xfrm>
                <a:off x="322354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6" name="ph5216"/>
              <p:cNvSpPr/>
              <p:nvPr/>
            </p:nvSpPr>
            <p:spPr>
              <a:xfrm>
                <a:off x="323298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7" name="ph5217"/>
              <p:cNvSpPr/>
              <p:nvPr/>
            </p:nvSpPr>
            <p:spPr>
              <a:xfrm>
                <a:off x="324242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8" name="ph5218"/>
              <p:cNvSpPr/>
              <p:nvPr/>
            </p:nvSpPr>
            <p:spPr>
              <a:xfrm>
                <a:off x="325187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9" name="ph5219"/>
              <p:cNvSpPr/>
              <p:nvPr/>
            </p:nvSpPr>
            <p:spPr>
              <a:xfrm>
                <a:off x="326131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0" name="ph5220"/>
              <p:cNvSpPr/>
              <p:nvPr/>
            </p:nvSpPr>
            <p:spPr>
              <a:xfrm>
                <a:off x="327075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1" name="ph5221"/>
              <p:cNvSpPr/>
              <p:nvPr/>
            </p:nvSpPr>
            <p:spPr>
              <a:xfrm>
                <a:off x="328019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2" name="ph5222"/>
              <p:cNvSpPr/>
              <p:nvPr/>
            </p:nvSpPr>
            <p:spPr>
              <a:xfrm>
                <a:off x="328963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3" name="ph5223"/>
              <p:cNvSpPr/>
              <p:nvPr/>
            </p:nvSpPr>
            <p:spPr>
              <a:xfrm>
                <a:off x="329907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4" name="ph5224"/>
              <p:cNvSpPr/>
              <p:nvPr/>
            </p:nvSpPr>
            <p:spPr>
              <a:xfrm>
                <a:off x="330851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5" name="ph5225"/>
              <p:cNvSpPr/>
              <p:nvPr/>
            </p:nvSpPr>
            <p:spPr>
              <a:xfrm>
                <a:off x="331795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6" name="ph5226"/>
              <p:cNvSpPr/>
              <p:nvPr/>
            </p:nvSpPr>
            <p:spPr>
              <a:xfrm>
                <a:off x="332739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7" name="ph5227"/>
              <p:cNvSpPr/>
              <p:nvPr/>
            </p:nvSpPr>
            <p:spPr>
              <a:xfrm>
                <a:off x="333683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8" name="ph5228"/>
              <p:cNvSpPr/>
              <p:nvPr/>
            </p:nvSpPr>
            <p:spPr>
              <a:xfrm>
                <a:off x="334627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9" name="ph5229"/>
              <p:cNvSpPr/>
              <p:nvPr/>
            </p:nvSpPr>
            <p:spPr>
              <a:xfrm>
                <a:off x="335571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0" name="ph5230"/>
              <p:cNvSpPr/>
              <p:nvPr/>
            </p:nvSpPr>
            <p:spPr>
              <a:xfrm>
                <a:off x="336515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1" name="ph5231"/>
              <p:cNvSpPr/>
              <p:nvPr/>
            </p:nvSpPr>
            <p:spPr>
              <a:xfrm>
                <a:off x="337459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2" name="ph5232"/>
              <p:cNvSpPr/>
              <p:nvPr/>
            </p:nvSpPr>
            <p:spPr>
              <a:xfrm>
                <a:off x="338403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3" name="ph5233"/>
              <p:cNvSpPr/>
              <p:nvPr/>
            </p:nvSpPr>
            <p:spPr>
              <a:xfrm>
                <a:off x="339347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4" name="ph5234"/>
              <p:cNvSpPr/>
              <p:nvPr/>
            </p:nvSpPr>
            <p:spPr>
              <a:xfrm>
                <a:off x="340291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5" name="ph5235"/>
              <p:cNvSpPr/>
              <p:nvPr/>
            </p:nvSpPr>
            <p:spPr>
              <a:xfrm>
                <a:off x="341235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6" name="ph5236"/>
              <p:cNvSpPr/>
              <p:nvPr/>
            </p:nvSpPr>
            <p:spPr>
              <a:xfrm>
                <a:off x="342179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7" name="ph5237"/>
              <p:cNvSpPr/>
              <p:nvPr/>
            </p:nvSpPr>
            <p:spPr>
              <a:xfrm>
                <a:off x="343123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8" name="ph5238"/>
              <p:cNvSpPr/>
              <p:nvPr/>
            </p:nvSpPr>
            <p:spPr>
              <a:xfrm>
                <a:off x="344067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9" name="ph5239"/>
              <p:cNvSpPr/>
              <p:nvPr/>
            </p:nvSpPr>
            <p:spPr>
              <a:xfrm>
                <a:off x="345011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0" name="ph5240"/>
              <p:cNvSpPr/>
              <p:nvPr/>
            </p:nvSpPr>
            <p:spPr>
              <a:xfrm>
                <a:off x="345955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1" name="ph5241"/>
              <p:cNvSpPr/>
              <p:nvPr/>
            </p:nvSpPr>
            <p:spPr>
              <a:xfrm>
                <a:off x="346899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2" name="ph5242"/>
              <p:cNvSpPr/>
              <p:nvPr/>
            </p:nvSpPr>
            <p:spPr>
              <a:xfrm>
                <a:off x="347843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3" name="ph5243"/>
              <p:cNvSpPr/>
              <p:nvPr/>
            </p:nvSpPr>
            <p:spPr>
              <a:xfrm>
                <a:off x="348787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4" name="ph5244"/>
              <p:cNvSpPr/>
              <p:nvPr/>
            </p:nvSpPr>
            <p:spPr>
              <a:xfrm>
                <a:off x="349731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5" name="ph5245"/>
              <p:cNvSpPr/>
              <p:nvPr/>
            </p:nvSpPr>
            <p:spPr>
              <a:xfrm>
                <a:off x="350675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6" name="ph5246"/>
              <p:cNvSpPr/>
              <p:nvPr/>
            </p:nvSpPr>
            <p:spPr>
              <a:xfrm>
                <a:off x="351619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7" name="ph5247"/>
              <p:cNvSpPr/>
              <p:nvPr/>
            </p:nvSpPr>
            <p:spPr>
              <a:xfrm>
                <a:off x="352563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8" name="ph5248"/>
              <p:cNvSpPr/>
              <p:nvPr/>
            </p:nvSpPr>
            <p:spPr>
              <a:xfrm>
                <a:off x="353507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9" name="ph5249"/>
              <p:cNvSpPr/>
              <p:nvPr/>
            </p:nvSpPr>
            <p:spPr>
              <a:xfrm>
                <a:off x="354451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0" name="ph5250"/>
              <p:cNvSpPr/>
              <p:nvPr/>
            </p:nvSpPr>
            <p:spPr>
              <a:xfrm>
                <a:off x="355395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1" name="ph5251"/>
              <p:cNvSpPr/>
              <p:nvPr/>
            </p:nvSpPr>
            <p:spPr>
              <a:xfrm>
                <a:off x="356339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2" name="ph5252"/>
              <p:cNvSpPr/>
              <p:nvPr/>
            </p:nvSpPr>
            <p:spPr>
              <a:xfrm>
                <a:off x="357283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3" name="ph5253"/>
              <p:cNvSpPr/>
              <p:nvPr/>
            </p:nvSpPr>
            <p:spPr>
              <a:xfrm>
                <a:off x="358227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4" name="ph5254"/>
              <p:cNvSpPr/>
              <p:nvPr/>
            </p:nvSpPr>
            <p:spPr>
              <a:xfrm>
                <a:off x="359171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5" name="ph5255"/>
              <p:cNvSpPr/>
              <p:nvPr/>
            </p:nvSpPr>
            <p:spPr>
              <a:xfrm>
                <a:off x="3601159" y="157041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71"/>
                    </a:lnTo>
                    <a:lnTo>
                      <a:pt x="923669" y="91439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6" name="ph5256"/>
              <p:cNvSpPr/>
              <p:nvPr/>
            </p:nvSpPr>
            <p:spPr>
              <a:xfrm>
                <a:off x="3610599" y="1552849"/>
                <a:ext cx="923840" cy="93184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4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3894"/>
                    </a:lnTo>
                    <a:lnTo>
                      <a:pt x="922645" y="924970"/>
                    </a:lnTo>
                    <a:lnTo>
                      <a:pt x="921196" y="926276"/>
                    </a:lnTo>
                    <a:lnTo>
                      <a:pt x="916626" y="930164"/>
                    </a:lnTo>
                    <a:lnTo>
                      <a:pt x="914400" y="931841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7" name="ph5257"/>
              <p:cNvSpPr/>
              <p:nvPr/>
            </p:nvSpPr>
            <p:spPr>
              <a:xfrm>
                <a:off x="3620039" y="1552849"/>
                <a:ext cx="923840" cy="92389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9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5399"/>
                    </a:lnTo>
                    <a:lnTo>
                      <a:pt x="923306" y="915879"/>
                    </a:lnTo>
                    <a:lnTo>
                      <a:pt x="921862" y="917177"/>
                    </a:lnTo>
                    <a:lnTo>
                      <a:pt x="920418" y="918476"/>
                    </a:lnTo>
                    <a:lnTo>
                      <a:pt x="918975" y="919774"/>
                    </a:lnTo>
                    <a:lnTo>
                      <a:pt x="917532" y="921073"/>
                    </a:lnTo>
                    <a:lnTo>
                      <a:pt x="916089" y="922372"/>
                    </a:lnTo>
                    <a:lnTo>
                      <a:pt x="914647" y="923671"/>
                    </a:lnTo>
                    <a:lnTo>
                      <a:pt x="914400" y="923894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8" name="ph5258"/>
              <p:cNvSpPr/>
              <p:nvPr/>
            </p:nvSpPr>
            <p:spPr>
              <a:xfrm>
                <a:off x="3629479" y="1552849"/>
                <a:ext cx="915873" cy="915399"/>
              </a:xfrm>
              <a:custGeom>
                <a:avLst/>
                <a:gdLst/>
                <a:ahLst/>
                <a:cxnLst/>
                <a:rect l="0" t="0" r="0" b="0"/>
                <a:pathLst>
                  <a:path w="915873" h="915399">
                    <a:moveTo>
                      <a:pt x="914400" y="914399"/>
                    </a:moveTo>
                    <a:lnTo>
                      <a:pt x="915873" y="914399"/>
                    </a:lnTo>
                    <a:lnTo>
                      <a:pt x="915119" y="914753"/>
                    </a:lnTo>
                    <a:lnTo>
                      <a:pt x="914400" y="91539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9" name="ph5259"/>
              <p:cNvSpPr/>
              <p:nvPr/>
            </p:nvSpPr>
            <p:spPr>
              <a:xfrm>
                <a:off x="2185123" y="1535279"/>
                <a:ext cx="914400" cy="9312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29">
                    <a:moveTo>
                      <a:pt x="914400" y="914400"/>
                    </a:moveTo>
                    <a:lnTo>
                      <a:pt x="914400" y="931229"/>
                    </a:lnTo>
                    <a:lnTo>
                      <a:pt x="914131" y="929099"/>
                    </a:lnTo>
                    <a:lnTo>
                      <a:pt x="913850" y="926873"/>
                    </a:lnTo>
                    <a:lnTo>
                      <a:pt x="913570" y="924646"/>
                    </a:lnTo>
                    <a:lnTo>
                      <a:pt x="913289" y="922420"/>
                    </a:lnTo>
                    <a:lnTo>
                      <a:pt x="913008" y="920193"/>
                    </a:lnTo>
                    <a:lnTo>
                      <a:pt x="912726" y="917967"/>
                    </a:lnTo>
                    <a:lnTo>
                      <a:pt x="912444" y="915732"/>
                    </a:lnTo>
                    <a:lnTo>
                      <a:pt x="912294" y="914400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0" name="ph5260"/>
              <p:cNvSpPr/>
              <p:nvPr/>
            </p:nvSpPr>
            <p:spPr>
              <a:xfrm>
                <a:off x="218512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93" y="931969"/>
                    </a:lnTo>
                    <a:lnTo>
                      <a:pt x="914400" y="93122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1" name="ph5261"/>
              <p:cNvSpPr/>
              <p:nvPr/>
            </p:nvSpPr>
            <p:spPr>
              <a:xfrm>
                <a:off x="219456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2" name="ph5262"/>
              <p:cNvSpPr/>
              <p:nvPr/>
            </p:nvSpPr>
            <p:spPr>
              <a:xfrm>
                <a:off x="220400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3" name="ph5263"/>
              <p:cNvSpPr/>
              <p:nvPr/>
            </p:nvSpPr>
            <p:spPr>
              <a:xfrm>
                <a:off x="221344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4" name="ph5264"/>
              <p:cNvSpPr/>
              <p:nvPr/>
            </p:nvSpPr>
            <p:spPr>
              <a:xfrm>
                <a:off x="222288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5" name="ph5265"/>
              <p:cNvSpPr/>
              <p:nvPr/>
            </p:nvSpPr>
            <p:spPr>
              <a:xfrm>
                <a:off x="223232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6" name="ph5266"/>
              <p:cNvSpPr/>
              <p:nvPr/>
            </p:nvSpPr>
            <p:spPr>
              <a:xfrm>
                <a:off x="224176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7" name="ph5267"/>
              <p:cNvSpPr/>
              <p:nvPr/>
            </p:nvSpPr>
            <p:spPr>
              <a:xfrm>
                <a:off x="225120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8" name="ph5268"/>
              <p:cNvSpPr/>
              <p:nvPr/>
            </p:nvSpPr>
            <p:spPr>
              <a:xfrm>
                <a:off x="226064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9" name="ph5269"/>
              <p:cNvSpPr/>
              <p:nvPr/>
            </p:nvSpPr>
            <p:spPr>
              <a:xfrm>
                <a:off x="227008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0" name="ph5270"/>
              <p:cNvSpPr/>
              <p:nvPr/>
            </p:nvSpPr>
            <p:spPr>
              <a:xfrm>
                <a:off x="227952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1" name="ph5271"/>
              <p:cNvSpPr/>
              <p:nvPr/>
            </p:nvSpPr>
            <p:spPr>
              <a:xfrm>
                <a:off x="228896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2" name="ph5272"/>
              <p:cNvSpPr/>
              <p:nvPr/>
            </p:nvSpPr>
            <p:spPr>
              <a:xfrm>
                <a:off x="229840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3" name="ph5273"/>
              <p:cNvSpPr/>
              <p:nvPr/>
            </p:nvSpPr>
            <p:spPr>
              <a:xfrm>
                <a:off x="230784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4" name="ph5274"/>
              <p:cNvSpPr/>
              <p:nvPr/>
            </p:nvSpPr>
            <p:spPr>
              <a:xfrm>
                <a:off x="231728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5" name="ph5275"/>
              <p:cNvSpPr/>
              <p:nvPr/>
            </p:nvSpPr>
            <p:spPr>
              <a:xfrm>
                <a:off x="232672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6" name="ph5276"/>
              <p:cNvSpPr/>
              <p:nvPr/>
            </p:nvSpPr>
            <p:spPr>
              <a:xfrm>
                <a:off x="233616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7" name="ph5277"/>
              <p:cNvSpPr/>
              <p:nvPr/>
            </p:nvSpPr>
            <p:spPr>
              <a:xfrm>
                <a:off x="234560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8" name="ph5278"/>
              <p:cNvSpPr/>
              <p:nvPr/>
            </p:nvSpPr>
            <p:spPr>
              <a:xfrm>
                <a:off x="235504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9" name="ph5279"/>
              <p:cNvSpPr/>
              <p:nvPr/>
            </p:nvSpPr>
            <p:spPr>
              <a:xfrm>
                <a:off x="236448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0" name="ph5280"/>
              <p:cNvSpPr/>
              <p:nvPr/>
            </p:nvSpPr>
            <p:spPr>
              <a:xfrm>
                <a:off x="237392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1" name="ph5281"/>
              <p:cNvSpPr/>
              <p:nvPr/>
            </p:nvSpPr>
            <p:spPr>
              <a:xfrm>
                <a:off x="238336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2" name="ph5282"/>
              <p:cNvSpPr/>
              <p:nvPr/>
            </p:nvSpPr>
            <p:spPr>
              <a:xfrm>
                <a:off x="239280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3" name="ph5283"/>
              <p:cNvSpPr/>
              <p:nvPr/>
            </p:nvSpPr>
            <p:spPr>
              <a:xfrm>
                <a:off x="240224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4" name="ph5284"/>
              <p:cNvSpPr/>
              <p:nvPr/>
            </p:nvSpPr>
            <p:spPr>
              <a:xfrm>
                <a:off x="241168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5" name="ph5285"/>
              <p:cNvSpPr/>
              <p:nvPr/>
            </p:nvSpPr>
            <p:spPr>
              <a:xfrm>
                <a:off x="242112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6" name="ph5286"/>
              <p:cNvSpPr/>
              <p:nvPr/>
            </p:nvSpPr>
            <p:spPr>
              <a:xfrm>
                <a:off x="2440009" y="155284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07" y="896830"/>
                    </a:lnTo>
                    <a:lnTo>
                      <a:pt x="913575" y="897626"/>
                    </a:lnTo>
                    <a:lnTo>
                      <a:pt x="914400" y="902244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7" name="ph5287"/>
              <p:cNvSpPr/>
              <p:nvPr/>
            </p:nvSpPr>
            <p:spPr>
              <a:xfrm>
                <a:off x="2440009" y="1552849"/>
                <a:ext cx="916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77" h="914399">
                    <a:moveTo>
                      <a:pt x="914400" y="914399"/>
                    </a:moveTo>
                    <a:lnTo>
                      <a:pt x="914400" y="902244"/>
                    </a:lnTo>
                    <a:lnTo>
                      <a:pt x="915461" y="908190"/>
                    </a:lnTo>
                    <a:lnTo>
                      <a:pt x="916377" y="91439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8" name="ph5288"/>
              <p:cNvSpPr/>
              <p:nvPr/>
            </p:nvSpPr>
            <p:spPr>
              <a:xfrm>
                <a:off x="3129147" y="15352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93" y="931969"/>
                    </a:lnTo>
                    <a:lnTo>
                      <a:pt x="909752" y="923293"/>
                    </a:lnTo>
                    <a:lnTo>
                      <a:pt x="908942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9" name="ph5289"/>
              <p:cNvSpPr/>
              <p:nvPr/>
            </p:nvSpPr>
            <p:spPr>
              <a:xfrm>
                <a:off x="312914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0" name="ph5290"/>
              <p:cNvSpPr/>
              <p:nvPr/>
            </p:nvSpPr>
            <p:spPr>
              <a:xfrm>
                <a:off x="313858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1" name="ph5291"/>
              <p:cNvSpPr/>
              <p:nvPr/>
            </p:nvSpPr>
            <p:spPr>
              <a:xfrm>
                <a:off x="314802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2" name="ph5292"/>
              <p:cNvSpPr/>
              <p:nvPr/>
            </p:nvSpPr>
            <p:spPr>
              <a:xfrm>
                <a:off x="315746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3" name="ph5293"/>
              <p:cNvSpPr/>
              <p:nvPr/>
            </p:nvSpPr>
            <p:spPr>
              <a:xfrm>
                <a:off x="316690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4" name="ph5294"/>
              <p:cNvSpPr/>
              <p:nvPr/>
            </p:nvSpPr>
            <p:spPr>
              <a:xfrm>
                <a:off x="317634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5" name="ph5295"/>
              <p:cNvSpPr/>
              <p:nvPr/>
            </p:nvSpPr>
            <p:spPr>
              <a:xfrm>
                <a:off x="318578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6" name="ph5296"/>
              <p:cNvSpPr/>
              <p:nvPr/>
            </p:nvSpPr>
            <p:spPr>
              <a:xfrm>
                <a:off x="319522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7" name="ph5297"/>
              <p:cNvSpPr/>
              <p:nvPr/>
            </p:nvSpPr>
            <p:spPr>
              <a:xfrm>
                <a:off x="320466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8" name="ph5298"/>
              <p:cNvSpPr/>
              <p:nvPr/>
            </p:nvSpPr>
            <p:spPr>
              <a:xfrm>
                <a:off x="321410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9" name="ph5299"/>
              <p:cNvSpPr/>
              <p:nvPr/>
            </p:nvSpPr>
            <p:spPr>
              <a:xfrm>
                <a:off x="322354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0" name="ph5300"/>
              <p:cNvSpPr/>
              <p:nvPr/>
            </p:nvSpPr>
            <p:spPr>
              <a:xfrm>
                <a:off x="323298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1" name="ph5301"/>
              <p:cNvSpPr/>
              <p:nvPr/>
            </p:nvSpPr>
            <p:spPr>
              <a:xfrm>
                <a:off x="324242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2" name="ph5302"/>
              <p:cNvSpPr/>
              <p:nvPr/>
            </p:nvSpPr>
            <p:spPr>
              <a:xfrm>
                <a:off x="325187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3" name="ph5303"/>
              <p:cNvSpPr/>
              <p:nvPr/>
            </p:nvSpPr>
            <p:spPr>
              <a:xfrm>
                <a:off x="326131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4" name="ph5304"/>
              <p:cNvSpPr/>
              <p:nvPr/>
            </p:nvSpPr>
            <p:spPr>
              <a:xfrm>
                <a:off x="327075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5" name="ph5305"/>
              <p:cNvSpPr/>
              <p:nvPr/>
            </p:nvSpPr>
            <p:spPr>
              <a:xfrm>
                <a:off x="328019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6" name="ph5306"/>
              <p:cNvSpPr/>
              <p:nvPr/>
            </p:nvSpPr>
            <p:spPr>
              <a:xfrm>
                <a:off x="328963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7" name="ph5307"/>
              <p:cNvSpPr/>
              <p:nvPr/>
            </p:nvSpPr>
            <p:spPr>
              <a:xfrm>
                <a:off x="329907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8" name="ph5308"/>
              <p:cNvSpPr/>
              <p:nvPr/>
            </p:nvSpPr>
            <p:spPr>
              <a:xfrm>
                <a:off x="330851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9" name="ph5309"/>
              <p:cNvSpPr/>
              <p:nvPr/>
            </p:nvSpPr>
            <p:spPr>
              <a:xfrm>
                <a:off x="331795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0" name="ph5310"/>
              <p:cNvSpPr/>
              <p:nvPr/>
            </p:nvSpPr>
            <p:spPr>
              <a:xfrm>
                <a:off x="332739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1" name="ph5311"/>
              <p:cNvSpPr/>
              <p:nvPr/>
            </p:nvSpPr>
            <p:spPr>
              <a:xfrm>
                <a:off x="333683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2" name="ph5312"/>
              <p:cNvSpPr/>
              <p:nvPr/>
            </p:nvSpPr>
            <p:spPr>
              <a:xfrm>
                <a:off x="334627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3" name="ph5313"/>
              <p:cNvSpPr/>
              <p:nvPr/>
            </p:nvSpPr>
            <p:spPr>
              <a:xfrm>
                <a:off x="335571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4" name="ph5314"/>
              <p:cNvSpPr/>
              <p:nvPr/>
            </p:nvSpPr>
            <p:spPr>
              <a:xfrm>
                <a:off x="336515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5" name="ph5315"/>
              <p:cNvSpPr/>
              <p:nvPr/>
            </p:nvSpPr>
            <p:spPr>
              <a:xfrm>
                <a:off x="337459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6" name="ph5316"/>
              <p:cNvSpPr/>
              <p:nvPr/>
            </p:nvSpPr>
            <p:spPr>
              <a:xfrm>
                <a:off x="338403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7" name="ph5317"/>
              <p:cNvSpPr/>
              <p:nvPr/>
            </p:nvSpPr>
            <p:spPr>
              <a:xfrm>
                <a:off x="339347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8" name="ph5318"/>
              <p:cNvSpPr/>
              <p:nvPr/>
            </p:nvSpPr>
            <p:spPr>
              <a:xfrm>
                <a:off x="340291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9" name="ph5319"/>
              <p:cNvSpPr/>
              <p:nvPr/>
            </p:nvSpPr>
            <p:spPr>
              <a:xfrm>
                <a:off x="341235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0" name="ph5320"/>
              <p:cNvSpPr/>
              <p:nvPr/>
            </p:nvSpPr>
            <p:spPr>
              <a:xfrm>
                <a:off x="342179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1" name="ph5321"/>
              <p:cNvSpPr/>
              <p:nvPr/>
            </p:nvSpPr>
            <p:spPr>
              <a:xfrm>
                <a:off x="343123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2" name="ph5322"/>
              <p:cNvSpPr/>
              <p:nvPr/>
            </p:nvSpPr>
            <p:spPr>
              <a:xfrm>
                <a:off x="344067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3" name="ph5323"/>
              <p:cNvSpPr/>
              <p:nvPr/>
            </p:nvSpPr>
            <p:spPr>
              <a:xfrm>
                <a:off x="345011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4" name="ph5324"/>
              <p:cNvSpPr/>
              <p:nvPr/>
            </p:nvSpPr>
            <p:spPr>
              <a:xfrm>
                <a:off x="345955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5" name="ph5325"/>
              <p:cNvSpPr/>
              <p:nvPr/>
            </p:nvSpPr>
            <p:spPr>
              <a:xfrm>
                <a:off x="346899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6" name="ph5326"/>
              <p:cNvSpPr/>
              <p:nvPr/>
            </p:nvSpPr>
            <p:spPr>
              <a:xfrm>
                <a:off x="347843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7" name="ph5327"/>
              <p:cNvSpPr/>
              <p:nvPr/>
            </p:nvSpPr>
            <p:spPr>
              <a:xfrm>
                <a:off x="348787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8" name="ph5328"/>
              <p:cNvSpPr/>
              <p:nvPr/>
            </p:nvSpPr>
            <p:spPr>
              <a:xfrm>
                <a:off x="349731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9" name="ph5329"/>
              <p:cNvSpPr/>
              <p:nvPr/>
            </p:nvSpPr>
            <p:spPr>
              <a:xfrm>
                <a:off x="350675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0" name="ph5330"/>
              <p:cNvSpPr/>
              <p:nvPr/>
            </p:nvSpPr>
            <p:spPr>
              <a:xfrm>
                <a:off x="351619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1" name="ph5331"/>
              <p:cNvSpPr/>
              <p:nvPr/>
            </p:nvSpPr>
            <p:spPr>
              <a:xfrm>
                <a:off x="352563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2" name="ph5332"/>
              <p:cNvSpPr/>
              <p:nvPr/>
            </p:nvSpPr>
            <p:spPr>
              <a:xfrm>
                <a:off x="353507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3" name="ph5333"/>
              <p:cNvSpPr/>
              <p:nvPr/>
            </p:nvSpPr>
            <p:spPr>
              <a:xfrm>
                <a:off x="354451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4" name="ph5334"/>
              <p:cNvSpPr/>
              <p:nvPr/>
            </p:nvSpPr>
            <p:spPr>
              <a:xfrm>
                <a:off x="355395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5" name="ph5335"/>
              <p:cNvSpPr/>
              <p:nvPr/>
            </p:nvSpPr>
            <p:spPr>
              <a:xfrm>
                <a:off x="356339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6" name="ph5336"/>
              <p:cNvSpPr/>
              <p:nvPr/>
            </p:nvSpPr>
            <p:spPr>
              <a:xfrm>
                <a:off x="357283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7" name="ph5337"/>
              <p:cNvSpPr/>
              <p:nvPr/>
            </p:nvSpPr>
            <p:spPr>
              <a:xfrm>
                <a:off x="358227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8" name="ph5338"/>
              <p:cNvSpPr/>
              <p:nvPr/>
            </p:nvSpPr>
            <p:spPr>
              <a:xfrm>
                <a:off x="359171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9" name="ph5339"/>
              <p:cNvSpPr/>
              <p:nvPr/>
            </p:nvSpPr>
            <p:spPr>
              <a:xfrm>
                <a:off x="360115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0" name="ph5340"/>
              <p:cNvSpPr/>
              <p:nvPr/>
            </p:nvSpPr>
            <p:spPr>
              <a:xfrm>
                <a:off x="361059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1" name="ph5341"/>
              <p:cNvSpPr/>
              <p:nvPr/>
            </p:nvSpPr>
            <p:spPr>
              <a:xfrm>
                <a:off x="362003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2" name="ph5342"/>
              <p:cNvSpPr/>
              <p:nvPr/>
            </p:nvSpPr>
            <p:spPr>
              <a:xfrm>
                <a:off x="3629479" y="155284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48" y="910713"/>
                    </a:lnTo>
                    <a:lnTo>
                      <a:pt x="922650" y="911226"/>
                    </a:lnTo>
                    <a:lnTo>
                      <a:pt x="921552" y="911740"/>
                    </a:lnTo>
                    <a:lnTo>
                      <a:pt x="920455" y="912254"/>
                    </a:lnTo>
                    <a:lnTo>
                      <a:pt x="919357" y="912768"/>
                    </a:lnTo>
                    <a:lnTo>
                      <a:pt x="918260" y="913281"/>
                    </a:lnTo>
                    <a:lnTo>
                      <a:pt x="917162" y="913795"/>
                    </a:lnTo>
                    <a:lnTo>
                      <a:pt x="916065" y="914310"/>
                    </a:lnTo>
                    <a:lnTo>
                      <a:pt x="915873" y="91439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3" name="ph5343"/>
              <p:cNvSpPr/>
              <p:nvPr/>
            </p:nvSpPr>
            <p:spPr>
              <a:xfrm>
                <a:off x="3638919" y="1535279"/>
                <a:ext cx="923840" cy="9282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2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829"/>
                    </a:lnTo>
                    <a:lnTo>
                      <a:pt x="923093" y="924178"/>
                    </a:lnTo>
                    <a:lnTo>
                      <a:pt x="921995" y="924691"/>
                    </a:lnTo>
                    <a:lnTo>
                      <a:pt x="920896" y="925203"/>
                    </a:lnTo>
                    <a:lnTo>
                      <a:pt x="919798" y="925716"/>
                    </a:lnTo>
                    <a:lnTo>
                      <a:pt x="918700" y="926229"/>
                    </a:lnTo>
                    <a:lnTo>
                      <a:pt x="917601" y="926743"/>
                    </a:lnTo>
                    <a:lnTo>
                      <a:pt x="916503" y="927256"/>
                    </a:lnTo>
                    <a:lnTo>
                      <a:pt x="915405" y="927769"/>
                    </a:lnTo>
                    <a:lnTo>
                      <a:pt x="914400" y="92824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4" name="ph5344"/>
              <p:cNvSpPr/>
              <p:nvPr/>
            </p:nvSpPr>
            <p:spPr>
              <a:xfrm>
                <a:off x="3648360" y="1535279"/>
                <a:ext cx="923840" cy="9238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9242"/>
                    </a:lnTo>
                    <a:lnTo>
                      <a:pt x="920250" y="921101"/>
                    </a:lnTo>
                    <a:lnTo>
                      <a:pt x="919147" y="921615"/>
                    </a:lnTo>
                    <a:lnTo>
                      <a:pt x="918048" y="922127"/>
                    </a:lnTo>
                    <a:lnTo>
                      <a:pt x="916949" y="922640"/>
                    </a:lnTo>
                    <a:lnTo>
                      <a:pt x="915851" y="923152"/>
                    </a:lnTo>
                    <a:lnTo>
                      <a:pt x="914752" y="923665"/>
                    </a:lnTo>
                    <a:lnTo>
                      <a:pt x="914400" y="92382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5" name="ph5345"/>
              <p:cNvSpPr/>
              <p:nvPr/>
            </p:nvSpPr>
            <p:spPr>
              <a:xfrm>
                <a:off x="3657800" y="1535279"/>
                <a:ext cx="922453" cy="919242"/>
              </a:xfrm>
              <a:custGeom>
                <a:avLst/>
                <a:gdLst/>
                <a:ahLst/>
                <a:cxnLst/>
                <a:rect l="0" t="0" r="0" b="0"/>
                <a:pathLst>
                  <a:path w="922453" h="919242">
                    <a:moveTo>
                      <a:pt x="914400" y="914400"/>
                    </a:moveTo>
                    <a:lnTo>
                      <a:pt x="922453" y="914400"/>
                    </a:lnTo>
                    <a:lnTo>
                      <a:pt x="922098" y="914660"/>
                    </a:lnTo>
                    <a:lnTo>
                      <a:pt x="916499" y="918154"/>
                    </a:lnTo>
                    <a:lnTo>
                      <a:pt x="914400" y="919242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6" name="ph5346"/>
              <p:cNvSpPr/>
              <p:nvPr/>
            </p:nvSpPr>
            <p:spPr>
              <a:xfrm>
                <a:off x="2185123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294" y="931969"/>
                    </a:lnTo>
                    <a:lnTo>
                      <a:pt x="911312" y="923249"/>
                    </a:lnTo>
                    <a:lnTo>
                      <a:pt x="910556" y="914400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7" name="ph5347"/>
              <p:cNvSpPr/>
              <p:nvPr/>
            </p:nvSpPr>
            <p:spPr>
              <a:xfrm>
                <a:off x="218512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8" name="ph5348"/>
              <p:cNvSpPr/>
              <p:nvPr/>
            </p:nvSpPr>
            <p:spPr>
              <a:xfrm>
                <a:off x="219456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9" name="ph5349"/>
              <p:cNvSpPr/>
              <p:nvPr/>
            </p:nvSpPr>
            <p:spPr>
              <a:xfrm>
                <a:off x="220400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0" name="ph5350"/>
              <p:cNvSpPr/>
              <p:nvPr/>
            </p:nvSpPr>
            <p:spPr>
              <a:xfrm>
                <a:off x="221344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1" name="ph5351"/>
              <p:cNvSpPr/>
              <p:nvPr/>
            </p:nvSpPr>
            <p:spPr>
              <a:xfrm>
                <a:off x="222288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2" name="ph5352"/>
              <p:cNvSpPr/>
              <p:nvPr/>
            </p:nvSpPr>
            <p:spPr>
              <a:xfrm>
                <a:off x="223232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3" name="ph5353"/>
              <p:cNvSpPr/>
              <p:nvPr/>
            </p:nvSpPr>
            <p:spPr>
              <a:xfrm>
                <a:off x="224176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4" name="ph5354"/>
              <p:cNvSpPr/>
              <p:nvPr/>
            </p:nvSpPr>
            <p:spPr>
              <a:xfrm>
                <a:off x="225120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5" name="ph5355"/>
              <p:cNvSpPr/>
              <p:nvPr/>
            </p:nvSpPr>
            <p:spPr>
              <a:xfrm>
                <a:off x="226064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6" name="ph5356"/>
              <p:cNvSpPr/>
              <p:nvPr/>
            </p:nvSpPr>
            <p:spPr>
              <a:xfrm>
                <a:off x="227008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7" name="ph5357"/>
              <p:cNvSpPr/>
              <p:nvPr/>
            </p:nvSpPr>
            <p:spPr>
              <a:xfrm>
                <a:off x="227952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8" name="ph5358"/>
              <p:cNvSpPr/>
              <p:nvPr/>
            </p:nvSpPr>
            <p:spPr>
              <a:xfrm>
                <a:off x="228896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9" name="ph5359"/>
              <p:cNvSpPr/>
              <p:nvPr/>
            </p:nvSpPr>
            <p:spPr>
              <a:xfrm>
                <a:off x="229840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0" name="ph5360"/>
              <p:cNvSpPr/>
              <p:nvPr/>
            </p:nvSpPr>
            <p:spPr>
              <a:xfrm>
                <a:off x="230784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1" name="ph5361"/>
              <p:cNvSpPr/>
              <p:nvPr/>
            </p:nvSpPr>
            <p:spPr>
              <a:xfrm>
                <a:off x="231728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2" name="ph5362"/>
              <p:cNvSpPr/>
              <p:nvPr/>
            </p:nvSpPr>
            <p:spPr>
              <a:xfrm>
                <a:off x="232672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3" name="ph5363"/>
              <p:cNvSpPr/>
              <p:nvPr/>
            </p:nvSpPr>
            <p:spPr>
              <a:xfrm>
                <a:off x="233616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4" name="ph5364"/>
              <p:cNvSpPr/>
              <p:nvPr/>
            </p:nvSpPr>
            <p:spPr>
              <a:xfrm>
                <a:off x="234560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5" name="ph5365"/>
              <p:cNvSpPr/>
              <p:nvPr/>
            </p:nvSpPr>
            <p:spPr>
              <a:xfrm>
                <a:off x="235504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6" name="ph5366"/>
              <p:cNvSpPr/>
              <p:nvPr/>
            </p:nvSpPr>
            <p:spPr>
              <a:xfrm>
                <a:off x="236448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7" name="ph5367"/>
              <p:cNvSpPr/>
              <p:nvPr/>
            </p:nvSpPr>
            <p:spPr>
              <a:xfrm>
                <a:off x="237392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8" name="ph5368"/>
              <p:cNvSpPr/>
              <p:nvPr/>
            </p:nvSpPr>
            <p:spPr>
              <a:xfrm>
                <a:off x="238336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9" name="ph5369"/>
              <p:cNvSpPr/>
              <p:nvPr/>
            </p:nvSpPr>
            <p:spPr>
              <a:xfrm>
                <a:off x="239280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0" name="ph5370"/>
              <p:cNvSpPr/>
              <p:nvPr/>
            </p:nvSpPr>
            <p:spPr>
              <a:xfrm>
                <a:off x="240224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1" name="ph5371"/>
              <p:cNvSpPr/>
              <p:nvPr/>
            </p:nvSpPr>
            <p:spPr>
              <a:xfrm>
                <a:off x="241168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2" name="ph5372"/>
              <p:cNvSpPr/>
              <p:nvPr/>
            </p:nvSpPr>
            <p:spPr>
              <a:xfrm>
                <a:off x="242112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3" name="ph5373"/>
              <p:cNvSpPr/>
              <p:nvPr/>
            </p:nvSpPr>
            <p:spPr>
              <a:xfrm>
                <a:off x="2430569" y="1535279"/>
                <a:ext cx="9228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79" y="896830"/>
                    </a:lnTo>
                    <a:lnTo>
                      <a:pt x="920832" y="904832"/>
                    </a:lnTo>
                    <a:lnTo>
                      <a:pt x="922848" y="914400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4" name="ph5374"/>
              <p:cNvSpPr/>
              <p:nvPr/>
            </p:nvSpPr>
            <p:spPr>
              <a:xfrm>
                <a:off x="3129147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42" y="931969"/>
                    </a:lnTo>
                    <a:lnTo>
                      <a:pt x="908770" y="930078"/>
                    </a:lnTo>
                    <a:lnTo>
                      <a:pt x="908090" y="919214"/>
                    </a:lnTo>
                    <a:lnTo>
                      <a:pt x="907924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5" name="ph5375"/>
              <p:cNvSpPr/>
              <p:nvPr/>
            </p:nvSpPr>
            <p:spPr>
              <a:xfrm>
                <a:off x="312914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6" name="ph5376"/>
              <p:cNvSpPr/>
              <p:nvPr/>
            </p:nvSpPr>
            <p:spPr>
              <a:xfrm>
                <a:off x="313858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7" name="ph5377"/>
              <p:cNvSpPr/>
              <p:nvPr/>
            </p:nvSpPr>
            <p:spPr>
              <a:xfrm>
                <a:off x="314802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8" name="ph5378"/>
              <p:cNvSpPr/>
              <p:nvPr/>
            </p:nvSpPr>
            <p:spPr>
              <a:xfrm>
                <a:off x="315746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9" name="ph5379"/>
              <p:cNvSpPr/>
              <p:nvPr/>
            </p:nvSpPr>
            <p:spPr>
              <a:xfrm>
                <a:off x="316690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0" name="ph5380"/>
              <p:cNvSpPr/>
              <p:nvPr/>
            </p:nvSpPr>
            <p:spPr>
              <a:xfrm>
                <a:off x="317634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1" name="ph5381"/>
              <p:cNvSpPr/>
              <p:nvPr/>
            </p:nvSpPr>
            <p:spPr>
              <a:xfrm>
                <a:off x="318578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2" name="ph5382"/>
              <p:cNvSpPr/>
              <p:nvPr/>
            </p:nvSpPr>
            <p:spPr>
              <a:xfrm>
                <a:off x="319522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3" name="ph5383"/>
              <p:cNvSpPr/>
              <p:nvPr/>
            </p:nvSpPr>
            <p:spPr>
              <a:xfrm>
                <a:off x="320466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4" name="ph5384"/>
              <p:cNvSpPr/>
              <p:nvPr/>
            </p:nvSpPr>
            <p:spPr>
              <a:xfrm>
                <a:off x="321410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5" name="ph5385"/>
              <p:cNvSpPr/>
              <p:nvPr/>
            </p:nvSpPr>
            <p:spPr>
              <a:xfrm>
                <a:off x="322354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6" name="ph5386"/>
              <p:cNvSpPr/>
              <p:nvPr/>
            </p:nvSpPr>
            <p:spPr>
              <a:xfrm>
                <a:off x="323298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7" name="ph5387"/>
              <p:cNvSpPr/>
              <p:nvPr/>
            </p:nvSpPr>
            <p:spPr>
              <a:xfrm>
                <a:off x="324242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8" name="ph5388"/>
              <p:cNvSpPr/>
              <p:nvPr/>
            </p:nvSpPr>
            <p:spPr>
              <a:xfrm>
                <a:off x="325187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9" name="ph5389"/>
              <p:cNvSpPr/>
              <p:nvPr/>
            </p:nvSpPr>
            <p:spPr>
              <a:xfrm>
                <a:off x="326131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0" name="ph5390"/>
              <p:cNvSpPr/>
              <p:nvPr/>
            </p:nvSpPr>
            <p:spPr>
              <a:xfrm>
                <a:off x="327075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1" name="ph5391"/>
              <p:cNvSpPr/>
              <p:nvPr/>
            </p:nvSpPr>
            <p:spPr>
              <a:xfrm>
                <a:off x="328019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2" name="ph5392"/>
              <p:cNvSpPr/>
              <p:nvPr/>
            </p:nvSpPr>
            <p:spPr>
              <a:xfrm>
                <a:off x="328963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3" name="ph5393"/>
              <p:cNvSpPr/>
              <p:nvPr/>
            </p:nvSpPr>
            <p:spPr>
              <a:xfrm>
                <a:off x="329907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4" name="ph5394"/>
              <p:cNvSpPr/>
              <p:nvPr/>
            </p:nvSpPr>
            <p:spPr>
              <a:xfrm>
                <a:off x="330851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5" name="ph5395"/>
              <p:cNvSpPr/>
              <p:nvPr/>
            </p:nvSpPr>
            <p:spPr>
              <a:xfrm>
                <a:off x="331795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6" name="ph5396"/>
              <p:cNvSpPr/>
              <p:nvPr/>
            </p:nvSpPr>
            <p:spPr>
              <a:xfrm>
                <a:off x="332739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7" name="ph5397"/>
              <p:cNvSpPr/>
              <p:nvPr/>
            </p:nvSpPr>
            <p:spPr>
              <a:xfrm>
                <a:off x="333683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8" name="ph5398"/>
              <p:cNvSpPr/>
              <p:nvPr/>
            </p:nvSpPr>
            <p:spPr>
              <a:xfrm>
                <a:off x="334627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9" name="ph5399"/>
              <p:cNvSpPr/>
              <p:nvPr/>
            </p:nvSpPr>
            <p:spPr>
              <a:xfrm>
                <a:off x="335571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0" name="ph5400"/>
              <p:cNvSpPr/>
              <p:nvPr/>
            </p:nvSpPr>
            <p:spPr>
              <a:xfrm>
                <a:off x="336515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1" name="ph5401"/>
              <p:cNvSpPr/>
              <p:nvPr/>
            </p:nvSpPr>
            <p:spPr>
              <a:xfrm>
                <a:off x="337459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2" name="ph5402"/>
              <p:cNvSpPr/>
              <p:nvPr/>
            </p:nvSpPr>
            <p:spPr>
              <a:xfrm>
                <a:off x="338403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3" name="ph5403"/>
              <p:cNvSpPr/>
              <p:nvPr/>
            </p:nvSpPr>
            <p:spPr>
              <a:xfrm>
                <a:off x="339347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4" name="ph5404"/>
              <p:cNvSpPr/>
              <p:nvPr/>
            </p:nvSpPr>
            <p:spPr>
              <a:xfrm>
                <a:off x="340291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5" name="ph5405"/>
              <p:cNvSpPr/>
              <p:nvPr/>
            </p:nvSpPr>
            <p:spPr>
              <a:xfrm>
                <a:off x="341235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6" name="ph5406"/>
              <p:cNvSpPr/>
              <p:nvPr/>
            </p:nvSpPr>
            <p:spPr>
              <a:xfrm>
                <a:off x="342179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7" name="ph5407"/>
              <p:cNvSpPr/>
              <p:nvPr/>
            </p:nvSpPr>
            <p:spPr>
              <a:xfrm>
                <a:off x="343123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8" name="ph5408"/>
              <p:cNvSpPr/>
              <p:nvPr/>
            </p:nvSpPr>
            <p:spPr>
              <a:xfrm>
                <a:off x="344067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9" name="ph5409"/>
              <p:cNvSpPr/>
              <p:nvPr/>
            </p:nvSpPr>
            <p:spPr>
              <a:xfrm>
                <a:off x="345011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0" name="ph5410"/>
              <p:cNvSpPr/>
              <p:nvPr/>
            </p:nvSpPr>
            <p:spPr>
              <a:xfrm>
                <a:off x="345955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1" name="ph5411"/>
              <p:cNvSpPr/>
              <p:nvPr/>
            </p:nvSpPr>
            <p:spPr>
              <a:xfrm>
                <a:off x="346899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2" name="ph5412"/>
              <p:cNvSpPr/>
              <p:nvPr/>
            </p:nvSpPr>
            <p:spPr>
              <a:xfrm>
                <a:off x="347843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3" name="ph5413"/>
              <p:cNvSpPr/>
              <p:nvPr/>
            </p:nvSpPr>
            <p:spPr>
              <a:xfrm>
                <a:off x="348787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4" name="ph5414"/>
              <p:cNvSpPr/>
              <p:nvPr/>
            </p:nvSpPr>
            <p:spPr>
              <a:xfrm>
                <a:off x="349731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5" name="ph5415"/>
              <p:cNvSpPr/>
              <p:nvPr/>
            </p:nvSpPr>
            <p:spPr>
              <a:xfrm>
                <a:off x="350675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6" name="ph5416"/>
              <p:cNvSpPr/>
              <p:nvPr/>
            </p:nvSpPr>
            <p:spPr>
              <a:xfrm>
                <a:off x="351619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7" name="ph5417"/>
              <p:cNvSpPr/>
              <p:nvPr/>
            </p:nvSpPr>
            <p:spPr>
              <a:xfrm>
                <a:off x="352563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8" name="ph5418"/>
              <p:cNvSpPr/>
              <p:nvPr/>
            </p:nvSpPr>
            <p:spPr>
              <a:xfrm>
                <a:off x="353507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9" name="ph5419"/>
              <p:cNvSpPr/>
              <p:nvPr/>
            </p:nvSpPr>
            <p:spPr>
              <a:xfrm>
                <a:off x="354451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0" name="ph5420"/>
              <p:cNvSpPr/>
              <p:nvPr/>
            </p:nvSpPr>
            <p:spPr>
              <a:xfrm>
                <a:off x="355395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1" name="ph5421"/>
              <p:cNvSpPr/>
              <p:nvPr/>
            </p:nvSpPr>
            <p:spPr>
              <a:xfrm>
                <a:off x="356339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2" name="ph5422"/>
              <p:cNvSpPr/>
              <p:nvPr/>
            </p:nvSpPr>
            <p:spPr>
              <a:xfrm>
                <a:off x="357283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3" name="ph5423"/>
              <p:cNvSpPr/>
              <p:nvPr/>
            </p:nvSpPr>
            <p:spPr>
              <a:xfrm>
                <a:off x="358227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4" name="ph5424"/>
              <p:cNvSpPr/>
              <p:nvPr/>
            </p:nvSpPr>
            <p:spPr>
              <a:xfrm>
                <a:off x="359171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5" name="ph5425"/>
              <p:cNvSpPr/>
              <p:nvPr/>
            </p:nvSpPr>
            <p:spPr>
              <a:xfrm>
                <a:off x="360115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6" name="ph5426"/>
              <p:cNvSpPr/>
              <p:nvPr/>
            </p:nvSpPr>
            <p:spPr>
              <a:xfrm>
                <a:off x="361059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7" name="ph5427"/>
              <p:cNvSpPr/>
              <p:nvPr/>
            </p:nvSpPr>
            <p:spPr>
              <a:xfrm>
                <a:off x="362003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8" name="ph5428"/>
              <p:cNvSpPr/>
              <p:nvPr/>
            </p:nvSpPr>
            <p:spPr>
              <a:xfrm>
                <a:off x="362947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9" name="ph5429"/>
              <p:cNvSpPr/>
              <p:nvPr/>
            </p:nvSpPr>
            <p:spPr>
              <a:xfrm>
                <a:off x="363891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0" name="ph5430"/>
              <p:cNvSpPr/>
              <p:nvPr/>
            </p:nvSpPr>
            <p:spPr>
              <a:xfrm>
                <a:off x="364836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1" name="ph5431"/>
              <p:cNvSpPr/>
              <p:nvPr/>
            </p:nvSpPr>
            <p:spPr>
              <a:xfrm>
                <a:off x="3657800" y="153527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381"/>
                    </a:lnTo>
                    <a:lnTo>
                      <a:pt x="922453" y="914400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2" name="ph5432"/>
              <p:cNvSpPr/>
              <p:nvPr/>
            </p:nvSpPr>
            <p:spPr>
              <a:xfrm>
                <a:off x="3667240" y="1517710"/>
                <a:ext cx="923840" cy="93095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951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331"/>
                    </a:lnTo>
                    <a:lnTo>
                      <a:pt x="923525" y="923636"/>
                    </a:lnTo>
                    <a:lnTo>
                      <a:pt x="918152" y="928197"/>
                    </a:lnTo>
                    <a:lnTo>
                      <a:pt x="914400" y="930951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3" name="ph5433"/>
              <p:cNvSpPr/>
              <p:nvPr/>
            </p:nvSpPr>
            <p:spPr>
              <a:xfrm>
                <a:off x="3676680" y="1517710"/>
                <a:ext cx="923121" cy="923331"/>
              </a:xfrm>
              <a:custGeom>
                <a:avLst/>
                <a:gdLst/>
                <a:ahLst/>
                <a:cxnLst/>
                <a:rect l="0" t="0" r="0" b="0"/>
                <a:pathLst>
                  <a:path w="923121" h="923331">
                    <a:moveTo>
                      <a:pt x="914400" y="914400"/>
                    </a:moveTo>
                    <a:lnTo>
                      <a:pt x="923121" y="914400"/>
                    </a:lnTo>
                    <a:lnTo>
                      <a:pt x="919323" y="918561"/>
                    </a:lnTo>
                    <a:lnTo>
                      <a:pt x="914400" y="923331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4" name="ph5434"/>
              <p:cNvSpPr/>
              <p:nvPr/>
            </p:nvSpPr>
            <p:spPr>
              <a:xfrm>
                <a:off x="2175682" y="1500140"/>
                <a:ext cx="914400" cy="9195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31">
                    <a:moveTo>
                      <a:pt x="914400" y="914400"/>
                    </a:moveTo>
                    <a:lnTo>
                      <a:pt x="914400" y="919531"/>
                    </a:lnTo>
                    <a:lnTo>
                      <a:pt x="911974" y="917627"/>
                    </a:lnTo>
                    <a:lnTo>
                      <a:pt x="908386" y="914400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5" name="ph5435"/>
              <p:cNvSpPr/>
              <p:nvPr/>
            </p:nvSpPr>
            <p:spPr>
              <a:xfrm>
                <a:off x="217568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996" y="931969"/>
                    </a:lnTo>
                    <a:lnTo>
                      <a:pt x="919885" y="930675"/>
                    </a:lnTo>
                    <a:lnTo>
                      <a:pt x="919449" y="923260"/>
                    </a:lnTo>
                    <a:lnTo>
                      <a:pt x="917319" y="921822"/>
                    </a:lnTo>
                    <a:lnTo>
                      <a:pt x="914400" y="919531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6" name="ph5436"/>
              <p:cNvSpPr/>
              <p:nvPr/>
            </p:nvSpPr>
            <p:spPr>
              <a:xfrm>
                <a:off x="218512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7" name="ph5437"/>
              <p:cNvSpPr/>
              <p:nvPr/>
            </p:nvSpPr>
            <p:spPr>
              <a:xfrm>
                <a:off x="219456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8" name="ph5438"/>
              <p:cNvSpPr/>
              <p:nvPr/>
            </p:nvSpPr>
            <p:spPr>
              <a:xfrm>
                <a:off x="220400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9" name="ph5439"/>
              <p:cNvSpPr/>
              <p:nvPr/>
            </p:nvSpPr>
            <p:spPr>
              <a:xfrm>
                <a:off x="221344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0" name="ph5440"/>
              <p:cNvSpPr/>
              <p:nvPr/>
            </p:nvSpPr>
            <p:spPr>
              <a:xfrm>
                <a:off x="222288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1" name="ph5441"/>
              <p:cNvSpPr/>
              <p:nvPr/>
            </p:nvSpPr>
            <p:spPr>
              <a:xfrm>
                <a:off x="223232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2" name="ph5442"/>
              <p:cNvSpPr/>
              <p:nvPr/>
            </p:nvSpPr>
            <p:spPr>
              <a:xfrm>
                <a:off x="224176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3" name="ph5443"/>
              <p:cNvSpPr/>
              <p:nvPr/>
            </p:nvSpPr>
            <p:spPr>
              <a:xfrm>
                <a:off x="225120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4" name="ph5444"/>
              <p:cNvSpPr/>
              <p:nvPr/>
            </p:nvSpPr>
            <p:spPr>
              <a:xfrm>
                <a:off x="226064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5" name="ph5445"/>
              <p:cNvSpPr/>
              <p:nvPr/>
            </p:nvSpPr>
            <p:spPr>
              <a:xfrm>
                <a:off x="227008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6" name="ph5446"/>
              <p:cNvSpPr/>
              <p:nvPr/>
            </p:nvSpPr>
            <p:spPr>
              <a:xfrm>
                <a:off x="227952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7" name="ph5447"/>
              <p:cNvSpPr/>
              <p:nvPr/>
            </p:nvSpPr>
            <p:spPr>
              <a:xfrm>
                <a:off x="228896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8" name="ph5448"/>
              <p:cNvSpPr/>
              <p:nvPr/>
            </p:nvSpPr>
            <p:spPr>
              <a:xfrm>
                <a:off x="229840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9" name="ph5449"/>
              <p:cNvSpPr/>
              <p:nvPr/>
            </p:nvSpPr>
            <p:spPr>
              <a:xfrm>
                <a:off x="230784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0" name="ph5450"/>
              <p:cNvSpPr/>
              <p:nvPr/>
            </p:nvSpPr>
            <p:spPr>
              <a:xfrm>
                <a:off x="231728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1" name="ph5451"/>
              <p:cNvSpPr/>
              <p:nvPr/>
            </p:nvSpPr>
            <p:spPr>
              <a:xfrm>
                <a:off x="232672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2" name="ph5452"/>
              <p:cNvSpPr/>
              <p:nvPr/>
            </p:nvSpPr>
            <p:spPr>
              <a:xfrm>
                <a:off x="233616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3" name="ph5453"/>
              <p:cNvSpPr/>
              <p:nvPr/>
            </p:nvSpPr>
            <p:spPr>
              <a:xfrm>
                <a:off x="234560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4" name="ph5454"/>
              <p:cNvSpPr/>
              <p:nvPr/>
            </p:nvSpPr>
            <p:spPr>
              <a:xfrm>
                <a:off x="235504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5" name="ph5455"/>
              <p:cNvSpPr/>
              <p:nvPr/>
            </p:nvSpPr>
            <p:spPr>
              <a:xfrm>
                <a:off x="236448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6" name="ph5456"/>
              <p:cNvSpPr/>
              <p:nvPr/>
            </p:nvSpPr>
            <p:spPr>
              <a:xfrm>
                <a:off x="237392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7" name="ph5457"/>
              <p:cNvSpPr/>
              <p:nvPr/>
            </p:nvSpPr>
            <p:spPr>
              <a:xfrm>
                <a:off x="238336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8" name="ph5458"/>
              <p:cNvSpPr/>
              <p:nvPr/>
            </p:nvSpPr>
            <p:spPr>
              <a:xfrm>
                <a:off x="239280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9" name="ph5459"/>
              <p:cNvSpPr/>
              <p:nvPr/>
            </p:nvSpPr>
            <p:spPr>
              <a:xfrm>
                <a:off x="240224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0" name="ph5460"/>
              <p:cNvSpPr/>
              <p:nvPr/>
            </p:nvSpPr>
            <p:spPr>
              <a:xfrm>
                <a:off x="241168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1" name="ph5461"/>
              <p:cNvSpPr/>
              <p:nvPr/>
            </p:nvSpPr>
            <p:spPr>
              <a:xfrm>
                <a:off x="2430569" y="1517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843" y="896830"/>
                    </a:lnTo>
                    <a:lnTo>
                      <a:pt x="914400" y="898590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2" name="ph5462"/>
              <p:cNvSpPr/>
              <p:nvPr/>
            </p:nvSpPr>
            <p:spPr>
              <a:xfrm>
                <a:off x="2430569" y="1517710"/>
                <a:ext cx="918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79" h="914400">
                    <a:moveTo>
                      <a:pt x="914400" y="914400"/>
                    </a:moveTo>
                    <a:lnTo>
                      <a:pt x="914400" y="898590"/>
                    </a:lnTo>
                    <a:lnTo>
                      <a:pt x="915601" y="902389"/>
                    </a:lnTo>
                    <a:lnTo>
                      <a:pt x="918359" y="912267"/>
                    </a:lnTo>
                    <a:lnTo>
                      <a:pt x="918879" y="914400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3" name="ph5463"/>
              <p:cNvSpPr/>
              <p:nvPr/>
            </p:nvSpPr>
            <p:spPr>
              <a:xfrm>
                <a:off x="3129147" y="150014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924" y="931969"/>
                    </a:lnTo>
                    <a:lnTo>
                      <a:pt x="907714" y="925868"/>
                    </a:lnTo>
                    <a:lnTo>
                      <a:pt x="907642" y="914931"/>
                    </a:lnTo>
                    <a:lnTo>
                      <a:pt x="907653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4" name="ph5464"/>
              <p:cNvSpPr/>
              <p:nvPr/>
            </p:nvSpPr>
            <p:spPr>
              <a:xfrm>
                <a:off x="312914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5" name="ph5465"/>
              <p:cNvSpPr/>
              <p:nvPr/>
            </p:nvSpPr>
            <p:spPr>
              <a:xfrm>
                <a:off x="313858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6" name="ph5466"/>
              <p:cNvSpPr/>
              <p:nvPr/>
            </p:nvSpPr>
            <p:spPr>
              <a:xfrm>
                <a:off x="314802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7" name="ph5467"/>
              <p:cNvSpPr/>
              <p:nvPr/>
            </p:nvSpPr>
            <p:spPr>
              <a:xfrm>
                <a:off x="315746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8" name="ph5468"/>
              <p:cNvSpPr/>
              <p:nvPr/>
            </p:nvSpPr>
            <p:spPr>
              <a:xfrm>
                <a:off x="316690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9" name="ph5469"/>
              <p:cNvSpPr/>
              <p:nvPr/>
            </p:nvSpPr>
            <p:spPr>
              <a:xfrm>
                <a:off x="317634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0" name="ph5470"/>
              <p:cNvSpPr/>
              <p:nvPr/>
            </p:nvSpPr>
            <p:spPr>
              <a:xfrm>
                <a:off x="318578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1" name="ph5471"/>
              <p:cNvSpPr/>
              <p:nvPr/>
            </p:nvSpPr>
            <p:spPr>
              <a:xfrm>
                <a:off x="319522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2" name="ph5472"/>
              <p:cNvSpPr/>
              <p:nvPr/>
            </p:nvSpPr>
            <p:spPr>
              <a:xfrm>
                <a:off x="320466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3" name="ph5473"/>
              <p:cNvSpPr/>
              <p:nvPr/>
            </p:nvSpPr>
            <p:spPr>
              <a:xfrm>
                <a:off x="321410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4" name="ph5474"/>
              <p:cNvSpPr/>
              <p:nvPr/>
            </p:nvSpPr>
            <p:spPr>
              <a:xfrm>
                <a:off x="322354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5" name="ph5475"/>
              <p:cNvSpPr/>
              <p:nvPr/>
            </p:nvSpPr>
            <p:spPr>
              <a:xfrm>
                <a:off x="323298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6" name="ph5476"/>
              <p:cNvSpPr/>
              <p:nvPr/>
            </p:nvSpPr>
            <p:spPr>
              <a:xfrm>
                <a:off x="324242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7" name="ph5477"/>
              <p:cNvSpPr/>
              <p:nvPr/>
            </p:nvSpPr>
            <p:spPr>
              <a:xfrm>
                <a:off x="325187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8" name="ph5478"/>
              <p:cNvSpPr/>
              <p:nvPr/>
            </p:nvSpPr>
            <p:spPr>
              <a:xfrm>
                <a:off x="326131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9" name="ph5479"/>
              <p:cNvSpPr/>
              <p:nvPr/>
            </p:nvSpPr>
            <p:spPr>
              <a:xfrm>
                <a:off x="327075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0" name="ph5480"/>
              <p:cNvSpPr/>
              <p:nvPr/>
            </p:nvSpPr>
            <p:spPr>
              <a:xfrm>
                <a:off x="328019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1" name="ph5481"/>
              <p:cNvSpPr/>
              <p:nvPr/>
            </p:nvSpPr>
            <p:spPr>
              <a:xfrm>
                <a:off x="328963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2" name="ph5482"/>
              <p:cNvSpPr/>
              <p:nvPr/>
            </p:nvSpPr>
            <p:spPr>
              <a:xfrm>
                <a:off x="329907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3" name="ph5483"/>
              <p:cNvSpPr/>
              <p:nvPr/>
            </p:nvSpPr>
            <p:spPr>
              <a:xfrm>
                <a:off x="330851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4" name="ph5484"/>
              <p:cNvSpPr/>
              <p:nvPr/>
            </p:nvSpPr>
            <p:spPr>
              <a:xfrm>
                <a:off x="331795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5" name="ph5485"/>
              <p:cNvSpPr/>
              <p:nvPr/>
            </p:nvSpPr>
            <p:spPr>
              <a:xfrm>
                <a:off x="332739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6" name="ph5486"/>
              <p:cNvSpPr/>
              <p:nvPr/>
            </p:nvSpPr>
            <p:spPr>
              <a:xfrm>
                <a:off x="333683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7" name="ph5487"/>
              <p:cNvSpPr/>
              <p:nvPr/>
            </p:nvSpPr>
            <p:spPr>
              <a:xfrm>
                <a:off x="334627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8" name="ph5488"/>
              <p:cNvSpPr/>
              <p:nvPr/>
            </p:nvSpPr>
            <p:spPr>
              <a:xfrm>
                <a:off x="335571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9" name="ph5489"/>
              <p:cNvSpPr/>
              <p:nvPr/>
            </p:nvSpPr>
            <p:spPr>
              <a:xfrm>
                <a:off x="336515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0" name="ph5490"/>
              <p:cNvSpPr/>
              <p:nvPr/>
            </p:nvSpPr>
            <p:spPr>
              <a:xfrm>
                <a:off x="337459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1" name="ph5491"/>
              <p:cNvSpPr/>
              <p:nvPr/>
            </p:nvSpPr>
            <p:spPr>
              <a:xfrm>
                <a:off x="338403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2" name="ph5492"/>
              <p:cNvSpPr/>
              <p:nvPr/>
            </p:nvSpPr>
            <p:spPr>
              <a:xfrm>
                <a:off x="339347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3" name="ph5493"/>
              <p:cNvSpPr/>
              <p:nvPr/>
            </p:nvSpPr>
            <p:spPr>
              <a:xfrm>
                <a:off x="340291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4" name="ph5494"/>
              <p:cNvSpPr/>
              <p:nvPr/>
            </p:nvSpPr>
            <p:spPr>
              <a:xfrm>
                <a:off x="341235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5" name="ph5495"/>
              <p:cNvSpPr/>
              <p:nvPr/>
            </p:nvSpPr>
            <p:spPr>
              <a:xfrm>
                <a:off x="342179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6" name="ph5496"/>
              <p:cNvSpPr/>
              <p:nvPr/>
            </p:nvSpPr>
            <p:spPr>
              <a:xfrm>
                <a:off x="343123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7" name="ph5497"/>
              <p:cNvSpPr/>
              <p:nvPr/>
            </p:nvSpPr>
            <p:spPr>
              <a:xfrm>
                <a:off x="344067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8" name="ph5498"/>
              <p:cNvSpPr/>
              <p:nvPr/>
            </p:nvSpPr>
            <p:spPr>
              <a:xfrm>
                <a:off x="345011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9" name="ph5499"/>
              <p:cNvSpPr/>
              <p:nvPr/>
            </p:nvSpPr>
            <p:spPr>
              <a:xfrm>
                <a:off x="345955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0" name="ph5500"/>
              <p:cNvSpPr/>
              <p:nvPr/>
            </p:nvSpPr>
            <p:spPr>
              <a:xfrm>
                <a:off x="346899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1" name="ph5501"/>
              <p:cNvSpPr/>
              <p:nvPr/>
            </p:nvSpPr>
            <p:spPr>
              <a:xfrm>
                <a:off x="347843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2" name="ph5502"/>
              <p:cNvSpPr/>
              <p:nvPr/>
            </p:nvSpPr>
            <p:spPr>
              <a:xfrm>
                <a:off x="348787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3" name="ph5503"/>
              <p:cNvSpPr/>
              <p:nvPr/>
            </p:nvSpPr>
            <p:spPr>
              <a:xfrm>
                <a:off x="349731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4" name="ph5504"/>
              <p:cNvSpPr/>
              <p:nvPr/>
            </p:nvSpPr>
            <p:spPr>
              <a:xfrm>
                <a:off x="350675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5" name="ph5505"/>
              <p:cNvSpPr/>
              <p:nvPr/>
            </p:nvSpPr>
            <p:spPr>
              <a:xfrm>
                <a:off x="351619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6" name="ph5506"/>
              <p:cNvSpPr/>
              <p:nvPr/>
            </p:nvSpPr>
            <p:spPr>
              <a:xfrm>
                <a:off x="352563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7" name="ph5507"/>
              <p:cNvSpPr/>
              <p:nvPr/>
            </p:nvSpPr>
            <p:spPr>
              <a:xfrm>
                <a:off x="353507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8" name="ph5508"/>
              <p:cNvSpPr/>
              <p:nvPr/>
            </p:nvSpPr>
            <p:spPr>
              <a:xfrm>
                <a:off x="354451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9" name="ph5509"/>
              <p:cNvSpPr/>
              <p:nvPr/>
            </p:nvSpPr>
            <p:spPr>
              <a:xfrm>
                <a:off x="355395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0" name="ph5510"/>
              <p:cNvSpPr/>
              <p:nvPr/>
            </p:nvSpPr>
            <p:spPr>
              <a:xfrm>
                <a:off x="356339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1" name="ph5511"/>
              <p:cNvSpPr/>
              <p:nvPr/>
            </p:nvSpPr>
            <p:spPr>
              <a:xfrm>
                <a:off x="357283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2" name="ph5512"/>
              <p:cNvSpPr/>
              <p:nvPr/>
            </p:nvSpPr>
            <p:spPr>
              <a:xfrm>
                <a:off x="358227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3" name="ph5513"/>
              <p:cNvSpPr/>
              <p:nvPr/>
            </p:nvSpPr>
            <p:spPr>
              <a:xfrm>
                <a:off x="359171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4" name="ph5514"/>
              <p:cNvSpPr/>
              <p:nvPr/>
            </p:nvSpPr>
            <p:spPr>
              <a:xfrm>
                <a:off x="360115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5" name="ph5515"/>
              <p:cNvSpPr/>
              <p:nvPr/>
            </p:nvSpPr>
            <p:spPr>
              <a:xfrm>
                <a:off x="361059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6" name="ph5516"/>
              <p:cNvSpPr/>
              <p:nvPr/>
            </p:nvSpPr>
            <p:spPr>
              <a:xfrm>
                <a:off x="362003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7" name="ph5517"/>
              <p:cNvSpPr/>
              <p:nvPr/>
            </p:nvSpPr>
            <p:spPr>
              <a:xfrm>
                <a:off x="362947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8" name="ph5518"/>
              <p:cNvSpPr/>
              <p:nvPr/>
            </p:nvSpPr>
            <p:spPr>
              <a:xfrm>
                <a:off x="363891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9" name="ph5519"/>
              <p:cNvSpPr/>
              <p:nvPr/>
            </p:nvSpPr>
            <p:spPr>
              <a:xfrm>
                <a:off x="364836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0" name="ph5520"/>
              <p:cNvSpPr/>
              <p:nvPr/>
            </p:nvSpPr>
            <p:spPr>
              <a:xfrm>
                <a:off x="365780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1" name="ph5521"/>
              <p:cNvSpPr/>
              <p:nvPr/>
            </p:nvSpPr>
            <p:spPr>
              <a:xfrm>
                <a:off x="366724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2" name="ph5522"/>
              <p:cNvSpPr/>
              <p:nvPr/>
            </p:nvSpPr>
            <p:spPr>
              <a:xfrm>
                <a:off x="3676680" y="15177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612"/>
                    </a:lnTo>
                    <a:lnTo>
                      <a:pt x="923121" y="9144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3" name="ph5523"/>
              <p:cNvSpPr/>
              <p:nvPr/>
            </p:nvSpPr>
            <p:spPr>
              <a:xfrm>
                <a:off x="3686121" y="1500140"/>
                <a:ext cx="923840" cy="93118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18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130"/>
                    </a:lnTo>
                    <a:lnTo>
                      <a:pt x="921828" y="922592"/>
                    </a:lnTo>
                    <a:lnTo>
                      <a:pt x="920108" y="924588"/>
                    </a:lnTo>
                    <a:lnTo>
                      <a:pt x="918399" y="926573"/>
                    </a:lnTo>
                    <a:lnTo>
                      <a:pt x="916690" y="928558"/>
                    </a:lnTo>
                    <a:lnTo>
                      <a:pt x="914972" y="930554"/>
                    </a:lnTo>
                    <a:lnTo>
                      <a:pt x="914400" y="931182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4" name="ph5524"/>
              <p:cNvSpPr/>
              <p:nvPr/>
            </p:nvSpPr>
            <p:spPr>
              <a:xfrm>
                <a:off x="3695561" y="1500140"/>
                <a:ext cx="918873" cy="920130"/>
              </a:xfrm>
              <a:custGeom>
                <a:avLst/>
                <a:gdLst/>
                <a:ahLst/>
                <a:cxnLst/>
                <a:rect l="0" t="0" r="0" b="0"/>
                <a:pathLst>
                  <a:path w="918873" h="920130">
                    <a:moveTo>
                      <a:pt x="914400" y="914400"/>
                    </a:moveTo>
                    <a:lnTo>
                      <a:pt x="918873" y="914400"/>
                    </a:lnTo>
                    <a:lnTo>
                      <a:pt x="916940" y="917021"/>
                    </a:lnTo>
                    <a:lnTo>
                      <a:pt x="914400" y="92013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5" name="ph5525"/>
              <p:cNvSpPr/>
              <p:nvPr/>
            </p:nvSpPr>
            <p:spPr>
              <a:xfrm>
                <a:off x="2156802" y="1482570"/>
                <a:ext cx="914400" cy="9180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89">
                    <a:moveTo>
                      <a:pt x="914400" y="914400"/>
                    </a:moveTo>
                    <a:lnTo>
                      <a:pt x="914400" y="918089"/>
                    </a:lnTo>
                    <a:lnTo>
                      <a:pt x="911526" y="914400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6" name="ph5526"/>
              <p:cNvSpPr/>
              <p:nvPr/>
            </p:nvSpPr>
            <p:spPr>
              <a:xfrm>
                <a:off x="2156802" y="1482570"/>
                <a:ext cx="923840" cy="92867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67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670"/>
                    </a:lnTo>
                    <a:lnTo>
                      <a:pt x="920545" y="925308"/>
                    </a:lnTo>
                    <a:lnTo>
                      <a:pt x="915608" y="919640"/>
                    </a:lnTo>
                    <a:lnTo>
                      <a:pt x="914400" y="91808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7" name="ph5527"/>
              <p:cNvSpPr/>
              <p:nvPr/>
            </p:nvSpPr>
            <p:spPr>
              <a:xfrm>
                <a:off x="216624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26" y="931969"/>
                    </a:lnTo>
                    <a:lnTo>
                      <a:pt x="916191" y="930498"/>
                    </a:lnTo>
                    <a:lnTo>
                      <a:pt x="914400" y="928670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8" name="ph5528"/>
              <p:cNvSpPr/>
              <p:nvPr/>
            </p:nvSpPr>
            <p:spPr>
              <a:xfrm>
                <a:off x="217568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9" name="ph5529"/>
              <p:cNvSpPr/>
              <p:nvPr/>
            </p:nvSpPr>
            <p:spPr>
              <a:xfrm>
                <a:off x="218512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0" name="ph5530"/>
              <p:cNvSpPr/>
              <p:nvPr/>
            </p:nvSpPr>
            <p:spPr>
              <a:xfrm>
                <a:off x="219456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1" name="ph5531"/>
              <p:cNvSpPr/>
              <p:nvPr/>
            </p:nvSpPr>
            <p:spPr>
              <a:xfrm>
                <a:off x="220400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2" name="ph5532"/>
              <p:cNvSpPr/>
              <p:nvPr/>
            </p:nvSpPr>
            <p:spPr>
              <a:xfrm>
                <a:off x="221344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3" name="ph5533"/>
              <p:cNvSpPr/>
              <p:nvPr/>
            </p:nvSpPr>
            <p:spPr>
              <a:xfrm>
                <a:off x="222288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4" name="ph5534"/>
              <p:cNvSpPr/>
              <p:nvPr/>
            </p:nvSpPr>
            <p:spPr>
              <a:xfrm>
                <a:off x="223232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5" name="ph5535"/>
              <p:cNvSpPr/>
              <p:nvPr/>
            </p:nvSpPr>
            <p:spPr>
              <a:xfrm>
                <a:off x="224176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6" name="ph5536"/>
              <p:cNvSpPr/>
              <p:nvPr/>
            </p:nvSpPr>
            <p:spPr>
              <a:xfrm>
                <a:off x="225120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7" name="ph5537"/>
              <p:cNvSpPr/>
              <p:nvPr/>
            </p:nvSpPr>
            <p:spPr>
              <a:xfrm>
                <a:off x="226064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8" name="ph5538"/>
              <p:cNvSpPr/>
              <p:nvPr/>
            </p:nvSpPr>
            <p:spPr>
              <a:xfrm>
                <a:off x="227008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9" name="ph5539"/>
              <p:cNvSpPr/>
              <p:nvPr/>
            </p:nvSpPr>
            <p:spPr>
              <a:xfrm>
                <a:off x="227952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0" name="ph5540"/>
              <p:cNvSpPr/>
              <p:nvPr/>
            </p:nvSpPr>
            <p:spPr>
              <a:xfrm>
                <a:off x="228896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1" name="ph5541"/>
              <p:cNvSpPr/>
              <p:nvPr/>
            </p:nvSpPr>
            <p:spPr>
              <a:xfrm>
                <a:off x="229840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2" name="ph5542"/>
              <p:cNvSpPr/>
              <p:nvPr/>
            </p:nvSpPr>
            <p:spPr>
              <a:xfrm>
                <a:off x="230784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3" name="ph5543"/>
              <p:cNvSpPr/>
              <p:nvPr/>
            </p:nvSpPr>
            <p:spPr>
              <a:xfrm>
                <a:off x="231728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4" name="ph5544"/>
              <p:cNvSpPr/>
              <p:nvPr/>
            </p:nvSpPr>
            <p:spPr>
              <a:xfrm>
                <a:off x="232672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5" name="ph5545"/>
              <p:cNvSpPr/>
              <p:nvPr/>
            </p:nvSpPr>
            <p:spPr>
              <a:xfrm>
                <a:off x="233616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6" name="ph5546"/>
              <p:cNvSpPr/>
              <p:nvPr/>
            </p:nvSpPr>
            <p:spPr>
              <a:xfrm>
                <a:off x="234560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7" name="ph5547"/>
              <p:cNvSpPr/>
              <p:nvPr/>
            </p:nvSpPr>
            <p:spPr>
              <a:xfrm>
                <a:off x="235504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8" name="ph5548"/>
              <p:cNvSpPr/>
              <p:nvPr/>
            </p:nvSpPr>
            <p:spPr>
              <a:xfrm>
                <a:off x="236448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9" name="ph5549"/>
              <p:cNvSpPr/>
              <p:nvPr/>
            </p:nvSpPr>
            <p:spPr>
              <a:xfrm>
                <a:off x="237392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0" name="ph5550"/>
              <p:cNvSpPr/>
              <p:nvPr/>
            </p:nvSpPr>
            <p:spPr>
              <a:xfrm>
                <a:off x="238336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1" name="ph5551"/>
              <p:cNvSpPr/>
              <p:nvPr/>
            </p:nvSpPr>
            <p:spPr>
              <a:xfrm>
                <a:off x="239280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2" name="ph5552"/>
              <p:cNvSpPr/>
              <p:nvPr/>
            </p:nvSpPr>
            <p:spPr>
              <a:xfrm>
                <a:off x="240224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3" name="ph5553"/>
              <p:cNvSpPr/>
              <p:nvPr/>
            </p:nvSpPr>
            <p:spPr>
              <a:xfrm>
                <a:off x="241168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4" name="ph5554"/>
              <p:cNvSpPr/>
              <p:nvPr/>
            </p:nvSpPr>
            <p:spPr>
              <a:xfrm>
                <a:off x="2421129" y="1500140"/>
                <a:ext cx="9232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83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012" y="896830"/>
                    </a:lnTo>
                    <a:lnTo>
                      <a:pt x="918705" y="901084"/>
                    </a:lnTo>
                    <a:lnTo>
                      <a:pt x="922007" y="910366"/>
                    </a:lnTo>
                    <a:lnTo>
                      <a:pt x="923283" y="914400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5" name="ph5555"/>
              <p:cNvSpPr/>
              <p:nvPr/>
            </p:nvSpPr>
            <p:spPr>
              <a:xfrm>
                <a:off x="3129147" y="148257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653" y="931969"/>
                    </a:lnTo>
                    <a:lnTo>
                      <a:pt x="907875" y="921571"/>
                    </a:lnTo>
                    <a:lnTo>
                      <a:pt x="908229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6" name="ph5556"/>
              <p:cNvSpPr/>
              <p:nvPr/>
            </p:nvSpPr>
            <p:spPr>
              <a:xfrm>
                <a:off x="312914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7" name="ph5557"/>
              <p:cNvSpPr/>
              <p:nvPr/>
            </p:nvSpPr>
            <p:spPr>
              <a:xfrm>
                <a:off x="313858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8" name="ph5558"/>
              <p:cNvSpPr/>
              <p:nvPr/>
            </p:nvSpPr>
            <p:spPr>
              <a:xfrm>
                <a:off x="314802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9" name="ph5559"/>
              <p:cNvSpPr/>
              <p:nvPr/>
            </p:nvSpPr>
            <p:spPr>
              <a:xfrm>
                <a:off x="315746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0" name="ph5560"/>
              <p:cNvSpPr/>
              <p:nvPr/>
            </p:nvSpPr>
            <p:spPr>
              <a:xfrm>
                <a:off x="316690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1" name="ph5561"/>
              <p:cNvSpPr/>
              <p:nvPr/>
            </p:nvSpPr>
            <p:spPr>
              <a:xfrm>
                <a:off x="317634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2" name="ph5562"/>
              <p:cNvSpPr/>
              <p:nvPr/>
            </p:nvSpPr>
            <p:spPr>
              <a:xfrm>
                <a:off x="318578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3" name="ph5563"/>
              <p:cNvSpPr/>
              <p:nvPr/>
            </p:nvSpPr>
            <p:spPr>
              <a:xfrm>
                <a:off x="319522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4" name="ph5564"/>
              <p:cNvSpPr/>
              <p:nvPr/>
            </p:nvSpPr>
            <p:spPr>
              <a:xfrm>
                <a:off x="320466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5" name="ph5565"/>
              <p:cNvSpPr/>
              <p:nvPr/>
            </p:nvSpPr>
            <p:spPr>
              <a:xfrm>
                <a:off x="321410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6" name="ph5566"/>
              <p:cNvSpPr/>
              <p:nvPr/>
            </p:nvSpPr>
            <p:spPr>
              <a:xfrm>
                <a:off x="322354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7" name="ph5567"/>
              <p:cNvSpPr/>
              <p:nvPr/>
            </p:nvSpPr>
            <p:spPr>
              <a:xfrm>
                <a:off x="323298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8" name="ph5568"/>
              <p:cNvSpPr/>
              <p:nvPr/>
            </p:nvSpPr>
            <p:spPr>
              <a:xfrm>
                <a:off x="324242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9" name="ph5569"/>
              <p:cNvSpPr/>
              <p:nvPr/>
            </p:nvSpPr>
            <p:spPr>
              <a:xfrm>
                <a:off x="325187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0" name="ph5570"/>
              <p:cNvSpPr/>
              <p:nvPr/>
            </p:nvSpPr>
            <p:spPr>
              <a:xfrm>
                <a:off x="326131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1" name="ph5571"/>
              <p:cNvSpPr/>
              <p:nvPr/>
            </p:nvSpPr>
            <p:spPr>
              <a:xfrm>
                <a:off x="327075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2" name="ph5572"/>
              <p:cNvSpPr/>
              <p:nvPr/>
            </p:nvSpPr>
            <p:spPr>
              <a:xfrm>
                <a:off x="328019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3" name="ph5573"/>
              <p:cNvSpPr/>
              <p:nvPr/>
            </p:nvSpPr>
            <p:spPr>
              <a:xfrm>
                <a:off x="328963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4" name="ph5574"/>
              <p:cNvSpPr/>
              <p:nvPr/>
            </p:nvSpPr>
            <p:spPr>
              <a:xfrm>
                <a:off x="329907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5" name="ph5575"/>
              <p:cNvSpPr/>
              <p:nvPr/>
            </p:nvSpPr>
            <p:spPr>
              <a:xfrm>
                <a:off x="330851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6" name="ph5576"/>
              <p:cNvSpPr/>
              <p:nvPr/>
            </p:nvSpPr>
            <p:spPr>
              <a:xfrm>
                <a:off x="331795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7" name="ph5577"/>
              <p:cNvSpPr/>
              <p:nvPr/>
            </p:nvSpPr>
            <p:spPr>
              <a:xfrm>
                <a:off x="332739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8" name="ph5578"/>
              <p:cNvSpPr/>
              <p:nvPr/>
            </p:nvSpPr>
            <p:spPr>
              <a:xfrm>
                <a:off x="333683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9" name="ph5579"/>
              <p:cNvSpPr/>
              <p:nvPr/>
            </p:nvSpPr>
            <p:spPr>
              <a:xfrm>
                <a:off x="334627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0" name="ph5580"/>
              <p:cNvSpPr/>
              <p:nvPr/>
            </p:nvSpPr>
            <p:spPr>
              <a:xfrm>
                <a:off x="335571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1" name="ph5581"/>
              <p:cNvSpPr/>
              <p:nvPr/>
            </p:nvSpPr>
            <p:spPr>
              <a:xfrm>
                <a:off x="336515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2" name="ph5582"/>
              <p:cNvSpPr/>
              <p:nvPr/>
            </p:nvSpPr>
            <p:spPr>
              <a:xfrm>
                <a:off x="337459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3" name="ph5583"/>
              <p:cNvSpPr/>
              <p:nvPr/>
            </p:nvSpPr>
            <p:spPr>
              <a:xfrm>
                <a:off x="338403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4" name="ph5584"/>
              <p:cNvSpPr/>
              <p:nvPr/>
            </p:nvSpPr>
            <p:spPr>
              <a:xfrm>
                <a:off x="339347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5" name="ph5585"/>
              <p:cNvSpPr/>
              <p:nvPr/>
            </p:nvSpPr>
            <p:spPr>
              <a:xfrm>
                <a:off x="340291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6" name="ph5586"/>
              <p:cNvSpPr/>
              <p:nvPr/>
            </p:nvSpPr>
            <p:spPr>
              <a:xfrm>
                <a:off x="341235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7" name="ph5587"/>
              <p:cNvSpPr/>
              <p:nvPr/>
            </p:nvSpPr>
            <p:spPr>
              <a:xfrm>
                <a:off x="342179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8" name="ph5588"/>
              <p:cNvSpPr/>
              <p:nvPr/>
            </p:nvSpPr>
            <p:spPr>
              <a:xfrm>
                <a:off x="343123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9" name="ph5589"/>
              <p:cNvSpPr/>
              <p:nvPr/>
            </p:nvSpPr>
            <p:spPr>
              <a:xfrm>
                <a:off x="344067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0" name="ph5590"/>
              <p:cNvSpPr/>
              <p:nvPr/>
            </p:nvSpPr>
            <p:spPr>
              <a:xfrm>
                <a:off x="345011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1" name="ph5591"/>
              <p:cNvSpPr/>
              <p:nvPr/>
            </p:nvSpPr>
            <p:spPr>
              <a:xfrm>
                <a:off x="345955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2" name="ph5592"/>
              <p:cNvSpPr/>
              <p:nvPr/>
            </p:nvSpPr>
            <p:spPr>
              <a:xfrm>
                <a:off x="346899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3" name="ph5593"/>
              <p:cNvSpPr/>
              <p:nvPr/>
            </p:nvSpPr>
            <p:spPr>
              <a:xfrm>
                <a:off x="347843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4" name="ph5594"/>
              <p:cNvSpPr/>
              <p:nvPr/>
            </p:nvSpPr>
            <p:spPr>
              <a:xfrm>
                <a:off x="348787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5" name="ph5595"/>
              <p:cNvSpPr/>
              <p:nvPr/>
            </p:nvSpPr>
            <p:spPr>
              <a:xfrm>
                <a:off x="349731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6" name="ph5596"/>
              <p:cNvSpPr/>
              <p:nvPr/>
            </p:nvSpPr>
            <p:spPr>
              <a:xfrm>
                <a:off x="350675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7" name="ph5597"/>
              <p:cNvSpPr/>
              <p:nvPr/>
            </p:nvSpPr>
            <p:spPr>
              <a:xfrm>
                <a:off x="351619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8" name="ph5598"/>
              <p:cNvSpPr/>
              <p:nvPr/>
            </p:nvSpPr>
            <p:spPr>
              <a:xfrm>
                <a:off x="352563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9" name="ph5599"/>
              <p:cNvSpPr/>
              <p:nvPr/>
            </p:nvSpPr>
            <p:spPr>
              <a:xfrm>
                <a:off x="353507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0" name="ph5600"/>
              <p:cNvSpPr/>
              <p:nvPr/>
            </p:nvSpPr>
            <p:spPr>
              <a:xfrm>
                <a:off x="354451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1" name="ph5601"/>
              <p:cNvSpPr/>
              <p:nvPr/>
            </p:nvSpPr>
            <p:spPr>
              <a:xfrm>
                <a:off x="355395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2" name="ph5602"/>
              <p:cNvSpPr/>
              <p:nvPr/>
            </p:nvSpPr>
            <p:spPr>
              <a:xfrm>
                <a:off x="356339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3" name="ph5603"/>
              <p:cNvSpPr/>
              <p:nvPr/>
            </p:nvSpPr>
            <p:spPr>
              <a:xfrm>
                <a:off x="357283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4" name="ph5604"/>
              <p:cNvSpPr/>
              <p:nvPr/>
            </p:nvSpPr>
            <p:spPr>
              <a:xfrm>
                <a:off x="358227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5" name="ph5605"/>
              <p:cNvSpPr/>
              <p:nvPr/>
            </p:nvSpPr>
            <p:spPr>
              <a:xfrm>
                <a:off x="359171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6" name="ph5606"/>
              <p:cNvSpPr/>
              <p:nvPr/>
            </p:nvSpPr>
            <p:spPr>
              <a:xfrm>
                <a:off x="360115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7" name="ph5607"/>
              <p:cNvSpPr/>
              <p:nvPr/>
            </p:nvSpPr>
            <p:spPr>
              <a:xfrm>
                <a:off x="361059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8" name="ph5608"/>
              <p:cNvSpPr/>
              <p:nvPr/>
            </p:nvSpPr>
            <p:spPr>
              <a:xfrm>
                <a:off x="362003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9" name="ph5609"/>
              <p:cNvSpPr/>
              <p:nvPr/>
            </p:nvSpPr>
            <p:spPr>
              <a:xfrm>
                <a:off x="362947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0" name="ph5610"/>
              <p:cNvSpPr/>
              <p:nvPr/>
            </p:nvSpPr>
            <p:spPr>
              <a:xfrm>
                <a:off x="363891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1" name="ph5611"/>
              <p:cNvSpPr/>
              <p:nvPr/>
            </p:nvSpPr>
            <p:spPr>
              <a:xfrm>
                <a:off x="364836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2" name="ph5612"/>
              <p:cNvSpPr/>
              <p:nvPr/>
            </p:nvSpPr>
            <p:spPr>
              <a:xfrm>
                <a:off x="365780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3" name="ph5613"/>
              <p:cNvSpPr/>
              <p:nvPr/>
            </p:nvSpPr>
            <p:spPr>
              <a:xfrm>
                <a:off x="366724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4" name="ph5614"/>
              <p:cNvSpPr/>
              <p:nvPr/>
            </p:nvSpPr>
            <p:spPr>
              <a:xfrm>
                <a:off x="367668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5" name="ph5615"/>
              <p:cNvSpPr/>
              <p:nvPr/>
            </p:nvSpPr>
            <p:spPr>
              <a:xfrm>
                <a:off x="368612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6" name="ph5616"/>
              <p:cNvSpPr/>
              <p:nvPr/>
            </p:nvSpPr>
            <p:spPr>
              <a:xfrm>
                <a:off x="3695561" y="150014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09"/>
                    </a:lnTo>
                    <a:lnTo>
                      <a:pt x="921343" y="911050"/>
                    </a:lnTo>
                    <a:lnTo>
                      <a:pt x="918873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7" name="ph5617"/>
              <p:cNvSpPr/>
              <p:nvPr/>
            </p:nvSpPr>
            <p:spPr>
              <a:xfrm>
                <a:off x="3705001" y="1482570"/>
                <a:ext cx="920873" cy="924879"/>
              </a:xfrm>
              <a:custGeom>
                <a:avLst/>
                <a:gdLst/>
                <a:ahLst/>
                <a:cxnLst/>
                <a:rect l="0" t="0" r="0" b="0"/>
                <a:pathLst>
                  <a:path w="920873" h="924879">
                    <a:moveTo>
                      <a:pt x="914400" y="914400"/>
                    </a:moveTo>
                    <a:lnTo>
                      <a:pt x="920873" y="914400"/>
                    </a:lnTo>
                    <a:lnTo>
                      <a:pt x="920220" y="915532"/>
                    </a:lnTo>
                    <a:lnTo>
                      <a:pt x="916146" y="922262"/>
                    </a:lnTo>
                    <a:lnTo>
                      <a:pt x="914400" y="92487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8" name="ph5618"/>
              <p:cNvSpPr/>
              <p:nvPr/>
            </p:nvSpPr>
            <p:spPr>
              <a:xfrm>
                <a:off x="2147362" y="1465000"/>
                <a:ext cx="914400" cy="92247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78">
                    <a:moveTo>
                      <a:pt x="914400" y="914400"/>
                    </a:moveTo>
                    <a:lnTo>
                      <a:pt x="914400" y="922478"/>
                    </a:lnTo>
                    <a:lnTo>
                      <a:pt x="911260" y="917493"/>
                    </a:lnTo>
                    <a:lnTo>
                      <a:pt x="909503" y="914400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9" name="ph5619"/>
              <p:cNvSpPr/>
              <p:nvPr/>
            </p:nvSpPr>
            <p:spPr>
              <a:xfrm>
                <a:off x="214736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967" y="931969"/>
                    </a:lnTo>
                    <a:lnTo>
                      <a:pt x="920273" y="931078"/>
                    </a:lnTo>
                    <a:lnTo>
                      <a:pt x="915673" y="924500"/>
                    </a:lnTo>
                    <a:lnTo>
                      <a:pt x="914400" y="92247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0" name="ph5620"/>
              <p:cNvSpPr/>
              <p:nvPr/>
            </p:nvSpPr>
            <p:spPr>
              <a:xfrm>
                <a:off x="215680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1" name="ph5621"/>
              <p:cNvSpPr/>
              <p:nvPr/>
            </p:nvSpPr>
            <p:spPr>
              <a:xfrm>
                <a:off x="216624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2" name="ph5622"/>
              <p:cNvSpPr/>
              <p:nvPr/>
            </p:nvSpPr>
            <p:spPr>
              <a:xfrm>
                <a:off x="217568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3" name="ph5623"/>
              <p:cNvSpPr/>
              <p:nvPr/>
            </p:nvSpPr>
            <p:spPr>
              <a:xfrm>
                <a:off x="218512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4" name="ph5624"/>
              <p:cNvSpPr/>
              <p:nvPr/>
            </p:nvSpPr>
            <p:spPr>
              <a:xfrm>
                <a:off x="219456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5" name="ph5625"/>
              <p:cNvSpPr/>
              <p:nvPr/>
            </p:nvSpPr>
            <p:spPr>
              <a:xfrm>
                <a:off x="220400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6" name="ph5626"/>
              <p:cNvSpPr/>
              <p:nvPr/>
            </p:nvSpPr>
            <p:spPr>
              <a:xfrm>
                <a:off x="221344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7" name="ph5627"/>
              <p:cNvSpPr/>
              <p:nvPr/>
            </p:nvSpPr>
            <p:spPr>
              <a:xfrm>
                <a:off x="222288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8" name="ph5628"/>
              <p:cNvSpPr/>
              <p:nvPr/>
            </p:nvSpPr>
            <p:spPr>
              <a:xfrm>
                <a:off x="223232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9" name="ph5629"/>
              <p:cNvSpPr/>
              <p:nvPr/>
            </p:nvSpPr>
            <p:spPr>
              <a:xfrm>
                <a:off x="224176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0" name="ph5630"/>
              <p:cNvSpPr/>
              <p:nvPr/>
            </p:nvSpPr>
            <p:spPr>
              <a:xfrm>
                <a:off x="225120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1" name="ph5631"/>
              <p:cNvSpPr/>
              <p:nvPr/>
            </p:nvSpPr>
            <p:spPr>
              <a:xfrm>
                <a:off x="226064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2" name="ph5632"/>
              <p:cNvSpPr/>
              <p:nvPr/>
            </p:nvSpPr>
            <p:spPr>
              <a:xfrm>
                <a:off x="227008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3" name="ph5633"/>
              <p:cNvSpPr/>
              <p:nvPr/>
            </p:nvSpPr>
            <p:spPr>
              <a:xfrm>
                <a:off x="227952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4" name="ph5634"/>
              <p:cNvSpPr/>
              <p:nvPr/>
            </p:nvSpPr>
            <p:spPr>
              <a:xfrm>
                <a:off x="228896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5" name="ph5635"/>
              <p:cNvSpPr/>
              <p:nvPr/>
            </p:nvSpPr>
            <p:spPr>
              <a:xfrm>
                <a:off x="229840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6" name="ph5636"/>
              <p:cNvSpPr/>
              <p:nvPr/>
            </p:nvSpPr>
            <p:spPr>
              <a:xfrm>
                <a:off x="230784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7" name="ph5637"/>
              <p:cNvSpPr/>
              <p:nvPr/>
            </p:nvSpPr>
            <p:spPr>
              <a:xfrm>
                <a:off x="231728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8" name="ph5638"/>
              <p:cNvSpPr/>
              <p:nvPr/>
            </p:nvSpPr>
            <p:spPr>
              <a:xfrm>
                <a:off x="232672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9" name="ph5639"/>
              <p:cNvSpPr/>
              <p:nvPr/>
            </p:nvSpPr>
            <p:spPr>
              <a:xfrm>
                <a:off x="233616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0" name="ph5640"/>
              <p:cNvSpPr/>
              <p:nvPr/>
            </p:nvSpPr>
            <p:spPr>
              <a:xfrm>
                <a:off x="234560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1" name="ph5641"/>
              <p:cNvSpPr/>
              <p:nvPr/>
            </p:nvSpPr>
            <p:spPr>
              <a:xfrm>
                <a:off x="235504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2" name="ph5642"/>
              <p:cNvSpPr/>
              <p:nvPr/>
            </p:nvSpPr>
            <p:spPr>
              <a:xfrm>
                <a:off x="236448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3" name="ph5643"/>
              <p:cNvSpPr/>
              <p:nvPr/>
            </p:nvSpPr>
            <p:spPr>
              <a:xfrm>
                <a:off x="237392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4" name="ph5644"/>
              <p:cNvSpPr/>
              <p:nvPr/>
            </p:nvSpPr>
            <p:spPr>
              <a:xfrm>
                <a:off x="238336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5" name="ph5645"/>
              <p:cNvSpPr/>
              <p:nvPr/>
            </p:nvSpPr>
            <p:spPr>
              <a:xfrm>
                <a:off x="239280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6" name="ph5646"/>
              <p:cNvSpPr/>
              <p:nvPr/>
            </p:nvSpPr>
            <p:spPr>
              <a:xfrm>
                <a:off x="240224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7" name="ph5647"/>
              <p:cNvSpPr/>
              <p:nvPr/>
            </p:nvSpPr>
            <p:spPr>
              <a:xfrm>
                <a:off x="2421129" y="148257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399" y="896830"/>
                    </a:lnTo>
                    <a:lnTo>
                      <a:pt x="914399" y="904815"/>
                    </a:lnTo>
                    <a:lnTo>
                      <a:pt x="913804" y="906688"/>
                    </a:lnTo>
                    <a:lnTo>
                      <a:pt x="914399" y="908030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8" name="ph5648"/>
              <p:cNvSpPr/>
              <p:nvPr/>
            </p:nvSpPr>
            <p:spPr>
              <a:xfrm>
                <a:off x="2421129" y="1482570"/>
                <a:ext cx="9170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12" h="914400">
                    <a:moveTo>
                      <a:pt x="914399" y="914400"/>
                    </a:moveTo>
                    <a:lnTo>
                      <a:pt x="914399" y="908030"/>
                    </a:lnTo>
                    <a:lnTo>
                      <a:pt x="915145" y="909709"/>
                    </a:lnTo>
                    <a:lnTo>
                      <a:pt x="917012" y="914400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9" name="ph5649"/>
              <p:cNvSpPr/>
              <p:nvPr/>
            </p:nvSpPr>
            <p:spPr>
              <a:xfrm>
                <a:off x="2421129" y="1465000"/>
                <a:ext cx="916914" cy="922385"/>
              </a:xfrm>
              <a:custGeom>
                <a:avLst/>
                <a:gdLst/>
                <a:ahLst/>
                <a:cxnLst/>
                <a:rect l="0" t="0" r="0" b="0"/>
                <a:pathLst>
                  <a:path w="916914" h="922385">
                    <a:moveTo>
                      <a:pt x="914399" y="914400"/>
                    </a:moveTo>
                    <a:lnTo>
                      <a:pt x="916914" y="914400"/>
                    </a:lnTo>
                    <a:lnTo>
                      <a:pt x="916719" y="915091"/>
                    </a:lnTo>
                    <a:lnTo>
                      <a:pt x="914399" y="922385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0" name="ph5650"/>
              <p:cNvSpPr/>
              <p:nvPr/>
            </p:nvSpPr>
            <p:spPr>
              <a:xfrm>
                <a:off x="3129147" y="146500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229" y="931969"/>
                    </a:lnTo>
                    <a:lnTo>
                      <a:pt x="908412" y="928249"/>
                    </a:lnTo>
                    <a:lnTo>
                      <a:pt x="909252" y="917423"/>
                    </a:lnTo>
                    <a:lnTo>
                      <a:pt x="909574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1" name="ph5651"/>
              <p:cNvSpPr/>
              <p:nvPr/>
            </p:nvSpPr>
            <p:spPr>
              <a:xfrm>
                <a:off x="312914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2" name="ph5652"/>
              <p:cNvSpPr/>
              <p:nvPr/>
            </p:nvSpPr>
            <p:spPr>
              <a:xfrm>
                <a:off x="313858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3" name="ph5653"/>
              <p:cNvSpPr/>
              <p:nvPr/>
            </p:nvSpPr>
            <p:spPr>
              <a:xfrm>
                <a:off x="314802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4" name="ph5654"/>
              <p:cNvSpPr/>
              <p:nvPr/>
            </p:nvSpPr>
            <p:spPr>
              <a:xfrm>
                <a:off x="315746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5" name="ph5655"/>
              <p:cNvSpPr/>
              <p:nvPr/>
            </p:nvSpPr>
            <p:spPr>
              <a:xfrm>
                <a:off x="316690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6" name="ph5656"/>
              <p:cNvSpPr/>
              <p:nvPr/>
            </p:nvSpPr>
            <p:spPr>
              <a:xfrm>
                <a:off x="317634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7" name="ph5657"/>
              <p:cNvSpPr/>
              <p:nvPr/>
            </p:nvSpPr>
            <p:spPr>
              <a:xfrm>
                <a:off x="318578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8" name="ph5658"/>
              <p:cNvSpPr/>
              <p:nvPr/>
            </p:nvSpPr>
            <p:spPr>
              <a:xfrm>
                <a:off x="319522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9" name="ph5659"/>
              <p:cNvSpPr/>
              <p:nvPr/>
            </p:nvSpPr>
            <p:spPr>
              <a:xfrm>
                <a:off x="320466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0" name="ph5660"/>
              <p:cNvSpPr/>
              <p:nvPr/>
            </p:nvSpPr>
            <p:spPr>
              <a:xfrm>
                <a:off x="321410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1" name="ph5661"/>
              <p:cNvSpPr/>
              <p:nvPr/>
            </p:nvSpPr>
            <p:spPr>
              <a:xfrm>
                <a:off x="322354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2" name="ph5662"/>
              <p:cNvSpPr/>
              <p:nvPr/>
            </p:nvSpPr>
            <p:spPr>
              <a:xfrm>
                <a:off x="323298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3" name="ph5663"/>
              <p:cNvSpPr/>
              <p:nvPr/>
            </p:nvSpPr>
            <p:spPr>
              <a:xfrm>
                <a:off x="324242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4" name="ph5664"/>
              <p:cNvSpPr/>
              <p:nvPr/>
            </p:nvSpPr>
            <p:spPr>
              <a:xfrm>
                <a:off x="325187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5" name="ph5665"/>
              <p:cNvSpPr/>
              <p:nvPr/>
            </p:nvSpPr>
            <p:spPr>
              <a:xfrm>
                <a:off x="326131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6" name="ph5666"/>
              <p:cNvSpPr/>
              <p:nvPr/>
            </p:nvSpPr>
            <p:spPr>
              <a:xfrm>
                <a:off x="327075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7" name="ph5667"/>
              <p:cNvSpPr/>
              <p:nvPr/>
            </p:nvSpPr>
            <p:spPr>
              <a:xfrm>
                <a:off x="328019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8" name="ph5668"/>
              <p:cNvSpPr/>
              <p:nvPr/>
            </p:nvSpPr>
            <p:spPr>
              <a:xfrm>
                <a:off x="328963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9" name="ph5669"/>
              <p:cNvSpPr/>
              <p:nvPr/>
            </p:nvSpPr>
            <p:spPr>
              <a:xfrm>
                <a:off x="329907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0" name="ph5670"/>
              <p:cNvSpPr/>
              <p:nvPr/>
            </p:nvSpPr>
            <p:spPr>
              <a:xfrm>
                <a:off x="330851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1" name="ph5671"/>
              <p:cNvSpPr/>
              <p:nvPr/>
            </p:nvSpPr>
            <p:spPr>
              <a:xfrm>
                <a:off x="331795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2" name="ph5672"/>
              <p:cNvSpPr/>
              <p:nvPr/>
            </p:nvSpPr>
            <p:spPr>
              <a:xfrm>
                <a:off x="332739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3" name="ph5673"/>
              <p:cNvSpPr/>
              <p:nvPr/>
            </p:nvSpPr>
            <p:spPr>
              <a:xfrm>
                <a:off x="333683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4" name="ph5674"/>
              <p:cNvSpPr/>
              <p:nvPr/>
            </p:nvSpPr>
            <p:spPr>
              <a:xfrm>
                <a:off x="334627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5" name="ph5675"/>
              <p:cNvSpPr/>
              <p:nvPr/>
            </p:nvSpPr>
            <p:spPr>
              <a:xfrm>
                <a:off x="335571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6" name="ph5676"/>
              <p:cNvSpPr/>
              <p:nvPr/>
            </p:nvSpPr>
            <p:spPr>
              <a:xfrm>
                <a:off x="336515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7" name="ph5677"/>
              <p:cNvSpPr/>
              <p:nvPr/>
            </p:nvSpPr>
            <p:spPr>
              <a:xfrm>
                <a:off x="337459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8" name="ph5678"/>
              <p:cNvSpPr/>
              <p:nvPr/>
            </p:nvSpPr>
            <p:spPr>
              <a:xfrm>
                <a:off x="338403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9" name="ph5679"/>
              <p:cNvSpPr/>
              <p:nvPr/>
            </p:nvSpPr>
            <p:spPr>
              <a:xfrm>
                <a:off x="339347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0" name="ph5680"/>
              <p:cNvSpPr/>
              <p:nvPr/>
            </p:nvSpPr>
            <p:spPr>
              <a:xfrm>
                <a:off x="340291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1" name="ph5681"/>
              <p:cNvSpPr/>
              <p:nvPr/>
            </p:nvSpPr>
            <p:spPr>
              <a:xfrm>
                <a:off x="341235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2" name="ph5682"/>
              <p:cNvSpPr/>
              <p:nvPr/>
            </p:nvSpPr>
            <p:spPr>
              <a:xfrm>
                <a:off x="342179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3" name="ph5683"/>
              <p:cNvSpPr/>
              <p:nvPr/>
            </p:nvSpPr>
            <p:spPr>
              <a:xfrm>
                <a:off x="343123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4" name="ph5684"/>
              <p:cNvSpPr/>
              <p:nvPr/>
            </p:nvSpPr>
            <p:spPr>
              <a:xfrm>
                <a:off x="344067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5" name="ph5685"/>
              <p:cNvSpPr/>
              <p:nvPr/>
            </p:nvSpPr>
            <p:spPr>
              <a:xfrm>
                <a:off x="345011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6" name="ph5686"/>
              <p:cNvSpPr/>
              <p:nvPr/>
            </p:nvSpPr>
            <p:spPr>
              <a:xfrm>
                <a:off x="345955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7" name="ph5687"/>
              <p:cNvSpPr/>
              <p:nvPr/>
            </p:nvSpPr>
            <p:spPr>
              <a:xfrm>
                <a:off x="346899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8" name="ph5688"/>
              <p:cNvSpPr/>
              <p:nvPr/>
            </p:nvSpPr>
            <p:spPr>
              <a:xfrm>
                <a:off x="347843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9" name="ph5689"/>
              <p:cNvSpPr/>
              <p:nvPr/>
            </p:nvSpPr>
            <p:spPr>
              <a:xfrm>
                <a:off x="348787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0" name="ph5690"/>
              <p:cNvSpPr/>
              <p:nvPr/>
            </p:nvSpPr>
            <p:spPr>
              <a:xfrm>
                <a:off x="349731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1" name="ph5691"/>
              <p:cNvSpPr/>
              <p:nvPr/>
            </p:nvSpPr>
            <p:spPr>
              <a:xfrm>
                <a:off x="350675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2" name="ph5692"/>
              <p:cNvSpPr/>
              <p:nvPr/>
            </p:nvSpPr>
            <p:spPr>
              <a:xfrm>
                <a:off x="351619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3" name="ph5693"/>
              <p:cNvSpPr/>
              <p:nvPr/>
            </p:nvSpPr>
            <p:spPr>
              <a:xfrm>
                <a:off x="352563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4" name="ph5694"/>
              <p:cNvSpPr/>
              <p:nvPr/>
            </p:nvSpPr>
            <p:spPr>
              <a:xfrm>
                <a:off x="353507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5" name="ph5695"/>
              <p:cNvSpPr/>
              <p:nvPr/>
            </p:nvSpPr>
            <p:spPr>
              <a:xfrm>
                <a:off x="354451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6" name="ph5696"/>
              <p:cNvSpPr/>
              <p:nvPr/>
            </p:nvSpPr>
            <p:spPr>
              <a:xfrm>
                <a:off x="355395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7" name="ph5697"/>
              <p:cNvSpPr/>
              <p:nvPr/>
            </p:nvSpPr>
            <p:spPr>
              <a:xfrm>
                <a:off x="356339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8" name="ph5698"/>
              <p:cNvSpPr/>
              <p:nvPr/>
            </p:nvSpPr>
            <p:spPr>
              <a:xfrm>
                <a:off x="357283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9" name="ph5699"/>
              <p:cNvSpPr/>
              <p:nvPr/>
            </p:nvSpPr>
            <p:spPr>
              <a:xfrm>
                <a:off x="358227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0" name="ph5700"/>
              <p:cNvSpPr/>
              <p:nvPr/>
            </p:nvSpPr>
            <p:spPr>
              <a:xfrm>
                <a:off x="359171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1" name="ph5701"/>
              <p:cNvSpPr/>
              <p:nvPr/>
            </p:nvSpPr>
            <p:spPr>
              <a:xfrm>
                <a:off x="360115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2" name="ph5702"/>
              <p:cNvSpPr/>
              <p:nvPr/>
            </p:nvSpPr>
            <p:spPr>
              <a:xfrm>
                <a:off x="361059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3" name="ph5703"/>
              <p:cNvSpPr/>
              <p:nvPr/>
            </p:nvSpPr>
            <p:spPr>
              <a:xfrm>
                <a:off x="362003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4" name="ph5704"/>
              <p:cNvSpPr/>
              <p:nvPr/>
            </p:nvSpPr>
            <p:spPr>
              <a:xfrm>
                <a:off x="362947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5" name="ph5705"/>
              <p:cNvSpPr/>
              <p:nvPr/>
            </p:nvSpPr>
            <p:spPr>
              <a:xfrm>
                <a:off x="363891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6" name="ph5706"/>
              <p:cNvSpPr/>
              <p:nvPr/>
            </p:nvSpPr>
            <p:spPr>
              <a:xfrm>
                <a:off x="364836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7" name="ph5707"/>
              <p:cNvSpPr/>
              <p:nvPr/>
            </p:nvSpPr>
            <p:spPr>
              <a:xfrm>
                <a:off x="365780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8" name="ph5708"/>
              <p:cNvSpPr/>
              <p:nvPr/>
            </p:nvSpPr>
            <p:spPr>
              <a:xfrm>
                <a:off x="366724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9" name="ph5709"/>
              <p:cNvSpPr/>
              <p:nvPr/>
            </p:nvSpPr>
            <p:spPr>
              <a:xfrm>
                <a:off x="367668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0" name="ph5710"/>
              <p:cNvSpPr/>
              <p:nvPr/>
            </p:nvSpPr>
            <p:spPr>
              <a:xfrm>
                <a:off x="368612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1" name="ph5711"/>
              <p:cNvSpPr/>
              <p:nvPr/>
            </p:nvSpPr>
            <p:spPr>
              <a:xfrm>
                <a:off x="369556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2" name="ph5712"/>
              <p:cNvSpPr/>
              <p:nvPr/>
            </p:nvSpPr>
            <p:spPr>
              <a:xfrm>
                <a:off x="3705001" y="148257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9342"/>
                    </a:lnTo>
                    <a:lnTo>
                      <a:pt x="922604" y="911400"/>
                    </a:lnTo>
                    <a:lnTo>
                      <a:pt x="921416" y="913459"/>
                    </a:lnTo>
                    <a:lnTo>
                      <a:pt x="920873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3" name="ph5713"/>
              <p:cNvSpPr/>
              <p:nvPr/>
            </p:nvSpPr>
            <p:spPr>
              <a:xfrm>
                <a:off x="3714441" y="1465000"/>
                <a:ext cx="921520" cy="926829"/>
              </a:xfrm>
              <a:custGeom>
                <a:avLst/>
                <a:gdLst/>
                <a:ahLst/>
                <a:cxnLst/>
                <a:rect l="0" t="0" r="0" b="0"/>
                <a:pathLst>
                  <a:path w="921520" h="926829">
                    <a:moveTo>
                      <a:pt x="914400" y="914400"/>
                    </a:moveTo>
                    <a:lnTo>
                      <a:pt x="921520" y="914400"/>
                    </a:lnTo>
                    <a:lnTo>
                      <a:pt x="920307" y="916607"/>
                    </a:lnTo>
                    <a:lnTo>
                      <a:pt x="919109" y="918679"/>
                    </a:lnTo>
                    <a:lnTo>
                      <a:pt x="917919" y="920737"/>
                    </a:lnTo>
                    <a:lnTo>
                      <a:pt x="916729" y="922795"/>
                    </a:lnTo>
                    <a:lnTo>
                      <a:pt x="915540" y="924853"/>
                    </a:lnTo>
                    <a:lnTo>
                      <a:pt x="914400" y="92682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4" name="ph5714"/>
              <p:cNvSpPr/>
              <p:nvPr/>
            </p:nvSpPr>
            <p:spPr>
              <a:xfrm>
                <a:off x="2137921" y="1447430"/>
                <a:ext cx="914400" cy="9235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75">
                    <a:moveTo>
                      <a:pt x="914400" y="914400"/>
                    </a:moveTo>
                    <a:lnTo>
                      <a:pt x="914400" y="923575"/>
                    </a:lnTo>
                    <a:lnTo>
                      <a:pt x="912481" y="919833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5" name="ph5715"/>
              <p:cNvSpPr/>
              <p:nvPr/>
            </p:nvSpPr>
            <p:spPr>
              <a:xfrm>
                <a:off x="213792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943" y="931969"/>
                    </a:lnTo>
                    <a:lnTo>
                      <a:pt x="916486" y="927644"/>
                    </a:lnTo>
                    <a:lnTo>
                      <a:pt x="914400" y="923575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6" name="ph5716"/>
              <p:cNvSpPr/>
              <p:nvPr/>
            </p:nvSpPr>
            <p:spPr>
              <a:xfrm>
                <a:off x="214736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7" name="ph5717"/>
              <p:cNvSpPr/>
              <p:nvPr/>
            </p:nvSpPr>
            <p:spPr>
              <a:xfrm>
                <a:off x="215680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8" name="ph5718"/>
              <p:cNvSpPr/>
              <p:nvPr/>
            </p:nvSpPr>
            <p:spPr>
              <a:xfrm>
                <a:off x="216624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9" name="ph5719"/>
              <p:cNvSpPr/>
              <p:nvPr/>
            </p:nvSpPr>
            <p:spPr>
              <a:xfrm>
                <a:off x="217568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0" name="ph5720"/>
              <p:cNvSpPr/>
              <p:nvPr/>
            </p:nvSpPr>
            <p:spPr>
              <a:xfrm>
                <a:off x="218512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1" name="ph5721"/>
              <p:cNvSpPr/>
              <p:nvPr/>
            </p:nvSpPr>
            <p:spPr>
              <a:xfrm>
                <a:off x="219456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2" name="ph5722"/>
              <p:cNvSpPr/>
              <p:nvPr/>
            </p:nvSpPr>
            <p:spPr>
              <a:xfrm>
                <a:off x="220400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3" name="ph5723"/>
              <p:cNvSpPr/>
              <p:nvPr/>
            </p:nvSpPr>
            <p:spPr>
              <a:xfrm>
                <a:off x="221344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4" name="ph5724"/>
              <p:cNvSpPr/>
              <p:nvPr/>
            </p:nvSpPr>
            <p:spPr>
              <a:xfrm>
                <a:off x="222288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5" name="ph5725"/>
              <p:cNvSpPr/>
              <p:nvPr/>
            </p:nvSpPr>
            <p:spPr>
              <a:xfrm>
                <a:off x="223232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6" name="ph5726"/>
              <p:cNvSpPr/>
              <p:nvPr/>
            </p:nvSpPr>
            <p:spPr>
              <a:xfrm>
                <a:off x="224176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7" name="ph5727"/>
              <p:cNvSpPr/>
              <p:nvPr/>
            </p:nvSpPr>
            <p:spPr>
              <a:xfrm>
                <a:off x="225120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8" name="ph5728"/>
              <p:cNvSpPr/>
              <p:nvPr/>
            </p:nvSpPr>
            <p:spPr>
              <a:xfrm>
                <a:off x="226064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9" name="ph5729"/>
              <p:cNvSpPr/>
              <p:nvPr/>
            </p:nvSpPr>
            <p:spPr>
              <a:xfrm>
                <a:off x="227008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0" name="ph5730"/>
              <p:cNvSpPr/>
              <p:nvPr/>
            </p:nvSpPr>
            <p:spPr>
              <a:xfrm>
                <a:off x="227952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1" name="ph5731"/>
              <p:cNvSpPr/>
              <p:nvPr/>
            </p:nvSpPr>
            <p:spPr>
              <a:xfrm>
                <a:off x="228896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2" name="ph5732"/>
              <p:cNvSpPr/>
              <p:nvPr/>
            </p:nvSpPr>
            <p:spPr>
              <a:xfrm>
                <a:off x="229840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3" name="ph5733"/>
              <p:cNvSpPr/>
              <p:nvPr/>
            </p:nvSpPr>
            <p:spPr>
              <a:xfrm>
                <a:off x="230784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4" name="ph5734"/>
              <p:cNvSpPr/>
              <p:nvPr/>
            </p:nvSpPr>
            <p:spPr>
              <a:xfrm>
                <a:off x="231728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5" name="ph5735"/>
              <p:cNvSpPr/>
              <p:nvPr/>
            </p:nvSpPr>
            <p:spPr>
              <a:xfrm>
                <a:off x="232672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6" name="ph5736"/>
              <p:cNvSpPr/>
              <p:nvPr/>
            </p:nvSpPr>
            <p:spPr>
              <a:xfrm>
                <a:off x="233616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7" name="ph5737"/>
              <p:cNvSpPr/>
              <p:nvPr/>
            </p:nvSpPr>
            <p:spPr>
              <a:xfrm>
                <a:off x="234560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8" name="ph5738"/>
              <p:cNvSpPr/>
              <p:nvPr/>
            </p:nvSpPr>
            <p:spPr>
              <a:xfrm>
                <a:off x="235504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9" name="ph5739"/>
              <p:cNvSpPr/>
              <p:nvPr/>
            </p:nvSpPr>
            <p:spPr>
              <a:xfrm>
                <a:off x="236448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0" name="ph5740"/>
              <p:cNvSpPr/>
              <p:nvPr/>
            </p:nvSpPr>
            <p:spPr>
              <a:xfrm>
                <a:off x="237392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1" name="ph5741"/>
              <p:cNvSpPr/>
              <p:nvPr/>
            </p:nvSpPr>
            <p:spPr>
              <a:xfrm>
                <a:off x="238336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2" name="ph5742"/>
              <p:cNvSpPr/>
              <p:nvPr/>
            </p:nvSpPr>
            <p:spPr>
              <a:xfrm>
                <a:off x="239280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3" name="ph5743"/>
              <p:cNvSpPr/>
              <p:nvPr/>
            </p:nvSpPr>
            <p:spPr>
              <a:xfrm>
                <a:off x="240224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4" name="ph5744"/>
              <p:cNvSpPr/>
              <p:nvPr/>
            </p:nvSpPr>
            <p:spPr>
              <a:xfrm>
                <a:off x="241168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5" name="ph5745"/>
              <p:cNvSpPr/>
              <p:nvPr/>
            </p:nvSpPr>
            <p:spPr>
              <a:xfrm>
                <a:off x="2421129" y="1465000"/>
                <a:ext cx="921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61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1561" y="896830"/>
                    </a:lnTo>
                    <a:lnTo>
                      <a:pt x="919451" y="905383"/>
                    </a:lnTo>
                    <a:lnTo>
                      <a:pt x="916914" y="914400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6" name="ph5746"/>
              <p:cNvSpPr/>
              <p:nvPr/>
            </p:nvSpPr>
            <p:spPr>
              <a:xfrm>
                <a:off x="3129147" y="14474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574" y="931969"/>
                    </a:lnTo>
                    <a:lnTo>
                      <a:pt x="910393" y="924263"/>
                    </a:lnTo>
                    <a:lnTo>
                      <a:pt x="911730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7" name="ph5747"/>
              <p:cNvSpPr/>
              <p:nvPr/>
            </p:nvSpPr>
            <p:spPr>
              <a:xfrm>
                <a:off x="312914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8" name="ph5748"/>
              <p:cNvSpPr/>
              <p:nvPr/>
            </p:nvSpPr>
            <p:spPr>
              <a:xfrm>
                <a:off x="313858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9" name="ph5749"/>
              <p:cNvSpPr/>
              <p:nvPr/>
            </p:nvSpPr>
            <p:spPr>
              <a:xfrm>
                <a:off x="314802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0" name="ph5750"/>
              <p:cNvSpPr/>
              <p:nvPr/>
            </p:nvSpPr>
            <p:spPr>
              <a:xfrm>
                <a:off x="315746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1" name="ph5751"/>
              <p:cNvSpPr/>
              <p:nvPr/>
            </p:nvSpPr>
            <p:spPr>
              <a:xfrm>
                <a:off x="316690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2" name="ph5752"/>
              <p:cNvSpPr/>
              <p:nvPr/>
            </p:nvSpPr>
            <p:spPr>
              <a:xfrm>
                <a:off x="317634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3" name="ph5753"/>
              <p:cNvSpPr/>
              <p:nvPr/>
            </p:nvSpPr>
            <p:spPr>
              <a:xfrm>
                <a:off x="318578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4" name="ph5754"/>
              <p:cNvSpPr/>
              <p:nvPr/>
            </p:nvSpPr>
            <p:spPr>
              <a:xfrm>
                <a:off x="319522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5" name="ph5755"/>
              <p:cNvSpPr/>
              <p:nvPr/>
            </p:nvSpPr>
            <p:spPr>
              <a:xfrm>
                <a:off x="320466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6" name="ph5756"/>
              <p:cNvSpPr/>
              <p:nvPr/>
            </p:nvSpPr>
            <p:spPr>
              <a:xfrm>
                <a:off x="321410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7" name="ph5757"/>
              <p:cNvSpPr/>
              <p:nvPr/>
            </p:nvSpPr>
            <p:spPr>
              <a:xfrm>
                <a:off x="322354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8" name="ph5758"/>
              <p:cNvSpPr/>
              <p:nvPr/>
            </p:nvSpPr>
            <p:spPr>
              <a:xfrm>
                <a:off x="323298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9" name="ph5759"/>
              <p:cNvSpPr/>
              <p:nvPr/>
            </p:nvSpPr>
            <p:spPr>
              <a:xfrm>
                <a:off x="324242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0" name="ph5760"/>
              <p:cNvSpPr/>
              <p:nvPr/>
            </p:nvSpPr>
            <p:spPr>
              <a:xfrm>
                <a:off x="325187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1" name="ph5761"/>
              <p:cNvSpPr/>
              <p:nvPr/>
            </p:nvSpPr>
            <p:spPr>
              <a:xfrm>
                <a:off x="326131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2" name="ph5762"/>
              <p:cNvSpPr/>
              <p:nvPr/>
            </p:nvSpPr>
            <p:spPr>
              <a:xfrm>
                <a:off x="327075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3" name="ph5763"/>
              <p:cNvSpPr/>
              <p:nvPr/>
            </p:nvSpPr>
            <p:spPr>
              <a:xfrm>
                <a:off x="328019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4" name="ph5764"/>
              <p:cNvSpPr/>
              <p:nvPr/>
            </p:nvSpPr>
            <p:spPr>
              <a:xfrm>
                <a:off x="328963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5" name="ph5765"/>
              <p:cNvSpPr/>
              <p:nvPr/>
            </p:nvSpPr>
            <p:spPr>
              <a:xfrm>
                <a:off x="329907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6" name="ph5766"/>
              <p:cNvSpPr/>
              <p:nvPr/>
            </p:nvSpPr>
            <p:spPr>
              <a:xfrm>
                <a:off x="330851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7" name="ph5767"/>
              <p:cNvSpPr/>
              <p:nvPr/>
            </p:nvSpPr>
            <p:spPr>
              <a:xfrm>
                <a:off x="331795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8" name="ph5768"/>
              <p:cNvSpPr/>
              <p:nvPr/>
            </p:nvSpPr>
            <p:spPr>
              <a:xfrm>
                <a:off x="332739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9" name="ph5769"/>
              <p:cNvSpPr/>
              <p:nvPr/>
            </p:nvSpPr>
            <p:spPr>
              <a:xfrm>
                <a:off x="333683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0" name="ph5770"/>
              <p:cNvSpPr/>
              <p:nvPr/>
            </p:nvSpPr>
            <p:spPr>
              <a:xfrm>
                <a:off x="334627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1" name="ph5771"/>
              <p:cNvSpPr/>
              <p:nvPr/>
            </p:nvSpPr>
            <p:spPr>
              <a:xfrm>
                <a:off x="335571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2" name="ph5772"/>
              <p:cNvSpPr/>
              <p:nvPr/>
            </p:nvSpPr>
            <p:spPr>
              <a:xfrm>
                <a:off x="336515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3" name="ph5773"/>
              <p:cNvSpPr/>
              <p:nvPr/>
            </p:nvSpPr>
            <p:spPr>
              <a:xfrm>
                <a:off x="337459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4" name="ph5774"/>
              <p:cNvSpPr/>
              <p:nvPr/>
            </p:nvSpPr>
            <p:spPr>
              <a:xfrm>
                <a:off x="338403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5" name="ph5775"/>
              <p:cNvSpPr/>
              <p:nvPr/>
            </p:nvSpPr>
            <p:spPr>
              <a:xfrm>
                <a:off x="339347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6" name="ph5776"/>
              <p:cNvSpPr/>
              <p:nvPr/>
            </p:nvSpPr>
            <p:spPr>
              <a:xfrm>
                <a:off x="340291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7" name="ph5777"/>
              <p:cNvSpPr/>
              <p:nvPr/>
            </p:nvSpPr>
            <p:spPr>
              <a:xfrm>
                <a:off x="341235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8" name="ph5778"/>
              <p:cNvSpPr/>
              <p:nvPr/>
            </p:nvSpPr>
            <p:spPr>
              <a:xfrm>
                <a:off x="342179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9" name="ph5779"/>
              <p:cNvSpPr/>
              <p:nvPr/>
            </p:nvSpPr>
            <p:spPr>
              <a:xfrm>
                <a:off x="343123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0" name="ph5780"/>
              <p:cNvSpPr/>
              <p:nvPr/>
            </p:nvSpPr>
            <p:spPr>
              <a:xfrm>
                <a:off x="344067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1" name="ph5781"/>
              <p:cNvSpPr/>
              <p:nvPr/>
            </p:nvSpPr>
            <p:spPr>
              <a:xfrm>
                <a:off x="345011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2" name="ph5782"/>
              <p:cNvSpPr/>
              <p:nvPr/>
            </p:nvSpPr>
            <p:spPr>
              <a:xfrm>
                <a:off x="345955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3" name="ph5783"/>
              <p:cNvSpPr/>
              <p:nvPr/>
            </p:nvSpPr>
            <p:spPr>
              <a:xfrm>
                <a:off x="346899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4" name="ph5784"/>
              <p:cNvSpPr/>
              <p:nvPr/>
            </p:nvSpPr>
            <p:spPr>
              <a:xfrm>
                <a:off x="347843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5" name="ph5785"/>
              <p:cNvSpPr/>
              <p:nvPr/>
            </p:nvSpPr>
            <p:spPr>
              <a:xfrm>
                <a:off x="348787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6" name="ph5786"/>
              <p:cNvSpPr/>
              <p:nvPr/>
            </p:nvSpPr>
            <p:spPr>
              <a:xfrm>
                <a:off x="349731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7" name="ph5787"/>
              <p:cNvSpPr/>
              <p:nvPr/>
            </p:nvSpPr>
            <p:spPr>
              <a:xfrm>
                <a:off x="350675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8" name="ph5788"/>
              <p:cNvSpPr/>
              <p:nvPr/>
            </p:nvSpPr>
            <p:spPr>
              <a:xfrm>
                <a:off x="351619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9" name="ph5789"/>
              <p:cNvSpPr/>
              <p:nvPr/>
            </p:nvSpPr>
            <p:spPr>
              <a:xfrm>
                <a:off x="352563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0" name="ph5790"/>
              <p:cNvSpPr/>
              <p:nvPr/>
            </p:nvSpPr>
            <p:spPr>
              <a:xfrm>
                <a:off x="353507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1" name="ph5791"/>
              <p:cNvSpPr/>
              <p:nvPr/>
            </p:nvSpPr>
            <p:spPr>
              <a:xfrm>
                <a:off x="354451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2" name="ph5792"/>
              <p:cNvSpPr/>
              <p:nvPr/>
            </p:nvSpPr>
            <p:spPr>
              <a:xfrm>
                <a:off x="355395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3" name="ph5793"/>
              <p:cNvSpPr/>
              <p:nvPr/>
            </p:nvSpPr>
            <p:spPr>
              <a:xfrm>
                <a:off x="356339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4" name="ph5794"/>
              <p:cNvSpPr/>
              <p:nvPr/>
            </p:nvSpPr>
            <p:spPr>
              <a:xfrm>
                <a:off x="357283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5" name="ph5795"/>
              <p:cNvSpPr/>
              <p:nvPr/>
            </p:nvSpPr>
            <p:spPr>
              <a:xfrm>
                <a:off x="358227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6" name="ph5796"/>
              <p:cNvSpPr/>
              <p:nvPr/>
            </p:nvSpPr>
            <p:spPr>
              <a:xfrm>
                <a:off x="359171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7" name="ph5797"/>
              <p:cNvSpPr/>
              <p:nvPr/>
            </p:nvSpPr>
            <p:spPr>
              <a:xfrm>
                <a:off x="360115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8" name="ph5798"/>
              <p:cNvSpPr/>
              <p:nvPr/>
            </p:nvSpPr>
            <p:spPr>
              <a:xfrm>
                <a:off x="361059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9" name="ph5799"/>
              <p:cNvSpPr/>
              <p:nvPr/>
            </p:nvSpPr>
            <p:spPr>
              <a:xfrm>
                <a:off x="362003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0" name="ph5800"/>
              <p:cNvSpPr/>
              <p:nvPr/>
            </p:nvSpPr>
            <p:spPr>
              <a:xfrm>
                <a:off x="362947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1" name="ph5801"/>
              <p:cNvSpPr/>
              <p:nvPr/>
            </p:nvSpPr>
            <p:spPr>
              <a:xfrm>
                <a:off x="363891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2" name="ph5802"/>
              <p:cNvSpPr/>
              <p:nvPr/>
            </p:nvSpPr>
            <p:spPr>
              <a:xfrm>
                <a:off x="364836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3" name="ph5803"/>
              <p:cNvSpPr/>
              <p:nvPr/>
            </p:nvSpPr>
            <p:spPr>
              <a:xfrm>
                <a:off x="365780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4" name="ph5804"/>
              <p:cNvSpPr/>
              <p:nvPr/>
            </p:nvSpPr>
            <p:spPr>
              <a:xfrm>
                <a:off x="366724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5" name="ph5805"/>
              <p:cNvSpPr/>
              <p:nvPr/>
            </p:nvSpPr>
            <p:spPr>
              <a:xfrm>
                <a:off x="367668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6" name="ph5806"/>
              <p:cNvSpPr/>
              <p:nvPr/>
            </p:nvSpPr>
            <p:spPr>
              <a:xfrm>
                <a:off x="368612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7" name="ph5807"/>
              <p:cNvSpPr/>
              <p:nvPr/>
            </p:nvSpPr>
            <p:spPr>
              <a:xfrm>
                <a:off x="369556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8" name="ph5808"/>
              <p:cNvSpPr/>
              <p:nvPr/>
            </p:nvSpPr>
            <p:spPr>
              <a:xfrm>
                <a:off x="370500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9" name="ph5809"/>
              <p:cNvSpPr/>
              <p:nvPr/>
            </p:nvSpPr>
            <p:spPr>
              <a:xfrm>
                <a:off x="3714441" y="146500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137"/>
                    </a:lnTo>
                    <a:lnTo>
                      <a:pt x="923051" y="911612"/>
                    </a:lnTo>
                    <a:lnTo>
                      <a:pt x="921520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0" name="ph5810"/>
              <p:cNvSpPr/>
              <p:nvPr/>
            </p:nvSpPr>
            <p:spPr>
              <a:xfrm>
                <a:off x="3723882" y="1447430"/>
                <a:ext cx="923840" cy="9287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7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261"/>
                    </a:lnTo>
                    <a:lnTo>
                      <a:pt x="923109" y="922864"/>
                    </a:lnTo>
                    <a:lnTo>
                      <a:pt x="917573" y="926799"/>
                    </a:lnTo>
                    <a:lnTo>
                      <a:pt x="914400" y="928707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1" name="ph5811"/>
              <p:cNvSpPr/>
              <p:nvPr/>
            </p:nvSpPr>
            <p:spPr>
              <a:xfrm>
                <a:off x="3733322" y="1447430"/>
                <a:ext cx="923319" cy="922261"/>
              </a:xfrm>
              <a:custGeom>
                <a:avLst/>
                <a:gdLst/>
                <a:ahLst/>
                <a:cxnLst/>
                <a:rect l="0" t="0" r="0" b="0"/>
                <a:pathLst>
                  <a:path w="923319" h="922261">
                    <a:moveTo>
                      <a:pt x="914400" y="914400"/>
                    </a:moveTo>
                    <a:lnTo>
                      <a:pt x="923319" y="914400"/>
                    </a:lnTo>
                    <a:lnTo>
                      <a:pt x="919086" y="918396"/>
                    </a:lnTo>
                    <a:lnTo>
                      <a:pt x="914400" y="922261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2" name="ph5812"/>
              <p:cNvSpPr/>
              <p:nvPr/>
            </p:nvSpPr>
            <p:spPr>
              <a:xfrm>
                <a:off x="2128481" y="1429861"/>
                <a:ext cx="914400" cy="9207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717">
                    <a:moveTo>
                      <a:pt x="914400" y="914400"/>
                    </a:moveTo>
                    <a:lnTo>
                      <a:pt x="914400" y="920717"/>
                    </a:lnTo>
                    <a:lnTo>
                      <a:pt x="913864" y="919499"/>
                    </a:lnTo>
                    <a:lnTo>
                      <a:pt x="912797" y="917073"/>
                    </a:lnTo>
                    <a:lnTo>
                      <a:pt x="911729" y="914648"/>
                    </a:lnTo>
                    <a:lnTo>
                      <a:pt x="911620" y="914400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3" name="ph5813"/>
              <p:cNvSpPr/>
              <p:nvPr/>
            </p:nvSpPr>
            <p:spPr>
              <a:xfrm>
                <a:off x="212848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407" y="931969"/>
                    </a:lnTo>
                    <a:lnTo>
                      <a:pt x="918136" y="929221"/>
                    </a:lnTo>
                    <a:lnTo>
                      <a:pt x="917063" y="926777"/>
                    </a:lnTo>
                    <a:lnTo>
                      <a:pt x="915997" y="924351"/>
                    </a:lnTo>
                    <a:lnTo>
                      <a:pt x="914931" y="921925"/>
                    </a:lnTo>
                    <a:lnTo>
                      <a:pt x="914400" y="920717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4" name="ph5814"/>
              <p:cNvSpPr/>
              <p:nvPr/>
            </p:nvSpPr>
            <p:spPr>
              <a:xfrm>
                <a:off x="213792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5" name="ph5815"/>
              <p:cNvSpPr/>
              <p:nvPr/>
            </p:nvSpPr>
            <p:spPr>
              <a:xfrm>
                <a:off x="214736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6" name="ph5816"/>
              <p:cNvSpPr/>
              <p:nvPr/>
            </p:nvSpPr>
            <p:spPr>
              <a:xfrm>
                <a:off x="215680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7" name="ph5817"/>
              <p:cNvSpPr/>
              <p:nvPr/>
            </p:nvSpPr>
            <p:spPr>
              <a:xfrm>
                <a:off x="216624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8" name="ph5818"/>
              <p:cNvSpPr/>
              <p:nvPr/>
            </p:nvSpPr>
            <p:spPr>
              <a:xfrm>
                <a:off x="217568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9" name="ph5819"/>
              <p:cNvSpPr/>
              <p:nvPr/>
            </p:nvSpPr>
            <p:spPr>
              <a:xfrm>
                <a:off x="218512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0" name="ph5820"/>
              <p:cNvSpPr/>
              <p:nvPr/>
            </p:nvSpPr>
            <p:spPr>
              <a:xfrm>
                <a:off x="219456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1" name="ph5821"/>
              <p:cNvSpPr/>
              <p:nvPr/>
            </p:nvSpPr>
            <p:spPr>
              <a:xfrm>
                <a:off x="220400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2" name="ph5822"/>
              <p:cNvSpPr/>
              <p:nvPr/>
            </p:nvSpPr>
            <p:spPr>
              <a:xfrm>
                <a:off x="221344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3" name="ph5823"/>
              <p:cNvSpPr/>
              <p:nvPr/>
            </p:nvSpPr>
            <p:spPr>
              <a:xfrm>
                <a:off x="222288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4" name="ph5824"/>
              <p:cNvSpPr/>
              <p:nvPr/>
            </p:nvSpPr>
            <p:spPr>
              <a:xfrm>
                <a:off x="223232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5" name="ph5825"/>
              <p:cNvSpPr/>
              <p:nvPr/>
            </p:nvSpPr>
            <p:spPr>
              <a:xfrm>
                <a:off x="224176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6" name="ph5826"/>
              <p:cNvSpPr/>
              <p:nvPr/>
            </p:nvSpPr>
            <p:spPr>
              <a:xfrm>
                <a:off x="225120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7" name="ph5827"/>
              <p:cNvSpPr/>
              <p:nvPr/>
            </p:nvSpPr>
            <p:spPr>
              <a:xfrm>
                <a:off x="226064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8" name="ph5828"/>
              <p:cNvSpPr/>
              <p:nvPr/>
            </p:nvSpPr>
            <p:spPr>
              <a:xfrm>
                <a:off x="227008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9" name="ph5829"/>
              <p:cNvSpPr/>
              <p:nvPr/>
            </p:nvSpPr>
            <p:spPr>
              <a:xfrm>
                <a:off x="227952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0" name="ph5830"/>
              <p:cNvSpPr/>
              <p:nvPr/>
            </p:nvSpPr>
            <p:spPr>
              <a:xfrm>
                <a:off x="228896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1" name="ph5831"/>
              <p:cNvSpPr/>
              <p:nvPr/>
            </p:nvSpPr>
            <p:spPr>
              <a:xfrm>
                <a:off x="229840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2" name="ph5832"/>
              <p:cNvSpPr/>
              <p:nvPr/>
            </p:nvSpPr>
            <p:spPr>
              <a:xfrm>
                <a:off x="230784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3" name="ph5833"/>
              <p:cNvSpPr/>
              <p:nvPr/>
            </p:nvSpPr>
            <p:spPr>
              <a:xfrm>
                <a:off x="231728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4" name="ph5834"/>
              <p:cNvSpPr/>
              <p:nvPr/>
            </p:nvSpPr>
            <p:spPr>
              <a:xfrm>
                <a:off x="232672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5" name="ph5835"/>
              <p:cNvSpPr/>
              <p:nvPr/>
            </p:nvSpPr>
            <p:spPr>
              <a:xfrm>
                <a:off x="233616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6" name="ph5836"/>
              <p:cNvSpPr/>
              <p:nvPr/>
            </p:nvSpPr>
            <p:spPr>
              <a:xfrm>
                <a:off x="234560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7" name="ph5837"/>
              <p:cNvSpPr/>
              <p:nvPr/>
            </p:nvSpPr>
            <p:spPr>
              <a:xfrm>
                <a:off x="235504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8" name="ph5838"/>
              <p:cNvSpPr/>
              <p:nvPr/>
            </p:nvSpPr>
            <p:spPr>
              <a:xfrm>
                <a:off x="236448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9" name="ph5839"/>
              <p:cNvSpPr/>
              <p:nvPr/>
            </p:nvSpPr>
            <p:spPr>
              <a:xfrm>
                <a:off x="237392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0" name="ph5840"/>
              <p:cNvSpPr/>
              <p:nvPr/>
            </p:nvSpPr>
            <p:spPr>
              <a:xfrm>
                <a:off x="238336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1" name="ph5841"/>
              <p:cNvSpPr/>
              <p:nvPr/>
            </p:nvSpPr>
            <p:spPr>
              <a:xfrm>
                <a:off x="239280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2" name="ph5842"/>
              <p:cNvSpPr/>
              <p:nvPr/>
            </p:nvSpPr>
            <p:spPr>
              <a:xfrm>
                <a:off x="240224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3" name="ph5843"/>
              <p:cNvSpPr/>
              <p:nvPr/>
            </p:nvSpPr>
            <p:spPr>
              <a:xfrm>
                <a:off x="241168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4" name="ph5844"/>
              <p:cNvSpPr/>
              <p:nvPr/>
            </p:nvSpPr>
            <p:spPr>
              <a:xfrm>
                <a:off x="2421129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3950"/>
                    </a:lnTo>
                    <a:lnTo>
                      <a:pt x="921908" y="912993"/>
                    </a:lnTo>
                    <a:lnTo>
                      <a:pt x="921561" y="914400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5" name="ph5845"/>
              <p:cNvSpPr/>
              <p:nvPr/>
            </p:nvSpPr>
            <p:spPr>
              <a:xfrm>
                <a:off x="2430569" y="1429861"/>
                <a:ext cx="915731" cy="921520"/>
              </a:xfrm>
              <a:custGeom>
                <a:avLst/>
                <a:gdLst/>
                <a:ahLst/>
                <a:cxnLst/>
                <a:rect l="0" t="0" r="0" b="0"/>
                <a:pathLst>
                  <a:path w="915731" h="921520">
                    <a:moveTo>
                      <a:pt x="914400" y="914400"/>
                    </a:moveTo>
                    <a:lnTo>
                      <a:pt x="915731" y="914400"/>
                    </a:lnTo>
                    <a:lnTo>
                      <a:pt x="914643" y="920380"/>
                    </a:lnTo>
                    <a:lnTo>
                      <a:pt x="914400" y="921520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6" name="ph5846"/>
              <p:cNvSpPr/>
              <p:nvPr/>
            </p:nvSpPr>
            <p:spPr>
              <a:xfrm>
                <a:off x="3129147" y="14474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30" y="914400"/>
                    </a:lnTo>
                    <a:lnTo>
                      <a:pt x="911831" y="913657"/>
                    </a:lnTo>
                    <a:lnTo>
                      <a:pt x="913562" y="903205"/>
                    </a:lnTo>
                    <a:lnTo>
                      <a:pt x="914400" y="89895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7" name="ph5847"/>
              <p:cNvSpPr/>
              <p:nvPr/>
            </p:nvSpPr>
            <p:spPr>
              <a:xfrm>
                <a:off x="3138587" y="142986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20"/>
                    </a:lnTo>
                    <a:lnTo>
                      <a:pt x="905376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8" name="ph5848"/>
              <p:cNvSpPr/>
              <p:nvPr/>
            </p:nvSpPr>
            <p:spPr>
              <a:xfrm>
                <a:off x="313858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9" name="ph5849"/>
              <p:cNvSpPr/>
              <p:nvPr/>
            </p:nvSpPr>
            <p:spPr>
              <a:xfrm>
                <a:off x="314802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0" name="ph5850"/>
              <p:cNvSpPr/>
              <p:nvPr/>
            </p:nvSpPr>
            <p:spPr>
              <a:xfrm>
                <a:off x="315746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1" name="ph5851"/>
              <p:cNvSpPr/>
              <p:nvPr/>
            </p:nvSpPr>
            <p:spPr>
              <a:xfrm>
                <a:off x="316690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2" name="ph5852"/>
              <p:cNvSpPr/>
              <p:nvPr/>
            </p:nvSpPr>
            <p:spPr>
              <a:xfrm>
                <a:off x="317634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3" name="ph5853"/>
              <p:cNvSpPr/>
              <p:nvPr/>
            </p:nvSpPr>
            <p:spPr>
              <a:xfrm>
                <a:off x="318578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4" name="ph5854"/>
              <p:cNvSpPr/>
              <p:nvPr/>
            </p:nvSpPr>
            <p:spPr>
              <a:xfrm>
                <a:off x="319522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5" name="ph5855"/>
              <p:cNvSpPr/>
              <p:nvPr/>
            </p:nvSpPr>
            <p:spPr>
              <a:xfrm>
                <a:off x="320466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6" name="ph5856"/>
              <p:cNvSpPr/>
              <p:nvPr/>
            </p:nvSpPr>
            <p:spPr>
              <a:xfrm>
                <a:off x="321410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7" name="ph5857"/>
              <p:cNvSpPr/>
              <p:nvPr/>
            </p:nvSpPr>
            <p:spPr>
              <a:xfrm>
                <a:off x="322354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8" name="ph5858"/>
              <p:cNvSpPr/>
              <p:nvPr/>
            </p:nvSpPr>
            <p:spPr>
              <a:xfrm>
                <a:off x="323298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9" name="ph5859"/>
              <p:cNvSpPr/>
              <p:nvPr/>
            </p:nvSpPr>
            <p:spPr>
              <a:xfrm>
                <a:off x="324242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0" name="ph5860"/>
              <p:cNvSpPr/>
              <p:nvPr/>
            </p:nvSpPr>
            <p:spPr>
              <a:xfrm>
                <a:off x="325187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1" name="ph5861"/>
              <p:cNvSpPr/>
              <p:nvPr/>
            </p:nvSpPr>
            <p:spPr>
              <a:xfrm>
                <a:off x="326131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2" name="ph5862"/>
              <p:cNvSpPr/>
              <p:nvPr/>
            </p:nvSpPr>
            <p:spPr>
              <a:xfrm>
                <a:off x="327075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3" name="ph5863"/>
              <p:cNvSpPr/>
              <p:nvPr/>
            </p:nvSpPr>
            <p:spPr>
              <a:xfrm>
                <a:off x="328019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4" name="ph5864"/>
              <p:cNvSpPr/>
              <p:nvPr/>
            </p:nvSpPr>
            <p:spPr>
              <a:xfrm>
                <a:off x="328963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5" name="ph5865"/>
              <p:cNvSpPr/>
              <p:nvPr/>
            </p:nvSpPr>
            <p:spPr>
              <a:xfrm>
                <a:off x="329907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6" name="ph5866"/>
              <p:cNvSpPr/>
              <p:nvPr/>
            </p:nvSpPr>
            <p:spPr>
              <a:xfrm>
                <a:off x="330851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7" name="ph5867"/>
              <p:cNvSpPr/>
              <p:nvPr/>
            </p:nvSpPr>
            <p:spPr>
              <a:xfrm>
                <a:off x="331795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8" name="ph5868"/>
              <p:cNvSpPr/>
              <p:nvPr/>
            </p:nvSpPr>
            <p:spPr>
              <a:xfrm>
                <a:off x="332739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9" name="ph5869"/>
              <p:cNvSpPr/>
              <p:nvPr/>
            </p:nvSpPr>
            <p:spPr>
              <a:xfrm>
                <a:off x="333683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0" name="ph5870"/>
              <p:cNvSpPr/>
              <p:nvPr/>
            </p:nvSpPr>
            <p:spPr>
              <a:xfrm>
                <a:off x="334627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1" name="ph5871"/>
              <p:cNvSpPr/>
              <p:nvPr/>
            </p:nvSpPr>
            <p:spPr>
              <a:xfrm>
                <a:off x="335571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2" name="ph5872"/>
              <p:cNvSpPr/>
              <p:nvPr/>
            </p:nvSpPr>
            <p:spPr>
              <a:xfrm>
                <a:off x="336515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3" name="ph5873"/>
              <p:cNvSpPr/>
              <p:nvPr/>
            </p:nvSpPr>
            <p:spPr>
              <a:xfrm>
                <a:off x="337459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4" name="ph5874"/>
              <p:cNvSpPr/>
              <p:nvPr/>
            </p:nvSpPr>
            <p:spPr>
              <a:xfrm>
                <a:off x="338403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5" name="ph5875"/>
              <p:cNvSpPr/>
              <p:nvPr/>
            </p:nvSpPr>
            <p:spPr>
              <a:xfrm>
                <a:off x="339347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6" name="ph5876"/>
              <p:cNvSpPr/>
              <p:nvPr/>
            </p:nvSpPr>
            <p:spPr>
              <a:xfrm>
                <a:off x="340291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7" name="ph5877"/>
              <p:cNvSpPr/>
              <p:nvPr/>
            </p:nvSpPr>
            <p:spPr>
              <a:xfrm>
                <a:off x="341235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8" name="ph5878"/>
              <p:cNvSpPr/>
              <p:nvPr/>
            </p:nvSpPr>
            <p:spPr>
              <a:xfrm>
                <a:off x="342179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9" name="ph5879"/>
              <p:cNvSpPr/>
              <p:nvPr/>
            </p:nvSpPr>
            <p:spPr>
              <a:xfrm>
                <a:off x="343123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0" name="ph5880"/>
              <p:cNvSpPr/>
              <p:nvPr/>
            </p:nvSpPr>
            <p:spPr>
              <a:xfrm>
                <a:off x="344067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1" name="ph5881"/>
              <p:cNvSpPr/>
              <p:nvPr/>
            </p:nvSpPr>
            <p:spPr>
              <a:xfrm>
                <a:off x="345011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2" name="ph5882"/>
              <p:cNvSpPr/>
              <p:nvPr/>
            </p:nvSpPr>
            <p:spPr>
              <a:xfrm>
                <a:off x="345955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3" name="ph5883"/>
              <p:cNvSpPr/>
              <p:nvPr/>
            </p:nvSpPr>
            <p:spPr>
              <a:xfrm>
                <a:off x="346899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4" name="ph5884"/>
              <p:cNvSpPr/>
              <p:nvPr/>
            </p:nvSpPr>
            <p:spPr>
              <a:xfrm>
                <a:off x="347843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5" name="ph5885"/>
              <p:cNvSpPr/>
              <p:nvPr/>
            </p:nvSpPr>
            <p:spPr>
              <a:xfrm>
                <a:off x="348787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6" name="ph5886"/>
              <p:cNvSpPr/>
              <p:nvPr/>
            </p:nvSpPr>
            <p:spPr>
              <a:xfrm>
                <a:off x="349731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7" name="ph5887"/>
              <p:cNvSpPr/>
              <p:nvPr/>
            </p:nvSpPr>
            <p:spPr>
              <a:xfrm>
                <a:off x="350675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8" name="ph5888"/>
              <p:cNvSpPr/>
              <p:nvPr/>
            </p:nvSpPr>
            <p:spPr>
              <a:xfrm>
                <a:off x="351619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9" name="ph5889"/>
              <p:cNvSpPr/>
              <p:nvPr/>
            </p:nvSpPr>
            <p:spPr>
              <a:xfrm>
                <a:off x="352563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0" name="ph5890"/>
              <p:cNvSpPr/>
              <p:nvPr/>
            </p:nvSpPr>
            <p:spPr>
              <a:xfrm>
                <a:off x="353507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1" name="ph5891"/>
              <p:cNvSpPr/>
              <p:nvPr/>
            </p:nvSpPr>
            <p:spPr>
              <a:xfrm>
                <a:off x="354451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2" name="ph5892"/>
              <p:cNvSpPr/>
              <p:nvPr/>
            </p:nvSpPr>
            <p:spPr>
              <a:xfrm>
                <a:off x="355395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3" name="ph5893"/>
              <p:cNvSpPr/>
              <p:nvPr/>
            </p:nvSpPr>
            <p:spPr>
              <a:xfrm>
                <a:off x="356339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4" name="ph5894"/>
              <p:cNvSpPr/>
              <p:nvPr/>
            </p:nvSpPr>
            <p:spPr>
              <a:xfrm>
                <a:off x="357283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5" name="ph5895"/>
              <p:cNvSpPr/>
              <p:nvPr/>
            </p:nvSpPr>
            <p:spPr>
              <a:xfrm>
                <a:off x="358227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6" name="ph5896"/>
              <p:cNvSpPr/>
              <p:nvPr/>
            </p:nvSpPr>
            <p:spPr>
              <a:xfrm>
                <a:off x="359171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7" name="ph5897"/>
              <p:cNvSpPr/>
              <p:nvPr/>
            </p:nvSpPr>
            <p:spPr>
              <a:xfrm>
                <a:off x="360115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8" name="ph5898"/>
              <p:cNvSpPr/>
              <p:nvPr/>
            </p:nvSpPr>
            <p:spPr>
              <a:xfrm>
                <a:off x="361059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9" name="ph5899"/>
              <p:cNvSpPr/>
              <p:nvPr/>
            </p:nvSpPr>
            <p:spPr>
              <a:xfrm>
                <a:off x="362003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0" name="ph5900"/>
              <p:cNvSpPr/>
              <p:nvPr/>
            </p:nvSpPr>
            <p:spPr>
              <a:xfrm>
                <a:off x="362947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1" name="ph5901"/>
              <p:cNvSpPr/>
              <p:nvPr/>
            </p:nvSpPr>
            <p:spPr>
              <a:xfrm>
                <a:off x="363891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2" name="ph5902"/>
              <p:cNvSpPr/>
              <p:nvPr/>
            </p:nvSpPr>
            <p:spPr>
              <a:xfrm>
                <a:off x="364836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3" name="ph5903"/>
              <p:cNvSpPr/>
              <p:nvPr/>
            </p:nvSpPr>
            <p:spPr>
              <a:xfrm>
                <a:off x="365780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4" name="ph5904"/>
              <p:cNvSpPr/>
              <p:nvPr/>
            </p:nvSpPr>
            <p:spPr>
              <a:xfrm>
                <a:off x="366724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5" name="ph5905"/>
              <p:cNvSpPr/>
              <p:nvPr/>
            </p:nvSpPr>
            <p:spPr>
              <a:xfrm>
                <a:off x="367668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6" name="ph5906"/>
              <p:cNvSpPr/>
              <p:nvPr/>
            </p:nvSpPr>
            <p:spPr>
              <a:xfrm>
                <a:off x="368612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7" name="ph5907"/>
              <p:cNvSpPr/>
              <p:nvPr/>
            </p:nvSpPr>
            <p:spPr>
              <a:xfrm>
                <a:off x="369556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8" name="ph5908"/>
              <p:cNvSpPr/>
              <p:nvPr/>
            </p:nvSpPr>
            <p:spPr>
              <a:xfrm>
                <a:off x="370500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9" name="ph5909"/>
              <p:cNvSpPr/>
              <p:nvPr/>
            </p:nvSpPr>
            <p:spPr>
              <a:xfrm>
                <a:off x="371444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0" name="ph5910"/>
              <p:cNvSpPr/>
              <p:nvPr/>
            </p:nvSpPr>
            <p:spPr>
              <a:xfrm>
                <a:off x="372388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1" name="ph5911"/>
              <p:cNvSpPr/>
              <p:nvPr/>
            </p:nvSpPr>
            <p:spPr>
              <a:xfrm>
                <a:off x="3733322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907"/>
                    </a:lnTo>
                    <a:lnTo>
                      <a:pt x="923319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2" name="ph5912"/>
              <p:cNvSpPr/>
              <p:nvPr/>
            </p:nvSpPr>
            <p:spPr>
              <a:xfrm>
                <a:off x="3742762" y="1429861"/>
                <a:ext cx="923840" cy="9314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4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939"/>
                    </a:lnTo>
                    <a:lnTo>
                      <a:pt x="920068" y="925479"/>
                    </a:lnTo>
                    <a:lnTo>
                      <a:pt x="914930" y="930976"/>
                    </a:lnTo>
                    <a:lnTo>
                      <a:pt x="914400" y="931477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3" name="ph5913"/>
              <p:cNvSpPr/>
              <p:nvPr/>
            </p:nvSpPr>
            <p:spPr>
              <a:xfrm>
                <a:off x="3752202" y="1429861"/>
                <a:ext cx="919383" cy="920939"/>
              </a:xfrm>
              <a:custGeom>
                <a:avLst/>
                <a:gdLst/>
                <a:ahLst/>
                <a:cxnLst/>
                <a:rect l="0" t="0" r="0" b="0"/>
                <a:pathLst>
                  <a:path w="919383" h="920939">
                    <a:moveTo>
                      <a:pt x="914400" y="914400"/>
                    </a:moveTo>
                    <a:lnTo>
                      <a:pt x="919383" y="914400"/>
                    </a:lnTo>
                    <a:lnTo>
                      <a:pt x="915603" y="919490"/>
                    </a:lnTo>
                    <a:lnTo>
                      <a:pt x="914400" y="92093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4" name="ph5914"/>
              <p:cNvSpPr/>
              <p:nvPr/>
            </p:nvSpPr>
            <p:spPr>
              <a:xfrm>
                <a:off x="2119041" y="1412291"/>
                <a:ext cx="914400" cy="91702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025">
                    <a:moveTo>
                      <a:pt x="914400" y="914399"/>
                    </a:moveTo>
                    <a:lnTo>
                      <a:pt x="914400" y="917025"/>
                    </a:lnTo>
                    <a:lnTo>
                      <a:pt x="913924" y="916179"/>
                    </a:lnTo>
                    <a:lnTo>
                      <a:pt x="912923" y="91439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5" name="ph5915"/>
              <p:cNvSpPr/>
              <p:nvPr/>
            </p:nvSpPr>
            <p:spPr>
              <a:xfrm>
                <a:off x="211904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1060" y="931969"/>
                    </a:lnTo>
                    <a:lnTo>
                      <a:pt x="920102" y="929792"/>
                    </a:lnTo>
                    <a:lnTo>
                      <a:pt x="919033" y="927367"/>
                    </a:lnTo>
                    <a:lnTo>
                      <a:pt x="917964" y="924941"/>
                    </a:lnTo>
                    <a:lnTo>
                      <a:pt x="916895" y="922516"/>
                    </a:lnTo>
                    <a:lnTo>
                      <a:pt x="915825" y="920091"/>
                    </a:lnTo>
                    <a:lnTo>
                      <a:pt x="914738" y="917627"/>
                    </a:lnTo>
                    <a:lnTo>
                      <a:pt x="914400" y="917025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6" name="ph5916"/>
              <p:cNvSpPr/>
              <p:nvPr/>
            </p:nvSpPr>
            <p:spPr>
              <a:xfrm>
                <a:off x="212848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7" name="ph5917"/>
              <p:cNvSpPr/>
              <p:nvPr/>
            </p:nvSpPr>
            <p:spPr>
              <a:xfrm>
                <a:off x="21379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8" name="ph5918"/>
              <p:cNvSpPr/>
              <p:nvPr/>
            </p:nvSpPr>
            <p:spPr>
              <a:xfrm>
                <a:off x="214736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9" name="ph5919"/>
              <p:cNvSpPr/>
              <p:nvPr/>
            </p:nvSpPr>
            <p:spPr>
              <a:xfrm>
                <a:off x="215680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0" name="ph5920"/>
              <p:cNvSpPr/>
              <p:nvPr/>
            </p:nvSpPr>
            <p:spPr>
              <a:xfrm>
                <a:off x="216624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1" name="ph5921"/>
              <p:cNvSpPr/>
              <p:nvPr/>
            </p:nvSpPr>
            <p:spPr>
              <a:xfrm>
                <a:off x="217568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2" name="ph5922"/>
              <p:cNvSpPr/>
              <p:nvPr/>
            </p:nvSpPr>
            <p:spPr>
              <a:xfrm>
                <a:off x="218512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3" name="ph5923"/>
              <p:cNvSpPr/>
              <p:nvPr/>
            </p:nvSpPr>
            <p:spPr>
              <a:xfrm>
                <a:off x="219456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4" name="ph5924"/>
              <p:cNvSpPr/>
              <p:nvPr/>
            </p:nvSpPr>
            <p:spPr>
              <a:xfrm>
                <a:off x="220400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5" name="ph5925"/>
              <p:cNvSpPr/>
              <p:nvPr/>
            </p:nvSpPr>
            <p:spPr>
              <a:xfrm>
                <a:off x="221344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6" name="ph5926"/>
              <p:cNvSpPr/>
              <p:nvPr/>
            </p:nvSpPr>
            <p:spPr>
              <a:xfrm>
                <a:off x="222288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7" name="ph5927"/>
              <p:cNvSpPr/>
              <p:nvPr/>
            </p:nvSpPr>
            <p:spPr>
              <a:xfrm>
                <a:off x="223232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8" name="ph5928"/>
              <p:cNvSpPr/>
              <p:nvPr/>
            </p:nvSpPr>
            <p:spPr>
              <a:xfrm>
                <a:off x="224176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9" name="ph5929"/>
              <p:cNvSpPr/>
              <p:nvPr/>
            </p:nvSpPr>
            <p:spPr>
              <a:xfrm>
                <a:off x="225120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0" name="ph5930"/>
              <p:cNvSpPr/>
              <p:nvPr/>
            </p:nvSpPr>
            <p:spPr>
              <a:xfrm>
                <a:off x="226064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1" name="ph5931"/>
              <p:cNvSpPr/>
              <p:nvPr/>
            </p:nvSpPr>
            <p:spPr>
              <a:xfrm>
                <a:off x="227008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2" name="ph5932"/>
              <p:cNvSpPr/>
              <p:nvPr/>
            </p:nvSpPr>
            <p:spPr>
              <a:xfrm>
                <a:off x="227952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3" name="ph5933"/>
              <p:cNvSpPr/>
              <p:nvPr/>
            </p:nvSpPr>
            <p:spPr>
              <a:xfrm>
                <a:off x="228896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4" name="ph5934"/>
              <p:cNvSpPr/>
              <p:nvPr/>
            </p:nvSpPr>
            <p:spPr>
              <a:xfrm>
                <a:off x="229840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5" name="ph5935"/>
              <p:cNvSpPr/>
              <p:nvPr/>
            </p:nvSpPr>
            <p:spPr>
              <a:xfrm>
                <a:off x="230784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6" name="ph5936"/>
              <p:cNvSpPr/>
              <p:nvPr/>
            </p:nvSpPr>
            <p:spPr>
              <a:xfrm>
                <a:off x="231728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7" name="ph5937"/>
              <p:cNvSpPr/>
              <p:nvPr/>
            </p:nvSpPr>
            <p:spPr>
              <a:xfrm>
                <a:off x="232672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8" name="ph5938"/>
              <p:cNvSpPr/>
              <p:nvPr/>
            </p:nvSpPr>
            <p:spPr>
              <a:xfrm>
                <a:off x="233616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9" name="ph5939"/>
              <p:cNvSpPr/>
              <p:nvPr/>
            </p:nvSpPr>
            <p:spPr>
              <a:xfrm>
                <a:off x="234560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0" name="ph5940"/>
              <p:cNvSpPr/>
              <p:nvPr/>
            </p:nvSpPr>
            <p:spPr>
              <a:xfrm>
                <a:off x="235504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1" name="ph5941"/>
              <p:cNvSpPr/>
              <p:nvPr/>
            </p:nvSpPr>
            <p:spPr>
              <a:xfrm>
                <a:off x="236448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2" name="ph5942"/>
              <p:cNvSpPr/>
              <p:nvPr/>
            </p:nvSpPr>
            <p:spPr>
              <a:xfrm>
                <a:off x="237392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3" name="ph5943"/>
              <p:cNvSpPr/>
              <p:nvPr/>
            </p:nvSpPr>
            <p:spPr>
              <a:xfrm>
                <a:off x="238336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4" name="ph5944"/>
              <p:cNvSpPr/>
              <p:nvPr/>
            </p:nvSpPr>
            <p:spPr>
              <a:xfrm>
                <a:off x="239280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5" name="ph5945"/>
              <p:cNvSpPr/>
              <p:nvPr/>
            </p:nvSpPr>
            <p:spPr>
              <a:xfrm>
                <a:off x="240224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6" name="ph5946"/>
              <p:cNvSpPr/>
              <p:nvPr/>
            </p:nvSpPr>
            <p:spPr>
              <a:xfrm>
                <a:off x="241168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7" name="ph5947"/>
              <p:cNvSpPr/>
              <p:nvPr/>
            </p:nvSpPr>
            <p:spPr>
              <a:xfrm>
                <a:off x="242112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8" name="ph5948"/>
              <p:cNvSpPr/>
              <p:nvPr/>
            </p:nvSpPr>
            <p:spPr>
              <a:xfrm>
                <a:off x="2430569" y="1429861"/>
                <a:ext cx="91844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4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46" y="896830"/>
                    </a:lnTo>
                    <a:lnTo>
                      <a:pt x="918127" y="899451"/>
                    </a:lnTo>
                    <a:lnTo>
                      <a:pt x="916531" y="910000"/>
                    </a:lnTo>
                    <a:lnTo>
                      <a:pt x="915731" y="914400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9" name="ph5949"/>
              <p:cNvSpPr/>
              <p:nvPr/>
            </p:nvSpPr>
            <p:spPr>
              <a:xfrm>
                <a:off x="3138587" y="141229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76" y="931969"/>
                    </a:lnTo>
                    <a:lnTo>
                      <a:pt x="906143" y="928073"/>
                    </a:lnTo>
                    <a:lnTo>
                      <a:pt x="908447" y="918011"/>
                    </a:lnTo>
                    <a:lnTo>
                      <a:pt x="909396" y="91439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0" name="ph5950"/>
              <p:cNvSpPr/>
              <p:nvPr/>
            </p:nvSpPr>
            <p:spPr>
              <a:xfrm>
                <a:off x="313858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1" name="ph5951"/>
              <p:cNvSpPr/>
              <p:nvPr/>
            </p:nvSpPr>
            <p:spPr>
              <a:xfrm>
                <a:off x="314802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2" name="ph5952"/>
              <p:cNvSpPr/>
              <p:nvPr/>
            </p:nvSpPr>
            <p:spPr>
              <a:xfrm>
                <a:off x="315746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3" name="ph5953"/>
              <p:cNvSpPr/>
              <p:nvPr/>
            </p:nvSpPr>
            <p:spPr>
              <a:xfrm>
                <a:off x="316690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4" name="ph5954"/>
              <p:cNvSpPr/>
              <p:nvPr/>
            </p:nvSpPr>
            <p:spPr>
              <a:xfrm>
                <a:off x="317634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5" name="ph5955"/>
              <p:cNvSpPr/>
              <p:nvPr/>
            </p:nvSpPr>
            <p:spPr>
              <a:xfrm>
                <a:off x="318578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6" name="ph5956"/>
              <p:cNvSpPr/>
              <p:nvPr/>
            </p:nvSpPr>
            <p:spPr>
              <a:xfrm>
                <a:off x="319522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7" name="ph5957"/>
              <p:cNvSpPr/>
              <p:nvPr/>
            </p:nvSpPr>
            <p:spPr>
              <a:xfrm>
                <a:off x="320466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8" name="ph5958"/>
              <p:cNvSpPr/>
              <p:nvPr/>
            </p:nvSpPr>
            <p:spPr>
              <a:xfrm>
                <a:off x="321410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9" name="ph5959"/>
              <p:cNvSpPr/>
              <p:nvPr/>
            </p:nvSpPr>
            <p:spPr>
              <a:xfrm>
                <a:off x="322354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0" name="ph5960"/>
              <p:cNvSpPr/>
              <p:nvPr/>
            </p:nvSpPr>
            <p:spPr>
              <a:xfrm>
                <a:off x="323298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1" name="ph5961"/>
              <p:cNvSpPr/>
              <p:nvPr/>
            </p:nvSpPr>
            <p:spPr>
              <a:xfrm>
                <a:off x="324242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2" name="ph5962"/>
              <p:cNvSpPr/>
              <p:nvPr/>
            </p:nvSpPr>
            <p:spPr>
              <a:xfrm>
                <a:off x="325187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3" name="ph5963"/>
              <p:cNvSpPr/>
              <p:nvPr/>
            </p:nvSpPr>
            <p:spPr>
              <a:xfrm>
                <a:off x="326131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4" name="ph5964"/>
              <p:cNvSpPr/>
              <p:nvPr/>
            </p:nvSpPr>
            <p:spPr>
              <a:xfrm>
                <a:off x="327075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5" name="ph5965"/>
              <p:cNvSpPr/>
              <p:nvPr/>
            </p:nvSpPr>
            <p:spPr>
              <a:xfrm>
                <a:off x="328019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6" name="ph5966"/>
              <p:cNvSpPr/>
              <p:nvPr/>
            </p:nvSpPr>
            <p:spPr>
              <a:xfrm>
                <a:off x="328963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7" name="ph5967"/>
              <p:cNvSpPr/>
              <p:nvPr/>
            </p:nvSpPr>
            <p:spPr>
              <a:xfrm>
                <a:off x="329907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8" name="ph5968"/>
              <p:cNvSpPr/>
              <p:nvPr/>
            </p:nvSpPr>
            <p:spPr>
              <a:xfrm>
                <a:off x="330851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9" name="ph5969"/>
              <p:cNvSpPr/>
              <p:nvPr/>
            </p:nvSpPr>
            <p:spPr>
              <a:xfrm>
                <a:off x="331795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0" name="ph5970"/>
              <p:cNvSpPr/>
              <p:nvPr/>
            </p:nvSpPr>
            <p:spPr>
              <a:xfrm>
                <a:off x="332739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1" name="ph5971"/>
              <p:cNvSpPr/>
              <p:nvPr/>
            </p:nvSpPr>
            <p:spPr>
              <a:xfrm>
                <a:off x="333683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2" name="ph5972"/>
              <p:cNvSpPr/>
              <p:nvPr/>
            </p:nvSpPr>
            <p:spPr>
              <a:xfrm>
                <a:off x="334627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3" name="ph5973"/>
              <p:cNvSpPr/>
              <p:nvPr/>
            </p:nvSpPr>
            <p:spPr>
              <a:xfrm>
                <a:off x="335571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4" name="ph5974"/>
              <p:cNvSpPr/>
              <p:nvPr/>
            </p:nvSpPr>
            <p:spPr>
              <a:xfrm>
                <a:off x="336515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5" name="ph5975"/>
              <p:cNvSpPr/>
              <p:nvPr/>
            </p:nvSpPr>
            <p:spPr>
              <a:xfrm>
                <a:off x="337459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6" name="ph5976"/>
              <p:cNvSpPr/>
              <p:nvPr/>
            </p:nvSpPr>
            <p:spPr>
              <a:xfrm>
                <a:off x="338403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7" name="ph5977"/>
              <p:cNvSpPr/>
              <p:nvPr/>
            </p:nvSpPr>
            <p:spPr>
              <a:xfrm>
                <a:off x="339347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8" name="ph5978"/>
              <p:cNvSpPr/>
              <p:nvPr/>
            </p:nvSpPr>
            <p:spPr>
              <a:xfrm>
                <a:off x="340291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9" name="ph5979"/>
              <p:cNvSpPr/>
              <p:nvPr/>
            </p:nvSpPr>
            <p:spPr>
              <a:xfrm>
                <a:off x="341235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0" name="ph5980"/>
              <p:cNvSpPr/>
              <p:nvPr/>
            </p:nvSpPr>
            <p:spPr>
              <a:xfrm>
                <a:off x="342179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1" name="ph5981"/>
              <p:cNvSpPr/>
              <p:nvPr/>
            </p:nvSpPr>
            <p:spPr>
              <a:xfrm>
                <a:off x="343123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2" name="ph5982"/>
              <p:cNvSpPr/>
              <p:nvPr/>
            </p:nvSpPr>
            <p:spPr>
              <a:xfrm>
                <a:off x="344067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3" name="ph5983"/>
              <p:cNvSpPr/>
              <p:nvPr/>
            </p:nvSpPr>
            <p:spPr>
              <a:xfrm>
                <a:off x="345011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4" name="ph5984"/>
              <p:cNvSpPr/>
              <p:nvPr/>
            </p:nvSpPr>
            <p:spPr>
              <a:xfrm>
                <a:off x="345955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5" name="ph5985"/>
              <p:cNvSpPr/>
              <p:nvPr/>
            </p:nvSpPr>
            <p:spPr>
              <a:xfrm>
                <a:off x="346899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6" name="ph5986"/>
              <p:cNvSpPr/>
              <p:nvPr/>
            </p:nvSpPr>
            <p:spPr>
              <a:xfrm>
                <a:off x="347843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7" name="ph5987"/>
              <p:cNvSpPr/>
              <p:nvPr/>
            </p:nvSpPr>
            <p:spPr>
              <a:xfrm>
                <a:off x="348787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8" name="ph5988"/>
              <p:cNvSpPr/>
              <p:nvPr/>
            </p:nvSpPr>
            <p:spPr>
              <a:xfrm>
                <a:off x="349731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9" name="ph5989"/>
              <p:cNvSpPr/>
              <p:nvPr/>
            </p:nvSpPr>
            <p:spPr>
              <a:xfrm>
                <a:off x="350675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0" name="ph5990"/>
              <p:cNvSpPr/>
              <p:nvPr/>
            </p:nvSpPr>
            <p:spPr>
              <a:xfrm>
                <a:off x="351619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1" name="ph5991"/>
              <p:cNvSpPr/>
              <p:nvPr/>
            </p:nvSpPr>
            <p:spPr>
              <a:xfrm>
                <a:off x="352563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2" name="ph5992"/>
              <p:cNvSpPr/>
              <p:nvPr/>
            </p:nvSpPr>
            <p:spPr>
              <a:xfrm>
                <a:off x="353507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3" name="ph5993"/>
              <p:cNvSpPr/>
              <p:nvPr/>
            </p:nvSpPr>
            <p:spPr>
              <a:xfrm>
                <a:off x="354451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4" name="ph5994"/>
              <p:cNvSpPr/>
              <p:nvPr/>
            </p:nvSpPr>
            <p:spPr>
              <a:xfrm>
                <a:off x="355395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5" name="ph5995"/>
              <p:cNvSpPr/>
              <p:nvPr/>
            </p:nvSpPr>
            <p:spPr>
              <a:xfrm>
                <a:off x="356339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6" name="ph5996"/>
              <p:cNvSpPr/>
              <p:nvPr/>
            </p:nvSpPr>
            <p:spPr>
              <a:xfrm>
                <a:off x="357283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7" name="ph5997"/>
              <p:cNvSpPr/>
              <p:nvPr/>
            </p:nvSpPr>
            <p:spPr>
              <a:xfrm>
                <a:off x="358227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8" name="ph5998"/>
              <p:cNvSpPr/>
              <p:nvPr/>
            </p:nvSpPr>
            <p:spPr>
              <a:xfrm>
                <a:off x="359171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9" name="ph5999"/>
              <p:cNvSpPr/>
              <p:nvPr/>
            </p:nvSpPr>
            <p:spPr>
              <a:xfrm>
                <a:off x="360115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0" name="ph6000"/>
              <p:cNvSpPr/>
              <p:nvPr/>
            </p:nvSpPr>
            <p:spPr>
              <a:xfrm>
                <a:off x="361059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1" name="ph6001"/>
              <p:cNvSpPr/>
              <p:nvPr/>
            </p:nvSpPr>
            <p:spPr>
              <a:xfrm>
                <a:off x="362003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2" name="ph6002"/>
              <p:cNvSpPr/>
              <p:nvPr/>
            </p:nvSpPr>
            <p:spPr>
              <a:xfrm>
                <a:off x="362947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3" name="ph6003"/>
              <p:cNvSpPr/>
              <p:nvPr/>
            </p:nvSpPr>
            <p:spPr>
              <a:xfrm>
                <a:off x="363891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4" name="ph6004"/>
              <p:cNvSpPr/>
              <p:nvPr/>
            </p:nvSpPr>
            <p:spPr>
              <a:xfrm>
                <a:off x="364836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5" name="ph6005"/>
              <p:cNvSpPr/>
              <p:nvPr/>
            </p:nvSpPr>
            <p:spPr>
              <a:xfrm>
                <a:off x="365780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6" name="ph6006"/>
              <p:cNvSpPr/>
              <p:nvPr/>
            </p:nvSpPr>
            <p:spPr>
              <a:xfrm>
                <a:off x="366724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7" name="ph6007"/>
              <p:cNvSpPr/>
              <p:nvPr/>
            </p:nvSpPr>
            <p:spPr>
              <a:xfrm>
                <a:off x="367668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8" name="ph6008"/>
              <p:cNvSpPr/>
              <p:nvPr/>
            </p:nvSpPr>
            <p:spPr>
              <a:xfrm>
                <a:off x="36861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9" name="ph6009"/>
              <p:cNvSpPr/>
              <p:nvPr/>
            </p:nvSpPr>
            <p:spPr>
              <a:xfrm>
                <a:off x="369556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0" name="ph6010"/>
              <p:cNvSpPr/>
              <p:nvPr/>
            </p:nvSpPr>
            <p:spPr>
              <a:xfrm>
                <a:off x="370500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1" name="ph6011"/>
              <p:cNvSpPr/>
              <p:nvPr/>
            </p:nvSpPr>
            <p:spPr>
              <a:xfrm>
                <a:off x="371444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2" name="ph6012"/>
              <p:cNvSpPr/>
              <p:nvPr/>
            </p:nvSpPr>
            <p:spPr>
              <a:xfrm>
                <a:off x="372388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3" name="ph6013"/>
              <p:cNvSpPr/>
              <p:nvPr/>
            </p:nvSpPr>
            <p:spPr>
              <a:xfrm>
                <a:off x="373332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4" name="ph6014"/>
              <p:cNvSpPr/>
              <p:nvPr/>
            </p:nvSpPr>
            <p:spPr>
              <a:xfrm>
                <a:off x="374276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5" name="ph6015"/>
              <p:cNvSpPr/>
              <p:nvPr/>
            </p:nvSpPr>
            <p:spPr>
              <a:xfrm>
                <a:off x="3752202" y="142986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867"/>
                    </a:lnTo>
                    <a:lnTo>
                      <a:pt x="920404" y="913025"/>
                    </a:lnTo>
                    <a:lnTo>
                      <a:pt x="919383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6" name="ph6016"/>
              <p:cNvSpPr/>
              <p:nvPr/>
            </p:nvSpPr>
            <p:spPr>
              <a:xfrm>
                <a:off x="3761643" y="1412291"/>
                <a:ext cx="921017" cy="925437"/>
              </a:xfrm>
              <a:custGeom>
                <a:avLst/>
                <a:gdLst/>
                <a:ahLst/>
                <a:cxnLst/>
                <a:rect l="0" t="0" r="0" b="0"/>
                <a:pathLst>
                  <a:path w="921017" h="925437">
                    <a:moveTo>
                      <a:pt x="914400" y="914399"/>
                    </a:moveTo>
                    <a:lnTo>
                      <a:pt x="921017" y="914399"/>
                    </a:lnTo>
                    <a:lnTo>
                      <a:pt x="919987" y="916308"/>
                    </a:lnTo>
                    <a:lnTo>
                      <a:pt x="915576" y="923671"/>
                    </a:lnTo>
                    <a:lnTo>
                      <a:pt x="914400" y="925437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7" name="ph6017"/>
              <p:cNvSpPr/>
              <p:nvPr/>
            </p:nvSpPr>
            <p:spPr>
              <a:xfrm>
                <a:off x="2109601" y="1394721"/>
                <a:ext cx="914400" cy="9178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829">
                    <a:moveTo>
                      <a:pt x="914400" y="914400"/>
                    </a:moveTo>
                    <a:lnTo>
                      <a:pt x="914400" y="917829"/>
                    </a:lnTo>
                    <a:lnTo>
                      <a:pt x="914270" y="917600"/>
                    </a:lnTo>
                    <a:lnTo>
                      <a:pt x="913132" y="915582"/>
                    </a:lnTo>
                    <a:lnTo>
                      <a:pt x="912465" y="914400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8" name="ph6018"/>
              <p:cNvSpPr/>
              <p:nvPr/>
            </p:nvSpPr>
            <p:spPr>
              <a:xfrm>
                <a:off x="210960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364" y="931969"/>
                    </a:lnTo>
                    <a:lnTo>
                      <a:pt x="922229" y="931730"/>
                    </a:lnTo>
                    <a:lnTo>
                      <a:pt x="921093" y="929711"/>
                    </a:lnTo>
                    <a:lnTo>
                      <a:pt x="919957" y="927692"/>
                    </a:lnTo>
                    <a:lnTo>
                      <a:pt x="918820" y="925673"/>
                    </a:lnTo>
                    <a:lnTo>
                      <a:pt x="917683" y="923655"/>
                    </a:lnTo>
                    <a:lnTo>
                      <a:pt x="916546" y="921636"/>
                    </a:lnTo>
                    <a:lnTo>
                      <a:pt x="915408" y="919618"/>
                    </a:lnTo>
                    <a:lnTo>
                      <a:pt x="914400" y="91782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9" name="ph6019"/>
              <p:cNvSpPr/>
              <p:nvPr/>
            </p:nvSpPr>
            <p:spPr>
              <a:xfrm>
                <a:off x="211904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0" name="ph6020"/>
              <p:cNvSpPr/>
              <p:nvPr/>
            </p:nvSpPr>
            <p:spPr>
              <a:xfrm>
                <a:off x="212848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1" name="ph6021"/>
              <p:cNvSpPr/>
              <p:nvPr/>
            </p:nvSpPr>
            <p:spPr>
              <a:xfrm>
                <a:off x="21379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2" name="ph6022"/>
              <p:cNvSpPr/>
              <p:nvPr/>
            </p:nvSpPr>
            <p:spPr>
              <a:xfrm>
                <a:off x="214736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3" name="ph6023"/>
              <p:cNvSpPr/>
              <p:nvPr/>
            </p:nvSpPr>
            <p:spPr>
              <a:xfrm>
                <a:off x="215680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4" name="ph6024"/>
              <p:cNvSpPr/>
              <p:nvPr/>
            </p:nvSpPr>
            <p:spPr>
              <a:xfrm>
                <a:off x="216624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5" name="ph6025"/>
              <p:cNvSpPr/>
              <p:nvPr/>
            </p:nvSpPr>
            <p:spPr>
              <a:xfrm>
                <a:off x="217568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6" name="ph6026"/>
              <p:cNvSpPr/>
              <p:nvPr/>
            </p:nvSpPr>
            <p:spPr>
              <a:xfrm>
                <a:off x="218512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7" name="ph6027"/>
              <p:cNvSpPr/>
              <p:nvPr/>
            </p:nvSpPr>
            <p:spPr>
              <a:xfrm>
                <a:off x="219456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8" name="ph6028"/>
              <p:cNvSpPr/>
              <p:nvPr/>
            </p:nvSpPr>
            <p:spPr>
              <a:xfrm>
                <a:off x="220400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9" name="ph6029"/>
              <p:cNvSpPr/>
              <p:nvPr/>
            </p:nvSpPr>
            <p:spPr>
              <a:xfrm>
                <a:off x="221344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0" name="ph6030"/>
              <p:cNvSpPr/>
              <p:nvPr/>
            </p:nvSpPr>
            <p:spPr>
              <a:xfrm>
                <a:off x="222288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1" name="ph6031"/>
              <p:cNvSpPr/>
              <p:nvPr/>
            </p:nvSpPr>
            <p:spPr>
              <a:xfrm>
                <a:off x="223232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2" name="ph6032"/>
              <p:cNvSpPr/>
              <p:nvPr/>
            </p:nvSpPr>
            <p:spPr>
              <a:xfrm>
                <a:off x="224176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3" name="ph6033"/>
              <p:cNvSpPr/>
              <p:nvPr/>
            </p:nvSpPr>
            <p:spPr>
              <a:xfrm>
                <a:off x="225120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4" name="ph6034"/>
              <p:cNvSpPr/>
              <p:nvPr/>
            </p:nvSpPr>
            <p:spPr>
              <a:xfrm>
                <a:off x="226064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5" name="ph6035"/>
              <p:cNvSpPr/>
              <p:nvPr/>
            </p:nvSpPr>
            <p:spPr>
              <a:xfrm>
                <a:off x="227008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6" name="ph6036"/>
              <p:cNvSpPr/>
              <p:nvPr/>
            </p:nvSpPr>
            <p:spPr>
              <a:xfrm>
                <a:off x="227952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7" name="ph6037"/>
              <p:cNvSpPr/>
              <p:nvPr/>
            </p:nvSpPr>
            <p:spPr>
              <a:xfrm>
                <a:off x="228896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8" name="ph6038"/>
              <p:cNvSpPr/>
              <p:nvPr/>
            </p:nvSpPr>
            <p:spPr>
              <a:xfrm>
                <a:off x="229840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9" name="ph6039"/>
              <p:cNvSpPr/>
              <p:nvPr/>
            </p:nvSpPr>
            <p:spPr>
              <a:xfrm>
                <a:off x="230784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0" name="ph6040"/>
              <p:cNvSpPr/>
              <p:nvPr/>
            </p:nvSpPr>
            <p:spPr>
              <a:xfrm>
                <a:off x="231728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1" name="ph6041"/>
              <p:cNvSpPr/>
              <p:nvPr/>
            </p:nvSpPr>
            <p:spPr>
              <a:xfrm>
                <a:off x="232672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2" name="ph6042"/>
              <p:cNvSpPr/>
              <p:nvPr/>
            </p:nvSpPr>
            <p:spPr>
              <a:xfrm>
                <a:off x="233616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3" name="ph6043"/>
              <p:cNvSpPr/>
              <p:nvPr/>
            </p:nvSpPr>
            <p:spPr>
              <a:xfrm>
                <a:off x="234560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4" name="ph6044"/>
              <p:cNvSpPr/>
              <p:nvPr/>
            </p:nvSpPr>
            <p:spPr>
              <a:xfrm>
                <a:off x="235504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5" name="ph6045"/>
              <p:cNvSpPr/>
              <p:nvPr/>
            </p:nvSpPr>
            <p:spPr>
              <a:xfrm>
                <a:off x="236448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6" name="ph6046"/>
              <p:cNvSpPr/>
              <p:nvPr/>
            </p:nvSpPr>
            <p:spPr>
              <a:xfrm>
                <a:off x="237392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7" name="ph6047"/>
              <p:cNvSpPr/>
              <p:nvPr/>
            </p:nvSpPr>
            <p:spPr>
              <a:xfrm>
                <a:off x="238336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8" name="ph6048"/>
              <p:cNvSpPr/>
              <p:nvPr/>
            </p:nvSpPr>
            <p:spPr>
              <a:xfrm>
                <a:off x="239280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9" name="ph6049"/>
              <p:cNvSpPr/>
              <p:nvPr/>
            </p:nvSpPr>
            <p:spPr>
              <a:xfrm>
                <a:off x="240224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0" name="ph6050"/>
              <p:cNvSpPr/>
              <p:nvPr/>
            </p:nvSpPr>
            <p:spPr>
              <a:xfrm>
                <a:off x="241168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1" name="ph6051"/>
              <p:cNvSpPr/>
              <p:nvPr/>
            </p:nvSpPr>
            <p:spPr>
              <a:xfrm>
                <a:off x="242112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2" name="ph6052"/>
              <p:cNvSpPr/>
              <p:nvPr/>
            </p:nvSpPr>
            <p:spPr>
              <a:xfrm>
                <a:off x="2430569" y="1412291"/>
                <a:ext cx="92030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06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306" y="896830"/>
                    </a:lnTo>
                    <a:lnTo>
                      <a:pt x="919427" y="906332"/>
                    </a:lnTo>
                    <a:lnTo>
                      <a:pt x="918446" y="91439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3" name="ph6053"/>
              <p:cNvSpPr/>
              <p:nvPr/>
            </p:nvSpPr>
            <p:spPr>
              <a:xfrm>
                <a:off x="3138587" y="141229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396" y="914399"/>
                    </a:lnTo>
                    <a:lnTo>
                      <a:pt x="911028" y="908185"/>
                    </a:lnTo>
                    <a:lnTo>
                      <a:pt x="913880" y="898621"/>
                    </a:lnTo>
                    <a:lnTo>
                      <a:pt x="914400" y="897073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4" name="ph6054"/>
              <p:cNvSpPr/>
              <p:nvPr/>
            </p:nvSpPr>
            <p:spPr>
              <a:xfrm>
                <a:off x="3148027" y="139472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643"/>
                    </a:lnTo>
                    <a:lnTo>
                      <a:pt x="905041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5" name="ph6055"/>
              <p:cNvSpPr/>
              <p:nvPr/>
            </p:nvSpPr>
            <p:spPr>
              <a:xfrm>
                <a:off x="314802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6" name="ph6056"/>
              <p:cNvSpPr/>
              <p:nvPr/>
            </p:nvSpPr>
            <p:spPr>
              <a:xfrm>
                <a:off x="315746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7" name="ph6057"/>
              <p:cNvSpPr/>
              <p:nvPr/>
            </p:nvSpPr>
            <p:spPr>
              <a:xfrm>
                <a:off x="316690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8" name="ph6058"/>
              <p:cNvSpPr/>
              <p:nvPr/>
            </p:nvSpPr>
            <p:spPr>
              <a:xfrm>
                <a:off x="317634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9" name="ph6059"/>
              <p:cNvSpPr/>
              <p:nvPr/>
            </p:nvSpPr>
            <p:spPr>
              <a:xfrm>
                <a:off x="318578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0" name="ph6060"/>
              <p:cNvSpPr/>
              <p:nvPr/>
            </p:nvSpPr>
            <p:spPr>
              <a:xfrm>
                <a:off x="319522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1" name="ph6061"/>
              <p:cNvSpPr/>
              <p:nvPr/>
            </p:nvSpPr>
            <p:spPr>
              <a:xfrm>
                <a:off x="320466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2" name="ph6062"/>
              <p:cNvSpPr/>
              <p:nvPr/>
            </p:nvSpPr>
            <p:spPr>
              <a:xfrm>
                <a:off x="321410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3" name="ph6063"/>
              <p:cNvSpPr/>
              <p:nvPr/>
            </p:nvSpPr>
            <p:spPr>
              <a:xfrm>
                <a:off x="322354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4" name="ph6064"/>
              <p:cNvSpPr/>
              <p:nvPr/>
            </p:nvSpPr>
            <p:spPr>
              <a:xfrm>
                <a:off x="323298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5" name="ph6065"/>
              <p:cNvSpPr/>
              <p:nvPr/>
            </p:nvSpPr>
            <p:spPr>
              <a:xfrm>
                <a:off x="324242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6" name="ph6066"/>
              <p:cNvSpPr/>
              <p:nvPr/>
            </p:nvSpPr>
            <p:spPr>
              <a:xfrm>
                <a:off x="325187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7" name="ph6067"/>
              <p:cNvSpPr/>
              <p:nvPr/>
            </p:nvSpPr>
            <p:spPr>
              <a:xfrm>
                <a:off x="326131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8" name="ph6068"/>
              <p:cNvSpPr/>
              <p:nvPr/>
            </p:nvSpPr>
            <p:spPr>
              <a:xfrm>
                <a:off x="327075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9" name="ph6069"/>
              <p:cNvSpPr/>
              <p:nvPr/>
            </p:nvSpPr>
            <p:spPr>
              <a:xfrm>
                <a:off x="328019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0" name="ph6070"/>
              <p:cNvSpPr/>
              <p:nvPr/>
            </p:nvSpPr>
            <p:spPr>
              <a:xfrm>
                <a:off x="328963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1" name="ph6071"/>
              <p:cNvSpPr/>
              <p:nvPr/>
            </p:nvSpPr>
            <p:spPr>
              <a:xfrm>
                <a:off x="329907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2" name="ph6072"/>
              <p:cNvSpPr/>
              <p:nvPr/>
            </p:nvSpPr>
            <p:spPr>
              <a:xfrm>
                <a:off x="330851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3" name="ph6073"/>
              <p:cNvSpPr/>
              <p:nvPr/>
            </p:nvSpPr>
            <p:spPr>
              <a:xfrm>
                <a:off x="331795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4" name="ph6074"/>
              <p:cNvSpPr/>
              <p:nvPr/>
            </p:nvSpPr>
            <p:spPr>
              <a:xfrm>
                <a:off x="332739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5" name="ph6075"/>
              <p:cNvSpPr/>
              <p:nvPr/>
            </p:nvSpPr>
            <p:spPr>
              <a:xfrm>
                <a:off x="333683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6" name="ph6076"/>
              <p:cNvSpPr/>
              <p:nvPr/>
            </p:nvSpPr>
            <p:spPr>
              <a:xfrm>
                <a:off x="334627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7" name="ph6077"/>
              <p:cNvSpPr/>
              <p:nvPr/>
            </p:nvSpPr>
            <p:spPr>
              <a:xfrm>
                <a:off x="335571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8" name="ph6078"/>
              <p:cNvSpPr/>
              <p:nvPr/>
            </p:nvSpPr>
            <p:spPr>
              <a:xfrm>
                <a:off x="336515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9" name="ph6079"/>
              <p:cNvSpPr/>
              <p:nvPr/>
            </p:nvSpPr>
            <p:spPr>
              <a:xfrm>
                <a:off x="337459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0" name="ph6080"/>
              <p:cNvSpPr/>
              <p:nvPr/>
            </p:nvSpPr>
            <p:spPr>
              <a:xfrm>
                <a:off x="338403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1" name="ph6081"/>
              <p:cNvSpPr/>
              <p:nvPr/>
            </p:nvSpPr>
            <p:spPr>
              <a:xfrm>
                <a:off x="339347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2" name="ph6082"/>
              <p:cNvSpPr/>
              <p:nvPr/>
            </p:nvSpPr>
            <p:spPr>
              <a:xfrm>
                <a:off x="340291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3" name="ph6083"/>
              <p:cNvSpPr/>
              <p:nvPr/>
            </p:nvSpPr>
            <p:spPr>
              <a:xfrm>
                <a:off x="341235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4" name="ph6084"/>
              <p:cNvSpPr/>
              <p:nvPr/>
            </p:nvSpPr>
            <p:spPr>
              <a:xfrm>
                <a:off x="342179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5" name="ph6085"/>
              <p:cNvSpPr/>
              <p:nvPr/>
            </p:nvSpPr>
            <p:spPr>
              <a:xfrm>
                <a:off x="343123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6" name="ph6086"/>
              <p:cNvSpPr/>
              <p:nvPr/>
            </p:nvSpPr>
            <p:spPr>
              <a:xfrm>
                <a:off x="344067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7" name="ph6087"/>
              <p:cNvSpPr/>
              <p:nvPr/>
            </p:nvSpPr>
            <p:spPr>
              <a:xfrm>
                <a:off x="345011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8" name="ph6088"/>
              <p:cNvSpPr/>
              <p:nvPr/>
            </p:nvSpPr>
            <p:spPr>
              <a:xfrm>
                <a:off x="345955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9" name="ph6089"/>
              <p:cNvSpPr/>
              <p:nvPr/>
            </p:nvSpPr>
            <p:spPr>
              <a:xfrm>
                <a:off x="346899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0" name="ph6090"/>
              <p:cNvSpPr/>
              <p:nvPr/>
            </p:nvSpPr>
            <p:spPr>
              <a:xfrm>
                <a:off x="347843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1" name="ph6091"/>
              <p:cNvSpPr/>
              <p:nvPr/>
            </p:nvSpPr>
            <p:spPr>
              <a:xfrm>
                <a:off x="348787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2" name="ph6092"/>
              <p:cNvSpPr/>
              <p:nvPr/>
            </p:nvSpPr>
            <p:spPr>
              <a:xfrm>
                <a:off x="349731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3" name="ph6093"/>
              <p:cNvSpPr/>
              <p:nvPr/>
            </p:nvSpPr>
            <p:spPr>
              <a:xfrm>
                <a:off x="350675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4" name="ph6094"/>
              <p:cNvSpPr/>
              <p:nvPr/>
            </p:nvSpPr>
            <p:spPr>
              <a:xfrm>
                <a:off x="351619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5" name="ph6095"/>
              <p:cNvSpPr/>
              <p:nvPr/>
            </p:nvSpPr>
            <p:spPr>
              <a:xfrm>
                <a:off x="352563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6" name="ph6096"/>
              <p:cNvSpPr/>
              <p:nvPr/>
            </p:nvSpPr>
            <p:spPr>
              <a:xfrm>
                <a:off x="353507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7" name="ph6097"/>
              <p:cNvSpPr/>
              <p:nvPr/>
            </p:nvSpPr>
            <p:spPr>
              <a:xfrm>
                <a:off x="354451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8" name="ph6098"/>
              <p:cNvSpPr/>
              <p:nvPr/>
            </p:nvSpPr>
            <p:spPr>
              <a:xfrm>
                <a:off x="355395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9" name="ph6099"/>
              <p:cNvSpPr/>
              <p:nvPr/>
            </p:nvSpPr>
            <p:spPr>
              <a:xfrm>
                <a:off x="356339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0" name="ph6100"/>
              <p:cNvSpPr/>
              <p:nvPr/>
            </p:nvSpPr>
            <p:spPr>
              <a:xfrm>
                <a:off x="357283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1" name="ph6101"/>
              <p:cNvSpPr/>
              <p:nvPr/>
            </p:nvSpPr>
            <p:spPr>
              <a:xfrm>
                <a:off x="358227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2" name="ph6102"/>
              <p:cNvSpPr/>
              <p:nvPr/>
            </p:nvSpPr>
            <p:spPr>
              <a:xfrm>
                <a:off x="359171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3" name="ph6103"/>
              <p:cNvSpPr/>
              <p:nvPr/>
            </p:nvSpPr>
            <p:spPr>
              <a:xfrm>
                <a:off x="360115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4" name="ph6104"/>
              <p:cNvSpPr/>
              <p:nvPr/>
            </p:nvSpPr>
            <p:spPr>
              <a:xfrm>
                <a:off x="361059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5" name="ph6105"/>
              <p:cNvSpPr/>
              <p:nvPr/>
            </p:nvSpPr>
            <p:spPr>
              <a:xfrm>
                <a:off x="362003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6" name="ph6106"/>
              <p:cNvSpPr/>
              <p:nvPr/>
            </p:nvSpPr>
            <p:spPr>
              <a:xfrm>
                <a:off x="362947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7" name="ph6107"/>
              <p:cNvSpPr/>
              <p:nvPr/>
            </p:nvSpPr>
            <p:spPr>
              <a:xfrm>
                <a:off x="363891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8" name="ph6108"/>
              <p:cNvSpPr/>
              <p:nvPr/>
            </p:nvSpPr>
            <p:spPr>
              <a:xfrm>
                <a:off x="364836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9" name="ph6109"/>
              <p:cNvSpPr/>
              <p:nvPr/>
            </p:nvSpPr>
            <p:spPr>
              <a:xfrm>
                <a:off x="365780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0" name="ph6110"/>
              <p:cNvSpPr/>
              <p:nvPr/>
            </p:nvSpPr>
            <p:spPr>
              <a:xfrm>
                <a:off x="366724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1" name="ph6111"/>
              <p:cNvSpPr/>
              <p:nvPr/>
            </p:nvSpPr>
            <p:spPr>
              <a:xfrm>
                <a:off x="367668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2" name="ph6112"/>
              <p:cNvSpPr/>
              <p:nvPr/>
            </p:nvSpPr>
            <p:spPr>
              <a:xfrm>
                <a:off x="36861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3" name="ph6113"/>
              <p:cNvSpPr/>
              <p:nvPr/>
            </p:nvSpPr>
            <p:spPr>
              <a:xfrm>
                <a:off x="369556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4" name="ph6114"/>
              <p:cNvSpPr/>
              <p:nvPr/>
            </p:nvSpPr>
            <p:spPr>
              <a:xfrm>
                <a:off x="370500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5" name="ph6115"/>
              <p:cNvSpPr/>
              <p:nvPr/>
            </p:nvSpPr>
            <p:spPr>
              <a:xfrm>
                <a:off x="371444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6" name="ph6116"/>
              <p:cNvSpPr/>
              <p:nvPr/>
            </p:nvSpPr>
            <p:spPr>
              <a:xfrm>
                <a:off x="372388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7" name="ph6117"/>
              <p:cNvSpPr/>
              <p:nvPr/>
            </p:nvSpPr>
            <p:spPr>
              <a:xfrm>
                <a:off x="373332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8" name="ph6118"/>
              <p:cNvSpPr/>
              <p:nvPr/>
            </p:nvSpPr>
            <p:spPr>
              <a:xfrm>
                <a:off x="374276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9" name="ph6119"/>
              <p:cNvSpPr/>
              <p:nvPr/>
            </p:nvSpPr>
            <p:spPr>
              <a:xfrm>
                <a:off x="375220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0" name="ph6120"/>
              <p:cNvSpPr/>
              <p:nvPr/>
            </p:nvSpPr>
            <p:spPr>
              <a:xfrm>
                <a:off x="3761643" y="1412291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168"/>
                    </a:lnTo>
                    <a:lnTo>
                      <a:pt x="921017" y="91439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1" name="ph6121"/>
              <p:cNvSpPr/>
              <p:nvPr/>
            </p:nvSpPr>
            <p:spPr>
              <a:xfrm>
                <a:off x="3771083" y="1394721"/>
                <a:ext cx="920257" cy="926738"/>
              </a:xfrm>
              <a:custGeom>
                <a:avLst/>
                <a:gdLst/>
                <a:ahLst/>
                <a:cxnLst/>
                <a:rect l="0" t="0" r="0" b="0"/>
                <a:pathLst>
                  <a:path w="920257" h="926738">
                    <a:moveTo>
                      <a:pt x="914400" y="914400"/>
                    </a:moveTo>
                    <a:lnTo>
                      <a:pt x="920257" y="914400"/>
                    </a:lnTo>
                    <a:lnTo>
                      <a:pt x="918720" y="917915"/>
                    </a:lnTo>
                    <a:lnTo>
                      <a:pt x="914746" y="926095"/>
                    </a:lnTo>
                    <a:lnTo>
                      <a:pt x="914400" y="9267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2" name="ph6122"/>
              <p:cNvSpPr/>
              <p:nvPr/>
            </p:nvSpPr>
            <p:spPr>
              <a:xfrm>
                <a:off x="2100160" y="1377151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2775" y="914400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3" name="ph6123"/>
              <p:cNvSpPr/>
              <p:nvPr/>
            </p:nvSpPr>
            <p:spPr>
              <a:xfrm>
                <a:off x="21001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905" y="931969"/>
                    </a:lnTo>
                    <a:lnTo>
                      <a:pt x="921433" y="931134"/>
                    </a:lnTo>
                    <a:lnTo>
                      <a:pt x="920286" y="929101"/>
                    </a:lnTo>
                    <a:lnTo>
                      <a:pt x="916122" y="921332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4" name="ph6124"/>
              <p:cNvSpPr/>
              <p:nvPr/>
            </p:nvSpPr>
            <p:spPr>
              <a:xfrm>
                <a:off x="210960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5" name="ph6125"/>
              <p:cNvSpPr/>
              <p:nvPr/>
            </p:nvSpPr>
            <p:spPr>
              <a:xfrm>
                <a:off x="211904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6" name="ph6126"/>
              <p:cNvSpPr/>
              <p:nvPr/>
            </p:nvSpPr>
            <p:spPr>
              <a:xfrm>
                <a:off x="212848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7" name="ph6127"/>
              <p:cNvSpPr/>
              <p:nvPr/>
            </p:nvSpPr>
            <p:spPr>
              <a:xfrm>
                <a:off x="21379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8" name="ph6128"/>
              <p:cNvSpPr/>
              <p:nvPr/>
            </p:nvSpPr>
            <p:spPr>
              <a:xfrm>
                <a:off x="214736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9" name="ph6129"/>
              <p:cNvSpPr/>
              <p:nvPr/>
            </p:nvSpPr>
            <p:spPr>
              <a:xfrm>
                <a:off x="215680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0" name="ph6130"/>
              <p:cNvSpPr/>
              <p:nvPr/>
            </p:nvSpPr>
            <p:spPr>
              <a:xfrm>
                <a:off x="216624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1" name="ph6131"/>
              <p:cNvSpPr/>
              <p:nvPr/>
            </p:nvSpPr>
            <p:spPr>
              <a:xfrm>
                <a:off x="217568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2" name="ph6132"/>
              <p:cNvSpPr/>
              <p:nvPr/>
            </p:nvSpPr>
            <p:spPr>
              <a:xfrm>
                <a:off x="218512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3" name="ph6133"/>
              <p:cNvSpPr/>
              <p:nvPr/>
            </p:nvSpPr>
            <p:spPr>
              <a:xfrm>
                <a:off x="219456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4" name="ph6134"/>
              <p:cNvSpPr/>
              <p:nvPr/>
            </p:nvSpPr>
            <p:spPr>
              <a:xfrm>
                <a:off x="220400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5" name="ph6135"/>
              <p:cNvSpPr/>
              <p:nvPr/>
            </p:nvSpPr>
            <p:spPr>
              <a:xfrm>
                <a:off x="221344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6" name="ph6136"/>
              <p:cNvSpPr/>
              <p:nvPr/>
            </p:nvSpPr>
            <p:spPr>
              <a:xfrm>
                <a:off x="222288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7" name="ph6137"/>
              <p:cNvSpPr/>
              <p:nvPr/>
            </p:nvSpPr>
            <p:spPr>
              <a:xfrm>
                <a:off x="223232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8" name="ph6138"/>
              <p:cNvSpPr/>
              <p:nvPr/>
            </p:nvSpPr>
            <p:spPr>
              <a:xfrm>
                <a:off x="224176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9" name="ph6139"/>
              <p:cNvSpPr/>
              <p:nvPr/>
            </p:nvSpPr>
            <p:spPr>
              <a:xfrm>
                <a:off x="225120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0" name="ph6140"/>
              <p:cNvSpPr/>
              <p:nvPr/>
            </p:nvSpPr>
            <p:spPr>
              <a:xfrm>
                <a:off x="226064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1" name="ph6141"/>
              <p:cNvSpPr/>
              <p:nvPr/>
            </p:nvSpPr>
            <p:spPr>
              <a:xfrm>
                <a:off x="227008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2" name="ph6142"/>
              <p:cNvSpPr/>
              <p:nvPr/>
            </p:nvSpPr>
            <p:spPr>
              <a:xfrm>
                <a:off x="227952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3" name="ph6143"/>
              <p:cNvSpPr/>
              <p:nvPr/>
            </p:nvSpPr>
            <p:spPr>
              <a:xfrm>
                <a:off x="228896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4" name="ph6144"/>
              <p:cNvSpPr/>
              <p:nvPr/>
            </p:nvSpPr>
            <p:spPr>
              <a:xfrm>
                <a:off x="229840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5" name="ph6145"/>
              <p:cNvSpPr/>
              <p:nvPr/>
            </p:nvSpPr>
            <p:spPr>
              <a:xfrm>
                <a:off x="230784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6" name="ph6146"/>
              <p:cNvSpPr/>
              <p:nvPr/>
            </p:nvSpPr>
            <p:spPr>
              <a:xfrm>
                <a:off x="231728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7" name="ph6147"/>
              <p:cNvSpPr/>
              <p:nvPr/>
            </p:nvSpPr>
            <p:spPr>
              <a:xfrm>
                <a:off x="232672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8" name="ph6148"/>
              <p:cNvSpPr/>
              <p:nvPr/>
            </p:nvSpPr>
            <p:spPr>
              <a:xfrm>
                <a:off x="233616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9" name="ph6149"/>
              <p:cNvSpPr/>
              <p:nvPr/>
            </p:nvSpPr>
            <p:spPr>
              <a:xfrm>
                <a:off x="234560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0" name="ph6150"/>
              <p:cNvSpPr/>
              <p:nvPr/>
            </p:nvSpPr>
            <p:spPr>
              <a:xfrm>
                <a:off x="235504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1" name="ph6151"/>
              <p:cNvSpPr/>
              <p:nvPr/>
            </p:nvSpPr>
            <p:spPr>
              <a:xfrm>
                <a:off x="236448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2" name="ph6152"/>
              <p:cNvSpPr/>
              <p:nvPr/>
            </p:nvSpPr>
            <p:spPr>
              <a:xfrm>
                <a:off x="237392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3" name="ph6153"/>
              <p:cNvSpPr/>
              <p:nvPr/>
            </p:nvSpPr>
            <p:spPr>
              <a:xfrm>
                <a:off x="238336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4" name="ph6154"/>
              <p:cNvSpPr/>
              <p:nvPr/>
            </p:nvSpPr>
            <p:spPr>
              <a:xfrm>
                <a:off x="239280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5" name="ph6155"/>
              <p:cNvSpPr/>
              <p:nvPr/>
            </p:nvSpPr>
            <p:spPr>
              <a:xfrm>
                <a:off x="240224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6" name="ph6156"/>
              <p:cNvSpPr/>
              <p:nvPr/>
            </p:nvSpPr>
            <p:spPr>
              <a:xfrm>
                <a:off x="241168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7" name="ph6157"/>
              <p:cNvSpPr/>
              <p:nvPr/>
            </p:nvSpPr>
            <p:spPr>
              <a:xfrm>
                <a:off x="242112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8" name="ph6158"/>
              <p:cNvSpPr/>
              <p:nvPr/>
            </p:nvSpPr>
            <p:spPr>
              <a:xfrm>
                <a:off x="2430569" y="1394721"/>
                <a:ext cx="921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1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315" y="896830"/>
                    </a:lnTo>
                    <a:lnTo>
                      <a:pt x="921122" y="902220"/>
                    </a:lnTo>
                    <a:lnTo>
                      <a:pt x="920426" y="913102"/>
                    </a:lnTo>
                    <a:lnTo>
                      <a:pt x="920306" y="914400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9" name="ph6159"/>
              <p:cNvSpPr/>
              <p:nvPr/>
            </p:nvSpPr>
            <p:spPr>
              <a:xfrm>
                <a:off x="3148027" y="137715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041" y="931969"/>
                    </a:lnTo>
                    <a:lnTo>
                      <a:pt x="907554" y="924484"/>
                    </a:lnTo>
                    <a:lnTo>
                      <a:pt x="910923" y="915522"/>
                    </a:lnTo>
                    <a:lnTo>
                      <a:pt x="911393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0" name="ph6160"/>
              <p:cNvSpPr/>
              <p:nvPr/>
            </p:nvSpPr>
            <p:spPr>
              <a:xfrm>
                <a:off x="314802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1" name="ph6161"/>
              <p:cNvSpPr/>
              <p:nvPr/>
            </p:nvSpPr>
            <p:spPr>
              <a:xfrm>
                <a:off x="315746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2" name="ph6162"/>
              <p:cNvSpPr/>
              <p:nvPr/>
            </p:nvSpPr>
            <p:spPr>
              <a:xfrm>
                <a:off x="316690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3" name="ph6163"/>
              <p:cNvSpPr/>
              <p:nvPr/>
            </p:nvSpPr>
            <p:spPr>
              <a:xfrm>
                <a:off x="317634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4" name="ph6164"/>
              <p:cNvSpPr/>
              <p:nvPr/>
            </p:nvSpPr>
            <p:spPr>
              <a:xfrm>
                <a:off x="318578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5" name="ph6165"/>
              <p:cNvSpPr/>
              <p:nvPr/>
            </p:nvSpPr>
            <p:spPr>
              <a:xfrm>
                <a:off x="319522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6" name="ph6166"/>
              <p:cNvSpPr/>
              <p:nvPr/>
            </p:nvSpPr>
            <p:spPr>
              <a:xfrm>
                <a:off x="320466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7" name="ph6167"/>
              <p:cNvSpPr/>
              <p:nvPr/>
            </p:nvSpPr>
            <p:spPr>
              <a:xfrm>
                <a:off x="321410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8" name="ph6168"/>
              <p:cNvSpPr/>
              <p:nvPr/>
            </p:nvSpPr>
            <p:spPr>
              <a:xfrm>
                <a:off x="322354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9" name="ph6169"/>
              <p:cNvSpPr/>
              <p:nvPr/>
            </p:nvSpPr>
            <p:spPr>
              <a:xfrm>
                <a:off x="323298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0" name="ph6170"/>
              <p:cNvSpPr/>
              <p:nvPr/>
            </p:nvSpPr>
            <p:spPr>
              <a:xfrm>
                <a:off x="324242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1" name="ph6171"/>
              <p:cNvSpPr/>
              <p:nvPr/>
            </p:nvSpPr>
            <p:spPr>
              <a:xfrm>
                <a:off x="325187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2" name="ph6172"/>
              <p:cNvSpPr/>
              <p:nvPr/>
            </p:nvSpPr>
            <p:spPr>
              <a:xfrm>
                <a:off x="326131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3" name="ph6173"/>
              <p:cNvSpPr/>
              <p:nvPr/>
            </p:nvSpPr>
            <p:spPr>
              <a:xfrm>
                <a:off x="327075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4" name="ph6174"/>
              <p:cNvSpPr/>
              <p:nvPr/>
            </p:nvSpPr>
            <p:spPr>
              <a:xfrm>
                <a:off x="328019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5" name="ph6175"/>
              <p:cNvSpPr/>
              <p:nvPr/>
            </p:nvSpPr>
            <p:spPr>
              <a:xfrm>
                <a:off x="328963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6" name="ph6176"/>
              <p:cNvSpPr/>
              <p:nvPr/>
            </p:nvSpPr>
            <p:spPr>
              <a:xfrm>
                <a:off x="329907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7" name="ph6177"/>
              <p:cNvSpPr/>
              <p:nvPr/>
            </p:nvSpPr>
            <p:spPr>
              <a:xfrm>
                <a:off x="330851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8" name="ph6178"/>
              <p:cNvSpPr/>
              <p:nvPr/>
            </p:nvSpPr>
            <p:spPr>
              <a:xfrm>
                <a:off x="331795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9" name="ph6179"/>
              <p:cNvSpPr/>
              <p:nvPr/>
            </p:nvSpPr>
            <p:spPr>
              <a:xfrm>
                <a:off x="332739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0" name="ph6180"/>
              <p:cNvSpPr/>
              <p:nvPr/>
            </p:nvSpPr>
            <p:spPr>
              <a:xfrm>
                <a:off x="333683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1" name="ph6181"/>
              <p:cNvSpPr/>
              <p:nvPr/>
            </p:nvSpPr>
            <p:spPr>
              <a:xfrm>
                <a:off x="334627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2" name="ph6182"/>
              <p:cNvSpPr/>
              <p:nvPr/>
            </p:nvSpPr>
            <p:spPr>
              <a:xfrm>
                <a:off x="335571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3" name="ph6183"/>
              <p:cNvSpPr/>
              <p:nvPr/>
            </p:nvSpPr>
            <p:spPr>
              <a:xfrm>
                <a:off x="336515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4" name="ph6184"/>
              <p:cNvSpPr/>
              <p:nvPr/>
            </p:nvSpPr>
            <p:spPr>
              <a:xfrm>
                <a:off x="337459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5" name="ph6185"/>
              <p:cNvSpPr/>
              <p:nvPr/>
            </p:nvSpPr>
            <p:spPr>
              <a:xfrm>
                <a:off x="338403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6" name="ph6186"/>
              <p:cNvSpPr/>
              <p:nvPr/>
            </p:nvSpPr>
            <p:spPr>
              <a:xfrm>
                <a:off x="339347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7" name="ph6187"/>
              <p:cNvSpPr/>
              <p:nvPr/>
            </p:nvSpPr>
            <p:spPr>
              <a:xfrm>
                <a:off x="340291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8" name="ph6188"/>
              <p:cNvSpPr/>
              <p:nvPr/>
            </p:nvSpPr>
            <p:spPr>
              <a:xfrm>
                <a:off x="341235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9" name="ph6189"/>
              <p:cNvSpPr/>
              <p:nvPr/>
            </p:nvSpPr>
            <p:spPr>
              <a:xfrm>
                <a:off x="342179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0" name="ph6190"/>
              <p:cNvSpPr/>
              <p:nvPr/>
            </p:nvSpPr>
            <p:spPr>
              <a:xfrm>
                <a:off x="343123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1" name="ph6191"/>
              <p:cNvSpPr/>
              <p:nvPr/>
            </p:nvSpPr>
            <p:spPr>
              <a:xfrm>
                <a:off x="344067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2" name="ph6192"/>
              <p:cNvSpPr/>
              <p:nvPr/>
            </p:nvSpPr>
            <p:spPr>
              <a:xfrm>
                <a:off x="345011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3" name="ph6193"/>
              <p:cNvSpPr/>
              <p:nvPr/>
            </p:nvSpPr>
            <p:spPr>
              <a:xfrm>
                <a:off x="345955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4" name="ph6194"/>
              <p:cNvSpPr/>
              <p:nvPr/>
            </p:nvSpPr>
            <p:spPr>
              <a:xfrm>
                <a:off x="346899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5" name="ph6195"/>
              <p:cNvSpPr/>
              <p:nvPr/>
            </p:nvSpPr>
            <p:spPr>
              <a:xfrm>
                <a:off x="347843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6" name="ph6196"/>
              <p:cNvSpPr/>
              <p:nvPr/>
            </p:nvSpPr>
            <p:spPr>
              <a:xfrm>
                <a:off x="348787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7" name="ph6197"/>
              <p:cNvSpPr/>
              <p:nvPr/>
            </p:nvSpPr>
            <p:spPr>
              <a:xfrm>
                <a:off x="349731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8" name="ph6198"/>
              <p:cNvSpPr/>
              <p:nvPr/>
            </p:nvSpPr>
            <p:spPr>
              <a:xfrm>
                <a:off x="350675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9" name="ph6199"/>
              <p:cNvSpPr/>
              <p:nvPr/>
            </p:nvSpPr>
            <p:spPr>
              <a:xfrm>
                <a:off x="351619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0" name="ph6200"/>
              <p:cNvSpPr/>
              <p:nvPr/>
            </p:nvSpPr>
            <p:spPr>
              <a:xfrm>
                <a:off x="352563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1" name="ph6201"/>
              <p:cNvSpPr/>
              <p:nvPr/>
            </p:nvSpPr>
            <p:spPr>
              <a:xfrm>
                <a:off x="353507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2" name="ph6202"/>
              <p:cNvSpPr/>
              <p:nvPr/>
            </p:nvSpPr>
            <p:spPr>
              <a:xfrm>
                <a:off x="354451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3" name="ph6203"/>
              <p:cNvSpPr/>
              <p:nvPr/>
            </p:nvSpPr>
            <p:spPr>
              <a:xfrm>
                <a:off x="355395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4" name="ph6204"/>
              <p:cNvSpPr/>
              <p:nvPr/>
            </p:nvSpPr>
            <p:spPr>
              <a:xfrm>
                <a:off x="356339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5" name="ph6205"/>
              <p:cNvSpPr/>
              <p:nvPr/>
            </p:nvSpPr>
            <p:spPr>
              <a:xfrm>
                <a:off x="357283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6" name="ph6206"/>
              <p:cNvSpPr/>
              <p:nvPr/>
            </p:nvSpPr>
            <p:spPr>
              <a:xfrm>
                <a:off x="358227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7" name="ph6207"/>
              <p:cNvSpPr/>
              <p:nvPr/>
            </p:nvSpPr>
            <p:spPr>
              <a:xfrm>
                <a:off x="359171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8" name="ph6208"/>
              <p:cNvSpPr/>
              <p:nvPr/>
            </p:nvSpPr>
            <p:spPr>
              <a:xfrm>
                <a:off x="360115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9" name="ph6209"/>
              <p:cNvSpPr/>
              <p:nvPr/>
            </p:nvSpPr>
            <p:spPr>
              <a:xfrm>
                <a:off x="361059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0" name="ph6210"/>
              <p:cNvSpPr/>
              <p:nvPr/>
            </p:nvSpPr>
            <p:spPr>
              <a:xfrm>
                <a:off x="362003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1" name="ph6211"/>
              <p:cNvSpPr/>
              <p:nvPr/>
            </p:nvSpPr>
            <p:spPr>
              <a:xfrm>
                <a:off x="362947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2" name="ph6212"/>
              <p:cNvSpPr/>
              <p:nvPr/>
            </p:nvSpPr>
            <p:spPr>
              <a:xfrm>
                <a:off x="363891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3" name="ph6213"/>
              <p:cNvSpPr/>
              <p:nvPr/>
            </p:nvSpPr>
            <p:spPr>
              <a:xfrm>
                <a:off x="36483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4" name="ph6214"/>
              <p:cNvSpPr/>
              <p:nvPr/>
            </p:nvSpPr>
            <p:spPr>
              <a:xfrm>
                <a:off x="365780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5" name="ph6215"/>
              <p:cNvSpPr/>
              <p:nvPr/>
            </p:nvSpPr>
            <p:spPr>
              <a:xfrm>
                <a:off x="366724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6" name="ph6216"/>
              <p:cNvSpPr/>
              <p:nvPr/>
            </p:nvSpPr>
            <p:spPr>
              <a:xfrm>
                <a:off x="367668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7" name="ph6217"/>
              <p:cNvSpPr/>
              <p:nvPr/>
            </p:nvSpPr>
            <p:spPr>
              <a:xfrm>
                <a:off x="36861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8" name="ph6218"/>
              <p:cNvSpPr/>
              <p:nvPr/>
            </p:nvSpPr>
            <p:spPr>
              <a:xfrm>
                <a:off x="369556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9" name="ph6219"/>
              <p:cNvSpPr/>
              <p:nvPr/>
            </p:nvSpPr>
            <p:spPr>
              <a:xfrm>
                <a:off x="370500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0" name="ph6220"/>
              <p:cNvSpPr/>
              <p:nvPr/>
            </p:nvSpPr>
            <p:spPr>
              <a:xfrm>
                <a:off x="371444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1" name="ph6221"/>
              <p:cNvSpPr/>
              <p:nvPr/>
            </p:nvSpPr>
            <p:spPr>
              <a:xfrm>
                <a:off x="372388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2" name="ph6222"/>
              <p:cNvSpPr/>
              <p:nvPr/>
            </p:nvSpPr>
            <p:spPr>
              <a:xfrm>
                <a:off x="373332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3" name="ph6223"/>
              <p:cNvSpPr/>
              <p:nvPr/>
            </p:nvSpPr>
            <p:spPr>
              <a:xfrm>
                <a:off x="374276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4" name="ph6224"/>
              <p:cNvSpPr/>
              <p:nvPr/>
            </p:nvSpPr>
            <p:spPr>
              <a:xfrm>
                <a:off x="375220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5" name="ph6225"/>
              <p:cNvSpPr/>
              <p:nvPr/>
            </p:nvSpPr>
            <p:spPr>
              <a:xfrm>
                <a:off x="376164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6" name="ph6226"/>
              <p:cNvSpPr/>
              <p:nvPr/>
            </p:nvSpPr>
            <p:spPr>
              <a:xfrm>
                <a:off x="3771083" y="139472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39"/>
                    </a:lnTo>
                    <a:lnTo>
                      <a:pt x="922459" y="909359"/>
                    </a:lnTo>
                    <a:lnTo>
                      <a:pt x="920257" y="91440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7" name="ph6227"/>
              <p:cNvSpPr/>
              <p:nvPr/>
            </p:nvSpPr>
            <p:spPr>
              <a:xfrm>
                <a:off x="3780523" y="1377151"/>
                <a:ext cx="917782" cy="923409"/>
              </a:xfrm>
              <a:custGeom>
                <a:avLst/>
                <a:gdLst/>
                <a:ahLst/>
                <a:cxnLst/>
                <a:rect l="0" t="0" r="0" b="0"/>
                <a:pathLst>
                  <a:path w="917782" h="923409">
                    <a:moveTo>
                      <a:pt x="914400" y="914400"/>
                    </a:moveTo>
                    <a:lnTo>
                      <a:pt x="917782" y="914400"/>
                    </a:lnTo>
                    <a:lnTo>
                      <a:pt x="916513" y="918021"/>
                    </a:lnTo>
                    <a:lnTo>
                      <a:pt x="914400" y="92340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8" name="ph6228"/>
              <p:cNvSpPr/>
              <p:nvPr/>
            </p:nvSpPr>
            <p:spPr>
              <a:xfrm>
                <a:off x="2100160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75" y="931969"/>
                    </a:lnTo>
                    <a:lnTo>
                      <a:pt x="912181" y="930739"/>
                    </a:lnTo>
                    <a:lnTo>
                      <a:pt x="908473" y="922206"/>
                    </a:lnTo>
                    <a:lnTo>
                      <a:pt x="905428" y="914400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9" name="ph6229"/>
              <p:cNvSpPr/>
              <p:nvPr/>
            </p:nvSpPr>
            <p:spPr>
              <a:xfrm>
                <a:off x="21001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0" name="ph6230"/>
              <p:cNvSpPr/>
              <p:nvPr/>
            </p:nvSpPr>
            <p:spPr>
              <a:xfrm>
                <a:off x="210960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1" name="ph6231"/>
              <p:cNvSpPr/>
              <p:nvPr/>
            </p:nvSpPr>
            <p:spPr>
              <a:xfrm>
                <a:off x="211904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2" name="ph6232"/>
              <p:cNvSpPr/>
              <p:nvPr/>
            </p:nvSpPr>
            <p:spPr>
              <a:xfrm>
                <a:off x="212848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3" name="ph6233"/>
              <p:cNvSpPr/>
              <p:nvPr/>
            </p:nvSpPr>
            <p:spPr>
              <a:xfrm>
                <a:off x="21379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4" name="ph6234"/>
              <p:cNvSpPr/>
              <p:nvPr/>
            </p:nvSpPr>
            <p:spPr>
              <a:xfrm>
                <a:off x="214736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5" name="ph6235"/>
              <p:cNvSpPr/>
              <p:nvPr/>
            </p:nvSpPr>
            <p:spPr>
              <a:xfrm>
                <a:off x="215680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6" name="ph6236"/>
              <p:cNvSpPr/>
              <p:nvPr/>
            </p:nvSpPr>
            <p:spPr>
              <a:xfrm>
                <a:off x="216624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7" name="ph6237"/>
              <p:cNvSpPr/>
              <p:nvPr/>
            </p:nvSpPr>
            <p:spPr>
              <a:xfrm>
                <a:off x="217568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8" name="ph6238"/>
              <p:cNvSpPr/>
              <p:nvPr/>
            </p:nvSpPr>
            <p:spPr>
              <a:xfrm>
                <a:off x="218512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9" name="ph6239"/>
              <p:cNvSpPr/>
              <p:nvPr/>
            </p:nvSpPr>
            <p:spPr>
              <a:xfrm>
                <a:off x="219456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0" name="ph6240"/>
              <p:cNvSpPr/>
              <p:nvPr/>
            </p:nvSpPr>
            <p:spPr>
              <a:xfrm>
                <a:off x="220400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1" name="ph6241"/>
              <p:cNvSpPr/>
              <p:nvPr/>
            </p:nvSpPr>
            <p:spPr>
              <a:xfrm>
                <a:off x="221344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2" name="ph6242"/>
              <p:cNvSpPr/>
              <p:nvPr/>
            </p:nvSpPr>
            <p:spPr>
              <a:xfrm>
                <a:off x="222288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3" name="ph6243"/>
              <p:cNvSpPr/>
              <p:nvPr/>
            </p:nvSpPr>
            <p:spPr>
              <a:xfrm>
                <a:off x="223232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4" name="ph6244"/>
              <p:cNvSpPr/>
              <p:nvPr/>
            </p:nvSpPr>
            <p:spPr>
              <a:xfrm>
                <a:off x="224176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5" name="ph6245"/>
              <p:cNvSpPr/>
              <p:nvPr/>
            </p:nvSpPr>
            <p:spPr>
              <a:xfrm>
                <a:off x="225120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6" name="ph6246"/>
              <p:cNvSpPr/>
              <p:nvPr/>
            </p:nvSpPr>
            <p:spPr>
              <a:xfrm>
                <a:off x="226064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7" name="ph6247"/>
              <p:cNvSpPr/>
              <p:nvPr/>
            </p:nvSpPr>
            <p:spPr>
              <a:xfrm>
                <a:off x="227008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8" name="ph6248"/>
              <p:cNvSpPr/>
              <p:nvPr/>
            </p:nvSpPr>
            <p:spPr>
              <a:xfrm>
                <a:off x="227952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9" name="ph6249"/>
              <p:cNvSpPr/>
              <p:nvPr/>
            </p:nvSpPr>
            <p:spPr>
              <a:xfrm>
                <a:off x="228896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0" name="ph6250"/>
              <p:cNvSpPr/>
              <p:nvPr/>
            </p:nvSpPr>
            <p:spPr>
              <a:xfrm>
                <a:off x="229840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1" name="ph6251"/>
              <p:cNvSpPr/>
              <p:nvPr/>
            </p:nvSpPr>
            <p:spPr>
              <a:xfrm>
                <a:off x="230784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2" name="ph6252"/>
              <p:cNvSpPr/>
              <p:nvPr/>
            </p:nvSpPr>
            <p:spPr>
              <a:xfrm>
                <a:off x="231728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3" name="ph6253"/>
              <p:cNvSpPr/>
              <p:nvPr/>
            </p:nvSpPr>
            <p:spPr>
              <a:xfrm>
                <a:off x="232672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4" name="ph6254"/>
              <p:cNvSpPr/>
              <p:nvPr/>
            </p:nvSpPr>
            <p:spPr>
              <a:xfrm>
                <a:off x="233616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5" name="ph6255"/>
              <p:cNvSpPr/>
              <p:nvPr/>
            </p:nvSpPr>
            <p:spPr>
              <a:xfrm>
                <a:off x="234560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6" name="ph6256"/>
              <p:cNvSpPr/>
              <p:nvPr/>
            </p:nvSpPr>
            <p:spPr>
              <a:xfrm>
                <a:off x="235504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7" name="ph6257"/>
              <p:cNvSpPr/>
              <p:nvPr/>
            </p:nvSpPr>
            <p:spPr>
              <a:xfrm>
                <a:off x="236448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E">
                  <a:alpha val="100000"/>
                </a:srgbClr>
              </a:solidFill>
              <a:ln w="5420" cap="flat">
                <a:solidFill>
                  <a:srgbClr val="FEE1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8" name="ph6258"/>
              <p:cNvSpPr/>
              <p:nvPr/>
            </p:nvSpPr>
            <p:spPr>
              <a:xfrm>
                <a:off x="237392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9" name="ph6259"/>
              <p:cNvSpPr/>
              <p:nvPr/>
            </p:nvSpPr>
            <p:spPr>
              <a:xfrm>
                <a:off x="238336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0" name="ph6260"/>
              <p:cNvSpPr/>
              <p:nvPr/>
            </p:nvSpPr>
            <p:spPr>
              <a:xfrm>
                <a:off x="239280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1" name="ph6261"/>
              <p:cNvSpPr/>
              <p:nvPr/>
            </p:nvSpPr>
            <p:spPr>
              <a:xfrm>
                <a:off x="240224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2" name="ph6262"/>
              <p:cNvSpPr/>
              <p:nvPr/>
            </p:nvSpPr>
            <p:spPr>
              <a:xfrm>
                <a:off x="241168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3" name="ph6263"/>
              <p:cNvSpPr/>
              <p:nvPr/>
            </p:nvSpPr>
            <p:spPr>
              <a:xfrm>
                <a:off x="242112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4" name="ph6264"/>
              <p:cNvSpPr/>
              <p:nvPr/>
            </p:nvSpPr>
            <p:spPr>
              <a:xfrm>
                <a:off x="2430569" y="1377151"/>
                <a:ext cx="9216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78" y="896830"/>
                    </a:lnTo>
                    <a:lnTo>
                      <a:pt x="921600" y="897898"/>
                    </a:lnTo>
                    <a:lnTo>
                      <a:pt x="921514" y="908855"/>
                    </a:lnTo>
                    <a:lnTo>
                      <a:pt x="921315" y="914400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5" name="ph6265"/>
              <p:cNvSpPr/>
              <p:nvPr/>
            </p:nvSpPr>
            <p:spPr>
              <a:xfrm>
                <a:off x="3148027" y="137715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93" y="914400"/>
                    </a:lnTo>
                    <a:lnTo>
                      <a:pt x="914400" y="907223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6" name="ph6266"/>
              <p:cNvSpPr/>
              <p:nvPr/>
            </p:nvSpPr>
            <p:spPr>
              <a:xfrm>
                <a:off x="3157467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793"/>
                    </a:lnTo>
                    <a:lnTo>
                      <a:pt x="905096" y="924466"/>
                    </a:lnTo>
                    <a:lnTo>
                      <a:pt x="908946" y="916201"/>
                    </a:lnTo>
                    <a:lnTo>
                      <a:pt x="909877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7" name="ph6267"/>
              <p:cNvSpPr/>
              <p:nvPr/>
            </p:nvSpPr>
            <p:spPr>
              <a:xfrm>
                <a:off x="315746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8" name="ph6268"/>
              <p:cNvSpPr/>
              <p:nvPr/>
            </p:nvSpPr>
            <p:spPr>
              <a:xfrm>
                <a:off x="316690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9" name="ph6269"/>
              <p:cNvSpPr/>
              <p:nvPr/>
            </p:nvSpPr>
            <p:spPr>
              <a:xfrm>
                <a:off x="317634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0" name="ph6270"/>
              <p:cNvSpPr/>
              <p:nvPr/>
            </p:nvSpPr>
            <p:spPr>
              <a:xfrm>
                <a:off x="318578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1" name="ph6271"/>
              <p:cNvSpPr/>
              <p:nvPr/>
            </p:nvSpPr>
            <p:spPr>
              <a:xfrm>
                <a:off x="319522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2" name="ph6272"/>
              <p:cNvSpPr/>
              <p:nvPr/>
            </p:nvSpPr>
            <p:spPr>
              <a:xfrm>
                <a:off x="320466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3" name="ph6273"/>
              <p:cNvSpPr/>
              <p:nvPr/>
            </p:nvSpPr>
            <p:spPr>
              <a:xfrm>
                <a:off x="321410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4" name="ph6274"/>
              <p:cNvSpPr/>
              <p:nvPr/>
            </p:nvSpPr>
            <p:spPr>
              <a:xfrm>
                <a:off x="322354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5" name="ph6275"/>
              <p:cNvSpPr/>
              <p:nvPr/>
            </p:nvSpPr>
            <p:spPr>
              <a:xfrm>
                <a:off x="323298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6" name="ph6276"/>
              <p:cNvSpPr/>
              <p:nvPr/>
            </p:nvSpPr>
            <p:spPr>
              <a:xfrm>
                <a:off x="324242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7" name="ph6277"/>
              <p:cNvSpPr/>
              <p:nvPr/>
            </p:nvSpPr>
            <p:spPr>
              <a:xfrm>
                <a:off x="325187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8" name="ph6278"/>
              <p:cNvSpPr/>
              <p:nvPr/>
            </p:nvSpPr>
            <p:spPr>
              <a:xfrm>
                <a:off x="326131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9" name="ph6279"/>
              <p:cNvSpPr/>
              <p:nvPr/>
            </p:nvSpPr>
            <p:spPr>
              <a:xfrm>
                <a:off x="327075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0" name="ph6280"/>
              <p:cNvSpPr/>
              <p:nvPr/>
            </p:nvSpPr>
            <p:spPr>
              <a:xfrm>
                <a:off x="328019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1" name="ph6281"/>
              <p:cNvSpPr/>
              <p:nvPr/>
            </p:nvSpPr>
            <p:spPr>
              <a:xfrm>
                <a:off x="328963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2" name="ph6282"/>
              <p:cNvSpPr/>
              <p:nvPr/>
            </p:nvSpPr>
            <p:spPr>
              <a:xfrm>
                <a:off x="329907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3" name="ph6283"/>
              <p:cNvSpPr/>
              <p:nvPr/>
            </p:nvSpPr>
            <p:spPr>
              <a:xfrm>
                <a:off x="330851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4" name="ph6284"/>
              <p:cNvSpPr/>
              <p:nvPr/>
            </p:nvSpPr>
            <p:spPr>
              <a:xfrm>
                <a:off x="331795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5" name="ph6285"/>
              <p:cNvSpPr/>
              <p:nvPr/>
            </p:nvSpPr>
            <p:spPr>
              <a:xfrm>
                <a:off x="332739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6" name="ph6286"/>
              <p:cNvSpPr/>
              <p:nvPr/>
            </p:nvSpPr>
            <p:spPr>
              <a:xfrm>
                <a:off x="333683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7" name="ph6287"/>
              <p:cNvSpPr/>
              <p:nvPr/>
            </p:nvSpPr>
            <p:spPr>
              <a:xfrm>
                <a:off x="334627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8" name="ph6288"/>
              <p:cNvSpPr/>
              <p:nvPr/>
            </p:nvSpPr>
            <p:spPr>
              <a:xfrm>
                <a:off x="335571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9" name="ph6289"/>
              <p:cNvSpPr/>
              <p:nvPr/>
            </p:nvSpPr>
            <p:spPr>
              <a:xfrm>
                <a:off x="336515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0" name="ph6290"/>
              <p:cNvSpPr/>
              <p:nvPr/>
            </p:nvSpPr>
            <p:spPr>
              <a:xfrm>
                <a:off x="337459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1" name="ph6291"/>
              <p:cNvSpPr/>
              <p:nvPr/>
            </p:nvSpPr>
            <p:spPr>
              <a:xfrm>
                <a:off x="338403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2" name="ph6292"/>
              <p:cNvSpPr/>
              <p:nvPr/>
            </p:nvSpPr>
            <p:spPr>
              <a:xfrm>
                <a:off x="339347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3" name="ph6293"/>
              <p:cNvSpPr/>
              <p:nvPr/>
            </p:nvSpPr>
            <p:spPr>
              <a:xfrm>
                <a:off x="340291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4" name="ph6294"/>
              <p:cNvSpPr/>
              <p:nvPr/>
            </p:nvSpPr>
            <p:spPr>
              <a:xfrm>
                <a:off x="341235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5" name="ph6295"/>
              <p:cNvSpPr/>
              <p:nvPr/>
            </p:nvSpPr>
            <p:spPr>
              <a:xfrm>
                <a:off x="342179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6" name="ph6296"/>
              <p:cNvSpPr/>
              <p:nvPr/>
            </p:nvSpPr>
            <p:spPr>
              <a:xfrm>
                <a:off x="343123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7" name="ph6297"/>
              <p:cNvSpPr/>
              <p:nvPr/>
            </p:nvSpPr>
            <p:spPr>
              <a:xfrm>
                <a:off x="344067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8" name="ph6298"/>
              <p:cNvSpPr/>
              <p:nvPr/>
            </p:nvSpPr>
            <p:spPr>
              <a:xfrm>
                <a:off x="345011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9" name="ph6299"/>
              <p:cNvSpPr/>
              <p:nvPr/>
            </p:nvSpPr>
            <p:spPr>
              <a:xfrm>
                <a:off x="345955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0" name="ph6300"/>
              <p:cNvSpPr/>
              <p:nvPr/>
            </p:nvSpPr>
            <p:spPr>
              <a:xfrm>
                <a:off x="346899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1" name="ph6301"/>
              <p:cNvSpPr/>
              <p:nvPr/>
            </p:nvSpPr>
            <p:spPr>
              <a:xfrm>
                <a:off x="347843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2" name="ph6302"/>
              <p:cNvSpPr/>
              <p:nvPr/>
            </p:nvSpPr>
            <p:spPr>
              <a:xfrm>
                <a:off x="348787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3" name="ph6303"/>
              <p:cNvSpPr/>
              <p:nvPr/>
            </p:nvSpPr>
            <p:spPr>
              <a:xfrm>
                <a:off x="349731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4" name="ph6304"/>
              <p:cNvSpPr/>
              <p:nvPr/>
            </p:nvSpPr>
            <p:spPr>
              <a:xfrm>
                <a:off x="350675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5" name="ph6305"/>
              <p:cNvSpPr/>
              <p:nvPr/>
            </p:nvSpPr>
            <p:spPr>
              <a:xfrm>
                <a:off x="351619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6" name="ph6306"/>
              <p:cNvSpPr/>
              <p:nvPr/>
            </p:nvSpPr>
            <p:spPr>
              <a:xfrm>
                <a:off x="352563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7" name="ph6307"/>
              <p:cNvSpPr/>
              <p:nvPr/>
            </p:nvSpPr>
            <p:spPr>
              <a:xfrm>
                <a:off x="353507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8" name="ph6308"/>
              <p:cNvSpPr/>
              <p:nvPr/>
            </p:nvSpPr>
            <p:spPr>
              <a:xfrm>
                <a:off x="354451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9" name="ph6309"/>
              <p:cNvSpPr/>
              <p:nvPr/>
            </p:nvSpPr>
            <p:spPr>
              <a:xfrm>
                <a:off x="355395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0" name="ph6310"/>
              <p:cNvSpPr/>
              <p:nvPr/>
            </p:nvSpPr>
            <p:spPr>
              <a:xfrm>
                <a:off x="356339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1" name="ph6311"/>
              <p:cNvSpPr/>
              <p:nvPr/>
            </p:nvSpPr>
            <p:spPr>
              <a:xfrm>
                <a:off x="357283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2" name="ph6312"/>
              <p:cNvSpPr/>
              <p:nvPr/>
            </p:nvSpPr>
            <p:spPr>
              <a:xfrm>
                <a:off x="358227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3" name="ph6313"/>
              <p:cNvSpPr/>
              <p:nvPr/>
            </p:nvSpPr>
            <p:spPr>
              <a:xfrm>
                <a:off x="359171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4" name="ph6314"/>
              <p:cNvSpPr/>
              <p:nvPr/>
            </p:nvSpPr>
            <p:spPr>
              <a:xfrm>
                <a:off x="360115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5" name="ph6315"/>
              <p:cNvSpPr/>
              <p:nvPr/>
            </p:nvSpPr>
            <p:spPr>
              <a:xfrm>
                <a:off x="361059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6" name="ph6316"/>
              <p:cNvSpPr/>
              <p:nvPr/>
            </p:nvSpPr>
            <p:spPr>
              <a:xfrm>
                <a:off x="362003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7" name="ph6317"/>
              <p:cNvSpPr/>
              <p:nvPr/>
            </p:nvSpPr>
            <p:spPr>
              <a:xfrm>
                <a:off x="362947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8" name="ph6318"/>
              <p:cNvSpPr/>
              <p:nvPr/>
            </p:nvSpPr>
            <p:spPr>
              <a:xfrm>
                <a:off x="363891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9" name="ph6319"/>
              <p:cNvSpPr/>
              <p:nvPr/>
            </p:nvSpPr>
            <p:spPr>
              <a:xfrm>
                <a:off x="36483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0" name="ph6320"/>
              <p:cNvSpPr/>
              <p:nvPr/>
            </p:nvSpPr>
            <p:spPr>
              <a:xfrm>
                <a:off x="365780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1" name="ph6321"/>
              <p:cNvSpPr/>
              <p:nvPr/>
            </p:nvSpPr>
            <p:spPr>
              <a:xfrm>
                <a:off x="366724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2" name="ph6322"/>
              <p:cNvSpPr/>
              <p:nvPr/>
            </p:nvSpPr>
            <p:spPr>
              <a:xfrm>
                <a:off x="367668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3" name="ph6323"/>
              <p:cNvSpPr/>
              <p:nvPr/>
            </p:nvSpPr>
            <p:spPr>
              <a:xfrm>
                <a:off x="36861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4" name="ph6324"/>
              <p:cNvSpPr/>
              <p:nvPr/>
            </p:nvSpPr>
            <p:spPr>
              <a:xfrm>
                <a:off x="369556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5" name="ph6325"/>
              <p:cNvSpPr/>
              <p:nvPr/>
            </p:nvSpPr>
            <p:spPr>
              <a:xfrm>
                <a:off x="370500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6" name="ph6326"/>
              <p:cNvSpPr/>
              <p:nvPr/>
            </p:nvSpPr>
            <p:spPr>
              <a:xfrm>
                <a:off x="371444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7" name="ph6327"/>
              <p:cNvSpPr/>
              <p:nvPr/>
            </p:nvSpPr>
            <p:spPr>
              <a:xfrm>
                <a:off x="372388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8" name="ph6328"/>
              <p:cNvSpPr/>
              <p:nvPr/>
            </p:nvSpPr>
            <p:spPr>
              <a:xfrm>
                <a:off x="373332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9" name="ph6329"/>
              <p:cNvSpPr/>
              <p:nvPr/>
            </p:nvSpPr>
            <p:spPr>
              <a:xfrm>
                <a:off x="374276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0" name="ph6330"/>
              <p:cNvSpPr/>
              <p:nvPr/>
            </p:nvSpPr>
            <p:spPr>
              <a:xfrm>
                <a:off x="375220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1" name="ph6331"/>
              <p:cNvSpPr/>
              <p:nvPr/>
            </p:nvSpPr>
            <p:spPr>
              <a:xfrm>
                <a:off x="376164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2" name="ph6332"/>
              <p:cNvSpPr/>
              <p:nvPr/>
            </p:nvSpPr>
            <p:spPr>
              <a:xfrm>
                <a:off x="377108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3" name="ph6333"/>
              <p:cNvSpPr/>
              <p:nvPr/>
            </p:nvSpPr>
            <p:spPr>
              <a:xfrm>
                <a:off x="3780523" y="1377151"/>
                <a:ext cx="923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9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91" y="896830"/>
                    </a:lnTo>
                    <a:lnTo>
                      <a:pt x="922726" y="899247"/>
                    </a:lnTo>
                    <a:lnTo>
                      <a:pt x="919751" y="908785"/>
                    </a:lnTo>
                    <a:lnTo>
                      <a:pt x="917782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4" name="ph6334"/>
              <p:cNvSpPr/>
              <p:nvPr/>
            </p:nvSpPr>
            <p:spPr>
              <a:xfrm>
                <a:off x="2090720" y="1342012"/>
                <a:ext cx="914400" cy="9307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52">
                    <a:moveTo>
                      <a:pt x="914400" y="914399"/>
                    </a:moveTo>
                    <a:lnTo>
                      <a:pt x="914400" y="930752"/>
                    </a:lnTo>
                    <a:lnTo>
                      <a:pt x="912479" y="925248"/>
                    </a:lnTo>
                    <a:lnTo>
                      <a:pt x="910843" y="923002"/>
                    </a:lnTo>
                    <a:lnTo>
                      <a:pt x="906262" y="915992"/>
                    </a:lnTo>
                    <a:lnTo>
                      <a:pt x="905325" y="91439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5" name="ph6335"/>
              <p:cNvSpPr/>
              <p:nvPr/>
            </p:nvSpPr>
            <p:spPr>
              <a:xfrm>
                <a:off x="209072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869" y="931969"/>
                    </a:lnTo>
                    <a:lnTo>
                      <a:pt x="914449" y="930895"/>
                    </a:lnTo>
                    <a:lnTo>
                      <a:pt x="914400" y="930752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6" name="ph6336"/>
              <p:cNvSpPr/>
              <p:nvPr/>
            </p:nvSpPr>
            <p:spPr>
              <a:xfrm>
                <a:off x="21001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7" name="ph6337"/>
              <p:cNvSpPr/>
              <p:nvPr/>
            </p:nvSpPr>
            <p:spPr>
              <a:xfrm>
                <a:off x="210960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8" name="ph6338"/>
              <p:cNvSpPr/>
              <p:nvPr/>
            </p:nvSpPr>
            <p:spPr>
              <a:xfrm>
                <a:off x="211904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9" name="ph6339"/>
              <p:cNvSpPr/>
              <p:nvPr/>
            </p:nvSpPr>
            <p:spPr>
              <a:xfrm>
                <a:off x="212848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0" name="ph6340"/>
              <p:cNvSpPr/>
              <p:nvPr/>
            </p:nvSpPr>
            <p:spPr>
              <a:xfrm>
                <a:off x="21379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1" name="ph6341"/>
              <p:cNvSpPr/>
              <p:nvPr/>
            </p:nvSpPr>
            <p:spPr>
              <a:xfrm>
                <a:off x="214736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2" name="ph6342"/>
              <p:cNvSpPr/>
              <p:nvPr/>
            </p:nvSpPr>
            <p:spPr>
              <a:xfrm>
                <a:off x="215680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3" name="ph6343"/>
              <p:cNvSpPr/>
              <p:nvPr/>
            </p:nvSpPr>
            <p:spPr>
              <a:xfrm>
                <a:off x="216624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4" name="ph6344"/>
              <p:cNvSpPr/>
              <p:nvPr/>
            </p:nvSpPr>
            <p:spPr>
              <a:xfrm>
                <a:off x="217568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5" name="ph6345"/>
              <p:cNvSpPr/>
              <p:nvPr/>
            </p:nvSpPr>
            <p:spPr>
              <a:xfrm>
                <a:off x="218512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6" name="ph6346"/>
              <p:cNvSpPr/>
              <p:nvPr/>
            </p:nvSpPr>
            <p:spPr>
              <a:xfrm>
                <a:off x="219456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7" name="ph6347"/>
              <p:cNvSpPr/>
              <p:nvPr/>
            </p:nvSpPr>
            <p:spPr>
              <a:xfrm>
                <a:off x="220400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6">
                  <a:alpha val="100000"/>
                </a:srgbClr>
              </a:solidFill>
              <a:ln w="5420" cap="flat">
                <a:solidFill>
                  <a:srgbClr val="FFD7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8" name="ph6348"/>
              <p:cNvSpPr/>
              <p:nvPr/>
            </p:nvSpPr>
            <p:spPr>
              <a:xfrm>
                <a:off x="221344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9" name="ph6349"/>
              <p:cNvSpPr/>
              <p:nvPr/>
            </p:nvSpPr>
            <p:spPr>
              <a:xfrm>
                <a:off x="222288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0" name="ph6350"/>
              <p:cNvSpPr/>
              <p:nvPr/>
            </p:nvSpPr>
            <p:spPr>
              <a:xfrm>
                <a:off x="223232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1" name="ph6351"/>
              <p:cNvSpPr/>
              <p:nvPr/>
            </p:nvSpPr>
            <p:spPr>
              <a:xfrm>
                <a:off x="224176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2" name="ph6352"/>
              <p:cNvSpPr/>
              <p:nvPr/>
            </p:nvSpPr>
            <p:spPr>
              <a:xfrm>
                <a:off x="225120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3" name="ph6353"/>
              <p:cNvSpPr/>
              <p:nvPr/>
            </p:nvSpPr>
            <p:spPr>
              <a:xfrm>
                <a:off x="226064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4" name="ph6354"/>
              <p:cNvSpPr/>
              <p:nvPr/>
            </p:nvSpPr>
            <p:spPr>
              <a:xfrm>
                <a:off x="227008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5" name="ph6355"/>
              <p:cNvSpPr/>
              <p:nvPr/>
            </p:nvSpPr>
            <p:spPr>
              <a:xfrm>
                <a:off x="227952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6" name="ph6356"/>
              <p:cNvSpPr/>
              <p:nvPr/>
            </p:nvSpPr>
            <p:spPr>
              <a:xfrm>
                <a:off x="228896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7" name="ph6357"/>
              <p:cNvSpPr/>
              <p:nvPr/>
            </p:nvSpPr>
            <p:spPr>
              <a:xfrm>
                <a:off x="229840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8" name="ph6358"/>
              <p:cNvSpPr/>
              <p:nvPr/>
            </p:nvSpPr>
            <p:spPr>
              <a:xfrm>
                <a:off x="230784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9" name="ph6359"/>
              <p:cNvSpPr/>
              <p:nvPr/>
            </p:nvSpPr>
            <p:spPr>
              <a:xfrm>
                <a:off x="231728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0" name="ph6360"/>
              <p:cNvSpPr/>
              <p:nvPr/>
            </p:nvSpPr>
            <p:spPr>
              <a:xfrm>
                <a:off x="232672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1" name="ph6361"/>
              <p:cNvSpPr/>
              <p:nvPr/>
            </p:nvSpPr>
            <p:spPr>
              <a:xfrm>
                <a:off x="233616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2" name="ph6362"/>
              <p:cNvSpPr/>
              <p:nvPr/>
            </p:nvSpPr>
            <p:spPr>
              <a:xfrm>
                <a:off x="234560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3" name="ph6363"/>
              <p:cNvSpPr/>
              <p:nvPr/>
            </p:nvSpPr>
            <p:spPr>
              <a:xfrm>
                <a:off x="235504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4" name="ph6364"/>
              <p:cNvSpPr/>
              <p:nvPr/>
            </p:nvSpPr>
            <p:spPr>
              <a:xfrm>
                <a:off x="236448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5" name="ph6365"/>
              <p:cNvSpPr/>
              <p:nvPr/>
            </p:nvSpPr>
            <p:spPr>
              <a:xfrm>
                <a:off x="237392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6" name="ph6366"/>
              <p:cNvSpPr/>
              <p:nvPr/>
            </p:nvSpPr>
            <p:spPr>
              <a:xfrm>
                <a:off x="238336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7" name="ph6367"/>
              <p:cNvSpPr/>
              <p:nvPr/>
            </p:nvSpPr>
            <p:spPr>
              <a:xfrm>
                <a:off x="239280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8" name="ph6368"/>
              <p:cNvSpPr/>
              <p:nvPr/>
            </p:nvSpPr>
            <p:spPr>
              <a:xfrm>
                <a:off x="240224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9" name="ph6369"/>
              <p:cNvSpPr/>
              <p:nvPr/>
            </p:nvSpPr>
            <p:spPr>
              <a:xfrm>
                <a:off x="241168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0" name="ph6370"/>
              <p:cNvSpPr/>
              <p:nvPr/>
            </p:nvSpPr>
            <p:spPr>
              <a:xfrm>
                <a:off x="242112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1" name="ph6371"/>
              <p:cNvSpPr/>
              <p:nvPr/>
            </p:nvSpPr>
            <p:spPr>
              <a:xfrm>
                <a:off x="2430569" y="1359581"/>
                <a:ext cx="921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117" y="896830"/>
                    </a:lnTo>
                    <a:lnTo>
                      <a:pt x="921127" y="897125"/>
                    </a:lnTo>
                    <a:lnTo>
                      <a:pt x="921138" y="897447"/>
                    </a:lnTo>
                    <a:lnTo>
                      <a:pt x="921149" y="897768"/>
                    </a:lnTo>
                    <a:lnTo>
                      <a:pt x="921160" y="898089"/>
                    </a:lnTo>
                    <a:lnTo>
                      <a:pt x="921171" y="898411"/>
                    </a:lnTo>
                    <a:lnTo>
                      <a:pt x="921182" y="898732"/>
                    </a:lnTo>
                    <a:lnTo>
                      <a:pt x="921193" y="899053"/>
                    </a:lnTo>
                    <a:lnTo>
                      <a:pt x="921204" y="899375"/>
                    </a:lnTo>
                    <a:lnTo>
                      <a:pt x="921215" y="899696"/>
                    </a:lnTo>
                    <a:lnTo>
                      <a:pt x="921226" y="900017"/>
                    </a:lnTo>
                    <a:lnTo>
                      <a:pt x="921237" y="900339"/>
                    </a:lnTo>
                    <a:lnTo>
                      <a:pt x="921248" y="900660"/>
                    </a:lnTo>
                    <a:lnTo>
                      <a:pt x="921259" y="900981"/>
                    </a:lnTo>
                    <a:lnTo>
                      <a:pt x="921270" y="901303"/>
                    </a:lnTo>
                    <a:lnTo>
                      <a:pt x="921281" y="901624"/>
                    </a:lnTo>
                    <a:lnTo>
                      <a:pt x="921292" y="901945"/>
                    </a:lnTo>
                    <a:lnTo>
                      <a:pt x="921303" y="902267"/>
                    </a:lnTo>
                    <a:lnTo>
                      <a:pt x="921314" y="902588"/>
                    </a:lnTo>
                    <a:lnTo>
                      <a:pt x="921325" y="902909"/>
                    </a:lnTo>
                    <a:lnTo>
                      <a:pt x="921336" y="903231"/>
                    </a:lnTo>
                    <a:lnTo>
                      <a:pt x="921346" y="903552"/>
                    </a:lnTo>
                    <a:lnTo>
                      <a:pt x="921357" y="903873"/>
                    </a:lnTo>
                    <a:lnTo>
                      <a:pt x="921368" y="904195"/>
                    </a:lnTo>
                    <a:lnTo>
                      <a:pt x="921379" y="904516"/>
                    </a:lnTo>
                    <a:lnTo>
                      <a:pt x="921578" y="914400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2" name="ph6372"/>
              <p:cNvSpPr/>
              <p:nvPr/>
            </p:nvSpPr>
            <p:spPr>
              <a:xfrm>
                <a:off x="3157467" y="135958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877" y="914400"/>
                    </a:lnTo>
                    <a:lnTo>
                      <a:pt x="913020" y="908318"/>
                    </a:lnTo>
                    <a:lnTo>
                      <a:pt x="914400" y="905913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3" name="ph6373"/>
              <p:cNvSpPr/>
              <p:nvPr/>
            </p:nvSpPr>
            <p:spPr>
              <a:xfrm>
                <a:off x="3166907" y="134201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483"/>
                    </a:lnTo>
                    <a:lnTo>
                      <a:pt x="907869" y="918409"/>
                    </a:lnTo>
                    <a:lnTo>
                      <a:pt x="910421" y="91439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4" name="ph6374"/>
              <p:cNvSpPr/>
              <p:nvPr/>
            </p:nvSpPr>
            <p:spPr>
              <a:xfrm>
                <a:off x="316690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5" name="ph6375"/>
              <p:cNvSpPr/>
              <p:nvPr/>
            </p:nvSpPr>
            <p:spPr>
              <a:xfrm>
                <a:off x="317634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6" name="ph6376"/>
              <p:cNvSpPr/>
              <p:nvPr/>
            </p:nvSpPr>
            <p:spPr>
              <a:xfrm>
                <a:off x="318578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7" name="ph6377"/>
              <p:cNvSpPr/>
              <p:nvPr/>
            </p:nvSpPr>
            <p:spPr>
              <a:xfrm>
                <a:off x="319522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8" name="ph6378"/>
              <p:cNvSpPr/>
              <p:nvPr/>
            </p:nvSpPr>
            <p:spPr>
              <a:xfrm>
                <a:off x="320466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9" name="ph6379"/>
              <p:cNvSpPr/>
              <p:nvPr/>
            </p:nvSpPr>
            <p:spPr>
              <a:xfrm>
                <a:off x="321410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0" name="ph6380"/>
              <p:cNvSpPr/>
              <p:nvPr/>
            </p:nvSpPr>
            <p:spPr>
              <a:xfrm>
                <a:off x="322354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1" name="ph6381"/>
              <p:cNvSpPr/>
              <p:nvPr/>
            </p:nvSpPr>
            <p:spPr>
              <a:xfrm>
                <a:off x="323298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2" name="ph6382"/>
              <p:cNvSpPr/>
              <p:nvPr/>
            </p:nvSpPr>
            <p:spPr>
              <a:xfrm>
                <a:off x="324242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3" name="ph6383"/>
              <p:cNvSpPr/>
              <p:nvPr/>
            </p:nvSpPr>
            <p:spPr>
              <a:xfrm>
                <a:off x="325187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4" name="ph6384"/>
              <p:cNvSpPr/>
              <p:nvPr/>
            </p:nvSpPr>
            <p:spPr>
              <a:xfrm>
                <a:off x="326131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5" name="ph6385"/>
              <p:cNvSpPr/>
              <p:nvPr/>
            </p:nvSpPr>
            <p:spPr>
              <a:xfrm>
                <a:off x="327075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6" name="ph6386"/>
              <p:cNvSpPr/>
              <p:nvPr/>
            </p:nvSpPr>
            <p:spPr>
              <a:xfrm>
                <a:off x="328019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7" name="ph6387"/>
              <p:cNvSpPr/>
              <p:nvPr/>
            </p:nvSpPr>
            <p:spPr>
              <a:xfrm>
                <a:off x="328963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8" name="ph6388"/>
              <p:cNvSpPr/>
              <p:nvPr/>
            </p:nvSpPr>
            <p:spPr>
              <a:xfrm>
                <a:off x="329907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9" name="ph6389"/>
              <p:cNvSpPr/>
              <p:nvPr/>
            </p:nvSpPr>
            <p:spPr>
              <a:xfrm>
                <a:off x="330851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0" name="ph6390"/>
              <p:cNvSpPr/>
              <p:nvPr/>
            </p:nvSpPr>
            <p:spPr>
              <a:xfrm>
                <a:off x="331795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1" name="ph6391"/>
              <p:cNvSpPr/>
              <p:nvPr/>
            </p:nvSpPr>
            <p:spPr>
              <a:xfrm>
                <a:off x="332739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2" name="ph6392"/>
              <p:cNvSpPr/>
              <p:nvPr/>
            </p:nvSpPr>
            <p:spPr>
              <a:xfrm>
                <a:off x="333683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3" name="ph6393"/>
              <p:cNvSpPr/>
              <p:nvPr/>
            </p:nvSpPr>
            <p:spPr>
              <a:xfrm>
                <a:off x="334627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4" name="ph6394"/>
              <p:cNvSpPr/>
              <p:nvPr/>
            </p:nvSpPr>
            <p:spPr>
              <a:xfrm>
                <a:off x="335571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5" name="ph6395"/>
              <p:cNvSpPr/>
              <p:nvPr/>
            </p:nvSpPr>
            <p:spPr>
              <a:xfrm>
                <a:off x="336515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6" name="ph6396"/>
              <p:cNvSpPr/>
              <p:nvPr/>
            </p:nvSpPr>
            <p:spPr>
              <a:xfrm>
                <a:off x="337459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7" name="ph6397"/>
              <p:cNvSpPr/>
              <p:nvPr/>
            </p:nvSpPr>
            <p:spPr>
              <a:xfrm>
                <a:off x="338403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8" name="ph6398"/>
              <p:cNvSpPr/>
              <p:nvPr/>
            </p:nvSpPr>
            <p:spPr>
              <a:xfrm>
                <a:off x="339347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9" name="ph6399"/>
              <p:cNvSpPr/>
              <p:nvPr/>
            </p:nvSpPr>
            <p:spPr>
              <a:xfrm>
                <a:off x="340291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0" name="ph6400"/>
              <p:cNvSpPr/>
              <p:nvPr/>
            </p:nvSpPr>
            <p:spPr>
              <a:xfrm>
                <a:off x="341235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1" name="ph6401"/>
              <p:cNvSpPr/>
              <p:nvPr/>
            </p:nvSpPr>
            <p:spPr>
              <a:xfrm>
                <a:off x="342179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2" name="ph6402"/>
              <p:cNvSpPr/>
              <p:nvPr/>
            </p:nvSpPr>
            <p:spPr>
              <a:xfrm>
                <a:off x="343123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3" name="ph6403"/>
              <p:cNvSpPr/>
              <p:nvPr/>
            </p:nvSpPr>
            <p:spPr>
              <a:xfrm>
                <a:off x="344067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4" name="ph6404"/>
              <p:cNvSpPr/>
              <p:nvPr/>
            </p:nvSpPr>
            <p:spPr>
              <a:xfrm>
                <a:off x="345011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5" name="ph6405"/>
              <p:cNvSpPr/>
              <p:nvPr/>
            </p:nvSpPr>
            <p:spPr>
              <a:xfrm>
                <a:off x="345955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6" name="ph6406"/>
              <p:cNvSpPr/>
              <p:nvPr/>
            </p:nvSpPr>
            <p:spPr>
              <a:xfrm>
                <a:off x="346899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7" name="ph6407"/>
              <p:cNvSpPr/>
              <p:nvPr/>
            </p:nvSpPr>
            <p:spPr>
              <a:xfrm>
                <a:off x="347843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8" name="ph6408"/>
              <p:cNvSpPr/>
              <p:nvPr/>
            </p:nvSpPr>
            <p:spPr>
              <a:xfrm>
                <a:off x="348787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9" name="ph6409"/>
              <p:cNvSpPr/>
              <p:nvPr/>
            </p:nvSpPr>
            <p:spPr>
              <a:xfrm>
                <a:off x="349731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0" name="ph6410"/>
              <p:cNvSpPr/>
              <p:nvPr/>
            </p:nvSpPr>
            <p:spPr>
              <a:xfrm>
                <a:off x="350675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1" name="ph6411"/>
              <p:cNvSpPr/>
              <p:nvPr/>
            </p:nvSpPr>
            <p:spPr>
              <a:xfrm>
                <a:off x="351619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2" name="ph6412"/>
              <p:cNvSpPr/>
              <p:nvPr/>
            </p:nvSpPr>
            <p:spPr>
              <a:xfrm>
                <a:off x="352563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3" name="ph6413"/>
              <p:cNvSpPr/>
              <p:nvPr/>
            </p:nvSpPr>
            <p:spPr>
              <a:xfrm>
                <a:off x="353507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4" name="ph6414"/>
              <p:cNvSpPr/>
              <p:nvPr/>
            </p:nvSpPr>
            <p:spPr>
              <a:xfrm>
                <a:off x="354451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5" name="ph6415"/>
              <p:cNvSpPr/>
              <p:nvPr/>
            </p:nvSpPr>
            <p:spPr>
              <a:xfrm>
                <a:off x="355395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6" name="ph6416"/>
              <p:cNvSpPr/>
              <p:nvPr/>
            </p:nvSpPr>
            <p:spPr>
              <a:xfrm>
                <a:off x="356339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7" name="ph6417"/>
              <p:cNvSpPr/>
              <p:nvPr/>
            </p:nvSpPr>
            <p:spPr>
              <a:xfrm>
                <a:off x="357283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8" name="ph6418"/>
              <p:cNvSpPr/>
              <p:nvPr/>
            </p:nvSpPr>
            <p:spPr>
              <a:xfrm>
                <a:off x="358227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9" name="ph6419"/>
              <p:cNvSpPr/>
              <p:nvPr/>
            </p:nvSpPr>
            <p:spPr>
              <a:xfrm>
                <a:off x="359171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0" name="ph6420"/>
              <p:cNvSpPr/>
              <p:nvPr/>
            </p:nvSpPr>
            <p:spPr>
              <a:xfrm>
                <a:off x="360115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1" name="ph6421"/>
              <p:cNvSpPr/>
              <p:nvPr/>
            </p:nvSpPr>
            <p:spPr>
              <a:xfrm>
                <a:off x="361059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2" name="ph6422"/>
              <p:cNvSpPr/>
              <p:nvPr/>
            </p:nvSpPr>
            <p:spPr>
              <a:xfrm>
                <a:off x="362003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3" name="ph6423"/>
              <p:cNvSpPr/>
              <p:nvPr/>
            </p:nvSpPr>
            <p:spPr>
              <a:xfrm>
                <a:off x="362947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4" name="ph6424"/>
              <p:cNvSpPr/>
              <p:nvPr/>
            </p:nvSpPr>
            <p:spPr>
              <a:xfrm>
                <a:off x="363891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5" name="ph6425"/>
              <p:cNvSpPr/>
              <p:nvPr/>
            </p:nvSpPr>
            <p:spPr>
              <a:xfrm>
                <a:off x="36483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6" name="ph6426"/>
              <p:cNvSpPr/>
              <p:nvPr/>
            </p:nvSpPr>
            <p:spPr>
              <a:xfrm>
                <a:off x="365780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7" name="ph6427"/>
              <p:cNvSpPr/>
              <p:nvPr/>
            </p:nvSpPr>
            <p:spPr>
              <a:xfrm>
                <a:off x="366724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8" name="ph6428"/>
              <p:cNvSpPr/>
              <p:nvPr/>
            </p:nvSpPr>
            <p:spPr>
              <a:xfrm>
                <a:off x="367668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9" name="ph6429"/>
              <p:cNvSpPr/>
              <p:nvPr/>
            </p:nvSpPr>
            <p:spPr>
              <a:xfrm>
                <a:off x="36861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0" name="ph6430"/>
              <p:cNvSpPr/>
              <p:nvPr/>
            </p:nvSpPr>
            <p:spPr>
              <a:xfrm>
                <a:off x="369556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1" name="ph6431"/>
              <p:cNvSpPr/>
              <p:nvPr/>
            </p:nvSpPr>
            <p:spPr>
              <a:xfrm>
                <a:off x="370500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2" name="ph6432"/>
              <p:cNvSpPr/>
              <p:nvPr/>
            </p:nvSpPr>
            <p:spPr>
              <a:xfrm>
                <a:off x="371444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3" name="ph6433"/>
              <p:cNvSpPr/>
              <p:nvPr/>
            </p:nvSpPr>
            <p:spPr>
              <a:xfrm>
                <a:off x="372388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4" name="ph6434"/>
              <p:cNvSpPr/>
              <p:nvPr/>
            </p:nvSpPr>
            <p:spPr>
              <a:xfrm>
                <a:off x="373332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5" name="ph6435"/>
              <p:cNvSpPr/>
              <p:nvPr/>
            </p:nvSpPr>
            <p:spPr>
              <a:xfrm>
                <a:off x="374276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6" name="ph6436"/>
              <p:cNvSpPr/>
              <p:nvPr/>
            </p:nvSpPr>
            <p:spPr>
              <a:xfrm>
                <a:off x="375220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7" name="ph6437"/>
              <p:cNvSpPr/>
              <p:nvPr/>
            </p:nvSpPr>
            <p:spPr>
              <a:xfrm>
                <a:off x="376164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8" name="ph6438"/>
              <p:cNvSpPr/>
              <p:nvPr/>
            </p:nvSpPr>
            <p:spPr>
              <a:xfrm>
                <a:off x="377108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9" name="ph6439"/>
              <p:cNvSpPr/>
              <p:nvPr/>
            </p:nvSpPr>
            <p:spPr>
              <a:xfrm>
                <a:off x="3780523" y="135958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770"/>
                    </a:lnTo>
                    <a:lnTo>
                      <a:pt x="923391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0" name="ph6440"/>
              <p:cNvSpPr/>
              <p:nvPr/>
            </p:nvSpPr>
            <p:spPr>
              <a:xfrm>
                <a:off x="3789963" y="1342012"/>
                <a:ext cx="918411" cy="930340"/>
              </a:xfrm>
              <a:custGeom>
                <a:avLst/>
                <a:gdLst/>
                <a:ahLst/>
                <a:cxnLst/>
                <a:rect l="0" t="0" r="0" b="0"/>
                <a:pathLst>
                  <a:path w="918411" h="930340">
                    <a:moveTo>
                      <a:pt x="914400" y="914399"/>
                    </a:moveTo>
                    <a:lnTo>
                      <a:pt x="918411" y="914507"/>
                    </a:lnTo>
                    <a:lnTo>
                      <a:pt x="915988" y="924572"/>
                    </a:lnTo>
                    <a:lnTo>
                      <a:pt x="914400" y="93034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1" name="ph6441"/>
              <p:cNvSpPr/>
              <p:nvPr/>
            </p:nvSpPr>
            <p:spPr>
              <a:xfrm>
                <a:off x="2081280" y="1324442"/>
                <a:ext cx="914400" cy="93134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7">
                    <a:moveTo>
                      <a:pt x="914400" y="914399"/>
                    </a:moveTo>
                    <a:lnTo>
                      <a:pt x="914400" y="931347"/>
                    </a:lnTo>
                    <a:lnTo>
                      <a:pt x="911324" y="926116"/>
                    </a:lnTo>
                    <a:lnTo>
                      <a:pt x="907161" y="918254"/>
                    </a:lnTo>
                    <a:lnTo>
                      <a:pt x="905323" y="91439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2" name="ph6442"/>
              <p:cNvSpPr/>
              <p:nvPr/>
            </p:nvSpPr>
            <p:spPr>
              <a:xfrm>
                <a:off x="20812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765" y="931969"/>
                    </a:lnTo>
                    <a:lnTo>
                      <a:pt x="914400" y="931347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3" name="ph6443"/>
              <p:cNvSpPr/>
              <p:nvPr/>
            </p:nvSpPr>
            <p:spPr>
              <a:xfrm>
                <a:off x="209072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4" name="ph6444"/>
              <p:cNvSpPr/>
              <p:nvPr/>
            </p:nvSpPr>
            <p:spPr>
              <a:xfrm>
                <a:off x="21001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5" name="ph6445"/>
              <p:cNvSpPr/>
              <p:nvPr/>
            </p:nvSpPr>
            <p:spPr>
              <a:xfrm>
                <a:off x="210960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6" name="ph6446"/>
              <p:cNvSpPr/>
              <p:nvPr/>
            </p:nvSpPr>
            <p:spPr>
              <a:xfrm>
                <a:off x="211904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7" name="ph6447"/>
              <p:cNvSpPr/>
              <p:nvPr/>
            </p:nvSpPr>
            <p:spPr>
              <a:xfrm>
                <a:off x="212848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8" name="ph6448"/>
              <p:cNvSpPr/>
              <p:nvPr/>
            </p:nvSpPr>
            <p:spPr>
              <a:xfrm>
                <a:off x="21379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9" name="ph6449"/>
              <p:cNvSpPr/>
              <p:nvPr/>
            </p:nvSpPr>
            <p:spPr>
              <a:xfrm>
                <a:off x="214736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0" name="ph6450"/>
              <p:cNvSpPr/>
              <p:nvPr/>
            </p:nvSpPr>
            <p:spPr>
              <a:xfrm>
                <a:off x="215680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1" name="ph6451"/>
              <p:cNvSpPr/>
              <p:nvPr/>
            </p:nvSpPr>
            <p:spPr>
              <a:xfrm>
                <a:off x="216624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2" name="ph6452"/>
              <p:cNvSpPr/>
              <p:nvPr/>
            </p:nvSpPr>
            <p:spPr>
              <a:xfrm>
                <a:off x="217568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3" name="ph6453"/>
              <p:cNvSpPr/>
              <p:nvPr/>
            </p:nvSpPr>
            <p:spPr>
              <a:xfrm>
                <a:off x="218512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4" name="ph6454"/>
              <p:cNvSpPr/>
              <p:nvPr/>
            </p:nvSpPr>
            <p:spPr>
              <a:xfrm>
                <a:off x="219456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5" name="ph6455"/>
              <p:cNvSpPr/>
              <p:nvPr/>
            </p:nvSpPr>
            <p:spPr>
              <a:xfrm>
                <a:off x="220400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6" name="ph6456"/>
              <p:cNvSpPr/>
              <p:nvPr/>
            </p:nvSpPr>
            <p:spPr>
              <a:xfrm>
                <a:off x="221344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7" name="ph6457"/>
              <p:cNvSpPr/>
              <p:nvPr/>
            </p:nvSpPr>
            <p:spPr>
              <a:xfrm>
                <a:off x="222288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8" name="ph6458"/>
              <p:cNvSpPr/>
              <p:nvPr/>
            </p:nvSpPr>
            <p:spPr>
              <a:xfrm>
                <a:off x="223232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9" name="ph6459"/>
              <p:cNvSpPr/>
              <p:nvPr/>
            </p:nvSpPr>
            <p:spPr>
              <a:xfrm>
                <a:off x="224176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0" name="ph6460"/>
              <p:cNvSpPr/>
              <p:nvPr/>
            </p:nvSpPr>
            <p:spPr>
              <a:xfrm>
                <a:off x="225120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1" name="ph6461"/>
              <p:cNvSpPr/>
              <p:nvPr/>
            </p:nvSpPr>
            <p:spPr>
              <a:xfrm>
                <a:off x="226064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2" name="ph6462"/>
              <p:cNvSpPr/>
              <p:nvPr/>
            </p:nvSpPr>
            <p:spPr>
              <a:xfrm>
                <a:off x="227008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3" name="ph6463"/>
              <p:cNvSpPr/>
              <p:nvPr/>
            </p:nvSpPr>
            <p:spPr>
              <a:xfrm>
                <a:off x="227952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4" name="ph6464"/>
              <p:cNvSpPr/>
              <p:nvPr/>
            </p:nvSpPr>
            <p:spPr>
              <a:xfrm>
                <a:off x="228896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5" name="ph6465"/>
              <p:cNvSpPr/>
              <p:nvPr/>
            </p:nvSpPr>
            <p:spPr>
              <a:xfrm>
                <a:off x="229840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6" name="ph6466"/>
              <p:cNvSpPr/>
              <p:nvPr/>
            </p:nvSpPr>
            <p:spPr>
              <a:xfrm>
                <a:off x="230784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7" name="ph6467"/>
              <p:cNvSpPr/>
              <p:nvPr/>
            </p:nvSpPr>
            <p:spPr>
              <a:xfrm>
                <a:off x="231728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8" name="ph6468"/>
              <p:cNvSpPr/>
              <p:nvPr/>
            </p:nvSpPr>
            <p:spPr>
              <a:xfrm>
                <a:off x="232672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9" name="ph6469"/>
              <p:cNvSpPr/>
              <p:nvPr/>
            </p:nvSpPr>
            <p:spPr>
              <a:xfrm>
                <a:off x="233616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0" name="ph6470"/>
              <p:cNvSpPr/>
              <p:nvPr/>
            </p:nvSpPr>
            <p:spPr>
              <a:xfrm>
                <a:off x="234560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1" name="ph6471"/>
              <p:cNvSpPr/>
              <p:nvPr/>
            </p:nvSpPr>
            <p:spPr>
              <a:xfrm>
                <a:off x="235504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2" name="ph6472"/>
              <p:cNvSpPr/>
              <p:nvPr/>
            </p:nvSpPr>
            <p:spPr>
              <a:xfrm>
                <a:off x="236448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3" name="ph6473"/>
              <p:cNvSpPr/>
              <p:nvPr/>
            </p:nvSpPr>
            <p:spPr>
              <a:xfrm>
                <a:off x="237392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4" name="ph6474"/>
              <p:cNvSpPr/>
              <p:nvPr/>
            </p:nvSpPr>
            <p:spPr>
              <a:xfrm>
                <a:off x="238336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5" name="ph6475"/>
              <p:cNvSpPr/>
              <p:nvPr/>
            </p:nvSpPr>
            <p:spPr>
              <a:xfrm>
                <a:off x="239280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6" name="ph6476"/>
              <p:cNvSpPr/>
              <p:nvPr/>
            </p:nvSpPr>
            <p:spPr>
              <a:xfrm>
                <a:off x="240224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7" name="ph6477"/>
              <p:cNvSpPr/>
              <p:nvPr/>
            </p:nvSpPr>
            <p:spPr>
              <a:xfrm>
                <a:off x="241168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8" name="ph6478"/>
              <p:cNvSpPr/>
              <p:nvPr/>
            </p:nvSpPr>
            <p:spPr>
              <a:xfrm>
                <a:off x="242112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9" name="ph6479"/>
              <p:cNvSpPr/>
              <p:nvPr/>
            </p:nvSpPr>
            <p:spPr>
              <a:xfrm>
                <a:off x="2430569" y="1342012"/>
                <a:ext cx="92111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117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191" y="896830"/>
                    </a:lnTo>
                    <a:lnTo>
                      <a:pt x="920492" y="900727"/>
                    </a:lnTo>
                    <a:lnTo>
                      <a:pt x="921028" y="911804"/>
                    </a:lnTo>
                    <a:lnTo>
                      <a:pt x="921039" y="912124"/>
                    </a:lnTo>
                    <a:lnTo>
                      <a:pt x="921050" y="912446"/>
                    </a:lnTo>
                    <a:lnTo>
                      <a:pt x="921061" y="912767"/>
                    </a:lnTo>
                    <a:lnTo>
                      <a:pt x="921072" y="913088"/>
                    </a:lnTo>
                    <a:lnTo>
                      <a:pt x="921083" y="913410"/>
                    </a:lnTo>
                    <a:lnTo>
                      <a:pt x="921094" y="913731"/>
                    </a:lnTo>
                    <a:lnTo>
                      <a:pt x="921105" y="914052"/>
                    </a:lnTo>
                    <a:lnTo>
                      <a:pt x="921117" y="91439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0" name="ph6480"/>
              <p:cNvSpPr/>
              <p:nvPr/>
            </p:nvSpPr>
            <p:spPr>
              <a:xfrm>
                <a:off x="3166907" y="134201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21" y="914399"/>
                    </a:lnTo>
                    <a:lnTo>
                      <a:pt x="912360" y="911355"/>
                    </a:lnTo>
                    <a:lnTo>
                      <a:pt x="914400" y="908474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1" name="ph6481"/>
              <p:cNvSpPr/>
              <p:nvPr/>
            </p:nvSpPr>
            <p:spPr>
              <a:xfrm>
                <a:off x="3176348" y="132444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044"/>
                    </a:lnTo>
                    <a:lnTo>
                      <a:pt x="907601" y="922313"/>
                    </a:lnTo>
                    <a:lnTo>
                      <a:pt x="912461" y="916162"/>
                    </a:lnTo>
                    <a:lnTo>
                      <a:pt x="914022" y="91439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2" name="ph6482"/>
              <p:cNvSpPr/>
              <p:nvPr/>
            </p:nvSpPr>
            <p:spPr>
              <a:xfrm>
                <a:off x="317634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3" name="ph6483"/>
              <p:cNvSpPr/>
              <p:nvPr/>
            </p:nvSpPr>
            <p:spPr>
              <a:xfrm>
                <a:off x="318578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4" name="ph6484"/>
              <p:cNvSpPr/>
              <p:nvPr/>
            </p:nvSpPr>
            <p:spPr>
              <a:xfrm>
                <a:off x="319522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5" name="ph6485"/>
              <p:cNvSpPr/>
              <p:nvPr/>
            </p:nvSpPr>
            <p:spPr>
              <a:xfrm>
                <a:off x="320466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6" name="ph6486"/>
              <p:cNvSpPr/>
              <p:nvPr/>
            </p:nvSpPr>
            <p:spPr>
              <a:xfrm>
                <a:off x="321410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7" name="ph6487"/>
              <p:cNvSpPr/>
              <p:nvPr/>
            </p:nvSpPr>
            <p:spPr>
              <a:xfrm>
                <a:off x="322354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8" name="ph6488"/>
              <p:cNvSpPr/>
              <p:nvPr/>
            </p:nvSpPr>
            <p:spPr>
              <a:xfrm>
                <a:off x="323298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9" name="ph6489"/>
              <p:cNvSpPr/>
              <p:nvPr/>
            </p:nvSpPr>
            <p:spPr>
              <a:xfrm>
                <a:off x="324242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0" name="ph6490"/>
              <p:cNvSpPr/>
              <p:nvPr/>
            </p:nvSpPr>
            <p:spPr>
              <a:xfrm>
                <a:off x="325187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1" name="ph6491"/>
              <p:cNvSpPr/>
              <p:nvPr/>
            </p:nvSpPr>
            <p:spPr>
              <a:xfrm>
                <a:off x="326131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2" name="ph6492"/>
              <p:cNvSpPr/>
              <p:nvPr/>
            </p:nvSpPr>
            <p:spPr>
              <a:xfrm>
                <a:off x="327075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3" name="ph6493"/>
              <p:cNvSpPr/>
              <p:nvPr/>
            </p:nvSpPr>
            <p:spPr>
              <a:xfrm>
                <a:off x="328019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4" name="ph6494"/>
              <p:cNvSpPr/>
              <p:nvPr/>
            </p:nvSpPr>
            <p:spPr>
              <a:xfrm>
                <a:off x="328963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5" name="ph6495"/>
              <p:cNvSpPr/>
              <p:nvPr/>
            </p:nvSpPr>
            <p:spPr>
              <a:xfrm>
                <a:off x="329907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6" name="ph6496"/>
              <p:cNvSpPr/>
              <p:nvPr/>
            </p:nvSpPr>
            <p:spPr>
              <a:xfrm>
                <a:off x="330851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7" name="ph6497"/>
              <p:cNvSpPr/>
              <p:nvPr/>
            </p:nvSpPr>
            <p:spPr>
              <a:xfrm>
                <a:off x="331795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8" name="ph6498"/>
              <p:cNvSpPr/>
              <p:nvPr/>
            </p:nvSpPr>
            <p:spPr>
              <a:xfrm>
                <a:off x="332739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9" name="ph6499"/>
              <p:cNvSpPr/>
              <p:nvPr/>
            </p:nvSpPr>
            <p:spPr>
              <a:xfrm>
                <a:off x="333683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0" name="ph6500"/>
              <p:cNvSpPr/>
              <p:nvPr/>
            </p:nvSpPr>
            <p:spPr>
              <a:xfrm>
                <a:off x="334627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1" name="ph6501"/>
              <p:cNvSpPr/>
              <p:nvPr/>
            </p:nvSpPr>
            <p:spPr>
              <a:xfrm>
                <a:off x="335571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2" name="ph6502"/>
              <p:cNvSpPr/>
              <p:nvPr/>
            </p:nvSpPr>
            <p:spPr>
              <a:xfrm>
                <a:off x="336515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3" name="ph6503"/>
              <p:cNvSpPr/>
              <p:nvPr/>
            </p:nvSpPr>
            <p:spPr>
              <a:xfrm>
                <a:off x="337459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4" name="ph6504"/>
              <p:cNvSpPr/>
              <p:nvPr/>
            </p:nvSpPr>
            <p:spPr>
              <a:xfrm>
                <a:off x="338403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5" name="ph6505"/>
              <p:cNvSpPr/>
              <p:nvPr/>
            </p:nvSpPr>
            <p:spPr>
              <a:xfrm>
                <a:off x="339347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6" name="ph6506"/>
              <p:cNvSpPr/>
              <p:nvPr/>
            </p:nvSpPr>
            <p:spPr>
              <a:xfrm>
                <a:off x="340291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7" name="ph6507"/>
              <p:cNvSpPr/>
              <p:nvPr/>
            </p:nvSpPr>
            <p:spPr>
              <a:xfrm>
                <a:off x="341235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8" name="ph6508"/>
              <p:cNvSpPr/>
              <p:nvPr/>
            </p:nvSpPr>
            <p:spPr>
              <a:xfrm>
                <a:off x="342179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9" name="ph6509"/>
              <p:cNvSpPr/>
              <p:nvPr/>
            </p:nvSpPr>
            <p:spPr>
              <a:xfrm>
                <a:off x="343123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0" name="ph6510"/>
              <p:cNvSpPr/>
              <p:nvPr/>
            </p:nvSpPr>
            <p:spPr>
              <a:xfrm>
                <a:off x="344067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1" name="ph6511"/>
              <p:cNvSpPr/>
              <p:nvPr/>
            </p:nvSpPr>
            <p:spPr>
              <a:xfrm>
                <a:off x="345011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2" name="ph6512"/>
              <p:cNvSpPr/>
              <p:nvPr/>
            </p:nvSpPr>
            <p:spPr>
              <a:xfrm>
                <a:off x="345955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3" name="ph6513"/>
              <p:cNvSpPr/>
              <p:nvPr/>
            </p:nvSpPr>
            <p:spPr>
              <a:xfrm>
                <a:off x="346899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4" name="ph6514"/>
              <p:cNvSpPr/>
              <p:nvPr/>
            </p:nvSpPr>
            <p:spPr>
              <a:xfrm>
                <a:off x="347843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5" name="ph6515"/>
              <p:cNvSpPr/>
              <p:nvPr/>
            </p:nvSpPr>
            <p:spPr>
              <a:xfrm>
                <a:off x="348787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6" name="ph6516"/>
              <p:cNvSpPr/>
              <p:nvPr/>
            </p:nvSpPr>
            <p:spPr>
              <a:xfrm>
                <a:off x="349731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7" name="ph6517"/>
              <p:cNvSpPr/>
              <p:nvPr/>
            </p:nvSpPr>
            <p:spPr>
              <a:xfrm>
                <a:off x="350675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8" name="ph6518"/>
              <p:cNvSpPr/>
              <p:nvPr/>
            </p:nvSpPr>
            <p:spPr>
              <a:xfrm>
                <a:off x="351619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9" name="ph6519"/>
              <p:cNvSpPr/>
              <p:nvPr/>
            </p:nvSpPr>
            <p:spPr>
              <a:xfrm>
                <a:off x="352563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0" name="ph6520"/>
              <p:cNvSpPr/>
              <p:nvPr/>
            </p:nvSpPr>
            <p:spPr>
              <a:xfrm>
                <a:off x="353507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1" name="ph6521"/>
              <p:cNvSpPr/>
              <p:nvPr/>
            </p:nvSpPr>
            <p:spPr>
              <a:xfrm>
                <a:off x="354451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2" name="ph6522"/>
              <p:cNvSpPr/>
              <p:nvPr/>
            </p:nvSpPr>
            <p:spPr>
              <a:xfrm>
                <a:off x="355395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3" name="ph6523"/>
              <p:cNvSpPr/>
              <p:nvPr/>
            </p:nvSpPr>
            <p:spPr>
              <a:xfrm>
                <a:off x="356339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4" name="ph6524"/>
              <p:cNvSpPr/>
              <p:nvPr/>
            </p:nvSpPr>
            <p:spPr>
              <a:xfrm>
                <a:off x="357283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5" name="ph6525"/>
              <p:cNvSpPr/>
              <p:nvPr/>
            </p:nvSpPr>
            <p:spPr>
              <a:xfrm>
                <a:off x="358227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6" name="ph6526"/>
              <p:cNvSpPr/>
              <p:nvPr/>
            </p:nvSpPr>
            <p:spPr>
              <a:xfrm>
                <a:off x="359171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7" name="ph6527"/>
              <p:cNvSpPr/>
              <p:nvPr/>
            </p:nvSpPr>
            <p:spPr>
              <a:xfrm>
                <a:off x="360115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8" name="ph6528"/>
              <p:cNvSpPr/>
              <p:nvPr/>
            </p:nvSpPr>
            <p:spPr>
              <a:xfrm>
                <a:off x="361059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9" name="ph6529"/>
              <p:cNvSpPr/>
              <p:nvPr/>
            </p:nvSpPr>
            <p:spPr>
              <a:xfrm>
                <a:off x="362003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0" name="ph6530"/>
              <p:cNvSpPr/>
              <p:nvPr/>
            </p:nvSpPr>
            <p:spPr>
              <a:xfrm>
                <a:off x="362947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1" name="ph6531"/>
              <p:cNvSpPr/>
              <p:nvPr/>
            </p:nvSpPr>
            <p:spPr>
              <a:xfrm>
                <a:off x="363891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2" name="ph6532"/>
              <p:cNvSpPr/>
              <p:nvPr/>
            </p:nvSpPr>
            <p:spPr>
              <a:xfrm>
                <a:off x="36483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3" name="ph6533"/>
              <p:cNvSpPr/>
              <p:nvPr/>
            </p:nvSpPr>
            <p:spPr>
              <a:xfrm>
                <a:off x="365780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4" name="ph6534"/>
              <p:cNvSpPr/>
              <p:nvPr/>
            </p:nvSpPr>
            <p:spPr>
              <a:xfrm>
                <a:off x="366724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5" name="ph6535"/>
              <p:cNvSpPr/>
              <p:nvPr/>
            </p:nvSpPr>
            <p:spPr>
              <a:xfrm>
                <a:off x="36766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6" name="ph6536"/>
              <p:cNvSpPr/>
              <p:nvPr/>
            </p:nvSpPr>
            <p:spPr>
              <a:xfrm>
                <a:off x="36861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7" name="ph6537"/>
              <p:cNvSpPr/>
              <p:nvPr/>
            </p:nvSpPr>
            <p:spPr>
              <a:xfrm>
                <a:off x="369556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8" name="ph6538"/>
              <p:cNvSpPr/>
              <p:nvPr/>
            </p:nvSpPr>
            <p:spPr>
              <a:xfrm>
                <a:off x="370500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9" name="ph6539"/>
              <p:cNvSpPr/>
              <p:nvPr/>
            </p:nvSpPr>
            <p:spPr>
              <a:xfrm>
                <a:off x="371444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0" name="ph6540"/>
              <p:cNvSpPr/>
              <p:nvPr/>
            </p:nvSpPr>
            <p:spPr>
              <a:xfrm>
                <a:off x="372388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1" name="ph6541"/>
              <p:cNvSpPr/>
              <p:nvPr/>
            </p:nvSpPr>
            <p:spPr>
              <a:xfrm>
                <a:off x="373332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2" name="ph6542"/>
              <p:cNvSpPr/>
              <p:nvPr/>
            </p:nvSpPr>
            <p:spPr>
              <a:xfrm>
                <a:off x="374276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3" name="ph6543"/>
              <p:cNvSpPr/>
              <p:nvPr/>
            </p:nvSpPr>
            <p:spPr>
              <a:xfrm>
                <a:off x="375220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4" name="ph6544"/>
              <p:cNvSpPr/>
              <p:nvPr/>
            </p:nvSpPr>
            <p:spPr>
              <a:xfrm>
                <a:off x="376164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5" name="ph6545"/>
              <p:cNvSpPr/>
              <p:nvPr/>
            </p:nvSpPr>
            <p:spPr>
              <a:xfrm>
                <a:off x="377108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6" name="ph6546"/>
              <p:cNvSpPr/>
              <p:nvPr/>
            </p:nvSpPr>
            <p:spPr>
              <a:xfrm>
                <a:off x="378052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7" name="ph6547"/>
              <p:cNvSpPr/>
              <p:nvPr/>
            </p:nvSpPr>
            <p:spPr>
              <a:xfrm>
                <a:off x="3789963" y="1342012"/>
                <a:ext cx="92184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4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49" y="896830"/>
                    </a:lnTo>
                    <a:lnTo>
                      <a:pt x="920548" y="904221"/>
                    </a:lnTo>
                    <a:lnTo>
                      <a:pt x="918433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8" name="ph6548"/>
              <p:cNvSpPr/>
              <p:nvPr/>
            </p:nvSpPr>
            <p:spPr>
              <a:xfrm>
                <a:off x="2071840" y="1306872"/>
                <a:ext cx="914400" cy="9312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06">
                    <a:moveTo>
                      <a:pt x="914400" y="914400"/>
                    </a:moveTo>
                    <a:lnTo>
                      <a:pt x="914400" y="931206"/>
                    </a:lnTo>
                    <a:lnTo>
                      <a:pt x="912665" y="927568"/>
                    </a:lnTo>
                    <a:lnTo>
                      <a:pt x="908966" y="918939"/>
                    </a:lnTo>
                    <a:lnTo>
                      <a:pt x="907221" y="914400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9" name="ph6549"/>
              <p:cNvSpPr/>
              <p:nvPr/>
            </p:nvSpPr>
            <p:spPr>
              <a:xfrm>
                <a:off x="207184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763" y="931969"/>
                    </a:lnTo>
                    <a:lnTo>
                      <a:pt x="914400" y="931206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0" name="ph6550"/>
              <p:cNvSpPr/>
              <p:nvPr/>
            </p:nvSpPr>
            <p:spPr>
              <a:xfrm>
                <a:off x="208128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1" name="ph6551"/>
              <p:cNvSpPr/>
              <p:nvPr/>
            </p:nvSpPr>
            <p:spPr>
              <a:xfrm>
                <a:off x="209072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2" name="ph6552"/>
              <p:cNvSpPr/>
              <p:nvPr/>
            </p:nvSpPr>
            <p:spPr>
              <a:xfrm>
                <a:off x="21001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3" name="ph6553"/>
              <p:cNvSpPr/>
              <p:nvPr/>
            </p:nvSpPr>
            <p:spPr>
              <a:xfrm>
                <a:off x="210960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4" name="ph6554"/>
              <p:cNvSpPr/>
              <p:nvPr/>
            </p:nvSpPr>
            <p:spPr>
              <a:xfrm>
                <a:off x="211904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5" name="ph6555"/>
              <p:cNvSpPr/>
              <p:nvPr/>
            </p:nvSpPr>
            <p:spPr>
              <a:xfrm>
                <a:off x="212848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6" name="ph6556"/>
              <p:cNvSpPr/>
              <p:nvPr/>
            </p:nvSpPr>
            <p:spPr>
              <a:xfrm>
                <a:off x="21379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7" name="ph6557"/>
              <p:cNvSpPr/>
              <p:nvPr/>
            </p:nvSpPr>
            <p:spPr>
              <a:xfrm>
                <a:off x="214736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8" name="ph6558"/>
              <p:cNvSpPr/>
              <p:nvPr/>
            </p:nvSpPr>
            <p:spPr>
              <a:xfrm>
                <a:off x="215680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9" name="ph6559"/>
              <p:cNvSpPr/>
              <p:nvPr/>
            </p:nvSpPr>
            <p:spPr>
              <a:xfrm>
                <a:off x="216624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0" name="ph6560"/>
              <p:cNvSpPr/>
              <p:nvPr/>
            </p:nvSpPr>
            <p:spPr>
              <a:xfrm>
                <a:off x="217568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1" name="ph6561"/>
              <p:cNvSpPr/>
              <p:nvPr/>
            </p:nvSpPr>
            <p:spPr>
              <a:xfrm>
                <a:off x="218512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2" name="ph6562"/>
              <p:cNvSpPr/>
              <p:nvPr/>
            </p:nvSpPr>
            <p:spPr>
              <a:xfrm>
                <a:off x="219456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3" name="ph6563"/>
              <p:cNvSpPr/>
              <p:nvPr/>
            </p:nvSpPr>
            <p:spPr>
              <a:xfrm>
                <a:off x="220400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4" name="ph6564"/>
              <p:cNvSpPr/>
              <p:nvPr/>
            </p:nvSpPr>
            <p:spPr>
              <a:xfrm>
                <a:off x="221344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5" name="ph6565"/>
              <p:cNvSpPr/>
              <p:nvPr/>
            </p:nvSpPr>
            <p:spPr>
              <a:xfrm>
                <a:off x="222288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6" name="ph6566"/>
              <p:cNvSpPr/>
              <p:nvPr/>
            </p:nvSpPr>
            <p:spPr>
              <a:xfrm>
                <a:off x="223232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7" name="ph6567"/>
              <p:cNvSpPr/>
              <p:nvPr/>
            </p:nvSpPr>
            <p:spPr>
              <a:xfrm>
                <a:off x="224176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8" name="ph6568"/>
              <p:cNvSpPr/>
              <p:nvPr/>
            </p:nvSpPr>
            <p:spPr>
              <a:xfrm>
                <a:off x="225120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9" name="ph6569"/>
              <p:cNvSpPr/>
              <p:nvPr/>
            </p:nvSpPr>
            <p:spPr>
              <a:xfrm>
                <a:off x="226064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0" name="ph6570"/>
              <p:cNvSpPr/>
              <p:nvPr/>
            </p:nvSpPr>
            <p:spPr>
              <a:xfrm>
                <a:off x="227008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1" name="ph6571"/>
              <p:cNvSpPr/>
              <p:nvPr/>
            </p:nvSpPr>
            <p:spPr>
              <a:xfrm>
                <a:off x="227952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2" name="ph6572"/>
              <p:cNvSpPr/>
              <p:nvPr/>
            </p:nvSpPr>
            <p:spPr>
              <a:xfrm>
                <a:off x="228896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3" name="ph6573"/>
              <p:cNvSpPr/>
              <p:nvPr/>
            </p:nvSpPr>
            <p:spPr>
              <a:xfrm>
                <a:off x="229840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4" name="ph6574"/>
              <p:cNvSpPr/>
              <p:nvPr/>
            </p:nvSpPr>
            <p:spPr>
              <a:xfrm>
                <a:off x="230784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5" name="ph6575"/>
              <p:cNvSpPr/>
              <p:nvPr/>
            </p:nvSpPr>
            <p:spPr>
              <a:xfrm>
                <a:off x="231728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6" name="ph6576"/>
              <p:cNvSpPr/>
              <p:nvPr/>
            </p:nvSpPr>
            <p:spPr>
              <a:xfrm>
                <a:off x="232672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7" name="ph6577"/>
              <p:cNvSpPr/>
              <p:nvPr/>
            </p:nvSpPr>
            <p:spPr>
              <a:xfrm>
                <a:off x="233616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8" name="ph6578"/>
              <p:cNvSpPr/>
              <p:nvPr/>
            </p:nvSpPr>
            <p:spPr>
              <a:xfrm>
                <a:off x="234560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9" name="ph6579"/>
              <p:cNvSpPr/>
              <p:nvPr/>
            </p:nvSpPr>
            <p:spPr>
              <a:xfrm>
                <a:off x="235504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0" name="ph6580"/>
              <p:cNvSpPr/>
              <p:nvPr/>
            </p:nvSpPr>
            <p:spPr>
              <a:xfrm>
                <a:off x="236448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1" name="ph6581"/>
              <p:cNvSpPr/>
              <p:nvPr/>
            </p:nvSpPr>
            <p:spPr>
              <a:xfrm>
                <a:off x="237392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2" name="ph6582"/>
              <p:cNvSpPr/>
              <p:nvPr/>
            </p:nvSpPr>
            <p:spPr>
              <a:xfrm>
                <a:off x="238336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3" name="ph6583"/>
              <p:cNvSpPr/>
              <p:nvPr/>
            </p:nvSpPr>
            <p:spPr>
              <a:xfrm>
                <a:off x="239280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4" name="ph6584"/>
              <p:cNvSpPr/>
              <p:nvPr/>
            </p:nvSpPr>
            <p:spPr>
              <a:xfrm>
                <a:off x="240224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5" name="ph6585"/>
              <p:cNvSpPr/>
              <p:nvPr/>
            </p:nvSpPr>
            <p:spPr>
              <a:xfrm>
                <a:off x="241168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6" name="ph6586"/>
              <p:cNvSpPr/>
              <p:nvPr/>
            </p:nvSpPr>
            <p:spPr>
              <a:xfrm>
                <a:off x="242112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7" name="ph6587"/>
              <p:cNvSpPr/>
              <p:nvPr/>
            </p:nvSpPr>
            <p:spPr>
              <a:xfrm>
                <a:off x="2430569" y="1324442"/>
                <a:ext cx="92019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191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8530" y="896830"/>
                    </a:lnTo>
                    <a:lnTo>
                      <a:pt x="919642" y="907288"/>
                    </a:lnTo>
                    <a:lnTo>
                      <a:pt x="920191" y="91439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8" name="ph6588"/>
              <p:cNvSpPr/>
              <p:nvPr/>
            </p:nvSpPr>
            <p:spPr>
              <a:xfrm>
                <a:off x="3176348" y="132444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4022" y="914399"/>
                    </a:lnTo>
                    <a:lnTo>
                      <a:pt x="914400" y="913973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9" name="ph6589"/>
              <p:cNvSpPr/>
              <p:nvPr/>
            </p:nvSpPr>
            <p:spPr>
              <a:xfrm>
                <a:off x="3185788" y="1324442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4959" y="914399"/>
                    </a:lnTo>
                    <a:lnTo>
                      <a:pt x="904959" y="913973"/>
                    </a:lnTo>
                    <a:lnTo>
                      <a:pt x="908046" y="910489"/>
                    </a:lnTo>
                    <a:lnTo>
                      <a:pt x="913221" y="905308"/>
                    </a:lnTo>
                    <a:lnTo>
                      <a:pt x="914399" y="904271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0" name="ph6590"/>
              <p:cNvSpPr/>
              <p:nvPr/>
            </p:nvSpPr>
            <p:spPr>
              <a:xfrm>
                <a:off x="3195228" y="130687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1841"/>
                    </a:lnTo>
                    <a:lnTo>
                      <a:pt x="909095" y="918203"/>
                    </a:lnTo>
                    <a:lnTo>
                      <a:pt x="914071" y="914400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1" name="ph6591"/>
              <p:cNvSpPr/>
              <p:nvPr/>
            </p:nvSpPr>
            <p:spPr>
              <a:xfrm>
                <a:off x="319522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2" name="ph6592"/>
              <p:cNvSpPr/>
              <p:nvPr/>
            </p:nvSpPr>
            <p:spPr>
              <a:xfrm>
                <a:off x="320466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3" name="ph6593"/>
              <p:cNvSpPr/>
              <p:nvPr/>
            </p:nvSpPr>
            <p:spPr>
              <a:xfrm>
                <a:off x="321410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4" name="ph6594"/>
              <p:cNvSpPr/>
              <p:nvPr/>
            </p:nvSpPr>
            <p:spPr>
              <a:xfrm>
                <a:off x="322354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5" name="ph6595"/>
              <p:cNvSpPr/>
              <p:nvPr/>
            </p:nvSpPr>
            <p:spPr>
              <a:xfrm>
                <a:off x="323298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6" name="ph6596"/>
              <p:cNvSpPr/>
              <p:nvPr/>
            </p:nvSpPr>
            <p:spPr>
              <a:xfrm>
                <a:off x="324242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7" name="ph6597"/>
              <p:cNvSpPr/>
              <p:nvPr/>
            </p:nvSpPr>
            <p:spPr>
              <a:xfrm>
                <a:off x="325187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8" name="ph6598"/>
              <p:cNvSpPr/>
              <p:nvPr/>
            </p:nvSpPr>
            <p:spPr>
              <a:xfrm>
                <a:off x="326131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9" name="ph6599"/>
              <p:cNvSpPr/>
              <p:nvPr/>
            </p:nvSpPr>
            <p:spPr>
              <a:xfrm>
                <a:off x="327075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0" name="ph6600"/>
              <p:cNvSpPr/>
              <p:nvPr/>
            </p:nvSpPr>
            <p:spPr>
              <a:xfrm>
                <a:off x="328019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1" name="ph6601"/>
              <p:cNvSpPr/>
              <p:nvPr/>
            </p:nvSpPr>
            <p:spPr>
              <a:xfrm>
                <a:off x="328963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2" name="ph6602"/>
              <p:cNvSpPr/>
              <p:nvPr/>
            </p:nvSpPr>
            <p:spPr>
              <a:xfrm>
                <a:off x="329907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3" name="ph6603"/>
              <p:cNvSpPr/>
              <p:nvPr/>
            </p:nvSpPr>
            <p:spPr>
              <a:xfrm>
                <a:off x="330851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4" name="ph6604"/>
              <p:cNvSpPr/>
              <p:nvPr/>
            </p:nvSpPr>
            <p:spPr>
              <a:xfrm>
                <a:off x="331795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5" name="ph6605"/>
              <p:cNvSpPr/>
              <p:nvPr/>
            </p:nvSpPr>
            <p:spPr>
              <a:xfrm>
                <a:off x="332739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6" name="ph6606"/>
              <p:cNvSpPr/>
              <p:nvPr/>
            </p:nvSpPr>
            <p:spPr>
              <a:xfrm>
                <a:off x="333683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7" name="ph6607"/>
              <p:cNvSpPr/>
              <p:nvPr/>
            </p:nvSpPr>
            <p:spPr>
              <a:xfrm>
                <a:off x="334627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8" name="ph6608"/>
              <p:cNvSpPr/>
              <p:nvPr/>
            </p:nvSpPr>
            <p:spPr>
              <a:xfrm>
                <a:off x="335571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9" name="ph6609"/>
              <p:cNvSpPr/>
              <p:nvPr/>
            </p:nvSpPr>
            <p:spPr>
              <a:xfrm>
                <a:off x="336515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0" name="ph6610"/>
              <p:cNvSpPr/>
              <p:nvPr/>
            </p:nvSpPr>
            <p:spPr>
              <a:xfrm>
                <a:off x="337459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1" name="ph6611"/>
              <p:cNvSpPr/>
              <p:nvPr/>
            </p:nvSpPr>
            <p:spPr>
              <a:xfrm>
                <a:off x="338403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2" name="ph6612"/>
              <p:cNvSpPr/>
              <p:nvPr/>
            </p:nvSpPr>
            <p:spPr>
              <a:xfrm>
                <a:off x="339347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3" name="ph6613"/>
              <p:cNvSpPr/>
              <p:nvPr/>
            </p:nvSpPr>
            <p:spPr>
              <a:xfrm>
                <a:off x="340291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4" name="ph6614"/>
              <p:cNvSpPr/>
              <p:nvPr/>
            </p:nvSpPr>
            <p:spPr>
              <a:xfrm>
                <a:off x="341235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5" name="ph6615"/>
              <p:cNvSpPr/>
              <p:nvPr/>
            </p:nvSpPr>
            <p:spPr>
              <a:xfrm>
                <a:off x="342179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6" name="ph6616"/>
              <p:cNvSpPr/>
              <p:nvPr/>
            </p:nvSpPr>
            <p:spPr>
              <a:xfrm>
                <a:off x="343123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7" name="ph6617"/>
              <p:cNvSpPr/>
              <p:nvPr/>
            </p:nvSpPr>
            <p:spPr>
              <a:xfrm>
                <a:off x="344067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8" name="ph6618"/>
              <p:cNvSpPr/>
              <p:nvPr/>
            </p:nvSpPr>
            <p:spPr>
              <a:xfrm>
                <a:off x="345011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9" name="ph6619"/>
              <p:cNvSpPr/>
              <p:nvPr/>
            </p:nvSpPr>
            <p:spPr>
              <a:xfrm>
                <a:off x="345955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0" name="ph6620"/>
              <p:cNvSpPr/>
              <p:nvPr/>
            </p:nvSpPr>
            <p:spPr>
              <a:xfrm>
                <a:off x="346899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1" name="ph6621"/>
              <p:cNvSpPr/>
              <p:nvPr/>
            </p:nvSpPr>
            <p:spPr>
              <a:xfrm>
                <a:off x="347843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2" name="ph6622"/>
              <p:cNvSpPr/>
              <p:nvPr/>
            </p:nvSpPr>
            <p:spPr>
              <a:xfrm>
                <a:off x="348787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3" name="ph6623"/>
              <p:cNvSpPr/>
              <p:nvPr/>
            </p:nvSpPr>
            <p:spPr>
              <a:xfrm>
                <a:off x="349731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4" name="ph6624"/>
              <p:cNvSpPr/>
              <p:nvPr/>
            </p:nvSpPr>
            <p:spPr>
              <a:xfrm>
                <a:off x="350675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5" name="ph6625"/>
              <p:cNvSpPr/>
              <p:nvPr/>
            </p:nvSpPr>
            <p:spPr>
              <a:xfrm>
                <a:off x="351619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6" name="ph6626"/>
              <p:cNvSpPr/>
              <p:nvPr/>
            </p:nvSpPr>
            <p:spPr>
              <a:xfrm>
                <a:off x="352563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7" name="ph6627"/>
              <p:cNvSpPr/>
              <p:nvPr/>
            </p:nvSpPr>
            <p:spPr>
              <a:xfrm>
                <a:off x="353507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8" name="ph6628"/>
              <p:cNvSpPr/>
              <p:nvPr/>
            </p:nvSpPr>
            <p:spPr>
              <a:xfrm>
                <a:off x="354451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9" name="ph6629"/>
              <p:cNvSpPr/>
              <p:nvPr/>
            </p:nvSpPr>
            <p:spPr>
              <a:xfrm>
                <a:off x="355395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0" name="ph6630"/>
              <p:cNvSpPr/>
              <p:nvPr/>
            </p:nvSpPr>
            <p:spPr>
              <a:xfrm>
                <a:off x="356339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1" name="ph6631"/>
              <p:cNvSpPr/>
              <p:nvPr/>
            </p:nvSpPr>
            <p:spPr>
              <a:xfrm>
                <a:off x="357283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2" name="ph6632"/>
              <p:cNvSpPr/>
              <p:nvPr/>
            </p:nvSpPr>
            <p:spPr>
              <a:xfrm>
                <a:off x="358227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3" name="ph6633"/>
              <p:cNvSpPr/>
              <p:nvPr/>
            </p:nvSpPr>
            <p:spPr>
              <a:xfrm>
                <a:off x="359171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4" name="ph6634"/>
              <p:cNvSpPr/>
              <p:nvPr/>
            </p:nvSpPr>
            <p:spPr>
              <a:xfrm>
                <a:off x="360115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5" name="ph6635"/>
              <p:cNvSpPr/>
              <p:nvPr/>
            </p:nvSpPr>
            <p:spPr>
              <a:xfrm>
                <a:off x="361059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6" name="ph6636"/>
              <p:cNvSpPr/>
              <p:nvPr/>
            </p:nvSpPr>
            <p:spPr>
              <a:xfrm>
                <a:off x="362003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7" name="ph6637"/>
              <p:cNvSpPr/>
              <p:nvPr/>
            </p:nvSpPr>
            <p:spPr>
              <a:xfrm>
                <a:off x="362947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8" name="ph6638"/>
              <p:cNvSpPr/>
              <p:nvPr/>
            </p:nvSpPr>
            <p:spPr>
              <a:xfrm>
                <a:off x="363891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9" name="ph6639"/>
              <p:cNvSpPr/>
              <p:nvPr/>
            </p:nvSpPr>
            <p:spPr>
              <a:xfrm>
                <a:off x="36483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0" name="ph6640"/>
              <p:cNvSpPr/>
              <p:nvPr/>
            </p:nvSpPr>
            <p:spPr>
              <a:xfrm>
                <a:off x="365780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1" name="ph6641"/>
              <p:cNvSpPr/>
              <p:nvPr/>
            </p:nvSpPr>
            <p:spPr>
              <a:xfrm>
                <a:off x="366724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2" name="ph6642"/>
              <p:cNvSpPr/>
              <p:nvPr/>
            </p:nvSpPr>
            <p:spPr>
              <a:xfrm>
                <a:off x="367668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3" name="ph6643"/>
              <p:cNvSpPr/>
              <p:nvPr/>
            </p:nvSpPr>
            <p:spPr>
              <a:xfrm>
                <a:off x="36861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4" name="ph6644"/>
              <p:cNvSpPr/>
              <p:nvPr/>
            </p:nvSpPr>
            <p:spPr>
              <a:xfrm>
                <a:off x="369556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5" name="ph6645"/>
              <p:cNvSpPr/>
              <p:nvPr/>
            </p:nvSpPr>
            <p:spPr>
              <a:xfrm>
                <a:off x="370500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6" name="ph6646"/>
              <p:cNvSpPr/>
              <p:nvPr/>
            </p:nvSpPr>
            <p:spPr>
              <a:xfrm>
                <a:off x="371444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7" name="ph6647"/>
              <p:cNvSpPr/>
              <p:nvPr/>
            </p:nvSpPr>
            <p:spPr>
              <a:xfrm>
                <a:off x="372388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8" name="ph6648"/>
              <p:cNvSpPr/>
              <p:nvPr/>
            </p:nvSpPr>
            <p:spPr>
              <a:xfrm>
                <a:off x="373332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9" name="ph6649"/>
              <p:cNvSpPr/>
              <p:nvPr/>
            </p:nvSpPr>
            <p:spPr>
              <a:xfrm>
                <a:off x="374276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0" name="ph6650"/>
              <p:cNvSpPr/>
              <p:nvPr/>
            </p:nvSpPr>
            <p:spPr>
              <a:xfrm>
                <a:off x="375220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1" name="ph6651"/>
              <p:cNvSpPr/>
              <p:nvPr/>
            </p:nvSpPr>
            <p:spPr>
              <a:xfrm>
                <a:off x="376164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2" name="ph6652"/>
              <p:cNvSpPr/>
              <p:nvPr/>
            </p:nvSpPr>
            <p:spPr>
              <a:xfrm>
                <a:off x="377108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3" name="ph6653"/>
              <p:cNvSpPr/>
              <p:nvPr/>
            </p:nvSpPr>
            <p:spPr>
              <a:xfrm>
                <a:off x="378052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4" name="ph6654"/>
              <p:cNvSpPr/>
              <p:nvPr/>
            </p:nvSpPr>
            <p:spPr>
              <a:xfrm>
                <a:off x="3789963" y="1324442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360"/>
                    </a:lnTo>
                    <a:lnTo>
                      <a:pt x="922393" y="911310"/>
                    </a:lnTo>
                    <a:lnTo>
                      <a:pt x="921849" y="91439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5" name="ph6655"/>
              <p:cNvSpPr/>
              <p:nvPr/>
            </p:nvSpPr>
            <p:spPr>
              <a:xfrm>
                <a:off x="3799404" y="1306872"/>
                <a:ext cx="914944" cy="918930"/>
              </a:xfrm>
              <a:custGeom>
                <a:avLst/>
                <a:gdLst/>
                <a:ahLst/>
                <a:cxnLst/>
                <a:rect l="0" t="0" r="0" b="0"/>
                <a:pathLst>
                  <a:path w="914944" h="918930">
                    <a:moveTo>
                      <a:pt x="914400" y="914400"/>
                    </a:moveTo>
                    <a:lnTo>
                      <a:pt x="914944" y="914400"/>
                    </a:lnTo>
                    <a:lnTo>
                      <a:pt x="914501" y="918234"/>
                    </a:lnTo>
                    <a:lnTo>
                      <a:pt x="914400" y="91893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6" name="ph6656"/>
              <p:cNvSpPr/>
              <p:nvPr/>
            </p:nvSpPr>
            <p:spPr>
              <a:xfrm>
                <a:off x="2062399" y="1289302"/>
                <a:ext cx="914400" cy="925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912">
                    <a:moveTo>
                      <a:pt x="914400" y="914400"/>
                    </a:moveTo>
                    <a:lnTo>
                      <a:pt x="914400" y="925912"/>
                    </a:lnTo>
                    <a:lnTo>
                      <a:pt x="911762" y="918230"/>
                    </a:lnTo>
                    <a:lnTo>
                      <a:pt x="910594" y="914400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7" name="ph6657"/>
              <p:cNvSpPr/>
              <p:nvPr/>
            </p:nvSpPr>
            <p:spPr>
              <a:xfrm>
                <a:off x="206239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662" y="931969"/>
                    </a:lnTo>
                    <a:lnTo>
                      <a:pt x="914956" y="927531"/>
                    </a:lnTo>
                    <a:lnTo>
                      <a:pt x="914400" y="925912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8" name="ph6658"/>
              <p:cNvSpPr/>
              <p:nvPr/>
            </p:nvSpPr>
            <p:spPr>
              <a:xfrm>
                <a:off x="207184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9" name="ph6659"/>
              <p:cNvSpPr/>
              <p:nvPr/>
            </p:nvSpPr>
            <p:spPr>
              <a:xfrm>
                <a:off x="208128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0" name="ph6660"/>
              <p:cNvSpPr/>
              <p:nvPr/>
            </p:nvSpPr>
            <p:spPr>
              <a:xfrm>
                <a:off x="209072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1" name="ph6661"/>
              <p:cNvSpPr/>
              <p:nvPr/>
            </p:nvSpPr>
            <p:spPr>
              <a:xfrm>
                <a:off x="210016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2" name="ph6662"/>
              <p:cNvSpPr/>
              <p:nvPr/>
            </p:nvSpPr>
            <p:spPr>
              <a:xfrm>
                <a:off x="210960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3" name="ph6663"/>
              <p:cNvSpPr/>
              <p:nvPr/>
            </p:nvSpPr>
            <p:spPr>
              <a:xfrm>
                <a:off x="211904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4" name="ph6664"/>
              <p:cNvSpPr/>
              <p:nvPr/>
            </p:nvSpPr>
            <p:spPr>
              <a:xfrm>
                <a:off x="212848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5" name="ph6665"/>
              <p:cNvSpPr/>
              <p:nvPr/>
            </p:nvSpPr>
            <p:spPr>
              <a:xfrm>
                <a:off x="21379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6" name="ph6666"/>
              <p:cNvSpPr/>
              <p:nvPr/>
            </p:nvSpPr>
            <p:spPr>
              <a:xfrm>
                <a:off x="214736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7" name="ph6667"/>
              <p:cNvSpPr/>
              <p:nvPr/>
            </p:nvSpPr>
            <p:spPr>
              <a:xfrm>
                <a:off x="215680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8" name="ph6668"/>
              <p:cNvSpPr/>
              <p:nvPr/>
            </p:nvSpPr>
            <p:spPr>
              <a:xfrm>
                <a:off x="216624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9" name="ph6669"/>
              <p:cNvSpPr/>
              <p:nvPr/>
            </p:nvSpPr>
            <p:spPr>
              <a:xfrm>
                <a:off x="217568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0" name="ph6670"/>
              <p:cNvSpPr/>
              <p:nvPr/>
            </p:nvSpPr>
            <p:spPr>
              <a:xfrm>
                <a:off x="218512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1" name="ph6671"/>
              <p:cNvSpPr/>
              <p:nvPr/>
            </p:nvSpPr>
            <p:spPr>
              <a:xfrm>
                <a:off x="219456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2" name="ph6672"/>
              <p:cNvSpPr/>
              <p:nvPr/>
            </p:nvSpPr>
            <p:spPr>
              <a:xfrm>
                <a:off x="220400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3" name="ph6673"/>
              <p:cNvSpPr/>
              <p:nvPr/>
            </p:nvSpPr>
            <p:spPr>
              <a:xfrm>
                <a:off x="221344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4" name="ph6674"/>
              <p:cNvSpPr/>
              <p:nvPr/>
            </p:nvSpPr>
            <p:spPr>
              <a:xfrm>
                <a:off x="222288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5" name="ph6675"/>
              <p:cNvSpPr/>
              <p:nvPr/>
            </p:nvSpPr>
            <p:spPr>
              <a:xfrm>
                <a:off x="223232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6" name="ph6676"/>
              <p:cNvSpPr/>
              <p:nvPr/>
            </p:nvSpPr>
            <p:spPr>
              <a:xfrm>
                <a:off x="224176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7" name="ph6677"/>
              <p:cNvSpPr/>
              <p:nvPr/>
            </p:nvSpPr>
            <p:spPr>
              <a:xfrm>
                <a:off x="225120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8" name="ph6678"/>
              <p:cNvSpPr/>
              <p:nvPr/>
            </p:nvSpPr>
            <p:spPr>
              <a:xfrm>
                <a:off x="226064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9" name="ph6679"/>
              <p:cNvSpPr/>
              <p:nvPr/>
            </p:nvSpPr>
            <p:spPr>
              <a:xfrm>
                <a:off x="227008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0" name="ph6680"/>
              <p:cNvSpPr/>
              <p:nvPr/>
            </p:nvSpPr>
            <p:spPr>
              <a:xfrm>
                <a:off x="227952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1" name="ph6681"/>
              <p:cNvSpPr/>
              <p:nvPr/>
            </p:nvSpPr>
            <p:spPr>
              <a:xfrm>
                <a:off x="228896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2" name="ph6682"/>
              <p:cNvSpPr/>
              <p:nvPr/>
            </p:nvSpPr>
            <p:spPr>
              <a:xfrm>
                <a:off x="229840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3" name="ph6683"/>
              <p:cNvSpPr/>
              <p:nvPr/>
            </p:nvSpPr>
            <p:spPr>
              <a:xfrm>
                <a:off x="230784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4" name="ph6684"/>
              <p:cNvSpPr/>
              <p:nvPr/>
            </p:nvSpPr>
            <p:spPr>
              <a:xfrm>
                <a:off x="231728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5" name="ph6685"/>
              <p:cNvSpPr/>
              <p:nvPr/>
            </p:nvSpPr>
            <p:spPr>
              <a:xfrm>
                <a:off x="232672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6" name="ph6686"/>
              <p:cNvSpPr/>
              <p:nvPr/>
            </p:nvSpPr>
            <p:spPr>
              <a:xfrm>
                <a:off x="233616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7" name="ph6687"/>
              <p:cNvSpPr/>
              <p:nvPr/>
            </p:nvSpPr>
            <p:spPr>
              <a:xfrm>
                <a:off x="234560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3">
                  <a:alpha val="100000"/>
                </a:srgbClr>
              </a:solidFill>
              <a:ln w="5420" cap="flat">
                <a:solidFill>
                  <a:srgbClr val="FEE4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8" name="ph6688"/>
              <p:cNvSpPr/>
              <p:nvPr/>
            </p:nvSpPr>
            <p:spPr>
              <a:xfrm>
                <a:off x="235504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9" name="ph6689"/>
              <p:cNvSpPr/>
              <p:nvPr/>
            </p:nvSpPr>
            <p:spPr>
              <a:xfrm>
                <a:off x="236448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0" name="ph6690"/>
              <p:cNvSpPr/>
              <p:nvPr/>
            </p:nvSpPr>
            <p:spPr>
              <a:xfrm>
                <a:off x="237392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1" name="ph6691"/>
              <p:cNvSpPr/>
              <p:nvPr/>
            </p:nvSpPr>
            <p:spPr>
              <a:xfrm>
                <a:off x="238336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2" name="ph6692"/>
              <p:cNvSpPr/>
              <p:nvPr/>
            </p:nvSpPr>
            <p:spPr>
              <a:xfrm>
                <a:off x="239280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3" name="ph6693"/>
              <p:cNvSpPr/>
              <p:nvPr/>
            </p:nvSpPr>
            <p:spPr>
              <a:xfrm>
                <a:off x="240224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4" name="ph6694"/>
              <p:cNvSpPr/>
              <p:nvPr/>
            </p:nvSpPr>
            <p:spPr>
              <a:xfrm>
                <a:off x="241168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5" name="ph6695"/>
              <p:cNvSpPr/>
              <p:nvPr/>
            </p:nvSpPr>
            <p:spPr>
              <a:xfrm>
                <a:off x="242112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6" name="ph6696"/>
              <p:cNvSpPr/>
              <p:nvPr/>
            </p:nvSpPr>
            <p:spPr>
              <a:xfrm>
                <a:off x="2430569" y="1306872"/>
                <a:ext cx="9185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58" y="896830"/>
                    </a:lnTo>
                    <a:lnTo>
                      <a:pt x="917014" y="903166"/>
                    </a:lnTo>
                    <a:lnTo>
                      <a:pt x="918482" y="913947"/>
                    </a:lnTo>
                    <a:lnTo>
                      <a:pt x="918530" y="914400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7" name="ph6697"/>
              <p:cNvSpPr/>
              <p:nvPr/>
            </p:nvSpPr>
            <p:spPr>
              <a:xfrm>
                <a:off x="3195228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71" y="914400"/>
                    </a:lnTo>
                    <a:lnTo>
                      <a:pt x="914400" y="91414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8" name="ph6698"/>
              <p:cNvSpPr/>
              <p:nvPr/>
            </p:nvSpPr>
            <p:spPr>
              <a:xfrm>
                <a:off x="3204668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4149"/>
                    </a:lnTo>
                    <a:lnTo>
                      <a:pt x="905091" y="914048"/>
                    </a:lnTo>
                    <a:lnTo>
                      <a:pt x="910636" y="910423"/>
                    </a:lnTo>
                    <a:lnTo>
                      <a:pt x="914400" y="908364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9" name="ph6699"/>
              <p:cNvSpPr/>
              <p:nvPr/>
            </p:nvSpPr>
            <p:spPr>
              <a:xfrm>
                <a:off x="3214109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364"/>
                    </a:lnTo>
                    <a:lnTo>
                      <a:pt x="906834" y="907339"/>
                    </a:lnTo>
                    <a:lnTo>
                      <a:pt x="907133" y="907190"/>
                    </a:lnTo>
                    <a:lnTo>
                      <a:pt x="907434" y="907041"/>
                    </a:lnTo>
                    <a:lnTo>
                      <a:pt x="907736" y="906892"/>
                    </a:lnTo>
                    <a:lnTo>
                      <a:pt x="908037" y="906743"/>
                    </a:lnTo>
                    <a:lnTo>
                      <a:pt x="908338" y="906594"/>
                    </a:lnTo>
                    <a:lnTo>
                      <a:pt x="908640" y="906445"/>
                    </a:lnTo>
                    <a:lnTo>
                      <a:pt x="908941" y="906296"/>
                    </a:lnTo>
                    <a:lnTo>
                      <a:pt x="909242" y="906146"/>
                    </a:lnTo>
                    <a:lnTo>
                      <a:pt x="909544" y="905997"/>
                    </a:lnTo>
                    <a:lnTo>
                      <a:pt x="909845" y="905848"/>
                    </a:lnTo>
                    <a:lnTo>
                      <a:pt x="910147" y="905699"/>
                    </a:lnTo>
                    <a:lnTo>
                      <a:pt x="910448" y="905550"/>
                    </a:lnTo>
                    <a:lnTo>
                      <a:pt x="910749" y="905401"/>
                    </a:lnTo>
                    <a:lnTo>
                      <a:pt x="911051" y="905252"/>
                    </a:lnTo>
                    <a:lnTo>
                      <a:pt x="911352" y="905103"/>
                    </a:lnTo>
                    <a:lnTo>
                      <a:pt x="911654" y="904954"/>
                    </a:lnTo>
                    <a:lnTo>
                      <a:pt x="911955" y="904805"/>
                    </a:lnTo>
                    <a:lnTo>
                      <a:pt x="912256" y="904656"/>
                    </a:lnTo>
                    <a:lnTo>
                      <a:pt x="912558" y="904507"/>
                    </a:lnTo>
                    <a:lnTo>
                      <a:pt x="912859" y="904358"/>
                    </a:lnTo>
                    <a:lnTo>
                      <a:pt x="913161" y="904209"/>
                    </a:lnTo>
                    <a:lnTo>
                      <a:pt x="913462" y="904060"/>
                    </a:lnTo>
                    <a:lnTo>
                      <a:pt x="913764" y="903911"/>
                    </a:lnTo>
                    <a:lnTo>
                      <a:pt x="914065" y="903762"/>
                    </a:lnTo>
                    <a:lnTo>
                      <a:pt x="914400" y="903597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0" name="ph6700"/>
              <p:cNvSpPr/>
              <p:nvPr/>
            </p:nvSpPr>
            <p:spPr>
              <a:xfrm>
                <a:off x="3223549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597"/>
                    </a:lnTo>
                    <a:lnTo>
                      <a:pt x="905228" y="903464"/>
                    </a:lnTo>
                    <a:lnTo>
                      <a:pt x="905529" y="903315"/>
                    </a:lnTo>
                    <a:lnTo>
                      <a:pt x="905831" y="903166"/>
                    </a:lnTo>
                    <a:lnTo>
                      <a:pt x="906132" y="903017"/>
                    </a:lnTo>
                    <a:lnTo>
                      <a:pt x="906434" y="902868"/>
                    </a:lnTo>
                    <a:lnTo>
                      <a:pt x="906735" y="902719"/>
                    </a:lnTo>
                    <a:lnTo>
                      <a:pt x="907037" y="902570"/>
                    </a:lnTo>
                    <a:lnTo>
                      <a:pt x="907338" y="902421"/>
                    </a:lnTo>
                    <a:lnTo>
                      <a:pt x="907640" y="902272"/>
                    </a:lnTo>
                    <a:lnTo>
                      <a:pt x="907942" y="902123"/>
                    </a:lnTo>
                    <a:lnTo>
                      <a:pt x="908243" y="901974"/>
                    </a:lnTo>
                    <a:lnTo>
                      <a:pt x="908545" y="901826"/>
                    </a:lnTo>
                    <a:lnTo>
                      <a:pt x="908846" y="901677"/>
                    </a:lnTo>
                    <a:lnTo>
                      <a:pt x="909148" y="901528"/>
                    </a:lnTo>
                    <a:lnTo>
                      <a:pt x="909449" y="901379"/>
                    </a:lnTo>
                    <a:lnTo>
                      <a:pt x="909751" y="901230"/>
                    </a:lnTo>
                    <a:lnTo>
                      <a:pt x="910053" y="901081"/>
                    </a:lnTo>
                    <a:lnTo>
                      <a:pt x="910354" y="900932"/>
                    </a:lnTo>
                    <a:lnTo>
                      <a:pt x="910656" y="900783"/>
                    </a:lnTo>
                    <a:lnTo>
                      <a:pt x="910957" y="900635"/>
                    </a:lnTo>
                    <a:lnTo>
                      <a:pt x="911259" y="900486"/>
                    </a:lnTo>
                    <a:lnTo>
                      <a:pt x="911561" y="900337"/>
                    </a:lnTo>
                    <a:lnTo>
                      <a:pt x="911862" y="900188"/>
                    </a:lnTo>
                    <a:lnTo>
                      <a:pt x="912164" y="900039"/>
                    </a:lnTo>
                    <a:lnTo>
                      <a:pt x="912466" y="899890"/>
                    </a:lnTo>
                    <a:lnTo>
                      <a:pt x="912767" y="899742"/>
                    </a:lnTo>
                    <a:lnTo>
                      <a:pt x="913069" y="899593"/>
                    </a:lnTo>
                    <a:lnTo>
                      <a:pt x="913371" y="899444"/>
                    </a:lnTo>
                    <a:lnTo>
                      <a:pt x="913672" y="899295"/>
                    </a:lnTo>
                    <a:lnTo>
                      <a:pt x="913974" y="899146"/>
                    </a:lnTo>
                    <a:lnTo>
                      <a:pt x="914400" y="898937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1" name="ph6701"/>
              <p:cNvSpPr/>
              <p:nvPr/>
            </p:nvSpPr>
            <p:spPr>
              <a:xfrm>
                <a:off x="3232989" y="128930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06"/>
                    </a:lnTo>
                    <a:lnTo>
                      <a:pt x="905137" y="916419"/>
                    </a:lnTo>
                    <a:lnTo>
                      <a:pt x="905439" y="916270"/>
                    </a:lnTo>
                    <a:lnTo>
                      <a:pt x="905741" y="916121"/>
                    </a:lnTo>
                    <a:lnTo>
                      <a:pt x="906042" y="915972"/>
                    </a:lnTo>
                    <a:lnTo>
                      <a:pt x="906344" y="915824"/>
                    </a:lnTo>
                    <a:lnTo>
                      <a:pt x="906646" y="915675"/>
                    </a:lnTo>
                    <a:lnTo>
                      <a:pt x="906948" y="915526"/>
                    </a:lnTo>
                    <a:lnTo>
                      <a:pt x="907249" y="915378"/>
                    </a:lnTo>
                    <a:lnTo>
                      <a:pt x="909452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2" name="ph6702"/>
              <p:cNvSpPr/>
              <p:nvPr/>
            </p:nvSpPr>
            <p:spPr>
              <a:xfrm>
                <a:off x="323298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3" name="ph6703"/>
              <p:cNvSpPr/>
              <p:nvPr/>
            </p:nvSpPr>
            <p:spPr>
              <a:xfrm>
                <a:off x="324242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4" name="ph6704"/>
              <p:cNvSpPr/>
              <p:nvPr/>
            </p:nvSpPr>
            <p:spPr>
              <a:xfrm>
                <a:off x="325187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5" name="ph6705"/>
              <p:cNvSpPr/>
              <p:nvPr/>
            </p:nvSpPr>
            <p:spPr>
              <a:xfrm>
                <a:off x="326131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6" name="ph6706"/>
              <p:cNvSpPr/>
              <p:nvPr/>
            </p:nvSpPr>
            <p:spPr>
              <a:xfrm>
                <a:off x="327075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7" name="ph6707"/>
              <p:cNvSpPr/>
              <p:nvPr/>
            </p:nvSpPr>
            <p:spPr>
              <a:xfrm>
                <a:off x="328019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8" name="ph6708"/>
              <p:cNvSpPr/>
              <p:nvPr/>
            </p:nvSpPr>
            <p:spPr>
              <a:xfrm>
                <a:off x="328963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9" name="ph6709"/>
              <p:cNvSpPr/>
              <p:nvPr/>
            </p:nvSpPr>
            <p:spPr>
              <a:xfrm>
                <a:off x="329907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0" name="ph6710"/>
              <p:cNvSpPr/>
              <p:nvPr/>
            </p:nvSpPr>
            <p:spPr>
              <a:xfrm>
                <a:off x="330851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1" name="ph6711"/>
              <p:cNvSpPr/>
              <p:nvPr/>
            </p:nvSpPr>
            <p:spPr>
              <a:xfrm>
                <a:off x="331795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2" name="ph6712"/>
              <p:cNvSpPr/>
              <p:nvPr/>
            </p:nvSpPr>
            <p:spPr>
              <a:xfrm>
                <a:off x="332739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3" name="ph6713"/>
              <p:cNvSpPr/>
              <p:nvPr/>
            </p:nvSpPr>
            <p:spPr>
              <a:xfrm>
                <a:off x="333683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4" name="ph6714"/>
              <p:cNvSpPr/>
              <p:nvPr/>
            </p:nvSpPr>
            <p:spPr>
              <a:xfrm>
                <a:off x="334627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5" name="ph6715"/>
              <p:cNvSpPr/>
              <p:nvPr/>
            </p:nvSpPr>
            <p:spPr>
              <a:xfrm>
                <a:off x="335571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6" name="ph6716"/>
              <p:cNvSpPr/>
              <p:nvPr/>
            </p:nvSpPr>
            <p:spPr>
              <a:xfrm>
                <a:off x="336515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7" name="ph6717"/>
              <p:cNvSpPr/>
              <p:nvPr/>
            </p:nvSpPr>
            <p:spPr>
              <a:xfrm>
                <a:off x="337459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8" name="ph6718"/>
              <p:cNvSpPr/>
              <p:nvPr/>
            </p:nvSpPr>
            <p:spPr>
              <a:xfrm>
                <a:off x="338403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9" name="ph6719"/>
              <p:cNvSpPr/>
              <p:nvPr/>
            </p:nvSpPr>
            <p:spPr>
              <a:xfrm>
                <a:off x="339347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0" name="ph6720"/>
              <p:cNvSpPr/>
              <p:nvPr/>
            </p:nvSpPr>
            <p:spPr>
              <a:xfrm>
                <a:off x="340291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1" name="ph6721"/>
              <p:cNvSpPr/>
              <p:nvPr/>
            </p:nvSpPr>
            <p:spPr>
              <a:xfrm>
                <a:off x="341235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2" name="ph6722"/>
              <p:cNvSpPr/>
              <p:nvPr/>
            </p:nvSpPr>
            <p:spPr>
              <a:xfrm>
                <a:off x="342179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3" name="ph6723"/>
              <p:cNvSpPr/>
              <p:nvPr/>
            </p:nvSpPr>
            <p:spPr>
              <a:xfrm>
                <a:off x="343123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4" name="ph6724"/>
              <p:cNvSpPr/>
              <p:nvPr/>
            </p:nvSpPr>
            <p:spPr>
              <a:xfrm>
                <a:off x="344067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5" name="ph6725"/>
              <p:cNvSpPr/>
              <p:nvPr/>
            </p:nvSpPr>
            <p:spPr>
              <a:xfrm>
                <a:off x="345011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6" name="ph6726"/>
              <p:cNvSpPr/>
              <p:nvPr/>
            </p:nvSpPr>
            <p:spPr>
              <a:xfrm>
                <a:off x="345955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7" name="ph6727"/>
              <p:cNvSpPr/>
              <p:nvPr/>
            </p:nvSpPr>
            <p:spPr>
              <a:xfrm>
                <a:off x="346899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8" name="ph6728"/>
              <p:cNvSpPr/>
              <p:nvPr/>
            </p:nvSpPr>
            <p:spPr>
              <a:xfrm>
                <a:off x="347843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9" name="ph6729"/>
              <p:cNvSpPr/>
              <p:nvPr/>
            </p:nvSpPr>
            <p:spPr>
              <a:xfrm>
                <a:off x="348787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0" name="ph6730"/>
              <p:cNvSpPr/>
              <p:nvPr/>
            </p:nvSpPr>
            <p:spPr>
              <a:xfrm>
                <a:off x="349731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1" name="ph6731"/>
              <p:cNvSpPr/>
              <p:nvPr/>
            </p:nvSpPr>
            <p:spPr>
              <a:xfrm>
                <a:off x="350675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2" name="ph6732"/>
              <p:cNvSpPr/>
              <p:nvPr/>
            </p:nvSpPr>
            <p:spPr>
              <a:xfrm>
                <a:off x="351619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3" name="ph6733"/>
              <p:cNvSpPr/>
              <p:nvPr/>
            </p:nvSpPr>
            <p:spPr>
              <a:xfrm>
                <a:off x="352563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4" name="ph6734"/>
              <p:cNvSpPr/>
              <p:nvPr/>
            </p:nvSpPr>
            <p:spPr>
              <a:xfrm>
                <a:off x="353507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5" name="ph6735"/>
              <p:cNvSpPr/>
              <p:nvPr/>
            </p:nvSpPr>
            <p:spPr>
              <a:xfrm>
                <a:off x="354451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6" name="ph6736"/>
              <p:cNvSpPr/>
              <p:nvPr/>
            </p:nvSpPr>
            <p:spPr>
              <a:xfrm>
                <a:off x="355395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7" name="ph6737"/>
              <p:cNvSpPr/>
              <p:nvPr/>
            </p:nvSpPr>
            <p:spPr>
              <a:xfrm>
                <a:off x="356339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8" name="ph6738"/>
              <p:cNvSpPr/>
              <p:nvPr/>
            </p:nvSpPr>
            <p:spPr>
              <a:xfrm>
                <a:off x="357283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9" name="ph6739"/>
              <p:cNvSpPr/>
              <p:nvPr/>
            </p:nvSpPr>
            <p:spPr>
              <a:xfrm>
                <a:off x="358227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0" name="ph6740"/>
              <p:cNvSpPr/>
              <p:nvPr/>
            </p:nvSpPr>
            <p:spPr>
              <a:xfrm>
                <a:off x="359171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1" name="ph6741"/>
              <p:cNvSpPr/>
              <p:nvPr/>
            </p:nvSpPr>
            <p:spPr>
              <a:xfrm>
                <a:off x="360115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2" name="ph6742"/>
              <p:cNvSpPr/>
              <p:nvPr/>
            </p:nvSpPr>
            <p:spPr>
              <a:xfrm>
                <a:off x="361059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3" name="ph6743"/>
              <p:cNvSpPr/>
              <p:nvPr/>
            </p:nvSpPr>
            <p:spPr>
              <a:xfrm>
                <a:off x="362003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4" name="ph6744"/>
              <p:cNvSpPr/>
              <p:nvPr/>
            </p:nvSpPr>
            <p:spPr>
              <a:xfrm>
                <a:off x="362947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5" name="ph6745"/>
              <p:cNvSpPr/>
              <p:nvPr/>
            </p:nvSpPr>
            <p:spPr>
              <a:xfrm>
                <a:off x="363891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6" name="ph6746"/>
              <p:cNvSpPr/>
              <p:nvPr/>
            </p:nvSpPr>
            <p:spPr>
              <a:xfrm>
                <a:off x="364836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7" name="ph6747"/>
              <p:cNvSpPr/>
              <p:nvPr/>
            </p:nvSpPr>
            <p:spPr>
              <a:xfrm>
                <a:off x="365780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8" name="ph6748"/>
              <p:cNvSpPr/>
              <p:nvPr/>
            </p:nvSpPr>
            <p:spPr>
              <a:xfrm>
                <a:off x="366724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9" name="ph6749"/>
              <p:cNvSpPr/>
              <p:nvPr/>
            </p:nvSpPr>
            <p:spPr>
              <a:xfrm>
                <a:off x="367668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0" name="ph6750"/>
              <p:cNvSpPr/>
              <p:nvPr/>
            </p:nvSpPr>
            <p:spPr>
              <a:xfrm>
                <a:off x="36861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1" name="ph6751"/>
              <p:cNvSpPr/>
              <p:nvPr/>
            </p:nvSpPr>
            <p:spPr>
              <a:xfrm>
                <a:off x="369556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2" name="ph6752"/>
              <p:cNvSpPr/>
              <p:nvPr/>
            </p:nvSpPr>
            <p:spPr>
              <a:xfrm>
                <a:off x="370500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3" name="ph6753"/>
              <p:cNvSpPr/>
              <p:nvPr/>
            </p:nvSpPr>
            <p:spPr>
              <a:xfrm>
                <a:off x="371444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4" name="ph6754"/>
              <p:cNvSpPr/>
              <p:nvPr/>
            </p:nvSpPr>
            <p:spPr>
              <a:xfrm>
                <a:off x="372388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5" name="ph6755"/>
              <p:cNvSpPr/>
              <p:nvPr/>
            </p:nvSpPr>
            <p:spPr>
              <a:xfrm>
                <a:off x="373332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6" name="ph6756"/>
              <p:cNvSpPr/>
              <p:nvPr/>
            </p:nvSpPr>
            <p:spPr>
              <a:xfrm>
                <a:off x="374276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7" name="ph6757"/>
              <p:cNvSpPr/>
              <p:nvPr/>
            </p:nvSpPr>
            <p:spPr>
              <a:xfrm>
                <a:off x="375220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8" name="ph6758"/>
              <p:cNvSpPr/>
              <p:nvPr/>
            </p:nvSpPr>
            <p:spPr>
              <a:xfrm>
                <a:off x="376164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9" name="ph6759"/>
              <p:cNvSpPr/>
              <p:nvPr/>
            </p:nvSpPr>
            <p:spPr>
              <a:xfrm>
                <a:off x="377108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0" name="ph6760"/>
              <p:cNvSpPr/>
              <p:nvPr/>
            </p:nvSpPr>
            <p:spPr>
              <a:xfrm>
                <a:off x="378052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1" name="ph6761"/>
              <p:cNvSpPr/>
              <p:nvPr/>
            </p:nvSpPr>
            <p:spPr>
              <a:xfrm>
                <a:off x="378996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2" name="ph6762"/>
              <p:cNvSpPr/>
              <p:nvPr/>
            </p:nvSpPr>
            <p:spPr>
              <a:xfrm>
                <a:off x="3799404" y="130687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809"/>
                    </a:lnTo>
                    <a:lnTo>
                      <a:pt x="922167" y="905486"/>
                    </a:lnTo>
                    <a:lnTo>
                      <a:pt x="916870" y="910155"/>
                    </a:lnTo>
                    <a:lnTo>
                      <a:pt x="915296" y="911361"/>
                    </a:lnTo>
                    <a:lnTo>
                      <a:pt x="914944" y="914400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3" name="ph6763"/>
              <p:cNvSpPr/>
              <p:nvPr/>
            </p:nvSpPr>
            <p:spPr>
              <a:xfrm>
                <a:off x="3808844" y="1289302"/>
                <a:ext cx="920969" cy="921379"/>
              </a:xfrm>
              <a:custGeom>
                <a:avLst/>
                <a:gdLst/>
                <a:ahLst/>
                <a:cxnLst/>
                <a:rect l="0" t="0" r="0" b="0"/>
                <a:pathLst>
                  <a:path w="920969" h="921379">
                    <a:moveTo>
                      <a:pt x="914400" y="914400"/>
                    </a:moveTo>
                    <a:lnTo>
                      <a:pt x="920969" y="914400"/>
                    </a:lnTo>
                    <a:lnTo>
                      <a:pt x="917887" y="917883"/>
                    </a:lnTo>
                    <a:lnTo>
                      <a:pt x="914400" y="92137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4" name="ph6764"/>
              <p:cNvSpPr/>
              <p:nvPr/>
            </p:nvSpPr>
            <p:spPr>
              <a:xfrm>
                <a:off x="2062399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594" y="931969"/>
                    </a:lnTo>
                    <a:lnTo>
                      <a:pt x="908834" y="926200"/>
                    </a:lnTo>
                    <a:lnTo>
                      <a:pt x="906180" y="916329"/>
                    </a:lnTo>
                    <a:lnTo>
                      <a:pt x="905728" y="914400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5" name="ph6765"/>
              <p:cNvSpPr/>
              <p:nvPr/>
            </p:nvSpPr>
            <p:spPr>
              <a:xfrm>
                <a:off x="206239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6" name="ph6766"/>
              <p:cNvSpPr/>
              <p:nvPr/>
            </p:nvSpPr>
            <p:spPr>
              <a:xfrm>
                <a:off x="207184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7" name="ph6767"/>
              <p:cNvSpPr/>
              <p:nvPr/>
            </p:nvSpPr>
            <p:spPr>
              <a:xfrm>
                <a:off x="208128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8" name="ph6768"/>
              <p:cNvSpPr/>
              <p:nvPr/>
            </p:nvSpPr>
            <p:spPr>
              <a:xfrm>
                <a:off x="209072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9" name="ph6769"/>
              <p:cNvSpPr/>
              <p:nvPr/>
            </p:nvSpPr>
            <p:spPr>
              <a:xfrm>
                <a:off x="210016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0" name="ph6770"/>
              <p:cNvSpPr/>
              <p:nvPr/>
            </p:nvSpPr>
            <p:spPr>
              <a:xfrm>
                <a:off x="210960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1" name="ph6771"/>
              <p:cNvSpPr/>
              <p:nvPr/>
            </p:nvSpPr>
            <p:spPr>
              <a:xfrm>
                <a:off x="211904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2" name="ph6772"/>
              <p:cNvSpPr/>
              <p:nvPr/>
            </p:nvSpPr>
            <p:spPr>
              <a:xfrm>
                <a:off x="212848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3" name="ph6773"/>
              <p:cNvSpPr/>
              <p:nvPr/>
            </p:nvSpPr>
            <p:spPr>
              <a:xfrm>
                <a:off x="213792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4" name="ph6774"/>
              <p:cNvSpPr/>
              <p:nvPr/>
            </p:nvSpPr>
            <p:spPr>
              <a:xfrm>
                <a:off x="214736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5" name="ph6775"/>
              <p:cNvSpPr/>
              <p:nvPr/>
            </p:nvSpPr>
            <p:spPr>
              <a:xfrm>
                <a:off x="215680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6" name="ph6776"/>
              <p:cNvSpPr/>
              <p:nvPr/>
            </p:nvSpPr>
            <p:spPr>
              <a:xfrm>
                <a:off x="216624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7" name="ph6777"/>
              <p:cNvSpPr/>
              <p:nvPr/>
            </p:nvSpPr>
            <p:spPr>
              <a:xfrm>
                <a:off x="217568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8" name="ph6778"/>
              <p:cNvSpPr/>
              <p:nvPr/>
            </p:nvSpPr>
            <p:spPr>
              <a:xfrm>
                <a:off x="218512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9" name="ph6779"/>
              <p:cNvSpPr/>
              <p:nvPr/>
            </p:nvSpPr>
            <p:spPr>
              <a:xfrm>
                <a:off x="219456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0" name="ph6780"/>
              <p:cNvSpPr/>
              <p:nvPr/>
            </p:nvSpPr>
            <p:spPr>
              <a:xfrm>
                <a:off x="220400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1" name="ph6781"/>
              <p:cNvSpPr/>
              <p:nvPr/>
            </p:nvSpPr>
            <p:spPr>
              <a:xfrm>
                <a:off x="221344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2" name="ph6782"/>
              <p:cNvSpPr/>
              <p:nvPr/>
            </p:nvSpPr>
            <p:spPr>
              <a:xfrm>
                <a:off x="222288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3" name="ph6783"/>
              <p:cNvSpPr/>
              <p:nvPr/>
            </p:nvSpPr>
            <p:spPr>
              <a:xfrm>
                <a:off x="223232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4" name="ph6784"/>
              <p:cNvSpPr/>
              <p:nvPr/>
            </p:nvSpPr>
            <p:spPr>
              <a:xfrm>
                <a:off x="224176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5" name="ph6785"/>
              <p:cNvSpPr/>
              <p:nvPr/>
            </p:nvSpPr>
            <p:spPr>
              <a:xfrm>
                <a:off x="225120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6" name="ph6786"/>
              <p:cNvSpPr/>
              <p:nvPr/>
            </p:nvSpPr>
            <p:spPr>
              <a:xfrm>
                <a:off x="226064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7" name="ph6787"/>
              <p:cNvSpPr/>
              <p:nvPr/>
            </p:nvSpPr>
            <p:spPr>
              <a:xfrm>
                <a:off x="227008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8" name="ph6788"/>
              <p:cNvSpPr/>
              <p:nvPr/>
            </p:nvSpPr>
            <p:spPr>
              <a:xfrm>
                <a:off x="227952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9" name="ph6789"/>
              <p:cNvSpPr/>
              <p:nvPr/>
            </p:nvSpPr>
            <p:spPr>
              <a:xfrm>
                <a:off x="228896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0" name="ph6790"/>
              <p:cNvSpPr/>
              <p:nvPr/>
            </p:nvSpPr>
            <p:spPr>
              <a:xfrm>
                <a:off x="229840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1" name="ph6791"/>
              <p:cNvSpPr/>
              <p:nvPr/>
            </p:nvSpPr>
            <p:spPr>
              <a:xfrm>
                <a:off x="230784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2" name="ph6792"/>
              <p:cNvSpPr/>
              <p:nvPr/>
            </p:nvSpPr>
            <p:spPr>
              <a:xfrm>
                <a:off x="231728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3" name="ph6793"/>
              <p:cNvSpPr/>
              <p:nvPr/>
            </p:nvSpPr>
            <p:spPr>
              <a:xfrm>
                <a:off x="232672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4" name="ph6794"/>
              <p:cNvSpPr/>
              <p:nvPr/>
            </p:nvSpPr>
            <p:spPr>
              <a:xfrm>
                <a:off x="233616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5" name="ph6795"/>
              <p:cNvSpPr/>
              <p:nvPr/>
            </p:nvSpPr>
            <p:spPr>
              <a:xfrm>
                <a:off x="234560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6" name="ph6796"/>
              <p:cNvSpPr/>
              <p:nvPr/>
            </p:nvSpPr>
            <p:spPr>
              <a:xfrm>
                <a:off x="235504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7" name="ph6797"/>
              <p:cNvSpPr/>
              <p:nvPr/>
            </p:nvSpPr>
            <p:spPr>
              <a:xfrm>
                <a:off x="236448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8" name="ph6798"/>
              <p:cNvSpPr/>
              <p:nvPr/>
            </p:nvSpPr>
            <p:spPr>
              <a:xfrm>
                <a:off x="237392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9" name="ph6799"/>
              <p:cNvSpPr/>
              <p:nvPr/>
            </p:nvSpPr>
            <p:spPr>
              <a:xfrm>
                <a:off x="238336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0" name="ph6800"/>
              <p:cNvSpPr/>
              <p:nvPr/>
            </p:nvSpPr>
            <p:spPr>
              <a:xfrm>
                <a:off x="239280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1" name="ph6801"/>
              <p:cNvSpPr/>
              <p:nvPr/>
            </p:nvSpPr>
            <p:spPr>
              <a:xfrm>
                <a:off x="240224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2" name="ph6802"/>
              <p:cNvSpPr/>
              <p:nvPr/>
            </p:nvSpPr>
            <p:spPr>
              <a:xfrm>
                <a:off x="241168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3" name="ph6803"/>
              <p:cNvSpPr/>
              <p:nvPr/>
            </p:nvSpPr>
            <p:spPr>
              <a:xfrm>
                <a:off x="2430569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514" y="896830"/>
                    </a:lnTo>
                    <a:lnTo>
                      <a:pt x="913174" y="899681"/>
                    </a:lnTo>
                    <a:lnTo>
                      <a:pt x="914400" y="905861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4" name="ph6804"/>
              <p:cNvSpPr/>
              <p:nvPr/>
            </p:nvSpPr>
            <p:spPr>
              <a:xfrm>
                <a:off x="2430569" y="1289302"/>
                <a:ext cx="9159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8" h="914400">
                    <a:moveTo>
                      <a:pt x="914400" y="914400"/>
                    </a:moveTo>
                    <a:lnTo>
                      <a:pt x="914400" y="905861"/>
                    </a:lnTo>
                    <a:lnTo>
                      <a:pt x="915243" y="910114"/>
                    </a:lnTo>
                    <a:lnTo>
                      <a:pt x="915958" y="914400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5" name="ph6805"/>
              <p:cNvSpPr/>
              <p:nvPr/>
            </p:nvSpPr>
            <p:spPr>
              <a:xfrm>
                <a:off x="3232989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452" y="914400"/>
                    </a:lnTo>
                    <a:lnTo>
                      <a:pt x="912686" y="912964"/>
                    </a:lnTo>
                    <a:lnTo>
                      <a:pt x="914400" y="912367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6" name="ph6806"/>
              <p:cNvSpPr/>
              <p:nvPr/>
            </p:nvSpPr>
            <p:spPr>
              <a:xfrm>
                <a:off x="3242429" y="128930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2367"/>
                    </a:lnTo>
                    <a:lnTo>
                      <a:pt x="908740" y="911052"/>
                    </a:lnTo>
                    <a:lnTo>
                      <a:pt x="914399" y="909627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7" name="ph6807"/>
              <p:cNvSpPr/>
              <p:nvPr/>
            </p:nvSpPr>
            <p:spPr>
              <a:xfrm>
                <a:off x="325187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627"/>
                    </a:lnTo>
                    <a:lnTo>
                      <a:pt x="910406" y="908752"/>
                    </a:lnTo>
                    <a:lnTo>
                      <a:pt x="914400" y="90847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8" name="ph6808"/>
              <p:cNvSpPr/>
              <p:nvPr/>
            </p:nvSpPr>
            <p:spPr>
              <a:xfrm>
                <a:off x="326131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478"/>
                    </a:lnTo>
                    <a:lnTo>
                      <a:pt x="906551" y="908369"/>
                    </a:lnTo>
                    <a:lnTo>
                      <a:pt x="912140" y="908499"/>
                    </a:lnTo>
                    <a:lnTo>
                      <a:pt x="912618" y="908532"/>
                    </a:lnTo>
                    <a:lnTo>
                      <a:pt x="913097" y="908566"/>
                    </a:lnTo>
                    <a:lnTo>
                      <a:pt x="913577" y="908599"/>
                    </a:lnTo>
                    <a:lnTo>
                      <a:pt x="914057" y="908632"/>
                    </a:lnTo>
                    <a:lnTo>
                      <a:pt x="914400" y="908656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9" name="ph6809"/>
              <p:cNvSpPr/>
              <p:nvPr/>
            </p:nvSpPr>
            <p:spPr>
              <a:xfrm>
                <a:off x="327075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56"/>
                    </a:lnTo>
                    <a:lnTo>
                      <a:pt x="905096" y="908665"/>
                    </a:lnTo>
                    <a:lnTo>
                      <a:pt x="905576" y="908699"/>
                    </a:lnTo>
                    <a:lnTo>
                      <a:pt x="906055" y="908732"/>
                    </a:lnTo>
                    <a:lnTo>
                      <a:pt x="906535" y="908765"/>
                    </a:lnTo>
                    <a:lnTo>
                      <a:pt x="907014" y="908799"/>
                    </a:lnTo>
                    <a:lnTo>
                      <a:pt x="907494" y="908832"/>
                    </a:lnTo>
                    <a:lnTo>
                      <a:pt x="907974" y="908866"/>
                    </a:lnTo>
                    <a:lnTo>
                      <a:pt x="908453" y="908899"/>
                    </a:lnTo>
                    <a:lnTo>
                      <a:pt x="908933" y="908932"/>
                    </a:lnTo>
                    <a:lnTo>
                      <a:pt x="909412" y="908966"/>
                    </a:lnTo>
                    <a:lnTo>
                      <a:pt x="909892" y="908999"/>
                    </a:lnTo>
                    <a:lnTo>
                      <a:pt x="910372" y="909033"/>
                    </a:lnTo>
                    <a:lnTo>
                      <a:pt x="910851" y="909066"/>
                    </a:lnTo>
                    <a:lnTo>
                      <a:pt x="911331" y="909100"/>
                    </a:lnTo>
                    <a:lnTo>
                      <a:pt x="911810" y="909133"/>
                    </a:lnTo>
                    <a:lnTo>
                      <a:pt x="912290" y="909167"/>
                    </a:lnTo>
                    <a:lnTo>
                      <a:pt x="912770" y="909201"/>
                    </a:lnTo>
                    <a:lnTo>
                      <a:pt x="913249" y="909234"/>
                    </a:lnTo>
                    <a:lnTo>
                      <a:pt x="913729" y="909268"/>
                    </a:lnTo>
                    <a:lnTo>
                      <a:pt x="914208" y="909301"/>
                    </a:lnTo>
                    <a:lnTo>
                      <a:pt x="914400" y="909315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0" name="ph6810"/>
              <p:cNvSpPr/>
              <p:nvPr/>
            </p:nvSpPr>
            <p:spPr>
              <a:xfrm>
                <a:off x="328019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15"/>
                    </a:lnTo>
                    <a:lnTo>
                      <a:pt x="905248" y="909335"/>
                    </a:lnTo>
                    <a:lnTo>
                      <a:pt x="905727" y="909369"/>
                    </a:lnTo>
                    <a:lnTo>
                      <a:pt x="906207" y="909402"/>
                    </a:lnTo>
                    <a:lnTo>
                      <a:pt x="906686" y="909436"/>
                    </a:lnTo>
                    <a:lnTo>
                      <a:pt x="907166" y="909470"/>
                    </a:lnTo>
                    <a:lnTo>
                      <a:pt x="907645" y="909504"/>
                    </a:lnTo>
                    <a:lnTo>
                      <a:pt x="908125" y="909537"/>
                    </a:lnTo>
                    <a:lnTo>
                      <a:pt x="908605" y="909571"/>
                    </a:lnTo>
                    <a:lnTo>
                      <a:pt x="909084" y="909605"/>
                    </a:lnTo>
                    <a:lnTo>
                      <a:pt x="909564" y="909639"/>
                    </a:lnTo>
                    <a:lnTo>
                      <a:pt x="910043" y="909673"/>
                    </a:lnTo>
                    <a:lnTo>
                      <a:pt x="910523" y="909706"/>
                    </a:lnTo>
                    <a:lnTo>
                      <a:pt x="911002" y="909740"/>
                    </a:lnTo>
                    <a:lnTo>
                      <a:pt x="911482" y="909774"/>
                    </a:lnTo>
                    <a:lnTo>
                      <a:pt x="911961" y="909808"/>
                    </a:lnTo>
                    <a:lnTo>
                      <a:pt x="912441" y="909842"/>
                    </a:lnTo>
                    <a:lnTo>
                      <a:pt x="912920" y="909876"/>
                    </a:lnTo>
                    <a:lnTo>
                      <a:pt x="913400" y="909910"/>
                    </a:lnTo>
                    <a:lnTo>
                      <a:pt x="913879" y="909944"/>
                    </a:lnTo>
                    <a:lnTo>
                      <a:pt x="914400" y="909981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1" name="ph6811"/>
              <p:cNvSpPr/>
              <p:nvPr/>
            </p:nvSpPr>
            <p:spPr>
              <a:xfrm>
                <a:off x="328963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1"/>
                    </a:lnTo>
                    <a:lnTo>
                      <a:pt x="905398" y="910012"/>
                    </a:lnTo>
                    <a:lnTo>
                      <a:pt x="905878" y="910046"/>
                    </a:lnTo>
                    <a:lnTo>
                      <a:pt x="906357" y="910080"/>
                    </a:lnTo>
                    <a:lnTo>
                      <a:pt x="906837" y="910114"/>
                    </a:lnTo>
                    <a:lnTo>
                      <a:pt x="907316" y="910148"/>
                    </a:lnTo>
                    <a:lnTo>
                      <a:pt x="907796" y="910182"/>
                    </a:lnTo>
                    <a:lnTo>
                      <a:pt x="908275" y="910216"/>
                    </a:lnTo>
                    <a:lnTo>
                      <a:pt x="908755" y="910250"/>
                    </a:lnTo>
                    <a:lnTo>
                      <a:pt x="909234" y="910284"/>
                    </a:lnTo>
                    <a:lnTo>
                      <a:pt x="909714" y="910319"/>
                    </a:lnTo>
                    <a:lnTo>
                      <a:pt x="910193" y="910353"/>
                    </a:lnTo>
                    <a:lnTo>
                      <a:pt x="910673" y="910387"/>
                    </a:lnTo>
                    <a:lnTo>
                      <a:pt x="914400" y="910653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2" name="ph6812"/>
              <p:cNvSpPr/>
              <p:nvPr/>
            </p:nvSpPr>
            <p:spPr>
              <a:xfrm>
                <a:off x="329907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653"/>
                    </a:lnTo>
                    <a:lnTo>
                      <a:pt x="914400" y="911326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3" name="ph6813"/>
              <p:cNvSpPr/>
              <p:nvPr/>
            </p:nvSpPr>
            <p:spPr>
              <a:xfrm>
                <a:off x="330851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26"/>
                    </a:lnTo>
                    <a:lnTo>
                      <a:pt x="914400" y="9120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4" name="ph6814"/>
              <p:cNvSpPr/>
              <p:nvPr/>
            </p:nvSpPr>
            <p:spPr>
              <a:xfrm>
                <a:off x="331795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00"/>
                    </a:lnTo>
                    <a:lnTo>
                      <a:pt x="914400" y="912673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5" name="ph6815"/>
              <p:cNvSpPr/>
              <p:nvPr/>
            </p:nvSpPr>
            <p:spPr>
              <a:xfrm>
                <a:off x="332739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673"/>
                    </a:lnTo>
                    <a:lnTo>
                      <a:pt x="914400" y="912474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6" name="ph6816"/>
              <p:cNvSpPr/>
              <p:nvPr/>
            </p:nvSpPr>
            <p:spPr>
              <a:xfrm>
                <a:off x="333683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474"/>
                    </a:lnTo>
                    <a:lnTo>
                      <a:pt x="914400" y="912274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7" name="ph6817"/>
              <p:cNvSpPr/>
              <p:nvPr/>
            </p:nvSpPr>
            <p:spPr>
              <a:xfrm>
                <a:off x="334627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274"/>
                    </a:lnTo>
                    <a:lnTo>
                      <a:pt x="914400" y="912075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8" name="ph6818"/>
              <p:cNvSpPr/>
              <p:nvPr/>
            </p:nvSpPr>
            <p:spPr>
              <a:xfrm>
                <a:off x="335571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75"/>
                    </a:lnTo>
                    <a:lnTo>
                      <a:pt x="913851" y="911830"/>
                    </a:lnTo>
                    <a:lnTo>
                      <a:pt x="914223" y="911516"/>
                    </a:lnTo>
                    <a:lnTo>
                      <a:pt x="914400" y="911367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9" name="ph6819"/>
              <p:cNvSpPr/>
              <p:nvPr/>
            </p:nvSpPr>
            <p:spPr>
              <a:xfrm>
                <a:off x="336515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67"/>
                    </a:lnTo>
                    <a:lnTo>
                      <a:pt x="905155" y="911203"/>
                    </a:lnTo>
                    <a:lnTo>
                      <a:pt x="905526" y="910889"/>
                    </a:lnTo>
                    <a:lnTo>
                      <a:pt x="905898" y="910575"/>
                    </a:lnTo>
                    <a:lnTo>
                      <a:pt x="910960" y="906577"/>
                    </a:lnTo>
                    <a:lnTo>
                      <a:pt x="914400" y="90421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0" name="ph6820"/>
              <p:cNvSpPr/>
              <p:nvPr/>
            </p:nvSpPr>
            <p:spPr>
              <a:xfrm>
                <a:off x="337459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219"/>
                    </a:lnTo>
                    <a:lnTo>
                      <a:pt x="906680" y="903040"/>
                    </a:lnTo>
                    <a:lnTo>
                      <a:pt x="911926" y="899974"/>
                    </a:lnTo>
                    <a:lnTo>
                      <a:pt x="914400" y="89865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1" name="ph6821"/>
              <p:cNvSpPr/>
              <p:nvPr/>
            </p:nvSpPr>
            <p:spPr>
              <a:xfrm>
                <a:off x="3384033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20"/>
                    </a:lnTo>
                    <a:lnTo>
                      <a:pt x="908360" y="914400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2" name="ph6822"/>
              <p:cNvSpPr/>
              <p:nvPr/>
            </p:nvSpPr>
            <p:spPr>
              <a:xfrm>
                <a:off x="338403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3" name="ph6823"/>
              <p:cNvSpPr/>
              <p:nvPr/>
            </p:nvSpPr>
            <p:spPr>
              <a:xfrm>
                <a:off x="339347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4" name="ph6824"/>
              <p:cNvSpPr/>
              <p:nvPr/>
            </p:nvSpPr>
            <p:spPr>
              <a:xfrm>
                <a:off x="340291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5" name="ph6825"/>
              <p:cNvSpPr/>
              <p:nvPr/>
            </p:nvSpPr>
            <p:spPr>
              <a:xfrm>
                <a:off x="341235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6" name="ph6826"/>
              <p:cNvSpPr/>
              <p:nvPr/>
            </p:nvSpPr>
            <p:spPr>
              <a:xfrm>
                <a:off x="342179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7" name="ph6827"/>
              <p:cNvSpPr/>
              <p:nvPr/>
            </p:nvSpPr>
            <p:spPr>
              <a:xfrm>
                <a:off x="343123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8" name="ph6828"/>
              <p:cNvSpPr/>
              <p:nvPr/>
            </p:nvSpPr>
            <p:spPr>
              <a:xfrm>
                <a:off x="344067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9" name="ph6829"/>
              <p:cNvSpPr/>
              <p:nvPr/>
            </p:nvSpPr>
            <p:spPr>
              <a:xfrm>
                <a:off x="345011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0" name="ph6830"/>
              <p:cNvSpPr/>
              <p:nvPr/>
            </p:nvSpPr>
            <p:spPr>
              <a:xfrm>
                <a:off x="345955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1" name="ph6831"/>
              <p:cNvSpPr/>
              <p:nvPr/>
            </p:nvSpPr>
            <p:spPr>
              <a:xfrm>
                <a:off x="346899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2" name="ph6832"/>
              <p:cNvSpPr/>
              <p:nvPr/>
            </p:nvSpPr>
            <p:spPr>
              <a:xfrm>
                <a:off x="347843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3" name="ph6833"/>
              <p:cNvSpPr/>
              <p:nvPr/>
            </p:nvSpPr>
            <p:spPr>
              <a:xfrm>
                <a:off x="348787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4" name="ph6834"/>
              <p:cNvSpPr/>
              <p:nvPr/>
            </p:nvSpPr>
            <p:spPr>
              <a:xfrm>
                <a:off x="349731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5" name="ph6835"/>
              <p:cNvSpPr/>
              <p:nvPr/>
            </p:nvSpPr>
            <p:spPr>
              <a:xfrm>
                <a:off x="350675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6" name="ph6836"/>
              <p:cNvSpPr/>
              <p:nvPr/>
            </p:nvSpPr>
            <p:spPr>
              <a:xfrm>
                <a:off x="351619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7" name="ph6837"/>
              <p:cNvSpPr/>
              <p:nvPr/>
            </p:nvSpPr>
            <p:spPr>
              <a:xfrm>
                <a:off x="352563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8" name="ph6838"/>
              <p:cNvSpPr/>
              <p:nvPr/>
            </p:nvSpPr>
            <p:spPr>
              <a:xfrm>
                <a:off x="353507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9" name="ph6839"/>
              <p:cNvSpPr/>
              <p:nvPr/>
            </p:nvSpPr>
            <p:spPr>
              <a:xfrm>
                <a:off x="354451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0" name="ph6840"/>
              <p:cNvSpPr/>
              <p:nvPr/>
            </p:nvSpPr>
            <p:spPr>
              <a:xfrm>
                <a:off x="355395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1" name="ph6841"/>
              <p:cNvSpPr/>
              <p:nvPr/>
            </p:nvSpPr>
            <p:spPr>
              <a:xfrm>
                <a:off x="356339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2" name="ph6842"/>
              <p:cNvSpPr/>
              <p:nvPr/>
            </p:nvSpPr>
            <p:spPr>
              <a:xfrm>
                <a:off x="357283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3" name="ph6843"/>
              <p:cNvSpPr/>
              <p:nvPr/>
            </p:nvSpPr>
            <p:spPr>
              <a:xfrm>
                <a:off x="358227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4" name="ph6844"/>
              <p:cNvSpPr/>
              <p:nvPr/>
            </p:nvSpPr>
            <p:spPr>
              <a:xfrm>
                <a:off x="359171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5" name="ph6845"/>
              <p:cNvSpPr/>
              <p:nvPr/>
            </p:nvSpPr>
            <p:spPr>
              <a:xfrm>
                <a:off x="360115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6" name="ph6846"/>
              <p:cNvSpPr/>
              <p:nvPr/>
            </p:nvSpPr>
            <p:spPr>
              <a:xfrm>
                <a:off x="361059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7" name="ph6847"/>
              <p:cNvSpPr/>
              <p:nvPr/>
            </p:nvSpPr>
            <p:spPr>
              <a:xfrm>
                <a:off x="362003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8" name="ph6848"/>
              <p:cNvSpPr/>
              <p:nvPr/>
            </p:nvSpPr>
            <p:spPr>
              <a:xfrm>
                <a:off x="362947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9" name="ph6849"/>
              <p:cNvSpPr/>
              <p:nvPr/>
            </p:nvSpPr>
            <p:spPr>
              <a:xfrm>
                <a:off x="363891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0" name="ph6850"/>
              <p:cNvSpPr/>
              <p:nvPr/>
            </p:nvSpPr>
            <p:spPr>
              <a:xfrm>
                <a:off x="364836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1" name="ph6851"/>
              <p:cNvSpPr/>
              <p:nvPr/>
            </p:nvSpPr>
            <p:spPr>
              <a:xfrm>
                <a:off x="365780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2" name="ph6852"/>
              <p:cNvSpPr/>
              <p:nvPr/>
            </p:nvSpPr>
            <p:spPr>
              <a:xfrm>
                <a:off x="366724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3" name="ph6853"/>
              <p:cNvSpPr/>
              <p:nvPr/>
            </p:nvSpPr>
            <p:spPr>
              <a:xfrm>
                <a:off x="367668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4" name="ph6854"/>
              <p:cNvSpPr/>
              <p:nvPr/>
            </p:nvSpPr>
            <p:spPr>
              <a:xfrm>
                <a:off x="368612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5" name="ph6855"/>
              <p:cNvSpPr/>
              <p:nvPr/>
            </p:nvSpPr>
            <p:spPr>
              <a:xfrm>
                <a:off x="369556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6" name="ph6856"/>
              <p:cNvSpPr/>
              <p:nvPr/>
            </p:nvSpPr>
            <p:spPr>
              <a:xfrm>
                <a:off x="370500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7" name="ph6857"/>
              <p:cNvSpPr/>
              <p:nvPr/>
            </p:nvSpPr>
            <p:spPr>
              <a:xfrm>
                <a:off x="371444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8" name="ph6858"/>
              <p:cNvSpPr/>
              <p:nvPr/>
            </p:nvSpPr>
            <p:spPr>
              <a:xfrm>
                <a:off x="372388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9" name="ph6859"/>
              <p:cNvSpPr/>
              <p:nvPr/>
            </p:nvSpPr>
            <p:spPr>
              <a:xfrm>
                <a:off x="373332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0" name="ph6860"/>
              <p:cNvSpPr/>
              <p:nvPr/>
            </p:nvSpPr>
            <p:spPr>
              <a:xfrm>
                <a:off x="374276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1" name="ph6861"/>
              <p:cNvSpPr/>
              <p:nvPr/>
            </p:nvSpPr>
            <p:spPr>
              <a:xfrm>
                <a:off x="375220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2" name="ph6862"/>
              <p:cNvSpPr/>
              <p:nvPr/>
            </p:nvSpPr>
            <p:spPr>
              <a:xfrm>
                <a:off x="376164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3" name="ph6863"/>
              <p:cNvSpPr/>
              <p:nvPr/>
            </p:nvSpPr>
            <p:spPr>
              <a:xfrm>
                <a:off x="377108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4" name="ph6864"/>
              <p:cNvSpPr/>
              <p:nvPr/>
            </p:nvSpPr>
            <p:spPr>
              <a:xfrm>
                <a:off x="378052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5" name="ph6865"/>
              <p:cNvSpPr/>
              <p:nvPr/>
            </p:nvSpPr>
            <p:spPr>
              <a:xfrm>
                <a:off x="378996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6" name="ph6866"/>
              <p:cNvSpPr/>
              <p:nvPr/>
            </p:nvSpPr>
            <p:spPr>
              <a:xfrm>
                <a:off x="379940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7" name="ph6867"/>
              <p:cNvSpPr/>
              <p:nvPr/>
            </p:nvSpPr>
            <p:spPr>
              <a:xfrm>
                <a:off x="3808844" y="128930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027"/>
                    </a:lnTo>
                    <a:lnTo>
                      <a:pt x="922897" y="912220"/>
                    </a:lnTo>
                    <a:lnTo>
                      <a:pt x="920969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8" name="ph6868"/>
              <p:cNvSpPr/>
              <p:nvPr/>
            </p:nvSpPr>
            <p:spPr>
              <a:xfrm>
                <a:off x="3818284" y="1271733"/>
                <a:ext cx="923840" cy="9285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5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694"/>
                    </a:lnTo>
                    <a:lnTo>
                      <a:pt x="922972" y="917057"/>
                    </a:lnTo>
                    <a:lnTo>
                      <a:pt x="918303" y="923653"/>
                    </a:lnTo>
                    <a:lnTo>
                      <a:pt x="914400" y="928597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9" name="ph6869"/>
              <p:cNvSpPr/>
              <p:nvPr/>
            </p:nvSpPr>
            <p:spPr>
              <a:xfrm>
                <a:off x="3827724" y="1271733"/>
                <a:ext cx="915223" cy="915694"/>
              </a:xfrm>
              <a:custGeom>
                <a:avLst/>
                <a:gdLst/>
                <a:ahLst/>
                <a:cxnLst/>
                <a:rect l="0" t="0" r="0" b="0"/>
                <a:pathLst>
                  <a:path w="915223" h="915694">
                    <a:moveTo>
                      <a:pt x="914400" y="914400"/>
                    </a:moveTo>
                    <a:lnTo>
                      <a:pt x="915223" y="914400"/>
                    </a:lnTo>
                    <a:lnTo>
                      <a:pt x="914400" y="915694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0" name="ph6870"/>
              <p:cNvSpPr/>
              <p:nvPr/>
            </p:nvSpPr>
            <p:spPr>
              <a:xfrm>
                <a:off x="2052959" y="1254163"/>
                <a:ext cx="914400" cy="92869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92">
                    <a:moveTo>
                      <a:pt x="914400" y="914400"/>
                    </a:moveTo>
                    <a:lnTo>
                      <a:pt x="914400" y="928692"/>
                    </a:lnTo>
                    <a:lnTo>
                      <a:pt x="913248" y="923782"/>
                    </a:lnTo>
                    <a:lnTo>
                      <a:pt x="911355" y="914400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1" name="ph6871"/>
              <p:cNvSpPr/>
              <p:nvPr/>
            </p:nvSpPr>
            <p:spPr>
              <a:xfrm>
                <a:off x="205295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168" y="931969"/>
                    </a:lnTo>
                    <a:lnTo>
                      <a:pt x="914400" y="928692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2" name="ph6872"/>
              <p:cNvSpPr/>
              <p:nvPr/>
            </p:nvSpPr>
            <p:spPr>
              <a:xfrm>
                <a:off x="206239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3" name="ph6873"/>
              <p:cNvSpPr/>
              <p:nvPr/>
            </p:nvSpPr>
            <p:spPr>
              <a:xfrm>
                <a:off x="207184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4" name="ph6874"/>
              <p:cNvSpPr/>
              <p:nvPr/>
            </p:nvSpPr>
            <p:spPr>
              <a:xfrm>
                <a:off x="208128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5" name="ph6875"/>
              <p:cNvSpPr/>
              <p:nvPr/>
            </p:nvSpPr>
            <p:spPr>
              <a:xfrm>
                <a:off x="209072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6" name="ph6876"/>
              <p:cNvSpPr/>
              <p:nvPr/>
            </p:nvSpPr>
            <p:spPr>
              <a:xfrm>
                <a:off x="210016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7" name="ph6877"/>
              <p:cNvSpPr/>
              <p:nvPr/>
            </p:nvSpPr>
            <p:spPr>
              <a:xfrm>
                <a:off x="210960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8" name="ph6878"/>
              <p:cNvSpPr/>
              <p:nvPr/>
            </p:nvSpPr>
            <p:spPr>
              <a:xfrm>
                <a:off x="211904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9" name="ph6879"/>
              <p:cNvSpPr/>
              <p:nvPr/>
            </p:nvSpPr>
            <p:spPr>
              <a:xfrm>
                <a:off x="212848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0" name="ph6880"/>
              <p:cNvSpPr/>
              <p:nvPr/>
            </p:nvSpPr>
            <p:spPr>
              <a:xfrm>
                <a:off x="213792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1" name="ph6881"/>
              <p:cNvSpPr/>
              <p:nvPr/>
            </p:nvSpPr>
            <p:spPr>
              <a:xfrm>
                <a:off x="214736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2" name="ph6882"/>
              <p:cNvSpPr/>
              <p:nvPr/>
            </p:nvSpPr>
            <p:spPr>
              <a:xfrm>
                <a:off x="215680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3" name="ph6883"/>
              <p:cNvSpPr/>
              <p:nvPr/>
            </p:nvSpPr>
            <p:spPr>
              <a:xfrm>
                <a:off x="216624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4" name="ph6884"/>
              <p:cNvSpPr/>
              <p:nvPr/>
            </p:nvSpPr>
            <p:spPr>
              <a:xfrm>
                <a:off x="217568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5" name="ph6885"/>
              <p:cNvSpPr/>
              <p:nvPr/>
            </p:nvSpPr>
            <p:spPr>
              <a:xfrm>
                <a:off x="218512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6" name="ph6886"/>
              <p:cNvSpPr/>
              <p:nvPr/>
            </p:nvSpPr>
            <p:spPr>
              <a:xfrm>
                <a:off x="219456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7" name="ph6887"/>
              <p:cNvSpPr/>
              <p:nvPr/>
            </p:nvSpPr>
            <p:spPr>
              <a:xfrm>
                <a:off x="220400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8" name="ph6888"/>
              <p:cNvSpPr/>
              <p:nvPr/>
            </p:nvSpPr>
            <p:spPr>
              <a:xfrm>
                <a:off x="221344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9" name="ph6889"/>
              <p:cNvSpPr/>
              <p:nvPr/>
            </p:nvSpPr>
            <p:spPr>
              <a:xfrm>
                <a:off x="222288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0" name="ph6890"/>
              <p:cNvSpPr/>
              <p:nvPr/>
            </p:nvSpPr>
            <p:spPr>
              <a:xfrm>
                <a:off x="223232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1" name="ph6891"/>
              <p:cNvSpPr/>
              <p:nvPr/>
            </p:nvSpPr>
            <p:spPr>
              <a:xfrm>
                <a:off x="224176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2" name="ph6892"/>
              <p:cNvSpPr/>
              <p:nvPr/>
            </p:nvSpPr>
            <p:spPr>
              <a:xfrm>
                <a:off x="225120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3">
                  <a:alpha val="100000"/>
                </a:srgbClr>
              </a:solidFill>
              <a:ln w="5420" cap="flat">
                <a:solidFill>
                  <a:srgbClr val="FEE4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3" name="ph6893"/>
              <p:cNvSpPr/>
              <p:nvPr/>
            </p:nvSpPr>
            <p:spPr>
              <a:xfrm>
                <a:off x="226064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3">
                  <a:alpha val="100000"/>
                </a:srgbClr>
              </a:solidFill>
              <a:ln w="5420" cap="flat">
                <a:solidFill>
                  <a:srgbClr val="FEE4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4" name="ph6894"/>
              <p:cNvSpPr/>
              <p:nvPr/>
            </p:nvSpPr>
            <p:spPr>
              <a:xfrm>
                <a:off x="227008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5" name="ph6895"/>
              <p:cNvSpPr/>
              <p:nvPr/>
            </p:nvSpPr>
            <p:spPr>
              <a:xfrm>
                <a:off x="227952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6" name="ph6896"/>
              <p:cNvSpPr/>
              <p:nvPr/>
            </p:nvSpPr>
            <p:spPr>
              <a:xfrm>
                <a:off x="228896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7" name="ph6897"/>
              <p:cNvSpPr/>
              <p:nvPr/>
            </p:nvSpPr>
            <p:spPr>
              <a:xfrm>
                <a:off x="229840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8" name="ph6898"/>
              <p:cNvSpPr/>
              <p:nvPr/>
            </p:nvSpPr>
            <p:spPr>
              <a:xfrm>
                <a:off x="230784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9" name="ph6899"/>
              <p:cNvSpPr/>
              <p:nvPr/>
            </p:nvSpPr>
            <p:spPr>
              <a:xfrm>
                <a:off x="231728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0" name="ph6900"/>
              <p:cNvSpPr/>
              <p:nvPr/>
            </p:nvSpPr>
            <p:spPr>
              <a:xfrm>
                <a:off x="232672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1" name="ph6901"/>
              <p:cNvSpPr/>
              <p:nvPr/>
            </p:nvSpPr>
            <p:spPr>
              <a:xfrm>
                <a:off x="233616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2" name="ph6902"/>
              <p:cNvSpPr/>
              <p:nvPr/>
            </p:nvSpPr>
            <p:spPr>
              <a:xfrm>
                <a:off x="234560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3" name="ph6903"/>
              <p:cNvSpPr/>
              <p:nvPr/>
            </p:nvSpPr>
            <p:spPr>
              <a:xfrm>
                <a:off x="235504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4" name="ph6904"/>
              <p:cNvSpPr/>
              <p:nvPr/>
            </p:nvSpPr>
            <p:spPr>
              <a:xfrm>
                <a:off x="236448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5" name="ph6905"/>
              <p:cNvSpPr/>
              <p:nvPr/>
            </p:nvSpPr>
            <p:spPr>
              <a:xfrm>
                <a:off x="237392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6" name="ph6906"/>
              <p:cNvSpPr/>
              <p:nvPr/>
            </p:nvSpPr>
            <p:spPr>
              <a:xfrm>
                <a:off x="238336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7" name="ph6907"/>
              <p:cNvSpPr/>
              <p:nvPr/>
            </p:nvSpPr>
            <p:spPr>
              <a:xfrm>
                <a:off x="239280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8" name="ph6908"/>
              <p:cNvSpPr/>
              <p:nvPr/>
            </p:nvSpPr>
            <p:spPr>
              <a:xfrm>
                <a:off x="240224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9" name="ph6909"/>
              <p:cNvSpPr/>
              <p:nvPr/>
            </p:nvSpPr>
            <p:spPr>
              <a:xfrm>
                <a:off x="241168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0" name="ph6910"/>
              <p:cNvSpPr/>
              <p:nvPr/>
            </p:nvSpPr>
            <p:spPr>
              <a:xfrm>
                <a:off x="2421129" y="1271733"/>
                <a:ext cx="9219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54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536" y="896830"/>
                    </a:lnTo>
                    <a:lnTo>
                      <a:pt x="917603" y="897065"/>
                    </a:lnTo>
                    <a:lnTo>
                      <a:pt x="920251" y="907035"/>
                    </a:lnTo>
                    <a:lnTo>
                      <a:pt x="921954" y="914400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1" name="ph6911"/>
              <p:cNvSpPr/>
              <p:nvPr/>
            </p:nvSpPr>
            <p:spPr>
              <a:xfrm>
                <a:off x="3384033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60" y="914400"/>
                    </a:lnTo>
                    <a:lnTo>
                      <a:pt x="914400" y="911167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2" name="ph6912"/>
              <p:cNvSpPr/>
              <p:nvPr/>
            </p:nvSpPr>
            <p:spPr>
              <a:xfrm>
                <a:off x="3393473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167"/>
                    </a:lnTo>
                    <a:lnTo>
                      <a:pt x="914400" y="906114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3" name="ph6913"/>
              <p:cNvSpPr/>
              <p:nvPr/>
            </p:nvSpPr>
            <p:spPr>
              <a:xfrm>
                <a:off x="3402913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114"/>
                    </a:lnTo>
                    <a:lnTo>
                      <a:pt x="911463" y="902620"/>
                    </a:lnTo>
                    <a:lnTo>
                      <a:pt x="911789" y="902187"/>
                    </a:lnTo>
                    <a:lnTo>
                      <a:pt x="912115" y="901755"/>
                    </a:lnTo>
                    <a:lnTo>
                      <a:pt x="912441" y="901322"/>
                    </a:lnTo>
                    <a:lnTo>
                      <a:pt x="912767" y="900889"/>
                    </a:lnTo>
                    <a:lnTo>
                      <a:pt x="913094" y="900457"/>
                    </a:lnTo>
                    <a:lnTo>
                      <a:pt x="913420" y="900024"/>
                    </a:lnTo>
                    <a:lnTo>
                      <a:pt x="913746" y="899592"/>
                    </a:lnTo>
                    <a:lnTo>
                      <a:pt x="914072" y="899159"/>
                    </a:lnTo>
                    <a:lnTo>
                      <a:pt x="914400" y="898725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4" name="ph6914"/>
              <p:cNvSpPr/>
              <p:nvPr/>
            </p:nvSpPr>
            <p:spPr>
              <a:xfrm>
                <a:off x="3412354" y="125416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95"/>
                    </a:lnTo>
                    <a:lnTo>
                      <a:pt x="905285" y="915864"/>
                    </a:lnTo>
                    <a:lnTo>
                      <a:pt x="905611" y="915432"/>
                    </a:lnTo>
                    <a:lnTo>
                      <a:pt x="905937" y="914999"/>
                    </a:lnTo>
                    <a:lnTo>
                      <a:pt x="906264" y="914567"/>
                    </a:lnTo>
                    <a:lnTo>
                      <a:pt x="906390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5" name="ph6915"/>
              <p:cNvSpPr/>
              <p:nvPr/>
            </p:nvSpPr>
            <p:spPr>
              <a:xfrm>
                <a:off x="341235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6" name="ph6916"/>
              <p:cNvSpPr/>
              <p:nvPr/>
            </p:nvSpPr>
            <p:spPr>
              <a:xfrm>
                <a:off x="342179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7" name="ph6917"/>
              <p:cNvSpPr/>
              <p:nvPr/>
            </p:nvSpPr>
            <p:spPr>
              <a:xfrm>
                <a:off x="343123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8" name="ph6918"/>
              <p:cNvSpPr/>
              <p:nvPr/>
            </p:nvSpPr>
            <p:spPr>
              <a:xfrm>
                <a:off x="344067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9" name="ph6919"/>
              <p:cNvSpPr/>
              <p:nvPr/>
            </p:nvSpPr>
            <p:spPr>
              <a:xfrm>
                <a:off x="345011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0" name="ph6920"/>
              <p:cNvSpPr/>
              <p:nvPr/>
            </p:nvSpPr>
            <p:spPr>
              <a:xfrm>
                <a:off x="345955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1" name="ph6921"/>
              <p:cNvSpPr/>
              <p:nvPr/>
            </p:nvSpPr>
            <p:spPr>
              <a:xfrm>
                <a:off x="346899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2" name="ph6922"/>
              <p:cNvSpPr/>
              <p:nvPr/>
            </p:nvSpPr>
            <p:spPr>
              <a:xfrm>
                <a:off x="347843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3" name="ph6923"/>
              <p:cNvSpPr/>
              <p:nvPr/>
            </p:nvSpPr>
            <p:spPr>
              <a:xfrm>
                <a:off x="348787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4" name="ph6924"/>
              <p:cNvSpPr/>
              <p:nvPr/>
            </p:nvSpPr>
            <p:spPr>
              <a:xfrm>
                <a:off x="349731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5" name="ph6925"/>
              <p:cNvSpPr/>
              <p:nvPr/>
            </p:nvSpPr>
            <p:spPr>
              <a:xfrm>
                <a:off x="350675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6" name="ph6926"/>
              <p:cNvSpPr/>
              <p:nvPr/>
            </p:nvSpPr>
            <p:spPr>
              <a:xfrm>
                <a:off x="351619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7" name="ph6927"/>
              <p:cNvSpPr/>
              <p:nvPr/>
            </p:nvSpPr>
            <p:spPr>
              <a:xfrm>
                <a:off x="352563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8" name="ph6928"/>
              <p:cNvSpPr/>
              <p:nvPr/>
            </p:nvSpPr>
            <p:spPr>
              <a:xfrm>
                <a:off x="353507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9" name="ph6929"/>
              <p:cNvSpPr/>
              <p:nvPr/>
            </p:nvSpPr>
            <p:spPr>
              <a:xfrm>
                <a:off x="354451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0" name="ph6930"/>
              <p:cNvSpPr/>
              <p:nvPr/>
            </p:nvSpPr>
            <p:spPr>
              <a:xfrm>
                <a:off x="355395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1" name="ph6931"/>
              <p:cNvSpPr/>
              <p:nvPr/>
            </p:nvSpPr>
            <p:spPr>
              <a:xfrm>
                <a:off x="356339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2" name="ph6932"/>
              <p:cNvSpPr/>
              <p:nvPr/>
            </p:nvSpPr>
            <p:spPr>
              <a:xfrm>
                <a:off x="357283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3" name="ph6933"/>
              <p:cNvSpPr/>
              <p:nvPr/>
            </p:nvSpPr>
            <p:spPr>
              <a:xfrm>
                <a:off x="358227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4" name="ph6934"/>
              <p:cNvSpPr/>
              <p:nvPr/>
            </p:nvSpPr>
            <p:spPr>
              <a:xfrm>
                <a:off x="359171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5" name="ph6935"/>
              <p:cNvSpPr/>
              <p:nvPr/>
            </p:nvSpPr>
            <p:spPr>
              <a:xfrm>
                <a:off x="360115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6" name="ph6936"/>
              <p:cNvSpPr/>
              <p:nvPr/>
            </p:nvSpPr>
            <p:spPr>
              <a:xfrm>
                <a:off x="361059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7" name="ph6937"/>
              <p:cNvSpPr/>
              <p:nvPr/>
            </p:nvSpPr>
            <p:spPr>
              <a:xfrm>
                <a:off x="362003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8" name="ph6938"/>
              <p:cNvSpPr/>
              <p:nvPr/>
            </p:nvSpPr>
            <p:spPr>
              <a:xfrm>
                <a:off x="362947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9" name="ph6939"/>
              <p:cNvSpPr/>
              <p:nvPr/>
            </p:nvSpPr>
            <p:spPr>
              <a:xfrm>
                <a:off x="363891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0" name="ph6940"/>
              <p:cNvSpPr/>
              <p:nvPr/>
            </p:nvSpPr>
            <p:spPr>
              <a:xfrm>
                <a:off x="364836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1" name="ph6941"/>
              <p:cNvSpPr/>
              <p:nvPr/>
            </p:nvSpPr>
            <p:spPr>
              <a:xfrm>
                <a:off x="365780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2" name="ph6942"/>
              <p:cNvSpPr/>
              <p:nvPr/>
            </p:nvSpPr>
            <p:spPr>
              <a:xfrm>
                <a:off x="366724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3" name="ph6943"/>
              <p:cNvSpPr/>
              <p:nvPr/>
            </p:nvSpPr>
            <p:spPr>
              <a:xfrm>
                <a:off x="367668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4" name="ph6944"/>
              <p:cNvSpPr/>
              <p:nvPr/>
            </p:nvSpPr>
            <p:spPr>
              <a:xfrm>
                <a:off x="368612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5" name="ph6945"/>
              <p:cNvSpPr/>
              <p:nvPr/>
            </p:nvSpPr>
            <p:spPr>
              <a:xfrm>
                <a:off x="369556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6" name="ph6946"/>
              <p:cNvSpPr/>
              <p:nvPr/>
            </p:nvSpPr>
            <p:spPr>
              <a:xfrm>
                <a:off x="370500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7" name="ph6947"/>
              <p:cNvSpPr/>
              <p:nvPr/>
            </p:nvSpPr>
            <p:spPr>
              <a:xfrm>
                <a:off x="371444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8" name="ph6948"/>
              <p:cNvSpPr/>
              <p:nvPr/>
            </p:nvSpPr>
            <p:spPr>
              <a:xfrm>
                <a:off x="372388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9" name="ph6949"/>
              <p:cNvSpPr/>
              <p:nvPr/>
            </p:nvSpPr>
            <p:spPr>
              <a:xfrm>
                <a:off x="373332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0" name="ph6950"/>
              <p:cNvSpPr/>
              <p:nvPr/>
            </p:nvSpPr>
            <p:spPr>
              <a:xfrm>
                <a:off x="374276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1" name="ph6951"/>
              <p:cNvSpPr/>
              <p:nvPr/>
            </p:nvSpPr>
            <p:spPr>
              <a:xfrm>
                <a:off x="375220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2" name="ph6952"/>
              <p:cNvSpPr/>
              <p:nvPr/>
            </p:nvSpPr>
            <p:spPr>
              <a:xfrm>
                <a:off x="376164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3" name="ph6953"/>
              <p:cNvSpPr/>
              <p:nvPr/>
            </p:nvSpPr>
            <p:spPr>
              <a:xfrm>
                <a:off x="377108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4" name="ph6954"/>
              <p:cNvSpPr/>
              <p:nvPr/>
            </p:nvSpPr>
            <p:spPr>
              <a:xfrm>
                <a:off x="378052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5" name="ph6955"/>
              <p:cNvSpPr/>
              <p:nvPr/>
            </p:nvSpPr>
            <p:spPr>
              <a:xfrm>
                <a:off x="378996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6" name="ph6956"/>
              <p:cNvSpPr/>
              <p:nvPr/>
            </p:nvSpPr>
            <p:spPr>
              <a:xfrm>
                <a:off x="379940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7" name="ph6957"/>
              <p:cNvSpPr/>
              <p:nvPr/>
            </p:nvSpPr>
            <p:spPr>
              <a:xfrm>
                <a:off x="380884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8" name="ph6958"/>
              <p:cNvSpPr/>
              <p:nvPr/>
            </p:nvSpPr>
            <p:spPr>
              <a:xfrm>
                <a:off x="381828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9" name="ph6959"/>
              <p:cNvSpPr/>
              <p:nvPr/>
            </p:nvSpPr>
            <p:spPr>
              <a:xfrm>
                <a:off x="3827724" y="127173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563"/>
                    </a:lnTo>
                    <a:lnTo>
                      <a:pt x="922288" y="902563"/>
                    </a:lnTo>
                    <a:lnTo>
                      <a:pt x="918011" y="910021"/>
                    </a:lnTo>
                    <a:lnTo>
                      <a:pt x="915223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0" name="ph6960"/>
              <p:cNvSpPr/>
              <p:nvPr/>
            </p:nvSpPr>
            <p:spPr>
              <a:xfrm>
                <a:off x="3837165" y="1254163"/>
                <a:ext cx="915813" cy="917133"/>
              </a:xfrm>
              <a:custGeom>
                <a:avLst/>
                <a:gdLst/>
                <a:ahLst/>
                <a:cxnLst/>
                <a:rect l="0" t="0" r="0" b="0"/>
                <a:pathLst>
                  <a:path w="915813" h="917133">
                    <a:moveTo>
                      <a:pt x="914400" y="914400"/>
                    </a:moveTo>
                    <a:lnTo>
                      <a:pt x="915813" y="914400"/>
                    </a:lnTo>
                    <a:lnTo>
                      <a:pt x="914400" y="917133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1" name="ph6961"/>
              <p:cNvSpPr/>
              <p:nvPr/>
            </p:nvSpPr>
            <p:spPr>
              <a:xfrm>
                <a:off x="2052959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55" y="931969"/>
                    </a:lnTo>
                    <a:lnTo>
                      <a:pt x="911163" y="931018"/>
                    </a:lnTo>
                    <a:lnTo>
                      <a:pt x="909372" y="920496"/>
                    </a:lnTo>
                    <a:lnTo>
                      <a:pt x="908520" y="914400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2" name="ph6962"/>
              <p:cNvSpPr/>
              <p:nvPr/>
            </p:nvSpPr>
            <p:spPr>
              <a:xfrm>
                <a:off x="205295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3" name="ph6963"/>
              <p:cNvSpPr/>
              <p:nvPr/>
            </p:nvSpPr>
            <p:spPr>
              <a:xfrm>
                <a:off x="206239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4" name="ph6964"/>
              <p:cNvSpPr/>
              <p:nvPr/>
            </p:nvSpPr>
            <p:spPr>
              <a:xfrm>
                <a:off x="207184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5" name="ph6965"/>
              <p:cNvSpPr/>
              <p:nvPr/>
            </p:nvSpPr>
            <p:spPr>
              <a:xfrm>
                <a:off x="208128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6" name="ph6966"/>
              <p:cNvSpPr/>
              <p:nvPr/>
            </p:nvSpPr>
            <p:spPr>
              <a:xfrm>
                <a:off x="209072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7" name="ph6967"/>
              <p:cNvSpPr/>
              <p:nvPr/>
            </p:nvSpPr>
            <p:spPr>
              <a:xfrm>
                <a:off x="210016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8" name="ph6968"/>
              <p:cNvSpPr/>
              <p:nvPr/>
            </p:nvSpPr>
            <p:spPr>
              <a:xfrm>
                <a:off x="210960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9" name="ph6969"/>
              <p:cNvSpPr/>
              <p:nvPr/>
            </p:nvSpPr>
            <p:spPr>
              <a:xfrm>
                <a:off x="211904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0" name="ph6970"/>
              <p:cNvSpPr/>
              <p:nvPr/>
            </p:nvSpPr>
            <p:spPr>
              <a:xfrm>
                <a:off x="212848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1" name="ph6971"/>
              <p:cNvSpPr/>
              <p:nvPr/>
            </p:nvSpPr>
            <p:spPr>
              <a:xfrm>
                <a:off x="213792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2" name="ph6972"/>
              <p:cNvSpPr/>
              <p:nvPr/>
            </p:nvSpPr>
            <p:spPr>
              <a:xfrm>
                <a:off x="214736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3" name="ph6973"/>
              <p:cNvSpPr/>
              <p:nvPr/>
            </p:nvSpPr>
            <p:spPr>
              <a:xfrm>
                <a:off x="215680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4" name="ph6974"/>
              <p:cNvSpPr/>
              <p:nvPr/>
            </p:nvSpPr>
            <p:spPr>
              <a:xfrm>
                <a:off x="216624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5" name="ph6975"/>
              <p:cNvSpPr/>
              <p:nvPr/>
            </p:nvSpPr>
            <p:spPr>
              <a:xfrm>
                <a:off x="217568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6" name="ph6976"/>
              <p:cNvSpPr/>
              <p:nvPr/>
            </p:nvSpPr>
            <p:spPr>
              <a:xfrm>
                <a:off x="218512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7" name="ph6977"/>
              <p:cNvSpPr/>
              <p:nvPr/>
            </p:nvSpPr>
            <p:spPr>
              <a:xfrm>
                <a:off x="219456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8" name="ph6978"/>
              <p:cNvSpPr/>
              <p:nvPr/>
            </p:nvSpPr>
            <p:spPr>
              <a:xfrm>
                <a:off x="220400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9" name="ph6979"/>
              <p:cNvSpPr/>
              <p:nvPr/>
            </p:nvSpPr>
            <p:spPr>
              <a:xfrm>
                <a:off x="221344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0" name="ph6980"/>
              <p:cNvSpPr/>
              <p:nvPr/>
            </p:nvSpPr>
            <p:spPr>
              <a:xfrm>
                <a:off x="222288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1" name="ph6981"/>
              <p:cNvSpPr/>
              <p:nvPr/>
            </p:nvSpPr>
            <p:spPr>
              <a:xfrm>
                <a:off x="223232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2" name="ph6982"/>
              <p:cNvSpPr/>
              <p:nvPr/>
            </p:nvSpPr>
            <p:spPr>
              <a:xfrm>
                <a:off x="224176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3" name="ph6983"/>
              <p:cNvSpPr/>
              <p:nvPr/>
            </p:nvSpPr>
            <p:spPr>
              <a:xfrm>
                <a:off x="225120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4" name="ph6984"/>
              <p:cNvSpPr/>
              <p:nvPr/>
            </p:nvSpPr>
            <p:spPr>
              <a:xfrm>
                <a:off x="226064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5" name="ph6985"/>
              <p:cNvSpPr/>
              <p:nvPr/>
            </p:nvSpPr>
            <p:spPr>
              <a:xfrm>
                <a:off x="227008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6" name="ph6986"/>
              <p:cNvSpPr/>
              <p:nvPr/>
            </p:nvSpPr>
            <p:spPr>
              <a:xfrm>
                <a:off x="227952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7" name="ph6987"/>
              <p:cNvSpPr/>
              <p:nvPr/>
            </p:nvSpPr>
            <p:spPr>
              <a:xfrm>
                <a:off x="228896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8" name="ph6988"/>
              <p:cNvSpPr/>
              <p:nvPr/>
            </p:nvSpPr>
            <p:spPr>
              <a:xfrm>
                <a:off x="229840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9" name="ph6989"/>
              <p:cNvSpPr/>
              <p:nvPr/>
            </p:nvSpPr>
            <p:spPr>
              <a:xfrm>
                <a:off x="230784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0" name="ph6990"/>
              <p:cNvSpPr/>
              <p:nvPr/>
            </p:nvSpPr>
            <p:spPr>
              <a:xfrm>
                <a:off x="231728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1" name="ph6991"/>
              <p:cNvSpPr/>
              <p:nvPr/>
            </p:nvSpPr>
            <p:spPr>
              <a:xfrm>
                <a:off x="232672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2" name="ph6992"/>
              <p:cNvSpPr/>
              <p:nvPr/>
            </p:nvSpPr>
            <p:spPr>
              <a:xfrm>
                <a:off x="233616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3" name="ph6993"/>
              <p:cNvSpPr/>
              <p:nvPr/>
            </p:nvSpPr>
            <p:spPr>
              <a:xfrm>
                <a:off x="234560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4" name="ph6994"/>
              <p:cNvSpPr/>
              <p:nvPr/>
            </p:nvSpPr>
            <p:spPr>
              <a:xfrm>
                <a:off x="235504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5" name="ph6995"/>
              <p:cNvSpPr/>
              <p:nvPr/>
            </p:nvSpPr>
            <p:spPr>
              <a:xfrm>
                <a:off x="236448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6" name="ph6996"/>
              <p:cNvSpPr/>
              <p:nvPr/>
            </p:nvSpPr>
            <p:spPr>
              <a:xfrm>
                <a:off x="237392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7" name="ph6997"/>
              <p:cNvSpPr/>
              <p:nvPr/>
            </p:nvSpPr>
            <p:spPr>
              <a:xfrm>
                <a:off x="238336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8" name="ph6998"/>
              <p:cNvSpPr/>
              <p:nvPr/>
            </p:nvSpPr>
            <p:spPr>
              <a:xfrm>
                <a:off x="239280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9" name="ph6999"/>
              <p:cNvSpPr/>
              <p:nvPr/>
            </p:nvSpPr>
            <p:spPr>
              <a:xfrm>
                <a:off x="240224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0" name="ph7000"/>
              <p:cNvSpPr/>
              <p:nvPr/>
            </p:nvSpPr>
            <p:spPr>
              <a:xfrm>
                <a:off x="2421129" y="125416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476" y="896830"/>
                    </a:lnTo>
                    <a:lnTo>
                      <a:pt x="913681" y="900819"/>
                    </a:lnTo>
                    <a:lnTo>
                      <a:pt x="913802" y="901246"/>
                    </a:lnTo>
                    <a:lnTo>
                      <a:pt x="913925" y="901678"/>
                    </a:lnTo>
                    <a:lnTo>
                      <a:pt x="914048" y="902110"/>
                    </a:lnTo>
                    <a:lnTo>
                      <a:pt x="914170" y="902541"/>
                    </a:lnTo>
                    <a:lnTo>
                      <a:pt x="914293" y="902973"/>
                    </a:lnTo>
                    <a:lnTo>
                      <a:pt x="914399" y="90334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1" name="ph7001"/>
              <p:cNvSpPr/>
              <p:nvPr/>
            </p:nvSpPr>
            <p:spPr>
              <a:xfrm>
                <a:off x="2421129" y="1254163"/>
                <a:ext cx="9175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36" h="914400">
                    <a:moveTo>
                      <a:pt x="914399" y="914400"/>
                    </a:moveTo>
                    <a:lnTo>
                      <a:pt x="914416" y="903405"/>
                    </a:lnTo>
                    <a:lnTo>
                      <a:pt x="914539" y="903837"/>
                    </a:lnTo>
                    <a:lnTo>
                      <a:pt x="914661" y="904269"/>
                    </a:lnTo>
                    <a:lnTo>
                      <a:pt x="914784" y="904701"/>
                    </a:lnTo>
                    <a:lnTo>
                      <a:pt x="914907" y="905133"/>
                    </a:lnTo>
                    <a:lnTo>
                      <a:pt x="915029" y="905565"/>
                    </a:lnTo>
                    <a:lnTo>
                      <a:pt x="915152" y="905997"/>
                    </a:lnTo>
                    <a:lnTo>
                      <a:pt x="915275" y="906429"/>
                    </a:lnTo>
                    <a:lnTo>
                      <a:pt x="915397" y="906861"/>
                    </a:lnTo>
                    <a:lnTo>
                      <a:pt x="915520" y="907292"/>
                    </a:lnTo>
                    <a:lnTo>
                      <a:pt x="915642" y="907724"/>
                    </a:lnTo>
                    <a:lnTo>
                      <a:pt x="915765" y="908156"/>
                    </a:lnTo>
                    <a:lnTo>
                      <a:pt x="915888" y="908588"/>
                    </a:lnTo>
                    <a:lnTo>
                      <a:pt x="916010" y="909020"/>
                    </a:lnTo>
                    <a:lnTo>
                      <a:pt x="916133" y="909452"/>
                    </a:lnTo>
                    <a:lnTo>
                      <a:pt x="916255" y="909884"/>
                    </a:lnTo>
                    <a:lnTo>
                      <a:pt x="916378" y="910316"/>
                    </a:lnTo>
                    <a:lnTo>
                      <a:pt x="916500" y="910748"/>
                    </a:lnTo>
                    <a:lnTo>
                      <a:pt x="916623" y="911180"/>
                    </a:lnTo>
                    <a:lnTo>
                      <a:pt x="916745" y="911612"/>
                    </a:lnTo>
                    <a:lnTo>
                      <a:pt x="916868" y="912044"/>
                    </a:lnTo>
                    <a:lnTo>
                      <a:pt x="916990" y="912475"/>
                    </a:lnTo>
                    <a:lnTo>
                      <a:pt x="917113" y="912907"/>
                    </a:lnTo>
                    <a:lnTo>
                      <a:pt x="917235" y="913339"/>
                    </a:lnTo>
                    <a:lnTo>
                      <a:pt x="917358" y="913771"/>
                    </a:lnTo>
                    <a:lnTo>
                      <a:pt x="917480" y="914203"/>
                    </a:lnTo>
                    <a:lnTo>
                      <a:pt x="917536" y="914400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2" name="ph7002"/>
              <p:cNvSpPr/>
              <p:nvPr/>
            </p:nvSpPr>
            <p:spPr>
              <a:xfrm>
                <a:off x="3412354" y="12541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390" y="914400"/>
                    </a:lnTo>
                    <a:lnTo>
                      <a:pt x="906590" y="914134"/>
                    </a:lnTo>
                    <a:lnTo>
                      <a:pt x="911312" y="908205"/>
                    </a:lnTo>
                    <a:lnTo>
                      <a:pt x="914400" y="904734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3" name="ph7003"/>
              <p:cNvSpPr/>
              <p:nvPr/>
            </p:nvSpPr>
            <p:spPr>
              <a:xfrm>
                <a:off x="3421794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04"/>
                    </a:lnTo>
                    <a:lnTo>
                      <a:pt x="906747" y="920294"/>
                    </a:lnTo>
                    <a:lnTo>
                      <a:pt x="911765" y="915277"/>
                    </a:lnTo>
                    <a:lnTo>
                      <a:pt x="912759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4" name="ph7004"/>
              <p:cNvSpPr/>
              <p:nvPr/>
            </p:nvSpPr>
            <p:spPr>
              <a:xfrm>
                <a:off x="342179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5" name="ph7005"/>
              <p:cNvSpPr/>
              <p:nvPr/>
            </p:nvSpPr>
            <p:spPr>
              <a:xfrm>
                <a:off x="343123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6" name="ph7006"/>
              <p:cNvSpPr/>
              <p:nvPr/>
            </p:nvSpPr>
            <p:spPr>
              <a:xfrm>
                <a:off x="344067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7" name="ph7007"/>
              <p:cNvSpPr/>
              <p:nvPr/>
            </p:nvSpPr>
            <p:spPr>
              <a:xfrm>
                <a:off x="345011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8" name="ph7008"/>
              <p:cNvSpPr/>
              <p:nvPr/>
            </p:nvSpPr>
            <p:spPr>
              <a:xfrm>
                <a:off x="345955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9" name="ph7009"/>
              <p:cNvSpPr/>
              <p:nvPr/>
            </p:nvSpPr>
            <p:spPr>
              <a:xfrm>
                <a:off x="346899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0" name="ph7010"/>
              <p:cNvSpPr/>
              <p:nvPr/>
            </p:nvSpPr>
            <p:spPr>
              <a:xfrm>
                <a:off x="347843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1" name="ph7011"/>
              <p:cNvSpPr/>
              <p:nvPr/>
            </p:nvSpPr>
            <p:spPr>
              <a:xfrm>
                <a:off x="348787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2" name="ph7012"/>
              <p:cNvSpPr/>
              <p:nvPr/>
            </p:nvSpPr>
            <p:spPr>
              <a:xfrm>
                <a:off x="349731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3" name="ph7013"/>
              <p:cNvSpPr/>
              <p:nvPr/>
            </p:nvSpPr>
            <p:spPr>
              <a:xfrm>
                <a:off x="350675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4" name="ph7014"/>
              <p:cNvSpPr/>
              <p:nvPr/>
            </p:nvSpPr>
            <p:spPr>
              <a:xfrm>
                <a:off x="351619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5" name="ph7015"/>
              <p:cNvSpPr/>
              <p:nvPr/>
            </p:nvSpPr>
            <p:spPr>
              <a:xfrm>
                <a:off x="352563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6" name="ph7016"/>
              <p:cNvSpPr/>
              <p:nvPr/>
            </p:nvSpPr>
            <p:spPr>
              <a:xfrm>
                <a:off x="353507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7" name="ph7017"/>
              <p:cNvSpPr/>
              <p:nvPr/>
            </p:nvSpPr>
            <p:spPr>
              <a:xfrm>
                <a:off x="354451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8" name="ph7018"/>
              <p:cNvSpPr/>
              <p:nvPr/>
            </p:nvSpPr>
            <p:spPr>
              <a:xfrm>
                <a:off x="355395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9" name="ph7019"/>
              <p:cNvSpPr/>
              <p:nvPr/>
            </p:nvSpPr>
            <p:spPr>
              <a:xfrm>
                <a:off x="356339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0" name="ph7020"/>
              <p:cNvSpPr/>
              <p:nvPr/>
            </p:nvSpPr>
            <p:spPr>
              <a:xfrm>
                <a:off x="357283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1" name="ph7021"/>
              <p:cNvSpPr/>
              <p:nvPr/>
            </p:nvSpPr>
            <p:spPr>
              <a:xfrm>
                <a:off x="358227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2" name="ph7022"/>
              <p:cNvSpPr/>
              <p:nvPr/>
            </p:nvSpPr>
            <p:spPr>
              <a:xfrm>
                <a:off x="359171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3" name="ph7023"/>
              <p:cNvSpPr/>
              <p:nvPr/>
            </p:nvSpPr>
            <p:spPr>
              <a:xfrm>
                <a:off x="360115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4" name="ph7024"/>
              <p:cNvSpPr/>
              <p:nvPr/>
            </p:nvSpPr>
            <p:spPr>
              <a:xfrm>
                <a:off x="361059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5" name="ph7025"/>
              <p:cNvSpPr/>
              <p:nvPr/>
            </p:nvSpPr>
            <p:spPr>
              <a:xfrm>
                <a:off x="362003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6" name="ph7026"/>
              <p:cNvSpPr/>
              <p:nvPr/>
            </p:nvSpPr>
            <p:spPr>
              <a:xfrm>
                <a:off x="362947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7" name="ph7027"/>
              <p:cNvSpPr/>
              <p:nvPr/>
            </p:nvSpPr>
            <p:spPr>
              <a:xfrm>
                <a:off x="363891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8" name="ph7028"/>
              <p:cNvSpPr/>
              <p:nvPr/>
            </p:nvSpPr>
            <p:spPr>
              <a:xfrm>
                <a:off x="364836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9" name="ph7029"/>
              <p:cNvSpPr/>
              <p:nvPr/>
            </p:nvSpPr>
            <p:spPr>
              <a:xfrm>
                <a:off x="365780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0" name="ph7030"/>
              <p:cNvSpPr/>
              <p:nvPr/>
            </p:nvSpPr>
            <p:spPr>
              <a:xfrm>
                <a:off x="366724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1" name="ph7031"/>
              <p:cNvSpPr/>
              <p:nvPr/>
            </p:nvSpPr>
            <p:spPr>
              <a:xfrm>
                <a:off x="367668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2" name="ph7032"/>
              <p:cNvSpPr/>
              <p:nvPr/>
            </p:nvSpPr>
            <p:spPr>
              <a:xfrm>
                <a:off x="368612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3" name="ph7033"/>
              <p:cNvSpPr/>
              <p:nvPr/>
            </p:nvSpPr>
            <p:spPr>
              <a:xfrm>
                <a:off x="369556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4" name="ph7034"/>
              <p:cNvSpPr/>
              <p:nvPr/>
            </p:nvSpPr>
            <p:spPr>
              <a:xfrm>
                <a:off x="370500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5" name="ph7035"/>
              <p:cNvSpPr/>
              <p:nvPr/>
            </p:nvSpPr>
            <p:spPr>
              <a:xfrm>
                <a:off x="371444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6" name="ph7036"/>
              <p:cNvSpPr/>
              <p:nvPr/>
            </p:nvSpPr>
            <p:spPr>
              <a:xfrm>
                <a:off x="372388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7" name="ph7037"/>
              <p:cNvSpPr/>
              <p:nvPr/>
            </p:nvSpPr>
            <p:spPr>
              <a:xfrm>
                <a:off x="373332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8" name="ph7038"/>
              <p:cNvSpPr/>
              <p:nvPr/>
            </p:nvSpPr>
            <p:spPr>
              <a:xfrm>
                <a:off x="374276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9" name="ph7039"/>
              <p:cNvSpPr/>
              <p:nvPr/>
            </p:nvSpPr>
            <p:spPr>
              <a:xfrm>
                <a:off x="375220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0" name="ph7040"/>
              <p:cNvSpPr/>
              <p:nvPr/>
            </p:nvSpPr>
            <p:spPr>
              <a:xfrm>
                <a:off x="376164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1" name="ph7041"/>
              <p:cNvSpPr/>
              <p:nvPr/>
            </p:nvSpPr>
            <p:spPr>
              <a:xfrm>
                <a:off x="377108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2" name="ph7042"/>
              <p:cNvSpPr/>
              <p:nvPr/>
            </p:nvSpPr>
            <p:spPr>
              <a:xfrm>
                <a:off x="378052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3" name="ph7043"/>
              <p:cNvSpPr/>
              <p:nvPr/>
            </p:nvSpPr>
            <p:spPr>
              <a:xfrm>
                <a:off x="378996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4" name="ph7044"/>
              <p:cNvSpPr/>
              <p:nvPr/>
            </p:nvSpPr>
            <p:spPr>
              <a:xfrm>
                <a:off x="379940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5" name="ph7045"/>
              <p:cNvSpPr/>
              <p:nvPr/>
            </p:nvSpPr>
            <p:spPr>
              <a:xfrm>
                <a:off x="380884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6" name="ph7046"/>
              <p:cNvSpPr/>
              <p:nvPr/>
            </p:nvSpPr>
            <p:spPr>
              <a:xfrm>
                <a:off x="381828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7" name="ph7047"/>
              <p:cNvSpPr/>
              <p:nvPr/>
            </p:nvSpPr>
            <p:spPr>
              <a:xfrm>
                <a:off x="382772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8" name="ph7048"/>
              <p:cNvSpPr/>
              <p:nvPr/>
            </p:nvSpPr>
            <p:spPr>
              <a:xfrm>
                <a:off x="3837165" y="1254163"/>
                <a:ext cx="9237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7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75" y="896830"/>
                    </a:lnTo>
                    <a:lnTo>
                      <a:pt x="920754" y="904033"/>
                    </a:lnTo>
                    <a:lnTo>
                      <a:pt x="916913" y="912273"/>
                    </a:lnTo>
                    <a:lnTo>
                      <a:pt x="915813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9" name="ph7049"/>
              <p:cNvSpPr/>
              <p:nvPr/>
            </p:nvSpPr>
            <p:spPr>
              <a:xfrm>
                <a:off x="2052959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520" y="931969"/>
                    </a:lnTo>
                    <a:lnTo>
                      <a:pt x="907879" y="927383"/>
                    </a:lnTo>
                    <a:lnTo>
                      <a:pt x="906688" y="916570"/>
                    </a:lnTo>
                    <a:lnTo>
                      <a:pt x="906512" y="914400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0" name="ph7050"/>
              <p:cNvSpPr/>
              <p:nvPr/>
            </p:nvSpPr>
            <p:spPr>
              <a:xfrm>
                <a:off x="205295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1" name="ph7051"/>
              <p:cNvSpPr/>
              <p:nvPr/>
            </p:nvSpPr>
            <p:spPr>
              <a:xfrm>
                <a:off x="206239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2" name="ph7052"/>
              <p:cNvSpPr/>
              <p:nvPr/>
            </p:nvSpPr>
            <p:spPr>
              <a:xfrm>
                <a:off x="207184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3" name="ph7053"/>
              <p:cNvSpPr/>
              <p:nvPr/>
            </p:nvSpPr>
            <p:spPr>
              <a:xfrm>
                <a:off x="208128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4" name="ph7054"/>
              <p:cNvSpPr/>
              <p:nvPr/>
            </p:nvSpPr>
            <p:spPr>
              <a:xfrm>
                <a:off x="209072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5" name="ph7055"/>
              <p:cNvSpPr/>
              <p:nvPr/>
            </p:nvSpPr>
            <p:spPr>
              <a:xfrm>
                <a:off x="210016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6" name="ph7056"/>
              <p:cNvSpPr/>
              <p:nvPr/>
            </p:nvSpPr>
            <p:spPr>
              <a:xfrm>
                <a:off x="210960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7" name="ph7057"/>
              <p:cNvSpPr/>
              <p:nvPr/>
            </p:nvSpPr>
            <p:spPr>
              <a:xfrm>
                <a:off x="211904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8" name="ph7058"/>
              <p:cNvSpPr/>
              <p:nvPr/>
            </p:nvSpPr>
            <p:spPr>
              <a:xfrm>
                <a:off x="212848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9" name="ph7059"/>
              <p:cNvSpPr/>
              <p:nvPr/>
            </p:nvSpPr>
            <p:spPr>
              <a:xfrm>
                <a:off x="213792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0" name="ph7060"/>
              <p:cNvSpPr/>
              <p:nvPr/>
            </p:nvSpPr>
            <p:spPr>
              <a:xfrm>
                <a:off x="214736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1" name="ph7061"/>
              <p:cNvSpPr/>
              <p:nvPr/>
            </p:nvSpPr>
            <p:spPr>
              <a:xfrm>
                <a:off x="215680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2" name="ph7062"/>
              <p:cNvSpPr/>
              <p:nvPr/>
            </p:nvSpPr>
            <p:spPr>
              <a:xfrm>
                <a:off x="216624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3" name="ph7063"/>
              <p:cNvSpPr/>
              <p:nvPr/>
            </p:nvSpPr>
            <p:spPr>
              <a:xfrm>
                <a:off x="217568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4" name="ph7064"/>
              <p:cNvSpPr/>
              <p:nvPr/>
            </p:nvSpPr>
            <p:spPr>
              <a:xfrm>
                <a:off x="218512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5" name="ph7065"/>
              <p:cNvSpPr/>
              <p:nvPr/>
            </p:nvSpPr>
            <p:spPr>
              <a:xfrm>
                <a:off x="219456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6" name="ph7066"/>
              <p:cNvSpPr/>
              <p:nvPr/>
            </p:nvSpPr>
            <p:spPr>
              <a:xfrm>
                <a:off x="220400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7" name="ph7067"/>
              <p:cNvSpPr/>
              <p:nvPr/>
            </p:nvSpPr>
            <p:spPr>
              <a:xfrm>
                <a:off x="221344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8" name="ph7068"/>
              <p:cNvSpPr/>
              <p:nvPr/>
            </p:nvSpPr>
            <p:spPr>
              <a:xfrm>
                <a:off x="222288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9" name="ph7069"/>
              <p:cNvSpPr/>
              <p:nvPr/>
            </p:nvSpPr>
            <p:spPr>
              <a:xfrm>
                <a:off x="223232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0" name="ph7070"/>
              <p:cNvSpPr/>
              <p:nvPr/>
            </p:nvSpPr>
            <p:spPr>
              <a:xfrm>
                <a:off x="224176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1" name="ph7071"/>
              <p:cNvSpPr/>
              <p:nvPr/>
            </p:nvSpPr>
            <p:spPr>
              <a:xfrm>
                <a:off x="225120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2" name="ph7072"/>
              <p:cNvSpPr/>
              <p:nvPr/>
            </p:nvSpPr>
            <p:spPr>
              <a:xfrm>
                <a:off x="226064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3" name="ph7073"/>
              <p:cNvSpPr/>
              <p:nvPr/>
            </p:nvSpPr>
            <p:spPr>
              <a:xfrm>
                <a:off x="227008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4" name="ph7074"/>
              <p:cNvSpPr/>
              <p:nvPr/>
            </p:nvSpPr>
            <p:spPr>
              <a:xfrm>
                <a:off x="227952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5" name="ph7075"/>
              <p:cNvSpPr/>
              <p:nvPr/>
            </p:nvSpPr>
            <p:spPr>
              <a:xfrm>
                <a:off x="228896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6" name="ph7076"/>
              <p:cNvSpPr/>
              <p:nvPr/>
            </p:nvSpPr>
            <p:spPr>
              <a:xfrm>
                <a:off x="229840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7" name="ph7077"/>
              <p:cNvSpPr/>
              <p:nvPr/>
            </p:nvSpPr>
            <p:spPr>
              <a:xfrm>
                <a:off x="230784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8" name="ph7078"/>
              <p:cNvSpPr/>
              <p:nvPr/>
            </p:nvSpPr>
            <p:spPr>
              <a:xfrm>
                <a:off x="231728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9" name="ph7079"/>
              <p:cNvSpPr/>
              <p:nvPr/>
            </p:nvSpPr>
            <p:spPr>
              <a:xfrm>
                <a:off x="232672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0" name="ph7080"/>
              <p:cNvSpPr/>
              <p:nvPr/>
            </p:nvSpPr>
            <p:spPr>
              <a:xfrm>
                <a:off x="233616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1" name="ph7081"/>
              <p:cNvSpPr/>
              <p:nvPr/>
            </p:nvSpPr>
            <p:spPr>
              <a:xfrm>
                <a:off x="234560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2" name="ph7082"/>
              <p:cNvSpPr/>
              <p:nvPr/>
            </p:nvSpPr>
            <p:spPr>
              <a:xfrm>
                <a:off x="235504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3" name="ph7083"/>
              <p:cNvSpPr/>
              <p:nvPr/>
            </p:nvSpPr>
            <p:spPr>
              <a:xfrm>
                <a:off x="236448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4" name="ph7084"/>
              <p:cNvSpPr/>
              <p:nvPr/>
            </p:nvSpPr>
            <p:spPr>
              <a:xfrm>
                <a:off x="237392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5" name="ph7085"/>
              <p:cNvSpPr/>
              <p:nvPr/>
            </p:nvSpPr>
            <p:spPr>
              <a:xfrm>
                <a:off x="238336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6" name="ph7086"/>
              <p:cNvSpPr/>
              <p:nvPr/>
            </p:nvSpPr>
            <p:spPr>
              <a:xfrm>
                <a:off x="239280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7" name="ph7087"/>
              <p:cNvSpPr/>
              <p:nvPr/>
            </p:nvSpPr>
            <p:spPr>
              <a:xfrm>
                <a:off x="240224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8" name="ph7088"/>
              <p:cNvSpPr/>
              <p:nvPr/>
            </p:nvSpPr>
            <p:spPr>
              <a:xfrm>
                <a:off x="2411688" y="1236593"/>
                <a:ext cx="92191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1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036" y="896830"/>
                    </a:lnTo>
                    <a:lnTo>
                      <a:pt x="917199" y="899899"/>
                    </a:lnTo>
                    <a:lnTo>
                      <a:pt x="920287" y="909003"/>
                    </a:lnTo>
                    <a:lnTo>
                      <a:pt x="921917" y="914400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9" name="ph7089"/>
              <p:cNvSpPr/>
              <p:nvPr/>
            </p:nvSpPr>
            <p:spPr>
              <a:xfrm>
                <a:off x="3421794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759" y="914400"/>
                    </a:lnTo>
                    <a:lnTo>
                      <a:pt x="914400" y="912952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0" name="ph7090"/>
              <p:cNvSpPr/>
              <p:nvPr/>
            </p:nvSpPr>
            <p:spPr>
              <a:xfrm>
                <a:off x="3431234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952"/>
                    </a:lnTo>
                    <a:lnTo>
                      <a:pt x="907471" y="910736"/>
                    </a:lnTo>
                    <a:lnTo>
                      <a:pt x="912734" y="906681"/>
                    </a:lnTo>
                    <a:lnTo>
                      <a:pt x="914400" y="905577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1" name="ph7091"/>
              <p:cNvSpPr/>
              <p:nvPr/>
            </p:nvSpPr>
            <p:spPr>
              <a:xfrm>
                <a:off x="3440674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577"/>
                    </a:lnTo>
                    <a:lnTo>
                      <a:pt x="908660" y="903125"/>
                    </a:lnTo>
                    <a:lnTo>
                      <a:pt x="914115" y="900074"/>
                    </a:lnTo>
                    <a:lnTo>
                      <a:pt x="914400" y="89993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2" name="ph7092"/>
              <p:cNvSpPr/>
              <p:nvPr/>
            </p:nvSpPr>
            <p:spPr>
              <a:xfrm>
                <a:off x="3450115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499"/>
                    </a:lnTo>
                    <a:lnTo>
                      <a:pt x="911055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3" name="ph7093"/>
              <p:cNvSpPr/>
              <p:nvPr/>
            </p:nvSpPr>
            <p:spPr>
              <a:xfrm>
                <a:off x="345011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4" name="ph7094"/>
              <p:cNvSpPr/>
              <p:nvPr/>
            </p:nvSpPr>
            <p:spPr>
              <a:xfrm>
                <a:off x="345955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5" name="ph7095"/>
              <p:cNvSpPr/>
              <p:nvPr/>
            </p:nvSpPr>
            <p:spPr>
              <a:xfrm>
                <a:off x="346899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6" name="ph7096"/>
              <p:cNvSpPr/>
              <p:nvPr/>
            </p:nvSpPr>
            <p:spPr>
              <a:xfrm>
                <a:off x="347843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7" name="ph7097"/>
              <p:cNvSpPr/>
              <p:nvPr/>
            </p:nvSpPr>
            <p:spPr>
              <a:xfrm>
                <a:off x="348787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8" name="ph7098"/>
              <p:cNvSpPr/>
              <p:nvPr/>
            </p:nvSpPr>
            <p:spPr>
              <a:xfrm>
                <a:off x="349731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9" name="ph7099"/>
              <p:cNvSpPr/>
              <p:nvPr/>
            </p:nvSpPr>
            <p:spPr>
              <a:xfrm>
                <a:off x="350675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0" name="ph7100"/>
              <p:cNvSpPr/>
              <p:nvPr/>
            </p:nvSpPr>
            <p:spPr>
              <a:xfrm>
                <a:off x="351619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1" name="ph7101"/>
              <p:cNvSpPr/>
              <p:nvPr/>
            </p:nvSpPr>
            <p:spPr>
              <a:xfrm>
                <a:off x="352563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2" name="ph7102"/>
              <p:cNvSpPr/>
              <p:nvPr/>
            </p:nvSpPr>
            <p:spPr>
              <a:xfrm>
                <a:off x="353507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3" name="ph7103"/>
              <p:cNvSpPr/>
              <p:nvPr/>
            </p:nvSpPr>
            <p:spPr>
              <a:xfrm>
                <a:off x="354451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4" name="ph7104"/>
              <p:cNvSpPr/>
              <p:nvPr/>
            </p:nvSpPr>
            <p:spPr>
              <a:xfrm>
                <a:off x="355395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5" name="ph7105"/>
              <p:cNvSpPr/>
              <p:nvPr/>
            </p:nvSpPr>
            <p:spPr>
              <a:xfrm>
                <a:off x="356339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6" name="ph7106"/>
              <p:cNvSpPr/>
              <p:nvPr/>
            </p:nvSpPr>
            <p:spPr>
              <a:xfrm>
                <a:off x="357283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7" name="ph7107"/>
              <p:cNvSpPr/>
              <p:nvPr/>
            </p:nvSpPr>
            <p:spPr>
              <a:xfrm>
                <a:off x="358227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8" name="ph7108"/>
              <p:cNvSpPr/>
              <p:nvPr/>
            </p:nvSpPr>
            <p:spPr>
              <a:xfrm>
                <a:off x="359171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9" name="ph7109"/>
              <p:cNvSpPr/>
              <p:nvPr/>
            </p:nvSpPr>
            <p:spPr>
              <a:xfrm>
                <a:off x="360115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0" name="ph7110"/>
              <p:cNvSpPr/>
              <p:nvPr/>
            </p:nvSpPr>
            <p:spPr>
              <a:xfrm>
                <a:off x="361059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1" name="ph7111"/>
              <p:cNvSpPr/>
              <p:nvPr/>
            </p:nvSpPr>
            <p:spPr>
              <a:xfrm>
                <a:off x="362003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2" name="ph7112"/>
              <p:cNvSpPr/>
              <p:nvPr/>
            </p:nvSpPr>
            <p:spPr>
              <a:xfrm>
                <a:off x="362947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3" name="ph7113"/>
              <p:cNvSpPr/>
              <p:nvPr/>
            </p:nvSpPr>
            <p:spPr>
              <a:xfrm>
                <a:off x="363891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4" name="ph7114"/>
              <p:cNvSpPr/>
              <p:nvPr/>
            </p:nvSpPr>
            <p:spPr>
              <a:xfrm>
                <a:off x="364836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5" name="ph7115"/>
              <p:cNvSpPr/>
              <p:nvPr/>
            </p:nvSpPr>
            <p:spPr>
              <a:xfrm>
                <a:off x="365780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6" name="ph7116"/>
              <p:cNvSpPr/>
              <p:nvPr/>
            </p:nvSpPr>
            <p:spPr>
              <a:xfrm>
                <a:off x="366724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7" name="ph7117"/>
              <p:cNvSpPr/>
              <p:nvPr/>
            </p:nvSpPr>
            <p:spPr>
              <a:xfrm>
                <a:off x="367668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8" name="ph7118"/>
              <p:cNvSpPr/>
              <p:nvPr/>
            </p:nvSpPr>
            <p:spPr>
              <a:xfrm>
                <a:off x="368612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9" name="ph7119"/>
              <p:cNvSpPr/>
              <p:nvPr/>
            </p:nvSpPr>
            <p:spPr>
              <a:xfrm>
                <a:off x="369556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0" name="ph7120"/>
              <p:cNvSpPr/>
              <p:nvPr/>
            </p:nvSpPr>
            <p:spPr>
              <a:xfrm>
                <a:off x="370500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1" name="ph7121"/>
              <p:cNvSpPr/>
              <p:nvPr/>
            </p:nvSpPr>
            <p:spPr>
              <a:xfrm>
                <a:off x="371444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2" name="ph7122"/>
              <p:cNvSpPr/>
              <p:nvPr/>
            </p:nvSpPr>
            <p:spPr>
              <a:xfrm>
                <a:off x="372388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3" name="ph7123"/>
              <p:cNvSpPr/>
              <p:nvPr/>
            </p:nvSpPr>
            <p:spPr>
              <a:xfrm>
                <a:off x="373332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4" name="ph7124"/>
              <p:cNvSpPr/>
              <p:nvPr/>
            </p:nvSpPr>
            <p:spPr>
              <a:xfrm>
                <a:off x="374276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5" name="ph7125"/>
              <p:cNvSpPr/>
              <p:nvPr/>
            </p:nvSpPr>
            <p:spPr>
              <a:xfrm>
                <a:off x="375220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6" name="ph7126"/>
              <p:cNvSpPr/>
              <p:nvPr/>
            </p:nvSpPr>
            <p:spPr>
              <a:xfrm>
                <a:off x="376164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7" name="ph7127"/>
              <p:cNvSpPr/>
              <p:nvPr/>
            </p:nvSpPr>
            <p:spPr>
              <a:xfrm>
                <a:off x="377108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8" name="ph7128"/>
              <p:cNvSpPr/>
              <p:nvPr/>
            </p:nvSpPr>
            <p:spPr>
              <a:xfrm>
                <a:off x="378052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9" name="ph7129"/>
              <p:cNvSpPr/>
              <p:nvPr/>
            </p:nvSpPr>
            <p:spPr>
              <a:xfrm>
                <a:off x="378996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0" name="ph7130"/>
              <p:cNvSpPr/>
              <p:nvPr/>
            </p:nvSpPr>
            <p:spPr>
              <a:xfrm>
                <a:off x="379940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1" name="ph7131"/>
              <p:cNvSpPr/>
              <p:nvPr/>
            </p:nvSpPr>
            <p:spPr>
              <a:xfrm>
                <a:off x="380884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2" name="ph7132"/>
              <p:cNvSpPr/>
              <p:nvPr/>
            </p:nvSpPr>
            <p:spPr>
              <a:xfrm>
                <a:off x="381828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3" name="ph7133"/>
              <p:cNvSpPr/>
              <p:nvPr/>
            </p:nvSpPr>
            <p:spPr>
              <a:xfrm>
                <a:off x="382772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4" name="ph7134"/>
              <p:cNvSpPr/>
              <p:nvPr/>
            </p:nvSpPr>
            <p:spPr>
              <a:xfrm>
                <a:off x="3837165" y="123659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45"/>
                    </a:lnTo>
                    <a:lnTo>
                      <a:pt x="923775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5" name="ph7135"/>
              <p:cNvSpPr/>
              <p:nvPr/>
            </p:nvSpPr>
            <p:spPr>
              <a:xfrm>
                <a:off x="3846605" y="1219023"/>
                <a:ext cx="920718" cy="931814"/>
              </a:xfrm>
              <a:custGeom>
                <a:avLst/>
                <a:gdLst/>
                <a:ahLst/>
                <a:cxnLst/>
                <a:rect l="0" t="0" r="0" b="0"/>
                <a:pathLst>
                  <a:path w="920718" h="931814">
                    <a:moveTo>
                      <a:pt x="914400" y="914400"/>
                    </a:moveTo>
                    <a:lnTo>
                      <a:pt x="920718" y="914400"/>
                    </a:lnTo>
                    <a:lnTo>
                      <a:pt x="918283" y="921638"/>
                    </a:lnTo>
                    <a:lnTo>
                      <a:pt x="914920" y="930573"/>
                    </a:lnTo>
                    <a:lnTo>
                      <a:pt x="914400" y="931814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6" name="ph7136"/>
              <p:cNvSpPr/>
              <p:nvPr/>
            </p:nvSpPr>
            <p:spPr>
              <a:xfrm>
                <a:off x="2052959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12" y="931969"/>
                    </a:lnTo>
                    <a:lnTo>
                      <a:pt x="905803" y="923225"/>
                    </a:lnTo>
                    <a:lnTo>
                      <a:pt x="905340" y="914400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7" name="ph7137"/>
              <p:cNvSpPr/>
              <p:nvPr/>
            </p:nvSpPr>
            <p:spPr>
              <a:xfrm>
                <a:off x="205295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8" name="ph7138"/>
              <p:cNvSpPr/>
              <p:nvPr/>
            </p:nvSpPr>
            <p:spPr>
              <a:xfrm>
                <a:off x="206239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9" name="ph7139"/>
              <p:cNvSpPr/>
              <p:nvPr/>
            </p:nvSpPr>
            <p:spPr>
              <a:xfrm>
                <a:off x="207184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0" name="ph7140"/>
              <p:cNvSpPr/>
              <p:nvPr/>
            </p:nvSpPr>
            <p:spPr>
              <a:xfrm>
                <a:off x="208128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1" name="ph7141"/>
              <p:cNvSpPr/>
              <p:nvPr/>
            </p:nvSpPr>
            <p:spPr>
              <a:xfrm>
                <a:off x="209072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2" name="ph7142"/>
              <p:cNvSpPr/>
              <p:nvPr/>
            </p:nvSpPr>
            <p:spPr>
              <a:xfrm>
                <a:off x="210016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3" name="ph7143"/>
              <p:cNvSpPr/>
              <p:nvPr/>
            </p:nvSpPr>
            <p:spPr>
              <a:xfrm>
                <a:off x="210960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4" name="ph7144"/>
              <p:cNvSpPr/>
              <p:nvPr/>
            </p:nvSpPr>
            <p:spPr>
              <a:xfrm>
                <a:off x="211904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5" name="ph7145"/>
              <p:cNvSpPr/>
              <p:nvPr/>
            </p:nvSpPr>
            <p:spPr>
              <a:xfrm>
                <a:off x="212848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6" name="ph7146"/>
              <p:cNvSpPr/>
              <p:nvPr/>
            </p:nvSpPr>
            <p:spPr>
              <a:xfrm>
                <a:off x="213792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7" name="ph7147"/>
              <p:cNvSpPr/>
              <p:nvPr/>
            </p:nvSpPr>
            <p:spPr>
              <a:xfrm>
                <a:off x="214736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8" name="ph7148"/>
              <p:cNvSpPr/>
              <p:nvPr/>
            </p:nvSpPr>
            <p:spPr>
              <a:xfrm>
                <a:off x="215680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9" name="ph7149"/>
              <p:cNvSpPr/>
              <p:nvPr/>
            </p:nvSpPr>
            <p:spPr>
              <a:xfrm>
                <a:off x="216624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0" name="ph7150"/>
              <p:cNvSpPr/>
              <p:nvPr/>
            </p:nvSpPr>
            <p:spPr>
              <a:xfrm>
                <a:off x="217568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1" name="ph7151"/>
              <p:cNvSpPr/>
              <p:nvPr/>
            </p:nvSpPr>
            <p:spPr>
              <a:xfrm>
                <a:off x="218512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2" name="ph7152"/>
              <p:cNvSpPr/>
              <p:nvPr/>
            </p:nvSpPr>
            <p:spPr>
              <a:xfrm>
                <a:off x="219456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3" name="ph7153"/>
              <p:cNvSpPr/>
              <p:nvPr/>
            </p:nvSpPr>
            <p:spPr>
              <a:xfrm>
                <a:off x="220400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4" name="ph7154"/>
              <p:cNvSpPr/>
              <p:nvPr/>
            </p:nvSpPr>
            <p:spPr>
              <a:xfrm>
                <a:off x="221344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5" name="ph7155"/>
              <p:cNvSpPr/>
              <p:nvPr/>
            </p:nvSpPr>
            <p:spPr>
              <a:xfrm>
                <a:off x="222288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6" name="ph7156"/>
              <p:cNvSpPr/>
              <p:nvPr/>
            </p:nvSpPr>
            <p:spPr>
              <a:xfrm>
                <a:off x="223232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7" name="ph7157"/>
              <p:cNvSpPr/>
              <p:nvPr/>
            </p:nvSpPr>
            <p:spPr>
              <a:xfrm>
                <a:off x="224176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8" name="ph7158"/>
              <p:cNvSpPr/>
              <p:nvPr/>
            </p:nvSpPr>
            <p:spPr>
              <a:xfrm>
                <a:off x="225120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9" name="ph7159"/>
              <p:cNvSpPr/>
              <p:nvPr/>
            </p:nvSpPr>
            <p:spPr>
              <a:xfrm>
                <a:off x="226064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0" name="ph7160"/>
              <p:cNvSpPr/>
              <p:nvPr/>
            </p:nvSpPr>
            <p:spPr>
              <a:xfrm>
                <a:off x="227008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1" name="ph7161"/>
              <p:cNvSpPr/>
              <p:nvPr/>
            </p:nvSpPr>
            <p:spPr>
              <a:xfrm>
                <a:off x="227952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2" name="ph7162"/>
              <p:cNvSpPr/>
              <p:nvPr/>
            </p:nvSpPr>
            <p:spPr>
              <a:xfrm>
                <a:off x="228896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3" name="ph7163"/>
              <p:cNvSpPr/>
              <p:nvPr/>
            </p:nvSpPr>
            <p:spPr>
              <a:xfrm>
                <a:off x="229840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4" name="ph7164"/>
              <p:cNvSpPr/>
              <p:nvPr/>
            </p:nvSpPr>
            <p:spPr>
              <a:xfrm>
                <a:off x="230784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5" name="ph7165"/>
              <p:cNvSpPr/>
              <p:nvPr/>
            </p:nvSpPr>
            <p:spPr>
              <a:xfrm>
                <a:off x="231728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6" name="ph7166"/>
              <p:cNvSpPr/>
              <p:nvPr/>
            </p:nvSpPr>
            <p:spPr>
              <a:xfrm>
                <a:off x="232672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7" name="ph7167"/>
              <p:cNvSpPr/>
              <p:nvPr/>
            </p:nvSpPr>
            <p:spPr>
              <a:xfrm>
                <a:off x="233616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8" name="ph7168"/>
              <p:cNvSpPr/>
              <p:nvPr/>
            </p:nvSpPr>
            <p:spPr>
              <a:xfrm>
                <a:off x="234560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9" name="ph7169"/>
              <p:cNvSpPr/>
              <p:nvPr/>
            </p:nvSpPr>
            <p:spPr>
              <a:xfrm>
                <a:off x="235504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0" name="ph7170"/>
              <p:cNvSpPr/>
              <p:nvPr/>
            </p:nvSpPr>
            <p:spPr>
              <a:xfrm>
                <a:off x="236448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1" name="ph7171"/>
              <p:cNvSpPr/>
              <p:nvPr/>
            </p:nvSpPr>
            <p:spPr>
              <a:xfrm>
                <a:off x="237392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2" name="ph7172"/>
              <p:cNvSpPr/>
              <p:nvPr/>
            </p:nvSpPr>
            <p:spPr>
              <a:xfrm>
                <a:off x="238336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3" name="ph7173"/>
              <p:cNvSpPr/>
              <p:nvPr/>
            </p:nvSpPr>
            <p:spPr>
              <a:xfrm>
                <a:off x="239280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4" name="ph7174"/>
              <p:cNvSpPr/>
              <p:nvPr/>
            </p:nvSpPr>
            <p:spPr>
              <a:xfrm>
                <a:off x="2411688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18" y="896830"/>
                    </a:lnTo>
                    <a:lnTo>
                      <a:pt x="910294" y="900198"/>
                    </a:lnTo>
                    <a:lnTo>
                      <a:pt x="913865" y="908669"/>
                    </a:lnTo>
                    <a:lnTo>
                      <a:pt x="914400" y="910080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5" name="ph7175"/>
              <p:cNvSpPr/>
              <p:nvPr/>
            </p:nvSpPr>
            <p:spPr>
              <a:xfrm>
                <a:off x="2411688" y="1219023"/>
                <a:ext cx="916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36" h="914400">
                    <a:moveTo>
                      <a:pt x="914400" y="914400"/>
                    </a:moveTo>
                    <a:lnTo>
                      <a:pt x="914400" y="910080"/>
                    </a:lnTo>
                    <a:lnTo>
                      <a:pt x="916036" y="914400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6" name="ph7176"/>
              <p:cNvSpPr/>
              <p:nvPr/>
            </p:nvSpPr>
            <p:spPr>
              <a:xfrm>
                <a:off x="3450115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55" y="914400"/>
                    </a:lnTo>
                    <a:lnTo>
                      <a:pt x="914400" y="91269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7" name="ph7177"/>
              <p:cNvSpPr/>
              <p:nvPr/>
            </p:nvSpPr>
            <p:spPr>
              <a:xfrm>
                <a:off x="3459555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269"/>
                    </a:lnTo>
                    <a:lnTo>
                      <a:pt x="909156" y="928078"/>
                    </a:lnTo>
                    <a:lnTo>
                      <a:pt x="910298" y="917076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8" name="ph7178"/>
              <p:cNvSpPr/>
              <p:nvPr/>
            </p:nvSpPr>
            <p:spPr>
              <a:xfrm>
                <a:off x="345955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9" name="ph7179"/>
              <p:cNvSpPr/>
              <p:nvPr/>
            </p:nvSpPr>
            <p:spPr>
              <a:xfrm>
                <a:off x="346899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0" name="ph7180"/>
              <p:cNvSpPr/>
              <p:nvPr/>
            </p:nvSpPr>
            <p:spPr>
              <a:xfrm>
                <a:off x="347843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1" name="ph7181"/>
              <p:cNvSpPr/>
              <p:nvPr/>
            </p:nvSpPr>
            <p:spPr>
              <a:xfrm>
                <a:off x="348787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2" name="ph7182"/>
              <p:cNvSpPr/>
              <p:nvPr/>
            </p:nvSpPr>
            <p:spPr>
              <a:xfrm>
                <a:off x="349731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3" name="ph7183"/>
              <p:cNvSpPr/>
              <p:nvPr/>
            </p:nvSpPr>
            <p:spPr>
              <a:xfrm>
                <a:off x="350675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4" name="ph7184"/>
              <p:cNvSpPr/>
              <p:nvPr/>
            </p:nvSpPr>
            <p:spPr>
              <a:xfrm>
                <a:off x="351619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5" name="ph7185"/>
              <p:cNvSpPr/>
              <p:nvPr/>
            </p:nvSpPr>
            <p:spPr>
              <a:xfrm>
                <a:off x="352563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6" name="ph7186"/>
              <p:cNvSpPr/>
              <p:nvPr/>
            </p:nvSpPr>
            <p:spPr>
              <a:xfrm>
                <a:off x="353507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7" name="ph7187"/>
              <p:cNvSpPr/>
              <p:nvPr/>
            </p:nvSpPr>
            <p:spPr>
              <a:xfrm>
                <a:off x="354451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8" name="ph7188"/>
              <p:cNvSpPr/>
              <p:nvPr/>
            </p:nvSpPr>
            <p:spPr>
              <a:xfrm>
                <a:off x="355395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9" name="ph7189"/>
              <p:cNvSpPr/>
              <p:nvPr/>
            </p:nvSpPr>
            <p:spPr>
              <a:xfrm>
                <a:off x="356339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0" name="ph7190"/>
              <p:cNvSpPr/>
              <p:nvPr/>
            </p:nvSpPr>
            <p:spPr>
              <a:xfrm>
                <a:off x="357283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1" name="ph7191"/>
              <p:cNvSpPr/>
              <p:nvPr/>
            </p:nvSpPr>
            <p:spPr>
              <a:xfrm>
                <a:off x="358227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2" name="ph7192"/>
              <p:cNvSpPr/>
              <p:nvPr/>
            </p:nvSpPr>
            <p:spPr>
              <a:xfrm>
                <a:off x="359171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3" name="ph7193"/>
              <p:cNvSpPr/>
              <p:nvPr/>
            </p:nvSpPr>
            <p:spPr>
              <a:xfrm>
                <a:off x="360115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4" name="ph7194"/>
              <p:cNvSpPr/>
              <p:nvPr/>
            </p:nvSpPr>
            <p:spPr>
              <a:xfrm>
                <a:off x="361059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5" name="ph7195"/>
              <p:cNvSpPr/>
              <p:nvPr/>
            </p:nvSpPr>
            <p:spPr>
              <a:xfrm>
                <a:off x="362003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6" name="ph7196"/>
              <p:cNvSpPr/>
              <p:nvPr/>
            </p:nvSpPr>
            <p:spPr>
              <a:xfrm>
                <a:off x="362947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7" name="ph7197"/>
              <p:cNvSpPr/>
              <p:nvPr/>
            </p:nvSpPr>
            <p:spPr>
              <a:xfrm>
                <a:off x="363891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8" name="ph7198"/>
              <p:cNvSpPr/>
              <p:nvPr/>
            </p:nvSpPr>
            <p:spPr>
              <a:xfrm>
                <a:off x="364836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9" name="ph7199"/>
              <p:cNvSpPr/>
              <p:nvPr/>
            </p:nvSpPr>
            <p:spPr>
              <a:xfrm>
                <a:off x="365780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0" name="ph7200"/>
              <p:cNvSpPr/>
              <p:nvPr/>
            </p:nvSpPr>
            <p:spPr>
              <a:xfrm>
                <a:off x="366724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1" name="ph7201"/>
              <p:cNvSpPr/>
              <p:nvPr/>
            </p:nvSpPr>
            <p:spPr>
              <a:xfrm>
                <a:off x="367668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2" name="ph7202"/>
              <p:cNvSpPr/>
              <p:nvPr/>
            </p:nvSpPr>
            <p:spPr>
              <a:xfrm>
                <a:off x="368612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3" name="ph7203"/>
              <p:cNvSpPr/>
              <p:nvPr/>
            </p:nvSpPr>
            <p:spPr>
              <a:xfrm>
                <a:off x="369556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4" name="ph7204"/>
              <p:cNvSpPr/>
              <p:nvPr/>
            </p:nvSpPr>
            <p:spPr>
              <a:xfrm>
                <a:off x="370500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5" name="ph7205"/>
              <p:cNvSpPr/>
              <p:nvPr/>
            </p:nvSpPr>
            <p:spPr>
              <a:xfrm>
                <a:off x="371444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6" name="ph7206"/>
              <p:cNvSpPr/>
              <p:nvPr/>
            </p:nvSpPr>
            <p:spPr>
              <a:xfrm>
                <a:off x="372388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7" name="ph7207"/>
              <p:cNvSpPr/>
              <p:nvPr/>
            </p:nvSpPr>
            <p:spPr>
              <a:xfrm>
                <a:off x="373332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8" name="ph7208"/>
              <p:cNvSpPr/>
              <p:nvPr/>
            </p:nvSpPr>
            <p:spPr>
              <a:xfrm>
                <a:off x="374276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9" name="ph7209"/>
              <p:cNvSpPr/>
              <p:nvPr/>
            </p:nvSpPr>
            <p:spPr>
              <a:xfrm>
                <a:off x="375220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0" name="ph7210"/>
              <p:cNvSpPr/>
              <p:nvPr/>
            </p:nvSpPr>
            <p:spPr>
              <a:xfrm>
                <a:off x="376164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1" name="ph7211"/>
              <p:cNvSpPr/>
              <p:nvPr/>
            </p:nvSpPr>
            <p:spPr>
              <a:xfrm>
                <a:off x="377108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2" name="ph7212"/>
              <p:cNvSpPr/>
              <p:nvPr/>
            </p:nvSpPr>
            <p:spPr>
              <a:xfrm>
                <a:off x="378052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3" name="ph7213"/>
              <p:cNvSpPr/>
              <p:nvPr/>
            </p:nvSpPr>
            <p:spPr>
              <a:xfrm>
                <a:off x="378996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4" name="ph7214"/>
              <p:cNvSpPr/>
              <p:nvPr/>
            </p:nvSpPr>
            <p:spPr>
              <a:xfrm>
                <a:off x="379940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5" name="ph7215"/>
              <p:cNvSpPr/>
              <p:nvPr/>
            </p:nvSpPr>
            <p:spPr>
              <a:xfrm>
                <a:off x="380884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6" name="ph7216"/>
              <p:cNvSpPr/>
              <p:nvPr/>
            </p:nvSpPr>
            <p:spPr>
              <a:xfrm>
                <a:off x="381828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7" name="ph7217"/>
              <p:cNvSpPr/>
              <p:nvPr/>
            </p:nvSpPr>
            <p:spPr>
              <a:xfrm>
                <a:off x="382772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8" name="ph7218"/>
              <p:cNvSpPr/>
              <p:nvPr/>
            </p:nvSpPr>
            <p:spPr>
              <a:xfrm>
                <a:off x="383716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9" name="ph7219"/>
              <p:cNvSpPr/>
              <p:nvPr/>
            </p:nvSpPr>
            <p:spPr>
              <a:xfrm>
                <a:off x="3846605" y="121902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204"/>
                    </a:lnTo>
                    <a:lnTo>
                      <a:pt x="921393" y="912392"/>
                    </a:lnTo>
                    <a:lnTo>
                      <a:pt x="920718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0" name="ph7220"/>
              <p:cNvSpPr/>
              <p:nvPr/>
            </p:nvSpPr>
            <p:spPr>
              <a:xfrm>
                <a:off x="3856045" y="1201453"/>
                <a:ext cx="916390" cy="921773"/>
              </a:xfrm>
              <a:custGeom>
                <a:avLst/>
                <a:gdLst/>
                <a:ahLst/>
                <a:cxnLst/>
                <a:rect l="0" t="0" r="0" b="0"/>
                <a:pathLst>
                  <a:path w="916390" h="921773">
                    <a:moveTo>
                      <a:pt x="914400" y="914400"/>
                    </a:moveTo>
                    <a:lnTo>
                      <a:pt x="916390" y="914400"/>
                    </a:lnTo>
                    <a:lnTo>
                      <a:pt x="914802" y="920428"/>
                    </a:lnTo>
                    <a:lnTo>
                      <a:pt x="914400" y="921773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1" name="ph7221"/>
              <p:cNvSpPr/>
              <p:nvPr/>
            </p:nvSpPr>
            <p:spPr>
              <a:xfrm>
                <a:off x="2052959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40" y="931969"/>
                    </a:lnTo>
                    <a:lnTo>
                      <a:pt x="905226" y="929809"/>
                    </a:lnTo>
                    <a:lnTo>
                      <a:pt x="904959" y="918782"/>
                    </a:lnTo>
                    <a:lnTo>
                      <a:pt x="904976" y="914400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2" name="ph7222"/>
              <p:cNvSpPr/>
              <p:nvPr/>
            </p:nvSpPr>
            <p:spPr>
              <a:xfrm>
                <a:off x="205295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3" name="ph7223"/>
              <p:cNvSpPr/>
              <p:nvPr/>
            </p:nvSpPr>
            <p:spPr>
              <a:xfrm>
                <a:off x="206239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4" name="ph7224"/>
              <p:cNvSpPr/>
              <p:nvPr/>
            </p:nvSpPr>
            <p:spPr>
              <a:xfrm>
                <a:off x="207184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5" name="ph7225"/>
              <p:cNvSpPr/>
              <p:nvPr/>
            </p:nvSpPr>
            <p:spPr>
              <a:xfrm>
                <a:off x="208128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6" name="ph7226"/>
              <p:cNvSpPr/>
              <p:nvPr/>
            </p:nvSpPr>
            <p:spPr>
              <a:xfrm>
                <a:off x="209072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7" name="ph7227"/>
              <p:cNvSpPr/>
              <p:nvPr/>
            </p:nvSpPr>
            <p:spPr>
              <a:xfrm>
                <a:off x="210016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8" name="ph7228"/>
              <p:cNvSpPr/>
              <p:nvPr/>
            </p:nvSpPr>
            <p:spPr>
              <a:xfrm>
                <a:off x="210960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9" name="ph7229"/>
              <p:cNvSpPr/>
              <p:nvPr/>
            </p:nvSpPr>
            <p:spPr>
              <a:xfrm>
                <a:off x="211904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0" name="ph7230"/>
              <p:cNvSpPr/>
              <p:nvPr/>
            </p:nvSpPr>
            <p:spPr>
              <a:xfrm>
                <a:off x="212848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1" name="ph7231"/>
              <p:cNvSpPr/>
              <p:nvPr/>
            </p:nvSpPr>
            <p:spPr>
              <a:xfrm>
                <a:off x="213792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2" name="ph7232"/>
              <p:cNvSpPr/>
              <p:nvPr/>
            </p:nvSpPr>
            <p:spPr>
              <a:xfrm>
                <a:off x="214736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3" name="ph7233"/>
              <p:cNvSpPr/>
              <p:nvPr/>
            </p:nvSpPr>
            <p:spPr>
              <a:xfrm>
                <a:off x="215680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4" name="ph7234"/>
              <p:cNvSpPr/>
              <p:nvPr/>
            </p:nvSpPr>
            <p:spPr>
              <a:xfrm>
                <a:off x="216624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5" name="ph7235"/>
              <p:cNvSpPr/>
              <p:nvPr/>
            </p:nvSpPr>
            <p:spPr>
              <a:xfrm>
                <a:off x="217568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6" name="ph7236"/>
              <p:cNvSpPr/>
              <p:nvPr/>
            </p:nvSpPr>
            <p:spPr>
              <a:xfrm>
                <a:off x="218512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7" name="ph7237"/>
              <p:cNvSpPr/>
              <p:nvPr/>
            </p:nvSpPr>
            <p:spPr>
              <a:xfrm>
                <a:off x="219456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8" name="ph7238"/>
              <p:cNvSpPr/>
              <p:nvPr/>
            </p:nvSpPr>
            <p:spPr>
              <a:xfrm>
                <a:off x="220400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9" name="ph7239"/>
              <p:cNvSpPr/>
              <p:nvPr/>
            </p:nvSpPr>
            <p:spPr>
              <a:xfrm>
                <a:off x="221344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0" name="ph7240"/>
              <p:cNvSpPr/>
              <p:nvPr/>
            </p:nvSpPr>
            <p:spPr>
              <a:xfrm>
                <a:off x="222288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1" name="ph7241"/>
              <p:cNvSpPr/>
              <p:nvPr/>
            </p:nvSpPr>
            <p:spPr>
              <a:xfrm>
                <a:off x="223232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2" name="ph7242"/>
              <p:cNvSpPr/>
              <p:nvPr/>
            </p:nvSpPr>
            <p:spPr>
              <a:xfrm>
                <a:off x="224176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3" name="ph7243"/>
              <p:cNvSpPr/>
              <p:nvPr/>
            </p:nvSpPr>
            <p:spPr>
              <a:xfrm>
                <a:off x="225120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4" name="ph7244"/>
              <p:cNvSpPr/>
              <p:nvPr/>
            </p:nvSpPr>
            <p:spPr>
              <a:xfrm>
                <a:off x="226064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5" name="ph7245"/>
              <p:cNvSpPr/>
              <p:nvPr/>
            </p:nvSpPr>
            <p:spPr>
              <a:xfrm>
                <a:off x="227008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6" name="ph7246"/>
              <p:cNvSpPr/>
              <p:nvPr/>
            </p:nvSpPr>
            <p:spPr>
              <a:xfrm>
                <a:off x="227952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7" name="ph7247"/>
              <p:cNvSpPr/>
              <p:nvPr/>
            </p:nvSpPr>
            <p:spPr>
              <a:xfrm>
                <a:off x="228896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8" name="ph7248"/>
              <p:cNvSpPr/>
              <p:nvPr/>
            </p:nvSpPr>
            <p:spPr>
              <a:xfrm>
                <a:off x="229840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9" name="ph7249"/>
              <p:cNvSpPr/>
              <p:nvPr/>
            </p:nvSpPr>
            <p:spPr>
              <a:xfrm>
                <a:off x="230784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0" name="ph7250"/>
              <p:cNvSpPr/>
              <p:nvPr/>
            </p:nvSpPr>
            <p:spPr>
              <a:xfrm>
                <a:off x="231728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1" name="ph7251"/>
              <p:cNvSpPr/>
              <p:nvPr/>
            </p:nvSpPr>
            <p:spPr>
              <a:xfrm>
                <a:off x="232672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2" name="ph7252"/>
              <p:cNvSpPr/>
              <p:nvPr/>
            </p:nvSpPr>
            <p:spPr>
              <a:xfrm>
                <a:off x="233616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3" name="ph7253"/>
              <p:cNvSpPr/>
              <p:nvPr/>
            </p:nvSpPr>
            <p:spPr>
              <a:xfrm>
                <a:off x="234560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4" name="ph7254"/>
              <p:cNvSpPr/>
              <p:nvPr/>
            </p:nvSpPr>
            <p:spPr>
              <a:xfrm>
                <a:off x="235504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5" name="ph7255"/>
              <p:cNvSpPr/>
              <p:nvPr/>
            </p:nvSpPr>
            <p:spPr>
              <a:xfrm>
                <a:off x="236448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6" name="ph7256"/>
              <p:cNvSpPr/>
              <p:nvPr/>
            </p:nvSpPr>
            <p:spPr>
              <a:xfrm>
                <a:off x="237392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7" name="ph7257"/>
              <p:cNvSpPr/>
              <p:nvPr/>
            </p:nvSpPr>
            <p:spPr>
              <a:xfrm>
                <a:off x="238336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8" name="ph7258"/>
              <p:cNvSpPr/>
              <p:nvPr/>
            </p:nvSpPr>
            <p:spPr>
              <a:xfrm>
                <a:off x="2402248" y="120145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10" y="896830"/>
                    </a:lnTo>
                    <a:lnTo>
                      <a:pt x="911919" y="901898"/>
                    </a:lnTo>
                    <a:lnTo>
                      <a:pt x="914399" y="906684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9" name="ph7259"/>
              <p:cNvSpPr/>
              <p:nvPr/>
            </p:nvSpPr>
            <p:spPr>
              <a:xfrm>
                <a:off x="2402248" y="1201453"/>
                <a:ext cx="9181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9" h="914400">
                    <a:moveTo>
                      <a:pt x="914399" y="914400"/>
                    </a:moveTo>
                    <a:lnTo>
                      <a:pt x="914399" y="906684"/>
                    </a:lnTo>
                    <a:lnTo>
                      <a:pt x="915936" y="909647"/>
                    </a:lnTo>
                    <a:lnTo>
                      <a:pt x="918159" y="914400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0" name="ph7260"/>
              <p:cNvSpPr/>
              <p:nvPr/>
            </p:nvSpPr>
            <p:spPr>
              <a:xfrm>
                <a:off x="3459555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656" y="931969"/>
                    </a:lnTo>
                    <a:lnTo>
                      <a:pt x="911752" y="923773"/>
                    </a:lnTo>
                    <a:lnTo>
                      <a:pt x="913295" y="91440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1" name="ph7261"/>
              <p:cNvSpPr/>
              <p:nvPr/>
            </p:nvSpPr>
            <p:spPr>
              <a:xfrm>
                <a:off x="345955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2" name="ph7262"/>
              <p:cNvSpPr/>
              <p:nvPr/>
            </p:nvSpPr>
            <p:spPr>
              <a:xfrm>
                <a:off x="346899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3" name="ph7263"/>
              <p:cNvSpPr/>
              <p:nvPr/>
            </p:nvSpPr>
            <p:spPr>
              <a:xfrm>
                <a:off x="347843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4" name="ph7264"/>
              <p:cNvSpPr/>
              <p:nvPr/>
            </p:nvSpPr>
            <p:spPr>
              <a:xfrm>
                <a:off x="348787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5" name="ph7265"/>
              <p:cNvSpPr/>
              <p:nvPr/>
            </p:nvSpPr>
            <p:spPr>
              <a:xfrm>
                <a:off x="349731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6" name="ph7266"/>
              <p:cNvSpPr/>
              <p:nvPr/>
            </p:nvSpPr>
            <p:spPr>
              <a:xfrm>
                <a:off x="350675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7" name="ph7267"/>
              <p:cNvSpPr/>
              <p:nvPr/>
            </p:nvSpPr>
            <p:spPr>
              <a:xfrm>
                <a:off x="351619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8" name="ph7268"/>
              <p:cNvSpPr/>
              <p:nvPr/>
            </p:nvSpPr>
            <p:spPr>
              <a:xfrm>
                <a:off x="352563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9" name="ph7269"/>
              <p:cNvSpPr/>
              <p:nvPr/>
            </p:nvSpPr>
            <p:spPr>
              <a:xfrm>
                <a:off x="353507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0" name="ph7270"/>
              <p:cNvSpPr/>
              <p:nvPr/>
            </p:nvSpPr>
            <p:spPr>
              <a:xfrm>
                <a:off x="354451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1" name="ph7271"/>
              <p:cNvSpPr/>
              <p:nvPr/>
            </p:nvSpPr>
            <p:spPr>
              <a:xfrm>
                <a:off x="355395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2" name="ph7272"/>
              <p:cNvSpPr/>
              <p:nvPr/>
            </p:nvSpPr>
            <p:spPr>
              <a:xfrm>
                <a:off x="356339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3" name="ph7273"/>
              <p:cNvSpPr/>
              <p:nvPr/>
            </p:nvSpPr>
            <p:spPr>
              <a:xfrm>
                <a:off x="357283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4" name="ph7274"/>
              <p:cNvSpPr/>
              <p:nvPr/>
            </p:nvSpPr>
            <p:spPr>
              <a:xfrm>
                <a:off x="358227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5" name="ph7275"/>
              <p:cNvSpPr/>
              <p:nvPr/>
            </p:nvSpPr>
            <p:spPr>
              <a:xfrm>
                <a:off x="359171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6" name="ph7276"/>
              <p:cNvSpPr/>
              <p:nvPr/>
            </p:nvSpPr>
            <p:spPr>
              <a:xfrm>
                <a:off x="360115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7" name="ph7277"/>
              <p:cNvSpPr/>
              <p:nvPr/>
            </p:nvSpPr>
            <p:spPr>
              <a:xfrm>
                <a:off x="361059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8" name="ph7278"/>
              <p:cNvSpPr/>
              <p:nvPr/>
            </p:nvSpPr>
            <p:spPr>
              <a:xfrm>
                <a:off x="362003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9" name="ph7279"/>
              <p:cNvSpPr/>
              <p:nvPr/>
            </p:nvSpPr>
            <p:spPr>
              <a:xfrm>
                <a:off x="362947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0" name="ph7280"/>
              <p:cNvSpPr/>
              <p:nvPr/>
            </p:nvSpPr>
            <p:spPr>
              <a:xfrm>
                <a:off x="363891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1" name="ph7281"/>
              <p:cNvSpPr/>
              <p:nvPr/>
            </p:nvSpPr>
            <p:spPr>
              <a:xfrm>
                <a:off x="364836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2" name="ph7282"/>
              <p:cNvSpPr/>
              <p:nvPr/>
            </p:nvSpPr>
            <p:spPr>
              <a:xfrm>
                <a:off x="365780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3" name="ph7283"/>
              <p:cNvSpPr/>
              <p:nvPr/>
            </p:nvSpPr>
            <p:spPr>
              <a:xfrm>
                <a:off x="366724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4" name="ph7284"/>
              <p:cNvSpPr/>
              <p:nvPr/>
            </p:nvSpPr>
            <p:spPr>
              <a:xfrm>
                <a:off x="367668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5" name="ph7285"/>
              <p:cNvSpPr/>
              <p:nvPr/>
            </p:nvSpPr>
            <p:spPr>
              <a:xfrm>
                <a:off x="368612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6" name="ph7286"/>
              <p:cNvSpPr/>
              <p:nvPr/>
            </p:nvSpPr>
            <p:spPr>
              <a:xfrm>
                <a:off x="369556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7" name="ph7287"/>
              <p:cNvSpPr/>
              <p:nvPr/>
            </p:nvSpPr>
            <p:spPr>
              <a:xfrm>
                <a:off x="370500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8" name="ph7288"/>
              <p:cNvSpPr/>
              <p:nvPr/>
            </p:nvSpPr>
            <p:spPr>
              <a:xfrm>
                <a:off x="371444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9" name="ph7289"/>
              <p:cNvSpPr/>
              <p:nvPr/>
            </p:nvSpPr>
            <p:spPr>
              <a:xfrm>
                <a:off x="372388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0" name="ph7290"/>
              <p:cNvSpPr/>
              <p:nvPr/>
            </p:nvSpPr>
            <p:spPr>
              <a:xfrm>
                <a:off x="373332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1" name="ph7291"/>
              <p:cNvSpPr/>
              <p:nvPr/>
            </p:nvSpPr>
            <p:spPr>
              <a:xfrm>
                <a:off x="374276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2" name="ph7292"/>
              <p:cNvSpPr/>
              <p:nvPr/>
            </p:nvSpPr>
            <p:spPr>
              <a:xfrm>
                <a:off x="375220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3" name="ph7293"/>
              <p:cNvSpPr/>
              <p:nvPr/>
            </p:nvSpPr>
            <p:spPr>
              <a:xfrm>
                <a:off x="376164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4" name="ph7294"/>
              <p:cNvSpPr/>
              <p:nvPr/>
            </p:nvSpPr>
            <p:spPr>
              <a:xfrm>
                <a:off x="377108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5" name="ph7295"/>
              <p:cNvSpPr/>
              <p:nvPr/>
            </p:nvSpPr>
            <p:spPr>
              <a:xfrm>
                <a:off x="378052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6" name="ph7296"/>
              <p:cNvSpPr/>
              <p:nvPr/>
            </p:nvSpPr>
            <p:spPr>
              <a:xfrm>
                <a:off x="378996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7" name="ph7297"/>
              <p:cNvSpPr/>
              <p:nvPr/>
            </p:nvSpPr>
            <p:spPr>
              <a:xfrm>
                <a:off x="379940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8" name="ph7298"/>
              <p:cNvSpPr/>
              <p:nvPr/>
            </p:nvSpPr>
            <p:spPr>
              <a:xfrm>
                <a:off x="380884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9" name="ph7299"/>
              <p:cNvSpPr/>
              <p:nvPr/>
            </p:nvSpPr>
            <p:spPr>
              <a:xfrm>
                <a:off x="381828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0" name="ph7300"/>
              <p:cNvSpPr/>
              <p:nvPr/>
            </p:nvSpPr>
            <p:spPr>
              <a:xfrm>
                <a:off x="382772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1" name="ph7301"/>
              <p:cNvSpPr/>
              <p:nvPr/>
            </p:nvSpPr>
            <p:spPr>
              <a:xfrm>
                <a:off x="383716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2" name="ph7302"/>
              <p:cNvSpPr/>
              <p:nvPr/>
            </p:nvSpPr>
            <p:spPr>
              <a:xfrm>
                <a:off x="384660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3" name="ph7303"/>
              <p:cNvSpPr/>
              <p:nvPr/>
            </p:nvSpPr>
            <p:spPr>
              <a:xfrm>
                <a:off x="3856045" y="1201453"/>
                <a:ext cx="9204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31" y="896830"/>
                    </a:lnTo>
                    <a:lnTo>
                      <a:pt x="919686" y="900602"/>
                    </a:lnTo>
                    <a:lnTo>
                      <a:pt x="917382" y="910633"/>
                    </a:lnTo>
                    <a:lnTo>
                      <a:pt x="916390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4" name="ph7304"/>
              <p:cNvSpPr/>
              <p:nvPr/>
            </p:nvSpPr>
            <p:spPr>
              <a:xfrm>
                <a:off x="2052959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76" y="931969"/>
                    </a:lnTo>
                    <a:lnTo>
                      <a:pt x="905003" y="925314"/>
                    </a:lnTo>
                    <a:lnTo>
                      <a:pt x="905353" y="914400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5" name="ph7305"/>
              <p:cNvSpPr/>
              <p:nvPr/>
            </p:nvSpPr>
            <p:spPr>
              <a:xfrm>
                <a:off x="205295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6" name="ph7306"/>
              <p:cNvSpPr/>
              <p:nvPr/>
            </p:nvSpPr>
            <p:spPr>
              <a:xfrm>
                <a:off x="206239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7" name="ph7307"/>
              <p:cNvSpPr/>
              <p:nvPr/>
            </p:nvSpPr>
            <p:spPr>
              <a:xfrm>
                <a:off x="207184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8" name="ph7308"/>
              <p:cNvSpPr/>
              <p:nvPr/>
            </p:nvSpPr>
            <p:spPr>
              <a:xfrm>
                <a:off x="208128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9" name="ph7309"/>
              <p:cNvSpPr/>
              <p:nvPr/>
            </p:nvSpPr>
            <p:spPr>
              <a:xfrm>
                <a:off x="209072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0" name="ph7310"/>
              <p:cNvSpPr/>
              <p:nvPr/>
            </p:nvSpPr>
            <p:spPr>
              <a:xfrm>
                <a:off x="210016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1" name="ph7311"/>
              <p:cNvSpPr/>
              <p:nvPr/>
            </p:nvSpPr>
            <p:spPr>
              <a:xfrm>
                <a:off x="210960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2" name="ph7312"/>
              <p:cNvSpPr/>
              <p:nvPr/>
            </p:nvSpPr>
            <p:spPr>
              <a:xfrm>
                <a:off x="211904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3" name="ph7313"/>
              <p:cNvSpPr/>
              <p:nvPr/>
            </p:nvSpPr>
            <p:spPr>
              <a:xfrm>
                <a:off x="212848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4" name="ph7314"/>
              <p:cNvSpPr/>
              <p:nvPr/>
            </p:nvSpPr>
            <p:spPr>
              <a:xfrm>
                <a:off x="213792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5" name="ph7315"/>
              <p:cNvSpPr/>
              <p:nvPr/>
            </p:nvSpPr>
            <p:spPr>
              <a:xfrm>
                <a:off x="214736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6" name="ph7316"/>
              <p:cNvSpPr/>
              <p:nvPr/>
            </p:nvSpPr>
            <p:spPr>
              <a:xfrm>
                <a:off x="215680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7" name="ph7317"/>
              <p:cNvSpPr/>
              <p:nvPr/>
            </p:nvSpPr>
            <p:spPr>
              <a:xfrm>
                <a:off x="216624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8" name="ph7318"/>
              <p:cNvSpPr/>
              <p:nvPr/>
            </p:nvSpPr>
            <p:spPr>
              <a:xfrm>
                <a:off x="217568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9" name="ph7319"/>
              <p:cNvSpPr/>
              <p:nvPr/>
            </p:nvSpPr>
            <p:spPr>
              <a:xfrm>
                <a:off x="218512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0" name="ph7320"/>
              <p:cNvSpPr/>
              <p:nvPr/>
            </p:nvSpPr>
            <p:spPr>
              <a:xfrm>
                <a:off x="219456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1" name="ph7321"/>
              <p:cNvSpPr/>
              <p:nvPr/>
            </p:nvSpPr>
            <p:spPr>
              <a:xfrm>
                <a:off x="220400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2" name="ph7322"/>
              <p:cNvSpPr/>
              <p:nvPr/>
            </p:nvSpPr>
            <p:spPr>
              <a:xfrm>
                <a:off x="221344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3" name="ph7323"/>
              <p:cNvSpPr/>
              <p:nvPr/>
            </p:nvSpPr>
            <p:spPr>
              <a:xfrm>
                <a:off x="222288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4" name="ph7324"/>
              <p:cNvSpPr/>
              <p:nvPr/>
            </p:nvSpPr>
            <p:spPr>
              <a:xfrm>
                <a:off x="223232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5" name="ph7325"/>
              <p:cNvSpPr/>
              <p:nvPr/>
            </p:nvSpPr>
            <p:spPr>
              <a:xfrm>
                <a:off x="224176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6" name="ph7326"/>
              <p:cNvSpPr/>
              <p:nvPr/>
            </p:nvSpPr>
            <p:spPr>
              <a:xfrm>
                <a:off x="225120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7" name="ph7327"/>
              <p:cNvSpPr/>
              <p:nvPr/>
            </p:nvSpPr>
            <p:spPr>
              <a:xfrm>
                <a:off x="226064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8" name="ph7328"/>
              <p:cNvSpPr/>
              <p:nvPr/>
            </p:nvSpPr>
            <p:spPr>
              <a:xfrm>
                <a:off x="227008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9" name="ph7329"/>
              <p:cNvSpPr/>
              <p:nvPr/>
            </p:nvSpPr>
            <p:spPr>
              <a:xfrm>
                <a:off x="227952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0" name="ph7330"/>
              <p:cNvSpPr/>
              <p:nvPr/>
            </p:nvSpPr>
            <p:spPr>
              <a:xfrm>
                <a:off x="228896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1" name="ph7331"/>
              <p:cNvSpPr/>
              <p:nvPr/>
            </p:nvSpPr>
            <p:spPr>
              <a:xfrm>
                <a:off x="229840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2" name="ph7332"/>
              <p:cNvSpPr/>
              <p:nvPr/>
            </p:nvSpPr>
            <p:spPr>
              <a:xfrm>
                <a:off x="230784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3" name="ph7333"/>
              <p:cNvSpPr/>
              <p:nvPr/>
            </p:nvSpPr>
            <p:spPr>
              <a:xfrm>
                <a:off x="231728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4" name="ph7334"/>
              <p:cNvSpPr/>
              <p:nvPr/>
            </p:nvSpPr>
            <p:spPr>
              <a:xfrm>
                <a:off x="232672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5" name="ph7335"/>
              <p:cNvSpPr/>
              <p:nvPr/>
            </p:nvSpPr>
            <p:spPr>
              <a:xfrm>
                <a:off x="233616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6" name="ph7336"/>
              <p:cNvSpPr/>
              <p:nvPr/>
            </p:nvSpPr>
            <p:spPr>
              <a:xfrm>
                <a:off x="234560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7" name="ph7337"/>
              <p:cNvSpPr/>
              <p:nvPr/>
            </p:nvSpPr>
            <p:spPr>
              <a:xfrm>
                <a:off x="235504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8" name="ph7338"/>
              <p:cNvSpPr/>
              <p:nvPr/>
            </p:nvSpPr>
            <p:spPr>
              <a:xfrm>
                <a:off x="236448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9" name="ph7339"/>
              <p:cNvSpPr/>
              <p:nvPr/>
            </p:nvSpPr>
            <p:spPr>
              <a:xfrm>
                <a:off x="237392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0" name="ph7340"/>
              <p:cNvSpPr/>
              <p:nvPr/>
            </p:nvSpPr>
            <p:spPr>
              <a:xfrm>
                <a:off x="2392808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681" y="896830"/>
                    </a:lnTo>
                    <a:lnTo>
                      <a:pt x="908111" y="898647"/>
                    </a:lnTo>
                    <a:lnTo>
                      <a:pt x="912716" y="905164"/>
                    </a:lnTo>
                    <a:lnTo>
                      <a:pt x="914400" y="907810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1" name="ph7341"/>
              <p:cNvSpPr/>
              <p:nvPr/>
            </p:nvSpPr>
            <p:spPr>
              <a:xfrm>
                <a:off x="2392808" y="1183884"/>
                <a:ext cx="918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14400">
                    <a:moveTo>
                      <a:pt x="914400" y="914400"/>
                    </a:moveTo>
                    <a:lnTo>
                      <a:pt x="914400" y="907810"/>
                    </a:lnTo>
                    <a:lnTo>
                      <a:pt x="917136" y="912111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2" name="ph7342"/>
              <p:cNvSpPr/>
              <p:nvPr/>
            </p:nvSpPr>
            <p:spPr>
              <a:xfrm>
                <a:off x="3459555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295" y="914400"/>
                    </a:lnTo>
                    <a:lnTo>
                      <a:pt x="913515" y="913059"/>
                    </a:lnTo>
                    <a:lnTo>
                      <a:pt x="914400" y="908554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3" name="ph7343"/>
              <p:cNvSpPr/>
              <p:nvPr/>
            </p:nvSpPr>
            <p:spPr>
              <a:xfrm>
                <a:off x="3468995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123"/>
                    </a:lnTo>
                    <a:lnTo>
                      <a:pt x="906141" y="920104"/>
                    </a:lnTo>
                    <a:lnTo>
                      <a:pt x="907449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4" name="ph7344"/>
              <p:cNvSpPr/>
              <p:nvPr/>
            </p:nvSpPr>
            <p:spPr>
              <a:xfrm>
                <a:off x="346899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5" name="ph7345"/>
              <p:cNvSpPr/>
              <p:nvPr/>
            </p:nvSpPr>
            <p:spPr>
              <a:xfrm>
                <a:off x="347843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6" name="ph7346"/>
              <p:cNvSpPr/>
              <p:nvPr/>
            </p:nvSpPr>
            <p:spPr>
              <a:xfrm>
                <a:off x="348787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7" name="ph7347"/>
              <p:cNvSpPr/>
              <p:nvPr/>
            </p:nvSpPr>
            <p:spPr>
              <a:xfrm>
                <a:off x="349731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8" name="ph7348"/>
              <p:cNvSpPr/>
              <p:nvPr/>
            </p:nvSpPr>
            <p:spPr>
              <a:xfrm>
                <a:off x="350675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9" name="ph7349"/>
              <p:cNvSpPr/>
              <p:nvPr/>
            </p:nvSpPr>
            <p:spPr>
              <a:xfrm>
                <a:off x="351619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0" name="ph7350"/>
              <p:cNvSpPr/>
              <p:nvPr/>
            </p:nvSpPr>
            <p:spPr>
              <a:xfrm>
                <a:off x="352563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1" name="ph7351"/>
              <p:cNvSpPr/>
              <p:nvPr/>
            </p:nvSpPr>
            <p:spPr>
              <a:xfrm>
                <a:off x="353507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2" name="ph7352"/>
              <p:cNvSpPr/>
              <p:nvPr/>
            </p:nvSpPr>
            <p:spPr>
              <a:xfrm>
                <a:off x="354451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3" name="ph7353"/>
              <p:cNvSpPr/>
              <p:nvPr/>
            </p:nvSpPr>
            <p:spPr>
              <a:xfrm>
                <a:off x="355395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4" name="ph7354"/>
              <p:cNvSpPr/>
              <p:nvPr/>
            </p:nvSpPr>
            <p:spPr>
              <a:xfrm>
                <a:off x="356339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5" name="ph7355"/>
              <p:cNvSpPr/>
              <p:nvPr/>
            </p:nvSpPr>
            <p:spPr>
              <a:xfrm>
                <a:off x="357283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6" name="ph7356"/>
              <p:cNvSpPr/>
              <p:nvPr/>
            </p:nvSpPr>
            <p:spPr>
              <a:xfrm>
                <a:off x="358227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7" name="ph7357"/>
              <p:cNvSpPr/>
              <p:nvPr/>
            </p:nvSpPr>
            <p:spPr>
              <a:xfrm>
                <a:off x="359171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8" name="ph7358"/>
              <p:cNvSpPr/>
              <p:nvPr/>
            </p:nvSpPr>
            <p:spPr>
              <a:xfrm>
                <a:off x="360115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9" name="ph7359"/>
              <p:cNvSpPr/>
              <p:nvPr/>
            </p:nvSpPr>
            <p:spPr>
              <a:xfrm>
                <a:off x="361059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0" name="ph7360"/>
              <p:cNvSpPr/>
              <p:nvPr/>
            </p:nvSpPr>
            <p:spPr>
              <a:xfrm>
                <a:off x="362003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1" name="ph7361"/>
              <p:cNvSpPr/>
              <p:nvPr/>
            </p:nvSpPr>
            <p:spPr>
              <a:xfrm>
                <a:off x="362947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2" name="ph7362"/>
              <p:cNvSpPr/>
              <p:nvPr/>
            </p:nvSpPr>
            <p:spPr>
              <a:xfrm>
                <a:off x="363891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3" name="ph7363"/>
              <p:cNvSpPr/>
              <p:nvPr/>
            </p:nvSpPr>
            <p:spPr>
              <a:xfrm>
                <a:off x="364836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4" name="ph7364"/>
              <p:cNvSpPr/>
              <p:nvPr/>
            </p:nvSpPr>
            <p:spPr>
              <a:xfrm>
                <a:off x="365780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5" name="ph7365"/>
              <p:cNvSpPr/>
              <p:nvPr/>
            </p:nvSpPr>
            <p:spPr>
              <a:xfrm>
                <a:off x="366724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6" name="ph7366"/>
              <p:cNvSpPr/>
              <p:nvPr/>
            </p:nvSpPr>
            <p:spPr>
              <a:xfrm>
                <a:off x="367668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7" name="ph7367"/>
              <p:cNvSpPr/>
              <p:nvPr/>
            </p:nvSpPr>
            <p:spPr>
              <a:xfrm>
                <a:off x="368612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8" name="ph7368"/>
              <p:cNvSpPr/>
              <p:nvPr/>
            </p:nvSpPr>
            <p:spPr>
              <a:xfrm>
                <a:off x="369556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9" name="ph7369"/>
              <p:cNvSpPr/>
              <p:nvPr/>
            </p:nvSpPr>
            <p:spPr>
              <a:xfrm>
                <a:off x="370500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0" name="ph7370"/>
              <p:cNvSpPr/>
              <p:nvPr/>
            </p:nvSpPr>
            <p:spPr>
              <a:xfrm>
                <a:off x="371444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1" name="ph7371"/>
              <p:cNvSpPr/>
              <p:nvPr/>
            </p:nvSpPr>
            <p:spPr>
              <a:xfrm>
                <a:off x="372388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2" name="ph7372"/>
              <p:cNvSpPr/>
              <p:nvPr/>
            </p:nvSpPr>
            <p:spPr>
              <a:xfrm>
                <a:off x="373332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3" name="ph7373"/>
              <p:cNvSpPr/>
              <p:nvPr/>
            </p:nvSpPr>
            <p:spPr>
              <a:xfrm>
                <a:off x="374276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4" name="ph7374"/>
              <p:cNvSpPr/>
              <p:nvPr/>
            </p:nvSpPr>
            <p:spPr>
              <a:xfrm>
                <a:off x="375220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5" name="ph7375"/>
              <p:cNvSpPr/>
              <p:nvPr/>
            </p:nvSpPr>
            <p:spPr>
              <a:xfrm>
                <a:off x="376164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6" name="ph7376"/>
              <p:cNvSpPr/>
              <p:nvPr/>
            </p:nvSpPr>
            <p:spPr>
              <a:xfrm>
                <a:off x="377108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7" name="ph7377"/>
              <p:cNvSpPr/>
              <p:nvPr/>
            </p:nvSpPr>
            <p:spPr>
              <a:xfrm>
                <a:off x="378052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8" name="ph7378"/>
              <p:cNvSpPr/>
              <p:nvPr/>
            </p:nvSpPr>
            <p:spPr>
              <a:xfrm>
                <a:off x="378996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9" name="ph7379"/>
              <p:cNvSpPr/>
              <p:nvPr/>
            </p:nvSpPr>
            <p:spPr>
              <a:xfrm>
                <a:off x="379940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0" name="ph7380"/>
              <p:cNvSpPr/>
              <p:nvPr/>
            </p:nvSpPr>
            <p:spPr>
              <a:xfrm>
                <a:off x="380884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1" name="ph7381"/>
              <p:cNvSpPr/>
              <p:nvPr/>
            </p:nvSpPr>
            <p:spPr>
              <a:xfrm>
                <a:off x="381828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2" name="ph7382"/>
              <p:cNvSpPr/>
              <p:nvPr/>
            </p:nvSpPr>
            <p:spPr>
              <a:xfrm>
                <a:off x="382772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3" name="ph7383"/>
              <p:cNvSpPr/>
              <p:nvPr/>
            </p:nvSpPr>
            <p:spPr>
              <a:xfrm>
                <a:off x="383716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4" name="ph7384"/>
              <p:cNvSpPr/>
              <p:nvPr/>
            </p:nvSpPr>
            <p:spPr>
              <a:xfrm>
                <a:off x="384660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5" name="ph7385"/>
              <p:cNvSpPr/>
              <p:nvPr/>
            </p:nvSpPr>
            <p:spPr>
              <a:xfrm>
                <a:off x="3856045" y="1183884"/>
                <a:ext cx="9235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548" y="896830"/>
                    </a:lnTo>
                    <a:lnTo>
                      <a:pt x="923444" y="897513"/>
                    </a:lnTo>
                    <a:lnTo>
                      <a:pt x="921709" y="907933"/>
                    </a:lnTo>
                    <a:lnTo>
                      <a:pt x="920431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6" name="ph7386"/>
              <p:cNvSpPr/>
              <p:nvPr/>
            </p:nvSpPr>
            <p:spPr>
              <a:xfrm>
                <a:off x="2052959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56" y="931865"/>
                    </a:lnTo>
                    <a:lnTo>
                      <a:pt x="906019" y="920896"/>
                    </a:lnTo>
                    <a:lnTo>
                      <a:pt x="906598" y="914400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7" name="ph7387"/>
              <p:cNvSpPr/>
              <p:nvPr/>
            </p:nvSpPr>
            <p:spPr>
              <a:xfrm>
                <a:off x="205295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8" name="ph7388"/>
              <p:cNvSpPr/>
              <p:nvPr/>
            </p:nvSpPr>
            <p:spPr>
              <a:xfrm>
                <a:off x="206239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9" name="ph7389"/>
              <p:cNvSpPr/>
              <p:nvPr/>
            </p:nvSpPr>
            <p:spPr>
              <a:xfrm>
                <a:off x="207184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0" name="ph7390"/>
              <p:cNvSpPr/>
              <p:nvPr/>
            </p:nvSpPr>
            <p:spPr>
              <a:xfrm>
                <a:off x="208128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1" name="ph7391"/>
              <p:cNvSpPr/>
              <p:nvPr/>
            </p:nvSpPr>
            <p:spPr>
              <a:xfrm>
                <a:off x="209072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2" name="ph7392"/>
              <p:cNvSpPr/>
              <p:nvPr/>
            </p:nvSpPr>
            <p:spPr>
              <a:xfrm>
                <a:off x="210016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3" name="ph7393"/>
              <p:cNvSpPr/>
              <p:nvPr/>
            </p:nvSpPr>
            <p:spPr>
              <a:xfrm>
                <a:off x="210960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4" name="ph7394"/>
              <p:cNvSpPr/>
              <p:nvPr/>
            </p:nvSpPr>
            <p:spPr>
              <a:xfrm>
                <a:off x="211904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5" name="ph7395"/>
              <p:cNvSpPr/>
              <p:nvPr/>
            </p:nvSpPr>
            <p:spPr>
              <a:xfrm>
                <a:off x="212848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6" name="ph7396"/>
              <p:cNvSpPr/>
              <p:nvPr/>
            </p:nvSpPr>
            <p:spPr>
              <a:xfrm>
                <a:off x="213792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7" name="ph7397"/>
              <p:cNvSpPr/>
              <p:nvPr/>
            </p:nvSpPr>
            <p:spPr>
              <a:xfrm>
                <a:off x="214736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8" name="ph7398"/>
              <p:cNvSpPr/>
              <p:nvPr/>
            </p:nvSpPr>
            <p:spPr>
              <a:xfrm>
                <a:off x="215680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9" name="ph7399"/>
              <p:cNvSpPr/>
              <p:nvPr/>
            </p:nvSpPr>
            <p:spPr>
              <a:xfrm>
                <a:off x="216624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0" name="ph7400"/>
              <p:cNvSpPr/>
              <p:nvPr/>
            </p:nvSpPr>
            <p:spPr>
              <a:xfrm>
                <a:off x="217568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1" name="ph7401"/>
              <p:cNvSpPr/>
              <p:nvPr/>
            </p:nvSpPr>
            <p:spPr>
              <a:xfrm>
                <a:off x="218512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2" name="ph7402"/>
              <p:cNvSpPr/>
              <p:nvPr/>
            </p:nvSpPr>
            <p:spPr>
              <a:xfrm>
                <a:off x="219456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3" name="ph7403"/>
              <p:cNvSpPr/>
              <p:nvPr/>
            </p:nvSpPr>
            <p:spPr>
              <a:xfrm>
                <a:off x="220400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4" name="ph7404"/>
              <p:cNvSpPr/>
              <p:nvPr/>
            </p:nvSpPr>
            <p:spPr>
              <a:xfrm>
                <a:off x="221344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5" name="ph7405"/>
              <p:cNvSpPr/>
              <p:nvPr/>
            </p:nvSpPr>
            <p:spPr>
              <a:xfrm>
                <a:off x="222288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6" name="ph7406"/>
              <p:cNvSpPr/>
              <p:nvPr/>
            </p:nvSpPr>
            <p:spPr>
              <a:xfrm>
                <a:off x="223232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7" name="ph7407"/>
              <p:cNvSpPr/>
              <p:nvPr/>
            </p:nvSpPr>
            <p:spPr>
              <a:xfrm>
                <a:off x="224176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8" name="ph7408"/>
              <p:cNvSpPr/>
              <p:nvPr/>
            </p:nvSpPr>
            <p:spPr>
              <a:xfrm>
                <a:off x="225120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9" name="ph7409"/>
              <p:cNvSpPr/>
              <p:nvPr/>
            </p:nvSpPr>
            <p:spPr>
              <a:xfrm>
                <a:off x="226064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0" name="ph7410"/>
              <p:cNvSpPr/>
              <p:nvPr/>
            </p:nvSpPr>
            <p:spPr>
              <a:xfrm>
                <a:off x="227008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1" name="ph7411"/>
              <p:cNvSpPr/>
              <p:nvPr/>
            </p:nvSpPr>
            <p:spPr>
              <a:xfrm>
                <a:off x="227952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2" name="ph7412"/>
              <p:cNvSpPr/>
              <p:nvPr/>
            </p:nvSpPr>
            <p:spPr>
              <a:xfrm>
                <a:off x="228896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3" name="ph7413"/>
              <p:cNvSpPr/>
              <p:nvPr/>
            </p:nvSpPr>
            <p:spPr>
              <a:xfrm>
                <a:off x="229840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4" name="ph7414"/>
              <p:cNvSpPr/>
              <p:nvPr/>
            </p:nvSpPr>
            <p:spPr>
              <a:xfrm>
                <a:off x="230784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5" name="ph7415"/>
              <p:cNvSpPr/>
              <p:nvPr/>
            </p:nvSpPr>
            <p:spPr>
              <a:xfrm>
                <a:off x="231728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6" name="ph7416"/>
              <p:cNvSpPr/>
              <p:nvPr/>
            </p:nvSpPr>
            <p:spPr>
              <a:xfrm>
                <a:off x="232672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7" name="ph7417"/>
              <p:cNvSpPr/>
              <p:nvPr/>
            </p:nvSpPr>
            <p:spPr>
              <a:xfrm>
                <a:off x="233616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8" name="ph7418"/>
              <p:cNvSpPr/>
              <p:nvPr/>
            </p:nvSpPr>
            <p:spPr>
              <a:xfrm>
                <a:off x="234560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9" name="ph7419"/>
              <p:cNvSpPr/>
              <p:nvPr/>
            </p:nvSpPr>
            <p:spPr>
              <a:xfrm>
                <a:off x="235504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0" name="ph7420"/>
              <p:cNvSpPr/>
              <p:nvPr/>
            </p:nvSpPr>
            <p:spPr>
              <a:xfrm>
                <a:off x="2373927" y="116631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99" y="896830"/>
                    </a:lnTo>
                    <a:lnTo>
                      <a:pt x="912191" y="899402"/>
                    </a:lnTo>
                    <a:lnTo>
                      <a:pt x="914400" y="901632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1" name="ph7421"/>
              <p:cNvSpPr/>
              <p:nvPr/>
            </p:nvSpPr>
            <p:spPr>
              <a:xfrm>
                <a:off x="2383368" y="116631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1632"/>
                    </a:lnTo>
                    <a:lnTo>
                      <a:pt x="907836" y="904535"/>
                    </a:lnTo>
                    <a:lnTo>
                      <a:pt x="912774" y="910145"/>
                    </a:lnTo>
                    <a:lnTo>
                      <a:pt x="914399" y="912211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2" name="ph7422"/>
              <p:cNvSpPr/>
              <p:nvPr/>
            </p:nvSpPr>
            <p:spPr>
              <a:xfrm>
                <a:off x="2383368" y="1166314"/>
                <a:ext cx="9161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122" h="914400">
                    <a:moveTo>
                      <a:pt x="914399" y="914400"/>
                    </a:moveTo>
                    <a:lnTo>
                      <a:pt x="914399" y="912211"/>
                    </a:lnTo>
                    <a:lnTo>
                      <a:pt x="916122" y="914400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3" name="ph7423"/>
              <p:cNvSpPr/>
              <p:nvPr/>
            </p:nvSpPr>
            <p:spPr>
              <a:xfrm>
                <a:off x="3468995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449" y="931969"/>
                    </a:lnTo>
                    <a:lnTo>
                      <a:pt x="908504" y="927369"/>
                    </a:lnTo>
                    <a:lnTo>
                      <a:pt x="911159" y="917312"/>
                    </a:lnTo>
                    <a:lnTo>
                      <a:pt x="912034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4" name="ph7424"/>
              <p:cNvSpPr/>
              <p:nvPr/>
            </p:nvSpPr>
            <p:spPr>
              <a:xfrm>
                <a:off x="346899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5" name="ph7425"/>
              <p:cNvSpPr/>
              <p:nvPr/>
            </p:nvSpPr>
            <p:spPr>
              <a:xfrm>
                <a:off x="347843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6" name="ph7426"/>
              <p:cNvSpPr/>
              <p:nvPr/>
            </p:nvSpPr>
            <p:spPr>
              <a:xfrm>
                <a:off x="348787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7" name="ph7427"/>
              <p:cNvSpPr/>
              <p:nvPr/>
            </p:nvSpPr>
            <p:spPr>
              <a:xfrm>
                <a:off x="349731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8" name="ph7428"/>
              <p:cNvSpPr/>
              <p:nvPr/>
            </p:nvSpPr>
            <p:spPr>
              <a:xfrm>
                <a:off x="350675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9" name="ph7429"/>
              <p:cNvSpPr/>
              <p:nvPr/>
            </p:nvSpPr>
            <p:spPr>
              <a:xfrm>
                <a:off x="351619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0" name="ph7430"/>
              <p:cNvSpPr/>
              <p:nvPr/>
            </p:nvSpPr>
            <p:spPr>
              <a:xfrm>
                <a:off x="352563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1" name="ph7431"/>
              <p:cNvSpPr/>
              <p:nvPr/>
            </p:nvSpPr>
            <p:spPr>
              <a:xfrm>
                <a:off x="353507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2" name="ph7432"/>
              <p:cNvSpPr/>
              <p:nvPr/>
            </p:nvSpPr>
            <p:spPr>
              <a:xfrm>
                <a:off x="354451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3" name="ph7433"/>
              <p:cNvSpPr/>
              <p:nvPr/>
            </p:nvSpPr>
            <p:spPr>
              <a:xfrm>
                <a:off x="355395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4" name="ph7434"/>
              <p:cNvSpPr/>
              <p:nvPr/>
            </p:nvSpPr>
            <p:spPr>
              <a:xfrm>
                <a:off x="356339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5" name="ph7435"/>
              <p:cNvSpPr/>
              <p:nvPr/>
            </p:nvSpPr>
            <p:spPr>
              <a:xfrm>
                <a:off x="357283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6" name="ph7436"/>
              <p:cNvSpPr/>
              <p:nvPr/>
            </p:nvSpPr>
            <p:spPr>
              <a:xfrm>
                <a:off x="358227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7" name="ph7437"/>
              <p:cNvSpPr/>
              <p:nvPr/>
            </p:nvSpPr>
            <p:spPr>
              <a:xfrm>
                <a:off x="359171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8" name="ph7438"/>
              <p:cNvSpPr/>
              <p:nvPr/>
            </p:nvSpPr>
            <p:spPr>
              <a:xfrm>
                <a:off x="360115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9" name="ph7439"/>
              <p:cNvSpPr/>
              <p:nvPr/>
            </p:nvSpPr>
            <p:spPr>
              <a:xfrm>
                <a:off x="361059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0" name="ph7440"/>
              <p:cNvSpPr/>
              <p:nvPr/>
            </p:nvSpPr>
            <p:spPr>
              <a:xfrm>
                <a:off x="362003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1" name="ph7441"/>
              <p:cNvSpPr/>
              <p:nvPr/>
            </p:nvSpPr>
            <p:spPr>
              <a:xfrm>
                <a:off x="362947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2" name="ph7442"/>
              <p:cNvSpPr/>
              <p:nvPr/>
            </p:nvSpPr>
            <p:spPr>
              <a:xfrm>
                <a:off x="363891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3" name="ph7443"/>
              <p:cNvSpPr/>
              <p:nvPr/>
            </p:nvSpPr>
            <p:spPr>
              <a:xfrm>
                <a:off x="364836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4" name="ph7444"/>
              <p:cNvSpPr/>
              <p:nvPr/>
            </p:nvSpPr>
            <p:spPr>
              <a:xfrm>
                <a:off x="365780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5" name="ph7445"/>
              <p:cNvSpPr/>
              <p:nvPr/>
            </p:nvSpPr>
            <p:spPr>
              <a:xfrm>
                <a:off x="366724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6" name="ph7446"/>
              <p:cNvSpPr/>
              <p:nvPr/>
            </p:nvSpPr>
            <p:spPr>
              <a:xfrm>
                <a:off x="367668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7" name="ph7447"/>
              <p:cNvSpPr/>
              <p:nvPr/>
            </p:nvSpPr>
            <p:spPr>
              <a:xfrm>
                <a:off x="368612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8" name="ph7448"/>
              <p:cNvSpPr/>
              <p:nvPr/>
            </p:nvSpPr>
            <p:spPr>
              <a:xfrm>
                <a:off x="369556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9" name="ph7449"/>
              <p:cNvSpPr/>
              <p:nvPr/>
            </p:nvSpPr>
            <p:spPr>
              <a:xfrm>
                <a:off x="370500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0" name="ph7450"/>
              <p:cNvSpPr/>
              <p:nvPr/>
            </p:nvSpPr>
            <p:spPr>
              <a:xfrm>
                <a:off x="371444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1" name="ph7451"/>
              <p:cNvSpPr/>
              <p:nvPr/>
            </p:nvSpPr>
            <p:spPr>
              <a:xfrm>
                <a:off x="372388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2" name="ph7452"/>
              <p:cNvSpPr/>
              <p:nvPr/>
            </p:nvSpPr>
            <p:spPr>
              <a:xfrm>
                <a:off x="373332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3" name="ph7453"/>
              <p:cNvSpPr/>
              <p:nvPr/>
            </p:nvSpPr>
            <p:spPr>
              <a:xfrm>
                <a:off x="374276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4" name="ph7454"/>
              <p:cNvSpPr/>
              <p:nvPr/>
            </p:nvSpPr>
            <p:spPr>
              <a:xfrm>
                <a:off x="375220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5" name="ph7455"/>
              <p:cNvSpPr/>
              <p:nvPr/>
            </p:nvSpPr>
            <p:spPr>
              <a:xfrm>
                <a:off x="376164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6" name="ph7456"/>
              <p:cNvSpPr/>
              <p:nvPr/>
            </p:nvSpPr>
            <p:spPr>
              <a:xfrm>
                <a:off x="377108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7" name="ph7457"/>
              <p:cNvSpPr/>
              <p:nvPr/>
            </p:nvSpPr>
            <p:spPr>
              <a:xfrm>
                <a:off x="378052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8" name="ph7458"/>
              <p:cNvSpPr/>
              <p:nvPr/>
            </p:nvSpPr>
            <p:spPr>
              <a:xfrm>
                <a:off x="378996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9" name="ph7459"/>
              <p:cNvSpPr/>
              <p:nvPr/>
            </p:nvSpPr>
            <p:spPr>
              <a:xfrm>
                <a:off x="379940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0" name="ph7460"/>
              <p:cNvSpPr/>
              <p:nvPr/>
            </p:nvSpPr>
            <p:spPr>
              <a:xfrm>
                <a:off x="380884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1" name="ph7461"/>
              <p:cNvSpPr/>
              <p:nvPr/>
            </p:nvSpPr>
            <p:spPr>
              <a:xfrm>
                <a:off x="381828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2" name="ph7462"/>
              <p:cNvSpPr/>
              <p:nvPr/>
            </p:nvSpPr>
            <p:spPr>
              <a:xfrm>
                <a:off x="382772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3" name="ph7463"/>
              <p:cNvSpPr/>
              <p:nvPr/>
            </p:nvSpPr>
            <p:spPr>
              <a:xfrm>
                <a:off x="383716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4" name="ph7464"/>
              <p:cNvSpPr/>
              <p:nvPr/>
            </p:nvSpPr>
            <p:spPr>
              <a:xfrm>
                <a:off x="384660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5" name="ph7465"/>
              <p:cNvSpPr/>
              <p:nvPr/>
            </p:nvSpPr>
            <p:spPr>
              <a:xfrm>
                <a:off x="3856045" y="116631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71"/>
                    </a:lnTo>
                    <a:lnTo>
                      <a:pt x="923548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6" name="ph7466"/>
              <p:cNvSpPr/>
              <p:nvPr/>
            </p:nvSpPr>
            <p:spPr>
              <a:xfrm>
                <a:off x="3865485" y="1148744"/>
                <a:ext cx="916772" cy="930041"/>
              </a:xfrm>
              <a:custGeom>
                <a:avLst/>
                <a:gdLst/>
                <a:ahLst/>
                <a:cxnLst/>
                <a:rect l="0" t="0" r="0" b="0"/>
                <a:pathLst>
                  <a:path w="916772" h="930041">
                    <a:moveTo>
                      <a:pt x="914400" y="914400"/>
                    </a:moveTo>
                    <a:lnTo>
                      <a:pt x="916772" y="914400"/>
                    </a:lnTo>
                    <a:lnTo>
                      <a:pt x="916334" y="917284"/>
                    </a:lnTo>
                    <a:lnTo>
                      <a:pt x="915868" y="920355"/>
                    </a:lnTo>
                    <a:lnTo>
                      <a:pt x="915402" y="923426"/>
                    </a:lnTo>
                    <a:lnTo>
                      <a:pt x="914936" y="926497"/>
                    </a:lnTo>
                    <a:lnTo>
                      <a:pt x="914471" y="929568"/>
                    </a:lnTo>
                    <a:lnTo>
                      <a:pt x="914400" y="930041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7" name="ph7467"/>
              <p:cNvSpPr/>
              <p:nvPr/>
            </p:nvSpPr>
            <p:spPr>
              <a:xfrm>
                <a:off x="2052959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98" y="931969"/>
                    </a:lnTo>
                    <a:lnTo>
                      <a:pt x="906990" y="927576"/>
                    </a:lnTo>
                    <a:lnTo>
                      <a:pt x="908265" y="916797"/>
                    </a:lnTo>
                    <a:lnTo>
                      <a:pt x="908621" y="914400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8" name="ph7468"/>
              <p:cNvSpPr/>
              <p:nvPr/>
            </p:nvSpPr>
            <p:spPr>
              <a:xfrm>
                <a:off x="205295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9" name="ph7469"/>
              <p:cNvSpPr/>
              <p:nvPr/>
            </p:nvSpPr>
            <p:spPr>
              <a:xfrm>
                <a:off x="206239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0" name="ph7470"/>
              <p:cNvSpPr/>
              <p:nvPr/>
            </p:nvSpPr>
            <p:spPr>
              <a:xfrm>
                <a:off x="207184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1" name="ph7471"/>
              <p:cNvSpPr/>
              <p:nvPr/>
            </p:nvSpPr>
            <p:spPr>
              <a:xfrm>
                <a:off x="208128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2" name="ph7472"/>
              <p:cNvSpPr/>
              <p:nvPr/>
            </p:nvSpPr>
            <p:spPr>
              <a:xfrm>
                <a:off x="209072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3" name="ph7473"/>
              <p:cNvSpPr/>
              <p:nvPr/>
            </p:nvSpPr>
            <p:spPr>
              <a:xfrm>
                <a:off x="210016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4" name="ph7474"/>
              <p:cNvSpPr/>
              <p:nvPr/>
            </p:nvSpPr>
            <p:spPr>
              <a:xfrm>
                <a:off x="210960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5" name="ph7475"/>
              <p:cNvSpPr/>
              <p:nvPr/>
            </p:nvSpPr>
            <p:spPr>
              <a:xfrm>
                <a:off x="211904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6" name="ph7476"/>
              <p:cNvSpPr/>
              <p:nvPr/>
            </p:nvSpPr>
            <p:spPr>
              <a:xfrm>
                <a:off x="212848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7" name="ph7477"/>
              <p:cNvSpPr/>
              <p:nvPr/>
            </p:nvSpPr>
            <p:spPr>
              <a:xfrm>
                <a:off x="213792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8" name="ph7478"/>
              <p:cNvSpPr/>
              <p:nvPr/>
            </p:nvSpPr>
            <p:spPr>
              <a:xfrm>
                <a:off x="214736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9" name="ph7479"/>
              <p:cNvSpPr/>
              <p:nvPr/>
            </p:nvSpPr>
            <p:spPr>
              <a:xfrm>
                <a:off x="215680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0" name="ph7480"/>
              <p:cNvSpPr/>
              <p:nvPr/>
            </p:nvSpPr>
            <p:spPr>
              <a:xfrm>
                <a:off x="216624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1" name="ph7481"/>
              <p:cNvSpPr/>
              <p:nvPr/>
            </p:nvSpPr>
            <p:spPr>
              <a:xfrm>
                <a:off x="217568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2" name="ph7482"/>
              <p:cNvSpPr/>
              <p:nvPr/>
            </p:nvSpPr>
            <p:spPr>
              <a:xfrm>
                <a:off x="218512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3" name="ph7483"/>
              <p:cNvSpPr/>
              <p:nvPr/>
            </p:nvSpPr>
            <p:spPr>
              <a:xfrm>
                <a:off x="219456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4" name="ph7484"/>
              <p:cNvSpPr/>
              <p:nvPr/>
            </p:nvSpPr>
            <p:spPr>
              <a:xfrm>
                <a:off x="220400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5" name="ph7485"/>
              <p:cNvSpPr/>
              <p:nvPr/>
            </p:nvSpPr>
            <p:spPr>
              <a:xfrm>
                <a:off x="221344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6" name="ph7486"/>
              <p:cNvSpPr/>
              <p:nvPr/>
            </p:nvSpPr>
            <p:spPr>
              <a:xfrm>
                <a:off x="222288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7" name="ph7487"/>
              <p:cNvSpPr/>
              <p:nvPr/>
            </p:nvSpPr>
            <p:spPr>
              <a:xfrm>
                <a:off x="223232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8" name="ph7488"/>
              <p:cNvSpPr/>
              <p:nvPr/>
            </p:nvSpPr>
            <p:spPr>
              <a:xfrm>
                <a:off x="224176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9" name="ph7489"/>
              <p:cNvSpPr/>
              <p:nvPr/>
            </p:nvSpPr>
            <p:spPr>
              <a:xfrm>
                <a:off x="225120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0" name="ph7490"/>
              <p:cNvSpPr/>
              <p:nvPr/>
            </p:nvSpPr>
            <p:spPr>
              <a:xfrm>
                <a:off x="226064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1" name="ph7491"/>
              <p:cNvSpPr/>
              <p:nvPr/>
            </p:nvSpPr>
            <p:spPr>
              <a:xfrm>
                <a:off x="227008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2" name="ph7492"/>
              <p:cNvSpPr/>
              <p:nvPr/>
            </p:nvSpPr>
            <p:spPr>
              <a:xfrm>
                <a:off x="227952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3" name="ph7493"/>
              <p:cNvSpPr/>
              <p:nvPr/>
            </p:nvSpPr>
            <p:spPr>
              <a:xfrm>
                <a:off x="228896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4" name="ph7494"/>
              <p:cNvSpPr/>
              <p:nvPr/>
            </p:nvSpPr>
            <p:spPr>
              <a:xfrm>
                <a:off x="229840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5" name="ph7495"/>
              <p:cNvSpPr/>
              <p:nvPr/>
            </p:nvSpPr>
            <p:spPr>
              <a:xfrm>
                <a:off x="230784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6" name="ph7496"/>
              <p:cNvSpPr/>
              <p:nvPr/>
            </p:nvSpPr>
            <p:spPr>
              <a:xfrm>
                <a:off x="231728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7" name="ph7497"/>
              <p:cNvSpPr/>
              <p:nvPr/>
            </p:nvSpPr>
            <p:spPr>
              <a:xfrm>
                <a:off x="232672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8" name="ph7498"/>
              <p:cNvSpPr/>
              <p:nvPr/>
            </p:nvSpPr>
            <p:spPr>
              <a:xfrm>
                <a:off x="2345607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669" y="896838"/>
                    </a:lnTo>
                    <a:lnTo>
                      <a:pt x="913349" y="898877"/>
                    </a:lnTo>
                    <a:lnTo>
                      <a:pt x="914400" y="89935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9" name="ph7499"/>
              <p:cNvSpPr/>
              <p:nvPr/>
            </p:nvSpPr>
            <p:spPr>
              <a:xfrm>
                <a:off x="2355047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358"/>
                    </a:lnTo>
                    <a:lnTo>
                      <a:pt x="909526" y="901452"/>
                    </a:lnTo>
                    <a:lnTo>
                      <a:pt x="914400" y="904186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0" name="ph7500"/>
              <p:cNvSpPr/>
              <p:nvPr/>
            </p:nvSpPr>
            <p:spPr>
              <a:xfrm>
                <a:off x="2364487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186"/>
                    </a:lnTo>
                    <a:lnTo>
                      <a:pt x="905625" y="904559"/>
                    </a:lnTo>
                    <a:lnTo>
                      <a:pt x="911071" y="908187"/>
                    </a:lnTo>
                    <a:lnTo>
                      <a:pt x="914400" y="91076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1" name="ph7501"/>
              <p:cNvSpPr/>
              <p:nvPr/>
            </p:nvSpPr>
            <p:spPr>
              <a:xfrm>
                <a:off x="2364487" y="1148744"/>
                <a:ext cx="91873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9" h="914400">
                    <a:moveTo>
                      <a:pt x="914400" y="914400"/>
                    </a:moveTo>
                    <a:lnTo>
                      <a:pt x="914400" y="910768"/>
                    </a:lnTo>
                    <a:lnTo>
                      <a:pt x="916411" y="912329"/>
                    </a:lnTo>
                    <a:lnTo>
                      <a:pt x="918739" y="914400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2" name="ph7502"/>
              <p:cNvSpPr/>
              <p:nvPr/>
            </p:nvSpPr>
            <p:spPr>
              <a:xfrm>
                <a:off x="3468995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34" y="914400"/>
                    </a:lnTo>
                    <a:lnTo>
                      <a:pt x="914096" y="907532"/>
                    </a:lnTo>
                    <a:lnTo>
                      <a:pt x="914400" y="906637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3" name="ph7503"/>
              <p:cNvSpPr/>
              <p:nvPr/>
            </p:nvSpPr>
            <p:spPr>
              <a:xfrm>
                <a:off x="3478435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207"/>
                    </a:lnTo>
                    <a:lnTo>
                      <a:pt x="907869" y="915625"/>
                    </a:lnTo>
                    <a:lnTo>
                      <a:pt x="908335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4" name="ph7504"/>
              <p:cNvSpPr/>
              <p:nvPr/>
            </p:nvSpPr>
            <p:spPr>
              <a:xfrm>
                <a:off x="347843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5" name="ph7505"/>
              <p:cNvSpPr/>
              <p:nvPr/>
            </p:nvSpPr>
            <p:spPr>
              <a:xfrm>
                <a:off x="348787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6" name="ph7506"/>
              <p:cNvSpPr/>
              <p:nvPr/>
            </p:nvSpPr>
            <p:spPr>
              <a:xfrm>
                <a:off x="349731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7" name="ph7507"/>
              <p:cNvSpPr/>
              <p:nvPr/>
            </p:nvSpPr>
            <p:spPr>
              <a:xfrm>
                <a:off x="350675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8" name="ph7508"/>
              <p:cNvSpPr/>
              <p:nvPr/>
            </p:nvSpPr>
            <p:spPr>
              <a:xfrm>
                <a:off x="351619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9" name="ph7509"/>
              <p:cNvSpPr/>
              <p:nvPr/>
            </p:nvSpPr>
            <p:spPr>
              <a:xfrm>
                <a:off x="352563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0" name="ph7510"/>
              <p:cNvSpPr/>
              <p:nvPr/>
            </p:nvSpPr>
            <p:spPr>
              <a:xfrm>
                <a:off x="353507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1" name="ph7511"/>
              <p:cNvSpPr/>
              <p:nvPr/>
            </p:nvSpPr>
            <p:spPr>
              <a:xfrm>
                <a:off x="354451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2" name="ph7512"/>
              <p:cNvSpPr/>
              <p:nvPr/>
            </p:nvSpPr>
            <p:spPr>
              <a:xfrm>
                <a:off x="355395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3" name="ph7513"/>
              <p:cNvSpPr/>
              <p:nvPr/>
            </p:nvSpPr>
            <p:spPr>
              <a:xfrm>
                <a:off x="356339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4" name="ph7514"/>
              <p:cNvSpPr/>
              <p:nvPr/>
            </p:nvSpPr>
            <p:spPr>
              <a:xfrm>
                <a:off x="357283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5" name="ph7515"/>
              <p:cNvSpPr/>
              <p:nvPr/>
            </p:nvSpPr>
            <p:spPr>
              <a:xfrm>
                <a:off x="358227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6" name="ph7516"/>
              <p:cNvSpPr/>
              <p:nvPr/>
            </p:nvSpPr>
            <p:spPr>
              <a:xfrm>
                <a:off x="359171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7" name="ph7517"/>
              <p:cNvSpPr/>
              <p:nvPr/>
            </p:nvSpPr>
            <p:spPr>
              <a:xfrm>
                <a:off x="360115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8" name="ph7518"/>
              <p:cNvSpPr/>
              <p:nvPr/>
            </p:nvSpPr>
            <p:spPr>
              <a:xfrm>
                <a:off x="361059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9" name="ph7519"/>
              <p:cNvSpPr/>
              <p:nvPr/>
            </p:nvSpPr>
            <p:spPr>
              <a:xfrm>
                <a:off x="362003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0" name="ph7520"/>
              <p:cNvSpPr/>
              <p:nvPr/>
            </p:nvSpPr>
            <p:spPr>
              <a:xfrm>
                <a:off x="362947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1" name="ph7521"/>
              <p:cNvSpPr/>
              <p:nvPr/>
            </p:nvSpPr>
            <p:spPr>
              <a:xfrm>
                <a:off x="363891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2" name="ph7522"/>
              <p:cNvSpPr/>
              <p:nvPr/>
            </p:nvSpPr>
            <p:spPr>
              <a:xfrm>
                <a:off x="364836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3" name="ph7523"/>
              <p:cNvSpPr/>
              <p:nvPr/>
            </p:nvSpPr>
            <p:spPr>
              <a:xfrm>
                <a:off x="365780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4" name="ph7524"/>
              <p:cNvSpPr/>
              <p:nvPr/>
            </p:nvSpPr>
            <p:spPr>
              <a:xfrm>
                <a:off x="366724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5" name="ph7525"/>
              <p:cNvSpPr/>
              <p:nvPr/>
            </p:nvSpPr>
            <p:spPr>
              <a:xfrm>
                <a:off x="367668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6" name="ph7526"/>
              <p:cNvSpPr/>
              <p:nvPr/>
            </p:nvSpPr>
            <p:spPr>
              <a:xfrm>
                <a:off x="368612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7" name="ph7527"/>
              <p:cNvSpPr/>
              <p:nvPr/>
            </p:nvSpPr>
            <p:spPr>
              <a:xfrm>
                <a:off x="369556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8" name="ph7528"/>
              <p:cNvSpPr/>
              <p:nvPr/>
            </p:nvSpPr>
            <p:spPr>
              <a:xfrm>
                <a:off x="370500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9" name="ph7529"/>
              <p:cNvSpPr/>
              <p:nvPr/>
            </p:nvSpPr>
            <p:spPr>
              <a:xfrm>
                <a:off x="371444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0" name="ph7530"/>
              <p:cNvSpPr/>
              <p:nvPr/>
            </p:nvSpPr>
            <p:spPr>
              <a:xfrm>
                <a:off x="372388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1" name="ph7531"/>
              <p:cNvSpPr/>
              <p:nvPr/>
            </p:nvSpPr>
            <p:spPr>
              <a:xfrm>
                <a:off x="373332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2" name="ph7532"/>
              <p:cNvSpPr/>
              <p:nvPr/>
            </p:nvSpPr>
            <p:spPr>
              <a:xfrm>
                <a:off x="374276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3" name="ph7533"/>
              <p:cNvSpPr/>
              <p:nvPr/>
            </p:nvSpPr>
            <p:spPr>
              <a:xfrm>
                <a:off x="375220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4" name="ph7534"/>
              <p:cNvSpPr/>
              <p:nvPr/>
            </p:nvSpPr>
            <p:spPr>
              <a:xfrm>
                <a:off x="376164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5" name="ph7535"/>
              <p:cNvSpPr/>
              <p:nvPr/>
            </p:nvSpPr>
            <p:spPr>
              <a:xfrm>
                <a:off x="377108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6" name="ph7536"/>
              <p:cNvSpPr/>
              <p:nvPr/>
            </p:nvSpPr>
            <p:spPr>
              <a:xfrm>
                <a:off x="378052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7" name="ph7537"/>
              <p:cNvSpPr/>
              <p:nvPr/>
            </p:nvSpPr>
            <p:spPr>
              <a:xfrm>
                <a:off x="378996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8" name="ph7538"/>
              <p:cNvSpPr/>
              <p:nvPr/>
            </p:nvSpPr>
            <p:spPr>
              <a:xfrm>
                <a:off x="379940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9" name="ph7539"/>
              <p:cNvSpPr/>
              <p:nvPr/>
            </p:nvSpPr>
            <p:spPr>
              <a:xfrm>
                <a:off x="380884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0" name="ph7540"/>
              <p:cNvSpPr/>
              <p:nvPr/>
            </p:nvSpPr>
            <p:spPr>
              <a:xfrm>
                <a:off x="381828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1" name="ph7541"/>
              <p:cNvSpPr/>
              <p:nvPr/>
            </p:nvSpPr>
            <p:spPr>
              <a:xfrm>
                <a:off x="382772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2" name="ph7542"/>
              <p:cNvSpPr/>
              <p:nvPr/>
            </p:nvSpPr>
            <p:spPr>
              <a:xfrm>
                <a:off x="383716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3" name="ph7543"/>
              <p:cNvSpPr/>
              <p:nvPr/>
            </p:nvSpPr>
            <p:spPr>
              <a:xfrm>
                <a:off x="384660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4" name="ph7544"/>
              <p:cNvSpPr/>
              <p:nvPr/>
            </p:nvSpPr>
            <p:spPr>
              <a:xfrm>
                <a:off x="385604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5" name="ph7545"/>
              <p:cNvSpPr/>
              <p:nvPr/>
            </p:nvSpPr>
            <p:spPr>
              <a:xfrm>
                <a:off x="3865485" y="1148744"/>
                <a:ext cx="9192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25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258" y="896830"/>
                    </a:lnTo>
                    <a:lnTo>
                      <a:pt x="919208" y="897292"/>
                    </a:lnTo>
                    <a:lnTo>
                      <a:pt x="917735" y="908058"/>
                    </a:lnTo>
                    <a:lnTo>
                      <a:pt x="917266" y="911143"/>
                    </a:lnTo>
                    <a:lnTo>
                      <a:pt x="916800" y="914214"/>
                    </a:lnTo>
                    <a:lnTo>
                      <a:pt x="916772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6" name="ph7546"/>
              <p:cNvSpPr/>
              <p:nvPr/>
            </p:nvSpPr>
            <p:spPr>
              <a:xfrm>
                <a:off x="2052959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621" y="931969"/>
                    </a:lnTo>
                    <a:lnTo>
                      <a:pt x="909842" y="923725"/>
                    </a:lnTo>
                    <a:lnTo>
                      <a:pt x="911511" y="91439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7" name="ph7547"/>
              <p:cNvSpPr/>
              <p:nvPr/>
            </p:nvSpPr>
            <p:spPr>
              <a:xfrm>
                <a:off x="205295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8" name="ph7548"/>
              <p:cNvSpPr/>
              <p:nvPr/>
            </p:nvSpPr>
            <p:spPr>
              <a:xfrm>
                <a:off x="206239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9" name="ph7549"/>
              <p:cNvSpPr/>
              <p:nvPr/>
            </p:nvSpPr>
            <p:spPr>
              <a:xfrm>
                <a:off x="207184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0" name="ph7550"/>
              <p:cNvSpPr/>
              <p:nvPr/>
            </p:nvSpPr>
            <p:spPr>
              <a:xfrm>
                <a:off x="208128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1" name="ph7551"/>
              <p:cNvSpPr/>
              <p:nvPr/>
            </p:nvSpPr>
            <p:spPr>
              <a:xfrm>
                <a:off x="209072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2" name="ph7552"/>
              <p:cNvSpPr/>
              <p:nvPr/>
            </p:nvSpPr>
            <p:spPr>
              <a:xfrm>
                <a:off x="210016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3" name="ph7553"/>
              <p:cNvSpPr/>
              <p:nvPr/>
            </p:nvSpPr>
            <p:spPr>
              <a:xfrm>
                <a:off x="210960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4" name="ph7554"/>
              <p:cNvSpPr/>
              <p:nvPr/>
            </p:nvSpPr>
            <p:spPr>
              <a:xfrm>
                <a:off x="211904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5" name="ph7555"/>
              <p:cNvSpPr/>
              <p:nvPr/>
            </p:nvSpPr>
            <p:spPr>
              <a:xfrm>
                <a:off x="212848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6" name="ph7556"/>
              <p:cNvSpPr/>
              <p:nvPr/>
            </p:nvSpPr>
            <p:spPr>
              <a:xfrm>
                <a:off x="213792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7" name="ph7557"/>
              <p:cNvSpPr/>
              <p:nvPr/>
            </p:nvSpPr>
            <p:spPr>
              <a:xfrm>
                <a:off x="214736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8" name="ph7558"/>
              <p:cNvSpPr/>
              <p:nvPr/>
            </p:nvSpPr>
            <p:spPr>
              <a:xfrm>
                <a:off x="215680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9" name="ph7559"/>
              <p:cNvSpPr/>
              <p:nvPr/>
            </p:nvSpPr>
            <p:spPr>
              <a:xfrm>
                <a:off x="216624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0" name="ph7560"/>
              <p:cNvSpPr/>
              <p:nvPr/>
            </p:nvSpPr>
            <p:spPr>
              <a:xfrm>
                <a:off x="217568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1" name="ph7561"/>
              <p:cNvSpPr/>
              <p:nvPr/>
            </p:nvSpPr>
            <p:spPr>
              <a:xfrm>
                <a:off x="218512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2" name="ph7562"/>
              <p:cNvSpPr/>
              <p:nvPr/>
            </p:nvSpPr>
            <p:spPr>
              <a:xfrm>
                <a:off x="219456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3" name="ph7563"/>
              <p:cNvSpPr/>
              <p:nvPr/>
            </p:nvSpPr>
            <p:spPr>
              <a:xfrm>
                <a:off x="220400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4" name="ph7564"/>
              <p:cNvSpPr/>
              <p:nvPr/>
            </p:nvSpPr>
            <p:spPr>
              <a:xfrm>
                <a:off x="221344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5" name="ph7565"/>
              <p:cNvSpPr/>
              <p:nvPr/>
            </p:nvSpPr>
            <p:spPr>
              <a:xfrm>
                <a:off x="222288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6" name="ph7566"/>
              <p:cNvSpPr/>
              <p:nvPr/>
            </p:nvSpPr>
            <p:spPr>
              <a:xfrm>
                <a:off x="223232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7" name="ph7567"/>
              <p:cNvSpPr/>
              <p:nvPr/>
            </p:nvSpPr>
            <p:spPr>
              <a:xfrm>
                <a:off x="224176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8" name="ph7568"/>
              <p:cNvSpPr/>
              <p:nvPr/>
            </p:nvSpPr>
            <p:spPr>
              <a:xfrm>
                <a:off x="225120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9" name="ph7569"/>
              <p:cNvSpPr/>
              <p:nvPr/>
            </p:nvSpPr>
            <p:spPr>
              <a:xfrm>
                <a:off x="226064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0" name="ph7570"/>
              <p:cNvSpPr/>
              <p:nvPr/>
            </p:nvSpPr>
            <p:spPr>
              <a:xfrm>
                <a:off x="227008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1" name="ph7571"/>
              <p:cNvSpPr/>
              <p:nvPr/>
            </p:nvSpPr>
            <p:spPr>
              <a:xfrm>
                <a:off x="227952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2" name="ph7572"/>
              <p:cNvSpPr/>
              <p:nvPr/>
            </p:nvSpPr>
            <p:spPr>
              <a:xfrm>
                <a:off x="2298405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87" y="896830"/>
                    </a:lnTo>
                    <a:lnTo>
                      <a:pt x="908514" y="900233"/>
                    </a:lnTo>
                    <a:lnTo>
                      <a:pt x="910495" y="900746"/>
                    </a:lnTo>
                    <a:lnTo>
                      <a:pt x="910840" y="900852"/>
                    </a:lnTo>
                    <a:lnTo>
                      <a:pt x="911187" y="900958"/>
                    </a:lnTo>
                    <a:lnTo>
                      <a:pt x="911534" y="901064"/>
                    </a:lnTo>
                    <a:lnTo>
                      <a:pt x="911881" y="901170"/>
                    </a:lnTo>
                    <a:lnTo>
                      <a:pt x="912228" y="901276"/>
                    </a:lnTo>
                    <a:lnTo>
                      <a:pt x="912575" y="901383"/>
                    </a:lnTo>
                    <a:lnTo>
                      <a:pt x="912922" y="901489"/>
                    </a:lnTo>
                    <a:lnTo>
                      <a:pt x="913270" y="901595"/>
                    </a:lnTo>
                    <a:lnTo>
                      <a:pt x="913617" y="901701"/>
                    </a:lnTo>
                    <a:lnTo>
                      <a:pt x="913964" y="901808"/>
                    </a:lnTo>
                    <a:lnTo>
                      <a:pt x="914400" y="901941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3" name="ph7573"/>
              <p:cNvSpPr/>
              <p:nvPr/>
            </p:nvSpPr>
            <p:spPr>
              <a:xfrm>
                <a:off x="2307846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941"/>
                    </a:lnTo>
                    <a:lnTo>
                      <a:pt x="905217" y="902020"/>
                    </a:lnTo>
                    <a:lnTo>
                      <a:pt x="905564" y="902126"/>
                    </a:lnTo>
                    <a:lnTo>
                      <a:pt x="905911" y="902233"/>
                    </a:lnTo>
                    <a:lnTo>
                      <a:pt x="906258" y="902339"/>
                    </a:lnTo>
                    <a:lnTo>
                      <a:pt x="906605" y="902445"/>
                    </a:lnTo>
                    <a:lnTo>
                      <a:pt x="906952" y="902551"/>
                    </a:lnTo>
                    <a:lnTo>
                      <a:pt x="907299" y="902658"/>
                    </a:lnTo>
                    <a:lnTo>
                      <a:pt x="907646" y="902764"/>
                    </a:lnTo>
                    <a:lnTo>
                      <a:pt x="907993" y="902870"/>
                    </a:lnTo>
                    <a:lnTo>
                      <a:pt x="908340" y="902977"/>
                    </a:lnTo>
                    <a:lnTo>
                      <a:pt x="908687" y="903083"/>
                    </a:lnTo>
                    <a:lnTo>
                      <a:pt x="909034" y="903189"/>
                    </a:lnTo>
                    <a:lnTo>
                      <a:pt x="909381" y="903296"/>
                    </a:lnTo>
                    <a:lnTo>
                      <a:pt x="909728" y="903402"/>
                    </a:lnTo>
                    <a:lnTo>
                      <a:pt x="910075" y="903509"/>
                    </a:lnTo>
                    <a:lnTo>
                      <a:pt x="910422" y="903615"/>
                    </a:lnTo>
                    <a:lnTo>
                      <a:pt x="910769" y="903721"/>
                    </a:lnTo>
                    <a:lnTo>
                      <a:pt x="911116" y="903828"/>
                    </a:lnTo>
                    <a:lnTo>
                      <a:pt x="911463" y="903934"/>
                    </a:lnTo>
                    <a:lnTo>
                      <a:pt x="911809" y="904041"/>
                    </a:lnTo>
                    <a:lnTo>
                      <a:pt x="912156" y="904147"/>
                    </a:lnTo>
                    <a:lnTo>
                      <a:pt x="912503" y="904254"/>
                    </a:lnTo>
                    <a:lnTo>
                      <a:pt x="912850" y="904360"/>
                    </a:lnTo>
                    <a:lnTo>
                      <a:pt x="913197" y="904466"/>
                    </a:lnTo>
                    <a:lnTo>
                      <a:pt x="913544" y="904573"/>
                    </a:lnTo>
                    <a:lnTo>
                      <a:pt x="913891" y="904679"/>
                    </a:lnTo>
                    <a:lnTo>
                      <a:pt x="914238" y="904786"/>
                    </a:lnTo>
                    <a:lnTo>
                      <a:pt x="914400" y="904836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4" name="ph7574"/>
              <p:cNvSpPr/>
              <p:nvPr/>
            </p:nvSpPr>
            <p:spPr>
              <a:xfrm>
                <a:off x="2317286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836"/>
                    </a:lnTo>
                    <a:lnTo>
                      <a:pt x="905144" y="904892"/>
                    </a:lnTo>
                    <a:lnTo>
                      <a:pt x="905491" y="904999"/>
                    </a:lnTo>
                    <a:lnTo>
                      <a:pt x="905838" y="905105"/>
                    </a:lnTo>
                    <a:lnTo>
                      <a:pt x="906185" y="905212"/>
                    </a:lnTo>
                    <a:lnTo>
                      <a:pt x="906531" y="905319"/>
                    </a:lnTo>
                    <a:lnTo>
                      <a:pt x="906878" y="905425"/>
                    </a:lnTo>
                    <a:lnTo>
                      <a:pt x="907225" y="905532"/>
                    </a:lnTo>
                    <a:lnTo>
                      <a:pt x="907572" y="905638"/>
                    </a:lnTo>
                    <a:lnTo>
                      <a:pt x="907919" y="905745"/>
                    </a:lnTo>
                    <a:lnTo>
                      <a:pt x="908265" y="905851"/>
                    </a:lnTo>
                    <a:lnTo>
                      <a:pt x="908612" y="905958"/>
                    </a:lnTo>
                    <a:lnTo>
                      <a:pt x="908959" y="906065"/>
                    </a:lnTo>
                    <a:lnTo>
                      <a:pt x="909306" y="906171"/>
                    </a:lnTo>
                    <a:lnTo>
                      <a:pt x="909653" y="906278"/>
                    </a:lnTo>
                    <a:lnTo>
                      <a:pt x="909999" y="906384"/>
                    </a:lnTo>
                    <a:lnTo>
                      <a:pt x="910346" y="906491"/>
                    </a:lnTo>
                    <a:lnTo>
                      <a:pt x="910693" y="906598"/>
                    </a:lnTo>
                    <a:lnTo>
                      <a:pt x="911040" y="906704"/>
                    </a:lnTo>
                    <a:lnTo>
                      <a:pt x="911386" y="906811"/>
                    </a:lnTo>
                    <a:lnTo>
                      <a:pt x="911733" y="906918"/>
                    </a:lnTo>
                    <a:lnTo>
                      <a:pt x="912080" y="907024"/>
                    </a:lnTo>
                    <a:lnTo>
                      <a:pt x="912427" y="907131"/>
                    </a:lnTo>
                    <a:lnTo>
                      <a:pt x="912773" y="907238"/>
                    </a:lnTo>
                    <a:lnTo>
                      <a:pt x="913120" y="907344"/>
                    </a:lnTo>
                    <a:lnTo>
                      <a:pt x="913467" y="907451"/>
                    </a:lnTo>
                    <a:lnTo>
                      <a:pt x="913813" y="907558"/>
                    </a:lnTo>
                    <a:lnTo>
                      <a:pt x="914160" y="907665"/>
                    </a:lnTo>
                    <a:lnTo>
                      <a:pt x="914400" y="9077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5" name="ph7575"/>
              <p:cNvSpPr/>
              <p:nvPr/>
            </p:nvSpPr>
            <p:spPr>
              <a:xfrm>
                <a:off x="2326726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6" y="907771"/>
                    </a:lnTo>
                    <a:lnTo>
                      <a:pt x="905413" y="907878"/>
                    </a:lnTo>
                    <a:lnTo>
                      <a:pt x="905760" y="907985"/>
                    </a:lnTo>
                    <a:lnTo>
                      <a:pt x="906106" y="908092"/>
                    </a:lnTo>
                    <a:lnTo>
                      <a:pt x="906453" y="908198"/>
                    </a:lnTo>
                    <a:lnTo>
                      <a:pt x="906800" y="908305"/>
                    </a:lnTo>
                    <a:lnTo>
                      <a:pt x="907146" y="908412"/>
                    </a:lnTo>
                    <a:lnTo>
                      <a:pt x="907493" y="908519"/>
                    </a:lnTo>
                    <a:lnTo>
                      <a:pt x="907840" y="908626"/>
                    </a:lnTo>
                    <a:lnTo>
                      <a:pt x="908186" y="908733"/>
                    </a:lnTo>
                    <a:lnTo>
                      <a:pt x="908533" y="908839"/>
                    </a:lnTo>
                    <a:lnTo>
                      <a:pt x="908880" y="908946"/>
                    </a:lnTo>
                    <a:lnTo>
                      <a:pt x="909226" y="909053"/>
                    </a:lnTo>
                    <a:lnTo>
                      <a:pt x="909573" y="909160"/>
                    </a:lnTo>
                    <a:lnTo>
                      <a:pt x="909919" y="909267"/>
                    </a:lnTo>
                    <a:lnTo>
                      <a:pt x="910266" y="909374"/>
                    </a:lnTo>
                    <a:lnTo>
                      <a:pt x="910613" y="909481"/>
                    </a:lnTo>
                    <a:lnTo>
                      <a:pt x="910959" y="909587"/>
                    </a:lnTo>
                    <a:lnTo>
                      <a:pt x="911306" y="909694"/>
                    </a:lnTo>
                    <a:lnTo>
                      <a:pt x="911652" y="909801"/>
                    </a:lnTo>
                    <a:lnTo>
                      <a:pt x="911999" y="909908"/>
                    </a:lnTo>
                    <a:lnTo>
                      <a:pt x="912345" y="910015"/>
                    </a:lnTo>
                    <a:lnTo>
                      <a:pt x="912692" y="910122"/>
                    </a:lnTo>
                    <a:lnTo>
                      <a:pt x="913039" y="910229"/>
                    </a:lnTo>
                    <a:lnTo>
                      <a:pt x="913385" y="910336"/>
                    </a:lnTo>
                    <a:lnTo>
                      <a:pt x="913732" y="910443"/>
                    </a:lnTo>
                    <a:lnTo>
                      <a:pt x="914078" y="910550"/>
                    </a:lnTo>
                    <a:lnTo>
                      <a:pt x="914400" y="91064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6" name="ph7576"/>
              <p:cNvSpPr/>
              <p:nvPr/>
            </p:nvSpPr>
            <p:spPr>
              <a:xfrm>
                <a:off x="2336166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84" y="910657"/>
                    </a:lnTo>
                    <a:lnTo>
                      <a:pt x="905331" y="910764"/>
                    </a:lnTo>
                    <a:lnTo>
                      <a:pt x="905677" y="910871"/>
                    </a:lnTo>
                    <a:lnTo>
                      <a:pt x="906024" y="910978"/>
                    </a:lnTo>
                    <a:lnTo>
                      <a:pt x="906370" y="911085"/>
                    </a:lnTo>
                    <a:lnTo>
                      <a:pt x="906717" y="911192"/>
                    </a:lnTo>
                    <a:lnTo>
                      <a:pt x="907063" y="911299"/>
                    </a:lnTo>
                    <a:lnTo>
                      <a:pt x="907410" y="911406"/>
                    </a:lnTo>
                    <a:lnTo>
                      <a:pt x="907756" y="911513"/>
                    </a:lnTo>
                    <a:lnTo>
                      <a:pt x="908103" y="911620"/>
                    </a:lnTo>
                    <a:lnTo>
                      <a:pt x="908449" y="911727"/>
                    </a:lnTo>
                    <a:lnTo>
                      <a:pt x="908796" y="911834"/>
                    </a:lnTo>
                    <a:lnTo>
                      <a:pt x="909142" y="911942"/>
                    </a:lnTo>
                    <a:lnTo>
                      <a:pt x="909489" y="912049"/>
                    </a:lnTo>
                    <a:lnTo>
                      <a:pt x="909835" y="912156"/>
                    </a:lnTo>
                    <a:lnTo>
                      <a:pt x="910181" y="912263"/>
                    </a:lnTo>
                    <a:lnTo>
                      <a:pt x="910528" y="912370"/>
                    </a:lnTo>
                    <a:lnTo>
                      <a:pt x="910874" y="912477"/>
                    </a:lnTo>
                    <a:lnTo>
                      <a:pt x="911221" y="912584"/>
                    </a:lnTo>
                    <a:lnTo>
                      <a:pt x="911567" y="912692"/>
                    </a:lnTo>
                    <a:lnTo>
                      <a:pt x="911914" y="912799"/>
                    </a:lnTo>
                    <a:lnTo>
                      <a:pt x="912260" y="912906"/>
                    </a:lnTo>
                    <a:lnTo>
                      <a:pt x="912606" y="913013"/>
                    </a:lnTo>
                    <a:lnTo>
                      <a:pt x="912953" y="913120"/>
                    </a:lnTo>
                    <a:lnTo>
                      <a:pt x="913299" y="913228"/>
                    </a:lnTo>
                    <a:lnTo>
                      <a:pt x="913645" y="913335"/>
                    </a:lnTo>
                    <a:lnTo>
                      <a:pt x="913992" y="913442"/>
                    </a:lnTo>
                    <a:lnTo>
                      <a:pt x="914400" y="91356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7" name="ph7577"/>
              <p:cNvSpPr/>
              <p:nvPr/>
            </p:nvSpPr>
            <p:spPr>
              <a:xfrm>
                <a:off x="2336166" y="1131174"/>
                <a:ext cx="9170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3" h="914400">
                    <a:moveTo>
                      <a:pt x="914400" y="914400"/>
                    </a:moveTo>
                    <a:lnTo>
                      <a:pt x="914400" y="913568"/>
                    </a:lnTo>
                    <a:lnTo>
                      <a:pt x="914684" y="913656"/>
                    </a:lnTo>
                    <a:lnTo>
                      <a:pt x="915031" y="913764"/>
                    </a:lnTo>
                    <a:lnTo>
                      <a:pt x="915377" y="913871"/>
                    </a:lnTo>
                    <a:lnTo>
                      <a:pt x="915724" y="913978"/>
                    </a:lnTo>
                    <a:lnTo>
                      <a:pt x="916070" y="914086"/>
                    </a:lnTo>
                    <a:lnTo>
                      <a:pt x="916416" y="914193"/>
                    </a:lnTo>
                    <a:lnTo>
                      <a:pt x="916762" y="914300"/>
                    </a:lnTo>
                    <a:lnTo>
                      <a:pt x="917083" y="914400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8" name="ph7578"/>
              <p:cNvSpPr/>
              <p:nvPr/>
            </p:nvSpPr>
            <p:spPr>
              <a:xfrm>
                <a:off x="3478435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35" y="914400"/>
                    </a:lnTo>
                    <a:lnTo>
                      <a:pt x="911347" y="906480"/>
                    </a:lnTo>
                    <a:lnTo>
                      <a:pt x="914400" y="89929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9" name="ph7579"/>
              <p:cNvSpPr/>
              <p:nvPr/>
            </p:nvSpPr>
            <p:spPr>
              <a:xfrm>
                <a:off x="3487876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68"/>
                    </a:lnTo>
                    <a:lnTo>
                      <a:pt x="905642" y="915262"/>
                    </a:lnTo>
                    <a:lnTo>
                      <a:pt x="906050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0" name="ph7580"/>
              <p:cNvSpPr/>
              <p:nvPr/>
            </p:nvSpPr>
            <p:spPr>
              <a:xfrm>
                <a:off x="348787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1" name="ph7581"/>
              <p:cNvSpPr/>
              <p:nvPr/>
            </p:nvSpPr>
            <p:spPr>
              <a:xfrm>
                <a:off x="349731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2" name="ph7582"/>
              <p:cNvSpPr/>
              <p:nvPr/>
            </p:nvSpPr>
            <p:spPr>
              <a:xfrm>
                <a:off x="350675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3" name="ph7583"/>
              <p:cNvSpPr/>
              <p:nvPr/>
            </p:nvSpPr>
            <p:spPr>
              <a:xfrm>
                <a:off x="351619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4" name="ph7584"/>
              <p:cNvSpPr/>
              <p:nvPr/>
            </p:nvSpPr>
            <p:spPr>
              <a:xfrm>
                <a:off x="352563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5" name="ph7585"/>
              <p:cNvSpPr/>
              <p:nvPr/>
            </p:nvSpPr>
            <p:spPr>
              <a:xfrm>
                <a:off x="353507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6" name="ph7586"/>
              <p:cNvSpPr/>
              <p:nvPr/>
            </p:nvSpPr>
            <p:spPr>
              <a:xfrm>
                <a:off x="354451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7" name="ph7587"/>
              <p:cNvSpPr/>
              <p:nvPr/>
            </p:nvSpPr>
            <p:spPr>
              <a:xfrm>
                <a:off x="355395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8" name="ph7588"/>
              <p:cNvSpPr/>
              <p:nvPr/>
            </p:nvSpPr>
            <p:spPr>
              <a:xfrm>
                <a:off x="356339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9" name="ph7589"/>
              <p:cNvSpPr/>
              <p:nvPr/>
            </p:nvSpPr>
            <p:spPr>
              <a:xfrm>
                <a:off x="357283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0" name="ph7590"/>
              <p:cNvSpPr/>
              <p:nvPr/>
            </p:nvSpPr>
            <p:spPr>
              <a:xfrm>
                <a:off x="358227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1" name="ph7591"/>
              <p:cNvSpPr/>
              <p:nvPr/>
            </p:nvSpPr>
            <p:spPr>
              <a:xfrm>
                <a:off x="359171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2" name="ph7592"/>
              <p:cNvSpPr/>
              <p:nvPr/>
            </p:nvSpPr>
            <p:spPr>
              <a:xfrm>
                <a:off x="360115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3" name="ph7593"/>
              <p:cNvSpPr/>
              <p:nvPr/>
            </p:nvSpPr>
            <p:spPr>
              <a:xfrm>
                <a:off x="361059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4" name="ph7594"/>
              <p:cNvSpPr/>
              <p:nvPr/>
            </p:nvSpPr>
            <p:spPr>
              <a:xfrm>
                <a:off x="362003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5" name="ph7595"/>
              <p:cNvSpPr/>
              <p:nvPr/>
            </p:nvSpPr>
            <p:spPr>
              <a:xfrm>
                <a:off x="362947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6" name="ph7596"/>
              <p:cNvSpPr/>
              <p:nvPr/>
            </p:nvSpPr>
            <p:spPr>
              <a:xfrm>
                <a:off x="363891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7" name="ph7597"/>
              <p:cNvSpPr/>
              <p:nvPr/>
            </p:nvSpPr>
            <p:spPr>
              <a:xfrm>
                <a:off x="364836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8" name="ph7598"/>
              <p:cNvSpPr/>
              <p:nvPr/>
            </p:nvSpPr>
            <p:spPr>
              <a:xfrm>
                <a:off x="365780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9" name="ph7599"/>
              <p:cNvSpPr/>
              <p:nvPr/>
            </p:nvSpPr>
            <p:spPr>
              <a:xfrm>
                <a:off x="366724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0" name="ph7600"/>
              <p:cNvSpPr/>
              <p:nvPr/>
            </p:nvSpPr>
            <p:spPr>
              <a:xfrm>
                <a:off x="367668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1" name="ph7601"/>
              <p:cNvSpPr/>
              <p:nvPr/>
            </p:nvSpPr>
            <p:spPr>
              <a:xfrm>
                <a:off x="368612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2" name="ph7602"/>
              <p:cNvSpPr/>
              <p:nvPr/>
            </p:nvSpPr>
            <p:spPr>
              <a:xfrm>
                <a:off x="369556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3" name="ph7603"/>
              <p:cNvSpPr/>
              <p:nvPr/>
            </p:nvSpPr>
            <p:spPr>
              <a:xfrm>
                <a:off x="370500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4" name="ph7604"/>
              <p:cNvSpPr/>
              <p:nvPr/>
            </p:nvSpPr>
            <p:spPr>
              <a:xfrm>
                <a:off x="371444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5" name="ph7605"/>
              <p:cNvSpPr/>
              <p:nvPr/>
            </p:nvSpPr>
            <p:spPr>
              <a:xfrm>
                <a:off x="372388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6" name="ph7606"/>
              <p:cNvSpPr/>
              <p:nvPr/>
            </p:nvSpPr>
            <p:spPr>
              <a:xfrm>
                <a:off x="373332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7" name="ph7607"/>
              <p:cNvSpPr/>
              <p:nvPr/>
            </p:nvSpPr>
            <p:spPr>
              <a:xfrm>
                <a:off x="374276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8" name="ph7608"/>
              <p:cNvSpPr/>
              <p:nvPr/>
            </p:nvSpPr>
            <p:spPr>
              <a:xfrm>
                <a:off x="375220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9" name="ph7609"/>
              <p:cNvSpPr/>
              <p:nvPr/>
            </p:nvSpPr>
            <p:spPr>
              <a:xfrm>
                <a:off x="376164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0" name="ph7610"/>
              <p:cNvSpPr/>
              <p:nvPr/>
            </p:nvSpPr>
            <p:spPr>
              <a:xfrm>
                <a:off x="377108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1" name="ph7611"/>
              <p:cNvSpPr/>
              <p:nvPr/>
            </p:nvSpPr>
            <p:spPr>
              <a:xfrm>
                <a:off x="378052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2" name="ph7612"/>
              <p:cNvSpPr/>
              <p:nvPr/>
            </p:nvSpPr>
            <p:spPr>
              <a:xfrm>
                <a:off x="378996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3" name="ph7613"/>
              <p:cNvSpPr/>
              <p:nvPr/>
            </p:nvSpPr>
            <p:spPr>
              <a:xfrm>
                <a:off x="379940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4" name="ph7614"/>
              <p:cNvSpPr/>
              <p:nvPr/>
            </p:nvSpPr>
            <p:spPr>
              <a:xfrm>
                <a:off x="380884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5" name="ph7615"/>
              <p:cNvSpPr/>
              <p:nvPr/>
            </p:nvSpPr>
            <p:spPr>
              <a:xfrm>
                <a:off x="381828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6" name="ph7616"/>
              <p:cNvSpPr/>
              <p:nvPr/>
            </p:nvSpPr>
            <p:spPr>
              <a:xfrm>
                <a:off x="382772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7" name="ph7617"/>
              <p:cNvSpPr/>
              <p:nvPr/>
            </p:nvSpPr>
            <p:spPr>
              <a:xfrm>
                <a:off x="383716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8" name="ph7618"/>
              <p:cNvSpPr/>
              <p:nvPr/>
            </p:nvSpPr>
            <p:spPr>
              <a:xfrm>
                <a:off x="384660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9" name="ph7619"/>
              <p:cNvSpPr/>
              <p:nvPr/>
            </p:nvSpPr>
            <p:spPr>
              <a:xfrm>
                <a:off x="385604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0" name="ph7620"/>
              <p:cNvSpPr/>
              <p:nvPr/>
            </p:nvSpPr>
            <p:spPr>
              <a:xfrm>
                <a:off x="3865485" y="1131174"/>
                <a:ext cx="9209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30" y="896830"/>
                    </a:lnTo>
                    <a:lnTo>
                      <a:pt x="920374" y="903967"/>
                    </a:lnTo>
                    <a:lnTo>
                      <a:pt x="919258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1" name="ph7621"/>
              <p:cNvSpPr/>
              <p:nvPr/>
            </p:nvSpPr>
            <p:spPr>
              <a:xfrm>
                <a:off x="2052959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1511" y="931969"/>
                    </a:lnTo>
                    <a:lnTo>
                      <a:pt x="911716" y="930823"/>
                    </a:lnTo>
                    <a:lnTo>
                      <a:pt x="911844" y="930215"/>
                    </a:lnTo>
                    <a:lnTo>
                      <a:pt x="911909" y="928593"/>
                    </a:lnTo>
                    <a:lnTo>
                      <a:pt x="912658" y="917657"/>
                    </a:lnTo>
                    <a:lnTo>
                      <a:pt x="912974" y="91439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2" name="ph7622"/>
              <p:cNvSpPr/>
              <p:nvPr/>
            </p:nvSpPr>
            <p:spPr>
              <a:xfrm>
                <a:off x="205295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3" name="ph7623"/>
              <p:cNvSpPr/>
              <p:nvPr/>
            </p:nvSpPr>
            <p:spPr>
              <a:xfrm>
                <a:off x="206239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4" name="ph7624"/>
              <p:cNvSpPr/>
              <p:nvPr/>
            </p:nvSpPr>
            <p:spPr>
              <a:xfrm>
                <a:off x="207184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2">
                  <a:alpha val="100000"/>
                </a:srgbClr>
              </a:solidFill>
              <a:ln w="5420" cap="flat">
                <a:solidFill>
                  <a:srgbClr val="FFF8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5" name="ph7625"/>
              <p:cNvSpPr/>
              <p:nvPr/>
            </p:nvSpPr>
            <p:spPr>
              <a:xfrm>
                <a:off x="208128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6" name="ph7626"/>
              <p:cNvSpPr/>
              <p:nvPr/>
            </p:nvSpPr>
            <p:spPr>
              <a:xfrm>
                <a:off x="209072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7" name="ph7627"/>
              <p:cNvSpPr/>
              <p:nvPr/>
            </p:nvSpPr>
            <p:spPr>
              <a:xfrm>
                <a:off x="210016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8" name="ph7628"/>
              <p:cNvSpPr/>
              <p:nvPr/>
            </p:nvSpPr>
            <p:spPr>
              <a:xfrm>
                <a:off x="210960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9" name="ph7629"/>
              <p:cNvSpPr/>
              <p:nvPr/>
            </p:nvSpPr>
            <p:spPr>
              <a:xfrm>
                <a:off x="211904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0" name="ph7630"/>
              <p:cNvSpPr/>
              <p:nvPr/>
            </p:nvSpPr>
            <p:spPr>
              <a:xfrm>
                <a:off x="212848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1" name="ph7631"/>
              <p:cNvSpPr/>
              <p:nvPr/>
            </p:nvSpPr>
            <p:spPr>
              <a:xfrm>
                <a:off x="213792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2" name="ph7632"/>
              <p:cNvSpPr/>
              <p:nvPr/>
            </p:nvSpPr>
            <p:spPr>
              <a:xfrm>
                <a:off x="214736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3" name="ph7633"/>
              <p:cNvSpPr/>
              <p:nvPr/>
            </p:nvSpPr>
            <p:spPr>
              <a:xfrm>
                <a:off x="215680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4" name="ph7634"/>
              <p:cNvSpPr/>
              <p:nvPr/>
            </p:nvSpPr>
            <p:spPr>
              <a:xfrm>
                <a:off x="216624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5" name="ph7635"/>
              <p:cNvSpPr/>
              <p:nvPr/>
            </p:nvSpPr>
            <p:spPr>
              <a:xfrm>
                <a:off x="217568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6" name="ph7636"/>
              <p:cNvSpPr/>
              <p:nvPr/>
            </p:nvSpPr>
            <p:spPr>
              <a:xfrm>
                <a:off x="218512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7" name="ph7637"/>
              <p:cNvSpPr/>
              <p:nvPr/>
            </p:nvSpPr>
            <p:spPr>
              <a:xfrm>
                <a:off x="219456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8" name="ph7638"/>
              <p:cNvSpPr/>
              <p:nvPr/>
            </p:nvSpPr>
            <p:spPr>
              <a:xfrm>
                <a:off x="220400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9" name="ph7639"/>
              <p:cNvSpPr/>
              <p:nvPr/>
            </p:nvSpPr>
            <p:spPr>
              <a:xfrm>
                <a:off x="221344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0" name="ph7640"/>
              <p:cNvSpPr/>
              <p:nvPr/>
            </p:nvSpPr>
            <p:spPr>
              <a:xfrm>
                <a:off x="222288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1" name="ph7641"/>
              <p:cNvSpPr/>
              <p:nvPr/>
            </p:nvSpPr>
            <p:spPr>
              <a:xfrm>
                <a:off x="223232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2" name="ph7642"/>
              <p:cNvSpPr/>
              <p:nvPr/>
            </p:nvSpPr>
            <p:spPr>
              <a:xfrm>
                <a:off x="224176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3" name="ph7643"/>
              <p:cNvSpPr/>
              <p:nvPr/>
            </p:nvSpPr>
            <p:spPr>
              <a:xfrm>
                <a:off x="225120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4" name="ph7644"/>
              <p:cNvSpPr/>
              <p:nvPr/>
            </p:nvSpPr>
            <p:spPr>
              <a:xfrm>
                <a:off x="226064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5" name="ph7645"/>
              <p:cNvSpPr/>
              <p:nvPr/>
            </p:nvSpPr>
            <p:spPr>
              <a:xfrm>
                <a:off x="227008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6" name="ph7646"/>
              <p:cNvSpPr/>
              <p:nvPr/>
            </p:nvSpPr>
            <p:spPr>
              <a:xfrm>
                <a:off x="227952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7" name="ph7647"/>
              <p:cNvSpPr/>
              <p:nvPr/>
            </p:nvSpPr>
            <p:spPr>
              <a:xfrm>
                <a:off x="2288965" y="1113604"/>
                <a:ext cx="9175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4750" y="896830"/>
                    </a:lnTo>
                    <a:lnTo>
                      <a:pt x="915404" y="900276"/>
                    </a:lnTo>
                    <a:lnTo>
                      <a:pt x="917157" y="911440"/>
                    </a:lnTo>
                    <a:lnTo>
                      <a:pt x="917528" y="91439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8" name="ph7648"/>
              <p:cNvSpPr/>
              <p:nvPr/>
            </p:nvSpPr>
            <p:spPr>
              <a:xfrm>
                <a:off x="3487876" y="111360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050" y="914399"/>
                    </a:lnTo>
                    <a:lnTo>
                      <a:pt x="909622" y="906855"/>
                    </a:lnTo>
                    <a:lnTo>
                      <a:pt x="913837" y="898854"/>
                    </a:lnTo>
                    <a:lnTo>
                      <a:pt x="914400" y="897894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9" name="ph7649"/>
              <p:cNvSpPr/>
              <p:nvPr/>
            </p:nvSpPr>
            <p:spPr>
              <a:xfrm>
                <a:off x="3497316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464"/>
                    </a:lnTo>
                    <a:lnTo>
                      <a:pt x="905583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0" name="ph7650"/>
              <p:cNvSpPr/>
              <p:nvPr/>
            </p:nvSpPr>
            <p:spPr>
              <a:xfrm>
                <a:off x="349731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1" name="ph7651"/>
              <p:cNvSpPr/>
              <p:nvPr/>
            </p:nvSpPr>
            <p:spPr>
              <a:xfrm>
                <a:off x="350675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2" name="ph7652"/>
              <p:cNvSpPr/>
              <p:nvPr/>
            </p:nvSpPr>
            <p:spPr>
              <a:xfrm>
                <a:off x="351619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3" name="ph7653"/>
              <p:cNvSpPr/>
              <p:nvPr/>
            </p:nvSpPr>
            <p:spPr>
              <a:xfrm>
                <a:off x="352563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4" name="ph7654"/>
              <p:cNvSpPr/>
              <p:nvPr/>
            </p:nvSpPr>
            <p:spPr>
              <a:xfrm>
                <a:off x="353507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5" name="ph7655"/>
              <p:cNvSpPr/>
              <p:nvPr/>
            </p:nvSpPr>
            <p:spPr>
              <a:xfrm>
                <a:off x="354451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6" name="ph7656"/>
              <p:cNvSpPr/>
              <p:nvPr/>
            </p:nvSpPr>
            <p:spPr>
              <a:xfrm>
                <a:off x="355395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7" name="ph7657"/>
              <p:cNvSpPr/>
              <p:nvPr/>
            </p:nvSpPr>
            <p:spPr>
              <a:xfrm>
                <a:off x="356339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8" name="ph7658"/>
              <p:cNvSpPr/>
              <p:nvPr/>
            </p:nvSpPr>
            <p:spPr>
              <a:xfrm>
                <a:off x="357283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9" name="ph7659"/>
              <p:cNvSpPr/>
              <p:nvPr/>
            </p:nvSpPr>
            <p:spPr>
              <a:xfrm>
                <a:off x="358227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0" name="ph7660"/>
              <p:cNvSpPr/>
              <p:nvPr/>
            </p:nvSpPr>
            <p:spPr>
              <a:xfrm>
                <a:off x="359171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1" name="ph7661"/>
              <p:cNvSpPr/>
              <p:nvPr/>
            </p:nvSpPr>
            <p:spPr>
              <a:xfrm>
                <a:off x="360115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2" name="ph7662"/>
              <p:cNvSpPr/>
              <p:nvPr/>
            </p:nvSpPr>
            <p:spPr>
              <a:xfrm>
                <a:off x="361059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3" name="ph7663"/>
              <p:cNvSpPr/>
              <p:nvPr/>
            </p:nvSpPr>
            <p:spPr>
              <a:xfrm>
                <a:off x="362003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4" name="ph7664"/>
              <p:cNvSpPr/>
              <p:nvPr/>
            </p:nvSpPr>
            <p:spPr>
              <a:xfrm>
                <a:off x="362947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5" name="ph7665"/>
              <p:cNvSpPr/>
              <p:nvPr/>
            </p:nvSpPr>
            <p:spPr>
              <a:xfrm>
                <a:off x="363891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6" name="ph7666"/>
              <p:cNvSpPr/>
              <p:nvPr/>
            </p:nvSpPr>
            <p:spPr>
              <a:xfrm>
                <a:off x="364836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7" name="ph7667"/>
              <p:cNvSpPr/>
              <p:nvPr/>
            </p:nvSpPr>
            <p:spPr>
              <a:xfrm>
                <a:off x="365780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8" name="ph7668"/>
              <p:cNvSpPr/>
              <p:nvPr/>
            </p:nvSpPr>
            <p:spPr>
              <a:xfrm>
                <a:off x="366724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9" name="ph7669"/>
              <p:cNvSpPr/>
              <p:nvPr/>
            </p:nvSpPr>
            <p:spPr>
              <a:xfrm>
                <a:off x="367668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0" name="ph7670"/>
              <p:cNvSpPr/>
              <p:nvPr/>
            </p:nvSpPr>
            <p:spPr>
              <a:xfrm>
                <a:off x="368612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1" name="ph7671"/>
              <p:cNvSpPr/>
              <p:nvPr/>
            </p:nvSpPr>
            <p:spPr>
              <a:xfrm>
                <a:off x="369556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2" name="ph7672"/>
              <p:cNvSpPr/>
              <p:nvPr/>
            </p:nvSpPr>
            <p:spPr>
              <a:xfrm>
                <a:off x="370500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3" name="ph7673"/>
              <p:cNvSpPr/>
              <p:nvPr/>
            </p:nvSpPr>
            <p:spPr>
              <a:xfrm>
                <a:off x="371444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4" name="ph7674"/>
              <p:cNvSpPr/>
              <p:nvPr/>
            </p:nvSpPr>
            <p:spPr>
              <a:xfrm>
                <a:off x="372388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5" name="ph7675"/>
              <p:cNvSpPr/>
              <p:nvPr/>
            </p:nvSpPr>
            <p:spPr>
              <a:xfrm>
                <a:off x="373332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6" name="ph7676"/>
              <p:cNvSpPr/>
              <p:nvPr/>
            </p:nvSpPr>
            <p:spPr>
              <a:xfrm>
                <a:off x="374276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7" name="ph7677"/>
              <p:cNvSpPr/>
              <p:nvPr/>
            </p:nvSpPr>
            <p:spPr>
              <a:xfrm>
                <a:off x="375220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8" name="ph7678"/>
              <p:cNvSpPr/>
              <p:nvPr/>
            </p:nvSpPr>
            <p:spPr>
              <a:xfrm>
                <a:off x="376164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9" name="ph7679"/>
              <p:cNvSpPr/>
              <p:nvPr/>
            </p:nvSpPr>
            <p:spPr>
              <a:xfrm>
                <a:off x="377108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0" name="ph7680"/>
              <p:cNvSpPr/>
              <p:nvPr/>
            </p:nvSpPr>
            <p:spPr>
              <a:xfrm>
                <a:off x="378052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1" name="ph7681"/>
              <p:cNvSpPr/>
              <p:nvPr/>
            </p:nvSpPr>
            <p:spPr>
              <a:xfrm>
                <a:off x="378996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2" name="ph7682"/>
              <p:cNvSpPr/>
              <p:nvPr/>
            </p:nvSpPr>
            <p:spPr>
              <a:xfrm>
                <a:off x="379940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3" name="ph7683"/>
              <p:cNvSpPr/>
              <p:nvPr/>
            </p:nvSpPr>
            <p:spPr>
              <a:xfrm>
                <a:off x="380884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4" name="ph7684"/>
              <p:cNvSpPr/>
              <p:nvPr/>
            </p:nvSpPr>
            <p:spPr>
              <a:xfrm>
                <a:off x="381828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5" name="ph7685"/>
              <p:cNvSpPr/>
              <p:nvPr/>
            </p:nvSpPr>
            <p:spPr>
              <a:xfrm>
                <a:off x="382772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6" name="ph7686"/>
              <p:cNvSpPr/>
              <p:nvPr/>
            </p:nvSpPr>
            <p:spPr>
              <a:xfrm>
                <a:off x="383716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7" name="ph7687"/>
              <p:cNvSpPr/>
              <p:nvPr/>
            </p:nvSpPr>
            <p:spPr>
              <a:xfrm>
                <a:off x="384660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8" name="ph7688"/>
              <p:cNvSpPr/>
              <p:nvPr/>
            </p:nvSpPr>
            <p:spPr>
              <a:xfrm>
                <a:off x="385604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9" name="ph7689"/>
              <p:cNvSpPr/>
              <p:nvPr/>
            </p:nvSpPr>
            <p:spPr>
              <a:xfrm>
                <a:off x="3865485" y="1113604"/>
                <a:ext cx="92182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2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29" y="896830"/>
                    </a:lnTo>
                    <a:lnTo>
                      <a:pt x="921774" y="899480"/>
                    </a:lnTo>
                    <a:lnTo>
                      <a:pt x="921230" y="910543"/>
                    </a:lnTo>
                    <a:lnTo>
                      <a:pt x="920930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0" name="ph7690"/>
              <p:cNvSpPr/>
              <p:nvPr/>
            </p:nvSpPr>
            <p:spPr>
              <a:xfrm>
                <a:off x="2052959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974" y="914399"/>
                    </a:lnTo>
                    <a:lnTo>
                      <a:pt x="913712" y="906808"/>
                    </a:lnTo>
                    <a:lnTo>
                      <a:pt x="914400" y="901376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1" name="ph7691"/>
              <p:cNvSpPr/>
              <p:nvPr/>
            </p:nvSpPr>
            <p:spPr>
              <a:xfrm>
                <a:off x="2062399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946"/>
                    </a:lnTo>
                    <a:lnTo>
                      <a:pt x="905535" y="914400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2" name="ph7692"/>
              <p:cNvSpPr/>
              <p:nvPr/>
            </p:nvSpPr>
            <p:spPr>
              <a:xfrm>
                <a:off x="206239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3" name="ph7693"/>
              <p:cNvSpPr/>
              <p:nvPr/>
            </p:nvSpPr>
            <p:spPr>
              <a:xfrm>
                <a:off x="207184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4" name="ph7694"/>
              <p:cNvSpPr/>
              <p:nvPr/>
            </p:nvSpPr>
            <p:spPr>
              <a:xfrm>
                <a:off x="208128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5" name="ph7695"/>
              <p:cNvSpPr/>
              <p:nvPr/>
            </p:nvSpPr>
            <p:spPr>
              <a:xfrm>
                <a:off x="209072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6" name="ph7696"/>
              <p:cNvSpPr/>
              <p:nvPr/>
            </p:nvSpPr>
            <p:spPr>
              <a:xfrm>
                <a:off x="210016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7" name="ph7697"/>
              <p:cNvSpPr/>
              <p:nvPr/>
            </p:nvSpPr>
            <p:spPr>
              <a:xfrm>
                <a:off x="210960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8" name="ph7698"/>
              <p:cNvSpPr/>
              <p:nvPr/>
            </p:nvSpPr>
            <p:spPr>
              <a:xfrm>
                <a:off x="211904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9" name="ph7699"/>
              <p:cNvSpPr/>
              <p:nvPr/>
            </p:nvSpPr>
            <p:spPr>
              <a:xfrm>
                <a:off x="212848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0" name="ph7700"/>
              <p:cNvSpPr/>
              <p:nvPr/>
            </p:nvSpPr>
            <p:spPr>
              <a:xfrm>
                <a:off x="213792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1" name="ph7701"/>
              <p:cNvSpPr/>
              <p:nvPr/>
            </p:nvSpPr>
            <p:spPr>
              <a:xfrm>
                <a:off x="214736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2" name="ph7702"/>
              <p:cNvSpPr/>
              <p:nvPr/>
            </p:nvSpPr>
            <p:spPr>
              <a:xfrm>
                <a:off x="215680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3" name="ph7703"/>
              <p:cNvSpPr/>
              <p:nvPr/>
            </p:nvSpPr>
            <p:spPr>
              <a:xfrm>
                <a:off x="216624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4" name="ph7704"/>
              <p:cNvSpPr/>
              <p:nvPr/>
            </p:nvSpPr>
            <p:spPr>
              <a:xfrm>
                <a:off x="217568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5" name="ph7705"/>
              <p:cNvSpPr/>
              <p:nvPr/>
            </p:nvSpPr>
            <p:spPr>
              <a:xfrm>
                <a:off x="218512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6" name="ph7706"/>
              <p:cNvSpPr/>
              <p:nvPr/>
            </p:nvSpPr>
            <p:spPr>
              <a:xfrm>
                <a:off x="219456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7" name="ph7707"/>
              <p:cNvSpPr/>
              <p:nvPr/>
            </p:nvSpPr>
            <p:spPr>
              <a:xfrm>
                <a:off x="220400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8" name="ph7708"/>
              <p:cNvSpPr/>
              <p:nvPr/>
            </p:nvSpPr>
            <p:spPr>
              <a:xfrm>
                <a:off x="221344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9" name="ph7709"/>
              <p:cNvSpPr/>
              <p:nvPr/>
            </p:nvSpPr>
            <p:spPr>
              <a:xfrm>
                <a:off x="222288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0" name="ph7710"/>
              <p:cNvSpPr/>
              <p:nvPr/>
            </p:nvSpPr>
            <p:spPr>
              <a:xfrm>
                <a:off x="223232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1" name="ph7711"/>
              <p:cNvSpPr/>
              <p:nvPr/>
            </p:nvSpPr>
            <p:spPr>
              <a:xfrm>
                <a:off x="224176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2" name="ph7712"/>
              <p:cNvSpPr/>
              <p:nvPr/>
            </p:nvSpPr>
            <p:spPr>
              <a:xfrm>
                <a:off x="225120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3" name="ph7713"/>
              <p:cNvSpPr/>
              <p:nvPr/>
            </p:nvSpPr>
            <p:spPr>
              <a:xfrm>
                <a:off x="226064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4" name="ph7714"/>
              <p:cNvSpPr/>
              <p:nvPr/>
            </p:nvSpPr>
            <p:spPr>
              <a:xfrm>
                <a:off x="227008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5" name="ph7715"/>
              <p:cNvSpPr/>
              <p:nvPr/>
            </p:nvSpPr>
            <p:spPr>
              <a:xfrm>
                <a:off x="2288965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2396" y="896830"/>
                    </a:lnTo>
                    <a:lnTo>
                      <a:pt x="912784" y="902020"/>
                    </a:lnTo>
                    <a:lnTo>
                      <a:pt x="912976" y="905200"/>
                    </a:lnTo>
                    <a:lnTo>
                      <a:pt x="913056" y="905586"/>
                    </a:lnTo>
                    <a:lnTo>
                      <a:pt x="913145" y="906017"/>
                    </a:lnTo>
                    <a:lnTo>
                      <a:pt x="913234" y="906448"/>
                    </a:lnTo>
                    <a:lnTo>
                      <a:pt x="913323" y="906878"/>
                    </a:lnTo>
                    <a:lnTo>
                      <a:pt x="914400" y="912552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6" name="ph7716"/>
              <p:cNvSpPr/>
              <p:nvPr/>
            </p:nvSpPr>
            <p:spPr>
              <a:xfrm>
                <a:off x="2288965" y="1096035"/>
                <a:ext cx="91475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750" h="914399">
                    <a:moveTo>
                      <a:pt x="914400" y="914399"/>
                    </a:moveTo>
                    <a:lnTo>
                      <a:pt x="914400" y="912552"/>
                    </a:lnTo>
                    <a:lnTo>
                      <a:pt x="914750" y="91439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7" name="ph7717"/>
              <p:cNvSpPr/>
              <p:nvPr/>
            </p:nvSpPr>
            <p:spPr>
              <a:xfrm>
                <a:off x="3497316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583" y="914399"/>
                    </a:lnTo>
                    <a:lnTo>
                      <a:pt x="908834" y="908851"/>
                    </a:lnTo>
                    <a:lnTo>
                      <a:pt x="913481" y="901727"/>
                    </a:lnTo>
                    <a:lnTo>
                      <a:pt x="914400" y="900466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8" name="ph7718"/>
              <p:cNvSpPr/>
              <p:nvPr/>
            </p:nvSpPr>
            <p:spPr>
              <a:xfrm>
                <a:off x="3506756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035"/>
                    </a:lnTo>
                    <a:lnTo>
                      <a:pt x="907606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9" name="ph7719"/>
              <p:cNvSpPr/>
              <p:nvPr/>
            </p:nvSpPr>
            <p:spPr>
              <a:xfrm>
                <a:off x="350675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0" name="ph7720"/>
              <p:cNvSpPr/>
              <p:nvPr/>
            </p:nvSpPr>
            <p:spPr>
              <a:xfrm>
                <a:off x="351619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1" name="ph7721"/>
              <p:cNvSpPr/>
              <p:nvPr/>
            </p:nvSpPr>
            <p:spPr>
              <a:xfrm>
                <a:off x="352563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2" name="ph7722"/>
              <p:cNvSpPr/>
              <p:nvPr/>
            </p:nvSpPr>
            <p:spPr>
              <a:xfrm>
                <a:off x="353507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3" name="ph7723"/>
              <p:cNvSpPr/>
              <p:nvPr/>
            </p:nvSpPr>
            <p:spPr>
              <a:xfrm>
                <a:off x="354451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4" name="ph7724"/>
              <p:cNvSpPr/>
              <p:nvPr/>
            </p:nvSpPr>
            <p:spPr>
              <a:xfrm>
                <a:off x="355395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5" name="ph7725"/>
              <p:cNvSpPr/>
              <p:nvPr/>
            </p:nvSpPr>
            <p:spPr>
              <a:xfrm>
                <a:off x="356339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6" name="ph7726"/>
              <p:cNvSpPr/>
              <p:nvPr/>
            </p:nvSpPr>
            <p:spPr>
              <a:xfrm>
                <a:off x="357283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7" name="ph7727"/>
              <p:cNvSpPr/>
              <p:nvPr/>
            </p:nvSpPr>
            <p:spPr>
              <a:xfrm>
                <a:off x="358227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8" name="ph7728"/>
              <p:cNvSpPr/>
              <p:nvPr/>
            </p:nvSpPr>
            <p:spPr>
              <a:xfrm>
                <a:off x="359171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9" name="ph7729"/>
              <p:cNvSpPr/>
              <p:nvPr/>
            </p:nvSpPr>
            <p:spPr>
              <a:xfrm>
                <a:off x="360115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0" name="ph7730"/>
              <p:cNvSpPr/>
              <p:nvPr/>
            </p:nvSpPr>
            <p:spPr>
              <a:xfrm>
                <a:off x="361059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1" name="ph7731"/>
              <p:cNvSpPr/>
              <p:nvPr/>
            </p:nvSpPr>
            <p:spPr>
              <a:xfrm>
                <a:off x="362003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2" name="ph7732"/>
              <p:cNvSpPr/>
              <p:nvPr/>
            </p:nvSpPr>
            <p:spPr>
              <a:xfrm>
                <a:off x="362947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3" name="ph7733"/>
              <p:cNvSpPr/>
              <p:nvPr/>
            </p:nvSpPr>
            <p:spPr>
              <a:xfrm>
                <a:off x="363891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4" name="ph7734"/>
              <p:cNvSpPr/>
              <p:nvPr/>
            </p:nvSpPr>
            <p:spPr>
              <a:xfrm>
                <a:off x="364836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5" name="ph7735"/>
              <p:cNvSpPr/>
              <p:nvPr/>
            </p:nvSpPr>
            <p:spPr>
              <a:xfrm>
                <a:off x="365780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6" name="ph7736"/>
              <p:cNvSpPr/>
              <p:nvPr/>
            </p:nvSpPr>
            <p:spPr>
              <a:xfrm>
                <a:off x="366724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7" name="ph7737"/>
              <p:cNvSpPr/>
              <p:nvPr/>
            </p:nvSpPr>
            <p:spPr>
              <a:xfrm>
                <a:off x="367668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8" name="ph7738"/>
              <p:cNvSpPr/>
              <p:nvPr/>
            </p:nvSpPr>
            <p:spPr>
              <a:xfrm>
                <a:off x="368612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9" name="ph7739"/>
              <p:cNvSpPr/>
              <p:nvPr/>
            </p:nvSpPr>
            <p:spPr>
              <a:xfrm>
                <a:off x="369556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0" name="ph7740"/>
              <p:cNvSpPr/>
              <p:nvPr/>
            </p:nvSpPr>
            <p:spPr>
              <a:xfrm>
                <a:off x="370500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1" name="ph7741"/>
              <p:cNvSpPr/>
              <p:nvPr/>
            </p:nvSpPr>
            <p:spPr>
              <a:xfrm>
                <a:off x="371444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2" name="ph7742"/>
              <p:cNvSpPr/>
              <p:nvPr/>
            </p:nvSpPr>
            <p:spPr>
              <a:xfrm>
                <a:off x="372388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3" name="ph7743"/>
              <p:cNvSpPr/>
              <p:nvPr/>
            </p:nvSpPr>
            <p:spPr>
              <a:xfrm>
                <a:off x="373332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4" name="ph7744"/>
              <p:cNvSpPr/>
              <p:nvPr/>
            </p:nvSpPr>
            <p:spPr>
              <a:xfrm>
                <a:off x="374276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5" name="ph7745"/>
              <p:cNvSpPr/>
              <p:nvPr/>
            </p:nvSpPr>
            <p:spPr>
              <a:xfrm>
                <a:off x="375220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6" name="ph7746"/>
              <p:cNvSpPr/>
              <p:nvPr/>
            </p:nvSpPr>
            <p:spPr>
              <a:xfrm>
                <a:off x="376164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7" name="ph7747"/>
              <p:cNvSpPr/>
              <p:nvPr/>
            </p:nvSpPr>
            <p:spPr>
              <a:xfrm>
                <a:off x="377108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8" name="ph7748"/>
              <p:cNvSpPr/>
              <p:nvPr/>
            </p:nvSpPr>
            <p:spPr>
              <a:xfrm>
                <a:off x="378052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9" name="ph7749"/>
              <p:cNvSpPr/>
              <p:nvPr/>
            </p:nvSpPr>
            <p:spPr>
              <a:xfrm>
                <a:off x="378996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0" name="ph7750"/>
              <p:cNvSpPr/>
              <p:nvPr/>
            </p:nvSpPr>
            <p:spPr>
              <a:xfrm>
                <a:off x="379940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1" name="ph7751"/>
              <p:cNvSpPr/>
              <p:nvPr/>
            </p:nvSpPr>
            <p:spPr>
              <a:xfrm>
                <a:off x="380884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2" name="ph7752"/>
              <p:cNvSpPr/>
              <p:nvPr/>
            </p:nvSpPr>
            <p:spPr>
              <a:xfrm>
                <a:off x="381828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3" name="ph7753"/>
              <p:cNvSpPr/>
              <p:nvPr/>
            </p:nvSpPr>
            <p:spPr>
              <a:xfrm>
                <a:off x="382772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4" name="ph7754"/>
              <p:cNvSpPr/>
              <p:nvPr/>
            </p:nvSpPr>
            <p:spPr>
              <a:xfrm>
                <a:off x="383716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5" name="ph7755"/>
              <p:cNvSpPr/>
              <p:nvPr/>
            </p:nvSpPr>
            <p:spPr>
              <a:xfrm>
                <a:off x="384660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6" name="ph7756"/>
              <p:cNvSpPr/>
              <p:nvPr/>
            </p:nvSpPr>
            <p:spPr>
              <a:xfrm>
                <a:off x="385604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7" name="ph7757"/>
              <p:cNvSpPr/>
              <p:nvPr/>
            </p:nvSpPr>
            <p:spPr>
              <a:xfrm>
                <a:off x="3865485" y="1096035"/>
                <a:ext cx="92200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4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935" y="896830"/>
                    </a:lnTo>
                    <a:lnTo>
                      <a:pt x="922004" y="905949"/>
                    </a:lnTo>
                    <a:lnTo>
                      <a:pt x="921829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8" name="ph7758"/>
              <p:cNvSpPr/>
              <p:nvPr/>
            </p:nvSpPr>
            <p:spPr>
              <a:xfrm>
                <a:off x="2062399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5" y="931969"/>
                    </a:lnTo>
                    <a:lnTo>
                      <a:pt x="905630" y="931217"/>
                    </a:lnTo>
                    <a:lnTo>
                      <a:pt x="907287" y="920633"/>
                    </a:lnTo>
                    <a:lnTo>
                      <a:pt x="908456" y="914400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9" name="ph7759"/>
              <p:cNvSpPr/>
              <p:nvPr/>
            </p:nvSpPr>
            <p:spPr>
              <a:xfrm>
                <a:off x="206239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0" name="ph7760"/>
              <p:cNvSpPr/>
              <p:nvPr/>
            </p:nvSpPr>
            <p:spPr>
              <a:xfrm>
                <a:off x="207184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1" name="ph7761"/>
              <p:cNvSpPr/>
              <p:nvPr/>
            </p:nvSpPr>
            <p:spPr>
              <a:xfrm>
                <a:off x="208128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2" name="ph7762"/>
              <p:cNvSpPr/>
              <p:nvPr/>
            </p:nvSpPr>
            <p:spPr>
              <a:xfrm>
                <a:off x="209072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3" name="ph7763"/>
              <p:cNvSpPr/>
              <p:nvPr/>
            </p:nvSpPr>
            <p:spPr>
              <a:xfrm>
                <a:off x="210016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4" name="ph7764"/>
              <p:cNvSpPr/>
              <p:nvPr/>
            </p:nvSpPr>
            <p:spPr>
              <a:xfrm>
                <a:off x="210960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5" name="ph7765"/>
              <p:cNvSpPr/>
              <p:nvPr/>
            </p:nvSpPr>
            <p:spPr>
              <a:xfrm>
                <a:off x="211904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6" name="ph7766"/>
              <p:cNvSpPr/>
              <p:nvPr/>
            </p:nvSpPr>
            <p:spPr>
              <a:xfrm>
                <a:off x="212848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7" name="ph7767"/>
              <p:cNvSpPr/>
              <p:nvPr/>
            </p:nvSpPr>
            <p:spPr>
              <a:xfrm>
                <a:off x="213792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8" name="ph7768"/>
              <p:cNvSpPr/>
              <p:nvPr/>
            </p:nvSpPr>
            <p:spPr>
              <a:xfrm>
                <a:off x="214736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9" name="ph7769"/>
              <p:cNvSpPr/>
              <p:nvPr/>
            </p:nvSpPr>
            <p:spPr>
              <a:xfrm>
                <a:off x="215680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0" name="ph7770"/>
              <p:cNvSpPr/>
              <p:nvPr/>
            </p:nvSpPr>
            <p:spPr>
              <a:xfrm>
                <a:off x="216624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1" name="ph7771"/>
              <p:cNvSpPr/>
              <p:nvPr/>
            </p:nvSpPr>
            <p:spPr>
              <a:xfrm>
                <a:off x="217568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2" name="ph7772"/>
              <p:cNvSpPr/>
              <p:nvPr/>
            </p:nvSpPr>
            <p:spPr>
              <a:xfrm>
                <a:off x="218512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3" name="ph7773"/>
              <p:cNvSpPr/>
              <p:nvPr/>
            </p:nvSpPr>
            <p:spPr>
              <a:xfrm>
                <a:off x="219456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4" name="ph7774"/>
              <p:cNvSpPr/>
              <p:nvPr/>
            </p:nvSpPr>
            <p:spPr>
              <a:xfrm>
                <a:off x="220400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5" name="ph7775"/>
              <p:cNvSpPr/>
              <p:nvPr/>
            </p:nvSpPr>
            <p:spPr>
              <a:xfrm>
                <a:off x="221344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6" name="ph7776"/>
              <p:cNvSpPr/>
              <p:nvPr/>
            </p:nvSpPr>
            <p:spPr>
              <a:xfrm>
                <a:off x="222288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7" name="ph7777"/>
              <p:cNvSpPr/>
              <p:nvPr/>
            </p:nvSpPr>
            <p:spPr>
              <a:xfrm>
                <a:off x="223232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8" name="ph7778"/>
              <p:cNvSpPr/>
              <p:nvPr/>
            </p:nvSpPr>
            <p:spPr>
              <a:xfrm>
                <a:off x="224176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9" name="ph7779"/>
              <p:cNvSpPr/>
              <p:nvPr/>
            </p:nvSpPr>
            <p:spPr>
              <a:xfrm>
                <a:off x="225120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0" name="ph7780"/>
              <p:cNvSpPr/>
              <p:nvPr/>
            </p:nvSpPr>
            <p:spPr>
              <a:xfrm>
                <a:off x="226064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1" name="ph7781"/>
              <p:cNvSpPr/>
              <p:nvPr/>
            </p:nvSpPr>
            <p:spPr>
              <a:xfrm>
                <a:off x="227008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2" name="ph7782"/>
              <p:cNvSpPr/>
              <p:nvPr/>
            </p:nvSpPr>
            <p:spPr>
              <a:xfrm>
                <a:off x="2279525" y="1078465"/>
                <a:ext cx="9218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3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151" y="896830"/>
                    </a:lnTo>
                    <a:lnTo>
                      <a:pt x="920288" y="897862"/>
                    </a:lnTo>
                    <a:lnTo>
                      <a:pt x="921409" y="908679"/>
                    </a:lnTo>
                    <a:lnTo>
                      <a:pt x="921836" y="914400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3" name="ph7783"/>
              <p:cNvSpPr/>
              <p:nvPr/>
            </p:nvSpPr>
            <p:spPr>
              <a:xfrm>
                <a:off x="3506756" y="107846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606" y="914400"/>
                    </a:lnTo>
                    <a:lnTo>
                      <a:pt x="908885" y="912643"/>
                    </a:lnTo>
                    <a:lnTo>
                      <a:pt x="913911" y="906477"/>
                    </a:lnTo>
                    <a:lnTo>
                      <a:pt x="914400" y="905946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4" name="ph7784"/>
              <p:cNvSpPr/>
              <p:nvPr/>
            </p:nvSpPr>
            <p:spPr>
              <a:xfrm>
                <a:off x="3516196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516"/>
                    </a:lnTo>
                    <a:lnTo>
                      <a:pt x="909667" y="918387"/>
                    </a:lnTo>
                    <a:lnTo>
                      <a:pt x="913819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5" name="ph7785"/>
              <p:cNvSpPr/>
              <p:nvPr/>
            </p:nvSpPr>
            <p:spPr>
              <a:xfrm>
                <a:off x="351619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6" name="ph7786"/>
              <p:cNvSpPr/>
              <p:nvPr/>
            </p:nvSpPr>
            <p:spPr>
              <a:xfrm>
                <a:off x="352563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7" name="ph7787"/>
              <p:cNvSpPr/>
              <p:nvPr/>
            </p:nvSpPr>
            <p:spPr>
              <a:xfrm>
                <a:off x="353507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8" name="ph7788"/>
              <p:cNvSpPr/>
              <p:nvPr/>
            </p:nvSpPr>
            <p:spPr>
              <a:xfrm>
                <a:off x="354451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9" name="ph7789"/>
              <p:cNvSpPr/>
              <p:nvPr/>
            </p:nvSpPr>
            <p:spPr>
              <a:xfrm>
                <a:off x="355395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0" name="ph7790"/>
              <p:cNvSpPr/>
              <p:nvPr/>
            </p:nvSpPr>
            <p:spPr>
              <a:xfrm>
                <a:off x="356339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1" name="ph7791"/>
              <p:cNvSpPr/>
              <p:nvPr/>
            </p:nvSpPr>
            <p:spPr>
              <a:xfrm>
                <a:off x="357283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2" name="ph7792"/>
              <p:cNvSpPr/>
              <p:nvPr/>
            </p:nvSpPr>
            <p:spPr>
              <a:xfrm>
                <a:off x="358227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3" name="ph7793"/>
              <p:cNvSpPr/>
              <p:nvPr/>
            </p:nvSpPr>
            <p:spPr>
              <a:xfrm>
                <a:off x="359171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4" name="ph7794"/>
              <p:cNvSpPr/>
              <p:nvPr/>
            </p:nvSpPr>
            <p:spPr>
              <a:xfrm>
                <a:off x="360115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5" name="ph7795"/>
              <p:cNvSpPr/>
              <p:nvPr/>
            </p:nvSpPr>
            <p:spPr>
              <a:xfrm>
                <a:off x="361059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6" name="ph7796"/>
              <p:cNvSpPr/>
              <p:nvPr/>
            </p:nvSpPr>
            <p:spPr>
              <a:xfrm>
                <a:off x="362003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7" name="ph7797"/>
              <p:cNvSpPr/>
              <p:nvPr/>
            </p:nvSpPr>
            <p:spPr>
              <a:xfrm>
                <a:off x="362947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8" name="ph7798"/>
              <p:cNvSpPr/>
              <p:nvPr/>
            </p:nvSpPr>
            <p:spPr>
              <a:xfrm>
                <a:off x="363891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9" name="ph7799"/>
              <p:cNvSpPr/>
              <p:nvPr/>
            </p:nvSpPr>
            <p:spPr>
              <a:xfrm>
                <a:off x="364836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0" name="ph7800"/>
              <p:cNvSpPr/>
              <p:nvPr/>
            </p:nvSpPr>
            <p:spPr>
              <a:xfrm>
                <a:off x="365780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1" name="ph7801"/>
              <p:cNvSpPr/>
              <p:nvPr/>
            </p:nvSpPr>
            <p:spPr>
              <a:xfrm>
                <a:off x="366724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2" name="ph7802"/>
              <p:cNvSpPr/>
              <p:nvPr/>
            </p:nvSpPr>
            <p:spPr>
              <a:xfrm>
                <a:off x="367668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3" name="ph7803"/>
              <p:cNvSpPr/>
              <p:nvPr/>
            </p:nvSpPr>
            <p:spPr>
              <a:xfrm>
                <a:off x="368612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4" name="ph7804"/>
              <p:cNvSpPr/>
              <p:nvPr/>
            </p:nvSpPr>
            <p:spPr>
              <a:xfrm>
                <a:off x="369556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5" name="ph7805"/>
              <p:cNvSpPr/>
              <p:nvPr/>
            </p:nvSpPr>
            <p:spPr>
              <a:xfrm>
                <a:off x="370500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6" name="ph7806"/>
              <p:cNvSpPr/>
              <p:nvPr/>
            </p:nvSpPr>
            <p:spPr>
              <a:xfrm>
                <a:off x="371444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7" name="ph7807"/>
              <p:cNvSpPr/>
              <p:nvPr/>
            </p:nvSpPr>
            <p:spPr>
              <a:xfrm>
                <a:off x="372388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8" name="ph7808"/>
              <p:cNvSpPr/>
              <p:nvPr/>
            </p:nvSpPr>
            <p:spPr>
              <a:xfrm>
                <a:off x="373332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9" name="ph7809"/>
              <p:cNvSpPr/>
              <p:nvPr/>
            </p:nvSpPr>
            <p:spPr>
              <a:xfrm>
                <a:off x="374276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0" name="ph7810"/>
              <p:cNvSpPr/>
              <p:nvPr/>
            </p:nvSpPr>
            <p:spPr>
              <a:xfrm>
                <a:off x="375220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1" name="ph7811"/>
              <p:cNvSpPr/>
              <p:nvPr/>
            </p:nvSpPr>
            <p:spPr>
              <a:xfrm>
                <a:off x="376164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2" name="ph7812"/>
              <p:cNvSpPr/>
              <p:nvPr/>
            </p:nvSpPr>
            <p:spPr>
              <a:xfrm>
                <a:off x="377108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3" name="ph7813"/>
              <p:cNvSpPr/>
              <p:nvPr/>
            </p:nvSpPr>
            <p:spPr>
              <a:xfrm>
                <a:off x="378052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4" name="ph7814"/>
              <p:cNvSpPr/>
              <p:nvPr/>
            </p:nvSpPr>
            <p:spPr>
              <a:xfrm>
                <a:off x="378996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5" name="ph7815"/>
              <p:cNvSpPr/>
              <p:nvPr/>
            </p:nvSpPr>
            <p:spPr>
              <a:xfrm>
                <a:off x="379940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6" name="ph7816"/>
              <p:cNvSpPr/>
              <p:nvPr/>
            </p:nvSpPr>
            <p:spPr>
              <a:xfrm>
                <a:off x="380884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7" name="ph7817"/>
              <p:cNvSpPr/>
              <p:nvPr/>
            </p:nvSpPr>
            <p:spPr>
              <a:xfrm>
                <a:off x="381828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8" name="ph7818"/>
              <p:cNvSpPr/>
              <p:nvPr/>
            </p:nvSpPr>
            <p:spPr>
              <a:xfrm>
                <a:off x="382772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9" name="ph7819"/>
              <p:cNvSpPr/>
              <p:nvPr/>
            </p:nvSpPr>
            <p:spPr>
              <a:xfrm>
                <a:off x="383716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0" name="ph7820"/>
              <p:cNvSpPr/>
              <p:nvPr/>
            </p:nvSpPr>
            <p:spPr>
              <a:xfrm>
                <a:off x="384660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1" name="ph7821"/>
              <p:cNvSpPr/>
              <p:nvPr/>
            </p:nvSpPr>
            <p:spPr>
              <a:xfrm>
                <a:off x="385604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2" name="ph7822"/>
              <p:cNvSpPr/>
              <p:nvPr/>
            </p:nvSpPr>
            <p:spPr>
              <a:xfrm>
                <a:off x="3865485" y="1078465"/>
                <a:ext cx="921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31" y="896830"/>
                    </a:lnTo>
                    <a:lnTo>
                      <a:pt x="921521" y="901327"/>
                    </a:lnTo>
                    <a:lnTo>
                      <a:pt x="921920" y="912411"/>
                    </a:lnTo>
                    <a:lnTo>
                      <a:pt x="921935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3" name="ph7823"/>
              <p:cNvSpPr/>
              <p:nvPr/>
            </p:nvSpPr>
            <p:spPr>
              <a:xfrm>
                <a:off x="2062399" y="104332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456" y="931969"/>
                    </a:lnTo>
                    <a:lnTo>
                      <a:pt x="909239" y="927794"/>
                    </a:lnTo>
                    <a:lnTo>
                      <a:pt x="911481" y="917590"/>
                    </a:lnTo>
                    <a:lnTo>
                      <a:pt x="912289" y="91439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4" name="ph7824"/>
              <p:cNvSpPr/>
              <p:nvPr/>
            </p:nvSpPr>
            <p:spPr>
              <a:xfrm>
                <a:off x="206239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5" name="ph7825"/>
              <p:cNvSpPr/>
              <p:nvPr/>
            </p:nvSpPr>
            <p:spPr>
              <a:xfrm>
                <a:off x="207184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6" name="ph7826"/>
              <p:cNvSpPr/>
              <p:nvPr/>
            </p:nvSpPr>
            <p:spPr>
              <a:xfrm>
                <a:off x="208128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7" name="ph7827"/>
              <p:cNvSpPr/>
              <p:nvPr/>
            </p:nvSpPr>
            <p:spPr>
              <a:xfrm>
                <a:off x="209072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8" name="ph7828"/>
              <p:cNvSpPr/>
              <p:nvPr/>
            </p:nvSpPr>
            <p:spPr>
              <a:xfrm>
                <a:off x="210016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9" name="ph7829"/>
              <p:cNvSpPr/>
              <p:nvPr/>
            </p:nvSpPr>
            <p:spPr>
              <a:xfrm>
                <a:off x="210960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0" name="ph7830"/>
              <p:cNvSpPr/>
              <p:nvPr/>
            </p:nvSpPr>
            <p:spPr>
              <a:xfrm>
                <a:off x="211904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1" name="ph7831"/>
              <p:cNvSpPr/>
              <p:nvPr/>
            </p:nvSpPr>
            <p:spPr>
              <a:xfrm>
                <a:off x="212848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2" name="ph7832"/>
              <p:cNvSpPr/>
              <p:nvPr/>
            </p:nvSpPr>
            <p:spPr>
              <a:xfrm>
                <a:off x="213792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3" name="ph7833"/>
              <p:cNvSpPr/>
              <p:nvPr/>
            </p:nvSpPr>
            <p:spPr>
              <a:xfrm>
                <a:off x="214736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4" name="ph7834"/>
              <p:cNvSpPr/>
              <p:nvPr/>
            </p:nvSpPr>
            <p:spPr>
              <a:xfrm>
                <a:off x="215680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5" name="ph7835"/>
              <p:cNvSpPr/>
              <p:nvPr/>
            </p:nvSpPr>
            <p:spPr>
              <a:xfrm>
                <a:off x="216624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6" name="ph7836"/>
              <p:cNvSpPr/>
              <p:nvPr/>
            </p:nvSpPr>
            <p:spPr>
              <a:xfrm>
                <a:off x="217568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7" name="ph7837"/>
              <p:cNvSpPr/>
              <p:nvPr/>
            </p:nvSpPr>
            <p:spPr>
              <a:xfrm>
                <a:off x="218512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8" name="ph7838"/>
              <p:cNvSpPr/>
              <p:nvPr/>
            </p:nvSpPr>
            <p:spPr>
              <a:xfrm>
                <a:off x="219456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9" name="ph7839"/>
              <p:cNvSpPr/>
              <p:nvPr/>
            </p:nvSpPr>
            <p:spPr>
              <a:xfrm>
                <a:off x="220400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0" name="ph7840"/>
              <p:cNvSpPr/>
              <p:nvPr/>
            </p:nvSpPr>
            <p:spPr>
              <a:xfrm>
                <a:off x="221344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1" name="ph7841"/>
              <p:cNvSpPr/>
              <p:nvPr/>
            </p:nvSpPr>
            <p:spPr>
              <a:xfrm>
                <a:off x="222288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2" name="ph7842"/>
              <p:cNvSpPr/>
              <p:nvPr/>
            </p:nvSpPr>
            <p:spPr>
              <a:xfrm>
                <a:off x="223232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3" name="ph7843"/>
              <p:cNvSpPr/>
              <p:nvPr/>
            </p:nvSpPr>
            <p:spPr>
              <a:xfrm>
                <a:off x="224176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4" name="ph7844"/>
              <p:cNvSpPr/>
              <p:nvPr/>
            </p:nvSpPr>
            <p:spPr>
              <a:xfrm>
                <a:off x="225120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5" name="ph7845"/>
              <p:cNvSpPr/>
              <p:nvPr/>
            </p:nvSpPr>
            <p:spPr>
              <a:xfrm>
                <a:off x="226064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6" name="ph7846"/>
              <p:cNvSpPr/>
              <p:nvPr/>
            </p:nvSpPr>
            <p:spPr>
              <a:xfrm>
                <a:off x="227008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7" name="ph7847"/>
              <p:cNvSpPr/>
              <p:nvPr/>
            </p:nvSpPr>
            <p:spPr>
              <a:xfrm>
                <a:off x="2279525" y="1060895"/>
                <a:ext cx="9201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5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575" y="896830"/>
                    </a:lnTo>
                    <a:lnTo>
                      <a:pt x="918866" y="904738"/>
                    </a:lnTo>
                    <a:lnTo>
                      <a:pt x="920151" y="914400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8" name="ph7848"/>
              <p:cNvSpPr/>
              <p:nvPr/>
            </p:nvSpPr>
            <p:spPr>
              <a:xfrm>
                <a:off x="3487876" y="1043325"/>
                <a:ext cx="914400" cy="9146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9">
                    <a:moveTo>
                      <a:pt x="914400" y="914399"/>
                    </a:moveTo>
                    <a:lnTo>
                      <a:pt x="914400" y="914649"/>
                    </a:lnTo>
                    <a:lnTo>
                      <a:pt x="913660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9" name="ph7849"/>
              <p:cNvSpPr/>
              <p:nvPr/>
            </p:nvSpPr>
            <p:spPr>
              <a:xfrm>
                <a:off x="3487876" y="1043325"/>
                <a:ext cx="923840" cy="9172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24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765" y="917249"/>
                    </a:lnTo>
                    <a:lnTo>
                      <a:pt x="917999" y="915865"/>
                    </a:lnTo>
                    <a:lnTo>
                      <a:pt x="914400" y="91464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0" name="ph7850"/>
              <p:cNvSpPr/>
              <p:nvPr/>
            </p:nvSpPr>
            <p:spPr>
              <a:xfrm>
                <a:off x="3497316" y="1043325"/>
                <a:ext cx="923840" cy="91825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57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8257"/>
                    </a:lnTo>
                    <a:lnTo>
                      <a:pt x="920121" y="918080"/>
                    </a:lnTo>
                    <a:lnTo>
                      <a:pt x="914400" y="91725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1" name="ph7851"/>
              <p:cNvSpPr/>
              <p:nvPr/>
            </p:nvSpPr>
            <p:spPr>
              <a:xfrm>
                <a:off x="3516196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19" y="914400"/>
                    </a:lnTo>
                    <a:lnTo>
                      <a:pt x="914400" y="913842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2" name="ph7852"/>
              <p:cNvSpPr/>
              <p:nvPr/>
            </p:nvSpPr>
            <p:spPr>
              <a:xfrm>
                <a:off x="3506756" y="1043325"/>
                <a:ext cx="923840" cy="9183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356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931"/>
                    </a:lnTo>
                    <a:lnTo>
                      <a:pt x="922305" y="918078"/>
                    </a:lnTo>
                    <a:lnTo>
                      <a:pt x="916493" y="918356"/>
                    </a:lnTo>
                    <a:lnTo>
                      <a:pt x="914400" y="918257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3" name="ph7853"/>
              <p:cNvSpPr/>
              <p:nvPr/>
            </p:nvSpPr>
            <p:spPr>
              <a:xfrm>
                <a:off x="3525637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842"/>
                    </a:lnTo>
                    <a:lnTo>
                      <a:pt x="905577" y="913249"/>
                    </a:lnTo>
                    <a:lnTo>
                      <a:pt x="911066" y="908647"/>
                    </a:lnTo>
                    <a:lnTo>
                      <a:pt x="914400" y="906240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4" name="ph7854"/>
              <p:cNvSpPr/>
              <p:nvPr/>
            </p:nvSpPr>
            <p:spPr>
              <a:xfrm>
                <a:off x="3516196" y="1043325"/>
                <a:ext cx="923840" cy="9179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9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030"/>
                    </a:lnTo>
                    <a:lnTo>
                      <a:pt x="922390" y="917168"/>
                    </a:lnTo>
                    <a:lnTo>
                      <a:pt x="920485" y="917349"/>
                    </a:lnTo>
                    <a:lnTo>
                      <a:pt x="918581" y="917531"/>
                    </a:lnTo>
                    <a:lnTo>
                      <a:pt x="916677" y="917713"/>
                    </a:lnTo>
                    <a:lnTo>
                      <a:pt x="914773" y="917895"/>
                    </a:lnTo>
                    <a:lnTo>
                      <a:pt x="914400" y="917931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5" name="ph7855"/>
              <p:cNvSpPr/>
              <p:nvPr/>
            </p:nvSpPr>
            <p:spPr>
              <a:xfrm>
                <a:off x="352563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lnTo>
                      <a:pt x="914400" y="923810"/>
                    </a:lnTo>
                    <a:lnTo>
                      <a:pt x="916679" y="922164"/>
                    </a:lnTo>
                    <a:lnTo>
                      <a:pt x="916972" y="921969"/>
                    </a:lnTo>
                    <a:lnTo>
                      <a:pt x="917268" y="921772"/>
                    </a:lnTo>
                    <a:lnTo>
                      <a:pt x="917563" y="921575"/>
                    </a:lnTo>
                    <a:lnTo>
                      <a:pt x="917859" y="921378"/>
                    </a:lnTo>
                    <a:lnTo>
                      <a:pt x="918155" y="921181"/>
                    </a:lnTo>
                    <a:lnTo>
                      <a:pt x="918450" y="920985"/>
                    </a:lnTo>
                    <a:lnTo>
                      <a:pt x="918746" y="920788"/>
                    </a:lnTo>
                    <a:lnTo>
                      <a:pt x="919042" y="920591"/>
                    </a:lnTo>
                    <a:lnTo>
                      <a:pt x="919337" y="920394"/>
                    </a:lnTo>
                    <a:lnTo>
                      <a:pt x="919633" y="920198"/>
                    </a:lnTo>
                    <a:lnTo>
                      <a:pt x="919929" y="920001"/>
                    </a:lnTo>
                    <a:lnTo>
                      <a:pt x="920225" y="919804"/>
                    </a:lnTo>
                    <a:lnTo>
                      <a:pt x="920520" y="919607"/>
                    </a:lnTo>
                    <a:lnTo>
                      <a:pt x="920816" y="919411"/>
                    </a:lnTo>
                    <a:lnTo>
                      <a:pt x="921112" y="919214"/>
                    </a:lnTo>
                    <a:lnTo>
                      <a:pt x="921408" y="919017"/>
                    </a:lnTo>
                    <a:lnTo>
                      <a:pt x="921703" y="918821"/>
                    </a:lnTo>
                    <a:lnTo>
                      <a:pt x="921999" y="918624"/>
                    </a:lnTo>
                    <a:lnTo>
                      <a:pt x="922221" y="918476"/>
                    </a:lnTo>
                    <a:lnTo>
                      <a:pt x="921052" y="916983"/>
                    </a:lnTo>
                    <a:lnTo>
                      <a:pt x="920560" y="916355"/>
                    </a:lnTo>
                    <a:lnTo>
                      <a:pt x="918667" y="916625"/>
                    </a:lnTo>
                    <a:lnTo>
                      <a:pt x="916758" y="916806"/>
                    </a:lnTo>
                    <a:lnTo>
                      <a:pt x="914854" y="916987"/>
                    </a:lnTo>
                    <a:lnTo>
                      <a:pt x="914400" y="917030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6" name="ph7856"/>
              <p:cNvSpPr/>
              <p:nvPr/>
            </p:nvSpPr>
            <p:spPr>
              <a:xfrm>
                <a:off x="353507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7" name="ph7857"/>
              <p:cNvSpPr/>
              <p:nvPr/>
            </p:nvSpPr>
            <p:spPr>
              <a:xfrm>
                <a:off x="354451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8" name="ph7858"/>
              <p:cNvSpPr/>
              <p:nvPr/>
            </p:nvSpPr>
            <p:spPr>
              <a:xfrm>
                <a:off x="355395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9" name="ph7859"/>
              <p:cNvSpPr/>
              <p:nvPr/>
            </p:nvSpPr>
            <p:spPr>
              <a:xfrm>
                <a:off x="356339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0" name="ph7860"/>
              <p:cNvSpPr/>
              <p:nvPr/>
            </p:nvSpPr>
            <p:spPr>
              <a:xfrm>
                <a:off x="357283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1" name="ph7861"/>
              <p:cNvSpPr/>
              <p:nvPr/>
            </p:nvSpPr>
            <p:spPr>
              <a:xfrm>
                <a:off x="358227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2" name="ph7862"/>
              <p:cNvSpPr/>
              <p:nvPr/>
            </p:nvSpPr>
            <p:spPr>
              <a:xfrm>
                <a:off x="359171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3" name="ph7863"/>
              <p:cNvSpPr/>
              <p:nvPr/>
            </p:nvSpPr>
            <p:spPr>
              <a:xfrm>
                <a:off x="360115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4" name="ph7864"/>
              <p:cNvSpPr/>
              <p:nvPr/>
            </p:nvSpPr>
            <p:spPr>
              <a:xfrm>
                <a:off x="361059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5" name="ph7865"/>
              <p:cNvSpPr/>
              <p:nvPr/>
            </p:nvSpPr>
            <p:spPr>
              <a:xfrm>
                <a:off x="362003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6" name="ph7866"/>
              <p:cNvSpPr/>
              <p:nvPr/>
            </p:nvSpPr>
            <p:spPr>
              <a:xfrm>
                <a:off x="362947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7" name="ph7867"/>
              <p:cNvSpPr/>
              <p:nvPr/>
            </p:nvSpPr>
            <p:spPr>
              <a:xfrm>
                <a:off x="363891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8" name="ph7868"/>
              <p:cNvSpPr/>
              <p:nvPr/>
            </p:nvSpPr>
            <p:spPr>
              <a:xfrm>
                <a:off x="364836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9" name="ph7869"/>
              <p:cNvSpPr/>
              <p:nvPr/>
            </p:nvSpPr>
            <p:spPr>
              <a:xfrm>
                <a:off x="365780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0" name="ph7870"/>
              <p:cNvSpPr/>
              <p:nvPr/>
            </p:nvSpPr>
            <p:spPr>
              <a:xfrm>
                <a:off x="366724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1" name="ph7871"/>
              <p:cNvSpPr/>
              <p:nvPr/>
            </p:nvSpPr>
            <p:spPr>
              <a:xfrm>
                <a:off x="367668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2" name="ph7872"/>
              <p:cNvSpPr/>
              <p:nvPr/>
            </p:nvSpPr>
            <p:spPr>
              <a:xfrm>
                <a:off x="368612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3" name="ph7873"/>
              <p:cNvSpPr/>
              <p:nvPr/>
            </p:nvSpPr>
            <p:spPr>
              <a:xfrm>
                <a:off x="369556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4" name="ph7874"/>
              <p:cNvSpPr/>
              <p:nvPr/>
            </p:nvSpPr>
            <p:spPr>
              <a:xfrm>
                <a:off x="370500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5" name="ph7875"/>
              <p:cNvSpPr/>
              <p:nvPr/>
            </p:nvSpPr>
            <p:spPr>
              <a:xfrm>
                <a:off x="371444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6" name="ph7876"/>
              <p:cNvSpPr/>
              <p:nvPr/>
            </p:nvSpPr>
            <p:spPr>
              <a:xfrm>
                <a:off x="372388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7" name="ph7877"/>
              <p:cNvSpPr/>
              <p:nvPr/>
            </p:nvSpPr>
            <p:spPr>
              <a:xfrm>
                <a:off x="373332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8" name="ph7878"/>
              <p:cNvSpPr/>
              <p:nvPr/>
            </p:nvSpPr>
            <p:spPr>
              <a:xfrm>
                <a:off x="374276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9" name="ph7879"/>
              <p:cNvSpPr/>
              <p:nvPr/>
            </p:nvSpPr>
            <p:spPr>
              <a:xfrm>
                <a:off x="375220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0" name="ph7880"/>
              <p:cNvSpPr/>
              <p:nvPr/>
            </p:nvSpPr>
            <p:spPr>
              <a:xfrm>
                <a:off x="376164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1" name="ph7881"/>
              <p:cNvSpPr/>
              <p:nvPr/>
            </p:nvSpPr>
            <p:spPr>
              <a:xfrm>
                <a:off x="377108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2" name="ph7882"/>
              <p:cNvSpPr/>
              <p:nvPr/>
            </p:nvSpPr>
            <p:spPr>
              <a:xfrm>
                <a:off x="378052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3" name="ph7883"/>
              <p:cNvSpPr/>
              <p:nvPr/>
            </p:nvSpPr>
            <p:spPr>
              <a:xfrm>
                <a:off x="378996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4" name="ph7884"/>
              <p:cNvSpPr/>
              <p:nvPr/>
            </p:nvSpPr>
            <p:spPr>
              <a:xfrm>
                <a:off x="379940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5" name="ph7885"/>
              <p:cNvSpPr/>
              <p:nvPr/>
            </p:nvSpPr>
            <p:spPr>
              <a:xfrm>
                <a:off x="380884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6" name="ph7886"/>
              <p:cNvSpPr/>
              <p:nvPr/>
            </p:nvSpPr>
            <p:spPr>
              <a:xfrm>
                <a:off x="381828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7" name="ph7887"/>
              <p:cNvSpPr/>
              <p:nvPr/>
            </p:nvSpPr>
            <p:spPr>
              <a:xfrm>
                <a:off x="382772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8" name="ph7888"/>
              <p:cNvSpPr/>
              <p:nvPr/>
            </p:nvSpPr>
            <p:spPr>
              <a:xfrm>
                <a:off x="383716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9" name="ph7889"/>
              <p:cNvSpPr/>
              <p:nvPr/>
            </p:nvSpPr>
            <p:spPr>
              <a:xfrm>
                <a:off x="384660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0" name="ph7890"/>
              <p:cNvSpPr/>
              <p:nvPr/>
            </p:nvSpPr>
            <p:spPr>
              <a:xfrm>
                <a:off x="385604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1" name="ph7891"/>
              <p:cNvSpPr/>
              <p:nvPr/>
            </p:nvSpPr>
            <p:spPr>
              <a:xfrm>
                <a:off x="3865485" y="1060895"/>
                <a:ext cx="921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786" y="896922"/>
                    </a:lnTo>
                    <a:lnTo>
                      <a:pt x="920809" y="907867"/>
                    </a:lnTo>
                    <a:lnTo>
                      <a:pt x="921231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2" name="ph7892"/>
              <p:cNvSpPr/>
              <p:nvPr/>
            </p:nvSpPr>
            <p:spPr>
              <a:xfrm>
                <a:off x="2062399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289" y="914399"/>
                    </a:lnTo>
                    <a:lnTo>
                      <a:pt x="914007" y="907617"/>
                    </a:lnTo>
                    <a:lnTo>
                      <a:pt x="914400" y="906257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3" name="ph7893"/>
              <p:cNvSpPr/>
              <p:nvPr/>
            </p:nvSpPr>
            <p:spPr>
              <a:xfrm>
                <a:off x="2071840" y="10257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826"/>
                    </a:lnTo>
                    <a:lnTo>
                      <a:pt x="907369" y="915474"/>
                    </a:lnTo>
                    <a:lnTo>
                      <a:pt x="907719" y="91439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4" name="ph7894"/>
              <p:cNvSpPr/>
              <p:nvPr/>
            </p:nvSpPr>
            <p:spPr>
              <a:xfrm>
                <a:off x="207184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5" name="ph7895"/>
              <p:cNvSpPr/>
              <p:nvPr/>
            </p:nvSpPr>
            <p:spPr>
              <a:xfrm>
                <a:off x="208128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6" name="ph7896"/>
              <p:cNvSpPr/>
              <p:nvPr/>
            </p:nvSpPr>
            <p:spPr>
              <a:xfrm>
                <a:off x="209072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7" name="ph7897"/>
              <p:cNvSpPr/>
              <p:nvPr/>
            </p:nvSpPr>
            <p:spPr>
              <a:xfrm>
                <a:off x="210016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8" name="ph7898"/>
              <p:cNvSpPr/>
              <p:nvPr/>
            </p:nvSpPr>
            <p:spPr>
              <a:xfrm>
                <a:off x="210960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9" name="ph7899"/>
              <p:cNvSpPr/>
              <p:nvPr/>
            </p:nvSpPr>
            <p:spPr>
              <a:xfrm>
                <a:off x="211904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0" name="ph7900"/>
              <p:cNvSpPr/>
              <p:nvPr/>
            </p:nvSpPr>
            <p:spPr>
              <a:xfrm>
                <a:off x="212848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1" name="ph7901"/>
              <p:cNvSpPr/>
              <p:nvPr/>
            </p:nvSpPr>
            <p:spPr>
              <a:xfrm>
                <a:off x="213792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2" name="ph7902"/>
              <p:cNvSpPr/>
              <p:nvPr/>
            </p:nvSpPr>
            <p:spPr>
              <a:xfrm>
                <a:off x="214736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3" name="ph7903"/>
              <p:cNvSpPr/>
              <p:nvPr/>
            </p:nvSpPr>
            <p:spPr>
              <a:xfrm>
                <a:off x="215680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4" name="ph7904"/>
              <p:cNvSpPr/>
              <p:nvPr/>
            </p:nvSpPr>
            <p:spPr>
              <a:xfrm>
                <a:off x="216624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5" name="ph7905"/>
              <p:cNvSpPr/>
              <p:nvPr/>
            </p:nvSpPr>
            <p:spPr>
              <a:xfrm>
                <a:off x="217568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6" name="ph7906"/>
              <p:cNvSpPr/>
              <p:nvPr/>
            </p:nvSpPr>
            <p:spPr>
              <a:xfrm>
                <a:off x="218512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7" name="ph7907"/>
              <p:cNvSpPr/>
              <p:nvPr/>
            </p:nvSpPr>
            <p:spPr>
              <a:xfrm>
                <a:off x="219456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8" name="ph7908"/>
              <p:cNvSpPr/>
              <p:nvPr/>
            </p:nvSpPr>
            <p:spPr>
              <a:xfrm>
                <a:off x="220400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9" name="ph7909"/>
              <p:cNvSpPr/>
              <p:nvPr/>
            </p:nvSpPr>
            <p:spPr>
              <a:xfrm>
                <a:off x="221344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0" name="ph7910"/>
              <p:cNvSpPr/>
              <p:nvPr/>
            </p:nvSpPr>
            <p:spPr>
              <a:xfrm>
                <a:off x="222288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1" name="ph7911"/>
              <p:cNvSpPr/>
              <p:nvPr/>
            </p:nvSpPr>
            <p:spPr>
              <a:xfrm>
                <a:off x="223232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2" name="ph7912"/>
              <p:cNvSpPr/>
              <p:nvPr/>
            </p:nvSpPr>
            <p:spPr>
              <a:xfrm>
                <a:off x="224176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3" name="ph7913"/>
              <p:cNvSpPr/>
              <p:nvPr/>
            </p:nvSpPr>
            <p:spPr>
              <a:xfrm>
                <a:off x="225120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4" name="ph7914"/>
              <p:cNvSpPr/>
              <p:nvPr/>
            </p:nvSpPr>
            <p:spPr>
              <a:xfrm>
                <a:off x="226064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5" name="ph7915"/>
              <p:cNvSpPr/>
              <p:nvPr/>
            </p:nvSpPr>
            <p:spPr>
              <a:xfrm>
                <a:off x="2279525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092" y="896830"/>
                    </a:lnTo>
                    <a:lnTo>
                      <a:pt x="914400" y="898183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6" name="ph7916"/>
              <p:cNvSpPr/>
              <p:nvPr/>
            </p:nvSpPr>
            <p:spPr>
              <a:xfrm>
                <a:off x="2279525" y="1043325"/>
                <a:ext cx="9175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75" h="914399">
                    <a:moveTo>
                      <a:pt x="914400" y="914399"/>
                    </a:moveTo>
                    <a:lnTo>
                      <a:pt x="914400" y="898183"/>
                    </a:lnTo>
                    <a:lnTo>
                      <a:pt x="915131" y="901409"/>
                    </a:lnTo>
                    <a:lnTo>
                      <a:pt x="917145" y="911768"/>
                    </a:lnTo>
                    <a:lnTo>
                      <a:pt x="917575" y="91439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7" name="ph7917"/>
              <p:cNvSpPr/>
              <p:nvPr/>
            </p:nvSpPr>
            <p:spPr>
              <a:xfrm>
                <a:off x="3459555" y="1025756"/>
                <a:ext cx="914400" cy="9148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75">
                    <a:moveTo>
                      <a:pt x="914400" y="914399"/>
                    </a:moveTo>
                    <a:lnTo>
                      <a:pt x="914400" y="914875"/>
                    </a:lnTo>
                    <a:lnTo>
                      <a:pt x="913852" y="91439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8" name="ph7918"/>
              <p:cNvSpPr/>
              <p:nvPr/>
            </p:nvSpPr>
            <p:spPr>
              <a:xfrm>
                <a:off x="3459555" y="1025756"/>
                <a:ext cx="923840" cy="92245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45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454"/>
                    </a:lnTo>
                    <a:lnTo>
                      <a:pt x="918474" y="918409"/>
                    </a:lnTo>
                    <a:lnTo>
                      <a:pt x="914400" y="914875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9" name="ph7919"/>
              <p:cNvSpPr/>
              <p:nvPr/>
            </p:nvSpPr>
            <p:spPr>
              <a:xfrm>
                <a:off x="3468995" y="1025756"/>
                <a:ext cx="923840" cy="9281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1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8131"/>
                    </a:lnTo>
                    <a:lnTo>
                      <a:pt x="919916" y="926014"/>
                    </a:lnTo>
                    <a:lnTo>
                      <a:pt x="914400" y="922454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0" name="ph7920"/>
              <p:cNvSpPr/>
              <p:nvPr/>
            </p:nvSpPr>
            <p:spPr>
              <a:xfrm>
                <a:off x="347843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100" y="931969"/>
                    </a:lnTo>
                    <a:lnTo>
                      <a:pt x="921719" y="931503"/>
                    </a:lnTo>
                    <a:lnTo>
                      <a:pt x="916059" y="929027"/>
                    </a:lnTo>
                    <a:lnTo>
                      <a:pt x="914400" y="928131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1" name="ph7921"/>
              <p:cNvSpPr/>
              <p:nvPr/>
            </p:nvSpPr>
            <p:spPr>
              <a:xfrm>
                <a:off x="348787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2" name="ph7922"/>
              <p:cNvSpPr/>
              <p:nvPr/>
            </p:nvSpPr>
            <p:spPr>
              <a:xfrm>
                <a:off x="349731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3" name="ph7923"/>
              <p:cNvSpPr/>
              <p:nvPr/>
            </p:nvSpPr>
            <p:spPr>
              <a:xfrm>
                <a:off x="350675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4" name="ph7924"/>
              <p:cNvSpPr/>
              <p:nvPr/>
            </p:nvSpPr>
            <p:spPr>
              <a:xfrm>
                <a:off x="351619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5" name="ph7925"/>
              <p:cNvSpPr/>
              <p:nvPr/>
            </p:nvSpPr>
            <p:spPr>
              <a:xfrm>
                <a:off x="352563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6" name="ph7926"/>
              <p:cNvSpPr/>
              <p:nvPr/>
            </p:nvSpPr>
            <p:spPr>
              <a:xfrm>
                <a:off x="353507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7" name="ph7927"/>
              <p:cNvSpPr/>
              <p:nvPr/>
            </p:nvSpPr>
            <p:spPr>
              <a:xfrm>
                <a:off x="354451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8" name="ph7928"/>
              <p:cNvSpPr/>
              <p:nvPr/>
            </p:nvSpPr>
            <p:spPr>
              <a:xfrm>
                <a:off x="355395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9" name="ph7929"/>
              <p:cNvSpPr/>
              <p:nvPr/>
            </p:nvSpPr>
            <p:spPr>
              <a:xfrm>
                <a:off x="356339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0" name="ph7930"/>
              <p:cNvSpPr/>
              <p:nvPr/>
            </p:nvSpPr>
            <p:spPr>
              <a:xfrm>
                <a:off x="357283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1" name="ph7931"/>
              <p:cNvSpPr/>
              <p:nvPr/>
            </p:nvSpPr>
            <p:spPr>
              <a:xfrm>
                <a:off x="358227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2" name="ph7932"/>
              <p:cNvSpPr/>
              <p:nvPr/>
            </p:nvSpPr>
            <p:spPr>
              <a:xfrm>
                <a:off x="359171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3" name="ph7933"/>
              <p:cNvSpPr/>
              <p:nvPr/>
            </p:nvSpPr>
            <p:spPr>
              <a:xfrm>
                <a:off x="360115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4" name="ph7934"/>
              <p:cNvSpPr/>
              <p:nvPr/>
            </p:nvSpPr>
            <p:spPr>
              <a:xfrm>
                <a:off x="361059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5" name="ph7935"/>
              <p:cNvSpPr/>
              <p:nvPr/>
            </p:nvSpPr>
            <p:spPr>
              <a:xfrm>
                <a:off x="362003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6" name="ph7936"/>
              <p:cNvSpPr/>
              <p:nvPr/>
            </p:nvSpPr>
            <p:spPr>
              <a:xfrm>
                <a:off x="362947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7" name="ph7937"/>
              <p:cNvSpPr/>
              <p:nvPr/>
            </p:nvSpPr>
            <p:spPr>
              <a:xfrm>
                <a:off x="363891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8" name="ph7938"/>
              <p:cNvSpPr/>
              <p:nvPr/>
            </p:nvSpPr>
            <p:spPr>
              <a:xfrm>
                <a:off x="364836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9" name="ph7939"/>
              <p:cNvSpPr/>
              <p:nvPr/>
            </p:nvSpPr>
            <p:spPr>
              <a:xfrm>
                <a:off x="365780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0" name="ph7940"/>
              <p:cNvSpPr/>
              <p:nvPr/>
            </p:nvSpPr>
            <p:spPr>
              <a:xfrm>
                <a:off x="366724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1" name="ph7941"/>
              <p:cNvSpPr/>
              <p:nvPr/>
            </p:nvSpPr>
            <p:spPr>
              <a:xfrm>
                <a:off x="367668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2" name="ph7942"/>
              <p:cNvSpPr/>
              <p:nvPr/>
            </p:nvSpPr>
            <p:spPr>
              <a:xfrm>
                <a:off x="368612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3" name="ph7943"/>
              <p:cNvSpPr/>
              <p:nvPr/>
            </p:nvSpPr>
            <p:spPr>
              <a:xfrm>
                <a:off x="369556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4" name="ph7944"/>
              <p:cNvSpPr/>
              <p:nvPr/>
            </p:nvSpPr>
            <p:spPr>
              <a:xfrm>
                <a:off x="370500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5" name="ph7945"/>
              <p:cNvSpPr/>
              <p:nvPr/>
            </p:nvSpPr>
            <p:spPr>
              <a:xfrm>
                <a:off x="371444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6" name="ph7946"/>
              <p:cNvSpPr/>
              <p:nvPr/>
            </p:nvSpPr>
            <p:spPr>
              <a:xfrm>
                <a:off x="372388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7" name="ph7947"/>
              <p:cNvSpPr/>
              <p:nvPr/>
            </p:nvSpPr>
            <p:spPr>
              <a:xfrm>
                <a:off x="373332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8" name="ph7948"/>
              <p:cNvSpPr/>
              <p:nvPr/>
            </p:nvSpPr>
            <p:spPr>
              <a:xfrm>
                <a:off x="374276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9" name="ph7949"/>
              <p:cNvSpPr/>
              <p:nvPr/>
            </p:nvSpPr>
            <p:spPr>
              <a:xfrm>
                <a:off x="375220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0" name="ph7950"/>
              <p:cNvSpPr/>
              <p:nvPr/>
            </p:nvSpPr>
            <p:spPr>
              <a:xfrm>
                <a:off x="376164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1" name="ph7951"/>
              <p:cNvSpPr/>
              <p:nvPr/>
            </p:nvSpPr>
            <p:spPr>
              <a:xfrm>
                <a:off x="377108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2" name="ph7952"/>
              <p:cNvSpPr/>
              <p:nvPr/>
            </p:nvSpPr>
            <p:spPr>
              <a:xfrm>
                <a:off x="378052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3" name="ph7953"/>
              <p:cNvSpPr/>
              <p:nvPr/>
            </p:nvSpPr>
            <p:spPr>
              <a:xfrm>
                <a:off x="378996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4" name="ph7954"/>
              <p:cNvSpPr/>
              <p:nvPr/>
            </p:nvSpPr>
            <p:spPr>
              <a:xfrm>
                <a:off x="379940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5" name="ph7955"/>
              <p:cNvSpPr/>
              <p:nvPr/>
            </p:nvSpPr>
            <p:spPr>
              <a:xfrm>
                <a:off x="380884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6" name="ph7956"/>
              <p:cNvSpPr/>
              <p:nvPr/>
            </p:nvSpPr>
            <p:spPr>
              <a:xfrm>
                <a:off x="381828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7" name="ph7957"/>
              <p:cNvSpPr/>
              <p:nvPr/>
            </p:nvSpPr>
            <p:spPr>
              <a:xfrm>
                <a:off x="382772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8" name="ph7958"/>
              <p:cNvSpPr/>
              <p:nvPr/>
            </p:nvSpPr>
            <p:spPr>
              <a:xfrm>
                <a:off x="383716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9" name="ph7959"/>
              <p:cNvSpPr/>
              <p:nvPr/>
            </p:nvSpPr>
            <p:spPr>
              <a:xfrm>
                <a:off x="384660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0" name="ph7960"/>
              <p:cNvSpPr/>
              <p:nvPr/>
            </p:nvSpPr>
            <p:spPr>
              <a:xfrm>
                <a:off x="385604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1" name="ph7961"/>
              <p:cNvSpPr/>
              <p:nvPr/>
            </p:nvSpPr>
            <p:spPr>
              <a:xfrm>
                <a:off x="3865485" y="1043325"/>
                <a:ext cx="919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775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7409" y="896830"/>
                    </a:lnTo>
                    <a:lnTo>
                      <a:pt x="918455" y="903663"/>
                    </a:lnTo>
                    <a:lnTo>
                      <a:pt x="919775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2" name="ph7962"/>
              <p:cNvSpPr/>
              <p:nvPr/>
            </p:nvSpPr>
            <p:spPr>
              <a:xfrm>
                <a:off x="2071840" y="100818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7719" y="931969"/>
                    </a:lnTo>
                    <a:lnTo>
                      <a:pt x="910440" y="923617"/>
                    </a:lnTo>
                    <a:lnTo>
                      <a:pt x="913813" y="91439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3" name="ph7963"/>
              <p:cNvSpPr/>
              <p:nvPr/>
            </p:nvSpPr>
            <p:spPr>
              <a:xfrm>
                <a:off x="207184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4" name="ph7964"/>
              <p:cNvSpPr/>
              <p:nvPr/>
            </p:nvSpPr>
            <p:spPr>
              <a:xfrm>
                <a:off x="208128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5" name="ph7965"/>
              <p:cNvSpPr/>
              <p:nvPr/>
            </p:nvSpPr>
            <p:spPr>
              <a:xfrm>
                <a:off x="209072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6" name="ph7966"/>
              <p:cNvSpPr/>
              <p:nvPr/>
            </p:nvSpPr>
            <p:spPr>
              <a:xfrm>
                <a:off x="210016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7" name="ph7967"/>
              <p:cNvSpPr/>
              <p:nvPr/>
            </p:nvSpPr>
            <p:spPr>
              <a:xfrm>
                <a:off x="210960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8" name="ph7968"/>
              <p:cNvSpPr/>
              <p:nvPr/>
            </p:nvSpPr>
            <p:spPr>
              <a:xfrm>
                <a:off x="211904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9" name="ph7969"/>
              <p:cNvSpPr/>
              <p:nvPr/>
            </p:nvSpPr>
            <p:spPr>
              <a:xfrm>
                <a:off x="212848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0" name="ph7970"/>
              <p:cNvSpPr/>
              <p:nvPr/>
            </p:nvSpPr>
            <p:spPr>
              <a:xfrm>
                <a:off x="213792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1" name="ph7971"/>
              <p:cNvSpPr/>
              <p:nvPr/>
            </p:nvSpPr>
            <p:spPr>
              <a:xfrm>
                <a:off x="214736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2" name="ph7972"/>
              <p:cNvSpPr/>
              <p:nvPr/>
            </p:nvSpPr>
            <p:spPr>
              <a:xfrm>
                <a:off x="215680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3" name="ph7973"/>
              <p:cNvSpPr/>
              <p:nvPr/>
            </p:nvSpPr>
            <p:spPr>
              <a:xfrm>
                <a:off x="216624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4" name="ph7974"/>
              <p:cNvSpPr/>
              <p:nvPr/>
            </p:nvSpPr>
            <p:spPr>
              <a:xfrm>
                <a:off x="217568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5" name="ph7975"/>
              <p:cNvSpPr/>
              <p:nvPr/>
            </p:nvSpPr>
            <p:spPr>
              <a:xfrm>
                <a:off x="218512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6" name="ph7976"/>
              <p:cNvSpPr/>
              <p:nvPr/>
            </p:nvSpPr>
            <p:spPr>
              <a:xfrm>
                <a:off x="219456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7" name="ph7977"/>
              <p:cNvSpPr/>
              <p:nvPr/>
            </p:nvSpPr>
            <p:spPr>
              <a:xfrm>
                <a:off x="220400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8" name="ph7978"/>
              <p:cNvSpPr/>
              <p:nvPr/>
            </p:nvSpPr>
            <p:spPr>
              <a:xfrm>
                <a:off x="221344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9" name="ph7979"/>
              <p:cNvSpPr/>
              <p:nvPr/>
            </p:nvSpPr>
            <p:spPr>
              <a:xfrm>
                <a:off x="222288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0" name="ph7980"/>
              <p:cNvSpPr/>
              <p:nvPr/>
            </p:nvSpPr>
            <p:spPr>
              <a:xfrm>
                <a:off x="223232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1" name="ph7981"/>
              <p:cNvSpPr/>
              <p:nvPr/>
            </p:nvSpPr>
            <p:spPr>
              <a:xfrm>
                <a:off x="224176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2" name="ph7982"/>
              <p:cNvSpPr/>
              <p:nvPr/>
            </p:nvSpPr>
            <p:spPr>
              <a:xfrm>
                <a:off x="225120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3" name="ph7983"/>
              <p:cNvSpPr/>
              <p:nvPr/>
            </p:nvSpPr>
            <p:spPr>
              <a:xfrm>
                <a:off x="226064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4" name="ph7984"/>
              <p:cNvSpPr/>
              <p:nvPr/>
            </p:nvSpPr>
            <p:spPr>
              <a:xfrm>
                <a:off x="2270085" y="1025756"/>
                <a:ext cx="923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33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067" y="896830"/>
                    </a:lnTo>
                    <a:lnTo>
                      <a:pt x="919686" y="898919"/>
                    </a:lnTo>
                    <a:lnTo>
                      <a:pt x="922269" y="908830"/>
                    </a:lnTo>
                    <a:lnTo>
                      <a:pt x="923533" y="91439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5" name="ph7985"/>
              <p:cNvSpPr/>
              <p:nvPr/>
            </p:nvSpPr>
            <p:spPr>
              <a:xfrm>
                <a:off x="3440674" y="1008186"/>
                <a:ext cx="914400" cy="91528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84">
                    <a:moveTo>
                      <a:pt x="914400" y="914399"/>
                    </a:moveTo>
                    <a:lnTo>
                      <a:pt x="914400" y="915284"/>
                    </a:lnTo>
                    <a:lnTo>
                      <a:pt x="910401" y="91439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6" name="ph7986"/>
              <p:cNvSpPr/>
              <p:nvPr/>
            </p:nvSpPr>
            <p:spPr>
              <a:xfrm>
                <a:off x="3440674" y="1008186"/>
                <a:ext cx="923840" cy="922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880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880"/>
                    </a:lnTo>
                    <a:lnTo>
                      <a:pt x="921958" y="920787"/>
                    </a:lnTo>
                    <a:lnTo>
                      <a:pt x="917963" y="915806"/>
                    </a:lnTo>
                    <a:lnTo>
                      <a:pt x="915211" y="915463"/>
                    </a:lnTo>
                    <a:lnTo>
                      <a:pt x="914400" y="915284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7" name="ph7987"/>
              <p:cNvSpPr/>
              <p:nvPr/>
            </p:nvSpPr>
            <p:spPr>
              <a:xfrm>
                <a:off x="345011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292" y="931969"/>
                    </a:lnTo>
                    <a:lnTo>
                      <a:pt x="922645" y="931408"/>
                    </a:lnTo>
                    <a:lnTo>
                      <a:pt x="917508" y="926339"/>
                    </a:lnTo>
                    <a:lnTo>
                      <a:pt x="914400" y="922880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8" name="ph7988"/>
              <p:cNvSpPr/>
              <p:nvPr/>
            </p:nvSpPr>
            <p:spPr>
              <a:xfrm>
                <a:off x="345955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9" name="ph7989"/>
              <p:cNvSpPr/>
              <p:nvPr/>
            </p:nvSpPr>
            <p:spPr>
              <a:xfrm>
                <a:off x="346899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0" name="ph7990"/>
              <p:cNvSpPr/>
              <p:nvPr/>
            </p:nvSpPr>
            <p:spPr>
              <a:xfrm>
                <a:off x="347843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1" name="ph7991"/>
              <p:cNvSpPr/>
              <p:nvPr/>
            </p:nvSpPr>
            <p:spPr>
              <a:xfrm>
                <a:off x="348787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2" name="ph7992"/>
              <p:cNvSpPr/>
              <p:nvPr/>
            </p:nvSpPr>
            <p:spPr>
              <a:xfrm>
                <a:off x="349731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3" name="ph7993"/>
              <p:cNvSpPr/>
              <p:nvPr/>
            </p:nvSpPr>
            <p:spPr>
              <a:xfrm>
                <a:off x="350675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4" name="ph7994"/>
              <p:cNvSpPr/>
              <p:nvPr/>
            </p:nvSpPr>
            <p:spPr>
              <a:xfrm>
                <a:off x="351619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5" name="ph7995"/>
              <p:cNvSpPr/>
              <p:nvPr/>
            </p:nvSpPr>
            <p:spPr>
              <a:xfrm>
                <a:off x="352563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6" name="ph7996"/>
              <p:cNvSpPr/>
              <p:nvPr/>
            </p:nvSpPr>
            <p:spPr>
              <a:xfrm>
                <a:off x="353507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7" name="ph7997"/>
              <p:cNvSpPr/>
              <p:nvPr/>
            </p:nvSpPr>
            <p:spPr>
              <a:xfrm>
                <a:off x="354451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8" name="ph7998"/>
              <p:cNvSpPr/>
              <p:nvPr/>
            </p:nvSpPr>
            <p:spPr>
              <a:xfrm>
                <a:off x="355395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9" name="ph7999"/>
              <p:cNvSpPr/>
              <p:nvPr/>
            </p:nvSpPr>
            <p:spPr>
              <a:xfrm>
                <a:off x="356339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0" name="ph8000"/>
              <p:cNvSpPr/>
              <p:nvPr/>
            </p:nvSpPr>
            <p:spPr>
              <a:xfrm>
                <a:off x="357283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1" name="ph8001"/>
              <p:cNvSpPr/>
              <p:nvPr/>
            </p:nvSpPr>
            <p:spPr>
              <a:xfrm>
                <a:off x="358227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2" name="ph8002"/>
              <p:cNvSpPr/>
              <p:nvPr/>
            </p:nvSpPr>
            <p:spPr>
              <a:xfrm>
                <a:off x="359171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3" name="ph8003"/>
              <p:cNvSpPr/>
              <p:nvPr/>
            </p:nvSpPr>
            <p:spPr>
              <a:xfrm>
                <a:off x="360115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4" name="ph8004"/>
              <p:cNvSpPr/>
              <p:nvPr/>
            </p:nvSpPr>
            <p:spPr>
              <a:xfrm>
                <a:off x="361059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5" name="ph8005"/>
              <p:cNvSpPr/>
              <p:nvPr/>
            </p:nvSpPr>
            <p:spPr>
              <a:xfrm>
                <a:off x="362003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6" name="ph8006"/>
              <p:cNvSpPr/>
              <p:nvPr/>
            </p:nvSpPr>
            <p:spPr>
              <a:xfrm>
                <a:off x="362947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7" name="ph8007"/>
              <p:cNvSpPr/>
              <p:nvPr/>
            </p:nvSpPr>
            <p:spPr>
              <a:xfrm>
                <a:off x="363891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8" name="ph8008"/>
              <p:cNvSpPr/>
              <p:nvPr/>
            </p:nvSpPr>
            <p:spPr>
              <a:xfrm>
                <a:off x="364836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9" name="ph8009"/>
              <p:cNvSpPr/>
              <p:nvPr/>
            </p:nvSpPr>
            <p:spPr>
              <a:xfrm>
                <a:off x="365780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0" name="ph8010"/>
              <p:cNvSpPr/>
              <p:nvPr/>
            </p:nvSpPr>
            <p:spPr>
              <a:xfrm>
                <a:off x="366724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1" name="ph8011"/>
              <p:cNvSpPr/>
              <p:nvPr/>
            </p:nvSpPr>
            <p:spPr>
              <a:xfrm>
                <a:off x="367668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2" name="ph8012"/>
              <p:cNvSpPr/>
              <p:nvPr/>
            </p:nvSpPr>
            <p:spPr>
              <a:xfrm>
                <a:off x="368612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3" name="ph8013"/>
              <p:cNvSpPr/>
              <p:nvPr/>
            </p:nvSpPr>
            <p:spPr>
              <a:xfrm>
                <a:off x="369556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4" name="ph8014"/>
              <p:cNvSpPr/>
              <p:nvPr/>
            </p:nvSpPr>
            <p:spPr>
              <a:xfrm>
                <a:off x="370500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5" name="ph8015"/>
              <p:cNvSpPr/>
              <p:nvPr/>
            </p:nvSpPr>
            <p:spPr>
              <a:xfrm>
                <a:off x="371444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6" name="ph8016"/>
              <p:cNvSpPr/>
              <p:nvPr/>
            </p:nvSpPr>
            <p:spPr>
              <a:xfrm>
                <a:off x="372388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7" name="ph8017"/>
              <p:cNvSpPr/>
              <p:nvPr/>
            </p:nvSpPr>
            <p:spPr>
              <a:xfrm>
                <a:off x="373332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8" name="ph8018"/>
              <p:cNvSpPr/>
              <p:nvPr/>
            </p:nvSpPr>
            <p:spPr>
              <a:xfrm>
                <a:off x="374276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9" name="ph8019"/>
              <p:cNvSpPr/>
              <p:nvPr/>
            </p:nvSpPr>
            <p:spPr>
              <a:xfrm>
                <a:off x="375220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0" name="ph8020"/>
              <p:cNvSpPr/>
              <p:nvPr/>
            </p:nvSpPr>
            <p:spPr>
              <a:xfrm>
                <a:off x="376164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1" name="ph8021"/>
              <p:cNvSpPr/>
              <p:nvPr/>
            </p:nvSpPr>
            <p:spPr>
              <a:xfrm>
                <a:off x="377108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2" name="ph8022"/>
              <p:cNvSpPr/>
              <p:nvPr/>
            </p:nvSpPr>
            <p:spPr>
              <a:xfrm>
                <a:off x="378052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3" name="ph8023"/>
              <p:cNvSpPr/>
              <p:nvPr/>
            </p:nvSpPr>
            <p:spPr>
              <a:xfrm>
                <a:off x="378996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4" name="ph8024"/>
              <p:cNvSpPr/>
              <p:nvPr/>
            </p:nvSpPr>
            <p:spPr>
              <a:xfrm>
                <a:off x="379940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5" name="ph8025"/>
              <p:cNvSpPr/>
              <p:nvPr/>
            </p:nvSpPr>
            <p:spPr>
              <a:xfrm>
                <a:off x="380884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6" name="ph8026"/>
              <p:cNvSpPr/>
              <p:nvPr/>
            </p:nvSpPr>
            <p:spPr>
              <a:xfrm>
                <a:off x="381828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7" name="ph8027"/>
              <p:cNvSpPr/>
              <p:nvPr/>
            </p:nvSpPr>
            <p:spPr>
              <a:xfrm>
                <a:off x="382772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8" name="ph8028"/>
              <p:cNvSpPr/>
              <p:nvPr/>
            </p:nvSpPr>
            <p:spPr>
              <a:xfrm>
                <a:off x="383716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9" name="ph8029"/>
              <p:cNvSpPr/>
              <p:nvPr/>
            </p:nvSpPr>
            <p:spPr>
              <a:xfrm>
                <a:off x="384660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0" name="ph8030"/>
              <p:cNvSpPr/>
              <p:nvPr/>
            </p:nvSpPr>
            <p:spPr>
              <a:xfrm>
                <a:off x="3865485" y="10257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188" y="896830"/>
                    </a:lnTo>
                    <a:lnTo>
                      <a:pt x="914400" y="897807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1" name="ph8031"/>
              <p:cNvSpPr/>
              <p:nvPr/>
            </p:nvSpPr>
            <p:spPr>
              <a:xfrm>
                <a:off x="3865485" y="1025756"/>
                <a:ext cx="9174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09" h="914399">
                    <a:moveTo>
                      <a:pt x="914400" y="914399"/>
                    </a:moveTo>
                    <a:lnTo>
                      <a:pt x="914400" y="897807"/>
                    </a:lnTo>
                    <a:lnTo>
                      <a:pt x="914883" y="900040"/>
                    </a:lnTo>
                    <a:lnTo>
                      <a:pt x="916819" y="910549"/>
                    </a:lnTo>
                    <a:lnTo>
                      <a:pt x="917409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2" name="ph8032"/>
              <p:cNvSpPr/>
              <p:nvPr/>
            </p:nvSpPr>
            <p:spPr>
              <a:xfrm>
                <a:off x="2071840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813" y="914399"/>
                    </a:lnTo>
                    <a:lnTo>
                      <a:pt x="914400" y="912963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3" name="ph8033"/>
              <p:cNvSpPr/>
              <p:nvPr/>
            </p:nvSpPr>
            <p:spPr>
              <a:xfrm>
                <a:off x="2081280" y="99061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533"/>
                    </a:lnTo>
                    <a:lnTo>
                      <a:pt x="907915" y="923292"/>
                    </a:lnTo>
                    <a:lnTo>
                      <a:pt x="911739" y="914874"/>
                    </a:lnTo>
                    <a:lnTo>
                      <a:pt x="911967" y="914400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4" name="ph8034"/>
              <p:cNvSpPr/>
              <p:nvPr/>
            </p:nvSpPr>
            <p:spPr>
              <a:xfrm>
                <a:off x="208128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5" name="ph8035"/>
              <p:cNvSpPr/>
              <p:nvPr/>
            </p:nvSpPr>
            <p:spPr>
              <a:xfrm>
                <a:off x="209072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6" name="ph8036"/>
              <p:cNvSpPr/>
              <p:nvPr/>
            </p:nvSpPr>
            <p:spPr>
              <a:xfrm>
                <a:off x="210016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7" name="ph8037"/>
              <p:cNvSpPr/>
              <p:nvPr/>
            </p:nvSpPr>
            <p:spPr>
              <a:xfrm>
                <a:off x="210960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8" name="ph8038"/>
              <p:cNvSpPr/>
              <p:nvPr/>
            </p:nvSpPr>
            <p:spPr>
              <a:xfrm>
                <a:off x="211904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9" name="ph8039"/>
              <p:cNvSpPr/>
              <p:nvPr/>
            </p:nvSpPr>
            <p:spPr>
              <a:xfrm>
                <a:off x="212848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0" name="ph8040"/>
              <p:cNvSpPr/>
              <p:nvPr/>
            </p:nvSpPr>
            <p:spPr>
              <a:xfrm>
                <a:off x="213792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1" name="ph8041"/>
              <p:cNvSpPr/>
              <p:nvPr/>
            </p:nvSpPr>
            <p:spPr>
              <a:xfrm>
                <a:off x="214736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2" name="ph8042"/>
              <p:cNvSpPr/>
              <p:nvPr/>
            </p:nvSpPr>
            <p:spPr>
              <a:xfrm>
                <a:off x="215680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3" name="ph8043"/>
              <p:cNvSpPr/>
              <p:nvPr/>
            </p:nvSpPr>
            <p:spPr>
              <a:xfrm>
                <a:off x="216624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4" name="ph8044"/>
              <p:cNvSpPr/>
              <p:nvPr/>
            </p:nvSpPr>
            <p:spPr>
              <a:xfrm>
                <a:off x="217568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5" name="ph8045"/>
              <p:cNvSpPr/>
              <p:nvPr/>
            </p:nvSpPr>
            <p:spPr>
              <a:xfrm>
                <a:off x="218512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6" name="ph8046"/>
              <p:cNvSpPr/>
              <p:nvPr/>
            </p:nvSpPr>
            <p:spPr>
              <a:xfrm>
                <a:off x="219456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7" name="ph8047"/>
              <p:cNvSpPr/>
              <p:nvPr/>
            </p:nvSpPr>
            <p:spPr>
              <a:xfrm>
                <a:off x="220400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8" name="ph8048"/>
              <p:cNvSpPr/>
              <p:nvPr/>
            </p:nvSpPr>
            <p:spPr>
              <a:xfrm>
                <a:off x="221344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9" name="ph8049"/>
              <p:cNvSpPr/>
              <p:nvPr/>
            </p:nvSpPr>
            <p:spPr>
              <a:xfrm>
                <a:off x="222288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0" name="ph8050"/>
              <p:cNvSpPr/>
              <p:nvPr/>
            </p:nvSpPr>
            <p:spPr>
              <a:xfrm>
                <a:off x="223232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1" name="ph8051"/>
              <p:cNvSpPr/>
              <p:nvPr/>
            </p:nvSpPr>
            <p:spPr>
              <a:xfrm>
                <a:off x="224176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2" name="ph8052"/>
              <p:cNvSpPr/>
              <p:nvPr/>
            </p:nvSpPr>
            <p:spPr>
              <a:xfrm>
                <a:off x="225120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3" name="ph8053"/>
              <p:cNvSpPr/>
              <p:nvPr/>
            </p:nvSpPr>
            <p:spPr>
              <a:xfrm>
                <a:off x="2270085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56" y="896830"/>
                    </a:lnTo>
                    <a:lnTo>
                      <a:pt x="913702" y="897487"/>
                    </a:lnTo>
                    <a:lnTo>
                      <a:pt x="914400" y="899574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4" name="ph8054"/>
              <p:cNvSpPr/>
              <p:nvPr/>
            </p:nvSpPr>
            <p:spPr>
              <a:xfrm>
                <a:off x="2270085" y="1008186"/>
                <a:ext cx="91906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067" h="914399">
                    <a:moveTo>
                      <a:pt x="914400" y="914399"/>
                    </a:moveTo>
                    <a:lnTo>
                      <a:pt x="914400" y="899574"/>
                    </a:lnTo>
                    <a:lnTo>
                      <a:pt x="916827" y="906842"/>
                    </a:lnTo>
                    <a:lnTo>
                      <a:pt x="919067" y="91439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5" name="ph8055"/>
              <p:cNvSpPr/>
              <p:nvPr/>
            </p:nvSpPr>
            <p:spPr>
              <a:xfrm>
                <a:off x="3412354" y="990616"/>
                <a:ext cx="914400" cy="92059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6">
                    <a:moveTo>
                      <a:pt x="914400" y="914400"/>
                    </a:moveTo>
                    <a:lnTo>
                      <a:pt x="914400" y="920596"/>
                    </a:lnTo>
                    <a:lnTo>
                      <a:pt x="909739" y="917175"/>
                    </a:lnTo>
                    <a:lnTo>
                      <a:pt x="906463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6" name="ph8056"/>
              <p:cNvSpPr/>
              <p:nvPr/>
            </p:nvSpPr>
            <p:spPr>
              <a:xfrm>
                <a:off x="3412354" y="990616"/>
                <a:ext cx="923840" cy="9262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253"/>
                    </a:lnTo>
                    <a:lnTo>
                      <a:pt x="920690" y="924614"/>
                    </a:lnTo>
                    <a:lnTo>
                      <a:pt x="915163" y="921157"/>
                    </a:lnTo>
                    <a:lnTo>
                      <a:pt x="914400" y="920596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7" name="ph8057"/>
              <p:cNvSpPr/>
              <p:nvPr/>
            </p:nvSpPr>
            <p:spPr>
              <a:xfrm>
                <a:off x="3421794" y="990616"/>
                <a:ext cx="923840" cy="9303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329"/>
                    </a:lnTo>
                    <a:lnTo>
                      <a:pt x="922554" y="929919"/>
                    </a:lnTo>
                    <a:lnTo>
                      <a:pt x="916865" y="927537"/>
                    </a:lnTo>
                    <a:lnTo>
                      <a:pt x="914400" y="926253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8" name="ph8058"/>
              <p:cNvSpPr/>
              <p:nvPr/>
            </p:nvSpPr>
            <p:spPr>
              <a:xfrm>
                <a:off x="343123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42" y="931969"/>
                    </a:lnTo>
                    <a:lnTo>
                      <a:pt x="918861" y="931752"/>
                    </a:lnTo>
                    <a:lnTo>
                      <a:pt x="914400" y="93032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9" name="ph8059"/>
              <p:cNvSpPr/>
              <p:nvPr/>
            </p:nvSpPr>
            <p:spPr>
              <a:xfrm>
                <a:off x="344067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0" name="ph8060"/>
              <p:cNvSpPr/>
              <p:nvPr/>
            </p:nvSpPr>
            <p:spPr>
              <a:xfrm>
                <a:off x="345011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1" name="ph8061"/>
              <p:cNvSpPr/>
              <p:nvPr/>
            </p:nvSpPr>
            <p:spPr>
              <a:xfrm>
                <a:off x="345955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2" name="ph8062"/>
              <p:cNvSpPr/>
              <p:nvPr/>
            </p:nvSpPr>
            <p:spPr>
              <a:xfrm>
                <a:off x="346899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3" name="ph8063"/>
              <p:cNvSpPr/>
              <p:nvPr/>
            </p:nvSpPr>
            <p:spPr>
              <a:xfrm>
                <a:off x="347843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4" name="ph8064"/>
              <p:cNvSpPr/>
              <p:nvPr/>
            </p:nvSpPr>
            <p:spPr>
              <a:xfrm>
                <a:off x="348787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5" name="ph8065"/>
              <p:cNvSpPr/>
              <p:nvPr/>
            </p:nvSpPr>
            <p:spPr>
              <a:xfrm>
                <a:off x="349731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6" name="ph8066"/>
              <p:cNvSpPr/>
              <p:nvPr/>
            </p:nvSpPr>
            <p:spPr>
              <a:xfrm>
                <a:off x="350675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7" name="ph8067"/>
              <p:cNvSpPr/>
              <p:nvPr/>
            </p:nvSpPr>
            <p:spPr>
              <a:xfrm>
                <a:off x="351619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8" name="ph8068"/>
              <p:cNvSpPr/>
              <p:nvPr/>
            </p:nvSpPr>
            <p:spPr>
              <a:xfrm>
                <a:off x="352563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9" name="ph8069"/>
              <p:cNvSpPr/>
              <p:nvPr/>
            </p:nvSpPr>
            <p:spPr>
              <a:xfrm>
                <a:off x="353507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0" name="ph8070"/>
              <p:cNvSpPr/>
              <p:nvPr/>
            </p:nvSpPr>
            <p:spPr>
              <a:xfrm>
                <a:off x="354451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1" name="ph8071"/>
              <p:cNvSpPr/>
              <p:nvPr/>
            </p:nvSpPr>
            <p:spPr>
              <a:xfrm>
                <a:off x="355395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2" name="ph8072"/>
              <p:cNvSpPr/>
              <p:nvPr/>
            </p:nvSpPr>
            <p:spPr>
              <a:xfrm>
                <a:off x="356339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3" name="ph8073"/>
              <p:cNvSpPr/>
              <p:nvPr/>
            </p:nvSpPr>
            <p:spPr>
              <a:xfrm>
                <a:off x="357283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4" name="ph8074"/>
              <p:cNvSpPr/>
              <p:nvPr/>
            </p:nvSpPr>
            <p:spPr>
              <a:xfrm>
                <a:off x="358227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5" name="ph8075"/>
              <p:cNvSpPr/>
              <p:nvPr/>
            </p:nvSpPr>
            <p:spPr>
              <a:xfrm>
                <a:off x="359171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6" name="ph8076"/>
              <p:cNvSpPr/>
              <p:nvPr/>
            </p:nvSpPr>
            <p:spPr>
              <a:xfrm>
                <a:off x="360115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7" name="ph8077"/>
              <p:cNvSpPr/>
              <p:nvPr/>
            </p:nvSpPr>
            <p:spPr>
              <a:xfrm>
                <a:off x="361059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8" name="ph8078"/>
              <p:cNvSpPr/>
              <p:nvPr/>
            </p:nvSpPr>
            <p:spPr>
              <a:xfrm>
                <a:off x="362003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9" name="ph8079"/>
              <p:cNvSpPr/>
              <p:nvPr/>
            </p:nvSpPr>
            <p:spPr>
              <a:xfrm>
                <a:off x="362947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0" name="ph8080"/>
              <p:cNvSpPr/>
              <p:nvPr/>
            </p:nvSpPr>
            <p:spPr>
              <a:xfrm>
                <a:off x="363891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1" name="ph8081"/>
              <p:cNvSpPr/>
              <p:nvPr/>
            </p:nvSpPr>
            <p:spPr>
              <a:xfrm>
                <a:off x="364836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2" name="ph8082"/>
              <p:cNvSpPr/>
              <p:nvPr/>
            </p:nvSpPr>
            <p:spPr>
              <a:xfrm>
                <a:off x="365780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3" name="ph8083"/>
              <p:cNvSpPr/>
              <p:nvPr/>
            </p:nvSpPr>
            <p:spPr>
              <a:xfrm>
                <a:off x="366724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4" name="ph8084"/>
              <p:cNvSpPr/>
              <p:nvPr/>
            </p:nvSpPr>
            <p:spPr>
              <a:xfrm>
                <a:off x="367668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5" name="ph8085"/>
              <p:cNvSpPr/>
              <p:nvPr/>
            </p:nvSpPr>
            <p:spPr>
              <a:xfrm>
                <a:off x="368612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6" name="ph8086"/>
              <p:cNvSpPr/>
              <p:nvPr/>
            </p:nvSpPr>
            <p:spPr>
              <a:xfrm>
                <a:off x="369556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7" name="ph8087"/>
              <p:cNvSpPr/>
              <p:nvPr/>
            </p:nvSpPr>
            <p:spPr>
              <a:xfrm>
                <a:off x="370500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8" name="ph8088"/>
              <p:cNvSpPr/>
              <p:nvPr/>
            </p:nvSpPr>
            <p:spPr>
              <a:xfrm>
                <a:off x="371444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9" name="ph8089"/>
              <p:cNvSpPr/>
              <p:nvPr/>
            </p:nvSpPr>
            <p:spPr>
              <a:xfrm>
                <a:off x="372388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0" name="ph8090"/>
              <p:cNvSpPr/>
              <p:nvPr/>
            </p:nvSpPr>
            <p:spPr>
              <a:xfrm>
                <a:off x="373332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1" name="ph8091"/>
              <p:cNvSpPr/>
              <p:nvPr/>
            </p:nvSpPr>
            <p:spPr>
              <a:xfrm>
                <a:off x="374276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2" name="ph8092"/>
              <p:cNvSpPr/>
              <p:nvPr/>
            </p:nvSpPr>
            <p:spPr>
              <a:xfrm>
                <a:off x="375220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3" name="ph8093"/>
              <p:cNvSpPr/>
              <p:nvPr/>
            </p:nvSpPr>
            <p:spPr>
              <a:xfrm>
                <a:off x="376164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4" name="ph8094"/>
              <p:cNvSpPr/>
              <p:nvPr/>
            </p:nvSpPr>
            <p:spPr>
              <a:xfrm>
                <a:off x="377108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5" name="ph8095"/>
              <p:cNvSpPr/>
              <p:nvPr/>
            </p:nvSpPr>
            <p:spPr>
              <a:xfrm>
                <a:off x="378052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6" name="ph8096"/>
              <p:cNvSpPr/>
              <p:nvPr/>
            </p:nvSpPr>
            <p:spPr>
              <a:xfrm>
                <a:off x="378996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7" name="ph8097"/>
              <p:cNvSpPr/>
              <p:nvPr/>
            </p:nvSpPr>
            <p:spPr>
              <a:xfrm>
                <a:off x="379940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8" name="ph8098"/>
              <p:cNvSpPr/>
              <p:nvPr/>
            </p:nvSpPr>
            <p:spPr>
              <a:xfrm>
                <a:off x="380884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9" name="ph8099"/>
              <p:cNvSpPr/>
              <p:nvPr/>
            </p:nvSpPr>
            <p:spPr>
              <a:xfrm>
                <a:off x="381828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0" name="ph8100"/>
              <p:cNvSpPr/>
              <p:nvPr/>
            </p:nvSpPr>
            <p:spPr>
              <a:xfrm>
                <a:off x="382772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1" name="ph8101"/>
              <p:cNvSpPr/>
              <p:nvPr/>
            </p:nvSpPr>
            <p:spPr>
              <a:xfrm>
                <a:off x="383716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2" name="ph8102"/>
              <p:cNvSpPr/>
              <p:nvPr/>
            </p:nvSpPr>
            <p:spPr>
              <a:xfrm>
                <a:off x="384660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3" name="ph8103"/>
              <p:cNvSpPr/>
              <p:nvPr/>
            </p:nvSpPr>
            <p:spPr>
              <a:xfrm>
                <a:off x="3856045" y="1008186"/>
                <a:ext cx="9236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88" y="896916"/>
                    </a:lnTo>
                    <a:lnTo>
                      <a:pt x="919573" y="897235"/>
                    </a:lnTo>
                    <a:lnTo>
                      <a:pt x="922092" y="907306"/>
                    </a:lnTo>
                    <a:lnTo>
                      <a:pt x="923628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4" name="ph8104"/>
              <p:cNvSpPr/>
              <p:nvPr/>
            </p:nvSpPr>
            <p:spPr>
              <a:xfrm>
                <a:off x="2081280" y="99061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967" y="914400"/>
                    </a:lnTo>
                    <a:lnTo>
                      <a:pt x="912104" y="914113"/>
                    </a:lnTo>
                    <a:lnTo>
                      <a:pt x="912287" y="913730"/>
                    </a:lnTo>
                    <a:lnTo>
                      <a:pt x="912471" y="913347"/>
                    </a:lnTo>
                    <a:lnTo>
                      <a:pt x="912654" y="912964"/>
                    </a:lnTo>
                    <a:lnTo>
                      <a:pt x="912838" y="912581"/>
                    </a:lnTo>
                    <a:lnTo>
                      <a:pt x="913021" y="912198"/>
                    </a:lnTo>
                    <a:lnTo>
                      <a:pt x="913205" y="911815"/>
                    </a:lnTo>
                    <a:lnTo>
                      <a:pt x="913388" y="911432"/>
                    </a:lnTo>
                    <a:lnTo>
                      <a:pt x="913572" y="911049"/>
                    </a:lnTo>
                    <a:lnTo>
                      <a:pt x="913756" y="910666"/>
                    </a:lnTo>
                    <a:lnTo>
                      <a:pt x="913939" y="910283"/>
                    </a:lnTo>
                    <a:lnTo>
                      <a:pt x="914123" y="909900"/>
                    </a:lnTo>
                    <a:lnTo>
                      <a:pt x="914307" y="909517"/>
                    </a:lnTo>
                    <a:lnTo>
                      <a:pt x="914400" y="909323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5" name="ph8105"/>
              <p:cNvSpPr/>
              <p:nvPr/>
            </p:nvSpPr>
            <p:spPr>
              <a:xfrm>
                <a:off x="2090720" y="97304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893"/>
                    </a:lnTo>
                    <a:lnTo>
                      <a:pt x="905050" y="926703"/>
                    </a:lnTo>
                    <a:lnTo>
                      <a:pt x="905234" y="926320"/>
                    </a:lnTo>
                    <a:lnTo>
                      <a:pt x="905417" y="925937"/>
                    </a:lnTo>
                    <a:lnTo>
                      <a:pt x="905601" y="925554"/>
                    </a:lnTo>
                    <a:lnTo>
                      <a:pt x="905785" y="925171"/>
                    </a:lnTo>
                    <a:lnTo>
                      <a:pt x="905968" y="924788"/>
                    </a:lnTo>
                    <a:lnTo>
                      <a:pt x="906152" y="924405"/>
                    </a:lnTo>
                    <a:lnTo>
                      <a:pt x="906336" y="924022"/>
                    </a:lnTo>
                    <a:lnTo>
                      <a:pt x="906520" y="923639"/>
                    </a:lnTo>
                    <a:lnTo>
                      <a:pt x="906703" y="923256"/>
                    </a:lnTo>
                    <a:lnTo>
                      <a:pt x="906887" y="922873"/>
                    </a:lnTo>
                    <a:lnTo>
                      <a:pt x="907071" y="922490"/>
                    </a:lnTo>
                    <a:lnTo>
                      <a:pt x="907255" y="922107"/>
                    </a:lnTo>
                    <a:lnTo>
                      <a:pt x="907439" y="921724"/>
                    </a:lnTo>
                    <a:lnTo>
                      <a:pt x="907622" y="921341"/>
                    </a:lnTo>
                    <a:lnTo>
                      <a:pt x="907806" y="920958"/>
                    </a:lnTo>
                    <a:lnTo>
                      <a:pt x="907990" y="920575"/>
                    </a:lnTo>
                    <a:lnTo>
                      <a:pt x="908174" y="920192"/>
                    </a:lnTo>
                    <a:lnTo>
                      <a:pt x="908358" y="919809"/>
                    </a:lnTo>
                    <a:lnTo>
                      <a:pt x="908542" y="919426"/>
                    </a:lnTo>
                    <a:lnTo>
                      <a:pt x="908726" y="919043"/>
                    </a:lnTo>
                    <a:lnTo>
                      <a:pt x="908910" y="918660"/>
                    </a:lnTo>
                    <a:lnTo>
                      <a:pt x="909093" y="918277"/>
                    </a:lnTo>
                    <a:lnTo>
                      <a:pt x="909277" y="917894"/>
                    </a:lnTo>
                    <a:lnTo>
                      <a:pt x="909461" y="917511"/>
                    </a:lnTo>
                    <a:lnTo>
                      <a:pt x="909645" y="917128"/>
                    </a:lnTo>
                    <a:lnTo>
                      <a:pt x="909829" y="916745"/>
                    </a:lnTo>
                    <a:lnTo>
                      <a:pt x="910013" y="916362"/>
                    </a:lnTo>
                    <a:lnTo>
                      <a:pt x="910197" y="915979"/>
                    </a:lnTo>
                    <a:lnTo>
                      <a:pt x="910381" y="915596"/>
                    </a:lnTo>
                    <a:lnTo>
                      <a:pt x="910565" y="915213"/>
                    </a:lnTo>
                    <a:lnTo>
                      <a:pt x="910749" y="914830"/>
                    </a:lnTo>
                    <a:lnTo>
                      <a:pt x="910956" y="914400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6" name="ph8106"/>
              <p:cNvSpPr/>
              <p:nvPr/>
            </p:nvSpPr>
            <p:spPr>
              <a:xfrm>
                <a:off x="209072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7" name="ph8107"/>
              <p:cNvSpPr/>
              <p:nvPr/>
            </p:nvSpPr>
            <p:spPr>
              <a:xfrm>
                <a:off x="210016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8" name="ph8108"/>
              <p:cNvSpPr/>
              <p:nvPr/>
            </p:nvSpPr>
            <p:spPr>
              <a:xfrm>
                <a:off x="210960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9" name="ph8109"/>
              <p:cNvSpPr/>
              <p:nvPr/>
            </p:nvSpPr>
            <p:spPr>
              <a:xfrm>
                <a:off x="211904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0" name="ph8110"/>
              <p:cNvSpPr/>
              <p:nvPr/>
            </p:nvSpPr>
            <p:spPr>
              <a:xfrm>
                <a:off x="212848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1" name="ph8111"/>
              <p:cNvSpPr/>
              <p:nvPr/>
            </p:nvSpPr>
            <p:spPr>
              <a:xfrm>
                <a:off x="213792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2" name="ph8112"/>
              <p:cNvSpPr/>
              <p:nvPr/>
            </p:nvSpPr>
            <p:spPr>
              <a:xfrm>
                <a:off x="214736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3" name="ph8113"/>
              <p:cNvSpPr/>
              <p:nvPr/>
            </p:nvSpPr>
            <p:spPr>
              <a:xfrm>
                <a:off x="215680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4" name="ph8114"/>
              <p:cNvSpPr/>
              <p:nvPr/>
            </p:nvSpPr>
            <p:spPr>
              <a:xfrm>
                <a:off x="216624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5" name="ph8115"/>
              <p:cNvSpPr/>
              <p:nvPr/>
            </p:nvSpPr>
            <p:spPr>
              <a:xfrm>
                <a:off x="217568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6" name="ph8116"/>
              <p:cNvSpPr/>
              <p:nvPr/>
            </p:nvSpPr>
            <p:spPr>
              <a:xfrm>
                <a:off x="218512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7" name="ph8117"/>
              <p:cNvSpPr/>
              <p:nvPr/>
            </p:nvSpPr>
            <p:spPr>
              <a:xfrm>
                <a:off x="219456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8" name="ph8118"/>
              <p:cNvSpPr/>
              <p:nvPr/>
            </p:nvSpPr>
            <p:spPr>
              <a:xfrm>
                <a:off x="220400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9" name="ph8119"/>
              <p:cNvSpPr/>
              <p:nvPr/>
            </p:nvSpPr>
            <p:spPr>
              <a:xfrm>
                <a:off x="221344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0" name="ph8120"/>
              <p:cNvSpPr/>
              <p:nvPr/>
            </p:nvSpPr>
            <p:spPr>
              <a:xfrm>
                <a:off x="222288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1" name="ph8121"/>
              <p:cNvSpPr/>
              <p:nvPr/>
            </p:nvSpPr>
            <p:spPr>
              <a:xfrm>
                <a:off x="223232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2" name="ph8122"/>
              <p:cNvSpPr/>
              <p:nvPr/>
            </p:nvSpPr>
            <p:spPr>
              <a:xfrm>
                <a:off x="224176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3" name="ph8123"/>
              <p:cNvSpPr/>
              <p:nvPr/>
            </p:nvSpPr>
            <p:spPr>
              <a:xfrm>
                <a:off x="225120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4" name="ph8124"/>
              <p:cNvSpPr/>
              <p:nvPr/>
            </p:nvSpPr>
            <p:spPr>
              <a:xfrm>
                <a:off x="2260644" y="990616"/>
                <a:ext cx="9228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899" y="896830"/>
                    </a:lnTo>
                    <a:lnTo>
                      <a:pt x="916127" y="897320"/>
                    </a:lnTo>
                    <a:lnTo>
                      <a:pt x="919759" y="906017"/>
                    </a:lnTo>
                    <a:lnTo>
                      <a:pt x="922897" y="914400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5" name="ph8125"/>
              <p:cNvSpPr/>
              <p:nvPr/>
            </p:nvSpPr>
            <p:spPr>
              <a:xfrm>
                <a:off x="3393473" y="973046"/>
                <a:ext cx="914400" cy="9213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332">
                    <a:moveTo>
                      <a:pt x="914400" y="914400"/>
                    </a:moveTo>
                    <a:lnTo>
                      <a:pt x="914322" y="921332"/>
                    </a:lnTo>
                    <a:lnTo>
                      <a:pt x="913052" y="920028"/>
                    </a:lnTo>
                    <a:lnTo>
                      <a:pt x="911781" y="918725"/>
                    </a:lnTo>
                    <a:lnTo>
                      <a:pt x="910511" y="917422"/>
                    </a:lnTo>
                    <a:lnTo>
                      <a:pt x="909240" y="916119"/>
                    </a:lnTo>
                    <a:lnTo>
                      <a:pt x="907969" y="914816"/>
                    </a:lnTo>
                    <a:lnTo>
                      <a:pt x="907563" y="91440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6" name="ph8126"/>
              <p:cNvSpPr/>
              <p:nvPr/>
            </p:nvSpPr>
            <p:spPr>
              <a:xfrm>
                <a:off x="3393473" y="973046"/>
                <a:ext cx="923840" cy="93069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9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695"/>
                    </a:lnTo>
                    <a:lnTo>
                      <a:pt x="923312" y="930248"/>
                    </a:lnTo>
                    <a:lnTo>
                      <a:pt x="918136" y="925250"/>
                    </a:lnTo>
                    <a:lnTo>
                      <a:pt x="916861" y="923939"/>
                    </a:lnTo>
                    <a:lnTo>
                      <a:pt x="915591" y="922635"/>
                    </a:lnTo>
                    <a:lnTo>
                      <a:pt x="914400" y="921412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7" name="ph8127"/>
              <p:cNvSpPr/>
              <p:nvPr/>
            </p:nvSpPr>
            <p:spPr>
              <a:xfrm>
                <a:off x="340291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903" y="931969"/>
                    </a:lnTo>
                    <a:lnTo>
                      <a:pt x="914400" y="930695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8" name="ph8128"/>
              <p:cNvSpPr/>
              <p:nvPr/>
            </p:nvSpPr>
            <p:spPr>
              <a:xfrm>
                <a:off x="341235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9" name="ph8129"/>
              <p:cNvSpPr/>
              <p:nvPr/>
            </p:nvSpPr>
            <p:spPr>
              <a:xfrm>
                <a:off x="342179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0" name="ph8130"/>
              <p:cNvSpPr/>
              <p:nvPr/>
            </p:nvSpPr>
            <p:spPr>
              <a:xfrm>
                <a:off x="343123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1" name="ph8131"/>
              <p:cNvSpPr/>
              <p:nvPr/>
            </p:nvSpPr>
            <p:spPr>
              <a:xfrm>
                <a:off x="344067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2" name="ph8132"/>
              <p:cNvSpPr/>
              <p:nvPr/>
            </p:nvSpPr>
            <p:spPr>
              <a:xfrm>
                <a:off x="345011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3" name="ph8133"/>
              <p:cNvSpPr/>
              <p:nvPr/>
            </p:nvSpPr>
            <p:spPr>
              <a:xfrm>
                <a:off x="345955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4" name="ph8134"/>
              <p:cNvSpPr/>
              <p:nvPr/>
            </p:nvSpPr>
            <p:spPr>
              <a:xfrm>
                <a:off x="346899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5" name="ph8135"/>
              <p:cNvSpPr/>
              <p:nvPr/>
            </p:nvSpPr>
            <p:spPr>
              <a:xfrm>
                <a:off x="347843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6" name="ph8136"/>
              <p:cNvSpPr/>
              <p:nvPr/>
            </p:nvSpPr>
            <p:spPr>
              <a:xfrm>
                <a:off x="348787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7" name="ph8137"/>
              <p:cNvSpPr/>
              <p:nvPr/>
            </p:nvSpPr>
            <p:spPr>
              <a:xfrm>
                <a:off x="349731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8" name="ph8138"/>
              <p:cNvSpPr/>
              <p:nvPr/>
            </p:nvSpPr>
            <p:spPr>
              <a:xfrm>
                <a:off x="350675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9" name="ph8139"/>
              <p:cNvSpPr/>
              <p:nvPr/>
            </p:nvSpPr>
            <p:spPr>
              <a:xfrm>
                <a:off x="351619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0" name="ph8140"/>
              <p:cNvSpPr/>
              <p:nvPr/>
            </p:nvSpPr>
            <p:spPr>
              <a:xfrm>
                <a:off x="352563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1" name="ph8141"/>
              <p:cNvSpPr/>
              <p:nvPr/>
            </p:nvSpPr>
            <p:spPr>
              <a:xfrm>
                <a:off x="353507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2" name="ph8142"/>
              <p:cNvSpPr/>
              <p:nvPr/>
            </p:nvSpPr>
            <p:spPr>
              <a:xfrm>
                <a:off x="354451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3" name="ph8143"/>
              <p:cNvSpPr/>
              <p:nvPr/>
            </p:nvSpPr>
            <p:spPr>
              <a:xfrm>
                <a:off x="355395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4" name="ph8144"/>
              <p:cNvSpPr/>
              <p:nvPr/>
            </p:nvSpPr>
            <p:spPr>
              <a:xfrm>
                <a:off x="356339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5" name="ph8145"/>
              <p:cNvSpPr/>
              <p:nvPr/>
            </p:nvSpPr>
            <p:spPr>
              <a:xfrm>
                <a:off x="357283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6" name="ph8146"/>
              <p:cNvSpPr/>
              <p:nvPr/>
            </p:nvSpPr>
            <p:spPr>
              <a:xfrm>
                <a:off x="358227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7" name="ph8147"/>
              <p:cNvSpPr/>
              <p:nvPr/>
            </p:nvSpPr>
            <p:spPr>
              <a:xfrm>
                <a:off x="359171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8" name="ph8148"/>
              <p:cNvSpPr/>
              <p:nvPr/>
            </p:nvSpPr>
            <p:spPr>
              <a:xfrm>
                <a:off x="360115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9" name="ph8149"/>
              <p:cNvSpPr/>
              <p:nvPr/>
            </p:nvSpPr>
            <p:spPr>
              <a:xfrm>
                <a:off x="361059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0" name="ph8150"/>
              <p:cNvSpPr/>
              <p:nvPr/>
            </p:nvSpPr>
            <p:spPr>
              <a:xfrm>
                <a:off x="362003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1" name="ph8151"/>
              <p:cNvSpPr/>
              <p:nvPr/>
            </p:nvSpPr>
            <p:spPr>
              <a:xfrm>
                <a:off x="362947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2" name="ph8152"/>
              <p:cNvSpPr/>
              <p:nvPr/>
            </p:nvSpPr>
            <p:spPr>
              <a:xfrm>
                <a:off x="363891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3" name="ph8153"/>
              <p:cNvSpPr/>
              <p:nvPr/>
            </p:nvSpPr>
            <p:spPr>
              <a:xfrm>
                <a:off x="364836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4" name="ph8154"/>
              <p:cNvSpPr/>
              <p:nvPr/>
            </p:nvSpPr>
            <p:spPr>
              <a:xfrm>
                <a:off x="365780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5" name="ph8155"/>
              <p:cNvSpPr/>
              <p:nvPr/>
            </p:nvSpPr>
            <p:spPr>
              <a:xfrm>
                <a:off x="366724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6" name="ph8156"/>
              <p:cNvSpPr/>
              <p:nvPr/>
            </p:nvSpPr>
            <p:spPr>
              <a:xfrm>
                <a:off x="367668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7" name="ph8157"/>
              <p:cNvSpPr/>
              <p:nvPr/>
            </p:nvSpPr>
            <p:spPr>
              <a:xfrm>
                <a:off x="368612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8" name="ph8158"/>
              <p:cNvSpPr/>
              <p:nvPr/>
            </p:nvSpPr>
            <p:spPr>
              <a:xfrm>
                <a:off x="369556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9" name="ph8159"/>
              <p:cNvSpPr/>
              <p:nvPr/>
            </p:nvSpPr>
            <p:spPr>
              <a:xfrm>
                <a:off x="370500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0" name="ph8160"/>
              <p:cNvSpPr/>
              <p:nvPr/>
            </p:nvSpPr>
            <p:spPr>
              <a:xfrm>
                <a:off x="371444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1" name="ph8161"/>
              <p:cNvSpPr/>
              <p:nvPr/>
            </p:nvSpPr>
            <p:spPr>
              <a:xfrm>
                <a:off x="372388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2" name="ph8162"/>
              <p:cNvSpPr/>
              <p:nvPr/>
            </p:nvSpPr>
            <p:spPr>
              <a:xfrm>
                <a:off x="373332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3" name="ph8163"/>
              <p:cNvSpPr/>
              <p:nvPr/>
            </p:nvSpPr>
            <p:spPr>
              <a:xfrm>
                <a:off x="374276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4" name="ph8164"/>
              <p:cNvSpPr/>
              <p:nvPr/>
            </p:nvSpPr>
            <p:spPr>
              <a:xfrm>
                <a:off x="375220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5" name="ph8165"/>
              <p:cNvSpPr/>
              <p:nvPr/>
            </p:nvSpPr>
            <p:spPr>
              <a:xfrm>
                <a:off x="376164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6" name="ph8166"/>
              <p:cNvSpPr/>
              <p:nvPr/>
            </p:nvSpPr>
            <p:spPr>
              <a:xfrm>
                <a:off x="377108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7" name="ph8167"/>
              <p:cNvSpPr/>
              <p:nvPr/>
            </p:nvSpPr>
            <p:spPr>
              <a:xfrm>
                <a:off x="378052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8" name="ph8168"/>
              <p:cNvSpPr/>
              <p:nvPr/>
            </p:nvSpPr>
            <p:spPr>
              <a:xfrm>
                <a:off x="378996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9" name="ph8169"/>
              <p:cNvSpPr/>
              <p:nvPr/>
            </p:nvSpPr>
            <p:spPr>
              <a:xfrm>
                <a:off x="379940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0" name="ph8170"/>
              <p:cNvSpPr/>
              <p:nvPr/>
            </p:nvSpPr>
            <p:spPr>
              <a:xfrm>
                <a:off x="380884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1" name="ph8171"/>
              <p:cNvSpPr/>
              <p:nvPr/>
            </p:nvSpPr>
            <p:spPr>
              <a:xfrm>
                <a:off x="381828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2" name="ph8172"/>
              <p:cNvSpPr/>
              <p:nvPr/>
            </p:nvSpPr>
            <p:spPr>
              <a:xfrm>
                <a:off x="382772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3" name="ph8173"/>
              <p:cNvSpPr/>
              <p:nvPr/>
            </p:nvSpPr>
            <p:spPr>
              <a:xfrm>
                <a:off x="383716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4" name="ph8174"/>
              <p:cNvSpPr/>
              <p:nvPr/>
            </p:nvSpPr>
            <p:spPr>
              <a:xfrm>
                <a:off x="384660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5" name="ph8175"/>
              <p:cNvSpPr/>
              <p:nvPr/>
            </p:nvSpPr>
            <p:spPr>
              <a:xfrm>
                <a:off x="3856045" y="990616"/>
                <a:ext cx="91946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56" y="896830"/>
                    </a:lnTo>
                    <a:lnTo>
                      <a:pt x="914793" y="896967"/>
                    </a:lnTo>
                    <a:lnTo>
                      <a:pt x="914878" y="897285"/>
                    </a:lnTo>
                    <a:lnTo>
                      <a:pt x="914964" y="897604"/>
                    </a:lnTo>
                    <a:lnTo>
                      <a:pt x="915049" y="897922"/>
                    </a:lnTo>
                    <a:lnTo>
                      <a:pt x="915135" y="898241"/>
                    </a:lnTo>
                    <a:lnTo>
                      <a:pt x="915220" y="898559"/>
                    </a:lnTo>
                    <a:lnTo>
                      <a:pt x="915305" y="898878"/>
                    </a:lnTo>
                    <a:lnTo>
                      <a:pt x="915391" y="899196"/>
                    </a:lnTo>
                    <a:lnTo>
                      <a:pt x="915476" y="899515"/>
                    </a:lnTo>
                    <a:lnTo>
                      <a:pt x="915562" y="899833"/>
                    </a:lnTo>
                    <a:lnTo>
                      <a:pt x="915647" y="900152"/>
                    </a:lnTo>
                    <a:lnTo>
                      <a:pt x="915733" y="900470"/>
                    </a:lnTo>
                    <a:lnTo>
                      <a:pt x="915818" y="900789"/>
                    </a:lnTo>
                    <a:lnTo>
                      <a:pt x="915904" y="901107"/>
                    </a:lnTo>
                    <a:lnTo>
                      <a:pt x="915989" y="901426"/>
                    </a:lnTo>
                    <a:lnTo>
                      <a:pt x="916075" y="901745"/>
                    </a:lnTo>
                    <a:lnTo>
                      <a:pt x="916160" y="902063"/>
                    </a:lnTo>
                    <a:lnTo>
                      <a:pt x="916245" y="902382"/>
                    </a:lnTo>
                    <a:lnTo>
                      <a:pt x="916331" y="902700"/>
                    </a:lnTo>
                    <a:lnTo>
                      <a:pt x="916416" y="903019"/>
                    </a:lnTo>
                    <a:lnTo>
                      <a:pt x="916502" y="903337"/>
                    </a:lnTo>
                    <a:lnTo>
                      <a:pt x="916587" y="903656"/>
                    </a:lnTo>
                    <a:lnTo>
                      <a:pt x="916672" y="903974"/>
                    </a:lnTo>
                    <a:lnTo>
                      <a:pt x="916758" y="904293"/>
                    </a:lnTo>
                    <a:lnTo>
                      <a:pt x="916843" y="904611"/>
                    </a:lnTo>
                    <a:lnTo>
                      <a:pt x="916929" y="904930"/>
                    </a:lnTo>
                    <a:lnTo>
                      <a:pt x="917014" y="905248"/>
                    </a:lnTo>
                    <a:lnTo>
                      <a:pt x="917099" y="905567"/>
                    </a:lnTo>
                    <a:lnTo>
                      <a:pt x="917185" y="905885"/>
                    </a:lnTo>
                    <a:lnTo>
                      <a:pt x="917270" y="906204"/>
                    </a:lnTo>
                    <a:lnTo>
                      <a:pt x="917355" y="906523"/>
                    </a:lnTo>
                    <a:lnTo>
                      <a:pt x="917441" y="906841"/>
                    </a:lnTo>
                    <a:lnTo>
                      <a:pt x="917526" y="907160"/>
                    </a:lnTo>
                    <a:lnTo>
                      <a:pt x="917611" y="907478"/>
                    </a:lnTo>
                    <a:lnTo>
                      <a:pt x="917697" y="907797"/>
                    </a:lnTo>
                    <a:lnTo>
                      <a:pt x="917782" y="908115"/>
                    </a:lnTo>
                    <a:lnTo>
                      <a:pt x="917867" y="908434"/>
                    </a:lnTo>
                    <a:lnTo>
                      <a:pt x="917953" y="908752"/>
                    </a:lnTo>
                    <a:lnTo>
                      <a:pt x="918038" y="909071"/>
                    </a:lnTo>
                    <a:lnTo>
                      <a:pt x="918123" y="909389"/>
                    </a:lnTo>
                    <a:lnTo>
                      <a:pt x="918209" y="909708"/>
                    </a:lnTo>
                    <a:lnTo>
                      <a:pt x="918294" y="910026"/>
                    </a:lnTo>
                    <a:lnTo>
                      <a:pt x="918379" y="910345"/>
                    </a:lnTo>
                    <a:lnTo>
                      <a:pt x="918465" y="910664"/>
                    </a:lnTo>
                    <a:lnTo>
                      <a:pt x="918550" y="910982"/>
                    </a:lnTo>
                    <a:lnTo>
                      <a:pt x="918635" y="911301"/>
                    </a:lnTo>
                    <a:lnTo>
                      <a:pt x="918721" y="911619"/>
                    </a:lnTo>
                    <a:lnTo>
                      <a:pt x="918806" y="911938"/>
                    </a:lnTo>
                    <a:lnTo>
                      <a:pt x="918891" y="912256"/>
                    </a:lnTo>
                    <a:lnTo>
                      <a:pt x="918976" y="912575"/>
                    </a:lnTo>
                    <a:lnTo>
                      <a:pt x="919062" y="912893"/>
                    </a:lnTo>
                    <a:lnTo>
                      <a:pt x="919147" y="913212"/>
                    </a:lnTo>
                    <a:lnTo>
                      <a:pt x="919232" y="913530"/>
                    </a:lnTo>
                    <a:lnTo>
                      <a:pt x="919317" y="913849"/>
                    </a:lnTo>
                    <a:lnTo>
                      <a:pt x="919403" y="914168"/>
                    </a:lnTo>
                    <a:lnTo>
                      <a:pt x="919465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6" name="ph8176"/>
              <p:cNvSpPr/>
              <p:nvPr/>
            </p:nvSpPr>
            <p:spPr>
              <a:xfrm>
                <a:off x="2090720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956" y="914400"/>
                    </a:lnTo>
                    <a:lnTo>
                      <a:pt x="911117" y="914064"/>
                    </a:lnTo>
                    <a:lnTo>
                      <a:pt x="911301" y="913681"/>
                    </a:lnTo>
                    <a:lnTo>
                      <a:pt x="911485" y="913298"/>
                    </a:lnTo>
                    <a:lnTo>
                      <a:pt x="911670" y="912915"/>
                    </a:lnTo>
                    <a:lnTo>
                      <a:pt x="911854" y="912532"/>
                    </a:lnTo>
                    <a:lnTo>
                      <a:pt x="912038" y="912150"/>
                    </a:lnTo>
                    <a:lnTo>
                      <a:pt x="912222" y="911767"/>
                    </a:lnTo>
                    <a:lnTo>
                      <a:pt x="912406" y="911384"/>
                    </a:lnTo>
                    <a:lnTo>
                      <a:pt x="912590" y="911001"/>
                    </a:lnTo>
                    <a:lnTo>
                      <a:pt x="912774" y="910618"/>
                    </a:lnTo>
                    <a:lnTo>
                      <a:pt x="912958" y="910235"/>
                    </a:lnTo>
                    <a:lnTo>
                      <a:pt x="913143" y="909852"/>
                    </a:lnTo>
                    <a:lnTo>
                      <a:pt x="913327" y="909469"/>
                    </a:lnTo>
                    <a:lnTo>
                      <a:pt x="913511" y="909086"/>
                    </a:lnTo>
                    <a:lnTo>
                      <a:pt x="913695" y="908703"/>
                    </a:lnTo>
                    <a:lnTo>
                      <a:pt x="913879" y="908320"/>
                    </a:lnTo>
                    <a:lnTo>
                      <a:pt x="914064" y="907937"/>
                    </a:lnTo>
                    <a:lnTo>
                      <a:pt x="914400" y="907275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7" name="ph8177"/>
              <p:cNvSpPr/>
              <p:nvPr/>
            </p:nvSpPr>
            <p:spPr>
              <a:xfrm>
                <a:off x="2100160" y="95547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45"/>
                    </a:lnTo>
                    <a:lnTo>
                      <a:pt x="908686" y="917495"/>
                    </a:lnTo>
                    <a:lnTo>
                      <a:pt x="910428" y="91439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8" name="ph8178"/>
              <p:cNvSpPr/>
              <p:nvPr/>
            </p:nvSpPr>
            <p:spPr>
              <a:xfrm>
                <a:off x="210016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9" name="ph8179"/>
              <p:cNvSpPr/>
              <p:nvPr/>
            </p:nvSpPr>
            <p:spPr>
              <a:xfrm>
                <a:off x="210960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0" name="ph8180"/>
              <p:cNvSpPr/>
              <p:nvPr/>
            </p:nvSpPr>
            <p:spPr>
              <a:xfrm>
                <a:off x="211904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1" name="ph8181"/>
              <p:cNvSpPr/>
              <p:nvPr/>
            </p:nvSpPr>
            <p:spPr>
              <a:xfrm>
                <a:off x="212848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2" name="ph8182"/>
              <p:cNvSpPr/>
              <p:nvPr/>
            </p:nvSpPr>
            <p:spPr>
              <a:xfrm>
                <a:off x="213792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3" name="ph8183"/>
              <p:cNvSpPr/>
              <p:nvPr/>
            </p:nvSpPr>
            <p:spPr>
              <a:xfrm>
                <a:off x="214736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4" name="ph8184"/>
              <p:cNvSpPr/>
              <p:nvPr/>
            </p:nvSpPr>
            <p:spPr>
              <a:xfrm>
                <a:off x="215680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5" name="ph8185"/>
              <p:cNvSpPr/>
              <p:nvPr/>
            </p:nvSpPr>
            <p:spPr>
              <a:xfrm>
                <a:off x="216624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6" name="ph8186"/>
              <p:cNvSpPr/>
              <p:nvPr/>
            </p:nvSpPr>
            <p:spPr>
              <a:xfrm>
                <a:off x="217568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7" name="ph8187"/>
              <p:cNvSpPr/>
              <p:nvPr/>
            </p:nvSpPr>
            <p:spPr>
              <a:xfrm>
                <a:off x="218512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8" name="ph8188"/>
              <p:cNvSpPr/>
              <p:nvPr/>
            </p:nvSpPr>
            <p:spPr>
              <a:xfrm>
                <a:off x="219456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9" name="ph8189"/>
              <p:cNvSpPr/>
              <p:nvPr/>
            </p:nvSpPr>
            <p:spPr>
              <a:xfrm>
                <a:off x="220400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0" name="ph8190"/>
              <p:cNvSpPr/>
              <p:nvPr/>
            </p:nvSpPr>
            <p:spPr>
              <a:xfrm>
                <a:off x="221344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1" name="ph8191"/>
              <p:cNvSpPr/>
              <p:nvPr/>
            </p:nvSpPr>
            <p:spPr>
              <a:xfrm>
                <a:off x="222288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2" name="ph8192"/>
              <p:cNvSpPr/>
              <p:nvPr/>
            </p:nvSpPr>
            <p:spPr>
              <a:xfrm>
                <a:off x="223232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3" name="ph8193"/>
              <p:cNvSpPr/>
              <p:nvPr/>
            </p:nvSpPr>
            <p:spPr>
              <a:xfrm>
                <a:off x="224176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4" name="ph8194"/>
              <p:cNvSpPr/>
              <p:nvPr/>
            </p:nvSpPr>
            <p:spPr>
              <a:xfrm>
                <a:off x="2260644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134" y="896830"/>
                    </a:lnTo>
                    <a:lnTo>
                      <a:pt x="908155" y="898612"/>
                    </a:lnTo>
                    <a:lnTo>
                      <a:pt x="912255" y="906557"/>
                    </a:lnTo>
                    <a:lnTo>
                      <a:pt x="914400" y="911173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5" name="ph8195"/>
              <p:cNvSpPr/>
              <p:nvPr/>
            </p:nvSpPr>
            <p:spPr>
              <a:xfrm>
                <a:off x="2260644" y="973046"/>
                <a:ext cx="9158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99" h="914400">
                    <a:moveTo>
                      <a:pt x="914400" y="914400"/>
                    </a:moveTo>
                    <a:lnTo>
                      <a:pt x="914400" y="911173"/>
                    </a:lnTo>
                    <a:lnTo>
                      <a:pt x="915899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6" name="ph8196"/>
              <p:cNvSpPr/>
              <p:nvPr/>
            </p:nvSpPr>
            <p:spPr>
              <a:xfrm>
                <a:off x="3374593" y="955476"/>
                <a:ext cx="914400" cy="91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02">
                    <a:moveTo>
                      <a:pt x="914400" y="914399"/>
                    </a:moveTo>
                    <a:lnTo>
                      <a:pt x="914400" y="919502"/>
                    </a:lnTo>
                    <a:lnTo>
                      <a:pt x="911644" y="916512"/>
                    </a:lnTo>
                    <a:lnTo>
                      <a:pt x="909909" y="91439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7" name="ph8197"/>
              <p:cNvSpPr/>
              <p:nvPr/>
            </p:nvSpPr>
            <p:spPr>
              <a:xfrm>
                <a:off x="3374593" y="955476"/>
                <a:ext cx="923840" cy="92930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302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9302"/>
                    </a:lnTo>
                    <a:lnTo>
                      <a:pt x="923034" y="928477"/>
                    </a:lnTo>
                    <a:lnTo>
                      <a:pt x="921762" y="927175"/>
                    </a:lnTo>
                    <a:lnTo>
                      <a:pt x="920489" y="925873"/>
                    </a:lnTo>
                    <a:lnTo>
                      <a:pt x="919216" y="924570"/>
                    </a:lnTo>
                    <a:lnTo>
                      <a:pt x="917943" y="923268"/>
                    </a:lnTo>
                    <a:lnTo>
                      <a:pt x="916663" y="921959"/>
                    </a:lnTo>
                    <a:lnTo>
                      <a:pt x="914400" y="919502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8" name="ph8198"/>
              <p:cNvSpPr/>
              <p:nvPr/>
            </p:nvSpPr>
            <p:spPr>
              <a:xfrm>
                <a:off x="338403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003" y="931969"/>
                    </a:lnTo>
                    <a:lnTo>
                      <a:pt x="916138" y="931083"/>
                    </a:lnTo>
                    <a:lnTo>
                      <a:pt x="914866" y="929780"/>
                    </a:lnTo>
                    <a:lnTo>
                      <a:pt x="914400" y="929302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9" name="ph8199"/>
              <p:cNvSpPr/>
              <p:nvPr/>
            </p:nvSpPr>
            <p:spPr>
              <a:xfrm>
                <a:off x="339347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0" name="ph8200"/>
              <p:cNvSpPr/>
              <p:nvPr/>
            </p:nvSpPr>
            <p:spPr>
              <a:xfrm>
                <a:off x="340291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1" name="ph8201"/>
              <p:cNvSpPr/>
              <p:nvPr/>
            </p:nvSpPr>
            <p:spPr>
              <a:xfrm>
                <a:off x="341235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2" name="ph8202"/>
              <p:cNvSpPr/>
              <p:nvPr/>
            </p:nvSpPr>
            <p:spPr>
              <a:xfrm>
                <a:off x="342179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3" name="ph8203"/>
              <p:cNvSpPr/>
              <p:nvPr/>
            </p:nvSpPr>
            <p:spPr>
              <a:xfrm>
                <a:off x="343123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4" name="ph8204"/>
              <p:cNvSpPr/>
              <p:nvPr/>
            </p:nvSpPr>
            <p:spPr>
              <a:xfrm>
                <a:off x="344067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5" name="ph8205"/>
              <p:cNvSpPr/>
              <p:nvPr/>
            </p:nvSpPr>
            <p:spPr>
              <a:xfrm>
                <a:off x="345011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6" name="ph8206"/>
              <p:cNvSpPr/>
              <p:nvPr/>
            </p:nvSpPr>
            <p:spPr>
              <a:xfrm>
                <a:off x="345955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7" name="ph8207"/>
              <p:cNvSpPr/>
              <p:nvPr/>
            </p:nvSpPr>
            <p:spPr>
              <a:xfrm>
                <a:off x="346899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8" name="ph8208"/>
              <p:cNvSpPr/>
              <p:nvPr/>
            </p:nvSpPr>
            <p:spPr>
              <a:xfrm>
                <a:off x="347843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9" name="ph8209"/>
              <p:cNvSpPr/>
              <p:nvPr/>
            </p:nvSpPr>
            <p:spPr>
              <a:xfrm>
                <a:off x="348787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0" name="ph8210"/>
              <p:cNvSpPr/>
              <p:nvPr/>
            </p:nvSpPr>
            <p:spPr>
              <a:xfrm>
                <a:off x="349731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1" name="ph8211"/>
              <p:cNvSpPr/>
              <p:nvPr/>
            </p:nvSpPr>
            <p:spPr>
              <a:xfrm>
                <a:off x="350675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2" name="ph8212"/>
              <p:cNvSpPr/>
              <p:nvPr/>
            </p:nvSpPr>
            <p:spPr>
              <a:xfrm>
                <a:off x="351619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3" name="ph8213"/>
              <p:cNvSpPr/>
              <p:nvPr/>
            </p:nvSpPr>
            <p:spPr>
              <a:xfrm>
                <a:off x="352563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4" name="ph8214"/>
              <p:cNvSpPr/>
              <p:nvPr/>
            </p:nvSpPr>
            <p:spPr>
              <a:xfrm>
                <a:off x="353507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5" name="ph8215"/>
              <p:cNvSpPr/>
              <p:nvPr/>
            </p:nvSpPr>
            <p:spPr>
              <a:xfrm>
                <a:off x="354451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6" name="ph8216"/>
              <p:cNvSpPr/>
              <p:nvPr/>
            </p:nvSpPr>
            <p:spPr>
              <a:xfrm>
                <a:off x="355395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7" name="ph8217"/>
              <p:cNvSpPr/>
              <p:nvPr/>
            </p:nvSpPr>
            <p:spPr>
              <a:xfrm>
                <a:off x="356339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8" name="ph8218"/>
              <p:cNvSpPr/>
              <p:nvPr/>
            </p:nvSpPr>
            <p:spPr>
              <a:xfrm>
                <a:off x="357283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9" name="ph8219"/>
              <p:cNvSpPr/>
              <p:nvPr/>
            </p:nvSpPr>
            <p:spPr>
              <a:xfrm>
                <a:off x="358227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0" name="ph8220"/>
              <p:cNvSpPr/>
              <p:nvPr/>
            </p:nvSpPr>
            <p:spPr>
              <a:xfrm>
                <a:off x="359171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1" name="ph8221"/>
              <p:cNvSpPr/>
              <p:nvPr/>
            </p:nvSpPr>
            <p:spPr>
              <a:xfrm>
                <a:off x="360115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2" name="ph8222"/>
              <p:cNvSpPr/>
              <p:nvPr/>
            </p:nvSpPr>
            <p:spPr>
              <a:xfrm>
                <a:off x="361059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3" name="ph8223"/>
              <p:cNvSpPr/>
              <p:nvPr/>
            </p:nvSpPr>
            <p:spPr>
              <a:xfrm>
                <a:off x="362003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4" name="ph8224"/>
              <p:cNvSpPr/>
              <p:nvPr/>
            </p:nvSpPr>
            <p:spPr>
              <a:xfrm>
                <a:off x="362947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5" name="ph8225"/>
              <p:cNvSpPr/>
              <p:nvPr/>
            </p:nvSpPr>
            <p:spPr>
              <a:xfrm>
                <a:off x="363891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6" name="ph8226"/>
              <p:cNvSpPr/>
              <p:nvPr/>
            </p:nvSpPr>
            <p:spPr>
              <a:xfrm>
                <a:off x="364836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7" name="ph8227"/>
              <p:cNvSpPr/>
              <p:nvPr/>
            </p:nvSpPr>
            <p:spPr>
              <a:xfrm>
                <a:off x="365780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8" name="ph8228"/>
              <p:cNvSpPr/>
              <p:nvPr/>
            </p:nvSpPr>
            <p:spPr>
              <a:xfrm>
                <a:off x="366724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9" name="ph8229"/>
              <p:cNvSpPr/>
              <p:nvPr/>
            </p:nvSpPr>
            <p:spPr>
              <a:xfrm>
                <a:off x="367668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0" name="ph8230"/>
              <p:cNvSpPr/>
              <p:nvPr/>
            </p:nvSpPr>
            <p:spPr>
              <a:xfrm>
                <a:off x="368612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1" name="ph8231"/>
              <p:cNvSpPr/>
              <p:nvPr/>
            </p:nvSpPr>
            <p:spPr>
              <a:xfrm>
                <a:off x="369556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2" name="ph8232"/>
              <p:cNvSpPr/>
              <p:nvPr/>
            </p:nvSpPr>
            <p:spPr>
              <a:xfrm>
                <a:off x="370500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3" name="ph8233"/>
              <p:cNvSpPr/>
              <p:nvPr/>
            </p:nvSpPr>
            <p:spPr>
              <a:xfrm>
                <a:off x="371444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4" name="ph8234"/>
              <p:cNvSpPr/>
              <p:nvPr/>
            </p:nvSpPr>
            <p:spPr>
              <a:xfrm>
                <a:off x="372388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5" name="ph8235"/>
              <p:cNvSpPr/>
              <p:nvPr/>
            </p:nvSpPr>
            <p:spPr>
              <a:xfrm>
                <a:off x="373332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6" name="ph8236"/>
              <p:cNvSpPr/>
              <p:nvPr/>
            </p:nvSpPr>
            <p:spPr>
              <a:xfrm>
                <a:off x="374276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7" name="ph8237"/>
              <p:cNvSpPr/>
              <p:nvPr/>
            </p:nvSpPr>
            <p:spPr>
              <a:xfrm>
                <a:off x="375220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8" name="ph8238"/>
              <p:cNvSpPr/>
              <p:nvPr/>
            </p:nvSpPr>
            <p:spPr>
              <a:xfrm>
                <a:off x="376164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9" name="ph8239"/>
              <p:cNvSpPr/>
              <p:nvPr/>
            </p:nvSpPr>
            <p:spPr>
              <a:xfrm>
                <a:off x="377108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0" name="ph8240"/>
              <p:cNvSpPr/>
              <p:nvPr/>
            </p:nvSpPr>
            <p:spPr>
              <a:xfrm>
                <a:off x="378052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1" name="ph8241"/>
              <p:cNvSpPr/>
              <p:nvPr/>
            </p:nvSpPr>
            <p:spPr>
              <a:xfrm>
                <a:off x="378996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2" name="ph8242"/>
              <p:cNvSpPr/>
              <p:nvPr/>
            </p:nvSpPr>
            <p:spPr>
              <a:xfrm>
                <a:off x="379940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3" name="ph8243"/>
              <p:cNvSpPr/>
              <p:nvPr/>
            </p:nvSpPr>
            <p:spPr>
              <a:xfrm>
                <a:off x="380884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4" name="ph8244"/>
              <p:cNvSpPr/>
              <p:nvPr/>
            </p:nvSpPr>
            <p:spPr>
              <a:xfrm>
                <a:off x="381828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5" name="ph8245"/>
              <p:cNvSpPr/>
              <p:nvPr/>
            </p:nvSpPr>
            <p:spPr>
              <a:xfrm>
                <a:off x="382772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6" name="ph8246"/>
              <p:cNvSpPr/>
              <p:nvPr/>
            </p:nvSpPr>
            <p:spPr>
              <a:xfrm>
                <a:off x="383716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7" name="ph8247"/>
              <p:cNvSpPr/>
              <p:nvPr/>
            </p:nvSpPr>
            <p:spPr>
              <a:xfrm>
                <a:off x="3856045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033" y="896830"/>
                    </a:lnTo>
                    <a:lnTo>
                      <a:pt x="910083" y="897018"/>
                    </a:lnTo>
                    <a:lnTo>
                      <a:pt x="910169" y="897336"/>
                    </a:lnTo>
                    <a:lnTo>
                      <a:pt x="910255" y="897655"/>
                    </a:lnTo>
                    <a:lnTo>
                      <a:pt x="910340" y="897973"/>
                    </a:lnTo>
                    <a:lnTo>
                      <a:pt x="910426" y="898292"/>
                    </a:lnTo>
                    <a:lnTo>
                      <a:pt x="910512" y="898610"/>
                    </a:lnTo>
                    <a:lnTo>
                      <a:pt x="910598" y="898929"/>
                    </a:lnTo>
                    <a:lnTo>
                      <a:pt x="910683" y="899247"/>
                    </a:lnTo>
                    <a:lnTo>
                      <a:pt x="910769" y="899566"/>
                    </a:lnTo>
                    <a:lnTo>
                      <a:pt x="910855" y="899884"/>
                    </a:lnTo>
                    <a:lnTo>
                      <a:pt x="910940" y="900203"/>
                    </a:lnTo>
                    <a:lnTo>
                      <a:pt x="911026" y="900521"/>
                    </a:lnTo>
                    <a:lnTo>
                      <a:pt x="911112" y="900840"/>
                    </a:lnTo>
                    <a:lnTo>
                      <a:pt x="911198" y="901158"/>
                    </a:lnTo>
                    <a:lnTo>
                      <a:pt x="911283" y="901477"/>
                    </a:lnTo>
                    <a:lnTo>
                      <a:pt x="911369" y="901795"/>
                    </a:lnTo>
                    <a:lnTo>
                      <a:pt x="911455" y="902114"/>
                    </a:lnTo>
                    <a:lnTo>
                      <a:pt x="911540" y="902432"/>
                    </a:lnTo>
                    <a:lnTo>
                      <a:pt x="911626" y="902751"/>
                    </a:lnTo>
                    <a:lnTo>
                      <a:pt x="911712" y="903069"/>
                    </a:lnTo>
                    <a:lnTo>
                      <a:pt x="911797" y="903388"/>
                    </a:lnTo>
                    <a:lnTo>
                      <a:pt x="911883" y="903706"/>
                    </a:lnTo>
                    <a:lnTo>
                      <a:pt x="911969" y="904025"/>
                    </a:lnTo>
                    <a:lnTo>
                      <a:pt x="912054" y="904343"/>
                    </a:lnTo>
                    <a:lnTo>
                      <a:pt x="912140" y="904662"/>
                    </a:lnTo>
                    <a:lnTo>
                      <a:pt x="912226" y="904981"/>
                    </a:lnTo>
                    <a:lnTo>
                      <a:pt x="912311" y="905299"/>
                    </a:lnTo>
                    <a:lnTo>
                      <a:pt x="912397" y="905618"/>
                    </a:lnTo>
                    <a:lnTo>
                      <a:pt x="912482" y="905936"/>
                    </a:lnTo>
                    <a:lnTo>
                      <a:pt x="912568" y="906255"/>
                    </a:lnTo>
                    <a:lnTo>
                      <a:pt x="912654" y="906573"/>
                    </a:lnTo>
                    <a:lnTo>
                      <a:pt x="912739" y="906892"/>
                    </a:lnTo>
                    <a:lnTo>
                      <a:pt x="912825" y="907210"/>
                    </a:lnTo>
                    <a:lnTo>
                      <a:pt x="912910" y="907529"/>
                    </a:lnTo>
                    <a:lnTo>
                      <a:pt x="912996" y="907847"/>
                    </a:lnTo>
                    <a:lnTo>
                      <a:pt x="913082" y="908166"/>
                    </a:lnTo>
                    <a:lnTo>
                      <a:pt x="913167" y="908484"/>
                    </a:lnTo>
                    <a:lnTo>
                      <a:pt x="913253" y="908803"/>
                    </a:lnTo>
                    <a:lnTo>
                      <a:pt x="913338" y="909121"/>
                    </a:lnTo>
                    <a:lnTo>
                      <a:pt x="913424" y="909440"/>
                    </a:lnTo>
                    <a:lnTo>
                      <a:pt x="913510" y="909758"/>
                    </a:lnTo>
                    <a:lnTo>
                      <a:pt x="913595" y="910077"/>
                    </a:lnTo>
                    <a:lnTo>
                      <a:pt x="913681" y="910395"/>
                    </a:lnTo>
                    <a:lnTo>
                      <a:pt x="913766" y="910714"/>
                    </a:lnTo>
                    <a:lnTo>
                      <a:pt x="913852" y="911032"/>
                    </a:lnTo>
                    <a:lnTo>
                      <a:pt x="913937" y="911351"/>
                    </a:lnTo>
                    <a:lnTo>
                      <a:pt x="914023" y="911670"/>
                    </a:lnTo>
                    <a:lnTo>
                      <a:pt x="914108" y="911988"/>
                    </a:lnTo>
                    <a:lnTo>
                      <a:pt x="914194" y="912307"/>
                    </a:lnTo>
                    <a:lnTo>
                      <a:pt x="914279" y="912625"/>
                    </a:lnTo>
                    <a:lnTo>
                      <a:pt x="914365" y="912944"/>
                    </a:lnTo>
                    <a:lnTo>
                      <a:pt x="914400" y="913072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8" name="ph8248"/>
              <p:cNvSpPr/>
              <p:nvPr/>
            </p:nvSpPr>
            <p:spPr>
              <a:xfrm>
                <a:off x="3856045" y="973046"/>
                <a:ext cx="914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56" h="914400">
                    <a:moveTo>
                      <a:pt x="914400" y="914400"/>
                    </a:moveTo>
                    <a:lnTo>
                      <a:pt x="914400" y="913072"/>
                    </a:lnTo>
                    <a:lnTo>
                      <a:pt x="914451" y="913262"/>
                    </a:lnTo>
                    <a:lnTo>
                      <a:pt x="914536" y="913581"/>
                    </a:lnTo>
                    <a:lnTo>
                      <a:pt x="914622" y="913899"/>
                    </a:lnTo>
                    <a:lnTo>
                      <a:pt x="914707" y="914218"/>
                    </a:lnTo>
                    <a:lnTo>
                      <a:pt x="914756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9" name="ph8249"/>
              <p:cNvSpPr/>
              <p:nvPr/>
            </p:nvSpPr>
            <p:spPr>
              <a:xfrm>
                <a:off x="2100160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28" y="914399"/>
                    </a:lnTo>
                    <a:lnTo>
                      <a:pt x="912967" y="909889"/>
                    </a:lnTo>
                    <a:lnTo>
                      <a:pt x="914400" y="90759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0" name="ph8250"/>
              <p:cNvSpPr/>
              <p:nvPr/>
            </p:nvSpPr>
            <p:spPr>
              <a:xfrm>
                <a:off x="2109601" y="9379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169"/>
                    </a:lnTo>
                    <a:lnTo>
                      <a:pt x="908016" y="920279"/>
                    </a:lnTo>
                    <a:lnTo>
                      <a:pt x="912107" y="91439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1" name="ph8251"/>
              <p:cNvSpPr/>
              <p:nvPr/>
            </p:nvSpPr>
            <p:spPr>
              <a:xfrm>
                <a:off x="210960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2" name="ph8252"/>
              <p:cNvSpPr/>
              <p:nvPr/>
            </p:nvSpPr>
            <p:spPr>
              <a:xfrm>
                <a:off x="211904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3" name="ph8253"/>
              <p:cNvSpPr/>
              <p:nvPr/>
            </p:nvSpPr>
            <p:spPr>
              <a:xfrm>
                <a:off x="212848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4" name="ph8254"/>
              <p:cNvSpPr/>
              <p:nvPr/>
            </p:nvSpPr>
            <p:spPr>
              <a:xfrm>
                <a:off x="213792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5" name="ph8255"/>
              <p:cNvSpPr/>
              <p:nvPr/>
            </p:nvSpPr>
            <p:spPr>
              <a:xfrm>
                <a:off x="214736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6" name="ph8256"/>
              <p:cNvSpPr/>
              <p:nvPr/>
            </p:nvSpPr>
            <p:spPr>
              <a:xfrm>
                <a:off x="215680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7" name="ph8257"/>
              <p:cNvSpPr/>
              <p:nvPr/>
            </p:nvSpPr>
            <p:spPr>
              <a:xfrm>
                <a:off x="216624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8" name="ph8258"/>
              <p:cNvSpPr/>
              <p:nvPr/>
            </p:nvSpPr>
            <p:spPr>
              <a:xfrm>
                <a:off x="217568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9" name="ph8259"/>
              <p:cNvSpPr/>
              <p:nvPr/>
            </p:nvSpPr>
            <p:spPr>
              <a:xfrm>
                <a:off x="218512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0" name="ph8260"/>
              <p:cNvSpPr/>
              <p:nvPr/>
            </p:nvSpPr>
            <p:spPr>
              <a:xfrm>
                <a:off x="219456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1" name="ph8261"/>
              <p:cNvSpPr/>
              <p:nvPr/>
            </p:nvSpPr>
            <p:spPr>
              <a:xfrm>
                <a:off x="220400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2" name="ph8262"/>
              <p:cNvSpPr/>
              <p:nvPr/>
            </p:nvSpPr>
            <p:spPr>
              <a:xfrm>
                <a:off x="221344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3" name="ph8263"/>
              <p:cNvSpPr/>
              <p:nvPr/>
            </p:nvSpPr>
            <p:spPr>
              <a:xfrm>
                <a:off x="222288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4" name="ph8264"/>
              <p:cNvSpPr/>
              <p:nvPr/>
            </p:nvSpPr>
            <p:spPr>
              <a:xfrm>
                <a:off x="223232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5" name="ph8265"/>
              <p:cNvSpPr/>
              <p:nvPr/>
            </p:nvSpPr>
            <p:spPr>
              <a:xfrm>
                <a:off x="2251204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5416" y="896830"/>
                    </a:lnTo>
                    <a:lnTo>
                      <a:pt x="908754" y="901541"/>
                    </a:lnTo>
                    <a:lnTo>
                      <a:pt x="913277" y="908646"/>
                    </a:lnTo>
                    <a:lnTo>
                      <a:pt x="914400" y="910605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6" name="ph8266"/>
              <p:cNvSpPr/>
              <p:nvPr/>
            </p:nvSpPr>
            <p:spPr>
              <a:xfrm>
                <a:off x="2251204" y="955476"/>
                <a:ext cx="9165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74" h="914399">
                    <a:moveTo>
                      <a:pt x="914400" y="914399"/>
                    </a:moveTo>
                    <a:lnTo>
                      <a:pt x="914400" y="910605"/>
                    </a:lnTo>
                    <a:lnTo>
                      <a:pt x="916574" y="91439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7" name="ph8267"/>
              <p:cNvSpPr/>
              <p:nvPr/>
            </p:nvSpPr>
            <p:spPr>
              <a:xfrm>
                <a:off x="3365153" y="937907"/>
                <a:ext cx="914400" cy="92568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86">
                    <a:moveTo>
                      <a:pt x="914400" y="914399"/>
                    </a:moveTo>
                    <a:lnTo>
                      <a:pt x="914400" y="925686"/>
                    </a:lnTo>
                    <a:lnTo>
                      <a:pt x="911530" y="921787"/>
                    </a:lnTo>
                    <a:lnTo>
                      <a:pt x="907019" y="914972"/>
                    </a:lnTo>
                    <a:lnTo>
                      <a:pt x="906677" y="91439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8" name="ph8268"/>
              <p:cNvSpPr/>
              <p:nvPr/>
            </p:nvSpPr>
            <p:spPr>
              <a:xfrm>
                <a:off x="336515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9349" y="931969"/>
                    </a:lnTo>
                    <a:lnTo>
                      <a:pt x="916222" y="928162"/>
                    </a:lnTo>
                    <a:lnTo>
                      <a:pt x="914400" y="925686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9" name="ph8269"/>
              <p:cNvSpPr/>
              <p:nvPr/>
            </p:nvSpPr>
            <p:spPr>
              <a:xfrm>
                <a:off x="337459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0" name="ph8270"/>
              <p:cNvSpPr/>
              <p:nvPr/>
            </p:nvSpPr>
            <p:spPr>
              <a:xfrm>
                <a:off x="338403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1" name="ph8271"/>
              <p:cNvSpPr/>
              <p:nvPr/>
            </p:nvSpPr>
            <p:spPr>
              <a:xfrm>
                <a:off x="339347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2" name="ph8272"/>
              <p:cNvSpPr/>
              <p:nvPr/>
            </p:nvSpPr>
            <p:spPr>
              <a:xfrm>
                <a:off x="340291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3" name="ph8273"/>
              <p:cNvSpPr/>
              <p:nvPr/>
            </p:nvSpPr>
            <p:spPr>
              <a:xfrm>
                <a:off x="341235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4" name="ph8274"/>
              <p:cNvSpPr/>
              <p:nvPr/>
            </p:nvSpPr>
            <p:spPr>
              <a:xfrm>
                <a:off x="342179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5" name="ph8275"/>
              <p:cNvSpPr/>
              <p:nvPr/>
            </p:nvSpPr>
            <p:spPr>
              <a:xfrm>
                <a:off x="343123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6" name="ph8276"/>
              <p:cNvSpPr/>
              <p:nvPr/>
            </p:nvSpPr>
            <p:spPr>
              <a:xfrm>
                <a:off x="344067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7" name="ph8277"/>
              <p:cNvSpPr/>
              <p:nvPr/>
            </p:nvSpPr>
            <p:spPr>
              <a:xfrm>
                <a:off x="345011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8" name="ph8278"/>
              <p:cNvSpPr/>
              <p:nvPr/>
            </p:nvSpPr>
            <p:spPr>
              <a:xfrm>
                <a:off x="345955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9" name="ph8279"/>
              <p:cNvSpPr/>
              <p:nvPr/>
            </p:nvSpPr>
            <p:spPr>
              <a:xfrm>
                <a:off x="346899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0" name="ph8280"/>
              <p:cNvSpPr/>
              <p:nvPr/>
            </p:nvSpPr>
            <p:spPr>
              <a:xfrm>
                <a:off x="347843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1" name="ph8281"/>
              <p:cNvSpPr/>
              <p:nvPr/>
            </p:nvSpPr>
            <p:spPr>
              <a:xfrm>
                <a:off x="348787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2" name="ph8282"/>
              <p:cNvSpPr/>
              <p:nvPr/>
            </p:nvSpPr>
            <p:spPr>
              <a:xfrm>
                <a:off x="349731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3" name="ph8283"/>
              <p:cNvSpPr/>
              <p:nvPr/>
            </p:nvSpPr>
            <p:spPr>
              <a:xfrm>
                <a:off x="350675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4" name="ph8284"/>
              <p:cNvSpPr/>
              <p:nvPr/>
            </p:nvSpPr>
            <p:spPr>
              <a:xfrm>
                <a:off x="351619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5" name="ph8285"/>
              <p:cNvSpPr/>
              <p:nvPr/>
            </p:nvSpPr>
            <p:spPr>
              <a:xfrm>
                <a:off x="352563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6" name="ph8286"/>
              <p:cNvSpPr/>
              <p:nvPr/>
            </p:nvSpPr>
            <p:spPr>
              <a:xfrm>
                <a:off x="353507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7" name="ph8287"/>
              <p:cNvSpPr/>
              <p:nvPr/>
            </p:nvSpPr>
            <p:spPr>
              <a:xfrm>
                <a:off x="354451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8" name="ph8288"/>
              <p:cNvSpPr/>
              <p:nvPr/>
            </p:nvSpPr>
            <p:spPr>
              <a:xfrm>
                <a:off x="355395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9" name="ph8289"/>
              <p:cNvSpPr/>
              <p:nvPr/>
            </p:nvSpPr>
            <p:spPr>
              <a:xfrm>
                <a:off x="356339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0" name="ph8290"/>
              <p:cNvSpPr/>
              <p:nvPr/>
            </p:nvSpPr>
            <p:spPr>
              <a:xfrm>
                <a:off x="357283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1" name="ph8291"/>
              <p:cNvSpPr/>
              <p:nvPr/>
            </p:nvSpPr>
            <p:spPr>
              <a:xfrm>
                <a:off x="358227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2" name="ph8292"/>
              <p:cNvSpPr/>
              <p:nvPr/>
            </p:nvSpPr>
            <p:spPr>
              <a:xfrm>
                <a:off x="359171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3" name="ph8293"/>
              <p:cNvSpPr/>
              <p:nvPr/>
            </p:nvSpPr>
            <p:spPr>
              <a:xfrm>
                <a:off x="360115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4" name="ph8294"/>
              <p:cNvSpPr/>
              <p:nvPr/>
            </p:nvSpPr>
            <p:spPr>
              <a:xfrm>
                <a:off x="361059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5" name="ph8295"/>
              <p:cNvSpPr/>
              <p:nvPr/>
            </p:nvSpPr>
            <p:spPr>
              <a:xfrm>
                <a:off x="362003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6" name="ph8296"/>
              <p:cNvSpPr/>
              <p:nvPr/>
            </p:nvSpPr>
            <p:spPr>
              <a:xfrm>
                <a:off x="362947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7" name="ph8297"/>
              <p:cNvSpPr/>
              <p:nvPr/>
            </p:nvSpPr>
            <p:spPr>
              <a:xfrm>
                <a:off x="363891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8" name="ph8298"/>
              <p:cNvSpPr/>
              <p:nvPr/>
            </p:nvSpPr>
            <p:spPr>
              <a:xfrm>
                <a:off x="364836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9" name="ph8299"/>
              <p:cNvSpPr/>
              <p:nvPr/>
            </p:nvSpPr>
            <p:spPr>
              <a:xfrm>
                <a:off x="365780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0" name="ph8300"/>
              <p:cNvSpPr/>
              <p:nvPr/>
            </p:nvSpPr>
            <p:spPr>
              <a:xfrm>
                <a:off x="366724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1" name="ph8301"/>
              <p:cNvSpPr/>
              <p:nvPr/>
            </p:nvSpPr>
            <p:spPr>
              <a:xfrm>
                <a:off x="367668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2" name="ph8302"/>
              <p:cNvSpPr/>
              <p:nvPr/>
            </p:nvSpPr>
            <p:spPr>
              <a:xfrm>
                <a:off x="368612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3" name="ph8303"/>
              <p:cNvSpPr/>
              <p:nvPr/>
            </p:nvSpPr>
            <p:spPr>
              <a:xfrm>
                <a:off x="369556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4" name="ph8304"/>
              <p:cNvSpPr/>
              <p:nvPr/>
            </p:nvSpPr>
            <p:spPr>
              <a:xfrm>
                <a:off x="370500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5" name="ph8305"/>
              <p:cNvSpPr/>
              <p:nvPr/>
            </p:nvSpPr>
            <p:spPr>
              <a:xfrm>
                <a:off x="371444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6" name="ph8306"/>
              <p:cNvSpPr/>
              <p:nvPr/>
            </p:nvSpPr>
            <p:spPr>
              <a:xfrm>
                <a:off x="372388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7" name="ph8307"/>
              <p:cNvSpPr/>
              <p:nvPr/>
            </p:nvSpPr>
            <p:spPr>
              <a:xfrm>
                <a:off x="373332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8" name="ph8308"/>
              <p:cNvSpPr/>
              <p:nvPr/>
            </p:nvSpPr>
            <p:spPr>
              <a:xfrm>
                <a:off x="374276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9" name="ph8309"/>
              <p:cNvSpPr/>
              <p:nvPr/>
            </p:nvSpPr>
            <p:spPr>
              <a:xfrm>
                <a:off x="375220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0" name="ph8310"/>
              <p:cNvSpPr/>
              <p:nvPr/>
            </p:nvSpPr>
            <p:spPr>
              <a:xfrm>
                <a:off x="376164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1" name="ph8311"/>
              <p:cNvSpPr/>
              <p:nvPr/>
            </p:nvSpPr>
            <p:spPr>
              <a:xfrm>
                <a:off x="377108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2" name="ph8312"/>
              <p:cNvSpPr/>
              <p:nvPr/>
            </p:nvSpPr>
            <p:spPr>
              <a:xfrm>
                <a:off x="378052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3" name="ph8313"/>
              <p:cNvSpPr/>
              <p:nvPr/>
            </p:nvSpPr>
            <p:spPr>
              <a:xfrm>
                <a:off x="378996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4" name="ph8314"/>
              <p:cNvSpPr/>
              <p:nvPr/>
            </p:nvSpPr>
            <p:spPr>
              <a:xfrm>
                <a:off x="379940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5" name="ph8315"/>
              <p:cNvSpPr/>
              <p:nvPr/>
            </p:nvSpPr>
            <p:spPr>
              <a:xfrm>
                <a:off x="380884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6" name="ph8316"/>
              <p:cNvSpPr/>
              <p:nvPr/>
            </p:nvSpPr>
            <p:spPr>
              <a:xfrm>
                <a:off x="381828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7" name="ph8317"/>
              <p:cNvSpPr/>
              <p:nvPr/>
            </p:nvSpPr>
            <p:spPr>
              <a:xfrm>
                <a:off x="382772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8" name="ph8318"/>
              <p:cNvSpPr/>
              <p:nvPr/>
            </p:nvSpPr>
            <p:spPr>
              <a:xfrm>
                <a:off x="383716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9" name="ph8319"/>
              <p:cNvSpPr/>
              <p:nvPr/>
            </p:nvSpPr>
            <p:spPr>
              <a:xfrm>
                <a:off x="3846605" y="955476"/>
                <a:ext cx="9194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3" h="914399">
                    <a:moveTo>
                      <a:pt x="914400" y="914399"/>
                    </a:moveTo>
                    <a:lnTo>
                      <a:pt x="914423" y="896830"/>
                    </a:lnTo>
                    <a:lnTo>
                      <a:pt x="915130" y="898990"/>
                    </a:lnTo>
                    <a:lnTo>
                      <a:pt x="918066" y="909177"/>
                    </a:lnTo>
                    <a:lnTo>
                      <a:pt x="918151" y="909491"/>
                    </a:lnTo>
                    <a:lnTo>
                      <a:pt x="918236" y="909810"/>
                    </a:lnTo>
                    <a:lnTo>
                      <a:pt x="918322" y="910128"/>
                    </a:lnTo>
                    <a:lnTo>
                      <a:pt x="918408" y="910447"/>
                    </a:lnTo>
                    <a:lnTo>
                      <a:pt x="918494" y="910765"/>
                    </a:lnTo>
                    <a:lnTo>
                      <a:pt x="918580" y="911084"/>
                    </a:lnTo>
                    <a:lnTo>
                      <a:pt x="918666" y="911402"/>
                    </a:lnTo>
                    <a:lnTo>
                      <a:pt x="918751" y="911721"/>
                    </a:lnTo>
                    <a:lnTo>
                      <a:pt x="918837" y="912039"/>
                    </a:lnTo>
                    <a:lnTo>
                      <a:pt x="918923" y="912358"/>
                    </a:lnTo>
                    <a:lnTo>
                      <a:pt x="919009" y="912676"/>
                    </a:lnTo>
                    <a:lnTo>
                      <a:pt x="919094" y="912995"/>
                    </a:lnTo>
                    <a:lnTo>
                      <a:pt x="919180" y="913313"/>
                    </a:lnTo>
                    <a:lnTo>
                      <a:pt x="919266" y="913632"/>
                    </a:lnTo>
                    <a:lnTo>
                      <a:pt x="919352" y="913950"/>
                    </a:lnTo>
                    <a:lnTo>
                      <a:pt x="919438" y="914269"/>
                    </a:lnTo>
                    <a:lnTo>
                      <a:pt x="919473" y="91439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0" name="ph8320"/>
              <p:cNvSpPr/>
              <p:nvPr/>
            </p:nvSpPr>
            <p:spPr>
              <a:xfrm>
                <a:off x="2109601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07" y="914399"/>
                    </a:lnTo>
                    <a:lnTo>
                      <a:pt x="912701" y="913546"/>
                    </a:lnTo>
                    <a:lnTo>
                      <a:pt x="914400" y="91135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1" name="ph8321"/>
              <p:cNvSpPr/>
              <p:nvPr/>
            </p:nvSpPr>
            <p:spPr>
              <a:xfrm>
                <a:off x="2119041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11359"/>
                    </a:lnTo>
                    <a:lnTo>
                      <a:pt x="908128" y="907277"/>
                    </a:lnTo>
                    <a:lnTo>
                      <a:pt x="913165" y="901490"/>
                    </a:lnTo>
                    <a:lnTo>
                      <a:pt x="914400" y="900232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2" name="ph8322"/>
              <p:cNvSpPr/>
              <p:nvPr/>
            </p:nvSpPr>
            <p:spPr>
              <a:xfrm>
                <a:off x="2128481" y="92033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802"/>
                    </a:lnTo>
                    <a:lnTo>
                      <a:pt x="908299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3" name="ph8323"/>
              <p:cNvSpPr/>
              <p:nvPr/>
            </p:nvSpPr>
            <p:spPr>
              <a:xfrm>
                <a:off x="212848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4" name="ph8324"/>
              <p:cNvSpPr/>
              <p:nvPr/>
            </p:nvSpPr>
            <p:spPr>
              <a:xfrm>
                <a:off x="213792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5" name="ph8325"/>
              <p:cNvSpPr/>
              <p:nvPr/>
            </p:nvSpPr>
            <p:spPr>
              <a:xfrm>
                <a:off x="214736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6" name="ph8326"/>
              <p:cNvSpPr/>
              <p:nvPr/>
            </p:nvSpPr>
            <p:spPr>
              <a:xfrm>
                <a:off x="215680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7" name="ph8327"/>
              <p:cNvSpPr/>
              <p:nvPr/>
            </p:nvSpPr>
            <p:spPr>
              <a:xfrm>
                <a:off x="216624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8" name="ph8328"/>
              <p:cNvSpPr/>
              <p:nvPr/>
            </p:nvSpPr>
            <p:spPr>
              <a:xfrm>
                <a:off x="217568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9" name="ph8329"/>
              <p:cNvSpPr/>
              <p:nvPr/>
            </p:nvSpPr>
            <p:spPr>
              <a:xfrm>
                <a:off x="218512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0" name="ph8330"/>
              <p:cNvSpPr/>
              <p:nvPr/>
            </p:nvSpPr>
            <p:spPr>
              <a:xfrm>
                <a:off x="219456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1" name="ph8331"/>
              <p:cNvSpPr/>
              <p:nvPr/>
            </p:nvSpPr>
            <p:spPr>
              <a:xfrm>
                <a:off x="220400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2" name="ph8332"/>
              <p:cNvSpPr/>
              <p:nvPr/>
            </p:nvSpPr>
            <p:spPr>
              <a:xfrm>
                <a:off x="221344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3" name="ph8333"/>
              <p:cNvSpPr/>
              <p:nvPr/>
            </p:nvSpPr>
            <p:spPr>
              <a:xfrm>
                <a:off x="2232324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9217" y="896830"/>
                    </a:lnTo>
                    <a:lnTo>
                      <a:pt x="912958" y="900562"/>
                    </a:lnTo>
                    <a:lnTo>
                      <a:pt x="914400" y="902186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4" name="ph8334"/>
              <p:cNvSpPr/>
              <p:nvPr/>
            </p:nvSpPr>
            <p:spPr>
              <a:xfrm>
                <a:off x="2241764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2186"/>
                    </a:lnTo>
                    <a:lnTo>
                      <a:pt x="908582" y="906266"/>
                    </a:lnTo>
                    <a:lnTo>
                      <a:pt x="913478" y="912455"/>
                    </a:lnTo>
                    <a:lnTo>
                      <a:pt x="914400" y="913755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5" name="ph8335"/>
              <p:cNvSpPr/>
              <p:nvPr/>
            </p:nvSpPr>
            <p:spPr>
              <a:xfrm>
                <a:off x="2241764" y="937907"/>
                <a:ext cx="9148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56" h="914399">
                    <a:moveTo>
                      <a:pt x="914400" y="914399"/>
                    </a:moveTo>
                    <a:lnTo>
                      <a:pt x="914400" y="913755"/>
                    </a:lnTo>
                    <a:lnTo>
                      <a:pt x="914856" y="91439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6" name="ph8336"/>
              <p:cNvSpPr/>
              <p:nvPr/>
            </p:nvSpPr>
            <p:spPr>
              <a:xfrm>
                <a:off x="3355712" y="920337"/>
                <a:ext cx="914400" cy="9290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090">
                    <a:moveTo>
                      <a:pt x="914400" y="914400"/>
                    </a:moveTo>
                    <a:lnTo>
                      <a:pt x="914400" y="929090"/>
                    </a:lnTo>
                    <a:lnTo>
                      <a:pt x="912142" y="925305"/>
                    </a:lnTo>
                    <a:lnTo>
                      <a:pt x="908030" y="917666"/>
                    </a:lnTo>
                    <a:lnTo>
                      <a:pt x="906443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7" name="ph8337"/>
              <p:cNvSpPr/>
              <p:nvPr/>
            </p:nvSpPr>
            <p:spPr>
              <a:xfrm>
                <a:off x="335571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118" y="931969"/>
                    </a:lnTo>
                    <a:lnTo>
                      <a:pt x="914400" y="92909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8" name="ph8338"/>
              <p:cNvSpPr/>
              <p:nvPr/>
            </p:nvSpPr>
            <p:spPr>
              <a:xfrm>
                <a:off x="336515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9" name="ph8339"/>
              <p:cNvSpPr/>
              <p:nvPr/>
            </p:nvSpPr>
            <p:spPr>
              <a:xfrm>
                <a:off x="337459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0" name="ph8340"/>
              <p:cNvSpPr/>
              <p:nvPr/>
            </p:nvSpPr>
            <p:spPr>
              <a:xfrm>
                <a:off x="338403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1" name="ph8341"/>
              <p:cNvSpPr/>
              <p:nvPr/>
            </p:nvSpPr>
            <p:spPr>
              <a:xfrm>
                <a:off x="339347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2" name="ph8342"/>
              <p:cNvSpPr/>
              <p:nvPr/>
            </p:nvSpPr>
            <p:spPr>
              <a:xfrm>
                <a:off x="340291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3" name="ph8343"/>
              <p:cNvSpPr/>
              <p:nvPr/>
            </p:nvSpPr>
            <p:spPr>
              <a:xfrm>
                <a:off x="341235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4" name="ph8344"/>
              <p:cNvSpPr/>
              <p:nvPr/>
            </p:nvSpPr>
            <p:spPr>
              <a:xfrm>
                <a:off x="342179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5" name="ph8345"/>
              <p:cNvSpPr/>
              <p:nvPr/>
            </p:nvSpPr>
            <p:spPr>
              <a:xfrm>
                <a:off x="343123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6" name="ph8346"/>
              <p:cNvSpPr/>
              <p:nvPr/>
            </p:nvSpPr>
            <p:spPr>
              <a:xfrm>
                <a:off x="344067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7" name="ph8347"/>
              <p:cNvSpPr/>
              <p:nvPr/>
            </p:nvSpPr>
            <p:spPr>
              <a:xfrm>
                <a:off x="345011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8" name="ph8348"/>
              <p:cNvSpPr/>
              <p:nvPr/>
            </p:nvSpPr>
            <p:spPr>
              <a:xfrm>
                <a:off x="345955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9" name="ph8349"/>
              <p:cNvSpPr/>
              <p:nvPr/>
            </p:nvSpPr>
            <p:spPr>
              <a:xfrm>
                <a:off x="346899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0" name="ph8350"/>
              <p:cNvSpPr/>
              <p:nvPr/>
            </p:nvSpPr>
            <p:spPr>
              <a:xfrm>
                <a:off x="347843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1" name="ph8351"/>
              <p:cNvSpPr/>
              <p:nvPr/>
            </p:nvSpPr>
            <p:spPr>
              <a:xfrm>
                <a:off x="348787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2" name="ph8352"/>
              <p:cNvSpPr/>
              <p:nvPr/>
            </p:nvSpPr>
            <p:spPr>
              <a:xfrm>
                <a:off x="349731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3" name="ph8353"/>
              <p:cNvSpPr/>
              <p:nvPr/>
            </p:nvSpPr>
            <p:spPr>
              <a:xfrm>
                <a:off x="350675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4" name="ph8354"/>
              <p:cNvSpPr/>
              <p:nvPr/>
            </p:nvSpPr>
            <p:spPr>
              <a:xfrm>
                <a:off x="351619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5" name="ph8355"/>
              <p:cNvSpPr/>
              <p:nvPr/>
            </p:nvSpPr>
            <p:spPr>
              <a:xfrm>
                <a:off x="352563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6" name="ph8356"/>
              <p:cNvSpPr/>
              <p:nvPr/>
            </p:nvSpPr>
            <p:spPr>
              <a:xfrm>
                <a:off x="353507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7" name="ph8357"/>
              <p:cNvSpPr/>
              <p:nvPr/>
            </p:nvSpPr>
            <p:spPr>
              <a:xfrm>
                <a:off x="354451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8" name="ph8358"/>
              <p:cNvSpPr/>
              <p:nvPr/>
            </p:nvSpPr>
            <p:spPr>
              <a:xfrm>
                <a:off x="355395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9" name="ph8359"/>
              <p:cNvSpPr/>
              <p:nvPr/>
            </p:nvSpPr>
            <p:spPr>
              <a:xfrm>
                <a:off x="356339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0" name="ph8360"/>
              <p:cNvSpPr/>
              <p:nvPr/>
            </p:nvSpPr>
            <p:spPr>
              <a:xfrm>
                <a:off x="357283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1" name="ph8361"/>
              <p:cNvSpPr/>
              <p:nvPr/>
            </p:nvSpPr>
            <p:spPr>
              <a:xfrm>
                <a:off x="358227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2" name="ph8362"/>
              <p:cNvSpPr/>
              <p:nvPr/>
            </p:nvSpPr>
            <p:spPr>
              <a:xfrm>
                <a:off x="359171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3" name="ph8363"/>
              <p:cNvSpPr/>
              <p:nvPr/>
            </p:nvSpPr>
            <p:spPr>
              <a:xfrm>
                <a:off x="360115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4" name="ph8364"/>
              <p:cNvSpPr/>
              <p:nvPr/>
            </p:nvSpPr>
            <p:spPr>
              <a:xfrm>
                <a:off x="361059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5" name="ph8365"/>
              <p:cNvSpPr/>
              <p:nvPr/>
            </p:nvSpPr>
            <p:spPr>
              <a:xfrm>
                <a:off x="362003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6" name="ph8366"/>
              <p:cNvSpPr/>
              <p:nvPr/>
            </p:nvSpPr>
            <p:spPr>
              <a:xfrm>
                <a:off x="362947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7" name="ph8367"/>
              <p:cNvSpPr/>
              <p:nvPr/>
            </p:nvSpPr>
            <p:spPr>
              <a:xfrm>
                <a:off x="363891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8" name="ph8368"/>
              <p:cNvSpPr/>
              <p:nvPr/>
            </p:nvSpPr>
            <p:spPr>
              <a:xfrm>
                <a:off x="364836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9" name="ph8369"/>
              <p:cNvSpPr/>
              <p:nvPr/>
            </p:nvSpPr>
            <p:spPr>
              <a:xfrm>
                <a:off x="365780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0" name="ph8370"/>
              <p:cNvSpPr/>
              <p:nvPr/>
            </p:nvSpPr>
            <p:spPr>
              <a:xfrm>
                <a:off x="366724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1" name="ph8371"/>
              <p:cNvSpPr/>
              <p:nvPr/>
            </p:nvSpPr>
            <p:spPr>
              <a:xfrm>
                <a:off x="367668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2" name="ph8372"/>
              <p:cNvSpPr/>
              <p:nvPr/>
            </p:nvSpPr>
            <p:spPr>
              <a:xfrm>
                <a:off x="368612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3" name="ph8373"/>
              <p:cNvSpPr/>
              <p:nvPr/>
            </p:nvSpPr>
            <p:spPr>
              <a:xfrm>
                <a:off x="369556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4" name="ph8374"/>
              <p:cNvSpPr/>
              <p:nvPr/>
            </p:nvSpPr>
            <p:spPr>
              <a:xfrm>
                <a:off x="370500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5" name="ph8375"/>
              <p:cNvSpPr/>
              <p:nvPr/>
            </p:nvSpPr>
            <p:spPr>
              <a:xfrm>
                <a:off x="371444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6" name="ph8376"/>
              <p:cNvSpPr/>
              <p:nvPr/>
            </p:nvSpPr>
            <p:spPr>
              <a:xfrm>
                <a:off x="372388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7" name="ph8377"/>
              <p:cNvSpPr/>
              <p:nvPr/>
            </p:nvSpPr>
            <p:spPr>
              <a:xfrm>
                <a:off x="373332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8" name="ph8378"/>
              <p:cNvSpPr/>
              <p:nvPr/>
            </p:nvSpPr>
            <p:spPr>
              <a:xfrm>
                <a:off x="374276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9" name="ph8379"/>
              <p:cNvSpPr/>
              <p:nvPr/>
            </p:nvSpPr>
            <p:spPr>
              <a:xfrm>
                <a:off x="375220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0" name="ph8380"/>
              <p:cNvSpPr/>
              <p:nvPr/>
            </p:nvSpPr>
            <p:spPr>
              <a:xfrm>
                <a:off x="376164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1" name="ph8381"/>
              <p:cNvSpPr/>
              <p:nvPr/>
            </p:nvSpPr>
            <p:spPr>
              <a:xfrm>
                <a:off x="377108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2" name="ph8382"/>
              <p:cNvSpPr/>
              <p:nvPr/>
            </p:nvSpPr>
            <p:spPr>
              <a:xfrm>
                <a:off x="378052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3" name="ph8383"/>
              <p:cNvSpPr/>
              <p:nvPr/>
            </p:nvSpPr>
            <p:spPr>
              <a:xfrm>
                <a:off x="378996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4" name="ph8384"/>
              <p:cNvSpPr/>
              <p:nvPr/>
            </p:nvSpPr>
            <p:spPr>
              <a:xfrm>
                <a:off x="379940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5" name="ph8385"/>
              <p:cNvSpPr/>
              <p:nvPr/>
            </p:nvSpPr>
            <p:spPr>
              <a:xfrm>
                <a:off x="380884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6" name="ph8386"/>
              <p:cNvSpPr/>
              <p:nvPr/>
            </p:nvSpPr>
            <p:spPr>
              <a:xfrm>
                <a:off x="381828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7" name="ph8387"/>
              <p:cNvSpPr/>
              <p:nvPr/>
            </p:nvSpPr>
            <p:spPr>
              <a:xfrm>
                <a:off x="382772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8" name="ph8388"/>
              <p:cNvSpPr/>
              <p:nvPr/>
            </p:nvSpPr>
            <p:spPr>
              <a:xfrm>
                <a:off x="3846605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245" y="896830"/>
                    </a:lnTo>
                    <a:lnTo>
                      <a:pt x="908382" y="897161"/>
                    </a:lnTo>
                    <a:lnTo>
                      <a:pt x="911899" y="90668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9" name="ph8389"/>
              <p:cNvSpPr/>
              <p:nvPr/>
            </p:nvSpPr>
            <p:spPr>
              <a:xfrm>
                <a:off x="2128481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299" y="914400"/>
                    </a:lnTo>
                    <a:lnTo>
                      <a:pt x="908916" y="913771"/>
                    </a:lnTo>
                    <a:lnTo>
                      <a:pt x="914250" y="908993"/>
                    </a:lnTo>
                    <a:lnTo>
                      <a:pt x="914400" y="90887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0" name="ph8390"/>
              <p:cNvSpPr/>
              <p:nvPr/>
            </p:nvSpPr>
            <p:spPr>
              <a:xfrm>
                <a:off x="2137921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876"/>
                    </a:lnTo>
                    <a:lnTo>
                      <a:pt x="910270" y="904740"/>
                    </a:lnTo>
                    <a:lnTo>
                      <a:pt x="914400" y="90198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1" name="ph8391"/>
              <p:cNvSpPr/>
              <p:nvPr/>
            </p:nvSpPr>
            <p:spPr>
              <a:xfrm>
                <a:off x="2147362" y="90276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556"/>
                    </a:lnTo>
                    <a:lnTo>
                      <a:pt x="906401" y="918594"/>
                    </a:lnTo>
                    <a:lnTo>
                      <a:pt x="912070" y="915425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2" name="ph8392"/>
              <p:cNvSpPr/>
              <p:nvPr/>
            </p:nvSpPr>
            <p:spPr>
              <a:xfrm>
                <a:off x="214736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3" name="ph8393"/>
              <p:cNvSpPr/>
              <p:nvPr/>
            </p:nvSpPr>
            <p:spPr>
              <a:xfrm>
                <a:off x="215680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4" name="ph8394"/>
              <p:cNvSpPr/>
              <p:nvPr/>
            </p:nvSpPr>
            <p:spPr>
              <a:xfrm>
                <a:off x="216624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5" name="ph8395"/>
              <p:cNvSpPr/>
              <p:nvPr/>
            </p:nvSpPr>
            <p:spPr>
              <a:xfrm>
                <a:off x="217568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6" name="ph8396"/>
              <p:cNvSpPr/>
              <p:nvPr/>
            </p:nvSpPr>
            <p:spPr>
              <a:xfrm>
                <a:off x="218512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7" name="ph8397"/>
              <p:cNvSpPr/>
              <p:nvPr/>
            </p:nvSpPr>
            <p:spPr>
              <a:xfrm>
                <a:off x="2204003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06" y="896830"/>
                    </a:lnTo>
                    <a:lnTo>
                      <a:pt x="913953" y="897375"/>
                    </a:lnTo>
                    <a:lnTo>
                      <a:pt x="914400" y="89761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8" name="ph8398"/>
              <p:cNvSpPr/>
              <p:nvPr/>
            </p:nvSpPr>
            <p:spPr>
              <a:xfrm>
                <a:off x="2213443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616"/>
                    </a:lnTo>
                    <a:lnTo>
                      <a:pt x="910196" y="900451"/>
                    </a:lnTo>
                    <a:lnTo>
                      <a:pt x="914400" y="90317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9" name="ph8399"/>
              <p:cNvSpPr/>
              <p:nvPr/>
            </p:nvSpPr>
            <p:spPr>
              <a:xfrm>
                <a:off x="2222884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176"/>
                    </a:lnTo>
                    <a:lnTo>
                      <a:pt x="906346" y="904075"/>
                    </a:lnTo>
                    <a:lnTo>
                      <a:pt x="911826" y="908238"/>
                    </a:lnTo>
                    <a:lnTo>
                      <a:pt x="914400" y="910492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0" name="ph8400"/>
              <p:cNvSpPr/>
              <p:nvPr/>
            </p:nvSpPr>
            <p:spPr>
              <a:xfrm>
                <a:off x="2222884" y="920337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492"/>
                    </a:lnTo>
                    <a:lnTo>
                      <a:pt x="917181" y="91292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1" name="ph8401"/>
              <p:cNvSpPr/>
              <p:nvPr/>
            </p:nvSpPr>
            <p:spPr>
              <a:xfrm>
                <a:off x="3346272" y="902767"/>
                <a:ext cx="914400" cy="92891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6">
                    <a:moveTo>
                      <a:pt x="914400" y="914400"/>
                    </a:moveTo>
                    <a:lnTo>
                      <a:pt x="914400" y="928916"/>
                    </a:lnTo>
                    <a:lnTo>
                      <a:pt x="913573" y="927215"/>
                    </a:lnTo>
                    <a:lnTo>
                      <a:pt x="909903" y="918833"/>
                    </a:lnTo>
                    <a:lnTo>
                      <a:pt x="908157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2" name="ph8402"/>
              <p:cNvSpPr/>
              <p:nvPr/>
            </p:nvSpPr>
            <p:spPr>
              <a:xfrm>
                <a:off x="334627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3" y="931969"/>
                    </a:lnTo>
                    <a:lnTo>
                      <a:pt x="914400" y="928916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3" name="ph8403"/>
              <p:cNvSpPr/>
              <p:nvPr/>
            </p:nvSpPr>
            <p:spPr>
              <a:xfrm>
                <a:off x="335571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4" name="ph8404"/>
              <p:cNvSpPr/>
              <p:nvPr/>
            </p:nvSpPr>
            <p:spPr>
              <a:xfrm>
                <a:off x="336515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5" name="ph8405"/>
              <p:cNvSpPr/>
              <p:nvPr/>
            </p:nvSpPr>
            <p:spPr>
              <a:xfrm>
                <a:off x="337459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6" name="ph8406"/>
              <p:cNvSpPr/>
              <p:nvPr/>
            </p:nvSpPr>
            <p:spPr>
              <a:xfrm>
                <a:off x="338403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7" name="ph8407"/>
              <p:cNvSpPr/>
              <p:nvPr/>
            </p:nvSpPr>
            <p:spPr>
              <a:xfrm>
                <a:off x="339347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8" name="ph8408"/>
              <p:cNvSpPr/>
              <p:nvPr/>
            </p:nvSpPr>
            <p:spPr>
              <a:xfrm>
                <a:off x="340291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9" name="ph8409"/>
              <p:cNvSpPr/>
              <p:nvPr/>
            </p:nvSpPr>
            <p:spPr>
              <a:xfrm>
                <a:off x="341235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0" name="ph8410"/>
              <p:cNvSpPr/>
              <p:nvPr/>
            </p:nvSpPr>
            <p:spPr>
              <a:xfrm>
                <a:off x="342179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1" name="ph8411"/>
              <p:cNvSpPr/>
              <p:nvPr/>
            </p:nvSpPr>
            <p:spPr>
              <a:xfrm>
                <a:off x="343123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2" name="ph8412"/>
              <p:cNvSpPr/>
              <p:nvPr/>
            </p:nvSpPr>
            <p:spPr>
              <a:xfrm>
                <a:off x="344067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3" name="ph8413"/>
              <p:cNvSpPr/>
              <p:nvPr/>
            </p:nvSpPr>
            <p:spPr>
              <a:xfrm>
                <a:off x="345011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4" name="ph8414"/>
              <p:cNvSpPr/>
              <p:nvPr/>
            </p:nvSpPr>
            <p:spPr>
              <a:xfrm>
                <a:off x="345955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5" name="ph8415"/>
              <p:cNvSpPr/>
              <p:nvPr/>
            </p:nvSpPr>
            <p:spPr>
              <a:xfrm>
                <a:off x="346899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6" name="ph8416"/>
              <p:cNvSpPr/>
              <p:nvPr/>
            </p:nvSpPr>
            <p:spPr>
              <a:xfrm>
                <a:off x="347843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7" name="ph8417"/>
              <p:cNvSpPr/>
              <p:nvPr/>
            </p:nvSpPr>
            <p:spPr>
              <a:xfrm>
                <a:off x="348787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8" name="ph8418"/>
              <p:cNvSpPr/>
              <p:nvPr/>
            </p:nvSpPr>
            <p:spPr>
              <a:xfrm>
                <a:off x="349731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9" name="ph8419"/>
              <p:cNvSpPr/>
              <p:nvPr/>
            </p:nvSpPr>
            <p:spPr>
              <a:xfrm>
                <a:off x="350675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0" name="ph8420"/>
              <p:cNvSpPr/>
              <p:nvPr/>
            </p:nvSpPr>
            <p:spPr>
              <a:xfrm>
                <a:off x="351619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1" name="ph8421"/>
              <p:cNvSpPr/>
              <p:nvPr/>
            </p:nvSpPr>
            <p:spPr>
              <a:xfrm>
                <a:off x="352563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2" name="ph8422"/>
              <p:cNvSpPr/>
              <p:nvPr/>
            </p:nvSpPr>
            <p:spPr>
              <a:xfrm>
                <a:off x="353507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3" name="ph8423"/>
              <p:cNvSpPr/>
              <p:nvPr/>
            </p:nvSpPr>
            <p:spPr>
              <a:xfrm>
                <a:off x="354451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4" name="ph8424"/>
              <p:cNvSpPr/>
              <p:nvPr/>
            </p:nvSpPr>
            <p:spPr>
              <a:xfrm>
                <a:off x="355395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5" name="ph8425"/>
              <p:cNvSpPr/>
              <p:nvPr/>
            </p:nvSpPr>
            <p:spPr>
              <a:xfrm>
                <a:off x="356339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6" name="ph8426"/>
              <p:cNvSpPr/>
              <p:nvPr/>
            </p:nvSpPr>
            <p:spPr>
              <a:xfrm>
                <a:off x="357283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7" name="ph8427"/>
              <p:cNvSpPr/>
              <p:nvPr/>
            </p:nvSpPr>
            <p:spPr>
              <a:xfrm>
                <a:off x="358227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8" name="ph8428"/>
              <p:cNvSpPr/>
              <p:nvPr/>
            </p:nvSpPr>
            <p:spPr>
              <a:xfrm>
                <a:off x="359171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9" name="ph8429"/>
              <p:cNvSpPr/>
              <p:nvPr/>
            </p:nvSpPr>
            <p:spPr>
              <a:xfrm>
                <a:off x="360115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0" name="ph8430"/>
              <p:cNvSpPr/>
              <p:nvPr/>
            </p:nvSpPr>
            <p:spPr>
              <a:xfrm>
                <a:off x="361059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1" name="ph8431"/>
              <p:cNvSpPr/>
              <p:nvPr/>
            </p:nvSpPr>
            <p:spPr>
              <a:xfrm>
                <a:off x="362003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2" name="ph8432"/>
              <p:cNvSpPr/>
              <p:nvPr/>
            </p:nvSpPr>
            <p:spPr>
              <a:xfrm>
                <a:off x="362947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3" name="ph8433"/>
              <p:cNvSpPr/>
              <p:nvPr/>
            </p:nvSpPr>
            <p:spPr>
              <a:xfrm>
                <a:off x="363891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4" name="ph8434"/>
              <p:cNvSpPr/>
              <p:nvPr/>
            </p:nvSpPr>
            <p:spPr>
              <a:xfrm>
                <a:off x="364836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5" name="ph8435"/>
              <p:cNvSpPr/>
              <p:nvPr/>
            </p:nvSpPr>
            <p:spPr>
              <a:xfrm>
                <a:off x="365780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6" name="ph8436"/>
              <p:cNvSpPr/>
              <p:nvPr/>
            </p:nvSpPr>
            <p:spPr>
              <a:xfrm>
                <a:off x="366724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7" name="ph8437"/>
              <p:cNvSpPr/>
              <p:nvPr/>
            </p:nvSpPr>
            <p:spPr>
              <a:xfrm>
                <a:off x="367668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8" name="ph8438"/>
              <p:cNvSpPr/>
              <p:nvPr/>
            </p:nvSpPr>
            <p:spPr>
              <a:xfrm>
                <a:off x="368612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9" name="ph8439"/>
              <p:cNvSpPr/>
              <p:nvPr/>
            </p:nvSpPr>
            <p:spPr>
              <a:xfrm>
                <a:off x="369556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0" name="ph8440"/>
              <p:cNvSpPr/>
              <p:nvPr/>
            </p:nvSpPr>
            <p:spPr>
              <a:xfrm>
                <a:off x="370500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1" name="ph8441"/>
              <p:cNvSpPr/>
              <p:nvPr/>
            </p:nvSpPr>
            <p:spPr>
              <a:xfrm>
                <a:off x="371444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2" name="ph8442"/>
              <p:cNvSpPr/>
              <p:nvPr/>
            </p:nvSpPr>
            <p:spPr>
              <a:xfrm>
                <a:off x="372388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3" name="ph8443"/>
              <p:cNvSpPr/>
              <p:nvPr/>
            </p:nvSpPr>
            <p:spPr>
              <a:xfrm>
                <a:off x="373332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4" name="ph8444"/>
              <p:cNvSpPr/>
              <p:nvPr/>
            </p:nvSpPr>
            <p:spPr>
              <a:xfrm>
                <a:off x="374276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5" name="ph8445"/>
              <p:cNvSpPr/>
              <p:nvPr/>
            </p:nvSpPr>
            <p:spPr>
              <a:xfrm>
                <a:off x="375220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6" name="ph8446"/>
              <p:cNvSpPr/>
              <p:nvPr/>
            </p:nvSpPr>
            <p:spPr>
              <a:xfrm>
                <a:off x="376164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7" name="ph8447"/>
              <p:cNvSpPr/>
              <p:nvPr/>
            </p:nvSpPr>
            <p:spPr>
              <a:xfrm>
                <a:off x="377108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8" name="ph8448"/>
              <p:cNvSpPr/>
              <p:nvPr/>
            </p:nvSpPr>
            <p:spPr>
              <a:xfrm>
                <a:off x="378052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9" name="ph8449"/>
              <p:cNvSpPr/>
              <p:nvPr/>
            </p:nvSpPr>
            <p:spPr>
              <a:xfrm>
                <a:off x="378996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0" name="ph8450"/>
              <p:cNvSpPr/>
              <p:nvPr/>
            </p:nvSpPr>
            <p:spPr>
              <a:xfrm>
                <a:off x="379940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1" name="ph8451"/>
              <p:cNvSpPr/>
              <p:nvPr/>
            </p:nvSpPr>
            <p:spPr>
              <a:xfrm>
                <a:off x="380884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2" name="ph8452"/>
              <p:cNvSpPr/>
              <p:nvPr/>
            </p:nvSpPr>
            <p:spPr>
              <a:xfrm>
                <a:off x="381828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3" name="ph8453"/>
              <p:cNvSpPr/>
              <p:nvPr/>
            </p:nvSpPr>
            <p:spPr>
              <a:xfrm>
                <a:off x="3837165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978" y="896830"/>
                    </a:lnTo>
                    <a:lnTo>
                      <a:pt x="914030" y="905577"/>
                    </a:lnTo>
                    <a:lnTo>
                      <a:pt x="914400" y="90646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4" name="ph8454"/>
              <p:cNvSpPr/>
              <p:nvPr/>
            </p:nvSpPr>
            <p:spPr>
              <a:xfrm>
                <a:off x="3837165" y="920337"/>
                <a:ext cx="917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85" h="914400">
                    <a:moveTo>
                      <a:pt x="914400" y="914400"/>
                    </a:moveTo>
                    <a:lnTo>
                      <a:pt x="914400" y="906468"/>
                    </a:lnTo>
                    <a:lnTo>
                      <a:pt x="917685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5" name="ph8455"/>
              <p:cNvSpPr/>
              <p:nvPr/>
            </p:nvSpPr>
            <p:spPr>
              <a:xfrm>
                <a:off x="2156802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366"/>
                    </a:lnTo>
                    <a:lnTo>
                      <a:pt x="908380" y="912811"/>
                    </a:lnTo>
                    <a:lnTo>
                      <a:pt x="914195" y="910760"/>
                    </a:lnTo>
                    <a:lnTo>
                      <a:pt x="914400" y="91070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6" name="ph8456"/>
              <p:cNvSpPr/>
              <p:nvPr/>
            </p:nvSpPr>
            <p:spPr>
              <a:xfrm>
                <a:off x="2166242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708"/>
                    </a:lnTo>
                    <a:lnTo>
                      <a:pt x="910620" y="909277"/>
                    </a:lnTo>
                    <a:lnTo>
                      <a:pt x="914400" y="90869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7" name="ph8457"/>
              <p:cNvSpPr/>
              <p:nvPr/>
            </p:nvSpPr>
            <p:spPr>
              <a:xfrm>
                <a:off x="2175682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93"/>
                    </a:lnTo>
                    <a:lnTo>
                      <a:pt x="907078" y="908366"/>
                    </a:lnTo>
                    <a:lnTo>
                      <a:pt x="912995" y="908029"/>
                    </a:lnTo>
                    <a:lnTo>
                      <a:pt x="914400" y="90808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8" name="ph8458"/>
              <p:cNvSpPr/>
              <p:nvPr/>
            </p:nvSpPr>
            <p:spPr>
              <a:xfrm>
                <a:off x="2185123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086"/>
                    </a:lnTo>
                    <a:lnTo>
                      <a:pt x="909472" y="908269"/>
                    </a:lnTo>
                    <a:lnTo>
                      <a:pt x="914400" y="90894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9" name="ph8459"/>
              <p:cNvSpPr/>
              <p:nvPr/>
            </p:nvSpPr>
            <p:spPr>
              <a:xfrm>
                <a:off x="2194563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948"/>
                    </a:lnTo>
                    <a:lnTo>
                      <a:pt x="905934" y="909083"/>
                    </a:lnTo>
                    <a:lnTo>
                      <a:pt x="911806" y="910470"/>
                    </a:lnTo>
                    <a:lnTo>
                      <a:pt x="914400" y="91134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0" name="ph8460"/>
              <p:cNvSpPr/>
              <p:nvPr/>
            </p:nvSpPr>
            <p:spPr>
              <a:xfrm>
                <a:off x="2194563" y="902767"/>
                <a:ext cx="9221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47" h="914400">
                    <a:moveTo>
                      <a:pt x="914400" y="914400"/>
                    </a:moveTo>
                    <a:lnTo>
                      <a:pt x="914400" y="911340"/>
                    </a:lnTo>
                    <a:lnTo>
                      <a:pt x="917631" y="912425"/>
                    </a:lnTo>
                    <a:lnTo>
                      <a:pt x="922147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1" name="ph8461"/>
              <p:cNvSpPr/>
              <p:nvPr/>
            </p:nvSpPr>
            <p:spPr>
              <a:xfrm>
                <a:off x="3336832" y="885197"/>
                <a:ext cx="914400" cy="92340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4">
                    <a:moveTo>
                      <a:pt x="914400" y="914400"/>
                    </a:moveTo>
                    <a:lnTo>
                      <a:pt x="914400" y="923404"/>
                    </a:lnTo>
                    <a:lnTo>
                      <a:pt x="912719" y="918643"/>
                    </a:lnTo>
                    <a:lnTo>
                      <a:pt x="911384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2" name="ph8462"/>
              <p:cNvSpPr/>
              <p:nvPr/>
            </p:nvSpPr>
            <p:spPr>
              <a:xfrm>
                <a:off x="333683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598" y="931969"/>
                    </a:lnTo>
                    <a:lnTo>
                      <a:pt x="915909" y="927681"/>
                    </a:lnTo>
                    <a:lnTo>
                      <a:pt x="914400" y="923404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3" name="ph8463"/>
              <p:cNvSpPr/>
              <p:nvPr/>
            </p:nvSpPr>
            <p:spPr>
              <a:xfrm>
                <a:off x="334627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4" name="ph8464"/>
              <p:cNvSpPr/>
              <p:nvPr/>
            </p:nvSpPr>
            <p:spPr>
              <a:xfrm>
                <a:off x="335571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5" name="ph8465"/>
              <p:cNvSpPr/>
              <p:nvPr/>
            </p:nvSpPr>
            <p:spPr>
              <a:xfrm>
                <a:off x="336515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6" name="ph8466"/>
              <p:cNvSpPr/>
              <p:nvPr/>
            </p:nvSpPr>
            <p:spPr>
              <a:xfrm>
                <a:off x="337459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7" name="ph8467"/>
              <p:cNvSpPr/>
              <p:nvPr/>
            </p:nvSpPr>
            <p:spPr>
              <a:xfrm>
                <a:off x="338403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8" name="ph8468"/>
              <p:cNvSpPr/>
              <p:nvPr/>
            </p:nvSpPr>
            <p:spPr>
              <a:xfrm>
                <a:off x="339347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9" name="ph8469"/>
              <p:cNvSpPr/>
              <p:nvPr/>
            </p:nvSpPr>
            <p:spPr>
              <a:xfrm>
                <a:off x="340291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0" name="ph8470"/>
              <p:cNvSpPr/>
              <p:nvPr/>
            </p:nvSpPr>
            <p:spPr>
              <a:xfrm>
                <a:off x="341235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1" name="ph8471"/>
              <p:cNvSpPr/>
              <p:nvPr/>
            </p:nvSpPr>
            <p:spPr>
              <a:xfrm>
                <a:off x="342179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2" name="ph8472"/>
              <p:cNvSpPr/>
              <p:nvPr/>
            </p:nvSpPr>
            <p:spPr>
              <a:xfrm>
                <a:off x="343123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3" name="ph8473"/>
              <p:cNvSpPr/>
              <p:nvPr/>
            </p:nvSpPr>
            <p:spPr>
              <a:xfrm>
                <a:off x="344067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4" name="ph8474"/>
              <p:cNvSpPr/>
              <p:nvPr/>
            </p:nvSpPr>
            <p:spPr>
              <a:xfrm>
                <a:off x="345011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5" name="ph8475"/>
              <p:cNvSpPr/>
              <p:nvPr/>
            </p:nvSpPr>
            <p:spPr>
              <a:xfrm>
                <a:off x="345955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6" name="ph8476"/>
              <p:cNvSpPr/>
              <p:nvPr/>
            </p:nvSpPr>
            <p:spPr>
              <a:xfrm>
                <a:off x="346899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7" name="ph8477"/>
              <p:cNvSpPr/>
              <p:nvPr/>
            </p:nvSpPr>
            <p:spPr>
              <a:xfrm>
                <a:off x="347843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8" name="ph8478"/>
              <p:cNvSpPr/>
              <p:nvPr/>
            </p:nvSpPr>
            <p:spPr>
              <a:xfrm>
                <a:off x="348787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9" name="ph8479"/>
              <p:cNvSpPr/>
              <p:nvPr/>
            </p:nvSpPr>
            <p:spPr>
              <a:xfrm>
                <a:off x="349731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0" name="ph8480"/>
              <p:cNvSpPr/>
              <p:nvPr/>
            </p:nvSpPr>
            <p:spPr>
              <a:xfrm>
                <a:off x="350675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1" name="ph8481"/>
              <p:cNvSpPr/>
              <p:nvPr/>
            </p:nvSpPr>
            <p:spPr>
              <a:xfrm>
                <a:off x="351619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2" name="ph8482"/>
              <p:cNvSpPr/>
              <p:nvPr/>
            </p:nvSpPr>
            <p:spPr>
              <a:xfrm>
                <a:off x="352563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3" name="ph8483"/>
              <p:cNvSpPr/>
              <p:nvPr/>
            </p:nvSpPr>
            <p:spPr>
              <a:xfrm>
                <a:off x="353507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4" name="ph8484"/>
              <p:cNvSpPr/>
              <p:nvPr/>
            </p:nvSpPr>
            <p:spPr>
              <a:xfrm>
                <a:off x="354451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5" name="ph8485"/>
              <p:cNvSpPr/>
              <p:nvPr/>
            </p:nvSpPr>
            <p:spPr>
              <a:xfrm>
                <a:off x="355395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6" name="ph8486"/>
              <p:cNvSpPr/>
              <p:nvPr/>
            </p:nvSpPr>
            <p:spPr>
              <a:xfrm>
                <a:off x="356339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7" name="ph8487"/>
              <p:cNvSpPr/>
              <p:nvPr/>
            </p:nvSpPr>
            <p:spPr>
              <a:xfrm>
                <a:off x="357283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8" name="ph8488"/>
              <p:cNvSpPr/>
              <p:nvPr/>
            </p:nvSpPr>
            <p:spPr>
              <a:xfrm>
                <a:off x="358227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9" name="ph8489"/>
              <p:cNvSpPr/>
              <p:nvPr/>
            </p:nvSpPr>
            <p:spPr>
              <a:xfrm>
                <a:off x="359171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0" name="ph8490"/>
              <p:cNvSpPr/>
              <p:nvPr/>
            </p:nvSpPr>
            <p:spPr>
              <a:xfrm>
                <a:off x="360115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1" name="ph8491"/>
              <p:cNvSpPr/>
              <p:nvPr/>
            </p:nvSpPr>
            <p:spPr>
              <a:xfrm>
                <a:off x="361059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2" name="ph8492"/>
              <p:cNvSpPr/>
              <p:nvPr/>
            </p:nvSpPr>
            <p:spPr>
              <a:xfrm>
                <a:off x="362003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3" name="ph8493"/>
              <p:cNvSpPr/>
              <p:nvPr/>
            </p:nvSpPr>
            <p:spPr>
              <a:xfrm>
                <a:off x="362947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4" name="ph8494"/>
              <p:cNvSpPr/>
              <p:nvPr/>
            </p:nvSpPr>
            <p:spPr>
              <a:xfrm>
                <a:off x="363891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5" name="ph8495"/>
              <p:cNvSpPr/>
              <p:nvPr/>
            </p:nvSpPr>
            <p:spPr>
              <a:xfrm>
                <a:off x="364836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6" name="ph8496"/>
              <p:cNvSpPr/>
              <p:nvPr/>
            </p:nvSpPr>
            <p:spPr>
              <a:xfrm>
                <a:off x="365780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7" name="ph8497"/>
              <p:cNvSpPr/>
              <p:nvPr/>
            </p:nvSpPr>
            <p:spPr>
              <a:xfrm>
                <a:off x="366724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8" name="ph8498"/>
              <p:cNvSpPr/>
              <p:nvPr/>
            </p:nvSpPr>
            <p:spPr>
              <a:xfrm>
                <a:off x="367668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9" name="ph8499"/>
              <p:cNvSpPr/>
              <p:nvPr/>
            </p:nvSpPr>
            <p:spPr>
              <a:xfrm>
                <a:off x="368612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0" name="ph8500"/>
              <p:cNvSpPr/>
              <p:nvPr/>
            </p:nvSpPr>
            <p:spPr>
              <a:xfrm>
                <a:off x="369556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1" name="ph8501"/>
              <p:cNvSpPr/>
              <p:nvPr/>
            </p:nvSpPr>
            <p:spPr>
              <a:xfrm>
                <a:off x="370500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2" name="ph8502"/>
              <p:cNvSpPr/>
              <p:nvPr/>
            </p:nvSpPr>
            <p:spPr>
              <a:xfrm>
                <a:off x="371444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3" name="ph8503"/>
              <p:cNvSpPr/>
              <p:nvPr/>
            </p:nvSpPr>
            <p:spPr>
              <a:xfrm>
                <a:off x="372388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4" name="ph8504"/>
              <p:cNvSpPr/>
              <p:nvPr/>
            </p:nvSpPr>
            <p:spPr>
              <a:xfrm>
                <a:off x="373332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5" name="ph8505"/>
              <p:cNvSpPr/>
              <p:nvPr/>
            </p:nvSpPr>
            <p:spPr>
              <a:xfrm>
                <a:off x="374276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6" name="ph8506"/>
              <p:cNvSpPr/>
              <p:nvPr/>
            </p:nvSpPr>
            <p:spPr>
              <a:xfrm>
                <a:off x="375220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7" name="ph8507"/>
              <p:cNvSpPr/>
              <p:nvPr/>
            </p:nvSpPr>
            <p:spPr>
              <a:xfrm>
                <a:off x="376164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8" name="ph8508"/>
              <p:cNvSpPr/>
              <p:nvPr/>
            </p:nvSpPr>
            <p:spPr>
              <a:xfrm>
                <a:off x="377108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9" name="ph8509"/>
              <p:cNvSpPr/>
              <p:nvPr/>
            </p:nvSpPr>
            <p:spPr>
              <a:xfrm>
                <a:off x="378052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0" name="ph8510"/>
              <p:cNvSpPr/>
              <p:nvPr/>
            </p:nvSpPr>
            <p:spPr>
              <a:xfrm>
                <a:off x="378996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1" name="ph8511"/>
              <p:cNvSpPr/>
              <p:nvPr/>
            </p:nvSpPr>
            <p:spPr>
              <a:xfrm>
                <a:off x="379940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2" name="ph8512"/>
              <p:cNvSpPr/>
              <p:nvPr/>
            </p:nvSpPr>
            <p:spPr>
              <a:xfrm>
                <a:off x="380884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3" name="ph8513"/>
              <p:cNvSpPr/>
              <p:nvPr/>
            </p:nvSpPr>
            <p:spPr>
              <a:xfrm>
                <a:off x="3827724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3" y="896830"/>
                    </a:lnTo>
                    <a:lnTo>
                      <a:pt x="910561" y="898191"/>
                    </a:lnTo>
                    <a:lnTo>
                      <a:pt x="914400" y="904841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4" name="ph8514"/>
              <p:cNvSpPr/>
              <p:nvPr/>
            </p:nvSpPr>
            <p:spPr>
              <a:xfrm>
                <a:off x="3827724" y="902767"/>
                <a:ext cx="9194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18" h="914400">
                    <a:moveTo>
                      <a:pt x="914400" y="914400"/>
                    </a:moveTo>
                    <a:lnTo>
                      <a:pt x="914400" y="904841"/>
                    </a:lnTo>
                    <a:lnTo>
                      <a:pt x="915107" y="906066"/>
                    </a:lnTo>
                    <a:lnTo>
                      <a:pt x="919418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5" name="ph8515"/>
              <p:cNvSpPr/>
              <p:nvPr/>
            </p:nvSpPr>
            <p:spPr>
              <a:xfrm>
                <a:off x="3336832" y="86762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84" y="931969"/>
                    </a:lnTo>
                    <a:lnTo>
                      <a:pt x="909783" y="926883"/>
                    </a:lnTo>
                    <a:lnTo>
                      <a:pt x="907107" y="917284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6" name="ph8516"/>
              <p:cNvSpPr/>
              <p:nvPr/>
            </p:nvSpPr>
            <p:spPr>
              <a:xfrm>
                <a:off x="333683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7" name="ph8517"/>
              <p:cNvSpPr/>
              <p:nvPr/>
            </p:nvSpPr>
            <p:spPr>
              <a:xfrm>
                <a:off x="334627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8" name="ph8518"/>
              <p:cNvSpPr/>
              <p:nvPr/>
            </p:nvSpPr>
            <p:spPr>
              <a:xfrm>
                <a:off x="335571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9" name="ph8519"/>
              <p:cNvSpPr/>
              <p:nvPr/>
            </p:nvSpPr>
            <p:spPr>
              <a:xfrm>
                <a:off x="336515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0" name="ph8520"/>
              <p:cNvSpPr/>
              <p:nvPr/>
            </p:nvSpPr>
            <p:spPr>
              <a:xfrm>
                <a:off x="337459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1" name="ph8521"/>
              <p:cNvSpPr/>
              <p:nvPr/>
            </p:nvSpPr>
            <p:spPr>
              <a:xfrm>
                <a:off x="338403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2" name="ph8522"/>
              <p:cNvSpPr/>
              <p:nvPr/>
            </p:nvSpPr>
            <p:spPr>
              <a:xfrm>
                <a:off x="339347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3" name="ph8523"/>
              <p:cNvSpPr/>
              <p:nvPr/>
            </p:nvSpPr>
            <p:spPr>
              <a:xfrm>
                <a:off x="340291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4" name="ph8524"/>
              <p:cNvSpPr/>
              <p:nvPr/>
            </p:nvSpPr>
            <p:spPr>
              <a:xfrm>
                <a:off x="341235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5" name="ph8525"/>
              <p:cNvSpPr/>
              <p:nvPr/>
            </p:nvSpPr>
            <p:spPr>
              <a:xfrm>
                <a:off x="342179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6" name="ph8526"/>
              <p:cNvSpPr/>
              <p:nvPr/>
            </p:nvSpPr>
            <p:spPr>
              <a:xfrm>
                <a:off x="343123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7" name="ph8527"/>
              <p:cNvSpPr/>
              <p:nvPr/>
            </p:nvSpPr>
            <p:spPr>
              <a:xfrm>
                <a:off x="344067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8" name="ph8528"/>
              <p:cNvSpPr/>
              <p:nvPr/>
            </p:nvSpPr>
            <p:spPr>
              <a:xfrm>
                <a:off x="345011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9" name="ph8529"/>
              <p:cNvSpPr/>
              <p:nvPr/>
            </p:nvSpPr>
            <p:spPr>
              <a:xfrm>
                <a:off x="345955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0" name="ph8530"/>
              <p:cNvSpPr/>
              <p:nvPr/>
            </p:nvSpPr>
            <p:spPr>
              <a:xfrm>
                <a:off x="346899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1" name="ph8531"/>
              <p:cNvSpPr/>
              <p:nvPr/>
            </p:nvSpPr>
            <p:spPr>
              <a:xfrm>
                <a:off x="347843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2" name="ph8532"/>
              <p:cNvSpPr/>
              <p:nvPr/>
            </p:nvSpPr>
            <p:spPr>
              <a:xfrm>
                <a:off x="348787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3" name="ph8533"/>
              <p:cNvSpPr/>
              <p:nvPr/>
            </p:nvSpPr>
            <p:spPr>
              <a:xfrm>
                <a:off x="349731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4" name="ph8534"/>
              <p:cNvSpPr/>
              <p:nvPr/>
            </p:nvSpPr>
            <p:spPr>
              <a:xfrm>
                <a:off x="350675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5" name="ph8535"/>
              <p:cNvSpPr/>
              <p:nvPr/>
            </p:nvSpPr>
            <p:spPr>
              <a:xfrm>
                <a:off x="351619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6" name="ph8536"/>
              <p:cNvSpPr/>
              <p:nvPr/>
            </p:nvSpPr>
            <p:spPr>
              <a:xfrm>
                <a:off x="352563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7" name="ph8537"/>
              <p:cNvSpPr/>
              <p:nvPr/>
            </p:nvSpPr>
            <p:spPr>
              <a:xfrm>
                <a:off x="353507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8" name="ph8538"/>
              <p:cNvSpPr/>
              <p:nvPr/>
            </p:nvSpPr>
            <p:spPr>
              <a:xfrm>
                <a:off x="354451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9" name="ph8539"/>
              <p:cNvSpPr/>
              <p:nvPr/>
            </p:nvSpPr>
            <p:spPr>
              <a:xfrm>
                <a:off x="355395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0" name="ph8540"/>
              <p:cNvSpPr/>
              <p:nvPr/>
            </p:nvSpPr>
            <p:spPr>
              <a:xfrm>
                <a:off x="356339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1" name="ph8541"/>
              <p:cNvSpPr/>
              <p:nvPr/>
            </p:nvSpPr>
            <p:spPr>
              <a:xfrm>
                <a:off x="357283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2" name="ph8542"/>
              <p:cNvSpPr/>
              <p:nvPr/>
            </p:nvSpPr>
            <p:spPr>
              <a:xfrm>
                <a:off x="358227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3" name="ph8543"/>
              <p:cNvSpPr/>
              <p:nvPr/>
            </p:nvSpPr>
            <p:spPr>
              <a:xfrm>
                <a:off x="359171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4" name="ph8544"/>
              <p:cNvSpPr/>
              <p:nvPr/>
            </p:nvSpPr>
            <p:spPr>
              <a:xfrm>
                <a:off x="360115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5" name="ph8545"/>
              <p:cNvSpPr/>
              <p:nvPr/>
            </p:nvSpPr>
            <p:spPr>
              <a:xfrm>
                <a:off x="361059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6" name="ph8546"/>
              <p:cNvSpPr/>
              <p:nvPr/>
            </p:nvSpPr>
            <p:spPr>
              <a:xfrm>
                <a:off x="362003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7" name="ph8547"/>
              <p:cNvSpPr/>
              <p:nvPr/>
            </p:nvSpPr>
            <p:spPr>
              <a:xfrm>
                <a:off x="362947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8" name="ph8548"/>
              <p:cNvSpPr/>
              <p:nvPr/>
            </p:nvSpPr>
            <p:spPr>
              <a:xfrm>
                <a:off x="363891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9" name="ph8549"/>
              <p:cNvSpPr/>
              <p:nvPr/>
            </p:nvSpPr>
            <p:spPr>
              <a:xfrm>
                <a:off x="364836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0" name="ph8550"/>
              <p:cNvSpPr/>
              <p:nvPr/>
            </p:nvSpPr>
            <p:spPr>
              <a:xfrm>
                <a:off x="365780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1" name="ph8551"/>
              <p:cNvSpPr/>
              <p:nvPr/>
            </p:nvSpPr>
            <p:spPr>
              <a:xfrm>
                <a:off x="366724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2" name="ph8552"/>
              <p:cNvSpPr/>
              <p:nvPr/>
            </p:nvSpPr>
            <p:spPr>
              <a:xfrm>
                <a:off x="367668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3" name="ph8553"/>
              <p:cNvSpPr/>
              <p:nvPr/>
            </p:nvSpPr>
            <p:spPr>
              <a:xfrm>
                <a:off x="368612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4" name="ph8554"/>
              <p:cNvSpPr/>
              <p:nvPr/>
            </p:nvSpPr>
            <p:spPr>
              <a:xfrm>
                <a:off x="369556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5" name="ph8555"/>
              <p:cNvSpPr/>
              <p:nvPr/>
            </p:nvSpPr>
            <p:spPr>
              <a:xfrm>
                <a:off x="370500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6" name="ph8556"/>
              <p:cNvSpPr/>
              <p:nvPr/>
            </p:nvSpPr>
            <p:spPr>
              <a:xfrm>
                <a:off x="371444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7" name="ph8557"/>
              <p:cNvSpPr/>
              <p:nvPr/>
            </p:nvSpPr>
            <p:spPr>
              <a:xfrm>
                <a:off x="372388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8" name="ph8558"/>
              <p:cNvSpPr/>
              <p:nvPr/>
            </p:nvSpPr>
            <p:spPr>
              <a:xfrm>
                <a:off x="373332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9" name="ph8559"/>
              <p:cNvSpPr/>
              <p:nvPr/>
            </p:nvSpPr>
            <p:spPr>
              <a:xfrm>
                <a:off x="374276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0" name="ph8560"/>
              <p:cNvSpPr/>
              <p:nvPr/>
            </p:nvSpPr>
            <p:spPr>
              <a:xfrm>
                <a:off x="375220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1" name="ph8561"/>
              <p:cNvSpPr/>
              <p:nvPr/>
            </p:nvSpPr>
            <p:spPr>
              <a:xfrm>
                <a:off x="376164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2" name="ph8562"/>
              <p:cNvSpPr/>
              <p:nvPr/>
            </p:nvSpPr>
            <p:spPr>
              <a:xfrm>
                <a:off x="377108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3" name="ph8563"/>
              <p:cNvSpPr/>
              <p:nvPr/>
            </p:nvSpPr>
            <p:spPr>
              <a:xfrm>
                <a:off x="378052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4" name="ph8564"/>
              <p:cNvSpPr/>
              <p:nvPr/>
            </p:nvSpPr>
            <p:spPr>
              <a:xfrm>
                <a:off x="378996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5" name="ph8565"/>
              <p:cNvSpPr/>
              <p:nvPr/>
            </p:nvSpPr>
            <p:spPr>
              <a:xfrm>
                <a:off x="379940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6" name="ph8566"/>
              <p:cNvSpPr/>
              <p:nvPr/>
            </p:nvSpPr>
            <p:spPr>
              <a:xfrm>
                <a:off x="3818284" y="88519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719" y="896830"/>
                    </a:lnTo>
                    <a:lnTo>
                      <a:pt x="911003" y="897341"/>
                    </a:lnTo>
                    <a:lnTo>
                      <a:pt x="914400" y="904193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7" name="ph8567"/>
              <p:cNvSpPr/>
              <p:nvPr/>
            </p:nvSpPr>
            <p:spPr>
              <a:xfrm>
                <a:off x="3818284" y="885197"/>
                <a:ext cx="9191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3" h="914400">
                    <a:moveTo>
                      <a:pt x="914400" y="914400"/>
                    </a:moveTo>
                    <a:lnTo>
                      <a:pt x="914400" y="904193"/>
                    </a:lnTo>
                    <a:lnTo>
                      <a:pt x="915317" y="906043"/>
                    </a:lnTo>
                    <a:lnTo>
                      <a:pt x="918779" y="913866"/>
                    </a:lnTo>
                    <a:lnTo>
                      <a:pt x="919123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8" name="ph8568"/>
              <p:cNvSpPr/>
              <p:nvPr/>
            </p:nvSpPr>
            <p:spPr>
              <a:xfrm>
                <a:off x="3327392" y="850058"/>
                <a:ext cx="914400" cy="92607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6">
                    <a:moveTo>
                      <a:pt x="914400" y="914400"/>
                    </a:moveTo>
                    <a:lnTo>
                      <a:pt x="914400" y="926076"/>
                    </a:lnTo>
                    <a:lnTo>
                      <a:pt x="914139" y="925013"/>
                    </a:lnTo>
                    <a:lnTo>
                      <a:pt x="912006" y="914955"/>
                    </a:lnTo>
                    <a:lnTo>
                      <a:pt x="911905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9" name="ph8569"/>
              <p:cNvSpPr/>
              <p:nvPr/>
            </p:nvSpPr>
            <p:spPr>
              <a:xfrm>
                <a:off x="332739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41" y="931969"/>
                    </a:lnTo>
                    <a:lnTo>
                      <a:pt x="914400" y="926076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0" name="ph8570"/>
              <p:cNvSpPr/>
              <p:nvPr/>
            </p:nvSpPr>
            <p:spPr>
              <a:xfrm>
                <a:off x="333683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1" name="ph8571"/>
              <p:cNvSpPr/>
              <p:nvPr/>
            </p:nvSpPr>
            <p:spPr>
              <a:xfrm>
                <a:off x="334627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2" name="ph8572"/>
              <p:cNvSpPr/>
              <p:nvPr/>
            </p:nvSpPr>
            <p:spPr>
              <a:xfrm>
                <a:off x="335571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3" name="ph8573"/>
              <p:cNvSpPr/>
              <p:nvPr/>
            </p:nvSpPr>
            <p:spPr>
              <a:xfrm>
                <a:off x="336515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4" name="ph8574"/>
              <p:cNvSpPr/>
              <p:nvPr/>
            </p:nvSpPr>
            <p:spPr>
              <a:xfrm>
                <a:off x="337459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5" name="ph8575"/>
              <p:cNvSpPr/>
              <p:nvPr/>
            </p:nvSpPr>
            <p:spPr>
              <a:xfrm>
                <a:off x="338403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6" name="ph8576"/>
              <p:cNvSpPr/>
              <p:nvPr/>
            </p:nvSpPr>
            <p:spPr>
              <a:xfrm>
                <a:off x="339347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7" name="ph8577"/>
              <p:cNvSpPr/>
              <p:nvPr/>
            </p:nvSpPr>
            <p:spPr>
              <a:xfrm>
                <a:off x="340291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8" name="ph8578"/>
              <p:cNvSpPr/>
              <p:nvPr/>
            </p:nvSpPr>
            <p:spPr>
              <a:xfrm>
                <a:off x="341235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9" name="ph8579"/>
              <p:cNvSpPr/>
              <p:nvPr/>
            </p:nvSpPr>
            <p:spPr>
              <a:xfrm>
                <a:off x="342179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0" name="ph8580"/>
              <p:cNvSpPr/>
              <p:nvPr/>
            </p:nvSpPr>
            <p:spPr>
              <a:xfrm>
                <a:off x="343123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1" name="ph8581"/>
              <p:cNvSpPr/>
              <p:nvPr/>
            </p:nvSpPr>
            <p:spPr>
              <a:xfrm>
                <a:off x="344067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2" name="ph8582"/>
              <p:cNvSpPr/>
              <p:nvPr/>
            </p:nvSpPr>
            <p:spPr>
              <a:xfrm>
                <a:off x="345011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3" name="ph8583"/>
              <p:cNvSpPr/>
              <p:nvPr/>
            </p:nvSpPr>
            <p:spPr>
              <a:xfrm>
                <a:off x="345955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4" name="ph8584"/>
              <p:cNvSpPr/>
              <p:nvPr/>
            </p:nvSpPr>
            <p:spPr>
              <a:xfrm>
                <a:off x="346899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5" name="ph8585"/>
              <p:cNvSpPr/>
              <p:nvPr/>
            </p:nvSpPr>
            <p:spPr>
              <a:xfrm>
                <a:off x="347843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6" name="ph8586"/>
              <p:cNvSpPr/>
              <p:nvPr/>
            </p:nvSpPr>
            <p:spPr>
              <a:xfrm>
                <a:off x="348787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7" name="ph8587"/>
              <p:cNvSpPr/>
              <p:nvPr/>
            </p:nvSpPr>
            <p:spPr>
              <a:xfrm>
                <a:off x="349731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8" name="ph8588"/>
              <p:cNvSpPr/>
              <p:nvPr/>
            </p:nvSpPr>
            <p:spPr>
              <a:xfrm>
                <a:off x="350675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9" name="ph8589"/>
              <p:cNvSpPr/>
              <p:nvPr/>
            </p:nvSpPr>
            <p:spPr>
              <a:xfrm>
                <a:off x="351619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0" name="ph8590"/>
              <p:cNvSpPr/>
              <p:nvPr/>
            </p:nvSpPr>
            <p:spPr>
              <a:xfrm>
                <a:off x="352563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1" name="ph8591"/>
              <p:cNvSpPr/>
              <p:nvPr/>
            </p:nvSpPr>
            <p:spPr>
              <a:xfrm>
                <a:off x="353507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2" name="ph8592"/>
              <p:cNvSpPr/>
              <p:nvPr/>
            </p:nvSpPr>
            <p:spPr>
              <a:xfrm>
                <a:off x="354451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3" name="ph8593"/>
              <p:cNvSpPr/>
              <p:nvPr/>
            </p:nvSpPr>
            <p:spPr>
              <a:xfrm>
                <a:off x="355395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4" name="ph8594"/>
              <p:cNvSpPr/>
              <p:nvPr/>
            </p:nvSpPr>
            <p:spPr>
              <a:xfrm>
                <a:off x="356339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5" name="ph8595"/>
              <p:cNvSpPr/>
              <p:nvPr/>
            </p:nvSpPr>
            <p:spPr>
              <a:xfrm>
                <a:off x="357283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6" name="ph8596"/>
              <p:cNvSpPr/>
              <p:nvPr/>
            </p:nvSpPr>
            <p:spPr>
              <a:xfrm>
                <a:off x="358227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7" name="ph8597"/>
              <p:cNvSpPr/>
              <p:nvPr/>
            </p:nvSpPr>
            <p:spPr>
              <a:xfrm>
                <a:off x="359171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8" name="ph8598"/>
              <p:cNvSpPr/>
              <p:nvPr/>
            </p:nvSpPr>
            <p:spPr>
              <a:xfrm>
                <a:off x="360115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9" name="ph8599"/>
              <p:cNvSpPr/>
              <p:nvPr/>
            </p:nvSpPr>
            <p:spPr>
              <a:xfrm>
                <a:off x="361059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0" name="ph8600"/>
              <p:cNvSpPr/>
              <p:nvPr/>
            </p:nvSpPr>
            <p:spPr>
              <a:xfrm>
                <a:off x="362003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1" name="ph8601"/>
              <p:cNvSpPr/>
              <p:nvPr/>
            </p:nvSpPr>
            <p:spPr>
              <a:xfrm>
                <a:off x="362947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2" name="ph8602"/>
              <p:cNvSpPr/>
              <p:nvPr/>
            </p:nvSpPr>
            <p:spPr>
              <a:xfrm>
                <a:off x="363891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3" name="ph8603"/>
              <p:cNvSpPr/>
              <p:nvPr/>
            </p:nvSpPr>
            <p:spPr>
              <a:xfrm>
                <a:off x="364836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4" name="ph8604"/>
              <p:cNvSpPr/>
              <p:nvPr/>
            </p:nvSpPr>
            <p:spPr>
              <a:xfrm>
                <a:off x="365780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5" name="ph8605"/>
              <p:cNvSpPr/>
              <p:nvPr/>
            </p:nvSpPr>
            <p:spPr>
              <a:xfrm>
                <a:off x="366724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6" name="ph8606"/>
              <p:cNvSpPr/>
              <p:nvPr/>
            </p:nvSpPr>
            <p:spPr>
              <a:xfrm>
                <a:off x="367668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7" name="ph8607"/>
              <p:cNvSpPr/>
              <p:nvPr/>
            </p:nvSpPr>
            <p:spPr>
              <a:xfrm>
                <a:off x="368612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8" name="ph8608"/>
              <p:cNvSpPr/>
              <p:nvPr/>
            </p:nvSpPr>
            <p:spPr>
              <a:xfrm>
                <a:off x="369556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9" name="ph8609"/>
              <p:cNvSpPr/>
              <p:nvPr/>
            </p:nvSpPr>
            <p:spPr>
              <a:xfrm>
                <a:off x="370500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0" name="ph8610"/>
              <p:cNvSpPr/>
              <p:nvPr/>
            </p:nvSpPr>
            <p:spPr>
              <a:xfrm>
                <a:off x="371444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1" name="ph8611"/>
              <p:cNvSpPr/>
              <p:nvPr/>
            </p:nvSpPr>
            <p:spPr>
              <a:xfrm>
                <a:off x="372388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2" name="ph8612"/>
              <p:cNvSpPr/>
              <p:nvPr/>
            </p:nvSpPr>
            <p:spPr>
              <a:xfrm>
                <a:off x="373332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3" name="ph8613"/>
              <p:cNvSpPr/>
              <p:nvPr/>
            </p:nvSpPr>
            <p:spPr>
              <a:xfrm>
                <a:off x="374276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4" name="ph8614"/>
              <p:cNvSpPr/>
              <p:nvPr/>
            </p:nvSpPr>
            <p:spPr>
              <a:xfrm>
                <a:off x="375220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5" name="ph8615"/>
              <p:cNvSpPr/>
              <p:nvPr/>
            </p:nvSpPr>
            <p:spPr>
              <a:xfrm>
                <a:off x="376164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6" name="ph8616"/>
              <p:cNvSpPr/>
              <p:nvPr/>
            </p:nvSpPr>
            <p:spPr>
              <a:xfrm>
                <a:off x="377108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7" name="ph8617"/>
              <p:cNvSpPr/>
              <p:nvPr/>
            </p:nvSpPr>
            <p:spPr>
              <a:xfrm>
                <a:off x="378052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8" name="ph8618"/>
              <p:cNvSpPr/>
              <p:nvPr/>
            </p:nvSpPr>
            <p:spPr>
              <a:xfrm>
                <a:off x="378996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9" name="ph8619"/>
              <p:cNvSpPr/>
              <p:nvPr/>
            </p:nvSpPr>
            <p:spPr>
              <a:xfrm>
                <a:off x="3808844" y="86762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9" y="896836"/>
                    </a:lnTo>
                    <a:lnTo>
                      <a:pt x="909885" y="897135"/>
                    </a:lnTo>
                    <a:lnTo>
                      <a:pt x="910081" y="897433"/>
                    </a:lnTo>
                    <a:lnTo>
                      <a:pt x="910278" y="897731"/>
                    </a:lnTo>
                    <a:lnTo>
                      <a:pt x="910474" y="898030"/>
                    </a:lnTo>
                    <a:lnTo>
                      <a:pt x="910670" y="898328"/>
                    </a:lnTo>
                    <a:lnTo>
                      <a:pt x="910866" y="898627"/>
                    </a:lnTo>
                    <a:lnTo>
                      <a:pt x="911062" y="898925"/>
                    </a:lnTo>
                    <a:lnTo>
                      <a:pt x="914400" y="90429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0" name="ph8620"/>
              <p:cNvSpPr/>
              <p:nvPr/>
            </p:nvSpPr>
            <p:spPr>
              <a:xfrm>
                <a:off x="3808844" y="867627"/>
                <a:ext cx="9201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60" h="914400">
                    <a:moveTo>
                      <a:pt x="914400" y="914400"/>
                    </a:moveTo>
                    <a:lnTo>
                      <a:pt x="914400" y="904299"/>
                    </a:lnTo>
                    <a:lnTo>
                      <a:pt x="915873" y="906672"/>
                    </a:lnTo>
                    <a:lnTo>
                      <a:pt x="920160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1" name="ph8621"/>
              <p:cNvSpPr/>
              <p:nvPr/>
            </p:nvSpPr>
            <p:spPr>
              <a:xfrm>
                <a:off x="3327392" y="83248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905" y="931969"/>
                    </a:lnTo>
                    <a:lnTo>
                      <a:pt x="910152" y="922277"/>
                    </a:lnTo>
                    <a:lnTo>
                      <a:pt x="908965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2" name="ph8622"/>
              <p:cNvSpPr/>
              <p:nvPr/>
            </p:nvSpPr>
            <p:spPr>
              <a:xfrm>
                <a:off x="332739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3" name="ph8623"/>
              <p:cNvSpPr/>
              <p:nvPr/>
            </p:nvSpPr>
            <p:spPr>
              <a:xfrm>
                <a:off x="333683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4" name="ph8624"/>
              <p:cNvSpPr/>
              <p:nvPr/>
            </p:nvSpPr>
            <p:spPr>
              <a:xfrm>
                <a:off x="334627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5" name="ph8625"/>
              <p:cNvSpPr/>
              <p:nvPr/>
            </p:nvSpPr>
            <p:spPr>
              <a:xfrm>
                <a:off x="335571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6" name="ph8626"/>
              <p:cNvSpPr/>
              <p:nvPr/>
            </p:nvSpPr>
            <p:spPr>
              <a:xfrm>
                <a:off x="336515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7" name="ph8627"/>
              <p:cNvSpPr/>
              <p:nvPr/>
            </p:nvSpPr>
            <p:spPr>
              <a:xfrm>
                <a:off x="337459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8" name="ph8628"/>
              <p:cNvSpPr/>
              <p:nvPr/>
            </p:nvSpPr>
            <p:spPr>
              <a:xfrm>
                <a:off x="338403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9" name="ph8629"/>
              <p:cNvSpPr/>
              <p:nvPr/>
            </p:nvSpPr>
            <p:spPr>
              <a:xfrm>
                <a:off x="339347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0" name="ph8630"/>
              <p:cNvSpPr/>
              <p:nvPr/>
            </p:nvSpPr>
            <p:spPr>
              <a:xfrm>
                <a:off x="340291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1" name="ph8631"/>
              <p:cNvSpPr/>
              <p:nvPr/>
            </p:nvSpPr>
            <p:spPr>
              <a:xfrm>
                <a:off x="341235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2" name="ph8632"/>
              <p:cNvSpPr/>
              <p:nvPr/>
            </p:nvSpPr>
            <p:spPr>
              <a:xfrm>
                <a:off x="342179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3" name="ph8633"/>
              <p:cNvSpPr/>
              <p:nvPr/>
            </p:nvSpPr>
            <p:spPr>
              <a:xfrm>
                <a:off x="343123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4" name="ph8634"/>
              <p:cNvSpPr/>
              <p:nvPr/>
            </p:nvSpPr>
            <p:spPr>
              <a:xfrm>
                <a:off x="344067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5" name="ph8635"/>
              <p:cNvSpPr/>
              <p:nvPr/>
            </p:nvSpPr>
            <p:spPr>
              <a:xfrm>
                <a:off x="345011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6" name="ph8636"/>
              <p:cNvSpPr/>
              <p:nvPr/>
            </p:nvSpPr>
            <p:spPr>
              <a:xfrm>
                <a:off x="345955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7" name="ph8637"/>
              <p:cNvSpPr/>
              <p:nvPr/>
            </p:nvSpPr>
            <p:spPr>
              <a:xfrm>
                <a:off x="346899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8" name="ph8638"/>
              <p:cNvSpPr/>
              <p:nvPr/>
            </p:nvSpPr>
            <p:spPr>
              <a:xfrm>
                <a:off x="347843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9" name="ph8639"/>
              <p:cNvSpPr/>
              <p:nvPr/>
            </p:nvSpPr>
            <p:spPr>
              <a:xfrm>
                <a:off x="348787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0" name="ph8640"/>
              <p:cNvSpPr/>
              <p:nvPr/>
            </p:nvSpPr>
            <p:spPr>
              <a:xfrm>
                <a:off x="349731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1" name="ph8641"/>
              <p:cNvSpPr/>
              <p:nvPr/>
            </p:nvSpPr>
            <p:spPr>
              <a:xfrm>
                <a:off x="350675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2" name="ph8642"/>
              <p:cNvSpPr/>
              <p:nvPr/>
            </p:nvSpPr>
            <p:spPr>
              <a:xfrm>
                <a:off x="351619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3" name="ph8643"/>
              <p:cNvSpPr/>
              <p:nvPr/>
            </p:nvSpPr>
            <p:spPr>
              <a:xfrm>
                <a:off x="352563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4" name="ph8644"/>
              <p:cNvSpPr/>
              <p:nvPr/>
            </p:nvSpPr>
            <p:spPr>
              <a:xfrm>
                <a:off x="353507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5" name="ph8645"/>
              <p:cNvSpPr/>
              <p:nvPr/>
            </p:nvSpPr>
            <p:spPr>
              <a:xfrm>
                <a:off x="354451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6" name="ph8646"/>
              <p:cNvSpPr/>
              <p:nvPr/>
            </p:nvSpPr>
            <p:spPr>
              <a:xfrm>
                <a:off x="355395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7" name="ph8647"/>
              <p:cNvSpPr/>
              <p:nvPr/>
            </p:nvSpPr>
            <p:spPr>
              <a:xfrm>
                <a:off x="356339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8" name="ph8648"/>
              <p:cNvSpPr/>
              <p:nvPr/>
            </p:nvSpPr>
            <p:spPr>
              <a:xfrm>
                <a:off x="357283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9" name="ph8649"/>
              <p:cNvSpPr/>
              <p:nvPr/>
            </p:nvSpPr>
            <p:spPr>
              <a:xfrm>
                <a:off x="358227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0" name="ph8650"/>
              <p:cNvSpPr/>
              <p:nvPr/>
            </p:nvSpPr>
            <p:spPr>
              <a:xfrm>
                <a:off x="359171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1" name="ph8651"/>
              <p:cNvSpPr/>
              <p:nvPr/>
            </p:nvSpPr>
            <p:spPr>
              <a:xfrm>
                <a:off x="360115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2" name="ph8652"/>
              <p:cNvSpPr/>
              <p:nvPr/>
            </p:nvSpPr>
            <p:spPr>
              <a:xfrm>
                <a:off x="361059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3" name="ph8653"/>
              <p:cNvSpPr/>
              <p:nvPr/>
            </p:nvSpPr>
            <p:spPr>
              <a:xfrm>
                <a:off x="362003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4" name="ph8654"/>
              <p:cNvSpPr/>
              <p:nvPr/>
            </p:nvSpPr>
            <p:spPr>
              <a:xfrm>
                <a:off x="362947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5" name="ph8655"/>
              <p:cNvSpPr/>
              <p:nvPr/>
            </p:nvSpPr>
            <p:spPr>
              <a:xfrm>
                <a:off x="363891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6" name="ph8656"/>
              <p:cNvSpPr/>
              <p:nvPr/>
            </p:nvSpPr>
            <p:spPr>
              <a:xfrm>
                <a:off x="364836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7" name="ph8657"/>
              <p:cNvSpPr/>
              <p:nvPr/>
            </p:nvSpPr>
            <p:spPr>
              <a:xfrm>
                <a:off x="365780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8" name="ph8658"/>
              <p:cNvSpPr/>
              <p:nvPr/>
            </p:nvSpPr>
            <p:spPr>
              <a:xfrm>
                <a:off x="366724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9" name="ph8659"/>
              <p:cNvSpPr/>
              <p:nvPr/>
            </p:nvSpPr>
            <p:spPr>
              <a:xfrm>
                <a:off x="367668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0" name="ph8660"/>
              <p:cNvSpPr/>
              <p:nvPr/>
            </p:nvSpPr>
            <p:spPr>
              <a:xfrm>
                <a:off x="368612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1" name="ph8661"/>
              <p:cNvSpPr/>
              <p:nvPr/>
            </p:nvSpPr>
            <p:spPr>
              <a:xfrm>
                <a:off x="369556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2" name="ph8662"/>
              <p:cNvSpPr/>
              <p:nvPr/>
            </p:nvSpPr>
            <p:spPr>
              <a:xfrm>
                <a:off x="370500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3" name="ph8663"/>
              <p:cNvSpPr/>
              <p:nvPr/>
            </p:nvSpPr>
            <p:spPr>
              <a:xfrm>
                <a:off x="371444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4" name="ph8664"/>
              <p:cNvSpPr/>
              <p:nvPr/>
            </p:nvSpPr>
            <p:spPr>
              <a:xfrm>
                <a:off x="372388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5" name="ph8665"/>
              <p:cNvSpPr/>
              <p:nvPr/>
            </p:nvSpPr>
            <p:spPr>
              <a:xfrm>
                <a:off x="373332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6" name="ph8666"/>
              <p:cNvSpPr/>
              <p:nvPr/>
            </p:nvSpPr>
            <p:spPr>
              <a:xfrm>
                <a:off x="374276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7" name="ph8667"/>
              <p:cNvSpPr/>
              <p:nvPr/>
            </p:nvSpPr>
            <p:spPr>
              <a:xfrm>
                <a:off x="375220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8" name="ph8668"/>
              <p:cNvSpPr/>
              <p:nvPr/>
            </p:nvSpPr>
            <p:spPr>
              <a:xfrm>
                <a:off x="376164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9" name="ph8669"/>
              <p:cNvSpPr/>
              <p:nvPr/>
            </p:nvSpPr>
            <p:spPr>
              <a:xfrm>
                <a:off x="377108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0" name="ph8670"/>
              <p:cNvSpPr/>
              <p:nvPr/>
            </p:nvSpPr>
            <p:spPr>
              <a:xfrm>
                <a:off x="378052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1" name="ph8671"/>
              <p:cNvSpPr/>
              <p:nvPr/>
            </p:nvSpPr>
            <p:spPr>
              <a:xfrm>
                <a:off x="3799404" y="85005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528" y="896830"/>
                    </a:lnTo>
                    <a:lnTo>
                      <a:pt x="907931" y="897407"/>
                    </a:lnTo>
                    <a:lnTo>
                      <a:pt x="908125" y="897702"/>
                    </a:lnTo>
                    <a:lnTo>
                      <a:pt x="908322" y="898000"/>
                    </a:lnTo>
                    <a:lnTo>
                      <a:pt x="908518" y="898298"/>
                    </a:lnTo>
                    <a:lnTo>
                      <a:pt x="908715" y="898596"/>
                    </a:lnTo>
                    <a:lnTo>
                      <a:pt x="908912" y="898895"/>
                    </a:lnTo>
                    <a:lnTo>
                      <a:pt x="909109" y="899193"/>
                    </a:lnTo>
                    <a:lnTo>
                      <a:pt x="909305" y="899491"/>
                    </a:lnTo>
                    <a:lnTo>
                      <a:pt x="909502" y="899789"/>
                    </a:lnTo>
                    <a:lnTo>
                      <a:pt x="909699" y="900088"/>
                    </a:lnTo>
                    <a:lnTo>
                      <a:pt x="909895" y="900386"/>
                    </a:lnTo>
                    <a:lnTo>
                      <a:pt x="910092" y="900684"/>
                    </a:lnTo>
                    <a:lnTo>
                      <a:pt x="910289" y="900982"/>
                    </a:lnTo>
                    <a:lnTo>
                      <a:pt x="910486" y="901281"/>
                    </a:lnTo>
                    <a:lnTo>
                      <a:pt x="910682" y="901579"/>
                    </a:lnTo>
                    <a:lnTo>
                      <a:pt x="910879" y="901877"/>
                    </a:lnTo>
                    <a:lnTo>
                      <a:pt x="911075" y="902175"/>
                    </a:lnTo>
                    <a:lnTo>
                      <a:pt x="911272" y="902474"/>
                    </a:lnTo>
                    <a:lnTo>
                      <a:pt x="911469" y="902772"/>
                    </a:lnTo>
                    <a:lnTo>
                      <a:pt x="911665" y="903070"/>
                    </a:lnTo>
                    <a:lnTo>
                      <a:pt x="911862" y="903368"/>
                    </a:lnTo>
                    <a:lnTo>
                      <a:pt x="912059" y="903667"/>
                    </a:lnTo>
                    <a:lnTo>
                      <a:pt x="912255" y="903965"/>
                    </a:lnTo>
                    <a:lnTo>
                      <a:pt x="912452" y="904263"/>
                    </a:lnTo>
                    <a:lnTo>
                      <a:pt x="912648" y="904561"/>
                    </a:lnTo>
                    <a:lnTo>
                      <a:pt x="912845" y="904860"/>
                    </a:lnTo>
                    <a:lnTo>
                      <a:pt x="913041" y="905158"/>
                    </a:lnTo>
                    <a:lnTo>
                      <a:pt x="913238" y="905456"/>
                    </a:lnTo>
                    <a:lnTo>
                      <a:pt x="913434" y="905755"/>
                    </a:lnTo>
                    <a:lnTo>
                      <a:pt x="913631" y="906053"/>
                    </a:lnTo>
                    <a:lnTo>
                      <a:pt x="913827" y="906351"/>
                    </a:lnTo>
                    <a:lnTo>
                      <a:pt x="914024" y="906649"/>
                    </a:lnTo>
                    <a:lnTo>
                      <a:pt x="914220" y="906948"/>
                    </a:lnTo>
                    <a:lnTo>
                      <a:pt x="914400" y="90722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2" name="ph8672"/>
              <p:cNvSpPr/>
              <p:nvPr/>
            </p:nvSpPr>
            <p:spPr>
              <a:xfrm>
                <a:off x="3799404" y="850058"/>
                <a:ext cx="9191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5" h="914400">
                    <a:moveTo>
                      <a:pt x="914400" y="914400"/>
                    </a:moveTo>
                    <a:lnTo>
                      <a:pt x="914417" y="907246"/>
                    </a:lnTo>
                    <a:lnTo>
                      <a:pt x="914613" y="907544"/>
                    </a:lnTo>
                    <a:lnTo>
                      <a:pt x="914810" y="907843"/>
                    </a:lnTo>
                    <a:lnTo>
                      <a:pt x="915006" y="908141"/>
                    </a:lnTo>
                    <a:lnTo>
                      <a:pt x="915203" y="908439"/>
                    </a:lnTo>
                    <a:lnTo>
                      <a:pt x="915399" y="908738"/>
                    </a:lnTo>
                    <a:lnTo>
                      <a:pt x="915595" y="909036"/>
                    </a:lnTo>
                    <a:lnTo>
                      <a:pt x="915792" y="909334"/>
                    </a:lnTo>
                    <a:lnTo>
                      <a:pt x="915988" y="909633"/>
                    </a:lnTo>
                    <a:lnTo>
                      <a:pt x="916185" y="909931"/>
                    </a:lnTo>
                    <a:lnTo>
                      <a:pt x="916381" y="910229"/>
                    </a:lnTo>
                    <a:lnTo>
                      <a:pt x="916577" y="910528"/>
                    </a:lnTo>
                    <a:lnTo>
                      <a:pt x="916774" y="910826"/>
                    </a:lnTo>
                    <a:lnTo>
                      <a:pt x="916970" y="911124"/>
                    </a:lnTo>
                    <a:lnTo>
                      <a:pt x="917166" y="911423"/>
                    </a:lnTo>
                    <a:lnTo>
                      <a:pt x="917363" y="911721"/>
                    </a:lnTo>
                    <a:lnTo>
                      <a:pt x="917559" y="912019"/>
                    </a:lnTo>
                    <a:lnTo>
                      <a:pt x="917755" y="912318"/>
                    </a:lnTo>
                    <a:lnTo>
                      <a:pt x="917952" y="912616"/>
                    </a:lnTo>
                    <a:lnTo>
                      <a:pt x="918148" y="912914"/>
                    </a:lnTo>
                    <a:lnTo>
                      <a:pt x="918344" y="913213"/>
                    </a:lnTo>
                    <a:lnTo>
                      <a:pt x="918540" y="913511"/>
                    </a:lnTo>
                    <a:lnTo>
                      <a:pt x="918737" y="913809"/>
                    </a:lnTo>
                    <a:lnTo>
                      <a:pt x="918933" y="914108"/>
                    </a:lnTo>
                    <a:lnTo>
                      <a:pt x="919125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3" name="ph8673"/>
              <p:cNvSpPr/>
              <p:nvPr/>
            </p:nvSpPr>
            <p:spPr>
              <a:xfrm>
                <a:off x="3327392" y="81491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65" y="931969"/>
                    </a:lnTo>
                    <a:lnTo>
                      <a:pt x="908583" y="929435"/>
                    </a:lnTo>
                    <a:lnTo>
                      <a:pt x="907303" y="918888"/>
                    </a:lnTo>
                    <a:lnTo>
                      <a:pt x="906887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4" name="ph8674"/>
              <p:cNvSpPr/>
              <p:nvPr/>
            </p:nvSpPr>
            <p:spPr>
              <a:xfrm>
                <a:off x="332739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5" name="ph8675"/>
              <p:cNvSpPr/>
              <p:nvPr/>
            </p:nvSpPr>
            <p:spPr>
              <a:xfrm>
                <a:off x="333683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6" name="ph8676"/>
              <p:cNvSpPr/>
              <p:nvPr/>
            </p:nvSpPr>
            <p:spPr>
              <a:xfrm>
                <a:off x="334627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7" name="ph8677"/>
              <p:cNvSpPr/>
              <p:nvPr/>
            </p:nvSpPr>
            <p:spPr>
              <a:xfrm>
                <a:off x="335571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8" name="ph8678"/>
              <p:cNvSpPr/>
              <p:nvPr/>
            </p:nvSpPr>
            <p:spPr>
              <a:xfrm>
                <a:off x="336515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9" name="ph8679"/>
              <p:cNvSpPr/>
              <p:nvPr/>
            </p:nvSpPr>
            <p:spPr>
              <a:xfrm>
                <a:off x="337459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0" name="ph8680"/>
              <p:cNvSpPr/>
              <p:nvPr/>
            </p:nvSpPr>
            <p:spPr>
              <a:xfrm>
                <a:off x="338403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1" name="ph8681"/>
              <p:cNvSpPr/>
              <p:nvPr/>
            </p:nvSpPr>
            <p:spPr>
              <a:xfrm>
                <a:off x="339347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2" name="ph8682"/>
              <p:cNvSpPr/>
              <p:nvPr/>
            </p:nvSpPr>
            <p:spPr>
              <a:xfrm>
                <a:off x="340291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3" name="ph8683"/>
              <p:cNvSpPr/>
              <p:nvPr/>
            </p:nvSpPr>
            <p:spPr>
              <a:xfrm>
                <a:off x="341235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4" name="ph8684"/>
              <p:cNvSpPr/>
              <p:nvPr/>
            </p:nvSpPr>
            <p:spPr>
              <a:xfrm>
                <a:off x="342179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5" name="ph8685"/>
              <p:cNvSpPr/>
              <p:nvPr/>
            </p:nvSpPr>
            <p:spPr>
              <a:xfrm>
                <a:off x="343123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6" name="ph8686"/>
              <p:cNvSpPr/>
              <p:nvPr/>
            </p:nvSpPr>
            <p:spPr>
              <a:xfrm>
                <a:off x="344067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7" name="ph8687"/>
              <p:cNvSpPr/>
              <p:nvPr/>
            </p:nvSpPr>
            <p:spPr>
              <a:xfrm>
                <a:off x="345011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8" name="ph8688"/>
              <p:cNvSpPr/>
              <p:nvPr/>
            </p:nvSpPr>
            <p:spPr>
              <a:xfrm>
                <a:off x="345955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9" name="ph8689"/>
              <p:cNvSpPr/>
              <p:nvPr/>
            </p:nvSpPr>
            <p:spPr>
              <a:xfrm>
                <a:off x="346899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0" name="ph8690"/>
              <p:cNvSpPr/>
              <p:nvPr/>
            </p:nvSpPr>
            <p:spPr>
              <a:xfrm>
                <a:off x="347843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1" name="ph8691"/>
              <p:cNvSpPr/>
              <p:nvPr/>
            </p:nvSpPr>
            <p:spPr>
              <a:xfrm>
                <a:off x="348787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2" name="ph8692"/>
              <p:cNvSpPr/>
              <p:nvPr/>
            </p:nvSpPr>
            <p:spPr>
              <a:xfrm>
                <a:off x="349731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3" name="ph8693"/>
              <p:cNvSpPr/>
              <p:nvPr/>
            </p:nvSpPr>
            <p:spPr>
              <a:xfrm>
                <a:off x="350675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4" name="ph8694"/>
              <p:cNvSpPr/>
              <p:nvPr/>
            </p:nvSpPr>
            <p:spPr>
              <a:xfrm>
                <a:off x="351619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5" name="ph8695"/>
              <p:cNvSpPr/>
              <p:nvPr/>
            </p:nvSpPr>
            <p:spPr>
              <a:xfrm>
                <a:off x="352563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6" name="ph8696"/>
              <p:cNvSpPr/>
              <p:nvPr/>
            </p:nvSpPr>
            <p:spPr>
              <a:xfrm>
                <a:off x="353507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7" name="ph8697"/>
              <p:cNvSpPr/>
              <p:nvPr/>
            </p:nvSpPr>
            <p:spPr>
              <a:xfrm>
                <a:off x="354451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8" name="ph8698"/>
              <p:cNvSpPr/>
              <p:nvPr/>
            </p:nvSpPr>
            <p:spPr>
              <a:xfrm>
                <a:off x="355395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9" name="ph8699"/>
              <p:cNvSpPr/>
              <p:nvPr/>
            </p:nvSpPr>
            <p:spPr>
              <a:xfrm>
                <a:off x="356339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0" name="ph8700"/>
              <p:cNvSpPr/>
              <p:nvPr/>
            </p:nvSpPr>
            <p:spPr>
              <a:xfrm>
                <a:off x="357283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1" name="ph8701"/>
              <p:cNvSpPr/>
              <p:nvPr/>
            </p:nvSpPr>
            <p:spPr>
              <a:xfrm>
                <a:off x="358227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2" name="ph8702"/>
              <p:cNvSpPr/>
              <p:nvPr/>
            </p:nvSpPr>
            <p:spPr>
              <a:xfrm>
                <a:off x="359171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3" name="ph8703"/>
              <p:cNvSpPr/>
              <p:nvPr/>
            </p:nvSpPr>
            <p:spPr>
              <a:xfrm>
                <a:off x="360115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4" name="ph8704"/>
              <p:cNvSpPr/>
              <p:nvPr/>
            </p:nvSpPr>
            <p:spPr>
              <a:xfrm>
                <a:off x="361059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5" name="ph8705"/>
              <p:cNvSpPr/>
              <p:nvPr/>
            </p:nvSpPr>
            <p:spPr>
              <a:xfrm>
                <a:off x="362003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6" name="ph8706"/>
              <p:cNvSpPr/>
              <p:nvPr/>
            </p:nvSpPr>
            <p:spPr>
              <a:xfrm>
                <a:off x="362947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7" name="ph8707"/>
              <p:cNvSpPr/>
              <p:nvPr/>
            </p:nvSpPr>
            <p:spPr>
              <a:xfrm>
                <a:off x="363891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8" name="ph8708"/>
              <p:cNvSpPr/>
              <p:nvPr/>
            </p:nvSpPr>
            <p:spPr>
              <a:xfrm>
                <a:off x="364836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9" name="ph8709"/>
              <p:cNvSpPr/>
              <p:nvPr/>
            </p:nvSpPr>
            <p:spPr>
              <a:xfrm>
                <a:off x="365780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0" name="ph8710"/>
              <p:cNvSpPr/>
              <p:nvPr/>
            </p:nvSpPr>
            <p:spPr>
              <a:xfrm>
                <a:off x="366724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1" name="ph8711"/>
              <p:cNvSpPr/>
              <p:nvPr/>
            </p:nvSpPr>
            <p:spPr>
              <a:xfrm>
                <a:off x="367668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2" name="ph8712"/>
              <p:cNvSpPr/>
              <p:nvPr/>
            </p:nvSpPr>
            <p:spPr>
              <a:xfrm>
                <a:off x="368612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3" name="ph8713"/>
              <p:cNvSpPr/>
              <p:nvPr/>
            </p:nvSpPr>
            <p:spPr>
              <a:xfrm>
                <a:off x="369556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4" name="ph8714"/>
              <p:cNvSpPr/>
              <p:nvPr/>
            </p:nvSpPr>
            <p:spPr>
              <a:xfrm>
                <a:off x="370500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5" name="ph8715"/>
              <p:cNvSpPr/>
              <p:nvPr/>
            </p:nvSpPr>
            <p:spPr>
              <a:xfrm>
                <a:off x="371444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6" name="ph8716"/>
              <p:cNvSpPr/>
              <p:nvPr/>
            </p:nvSpPr>
            <p:spPr>
              <a:xfrm>
                <a:off x="372388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7" name="ph8717"/>
              <p:cNvSpPr/>
              <p:nvPr/>
            </p:nvSpPr>
            <p:spPr>
              <a:xfrm>
                <a:off x="373332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8" name="ph8718"/>
              <p:cNvSpPr/>
              <p:nvPr/>
            </p:nvSpPr>
            <p:spPr>
              <a:xfrm>
                <a:off x="374276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9" name="ph8719"/>
              <p:cNvSpPr/>
              <p:nvPr/>
            </p:nvSpPr>
            <p:spPr>
              <a:xfrm>
                <a:off x="375220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0" name="ph8720"/>
              <p:cNvSpPr/>
              <p:nvPr/>
            </p:nvSpPr>
            <p:spPr>
              <a:xfrm>
                <a:off x="376164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1" name="ph8721"/>
              <p:cNvSpPr/>
              <p:nvPr/>
            </p:nvSpPr>
            <p:spPr>
              <a:xfrm>
                <a:off x="3780523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70" y="896830"/>
                    </a:lnTo>
                    <a:lnTo>
                      <a:pt x="914400" y="898702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2" name="ph8722"/>
              <p:cNvSpPr/>
              <p:nvPr/>
            </p:nvSpPr>
            <p:spPr>
              <a:xfrm>
                <a:off x="3789963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702"/>
                    </a:lnTo>
                    <a:lnTo>
                      <a:pt x="907833" y="902002"/>
                    </a:lnTo>
                    <a:lnTo>
                      <a:pt x="912693" y="908258"/>
                    </a:lnTo>
                    <a:lnTo>
                      <a:pt x="914400" y="91071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3" name="ph8723"/>
              <p:cNvSpPr/>
              <p:nvPr/>
            </p:nvSpPr>
            <p:spPr>
              <a:xfrm>
                <a:off x="3789963" y="832488"/>
                <a:ext cx="9169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9" h="914400">
                    <a:moveTo>
                      <a:pt x="914400" y="914400"/>
                    </a:moveTo>
                    <a:lnTo>
                      <a:pt x="914400" y="910710"/>
                    </a:lnTo>
                    <a:lnTo>
                      <a:pt x="916969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4" name="ph8724"/>
              <p:cNvSpPr/>
              <p:nvPr/>
            </p:nvSpPr>
            <p:spPr>
              <a:xfrm>
                <a:off x="3327392" y="7973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6887" y="931969"/>
                    </a:lnTo>
                    <a:lnTo>
                      <a:pt x="906316" y="925802"/>
                    </a:lnTo>
                    <a:lnTo>
                      <a:pt x="905623" y="915066"/>
                    </a:lnTo>
                    <a:lnTo>
                      <a:pt x="905598" y="91439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5" name="ph8725"/>
              <p:cNvSpPr/>
              <p:nvPr/>
            </p:nvSpPr>
            <p:spPr>
              <a:xfrm>
                <a:off x="332739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6" name="ph8726"/>
              <p:cNvSpPr/>
              <p:nvPr/>
            </p:nvSpPr>
            <p:spPr>
              <a:xfrm>
                <a:off x="333683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7" name="ph8727"/>
              <p:cNvSpPr/>
              <p:nvPr/>
            </p:nvSpPr>
            <p:spPr>
              <a:xfrm>
                <a:off x="334627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8" name="ph8728"/>
              <p:cNvSpPr/>
              <p:nvPr/>
            </p:nvSpPr>
            <p:spPr>
              <a:xfrm>
                <a:off x="335571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9" name="ph8729"/>
              <p:cNvSpPr/>
              <p:nvPr/>
            </p:nvSpPr>
            <p:spPr>
              <a:xfrm>
                <a:off x="336515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0" name="ph8730"/>
              <p:cNvSpPr/>
              <p:nvPr/>
            </p:nvSpPr>
            <p:spPr>
              <a:xfrm>
                <a:off x="337459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1" name="ph8731"/>
              <p:cNvSpPr/>
              <p:nvPr/>
            </p:nvSpPr>
            <p:spPr>
              <a:xfrm>
                <a:off x="338403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2" name="ph8732"/>
              <p:cNvSpPr/>
              <p:nvPr/>
            </p:nvSpPr>
            <p:spPr>
              <a:xfrm>
                <a:off x="339347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3" name="ph8733"/>
              <p:cNvSpPr/>
              <p:nvPr/>
            </p:nvSpPr>
            <p:spPr>
              <a:xfrm>
                <a:off x="340291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4" name="ph8734"/>
              <p:cNvSpPr/>
              <p:nvPr/>
            </p:nvSpPr>
            <p:spPr>
              <a:xfrm>
                <a:off x="341235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5" name="ph8735"/>
              <p:cNvSpPr/>
              <p:nvPr/>
            </p:nvSpPr>
            <p:spPr>
              <a:xfrm>
                <a:off x="342179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6" name="ph8736"/>
              <p:cNvSpPr/>
              <p:nvPr/>
            </p:nvSpPr>
            <p:spPr>
              <a:xfrm>
                <a:off x="343123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7" name="ph8737"/>
              <p:cNvSpPr/>
              <p:nvPr/>
            </p:nvSpPr>
            <p:spPr>
              <a:xfrm>
                <a:off x="344067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8" name="ph8738"/>
              <p:cNvSpPr/>
              <p:nvPr/>
            </p:nvSpPr>
            <p:spPr>
              <a:xfrm>
                <a:off x="345011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9" name="ph8739"/>
              <p:cNvSpPr/>
              <p:nvPr/>
            </p:nvSpPr>
            <p:spPr>
              <a:xfrm>
                <a:off x="345955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0" name="ph8740"/>
              <p:cNvSpPr/>
              <p:nvPr/>
            </p:nvSpPr>
            <p:spPr>
              <a:xfrm>
                <a:off x="346899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1" name="ph8741"/>
              <p:cNvSpPr/>
              <p:nvPr/>
            </p:nvSpPr>
            <p:spPr>
              <a:xfrm>
                <a:off x="347843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2" name="ph8742"/>
              <p:cNvSpPr/>
              <p:nvPr/>
            </p:nvSpPr>
            <p:spPr>
              <a:xfrm>
                <a:off x="348787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3" name="ph8743"/>
              <p:cNvSpPr/>
              <p:nvPr/>
            </p:nvSpPr>
            <p:spPr>
              <a:xfrm>
                <a:off x="349731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4" name="ph8744"/>
              <p:cNvSpPr/>
              <p:nvPr/>
            </p:nvSpPr>
            <p:spPr>
              <a:xfrm>
                <a:off x="350675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5" name="ph8745"/>
              <p:cNvSpPr/>
              <p:nvPr/>
            </p:nvSpPr>
            <p:spPr>
              <a:xfrm>
                <a:off x="351619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6" name="ph8746"/>
              <p:cNvSpPr/>
              <p:nvPr/>
            </p:nvSpPr>
            <p:spPr>
              <a:xfrm>
                <a:off x="352563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7" name="ph8747"/>
              <p:cNvSpPr/>
              <p:nvPr/>
            </p:nvSpPr>
            <p:spPr>
              <a:xfrm>
                <a:off x="353507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8" name="ph8748"/>
              <p:cNvSpPr/>
              <p:nvPr/>
            </p:nvSpPr>
            <p:spPr>
              <a:xfrm>
                <a:off x="354451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9" name="ph8749"/>
              <p:cNvSpPr/>
              <p:nvPr/>
            </p:nvSpPr>
            <p:spPr>
              <a:xfrm>
                <a:off x="355395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0" name="ph8750"/>
              <p:cNvSpPr/>
              <p:nvPr/>
            </p:nvSpPr>
            <p:spPr>
              <a:xfrm>
                <a:off x="356339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1" name="ph8751"/>
              <p:cNvSpPr/>
              <p:nvPr/>
            </p:nvSpPr>
            <p:spPr>
              <a:xfrm>
                <a:off x="357283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2" name="ph8752"/>
              <p:cNvSpPr/>
              <p:nvPr/>
            </p:nvSpPr>
            <p:spPr>
              <a:xfrm>
                <a:off x="358227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3" name="ph8753"/>
              <p:cNvSpPr/>
              <p:nvPr/>
            </p:nvSpPr>
            <p:spPr>
              <a:xfrm>
                <a:off x="359171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4" name="ph8754"/>
              <p:cNvSpPr/>
              <p:nvPr/>
            </p:nvSpPr>
            <p:spPr>
              <a:xfrm>
                <a:off x="360115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5" name="ph8755"/>
              <p:cNvSpPr/>
              <p:nvPr/>
            </p:nvSpPr>
            <p:spPr>
              <a:xfrm>
                <a:off x="361059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6" name="ph8756"/>
              <p:cNvSpPr/>
              <p:nvPr/>
            </p:nvSpPr>
            <p:spPr>
              <a:xfrm>
                <a:off x="362003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7" name="ph8757"/>
              <p:cNvSpPr/>
              <p:nvPr/>
            </p:nvSpPr>
            <p:spPr>
              <a:xfrm>
                <a:off x="362947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8" name="ph8758"/>
              <p:cNvSpPr/>
              <p:nvPr/>
            </p:nvSpPr>
            <p:spPr>
              <a:xfrm>
                <a:off x="363891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9" name="ph8759"/>
              <p:cNvSpPr/>
              <p:nvPr/>
            </p:nvSpPr>
            <p:spPr>
              <a:xfrm>
                <a:off x="364836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0" name="ph8760"/>
              <p:cNvSpPr/>
              <p:nvPr/>
            </p:nvSpPr>
            <p:spPr>
              <a:xfrm>
                <a:off x="365780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1" name="ph8761"/>
              <p:cNvSpPr/>
              <p:nvPr/>
            </p:nvSpPr>
            <p:spPr>
              <a:xfrm>
                <a:off x="366724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2" name="ph8762"/>
              <p:cNvSpPr/>
              <p:nvPr/>
            </p:nvSpPr>
            <p:spPr>
              <a:xfrm>
                <a:off x="367668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3" name="ph8763"/>
              <p:cNvSpPr/>
              <p:nvPr/>
            </p:nvSpPr>
            <p:spPr>
              <a:xfrm>
                <a:off x="368612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4" name="ph8764"/>
              <p:cNvSpPr/>
              <p:nvPr/>
            </p:nvSpPr>
            <p:spPr>
              <a:xfrm>
                <a:off x="369556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5" name="ph8765"/>
              <p:cNvSpPr/>
              <p:nvPr/>
            </p:nvSpPr>
            <p:spPr>
              <a:xfrm>
                <a:off x="370500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6" name="ph8766"/>
              <p:cNvSpPr/>
              <p:nvPr/>
            </p:nvSpPr>
            <p:spPr>
              <a:xfrm>
                <a:off x="371444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7" name="ph8767"/>
              <p:cNvSpPr/>
              <p:nvPr/>
            </p:nvSpPr>
            <p:spPr>
              <a:xfrm>
                <a:off x="372388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8" name="ph8768"/>
              <p:cNvSpPr/>
              <p:nvPr/>
            </p:nvSpPr>
            <p:spPr>
              <a:xfrm>
                <a:off x="373332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9" name="ph8769"/>
              <p:cNvSpPr/>
              <p:nvPr/>
            </p:nvSpPr>
            <p:spPr>
              <a:xfrm>
                <a:off x="374276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0" name="ph8770"/>
              <p:cNvSpPr/>
              <p:nvPr/>
            </p:nvSpPr>
            <p:spPr>
              <a:xfrm>
                <a:off x="375220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1" name="ph8771"/>
              <p:cNvSpPr/>
              <p:nvPr/>
            </p:nvSpPr>
            <p:spPr>
              <a:xfrm>
                <a:off x="3771083" y="8149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005" y="896830"/>
                    </a:lnTo>
                    <a:lnTo>
                      <a:pt x="909508" y="902447"/>
                    </a:lnTo>
                    <a:lnTo>
                      <a:pt x="911176" y="903746"/>
                    </a:lnTo>
                    <a:lnTo>
                      <a:pt x="914400" y="906634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2" name="ph8772"/>
              <p:cNvSpPr/>
              <p:nvPr/>
            </p:nvSpPr>
            <p:spPr>
              <a:xfrm>
                <a:off x="3771083" y="814918"/>
                <a:ext cx="9222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10" h="914400">
                    <a:moveTo>
                      <a:pt x="914400" y="914400"/>
                    </a:moveTo>
                    <a:lnTo>
                      <a:pt x="914400" y="906634"/>
                    </a:lnTo>
                    <a:lnTo>
                      <a:pt x="916501" y="908516"/>
                    </a:lnTo>
                    <a:lnTo>
                      <a:pt x="921684" y="913796"/>
                    </a:lnTo>
                    <a:lnTo>
                      <a:pt x="922210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3" name="ph8773"/>
              <p:cNvSpPr/>
              <p:nvPr/>
            </p:nvSpPr>
            <p:spPr>
              <a:xfrm>
                <a:off x="3327392" y="7797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98" y="931969"/>
                    </a:lnTo>
                    <a:lnTo>
                      <a:pt x="905226" y="921848"/>
                    </a:lnTo>
                    <a:lnTo>
                      <a:pt x="905158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4" name="ph8774"/>
              <p:cNvSpPr/>
              <p:nvPr/>
            </p:nvSpPr>
            <p:spPr>
              <a:xfrm>
                <a:off x="332739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5" name="ph8775"/>
              <p:cNvSpPr/>
              <p:nvPr/>
            </p:nvSpPr>
            <p:spPr>
              <a:xfrm>
                <a:off x="333683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6" name="ph8776"/>
              <p:cNvSpPr/>
              <p:nvPr/>
            </p:nvSpPr>
            <p:spPr>
              <a:xfrm>
                <a:off x="334627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7" name="ph8777"/>
              <p:cNvSpPr/>
              <p:nvPr/>
            </p:nvSpPr>
            <p:spPr>
              <a:xfrm>
                <a:off x="335571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8" name="ph8778"/>
              <p:cNvSpPr/>
              <p:nvPr/>
            </p:nvSpPr>
            <p:spPr>
              <a:xfrm>
                <a:off x="336515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9" name="ph8779"/>
              <p:cNvSpPr/>
              <p:nvPr/>
            </p:nvSpPr>
            <p:spPr>
              <a:xfrm>
                <a:off x="337459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0" name="ph8780"/>
              <p:cNvSpPr/>
              <p:nvPr/>
            </p:nvSpPr>
            <p:spPr>
              <a:xfrm>
                <a:off x="338403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1" name="ph8781"/>
              <p:cNvSpPr/>
              <p:nvPr/>
            </p:nvSpPr>
            <p:spPr>
              <a:xfrm>
                <a:off x="339347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2" name="ph8782"/>
              <p:cNvSpPr/>
              <p:nvPr/>
            </p:nvSpPr>
            <p:spPr>
              <a:xfrm>
                <a:off x="340291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3" name="ph8783"/>
              <p:cNvSpPr/>
              <p:nvPr/>
            </p:nvSpPr>
            <p:spPr>
              <a:xfrm>
                <a:off x="341235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4" name="ph8784"/>
              <p:cNvSpPr/>
              <p:nvPr/>
            </p:nvSpPr>
            <p:spPr>
              <a:xfrm>
                <a:off x="342179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5" name="ph8785"/>
              <p:cNvSpPr/>
              <p:nvPr/>
            </p:nvSpPr>
            <p:spPr>
              <a:xfrm>
                <a:off x="343123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6" name="ph8786"/>
              <p:cNvSpPr/>
              <p:nvPr/>
            </p:nvSpPr>
            <p:spPr>
              <a:xfrm>
                <a:off x="344067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7" name="ph8787"/>
              <p:cNvSpPr/>
              <p:nvPr/>
            </p:nvSpPr>
            <p:spPr>
              <a:xfrm>
                <a:off x="345011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8" name="ph8788"/>
              <p:cNvSpPr/>
              <p:nvPr/>
            </p:nvSpPr>
            <p:spPr>
              <a:xfrm>
                <a:off x="345955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9" name="ph8789"/>
              <p:cNvSpPr/>
              <p:nvPr/>
            </p:nvSpPr>
            <p:spPr>
              <a:xfrm>
                <a:off x="346899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0" name="ph8790"/>
              <p:cNvSpPr/>
              <p:nvPr/>
            </p:nvSpPr>
            <p:spPr>
              <a:xfrm>
                <a:off x="347843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1" name="ph8791"/>
              <p:cNvSpPr/>
              <p:nvPr/>
            </p:nvSpPr>
            <p:spPr>
              <a:xfrm>
                <a:off x="348787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2" name="ph8792"/>
              <p:cNvSpPr/>
              <p:nvPr/>
            </p:nvSpPr>
            <p:spPr>
              <a:xfrm>
                <a:off x="349731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3" name="ph8793"/>
              <p:cNvSpPr/>
              <p:nvPr/>
            </p:nvSpPr>
            <p:spPr>
              <a:xfrm>
                <a:off x="350675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4" name="ph8794"/>
              <p:cNvSpPr/>
              <p:nvPr/>
            </p:nvSpPr>
            <p:spPr>
              <a:xfrm>
                <a:off x="351619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5" name="ph8795"/>
              <p:cNvSpPr/>
              <p:nvPr/>
            </p:nvSpPr>
            <p:spPr>
              <a:xfrm>
                <a:off x="352563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6" name="ph8796"/>
              <p:cNvSpPr/>
              <p:nvPr/>
            </p:nvSpPr>
            <p:spPr>
              <a:xfrm>
                <a:off x="353507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7" name="ph8797"/>
              <p:cNvSpPr/>
              <p:nvPr/>
            </p:nvSpPr>
            <p:spPr>
              <a:xfrm>
                <a:off x="354451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8" name="ph8798"/>
              <p:cNvSpPr/>
              <p:nvPr/>
            </p:nvSpPr>
            <p:spPr>
              <a:xfrm>
                <a:off x="355395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9" name="ph8799"/>
              <p:cNvSpPr/>
              <p:nvPr/>
            </p:nvSpPr>
            <p:spPr>
              <a:xfrm>
                <a:off x="356339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0" name="ph8800"/>
              <p:cNvSpPr/>
              <p:nvPr/>
            </p:nvSpPr>
            <p:spPr>
              <a:xfrm>
                <a:off x="357283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1" name="ph8801"/>
              <p:cNvSpPr/>
              <p:nvPr/>
            </p:nvSpPr>
            <p:spPr>
              <a:xfrm>
                <a:off x="358227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2" name="ph8802"/>
              <p:cNvSpPr/>
              <p:nvPr/>
            </p:nvSpPr>
            <p:spPr>
              <a:xfrm>
                <a:off x="359171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3" name="ph8803"/>
              <p:cNvSpPr/>
              <p:nvPr/>
            </p:nvSpPr>
            <p:spPr>
              <a:xfrm>
                <a:off x="360115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4" name="ph8804"/>
              <p:cNvSpPr/>
              <p:nvPr/>
            </p:nvSpPr>
            <p:spPr>
              <a:xfrm>
                <a:off x="361059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5" name="ph8805"/>
              <p:cNvSpPr/>
              <p:nvPr/>
            </p:nvSpPr>
            <p:spPr>
              <a:xfrm>
                <a:off x="362003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6" name="ph8806"/>
              <p:cNvSpPr/>
              <p:nvPr/>
            </p:nvSpPr>
            <p:spPr>
              <a:xfrm>
                <a:off x="362947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7" name="ph8807"/>
              <p:cNvSpPr/>
              <p:nvPr/>
            </p:nvSpPr>
            <p:spPr>
              <a:xfrm>
                <a:off x="363891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8" name="ph8808"/>
              <p:cNvSpPr/>
              <p:nvPr/>
            </p:nvSpPr>
            <p:spPr>
              <a:xfrm>
                <a:off x="364836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9" name="ph8809"/>
              <p:cNvSpPr/>
              <p:nvPr/>
            </p:nvSpPr>
            <p:spPr>
              <a:xfrm>
                <a:off x="365780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0" name="ph8810"/>
              <p:cNvSpPr/>
              <p:nvPr/>
            </p:nvSpPr>
            <p:spPr>
              <a:xfrm>
                <a:off x="366724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1" name="ph8811"/>
              <p:cNvSpPr/>
              <p:nvPr/>
            </p:nvSpPr>
            <p:spPr>
              <a:xfrm>
                <a:off x="367668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2" name="ph8812"/>
              <p:cNvSpPr/>
              <p:nvPr/>
            </p:nvSpPr>
            <p:spPr>
              <a:xfrm>
                <a:off x="368612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3" name="ph8813"/>
              <p:cNvSpPr/>
              <p:nvPr/>
            </p:nvSpPr>
            <p:spPr>
              <a:xfrm>
                <a:off x="369556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4" name="ph8814"/>
              <p:cNvSpPr/>
              <p:nvPr/>
            </p:nvSpPr>
            <p:spPr>
              <a:xfrm>
                <a:off x="370500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5" name="ph8815"/>
              <p:cNvSpPr/>
              <p:nvPr/>
            </p:nvSpPr>
            <p:spPr>
              <a:xfrm>
                <a:off x="371444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6" name="ph8816"/>
              <p:cNvSpPr/>
              <p:nvPr/>
            </p:nvSpPr>
            <p:spPr>
              <a:xfrm>
                <a:off x="372388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7" name="ph8817"/>
              <p:cNvSpPr/>
              <p:nvPr/>
            </p:nvSpPr>
            <p:spPr>
              <a:xfrm>
                <a:off x="373332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8" name="ph8818"/>
              <p:cNvSpPr/>
              <p:nvPr/>
            </p:nvSpPr>
            <p:spPr>
              <a:xfrm>
                <a:off x="374276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9" name="ph8819"/>
              <p:cNvSpPr/>
              <p:nvPr/>
            </p:nvSpPr>
            <p:spPr>
              <a:xfrm>
                <a:off x="3761643" y="797348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7239" y="896830"/>
                    </a:lnTo>
                    <a:lnTo>
                      <a:pt x="907952" y="898001"/>
                    </a:lnTo>
                    <a:lnTo>
                      <a:pt x="912155" y="905658"/>
                    </a:lnTo>
                    <a:lnTo>
                      <a:pt x="914400" y="910195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0" name="ph8820"/>
              <p:cNvSpPr/>
              <p:nvPr/>
            </p:nvSpPr>
            <p:spPr>
              <a:xfrm>
                <a:off x="3761643" y="797348"/>
                <a:ext cx="91644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446" h="914399">
                    <a:moveTo>
                      <a:pt x="914400" y="914399"/>
                    </a:moveTo>
                    <a:lnTo>
                      <a:pt x="914400" y="910195"/>
                    </a:lnTo>
                    <a:lnTo>
                      <a:pt x="916139" y="913710"/>
                    </a:lnTo>
                    <a:lnTo>
                      <a:pt x="916446" y="91439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1" name="ph8821"/>
              <p:cNvSpPr/>
              <p:nvPr/>
            </p:nvSpPr>
            <p:spPr>
              <a:xfrm>
                <a:off x="3317951" y="762209"/>
                <a:ext cx="914400" cy="9241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144">
                    <a:moveTo>
                      <a:pt x="914400" y="914400"/>
                    </a:moveTo>
                    <a:lnTo>
                      <a:pt x="914400" y="924144"/>
                    </a:lnTo>
                    <a:lnTo>
                      <a:pt x="914350" y="923939"/>
                    </a:lnTo>
                    <a:lnTo>
                      <a:pt x="912346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2" name="ph8822"/>
              <p:cNvSpPr/>
              <p:nvPr/>
            </p:nvSpPr>
            <p:spPr>
              <a:xfrm>
                <a:off x="331795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599" y="931969"/>
                    </a:lnTo>
                    <a:lnTo>
                      <a:pt x="914568" y="928606"/>
                    </a:lnTo>
                    <a:lnTo>
                      <a:pt x="914633" y="925106"/>
                    </a:lnTo>
                    <a:lnTo>
                      <a:pt x="914400" y="924144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3" name="ph8823"/>
              <p:cNvSpPr/>
              <p:nvPr/>
            </p:nvSpPr>
            <p:spPr>
              <a:xfrm>
                <a:off x="332739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4" name="ph8824"/>
              <p:cNvSpPr/>
              <p:nvPr/>
            </p:nvSpPr>
            <p:spPr>
              <a:xfrm>
                <a:off x="333683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5" name="ph8825"/>
              <p:cNvSpPr/>
              <p:nvPr/>
            </p:nvSpPr>
            <p:spPr>
              <a:xfrm>
                <a:off x="334627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6" name="ph8826"/>
              <p:cNvSpPr/>
              <p:nvPr/>
            </p:nvSpPr>
            <p:spPr>
              <a:xfrm>
                <a:off x="335571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7" name="ph8827"/>
              <p:cNvSpPr/>
              <p:nvPr/>
            </p:nvSpPr>
            <p:spPr>
              <a:xfrm>
                <a:off x="336515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8" name="ph8828"/>
              <p:cNvSpPr/>
              <p:nvPr/>
            </p:nvSpPr>
            <p:spPr>
              <a:xfrm>
                <a:off x="337459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9" name="ph8829"/>
              <p:cNvSpPr/>
              <p:nvPr/>
            </p:nvSpPr>
            <p:spPr>
              <a:xfrm>
                <a:off x="338403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0" name="ph8830"/>
              <p:cNvSpPr/>
              <p:nvPr/>
            </p:nvSpPr>
            <p:spPr>
              <a:xfrm>
                <a:off x="339347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1" name="ph8831"/>
              <p:cNvSpPr/>
              <p:nvPr/>
            </p:nvSpPr>
            <p:spPr>
              <a:xfrm>
                <a:off x="340291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2" name="ph8832"/>
              <p:cNvSpPr/>
              <p:nvPr/>
            </p:nvSpPr>
            <p:spPr>
              <a:xfrm>
                <a:off x="341235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3" name="ph8833"/>
              <p:cNvSpPr/>
              <p:nvPr/>
            </p:nvSpPr>
            <p:spPr>
              <a:xfrm>
                <a:off x="342179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4" name="ph8834"/>
              <p:cNvSpPr/>
              <p:nvPr/>
            </p:nvSpPr>
            <p:spPr>
              <a:xfrm>
                <a:off x="343123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5" name="ph8835"/>
              <p:cNvSpPr/>
              <p:nvPr/>
            </p:nvSpPr>
            <p:spPr>
              <a:xfrm>
                <a:off x="344067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6" name="ph8836"/>
              <p:cNvSpPr/>
              <p:nvPr/>
            </p:nvSpPr>
            <p:spPr>
              <a:xfrm>
                <a:off x="345011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7" name="ph8837"/>
              <p:cNvSpPr/>
              <p:nvPr/>
            </p:nvSpPr>
            <p:spPr>
              <a:xfrm>
                <a:off x="345955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8" name="ph8838"/>
              <p:cNvSpPr/>
              <p:nvPr/>
            </p:nvSpPr>
            <p:spPr>
              <a:xfrm>
                <a:off x="346899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9" name="ph8839"/>
              <p:cNvSpPr/>
              <p:nvPr/>
            </p:nvSpPr>
            <p:spPr>
              <a:xfrm>
                <a:off x="347843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0" name="ph8840"/>
              <p:cNvSpPr/>
              <p:nvPr/>
            </p:nvSpPr>
            <p:spPr>
              <a:xfrm>
                <a:off x="348787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1" name="ph8841"/>
              <p:cNvSpPr/>
              <p:nvPr/>
            </p:nvSpPr>
            <p:spPr>
              <a:xfrm>
                <a:off x="349731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2" name="ph8842"/>
              <p:cNvSpPr/>
              <p:nvPr/>
            </p:nvSpPr>
            <p:spPr>
              <a:xfrm>
                <a:off x="350675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3" name="ph8843"/>
              <p:cNvSpPr/>
              <p:nvPr/>
            </p:nvSpPr>
            <p:spPr>
              <a:xfrm>
                <a:off x="351619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4" name="ph8844"/>
              <p:cNvSpPr/>
              <p:nvPr/>
            </p:nvSpPr>
            <p:spPr>
              <a:xfrm>
                <a:off x="352563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5" name="ph8845"/>
              <p:cNvSpPr/>
              <p:nvPr/>
            </p:nvSpPr>
            <p:spPr>
              <a:xfrm>
                <a:off x="353507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6" name="ph8846"/>
              <p:cNvSpPr/>
              <p:nvPr/>
            </p:nvSpPr>
            <p:spPr>
              <a:xfrm>
                <a:off x="354451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7" name="ph8847"/>
              <p:cNvSpPr/>
              <p:nvPr/>
            </p:nvSpPr>
            <p:spPr>
              <a:xfrm>
                <a:off x="355395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8" name="ph8848"/>
              <p:cNvSpPr/>
              <p:nvPr/>
            </p:nvSpPr>
            <p:spPr>
              <a:xfrm>
                <a:off x="356339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9" name="ph8849"/>
              <p:cNvSpPr/>
              <p:nvPr/>
            </p:nvSpPr>
            <p:spPr>
              <a:xfrm>
                <a:off x="357283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0" name="ph8850"/>
              <p:cNvSpPr/>
              <p:nvPr/>
            </p:nvSpPr>
            <p:spPr>
              <a:xfrm>
                <a:off x="358227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1" name="ph8851"/>
              <p:cNvSpPr/>
              <p:nvPr/>
            </p:nvSpPr>
            <p:spPr>
              <a:xfrm>
                <a:off x="359171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2" name="ph8852"/>
              <p:cNvSpPr/>
              <p:nvPr/>
            </p:nvSpPr>
            <p:spPr>
              <a:xfrm>
                <a:off x="360115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3" name="ph8853"/>
              <p:cNvSpPr/>
              <p:nvPr/>
            </p:nvSpPr>
            <p:spPr>
              <a:xfrm>
                <a:off x="361059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4" name="ph8854"/>
              <p:cNvSpPr/>
              <p:nvPr/>
            </p:nvSpPr>
            <p:spPr>
              <a:xfrm>
                <a:off x="362003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5" name="ph8855"/>
              <p:cNvSpPr/>
              <p:nvPr/>
            </p:nvSpPr>
            <p:spPr>
              <a:xfrm>
                <a:off x="362947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6" name="ph8856"/>
              <p:cNvSpPr/>
              <p:nvPr/>
            </p:nvSpPr>
            <p:spPr>
              <a:xfrm>
                <a:off x="363891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7" name="ph8857"/>
              <p:cNvSpPr/>
              <p:nvPr/>
            </p:nvSpPr>
            <p:spPr>
              <a:xfrm>
                <a:off x="364836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8" name="ph8858"/>
              <p:cNvSpPr/>
              <p:nvPr/>
            </p:nvSpPr>
            <p:spPr>
              <a:xfrm>
                <a:off x="365780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9" name="ph8859"/>
              <p:cNvSpPr/>
              <p:nvPr/>
            </p:nvSpPr>
            <p:spPr>
              <a:xfrm>
                <a:off x="366724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0" name="ph8860"/>
              <p:cNvSpPr/>
              <p:nvPr/>
            </p:nvSpPr>
            <p:spPr>
              <a:xfrm>
                <a:off x="367668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1" name="ph8861"/>
              <p:cNvSpPr/>
              <p:nvPr/>
            </p:nvSpPr>
            <p:spPr>
              <a:xfrm>
                <a:off x="368612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2" name="ph8862"/>
              <p:cNvSpPr/>
              <p:nvPr/>
            </p:nvSpPr>
            <p:spPr>
              <a:xfrm>
                <a:off x="369556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3" name="ph8863"/>
              <p:cNvSpPr/>
              <p:nvPr/>
            </p:nvSpPr>
            <p:spPr>
              <a:xfrm>
                <a:off x="370500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4" name="ph8864"/>
              <p:cNvSpPr/>
              <p:nvPr/>
            </p:nvSpPr>
            <p:spPr>
              <a:xfrm>
                <a:off x="371444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5" name="ph8865"/>
              <p:cNvSpPr/>
              <p:nvPr/>
            </p:nvSpPr>
            <p:spPr>
              <a:xfrm>
                <a:off x="372388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6" name="ph8866"/>
              <p:cNvSpPr/>
              <p:nvPr/>
            </p:nvSpPr>
            <p:spPr>
              <a:xfrm>
                <a:off x="3742762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274" y="896830"/>
                    </a:lnTo>
                    <a:lnTo>
                      <a:pt x="914400" y="896997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7" name="ph8867"/>
              <p:cNvSpPr/>
              <p:nvPr/>
            </p:nvSpPr>
            <p:spPr>
              <a:xfrm>
                <a:off x="3752202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997"/>
                    </a:lnTo>
                    <a:lnTo>
                      <a:pt x="908375" y="901525"/>
                    </a:lnTo>
                    <a:lnTo>
                      <a:pt x="912982" y="908330"/>
                    </a:lnTo>
                    <a:lnTo>
                      <a:pt x="914400" y="910657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8" name="ph8868"/>
              <p:cNvSpPr/>
              <p:nvPr/>
            </p:nvSpPr>
            <p:spPr>
              <a:xfrm>
                <a:off x="3752202" y="779779"/>
                <a:ext cx="9166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79" h="914400">
                    <a:moveTo>
                      <a:pt x="914400" y="914400"/>
                    </a:moveTo>
                    <a:lnTo>
                      <a:pt x="914400" y="910657"/>
                    </a:lnTo>
                    <a:lnTo>
                      <a:pt x="916679" y="914400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9" name="ph8869"/>
              <p:cNvSpPr/>
              <p:nvPr/>
            </p:nvSpPr>
            <p:spPr>
              <a:xfrm>
                <a:off x="3317951" y="74463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46" y="931969"/>
                    </a:lnTo>
                    <a:lnTo>
                      <a:pt x="912250" y="931510"/>
                    </a:lnTo>
                    <a:lnTo>
                      <a:pt x="910426" y="921325"/>
                    </a:lnTo>
                    <a:lnTo>
                      <a:pt x="909393" y="914400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0" name="ph8870"/>
              <p:cNvSpPr/>
              <p:nvPr/>
            </p:nvSpPr>
            <p:spPr>
              <a:xfrm>
                <a:off x="331795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1" name="ph8871"/>
              <p:cNvSpPr/>
              <p:nvPr/>
            </p:nvSpPr>
            <p:spPr>
              <a:xfrm>
                <a:off x="332739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2" name="ph8872"/>
              <p:cNvSpPr/>
              <p:nvPr/>
            </p:nvSpPr>
            <p:spPr>
              <a:xfrm>
                <a:off x="333683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3" name="ph8873"/>
              <p:cNvSpPr/>
              <p:nvPr/>
            </p:nvSpPr>
            <p:spPr>
              <a:xfrm>
                <a:off x="334627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4" name="ph8874"/>
              <p:cNvSpPr/>
              <p:nvPr/>
            </p:nvSpPr>
            <p:spPr>
              <a:xfrm>
                <a:off x="335571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5" name="ph8875"/>
              <p:cNvSpPr/>
              <p:nvPr/>
            </p:nvSpPr>
            <p:spPr>
              <a:xfrm>
                <a:off x="336515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6" name="ph8876"/>
              <p:cNvSpPr/>
              <p:nvPr/>
            </p:nvSpPr>
            <p:spPr>
              <a:xfrm>
                <a:off x="337459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7" name="ph8877"/>
              <p:cNvSpPr/>
              <p:nvPr/>
            </p:nvSpPr>
            <p:spPr>
              <a:xfrm>
                <a:off x="338403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8" name="ph8878"/>
              <p:cNvSpPr/>
              <p:nvPr/>
            </p:nvSpPr>
            <p:spPr>
              <a:xfrm>
                <a:off x="339347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9" name="ph8879"/>
              <p:cNvSpPr/>
              <p:nvPr/>
            </p:nvSpPr>
            <p:spPr>
              <a:xfrm>
                <a:off x="340291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0" name="ph8880"/>
              <p:cNvSpPr/>
              <p:nvPr/>
            </p:nvSpPr>
            <p:spPr>
              <a:xfrm>
                <a:off x="341235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1" name="ph8881"/>
              <p:cNvSpPr/>
              <p:nvPr/>
            </p:nvSpPr>
            <p:spPr>
              <a:xfrm>
                <a:off x="342179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2" name="ph8882"/>
              <p:cNvSpPr/>
              <p:nvPr/>
            </p:nvSpPr>
            <p:spPr>
              <a:xfrm>
                <a:off x="343123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3" name="ph8883"/>
              <p:cNvSpPr/>
              <p:nvPr/>
            </p:nvSpPr>
            <p:spPr>
              <a:xfrm>
                <a:off x="344067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4" name="ph8884"/>
              <p:cNvSpPr/>
              <p:nvPr/>
            </p:nvSpPr>
            <p:spPr>
              <a:xfrm>
                <a:off x="345011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5" name="ph8885"/>
              <p:cNvSpPr/>
              <p:nvPr/>
            </p:nvSpPr>
            <p:spPr>
              <a:xfrm>
                <a:off x="345955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6" name="ph8886"/>
              <p:cNvSpPr/>
              <p:nvPr/>
            </p:nvSpPr>
            <p:spPr>
              <a:xfrm>
                <a:off x="346899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7" name="ph8887"/>
              <p:cNvSpPr/>
              <p:nvPr/>
            </p:nvSpPr>
            <p:spPr>
              <a:xfrm>
                <a:off x="347843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8" name="ph8888"/>
              <p:cNvSpPr/>
              <p:nvPr/>
            </p:nvSpPr>
            <p:spPr>
              <a:xfrm>
                <a:off x="348787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9" name="ph8889"/>
              <p:cNvSpPr/>
              <p:nvPr/>
            </p:nvSpPr>
            <p:spPr>
              <a:xfrm>
                <a:off x="349731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0" name="ph8890"/>
              <p:cNvSpPr/>
              <p:nvPr/>
            </p:nvSpPr>
            <p:spPr>
              <a:xfrm>
                <a:off x="350675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1" name="ph8891"/>
              <p:cNvSpPr/>
              <p:nvPr/>
            </p:nvSpPr>
            <p:spPr>
              <a:xfrm>
                <a:off x="351619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2" name="ph8892"/>
              <p:cNvSpPr/>
              <p:nvPr/>
            </p:nvSpPr>
            <p:spPr>
              <a:xfrm>
                <a:off x="352563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3" name="ph8893"/>
              <p:cNvSpPr/>
              <p:nvPr/>
            </p:nvSpPr>
            <p:spPr>
              <a:xfrm>
                <a:off x="353507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4" name="ph8894"/>
              <p:cNvSpPr/>
              <p:nvPr/>
            </p:nvSpPr>
            <p:spPr>
              <a:xfrm>
                <a:off x="354451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5" name="ph8895"/>
              <p:cNvSpPr/>
              <p:nvPr/>
            </p:nvSpPr>
            <p:spPr>
              <a:xfrm>
                <a:off x="355395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6" name="ph8896"/>
              <p:cNvSpPr/>
              <p:nvPr/>
            </p:nvSpPr>
            <p:spPr>
              <a:xfrm>
                <a:off x="356339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7" name="ph8897"/>
              <p:cNvSpPr/>
              <p:nvPr/>
            </p:nvSpPr>
            <p:spPr>
              <a:xfrm>
                <a:off x="357283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8" name="ph8898"/>
              <p:cNvSpPr/>
              <p:nvPr/>
            </p:nvSpPr>
            <p:spPr>
              <a:xfrm>
                <a:off x="358227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9" name="ph8899"/>
              <p:cNvSpPr/>
              <p:nvPr/>
            </p:nvSpPr>
            <p:spPr>
              <a:xfrm>
                <a:off x="359171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0" name="ph8900"/>
              <p:cNvSpPr/>
              <p:nvPr/>
            </p:nvSpPr>
            <p:spPr>
              <a:xfrm>
                <a:off x="360115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1" name="ph8901"/>
              <p:cNvSpPr/>
              <p:nvPr/>
            </p:nvSpPr>
            <p:spPr>
              <a:xfrm>
                <a:off x="361059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2" name="ph8902"/>
              <p:cNvSpPr/>
              <p:nvPr/>
            </p:nvSpPr>
            <p:spPr>
              <a:xfrm>
                <a:off x="362003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3" name="ph8903"/>
              <p:cNvSpPr/>
              <p:nvPr/>
            </p:nvSpPr>
            <p:spPr>
              <a:xfrm>
                <a:off x="362947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4" name="ph8904"/>
              <p:cNvSpPr/>
              <p:nvPr/>
            </p:nvSpPr>
            <p:spPr>
              <a:xfrm>
                <a:off x="363891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5" name="ph8905"/>
              <p:cNvSpPr/>
              <p:nvPr/>
            </p:nvSpPr>
            <p:spPr>
              <a:xfrm>
                <a:off x="364836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6" name="ph8906"/>
              <p:cNvSpPr/>
              <p:nvPr/>
            </p:nvSpPr>
            <p:spPr>
              <a:xfrm>
                <a:off x="365780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7" name="ph8907"/>
              <p:cNvSpPr/>
              <p:nvPr/>
            </p:nvSpPr>
            <p:spPr>
              <a:xfrm>
                <a:off x="366724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8" name="ph8908"/>
              <p:cNvSpPr/>
              <p:nvPr/>
            </p:nvSpPr>
            <p:spPr>
              <a:xfrm>
                <a:off x="367668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9" name="ph8909"/>
              <p:cNvSpPr/>
              <p:nvPr/>
            </p:nvSpPr>
            <p:spPr>
              <a:xfrm>
                <a:off x="368612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0" name="ph8910"/>
              <p:cNvSpPr/>
              <p:nvPr/>
            </p:nvSpPr>
            <p:spPr>
              <a:xfrm>
                <a:off x="369556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1" name="ph8911"/>
              <p:cNvSpPr/>
              <p:nvPr/>
            </p:nvSpPr>
            <p:spPr>
              <a:xfrm>
                <a:off x="370500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2" name="ph8912"/>
              <p:cNvSpPr/>
              <p:nvPr/>
            </p:nvSpPr>
            <p:spPr>
              <a:xfrm>
                <a:off x="371444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3" name="ph8913"/>
              <p:cNvSpPr/>
              <p:nvPr/>
            </p:nvSpPr>
            <p:spPr>
              <a:xfrm>
                <a:off x="3733322" y="76220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702" y="896834"/>
                    </a:lnTo>
                    <a:lnTo>
                      <a:pt x="908171" y="897298"/>
                    </a:lnTo>
                    <a:lnTo>
                      <a:pt x="908639" y="897762"/>
                    </a:lnTo>
                    <a:lnTo>
                      <a:pt x="909108" y="898226"/>
                    </a:lnTo>
                    <a:lnTo>
                      <a:pt x="909576" y="898689"/>
                    </a:lnTo>
                    <a:lnTo>
                      <a:pt x="910045" y="899153"/>
                    </a:lnTo>
                    <a:lnTo>
                      <a:pt x="910513" y="899617"/>
                    </a:lnTo>
                    <a:lnTo>
                      <a:pt x="910982" y="900081"/>
                    </a:lnTo>
                    <a:lnTo>
                      <a:pt x="911450" y="900545"/>
                    </a:lnTo>
                    <a:lnTo>
                      <a:pt x="911918" y="901009"/>
                    </a:lnTo>
                    <a:lnTo>
                      <a:pt x="912387" y="901473"/>
                    </a:lnTo>
                    <a:lnTo>
                      <a:pt x="914400" y="903593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4" name="ph8914"/>
              <p:cNvSpPr/>
              <p:nvPr/>
            </p:nvSpPr>
            <p:spPr>
              <a:xfrm>
                <a:off x="3733322" y="762209"/>
                <a:ext cx="9237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14" h="914400">
                    <a:moveTo>
                      <a:pt x="914400" y="914400"/>
                    </a:moveTo>
                    <a:lnTo>
                      <a:pt x="914400" y="903593"/>
                    </a:lnTo>
                    <a:lnTo>
                      <a:pt x="917505" y="906865"/>
                    </a:lnTo>
                    <a:lnTo>
                      <a:pt x="922465" y="912744"/>
                    </a:lnTo>
                    <a:lnTo>
                      <a:pt x="923714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5" name="ph8915"/>
              <p:cNvSpPr/>
              <p:nvPr/>
            </p:nvSpPr>
            <p:spPr>
              <a:xfrm>
                <a:off x="3317951" y="7270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9393" y="931969"/>
                    </a:lnTo>
                    <a:lnTo>
                      <a:pt x="908884" y="928551"/>
                    </a:lnTo>
                    <a:lnTo>
                      <a:pt x="907626" y="918074"/>
                    </a:lnTo>
                    <a:lnTo>
                      <a:pt x="907289" y="91439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6" name="ph8916"/>
              <p:cNvSpPr/>
              <p:nvPr/>
            </p:nvSpPr>
            <p:spPr>
              <a:xfrm>
                <a:off x="331795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7" name="ph8917"/>
              <p:cNvSpPr/>
              <p:nvPr/>
            </p:nvSpPr>
            <p:spPr>
              <a:xfrm>
                <a:off x="332739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8" name="ph8918"/>
              <p:cNvSpPr/>
              <p:nvPr/>
            </p:nvSpPr>
            <p:spPr>
              <a:xfrm>
                <a:off x="333683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9" name="ph8919"/>
              <p:cNvSpPr/>
              <p:nvPr/>
            </p:nvSpPr>
            <p:spPr>
              <a:xfrm>
                <a:off x="334627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0" name="ph8920"/>
              <p:cNvSpPr/>
              <p:nvPr/>
            </p:nvSpPr>
            <p:spPr>
              <a:xfrm>
                <a:off x="335571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1" name="ph8921"/>
              <p:cNvSpPr/>
              <p:nvPr/>
            </p:nvSpPr>
            <p:spPr>
              <a:xfrm>
                <a:off x="336515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2" name="ph8922"/>
              <p:cNvSpPr/>
              <p:nvPr/>
            </p:nvSpPr>
            <p:spPr>
              <a:xfrm>
                <a:off x="337459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3" name="ph8923"/>
              <p:cNvSpPr/>
              <p:nvPr/>
            </p:nvSpPr>
            <p:spPr>
              <a:xfrm>
                <a:off x="338403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4" name="ph8924"/>
              <p:cNvSpPr/>
              <p:nvPr/>
            </p:nvSpPr>
            <p:spPr>
              <a:xfrm>
                <a:off x="339347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5" name="ph8925"/>
              <p:cNvSpPr/>
              <p:nvPr/>
            </p:nvSpPr>
            <p:spPr>
              <a:xfrm>
                <a:off x="340291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6" name="ph8926"/>
              <p:cNvSpPr/>
              <p:nvPr/>
            </p:nvSpPr>
            <p:spPr>
              <a:xfrm>
                <a:off x="341235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7" name="ph8927"/>
              <p:cNvSpPr/>
              <p:nvPr/>
            </p:nvSpPr>
            <p:spPr>
              <a:xfrm>
                <a:off x="342179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8" name="ph8928"/>
              <p:cNvSpPr/>
              <p:nvPr/>
            </p:nvSpPr>
            <p:spPr>
              <a:xfrm>
                <a:off x="343123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9" name="ph8929"/>
              <p:cNvSpPr/>
              <p:nvPr/>
            </p:nvSpPr>
            <p:spPr>
              <a:xfrm>
                <a:off x="344067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0" name="ph8930"/>
              <p:cNvSpPr/>
              <p:nvPr/>
            </p:nvSpPr>
            <p:spPr>
              <a:xfrm>
                <a:off x="345011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1" name="ph8931"/>
              <p:cNvSpPr/>
              <p:nvPr/>
            </p:nvSpPr>
            <p:spPr>
              <a:xfrm>
                <a:off x="345955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2" name="ph8932"/>
              <p:cNvSpPr/>
              <p:nvPr/>
            </p:nvSpPr>
            <p:spPr>
              <a:xfrm>
                <a:off x="346899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3" name="ph8933"/>
              <p:cNvSpPr/>
              <p:nvPr/>
            </p:nvSpPr>
            <p:spPr>
              <a:xfrm>
                <a:off x="347843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4" name="ph8934"/>
              <p:cNvSpPr/>
              <p:nvPr/>
            </p:nvSpPr>
            <p:spPr>
              <a:xfrm>
                <a:off x="348787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5" name="ph8935"/>
              <p:cNvSpPr/>
              <p:nvPr/>
            </p:nvSpPr>
            <p:spPr>
              <a:xfrm>
                <a:off x="349731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6" name="ph8936"/>
              <p:cNvSpPr/>
              <p:nvPr/>
            </p:nvSpPr>
            <p:spPr>
              <a:xfrm>
                <a:off x="350675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7" name="ph8937"/>
              <p:cNvSpPr/>
              <p:nvPr/>
            </p:nvSpPr>
            <p:spPr>
              <a:xfrm>
                <a:off x="351619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8" name="ph8938"/>
              <p:cNvSpPr/>
              <p:nvPr/>
            </p:nvSpPr>
            <p:spPr>
              <a:xfrm>
                <a:off x="352563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9" name="ph8939"/>
              <p:cNvSpPr/>
              <p:nvPr/>
            </p:nvSpPr>
            <p:spPr>
              <a:xfrm>
                <a:off x="353507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0" name="ph8940"/>
              <p:cNvSpPr/>
              <p:nvPr/>
            </p:nvSpPr>
            <p:spPr>
              <a:xfrm>
                <a:off x="354451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1" name="ph8941"/>
              <p:cNvSpPr/>
              <p:nvPr/>
            </p:nvSpPr>
            <p:spPr>
              <a:xfrm>
                <a:off x="355395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2" name="ph8942"/>
              <p:cNvSpPr/>
              <p:nvPr/>
            </p:nvSpPr>
            <p:spPr>
              <a:xfrm>
                <a:off x="356339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3" name="ph8943"/>
              <p:cNvSpPr/>
              <p:nvPr/>
            </p:nvSpPr>
            <p:spPr>
              <a:xfrm>
                <a:off x="357283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4" name="ph8944"/>
              <p:cNvSpPr/>
              <p:nvPr/>
            </p:nvSpPr>
            <p:spPr>
              <a:xfrm>
                <a:off x="358227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5" name="ph8945"/>
              <p:cNvSpPr/>
              <p:nvPr/>
            </p:nvSpPr>
            <p:spPr>
              <a:xfrm>
                <a:off x="359171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6" name="ph8946"/>
              <p:cNvSpPr/>
              <p:nvPr/>
            </p:nvSpPr>
            <p:spPr>
              <a:xfrm>
                <a:off x="360115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7" name="ph8947"/>
              <p:cNvSpPr/>
              <p:nvPr/>
            </p:nvSpPr>
            <p:spPr>
              <a:xfrm>
                <a:off x="361059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8" name="ph8948"/>
              <p:cNvSpPr/>
              <p:nvPr/>
            </p:nvSpPr>
            <p:spPr>
              <a:xfrm>
                <a:off x="362003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9" name="ph8949"/>
              <p:cNvSpPr/>
              <p:nvPr/>
            </p:nvSpPr>
            <p:spPr>
              <a:xfrm>
                <a:off x="362947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0" name="ph8950"/>
              <p:cNvSpPr/>
              <p:nvPr/>
            </p:nvSpPr>
            <p:spPr>
              <a:xfrm>
                <a:off x="363891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1" name="ph8951"/>
              <p:cNvSpPr/>
              <p:nvPr/>
            </p:nvSpPr>
            <p:spPr>
              <a:xfrm>
                <a:off x="364836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2" name="ph8952"/>
              <p:cNvSpPr/>
              <p:nvPr/>
            </p:nvSpPr>
            <p:spPr>
              <a:xfrm>
                <a:off x="365780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3" name="ph8953"/>
              <p:cNvSpPr/>
              <p:nvPr/>
            </p:nvSpPr>
            <p:spPr>
              <a:xfrm>
                <a:off x="366724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4" name="ph8954"/>
              <p:cNvSpPr/>
              <p:nvPr/>
            </p:nvSpPr>
            <p:spPr>
              <a:xfrm>
                <a:off x="367668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5" name="ph8955"/>
              <p:cNvSpPr/>
              <p:nvPr/>
            </p:nvSpPr>
            <p:spPr>
              <a:xfrm>
                <a:off x="368612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6" name="ph8956"/>
              <p:cNvSpPr/>
              <p:nvPr/>
            </p:nvSpPr>
            <p:spPr>
              <a:xfrm>
                <a:off x="369556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7" name="ph8957"/>
              <p:cNvSpPr/>
              <p:nvPr/>
            </p:nvSpPr>
            <p:spPr>
              <a:xfrm>
                <a:off x="3714441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85" y="896830"/>
                    </a:lnTo>
                    <a:lnTo>
                      <a:pt x="909218" y="897256"/>
                    </a:lnTo>
                    <a:lnTo>
                      <a:pt x="909688" y="897719"/>
                    </a:lnTo>
                    <a:lnTo>
                      <a:pt x="910158" y="898182"/>
                    </a:lnTo>
                    <a:lnTo>
                      <a:pt x="910628" y="898646"/>
                    </a:lnTo>
                    <a:lnTo>
                      <a:pt x="911098" y="899109"/>
                    </a:lnTo>
                    <a:lnTo>
                      <a:pt x="911567" y="899572"/>
                    </a:lnTo>
                    <a:lnTo>
                      <a:pt x="912037" y="900035"/>
                    </a:lnTo>
                    <a:lnTo>
                      <a:pt x="912507" y="900499"/>
                    </a:lnTo>
                    <a:lnTo>
                      <a:pt x="912977" y="900962"/>
                    </a:lnTo>
                    <a:lnTo>
                      <a:pt x="913446" y="901425"/>
                    </a:lnTo>
                    <a:lnTo>
                      <a:pt x="913916" y="901888"/>
                    </a:lnTo>
                    <a:lnTo>
                      <a:pt x="914400" y="902365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8" name="ph8958"/>
              <p:cNvSpPr/>
              <p:nvPr/>
            </p:nvSpPr>
            <p:spPr>
              <a:xfrm>
                <a:off x="3723882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2365"/>
                    </a:lnTo>
                    <a:lnTo>
                      <a:pt x="905415" y="902815"/>
                    </a:lnTo>
                    <a:lnTo>
                      <a:pt x="905885" y="903278"/>
                    </a:lnTo>
                    <a:lnTo>
                      <a:pt x="906354" y="903742"/>
                    </a:lnTo>
                    <a:lnTo>
                      <a:pt x="906824" y="904205"/>
                    </a:lnTo>
                    <a:lnTo>
                      <a:pt x="907293" y="904669"/>
                    </a:lnTo>
                    <a:lnTo>
                      <a:pt x="907762" y="905132"/>
                    </a:lnTo>
                    <a:lnTo>
                      <a:pt x="908232" y="905596"/>
                    </a:lnTo>
                    <a:lnTo>
                      <a:pt x="908701" y="906059"/>
                    </a:lnTo>
                    <a:lnTo>
                      <a:pt x="909170" y="906522"/>
                    </a:lnTo>
                    <a:lnTo>
                      <a:pt x="909640" y="906986"/>
                    </a:lnTo>
                    <a:lnTo>
                      <a:pt x="910109" y="907449"/>
                    </a:lnTo>
                    <a:lnTo>
                      <a:pt x="910578" y="907913"/>
                    </a:lnTo>
                    <a:lnTo>
                      <a:pt x="911047" y="908377"/>
                    </a:lnTo>
                    <a:lnTo>
                      <a:pt x="911516" y="908840"/>
                    </a:lnTo>
                    <a:lnTo>
                      <a:pt x="911985" y="909304"/>
                    </a:lnTo>
                    <a:lnTo>
                      <a:pt x="912454" y="909767"/>
                    </a:lnTo>
                    <a:lnTo>
                      <a:pt x="912923" y="910231"/>
                    </a:lnTo>
                    <a:lnTo>
                      <a:pt x="913392" y="910694"/>
                    </a:lnTo>
                    <a:lnTo>
                      <a:pt x="913861" y="911158"/>
                    </a:lnTo>
                    <a:lnTo>
                      <a:pt x="914400" y="911691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9" name="ph8959"/>
              <p:cNvSpPr/>
              <p:nvPr/>
            </p:nvSpPr>
            <p:spPr>
              <a:xfrm>
                <a:off x="3723882" y="744639"/>
                <a:ext cx="9171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8" h="914400">
                    <a:moveTo>
                      <a:pt x="914400" y="914400"/>
                    </a:moveTo>
                    <a:lnTo>
                      <a:pt x="914400" y="911691"/>
                    </a:lnTo>
                    <a:lnTo>
                      <a:pt x="914799" y="912085"/>
                    </a:lnTo>
                    <a:lnTo>
                      <a:pt x="915268" y="912549"/>
                    </a:lnTo>
                    <a:lnTo>
                      <a:pt x="915736" y="913013"/>
                    </a:lnTo>
                    <a:lnTo>
                      <a:pt x="916205" y="913477"/>
                    </a:lnTo>
                    <a:lnTo>
                      <a:pt x="916674" y="913940"/>
                    </a:lnTo>
                    <a:lnTo>
                      <a:pt x="917138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0" name="ph8960"/>
              <p:cNvSpPr/>
              <p:nvPr/>
            </p:nvSpPr>
            <p:spPr>
              <a:xfrm>
                <a:off x="3317951" y="7094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289" y="931969"/>
                    </a:lnTo>
                    <a:lnTo>
                      <a:pt x="906656" y="925061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1" name="ph8961"/>
              <p:cNvSpPr/>
              <p:nvPr/>
            </p:nvSpPr>
            <p:spPr>
              <a:xfrm>
                <a:off x="331795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2" name="ph8962"/>
              <p:cNvSpPr/>
              <p:nvPr/>
            </p:nvSpPr>
            <p:spPr>
              <a:xfrm>
                <a:off x="332739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3" name="ph8963"/>
              <p:cNvSpPr/>
              <p:nvPr/>
            </p:nvSpPr>
            <p:spPr>
              <a:xfrm>
                <a:off x="333683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4" name="ph8964"/>
              <p:cNvSpPr/>
              <p:nvPr/>
            </p:nvSpPr>
            <p:spPr>
              <a:xfrm>
                <a:off x="334627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5" name="ph8965"/>
              <p:cNvSpPr/>
              <p:nvPr/>
            </p:nvSpPr>
            <p:spPr>
              <a:xfrm>
                <a:off x="335571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6" name="ph8966"/>
              <p:cNvSpPr/>
              <p:nvPr/>
            </p:nvSpPr>
            <p:spPr>
              <a:xfrm>
                <a:off x="336515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7" name="ph8967"/>
              <p:cNvSpPr/>
              <p:nvPr/>
            </p:nvSpPr>
            <p:spPr>
              <a:xfrm>
                <a:off x="337459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8" name="ph8968"/>
              <p:cNvSpPr/>
              <p:nvPr/>
            </p:nvSpPr>
            <p:spPr>
              <a:xfrm>
                <a:off x="338403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9" name="ph8969"/>
              <p:cNvSpPr/>
              <p:nvPr/>
            </p:nvSpPr>
            <p:spPr>
              <a:xfrm>
                <a:off x="339347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0" name="ph8970"/>
              <p:cNvSpPr/>
              <p:nvPr/>
            </p:nvSpPr>
            <p:spPr>
              <a:xfrm>
                <a:off x="340291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1" name="ph8971"/>
              <p:cNvSpPr/>
              <p:nvPr/>
            </p:nvSpPr>
            <p:spPr>
              <a:xfrm>
                <a:off x="341235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2" name="ph8972"/>
              <p:cNvSpPr/>
              <p:nvPr/>
            </p:nvSpPr>
            <p:spPr>
              <a:xfrm>
                <a:off x="342179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3" name="ph8973"/>
              <p:cNvSpPr/>
              <p:nvPr/>
            </p:nvSpPr>
            <p:spPr>
              <a:xfrm>
                <a:off x="343123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4" name="ph8974"/>
              <p:cNvSpPr/>
              <p:nvPr/>
            </p:nvSpPr>
            <p:spPr>
              <a:xfrm>
                <a:off x="344067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5" name="ph8975"/>
              <p:cNvSpPr/>
              <p:nvPr/>
            </p:nvSpPr>
            <p:spPr>
              <a:xfrm>
                <a:off x="345011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6" name="ph8976"/>
              <p:cNvSpPr/>
              <p:nvPr/>
            </p:nvSpPr>
            <p:spPr>
              <a:xfrm>
                <a:off x="345955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7" name="ph8977"/>
              <p:cNvSpPr/>
              <p:nvPr/>
            </p:nvSpPr>
            <p:spPr>
              <a:xfrm>
                <a:off x="346899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8" name="ph8978"/>
              <p:cNvSpPr/>
              <p:nvPr/>
            </p:nvSpPr>
            <p:spPr>
              <a:xfrm>
                <a:off x="347843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9" name="ph8979"/>
              <p:cNvSpPr/>
              <p:nvPr/>
            </p:nvSpPr>
            <p:spPr>
              <a:xfrm>
                <a:off x="348787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0" name="ph8980"/>
              <p:cNvSpPr/>
              <p:nvPr/>
            </p:nvSpPr>
            <p:spPr>
              <a:xfrm>
                <a:off x="349731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1" name="ph8981"/>
              <p:cNvSpPr/>
              <p:nvPr/>
            </p:nvSpPr>
            <p:spPr>
              <a:xfrm>
                <a:off x="350675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2" name="ph8982"/>
              <p:cNvSpPr/>
              <p:nvPr/>
            </p:nvSpPr>
            <p:spPr>
              <a:xfrm>
                <a:off x="351619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3" name="ph8983"/>
              <p:cNvSpPr/>
              <p:nvPr/>
            </p:nvSpPr>
            <p:spPr>
              <a:xfrm>
                <a:off x="352563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4" name="ph8984"/>
              <p:cNvSpPr/>
              <p:nvPr/>
            </p:nvSpPr>
            <p:spPr>
              <a:xfrm>
                <a:off x="353507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5" name="ph8985"/>
              <p:cNvSpPr/>
              <p:nvPr/>
            </p:nvSpPr>
            <p:spPr>
              <a:xfrm>
                <a:off x="354451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6" name="ph8986"/>
              <p:cNvSpPr/>
              <p:nvPr/>
            </p:nvSpPr>
            <p:spPr>
              <a:xfrm>
                <a:off x="355395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7" name="ph8987"/>
              <p:cNvSpPr/>
              <p:nvPr/>
            </p:nvSpPr>
            <p:spPr>
              <a:xfrm>
                <a:off x="356339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8" name="ph8988"/>
              <p:cNvSpPr/>
              <p:nvPr/>
            </p:nvSpPr>
            <p:spPr>
              <a:xfrm>
                <a:off x="357283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9" name="ph8989"/>
              <p:cNvSpPr/>
              <p:nvPr/>
            </p:nvSpPr>
            <p:spPr>
              <a:xfrm>
                <a:off x="358227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0" name="ph8990"/>
              <p:cNvSpPr/>
              <p:nvPr/>
            </p:nvSpPr>
            <p:spPr>
              <a:xfrm>
                <a:off x="359171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1" name="ph8991"/>
              <p:cNvSpPr/>
              <p:nvPr/>
            </p:nvSpPr>
            <p:spPr>
              <a:xfrm>
                <a:off x="360115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2" name="ph8992"/>
              <p:cNvSpPr/>
              <p:nvPr/>
            </p:nvSpPr>
            <p:spPr>
              <a:xfrm>
                <a:off x="361059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3" name="ph8993"/>
              <p:cNvSpPr/>
              <p:nvPr/>
            </p:nvSpPr>
            <p:spPr>
              <a:xfrm>
                <a:off x="362003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4" name="ph8994"/>
              <p:cNvSpPr/>
              <p:nvPr/>
            </p:nvSpPr>
            <p:spPr>
              <a:xfrm>
                <a:off x="362947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5" name="ph8995"/>
              <p:cNvSpPr/>
              <p:nvPr/>
            </p:nvSpPr>
            <p:spPr>
              <a:xfrm>
                <a:off x="363891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6" name="ph8996"/>
              <p:cNvSpPr/>
              <p:nvPr/>
            </p:nvSpPr>
            <p:spPr>
              <a:xfrm>
                <a:off x="364836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7" name="ph8997"/>
              <p:cNvSpPr/>
              <p:nvPr/>
            </p:nvSpPr>
            <p:spPr>
              <a:xfrm>
                <a:off x="365780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8" name="ph8998"/>
              <p:cNvSpPr/>
              <p:nvPr/>
            </p:nvSpPr>
            <p:spPr>
              <a:xfrm>
                <a:off x="366724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9" name="ph8999"/>
              <p:cNvSpPr/>
              <p:nvPr/>
            </p:nvSpPr>
            <p:spPr>
              <a:xfrm>
                <a:off x="367668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0" name="ph9000"/>
              <p:cNvSpPr/>
              <p:nvPr/>
            </p:nvSpPr>
            <p:spPr>
              <a:xfrm>
                <a:off x="3695561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122" y="896830"/>
                    </a:lnTo>
                    <a:lnTo>
                      <a:pt x="909106" y="897503"/>
                    </a:lnTo>
                    <a:lnTo>
                      <a:pt x="914400" y="901737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1" name="ph9001"/>
              <p:cNvSpPr/>
              <p:nvPr/>
            </p:nvSpPr>
            <p:spPr>
              <a:xfrm>
                <a:off x="3705001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1737"/>
                    </a:lnTo>
                    <a:lnTo>
                      <a:pt x="905235" y="901957"/>
                    </a:lnTo>
                    <a:lnTo>
                      <a:pt x="910667" y="906959"/>
                    </a:lnTo>
                    <a:lnTo>
                      <a:pt x="911133" y="907418"/>
                    </a:lnTo>
                    <a:lnTo>
                      <a:pt x="911604" y="907880"/>
                    </a:lnTo>
                    <a:lnTo>
                      <a:pt x="912074" y="908343"/>
                    </a:lnTo>
                    <a:lnTo>
                      <a:pt x="912545" y="908806"/>
                    </a:lnTo>
                    <a:lnTo>
                      <a:pt x="913015" y="909269"/>
                    </a:lnTo>
                    <a:lnTo>
                      <a:pt x="913486" y="909732"/>
                    </a:lnTo>
                    <a:lnTo>
                      <a:pt x="913956" y="910195"/>
                    </a:lnTo>
                    <a:lnTo>
                      <a:pt x="914400" y="910632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2" name="ph9002"/>
              <p:cNvSpPr/>
              <p:nvPr/>
            </p:nvSpPr>
            <p:spPr>
              <a:xfrm>
                <a:off x="3705001" y="727069"/>
                <a:ext cx="91822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225" h="914399">
                    <a:moveTo>
                      <a:pt x="914400" y="914399"/>
                    </a:moveTo>
                    <a:lnTo>
                      <a:pt x="914427" y="910658"/>
                    </a:lnTo>
                    <a:lnTo>
                      <a:pt x="914897" y="911121"/>
                    </a:lnTo>
                    <a:lnTo>
                      <a:pt x="915367" y="911584"/>
                    </a:lnTo>
                    <a:lnTo>
                      <a:pt x="915837" y="912047"/>
                    </a:lnTo>
                    <a:lnTo>
                      <a:pt x="916308" y="912510"/>
                    </a:lnTo>
                    <a:lnTo>
                      <a:pt x="916778" y="912973"/>
                    </a:lnTo>
                    <a:lnTo>
                      <a:pt x="917248" y="913437"/>
                    </a:lnTo>
                    <a:lnTo>
                      <a:pt x="917718" y="913900"/>
                    </a:lnTo>
                    <a:lnTo>
                      <a:pt x="918225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3" name="ph9003"/>
              <p:cNvSpPr/>
              <p:nvPr/>
            </p:nvSpPr>
            <p:spPr>
              <a:xfrm>
                <a:off x="3317951" y="6919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977" y="931969"/>
                    </a:lnTo>
                    <a:lnTo>
                      <a:pt x="905590" y="921259"/>
                    </a:lnTo>
                    <a:lnTo>
                      <a:pt x="905531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4" name="ph9004"/>
              <p:cNvSpPr/>
              <p:nvPr/>
            </p:nvSpPr>
            <p:spPr>
              <a:xfrm>
                <a:off x="331795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5" name="ph9005"/>
              <p:cNvSpPr/>
              <p:nvPr/>
            </p:nvSpPr>
            <p:spPr>
              <a:xfrm>
                <a:off x="332739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6" name="ph9006"/>
              <p:cNvSpPr/>
              <p:nvPr/>
            </p:nvSpPr>
            <p:spPr>
              <a:xfrm>
                <a:off x="333683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7" name="ph9007"/>
              <p:cNvSpPr/>
              <p:nvPr/>
            </p:nvSpPr>
            <p:spPr>
              <a:xfrm>
                <a:off x="334627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8" name="ph9008"/>
              <p:cNvSpPr/>
              <p:nvPr/>
            </p:nvSpPr>
            <p:spPr>
              <a:xfrm>
                <a:off x="335571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9" name="ph9009"/>
              <p:cNvSpPr/>
              <p:nvPr/>
            </p:nvSpPr>
            <p:spPr>
              <a:xfrm>
                <a:off x="336515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0" name="ph9010"/>
              <p:cNvSpPr/>
              <p:nvPr/>
            </p:nvSpPr>
            <p:spPr>
              <a:xfrm>
                <a:off x="337459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1" name="ph9011"/>
              <p:cNvSpPr/>
              <p:nvPr/>
            </p:nvSpPr>
            <p:spPr>
              <a:xfrm>
                <a:off x="338403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2" name="ph9012"/>
              <p:cNvSpPr/>
              <p:nvPr/>
            </p:nvSpPr>
            <p:spPr>
              <a:xfrm>
                <a:off x="339347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3" name="ph9013"/>
              <p:cNvSpPr/>
              <p:nvPr/>
            </p:nvSpPr>
            <p:spPr>
              <a:xfrm>
                <a:off x="340291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4" name="ph9014"/>
              <p:cNvSpPr/>
              <p:nvPr/>
            </p:nvSpPr>
            <p:spPr>
              <a:xfrm>
                <a:off x="341235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5" name="ph9015"/>
              <p:cNvSpPr/>
              <p:nvPr/>
            </p:nvSpPr>
            <p:spPr>
              <a:xfrm>
                <a:off x="342179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6" name="ph9016"/>
              <p:cNvSpPr/>
              <p:nvPr/>
            </p:nvSpPr>
            <p:spPr>
              <a:xfrm>
                <a:off x="343123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7" name="ph9017"/>
              <p:cNvSpPr/>
              <p:nvPr/>
            </p:nvSpPr>
            <p:spPr>
              <a:xfrm>
                <a:off x="344067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8" name="ph9018"/>
              <p:cNvSpPr/>
              <p:nvPr/>
            </p:nvSpPr>
            <p:spPr>
              <a:xfrm>
                <a:off x="345011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9" name="ph9019"/>
              <p:cNvSpPr/>
              <p:nvPr/>
            </p:nvSpPr>
            <p:spPr>
              <a:xfrm>
                <a:off x="345955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0" name="ph9020"/>
              <p:cNvSpPr/>
              <p:nvPr/>
            </p:nvSpPr>
            <p:spPr>
              <a:xfrm>
                <a:off x="346899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1" name="ph9021"/>
              <p:cNvSpPr/>
              <p:nvPr/>
            </p:nvSpPr>
            <p:spPr>
              <a:xfrm>
                <a:off x="347843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2" name="ph9022"/>
              <p:cNvSpPr/>
              <p:nvPr/>
            </p:nvSpPr>
            <p:spPr>
              <a:xfrm>
                <a:off x="348787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3" name="ph9023"/>
              <p:cNvSpPr/>
              <p:nvPr/>
            </p:nvSpPr>
            <p:spPr>
              <a:xfrm>
                <a:off x="349731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4" name="ph9024"/>
              <p:cNvSpPr/>
              <p:nvPr/>
            </p:nvSpPr>
            <p:spPr>
              <a:xfrm>
                <a:off x="350675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5" name="ph9025"/>
              <p:cNvSpPr/>
              <p:nvPr/>
            </p:nvSpPr>
            <p:spPr>
              <a:xfrm>
                <a:off x="351619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6" name="ph9026"/>
              <p:cNvSpPr/>
              <p:nvPr/>
            </p:nvSpPr>
            <p:spPr>
              <a:xfrm>
                <a:off x="352563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7" name="ph9027"/>
              <p:cNvSpPr/>
              <p:nvPr/>
            </p:nvSpPr>
            <p:spPr>
              <a:xfrm>
                <a:off x="353507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8" name="ph9028"/>
              <p:cNvSpPr/>
              <p:nvPr/>
            </p:nvSpPr>
            <p:spPr>
              <a:xfrm>
                <a:off x="354451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9" name="ph9029"/>
              <p:cNvSpPr/>
              <p:nvPr/>
            </p:nvSpPr>
            <p:spPr>
              <a:xfrm>
                <a:off x="355395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0" name="ph9030"/>
              <p:cNvSpPr/>
              <p:nvPr/>
            </p:nvSpPr>
            <p:spPr>
              <a:xfrm>
                <a:off x="356339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1" name="ph9031"/>
              <p:cNvSpPr/>
              <p:nvPr/>
            </p:nvSpPr>
            <p:spPr>
              <a:xfrm>
                <a:off x="357283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2" name="ph9032"/>
              <p:cNvSpPr/>
              <p:nvPr/>
            </p:nvSpPr>
            <p:spPr>
              <a:xfrm>
                <a:off x="358227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3" name="ph9033"/>
              <p:cNvSpPr/>
              <p:nvPr/>
            </p:nvSpPr>
            <p:spPr>
              <a:xfrm>
                <a:off x="359171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4" name="ph9034"/>
              <p:cNvSpPr/>
              <p:nvPr/>
            </p:nvSpPr>
            <p:spPr>
              <a:xfrm>
                <a:off x="360115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5" name="ph9035"/>
              <p:cNvSpPr/>
              <p:nvPr/>
            </p:nvSpPr>
            <p:spPr>
              <a:xfrm>
                <a:off x="361059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6" name="ph9036"/>
              <p:cNvSpPr/>
              <p:nvPr/>
            </p:nvSpPr>
            <p:spPr>
              <a:xfrm>
                <a:off x="362003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7" name="ph9037"/>
              <p:cNvSpPr/>
              <p:nvPr/>
            </p:nvSpPr>
            <p:spPr>
              <a:xfrm>
                <a:off x="362947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8" name="ph9038"/>
              <p:cNvSpPr/>
              <p:nvPr/>
            </p:nvSpPr>
            <p:spPr>
              <a:xfrm>
                <a:off x="363891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9" name="ph9039"/>
              <p:cNvSpPr/>
              <p:nvPr/>
            </p:nvSpPr>
            <p:spPr>
              <a:xfrm>
                <a:off x="3657800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95" y="896830"/>
                    </a:lnTo>
                    <a:lnTo>
                      <a:pt x="914400" y="899657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0" name="ph9040"/>
              <p:cNvSpPr/>
              <p:nvPr/>
            </p:nvSpPr>
            <p:spPr>
              <a:xfrm>
                <a:off x="3667240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657"/>
                    </a:lnTo>
                    <a:lnTo>
                      <a:pt x="905444" y="900278"/>
                    </a:lnTo>
                    <a:lnTo>
                      <a:pt x="914117" y="902967"/>
                    </a:lnTo>
                    <a:lnTo>
                      <a:pt x="914400" y="9030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1" name="ph9041"/>
              <p:cNvSpPr/>
              <p:nvPr/>
            </p:nvSpPr>
            <p:spPr>
              <a:xfrm>
                <a:off x="3676680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069"/>
                    </a:lnTo>
                    <a:lnTo>
                      <a:pt x="910626" y="905118"/>
                    </a:lnTo>
                    <a:lnTo>
                      <a:pt x="914400" y="906877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2" name="ph9042"/>
              <p:cNvSpPr/>
              <p:nvPr/>
            </p:nvSpPr>
            <p:spPr>
              <a:xfrm>
                <a:off x="3686121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877"/>
                    </a:lnTo>
                    <a:lnTo>
                      <a:pt x="907066" y="907858"/>
                    </a:lnTo>
                    <a:lnTo>
                      <a:pt x="912858" y="911180"/>
                    </a:lnTo>
                    <a:lnTo>
                      <a:pt x="914400" y="912235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3" name="ph9043"/>
              <p:cNvSpPr/>
              <p:nvPr/>
            </p:nvSpPr>
            <p:spPr>
              <a:xfrm>
                <a:off x="3686121" y="709499"/>
                <a:ext cx="9175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62" h="914400">
                    <a:moveTo>
                      <a:pt x="914400" y="914400"/>
                    </a:moveTo>
                    <a:lnTo>
                      <a:pt x="914400" y="912235"/>
                    </a:lnTo>
                    <a:lnTo>
                      <a:pt x="917562" y="914400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4" name="ph9044"/>
              <p:cNvSpPr/>
              <p:nvPr/>
            </p:nvSpPr>
            <p:spPr>
              <a:xfrm>
                <a:off x="3317951" y="67436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1" y="931969"/>
                    </a:lnTo>
                    <a:lnTo>
                      <a:pt x="905497" y="928095"/>
                    </a:lnTo>
                    <a:lnTo>
                      <a:pt x="905698" y="917366"/>
                    </a:lnTo>
                    <a:lnTo>
                      <a:pt x="905835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5" name="ph9045"/>
              <p:cNvSpPr/>
              <p:nvPr/>
            </p:nvSpPr>
            <p:spPr>
              <a:xfrm>
                <a:off x="331795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6" name="ph9046"/>
              <p:cNvSpPr/>
              <p:nvPr/>
            </p:nvSpPr>
            <p:spPr>
              <a:xfrm>
                <a:off x="332739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7" name="ph9047"/>
              <p:cNvSpPr/>
              <p:nvPr/>
            </p:nvSpPr>
            <p:spPr>
              <a:xfrm>
                <a:off x="333683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8" name="ph9048"/>
              <p:cNvSpPr/>
              <p:nvPr/>
            </p:nvSpPr>
            <p:spPr>
              <a:xfrm>
                <a:off x="334627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9" name="ph9049"/>
              <p:cNvSpPr/>
              <p:nvPr/>
            </p:nvSpPr>
            <p:spPr>
              <a:xfrm>
                <a:off x="335571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0" name="ph9050"/>
              <p:cNvSpPr/>
              <p:nvPr/>
            </p:nvSpPr>
            <p:spPr>
              <a:xfrm>
                <a:off x="336515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1" name="ph9051"/>
              <p:cNvSpPr/>
              <p:nvPr/>
            </p:nvSpPr>
            <p:spPr>
              <a:xfrm>
                <a:off x="337459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2" name="ph9052"/>
              <p:cNvSpPr/>
              <p:nvPr/>
            </p:nvSpPr>
            <p:spPr>
              <a:xfrm>
                <a:off x="338403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3" name="ph9053"/>
              <p:cNvSpPr/>
              <p:nvPr/>
            </p:nvSpPr>
            <p:spPr>
              <a:xfrm>
                <a:off x="339347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4" name="ph9054"/>
              <p:cNvSpPr/>
              <p:nvPr/>
            </p:nvSpPr>
            <p:spPr>
              <a:xfrm>
                <a:off x="340291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5" name="ph9055"/>
              <p:cNvSpPr/>
              <p:nvPr/>
            </p:nvSpPr>
            <p:spPr>
              <a:xfrm>
                <a:off x="341235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6" name="ph9056"/>
              <p:cNvSpPr/>
              <p:nvPr/>
            </p:nvSpPr>
            <p:spPr>
              <a:xfrm>
                <a:off x="342179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7" name="ph9057"/>
              <p:cNvSpPr/>
              <p:nvPr/>
            </p:nvSpPr>
            <p:spPr>
              <a:xfrm>
                <a:off x="343123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8" name="ph9058"/>
              <p:cNvSpPr/>
              <p:nvPr/>
            </p:nvSpPr>
            <p:spPr>
              <a:xfrm>
                <a:off x="344067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9" name="ph9059"/>
              <p:cNvSpPr/>
              <p:nvPr/>
            </p:nvSpPr>
            <p:spPr>
              <a:xfrm>
                <a:off x="345011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0" name="ph9060"/>
              <p:cNvSpPr/>
              <p:nvPr/>
            </p:nvSpPr>
            <p:spPr>
              <a:xfrm>
                <a:off x="345955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1" name="ph9061"/>
              <p:cNvSpPr/>
              <p:nvPr/>
            </p:nvSpPr>
            <p:spPr>
              <a:xfrm>
                <a:off x="346899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2" name="ph9062"/>
              <p:cNvSpPr/>
              <p:nvPr/>
            </p:nvSpPr>
            <p:spPr>
              <a:xfrm>
                <a:off x="347843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3" name="ph9063"/>
              <p:cNvSpPr/>
              <p:nvPr/>
            </p:nvSpPr>
            <p:spPr>
              <a:xfrm>
                <a:off x="348787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4" name="ph9064"/>
              <p:cNvSpPr/>
              <p:nvPr/>
            </p:nvSpPr>
            <p:spPr>
              <a:xfrm>
                <a:off x="349731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5" name="ph9065"/>
              <p:cNvSpPr/>
              <p:nvPr/>
            </p:nvSpPr>
            <p:spPr>
              <a:xfrm>
                <a:off x="350675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6" name="ph9066"/>
              <p:cNvSpPr/>
              <p:nvPr/>
            </p:nvSpPr>
            <p:spPr>
              <a:xfrm>
                <a:off x="351619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7" name="ph9067"/>
              <p:cNvSpPr/>
              <p:nvPr/>
            </p:nvSpPr>
            <p:spPr>
              <a:xfrm>
                <a:off x="352563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8" name="ph9068"/>
              <p:cNvSpPr/>
              <p:nvPr/>
            </p:nvSpPr>
            <p:spPr>
              <a:xfrm>
                <a:off x="353507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9" name="ph9069"/>
              <p:cNvSpPr/>
              <p:nvPr/>
            </p:nvSpPr>
            <p:spPr>
              <a:xfrm>
                <a:off x="354451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0" name="ph9070"/>
              <p:cNvSpPr/>
              <p:nvPr/>
            </p:nvSpPr>
            <p:spPr>
              <a:xfrm>
                <a:off x="355395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1" name="ph9071"/>
              <p:cNvSpPr/>
              <p:nvPr/>
            </p:nvSpPr>
            <p:spPr>
              <a:xfrm>
                <a:off x="356339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2" name="ph9072"/>
              <p:cNvSpPr/>
              <p:nvPr/>
            </p:nvSpPr>
            <p:spPr>
              <a:xfrm>
                <a:off x="357283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3" name="ph9073"/>
              <p:cNvSpPr/>
              <p:nvPr/>
            </p:nvSpPr>
            <p:spPr>
              <a:xfrm>
                <a:off x="358227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4" name="ph9074"/>
              <p:cNvSpPr/>
              <p:nvPr/>
            </p:nvSpPr>
            <p:spPr>
              <a:xfrm>
                <a:off x="359171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5" name="ph9075"/>
              <p:cNvSpPr/>
              <p:nvPr/>
            </p:nvSpPr>
            <p:spPr>
              <a:xfrm>
                <a:off x="360115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6" name="ph9076"/>
              <p:cNvSpPr/>
              <p:nvPr/>
            </p:nvSpPr>
            <p:spPr>
              <a:xfrm>
                <a:off x="361059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7" name="ph9077"/>
              <p:cNvSpPr/>
              <p:nvPr/>
            </p:nvSpPr>
            <p:spPr>
              <a:xfrm>
                <a:off x="362003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8" name="ph9078"/>
              <p:cNvSpPr/>
              <p:nvPr/>
            </p:nvSpPr>
            <p:spPr>
              <a:xfrm>
                <a:off x="362947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9" name="ph9079"/>
              <p:cNvSpPr/>
              <p:nvPr/>
            </p:nvSpPr>
            <p:spPr>
              <a:xfrm>
                <a:off x="3648360" y="6919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4" y="896830"/>
                    </a:lnTo>
                    <a:lnTo>
                      <a:pt x="914400" y="898115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0" name="ph9080"/>
              <p:cNvSpPr/>
              <p:nvPr/>
            </p:nvSpPr>
            <p:spPr>
              <a:xfrm>
                <a:off x="3648360" y="691930"/>
                <a:ext cx="9216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35" h="914400">
                    <a:moveTo>
                      <a:pt x="914400" y="914400"/>
                    </a:moveTo>
                    <a:lnTo>
                      <a:pt x="914400" y="898115"/>
                    </a:lnTo>
                    <a:lnTo>
                      <a:pt x="915320" y="899948"/>
                    </a:lnTo>
                    <a:lnTo>
                      <a:pt x="919205" y="908568"/>
                    </a:lnTo>
                    <a:lnTo>
                      <a:pt x="921480" y="914201"/>
                    </a:lnTo>
                    <a:lnTo>
                      <a:pt x="921635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1" name="ph9081"/>
              <p:cNvSpPr/>
              <p:nvPr/>
            </p:nvSpPr>
            <p:spPr>
              <a:xfrm>
                <a:off x="3760442" y="1793312"/>
                <a:ext cx="930016" cy="1227704"/>
              </a:xfrm>
              <a:custGeom>
                <a:avLst/>
                <a:gdLst/>
                <a:ahLst/>
                <a:cxnLst/>
                <a:rect l="0" t="0" r="0" b="0"/>
                <a:pathLst>
                  <a:path w="930016" h="1227704">
                    <a:moveTo>
                      <a:pt x="914400" y="914400"/>
                    </a:moveTo>
                    <a:lnTo>
                      <a:pt x="905217" y="939176"/>
                    </a:lnTo>
                    <a:lnTo>
                      <a:pt x="892569" y="943362"/>
                    </a:lnTo>
                    <a:lnTo>
                      <a:pt x="880437" y="951615"/>
                    </a:lnTo>
                    <a:lnTo>
                      <a:pt x="876104" y="1030010"/>
                    </a:lnTo>
                    <a:lnTo>
                      <a:pt x="898193" y="1059796"/>
                    </a:lnTo>
                    <a:lnTo>
                      <a:pt x="886060" y="1063966"/>
                    </a:lnTo>
                    <a:lnTo>
                      <a:pt x="874961" y="1072888"/>
                    </a:lnTo>
                    <a:lnTo>
                      <a:pt x="867032" y="1086082"/>
                    </a:lnTo>
                    <a:lnTo>
                      <a:pt x="858920" y="1114479"/>
                    </a:lnTo>
                    <a:lnTo>
                      <a:pt x="828442" y="1130573"/>
                    </a:lnTo>
                    <a:lnTo>
                      <a:pt x="816900" y="1142481"/>
                    </a:lnTo>
                    <a:lnTo>
                      <a:pt x="799881" y="1168973"/>
                    </a:lnTo>
                    <a:lnTo>
                      <a:pt x="791013" y="1207424"/>
                    </a:lnTo>
                    <a:lnTo>
                      <a:pt x="773773" y="1223827"/>
                    </a:lnTo>
                    <a:lnTo>
                      <a:pt x="754413" y="1227704"/>
                    </a:lnTo>
                    <a:lnTo>
                      <a:pt x="765771" y="1196202"/>
                    </a:lnTo>
                    <a:lnTo>
                      <a:pt x="780650" y="1170534"/>
                    </a:lnTo>
                    <a:lnTo>
                      <a:pt x="766343" y="1152930"/>
                    </a:lnTo>
                    <a:lnTo>
                      <a:pt x="757732" y="1125374"/>
                    </a:lnTo>
                    <a:lnTo>
                      <a:pt x="746614" y="1104236"/>
                    </a:lnTo>
                    <a:lnTo>
                      <a:pt x="755464" y="1080626"/>
                    </a:lnTo>
                    <a:lnTo>
                      <a:pt x="751113" y="1041935"/>
                    </a:lnTo>
                    <a:lnTo>
                      <a:pt x="752551" y="1004170"/>
                    </a:lnTo>
                    <a:lnTo>
                      <a:pt x="765458" y="985108"/>
                    </a:lnTo>
                    <a:lnTo>
                      <a:pt x="780245" y="969562"/>
                    </a:lnTo>
                    <a:lnTo>
                      <a:pt x="803274" y="933822"/>
                    </a:lnTo>
                    <a:lnTo>
                      <a:pt x="828239" y="907914"/>
                    </a:lnTo>
                    <a:lnTo>
                      <a:pt x="863068" y="896263"/>
                    </a:lnTo>
                    <a:lnTo>
                      <a:pt x="878796" y="907004"/>
                    </a:lnTo>
                    <a:lnTo>
                      <a:pt x="885581" y="883446"/>
                    </a:lnTo>
                    <a:lnTo>
                      <a:pt x="896810" y="878076"/>
                    </a:lnTo>
                    <a:lnTo>
                      <a:pt x="907356" y="883515"/>
                    </a:lnTo>
                    <a:lnTo>
                      <a:pt x="930016" y="9060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2" name="ph9082"/>
              <p:cNvSpPr/>
              <p:nvPr/>
            </p:nvSpPr>
            <p:spPr>
              <a:xfrm>
                <a:off x="3285296" y="2345679"/>
                <a:ext cx="10353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5334" h="914400">
                    <a:moveTo>
                      <a:pt x="914400" y="914400"/>
                    </a:moveTo>
                    <a:lnTo>
                      <a:pt x="905807" y="913147"/>
                    </a:lnTo>
                    <a:lnTo>
                      <a:pt x="900073" y="889555"/>
                    </a:lnTo>
                    <a:lnTo>
                      <a:pt x="898727" y="828850"/>
                    </a:lnTo>
                    <a:lnTo>
                      <a:pt x="902157" y="798858"/>
                    </a:lnTo>
                    <a:lnTo>
                      <a:pt x="943329" y="690676"/>
                    </a:lnTo>
                    <a:lnTo>
                      <a:pt x="961711" y="681840"/>
                    </a:lnTo>
                    <a:lnTo>
                      <a:pt x="987561" y="615542"/>
                    </a:lnTo>
                    <a:lnTo>
                      <a:pt x="994531" y="586047"/>
                    </a:lnTo>
                    <a:lnTo>
                      <a:pt x="1005741" y="559486"/>
                    </a:lnTo>
                    <a:lnTo>
                      <a:pt x="1012360" y="535740"/>
                    </a:lnTo>
                    <a:lnTo>
                      <a:pt x="1017910" y="526148"/>
                    </a:lnTo>
                    <a:lnTo>
                      <a:pt x="1029969" y="530644"/>
                    </a:lnTo>
                    <a:lnTo>
                      <a:pt x="1035334" y="535019"/>
                    </a:lnTo>
                    <a:lnTo>
                      <a:pt x="1022630" y="548848"/>
                    </a:lnTo>
                    <a:lnTo>
                      <a:pt x="1024105" y="566847"/>
                    </a:lnTo>
                    <a:lnTo>
                      <a:pt x="1023220" y="574311"/>
                    </a:lnTo>
                    <a:lnTo>
                      <a:pt x="991157" y="652603"/>
                    </a:lnTo>
                    <a:lnTo>
                      <a:pt x="982583" y="703442"/>
                    </a:lnTo>
                    <a:lnTo>
                      <a:pt x="971207" y="715847"/>
                    </a:lnTo>
                    <a:lnTo>
                      <a:pt x="924098" y="89671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3" name="ph9083"/>
              <p:cNvSpPr/>
              <p:nvPr/>
            </p:nvSpPr>
            <p:spPr>
              <a:xfrm>
                <a:off x="2340055" y="1407686"/>
                <a:ext cx="2334160" cy="2166470"/>
              </a:xfrm>
              <a:custGeom>
                <a:avLst/>
                <a:gdLst/>
                <a:ahLst/>
                <a:cxnLst/>
                <a:rect l="0" t="0" r="0" b="0"/>
                <a:pathLst>
                  <a:path w="2334160" h="2166470">
                    <a:moveTo>
                      <a:pt x="914400" y="914400"/>
                    </a:moveTo>
                    <a:lnTo>
                      <a:pt x="928154" y="920199"/>
                    </a:lnTo>
                    <a:lnTo>
                      <a:pt x="946887" y="908583"/>
                    </a:lnTo>
                    <a:lnTo>
                      <a:pt x="959997" y="876051"/>
                    </a:lnTo>
                    <a:lnTo>
                      <a:pt x="967482" y="827237"/>
                    </a:lnTo>
                    <a:lnTo>
                      <a:pt x="976222" y="780739"/>
                    </a:lnTo>
                    <a:lnTo>
                      <a:pt x="965878" y="730998"/>
                    </a:lnTo>
                    <a:lnTo>
                      <a:pt x="954834" y="687313"/>
                    </a:lnTo>
                    <a:lnTo>
                      <a:pt x="954060" y="674479"/>
                    </a:lnTo>
                    <a:lnTo>
                      <a:pt x="983044" y="637624"/>
                    </a:lnTo>
                    <a:lnTo>
                      <a:pt x="991913" y="607649"/>
                    </a:lnTo>
                    <a:lnTo>
                      <a:pt x="1001519" y="579115"/>
                    </a:lnTo>
                    <a:lnTo>
                      <a:pt x="1012121" y="569404"/>
                    </a:lnTo>
                    <a:lnTo>
                      <a:pt x="1027904" y="567190"/>
                    </a:lnTo>
                    <a:lnTo>
                      <a:pt x="1046286" y="561820"/>
                    </a:lnTo>
                    <a:lnTo>
                      <a:pt x="1069463" y="542723"/>
                    </a:lnTo>
                    <a:lnTo>
                      <a:pt x="1090242" y="517140"/>
                    </a:lnTo>
                    <a:lnTo>
                      <a:pt x="1106117" y="493685"/>
                    </a:lnTo>
                    <a:lnTo>
                      <a:pt x="1111501" y="447273"/>
                    </a:lnTo>
                    <a:lnTo>
                      <a:pt x="1111723" y="423955"/>
                    </a:lnTo>
                    <a:lnTo>
                      <a:pt x="1118711" y="406643"/>
                    </a:lnTo>
                    <a:lnTo>
                      <a:pt x="1125477" y="372825"/>
                    </a:lnTo>
                    <a:lnTo>
                      <a:pt x="1118895" y="339469"/>
                    </a:lnTo>
                    <a:lnTo>
                      <a:pt x="1098410" y="288870"/>
                    </a:lnTo>
                    <a:lnTo>
                      <a:pt x="1073740" y="217716"/>
                    </a:lnTo>
                    <a:lnTo>
                      <a:pt x="1069963" y="179814"/>
                    </a:lnTo>
                    <a:lnTo>
                      <a:pt x="1998100" y="179814"/>
                    </a:lnTo>
                    <a:lnTo>
                      <a:pt x="1998552" y="184790"/>
                    </a:lnTo>
                    <a:lnTo>
                      <a:pt x="1996671" y="196732"/>
                    </a:lnTo>
                    <a:lnTo>
                      <a:pt x="2011016" y="245821"/>
                    </a:lnTo>
                    <a:lnTo>
                      <a:pt x="2007679" y="263031"/>
                    </a:lnTo>
                    <a:lnTo>
                      <a:pt x="2005743" y="284958"/>
                    </a:lnTo>
                    <a:lnTo>
                      <a:pt x="2026301" y="306028"/>
                    </a:lnTo>
                    <a:lnTo>
                      <a:pt x="2044647" y="305685"/>
                    </a:lnTo>
                    <a:lnTo>
                      <a:pt x="2063232" y="305359"/>
                    </a:lnTo>
                    <a:lnTo>
                      <a:pt x="2070331" y="310644"/>
                    </a:lnTo>
                    <a:lnTo>
                      <a:pt x="2077448" y="325554"/>
                    </a:lnTo>
                    <a:lnTo>
                      <a:pt x="2083182" y="343158"/>
                    </a:lnTo>
                    <a:lnTo>
                      <a:pt x="2098486" y="341700"/>
                    </a:lnTo>
                    <a:lnTo>
                      <a:pt x="2122916" y="327373"/>
                    </a:lnTo>
                    <a:lnTo>
                      <a:pt x="2138810" y="323959"/>
                    </a:lnTo>
                    <a:lnTo>
                      <a:pt x="2149301" y="351497"/>
                    </a:lnTo>
                    <a:lnTo>
                      <a:pt x="2177843" y="387872"/>
                    </a:lnTo>
                    <a:lnTo>
                      <a:pt x="2194455" y="404172"/>
                    </a:lnTo>
                    <a:lnTo>
                      <a:pt x="2222684" y="412751"/>
                    </a:lnTo>
                    <a:lnTo>
                      <a:pt x="2252424" y="442109"/>
                    </a:lnTo>
                    <a:lnTo>
                      <a:pt x="2248257" y="477488"/>
                    </a:lnTo>
                    <a:lnTo>
                      <a:pt x="2260666" y="489310"/>
                    </a:lnTo>
                    <a:lnTo>
                      <a:pt x="2295754" y="503277"/>
                    </a:lnTo>
                    <a:lnTo>
                      <a:pt x="2308162" y="522116"/>
                    </a:lnTo>
                    <a:lnTo>
                      <a:pt x="2314118" y="538176"/>
                    </a:lnTo>
                    <a:lnTo>
                      <a:pt x="2323355" y="551491"/>
                    </a:lnTo>
                    <a:lnTo>
                      <a:pt x="2334160" y="591726"/>
                    </a:lnTo>
                    <a:lnTo>
                      <a:pt x="2330399" y="616520"/>
                    </a:lnTo>
                    <a:lnTo>
                      <a:pt x="2316257" y="625047"/>
                    </a:lnTo>
                    <a:lnTo>
                      <a:pt x="2282865" y="651608"/>
                    </a:lnTo>
                    <a:lnTo>
                      <a:pt x="2267986" y="671442"/>
                    </a:lnTo>
                    <a:lnTo>
                      <a:pt x="2256315" y="683796"/>
                    </a:lnTo>
                    <a:lnTo>
                      <a:pt x="2223145" y="710288"/>
                    </a:lnTo>
                    <a:lnTo>
                      <a:pt x="2210994" y="715041"/>
                    </a:lnTo>
                    <a:lnTo>
                      <a:pt x="2199360" y="728819"/>
                    </a:lnTo>
                    <a:lnTo>
                      <a:pt x="2188113" y="734841"/>
                    </a:lnTo>
                    <a:lnTo>
                      <a:pt x="2178046" y="731375"/>
                    </a:lnTo>
                    <a:lnTo>
                      <a:pt x="2140414" y="756323"/>
                    </a:lnTo>
                    <a:lnTo>
                      <a:pt x="2143345" y="766978"/>
                    </a:lnTo>
                    <a:lnTo>
                      <a:pt x="2172201" y="771491"/>
                    </a:lnTo>
                    <a:lnTo>
                      <a:pt x="2186914" y="766137"/>
                    </a:lnTo>
                    <a:lnTo>
                      <a:pt x="2198235" y="753595"/>
                    </a:lnTo>
                    <a:lnTo>
                      <a:pt x="2210607" y="750712"/>
                    </a:lnTo>
                    <a:lnTo>
                      <a:pt x="2221891" y="753080"/>
                    </a:lnTo>
                    <a:lnTo>
                      <a:pt x="2233857" y="743197"/>
                    </a:lnTo>
                    <a:lnTo>
                      <a:pt x="2243242" y="739251"/>
                    </a:lnTo>
                    <a:lnTo>
                      <a:pt x="2252941" y="743986"/>
                    </a:lnTo>
                    <a:lnTo>
                      <a:pt x="2263764" y="767681"/>
                    </a:lnTo>
                    <a:lnTo>
                      <a:pt x="2241306" y="780018"/>
                    </a:lnTo>
                    <a:lnTo>
                      <a:pt x="2225376" y="780584"/>
                    </a:lnTo>
                    <a:lnTo>
                      <a:pt x="2217595" y="819447"/>
                    </a:lnTo>
                    <a:lnTo>
                      <a:pt x="2207952" y="836142"/>
                    </a:lnTo>
                    <a:lnTo>
                      <a:pt x="2201038" y="844172"/>
                    </a:lnTo>
                    <a:lnTo>
                      <a:pt x="2165692" y="860712"/>
                    </a:lnTo>
                    <a:lnTo>
                      <a:pt x="2142368" y="881679"/>
                    </a:lnTo>
                    <a:lnTo>
                      <a:pt x="2114877" y="898563"/>
                    </a:lnTo>
                    <a:lnTo>
                      <a:pt x="2102874" y="894891"/>
                    </a:lnTo>
                    <a:lnTo>
                      <a:pt x="2084786" y="912049"/>
                    </a:lnTo>
                    <a:lnTo>
                      <a:pt x="2044592" y="932364"/>
                    </a:lnTo>
                    <a:lnTo>
                      <a:pt x="2023996" y="959731"/>
                    </a:lnTo>
                    <a:lnTo>
                      <a:pt x="1977772" y="984215"/>
                    </a:lnTo>
                    <a:lnTo>
                      <a:pt x="1954227" y="1004136"/>
                    </a:lnTo>
                    <a:lnTo>
                      <a:pt x="1890266" y="1005182"/>
                    </a:lnTo>
                    <a:lnTo>
                      <a:pt x="1829181" y="1000807"/>
                    </a:lnTo>
                    <a:lnTo>
                      <a:pt x="1810005" y="1010278"/>
                    </a:lnTo>
                    <a:lnTo>
                      <a:pt x="1829605" y="1013212"/>
                    </a:lnTo>
                    <a:lnTo>
                      <a:pt x="1843341" y="1022512"/>
                    </a:lnTo>
                    <a:lnTo>
                      <a:pt x="1859806" y="1018634"/>
                    </a:lnTo>
                    <a:lnTo>
                      <a:pt x="1898508" y="1023284"/>
                    </a:lnTo>
                    <a:lnTo>
                      <a:pt x="1918421" y="1028346"/>
                    </a:lnTo>
                    <a:lnTo>
                      <a:pt x="1943976" y="1060912"/>
                    </a:lnTo>
                    <a:lnTo>
                      <a:pt x="1925187" y="1072493"/>
                    </a:lnTo>
                    <a:lnTo>
                      <a:pt x="1892644" y="1081381"/>
                    </a:lnTo>
                    <a:lnTo>
                      <a:pt x="1904850" y="1127570"/>
                    </a:lnTo>
                    <a:lnTo>
                      <a:pt x="1914917" y="1158712"/>
                    </a:lnTo>
                    <a:lnTo>
                      <a:pt x="1901734" y="1177500"/>
                    </a:lnTo>
                    <a:lnTo>
                      <a:pt x="1900757" y="1262981"/>
                    </a:lnTo>
                    <a:lnTo>
                      <a:pt x="1882264" y="1264611"/>
                    </a:lnTo>
                    <a:lnTo>
                      <a:pt x="1874409" y="1299974"/>
                    </a:lnTo>
                    <a:lnTo>
                      <a:pt x="1880236" y="1318007"/>
                    </a:lnTo>
                    <a:lnTo>
                      <a:pt x="1879775" y="1359890"/>
                    </a:lnTo>
                    <a:lnTo>
                      <a:pt x="1883628" y="1385695"/>
                    </a:lnTo>
                    <a:lnTo>
                      <a:pt x="1892700" y="1409459"/>
                    </a:lnTo>
                    <a:lnTo>
                      <a:pt x="1888662" y="1434235"/>
                    </a:lnTo>
                    <a:lnTo>
                      <a:pt x="1859419" y="1492229"/>
                    </a:lnTo>
                    <a:lnTo>
                      <a:pt x="1860083" y="1519442"/>
                    </a:lnTo>
                    <a:lnTo>
                      <a:pt x="1865338" y="1535605"/>
                    </a:lnTo>
                    <a:lnTo>
                      <a:pt x="1869228" y="1561445"/>
                    </a:lnTo>
                    <a:lnTo>
                      <a:pt x="1855934" y="1611117"/>
                    </a:lnTo>
                    <a:lnTo>
                      <a:pt x="1846549" y="1652622"/>
                    </a:lnTo>
                    <a:lnTo>
                      <a:pt x="1835394" y="1687556"/>
                    </a:lnTo>
                    <a:lnTo>
                      <a:pt x="1810429" y="1729473"/>
                    </a:lnTo>
                    <a:lnTo>
                      <a:pt x="1798002" y="1760803"/>
                    </a:lnTo>
                    <a:lnTo>
                      <a:pt x="1768926" y="1858570"/>
                    </a:lnTo>
                    <a:lnTo>
                      <a:pt x="1754507" y="1877975"/>
                    </a:lnTo>
                    <a:lnTo>
                      <a:pt x="1736825" y="1892886"/>
                    </a:lnTo>
                    <a:lnTo>
                      <a:pt x="1717115" y="1879091"/>
                    </a:lnTo>
                    <a:lnTo>
                      <a:pt x="1699046" y="1871575"/>
                    </a:lnTo>
                    <a:lnTo>
                      <a:pt x="1676975" y="1872485"/>
                    </a:lnTo>
                    <a:lnTo>
                      <a:pt x="1642404" y="1883792"/>
                    </a:lnTo>
                    <a:lnTo>
                      <a:pt x="1590409" y="1876277"/>
                    </a:lnTo>
                    <a:lnTo>
                      <a:pt x="1539594" y="1879897"/>
                    </a:lnTo>
                    <a:lnTo>
                      <a:pt x="1526743" y="1889660"/>
                    </a:lnTo>
                    <a:lnTo>
                      <a:pt x="1534450" y="1925143"/>
                    </a:lnTo>
                    <a:lnTo>
                      <a:pt x="1515717" y="1929792"/>
                    </a:lnTo>
                    <a:lnTo>
                      <a:pt x="1497408" y="1919704"/>
                    </a:lnTo>
                    <a:lnTo>
                      <a:pt x="1481293" y="1931748"/>
                    </a:lnTo>
                    <a:lnTo>
                      <a:pt x="1467834" y="1944960"/>
                    </a:lnTo>
                    <a:lnTo>
                      <a:pt x="1441394" y="1976308"/>
                    </a:lnTo>
                    <a:lnTo>
                      <a:pt x="1432543" y="1995611"/>
                    </a:lnTo>
                    <a:lnTo>
                      <a:pt x="1430257" y="2031968"/>
                    </a:lnTo>
                    <a:lnTo>
                      <a:pt x="1444141" y="2064569"/>
                    </a:lnTo>
                    <a:lnTo>
                      <a:pt x="1456457" y="2102745"/>
                    </a:lnTo>
                    <a:lnTo>
                      <a:pt x="1424744" y="2148814"/>
                    </a:lnTo>
                    <a:lnTo>
                      <a:pt x="1407044" y="2150376"/>
                    </a:lnTo>
                    <a:lnTo>
                      <a:pt x="1355380" y="2137593"/>
                    </a:lnTo>
                    <a:lnTo>
                      <a:pt x="1263817" y="2166470"/>
                    </a:lnTo>
                    <a:lnTo>
                      <a:pt x="1181584" y="2143633"/>
                    </a:lnTo>
                    <a:lnTo>
                      <a:pt x="1191928" y="2118959"/>
                    </a:lnTo>
                    <a:lnTo>
                      <a:pt x="1191577" y="2100823"/>
                    </a:lnTo>
                    <a:lnTo>
                      <a:pt x="1196224" y="2072924"/>
                    </a:lnTo>
                    <a:lnTo>
                      <a:pt x="1198990" y="2044391"/>
                    </a:lnTo>
                    <a:lnTo>
                      <a:pt x="1198215" y="2025294"/>
                    </a:lnTo>
                    <a:lnTo>
                      <a:pt x="1192186" y="2004945"/>
                    </a:lnTo>
                    <a:lnTo>
                      <a:pt x="1171904" y="1978315"/>
                    </a:lnTo>
                    <a:lnTo>
                      <a:pt x="1126215" y="1888442"/>
                    </a:lnTo>
                    <a:lnTo>
                      <a:pt x="1112700" y="1850505"/>
                    </a:lnTo>
                    <a:lnTo>
                      <a:pt x="1103296" y="1834703"/>
                    </a:lnTo>
                    <a:lnTo>
                      <a:pt x="1110063" y="1833845"/>
                    </a:lnTo>
                    <a:lnTo>
                      <a:pt x="1147695" y="1854212"/>
                    </a:lnTo>
                    <a:lnTo>
                      <a:pt x="1156472" y="1851706"/>
                    </a:lnTo>
                    <a:lnTo>
                      <a:pt x="1165691" y="1844054"/>
                    </a:lnTo>
                    <a:lnTo>
                      <a:pt x="1154462" y="1814903"/>
                    </a:lnTo>
                    <a:lnTo>
                      <a:pt x="1144819" y="1801708"/>
                    </a:lnTo>
                    <a:lnTo>
                      <a:pt x="1138273" y="1781976"/>
                    </a:lnTo>
                    <a:lnTo>
                      <a:pt x="1160307" y="1776640"/>
                    </a:lnTo>
                    <a:lnTo>
                      <a:pt x="1176219" y="1777824"/>
                    </a:lnTo>
                    <a:lnTo>
                      <a:pt x="1187945" y="1755622"/>
                    </a:lnTo>
                    <a:lnTo>
                      <a:pt x="1181178" y="1719727"/>
                    </a:lnTo>
                    <a:lnTo>
                      <a:pt x="1164086" y="1708677"/>
                    </a:lnTo>
                    <a:lnTo>
                      <a:pt x="1149815" y="1703873"/>
                    </a:lnTo>
                    <a:lnTo>
                      <a:pt x="1122454" y="1647492"/>
                    </a:lnTo>
                    <a:lnTo>
                      <a:pt x="1093912" y="1618289"/>
                    </a:lnTo>
                    <a:lnTo>
                      <a:pt x="1043004" y="1505647"/>
                    </a:lnTo>
                    <a:lnTo>
                      <a:pt x="1024382" y="1428333"/>
                    </a:lnTo>
                    <a:lnTo>
                      <a:pt x="1007069" y="1435677"/>
                    </a:lnTo>
                    <a:lnTo>
                      <a:pt x="998661" y="1401995"/>
                    </a:lnTo>
                    <a:lnTo>
                      <a:pt x="992632" y="1370099"/>
                    </a:lnTo>
                    <a:lnTo>
                      <a:pt x="991433" y="1346644"/>
                    </a:lnTo>
                    <a:lnTo>
                      <a:pt x="964293" y="1333209"/>
                    </a:lnTo>
                    <a:lnTo>
                      <a:pt x="963186" y="1316772"/>
                    </a:lnTo>
                    <a:lnTo>
                      <a:pt x="958300" y="1243421"/>
                    </a:lnTo>
                    <a:lnTo>
                      <a:pt x="929187" y="1233573"/>
                    </a:lnTo>
                    <a:lnTo>
                      <a:pt x="910362" y="1192410"/>
                    </a:lnTo>
                    <a:lnTo>
                      <a:pt x="907006" y="1114530"/>
                    </a:lnTo>
                    <a:lnTo>
                      <a:pt x="887830" y="1100358"/>
                    </a:lnTo>
                    <a:lnTo>
                      <a:pt x="872398" y="1104287"/>
                    </a:lnTo>
                    <a:lnTo>
                      <a:pt x="873117" y="1084984"/>
                    </a:lnTo>
                    <a:lnTo>
                      <a:pt x="876804" y="1066865"/>
                    </a:lnTo>
                    <a:lnTo>
                      <a:pt x="867788" y="995076"/>
                    </a:lnTo>
                    <a:lnTo>
                      <a:pt x="864783" y="929550"/>
                    </a:lnTo>
                    <a:lnTo>
                      <a:pt x="857463" y="909767"/>
                    </a:lnTo>
                    <a:lnTo>
                      <a:pt x="853315" y="886604"/>
                    </a:lnTo>
                    <a:lnTo>
                      <a:pt x="857039" y="866597"/>
                    </a:lnTo>
                    <a:lnTo>
                      <a:pt x="862497" y="855101"/>
                    </a:lnTo>
                    <a:lnTo>
                      <a:pt x="881285" y="852082"/>
                    </a:lnTo>
                    <a:lnTo>
                      <a:pt x="898838" y="8697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4" name="ph9084"/>
              <p:cNvSpPr/>
              <p:nvPr/>
            </p:nvSpPr>
            <p:spPr>
              <a:xfrm>
                <a:off x="3787749" y="1776394"/>
                <a:ext cx="9508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851" h="914400">
                    <a:moveTo>
                      <a:pt x="914400" y="914400"/>
                    </a:moveTo>
                    <a:lnTo>
                      <a:pt x="904609" y="912735"/>
                    </a:lnTo>
                    <a:lnTo>
                      <a:pt x="895685" y="896555"/>
                    </a:lnTo>
                    <a:lnTo>
                      <a:pt x="913736" y="871848"/>
                    </a:lnTo>
                    <a:lnTo>
                      <a:pt x="941356" y="873186"/>
                    </a:lnTo>
                    <a:lnTo>
                      <a:pt x="950851" y="878333"/>
                    </a:lnTo>
                    <a:lnTo>
                      <a:pt x="917792" y="8924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5" name="ph9085"/>
              <p:cNvSpPr/>
              <p:nvPr/>
            </p:nvSpPr>
            <p:spPr>
              <a:xfrm>
                <a:off x="3643029" y="1369012"/>
                <a:ext cx="935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5861" h="914400">
                    <a:moveTo>
                      <a:pt x="914400" y="914400"/>
                    </a:moveTo>
                    <a:lnTo>
                      <a:pt x="910251" y="913336"/>
                    </a:lnTo>
                    <a:lnTo>
                      <a:pt x="915414" y="897018"/>
                    </a:lnTo>
                    <a:lnTo>
                      <a:pt x="919249" y="889967"/>
                    </a:lnTo>
                    <a:lnTo>
                      <a:pt x="931971" y="883378"/>
                    </a:lnTo>
                    <a:lnTo>
                      <a:pt x="935861" y="884527"/>
                    </a:lnTo>
                    <a:lnTo>
                      <a:pt x="922770" y="91105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6" name="ph9086"/>
              <p:cNvSpPr/>
              <p:nvPr/>
            </p:nvSpPr>
            <p:spPr>
              <a:xfrm>
                <a:off x="3680495" y="1222242"/>
                <a:ext cx="93859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8590" h="914399">
                    <a:moveTo>
                      <a:pt x="914400" y="914399"/>
                    </a:moveTo>
                    <a:lnTo>
                      <a:pt x="909643" y="900141"/>
                    </a:lnTo>
                    <a:lnTo>
                      <a:pt x="911542" y="897344"/>
                    </a:lnTo>
                    <a:lnTo>
                      <a:pt x="914787" y="883275"/>
                    </a:lnTo>
                    <a:lnTo>
                      <a:pt x="923950" y="875554"/>
                    </a:lnTo>
                    <a:lnTo>
                      <a:pt x="938590" y="880186"/>
                    </a:lnTo>
                    <a:lnTo>
                      <a:pt x="938498" y="883704"/>
                    </a:lnTo>
                    <a:lnTo>
                      <a:pt x="924504" y="895097"/>
                    </a:lnTo>
                    <a:lnTo>
                      <a:pt x="919138" y="9027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7" name="ph9087"/>
              <p:cNvSpPr/>
              <p:nvPr/>
            </p:nvSpPr>
            <p:spPr>
              <a:xfrm>
                <a:off x="3936138" y="2980371"/>
                <a:ext cx="928689" cy="915639"/>
              </a:xfrm>
              <a:custGeom>
                <a:avLst/>
                <a:gdLst/>
                <a:ahLst/>
                <a:cxnLst/>
                <a:rect l="0" t="0" r="0" b="0"/>
                <a:pathLst>
                  <a:path w="928689" h="915639">
                    <a:moveTo>
                      <a:pt x="914400" y="914400"/>
                    </a:moveTo>
                    <a:lnTo>
                      <a:pt x="861519" y="909801"/>
                    </a:lnTo>
                    <a:lnTo>
                      <a:pt x="853997" y="905546"/>
                    </a:lnTo>
                    <a:lnTo>
                      <a:pt x="883092" y="875451"/>
                    </a:lnTo>
                    <a:lnTo>
                      <a:pt x="902046" y="844172"/>
                    </a:lnTo>
                    <a:lnTo>
                      <a:pt x="918142" y="803353"/>
                    </a:lnTo>
                    <a:lnTo>
                      <a:pt x="919857" y="775077"/>
                    </a:lnTo>
                    <a:lnTo>
                      <a:pt x="923877" y="743197"/>
                    </a:lnTo>
                    <a:lnTo>
                      <a:pt x="928689" y="740822"/>
                    </a:lnTo>
                    <a:lnTo>
                      <a:pt x="928689" y="91563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8" name="ph9088"/>
              <p:cNvSpPr/>
              <p:nvPr/>
            </p:nvSpPr>
            <p:spPr>
              <a:xfrm>
                <a:off x="2952730" y="3126437"/>
                <a:ext cx="1912096" cy="920834"/>
              </a:xfrm>
              <a:custGeom>
                <a:avLst/>
                <a:gdLst/>
                <a:ahLst/>
                <a:cxnLst/>
                <a:rect l="0" t="0" r="0" b="0"/>
                <a:pathLst>
                  <a:path w="1912096" h="920834">
                    <a:moveTo>
                      <a:pt x="914400" y="914400"/>
                    </a:moveTo>
                    <a:lnTo>
                      <a:pt x="1022520" y="871676"/>
                    </a:lnTo>
                    <a:lnTo>
                      <a:pt x="1137997" y="831595"/>
                    </a:lnTo>
                    <a:lnTo>
                      <a:pt x="1164953" y="827237"/>
                    </a:lnTo>
                    <a:lnTo>
                      <a:pt x="1192057" y="818795"/>
                    </a:lnTo>
                    <a:lnTo>
                      <a:pt x="1202069" y="803799"/>
                    </a:lnTo>
                    <a:lnTo>
                      <a:pt x="1212062" y="793762"/>
                    </a:lnTo>
                    <a:lnTo>
                      <a:pt x="1227790" y="767321"/>
                    </a:lnTo>
                    <a:lnTo>
                      <a:pt x="1262564" y="726228"/>
                    </a:lnTo>
                    <a:lnTo>
                      <a:pt x="1324054" y="711266"/>
                    </a:lnTo>
                    <a:lnTo>
                      <a:pt x="1347010" y="691775"/>
                    </a:lnTo>
                    <a:lnTo>
                      <a:pt x="1395133" y="664476"/>
                    </a:lnTo>
                    <a:lnTo>
                      <a:pt x="1504839" y="633849"/>
                    </a:lnTo>
                    <a:lnTo>
                      <a:pt x="1550657" y="627123"/>
                    </a:lnTo>
                    <a:lnTo>
                      <a:pt x="1595553" y="626300"/>
                    </a:lnTo>
                    <a:lnTo>
                      <a:pt x="1635527" y="650458"/>
                    </a:lnTo>
                    <a:lnTo>
                      <a:pt x="1677842" y="680279"/>
                    </a:lnTo>
                    <a:lnTo>
                      <a:pt x="1685457" y="698277"/>
                    </a:lnTo>
                    <a:lnTo>
                      <a:pt x="1662557" y="687056"/>
                    </a:lnTo>
                    <a:lnTo>
                      <a:pt x="1629184" y="660272"/>
                    </a:lnTo>
                    <a:lnTo>
                      <a:pt x="1616849" y="659140"/>
                    </a:lnTo>
                    <a:lnTo>
                      <a:pt x="1645336" y="740606"/>
                    </a:lnTo>
                    <a:lnTo>
                      <a:pt x="1660916" y="769414"/>
                    </a:lnTo>
                    <a:lnTo>
                      <a:pt x="1692408" y="790965"/>
                    </a:lnTo>
                    <a:lnTo>
                      <a:pt x="1718811" y="798223"/>
                    </a:lnTo>
                    <a:lnTo>
                      <a:pt x="1800159" y="785165"/>
                    </a:lnTo>
                    <a:lnTo>
                      <a:pt x="1829052" y="768110"/>
                    </a:lnTo>
                    <a:lnTo>
                      <a:pt x="1837404" y="759480"/>
                    </a:lnTo>
                    <a:lnTo>
                      <a:pt x="1844927" y="763735"/>
                    </a:lnTo>
                    <a:lnTo>
                      <a:pt x="1897807" y="768333"/>
                    </a:lnTo>
                    <a:lnTo>
                      <a:pt x="1912096" y="769573"/>
                    </a:lnTo>
                    <a:lnTo>
                      <a:pt x="1912096" y="920834"/>
                    </a:lnTo>
                    <a:lnTo>
                      <a:pt x="902154" y="92083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9" name="ph9089"/>
              <p:cNvSpPr/>
              <p:nvPr/>
            </p:nvSpPr>
            <p:spPr>
              <a:xfrm>
                <a:off x="2499396" y="711003"/>
                <a:ext cx="966136" cy="1884401"/>
              </a:xfrm>
              <a:custGeom>
                <a:avLst/>
                <a:gdLst/>
                <a:ahLst/>
                <a:cxnLst/>
                <a:rect l="0" t="0" r="0" b="0"/>
                <a:pathLst>
                  <a:path w="966136" h="1884401">
                    <a:moveTo>
                      <a:pt x="914400" y="914400"/>
                    </a:moveTo>
                    <a:lnTo>
                      <a:pt x="939070" y="985554"/>
                    </a:lnTo>
                    <a:lnTo>
                      <a:pt x="959554" y="1036153"/>
                    </a:lnTo>
                    <a:lnTo>
                      <a:pt x="966136" y="1069508"/>
                    </a:lnTo>
                    <a:lnTo>
                      <a:pt x="959370" y="1103326"/>
                    </a:lnTo>
                    <a:lnTo>
                      <a:pt x="952382" y="1120639"/>
                    </a:lnTo>
                    <a:lnTo>
                      <a:pt x="952160" y="1143956"/>
                    </a:lnTo>
                    <a:lnTo>
                      <a:pt x="946777" y="1190369"/>
                    </a:lnTo>
                    <a:lnTo>
                      <a:pt x="930901" y="1213824"/>
                    </a:lnTo>
                    <a:lnTo>
                      <a:pt x="910122" y="1239406"/>
                    </a:lnTo>
                    <a:lnTo>
                      <a:pt x="886945" y="1258503"/>
                    </a:lnTo>
                    <a:lnTo>
                      <a:pt x="868563" y="1263874"/>
                    </a:lnTo>
                    <a:lnTo>
                      <a:pt x="852780" y="1266087"/>
                    </a:lnTo>
                    <a:lnTo>
                      <a:pt x="842178" y="1275798"/>
                    </a:lnTo>
                    <a:lnTo>
                      <a:pt x="832572" y="1304332"/>
                    </a:lnTo>
                    <a:lnTo>
                      <a:pt x="823703" y="1334307"/>
                    </a:lnTo>
                    <a:lnTo>
                      <a:pt x="794719" y="1371162"/>
                    </a:lnTo>
                    <a:lnTo>
                      <a:pt x="795493" y="1383997"/>
                    </a:lnTo>
                    <a:lnTo>
                      <a:pt x="806537" y="1427681"/>
                    </a:lnTo>
                    <a:lnTo>
                      <a:pt x="816881" y="1477422"/>
                    </a:lnTo>
                    <a:lnTo>
                      <a:pt x="808141" y="1523920"/>
                    </a:lnTo>
                    <a:lnTo>
                      <a:pt x="800656" y="1572735"/>
                    </a:lnTo>
                    <a:lnTo>
                      <a:pt x="787546" y="1605266"/>
                    </a:lnTo>
                    <a:lnTo>
                      <a:pt x="768813" y="1616882"/>
                    </a:lnTo>
                    <a:lnTo>
                      <a:pt x="755059" y="1611083"/>
                    </a:lnTo>
                    <a:lnTo>
                      <a:pt x="739497" y="1566455"/>
                    </a:lnTo>
                    <a:lnTo>
                      <a:pt x="739147" y="1556194"/>
                    </a:lnTo>
                    <a:lnTo>
                      <a:pt x="735275" y="1542554"/>
                    </a:lnTo>
                    <a:lnTo>
                      <a:pt x="691134" y="1528965"/>
                    </a:lnTo>
                    <a:lnTo>
                      <a:pt x="683335" y="1529462"/>
                    </a:lnTo>
                    <a:lnTo>
                      <a:pt x="665985" y="1521501"/>
                    </a:lnTo>
                    <a:lnTo>
                      <a:pt x="655807" y="1519253"/>
                    </a:lnTo>
                    <a:lnTo>
                      <a:pt x="634935" y="1514655"/>
                    </a:lnTo>
                    <a:lnTo>
                      <a:pt x="617585" y="1475277"/>
                    </a:lnTo>
                    <a:lnTo>
                      <a:pt x="599147" y="1442523"/>
                    </a:lnTo>
                    <a:lnTo>
                      <a:pt x="596529" y="1428831"/>
                    </a:lnTo>
                    <a:lnTo>
                      <a:pt x="597156" y="1367576"/>
                    </a:lnTo>
                    <a:lnTo>
                      <a:pt x="591514" y="1340330"/>
                    </a:lnTo>
                    <a:lnTo>
                      <a:pt x="589781" y="1310629"/>
                    </a:lnTo>
                    <a:lnTo>
                      <a:pt x="578183" y="1334788"/>
                    </a:lnTo>
                    <a:lnTo>
                      <a:pt x="584913" y="1372981"/>
                    </a:lnTo>
                    <a:lnTo>
                      <a:pt x="570605" y="1389007"/>
                    </a:lnTo>
                    <a:lnTo>
                      <a:pt x="552554" y="1396797"/>
                    </a:lnTo>
                    <a:lnTo>
                      <a:pt x="554251" y="1419171"/>
                    </a:lnTo>
                    <a:lnTo>
                      <a:pt x="561663" y="1423409"/>
                    </a:lnTo>
                    <a:lnTo>
                      <a:pt x="563212" y="1446641"/>
                    </a:lnTo>
                    <a:lnTo>
                      <a:pt x="558823" y="1481025"/>
                    </a:lnTo>
                    <a:lnTo>
                      <a:pt x="523293" y="1557481"/>
                    </a:lnTo>
                    <a:lnTo>
                      <a:pt x="516121" y="1565700"/>
                    </a:lnTo>
                    <a:lnTo>
                      <a:pt x="511253" y="1576029"/>
                    </a:lnTo>
                    <a:lnTo>
                      <a:pt x="493073" y="1569166"/>
                    </a:lnTo>
                    <a:lnTo>
                      <a:pt x="469749" y="1590459"/>
                    </a:lnTo>
                    <a:lnTo>
                      <a:pt x="447661" y="1593873"/>
                    </a:lnTo>
                    <a:lnTo>
                      <a:pt x="439659" y="1569783"/>
                    </a:lnTo>
                    <a:lnTo>
                      <a:pt x="408499" y="1537904"/>
                    </a:lnTo>
                    <a:lnTo>
                      <a:pt x="393785" y="1539688"/>
                    </a:lnTo>
                    <a:lnTo>
                      <a:pt x="406987" y="1555422"/>
                    </a:lnTo>
                    <a:lnTo>
                      <a:pt x="420004" y="1575875"/>
                    </a:lnTo>
                    <a:lnTo>
                      <a:pt x="412610" y="1589412"/>
                    </a:lnTo>
                    <a:lnTo>
                      <a:pt x="405346" y="1598249"/>
                    </a:lnTo>
                    <a:lnTo>
                      <a:pt x="392623" y="1602830"/>
                    </a:lnTo>
                    <a:lnTo>
                      <a:pt x="347100" y="1629596"/>
                    </a:lnTo>
                    <a:lnTo>
                      <a:pt x="363307" y="1647578"/>
                    </a:lnTo>
                    <a:lnTo>
                      <a:pt x="349552" y="1667996"/>
                    </a:lnTo>
                    <a:lnTo>
                      <a:pt x="333640" y="1670998"/>
                    </a:lnTo>
                    <a:lnTo>
                      <a:pt x="325159" y="1680538"/>
                    </a:lnTo>
                    <a:lnTo>
                      <a:pt x="322209" y="1693493"/>
                    </a:lnTo>
                    <a:lnTo>
                      <a:pt x="275063" y="1730399"/>
                    </a:lnTo>
                    <a:lnTo>
                      <a:pt x="198214" y="1825060"/>
                    </a:lnTo>
                    <a:lnTo>
                      <a:pt x="158719" y="1851809"/>
                    </a:lnTo>
                    <a:lnTo>
                      <a:pt x="131136" y="1879623"/>
                    </a:lnTo>
                    <a:lnTo>
                      <a:pt x="106835" y="1878936"/>
                    </a:lnTo>
                    <a:lnTo>
                      <a:pt x="99773" y="1884401"/>
                    </a:lnTo>
                    <a:lnTo>
                      <a:pt x="99773" y="876497"/>
                    </a:lnTo>
                    <a:lnTo>
                      <a:pt x="910622" y="87649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0" name="ph9090"/>
              <p:cNvSpPr/>
              <p:nvPr/>
            </p:nvSpPr>
            <p:spPr>
              <a:xfrm>
                <a:off x="1855358" y="3132768"/>
                <a:ext cx="1322376" cy="914502"/>
              </a:xfrm>
              <a:custGeom>
                <a:avLst/>
                <a:gdLst/>
                <a:ahLst/>
                <a:cxnLst/>
                <a:rect l="0" t="0" r="0" b="0"/>
                <a:pathLst>
                  <a:path w="1322376" h="914502">
                    <a:moveTo>
                      <a:pt x="914400" y="914400"/>
                    </a:moveTo>
                    <a:lnTo>
                      <a:pt x="914990" y="822862"/>
                    </a:lnTo>
                    <a:lnTo>
                      <a:pt x="904591" y="809238"/>
                    </a:lnTo>
                    <a:lnTo>
                      <a:pt x="891149" y="804503"/>
                    </a:lnTo>
                    <a:lnTo>
                      <a:pt x="882778" y="810765"/>
                    </a:lnTo>
                    <a:lnTo>
                      <a:pt x="865576" y="810851"/>
                    </a:lnTo>
                    <a:lnTo>
                      <a:pt x="861962" y="790124"/>
                    </a:lnTo>
                    <a:lnTo>
                      <a:pt x="866166" y="774768"/>
                    </a:lnTo>
                    <a:lnTo>
                      <a:pt x="900737" y="764267"/>
                    </a:lnTo>
                    <a:lnTo>
                      <a:pt x="923526" y="750197"/>
                    </a:lnTo>
                    <a:lnTo>
                      <a:pt x="924540" y="725336"/>
                    </a:lnTo>
                    <a:lnTo>
                      <a:pt x="910140" y="705793"/>
                    </a:lnTo>
                    <a:lnTo>
                      <a:pt x="892901" y="669950"/>
                    </a:lnTo>
                    <a:lnTo>
                      <a:pt x="872638" y="636251"/>
                    </a:lnTo>
                    <a:lnTo>
                      <a:pt x="870443" y="597080"/>
                    </a:lnTo>
                    <a:lnTo>
                      <a:pt x="905660" y="597852"/>
                    </a:lnTo>
                    <a:lnTo>
                      <a:pt x="914289" y="599327"/>
                    </a:lnTo>
                    <a:lnTo>
                      <a:pt x="967704" y="617686"/>
                    </a:lnTo>
                    <a:lnTo>
                      <a:pt x="980758" y="630572"/>
                    </a:lnTo>
                    <a:lnTo>
                      <a:pt x="997186" y="631172"/>
                    </a:lnTo>
                    <a:lnTo>
                      <a:pt x="1026779" y="619179"/>
                    </a:lnTo>
                    <a:lnTo>
                      <a:pt x="1048886" y="613912"/>
                    </a:lnTo>
                    <a:lnTo>
                      <a:pt x="1057460" y="621307"/>
                    </a:lnTo>
                    <a:lnTo>
                      <a:pt x="1069500" y="624412"/>
                    </a:lnTo>
                    <a:lnTo>
                      <a:pt x="1072284" y="624412"/>
                    </a:lnTo>
                    <a:lnTo>
                      <a:pt x="1073445" y="630864"/>
                    </a:lnTo>
                    <a:lnTo>
                      <a:pt x="1101084" y="640198"/>
                    </a:lnTo>
                    <a:lnTo>
                      <a:pt x="1112700" y="655074"/>
                    </a:lnTo>
                    <a:lnTo>
                      <a:pt x="1125606" y="677688"/>
                    </a:lnTo>
                    <a:lnTo>
                      <a:pt x="1126860" y="710237"/>
                    </a:lnTo>
                    <a:lnTo>
                      <a:pt x="1110340" y="733657"/>
                    </a:lnTo>
                    <a:lnTo>
                      <a:pt x="1096622" y="748482"/>
                    </a:lnTo>
                    <a:lnTo>
                      <a:pt x="1148506" y="742871"/>
                    </a:lnTo>
                    <a:lnTo>
                      <a:pt x="1153669" y="756306"/>
                    </a:lnTo>
                    <a:lnTo>
                      <a:pt x="1161524" y="770804"/>
                    </a:lnTo>
                    <a:lnTo>
                      <a:pt x="1189476" y="760475"/>
                    </a:lnTo>
                    <a:lnTo>
                      <a:pt x="1259540" y="803370"/>
                    </a:lnTo>
                    <a:lnTo>
                      <a:pt x="1301910" y="782489"/>
                    </a:lnTo>
                    <a:lnTo>
                      <a:pt x="1312752" y="781271"/>
                    </a:lnTo>
                    <a:lnTo>
                      <a:pt x="1322376" y="815930"/>
                    </a:lnTo>
                    <a:lnTo>
                      <a:pt x="1311848" y="850846"/>
                    </a:lnTo>
                    <a:lnTo>
                      <a:pt x="1274493" y="888096"/>
                    </a:lnTo>
                    <a:lnTo>
                      <a:pt x="1282772" y="911054"/>
                    </a:lnTo>
                    <a:lnTo>
                      <a:pt x="1290845" y="9145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1" name="ph9091"/>
              <p:cNvSpPr/>
              <p:nvPr/>
            </p:nvSpPr>
            <p:spPr>
              <a:xfrm>
                <a:off x="2270876" y="3129645"/>
                <a:ext cx="922329" cy="917625"/>
              </a:xfrm>
              <a:custGeom>
                <a:avLst/>
                <a:gdLst/>
                <a:ahLst/>
                <a:cxnLst/>
                <a:rect l="0" t="0" r="0" b="0"/>
                <a:pathLst>
                  <a:path w="922329" h="917625">
                    <a:moveTo>
                      <a:pt x="914400" y="914399"/>
                    </a:moveTo>
                    <a:lnTo>
                      <a:pt x="922329" y="917625"/>
                    </a:lnTo>
                    <a:lnTo>
                      <a:pt x="891087" y="91762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2" name="ph9092"/>
              <p:cNvSpPr/>
              <p:nvPr/>
            </p:nvSpPr>
            <p:spPr>
              <a:xfrm>
                <a:off x="2383458" y="3092978"/>
                <a:ext cx="1315922" cy="954292"/>
              </a:xfrm>
              <a:custGeom>
                <a:avLst/>
                <a:gdLst/>
                <a:ahLst/>
                <a:cxnLst/>
                <a:rect l="0" t="0" r="0" b="0"/>
                <a:pathLst>
                  <a:path w="1315922" h="954292">
                    <a:moveTo>
                      <a:pt x="914400" y="914399"/>
                    </a:moveTo>
                    <a:lnTo>
                      <a:pt x="932469" y="903178"/>
                    </a:lnTo>
                    <a:lnTo>
                      <a:pt x="991950" y="895148"/>
                    </a:lnTo>
                    <a:lnTo>
                      <a:pt x="1002773" y="874919"/>
                    </a:lnTo>
                    <a:lnTo>
                      <a:pt x="1026871" y="854570"/>
                    </a:lnTo>
                    <a:lnTo>
                      <a:pt x="1042396" y="832350"/>
                    </a:lnTo>
                    <a:lnTo>
                      <a:pt x="1079567" y="790056"/>
                    </a:lnTo>
                    <a:lnTo>
                      <a:pt x="1118028" y="797674"/>
                    </a:lnTo>
                    <a:lnTo>
                      <a:pt x="1140486" y="805772"/>
                    </a:lnTo>
                    <a:lnTo>
                      <a:pt x="1165137" y="809856"/>
                    </a:lnTo>
                    <a:lnTo>
                      <a:pt x="1187576" y="854947"/>
                    </a:lnTo>
                    <a:lnTo>
                      <a:pt x="1244328" y="904791"/>
                    </a:lnTo>
                    <a:lnTo>
                      <a:pt x="1296471" y="900450"/>
                    </a:lnTo>
                    <a:lnTo>
                      <a:pt x="1314983" y="947600"/>
                    </a:lnTo>
                    <a:lnTo>
                      <a:pt x="1315922" y="954292"/>
                    </a:lnTo>
                    <a:lnTo>
                      <a:pt x="879902" y="9542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3" name="ph9093"/>
              <p:cNvSpPr/>
              <p:nvPr/>
            </p:nvSpPr>
            <p:spPr>
              <a:xfrm>
                <a:off x="2767410" y="3022030"/>
                <a:ext cx="914400" cy="9388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850">
                    <a:moveTo>
                      <a:pt x="914400" y="914399"/>
                    </a:moveTo>
                    <a:lnTo>
                      <a:pt x="909329" y="926444"/>
                    </a:lnTo>
                    <a:lnTo>
                      <a:pt x="888107" y="906404"/>
                    </a:lnTo>
                    <a:lnTo>
                      <a:pt x="866793" y="906678"/>
                    </a:lnTo>
                    <a:lnTo>
                      <a:pt x="854052" y="937546"/>
                    </a:lnTo>
                    <a:lnTo>
                      <a:pt x="844575" y="938850"/>
                    </a:lnTo>
                    <a:lnTo>
                      <a:pt x="811663" y="910813"/>
                    </a:lnTo>
                    <a:lnTo>
                      <a:pt x="806390" y="897139"/>
                    </a:lnTo>
                    <a:lnTo>
                      <a:pt x="805302" y="885763"/>
                    </a:lnTo>
                    <a:lnTo>
                      <a:pt x="810004" y="846385"/>
                    </a:lnTo>
                    <a:lnTo>
                      <a:pt x="809137" y="833997"/>
                    </a:lnTo>
                    <a:lnTo>
                      <a:pt x="819481" y="820459"/>
                    </a:lnTo>
                    <a:lnTo>
                      <a:pt x="821085" y="800899"/>
                    </a:lnTo>
                    <a:lnTo>
                      <a:pt x="839375" y="780275"/>
                    </a:lnTo>
                    <a:lnTo>
                      <a:pt x="855601" y="779503"/>
                    </a:lnTo>
                    <a:lnTo>
                      <a:pt x="860763" y="796970"/>
                    </a:lnTo>
                    <a:lnTo>
                      <a:pt x="868526" y="808998"/>
                    </a:lnTo>
                    <a:lnTo>
                      <a:pt x="895869" y="822484"/>
                    </a:lnTo>
                    <a:lnTo>
                      <a:pt x="899944" y="828610"/>
                    </a:lnTo>
                    <a:lnTo>
                      <a:pt x="902415" y="837086"/>
                    </a:lnTo>
                    <a:lnTo>
                      <a:pt x="889693" y="853695"/>
                    </a:lnTo>
                    <a:lnTo>
                      <a:pt x="885378" y="862205"/>
                    </a:lnTo>
                    <a:lnTo>
                      <a:pt x="889416" y="875845"/>
                    </a:lnTo>
                    <a:lnTo>
                      <a:pt x="909679" y="89075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4" name="ph9094"/>
              <p:cNvSpPr/>
              <p:nvPr/>
            </p:nvSpPr>
            <p:spPr>
              <a:xfrm>
                <a:off x="2793518" y="3120122"/>
                <a:ext cx="959190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59190" h="927148">
                    <a:moveTo>
                      <a:pt x="914400" y="914400"/>
                    </a:moveTo>
                    <a:lnTo>
                      <a:pt x="905844" y="906215"/>
                    </a:lnTo>
                    <a:lnTo>
                      <a:pt x="904572" y="894531"/>
                    </a:lnTo>
                    <a:lnTo>
                      <a:pt x="905955" y="882434"/>
                    </a:lnTo>
                    <a:lnTo>
                      <a:pt x="945818" y="915000"/>
                    </a:lnTo>
                    <a:lnTo>
                      <a:pt x="959190" y="927148"/>
                    </a:lnTo>
                    <a:lnTo>
                      <a:pt x="922903" y="9271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5" name="ph9095"/>
              <p:cNvSpPr/>
              <p:nvPr/>
            </p:nvSpPr>
            <p:spPr>
              <a:xfrm>
                <a:off x="2275596" y="2986685"/>
                <a:ext cx="9433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3384" h="914400">
                    <a:moveTo>
                      <a:pt x="914400" y="914400"/>
                    </a:moveTo>
                    <a:lnTo>
                      <a:pt x="903337" y="900347"/>
                    </a:lnTo>
                    <a:lnTo>
                      <a:pt x="892200" y="896778"/>
                    </a:lnTo>
                    <a:lnTo>
                      <a:pt x="898193" y="879449"/>
                    </a:lnTo>
                    <a:lnTo>
                      <a:pt x="906029" y="873152"/>
                    </a:lnTo>
                    <a:lnTo>
                      <a:pt x="934091" y="884442"/>
                    </a:lnTo>
                    <a:lnTo>
                      <a:pt x="942905" y="906541"/>
                    </a:lnTo>
                    <a:lnTo>
                      <a:pt x="943384" y="9137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6" name="ph9096"/>
              <p:cNvSpPr/>
              <p:nvPr/>
            </p:nvSpPr>
            <p:spPr>
              <a:xfrm>
                <a:off x="1738516" y="2863319"/>
                <a:ext cx="9795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9522" h="914400">
                    <a:moveTo>
                      <a:pt x="914400" y="914400"/>
                    </a:moveTo>
                    <a:lnTo>
                      <a:pt x="916483" y="864779"/>
                    </a:lnTo>
                    <a:lnTo>
                      <a:pt x="937152" y="811915"/>
                    </a:lnTo>
                    <a:lnTo>
                      <a:pt x="945892" y="813099"/>
                    </a:lnTo>
                    <a:lnTo>
                      <a:pt x="936949" y="827374"/>
                    </a:lnTo>
                    <a:lnTo>
                      <a:pt x="934368" y="837377"/>
                    </a:lnTo>
                    <a:lnTo>
                      <a:pt x="930736" y="857366"/>
                    </a:lnTo>
                    <a:lnTo>
                      <a:pt x="932377" y="867747"/>
                    </a:lnTo>
                    <a:lnTo>
                      <a:pt x="979522" y="870595"/>
                    </a:lnTo>
                    <a:lnTo>
                      <a:pt x="974046" y="879860"/>
                    </a:lnTo>
                    <a:lnTo>
                      <a:pt x="926237" y="886106"/>
                    </a:lnTo>
                    <a:lnTo>
                      <a:pt x="918751" y="9074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7" name="ph9097"/>
              <p:cNvSpPr/>
              <p:nvPr/>
            </p:nvSpPr>
            <p:spPr>
              <a:xfrm>
                <a:off x="1788410" y="2891046"/>
                <a:ext cx="9217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56" h="914399">
                    <a:moveTo>
                      <a:pt x="914400" y="914399"/>
                    </a:moveTo>
                    <a:lnTo>
                      <a:pt x="896441" y="913387"/>
                    </a:lnTo>
                    <a:lnTo>
                      <a:pt x="886355" y="905289"/>
                    </a:lnTo>
                    <a:lnTo>
                      <a:pt x="889619" y="896658"/>
                    </a:lnTo>
                    <a:lnTo>
                      <a:pt x="899151" y="890069"/>
                    </a:lnTo>
                    <a:lnTo>
                      <a:pt x="907043" y="889057"/>
                    </a:lnTo>
                    <a:lnTo>
                      <a:pt x="919027" y="893124"/>
                    </a:lnTo>
                    <a:lnTo>
                      <a:pt x="921756" y="9057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8" name="ph9098"/>
              <p:cNvSpPr/>
              <p:nvPr/>
            </p:nvSpPr>
            <p:spPr>
              <a:xfrm>
                <a:off x="3950427" y="901131"/>
                <a:ext cx="914400" cy="10090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9042">
                    <a:moveTo>
                      <a:pt x="914400" y="914400"/>
                    </a:moveTo>
                    <a:lnTo>
                      <a:pt x="914400" y="1005493"/>
                    </a:lnTo>
                    <a:lnTo>
                      <a:pt x="876602" y="1009042"/>
                    </a:lnTo>
                    <a:lnTo>
                      <a:pt x="866442" y="1002985"/>
                    </a:lnTo>
                    <a:lnTo>
                      <a:pt x="852522" y="955887"/>
                    </a:lnTo>
                    <a:lnTo>
                      <a:pt x="855287" y="943722"/>
                    </a:lnTo>
                    <a:lnTo>
                      <a:pt x="864654" y="938540"/>
                    </a:lnTo>
                    <a:lnTo>
                      <a:pt x="872674" y="937425"/>
                    </a:lnTo>
                    <a:lnTo>
                      <a:pt x="873854" y="962784"/>
                    </a:lnTo>
                    <a:lnTo>
                      <a:pt x="885636" y="960262"/>
                    </a:lnTo>
                    <a:lnTo>
                      <a:pt x="889324" y="943550"/>
                    </a:lnTo>
                    <a:lnTo>
                      <a:pt x="890154" y="931780"/>
                    </a:lnTo>
                    <a:lnTo>
                      <a:pt x="886964" y="925843"/>
                    </a:lnTo>
                    <a:lnTo>
                      <a:pt x="878962" y="921245"/>
                    </a:lnTo>
                    <a:lnTo>
                      <a:pt x="874334" y="913352"/>
                    </a:lnTo>
                    <a:lnTo>
                      <a:pt x="880990" y="900655"/>
                    </a:lnTo>
                    <a:lnTo>
                      <a:pt x="893306" y="895165"/>
                    </a:lnTo>
                    <a:lnTo>
                      <a:pt x="903927" y="912134"/>
                    </a:lnTo>
                    <a:lnTo>
                      <a:pt x="912427" y="9143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9" name="ph9099"/>
              <p:cNvSpPr/>
              <p:nvPr/>
            </p:nvSpPr>
            <p:spPr>
              <a:xfrm>
                <a:off x="3887646" y="966605"/>
                <a:ext cx="914400" cy="9248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832">
                    <a:moveTo>
                      <a:pt x="914400" y="914400"/>
                    </a:moveTo>
                    <a:lnTo>
                      <a:pt x="907172" y="912426"/>
                    </a:lnTo>
                    <a:lnTo>
                      <a:pt x="901622" y="915120"/>
                    </a:lnTo>
                    <a:lnTo>
                      <a:pt x="897861" y="924832"/>
                    </a:lnTo>
                    <a:lnTo>
                      <a:pt x="889674" y="921348"/>
                    </a:lnTo>
                    <a:lnTo>
                      <a:pt x="886374" y="907433"/>
                    </a:lnTo>
                    <a:lnTo>
                      <a:pt x="892477" y="886604"/>
                    </a:lnTo>
                    <a:lnTo>
                      <a:pt x="907098" y="885814"/>
                    </a:lnTo>
                    <a:lnTo>
                      <a:pt x="913422" y="90652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0" name="ph9100"/>
              <p:cNvSpPr/>
              <p:nvPr/>
            </p:nvSpPr>
            <p:spPr>
              <a:xfrm>
                <a:off x="2547833" y="2540783"/>
                <a:ext cx="921424" cy="1234997"/>
              </a:xfrm>
              <a:custGeom>
                <a:avLst/>
                <a:gdLst/>
                <a:ahLst/>
                <a:cxnLst/>
                <a:rect l="0" t="0" r="0" b="0"/>
                <a:pathLst>
                  <a:path w="921424" h="1234997">
                    <a:moveTo>
                      <a:pt x="914400" y="914399"/>
                    </a:moveTo>
                    <a:lnTo>
                      <a:pt x="909495" y="924643"/>
                    </a:lnTo>
                    <a:lnTo>
                      <a:pt x="902286" y="931386"/>
                    </a:lnTo>
                    <a:lnTo>
                      <a:pt x="883424" y="938541"/>
                    </a:lnTo>
                    <a:lnTo>
                      <a:pt x="867088" y="948527"/>
                    </a:lnTo>
                    <a:lnTo>
                      <a:pt x="852522" y="966079"/>
                    </a:lnTo>
                    <a:lnTo>
                      <a:pt x="847156" y="991164"/>
                    </a:lnTo>
                    <a:lnTo>
                      <a:pt x="858551" y="1009523"/>
                    </a:lnTo>
                    <a:lnTo>
                      <a:pt x="879275" y="1019578"/>
                    </a:lnTo>
                    <a:lnTo>
                      <a:pt x="884548" y="1054529"/>
                    </a:lnTo>
                    <a:lnTo>
                      <a:pt x="867438" y="1071773"/>
                    </a:lnTo>
                    <a:lnTo>
                      <a:pt x="823537" y="1088982"/>
                    </a:lnTo>
                    <a:lnTo>
                      <a:pt x="818928" y="1130522"/>
                    </a:lnTo>
                    <a:lnTo>
                      <a:pt x="820347" y="1163259"/>
                    </a:lnTo>
                    <a:lnTo>
                      <a:pt x="819555" y="1187057"/>
                    </a:lnTo>
                    <a:lnTo>
                      <a:pt x="816070" y="1219983"/>
                    </a:lnTo>
                    <a:lnTo>
                      <a:pt x="780558" y="1234997"/>
                    </a:lnTo>
                    <a:lnTo>
                      <a:pt x="757640" y="1184844"/>
                    </a:lnTo>
                    <a:lnTo>
                      <a:pt x="757437" y="1164769"/>
                    </a:lnTo>
                    <a:lnTo>
                      <a:pt x="750597" y="1141331"/>
                    </a:lnTo>
                    <a:lnTo>
                      <a:pt x="749306" y="1121359"/>
                    </a:lnTo>
                    <a:lnTo>
                      <a:pt x="741193" y="1089411"/>
                    </a:lnTo>
                    <a:lnTo>
                      <a:pt x="707599" y="1080763"/>
                    </a:lnTo>
                    <a:lnTo>
                      <a:pt x="694564" y="1079631"/>
                    </a:lnTo>
                    <a:lnTo>
                      <a:pt x="676328" y="1085568"/>
                    </a:lnTo>
                    <a:lnTo>
                      <a:pt x="671811" y="1083251"/>
                    </a:lnTo>
                    <a:lnTo>
                      <a:pt x="649981" y="1039619"/>
                    </a:lnTo>
                    <a:lnTo>
                      <a:pt x="653576" y="991473"/>
                    </a:lnTo>
                    <a:lnTo>
                      <a:pt x="641923" y="967177"/>
                    </a:lnTo>
                    <a:lnTo>
                      <a:pt x="640319" y="956179"/>
                    </a:lnTo>
                    <a:lnTo>
                      <a:pt x="640596" y="943997"/>
                    </a:lnTo>
                    <a:lnTo>
                      <a:pt x="631026" y="933960"/>
                    </a:lnTo>
                    <a:lnTo>
                      <a:pt x="619410" y="928641"/>
                    </a:lnTo>
                    <a:lnTo>
                      <a:pt x="613768" y="901548"/>
                    </a:lnTo>
                    <a:lnTo>
                      <a:pt x="627118" y="894977"/>
                    </a:lnTo>
                    <a:lnTo>
                      <a:pt x="660121" y="898151"/>
                    </a:lnTo>
                    <a:lnTo>
                      <a:pt x="669765" y="896298"/>
                    </a:lnTo>
                    <a:lnTo>
                      <a:pt x="678596" y="890653"/>
                    </a:lnTo>
                    <a:lnTo>
                      <a:pt x="705295" y="846111"/>
                    </a:lnTo>
                    <a:lnTo>
                      <a:pt x="704520" y="836296"/>
                    </a:lnTo>
                    <a:lnTo>
                      <a:pt x="707378" y="823565"/>
                    </a:lnTo>
                    <a:lnTo>
                      <a:pt x="736270" y="818847"/>
                    </a:lnTo>
                    <a:lnTo>
                      <a:pt x="749140" y="836056"/>
                    </a:lnTo>
                    <a:lnTo>
                      <a:pt x="746559" y="863612"/>
                    </a:lnTo>
                    <a:lnTo>
                      <a:pt x="748200" y="898923"/>
                    </a:lnTo>
                    <a:lnTo>
                      <a:pt x="765697" y="908531"/>
                    </a:lnTo>
                    <a:lnTo>
                      <a:pt x="772519" y="909938"/>
                    </a:lnTo>
                    <a:lnTo>
                      <a:pt x="779802" y="883858"/>
                    </a:lnTo>
                    <a:lnTo>
                      <a:pt x="784910" y="871179"/>
                    </a:lnTo>
                    <a:lnTo>
                      <a:pt x="791842" y="864109"/>
                    </a:lnTo>
                    <a:lnTo>
                      <a:pt x="794202" y="840277"/>
                    </a:lnTo>
                    <a:lnTo>
                      <a:pt x="790091" y="825727"/>
                    </a:lnTo>
                    <a:lnTo>
                      <a:pt x="781333" y="814883"/>
                    </a:lnTo>
                    <a:lnTo>
                      <a:pt x="814042" y="785371"/>
                    </a:lnTo>
                    <a:lnTo>
                      <a:pt x="847894" y="762002"/>
                    </a:lnTo>
                    <a:lnTo>
                      <a:pt x="867585" y="760784"/>
                    </a:lnTo>
                    <a:lnTo>
                      <a:pt x="887406" y="766498"/>
                    </a:lnTo>
                    <a:lnTo>
                      <a:pt x="905826" y="774390"/>
                    </a:lnTo>
                    <a:lnTo>
                      <a:pt x="915819" y="781185"/>
                    </a:lnTo>
                    <a:lnTo>
                      <a:pt x="921424" y="792097"/>
                    </a:lnTo>
                    <a:lnTo>
                      <a:pt x="909071" y="818109"/>
                    </a:lnTo>
                    <a:lnTo>
                      <a:pt x="905641" y="832350"/>
                    </a:lnTo>
                    <a:lnTo>
                      <a:pt x="913939" y="8792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1" name="ph9101"/>
              <p:cNvSpPr/>
              <p:nvPr/>
            </p:nvSpPr>
            <p:spPr>
              <a:xfrm>
                <a:off x="2010458" y="2734135"/>
                <a:ext cx="1141187" cy="1029805"/>
              </a:xfrm>
              <a:custGeom>
                <a:avLst/>
                <a:gdLst/>
                <a:ahLst/>
                <a:cxnLst/>
                <a:rect l="0" t="0" r="0" b="0"/>
                <a:pathLst>
                  <a:path w="1141187" h="1029805">
                    <a:moveTo>
                      <a:pt x="914400" y="1023045"/>
                    </a:moveTo>
                    <a:lnTo>
                      <a:pt x="902360" y="1019939"/>
                    </a:lnTo>
                    <a:lnTo>
                      <a:pt x="893786" y="1012544"/>
                    </a:lnTo>
                    <a:lnTo>
                      <a:pt x="871679" y="1017812"/>
                    </a:lnTo>
                    <a:lnTo>
                      <a:pt x="842086" y="1029805"/>
                    </a:lnTo>
                    <a:lnTo>
                      <a:pt x="825658" y="1029205"/>
                    </a:lnTo>
                    <a:lnTo>
                      <a:pt x="812603" y="1016319"/>
                    </a:lnTo>
                    <a:lnTo>
                      <a:pt x="759189" y="997960"/>
                    </a:lnTo>
                    <a:lnTo>
                      <a:pt x="750560" y="996484"/>
                    </a:lnTo>
                    <a:lnTo>
                      <a:pt x="715269" y="995678"/>
                    </a:lnTo>
                    <a:lnTo>
                      <a:pt x="713592" y="966681"/>
                    </a:lnTo>
                    <a:lnTo>
                      <a:pt x="709222" y="945731"/>
                    </a:lnTo>
                    <a:lnTo>
                      <a:pt x="696887" y="914555"/>
                    </a:lnTo>
                    <a:lnTo>
                      <a:pt x="715177" y="907040"/>
                    </a:lnTo>
                    <a:lnTo>
                      <a:pt x="711637" y="846283"/>
                    </a:lnTo>
                    <a:lnTo>
                      <a:pt x="704999" y="814781"/>
                    </a:lnTo>
                    <a:lnTo>
                      <a:pt x="653908" y="782421"/>
                    </a:lnTo>
                    <a:lnTo>
                      <a:pt x="613658" y="750971"/>
                    </a:lnTo>
                    <a:lnTo>
                      <a:pt x="622951" y="645071"/>
                    </a:lnTo>
                    <a:lnTo>
                      <a:pt x="626915" y="616538"/>
                    </a:lnTo>
                    <a:lnTo>
                      <a:pt x="611648" y="561186"/>
                    </a:lnTo>
                    <a:lnTo>
                      <a:pt x="613234" y="497478"/>
                    </a:lnTo>
                    <a:lnTo>
                      <a:pt x="619669" y="397087"/>
                    </a:lnTo>
                    <a:lnTo>
                      <a:pt x="632465" y="393158"/>
                    </a:lnTo>
                    <a:lnTo>
                      <a:pt x="641849" y="393638"/>
                    </a:lnTo>
                    <a:lnTo>
                      <a:pt x="678043" y="411654"/>
                    </a:lnTo>
                    <a:lnTo>
                      <a:pt x="693107" y="413456"/>
                    </a:lnTo>
                    <a:lnTo>
                      <a:pt x="703432" y="429550"/>
                    </a:lnTo>
                    <a:lnTo>
                      <a:pt x="715528" y="436173"/>
                    </a:lnTo>
                    <a:lnTo>
                      <a:pt x="724286" y="419084"/>
                    </a:lnTo>
                    <a:lnTo>
                      <a:pt x="727697" y="389863"/>
                    </a:lnTo>
                    <a:lnTo>
                      <a:pt x="756386" y="352047"/>
                    </a:lnTo>
                    <a:lnTo>
                      <a:pt x="776483" y="338081"/>
                    </a:lnTo>
                    <a:lnTo>
                      <a:pt x="790183" y="331389"/>
                    </a:lnTo>
                    <a:lnTo>
                      <a:pt x="804011" y="346642"/>
                    </a:lnTo>
                    <a:lnTo>
                      <a:pt x="814595" y="363783"/>
                    </a:lnTo>
                    <a:lnTo>
                      <a:pt x="817102" y="326276"/>
                    </a:lnTo>
                    <a:lnTo>
                      <a:pt x="825639" y="254830"/>
                    </a:lnTo>
                    <a:lnTo>
                      <a:pt x="798369" y="243609"/>
                    </a:lnTo>
                    <a:lnTo>
                      <a:pt x="776152" y="253286"/>
                    </a:lnTo>
                    <a:lnTo>
                      <a:pt x="754118" y="298566"/>
                    </a:lnTo>
                    <a:lnTo>
                      <a:pt x="734463" y="355479"/>
                    </a:lnTo>
                    <a:lnTo>
                      <a:pt x="702584" y="360712"/>
                    </a:lnTo>
                    <a:lnTo>
                      <a:pt x="677140" y="376823"/>
                    </a:lnTo>
                    <a:lnTo>
                      <a:pt x="654166" y="360111"/>
                    </a:lnTo>
                    <a:lnTo>
                      <a:pt x="639360" y="345390"/>
                    </a:lnTo>
                    <a:lnTo>
                      <a:pt x="638992" y="323839"/>
                    </a:lnTo>
                    <a:lnTo>
                      <a:pt x="642347" y="310834"/>
                    </a:lnTo>
                    <a:lnTo>
                      <a:pt x="669340" y="264421"/>
                    </a:lnTo>
                    <a:lnTo>
                      <a:pt x="705497" y="219845"/>
                    </a:lnTo>
                    <a:lnTo>
                      <a:pt x="741931" y="220274"/>
                    </a:lnTo>
                    <a:lnTo>
                      <a:pt x="768500" y="206033"/>
                    </a:lnTo>
                    <a:lnTo>
                      <a:pt x="784375" y="204334"/>
                    </a:lnTo>
                    <a:lnTo>
                      <a:pt x="833936" y="207457"/>
                    </a:lnTo>
                    <a:lnTo>
                      <a:pt x="859381" y="197694"/>
                    </a:lnTo>
                    <a:lnTo>
                      <a:pt x="882170" y="177259"/>
                    </a:lnTo>
                    <a:lnTo>
                      <a:pt x="931418" y="90834"/>
                    </a:lnTo>
                    <a:lnTo>
                      <a:pt x="959204" y="54802"/>
                    </a:lnTo>
                    <a:lnTo>
                      <a:pt x="1015237" y="42122"/>
                    </a:lnTo>
                    <a:lnTo>
                      <a:pt x="1067011" y="531"/>
                    </a:lnTo>
                    <a:lnTo>
                      <a:pt x="1081484" y="0"/>
                    </a:lnTo>
                    <a:lnTo>
                      <a:pt x="1057128" y="31004"/>
                    </a:lnTo>
                    <a:lnTo>
                      <a:pt x="1053219" y="42997"/>
                    </a:lnTo>
                    <a:lnTo>
                      <a:pt x="1050269" y="61391"/>
                    </a:lnTo>
                    <a:lnTo>
                      <a:pt x="1067730" y="101335"/>
                    </a:lnTo>
                    <a:lnTo>
                      <a:pt x="1064042" y="125647"/>
                    </a:lnTo>
                    <a:lnTo>
                      <a:pt x="1065277" y="173484"/>
                    </a:lnTo>
                    <a:lnTo>
                      <a:pt x="1048812" y="198415"/>
                    </a:lnTo>
                    <a:lnTo>
                      <a:pt x="1030227" y="251450"/>
                    </a:lnTo>
                    <a:lnTo>
                      <a:pt x="1022225" y="259257"/>
                    </a:lnTo>
                    <a:lnTo>
                      <a:pt x="1020510" y="321163"/>
                    </a:lnTo>
                    <a:lnTo>
                      <a:pt x="1022335" y="335936"/>
                    </a:lnTo>
                    <a:lnTo>
                      <a:pt x="1019699" y="392300"/>
                    </a:lnTo>
                    <a:lnTo>
                      <a:pt x="1038745" y="415377"/>
                    </a:lnTo>
                    <a:lnTo>
                      <a:pt x="1058879" y="427439"/>
                    </a:lnTo>
                    <a:lnTo>
                      <a:pt x="1126030" y="427011"/>
                    </a:lnTo>
                    <a:lnTo>
                      <a:pt x="1133000" y="437151"/>
                    </a:lnTo>
                    <a:lnTo>
                      <a:pt x="1141187" y="454583"/>
                    </a:lnTo>
                    <a:lnTo>
                      <a:pt x="1135194" y="484181"/>
                    </a:lnTo>
                    <a:lnTo>
                      <a:pt x="1128022" y="506504"/>
                    </a:lnTo>
                    <a:lnTo>
                      <a:pt x="1108570" y="525309"/>
                    </a:lnTo>
                    <a:lnTo>
                      <a:pt x="1083605" y="539327"/>
                    </a:lnTo>
                    <a:lnTo>
                      <a:pt x="1068080" y="539944"/>
                    </a:lnTo>
                    <a:lnTo>
                      <a:pt x="1046932" y="513298"/>
                    </a:lnTo>
                    <a:lnTo>
                      <a:pt x="1036883" y="521946"/>
                    </a:lnTo>
                    <a:lnTo>
                      <a:pt x="1026502" y="535535"/>
                    </a:lnTo>
                    <a:lnTo>
                      <a:pt x="1009115" y="608456"/>
                    </a:lnTo>
                    <a:lnTo>
                      <a:pt x="1000874" y="657717"/>
                    </a:lnTo>
                    <a:lnTo>
                      <a:pt x="996412" y="661715"/>
                    </a:lnTo>
                    <a:lnTo>
                      <a:pt x="986584" y="654457"/>
                    </a:lnTo>
                    <a:lnTo>
                      <a:pt x="969603" y="653891"/>
                    </a:lnTo>
                    <a:lnTo>
                      <a:pt x="948141" y="665575"/>
                    </a:lnTo>
                    <a:lnTo>
                      <a:pt x="959148" y="676025"/>
                    </a:lnTo>
                    <a:lnTo>
                      <a:pt x="970783" y="694178"/>
                    </a:lnTo>
                    <a:lnTo>
                      <a:pt x="966136" y="703271"/>
                    </a:lnTo>
                    <a:lnTo>
                      <a:pt x="947256" y="713103"/>
                    </a:lnTo>
                    <a:lnTo>
                      <a:pt x="930514" y="732989"/>
                    </a:lnTo>
                    <a:lnTo>
                      <a:pt x="923508" y="748037"/>
                    </a:lnTo>
                    <a:lnTo>
                      <a:pt x="902396" y="765847"/>
                    </a:lnTo>
                    <a:lnTo>
                      <a:pt x="889121" y="788427"/>
                    </a:lnTo>
                    <a:lnTo>
                      <a:pt x="895630" y="816411"/>
                    </a:lnTo>
                    <a:lnTo>
                      <a:pt x="898395" y="840981"/>
                    </a:lnTo>
                    <a:lnTo>
                      <a:pt x="904203" y="868125"/>
                    </a:lnTo>
                    <a:lnTo>
                      <a:pt x="898967" y="889796"/>
                    </a:lnTo>
                    <a:lnTo>
                      <a:pt x="872822" y="920886"/>
                    </a:lnTo>
                    <a:lnTo>
                      <a:pt x="863179" y="947841"/>
                    </a:lnTo>
                    <a:lnTo>
                      <a:pt x="885581" y="947498"/>
                    </a:lnTo>
                    <a:lnTo>
                      <a:pt x="899373" y="953727"/>
                    </a:lnTo>
                    <a:lnTo>
                      <a:pt x="907448" y="961688"/>
                    </a:lnTo>
                    <a:lnTo>
                      <a:pt x="915782" y="972978"/>
                    </a:lnTo>
                    <a:lnTo>
                      <a:pt x="910675" y="986927"/>
                    </a:lnTo>
                    <a:lnTo>
                      <a:pt x="917184" y="10230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2" name="ph9102"/>
              <p:cNvSpPr/>
              <p:nvPr/>
            </p:nvSpPr>
            <p:spPr>
              <a:xfrm>
                <a:off x="2192054" y="2585531"/>
                <a:ext cx="939401" cy="1093203"/>
              </a:xfrm>
              <a:custGeom>
                <a:avLst/>
                <a:gdLst/>
                <a:ahLst/>
                <a:cxnLst/>
                <a:rect l="0" t="0" r="0" b="0"/>
                <a:pathLst>
                  <a:path w="939401" h="1093203">
                    <a:moveTo>
                      <a:pt x="914400" y="914400"/>
                    </a:moveTo>
                    <a:lnTo>
                      <a:pt x="924079" y="953503"/>
                    </a:lnTo>
                    <a:lnTo>
                      <a:pt x="939401" y="997238"/>
                    </a:lnTo>
                    <a:lnTo>
                      <a:pt x="933003" y="1015546"/>
                    </a:lnTo>
                    <a:lnTo>
                      <a:pt x="937355" y="1039001"/>
                    </a:lnTo>
                    <a:lnTo>
                      <a:pt x="932985" y="1063468"/>
                    </a:lnTo>
                    <a:lnTo>
                      <a:pt x="902507" y="1091916"/>
                    </a:lnTo>
                    <a:lnTo>
                      <a:pt x="868323" y="1093203"/>
                    </a:lnTo>
                    <a:lnTo>
                      <a:pt x="832793" y="1079459"/>
                    </a:lnTo>
                    <a:lnTo>
                      <a:pt x="782605" y="1053002"/>
                    </a:lnTo>
                    <a:lnTo>
                      <a:pt x="778567" y="1038143"/>
                    </a:lnTo>
                    <a:lnTo>
                      <a:pt x="771524" y="1029907"/>
                    </a:lnTo>
                    <a:lnTo>
                      <a:pt x="758101" y="984816"/>
                    </a:lnTo>
                    <a:lnTo>
                      <a:pt x="758414" y="929207"/>
                    </a:lnTo>
                    <a:lnTo>
                      <a:pt x="783637" y="922241"/>
                    </a:lnTo>
                    <a:lnTo>
                      <a:pt x="838749" y="895697"/>
                    </a:lnTo>
                    <a:lnTo>
                      <a:pt x="851489" y="899867"/>
                    </a:lnTo>
                    <a:lnTo>
                      <a:pt x="864783" y="913439"/>
                    </a:lnTo>
                    <a:lnTo>
                      <a:pt x="880086" y="914245"/>
                    </a:lnTo>
                    <a:lnTo>
                      <a:pt x="902304" y="894994"/>
                    </a:lnTo>
                    <a:lnTo>
                      <a:pt x="906526" y="8960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3" name="ph9103"/>
              <p:cNvSpPr/>
              <p:nvPr/>
            </p:nvSpPr>
            <p:spPr>
              <a:xfrm>
                <a:off x="2352833" y="2841356"/>
                <a:ext cx="957360" cy="984936"/>
              </a:xfrm>
              <a:custGeom>
                <a:avLst/>
                <a:gdLst/>
                <a:ahLst/>
                <a:cxnLst/>
                <a:rect l="0" t="0" r="0" b="0"/>
                <a:pathLst>
                  <a:path w="957360" h="984936">
                    <a:moveTo>
                      <a:pt x="914400" y="914400"/>
                    </a:moveTo>
                    <a:lnTo>
                      <a:pt x="937004" y="913147"/>
                    </a:lnTo>
                    <a:lnTo>
                      <a:pt x="952382" y="922189"/>
                    </a:lnTo>
                    <a:lnTo>
                      <a:pt x="956051" y="936156"/>
                    </a:lnTo>
                    <a:lnTo>
                      <a:pt x="957360" y="967160"/>
                    </a:lnTo>
                    <a:lnTo>
                      <a:pt x="941208" y="976203"/>
                    </a:lnTo>
                    <a:lnTo>
                      <a:pt x="923379" y="973131"/>
                    </a:lnTo>
                    <a:lnTo>
                      <a:pt x="899114" y="984936"/>
                    </a:lnTo>
                    <a:lnTo>
                      <a:pt x="819462" y="934251"/>
                    </a:lnTo>
                    <a:lnTo>
                      <a:pt x="820624" y="891991"/>
                    </a:lnTo>
                    <a:lnTo>
                      <a:pt x="823814" y="875399"/>
                    </a:lnTo>
                    <a:lnTo>
                      <a:pt x="861556" y="871453"/>
                    </a:lnTo>
                    <a:lnTo>
                      <a:pt x="880990" y="8925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4" name="ph9104"/>
              <p:cNvSpPr/>
              <p:nvPr/>
            </p:nvSpPr>
            <p:spPr>
              <a:xfrm>
                <a:off x="2192607" y="2871057"/>
                <a:ext cx="9637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63740" h="914400">
                    <a:moveTo>
                      <a:pt x="914400" y="914400"/>
                    </a:moveTo>
                    <a:lnTo>
                      <a:pt x="903023" y="885934"/>
                    </a:lnTo>
                    <a:lnTo>
                      <a:pt x="901548" y="877029"/>
                    </a:lnTo>
                    <a:lnTo>
                      <a:pt x="914916" y="858808"/>
                    </a:lnTo>
                    <a:lnTo>
                      <a:pt x="923563" y="838167"/>
                    </a:lnTo>
                    <a:lnTo>
                      <a:pt x="945928" y="806476"/>
                    </a:lnTo>
                    <a:lnTo>
                      <a:pt x="958817" y="769346"/>
                    </a:lnTo>
                    <a:lnTo>
                      <a:pt x="963740" y="769929"/>
                    </a:lnTo>
                    <a:lnTo>
                      <a:pt x="958024" y="802993"/>
                    </a:lnTo>
                    <a:lnTo>
                      <a:pt x="928652" y="895217"/>
                    </a:lnTo>
                    <a:lnTo>
                      <a:pt x="922770" y="9124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5" name="ph9105"/>
              <p:cNvSpPr/>
              <p:nvPr/>
            </p:nvSpPr>
            <p:spPr>
              <a:xfrm>
                <a:off x="2536475" y="2798736"/>
                <a:ext cx="921609" cy="934920"/>
              </a:xfrm>
              <a:custGeom>
                <a:avLst/>
                <a:gdLst/>
                <a:ahLst/>
                <a:cxnLst/>
                <a:rect l="0" t="0" r="0" b="0"/>
                <a:pathLst>
                  <a:path w="921609" h="934920">
                    <a:moveTo>
                      <a:pt x="914400" y="914400"/>
                    </a:moveTo>
                    <a:lnTo>
                      <a:pt x="885415" y="910556"/>
                    </a:lnTo>
                    <a:lnTo>
                      <a:pt x="852743" y="934920"/>
                    </a:lnTo>
                    <a:lnTo>
                      <a:pt x="840353" y="927217"/>
                    </a:lnTo>
                    <a:lnTo>
                      <a:pt x="845036" y="911654"/>
                    </a:lnTo>
                    <a:lnTo>
                      <a:pt x="848447" y="905992"/>
                    </a:lnTo>
                    <a:lnTo>
                      <a:pt x="859436" y="899386"/>
                    </a:lnTo>
                    <a:lnTo>
                      <a:pt x="866774" y="889726"/>
                    </a:lnTo>
                    <a:lnTo>
                      <a:pt x="869651" y="874610"/>
                    </a:lnTo>
                    <a:lnTo>
                      <a:pt x="876454" y="882760"/>
                    </a:lnTo>
                    <a:lnTo>
                      <a:pt x="896681" y="886175"/>
                    </a:lnTo>
                    <a:lnTo>
                      <a:pt x="906563" y="890996"/>
                    </a:lnTo>
                    <a:lnTo>
                      <a:pt x="914824" y="898082"/>
                    </a:lnTo>
                    <a:lnTo>
                      <a:pt x="921609" y="9091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6" name="ph9106"/>
              <p:cNvSpPr/>
              <p:nvPr/>
            </p:nvSpPr>
            <p:spPr>
              <a:xfrm>
                <a:off x="2547906" y="2586800"/>
                <a:ext cx="9321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2174" h="914399">
                    <a:moveTo>
                      <a:pt x="914399" y="914399"/>
                    </a:moveTo>
                    <a:lnTo>
                      <a:pt x="910491" y="913610"/>
                    </a:lnTo>
                    <a:lnTo>
                      <a:pt x="904720" y="893106"/>
                    </a:lnTo>
                    <a:lnTo>
                      <a:pt x="914086" y="880633"/>
                    </a:lnTo>
                    <a:lnTo>
                      <a:pt x="919617" y="870046"/>
                    </a:lnTo>
                    <a:lnTo>
                      <a:pt x="923545" y="870355"/>
                    </a:lnTo>
                    <a:lnTo>
                      <a:pt x="928910" y="881799"/>
                    </a:lnTo>
                    <a:lnTo>
                      <a:pt x="932174" y="89945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7" name="ph9107"/>
              <p:cNvSpPr/>
              <p:nvPr/>
            </p:nvSpPr>
            <p:spPr>
              <a:xfrm>
                <a:off x="2141165" y="2838697"/>
                <a:ext cx="93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938" h="914400">
                    <a:moveTo>
                      <a:pt x="914400" y="914400"/>
                    </a:moveTo>
                    <a:lnTo>
                      <a:pt x="899907" y="906747"/>
                    </a:lnTo>
                    <a:lnTo>
                      <a:pt x="876325" y="877922"/>
                    </a:lnTo>
                    <a:lnTo>
                      <a:pt x="873357" y="870269"/>
                    </a:lnTo>
                    <a:lnTo>
                      <a:pt x="885747" y="875159"/>
                    </a:lnTo>
                    <a:lnTo>
                      <a:pt x="901124" y="890224"/>
                    </a:lnTo>
                    <a:lnTo>
                      <a:pt x="913717" y="893432"/>
                    </a:lnTo>
                    <a:lnTo>
                      <a:pt x="930938" y="906181"/>
                    </a:lnTo>
                    <a:lnTo>
                      <a:pt x="927066" y="9107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8" name="ph9108"/>
              <p:cNvSpPr/>
              <p:nvPr/>
            </p:nvSpPr>
            <p:spPr>
              <a:xfrm>
                <a:off x="2054285" y="2826292"/>
                <a:ext cx="934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4054" h="914400">
                    <a:moveTo>
                      <a:pt x="914400" y="914400"/>
                    </a:moveTo>
                    <a:lnTo>
                      <a:pt x="904351" y="905906"/>
                    </a:lnTo>
                    <a:lnTo>
                      <a:pt x="885913" y="902612"/>
                    </a:lnTo>
                    <a:lnTo>
                      <a:pt x="879294" y="848530"/>
                    </a:lnTo>
                    <a:lnTo>
                      <a:pt x="881193" y="845321"/>
                    </a:lnTo>
                    <a:lnTo>
                      <a:pt x="890467" y="849113"/>
                    </a:lnTo>
                    <a:lnTo>
                      <a:pt x="922273" y="874336"/>
                    </a:lnTo>
                    <a:lnTo>
                      <a:pt x="933391" y="901943"/>
                    </a:lnTo>
                    <a:lnTo>
                      <a:pt x="934054" y="9095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9" name="ph9109"/>
              <p:cNvSpPr/>
              <p:nvPr/>
            </p:nvSpPr>
            <p:spPr>
              <a:xfrm>
                <a:off x="2173837" y="2512626"/>
                <a:ext cx="9278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878" h="914400">
                    <a:moveTo>
                      <a:pt x="914400" y="914400"/>
                    </a:moveTo>
                    <a:lnTo>
                      <a:pt x="902433" y="907828"/>
                    </a:lnTo>
                    <a:lnTo>
                      <a:pt x="901179" y="885094"/>
                    </a:lnTo>
                    <a:lnTo>
                      <a:pt x="905715" y="864676"/>
                    </a:lnTo>
                    <a:lnTo>
                      <a:pt x="900387" y="846420"/>
                    </a:lnTo>
                    <a:lnTo>
                      <a:pt x="906250" y="834683"/>
                    </a:lnTo>
                    <a:lnTo>
                      <a:pt x="923084" y="862016"/>
                    </a:lnTo>
                    <a:lnTo>
                      <a:pt x="927878" y="874867"/>
                    </a:lnTo>
                    <a:lnTo>
                      <a:pt x="921387" y="890224"/>
                    </a:lnTo>
                    <a:lnTo>
                      <a:pt x="917608" y="90808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0" name="ph9110"/>
              <p:cNvSpPr/>
              <p:nvPr/>
            </p:nvSpPr>
            <p:spPr>
              <a:xfrm>
                <a:off x="2253341" y="1998178"/>
                <a:ext cx="9451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5191" h="914400">
                    <a:moveTo>
                      <a:pt x="914400" y="914400"/>
                    </a:moveTo>
                    <a:lnTo>
                      <a:pt x="888420" y="902749"/>
                    </a:lnTo>
                    <a:lnTo>
                      <a:pt x="899889" y="886466"/>
                    </a:lnTo>
                    <a:lnTo>
                      <a:pt x="928431" y="878968"/>
                    </a:lnTo>
                    <a:lnTo>
                      <a:pt x="945191" y="881439"/>
                    </a:lnTo>
                    <a:lnTo>
                      <a:pt x="926753" y="897602"/>
                    </a:lnTo>
                    <a:lnTo>
                      <a:pt x="922088" y="9061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1" name="ph9111"/>
              <p:cNvSpPr/>
              <p:nvPr/>
            </p:nvSpPr>
            <p:spPr>
              <a:xfrm>
                <a:off x="3015991" y="2779742"/>
                <a:ext cx="9306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99" h="914400">
                    <a:moveTo>
                      <a:pt x="914400" y="914400"/>
                    </a:moveTo>
                    <a:lnTo>
                      <a:pt x="883202" y="904551"/>
                    </a:lnTo>
                    <a:lnTo>
                      <a:pt x="845183" y="880204"/>
                    </a:lnTo>
                    <a:lnTo>
                      <a:pt x="850752" y="832487"/>
                    </a:lnTo>
                    <a:lnTo>
                      <a:pt x="860505" y="811863"/>
                    </a:lnTo>
                    <a:lnTo>
                      <a:pt x="929851" y="865345"/>
                    </a:lnTo>
                    <a:lnTo>
                      <a:pt x="930699" y="885505"/>
                    </a:lnTo>
                    <a:lnTo>
                      <a:pt x="921369" y="90844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2" name="pt9112"/>
              <p:cNvSpPr/>
              <p:nvPr/>
            </p:nvSpPr>
            <p:spPr>
              <a:xfrm>
                <a:off x="3128716" y="2274708"/>
                <a:ext cx="117405" cy="117405"/>
              </a:xfrm>
              <a:prstGeom prst="ellipse">
                <a:avLst/>
              </a:prstGeom>
              <a:solidFill>
                <a:srgbClr val="FFC37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3" name="pt9113"/>
              <p:cNvSpPr/>
              <p:nvPr/>
            </p:nvSpPr>
            <p:spPr>
              <a:xfrm>
                <a:off x="3214180" y="2564527"/>
                <a:ext cx="117405" cy="117405"/>
              </a:xfrm>
              <a:prstGeom prst="ellipse">
                <a:avLst/>
              </a:prstGeom>
              <a:solidFill>
                <a:srgbClr val="1A985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4" name="pt9114"/>
              <p:cNvSpPr/>
              <p:nvPr/>
            </p:nvSpPr>
            <p:spPr>
              <a:xfrm>
                <a:off x="3399795" y="3216587"/>
                <a:ext cx="117405" cy="117405"/>
              </a:xfrm>
              <a:prstGeom prst="ellipse">
                <a:avLst/>
              </a:prstGeom>
              <a:solidFill>
                <a:srgbClr val="D9EF8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5" name="pt9115"/>
              <p:cNvSpPr/>
              <p:nvPr/>
            </p:nvSpPr>
            <p:spPr>
              <a:xfrm>
                <a:off x="3465968" y="3371770"/>
                <a:ext cx="117405" cy="117405"/>
              </a:xfrm>
              <a:prstGeom prst="ellipse">
                <a:avLst/>
              </a:prstGeom>
              <a:solidFill>
                <a:srgbClr val="ECF7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6" name="pt9116"/>
              <p:cNvSpPr/>
              <p:nvPr/>
            </p:nvSpPr>
            <p:spPr>
              <a:xfrm>
                <a:off x="3481255" y="3498030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7" name="pt9117"/>
              <p:cNvSpPr/>
              <p:nvPr/>
            </p:nvSpPr>
            <p:spPr>
              <a:xfrm>
                <a:off x="4117347" y="3055813"/>
                <a:ext cx="117405" cy="117405"/>
              </a:xfrm>
              <a:prstGeom prst="ellipse">
                <a:avLst/>
              </a:prstGeom>
              <a:solidFill>
                <a:srgbClr val="FC8D5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8" name="pt9118"/>
              <p:cNvSpPr/>
              <p:nvPr/>
            </p:nvSpPr>
            <p:spPr>
              <a:xfrm>
                <a:off x="4188851" y="2690108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9" name="pt9119"/>
              <p:cNvSpPr/>
              <p:nvPr/>
            </p:nvSpPr>
            <p:spPr>
              <a:xfrm>
                <a:off x="4632175" y="1938229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0" name="pl9120"/>
              <p:cNvSpPr/>
              <p:nvPr/>
            </p:nvSpPr>
            <p:spPr>
              <a:xfrm>
                <a:off x="3530358" y="3328965"/>
                <a:ext cx="41259" cy="89209"/>
              </a:xfrm>
              <a:custGeom>
                <a:avLst/>
                <a:gdLst/>
                <a:ahLst/>
                <a:cxnLst/>
                <a:rect l="0" t="0" r="0" b="0"/>
                <a:pathLst>
                  <a:path w="41259" h="89209">
                    <a:moveTo>
                      <a:pt x="41259" y="0"/>
                    </a:moveTo>
                    <a:lnTo>
                      <a:pt x="0" y="89209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3" name="pg9123"/>
              <p:cNvSpPr/>
              <p:nvPr/>
            </p:nvSpPr>
            <p:spPr>
              <a:xfrm>
                <a:off x="3027943" y="2682680"/>
                <a:ext cx="236829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36829" h="156088">
                    <a:moveTo>
                      <a:pt x="27431" y="156088"/>
                    </a:moveTo>
                    <a:lnTo>
                      <a:pt x="209397" y="156088"/>
                    </a:lnTo>
                    <a:lnTo>
                      <a:pt x="208293" y="156065"/>
                    </a:lnTo>
                    <a:lnTo>
                      <a:pt x="212704" y="155888"/>
                    </a:lnTo>
                    <a:lnTo>
                      <a:pt x="217029" y="155005"/>
                    </a:lnTo>
                    <a:lnTo>
                      <a:pt x="221157" y="153439"/>
                    </a:lnTo>
                    <a:lnTo>
                      <a:pt x="224980" y="151232"/>
                    </a:lnTo>
                    <a:lnTo>
                      <a:pt x="228400" y="148440"/>
                    </a:lnTo>
                    <a:lnTo>
                      <a:pt x="231327" y="145135"/>
                    </a:lnTo>
                    <a:lnTo>
                      <a:pt x="233687" y="141404"/>
                    </a:lnTo>
                    <a:lnTo>
                      <a:pt x="235417" y="137342"/>
                    </a:lnTo>
                    <a:lnTo>
                      <a:pt x="236474" y="133056"/>
                    </a:lnTo>
                    <a:lnTo>
                      <a:pt x="236829" y="128656"/>
                    </a:lnTo>
                    <a:lnTo>
                      <a:pt x="236829" y="27432"/>
                    </a:lnTo>
                    <a:lnTo>
                      <a:pt x="236474" y="23031"/>
                    </a:lnTo>
                    <a:lnTo>
                      <a:pt x="235417" y="18745"/>
                    </a:lnTo>
                    <a:lnTo>
                      <a:pt x="233687" y="14683"/>
                    </a:lnTo>
                    <a:lnTo>
                      <a:pt x="231327" y="10952"/>
                    </a:lnTo>
                    <a:lnTo>
                      <a:pt x="228400" y="7647"/>
                    </a:lnTo>
                    <a:lnTo>
                      <a:pt x="224980" y="4855"/>
                    </a:lnTo>
                    <a:lnTo>
                      <a:pt x="221157" y="2648"/>
                    </a:lnTo>
                    <a:lnTo>
                      <a:pt x="217029" y="1083"/>
                    </a:lnTo>
                    <a:lnTo>
                      <a:pt x="212704" y="200"/>
                    </a:lnTo>
                    <a:lnTo>
                      <a:pt x="209397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4" name="tx9124"/>
              <p:cNvSpPr/>
              <p:nvPr/>
            </p:nvSpPr>
            <p:spPr>
              <a:xfrm>
                <a:off x="3073663" y="2728400"/>
                <a:ext cx="145389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9125" name="pg9125"/>
              <p:cNvSpPr/>
              <p:nvPr/>
            </p:nvSpPr>
            <p:spPr>
              <a:xfrm>
                <a:off x="3183243" y="3059750"/>
                <a:ext cx="297088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97088" h="156088">
                    <a:moveTo>
                      <a:pt x="27431" y="156088"/>
                    </a:moveTo>
                    <a:lnTo>
                      <a:pt x="269656" y="156088"/>
                    </a:lnTo>
                    <a:lnTo>
                      <a:pt x="268551" y="156065"/>
                    </a:lnTo>
                    <a:lnTo>
                      <a:pt x="272963" y="155888"/>
                    </a:lnTo>
                    <a:lnTo>
                      <a:pt x="277288" y="155005"/>
                    </a:lnTo>
                    <a:lnTo>
                      <a:pt x="281416" y="153439"/>
                    </a:lnTo>
                    <a:lnTo>
                      <a:pt x="285239" y="151232"/>
                    </a:lnTo>
                    <a:lnTo>
                      <a:pt x="288659" y="148440"/>
                    </a:lnTo>
                    <a:lnTo>
                      <a:pt x="291586" y="145135"/>
                    </a:lnTo>
                    <a:lnTo>
                      <a:pt x="293946" y="141404"/>
                    </a:lnTo>
                    <a:lnTo>
                      <a:pt x="295676" y="137342"/>
                    </a:lnTo>
                    <a:lnTo>
                      <a:pt x="296733" y="133056"/>
                    </a:lnTo>
                    <a:lnTo>
                      <a:pt x="297088" y="128656"/>
                    </a:lnTo>
                    <a:lnTo>
                      <a:pt x="297088" y="27431"/>
                    </a:lnTo>
                    <a:lnTo>
                      <a:pt x="296733" y="23031"/>
                    </a:lnTo>
                    <a:lnTo>
                      <a:pt x="295676" y="18745"/>
                    </a:lnTo>
                    <a:lnTo>
                      <a:pt x="293946" y="14683"/>
                    </a:lnTo>
                    <a:lnTo>
                      <a:pt x="291586" y="10952"/>
                    </a:lnTo>
                    <a:lnTo>
                      <a:pt x="288659" y="7647"/>
                    </a:lnTo>
                    <a:lnTo>
                      <a:pt x="285239" y="4855"/>
                    </a:lnTo>
                    <a:lnTo>
                      <a:pt x="281416" y="2648"/>
                    </a:lnTo>
                    <a:lnTo>
                      <a:pt x="277288" y="1083"/>
                    </a:lnTo>
                    <a:lnTo>
                      <a:pt x="272963" y="200"/>
                    </a:lnTo>
                    <a:lnTo>
                      <a:pt x="269656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6" name="tx9126"/>
              <p:cNvSpPr/>
              <p:nvPr/>
            </p:nvSpPr>
            <p:spPr>
              <a:xfrm>
                <a:off x="3228963" y="3105470"/>
                <a:ext cx="205648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9127" name="pg9127"/>
              <p:cNvSpPr/>
              <p:nvPr/>
            </p:nvSpPr>
            <p:spPr>
              <a:xfrm>
                <a:off x="3571617" y="3214600"/>
                <a:ext cx="276971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76971" h="156088">
                    <a:moveTo>
                      <a:pt x="27431" y="156088"/>
                    </a:moveTo>
                    <a:lnTo>
                      <a:pt x="249539" y="156088"/>
                    </a:lnTo>
                    <a:lnTo>
                      <a:pt x="248435" y="156065"/>
                    </a:lnTo>
                    <a:lnTo>
                      <a:pt x="252846" y="155888"/>
                    </a:lnTo>
                    <a:lnTo>
                      <a:pt x="257171" y="155005"/>
                    </a:lnTo>
                    <a:lnTo>
                      <a:pt x="261299" y="153439"/>
                    </a:lnTo>
                    <a:lnTo>
                      <a:pt x="265122" y="151232"/>
                    </a:lnTo>
                    <a:lnTo>
                      <a:pt x="268542" y="148440"/>
                    </a:lnTo>
                    <a:lnTo>
                      <a:pt x="271470" y="145135"/>
                    </a:lnTo>
                    <a:lnTo>
                      <a:pt x="273829" y="141404"/>
                    </a:lnTo>
                    <a:lnTo>
                      <a:pt x="275560" y="137342"/>
                    </a:lnTo>
                    <a:lnTo>
                      <a:pt x="276616" y="133056"/>
                    </a:lnTo>
                    <a:lnTo>
                      <a:pt x="276971" y="128656"/>
                    </a:lnTo>
                    <a:lnTo>
                      <a:pt x="276971" y="27431"/>
                    </a:lnTo>
                    <a:lnTo>
                      <a:pt x="276616" y="23031"/>
                    </a:lnTo>
                    <a:lnTo>
                      <a:pt x="275560" y="18745"/>
                    </a:lnTo>
                    <a:lnTo>
                      <a:pt x="273829" y="14683"/>
                    </a:lnTo>
                    <a:lnTo>
                      <a:pt x="271470" y="10952"/>
                    </a:lnTo>
                    <a:lnTo>
                      <a:pt x="268542" y="7647"/>
                    </a:lnTo>
                    <a:lnTo>
                      <a:pt x="265122" y="4855"/>
                    </a:lnTo>
                    <a:lnTo>
                      <a:pt x="261299" y="2648"/>
                    </a:lnTo>
                    <a:lnTo>
                      <a:pt x="257171" y="1083"/>
                    </a:lnTo>
                    <a:lnTo>
                      <a:pt x="252846" y="200"/>
                    </a:lnTo>
                    <a:lnTo>
                      <a:pt x="24953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8" name="tx9128"/>
              <p:cNvSpPr/>
              <p:nvPr/>
            </p:nvSpPr>
            <p:spPr>
              <a:xfrm>
                <a:off x="3617337" y="3260320"/>
                <a:ext cx="185531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9129" name="pg9129"/>
              <p:cNvSpPr/>
              <p:nvPr/>
            </p:nvSpPr>
            <p:spPr>
              <a:xfrm>
                <a:off x="3525453" y="3616138"/>
                <a:ext cx="282000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82000" h="156088">
                    <a:moveTo>
                      <a:pt x="27432" y="156088"/>
                    </a:moveTo>
                    <a:lnTo>
                      <a:pt x="254568" y="156088"/>
                    </a:lnTo>
                    <a:lnTo>
                      <a:pt x="253464" y="156065"/>
                    </a:lnTo>
                    <a:lnTo>
                      <a:pt x="257875" y="155888"/>
                    </a:lnTo>
                    <a:lnTo>
                      <a:pt x="262201" y="155005"/>
                    </a:lnTo>
                    <a:lnTo>
                      <a:pt x="266328" y="153439"/>
                    </a:lnTo>
                    <a:lnTo>
                      <a:pt x="270152" y="151232"/>
                    </a:lnTo>
                    <a:lnTo>
                      <a:pt x="273571" y="148440"/>
                    </a:lnTo>
                    <a:lnTo>
                      <a:pt x="276499" y="145135"/>
                    </a:lnTo>
                    <a:lnTo>
                      <a:pt x="278858" y="141404"/>
                    </a:lnTo>
                    <a:lnTo>
                      <a:pt x="280589" y="137342"/>
                    </a:lnTo>
                    <a:lnTo>
                      <a:pt x="281645" y="133056"/>
                    </a:lnTo>
                    <a:lnTo>
                      <a:pt x="282000" y="128656"/>
                    </a:lnTo>
                    <a:lnTo>
                      <a:pt x="282000" y="27432"/>
                    </a:lnTo>
                    <a:lnTo>
                      <a:pt x="281645" y="23031"/>
                    </a:lnTo>
                    <a:lnTo>
                      <a:pt x="280589" y="18745"/>
                    </a:lnTo>
                    <a:lnTo>
                      <a:pt x="278858" y="14683"/>
                    </a:lnTo>
                    <a:lnTo>
                      <a:pt x="276499" y="10952"/>
                    </a:lnTo>
                    <a:lnTo>
                      <a:pt x="273571" y="7647"/>
                    </a:lnTo>
                    <a:lnTo>
                      <a:pt x="270152" y="4855"/>
                    </a:lnTo>
                    <a:lnTo>
                      <a:pt x="266328" y="2648"/>
                    </a:lnTo>
                    <a:lnTo>
                      <a:pt x="262201" y="1083"/>
                    </a:lnTo>
                    <a:lnTo>
                      <a:pt x="257875" y="200"/>
                    </a:lnTo>
                    <a:lnTo>
                      <a:pt x="254568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0" name="tx9130"/>
              <p:cNvSpPr/>
              <p:nvPr/>
            </p:nvSpPr>
            <p:spPr>
              <a:xfrm>
                <a:off x="3571173" y="3661858"/>
                <a:ext cx="190560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9131" name="pg9131"/>
              <p:cNvSpPr/>
              <p:nvPr/>
            </p:nvSpPr>
            <p:spPr>
              <a:xfrm>
                <a:off x="3939949" y="3174354"/>
                <a:ext cx="261975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61975" h="156088">
                    <a:moveTo>
                      <a:pt x="27431" y="156088"/>
                    </a:moveTo>
                    <a:lnTo>
                      <a:pt x="234543" y="156088"/>
                    </a:lnTo>
                    <a:lnTo>
                      <a:pt x="233439" y="156065"/>
                    </a:lnTo>
                    <a:lnTo>
                      <a:pt x="237850" y="155888"/>
                    </a:lnTo>
                    <a:lnTo>
                      <a:pt x="242175" y="155005"/>
                    </a:lnTo>
                    <a:lnTo>
                      <a:pt x="246303" y="153439"/>
                    </a:lnTo>
                    <a:lnTo>
                      <a:pt x="250126" y="151232"/>
                    </a:lnTo>
                    <a:lnTo>
                      <a:pt x="253546" y="148440"/>
                    </a:lnTo>
                    <a:lnTo>
                      <a:pt x="256473" y="145135"/>
                    </a:lnTo>
                    <a:lnTo>
                      <a:pt x="258833" y="141404"/>
                    </a:lnTo>
                    <a:lnTo>
                      <a:pt x="260563" y="137342"/>
                    </a:lnTo>
                    <a:lnTo>
                      <a:pt x="261620" y="133056"/>
                    </a:lnTo>
                    <a:lnTo>
                      <a:pt x="261975" y="128656"/>
                    </a:lnTo>
                    <a:lnTo>
                      <a:pt x="261975" y="27432"/>
                    </a:lnTo>
                    <a:lnTo>
                      <a:pt x="261620" y="23031"/>
                    </a:lnTo>
                    <a:lnTo>
                      <a:pt x="260563" y="18745"/>
                    </a:lnTo>
                    <a:lnTo>
                      <a:pt x="258833" y="14683"/>
                    </a:lnTo>
                    <a:lnTo>
                      <a:pt x="256473" y="10952"/>
                    </a:lnTo>
                    <a:lnTo>
                      <a:pt x="253546" y="7647"/>
                    </a:lnTo>
                    <a:lnTo>
                      <a:pt x="250126" y="4855"/>
                    </a:lnTo>
                    <a:lnTo>
                      <a:pt x="246303" y="2648"/>
                    </a:lnTo>
                    <a:lnTo>
                      <a:pt x="242175" y="1083"/>
                    </a:lnTo>
                    <a:lnTo>
                      <a:pt x="237850" y="200"/>
                    </a:lnTo>
                    <a:lnTo>
                      <a:pt x="23454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2" name="tx9132"/>
              <p:cNvSpPr/>
              <p:nvPr/>
            </p:nvSpPr>
            <p:spPr>
              <a:xfrm>
                <a:off x="3985669" y="3220074"/>
                <a:ext cx="170535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9133" name="pg9133"/>
              <p:cNvSpPr/>
              <p:nvPr/>
            </p:nvSpPr>
            <p:spPr>
              <a:xfrm>
                <a:off x="4227932" y="2533394"/>
                <a:ext cx="292059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92059" h="156088">
                    <a:moveTo>
                      <a:pt x="27431" y="156088"/>
                    </a:moveTo>
                    <a:lnTo>
                      <a:pt x="264627" y="156088"/>
                    </a:lnTo>
                    <a:lnTo>
                      <a:pt x="263522" y="156065"/>
                    </a:lnTo>
                    <a:lnTo>
                      <a:pt x="267933" y="155888"/>
                    </a:lnTo>
                    <a:lnTo>
                      <a:pt x="272259" y="155005"/>
                    </a:lnTo>
                    <a:lnTo>
                      <a:pt x="276387" y="153439"/>
                    </a:lnTo>
                    <a:lnTo>
                      <a:pt x="280210" y="151232"/>
                    </a:lnTo>
                    <a:lnTo>
                      <a:pt x="283630" y="148440"/>
                    </a:lnTo>
                    <a:lnTo>
                      <a:pt x="286557" y="145135"/>
                    </a:lnTo>
                    <a:lnTo>
                      <a:pt x="288917" y="141404"/>
                    </a:lnTo>
                    <a:lnTo>
                      <a:pt x="290647" y="137342"/>
                    </a:lnTo>
                    <a:lnTo>
                      <a:pt x="291704" y="133056"/>
                    </a:lnTo>
                    <a:lnTo>
                      <a:pt x="292059" y="128656"/>
                    </a:lnTo>
                    <a:lnTo>
                      <a:pt x="292059" y="27432"/>
                    </a:lnTo>
                    <a:lnTo>
                      <a:pt x="291704" y="23031"/>
                    </a:lnTo>
                    <a:lnTo>
                      <a:pt x="290647" y="18745"/>
                    </a:lnTo>
                    <a:lnTo>
                      <a:pt x="288917" y="14683"/>
                    </a:lnTo>
                    <a:lnTo>
                      <a:pt x="286557" y="10952"/>
                    </a:lnTo>
                    <a:lnTo>
                      <a:pt x="283630" y="7647"/>
                    </a:lnTo>
                    <a:lnTo>
                      <a:pt x="280210" y="4855"/>
                    </a:lnTo>
                    <a:lnTo>
                      <a:pt x="276387" y="2648"/>
                    </a:lnTo>
                    <a:lnTo>
                      <a:pt x="272259" y="1083"/>
                    </a:lnTo>
                    <a:lnTo>
                      <a:pt x="267933" y="200"/>
                    </a:lnTo>
                    <a:lnTo>
                      <a:pt x="264627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4" name="tx9134"/>
              <p:cNvSpPr/>
              <p:nvPr/>
            </p:nvSpPr>
            <p:spPr>
              <a:xfrm>
                <a:off x="4273652" y="2579114"/>
                <a:ext cx="200619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  <p:sp>
            <p:nvSpPr>
              <p:cNvPr id="9135" name="pg9135"/>
              <p:cNvSpPr/>
              <p:nvPr/>
            </p:nvSpPr>
            <p:spPr>
              <a:xfrm>
                <a:off x="4665007" y="1781496"/>
                <a:ext cx="267004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67004" h="156088">
                    <a:moveTo>
                      <a:pt x="27432" y="156088"/>
                    </a:moveTo>
                    <a:lnTo>
                      <a:pt x="239572" y="156088"/>
                    </a:lnTo>
                    <a:lnTo>
                      <a:pt x="238468" y="156065"/>
                    </a:lnTo>
                    <a:lnTo>
                      <a:pt x="242879" y="155888"/>
                    </a:lnTo>
                    <a:lnTo>
                      <a:pt x="247204" y="155005"/>
                    </a:lnTo>
                    <a:lnTo>
                      <a:pt x="251332" y="153439"/>
                    </a:lnTo>
                    <a:lnTo>
                      <a:pt x="255155" y="151232"/>
                    </a:lnTo>
                    <a:lnTo>
                      <a:pt x="258575" y="148440"/>
                    </a:lnTo>
                    <a:lnTo>
                      <a:pt x="261503" y="145135"/>
                    </a:lnTo>
                    <a:lnTo>
                      <a:pt x="263862" y="141404"/>
                    </a:lnTo>
                    <a:lnTo>
                      <a:pt x="265593" y="137342"/>
                    </a:lnTo>
                    <a:lnTo>
                      <a:pt x="266649" y="133056"/>
                    </a:lnTo>
                    <a:lnTo>
                      <a:pt x="267004" y="128656"/>
                    </a:lnTo>
                    <a:lnTo>
                      <a:pt x="267004" y="27432"/>
                    </a:lnTo>
                    <a:lnTo>
                      <a:pt x="266649" y="23031"/>
                    </a:lnTo>
                    <a:lnTo>
                      <a:pt x="265593" y="18745"/>
                    </a:lnTo>
                    <a:lnTo>
                      <a:pt x="263862" y="14683"/>
                    </a:lnTo>
                    <a:lnTo>
                      <a:pt x="261503" y="10952"/>
                    </a:lnTo>
                    <a:lnTo>
                      <a:pt x="258575" y="7647"/>
                    </a:lnTo>
                    <a:lnTo>
                      <a:pt x="255155" y="4855"/>
                    </a:lnTo>
                    <a:lnTo>
                      <a:pt x="251332" y="2648"/>
                    </a:lnTo>
                    <a:lnTo>
                      <a:pt x="247204" y="1083"/>
                    </a:lnTo>
                    <a:lnTo>
                      <a:pt x="242879" y="200"/>
                    </a:lnTo>
                    <a:lnTo>
                      <a:pt x="239572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6" name="tx9136"/>
              <p:cNvSpPr/>
              <p:nvPr/>
            </p:nvSpPr>
            <p:spPr>
              <a:xfrm>
                <a:off x="4710727" y="1827216"/>
                <a:ext cx="175564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9137" name="tx913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8" name="tx913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39" name="tx913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0" name="tx914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1" name="tx914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2" name="tx914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3" name="tx914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4" name="tx914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5" name="tx914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6" name="tx914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7" name="tx914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8" name="tx914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9" name="tx914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0" name="tx915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1" name="tx915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2" name="tx915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3" name="tx915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4" name="tx915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5" name="tx915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6" name="tx915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7" name="tx915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8" name="tx915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9" name="tx915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0" name="tx916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1" name="tx916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2" name="tx916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3" name="tx916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4" name="tx916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5" name="tx916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6" name="tx916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7" name="tx916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8" name="tx916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9" name="tx916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0" name="tx917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1" name="tx917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2" name="tx917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3" name="tx917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4" name="tx917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5" name="tx917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6" name="tx917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7" name="tx917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8" name="tx917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9" name="tx917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0" name="tx918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1" name="tx918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2" name="tx918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3" name="tx918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4" name="tx918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5" name="tx918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6" name="tx918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7" name="tx918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8" name="tx918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9" name="tx918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0" name="tx919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1" name="tx919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2" name="tx919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3" name="tx919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4" name="tx919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5" name="tx919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6" name="tx919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7" name="tx919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8" name="tx919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9" name="tx919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0" name="tx920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1" name="tx920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2" name="tx920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3" name="tx920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4" name="tx920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5" name="tx920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6" name="tx920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7" name="tx920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8" name="tx920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9" name="tx920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0" name="tx921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1" name="tx921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2" name="tx921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3" name="tx921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4" name="tx921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5" name="tx921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6" name="tx921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7" name="tx921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8" name="tx921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9" name="tx921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0" name="tx922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1" name="tx922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2" name="tx922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3" name="tx922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4" name="tx922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5" name="tx922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6" name="tx922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7" name="tx922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8" name="tx922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9" name="tx922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0" name="tx923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1" name="tx923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2" name="tx923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3" name="tx923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4" name="tx923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5" name="tx923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6" name="tx923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7" name="tx923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8" name="tx923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9" name="tx923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0" name="tx924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1" name="tx924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2" name="tx924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3" name="tx924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4" name="tx924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5" name="tx924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6" name="tx924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7" name="tx924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8" name="tx924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9" name="tx924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0" name="tx925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1" name="tx925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2" name="tx925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3" name="tx925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4" name="tx925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5" name="tx925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6" name="tx925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7" name="tx925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8" name="tx925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9" name="tx925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0" name="tx926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1" name="tx926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2" name="tx926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3" name="tx926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4" name="tx926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5" name="tx926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6" name="tx926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7" name="tx926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8" name="tx926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9" name="tx926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0" name="tx927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1" name="tx927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2" name="tx927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3" name="tx927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4" name="tx927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5" name="tx927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6" name="tx927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7" name="tx927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8" name="tx927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9" name="tx927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0" name="tx928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1" name="tx928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2" name="tx928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3" name="tx928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4" name="tx928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5" name="tx928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6" name="tx928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7" name="tx928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8" name="tx928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9" name="tx928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0" name="tx929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1" name="tx929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2" name="tx929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3" name="tx929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4" name="tx929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5" name="tx929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6" name="tx929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7" name="tx929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8" name="tx929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9" name="tx929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0" name="tx930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1" name="tx930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2" name="tx930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3" name="tx930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4" name="tx930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5" name="tx930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6" name="tx930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7" name="tx930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8" name="tx930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9" name="tx930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0" name="tx931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1" name="tx931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2" name="tx931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3" name="tx931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4" name="tx931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5" name="tx931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6" name="tx931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7" name="tx931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8" name="tx931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9" name="tx931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0" name="tx932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1" name="tx932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2" name="tx932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3" name="tx932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4" name="tx932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5" name="tx932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6" name="tx932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7" name="tx932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8" name="tx932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9" name="tx932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0" name="tx933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1" name="tx933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2" name="tx933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3" name="tx933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4" name="tx933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5" name="tx933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6" name="tx933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7" name="tx933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8" name="tx933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9" name="tx933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0" name="tx934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1" name="tx934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2" name="tx934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3" name="tx934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4" name="tx934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5" name="tx934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6" name="tx934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7" name="tx934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8" name="tx934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9" name="tx934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0" name="tx935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1" name="tx935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2" name="tx935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3" name="tx935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4" name="tx935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5" name="tx935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6" name="tx935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7" name="tx935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8" name="tx935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9" name="tx935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0" name="tx936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1" name="tx936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2" name="tx936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3" name="tx936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4" name="tx936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5" name="tx936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6" name="tx936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7" name="tx936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8" name="tx936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9" name="tx936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0" name="tx937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1" name="tx937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2" name="tx937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3" name="tx937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4" name="tx937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5" name="tx937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6" name="tx937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7" name="tx937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8" name="tx937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9" name="tx937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0" name="tx938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1" name="tx938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2" name="tx938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3" name="tx938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4" name="tx938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5" name="tx938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6" name="tx938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7" name="tx938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8" name="tx938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9" name="tx938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0" name="tx939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1" name="tx939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2" name="tx939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3" name="tx939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4" name="tx939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5" name="tx939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6" name="tx939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7" name="tx939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8" name="tx939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9" name="tx939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0" name="tx940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1" name="tx940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2" name="tx940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3" name="tx940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4" name="tx940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5" name="tx940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6" name="tx940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7" name="tx940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8" name="tx940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9" name="tx940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0" name="tx941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1" name="tx941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2" name="tx941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3" name="tx941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4" name="tx941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5" name="tx941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6" name="tx941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7" name="tx941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8" name="tx941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9" name="tx941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0" name="tx942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1" name="tx942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2" name="tx942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3" name="tx942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4" name="tx942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5" name="tx942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6" name="tx942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7" name="tx942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8" name="tx942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9" name="tx942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0" name="tx943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1" name="tx943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2" name="tx943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3" name="tx943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4" name="tx943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5" name="tx943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6" name="tx943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7" name="tx943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8" name="tx943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9" name="tx943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0" name="tx944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1" name="tx944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2" name="tx944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3" name="tx944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4" name="tx944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5" name="tx944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6" name="tx944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7" name="tx944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8" name="tx944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9" name="tx944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0" name="tx945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1" name="tx945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2" name="tx945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3" name="tx945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4" name="tx945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5" name="tx945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6" name="tx945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7" name="tx945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8" name="tx945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9" name="tx945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0" name="tx946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1" name="tx946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2" name="tx946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3" name="tx946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4" name="tx946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5" name="tx946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6" name="tx946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7" name="tx946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8" name="tx946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9" name="tx946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0" name="tx947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1" name="tx947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2" name="tx947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3" name="tx947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4" name="tx947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5" name="tx947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6" name="tx947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7" name="tx947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8" name="tx947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9" name="tx947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0" name="tx948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1" name="tx948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2" name="tx948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3" name="tx948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4" name="tx948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5" name="tx948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6" name="tx948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7" name="tx948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8" name="tx948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9" name="tx948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0" name="tx949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1" name="tx949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2" name="tx949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3" name="tx949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4" name="tx949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5" name="tx949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6" name="tx949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7" name="tx949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8" name="tx949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9" name="tx949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0" name="tx950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1" name="tx950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2" name="tx950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3" name="tx950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4" name="tx950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5" name="tx950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6" name="tx950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7" name="tx950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8" name="tx950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9" name="tx950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0" name="tx951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1" name="tx951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2" name="tx951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3" name="tx951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4" name="tx951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5" name="tx951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6" name="tx951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7" name="tx951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8" name="tx951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9" name="tx951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0" name="tx952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1" name="tx952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2" name="tx952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3" name="tx952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4" name="tx952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5" name="tx952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6" name="tx952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7" name="tx952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8" name="tx952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9" name="tx952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0" name="tx953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1" name="tx953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2" name="tx953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3" name="tx953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4" name="tx953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5" name="tx953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6" name="tx953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7" name="tx953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8" name="tx953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9" name="tx953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0" name="tx954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1" name="tx954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2" name="tx954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3" name="tx954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4" name="tx954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5" name="tx954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6" name="tx954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7" name="tx954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8" name="tx954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9" name="tx954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0" name="tx955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1" name="tx955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2" name="tx955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3" name="tx955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4" name="tx955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5" name="tx955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6" name="tx955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7" name="tx955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8" name="tx955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9" name="tx955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0" name="tx956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1" name="tx956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2" name="tx956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3" name="tx956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4" name="tx956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5" name="tx956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6" name="tx956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7" name="tx956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8" name="tx956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9" name="tx956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0" name="tx957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1" name="tx957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2" name="tx957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3" name="tx957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4" name="tx957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5" name="tx957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6" name="tx957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7" name="tx957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8" name="tx957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9" name="tx957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0" name="tx958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1" name="tx958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2" name="tx958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3" name="tx958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4" name="tx958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5" name="tx958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6" name="tx958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7" name="tx958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8" name="tx958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9" name="tx958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0" name="tx959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1" name="tx959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2" name="tx959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3" name="tx959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4" name="tx959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5" name="tx959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6" name="tx959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7" name="tx959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8" name="tx959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9" name="tx959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0" name="tx960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1" name="tx960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2" name="tx960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3" name="tx960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4" name="tx960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5" name="tx960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6" name="tx960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7" name="tx960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8" name="tx960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9" name="tx960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0" name="tx961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1" name="tx9611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2" name="tx9612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3" name="tx9613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4" name="tx9614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5" name="tx9615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6" name="tx9616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7" name="tx9617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8" name="tx9618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9" name="tx9619"/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20" name="tx9620"/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1" name="tx962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2" name="tx962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3" name="tx962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4" name="tx962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5" name="tx962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6" name="tx962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7" name="tx962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8" name="tx962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9" name="tx962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0" name="tx963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1" name="tx963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2" name="tx963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3" name="tx963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4" name="tx963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5" name="tx963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6" name="tx963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7" name="tx963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8" name="tx963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9" name="tx963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0" name="tx964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1" name="tx964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2" name="tx964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3" name="tx964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4" name="tx964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5" name="tx964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6" name="tx964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7" name="tx964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8" name="tx964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9" name="tx964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0" name="tx965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1" name="tx965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2" name="tx965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3" name="tx965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4" name="tx965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5" name="tx965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6" name="tx965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7" name="tx965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8" name="tx965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9" name="tx965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0" name="tx966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1" name="tx966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2" name="tx966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3" name="tx966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4" name="tx966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5" name="tx966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6" name="tx966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7" name="tx966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8" name="tx966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9" name="tx966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0" name="tx967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1" name="tx967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2" name="tx967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3" name="tx967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4" name="tx967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5" name="tx967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6" name="tx967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7" name="tx967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8" name="tx967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9" name="tx967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0" name="tx968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1" name="tx968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2" name="tx968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3" name="tx968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4" name="tx968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5" name="tx968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6" name="tx968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7" name="tx968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8" name="tx968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9" name="tx968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0" name="tx969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1" name="tx969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2" name="tx969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3" name="tx969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4" name="tx969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5" name="tx969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6" name="tx969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7" name="tx969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8" name="tx969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9" name="tx969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0" name="tx970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1" name="tx970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2" name="tx970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3" name="tx970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4" name="tx970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5" name="tx970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6" name="tx970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7" name="tx970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8" name="tx970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9" name="tx970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0" name="tx971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1" name="tx971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2" name="tx971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3" name="tx971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4" name="tx971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5" name="tx971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6" name="tx971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7" name="tx971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8" name="tx971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9" name="tx971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0" name="tx972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1" name="tx972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2" name="tx972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3" name="tx972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4" name="tx972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5" name="tx972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6" name="tx972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7" name="tx972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8" name="tx972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9" name="tx972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0" name="tx973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1" name="tx973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2" name="tx973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3" name="tx973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4" name="tx973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5" name="tx973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6" name="tx973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7" name="tx973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8" name="tx973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9" name="tx973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0" name="tx974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1" name="tx974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2" name="tx974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3" name="tx974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4" name="tx974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5" name="tx974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6" name="tx974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7" name="tx974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8" name="tx974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9" name="tx974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0" name="tx975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1" name="tx975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2" name="tx975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3" name="tx975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4" name="tx975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5" name="tx975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6" name="tx975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7" name="tx975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8" name="tx975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9" name="tx975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0" name="tx976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1" name="tx976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2" name="tx976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3" name="tx976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4" name="tx976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5" name="tx976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6" name="tx976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7" name="tx976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8" name="tx976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9" name="tx976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0" name="tx977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1" name="tx977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2" name="tx977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3" name="tx977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4" name="tx977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5" name="tx977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6" name="tx977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7" name="tx977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8" name="tx977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9" name="tx977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0" name="tx978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1" name="tx978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2" name="tx978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3" name="tx978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4" name="tx978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5" name="tx978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6" name="tx978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7" name="tx978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8" name="tx978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9" name="tx978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0" name="tx979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1" name="tx979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2" name="tx979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3" name="tx979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4" name="tx979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5" name="tx979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6" name="tx979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7" name="tx979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8" name="tx979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9" name="tx979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0" name="tx980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1" name="tx980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2" name="tx980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3" name="tx980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4" name="tx980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5" name="tx980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6" name="tx980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7" name="tx980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8" name="tx980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9" name="tx980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0" name="tx981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1" name="tx981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2" name="tx981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3" name="tx981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4" name="tx981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5" name="tx981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6" name="tx981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7" name="tx981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8" name="tx981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9" name="tx981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0" name="tx982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1" name="tx982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2" name="tx982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3" name="tx982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4" name="tx982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5" name="tx982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6" name="tx982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7" name="tx982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8" name="tx982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9" name="tx982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0" name="tx983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1" name="tx983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2" name="tx983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3" name="tx983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4" name="tx983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5" name="tx983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6" name="tx983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7" name="tx983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8" name="tx983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9" name="tx983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0" name="tx984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1" name="tx984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2" name="tx984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3" name="tx984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4" name="tx984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5" name="tx984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6" name="tx984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7" name="tx984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8" name="tx984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9" name="tx984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0" name="tx985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1" name="tx985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2" name="tx985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3" name="tx985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4" name="tx985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5" name="tx985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6" name="tx985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7" name="tx985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8" name="tx985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9" name="tx985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0" name="tx986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1" name="tx986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2" name="tx986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3" name="tx986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4" name="tx986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5" name="tx986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6" name="tx986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7" name="tx986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8" name="tx986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9" name="tx986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0" name="tx987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1" name="tx987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2" name="tx987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3" name="tx987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4" name="tx987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5" name="tx987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6" name="tx987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7" name="tx987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8" name="tx987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9" name="tx987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0" name="tx988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1" name="tx988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2" name="tx988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3" name="tx988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4" name="tx988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5" name="tx988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6" name="tx988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7" name="tx988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8" name="tx988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9" name="tx988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0" name="tx989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1" name="tx989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2" name="tx989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3" name="tx989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4" name="tx989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5" name="tx989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6" name="tx989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7" name="tx989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8" name="tx989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9" name="tx989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0" name="tx990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1" name="tx990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2" name="tx990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3" name="tx990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4" name="tx990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5" name="tx990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6" name="tx990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7" name="tx990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8" name="tx990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9" name="tx990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0" name="tx991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1" name="tx991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2" name="tx991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3" name="tx991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4" name="tx991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5" name="tx991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6" name="tx991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7" name="tx991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8" name="tx991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9" name="tx991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0" name="tx992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1" name="tx992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2" name="tx992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3" name="tx992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4" name="tx992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5" name="tx992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6" name="tx992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7" name="tx992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8" name="tx992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9" name="tx992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0" name="tx993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1" name="tx993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2" name="tx993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3" name="tx993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4" name="tx993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5" name="tx993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6" name="tx993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7" name="tx993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8" name="tx993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9" name="tx993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0" name="tx994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1" name="tx994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2" name="tx994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3" name="tx994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4" name="tx994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5" name="tx994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6" name="tx994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7" name="tx994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8" name="tx994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9" name="tx994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0" name="tx995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1" name="tx995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2" name="tx995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3" name="tx995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4" name="tx995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5" name="tx995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6" name="tx995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7" name="tx995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8" name="tx995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9" name="tx995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0" name="tx996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1" name="tx996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2" name="tx996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3" name="tx996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4" name="tx996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5" name="tx996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6" name="tx996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7" name="tx996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8" name="tx996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9" name="tx996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0" name="tx997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1" name="tx997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2" name="tx997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3" name="tx997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4" name="tx997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5" name="tx997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6" name="tx997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7" name="tx997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8" name="tx997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9" name="tx997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0" name="tx998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1" name="tx998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2" name="tx998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3" name="tx998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4" name="tx998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5" name="tx998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6" name="tx998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7" name="tx998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8" name="tx998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9" name="tx998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0" name="tx999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1" name="tx999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2" name="tx999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3" name="tx999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4" name="tx999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5" name="tx999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6" name="tx999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7" name="tx999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8" name="tx999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9" name="tx999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0" name="tx1000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1" name="tx1000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2" name="tx1000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3" name="tx1000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4" name="tx1000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5" name="tx1000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6" name="tx1000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7" name="tx1000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8" name="tx1000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9" name="tx1000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0" name="tx1001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1" name="tx1001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2" name="tx1001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3" name="tx1001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4" name="tx1001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5" name="tx1001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6" name="tx1001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7" name="tx1001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8" name="tx1001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9" name="tx1001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0" name="tx1002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1" name="tx1002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2" name="tx1002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3" name="tx1002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4" name="tx1002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5" name="tx1002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6" name="tx1002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7" name="tx1002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8" name="tx1002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9" name="tx1002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0" name="tx1003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1" name="tx1003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2" name="tx1003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3" name="tx1003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4" name="tx1003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5" name="tx1003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6" name="tx1003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7" name="tx1003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8" name="tx1003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9" name="tx1003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0" name="tx1004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1" name="tx1004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2" name="tx1004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3" name="tx1004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4" name="tx1004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5" name="tx1004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6" name="tx1004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7" name="tx1004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8" name="tx1004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9" name="tx1004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0" name="tx1005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1" name="tx1005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2" name="tx1005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3" name="tx1005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4" name="tx1005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5" name="tx1005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6" name="tx1005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7" name="tx1005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8" name="tx1005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9" name="tx1005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0" name="tx1006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1" name="tx1006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2" name="tx1006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3" name="tx1006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4" name="tx1006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5" name="tx1006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6" name="tx1006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7" name="tx1006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8" name="tx1006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9" name="tx1006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0" name="tx1007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1" name="tx1007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2" name="tx1007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3" name="tx1007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4" name="tx1007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5" name="tx1007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6" name="tx1007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7" name="tx1007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8" name="tx1007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9" name="tx1007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0" name="tx1008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1" name="tx1008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2" name="tx1008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3" name="tx1008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4" name="tx1008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5" name="tx1008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6" name="tx1008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7" name="tx1008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8" name="tx1008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9" name="tx1008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0" name="tx1009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1" name="tx1009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2" name="tx1009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3" name="tx1009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4" name="tx1009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5" name="tx10095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6" name="tx10096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7" name="tx10097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8" name="tx10098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9" name="tx10099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0" name="tx10100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1" name="tx10101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2" name="tx10102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3" name="tx10103"/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4" name="tx10104"/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5" name="rc10105"/>
              <p:cNvSpPr/>
              <p:nvPr/>
            </p:nvSpPr>
            <p:spPr>
              <a:xfrm>
                <a:off x="2485887" y="1464512"/>
                <a:ext cx="2492223" cy="2705747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6" name="tx10106"/>
              <p:cNvSpPr/>
              <p:nvPr/>
            </p:nvSpPr>
            <p:spPr>
              <a:xfrm>
                <a:off x="2173534" y="40065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10107" name="tx10107"/>
              <p:cNvSpPr/>
              <p:nvPr/>
            </p:nvSpPr>
            <p:spPr>
              <a:xfrm>
                <a:off x="2297892" y="39881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08" name="tx10108"/>
              <p:cNvSpPr/>
              <p:nvPr/>
            </p:nvSpPr>
            <p:spPr>
              <a:xfrm>
                <a:off x="2342607" y="40065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09" name="tx10109"/>
              <p:cNvSpPr/>
              <p:nvPr/>
            </p:nvSpPr>
            <p:spPr>
              <a:xfrm>
                <a:off x="2173534" y="36551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10110" name="tx10110"/>
              <p:cNvSpPr/>
              <p:nvPr/>
            </p:nvSpPr>
            <p:spPr>
              <a:xfrm>
                <a:off x="2297892" y="36367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1" name="tx10111"/>
              <p:cNvSpPr/>
              <p:nvPr/>
            </p:nvSpPr>
            <p:spPr>
              <a:xfrm>
                <a:off x="2342607" y="36551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2" name="tx10112"/>
              <p:cNvSpPr/>
              <p:nvPr/>
            </p:nvSpPr>
            <p:spPr>
              <a:xfrm>
                <a:off x="2173534" y="330397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10113" name="tx10113"/>
              <p:cNvSpPr/>
              <p:nvPr/>
            </p:nvSpPr>
            <p:spPr>
              <a:xfrm>
                <a:off x="2297892" y="3285501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4" name="tx10114"/>
              <p:cNvSpPr/>
              <p:nvPr/>
            </p:nvSpPr>
            <p:spPr>
              <a:xfrm>
                <a:off x="2342607" y="330397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5" name="tx10115"/>
              <p:cNvSpPr/>
              <p:nvPr/>
            </p:nvSpPr>
            <p:spPr>
              <a:xfrm>
                <a:off x="2173534" y="29523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10116" name="tx10116"/>
              <p:cNvSpPr/>
              <p:nvPr/>
            </p:nvSpPr>
            <p:spPr>
              <a:xfrm>
                <a:off x="2297892" y="29339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7" name="tx10117"/>
              <p:cNvSpPr/>
              <p:nvPr/>
            </p:nvSpPr>
            <p:spPr>
              <a:xfrm>
                <a:off x="2342607" y="29523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8" name="tx10118"/>
              <p:cNvSpPr/>
              <p:nvPr/>
            </p:nvSpPr>
            <p:spPr>
              <a:xfrm>
                <a:off x="2173534" y="26011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10119" name="tx10119"/>
              <p:cNvSpPr/>
              <p:nvPr/>
            </p:nvSpPr>
            <p:spPr>
              <a:xfrm>
                <a:off x="2297892" y="25827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0" name="tx10120"/>
              <p:cNvSpPr/>
              <p:nvPr/>
            </p:nvSpPr>
            <p:spPr>
              <a:xfrm>
                <a:off x="2342607" y="26011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1" name="tx10121"/>
              <p:cNvSpPr/>
              <p:nvPr/>
            </p:nvSpPr>
            <p:spPr>
              <a:xfrm>
                <a:off x="2173534" y="22497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10122" name="tx10122"/>
              <p:cNvSpPr/>
              <p:nvPr/>
            </p:nvSpPr>
            <p:spPr>
              <a:xfrm>
                <a:off x="2297892" y="22313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3" name="tx10123"/>
              <p:cNvSpPr/>
              <p:nvPr/>
            </p:nvSpPr>
            <p:spPr>
              <a:xfrm>
                <a:off x="2342607" y="22497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4" name="tx10124"/>
              <p:cNvSpPr/>
              <p:nvPr/>
            </p:nvSpPr>
            <p:spPr>
              <a:xfrm>
                <a:off x="2173534" y="1898388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10125" name="tx10125"/>
              <p:cNvSpPr/>
              <p:nvPr/>
            </p:nvSpPr>
            <p:spPr>
              <a:xfrm>
                <a:off x="2297892" y="187991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6" name="tx10126"/>
              <p:cNvSpPr/>
              <p:nvPr/>
            </p:nvSpPr>
            <p:spPr>
              <a:xfrm>
                <a:off x="2342607" y="1898388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7" name="tx10127"/>
              <p:cNvSpPr/>
              <p:nvPr/>
            </p:nvSpPr>
            <p:spPr>
              <a:xfrm>
                <a:off x="2173534" y="15469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10128" name="tx10128"/>
              <p:cNvSpPr/>
              <p:nvPr/>
            </p:nvSpPr>
            <p:spPr>
              <a:xfrm>
                <a:off x="2297892" y="15285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9" name="tx10129"/>
              <p:cNvSpPr/>
              <p:nvPr/>
            </p:nvSpPr>
            <p:spPr>
              <a:xfrm>
                <a:off x="2342607" y="15469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30" name="pl10130"/>
              <p:cNvSpPr/>
              <p:nvPr/>
            </p:nvSpPr>
            <p:spPr>
              <a:xfrm>
                <a:off x="2451092" y="404727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1" name="pl10131"/>
              <p:cNvSpPr/>
              <p:nvPr/>
            </p:nvSpPr>
            <p:spPr>
              <a:xfrm>
                <a:off x="2451092" y="369587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2" name="pl10132"/>
              <p:cNvSpPr/>
              <p:nvPr/>
            </p:nvSpPr>
            <p:spPr>
              <a:xfrm>
                <a:off x="2451092" y="3344479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3" name="pl10133"/>
              <p:cNvSpPr/>
              <p:nvPr/>
            </p:nvSpPr>
            <p:spPr>
              <a:xfrm>
                <a:off x="2451092" y="299308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4" name="pl10134"/>
              <p:cNvSpPr/>
              <p:nvPr/>
            </p:nvSpPr>
            <p:spPr>
              <a:xfrm>
                <a:off x="2451092" y="2641688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5" name="pl10135"/>
              <p:cNvSpPr/>
              <p:nvPr/>
            </p:nvSpPr>
            <p:spPr>
              <a:xfrm>
                <a:off x="2451092" y="229029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6" name="pl10136"/>
              <p:cNvSpPr/>
              <p:nvPr/>
            </p:nvSpPr>
            <p:spPr>
              <a:xfrm>
                <a:off x="2451092" y="1938896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7" name="pl10137"/>
              <p:cNvSpPr/>
              <p:nvPr/>
            </p:nvSpPr>
            <p:spPr>
              <a:xfrm>
                <a:off x="2451092" y="158750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8" name="pl10138"/>
              <p:cNvSpPr/>
              <p:nvPr/>
            </p:nvSpPr>
            <p:spPr>
              <a:xfrm>
                <a:off x="2599170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9" name="pl10139"/>
              <p:cNvSpPr/>
              <p:nvPr/>
            </p:nvSpPr>
            <p:spPr>
              <a:xfrm>
                <a:off x="297677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0" name="pl10140"/>
              <p:cNvSpPr/>
              <p:nvPr/>
            </p:nvSpPr>
            <p:spPr>
              <a:xfrm>
                <a:off x="335438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1" name="pl10141"/>
              <p:cNvSpPr/>
              <p:nvPr/>
            </p:nvSpPr>
            <p:spPr>
              <a:xfrm>
                <a:off x="373199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2" name="pl10142"/>
              <p:cNvSpPr/>
              <p:nvPr/>
            </p:nvSpPr>
            <p:spPr>
              <a:xfrm>
                <a:off x="410960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3" name="pl10143"/>
              <p:cNvSpPr/>
              <p:nvPr/>
            </p:nvSpPr>
            <p:spPr>
              <a:xfrm>
                <a:off x="448721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4" name="pl10144"/>
              <p:cNvSpPr/>
              <p:nvPr/>
            </p:nvSpPr>
            <p:spPr>
              <a:xfrm>
                <a:off x="4864827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5" name="tx10145"/>
              <p:cNvSpPr/>
              <p:nvPr/>
            </p:nvSpPr>
            <p:spPr>
              <a:xfrm>
                <a:off x="2492916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10146" name="tx10146"/>
              <p:cNvSpPr/>
              <p:nvPr/>
            </p:nvSpPr>
            <p:spPr>
              <a:xfrm>
                <a:off x="258618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7" name="tx10147"/>
              <p:cNvSpPr/>
              <p:nvPr/>
            </p:nvSpPr>
            <p:spPr>
              <a:xfrm>
                <a:off x="263089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48" name="tx10148"/>
              <p:cNvSpPr/>
              <p:nvPr/>
            </p:nvSpPr>
            <p:spPr>
              <a:xfrm>
                <a:off x="2854981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10149" name="tx10149"/>
              <p:cNvSpPr/>
              <p:nvPr/>
            </p:nvSpPr>
            <p:spPr>
              <a:xfrm>
                <a:off x="2979340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0" name="tx10150"/>
              <p:cNvSpPr/>
              <p:nvPr/>
            </p:nvSpPr>
            <p:spPr>
              <a:xfrm>
                <a:off x="3024054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1" name="tx10151"/>
              <p:cNvSpPr/>
              <p:nvPr/>
            </p:nvSpPr>
            <p:spPr>
              <a:xfrm>
                <a:off x="3232591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10152" name="tx10152"/>
              <p:cNvSpPr/>
              <p:nvPr/>
            </p:nvSpPr>
            <p:spPr>
              <a:xfrm>
                <a:off x="3356949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3" name="tx10153"/>
              <p:cNvSpPr/>
              <p:nvPr/>
            </p:nvSpPr>
            <p:spPr>
              <a:xfrm>
                <a:off x="340166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4" name="tx10154"/>
              <p:cNvSpPr/>
              <p:nvPr/>
            </p:nvSpPr>
            <p:spPr>
              <a:xfrm>
                <a:off x="361020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10155" name="tx10155"/>
              <p:cNvSpPr/>
              <p:nvPr/>
            </p:nvSpPr>
            <p:spPr>
              <a:xfrm>
                <a:off x="3734559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6" name="tx10156"/>
              <p:cNvSpPr/>
              <p:nvPr/>
            </p:nvSpPr>
            <p:spPr>
              <a:xfrm>
                <a:off x="377927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7" name="tx10157"/>
              <p:cNvSpPr/>
              <p:nvPr/>
            </p:nvSpPr>
            <p:spPr>
              <a:xfrm>
                <a:off x="398781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10158" name="tx10158"/>
              <p:cNvSpPr/>
              <p:nvPr/>
            </p:nvSpPr>
            <p:spPr>
              <a:xfrm>
                <a:off x="411216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9" name="tx10159"/>
              <p:cNvSpPr/>
              <p:nvPr/>
            </p:nvSpPr>
            <p:spPr>
              <a:xfrm>
                <a:off x="415688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0" name="tx10160"/>
              <p:cNvSpPr/>
              <p:nvPr/>
            </p:nvSpPr>
            <p:spPr>
              <a:xfrm>
                <a:off x="436542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10161" name="tx10161"/>
              <p:cNvSpPr/>
              <p:nvPr/>
            </p:nvSpPr>
            <p:spPr>
              <a:xfrm>
                <a:off x="448977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2" name="tx10162"/>
              <p:cNvSpPr/>
              <p:nvPr/>
            </p:nvSpPr>
            <p:spPr>
              <a:xfrm>
                <a:off x="4534492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3" name="tx10163"/>
              <p:cNvSpPr/>
              <p:nvPr/>
            </p:nvSpPr>
            <p:spPr>
              <a:xfrm>
                <a:off x="4743029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10164" name="tx10164"/>
              <p:cNvSpPr/>
              <p:nvPr/>
            </p:nvSpPr>
            <p:spPr>
              <a:xfrm>
                <a:off x="486738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5" name="tx10165"/>
              <p:cNvSpPr/>
              <p:nvPr/>
            </p:nvSpPr>
            <p:spPr>
              <a:xfrm>
                <a:off x="4912102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6" name="tx10166"/>
              <p:cNvSpPr/>
              <p:nvPr/>
            </p:nvSpPr>
            <p:spPr>
              <a:xfrm>
                <a:off x="3425034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10167" name="tx10167"/>
              <p:cNvSpPr/>
              <p:nvPr/>
            </p:nvSpPr>
            <p:spPr>
              <a:xfrm rot="-5400000">
                <a:off x="1810607" y="2767368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10168" name="rc10168"/>
              <p:cNvSpPr/>
              <p:nvPr/>
            </p:nvSpPr>
            <p:spPr>
              <a:xfrm>
                <a:off x="5117288" y="2099623"/>
                <a:ext cx="645850" cy="1435526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9" name="tx10169"/>
              <p:cNvSpPr/>
              <p:nvPr/>
            </p:nvSpPr>
            <p:spPr>
              <a:xfrm>
                <a:off x="5186877" y="2183934"/>
                <a:ext cx="496884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Survival</a:t>
                </a:r>
              </a:p>
            </p:txBody>
          </p:sp>
          <p:pic>
            <p:nvPicPr>
              <p:cNvPr id="10170" name="pic10170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86877" y="2368280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10171" name="pl10171"/>
              <p:cNvSpPr/>
              <p:nvPr/>
            </p:nvSpPr>
            <p:spPr>
              <a:xfrm>
                <a:off x="5362442" y="34637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2" name="pl10172"/>
              <p:cNvSpPr/>
              <p:nvPr/>
            </p:nvSpPr>
            <p:spPr>
              <a:xfrm>
                <a:off x="5362442" y="31903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3" name="pl10173"/>
              <p:cNvSpPr/>
              <p:nvPr/>
            </p:nvSpPr>
            <p:spPr>
              <a:xfrm>
                <a:off x="5362442" y="2916920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4" name="pl10174"/>
              <p:cNvSpPr/>
              <p:nvPr/>
            </p:nvSpPr>
            <p:spPr>
              <a:xfrm>
                <a:off x="5362442" y="26435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5" name="pl10175"/>
              <p:cNvSpPr/>
              <p:nvPr/>
            </p:nvSpPr>
            <p:spPr>
              <a:xfrm>
                <a:off x="5362442" y="237010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6" name="pl10176"/>
              <p:cNvSpPr/>
              <p:nvPr/>
            </p:nvSpPr>
            <p:spPr>
              <a:xfrm>
                <a:off x="5186877" y="34637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7" name="pl10177"/>
              <p:cNvSpPr/>
              <p:nvPr/>
            </p:nvSpPr>
            <p:spPr>
              <a:xfrm>
                <a:off x="5186877" y="31903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8" name="pl10178"/>
              <p:cNvSpPr/>
              <p:nvPr/>
            </p:nvSpPr>
            <p:spPr>
              <a:xfrm>
                <a:off x="5186877" y="2916920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9" name="pl10179"/>
              <p:cNvSpPr/>
              <p:nvPr/>
            </p:nvSpPr>
            <p:spPr>
              <a:xfrm>
                <a:off x="5186877" y="26435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0" name="pl10180"/>
              <p:cNvSpPr/>
              <p:nvPr/>
            </p:nvSpPr>
            <p:spPr>
              <a:xfrm>
                <a:off x="5186877" y="237010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1" name="tx10181"/>
              <p:cNvSpPr/>
              <p:nvPr/>
            </p:nvSpPr>
            <p:spPr>
              <a:xfrm>
                <a:off x="5475922" y="3423726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0.00</a:t>
                </a:r>
              </a:p>
            </p:txBody>
          </p:sp>
          <p:sp>
            <p:nvSpPr>
              <p:cNvPr id="10182" name="tx10182"/>
              <p:cNvSpPr/>
              <p:nvPr/>
            </p:nvSpPr>
            <p:spPr>
              <a:xfrm>
                <a:off x="5475922" y="3150320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0.25</a:t>
                </a:r>
              </a:p>
            </p:txBody>
          </p:sp>
          <p:sp>
            <p:nvSpPr>
              <p:cNvPr id="10183" name="tx10183"/>
              <p:cNvSpPr/>
              <p:nvPr/>
            </p:nvSpPr>
            <p:spPr>
              <a:xfrm>
                <a:off x="5475922" y="2876915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0.50</a:t>
                </a:r>
              </a:p>
            </p:txBody>
          </p:sp>
          <p:sp>
            <p:nvSpPr>
              <p:cNvPr id="10184" name="tx10184"/>
              <p:cNvSpPr/>
              <p:nvPr/>
            </p:nvSpPr>
            <p:spPr>
              <a:xfrm>
                <a:off x="5475922" y="2603509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0.75</a:t>
                </a:r>
              </a:p>
            </p:txBody>
          </p:sp>
          <p:sp>
            <p:nvSpPr>
              <p:cNvPr id="10185" name="tx10185"/>
              <p:cNvSpPr/>
              <p:nvPr/>
            </p:nvSpPr>
            <p:spPr>
              <a:xfrm>
                <a:off x="5475922" y="2330104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1.00</a:t>
                </a:r>
              </a:p>
            </p:txBody>
          </p:sp>
          <p:sp>
            <p:nvSpPr>
              <p:cNvPr id="10186" name="tx10186"/>
              <p:cNvSpPr/>
              <p:nvPr/>
            </p:nvSpPr>
            <p:spPr>
              <a:xfrm>
                <a:off x="2485887" y="1265444"/>
                <a:ext cx="1071859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Future Treatment</a:t>
                </a:r>
              </a:p>
            </p:txBody>
          </p:sp>
          <p:sp>
            <p:nvSpPr>
              <p:cNvPr id="10187" name="tx10187"/>
              <p:cNvSpPr/>
              <p:nvPr/>
            </p:nvSpPr>
            <p:spPr>
              <a:xfrm>
                <a:off x="2485887" y="983989"/>
                <a:ext cx="2121590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(B) Absolute Survival</a:t>
                </a:r>
              </a:p>
            </p:txBody>
          </p:sp>
        </p:grpSp>
        <p:sp>
          <p:nvSpPr>
            <p:cNvPr id="10188" name="pg9121">
              <a:extLst>
                <a:ext uri="{FF2B5EF4-FFF2-40B4-BE49-F238E27FC236}">
                  <a16:creationId xmlns:a16="http://schemas.microsoft.com/office/drawing/2014/main" id="{E57C517D-204B-7475-0376-672F991A4308}"/>
                </a:ext>
              </a:extLst>
            </p:cNvPr>
            <p:cNvSpPr/>
            <p:nvPr/>
          </p:nvSpPr>
          <p:spPr>
            <a:xfrm>
              <a:off x="3187577" y="2117420"/>
              <a:ext cx="253563" cy="156088"/>
            </a:xfrm>
            <a:custGeom>
              <a:avLst/>
              <a:gdLst/>
              <a:ahLst/>
              <a:cxnLst/>
              <a:rect l="0" t="0" r="0" b="0"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9" name="tx9122">
              <a:extLst>
                <a:ext uri="{FF2B5EF4-FFF2-40B4-BE49-F238E27FC236}">
                  <a16:creationId xmlns:a16="http://schemas.microsoft.com/office/drawing/2014/main" id="{8CC5DAF4-2669-30AF-05B4-AEFD5A95A736}"/>
                </a:ext>
              </a:extLst>
            </p:cNvPr>
            <p:cNvSpPr/>
            <p:nvPr/>
          </p:nvSpPr>
          <p:spPr>
            <a:xfrm>
              <a:off x="3233297" y="2163140"/>
              <a:ext cx="162123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91" name="Group 10190">
            <a:extLst>
              <a:ext uri="{FF2B5EF4-FFF2-40B4-BE49-F238E27FC236}">
                <a16:creationId xmlns:a16="http://schemas.microsoft.com/office/drawing/2014/main" id="{7B9D6068-8F48-4CEC-8108-7060F3CB8528}"/>
              </a:ext>
            </a:extLst>
          </p:cNvPr>
          <p:cNvGrpSpPr/>
          <p:nvPr/>
        </p:nvGrpSpPr>
        <p:grpSpPr>
          <a:xfrm>
            <a:off x="3243908" y="674360"/>
            <a:ext cx="4131427" cy="3897640"/>
            <a:chOff x="1719908" y="674360"/>
            <a:chExt cx="4131427" cy="3897640"/>
          </a:xfrm>
        </p:grpSpPr>
        <p:grpSp>
          <p:nvGrpSpPr>
            <p:cNvPr id="2" name="Group 1"/>
            <p:cNvGrpSpPr/>
            <p:nvPr/>
          </p:nvGrpSpPr>
          <p:grpSpPr>
            <a:xfrm>
              <a:off x="1719908" y="674360"/>
              <a:ext cx="4131427" cy="3897640"/>
              <a:chOff x="1719908" y="674360"/>
              <a:chExt cx="4131427" cy="3897640"/>
            </a:xfrm>
          </p:grpSpPr>
          <p:sp>
            <p:nvSpPr>
              <p:cNvPr id="4" name="rc4"/>
              <p:cNvSpPr/>
              <p:nvPr/>
            </p:nvSpPr>
            <p:spPr>
              <a:xfrm>
                <a:off x="1921063" y="914400"/>
                <a:ext cx="3930272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/>
              <p:cNvSpPr/>
              <p:nvPr/>
            </p:nvSpPr>
            <p:spPr>
              <a:xfrm>
                <a:off x="2467279" y="1464512"/>
                <a:ext cx="2492223" cy="2705747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/>
              <p:cNvSpPr/>
              <p:nvPr/>
            </p:nvSpPr>
            <p:spPr>
              <a:xfrm>
                <a:off x="2580562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/>
              <p:cNvSpPr/>
              <p:nvPr/>
            </p:nvSpPr>
            <p:spPr>
              <a:xfrm>
                <a:off x="2958171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/>
              <p:cNvSpPr/>
              <p:nvPr/>
            </p:nvSpPr>
            <p:spPr>
              <a:xfrm>
                <a:off x="3335781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/>
              <p:cNvSpPr/>
              <p:nvPr/>
            </p:nvSpPr>
            <p:spPr>
              <a:xfrm>
                <a:off x="3713390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/>
              <p:cNvSpPr/>
              <p:nvPr/>
            </p:nvSpPr>
            <p:spPr>
              <a:xfrm>
                <a:off x="4091000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/>
              <p:cNvSpPr/>
              <p:nvPr/>
            </p:nvSpPr>
            <p:spPr>
              <a:xfrm>
                <a:off x="4468610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/>
              <p:cNvSpPr/>
              <p:nvPr/>
            </p:nvSpPr>
            <p:spPr>
              <a:xfrm>
                <a:off x="4846219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/>
              <p:cNvSpPr/>
              <p:nvPr/>
            </p:nvSpPr>
            <p:spPr>
              <a:xfrm>
                <a:off x="2467279" y="404727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/>
              <p:cNvSpPr/>
              <p:nvPr/>
            </p:nvSpPr>
            <p:spPr>
              <a:xfrm>
                <a:off x="2467279" y="3695875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/>
              <p:cNvSpPr/>
              <p:nvPr/>
            </p:nvSpPr>
            <p:spPr>
              <a:xfrm>
                <a:off x="2467279" y="3344479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/>
              <p:cNvSpPr/>
              <p:nvPr/>
            </p:nvSpPr>
            <p:spPr>
              <a:xfrm>
                <a:off x="2467279" y="2993084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/>
              <p:cNvSpPr/>
              <p:nvPr/>
            </p:nvSpPr>
            <p:spPr>
              <a:xfrm>
                <a:off x="2467279" y="2641688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/>
              <p:cNvSpPr/>
              <p:nvPr/>
            </p:nvSpPr>
            <p:spPr>
              <a:xfrm>
                <a:off x="2467279" y="2290292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l19"/>
              <p:cNvSpPr/>
              <p:nvPr/>
            </p:nvSpPr>
            <p:spPr>
              <a:xfrm>
                <a:off x="2467279" y="1938896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l20"/>
              <p:cNvSpPr/>
              <p:nvPr/>
            </p:nvSpPr>
            <p:spPr>
              <a:xfrm>
                <a:off x="2467279" y="158750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h21"/>
              <p:cNvSpPr/>
              <p:nvPr/>
            </p:nvSpPr>
            <p:spPr>
              <a:xfrm>
                <a:off x="2600766" y="2853013"/>
                <a:ext cx="914400" cy="91477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76">
                    <a:moveTo>
                      <a:pt x="914400" y="914400"/>
                    </a:moveTo>
                    <a:lnTo>
                      <a:pt x="914400" y="914776"/>
                    </a:lnTo>
                    <a:lnTo>
                      <a:pt x="913595" y="914554"/>
                    </a:lnTo>
                    <a:lnTo>
                      <a:pt x="913038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h22"/>
              <p:cNvSpPr/>
              <p:nvPr/>
            </p:nvSpPr>
            <p:spPr>
              <a:xfrm>
                <a:off x="2600766" y="2853013"/>
                <a:ext cx="923840" cy="9173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3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22" y="917386"/>
                    </a:lnTo>
                    <a:lnTo>
                      <a:pt x="922544" y="917032"/>
                    </a:lnTo>
                    <a:lnTo>
                      <a:pt x="921266" y="916677"/>
                    </a:lnTo>
                    <a:lnTo>
                      <a:pt x="919987" y="916323"/>
                    </a:lnTo>
                    <a:lnTo>
                      <a:pt x="918709" y="915969"/>
                    </a:lnTo>
                    <a:lnTo>
                      <a:pt x="917431" y="915615"/>
                    </a:lnTo>
                    <a:lnTo>
                      <a:pt x="916152" y="915261"/>
                    </a:lnTo>
                    <a:lnTo>
                      <a:pt x="914873" y="914907"/>
                    </a:lnTo>
                    <a:lnTo>
                      <a:pt x="914400" y="914776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h23"/>
              <p:cNvSpPr/>
              <p:nvPr/>
            </p:nvSpPr>
            <p:spPr>
              <a:xfrm>
                <a:off x="2610206" y="2853013"/>
                <a:ext cx="923840" cy="920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01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0015"/>
                    </a:lnTo>
                    <a:lnTo>
                      <a:pt x="923327" y="919872"/>
                    </a:lnTo>
                    <a:lnTo>
                      <a:pt x="922049" y="919516"/>
                    </a:lnTo>
                    <a:lnTo>
                      <a:pt x="920771" y="919161"/>
                    </a:lnTo>
                    <a:lnTo>
                      <a:pt x="919494" y="918806"/>
                    </a:lnTo>
                    <a:lnTo>
                      <a:pt x="918216" y="918451"/>
                    </a:lnTo>
                    <a:lnTo>
                      <a:pt x="916938" y="918096"/>
                    </a:lnTo>
                    <a:lnTo>
                      <a:pt x="915660" y="917741"/>
                    </a:lnTo>
                    <a:lnTo>
                      <a:pt x="914399" y="917391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h24"/>
              <p:cNvSpPr/>
              <p:nvPr/>
            </p:nvSpPr>
            <p:spPr>
              <a:xfrm>
                <a:off x="2619646" y="2853013"/>
                <a:ext cx="923840" cy="92264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64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646"/>
                    </a:lnTo>
                    <a:lnTo>
                      <a:pt x="922829" y="922364"/>
                    </a:lnTo>
                    <a:lnTo>
                      <a:pt x="921551" y="922007"/>
                    </a:lnTo>
                    <a:lnTo>
                      <a:pt x="920274" y="921651"/>
                    </a:lnTo>
                    <a:lnTo>
                      <a:pt x="918997" y="921295"/>
                    </a:lnTo>
                    <a:lnTo>
                      <a:pt x="917719" y="920939"/>
                    </a:lnTo>
                    <a:lnTo>
                      <a:pt x="916442" y="920583"/>
                    </a:lnTo>
                    <a:lnTo>
                      <a:pt x="915164" y="920227"/>
                    </a:lnTo>
                    <a:lnTo>
                      <a:pt x="914400" y="920015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h25"/>
              <p:cNvSpPr/>
              <p:nvPr/>
            </p:nvSpPr>
            <p:spPr>
              <a:xfrm>
                <a:off x="2629086" y="2853013"/>
                <a:ext cx="923840" cy="9252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2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286"/>
                    </a:lnTo>
                    <a:lnTo>
                      <a:pt x="923604" y="925220"/>
                    </a:lnTo>
                    <a:lnTo>
                      <a:pt x="922327" y="924862"/>
                    </a:lnTo>
                    <a:lnTo>
                      <a:pt x="921050" y="924505"/>
                    </a:lnTo>
                    <a:lnTo>
                      <a:pt x="919774" y="924148"/>
                    </a:lnTo>
                    <a:lnTo>
                      <a:pt x="918497" y="923791"/>
                    </a:lnTo>
                    <a:lnTo>
                      <a:pt x="917220" y="923434"/>
                    </a:lnTo>
                    <a:lnTo>
                      <a:pt x="915943" y="923077"/>
                    </a:lnTo>
                    <a:lnTo>
                      <a:pt x="914666" y="922720"/>
                    </a:lnTo>
                    <a:lnTo>
                      <a:pt x="914400" y="922646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h26"/>
              <p:cNvSpPr/>
              <p:nvPr/>
            </p:nvSpPr>
            <p:spPr>
              <a:xfrm>
                <a:off x="2638527" y="2853013"/>
                <a:ext cx="923840" cy="9279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9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934"/>
                    </a:lnTo>
                    <a:lnTo>
                      <a:pt x="923099" y="927726"/>
                    </a:lnTo>
                    <a:lnTo>
                      <a:pt x="921822" y="927367"/>
                    </a:lnTo>
                    <a:lnTo>
                      <a:pt x="920546" y="927009"/>
                    </a:lnTo>
                    <a:lnTo>
                      <a:pt x="919270" y="926651"/>
                    </a:lnTo>
                    <a:lnTo>
                      <a:pt x="917993" y="926293"/>
                    </a:lnTo>
                    <a:lnTo>
                      <a:pt x="916717" y="925935"/>
                    </a:lnTo>
                    <a:lnTo>
                      <a:pt x="915440" y="925577"/>
                    </a:lnTo>
                    <a:lnTo>
                      <a:pt x="914400" y="925286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h27"/>
              <p:cNvSpPr/>
              <p:nvPr/>
            </p:nvSpPr>
            <p:spPr>
              <a:xfrm>
                <a:off x="2647967" y="2853013"/>
                <a:ext cx="923840" cy="9304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1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413"/>
                    </a:lnTo>
                    <a:lnTo>
                      <a:pt x="920358" y="929609"/>
                    </a:lnTo>
                    <a:lnTo>
                      <a:pt x="920040" y="929520"/>
                    </a:lnTo>
                    <a:lnTo>
                      <a:pt x="918763" y="929160"/>
                    </a:lnTo>
                    <a:lnTo>
                      <a:pt x="917487" y="928801"/>
                    </a:lnTo>
                    <a:lnTo>
                      <a:pt x="916211" y="928443"/>
                    </a:lnTo>
                    <a:lnTo>
                      <a:pt x="914935" y="928084"/>
                    </a:lnTo>
                    <a:lnTo>
                      <a:pt x="914400" y="927934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h28"/>
              <p:cNvSpPr/>
              <p:nvPr/>
            </p:nvSpPr>
            <p:spPr>
              <a:xfrm>
                <a:off x="2657407" y="2853013"/>
                <a:ext cx="923840" cy="93180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0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809"/>
                    </a:lnTo>
                    <a:lnTo>
                      <a:pt x="922946" y="931782"/>
                    </a:lnTo>
                    <a:lnTo>
                      <a:pt x="916917" y="930994"/>
                    </a:lnTo>
                    <a:lnTo>
                      <a:pt x="914400" y="930413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h29"/>
              <p:cNvSpPr/>
              <p:nvPr/>
            </p:nvSpPr>
            <p:spPr>
              <a:xfrm>
                <a:off x="2666847" y="28530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76"/>
                    </a:lnTo>
                    <a:lnTo>
                      <a:pt x="919550" y="931969"/>
                    </a:lnTo>
                    <a:lnTo>
                      <a:pt x="914400" y="93180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h30"/>
              <p:cNvSpPr/>
              <p:nvPr/>
            </p:nvSpPr>
            <p:spPr>
              <a:xfrm>
                <a:off x="2676287" y="2853013"/>
                <a:ext cx="923840" cy="93167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7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096"/>
                    </a:lnTo>
                    <a:lnTo>
                      <a:pt x="922170" y="930545"/>
                    </a:lnTo>
                    <a:lnTo>
                      <a:pt x="916150" y="931557"/>
                    </a:lnTo>
                    <a:lnTo>
                      <a:pt x="914399" y="931676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h31"/>
              <p:cNvSpPr/>
              <p:nvPr/>
            </p:nvSpPr>
            <p:spPr>
              <a:xfrm>
                <a:off x="2685728" y="2853013"/>
                <a:ext cx="923840" cy="93009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09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299"/>
                    </a:lnTo>
                    <a:lnTo>
                      <a:pt x="922976" y="927575"/>
                    </a:lnTo>
                    <a:lnTo>
                      <a:pt x="921556" y="928029"/>
                    </a:lnTo>
                    <a:lnTo>
                      <a:pt x="920136" y="928482"/>
                    </a:lnTo>
                    <a:lnTo>
                      <a:pt x="918712" y="928937"/>
                    </a:lnTo>
                    <a:lnTo>
                      <a:pt x="914399" y="930096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h32"/>
              <p:cNvSpPr/>
              <p:nvPr/>
            </p:nvSpPr>
            <p:spPr>
              <a:xfrm>
                <a:off x="2695168" y="2853013"/>
                <a:ext cx="923840" cy="9272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29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290"/>
                    </a:lnTo>
                    <a:lnTo>
                      <a:pt x="923478" y="924405"/>
                    </a:lnTo>
                    <a:lnTo>
                      <a:pt x="922058" y="924857"/>
                    </a:lnTo>
                    <a:lnTo>
                      <a:pt x="920637" y="925310"/>
                    </a:lnTo>
                    <a:lnTo>
                      <a:pt x="919217" y="925763"/>
                    </a:lnTo>
                    <a:lnTo>
                      <a:pt x="917796" y="926215"/>
                    </a:lnTo>
                    <a:lnTo>
                      <a:pt x="916376" y="926668"/>
                    </a:lnTo>
                    <a:lnTo>
                      <a:pt x="914956" y="927122"/>
                    </a:lnTo>
                    <a:lnTo>
                      <a:pt x="914400" y="92729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h33"/>
              <p:cNvSpPr/>
              <p:nvPr/>
            </p:nvSpPr>
            <p:spPr>
              <a:xfrm>
                <a:off x="2704608" y="2853013"/>
                <a:ext cx="923840" cy="9242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29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1289"/>
                    </a:lnTo>
                    <a:lnTo>
                      <a:pt x="922564" y="921694"/>
                    </a:lnTo>
                    <a:lnTo>
                      <a:pt x="921143" y="922145"/>
                    </a:lnTo>
                    <a:lnTo>
                      <a:pt x="919722" y="922597"/>
                    </a:lnTo>
                    <a:lnTo>
                      <a:pt x="918301" y="923049"/>
                    </a:lnTo>
                    <a:lnTo>
                      <a:pt x="916880" y="923501"/>
                    </a:lnTo>
                    <a:lnTo>
                      <a:pt x="915459" y="923953"/>
                    </a:lnTo>
                    <a:lnTo>
                      <a:pt x="914399" y="924290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h34"/>
              <p:cNvSpPr/>
              <p:nvPr/>
            </p:nvSpPr>
            <p:spPr>
              <a:xfrm>
                <a:off x="2714048" y="2853013"/>
                <a:ext cx="923840" cy="9212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28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8297"/>
                    </a:lnTo>
                    <a:lnTo>
                      <a:pt x="923075" y="918539"/>
                    </a:lnTo>
                    <a:lnTo>
                      <a:pt x="921653" y="918989"/>
                    </a:lnTo>
                    <a:lnTo>
                      <a:pt x="920231" y="919439"/>
                    </a:lnTo>
                    <a:lnTo>
                      <a:pt x="918810" y="919890"/>
                    </a:lnTo>
                    <a:lnTo>
                      <a:pt x="917388" y="920341"/>
                    </a:lnTo>
                    <a:lnTo>
                      <a:pt x="915967" y="920792"/>
                    </a:lnTo>
                    <a:lnTo>
                      <a:pt x="914545" y="921243"/>
                    </a:lnTo>
                    <a:lnTo>
                      <a:pt x="914400" y="92128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h35"/>
              <p:cNvSpPr/>
              <p:nvPr/>
            </p:nvSpPr>
            <p:spPr>
              <a:xfrm>
                <a:off x="2723489" y="2853013"/>
                <a:ext cx="923840" cy="9182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313"/>
                    </a:lnTo>
                    <a:lnTo>
                      <a:pt x="923591" y="915391"/>
                    </a:lnTo>
                    <a:lnTo>
                      <a:pt x="922168" y="915841"/>
                    </a:lnTo>
                    <a:lnTo>
                      <a:pt x="920746" y="916290"/>
                    </a:lnTo>
                    <a:lnTo>
                      <a:pt x="919323" y="916739"/>
                    </a:lnTo>
                    <a:lnTo>
                      <a:pt x="917901" y="917189"/>
                    </a:lnTo>
                    <a:lnTo>
                      <a:pt x="916479" y="917639"/>
                    </a:lnTo>
                    <a:lnTo>
                      <a:pt x="915057" y="918089"/>
                    </a:lnTo>
                    <a:lnTo>
                      <a:pt x="914400" y="918297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h36"/>
              <p:cNvSpPr/>
              <p:nvPr/>
            </p:nvSpPr>
            <p:spPr>
              <a:xfrm>
                <a:off x="2732929" y="2853013"/>
                <a:ext cx="917295" cy="915313"/>
              </a:xfrm>
              <a:custGeom>
                <a:avLst/>
                <a:gdLst/>
                <a:ahLst/>
                <a:cxnLst/>
                <a:rect l="0" t="0" r="0" b="0"/>
                <a:pathLst>
                  <a:path w="917295" h="915313">
                    <a:moveTo>
                      <a:pt x="914400" y="914400"/>
                    </a:moveTo>
                    <a:lnTo>
                      <a:pt x="917295" y="914400"/>
                    </a:lnTo>
                    <a:lnTo>
                      <a:pt x="916996" y="914494"/>
                    </a:lnTo>
                    <a:lnTo>
                      <a:pt x="915573" y="914943"/>
                    </a:lnTo>
                    <a:lnTo>
                      <a:pt x="914400" y="915313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h37"/>
              <p:cNvSpPr/>
              <p:nvPr/>
            </p:nvSpPr>
            <p:spPr>
              <a:xfrm>
                <a:off x="2808451" y="2853013"/>
                <a:ext cx="914400" cy="91553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33">
                    <a:moveTo>
                      <a:pt x="914400" y="914400"/>
                    </a:moveTo>
                    <a:lnTo>
                      <a:pt x="914400" y="915533"/>
                    </a:lnTo>
                    <a:lnTo>
                      <a:pt x="911778" y="915324"/>
                    </a:lnTo>
                    <a:lnTo>
                      <a:pt x="906980" y="914400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h38"/>
              <p:cNvSpPr/>
              <p:nvPr/>
            </p:nvSpPr>
            <p:spPr>
              <a:xfrm>
                <a:off x="2808451" y="2853013"/>
                <a:ext cx="923840" cy="9158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8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698"/>
                    </a:lnTo>
                    <a:lnTo>
                      <a:pt x="918607" y="915869"/>
                    </a:lnTo>
                    <a:lnTo>
                      <a:pt x="914400" y="915533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h39"/>
              <p:cNvSpPr/>
              <p:nvPr/>
            </p:nvSpPr>
            <p:spPr>
              <a:xfrm>
                <a:off x="2817891" y="2853013"/>
                <a:ext cx="923840" cy="91569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69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51"/>
                    </a:lnTo>
                    <a:lnTo>
                      <a:pt x="922611" y="915060"/>
                    </a:lnTo>
                    <a:lnTo>
                      <a:pt x="920409" y="915255"/>
                    </a:lnTo>
                    <a:lnTo>
                      <a:pt x="918208" y="915450"/>
                    </a:lnTo>
                    <a:lnTo>
                      <a:pt x="916001" y="915646"/>
                    </a:lnTo>
                    <a:lnTo>
                      <a:pt x="914400" y="91569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h40"/>
              <p:cNvSpPr/>
              <p:nvPr/>
            </p:nvSpPr>
            <p:spPr>
              <a:xfrm>
                <a:off x="2827331" y="2853013"/>
                <a:ext cx="920667" cy="914951"/>
              </a:xfrm>
              <a:custGeom>
                <a:avLst/>
                <a:gdLst/>
                <a:ahLst/>
                <a:cxnLst/>
                <a:rect l="0" t="0" r="0" b="0"/>
                <a:pathLst>
                  <a:path w="920667" h="914951">
                    <a:moveTo>
                      <a:pt x="914400" y="914400"/>
                    </a:moveTo>
                    <a:lnTo>
                      <a:pt x="920667" y="914400"/>
                    </a:lnTo>
                    <a:lnTo>
                      <a:pt x="919776" y="914478"/>
                    </a:lnTo>
                    <a:lnTo>
                      <a:pt x="917574" y="914671"/>
                    </a:lnTo>
                    <a:lnTo>
                      <a:pt x="915372" y="914865"/>
                    </a:lnTo>
                    <a:lnTo>
                      <a:pt x="914400" y="914951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h41"/>
              <p:cNvSpPr/>
              <p:nvPr/>
            </p:nvSpPr>
            <p:spPr>
              <a:xfrm>
                <a:off x="2553564" y="2835444"/>
                <a:ext cx="914399" cy="916302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6302">
                    <a:moveTo>
                      <a:pt x="914399" y="914400"/>
                    </a:moveTo>
                    <a:lnTo>
                      <a:pt x="914399" y="916302"/>
                    </a:lnTo>
                    <a:lnTo>
                      <a:pt x="911402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h42"/>
              <p:cNvSpPr/>
              <p:nvPr/>
            </p:nvSpPr>
            <p:spPr>
              <a:xfrm>
                <a:off x="2553564" y="2835444"/>
                <a:ext cx="923840" cy="92117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17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1175"/>
                    </a:lnTo>
                    <a:lnTo>
                      <a:pt x="921386" y="920132"/>
                    </a:lnTo>
                    <a:lnTo>
                      <a:pt x="915703" y="917130"/>
                    </a:lnTo>
                    <a:lnTo>
                      <a:pt x="914399" y="916302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h43"/>
              <p:cNvSpPr/>
              <p:nvPr/>
            </p:nvSpPr>
            <p:spPr>
              <a:xfrm>
                <a:off x="2563005" y="2835444"/>
                <a:ext cx="923840" cy="92455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5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50"/>
                    </a:lnTo>
                    <a:lnTo>
                      <a:pt x="923526" y="924464"/>
                    </a:lnTo>
                    <a:lnTo>
                      <a:pt x="917706" y="922579"/>
                    </a:lnTo>
                    <a:lnTo>
                      <a:pt x="914400" y="921175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h44"/>
              <p:cNvSpPr/>
              <p:nvPr/>
            </p:nvSpPr>
            <p:spPr>
              <a:xfrm>
                <a:off x="2572445" y="2835444"/>
                <a:ext cx="923840" cy="9271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4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140"/>
                    </a:lnTo>
                    <a:lnTo>
                      <a:pt x="923048" y="926923"/>
                    </a:lnTo>
                    <a:lnTo>
                      <a:pt x="921769" y="926571"/>
                    </a:lnTo>
                    <a:lnTo>
                      <a:pt x="920489" y="926220"/>
                    </a:lnTo>
                    <a:lnTo>
                      <a:pt x="919209" y="925869"/>
                    </a:lnTo>
                    <a:lnTo>
                      <a:pt x="917929" y="925517"/>
                    </a:lnTo>
                    <a:lnTo>
                      <a:pt x="916649" y="925166"/>
                    </a:lnTo>
                    <a:lnTo>
                      <a:pt x="915369" y="924815"/>
                    </a:lnTo>
                    <a:lnTo>
                      <a:pt x="914399" y="92455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h45"/>
              <p:cNvSpPr/>
              <p:nvPr/>
            </p:nvSpPr>
            <p:spPr>
              <a:xfrm>
                <a:off x="2581885" y="2835444"/>
                <a:ext cx="923840" cy="92973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73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9739"/>
                    </a:lnTo>
                    <a:lnTo>
                      <a:pt x="923522" y="929651"/>
                    </a:lnTo>
                    <a:lnTo>
                      <a:pt x="923203" y="929563"/>
                    </a:lnTo>
                    <a:lnTo>
                      <a:pt x="923044" y="929512"/>
                    </a:lnTo>
                    <a:lnTo>
                      <a:pt x="922884" y="929476"/>
                    </a:lnTo>
                    <a:lnTo>
                      <a:pt x="922565" y="929388"/>
                    </a:lnTo>
                    <a:lnTo>
                      <a:pt x="921285" y="929035"/>
                    </a:lnTo>
                    <a:lnTo>
                      <a:pt x="920005" y="928682"/>
                    </a:lnTo>
                    <a:lnTo>
                      <a:pt x="918726" y="928330"/>
                    </a:lnTo>
                    <a:lnTo>
                      <a:pt x="917447" y="927978"/>
                    </a:lnTo>
                    <a:lnTo>
                      <a:pt x="916167" y="927626"/>
                    </a:lnTo>
                    <a:lnTo>
                      <a:pt x="914888" y="927274"/>
                    </a:lnTo>
                    <a:lnTo>
                      <a:pt x="914400" y="92714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h46"/>
              <p:cNvSpPr/>
              <p:nvPr/>
            </p:nvSpPr>
            <p:spPr>
              <a:xfrm>
                <a:off x="259132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78" y="931969"/>
                    </a:lnTo>
                    <a:lnTo>
                      <a:pt x="921756" y="931770"/>
                    </a:lnTo>
                    <a:lnTo>
                      <a:pt x="920478" y="931417"/>
                    </a:lnTo>
                    <a:lnTo>
                      <a:pt x="919199" y="931063"/>
                    </a:lnTo>
                    <a:lnTo>
                      <a:pt x="917920" y="930710"/>
                    </a:lnTo>
                    <a:lnTo>
                      <a:pt x="916641" y="930357"/>
                    </a:lnTo>
                    <a:lnTo>
                      <a:pt x="915362" y="930004"/>
                    </a:lnTo>
                    <a:lnTo>
                      <a:pt x="914399" y="92973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h47"/>
              <p:cNvSpPr/>
              <p:nvPr/>
            </p:nvSpPr>
            <p:spPr>
              <a:xfrm>
                <a:off x="260076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h48"/>
              <p:cNvSpPr/>
              <p:nvPr/>
            </p:nvSpPr>
            <p:spPr>
              <a:xfrm>
                <a:off x="261020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h49"/>
              <p:cNvSpPr/>
              <p:nvPr/>
            </p:nvSpPr>
            <p:spPr>
              <a:xfrm>
                <a:off x="261964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h50"/>
              <p:cNvSpPr/>
              <p:nvPr/>
            </p:nvSpPr>
            <p:spPr>
              <a:xfrm>
                <a:off x="262908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h51"/>
              <p:cNvSpPr/>
              <p:nvPr/>
            </p:nvSpPr>
            <p:spPr>
              <a:xfrm>
                <a:off x="263852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h52"/>
              <p:cNvSpPr/>
              <p:nvPr/>
            </p:nvSpPr>
            <p:spPr>
              <a:xfrm>
                <a:off x="264796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h53"/>
              <p:cNvSpPr/>
              <p:nvPr/>
            </p:nvSpPr>
            <p:spPr>
              <a:xfrm>
                <a:off x="265740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h54"/>
              <p:cNvSpPr/>
              <p:nvPr/>
            </p:nvSpPr>
            <p:spPr>
              <a:xfrm>
                <a:off x="266684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h55"/>
              <p:cNvSpPr/>
              <p:nvPr/>
            </p:nvSpPr>
            <p:spPr>
              <a:xfrm>
                <a:off x="267628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h56"/>
              <p:cNvSpPr/>
              <p:nvPr/>
            </p:nvSpPr>
            <p:spPr>
              <a:xfrm>
                <a:off x="2685728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h57"/>
              <p:cNvSpPr/>
              <p:nvPr/>
            </p:nvSpPr>
            <p:spPr>
              <a:xfrm>
                <a:off x="2695168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h58"/>
              <p:cNvSpPr/>
              <p:nvPr/>
            </p:nvSpPr>
            <p:spPr>
              <a:xfrm>
                <a:off x="2704608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h59"/>
              <p:cNvSpPr/>
              <p:nvPr/>
            </p:nvSpPr>
            <p:spPr>
              <a:xfrm>
                <a:off x="2714048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h60"/>
              <p:cNvSpPr/>
              <p:nvPr/>
            </p:nvSpPr>
            <p:spPr>
              <a:xfrm>
                <a:off x="2723489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h61"/>
              <p:cNvSpPr/>
              <p:nvPr/>
            </p:nvSpPr>
            <p:spPr>
              <a:xfrm>
                <a:off x="2732929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338"/>
                    </a:lnTo>
                    <a:lnTo>
                      <a:pt x="922688" y="912700"/>
                    </a:lnTo>
                    <a:lnTo>
                      <a:pt x="921265" y="913148"/>
                    </a:lnTo>
                    <a:lnTo>
                      <a:pt x="919842" y="913597"/>
                    </a:lnTo>
                    <a:lnTo>
                      <a:pt x="918419" y="914045"/>
                    </a:lnTo>
                    <a:lnTo>
                      <a:pt x="917295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h62"/>
              <p:cNvSpPr/>
              <p:nvPr/>
            </p:nvSpPr>
            <p:spPr>
              <a:xfrm>
                <a:off x="2742369" y="2835444"/>
                <a:ext cx="923840" cy="9299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9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940"/>
                    </a:lnTo>
                    <a:lnTo>
                      <a:pt x="923212" y="927138"/>
                    </a:lnTo>
                    <a:lnTo>
                      <a:pt x="921788" y="927585"/>
                    </a:lnTo>
                    <a:lnTo>
                      <a:pt x="920364" y="928032"/>
                    </a:lnTo>
                    <a:lnTo>
                      <a:pt x="918941" y="928479"/>
                    </a:lnTo>
                    <a:lnTo>
                      <a:pt x="917517" y="928927"/>
                    </a:lnTo>
                    <a:lnTo>
                      <a:pt x="916094" y="929374"/>
                    </a:lnTo>
                    <a:lnTo>
                      <a:pt x="914671" y="929822"/>
                    </a:lnTo>
                    <a:lnTo>
                      <a:pt x="914400" y="929907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h63"/>
              <p:cNvSpPr/>
              <p:nvPr/>
            </p:nvSpPr>
            <p:spPr>
              <a:xfrm>
                <a:off x="2751809" y="2835444"/>
                <a:ext cx="923840" cy="9269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9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40" y="924013"/>
                    </a:lnTo>
                    <a:lnTo>
                      <a:pt x="922316" y="924459"/>
                    </a:lnTo>
                    <a:lnTo>
                      <a:pt x="920892" y="924905"/>
                    </a:lnTo>
                    <a:lnTo>
                      <a:pt x="919467" y="925351"/>
                    </a:lnTo>
                    <a:lnTo>
                      <a:pt x="918043" y="925798"/>
                    </a:lnTo>
                    <a:lnTo>
                      <a:pt x="916619" y="926244"/>
                    </a:lnTo>
                    <a:lnTo>
                      <a:pt x="915195" y="926691"/>
                    </a:lnTo>
                    <a:lnTo>
                      <a:pt x="914400" y="92694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h64"/>
              <p:cNvSpPr/>
              <p:nvPr/>
            </p:nvSpPr>
            <p:spPr>
              <a:xfrm>
                <a:off x="2761250" y="2835444"/>
                <a:ext cx="923840" cy="92454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4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42"/>
                    </a:lnTo>
                    <a:lnTo>
                      <a:pt x="923281" y="924404"/>
                    </a:lnTo>
                    <a:lnTo>
                      <a:pt x="921674" y="924007"/>
                    </a:lnTo>
                    <a:lnTo>
                      <a:pt x="920068" y="923611"/>
                    </a:lnTo>
                    <a:lnTo>
                      <a:pt x="918462" y="923214"/>
                    </a:lnTo>
                    <a:lnTo>
                      <a:pt x="917563" y="922993"/>
                    </a:lnTo>
                    <a:lnTo>
                      <a:pt x="917149" y="923122"/>
                    </a:lnTo>
                    <a:lnTo>
                      <a:pt x="915724" y="923568"/>
                    </a:lnTo>
                    <a:lnTo>
                      <a:pt x="914400" y="923982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h65"/>
              <p:cNvSpPr/>
              <p:nvPr/>
            </p:nvSpPr>
            <p:spPr>
              <a:xfrm>
                <a:off x="2770690" y="2835444"/>
                <a:ext cx="923840" cy="926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8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880"/>
                    </a:lnTo>
                    <a:lnTo>
                      <a:pt x="923475" y="926790"/>
                    </a:lnTo>
                    <a:lnTo>
                      <a:pt x="921870" y="926391"/>
                    </a:lnTo>
                    <a:lnTo>
                      <a:pt x="920264" y="925994"/>
                    </a:lnTo>
                    <a:lnTo>
                      <a:pt x="918658" y="925596"/>
                    </a:lnTo>
                    <a:lnTo>
                      <a:pt x="917052" y="925198"/>
                    </a:lnTo>
                    <a:lnTo>
                      <a:pt x="915446" y="924801"/>
                    </a:lnTo>
                    <a:lnTo>
                      <a:pt x="914400" y="924542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h66"/>
              <p:cNvSpPr/>
              <p:nvPr/>
            </p:nvSpPr>
            <p:spPr>
              <a:xfrm>
                <a:off x="2780130" y="2835444"/>
                <a:ext cx="923840" cy="92922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22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9225"/>
                    </a:lnTo>
                    <a:lnTo>
                      <a:pt x="923667" y="929182"/>
                    </a:lnTo>
                    <a:lnTo>
                      <a:pt x="922062" y="928783"/>
                    </a:lnTo>
                    <a:lnTo>
                      <a:pt x="920457" y="928384"/>
                    </a:lnTo>
                    <a:lnTo>
                      <a:pt x="918851" y="927985"/>
                    </a:lnTo>
                    <a:lnTo>
                      <a:pt x="917246" y="927586"/>
                    </a:lnTo>
                    <a:lnTo>
                      <a:pt x="915641" y="927188"/>
                    </a:lnTo>
                    <a:lnTo>
                      <a:pt x="914400" y="926880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h67"/>
              <p:cNvSpPr/>
              <p:nvPr/>
            </p:nvSpPr>
            <p:spPr>
              <a:xfrm>
                <a:off x="2789570" y="2835444"/>
                <a:ext cx="923840" cy="931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57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579"/>
                    </a:lnTo>
                    <a:lnTo>
                      <a:pt x="922251" y="931182"/>
                    </a:lnTo>
                    <a:lnTo>
                      <a:pt x="920646" y="930782"/>
                    </a:lnTo>
                    <a:lnTo>
                      <a:pt x="919041" y="930382"/>
                    </a:lnTo>
                    <a:lnTo>
                      <a:pt x="917436" y="929982"/>
                    </a:lnTo>
                    <a:lnTo>
                      <a:pt x="915832" y="929582"/>
                    </a:lnTo>
                    <a:lnTo>
                      <a:pt x="914400" y="929225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h68"/>
              <p:cNvSpPr/>
              <p:nvPr/>
            </p:nvSpPr>
            <p:spPr>
              <a:xfrm>
                <a:off x="279901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420" y="931969"/>
                    </a:lnTo>
                    <a:lnTo>
                      <a:pt x="914399" y="93157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h69"/>
              <p:cNvSpPr/>
              <p:nvPr/>
            </p:nvSpPr>
            <p:spPr>
              <a:xfrm>
                <a:off x="280845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h70"/>
              <p:cNvSpPr/>
              <p:nvPr/>
            </p:nvSpPr>
            <p:spPr>
              <a:xfrm>
                <a:off x="281789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h71"/>
              <p:cNvSpPr/>
              <p:nvPr/>
            </p:nvSpPr>
            <p:spPr>
              <a:xfrm>
                <a:off x="2827331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121"/>
                    </a:lnTo>
                    <a:lnTo>
                      <a:pt x="921977" y="914285"/>
                    </a:lnTo>
                    <a:lnTo>
                      <a:pt x="920667" y="914400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h72"/>
              <p:cNvSpPr/>
              <p:nvPr/>
            </p:nvSpPr>
            <p:spPr>
              <a:xfrm>
                <a:off x="2836772" y="2835444"/>
                <a:ext cx="923840" cy="93169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91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110"/>
                    </a:lnTo>
                    <a:lnTo>
                      <a:pt x="920560" y="930872"/>
                    </a:lnTo>
                    <a:lnTo>
                      <a:pt x="914744" y="931661"/>
                    </a:lnTo>
                    <a:lnTo>
                      <a:pt x="914399" y="931691"/>
                    </a:lnTo>
                    <a:close/>
                  </a:path>
                </a:pathLst>
              </a:custGeom>
              <a:solidFill>
                <a:srgbClr val="E1F397">
                  <a:alpha val="100000"/>
                </a:srgbClr>
              </a:solidFill>
              <a:ln w="5420" cap="flat">
                <a:solidFill>
                  <a:srgbClr val="E1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h73"/>
              <p:cNvSpPr/>
              <p:nvPr/>
            </p:nvSpPr>
            <p:spPr>
              <a:xfrm>
                <a:off x="2846212" y="2835444"/>
                <a:ext cx="923840" cy="9301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117"/>
                    </a:lnTo>
                    <a:lnTo>
                      <a:pt x="922646" y="927630"/>
                    </a:lnTo>
                    <a:lnTo>
                      <a:pt x="916905" y="929527"/>
                    </a:lnTo>
                    <a:lnTo>
                      <a:pt x="914400" y="930110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h74"/>
              <p:cNvSpPr/>
              <p:nvPr/>
            </p:nvSpPr>
            <p:spPr>
              <a:xfrm>
                <a:off x="2855652" y="2835444"/>
                <a:ext cx="923840" cy="92711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1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549"/>
                    </a:lnTo>
                    <a:lnTo>
                      <a:pt x="918886" y="925186"/>
                    </a:lnTo>
                    <a:lnTo>
                      <a:pt x="914400" y="927117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h75"/>
              <p:cNvSpPr/>
              <p:nvPr/>
            </p:nvSpPr>
            <p:spPr>
              <a:xfrm>
                <a:off x="2865092" y="2835444"/>
                <a:ext cx="923840" cy="9225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54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6240"/>
                    </a:lnTo>
                    <a:lnTo>
                      <a:pt x="920568" y="918683"/>
                    </a:lnTo>
                    <a:lnTo>
                      <a:pt x="915052" y="922201"/>
                    </a:lnTo>
                    <a:lnTo>
                      <a:pt x="914400" y="92254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h76"/>
              <p:cNvSpPr/>
              <p:nvPr/>
            </p:nvSpPr>
            <p:spPr>
              <a:xfrm>
                <a:off x="2874533" y="2835444"/>
                <a:ext cx="916821" cy="916240"/>
              </a:xfrm>
              <a:custGeom>
                <a:avLst/>
                <a:gdLst/>
                <a:ahLst/>
                <a:cxnLst/>
                <a:rect l="0" t="0" r="0" b="0"/>
                <a:pathLst>
                  <a:path w="916821" h="916240">
                    <a:moveTo>
                      <a:pt x="914400" y="914400"/>
                    </a:moveTo>
                    <a:lnTo>
                      <a:pt x="916821" y="914400"/>
                    </a:lnTo>
                    <a:lnTo>
                      <a:pt x="916539" y="914642"/>
                    </a:lnTo>
                    <a:lnTo>
                      <a:pt x="914400" y="916240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h77"/>
              <p:cNvSpPr/>
              <p:nvPr/>
            </p:nvSpPr>
            <p:spPr>
              <a:xfrm>
                <a:off x="2534684" y="2817874"/>
                <a:ext cx="914400" cy="91877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773">
                    <a:moveTo>
                      <a:pt x="914400" y="914400"/>
                    </a:moveTo>
                    <a:lnTo>
                      <a:pt x="914400" y="918773"/>
                    </a:lnTo>
                    <a:lnTo>
                      <a:pt x="912919" y="917321"/>
                    </a:lnTo>
                    <a:lnTo>
                      <a:pt x="910285" y="914400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h78"/>
              <p:cNvSpPr/>
              <p:nvPr/>
            </p:nvSpPr>
            <p:spPr>
              <a:xfrm>
                <a:off x="2534684" y="2817874"/>
                <a:ext cx="923840" cy="9273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3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310"/>
                    </a:lnTo>
                    <a:lnTo>
                      <a:pt x="923508" y="927063"/>
                    </a:lnTo>
                    <a:lnTo>
                      <a:pt x="918145" y="922449"/>
                    </a:lnTo>
                    <a:lnTo>
                      <a:pt x="914400" y="918773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h79"/>
              <p:cNvSpPr/>
              <p:nvPr/>
            </p:nvSpPr>
            <p:spPr>
              <a:xfrm>
                <a:off x="254412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42" y="931969"/>
                    </a:lnTo>
                    <a:lnTo>
                      <a:pt x="919552" y="931150"/>
                    </a:lnTo>
                    <a:lnTo>
                      <a:pt x="914400" y="92731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h80"/>
              <p:cNvSpPr/>
              <p:nvPr/>
            </p:nvSpPr>
            <p:spPr>
              <a:xfrm>
                <a:off x="255356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h81"/>
              <p:cNvSpPr/>
              <p:nvPr/>
            </p:nvSpPr>
            <p:spPr>
              <a:xfrm>
                <a:off x="256300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h82"/>
              <p:cNvSpPr/>
              <p:nvPr/>
            </p:nvSpPr>
            <p:spPr>
              <a:xfrm>
                <a:off x="257244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h83"/>
              <p:cNvSpPr/>
              <p:nvPr/>
            </p:nvSpPr>
            <p:spPr>
              <a:xfrm>
                <a:off x="258188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h84"/>
              <p:cNvSpPr/>
              <p:nvPr/>
            </p:nvSpPr>
            <p:spPr>
              <a:xfrm>
                <a:off x="259132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h85"/>
              <p:cNvSpPr/>
              <p:nvPr/>
            </p:nvSpPr>
            <p:spPr>
              <a:xfrm>
                <a:off x="260076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h86"/>
              <p:cNvSpPr/>
              <p:nvPr/>
            </p:nvSpPr>
            <p:spPr>
              <a:xfrm>
                <a:off x="261020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h87"/>
              <p:cNvSpPr/>
              <p:nvPr/>
            </p:nvSpPr>
            <p:spPr>
              <a:xfrm>
                <a:off x="261964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h88"/>
              <p:cNvSpPr/>
              <p:nvPr/>
            </p:nvSpPr>
            <p:spPr>
              <a:xfrm>
                <a:off x="262908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h89"/>
              <p:cNvSpPr/>
              <p:nvPr/>
            </p:nvSpPr>
            <p:spPr>
              <a:xfrm>
                <a:off x="263852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h90"/>
              <p:cNvSpPr/>
              <p:nvPr/>
            </p:nvSpPr>
            <p:spPr>
              <a:xfrm>
                <a:off x="264796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h91"/>
              <p:cNvSpPr/>
              <p:nvPr/>
            </p:nvSpPr>
            <p:spPr>
              <a:xfrm>
                <a:off x="265740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h92"/>
              <p:cNvSpPr/>
              <p:nvPr/>
            </p:nvSpPr>
            <p:spPr>
              <a:xfrm>
                <a:off x="266684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h93"/>
              <p:cNvSpPr/>
              <p:nvPr/>
            </p:nvSpPr>
            <p:spPr>
              <a:xfrm>
                <a:off x="267628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h94"/>
              <p:cNvSpPr/>
              <p:nvPr/>
            </p:nvSpPr>
            <p:spPr>
              <a:xfrm>
                <a:off x="268572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h95"/>
              <p:cNvSpPr/>
              <p:nvPr/>
            </p:nvSpPr>
            <p:spPr>
              <a:xfrm>
                <a:off x="269516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h96"/>
              <p:cNvSpPr/>
              <p:nvPr/>
            </p:nvSpPr>
            <p:spPr>
              <a:xfrm>
                <a:off x="270460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h97"/>
              <p:cNvSpPr/>
              <p:nvPr/>
            </p:nvSpPr>
            <p:spPr>
              <a:xfrm>
                <a:off x="271404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h98"/>
              <p:cNvSpPr/>
              <p:nvPr/>
            </p:nvSpPr>
            <p:spPr>
              <a:xfrm>
                <a:off x="272348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h99"/>
              <p:cNvSpPr/>
              <p:nvPr/>
            </p:nvSpPr>
            <p:spPr>
              <a:xfrm>
                <a:off x="273292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h100"/>
              <p:cNvSpPr/>
              <p:nvPr/>
            </p:nvSpPr>
            <p:spPr>
              <a:xfrm>
                <a:off x="274236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h101"/>
              <p:cNvSpPr/>
              <p:nvPr/>
            </p:nvSpPr>
            <p:spPr>
              <a:xfrm>
                <a:off x="275180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h102"/>
              <p:cNvSpPr/>
              <p:nvPr/>
            </p:nvSpPr>
            <p:spPr>
              <a:xfrm>
                <a:off x="276125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h103"/>
              <p:cNvSpPr/>
              <p:nvPr/>
            </p:nvSpPr>
            <p:spPr>
              <a:xfrm>
                <a:off x="277069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h104"/>
              <p:cNvSpPr/>
              <p:nvPr/>
            </p:nvSpPr>
            <p:spPr>
              <a:xfrm>
                <a:off x="278013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h105"/>
              <p:cNvSpPr/>
              <p:nvPr/>
            </p:nvSpPr>
            <p:spPr>
              <a:xfrm>
                <a:off x="278957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h106"/>
              <p:cNvSpPr/>
              <p:nvPr/>
            </p:nvSpPr>
            <p:spPr>
              <a:xfrm>
                <a:off x="279901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h107"/>
              <p:cNvSpPr/>
              <p:nvPr/>
            </p:nvSpPr>
            <p:spPr>
              <a:xfrm>
                <a:off x="280845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h108"/>
              <p:cNvSpPr/>
              <p:nvPr/>
            </p:nvSpPr>
            <p:spPr>
              <a:xfrm>
                <a:off x="281789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h109"/>
              <p:cNvSpPr/>
              <p:nvPr/>
            </p:nvSpPr>
            <p:spPr>
              <a:xfrm>
                <a:off x="282733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h110"/>
              <p:cNvSpPr/>
              <p:nvPr/>
            </p:nvSpPr>
            <p:spPr>
              <a:xfrm>
                <a:off x="283677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h111"/>
              <p:cNvSpPr/>
              <p:nvPr/>
            </p:nvSpPr>
            <p:spPr>
              <a:xfrm>
                <a:off x="284621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h112"/>
              <p:cNvSpPr/>
              <p:nvPr/>
            </p:nvSpPr>
            <p:spPr>
              <a:xfrm>
                <a:off x="285565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h113"/>
              <p:cNvSpPr/>
              <p:nvPr/>
            </p:nvSpPr>
            <p:spPr>
              <a:xfrm>
                <a:off x="286509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h114"/>
              <p:cNvSpPr/>
              <p:nvPr/>
            </p:nvSpPr>
            <p:spPr>
              <a:xfrm>
                <a:off x="2874533" y="283544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20"/>
                    </a:lnTo>
                    <a:lnTo>
                      <a:pt x="921831" y="910088"/>
                    </a:lnTo>
                    <a:lnTo>
                      <a:pt x="916821" y="914400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h115"/>
              <p:cNvSpPr/>
              <p:nvPr/>
            </p:nvSpPr>
            <p:spPr>
              <a:xfrm>
                <a:off x="2883973" y="2817874"/>
                <a:ext cx="923840" cy="9256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69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478"/>
                    </a:lnTo>
                    <a:lnTo>
                      <a:pt x="922563" y="917060"/>
                    </a:lnTo>
                    <a:lnTo>
                      <a:pt x="917550" y="922603"/>
                    </a:lnTo>
                    <a:lnTo>
                      <a:pt x="914400" y="925690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h116"/>
              <p:cNvSpPr/>
              <p:nvPr/>
            </p:nvSpPr>
            <p:spPr>
              <a:xfrm>
                <a:off x="2893413" y="2817874"/>
                <a:ext cx="915269" cy="915478"/>
              </a:xfrm>
              <a:custGeom>
                <a:avLst/>
                <a:gdLst/>
                <a:ahLst/>
                <a:cxnLst/>
                <a:rect l="0" t="0" r="0" b="0"/>
                <a:pathLst>
                  <a:path w="915269" h="915478">
                    <a:moveTo>
                      <a:pt x="914399" y="914400"/>
                    </a:moveTo>
                    <a:lnTo>
                      <a:pt x="915269" y="914400"/>
                    </a:lnTo>
                    <a:lnTo>
                      <a:pt x="914399" y="915478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h117"/>
              <p:cNvSpPr/>
              <p:nvPr/>
            </p:nvSpPr>
            <p:spPr>
              <a:xfrm>
                <a:off x="2525244" y="2800304"/>
                <a:ext cx="914400" cy="92567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71">
                    <a:moveTo>
                      <a:pt x="914400" y="914400"/>
                    </a:moveTo>
                    <a:lnTo>
                      <a:pt x="914400" y="925671"/>
                    </a:lnTo>
                    <a:lnTo>
                      <a:pt x="912374" y="923149"/>
                    </a:lnTo>
                    <a:lnTo>
                      <a:pt x="907641" y="916568"/>
                    </a:lnTo>
                    <a:lnTo>
                      <a:pt x="906240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h118"/>
              <p:cNvSpPr/>
              <p:nvPr/>
            </p:nvSpPr>
            <p:spPr>
              <a:xfrm>
                <a:off x="252524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25" y="931969"/>
                    </a:lnTo>
                    <a:lnTo>
                      <a:pt x="917284" y="929262"/>
                    </a:lnTo>
                    <a:lnTo>
                      <a:pt x="914400" y="925671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h119"/>
              <p:cNvSpPr/>
              <p:nvPr/>
            </p:nvSpPr>
            <p:spPr>
              <a:xfrm>
                <a:off x="253468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h120"/>
              <p:cNvSpPr/>
              <p:nvPr/>
            </p:nvSpPr>
            <p:spPr>
              <a:xfrm>
                <a:off x="254412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h121"/>
              <p:cNvSpPr/>
              <p:nvPr/>
            </p:nvSpPr>
            <p:spPr>
              <a:xfrm>
                <a:off x="255356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h122"/>
              <p:cNvSpPr/>
              <p:nvPr/>
            </p:nvSpPr>
            <p:spPr>
              <a:xfrm>
                <a:off x="256300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h123"/>
              <p:cNvSpPr/>
              <p:nvPr/>
            </p:nvSpPr>
            <p:spPr>
              <a:xfrm>
                <a:off x="257244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h124"/>
              <p:cNvSpPr/>
              <p:nvPr/>
            </p:nvSpPr>
            <p:spPr>
              <a:xfrm>
                <a:off x="258188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h125"/>
              <p:cNvSpPr/>
              <p:nvPr/>
            </p:nvSpPr>
            <p:spPr>
              <a:xfrm>
                <a:off x="259132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h126"/>
              <p:cNvSpPr/>
              <p:nvPr/>
            </p:nvSpPr>
            <p:spPr>
              <a:xfrm>
                <a:off x="260076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h127"/>
              <p:cNvSpPr/>
              <p:nvPr/>
            </p:nvSpPr>
            <p:spPr>
              <a:xfrm>
                <a:off x="261020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h128"/>
              <p:cNvSpPr/>
              <p:nvPr/>
            </p:nvSpPr>
            <p:spPr>
              <a:xfrm>
                <a:off x="261964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h129"/>
              <p:cNvSpPr/>
              <p:nvPr/>
            </p:nvSpPr>
            <p:spPr>
              <a:xfrm>
                <a:off x="262908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h130"/>
              <p:cNvSpPr/>
              <p:nvPr/>
            </p:nvSpPr>
            <p:spPr>
              <a:xfrm>
                <a:off x="263852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h131"/>
              <p:cNvSpPr/>
              <p:nvPr/>
            </p:nvSpPr>
            <p:spPr>
              <a:xfrm>
                <a:off x="264796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h132"/>
              <p:cNvSpPr/>
              <p:nvPr/>
            </p:nvSpPr>
            <p:spPr>
              <a:xfrm>
                <a:off x="265740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h133"/>
              <p:cNvSpPr/>
              <p:nvPr/>
            </p:nvSpPr>
            <p:spPr>
              <a:xfrm>
                <a:off x="266684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h134"/>
              <p:cNvSpPr/>
              <p:nvPr/>
            </p:nvSpPr>
            <p:spPr>
              <a:xfrm>
                <a:off x="267628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h135"/>
              <p:cNvSpPr/>
              <p:nvPr/>
            </p:nvSpPr>
            <p:spPr>
              <a:xfrm>
                <a:off x="268572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h136"/>
              <p:cNvSpPr/>
              <p:nvPr/>
            </p:nvSpPr>
            <p:spPr>
              <a:xfrm>
                <a:off x="269516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h137"/>
              <p:cNvSpPr/>
              <p:nvPr/>
            </p:nvSpPr>
            <p:spPr>
              <a:xfrm>
                <a:off x="270460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h138"/>
              <p:cNvSpPr/>
              <p:nvPr/>
            </p:nvSpPr>
            <p:spPr>
              <a:xfrm>
                <a:off x="271404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h139"/>
              <p:cNvSpPr/>
              <p:nvPr/>
            </p:nvSpPr>
            <p:spPr>
              <a:xfrm>
                <a:off x="272348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h140"/>
              <p:cNvSpPr/>
              <p:nvPr/>
            </p:nvSpPr>
            <p:spPr>
              <a:xfrm>
                <a:off x="273292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h141"/>
              <p:cNvSpPr/>
              <p:nvPr/>
            </p:nvSpPr>
            <p:spPr>
              <a:xfrm>
                <a:off x="274236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h142"/>
              <p:cNvSpPr/>
              <p:nvPr/>
            </p:nvSpPr>
            <p:spPr>
              <a:xfrm>
                <a:off x="275180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h143"/>
              <p:cNvSpPr/>
              <p:nvPr/>
            </p:nvSpPr>
            <p:spPr>
              <a:xfrm>
                <a:off x="276125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h144"/>
              <p:cNvSpPr/>
              <p:nvPr/>
            </p:nvSpPr>
            <p:spPr>
              <a:xfrm>
                <a:off x="277069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h145"/>
              <p:cNvSpPr/>
              <p:nvPr/>
            </p:nvSpPr>
            <p:spPr>
              <a:xfrm>
                <a:off x="278013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h146"/>
              <p:cNvSpPr/>
              <p:nvPr/>
            </p:nvSpPr>
            <p:spPr>
              <a:xfrm>
                <a:off x="278957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h147"/>
              <p:cNvSpPr/>
              <p:nvPr/>
            </p:nvSpPr>
            <p:spPr>
              <a:xfrm>
                <a:off x="279901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h148"/>
              <p:cNvSpPr/>
              <p:nvPr/>
            </p:nvSpPr>
            <p:spPr>
              <a:xfrm>
                <a:off x="280845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h149"/>
              <p:cNvSpPr/>
              <p:nvPr/>
            </p:nvSpPr>
            <p:spPr>
              <a:xfrm>
                <a:off x="281789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h150"/>
              <p:cNvSpPr/>
              <p:nvPr/>
            </p:nvSpPr>
            <p:spPr>
              <a:xfrm>
                <a:off x="282733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h151"/>
              <p:cNvSpPr/>
              <p:nvPr/>
            </p:nvSpPr>
            <p:spPr>
              <a:xfrm>
                <a:off x="283677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h152"/>
              <p:cNvSpPr/>
              <p:nvPr/>
            </p:nvSpPr>
            <p:spPr>
              <a:xfrm>
                <a:off x="284621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7">
                  <a:alpha val="100000"/>
                </a:srgbClr>
              </a:solidFill>
              <a:ln w="5420" cap="flat">
                <a:solidFill>
                  <a:srgbClr val="E1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h153"/>
              <p:cNvSpPr/>
              <p:nvPr/>
            </p:nvSpPr>
            <p:spPr>
              <a:xfrm>
                <a:off x="285565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h154"/>
              <p:cNvSpPr/>
              <p:nvPr/>
            </p:nvSpPr>
            <p:spPr>
              <a:xfrm>
                <a:off x="286509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h155"/>
              <p:cNvSpPr/>
              <p:nvPr/>
            </p:nvSpPr>
            <p:spPr>
              <a:xfrm>
                <a:off x="287453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h156"/>
              <p:cNvSpPr/>
              <p:nvPr/>
            </p:nvSpPr>
            <p:spPr>
              <a:xfrm>
                <a:off x="288397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h157"/>
              <p:cNvSpPr/>
              <p:nvPr/>
            </p:nvSpPr>
            <p:spPr>
              <a:xfrm>
                <a:off x="2893413" y="281787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2847"/>
                    </a:lnTo>
                    <a:lnTo>
                      <a:pt x="923638" y="903141"/>
                    </a:lnTo>
                    <a:lnTo>
                      <a:pt x="922656" y="904574"/>
                    </a:lnTo>
                    <a:lnTo>
                      <a:pt x="917976" y="911045"/>
                    </a:lnTo>
                    <a:lnTo>
                      <a:pt x="915269" y="914400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h158"/>
              <p:cNvSpPr/>
              <p:nvPr/>
            </p:nvSpPr>
            <p:spPr>
              <a:xfrm>
                <a:off x="2902853" y="2800304"/>
                <a:ext cx="918528" cy="920417"/>
              </a:xfrm>
              <a:custGeom>
                <a:avLst/>
                <a:gdLst/>
                <a:ahLst/>
                <a:cxnLst/>
                <a:rect l="0" t="0" r="0" b="0"/>
                <a:pathLst>
                  <a:path w="918528" h="920417">
                    <a:moveTo>
                      <a:pt x="914400" y="914400"/>
                    </a:moveTo>
                    <a:lnTo>
                      <a:pt x="918528" y="914400"/>
                    </a:lnTo>
                    <a:lnTo>
                      <a:pt x="918106" y="915014"/>
                    </a:lnTo>
                    <a:lnTo>
                      <a:pt x="917129" y="916438"/>
                    </a:lnTo>
                    <a:lnTo>
                      <a:pt x="916151" y="917862"/>
                    </a:lnTo>
                    <a:lnTo>
                      <a:pt x="915175" y="919286"/>
                    </a:lnTo>
                    <a:lnTo>
                      <a:pt x="914400" y="920417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h159"/>
              <p:cNvSpPr/>
              <p:nvPr/>
            </p:nvSpPr>
            <p:spPr>
              <a:xfrm>
                <a:off x="2515803" y="2782734"/>
                <a:ext cx="914399" cy="929987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9987">
                    <a:moveTo>
                      <a:pt x="914399" y="914399"/>
                    </a:moveTo>
                    <a:lnTo>
                      <a:pt x="914399" y="929987"/>
                    </a:lnTo>
                    <a:lnTo>
                      <a:pt x="912539" y="927107"/>
                    </a:lnTo>
                    <a:lnTo>
                      <a:pt x="908200" y="919644"/>
                    </a:lnTo>
                    <a:lnTo>
                      <a:pt x="905453" y="91439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h160"/>
              <p:cNvSpPr/>
              <p:nvPr/>
            </p:nvSpPr>
            <p:spPr>
              <a:xfrm>
                <a:off x="251580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5680" y="931969"/>
                    </a:lnTo>
                    <a:lnTo>
                      <a:pt x="914399" y="929987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h161"/>
              <p:cNvSpPr/>
              <p:nvPr/>
            </p:nvSpPr>
            <p:spPr>
              <a:xfrm>
                <a:off x="252524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h162"/>
              <p:cNvSpPr/>
              <p:nvPr/>
            </p:nvSpPr>
            <p:spPr>
              <a:xfrm>
                <a:off x="253468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h163"/>
              <p:cNvSpPr/>
              <p:nvPr/>
            </p:nvSpPr>
            <p:spPr>
              <a:xfrm>
                <a:off x="254412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h164"/>
              <p:cNvSpPr/>
              <p:nvPr/>
            </p:nvSpPr>
            <p:spPr>
              <a:xfrm>
                <a:off x="255356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h165"/>
              <p:cNvSpPr/>
              <p:nvPr/>
            </p:nvSpPr>
            <p:spPr>
              <a:xfrm>
                <a:off x="256300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h166"/>
              <p:cNvSpPr/>
              <p:nvPr/>
            </p:nvSpPr>
            <p:spPr>
              <a:xfrm>
                <a:off x="257244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h167"/>
              <p:cNvSpPr/>
              <p:nvPr/>
            </p:nvSpPr>
            <p:spPr>
              <a:xfrm>
                <a:off x="258188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h168"/>
              <p:cNvSpPr/>
              <p:nvPr/>
            </p:nvSpPr>
            <p:spPr>
              <a:xfrm>
                <a:off x="259132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h169"/>
              <p:cNvSpPr/>
              <p:nvPr/>
            </p:nvSpPr>
            <p:spPr>
              <a:xfrm>
                <a:off x="260076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h170"/>
              <p:cNvSpPr/>
              <p:nvPr/>
            </p:nvSpPr>
            <p:spPr>
              <a:xfrm>
                <a:off x="261020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h171"/>
              <p:cNvSpPr/>
              <p:nvPr/>
            </p:nvSpPr>
            <p:spPr>
              <a:xfrm>
                <a:off x="261964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h172"/>
              <p:cNvSpPr/>
              <p:nvPr/>
            </p:nvSpPr>
            <p:spPr>
              <a:xfrm>
                <a:off x="262908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h173"/>
              <p:cNvSpPr/>
              <p:nvPr/>
            </p:nvSpPr>
            <p:spPr>
              <a:xfrm>
                <a:off x="263852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h174"/>
              <p:cNvSpPr/>
              <p:nvPr/>
            </p:nvSpPr>
            <p:spPr>
              <a:xfrm>
                <a:off x="264796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h175"/>
              <p:cNvSpPr/>
              <p:nvPr/>
            </p:nvSpPr>
            <p:spPr>
              <a:xfrm>
                <a:off x="265740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h176"/>
              <p:cNvSpPr/>
              <p:nvPr/>
            </p:nvSpPr>
            <p:spPr>
              <a:xfrm>
                <a:off x="266684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h177"/>
              <p:cNvSpPr/>
              <p:nvPr/>
            </p:nvSpPr>
            <p:spPr>
              <a:xfrm>
                <a:off x="267628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h178"/>
              <p:cNvSpPr/>
              <p:nvPr/>
            </p:nvSpPr>
            <p:spPr>
              <a:xfrm>
                <a:off x="268572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h179"/>
              <p:cNvSpPr/>
              <p:nvPr/>
            </p:nvSpPr>
            <p:spPr>
              <a:xfrm>
                <a:off x="269516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h180"/>
              <p:cNvSpPr/>
              <p:nvPr/>
            </p:nvSpPr>
            <p:spPr>
              <a:xfrm>
                <a:off x="270460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h181"/>
              <p:cNvSpPr/>
              <p:nvPr/>
            </p:nvSpPr>
            <p:spPr>
              <a:xfrm>
                <a:off x="271404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h182"/>
              <p:cNvSpPr/>
              <p:nvPr/>
            </p:nvSpPr>
            <p:spPr>
              <a:xfrm>
                <a:off x="272348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h183"/>
              <p:cNvSpPr/>
              <p:nvPr/>
            </p:nvSpPr>
            <p:spPr>
              <a:xfrm>
                <a:off x="273292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h184"/>
              <p:cNvSpPr/>
              <p:nvPr/>
            </p:nvSpPr>
            <p:spPr>
              <a:xfrm>
                <a:off x="274236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h185"/>
              <p:cNvSpPr/>
              <p:nvPr/>
            </p:nvSpPr>
            <p:spPr>
              <a:xfrm>
                <a:off x="275180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h186"/>
              <p:cNvSpPr/>
              <p:nvPr/>
            </p:nvSpPr>
            <p:spPr>
              <a:xfrm>
                <a:off x="276125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h187"/>
              <p:cNvSpPr/>
              <p:nvPr/>
            </p:nvSpPr>
            <p:spPr>
              <a:xfrm>
                <a:off x="277069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h188"/>
              <p:cNvSpPr/>
              <p:nvPr/>
            </p:nvSpPr>
            <p:spPr>
              <a:xfrm>
                <a:off x="278013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h189"/>
              <p:cNvSpPr/>
              <p:nvPr/>
            </p:nvSpPr>
            <p:spPr>
              <a:xfrm>
                <a:off x="278957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h190"/>
              <p:cNvSpPr/>
              <p:nvPr/>
            </p:nvSpPr>
            <p:spPr>
              <a:xfrm>
                <a:off x="279901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h191"/>
              <p:cNvSpPr/>
              <p:nvPr/>
            </p:nvSpPr>
            <p:spPr>
              <a:xfrm>
                <a:off x="280845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h192"/>
              <p:cNvSpPr/>
              <p:nvPr/>
            </p:nvSpPr>
            <p:spPr>
              <a:xfrm>
                <a:off x="281789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h193"/>
              <p:cNvSpPr/>
              <p:nvPr/>
            </p:nvSpPr>
            <p:spPr>
              <a:xfrm>
                <a:off x="282733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h194"/>
              <p:cNvSpPr/>
              <p:nvPr/>
            </p:nvSpPr>
            <p:spPr>
              <a:xfrm>
                <a:off x="283677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h195"/>
              <p:cNvSpPr/>
              <p:nvPr/>
            </p:nvSpPr>
            <p:spPr>
              <a:xfrm>
                <a:off x="284621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h196"/>
              <p:cNvSpPr/>
              <p:nvPr/>
            </p:nvSpPr>
            <p:spPr>
              <a:xfrm>
                <a:off x="285565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h197"/>
              <p:cNvSpPr/>
              <p:nvPr/>
            </p:nvSpPr>
            <p:spPr>
              <a:xfrm>
                <a:off x="286509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h198"/>
              <p:cNvSpPr/>
              <p:nvPr/>
            </p:nvSpPr>
            <p:spPr>
              <a:xfrm>
                <a:off x="287453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h199"/>
              <p:cNvSpPr/>
              <p:nvPr/>
            </p:nvSpPr>
            <p:spPr>
              <a:xfrm>
                <a:off x="288397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h200"/>
              <p:cNvSpPr/>
              <p:nvPr/>
            </p:nvSpPr>
            <p:spPr>
              <a:xfrm>
                <a:off x="289341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h201"/>
              <p:cNvSpPr/>
              <p:nvPr/>
            </p:nvSpPr>
            <p:spPr>
              <a:xfrm>
                <a:off x="2902853" y="280030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667"/>
                    </a:lnTo>
                    <a:lnTo>
                      <a:pt x="922996" y="907895"/>
                    </a:lnTo>
                    <a:lnTo>
                      <a:pt x="922017" y="909319"/>
                    </a:lnTo>
                    <a:lnTo>
                      <a:pt x="921039" y="910742"/>
                    </a:lnTo>
                    <a:lnTo>
                      <a:pt x="920061" y="912166"/>
                    </a:lnTo>
                    <a:lnTo>
                      <a:pt x="919083" y="913590"/>
                    </a:lnTo>
                    <a:lnTo>
                      <a:pt x="918528" y="914400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h202"/>
              <p:cNvSpPr/>
              <p:nvPr/>
            </p:nvSpPr>
            <p:spPr>
              <a:xfrm>
                <a:off x="2912293" y="2782734"/>
                <a:ext cx="921168" cy="924237"/>
              </a:xfrm>
              <a:custGeom>
                <a:avLst/>
                <a:gdLst/>
                <a:ahLst/>
                <a:cxnLst/>
                <a:rect l="0" t="0" r="0" b="0"/>
                <a:pathLst>
                  <a:path w="921168" h="924237">
                    <a:moveTo>
                      <a:pt x="914400" y="914399"/>
                    </a:moveTo>
                    <a:lnTo>
                      <a:pt x="921168" y="914399"/>
                    </a:lnTo>
                    <a:lnTo>
                      <a:pt x="920409" y="915502"/>
                    </a:lnTo>
                    <a:lnTo>
                      <a:pt x="919430" y="916925"/>
                    </a:lnTo>
                    <a:lnTo>
                      <a:pt x="918450" y="918348"/>
                    </a:lnTo>
                    <a:lnTo>
                      <a:pt x="917471" y="919771"/>
                    </a:lnTo>
                    <a:lnTo>
                      <a:pt x="916492" y="921194"/>
                    </a:lnTo>
                    <a:lnTo>
                      <a:pt x="915513" y="922618"/>
                    </a:lnTo>
                    <a:lnTo>
                      <a:pt x="914534" y="924041"/>
                    </a:lnTo>
                    <a:lnTo>
                      <a:pt x="914400" y="924237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h203"/>
              <p:cNvSpPr/>
              <p:nvPr/>
            </p:nvSpPr>
            <p:spPr>
              <a:xfrm>
                <a:off x="2506363" y="2765164"/>
                <a:ext cx="914400" cy="9310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6">
                    <a:moveTo>
                      <a:pt x="914400" y="914400"/>
                    </a:moveTo>
                    <a:lnTo>
                      <a:pt x="914400" y="931026"/>
                    </a:lnTo>
                    <a:lnTo>
                      <a:pt x="913517" y="929341"/>
                    </a:lnTo>
                    <a:lnTo>
                      <a:pt x="909619" y="921078"/>
                    </a:lnTo>
                    <a:lnTo>
                      <a:pt x="906786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h204"/>
              <p:cNvSpPr/>
              <p:nvPr/>
            </p:nvSpPr>
            <p:spPr>
              <a:xfrm>
                <a:off x="250636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893" y="931969"/>
                    </a:lnTo>
                    <a:lnTo>
                      <a:pt x="914400" y="931026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h205"/>
              <p:cNvSpPr/>
              <p:nvPr/>
            </p:nvSpPr>
            <p:spPr>
              <a:xfrm>
                <a:off x="251580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h206"/>
              <p:cNvSpPr/>
              <p:nvPr/>
            </p:nvSpPr>
            <p:spPr>
              <a:xfrm>
                <a:off x="252524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h207"/>
              <p:cNvSpPr/>
              <p:nvPr/>
            </p:nvSpPr>
            <p:spPr>
              <a:xfrm>
                <a:off x="253468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h208"/>
              <p:cNvSpPr/>
              <p:nvPr/>
            </p:nvSpPr>
            <p:spPr>
              <a:xfrm>
                <a:off x="254412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h209"/>
              <p:cNvSpPr/>
              <p:nvPr/>
            </p:nvSpPr>
            <p:spPr>
              <a:xfrm>
                <a:off x="255356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h210"/>
              <p:cNvSpPr/>
              <p:nvPr/>
            </p:nvSpPr>
            <p:spPr>
              <a:xfrm>
                <a:off x="256300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h211"/>
              <p:cNvSpPr/>
              <p:nvPr/>
            </p:nvSpPr>
            <p:spPr>
              <a:xfrm>
                <a:off x="257244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h212"/>
              <p:cNvSpPr/>
              <p:nvPr/>
            </p:nvSpPr>
            <p:spPr>
              <a:xfrm>
                <a:off x="258188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h213"/>
              <p:cNvSpPr/>
              <p:nvPr/>
            </p:nvSpPr>
            <p:spPr>
              <a:xfrm>
                <a:off x="259132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h214"/>
              <p:cNvSpPr/>
              <p:nvPr/>
            </p:nvSpPr>
            <p:spPr>
              <a:xfrm>
                <a:off x="260076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h215"/>
              <p:cNvSpPr/>
              <p:nvPr/>
            </p:nvSpPr>
            <p:spPr>
              <a:xfrm>
                <a:off x="261020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h216"/>
              <p:cNvSpPr/>
              <p:nvPr/>
            </p:nvSpPr>
            <p:spPr>
              <a:xfrm>
                <a:off x="261964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h217"/>
              <p:cNvSpPr/>
              <p:nvPr/>
            </p:nvSpPr>
            <p:spPr>
              <a:xfrm>
                <a:off x="262908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h218"/>
              <p:cNvSpPr/>
              <p:nvPr/>
            </p:nvSpPr>
            <p:spPr>
              <a:xfrm>
                <a:off x="263852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h219"/>
              <p:cNvSpPr/>
              <p:nvPr/>
            </p:nvSpPr>
            <p:spPr>
              <a:xfrm>
                <a:off x="264796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h220"/>
              <p:cNvSpPr/>
              <p:nvPr/>
            </p:nvSpPr>
            <p:spPr>
              <a:xfrm>
                <a:off x="265740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h221"/>
              <p:cNvSpPr/>
              <p:nvPr/>
            </p:nvSpPr>
            <p:spPr>
              <a:xfrm>
                <a:off x="266684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h222"/>
              <p:cNvSpPr/>
              <p:nvPr/>
            </p:nvSpPr>
            <p:spPr>
              <a:xfrm>
                <a:off x="267628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h223"/>
              <p:cNvSpPr/>
              <p:nvPr/>
            </p:nvSpPr>
            <p:spPr>
              <a:xfrm>
                <a:off x="268572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h224"/>
              <p:cNvSpPr/>
              <p:nvPr/>
            </p:nvSpPr>
            <p:spPr>
              <a:xfrm>
                <a:off x="269516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h225"/>
              <p:cNvSpPr/>
              <p:nvPr/>
            </p:nvSpPr>
            <p:spPr>
              <a:xfrm>
                <a:off x="270460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h226"/>
              <p:cNvSpPr/>
              <p:nvPr/>
            </p:nvSpPr>
            <p:spPr>
              <a:xfrm>
                <a:off x="271404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h227"/>
              <p:cNvSpPr/>
              <p:nvPr/>
            </p:nvSpPr>
            <p:spPr>
              <a:xfrm>
                <a:off x="272348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h228"/>
              <p:cNvSpPr/>
              <p:nvPr/>
            </p:nvSpPr>
            <p:spPr>
              <a:xfrm>
                <a:off x="273292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h229"/>
              <p:cNvSpPr/>
              <p:nvPr/>
            </p:nvSpPr>
            <p:spPr>
              <a:xfrm>
                <a:off x="274236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h230"/>
              <p:cNvSpPr/>
              <p:nvPr/>
            </p:nvSpPr>
            <p:spPr>
              <a:xfrm>
                <a:off x="275180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h231"/>
              <p:cNvSpPr/>
              <p:nvPr/>
            </p:nvSpPr>
            <p:spPr>
              <a:xfrm>
                <a:off x="276125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h232"/>
              <p:cNvSpPr/>
              <p:nvPr/>
            </p:nvSpPr>
            <p:spPr>
              <a:xfrm>
                <a:off x="277069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h233"/>
              <p:cNvSpPr/>
              <p:nvPr/>
            </p:nvSpPr>
            <p:spPr>
              <a:xfrm>
                <a:off x="278013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h234"/>
              <p:cNvSpPr/>
              <p:nvPr/>
            </p:nvSpPr>
            <p:spPr>
              <a:xfrm>
                <a:off x="278957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h235"/>
              <p:cNvSpPr/>
              <p:nvPr/>
            </p:nvSpPr>
            <p:spPr>
              <a:xfrm>
                <a:off x="279901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h236"/>
              <p:cNvSpPr/>
              <p:nvPr/>
            </p:nvSpPr>
            <p:spPr>
              <a:xfrm>
                <a:off x="280845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h237"/>
              <p:cNvSpPr/>
              <p:nvPr/>
            </p:nvSpPr>
            <p:spPr>
              <a:xfrm>
                <a:off x="281789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h238"/>
              <p:cNvSpPr/>
              <p:nvPr/>
            </p:nvSpPr>
            <p:spPr>
              <a:xfrm>
                <a:off x="282733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h239"/>
              <p:cNvSpPr/>
              <p:nvPr/>
            </p:nvSpPr>
            <p:spPr>
              <a:xfrm>
                <a:off x="283677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h240"/>
              <p:cNvSpPr/>
              <p:nvPr/>
            </p:nvSpPr>
            <p:spPr>
              <a:xfrm>
                <a:off x="284621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h241"/>
              <p:cNvSpPr/>
              <p:nvPr/>
            </p:nvSpPr>
            <p:spPr>
              <a:xfrm>
                <a:off x="285565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h242"/>
              <p:cNvSpPr/>
              <p:nvPr/>
            </p:nvSpPr>
            <p:spPr>
              <a:xfrm>
                <a:off x="286509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h243"/>
              <p:cNvSpPr/>
              <p:nvPr/>
            </p:nvSpPr>
            <p:spPr>
              <a:xfrm>
                <a:off x="287453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h244"/>
              <p:cNvSpPr/>
              <p:nvPr/>
            </p:nvSpPr>
            <p:spPr>
              <a:xfrm>
                <a:off x="288397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h245"/>
              <p:cNvSpPr/>
              <p:nvPr/>
            </p:nvSpPr>
            <p:spPr>
              <a:xfrm>
                <a:off x="289341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h246"/>
              <p:cNvSpPr/>
              <p:nvPr/>
            </p:nvSpPr>
            <p:spPr>
              <a:xfrm>
                <a:off x="290285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h247"/>
              <p:cNvSpPr/>
              <p:nvPr/>
            </p:nvSpPr>
            <p:spPr>
              <a:xfrm>
                <a:off x="2912293" y="2782734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0522"/>
                    </a:lnTo>
                    <a:lnTo>
                      <a:pt x="923350" y="911233"/>
                    </a:lnTo>
                    <a:lnTo>
                      <a:pt x="922370" y="912656"/>
                    </a:lnTo>
                    <a:lnTo>
                      <a:pt x="921389" y="914079"/>
                    </a:lnTo>
                    <a:lnTo>
                      <a:pt x="921168" y="91439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h248"/>
              <p:cNvSpPr/>
              <p:nvPr/>
            </p:nvSpPr>
            <p:spPr>
              <a:xfrm>
                <a:off x="2921734" y="2765164"/>
                <a:ext cx="923840" cy="92809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092">
                    <a:moveTo>
                      <a:pt x="914400" y="914400"/>
                    </a:moveTo>
                    <a:lnTo>
                      <a:pt x="923840" y="914412"/>
                    </a:lnTo>
                    <a:lnTo>
                      <a:pt x="923725" y="914578"/>
                    </a:lnTo>
                    <a:lnTo>
                      <a:pt x="922742" y="916000"/>
                    </a:lnTo>
                    <a:lnTo>
                      <a:pt x="921760" y="917422"/>
                    </a:lnTo>
                    <a:lnTo>
                      <a:pt x="920778" y="918845"/>
                    </a:lnTo>
                    <a:lnTo>
                      <a:pt x="919796" y="920267"/>
                    </a:lnTo>
                    <a:lnTo>
                      <a:pt x="918815" y="921689"/>
                    </a:lnTo>
                    <a:lnTo>
                      <a:pt x="917833" y="923112"/>
                    </a:lnTo>
                    <a:lnTo>
                      <a:pt x="916852" y="924534"/>
                    </a:lnTo>
                    <a:lnTo>
                      <a:pt x="915871" y="925957"/>
                    </a:lnTo>
                    <a:lnTo>
                      <a:pt x="914890" y="927380"/>
                    </a:lnTo>
                    <a:lnTo>
                      <a:pt x="914400" y="928092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h249"/>
              <p:cNvSpPr/>
              <p:nvPr/>
            </p:nvSpPr>
            <p:spPr>
              <a:xfrm>
                <a:off x="2496923" y="2747595"/>
                <a:ext cx="914399" cy="927394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394">
                    <a:moveTo>
                      <a:pt x="914399" y="914400"/>
                    </a:moveTo>
                    <a:lnTo>
                      <a:pt x="914399" y="927394"/>
                    </a:lnTo>
                    <a:lnTo>
                      <a:pt x="911984" y="921045"/>
                    </a:lnTo>
                    <a:lnTo>
                      <a:pt x="909725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h250"/>
              <p:cNvSpPr/>
              <p:nvPr/>
            </p:nvSpPr>
            <p:spPr>
              <a:xfrm>
                <a:off x="249692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226" y="931969"/>
                    </a:lnTo>
                    <a:lnTo>
                      <a:pt x="915398" y="930018"/>
                    </a:lnTo>
                    <a:lnTo>
                      <a:pt x="914399" y="927394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h251"/>
              <p:cNvSpPr/>
              <p:nvPr/>
            </p:nvSpPr>
            <p:spPr>
              <a:xfrm>
                <a:off x="250636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h252"/>
              <p:cNvSpPr/>
              <p:nvPr/>
            </p:nvSpPr>
            <p:spPr>
              <a:xfrm>
                <a:off x="251580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h253"/>
              <p:cNvSpPr/>
              <p:nvPr/>
            </p:nvSpPr>
            <p:spPr>
              <a:xfrm>
                <a:off x="252524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h254"/>
              <p:cNvSpPr/>
              <p:nvPr/>
            </p:nvSpPr>
            <p:spPr>
              <a:xfrm>
                <a:off x="253468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h255"/>
              <p:cNvSpPr/>
              <p:nvPr/>
            </p:nvSpPr>
            <p:spPr>
              <a:xfrm>
                <a:off x="254412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h256"/>
              <p:cNvSpPr/>
              <p:nvPr/>
            </p:nvSpPr>
            <p:spPr>
              <a:xfrm>
                <a:off x="255356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h257"/>
              <p:cNvSpPr/>
              <p:nvPr/>
            </p:nvSpPr>
            <p:spPr>
              <a:xfrm>
                <a:off x="256300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h258"/>
              <p:cNvSpPr/>
              <p:nvPr/>
            </p:nvSpPr>
            <p:spPr>
              <a:xfrm>
                <a:off x="257244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h259"/>
              <p:cNvSpPr/>
              <p:nvPr/>
            </p:nvSpPr>
            <p:spPr>
              <a:xfrm>
                <a:off x="258188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h260"/>
              <p:cNvSpPr/>
              <p:nvPr/>
            </p:nvSpPr>
            <p:spPr>
              <a:xfrm>
                <a:off x="259132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h261"/>
              <p:cNvSpPr/>
              <p:nvPr/>
            </p:nvSpPr>
            <p:spPr>
              <a:xfrm>
                <a:off x="260076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h262"/>
              <p:cNvSpPr/>
              <p:nvPr/>
            </p:nvSpPr>
            <p:spPr>
              <a:xfrm>
                <a:off x="261020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h263"/>
              <p:cNvSpPr/>
              <p:nvPr/>
            </p:nvSpPr>
            <p:spPr>
              <a:xfrm>
                <a:off x="261964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h264"/>
              <p:cNvSpPr/>
              <p:nvPr/>
            </p:nvSpPr>
            <p:spPr>
              <a:xfrm>
                <a:off x="262908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h265"/>
              <p:cNvSpPr/>
              <p:nvPr/>
            </p:nvSpPr>
            <p:spPr>
              <a:xfrm>
                <a:off x="263852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h266"/>
              <p:cNvSpPr/>
              <p:nvPr/>
            </p:nvSpPr>
            <p:spPr>
              <a:xfrm>
                <a:off x="264796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h267"/>
              <p:cNvSpPr/>
              <p:nvPr/>
            </p:nvSpPr>
            <p:spPr>
              <a:xfrm>
                <a:off x="265740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h268"/>
              <p:cNvSpPr/>
              <p:nvPr/>
            </p:nvSpPr>
            <p:spPr>
              <a:xfrm>
                <a:off x="266684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h269"/>
              <p:cNvSpPr/>
              <p:nvPr/>
            </p:nvSpPr>
            <p:spPr>
              <a:xfrm>
                <a:off x="267628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h270"/>
              <p:cNvSpPr/>
              <p:nvPr/>
            </p:nvSpPr>
            <p:spPr>
              <a:xfrm>
                <a:off x="268572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h271"/>
              <p:cNvSpPr/>
              <p:nvPr/>
            </p:nvSpPr>
            <p:spPr>
              <a:xfrm>
                <a:off x="269516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h272"/>
              <p:cNvSpPr/>
              <p:nvPr/>
            </p:nvSpPr>
            <p:spPr>
              <a:xfrm>
                <a:off x="270460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h273"/>
              <p:cNvSpPr/>
              <p:nvPr/>
            </p:nvSpPr>
            <p:spPr>
              <a:xfrm>
                <a:off x="271404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h274"/>
              <p:cNvSpPr/>
              <p:nvPr/>
            </p:nvSpPr>
            <p:spPr>
              <a:xfrm>
                <a:off x="272348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h275"/>
              <p:cNvSpPr/>
              <p:nvPr/>
            </p:nvSpPr>
            <p:spPr>
              <a:xfrm>
                <a:off x="273292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h276"/>
              <p:cNvSpPr/>
              <p:nvPr/>
            </p:nvSpPr>
            <p:spPr>
              <a:xfrm>
                <a:off x="274236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h277"/>
              <p:cNvSpPr/>
              <p:nvPr/>
            </p:nvSpPr>
            <p:spPr>
              <a:xfrm>
                <a:off x="275180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h278"/>
              <p:cNvSpPr/>
              <p:nvPr/>
            </p:nvSpPr>
            <p:spPr>
              <a:xfrm>
                <a:off x="276125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h279"/>
              <p:cNvSpPr/>
              <p:nvPr/>
            </p:nvSpPr>
            <p:spPr>
              <a:xfrm>
                <a:off x="277069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h280"/>
              <p:cNvSpPr/>
              <p:nvPr/>
            </p:nvSpPr>
            <p:spPr>
              <a:xfrm>
                <a:off x="278013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h281"/>
              <p:cNvSpPr/>
              <p:nvPr/>
            </p:nvSpPr>
            <p:spPr>
              <a:xfrm>
                <a:off x="278957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h282"/>
              <p:cNvSpPr/>
              <p:nvPr/>
            </p:nvSpPr>
            <p:spPr>
              <a:xfrm>
                <a:off x="279901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h283"/>
              <p:cNvSpPr/>
              <p:nvPr/>
            </p:nvSpPr>
            <p:spPr>
              <a:xfrm>
                <a:off x="280845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h284"/>
              <p:cNvSpPr/>
              <p:nvPr/>
            </p:nvSpPr>
            <p:spPr>
              <a:xfrm>
                <a:off x="281789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h285"/>
              <p:cNvSpPr/>
              <p:nvPr/>
            </p:nvSpPr>
            <p:spPr>
              <a:xfrm>
                <a:off x="282733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h286"/>
              <p:cNvSpPr/>
              <p:nvPr/>
            </p:nvSpPr>
            <p:spPr>
              <a:xfrm>
                <a:off x="283677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h287"/>
              <p:cNvSpPr/>
              <p:nvPr/>
            </p:nvSpPr>
            <p:spPr>
              <a:xfrm>
                <a:off x="284621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h288"/>
              <p:cNvSpPr/>
              <p:nvPr/>
            </p:nvSpPr>
            <p:spPr>
              <a:xfrm>
                <a:off x="285565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h289"/>
              <p:cNvSpPr/>
              <p:nvPr/>
            </p:nvSpPr>
            <p:spPr>
              <a:xfrm>
                <a:off x="286509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h290"/>
              <p:cNvSpPr/>
              <p:nvPr/>
            </p:nvSpPr>
            <p:spPr>
              <a:xfrm>
                <a:off x="287453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h291"/>
              <p:cNvSpPr/>
              <p:nvPr/>
            </p:nvSpPr>
            <p:spPr>
              <a:xfrm>
                <a:off x="288397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h292"/>
              <p:cNvSpPr/>
              <p:nvPr/>
            </p:nvSpPr>
            <p:spPr>
              <a:xfrm>
                <a:off x="289341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h293"/>
              <p:cNvSpPr/>
              <p:nvPr/>
            </p:nvSpPr>
            <p:spPr>
              <a:xfrm>
                <a:off x="290285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h294"/>
              <p:cNvSpPr/>
              <p:nvPr/>
            </p:nvSpPr>
            <p:spPr>
              <a:xfrm>
                <a:off x="291229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h295"/>
              <p:cNvSpPr/>
              <p:nvPr/>
            </p:nvSpPr>
            <p:spPr>
              <a:xfrm>
                <a:off x="292173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h296"/>
              <p:cNvSpPr/>
              <p:nvPr/>
            </p:nvSpPr>
            <p:spPr>
              <a:xfrm>
                <a:off x="2931174" y="27651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642"/>
                    </a:lnTo>
                    <a:lnTo>
                      <a:pt x="920790" y="904807"/>
                    </a:lnTo>
                    <a:lnTo>
                      <a:pt x="916256" y="911726"/>
                    </a:lnTo>
                    <a:lnTo>
                      <a:pt x="915267" y="913156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h297"/>
              <p:cNvSpPr/>
              <p:nvPr/>
            </p:nvSpPr>
            <p:spPr>
              <a:xfrm>
                <a:off x="2940614" y="2747595"/>
                <a:ext cx="916023" cy="917211"/>
              </a:xfrm>
              <a:custGeom>
                <a:avLst/>
                <a:gdLst/>
                <a:ahLst/>
                <a:cxnLst/>
                <a:rect l="0" t="0" r="0" b="0"/>
                <a:pathLst>
                  <a:path w="916023" h="917211">
                    <a:moveTo>
                      <a:pt x="914400" y="914400"/>
                    </a:moveTo>
                    <a:lnTo>
                      <a:pt x="916023" y="914400"/>
                    </a:lnTo>
                    <a:lnTo>
                      <a:pt x="915687" y="915031"/>
                    </a:lnTo>
                    <a:lnTo>
                      <a:pt x="914400" y="917211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h298"/>
              <p:cNvSpPr/>
              <p:nvPr/>
            </p:nvSpPr>
            <p:spPr>
              <a:xfrm>
                <a:off x="2487483" y="2730025"/>
                <a:ext cx="914400" cy="91608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080">
                    <a:moveTo>
                      <a:pt x="914400" y="914400"/>
                    </a:moveTo>
                    <a:lnTo>
                      <a:pt x="914400" y="916080"/>
                    </a:lnTo>
                    <a:lnTo>
                      <a:pt x="913952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h299"/>
              <p:cNvSpPr/>
              <p:nvPr/>
            </p:nvSpPr>
            <p:spPr>
              <a:xfrm>
                <a:off x="248748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165" y="931969"/>
                    </a:lnTo>
                    <a:lnTo>
                      <a:pt x="918266" y="929323"/>
                    </a:lnTo>
                    <a:lnTo>
                      <a:pt x="915372" y="919737"/>
                    </a:lnTo>
                    <a:lnTo>
                      <a:pt x="914400" y="91608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h300"/>
              <p:cNvSpPr/>
              <p:nvPr/>
            </p:nvSpPr>
            <p:spPr>
              <a:xfrm>
                <a:off x="249692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h301"/>
              <p:cNvSpPr/>
              <p:nvPr/>
            </p:nvSpPr>
            <p:spPr>
              <a:xfrm>
                <a:off x="250636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h302"/>
              <p:cNvSpPr/>
              <p:nvPr/>
            </p:nvSpPr>
            <p:spPr>
              <a:xfrm>
                <a:off x="251580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h303"/>
              <p:cNvSpPr/>
              <p:nvPr/>
            </p:nvSpPr>
            <p:spPr>
              <a:xfrm>
                <a:off x="252524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h304"/>
              <p:cNvSpPr/>
              <p:nvPr/>
            </p:nvSpPr>
            <p:spPr>
              <a:xfrm>
                <a:off x="253468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h305"/>
              <p:cNvSpPr/>
              <p:nvPr/>
            </p:nvSpPr>
            <p:spPr>
              <a:xfrm>
                <a:off x="254412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h306"/>
              <p:cNvSpPr/>
              <p:nvPr/>
            </p:nvSpPr>
            <p:spPr>
              <a:xfrm>
                <a:off x="255356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h307"/>
              <p:cNvSpPr/>
              <p:nvPr/>
            </p:nvSpPr>
            <p:spPr>
              <a:xfrm>
                <a:off x="256300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h308"/>
              <p:cNvSpPr/>
              <p:nvPr/>
            </p:nvSpPr>
            <p:spPr>
              <a:xfrm>
                <a:off x="257244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h309"/>
              <p:cNvSpPr/>
              <p:nvPr/>
            </p:nvSpPr>
            <p:spPr>
              <a:xfrm>
                <a:off x="258188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h310"/>
              <p:cNvSpPr/>
              <p:nvPr/>
            </p:nvSpPr>
            <p:spPr>
              <a:xfrm>
                <a:off x="259132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h311"/>
              <p:cNvSpPr/>
              <p:nvPr/>
            </p:nvSpPr>
            <p:spPr>
              <a:xfrm>
                <a:off x="260076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h312"/>
              <p:cNvSpPr/>
              <p:nvPr/>
            </p:nvSpPr>
            <p:spPr>
              <a:xfrm>
                <a:off x="261020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h313"/>
              <p:cNvSpPr/>
              <p:nvPr/>
            </p:nvSpPr>
            <p:spPr>
              <a:xfrm>
                <a:off x="261964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h314"/>
              <p:cNvSpPr/>
              <p:nvPr/>
            </p:nvSpPr>
            <p:spPr>
              <a:xfrm>
                <a:off x="262908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h315"/>
              <p:cNvSpPr/>
              <p:nvPr/>
            </p:nvSpPr>
            <p:spPr>
              <a:xfrm>
                <a:off x="263852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h316"/>
              <p:cNvSpPr/>
              <p:nvPr/>
            </p:nvSpPr>
            <p:spPr>
              <a:xfrm>
                <a:off x="264796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h317"/>
              <p:cNvSpPr/>
              <p:nvPr/>
            </p:nvSpPr>
            <p:spPr>
              <a:xfrm>
                <a:off x="265740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h318"/>
              <p:cNvSpPr/>
              <p:nvPr/>
            </p:nvSpPr>
            <p:spPr>
              <a:xfrm>
                <a:off x="266684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h319"/>
              <p:cNvSpPr/>
              <p:nvPr/>
            </p:nvSpPr>
            <p:spPr>
              <a:xfrm>
                <a:off x="267628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h320"/>
              <p:cNvSpPr/>
              <p:nvPr/>
            </p:nvSpPr>
            <p:spPr>
              <a:xfrm>
                <a:off x="268572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h321"/>
              <p:cNvSpPr/>
              <p:nvPr/>
            </p:nvSpPr>
            <p:spPr>
              <a:xfrm>
                <a:off x="269516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h322"/>
              <p:cNvSpPr/>
              <p:nvPr/>
            </p:nvSpPr>
            <p:spPr>
              <a:xfrm>
                <a:off x="270460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h323"/>
              <p:cNvSpPr/>
              <p:nvPr/>
            </p:nvSpPr>
            <p:spPr>
              <a:xfrm>
                <a:off x="271404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h324"/>
              <p:cNvSpPr/>
              <p:nvPr/>
            </p:nvSpPr>
            <p:spPr>
              <a:xfrm>
                <a:off x="272348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h325"/>
              <p:cNvSpPr/>
              <p:nvPr/>
            </p:nvSpPr>
            <p:spPr>
              <a:xfrm>
                <a:off x="273292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h326"/>
              <p:cNvSpPr/>
              <p:nvPr/>
            </p:nvSpPr>
            <p:spPr>
              <a:xfrm>
                <a:off x="274236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h327"/>
              <p:cNvSpPr/>
              <p:nvPr/>
            </p:nvSpPr>
            <p:spPr>
              <a:xfrm>
                <a:off x="275180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h328"/>
              <p:cNvSpPr/>
              <p:nvPr/>
            </p:nvSpPr>
            <p:spPr>
              <a:xfrm>
                <a:off x="276125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h329"/>
              <p:cNvSpPr/>
              <p:nvPr/>
            </p:nvSpPr>
            <p:spPr>
              <a:xfrm>
                <a:off x="277069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h330"/>
              <p:cNvSpPr/>
              <p:nvPr/>
            </p:nvSpPr>
            <p:spPr>
              <a:xfrm>
                <a:off x="278013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h331"/>
              <p:cNvSpPr/>
              <p:nvPr/>
            </p:nvSpPr>
            <p:spPr>
              <a:xfrm>
                <a:off x="278957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h332"/>
              <p:cNvSpPr/>
              <p:nvPr/>
            </p:nvSpPr>
            <p:spPr>
              <a:xfrm>
                <a:off x="279901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h333"/>
              <p:cNvSpPr/>
              <p:nvPr/>
            </p:nvSpPr>
            <p:spPr>
              <a:xfrm>
                <a:off x="280845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h334"/>
              <p:cNvSpPr/>
              <p:nvPr/>
            </p:nvSpPr>
            <p:spPr>
              <a:xfrm>
                <a:off x="281789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h335"/>
              <p:cNvSpPr/>
              <p:nvPr/>
            </p:nvSpPr>
            <p:spPr>
              <a:xfrm>
                <a:off x="282733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h336"/>
              <p:cNvSpPr/>
              <p:nvPr/>
            </p:nvSpPr>
            <p:spPr>
              <a:xfrm>
                <a:off x="283677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h337"/>
              <p:cNvSpPr/>
              <p:nvPr/>
            </p:nvSpPr>
            <p:spPr>
              <a:xfrm>
                <a:off x="284621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h338"/>
              <p:cNvSpPr/>
              <p:nvPr/>
            </p:nvSpPr>
            <p:spPr>
              <a:xfrm>
                <a:off x="285565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h339"/>
              <p:cNvSpPr/>
              <p:nvPr/>
            </p:nvSpPr>
            <p:spPr>
              <a:xfrm>
                <a:off x="286509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h340"/>
              <p:cNvSpPr/>
              <p:nvPr/>
            </p:nvSpPr>
            <p:spPr>
              <a:xfrm>
                <a:off x="287453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h341"/>
              <p:cNvSpPr/>
              <p:nvPr/>
            </p:nvSpPr>
            <p:spPr>
              <a:xfrm>
                <a:off x="288397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h342"/>
              <p:cNvSpPr/>
              <p:nvPr/>
            </p:nvSpPr>
            <p:spPr>
              <a:xfrm>
                <a:off x="289341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h343"/>
              <p:cNvSpPr/>
              <p:nvPr/>
            </p:nvSpPr>
            <p:spPr>
              <a:xfrm>
                <a:off x="290285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h344"/>
              <p:cNvSpPr/>
              <p:nvPr/>
            </p:nvSpPr>
            <p:spPr>
              <a:xfrm>
                <a:off x="291229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h345"/>
              <p:cNvSpPr/>
              <p:nvPr/>
            </p:nvSpPr>
            <p:spPr>
              <a:xfrm>
                <a:off x="292173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h346"/>
              <p:cNvSpPr/>
              <p:nvPr/>
            </p:nvSpPr>
            <p:spPr>
              <a:xfrm>
                <a:off x="293117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h347"/>
              <p:cNvSpPr/>
              <p:nvPr/>
            </p:nvSpPr>
            <p:spPr>
              <a:xfrm>
                <a:off x="2940614" y="274759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855"/>
                    </a:lnTo>
                    <a:lnTo>
                      <a:pt x="923718" y="899136"/>
                    </a:lnTo>
                    <a:lnTo>
                      <a:pt x="919813" y="907277"/>
                    </a:lnTo>
                    <a:lnTo>
                      <a:pt x="916023" y="914400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h348"/>
              <p:cNvSpPr/>
              <p:nvPr/>
            </p:nvSpPr>
            <p:spPr>
              <a:xfrm>
                <a:off x="2950054" y="2730025"/>
                <a:ext cx="915274" cy="916425"/>
              </a:xfrm>
              <a:custGeom>
                <a:avLst/>
                <a:gdLst/>
                <a:ahLst/>
                <a:cxnLst/>
                <a:rect l="0" t="0" r="0" b="0"/>
                <a:pathLst>
                  <a:path w="915274" h="916425">
                    <a:moveTo>
                      <a:pt x="914400" y="914400"/>
                    </a:moveTo>
                    <a:lnTo>
                      <a:pt x="915274" y="914400"/>
                    </a:lnTo>
                    <a:lnTo>
                      <a:pt x="914400" y="916425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h349"/>
              <p:cNvSpPr/>
              <p:nvPr/>
            </p:nvSpPr>
            <p:spPr>
              <a:xfrm>
                <a:off x="2487483" y="271245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952" y="931969"/>
                    </a:lnTo>
                    <a:lnTo>
                      <a:pt x="912751" y="927453"/>
                    </a:lnTo>
                    <a:lnTo>
                      <a:pt x="910409" y="917358"/>
                    </a:lnTo>
                    <a:lnTo>
                      <a:pt x="909819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h350"/>
              <p:cNvSpPr/>
              <p:nvPr/>
            </p:nvSpPr>
            <p:spPr>
              <a:xfrm>
                <a:off x="248748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h351"/>
              <p:cNvSpPr/>
              <p:nvPr/>
            </p:nvSpPr>
            <p:spPr>
              <a:xfrm>
                <a:off x="249692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h352"/>
              <p:cNvSpPr/>
              <p:nvPr/>
            </p:nvSpPr>
            <p:spPr>
              <a:xfrm>
                <a:off x="250636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h353"/>
              <p:cNvSpPr/>
              <p:nvPr/>
            </p:nvSpPr>
            <p:spPr>
              <a:xfrm>
                <a:off x="251580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h354"/>
              <p:cNvSpPr/>
              <p:nvPr/>
            </p:nvSpPr>
            <p:spPr>
              <a:xfrm>
                <a:off x="252524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h355"/>
              <p:cNvSpPr/>
              <p:nvPr/>
            </p:nvSpPr>
            <p:spPr>
              <a:xfrm>
                <a:off x="253468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h356"/>
              <p:cNvSpPr/>
              <p:nvPr/>
            </p:nvSpPr>
            <p:spPr>
              <a:xfrm>
                <a:off x="254412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h357"/>
              <p:cNvSpPr/>
              <p:nvPr/>
            </p:nvSpPr>
            <p:spPr>
              <a:xfrm>
                <a:off x="255356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h358"/>
              <p:cNvSpPr/>
              <p:nvPr/>
            </p:nvSpPr>
            <p:spPr>
              <a:xfrm>
                <a:off x="256300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h359"/>
              <p:cNvSpPr/>
              <p:nvPr/>
            </p:nvSpPr>
            <p:spPr>
              <a:xfrm>
                <a:off x="257244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h360"/>
              <p:cNvSpPr/>
              <p:nvPr/>
            </p:nvSpPr>
            <p:spPr>
              <a:xfrm>
                <a:off x="258188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h361"/>
              <p:cNvSpPr/>
              <p:nvPr/>
            </p:nvSpPr>
            <p:spPr>
              <a:xfrm>
                <a:off x="259132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h362"/>
              <p:cNvSpPr/>
              <p:nvPr/>
            </p:nvSpPr>
            <p:spPr>
              <a:xfrm>
                <a:off x="260076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h363"/>
              <p:cNvSpPr/>
              <p:nvPr/>
            </p:nvSpPr>
            <p:spPr>
              <a:xfrm>
                <a:off x="261020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h364"/>
              <p:cNvSpPr/>
              <p:nvPr/>
            </p:nvSpPr>
            <p:spPr>
              <a:xfrm>
                <a:off x="261964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h365"/>
              <p:cNvSpPr/>
              <p:nvPr/>
            </p:nvSpPr>
            <p:spPr>
              <a:xfrm>
                <a:off x="262908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h366"/>
              <p:cNvSpPr/>
              <p:nvPr/>
            </p:nvSpPr>
            <p:spPr>
              <a:xfrm>
                <a:off x="263852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h367"/>
              <p:cNvSpPr/>
              <p:nvPr/>
            </p:nvSpPr>
            <p:spPr>
              <a:xfrm>
                <a:off x="264796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h368"/>
              <p:cNvSpPr/>
              <p:nvPr/>
            </p:nvSpPr>
            <p:spPr>
              <a:xfrm>
                <a:off x="265740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h369"/>
              <p:cNvSpPr/>
              <p:nvPr/>
            </p:nvSpPr>
            <p:spPr>
              <a:xfrm>
                <a:off x="266684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h370"/>
              <p:cNvSpPr/>
              <p:nvPr/>
            </p:nvSpPr>
            <p:spPr>
              <a:xfrm>
                <a:off x="267628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h371"/>
              <p:cNvSpPr/>
              <p:nvPr/>
            </p:nvSpPr>
            <p:spPr>
              <a:xfrm>
                <a:off x="268572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h372"/>
              <p:cNvSpPr/>
              <p:nvPr/>
            </p:nvSpPr>
            <p:spPr>
              <a:xfrm>
                <a:off x="269516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h373"/>
              <p:cNvSpPr/>
              <p:nvPr/>
            </p:nvSpPr>
            <p:spPr>
              <a:xfrm>
                <a:off x="270460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h374"/>
              <p:cNvSpPr/>
              <p:nvPr/>
            </p:nvSpPr>
            <p:spPr>
              <a:xfrm>
                <a:off x="271404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h375"/>
              <p:cNvSpPr/>
              <p:nvPr/>
            </p:nvSpPr>
            <p:spPr>
              <a:xfrm>
                <a:off x="272348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h376"/>
              <p:cNvSpPr/>
              <p:nvPr/>
            </p:nvSpPr>
            <p:spPr>
              <a:xfrm>
                <a:off x="273292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h377"/>
              <p:cNvSpPr/>
              <p:nvPr/>
            </p:nvSpPr>
            <p:spPr>
              <a:xfrm>
                <a:off x="274236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h378"/>
              <p:cNvSpPr/>
              <p:nvPr/>
            </p:nvSpPr>
            <p:spPr>
              <a:xfrm>
                <a:off x="275180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h379"/>
              <p:cNvSpPr/>
              <p:nvPr/>
            </p:nvSpPr>
            <p:spPr>
              <a:xfrm>
                <a:off x="276125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h380"/>
              <p:cNvSpPr/>
              <p:nvPr/>
            </p:nvSpPr>
            <p:spPr>
              <a:xfrm>
                <a:off x="277069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h381"/>
              <p:cNvSpPr/>
              <p:nvPr/>
            </p:nvSpPr>
            <p:spPr>
              <a:xfrm>
                <a:off x="278013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h382"/>
              <p:cNvSpPr/>
              <p:nvPr/>
            </p:nvSpPr>
            <p:spPr>
              <a:xfrm>
                <a:off x="278957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h383"/>
              <p:cNvSpPr/>
              <p:nvPr/>
            </p:nvSpPr>
            <p:spPr>
              <a:xfrm>
                <a:off x="279901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h384"/>
              <p:cNvSpPr/>
              <p:nvPr/>
            </p:nvSpPr>
            <p:spPr>
              <a:xfrm>
                <a:off x="280845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h385"/>
              <p:cNvSpPr/>
              <p:nvPr/>
            </p:nvSpPr>
            <p:spPr>
              <a:xfrm>
                <a:off x="281789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h386"/>
              <p:cNvSpPr/>
              <p:nvPr/>
            </p:nvSpPr>
            <p:spPr>
              <a:xfrm>
                <a:off x="282733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h387"/>
              <p:cNvSpPr/>
              <p:nvPr/>
            </p:nvSpPr>
            <p:spPr>
              <a:xfrm>
                <a:off x="283677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h388"/>
              <p:cNvSpPr/>
              <p:nvPr/>
            </p:nvSpPr>
            <p:spPr>
              <a:xfrm>
                <a:off x="284621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h389"/>
              <p:cNvSpPr/>
              <p:nvPr/>
            </p:nvSpPr>
            <p:spPr>
              <a:xfrm>
                <a:off x="285565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h390"/>
              <p:cNvSpPr/>
              <p:nvPr/>
            </p:nvSpPr>
            <p:spPr>
              <a:xfrm>
                <a:off x="286509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h391"/>
              <p:cNvSpPr/>
              <p:nvPr/>
            </p:nvSpPr>
            <p:spPr>
              <a:xfrm>
                <a:off x="287453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h392"/>
              <p:cNvSpPr/>
              <p:nvPr/>
            </p:nvSpPr>
            <p:spPr>
              <a:xfrm>
                <a:off x="288397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h393"/>
              <p:cNvSpPr/>
              <p:nvPr/>
            </p:nvSpPr>
            <p:spPr>
              <a:xfrm>
                <a:off x="289341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h394"/>
              <p:cNvSpPr/>
              <p:nvPr/>
            </p:nvSpPr>
            <p:spPr>
              <a:xfrm>
                <a:off x="290285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h395"/>
              <p:cNvSpPr/>
              <p:nvPr/>
            </p:nvSpPr>
            <p:spPr>
              <a:xfrm>
                <a:off x="291229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h396"/>
              <p:cNvSpPr/>
              <p:nvPr/>
            </p:nvSpPr>
            <p:spPr>
              <a:xfrm>
                <a:off x="292173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h397"/>
              <p:cNvSpPr/>
              <p:nvPr/>
            </p:nvSpPr>
            <p:spPr>
              <a:xfrm>
                <a:off x="293117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h398"/>
              <p:cNvSpPr/>
              <p:nvPr/>
            </p:nvSpPr>
            <p:spPr>
              <a:xfrm>
                <a:off x="294061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h399"/>
              <p:cNvSpPr/>
              <p:nvPr/>
            </p:nvSpPr>
            <p:spPr>
              <a:xfrm>
                <a:off x="2950054" y="2730025"/>
                <a:ext cx="9222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5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259" y="896830"/>
                    </a:lnTo>
                    <a:lnTo>
                      <a:pt x="921384" y="899352"/>
                    </a:lnTo>
                    <a:lnTo>
                      <a:pt x="917952" y="908200"/>
                    </a:lnTo>
                    <a:lnTo>
                      <a:pt x="915274" y="914400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h400"/>
              <p:cNvSpPr/>
              <p:nvPr/>
            </p:nvSpPr>
            <p:spPr>
              <a:xfrm>
                <a:off x="2487483" y="269488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819" y="931969"/>
                    </a:lnTo>
                    <a:lnTo>
                      <a:pt x="908353" y="924620"/>
                    </a:lnTo>
                    <a:lnTo>
                      <a:pt x="906635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h401"/>
              <p:cNvSpPr/>
              <p:nvPr/>
            </p:nvSpPr>
            <p:spPr>
              <a:xfrm>
                <a:off x="248748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h402"/>
              <p:cNvSpPr/>
              <p:nvPr/>
            </p:nvSpPr>
            <p:spPr>
              <a:xfrm>
                <a:off x="249692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h403"/>
              <p:cNvSpPr/>
              <p:nvPr/>
            </p:nvSpPr>
            <p:spPr>
              <a:xfrm>
                <a:off x="250636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h404"/>
              <p:cNvSpPr/>
              <p:nvPr/>
            </p:nvSpPr>
            <p:spPr>
              <a:xfrm>
                <a:off x="251580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h405"/>
              <p:cNvSpPr/>
              <p:nvPr/>
            </p:nvSpPr>
            <p:spPr>
              <a:xfrm>
                <a:off x="252524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h406"/>
              <p:cNvSpPr/>
              <p:nvPr/>
            </p:nvSpPr>
            <p:spPr>
              <a:xfrm>
                <a:off x="253468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h407"/>
              <p:cNvSpPr/>
              <p:nvPr/>
            </p:nvSpPr>
            <p:spPr>
              <a:xfrm>
                <a:off x="254412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h408"/>
              <p:cNvSpPr/>
              <p:nvPr/>
            </p:nvSpPr>
            <p:spPr>
              <a:xfrm>
                <a:off x="255356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h409"/>
              <p:cNvSpPr/>
              <p:nvPr/>
            </p:nvSpPr>
            <p:spPr>
              <a:xfrm>
                <a:off x="256300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h410"/>
              <p:cNvSpPr/>
              <p:nvPr/>
            </p:nvSpPr>
            <p:spPr>
              <a:xfrm>
                <a:off x="257244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h411"/>
              <p:cNvSpPr/>
              <p:nvPr/>
            </p:nvSpPr>
            <p:spPr>
              <a:xfrm>
                <a:off x="258188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h412"/>
              <p:cNvSpPr/>
              <p:nvPr/>
            </p:nvSpPr>
            <p:spPr>
              <a:xfrm>
                <a:off x="259132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h413"/>
              <p:cNvSpPr/>
              <p:nvPr/>
            </p:nvSpPr>
            <p:spPr>
              <a:xfrm>
                <a:off x="260076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h414"/>
              <p:cNvSpPr/>
              <p:nvPr/>
            </p:nvSpPr>
            <p:spPr>
              <a:xfrm>
                <a:off x="261020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h415"/>
              <p:cNvSpPr/>
              <p:nvPr/>
            </p:nvSpPr>
            <p:spPr>
              <a:xfrm>
                <a:off x="261964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h416"/>
              <p:cNvSpPr/>
              <p:nvPr/>
            </p:nvSpPr>
            <p:spPr>
              <a:xfrm>
                <a:off x="262908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h417"/>
              <p:cNvSpPr/>
              <p:nvPr/>
            </p:nvSpPr>
            <p:spPr>
              <a:xfrm>
                <a:off x="263852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h418"/>
              <p:cNvSpPr/>
              <p:nvPr/>
            </p:nvSpPr>
            <p:spPr>
              <a:xfrm>
                <a:off x="264796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h419"/>
              <p:cNvSpPr/>
              <p:nvPr/>
            </p:nvSpPr>
            <p:spPr>
              <a:xfrm>
                <a:off x="265740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h420"/>
              <p:cNvSpPr/>
              <p:nvPr/>
            </p:nvSpPr>
            <p:spPr>
              <a:xfrm>
                <a:off x="266684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h421"/>
              <p:cNvSpPr/>
              <p:nvPr/>
            </p:nvSpPr>
            <p:spPr>
              <a:xfrm>
                <a:off x="267628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h422"/>
              <p:cNvSpPr/>
              <p:nvPr/>
            </p:nvSpPr>
            <p:spPr>
              <a:xfrm>
                <a:off x="268572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h423"/>
              <p:cNvSpPr/>
              <p:nvPr/>
            </p:nvSpPr>
            <p:spPr>
              <a:xfrm>
                <a:off x="269516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h424"/>
              <p:cNvSpPr/>
              <p:nvPr/>
            </p:nvSpPr>
            <p:spPr>
              <a:xfrm>
                <a:off x="270460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h425"/>
              <p:cNvSpPr/>
              <p:nvPr/>
            </p:nvSpPr>
            <p:spPr>
              <a:xfrm>
                <a:off x="271404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h426"/>
              <p:cNvSpPr/>
              <p:nvPr/>
            </p:nvSpPr>
            <p:spPr>
              <a:xfrm>
                <a:off x="272348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h427"/>
              <p:cNvSpPr/>
              <p:nvPr/>
            </p:nvSpPr>
            <p:spPr>
              <a:xfrm>
                <a:off x="273292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h428"/>
              <p:cNvSpPr/>
              <p:nvPr/>
            </p:nvSpPr>
            <p:spPr>
              <a:xfrm>
                <a:off x="274236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h429"/>
              <p:cNvSpPr/>
              <p:nvPr/>
            </p:nvSpPr>
            <p:spPr>
              <a:xfrm>
                <a:off x="275180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h430"/>
              <p:cNvSpPr/>
              <p:nvPr/>
            </p:nvSpPr>
            <p:spPr>
              <a:xfrm>
                <a:off x="276125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h431"/>
              <p:cNvSpPr/>
              <p:nvPr/>
            </p:nvSpPr>
            <p:spPr>
              <a:xfrm>
                <a:off x="277069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h432"/>
              <p:cNvSpPr/>
              <p:nvPr/>
            </p:nvSpPr>
            <p:spPr>
              <a:xfrm>
                <a:off x="278013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h433"/>
              <p:cNvSpPr/>
              <p:nvPr/>
            </p:nvSpPr>
            <p:spPr>
              <a:xfrm>
                <a:off x="278957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h434"/>
              <p:cNvSpPr/>
              <p:nvPr/>
            </p:nvSpPr>
            <p:spPr>
              <a:xfrm>
                <a:off x="279901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h435"/>
              <p:cNvSpPr/>
              <p:nvPr/>
            </p:nvSpPr>
            <p:spPr>
              <a:xfrm>
                <a:off x="280845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h436"/>
              <p:cNvSpPr/>
              <p:nvPr/>
            </p:nvSpPr>
            <p:spPr>
              <a:xfrm>
                <a:off x="281789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h437"/>
              <p:cNvSpPr/>
              <p:nvPr/>
            </p:nvSpPr>
            <p:spPr>
              <a:xfrm>
                <a:off x="282733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h438"/>
              <p:cNvSpPr/>
              <p:nvPr/>
            </p:nvSpPr>
            <p:spPr>
              <a:xfrm>
                <a:off x="283677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h439"/>
              <p:cNvSpPr/>
              <p:nvPr/>
            </p:nvSpPr>
            <p:spPr>
              <a:xfrm>
                <a:off x="284621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h440"/>
              <p:cNvSpPr/>
              <p:nvPr/>
            </p:nvSpPr>
            <p:spPr>
              <a:xfrm>
                <a:off x="285565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h441"/>
              <p:cNvSpPr/>
              <p:nvPr/>
            </p:nvSpPr>
            <p:spPr>
              <a:xfrm>
                <a:off x="286509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h442"/>
              <p:cNvSpPr/>
              <p:nvPr/>
            </p:nvSpPr>
            <p:spPr>
              <a:xfrm>
                <a:off x="287453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h443"/>
              <p:cNvSpPr/>
              <p:nvPr/>
            </p:nvSpPr>
            <p:spPr>
              <a:xfrm>
                <a:off x="288397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h444"/>
              <p:cNvSpPr/>
              <p:nvPr/>
            </p:nvSpPr>
            <p:spPr>
              <a:xfrm>
                <a:off x="289341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h445"/>
              <p:cNvSpPr/>
              <p:nvPr/>
            </p:nvSpPr>
            <p:spPr>
              <a:xfrm>
                <a:off x="290285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B">
                  <a:alpha val="100000"/>
                </a:srgbClr>
              </a:solidFill>
              <a:ln w="5420" cap="flat">
                <a:solidFill>
                  <a:srgbClr val="E4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h446"/>
              <p:cNvSpPr/>
              <p:nvPr/>
            </p:nvSpPr>
            <p:spPr>
              <a:xfrm>
                <a:off x="291229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h447"/>
              <p:cNvSpPr/>
              <p:nvPr/>
            </p:nvSpPr>
            <p:spPr>
              <a:xfrm>
                <a:off x="292173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h448"/>
              <p:cNvSpPr/>
              <p:nvPr/>
            </p:nvSpPr>
            <p:spPr>
              <a:xfrm>
                <a:off x="293117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h449"/>
              <p:cNvSpPr/>
              <p:nvPr/>
            </p:nvSpPr>
            <p:spPr>
              <a:xfrm>
                <a:off x="294061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h450"/>
              <p:cNvSpPr/>
              <p:nvPr/>
            </p:nvSpPr>
            <p:spPr>
              <a:xfrm>
                <a:off x="2950054" y="271245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846"/>
                    </a:lnTo>
                    <a:lnTo>
                      <a:pt x="922259" y="914400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h451"/>
              <p:cNvSpPr/>
              <p:nvPr/>
            </p:nvSpPr>
            <p:spPr>
              <a:xfrm>
                <a:off x="2959495" y="2694885"/>
                <a:ext cx="918447" cy="927415"/>
              </a:xfrm>
              <a:custGeom>
                <a:avLst/>
                <a:gdLst/>
                <a:ahLst/>
                <a:cxnLst/>
                <a:rect l="0" t="0" r="0" b="0"/>
                <a:pathLst>
                  <a:path w="918447" h="927415">
                    <a:moveTo>
                      <a:pt x="914399" y="914400"/>
                    </a:moveTo>
                    <a:lnTo>
                      <a:pt x="918447" y="914400"/>
                    </a:lnTo>
                    <a:lnTo>
                      <a:pt x="918048" y="915863"/>
                    </a:lnTo>
                    <a:lnTo>
                      <a:pt x="915125" y="925324"/>
                    </a:lnTo>
                    <a:lnTo>
                      <a:pt x="914399" y="927415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h452"/>
              <p:cNvSpPr/>
              <p:nvPr/>
            </p:nvSpPr>
            <p:spPr>
              <a:xfrm>
                <a:off x="2478042" y="2677316"/>
                <a:ext cx="914399" cy="91954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9549">
                    <a:moveTo>
                      <a:pt x="914399" y="914400"/>
                    </a:moveTo>
                    <a:lnTo>
                      <a:pt x="914399" y="919549"/>
                    </a:lnTo>
                    <a:lnTo>
                      <a:pt x="913842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h453"/>
              <p:cNvSpPr/>
              <p:nvPr/>
            </p:nvSpPr>
            <p:spPr>
              <a:xfrm>
                <a:off x="247804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75" y="931969"/>
                    </a:lnTo>
                    <a:lnTo>
                      <a:pt x="916029" y="931696"/>
                    </a:lnTo>
                    <a:lnTo>
                      <a:pt x="914562" y="921045"/>
                    </a:lnTo>
                    <a:lnTo>
                      <a:pt x="914399" y="91954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h454"/>
              <p:cNvSpPr/>
              <p:nvPr/>
            </p:nvSpPr>
            <p:spPr>
              <a:xfrm>
                <a:off x="248748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h455"/>
              <p:cNvSpPr/>
              <p:nvPr/>
            </p:nvSpPr>
            <p:spPr>
              <a:xfrm>
                <a:off x="249692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h456"/>
              <p:cNvSpPr/>
              <p:nvPr/>
            </p:nvSpPr>
            <p:spPr>
              <a:xfrm>
                <a:off x="250636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h457"/>
              <p:cNvSpPr/>
              <p:nvPr/>
            </p:nvSpPr>
            <p:spPr>
              <a:xfrm>
                <a:off x="251580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h458"/>
              <p:cNvSpPr/>
              <p:nvPr/>
            </p:nvSpPr>
            <p:spPr>
              <a:xfrm>
                <a:off x="252524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h459"/>
              <p:cNvSpPr/>
              <p:nvPr/>
            </p:nvSpPr>
            <p:spPr>
              <a:xfrm>
                <a:off x="253468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h460"/>
              <p:cNvSpPr/>
              <p:nvPr/>
            </p:nvSpPr>
            <p:spPr>
              <a:xfrm>
                <a:off x="254412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h461"/>
              <p:cNvSpPr/>
              <p:nvPr/>
            </p:nvSpPr>
            <p:spPr>
              <a:xfrm>
                <a:off x="255356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h462"/>
              <p:cNvSpPr/>
              <p:nvPr/>
            </p:nvSpPr>
            <p:spPr>
              <a:xfrm>
                <a:off x="256300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h463"/>
              <p:cNvSpPr/>
              <p:nvPr/>
            </p:nvSpPr>
            <p:spPr>
              <a:xfrm>
                <a:off x="257244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h464"/>
              <p:cNvSpPr/>
              <p:nvPr/>
            </p:nvSpPr>
            <p:spPr>
              <a:xfrm>
                <a:off x="258188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h465"/>
              <p:cNvSpPr/>
              <p:nvPr/>
            </p:nvSpPr>
            <p:spPr>
              <a:xfrm>
                <a:off x="259132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h466"/>
              <p:cNvSpPr/>
              <p:nvPr/>
            </p:nvSpPr>
            <p:spPr>
              <a:xfrm>
                <a:off x="260076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h467"/>
              <p:cNvSpPr/>
              <p:nvPr/>
            </p:nvSpPr>
            <p:spPr>
              <a:xfrm>
                <a:off x="261020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h468"/>
              <p:cNvSpPr/>
              <p:nvPr/>
            </p:nvSpPr>
            <p:spPr>
              <a:xfrm>
                <a:off x="261964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h469"/>
              <p:cNvSpPr/>
              <p:nvPr/>
            </p:nvSpPr>
            <p:spPr>
              <a:xfrm>
                <a:off x="262908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h470"/>
              <p:cNvSpPr/>
              <p:nvPr/>
            </p:nvSpPr>
            <p:spPr>
              <a:xfrm>
                <a:off x="263852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h471"/>
              <p:cNvSpPr/>
              <p:nvPr/>
            </p:nvSpPr>
            <p:spPr>
              <a:xfrm>
                <a:off x="264796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h472"/>
              <p:cNvSpPr/>
              <p:nvPr/>
            </p:nvSpPr>
            <p:spPr>
              <a:xfrm>
                <a:off x="265740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h473"/>
              <p:cNvSpPr/>
              <p:nvPr/>
            </p:nvSpPr>
            <p:spPr>
              <a:xfrm>
                <a:off x="266684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h474"/>
              <p:cNvSpPr/>
              <p:nvPr/>
            </p:nvSpPr>
            <p:spPr>
              <a:xfrm>
                <a:off x="267628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h475"/>
              <p:cNvSpPr/>
              <p:nvPr/>
            </p:nvSpPr>
            <p:spPr>
              <a:xfrm>
                <a:off x="268572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h476"/>
              <p:cNvSpPr/>
              <p:nvPr/>
            </p:nvSpPr>
            <p:spPr>
              <a:xfrm>
                <a:off x="269516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h477"/>
              <p:cNvSpPr/>
              <p:nvPr/>
            </p:nvSpPr>
            <p:spPr>
              <a:xfrm>
                <a:off x="270460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h478"/>
              <p:cNvSpPr/>
              <p:nvPr/>
            </p:nvSpPr>
            <p:spPr>
              <a:xfrm>
                <a:off x="271404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h479"/>
              <p:cNvSpPr/>
              <p:nvPr/>
            </p:nvSpPr>
            <p:spPr>
              <a:xfrm>
                <a:off x="272348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h480"/>
              <p:cNvSpPr/>
              <p:nvPr/>
            </p:nvSpPr>
            <p:spPr>
              <a:xfrm>
                <a:off x="273292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h481"/>
              <p:cNvSpPr/>
              <p:nvPr/>
            </p:nvSpPr>
            <p:spPr>
              <a:xfrm>
                <a:off x="274236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h482"/>
              <p:cNvSpPr/>
              <p:nvPr/>
            </p:nvSpPr>
            <p:spPr>
              <a:xfrm>
                <a:off x="275180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h483"/>
              <p:cNvSpPr/>
              <p:nvPr/>
            </p:nvSpPr>
            <p:spPr>
              <a:xfrm>
                <a:off x="276125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h484"/>
              <p:cNvSpPr/>
              <p:nvPr/>
            </p:nvSpPr>
            <p:spPr>
              <a:xfrm>
                <a:off x="277069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h485"/>
              <p:cNvSpPr/>
              <p:nvPr/>
            </p:nvSpPr>
            <p:spPr>
              <a:xfrm>
                <a:off x="278013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h486"/>
              <p:cNvSpPr/>
              <p:nvPr/>
            </p:nvSpPr>
            <p:spPr>
              <a:xfrm>
                <a:off x="278957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h487"/>
              <p:cNvSpPr/>
              <p:nvPr/>
            </p:nvSpPr>
            <p:spPr>
              <a:xfrm>
                <a:off x="279901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h488"/>
              <p:cNvSpPr/>
              <p:nvPr/>
            </p:nvSpPr>
            <p:spPr>
              <a:xfrm>
                <a:off x="280845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h489"/>
              <p:cNvSpPr/>
              <p:nvPr/>
            </p:nvSpPr>
            <p:spPr>
              <a:xfrm>
                <a:off x="281789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h490"/>
              <p:cNvSpPr/>
              <p:nvPr/>
            </p:nvSpPr>
            <p:spPr>
              <a:xfrm>
                <a:off x="282733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h491"/>
              <p:cNvSpPr/>
              <p:nvPr/>
            </p:nvSpPr>
            <p:spPr>
              <a:xfrm>
                <a:off x="283677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h492"/>
              <p:cNvSpPr/>
              <p:nvPr/>
            </p:nvSpPr>
            <p:spPr>
              <a:xfrm>
                <a:off x="284621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h493"/>
              <p:cNvSpPr/>
              <p:nvPr/>
            </p:nvSpPr>
            <p:spPr>
              <a:xfrm>
                <a:off x="285565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h494"/>
              <p:cNvSpPr/>
              <p:nvPr/>
            </p:nvSpPr>
            <p:spPr>
              <a:xfrm>
                <a:off x="286509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h495"/>
              <p:cNvSpPr/>
              <p:nvPr/>
            </p:nvSpPr>
            <p:spPr>
              <a:xfrm>
                <a:off x="287453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h496"/>
              <p:cNvSpPr/>
              <p:nvPr/>
            </p:nvSpPr>
            <p:spPr>
              <a:xfrm>
                <a:off x="288397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h497"/>
              <p:cNvSpPr/>
              <p:nvPr/>
            </p:nvSpPr>
            <p:spPr>
              <a:xfrm>
                <a:off x="289341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h498"/>
              <p:cNvSpPr/>
              <p:nvPr/>
            </p:nvSpPr>
            <p:spPr>
              <a:xfrm>
                <a:off x="290285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h499"/>
              <p:cNvSpPr/>
              <p:nvPr/>
            </p:nvSpPr>
            <p:spPr>
              <a:xfrm>
                <a:off x="291229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h500"/>
              <p:cNvSpPr/>
              <p:nvPr/>
            </p:nvSpPr>
            <p:spPr>
              <a:xfrm>
                <a:off x="292173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h501"/>
              <p:cNvSpPr/>
              <p:nvPr/>
            </p:nvSpPr>
            <p:spPr>
              <a:xfrm>
                <a:off x="293117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D">
                  <a:alpha val="100000"/>
                </a:srgbClr>
              </a:solidFill>
              <a:ln w="5420" cap="flat">
                <a:solidFill>
                  <a:srgbClr val="E7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h502"/>
              <p:cNvSpPr/>
              <p:nvPr/>
            </p:nvSpPr>
            <p:spPr>
              <a:xfrm>
                <a:off x="294061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h503"/>
              <p:cNvSpPr/>
              <p:nvPr/>
            </p:nvSpPr>
            <p:spPr>
              <a:xfrm>
                <a:off x="295005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h504"/>
              <p:cNvSpPr/>
              <p:nvPr/>
            </p:nvSpPr>
            <p:spPr>
              <a:xfrm>
                <a:off x="2959495" y="2694885"/>
                <a:ext cx="9229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25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2925" y="896830"/>
                    </a:lnTo>
                    <a:lnTo>
                      <a:pt x="920703" y="906133"/>
                    </a:lnTo>
                    <a:lnTo>
                      <a:pt x="918447" y="914400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h505"/>
              <p:cNvSpPr/>
              <p:nvPr/>
            </p:nvSpPr>
            <p:spPr>
              <a:xfrm>
                <a:off x="2478042" y="265974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3842" y="931969"/>
                    </a:lnTo>
                    <a:lnTo>
                      <a:pt x="913394" y="927836"/>
                    </a:lnTo>
                    <a:lnTo>
                      <a:pt x="912530" y="916959"/>
                    </a:lnTo>
                    <a:lnTo>
                      <a:pt x="912399" y="91439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h506"/>
              <p:cNvSpPr/>
              <p:nvPr/>
            </p:nvSpPr>
            <p:spPr>
              <a:xfrm>
                <a:off x="247804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h507"/>
              <p:cNvSpPr/>
              <p:nvPr/>
            </p:nvSpPr>
            <p:spPr>
              <a:xfrm>
                <a:off x="248748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h508"/>
              <p:cNvSpPr/>
              <p:nvPr/>
            </p:nvSpPr>
            <p:spPr>
              <a:xfrm>
                <a:off x="249692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h509"/>
              <p:cNvSpPr/>
              <p:nvPr/>
            </p:nvSpPr>
            <p:spPr>
              <a:xfrm>
                <a:off x="250636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h510"/>
              <p:cNvSpPr/>
              <p:nvPr/>
            </p:nvSpPr>
            <p:spPr>
              <a:xfrm>
                <a:off x="251580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h511"/>
              <p:cNvSpPr/>
              <p:nvPr/>
            </p:nvSpPr>
            <p:spPr>
              <a:xfrm>
                <a:off x="252524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h512"/>
              <p:cNvSpPr/>
              <p:nvPr/>
            </p:nvSpPr>
            <p:spPr>
              <a:xfrm>
                <a:off x="253468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h513"/>
              <p:cNvSpPr/>
              <p:nvPr/>
            </p:nvSpPr>
            <p:spPr>
              <a:xfrm>
                <a:off x="254412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h514"/>
              <p:cNvSpPr/>
              <p:nvPr/>
            </p:nvSpPr>
            <p:spPr>
              <a:xfrm>
                <a:off x="255356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h515"/>
              <p:cNvSpPr/>
              <p:nvPr/>
            </p:nvSpPr>
            <p:spPr>
              <a:xfrm>
                <a:off x="256300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h516"/>
              <p:cNvSpPr/>
              <p:nvPr/>
            </p:nvSpPr>
            <p:spPr>
              <a:xfrm>
                <a:off x="257244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h517"/>
              <p:cNvSpPr/>
              <p:nvPr/>
            </p:nvSpPr>
            <p:spPr>
              <a:xfrm>
                <a:off x="258188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h518"/>
              <p:cNvSpPr/>
              <p:nvPr/>
            </p:nvSpPr>
            <p:spPr>
              <a:xfrm>
                <a:off x="259132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h519"/>
              <p:cNvSpPr/>
              <p:nvPr/>
            </p:nvSpPr>
            <p:spPr>
              <a:xfrm>
                <a:off x="260076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h520"/>
              <p:cNvSpPr/>
              <p:nvPr/>
            </p:nvSpPr>
            <p:spPr>
              <a:xfrm>
                <a:off x="261020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h521"/>
              <p:cNvSpPr/>
              <p:nvPr/>
            </p:nvSpPr>
            <p:spPr>
              <a:xfrm>
                <a:off x="261964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h522"/>
              <p:cNvSpPr/>
              <p:nvPr/>
            </p:nvSpPr>
            <p:spPr>
              <a:xfrm>
                <a:off x="262908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h523"/>
              <p:cNvSpPr/>
              <p:nvPr/>
            </p:nvSpPr>
            <p:spPr>
              <a:xfrm>
                <a:off x="263852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h524"/>
              <p:cNvSpPr/>
              <p:nvPr/>
            </p:nvSpPr>
            <p:spPr>
              <a:xfrm>
                <a:off x="264796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h525"/>
              <p:cNvSpPr/>
              <p:nvPr/>
            </p:nvSpPr>
            <p:spPr>
              <a:xfrm>
                <a:off x="265740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h526"/>
              <p:cNvSpPr/>
              <p:nvPr/>
            </p:nvSpPr>
            <p:spPr>
              <a:xfrm>
                <a:off x="266684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h527"/>
              <p:cNvSpPr/>
              <p:nvPr/>
            </p:nvSpPr>
            <p:spPr>
              <a:xfrm>
                <a:off x="267628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h528"/>
              <p:cNvSpPr/>
              <p:nvPr/>
            </p:nvSpPr>
            <p:spPr>
              <a:xfrm>
                <a:off x="268572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h529"/>
              <p:cNvSpPr/>
              <p:nvPr/>
            </p:nvSpPr>
            <p:spPr>
              <a:xfrm>
                <a:off x="269516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h530"/>
              <p:cNvSpPr/>
              <p:nvPr/>
            </p:nvSpPr>
            <p:spPr>
              <a:xfrm>
                <a:off x="270460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h531"/>
              <p:cNvSpPr/>
              <p:nvPr/>
            </p:nvSpPr>
            <p:spPr>
              <a:xfrm>
                <a:off x="271404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h532"/>
              <p:cNvSpPr/>
              <p:nvPr/>
            </p:nvSpPr>
            <p:spPr>
              <a:xfrm>
                <a:off x="272348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h533"/>
              <p:cNvSpPr/>
              <p:nvPr/>
            </p:nvSpPr>
            <p:spPr>
              <a:xfrm>
                <a:off x="273292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h534"/>
              <p:cNvSpPr/>
              <p:nvPr/>
            </p:nvSpPr>
            <p:spPr>
              <a:xfrm>
                <a:off x="274236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h535"/>
              <p:cNvSpPr/>
              <p:nvPr/>
            </p:nvSpPr>
            <p:spPr>
              <a:xfrm>
                <a:off x="275180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h536"/>
              <p:cNvSpPr/>
              <p:nvPr/>
            </p:nvSpPr>
            <p:spPr>
              <a:xfrm>
                <a:off x="276125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h537"/>
              <p:cNvSpPr/>
              <p:nvPr/>
            </p:nvSpPr>
            <p:spPr>
              <a:xfrm>
                <a:off x="277069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h538"/>
              <p:cNvSpPr/>
              <p:nvPr/>
            </p:nvSpPr>
            <p:spPr>
              <a:xfrm>
                <a:off x="278013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h539"/>
              <p:cNvSpPr/>
              <p:nvPr/>
            </p:nvSpPr>
            <p:spPr>
              <a:xfrm>
                <a:off x="278957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h540"/>
              <p:cNvSpPr/>
              <p:nvPr/>
            </p:nvSpPr>
            <p:spPr>
              <a:xfrm>
                <a:off x="279901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h541"/>
              <p:cNvSpPr/>
              <p:nvPr/>
            </p:nvSpPr>
            <p:spPr>
              <a:xfrm>
                <a:off x="280845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h542"/>
              <p:cNvSpPr/>
              <p:nvPr/>
            </p:nvSpPr>
            <p:spPr>
              <a:xfrm>
                <a:off x="281789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h543"/>
              <p:cNvSpPr/>
              <p:nvPr/>
            </p:nvSpPr>
            <p:spPr>
              <a:xfrm>
                <a:off x="282733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h544"/>
              <p:cNvSpPr/>
              <p:nvPr/>
            </p:nvSpPr>
            <p:spPr>
              <a:xfrm>
                <a:off x="283677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h545"/>
              <p:cNvSpPr/>
              <p:nvPr/>
            </p:nvSpPr>
            <p:spPr>
              <a:xfrm>
                <a:off x="284621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h546"/>
              <p:cNvSpPr/>
              <p:nvPr/>
            </p:nvSpPr>
            <p:spPr>
              <a:xfrm>
                <a:off x="285565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h547"/>
              <p:cNvSpPr/>
              <p:nvPr/>
            </p:nvSpPr>
            <p:spPr>
              <a:xfrm>
                <a:off x="286509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h548"/>
              <p:cNvSpPr/>
              <p:nvPr/>
            </p:nvSpPr>
            <p:spPr>
              <a:xfrm>
                <a:off x="287453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h549"/>
              <p:cNvSpPr/>
              <p:nvPr/>
            </p:nvSpPr>
            <p:spPr>
              <a:xfrm>
                <a:off x="288397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h550"/>
              <p:cNvSpPr/>
              <p:nvPr/>
            </p:nvSpPr>
            <p:spPr>
              <a:xfrm>
                <a:off x="289341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h551"/>
              <p:cNvSpPr/>
              <p:nvPr/>
            </p:nvSpPr>
            <p:spPr>
              <a:xfrm>
                <a:off x="290285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h552"/>
              <p:cNvSpPr/>
              <p:nvPr/>
            </p:nvSpPr>
            <p:spPr>
              <a:xfrm>
                <a:off x="291229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h553"/>
              <p:cNvSpPr/>
              <p:nvPr/>
            </p:nvSpPr>
            <p:spPr>
              <a:xfrm>
                <a:off x="292173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h554"/>
              <p:cNvSpPr/>
              <p:nvPr/>
            </p:nvSpPr>
            <p:spPr>
              <a:xfrm>
                <a:off x="293117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h555"/>
              <p:cNvSpPr/>
              <p:nvPr/>
            </p:nvSpPr>
            <p:spPr>
              <a:xfrm>
                <a:off x="294061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h556"/>
              <p:cNvSpPr/>
              <p:nvPr/>
            </p:nvSpPr>
            <p:spPr>
              <a:xfrm>
                <a:off x="295005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h557"/>
              <p:cNvSpPr/>
              <p:nvPr/>
            </p:nvSpPr>
            <p:spPr>
              <a:xfrm>
                <a:off x="2959495" y="267731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0069"/>
                    </a:lnTo>
                    <a:lnTo>
                      <a:pt x="923085" y="913730"/>
                    </a:lnTo>
                    <a:lnTo>
                      <a:pt x="922925" y="914400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h558"/>
              <p:cNvSpPr/>
              <p:nvPr/>
            </p:nvSpPr>
            <p:spPr>
              <a:xfrm>
                <a:off x="2968935" y="2659746"/>
                <a:ext cx="916920" cy="927639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27639">
                    <a:moveTo>
                      <a:pt x="914400" y="914399"/>
                    </a:moveTo>
                    <a:lnTo>
                      <a:pt x="916920" y="914399"/>
                    </a:lnTo>
                    <a:lnTo>
                      <a:pt x="915746" y="921111"/>
                    </a:lnTo>
                    <a:lnTo>
                      <a:pt x="914400" y="92763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h559"/>
              <p:cNvSpPr/>
              <p:nvPr/>
            </p:nvSpPr>
            <p:spPr>
              <a:xfrm>
                <a:off x="2478042" y="264217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2399" y="931969"/>
                    </a:lnTo>
                    <a:lnTo>
                      <a:pt x="911972" y="923583"/>
                    </a:lnTo>
                    <a:lnTo>
                      <a:pt x="911762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h560"/>
              <p:cNvSpPr/>
              <p:nvPr/>
            </p:nvSpPr>
            <p:spPr>
              <a:xfrm>
                <a:off x="247804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h561"/>
              <p:cNvSpPr/>
              <p:nvPr/>
            </p:nvSpPr>
            <p:spPr>
              <a:xfrm>
                <a:off x="248748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h562"/>
              <p:cNvSpPr/>
              <p:nvPr/>
            </p:nvSpPr>
            <p:spPr>
              <a:xfrm>
                <a:off x="249692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h563"/>
              <p:cNvSpPr/>
              <p:nvPr/>
            </p:nvSpPr>
            <p:spPr>
              <a:xfrm>
                <a:off x="250636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h564"/>
              <p:cNvSpPr/>
              <p:nvPr/>
            </p:nvSpPr>
            <p:spPr>
              <a:xfrm>
                <a:off x="251580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h565"/>
              <p:cNvSpPr/>
              <p:nvPr/>
            </p:nvSpPr>
            <p:spPr>
              <a:xfrm>
                <a:off x="252524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h566"/>
              <p:cNvSpPr/>
              <p:nvPr/>
            </p:nvSpPr>
            <p:spPr>
              <a:xfrm>
                <a:off x="253468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h567"/>
              <p:cNvSpPr/>
              <p:nvPr/>
            </p:nvSpPr>
            <p:spPr>
              <a:xfrm>
                <a:off x="254412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h568"/>
              <p:cNvSpPr/>
              <p:nvPr/>
            </p:nvSpPr>
            <p:spPr>
              <a:xfrm>
                <a:off x="255356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h569"/>
              <p:cNvSpPr/>
              <p:nvPr/>
            </p:nvSpPr>
            <p:spPr>
              <a:xfrm>
                <a:off x="256300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h570"/>
              <p:cNvSpPr/>
              <p:nvPr/>
            </p:nvSpPr>
            <p:spPr>
              <a:xfrm>
                <a:off x="257244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h571"/>
              <p:cNvSpPr/>
              <p:nvPr/>
            </p:nvSpPr>
            <p:spPr>
              <a:xfrm>
                <a:off x="258188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h572"/>
              <p:cNvSpPr/>
              <p:nvPr/>
            </p:nvSpPr>
            <p:spPr>
              <a:xfrm>
                <a:off x="259132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h573"/>
              <p:cNvSpPr/>
              <p:nvPr/>
            </p:nvSpPr>
            <p:spPr>
              <a:xfrm>
                <a:off x="260076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h574"/>
              <p:cNvSpPr/>
              <p:nvPr/>
            </p:nvSpPr>
            <p:spPr>
              <a:xfrm>
                <a:off x="261020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h575"/>
              <p:cNvSpPr/>
              <p:nvPr/>
            </p:nvSpPr>
            <p:spPr>
              <a:xfrm>
                <a:off x="261964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h576"/>
              <p:cNvSpPr/>
              <p:nvPr/>
            </p:nvSpPr>
            <p:spPr>
              <a:xfrm>
                <a:off x="262908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h577"/>
              <p:cNvSpPr/>
              <p:nvPr/>
            </p:nvSpPr>
            <p:spPr>
              <a:xfrm>
                <a:off x="263852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h578"/>
              <p:cNvSpPr/>
              <p:nvPr/>
            </p:nvSpPr>
            <p:spPr>
              <a:xfrm>
                <a:off x="264796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h579"/>
              <p:cNvSpPr/>
              <p:nvPr/>
            </p:nvSpPr>
            <p:spPr>
              <a:xfrm>
                <a:off x="265740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h580"/>
              <p:cNvSpPr/>
              <p:nvPr/>
            </p:nvSpPr>
            <p:spPr>
              <a:xfrm>
                <a:off x="266684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h581"/>
              <p:cNvSpPr/>
              <p:nvPr/>
            </p:nvSpPr>
            <p:spPr>
              <a:xfrm>
                <a:off x="267628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h582"/>
              <p:cNvSpPr/>
              <p:nvPr/>
            </p:nvSpPr>
            <p:spPr>
              <a:xfrm>
                <a:off x="268572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h583"/>
              <p:cNvSpPr/>
              <p:nvPr/>
            </p:nvSpPr>
            <p:spPr>
              <a:xfrm>
                <a:off x="269516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h584"/>
              <p:cNvSpPr/>
              <p:nvPr/>
            </p:nvSpPr>
            <p:spPr>
              <a:xfrm>
                <a:off x="270460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h585"/>
              <p:cNvSpPr/>
              <p:nvPr/>
            </p:nvSpPr>
            <p:spPr>
              <a:xfrm>
                <a:off x="271404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h586"/>
              <p:cNvSpPr/>
              <p:nvPr/>
            </p:nvSpPr>
            <p:spPr>
              <a:xfrm>
                <a:off x="272348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h587"/>
              <p:cNvSpPr/>
              <p:nvPr/>
            </p:nvSpPr>
            <p:spPr>
              <a:xfrm>
                <a:off x="273292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h588"/>
              <p:cNvSpPr/>
              <p:nvPr/>
            </p:nvSpPr>
            <p:spPr>
              <a:xfrm>
                <a:off x="274236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h589"/>
              <p:cNvSpPr/>
              <p:nvPr/>
            </p:nvSpPr>
            <p:spPr>
              <a:xfrm>
                <a:off x="275180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h590"/>
              <p:cNvSpPr/>
              <p:nvPr/>
            </p:nvSpPr>
            <p:spPr>
              <a:xfrm>
                <a:off x="276125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h591"/>
              <p:cNvSpPr/>
              <p:nvPr/>
            </p:nvSpPr>
            <p:spPr>
              <a:xfrm>
                <a:off x="277069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h592"/>
              <p:cNvSpPr/>
              <p:nvPr/>
            </p:nvSpPr>
            <p:spPr>
              <a:xfrm>
                <a:off x="278013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h593"/>
              <p:cNvSpPr/>
              <p:nvPr/>
            </p:nvSpPr>
            <p:spPr>
              <a:xfrm>
                <a:off x="278957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h594"/>
              <p:cNvSpPr/>
              <p:nvPr/>
            </p:nvSpPr>
            <p:spPr>
              <a:xfrm>
                <a:off x="279901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h595"/>
              <p:cNvSpPr/>
              <p:nvPr/>
            </p:nvSpPr>
            <p:spPr>
              <a:xfrm>
                <a:off x="280845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h596"/>
              <p:cNvSpPr/>
              <p:nvPr/>
            </p:nvSpPr>
            <p:spPr>
              <a:xfrm>
                <a:off x="281789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h597"/>
              <p:cNvSpPr/>
              <p:nvPr/>
            </p:nvSpPr>
            <p:spPr>
              <a:xfrm>
                <a:off x="282733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h598"/>
              <p:cNvSpPr/>
              <p:nvPr/>
            </p:nvSpPr>
            <p:spPr>
              <a:xfrm>
                <a:off x="283677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h599"/>
              <p:cNvSpPr/>
              <p:nvPr/>
            </p:nvSpPr>
            <p:spPr>
              <a:xfrm>
                <a:off x="284621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h600"/>
              <p:cNvSpPr/>
              <p:nvPr/>
            </p:nvSpPr>
            <p:spPr>
              <a:xfrm>
                <a:off x="285565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h601"/>
              <p:cNvSpPr/>
              <p:nvPr/>
            </p:nvSpPr>
            <p:spPr>
              <a:xfrm>
                <a:off x="286509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h602"/>
              <p:cNvSpPr/>
              <p:nvPr/>
            </p:nvSpPr>
            <p:spPr>
              <a:xfrm>
                <a:off x="287453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h603"/>
              <p:cNvSpPr/>
              <p:nvPr/>
            </p:nvSpPr>
            <p:spPr>
              <a:xfrm>
                <a:off x="288397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h604"/>
              <p:cNvSpPr/>
              <p:nvPr/>
            </p:nvSpPr>
            <p:spPr>
              <a:xfrm>
                <a:off x="289341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h605"/>
              <p:cNvSpPr/>
              <p:nvPr/>
            </p:nvSpPr>
            <p:spPr>
              <a:xfrm>
                <a:off x="290285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h606"/>
              <p:cNvSpPr/>
              <p:nvPr/>
            </p:nvSpPr>
            <p:spPr>
              <a:xfrm>
                <a:off x="291229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h607"/>
              <p:cNvSpPr/>
              <p:nvPr/>
            </p:nvSpPr>
            <p:spPr>
              <a:xfrm>
                <a:off x="292173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D">
                  <a:alpha val="100000"/>
                </a:srgbClr>
              </a:solidFill>
              <a:ln w="5420" cap="flat">
                <a:solidFill>
                  <a:srgbClr val="E7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h608"/>
              <p:cNvSpPr/>
              <p:nvPr/>
            </p:nvSpPr>
            <p:spPr>
              <a:xfrm>
                <a:off x="293117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h609"/>
              <p:cNvSpPr/>
              <p:nvPr/>
            </p:nvSpPr>
            <p:spPr>
              <a:xfrm>
                <a:off x="294061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h610"/>
              <p:cNvSpPr/>
              <p:nvPr/>
            </p:nvSpPr>
            <p:spPr>
              <a:xfrm>
                <a:off x="295005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h611"/>
              <p:cNvSpPr/>
              <p:nvPr/>
            </p:nvSpPr>
            <p:spPr>
              <a:xfrm>
                <a:off x="295949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h612"/>
              <p:cNvSpPr/>
              <p:nvPr/>
            </p:nvSpPr>
            <p:spPr>
              <a:xfrm>
                <a:off x="2968935" y="2659746"/>
                <a:ext cx="91947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2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72" y="896830"/>
                    </a:lnTo>
                    <a:lnTo>
                      <a:pt x="919085" y="900195"/>
                    </a:lnTo>
                    <a:lnTo>
                      <a:pt x="917561" y="910733"/>
                    </a:lnTo>
                    <a:lnTo>
                      <a:pt x="916920" y="91439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h613"/>
              <p:cNvSpPr/>
              <p:nvPr/>
            </p:nvSpPr>
            <p:spPr>
              <a:xfrm>
                <a:off x="2478042" y="262460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1762" y="931969"/>
                    </a:lnTo>
                    <a:lnTo>
                      <a:pt x="911721" y="930167"/>
                    </a:lnTo>
                    <a:lnTo>
                      <a:pt x="911778" y="919173"/>
                    </a:lnTo>
                    <a:lnTo>
                      <a:pt x="911937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h614"/>
              <p:cNvSpPr/>
              <p:nvPr/>
            </p:nvSpPr>
            <p:spPr>
              <a:xfrm>
                <a:off x="247804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h615"/>
              <p:cNvSpPr/>
              <p:nvPr/>
            </p:nvSpPr>
            <p:spPr>
              <a:xfrm>
                <a:off x="248748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h616"/>
              <p:cNvSpPr/>
              <p:nvPr/>
            </p:nvSpPr>
            <p:spPr>
              <a:xfrm>
                <a:off x="249692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h617"/>
              <p:cNvSpPr/>
              <p:nvPr/>
            </p:nvSpPr>
            <p:spPr>
              <a:xfrm>
                <a:off x="250636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h618"/>
              <p:cNvSpPr/>
              <p:nvPr/>
            </p:nvSpPr>
            <p:spPr>
              <a:xfrm>
                <a:off x="251580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h619"/>
              <p:cNvSpPr/>
              <p:nvPr/>
            </p:nvSpPr>
            <p:spPr>
              <a:xfrm>
                <a:off x="252524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h620"/>
              <p:cNvSpPr/>
              <p:nvPr/>
            </p:nvSpPr>
            <p:spPr>
              <a:xfrm>
                <a:off x="253468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h621"/>
              <p:cNvSpPr/>
              <p:nvPr/>
            </p:nvSpPr>
            <p:spPr>
              <a:xfrm>
                <a:off x="254412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h622"/>
              <p:cNvSpPr/>
              <p:nvPr/>
            </p:nvSpPr>
            <p:spPr>
              <a:xfrm>
                <a:off x="255356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h623"/>
              <p:cNvSpPr/>
              <p:nvPr/>
            </p:nvSpPr>
            <p:spPr>
              <a:xfrm>
                <a:off x="256300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h624"/>
              <p:cNvSpPr/>
              <p:nvPr/>
            </p:nvSpPr>
            <p:spPr>
              <a:xfrm>
                <a:off x="257244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h625"/>
              <p:cNvSpPr/>
              <p:nvPr/>
            </p:nvSpPr>
            <p:spPr>
              <a:xfrm>
                <a:off x="258188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h626"/>
              <p:cNvSpPr/>
              <p:nvPr/>
            </p:nvSpPr>
            <p:spPr>
              <a:xfrm>
                <a:off x="259132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h627"/>
              <p:cNvSpPr/>
              <p:nvPr/>
            </p:nvSpPr>
            <p:spPr>
              <a:xfrm>
                <a:off x="260076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h628"/>
              <p:cNvSpPr/>
              <p:nvPr/>
            </p:nvSpPr>
            <p:spPr>
              <a:xfrm>
                <a:off x="261020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h629"/>
              <p:cNvSpPr/>
              <p:nvPr/>
            </p:nvSpPr>
            <p:spPr>
              <a:xfrm>
                <a:off x="261964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h630"/>
              <p:cNvSpPr/>
              <p:nvPr/>
            </p:nvSpPr>
            <p:spPr>
              <a:xfrm>
                <a:off x="262908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h631"/>
              <p:cNvSpPr/>
              <p:nvPr/>
            </p:nvSpPr>
            <p:spPr>
              <a:xfrm>
                <a:off x="263852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h632"/>
              <p:cNvSpPr/>
              <p:nvPr/>
            </p:nvSpPr>
            <p:spPr>
              <a:xfrm>
                <a:off x="264796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h633"/>
              <p:cNvSpPr/>
              <p:nvPr/>
            </p:nvSpPr>
            <p:spPr>
              <a:xfrm>
                <a:off x="265740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h634"/>
              <p:cNvSpPr/>
              <p:nvPr/>
            </p:nvSpPr>
            <p:spPr>
              <a:xfrm>
                <a:off x="266684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h635"/>
              <p:cNvSpPr/>
              <p:nvPr/>
            </p:nvSpPr>
            <p:spPr>
              <a:xfrm>
                <a:off x="267628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h636"/>
              <p:cNvSpPr/>
              <p:nvPr/>
            </p:nvSpPr>
            <p:spPr>
              <a:xfrm>
                <a:off x="268572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h637"/>
              <p:cNvSpPr/>
              <p:nvPr/>
            </p:nvSpPr>
            <p:spPr>
              <a:xfrm>
                <a:off x="269516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h638"/>
              <p:cNvSpPr/>
              <p:nvPr/>
            </p:nvSpPr>
            <p:spPr>
              <a:xfrm>
                <a:off x="270460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h639"/>
              <p:cNvSpPr/>
              <p:nvPr/>
            </p:nvSpPr>
            <p:spPr>
              <a:xfrm>
                <a:off x="271404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h640"/>
              <p:cNvSpPr/>
              <p:nvPr/>
            </p:nvSpPr>
            <p:spPr>
              <a:xfrm>
                <a:off x="272348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h641"/>
              <p:cNvSpPr/>
              <p:nvPr/>
            </p:nvSpPr>
            <p:spPr>
              <a:xfrm>
                <a:off x="273292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h642"/>
              <p:cNvSpPr/>
              <p:nvPr/>
            </p:nvSpPr>
            <p:spPr>
              <a:xfrm>
                <a:off x="274236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h643"/>
              <p:cNvSpPr/>
              <p:nvPr/>
            </p:nvSpPr>
            <p:spPr>
              <a:xfrm>
                <a:off x="275180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h644"/>
              <p:cNvSpPr/>
              <p:nvPr/>
            </p:nvSpPr>
            <p:spPr>
              <a:xfrm>
                <a:off x="276125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h645"/>
              <p:cNvSpPr/>
              <p:nvPr/>
            </p:nvSpPr>
            <p:spPr>
              <a:xfrm>
                <a:off x="277069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h646"/>
              <p:cNvSpPr/>
              <p:nvPr/>
            </p:nvSpPr>
            <p:spPr>
              <a:xfrm>
                <a:off x="278013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h647"/>
              <p:cNvSpPr/>
              <p:nvPr/>
            </p:nvSpPr>
            <p:spPr>
              <a:xfrm>
                <a:off x="278957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h648"/>
              <p:cNvSpPr/>
              <p:nvPr/>
            </p:nvSpPr>
            <p:spPr>
              <a:xfrm>
                <a:off x="279901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h649"/>
              <p:cNvSpPr/>
              <p:nvPr/>
            </p:nvSpPr>
            <p:spPr>
              <a:xfrm>
                <a:off x="280845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h650"/>
              <p:cNvSpPr/>
              <p:nvPr/>
            </p:nvSpPr>
            <p:spPr>
              <a:xfrm>
                <a:off x="281789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h651"/>
              <p:cNvSpPr/>
              <p:nvPr/>
            </p:nvSpPr>
            <p:spPr>
              <a:xfrm>
                <a:off x="282733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h652"/>
              <p:cNvSpPr/>
              <p:nvPr/>
            </p:nvSpPr>
            <p:spPr>
              <a:xfrm>
                <a:off x="283677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h653"/>
              <p:cNvSpPr/>
              <p:nvPr/>
            </p:nvSpPr>
            <p:spPr>
              <a:xfrm>
                <a:off x="284621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h654"/>
              <p:cNvSpPr/>
              <p:nvPr/>
            </p:nvSpPr>
            <p:spPr>
              <a:xfrm>
                <a:off x="285565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h655"/>
              <p:cNvSpPr/>
              <p:nvPr/>
            </p:nvSpPr>
            <p:spPr>
              <a:xfrm>
                <a:off x="286509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h656"/>
              <p:cNvSpPr/>
              <p:nvPr/>
            </p:nvSpPr>
            <p:spPr>
              <a:xfrm>
                <a:off x="287453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h657"/>
              <p:cNvSpPr/>
              <p:nvPr/>
            </p:nvSpPr>
            <p:spPr>
              <a:xfrm>
                <a:off x="288397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h658"/>
              <p:cNvSpPr/>
              <p:nvPr/>
            </p:nvSpPr>
            <p:spPr>
              <a:xfrm>
                <a:off x="289341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h659"/>
              <p:cNvSpPr/>
              <p:nvPr/>
            </p:nvSpPr>
            <p:spPr>
              <a:xfrm>
                <a:off x="290285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h660"/>
              <p:cNvSpPr/>
              <p:nvPr/>
            </p:nvSpPr>
            <p:spPr>
              <a:xfrm>
                <a:off x="291229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h661"/>
              <p:cNvSpPr/>
              <p:nvPr/>
            </p:nvSpPr>
            <p:spPr>
              <a:xfrm>
                <a:off x="292173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h662"/>
              <p:cNvSpPr/>
              <p:nvPr/>
            </p:nvSpPr>
            <p:spPr>
              <a:xfrm>
                <a:off x="293117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h663"/>
              <p:cNvSpPr/>
              <p:nvPr/>
            </p:nvSpPr>
            <p:spPr>
              <a:xfrm>
                <a:off x="294061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h664"/>
              <p:cNvSpPr/>
              <p:nvPr/>
            </p:nvSpPr>
            <p:spPr>
              <a:xfrm>
                <a:off x="295005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h665"/>
              <p:cNvSpPr/>
              <p:nvPr/>
            </p:nvSpPr>
            <p:spPr>
              <a:xfrm>
                <a:off x="295949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h666"/>
              <p:cNvSpPr/>
              <p:nvPr/>
            </p:nvSpPr>
            <p:spPr>
              <a:xfrm>
                <a:off x="2968935" y="2642176"/>
                <a:ext cx="921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00" y="896830"/>
                    </a:lnTo>
                    <a:lnTo>
                      <a:pt x="920314" y="907094"/>
                    </a:lnTo>
                    <a:lnTo>
                      <a:pt x="919472" y="914400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h667"/>
              <p:cNvSpPr/>
              <p:nvPr/>
            </p:nvSpPr>
            <p:spPr>
              <a:xfrm>
                <a:off x="2478042" y="260703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1937" y="931969"/>
                    </a:lnTo>
                    <a:lnTo>
                      <a:pt x="912143" y="925768"/>
                    </a:lnTo>
                    <a:lnTo>
                      <a:pt x="912815" y="914844"/>
                    </a:lnTo>
                    <a:lnTo>
                      <a:pt x="912856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h668"/>
              <p:cNvSpPr/>
              <p:nvPr/>
            </p:nvSpPr>
            <p:spPr>
              <a:xfrm>
                <a:off x="247804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h669"/>
              <p:cNvSpPr/>
              <p:nvPr/>
            </p:nvSpPr>
            <p:spPr>
              <a:xfrm>
                <a:off x="248748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h670"/>
              <p:cNvSpPr/>
              <p:nvPr/>
            </p:nvSpPr>
            <p:spPr>
              <a:xfrm>
                <a:off x="249692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h671"/>
              <p:cNvSpPr/>
              <p:nvPr/>
            </p:nvSpPr>
            <p:spPr>
              <a:xfrm>
                <a:off x="250636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h672"/>
              <p:cNvSpPr/>
              <p:nvPr/>
            </p:nvSpPr>
            <p:spPr>
              <a:xfrm>
                <a:off x="251580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h673"/>
              <p:cNvSpPr/>
              <p:nvPr/>
            </p:nvSpPr>
            <p:spPr>
              <a:xfrm>
                <a:off x="252524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h674"/>
              <p:cNvSpPr/>
              <p:nvPr/>
            </p:nvSpPr>
            <p:spPr>
              <a:xfrm>
                <a:off x="253468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h675"/>
              <p:cNvSpPr/>
              <p:nvPr/>
            </p:nvSpPr>
            <p:spPr>
              <a:xfrm>
                <a:off x="254412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h676"/>
              <p:cNvSpPr/>
              <p:nvPr/>
            </p:nvSpPr>
            <p:spPr>
              <a:xfrm>
                <a:off x="255356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h677"/>
              <p:cNvSpPr/>
              <p:nvPr/>
            </p:nvSpPr>
            <p:spPr>
              <a:xfrm>
                <a:off x="256300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h678"/>
              <p:cNvSpPr/>
              <p:nvPr/>
            </p:nvSpPr>
            <p:spPr>
              <a:xfrm>
                <a:off x="257244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h679"/>
              <p:cNvSpPr/>
              <p:nvPr/>
            </p:nvSpPr>
            <p:spPr>
              <a:xfrm>
                <a:off x="258188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h680"/>
              <p:cNvSpPr/>
              <p:nvPr/>
            </p:nvSpPr>
            <p:spPr>
              <a:xfrm>
                <a:off x="259132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h681"/>
              <p:cNvSpPr/>
              <p:nvPr/>
            </p:nvSpPr>
            <p:spPr>
              <a:xfrm>
                <a:off x="260076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h682"/>
              <p:cNvSpPr/>
              <p:nvPr/>
            </p:nvSpPr>
            <p:spPr>
              <a:xfrm>
                <a:off x="261020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h683"/>
              <p:cNvSpPr/>
              <p:nvPr/>
            </p:nvSpPr>
            <p:spPr>
              <a:xfrm>
                <a:off x="261964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h684"/>
              <p:cNvSpPr/>
              <p:nvPr/>
            </p:nvSpPr>
            <p:spPr>
              <a:xfrm>
                <a:off x="262908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h685"/>
              <p:cNvSpPr/>
              <p:nvPr/>
            </p:nvSpPr>
            <p:spPr>
              <a:xfrm>
                <a:off x="263852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h686"/>
              <p:cNvSpPr/>
              <p:nvPr/>
            </p:nvSpPr>
            <p:spPr>
              <a:xfrm>
                <a:off x="264796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h687"/>
              <p:cNvSpPr/>
              <p:nvPr/>
            </p:nvSpPr>
            <p:spPr>
              <a:xfrm>
                <a:off x="265740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h688"/>
              <p:cNvSpPr/>
              <p:nvPr/>
            </p:nvSpPr>
            <p:spPr>
              <a:xfrm>
                <a:off x="266684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h689"/>
              <p:cNvSpPr/>
              <p:nvPr/>
            </p:nvSpPr>
            <p:spPr>
              <a:xfrm>
                <a:off x="267628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h690"/>
              <p:cNvSpPr/>
              <p:nvPr/>
            </p:nvSpPr>
            <p:spPr>
              <a:xfrm>
                <a:off x="268572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h691"/>
              <p:cNvSpPr/>
              <p:nvPr/>
            </p:nvSpPr>
            <p:spPr>
              <a:xfrm>
                <a:off x="269516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h692"/>
              <p:cNvSpPr/>
              <p:nvPr/>
            </p:nvSpPr>
            <p:spPr>
              <a:xfrm>
                <a:off x="270460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h693"/>
              <p:cNvSpPr/>
              <p:nvPr/>
            </p:nvSpPr>
            <p:spPr>
              <a:xfrm>
                <a:off x="271404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h694"/>
              <p:cNvSpPr/>
              <p:nvPr/>
            </p:nvSpPr>
            <p:spPr>
              <a:xfrm>
                <a:off x="272348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h695"/>
              <p:cNvSpPr/>
              <p:nvPr/>
            </p:nvSpPr>
            <p:spPr>
              <a:xfrm>
                <a:off x="273292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h696"/>
              <p:cNvSpPr/>
              <p:nvPr/>
            </p:nvSpPr>
            <p:spPr>
              <a:xfrm>
                <a:off x="274236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h697"/>
              <p:cNvSpPr/>
              <p:nvPr/>
            </p:nvSpPr>
            <p:spPr>
              <a:xfrm>
                <a:off x="275180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h698"/>
              <p:cNvSpPr/>
              <p:nvPr/>
            </p:nvSpPr>
            <p:spPr>
              <a:xfrm>
                <a:off x="276125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h699"/>
              <p:cNvSpPr/>
              <p:nvPr/>
            </p:nvSpPr>
            <p:spPr>
              <a:xfrm>
                <a:off x="277069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h700"/>
              <p:cNvSpPr/>
              <p:nvPr/>
            </p:nvSpPr>
            <p:spPr>
              <a:xfrm>
                <a:off x="278013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h701"/>
              <p:cNvSpPr/>
              <p:nvPr/>
            </p:nvSpPr>
            <p:spPr>
              <a:xfrm>
                <a:off x="278957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h702"/>
              <p:cNvSpPr/>
              <p:nvPr/>
            </p:nvSpPr>
            <p:spPr>
              <a:xfrm>
                <a:off x="279901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h703"/>
              <p:cNvSpPr/>
              <p:nvPr/>
            </p:nvSpPr>
            <p:spPr>
              <a:xfrm>
                <a:off x="280845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h704"/>
              <p:cNvSpPr/>
              <p:nvPr/>
            </p:nvSpPr>
            <p:spPr>
              <a:xfrm>
                <a:off x="281789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h705"/>
              <p:cNvSpPr/>
              <p:nvPr/>
            </p:nvSpPr>
            <p:spPr>
              <a:xfrm>
                <a:off x="282733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h706"/>
              <p:cNvSpPr/>
              <p:nvPr/>
            </p:nvSpPr>
            <p:spPr>
              <a:xfrm>
                <a:off x="283677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h707"/>
              <p:cNvSpPr/>
              <p:nvPr/>
            </p:nvSpPr>
            <p:spPr>
              <a:xfrm>
                <a:off x="284621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h708"/>
              <p:cNvSpPr/>
              <p:nvPr/>
            </p:nvSpPr>
            <p:spPr>
              <a:xfrm>
                <a:off x="285565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h709"/>
              <p:cNvSpPr/>
              <p:nvPr/>
            </p:nvSpPr>
            <p:spPr>
              <a:xfrm>
                <a:off x="286509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h710"/>
              <p:cNvSpPr/>
              <p:nvPr/>
            </p:nvSpPr>
            <p:spPr>
              <a:xfrm>
                <a:off x="287453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h711"/>
              <p:cNvSpPr/>
              <p:nvPr/>
            </p:nvSpPr>
            <p:spPr>
              <a:xfrm>
                <a:off x="288397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h712"/>
              <p:cNvSpPr/>
              <p:nvPr/>
            </p:nvSpPr>
            <p:spPr>
              <a:xfrm>
                <a:off x="289341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h713"/>
              <p:cNvSpPr/>
              <p:nvPr/>
            </p:nvSpPr>
            <p:spPr>
              <a:xfrm>
                <a:off x="290285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h714"/>
              <p:cNvSpPr/>
              <p:nvPr/>
            </p:nvSpPr>
            <p:spPr>
              <a:xfrm>
                <a:off x="291229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h715"/>
              <p:cNvSpPr/>
              <p:nvPr/>
            </p:nvSpPr>
            <p:spPr>
              <a:xfrm>
                <a:off x="292173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h716"/>
              <p:cNvSpPr/>
              <p:nvPr/>
            </p:nvSpPr>
            <p:spPr>
              <a:xfrm>
                <a:off x="293117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h717"/>
              <p:cNvSpPr/>
              <p:nvPr/>
            </p:nvSpPr>
            <p:spPr>
              <a:xfrm>
                <a:off x="294061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h718"/>
              <p:cNvSpPr/>
              <p:nvPr/>
            </p:nvSpPr>
            <p:spPr>
              <a:xfrm>
                <a:off x="295005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h719"/>
              <p:cNvSpPr/>
              <p:nvPr/>
            </p:nvSpPr>
            <p:spPr>
              <a:xfrm>
                <a:off x="295949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h720"/>
              <p:cNvSpPr/>
              <p:nvPr/>
            </p:nvSpPr>
            <p:spPr>
              <a:xfrm>
                <a:off x="2968935" y="262460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519"/>
                    </a:lnTo>
                    <a:lnTo>
                      <a:pt x="921532" y="908931"/>
                    </a:lnTo>
                    <a:lnTo>
                      <a:pt x="921244" y="913888"/>
                    </a:lnTo>
                    <a:lnTo>
                      <a:pt x="921200" y="914400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h721"/>
              <p:cNvSpPr/>
              <p:nvPr/>
            </p:nvSpPr>
            <p:spPr>
              <a:xfrm>
                <a:off x="2978375" y="2607036"/>
                <a:ext cx="923840" cy="9250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08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8120"/>
                    </a:lnTo>
                    <a:lnTo>
                      <a:pt x="921337" y="920221"/>
                    </a:lnTo>
                    <a:lnTo>
                      <a:pt x="915742" y="924267"/>
                    </a:lnTo>
                    <a:lnTo>
                      <a:pt x="914400" y="92508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h722"/>
              <p:cNvSpPr/>
              <p:nvPr/>
            </p:nvSpPr>
            <p:spPr>
              <a:xfrm>
                <a:off x="2987815" y="2607036"/>
                <a:ext cx="918648" cy="918120"/>
              </a:xfrm>
              <a:custGeom>
                <a:avLst/>
                <a:gdLst/>
                <a:ahLst/>
                <a:cxnLst/>
                <a:rect l="0" t="0" r="0" b="0"/>
                <a:pathLst>
                  <a:path w="918648" h="918120">
                    <a:moveTo>
                      <a:pt x="914400" y="914400"/>
                    </a:moveTo>
                    <a:lnTo>
                      <a:pt x="918648" y="914400"/>
                    </a:lnTo>
                    <a:lnTo>
                      <a:pt x="917368" y="915629"/>
                    </a:lnTo>
                    <a:lnTo>
                      <a:pt x="914400" y="918120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h723"/>
              <p:cNvSpPr/>
              <p:nvPr/>
            </p:nvSpPr>
            <p:spPr>
              <a:xfrm>
                <a:off x="2478042" y="260703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2856" y="914400"/>
                    </a:lnTo>
                    <a:lnTo>
                      <a:pt x="913793" y="904000"/>
                    </a:lnTo>
                    <a:lnTo>
                      <a:pt x="914399" y="89890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h724"/>
              <p:cNvSpPr/>
              <p:nvPr/>
            </p:nvSpPr>
            <p:spPr>
              <a:xfrm>
                <a:off x="2487483" y="258946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479"/>
                    </a:lnTo>
                    <a:lnTo>
                      <a:pt x="905207" y="91439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h725"/>
              <p:cNvSpPr/>
              <p:nvPr/>
            </p:nvSpPr>
            <p:spPr>
              <a:xfrm>
                <a:off x="248748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h726"/>
              <p:cNvSpPr/>
              <p:nvPr/>
            </p:nvSpPr>
            <p:spPr>
              <a:xfrm>
                <a:off x="249692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h727"/>
              <p:cNvSpPr/>
              <p:nvPr/>
            </p:nvSpPr>
            <p:spPr>
              <a:xfrm>
                <a:off x="250636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h728"/>
              <p:cNvSpPr/>
              <p:nvPr/>
            </p:nvSpPr>
            <p:spPr>
              <a:xfrm>
                <a:off x="251580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h729"/>
              <p:cNvSpPr/>
              <p:nvPr/>
            </p:nvSpPr>
            <p:spPr>
              <a:xfrm>
                <a:off x="252524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h730"/>
              <p:cNvSpPr/>
              <p:nvPr/>
            </p:nvSpPr>
            <p:spPr>
              <a:xfrm>
                <a:off x="253468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h731"/>
              <p:cNvSpPr/>
              <p:nvPr/>
            </p:nvSpPr>
            <p:spPr>
              <a:xfrm>
                <a:off x="254412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h732"/>
              <p:cNvSpPr/>
              <p:nvPr/>
            </p:nvSpPr>
            <p:spPr>
              <a:xfrm>
                <a:off x="255356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h733"/>
              <p:cNvSpPr/>
              <p:nvPr/>
            </p:nvSpPr>
            <p:spPr>
              <a:xfrm>
                <a:off x="256300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h734"/>
              <p:cNvSpPr/>
              <p:nvPr/>
            </p:nvSpPr>
            <p:spPr>
              <a:xfrm>
                <a:off x="257244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h735"/>
              <p:cNvSpPr/>
              <p:nvPr/>
            </p:nvSpPr>
            <p:spPr>
              <a:xfrm>
                <a:off x="258188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h736"/>
              <p:cNvSpPr/>
              <p:nvPr/>
            </p:nvSpPr>
            <p:spPr>
              <a:xfrm>
                <a:off x="259132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h737"/>
              <p:cNvSpPr/>
              <p:nvPr/>
            </p:nvSpPr>
            <p:spPr>
              <a:xfrm>
                <a:off x="260076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h738"/>
              <p:cNvSpPr/>
              <p:nvPr/>
            </p:nvSpPr>
            <p:spPr>
              <a:xfrm>
                <a:off x="261020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h739"/>
              <p:cNvSpPr/>
              <p:nvPr/>
            </p:nvSpPr>
            <p:spPr>
              <a:xfrm>
                <a:off x="261964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h740"/>
              <p:cNvSpPr/>
              <p:nvPr/>
            </p:nvSpPr>
            <p:spPr>
              <a:xfrm>
                <a:off x="262908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h741"/>
              <p:cNvSpPr/>
              <p:nvPr/>
            </p:nvSpPr>
            <p:spPr>
              <a:xfrm>
                <a:off x="263852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h742"/>
              <p:cNvSpPr/>
              <p:nvPr/>
            </p:nvSpPr>
            <p:spPr>
              <a:xfrm>
                <a:off x="264796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h743"/>
              <p:cNvSpPr/>
              <p:nvPr/>
            </p:nvSpPr>
            <p:spPr>
              <a:xfrm>
                <a:off x="265740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h744"/>
              <p:cNvSpPr/>
              <p:nvPr/>
            </p:nvSpPr>
            <p:spPr>
              <a:xfrm>
                <a:off x="266684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h745"/>
              <p:cNvSpPr/>
              <p:nvPr/>
            </p:nvSpPr>
            <p:spPr>
              <a:xfrm>
                <a:off x="267628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h746"/>
              <p:cNvSpPr/>
              <p:nvPr/>
            </p:nvSpPr>
            <p:spPr>
              <a:xfrm>
                <a:off x="268572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h747"/>
              <p:cNvSpPr/>
              <p:nvPr/>
            </p:nvSpPr>
            <p:spPr>
              <a:xfrm>
                <a:off x="269516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h748"/>
              <p:cNvSpPr/>
              <p:nvPr/>
            </p:nvSpPr>
            <p:spPr>
              <a:xfrm>
                <a:off x="270460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h749"/>
              <p:cNvSpPr/>
              <p:nvPr/>
            </p:nvSpPr>
            <p:spPr>
              <a:xfrm>
                <a:off x="271404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h750"/>
              <p:cNvSpPr/>
              <p:nvPr/>
            </p:nvSpPr>
            <p:spPr>
              <a:xfrm>
                <a:off x="272348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h751"/>
              <p:cNvSpPr/>
              <p:nvPr/>
            </p:nvSpPr>
            <p:spPr>
              <a:xfrm>
                <a:off x="273292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h752"/>
              <p:cNvSpPr/>
              <p:nvPr/>
            </p:nvSpPr>
            <p:spPr>
              <a:xfrm>
                <a:off x="274236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h753"/>
              <p:cNvSpPr/>
              <p:nvPr/>
            </p:nvSpPr>
            <p:spPr>
              <a:xfrm>
                <a:off x="275180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h754"/>
              <p:cNvSpPr/>
              <p:nvPr/>
            </p:nvSpPr>
            <p:spPr>
              <a:xfrm>
                <a:off x="276125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h755"/>
              <p:cNvSpPr/>
              <p:nvPr/>
            </p:nvSpPr>
            <p:spPr>
              <a:xfrm>
                <a:off x="277069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h756"/>
              <p:cNvSpPr/>
              <p:nvPr/>
            </p:nvSpPr>
            <p:spPr>
              <a:xfrm>
                <a:off x="278013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h757"/>
              <p:cNvSpPr/>
              <p:nvPr/>
            </p:nvSpPr>
            <p:spPr>
              <a:xfrm>
                <a:off x="278957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h758"/>
              <p:cNvSpPr/>
              <p:nvPr/>
            </p:nvSpPr>
            <p:spPr>
              <a:xfrm>
                <a:off x="279901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h759"/>
              <p:cNvSpPr/>
              <p:nvPr/>
            </p:nvSpPr>
            <p:spPr>
              <a:xfrm>
                <a:off x="280845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h760"/>
              <p:cNvSpPr/>
              <p:nvPr/>
            </p:nvSpPr>
            <p:spPr>
              <a:xfrm>
                <a:off x="281789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h761"/>
              <p:cNvSpPr/>
              <p:nvPr/>
            </p:nvSpPr>
            <p:spPr>
              <a:xfrm>
                <a:off x="282733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h762"/>
              <p:cNvSpPr/>
              <p:nvPr/>
            </p:nvSpPr>
            <p:spPr>
              <a:xfrm>
                <a:off x="283677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h763"/>
              <p:cNvSpPr/>
              <p:nvPr/>
            </p:nvSpPr>
            <p:spPr>
              <a:xfrm>
                <a:off x="284621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h764"/>
              <p:cNvSpPr/>
              <p:nvPr/>
            </p:nvSpPr>
            <p:spPr>
              <a:xfrm>
                <a:off x="285565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h765"/>
              <p:cNvSpPr/>
              <p:nvPr/>
            </p:nvSpPr>
            <p:spPr>
              <a:xfrm>
                <a:off x="286509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h766"/>
              <p:cNvSpPr/>
              <p:nvPr/>
            </p:nvSpPr>
            <p:spPr>
              <a:xfrm>
                <a:off x="287453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h767"/>
              <p:cNvSpPr/>
              <p:nvPr/>
            </p:nvSpPr>
            <p:spPr>
              <a:xfrm>
                <a:off x="288397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h768"/>
              <p:cNvSpPr/>
              <p:nvPr/>
            </p:nvSpPr>
            <p:spPr>
              <a:xfrm>
                <a:off x="289341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h769"/>
              <p:cNvSpPr/>
              <p:nvPr/>
            </p:nvSpPr>
            <p:spPr>
              <a:xfrm>
                <a:off x="290285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h770"/>
              <p:cNvSpPr/>
              <p:nvPr/>
            </p:nvSpPr>
            <p:spPr>
              <a:xfrm>
                <a:off x="291229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h771"/>
              <p:cNvSpPr/>
              <p:nvPr/>
            </p:nvSpPr>
            <p:spPr>
              <a:xfrm>
                <a:off x="292173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h772"/>
              <p:cNvSpPr/>
              <p:nvPr/>
            </p:nvSpPr>
            <p:spPr>
              <a:xfrm>
                <a:off x="293117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h773"/>
              <p:cNvSpPr/>
              <p:nvPr/>
            </p:nvSpPr>
            <p:spPr>
              <a:xfrm>
                <a:off x="294061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h774"/>
              <p:cNvSpPr/>
              <p:nvPr/>
            </p:nvSpPr>
            <p:spPr>
              <a:xfrm>
                <a:off x="295005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h775"/>
              <p:cNvSpPr/>
              <p:nvPr/>
            </p:nvSpPr>
            <p:spPr>
              <a:xfrm>
                <a:off x="295949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h776"/>
              <p:cNvSpPr/>
              <p:nvPr/>
            </p:nvSpPr>
            <p:spPr>
              <a:xfrm>
                <a:off x="296893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h777"/>
              <p:cNvSpPr/>
              <p:nvPr/>
            </p:nvSpPr>
            <p:spPr>
              <a:xfrm>
                <a:off x="297837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h778"/>
              <p:cNvSpPr/>
              <p:nvPr/>
            </p:nvSpPr>
            <p:spPr>
              <a:xfrm>
                <a:off x="2987815" y="26070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264"/>
                    </a:lnTo>
                    <a:lnTo>
                      <a:pt x="922702" y="910504"/>
                    </a:lnTo>
                    <a:lnTo>
                      <a:pt x="918648" y="914400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h779"/>
              <p:cNvSpPr/>
              <p:nvPr/>
            </p:nvSpPr>
            <p:spPr>
              <a:xfrm>
                <a:off x="2997256" y="2589467"/>
                <a:ext cx="923840" cy="9268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3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5753"/>
                    </a:lnTo>
                    <a:lnTo>
                      <a:pt x="923454" y="916283"/>
                    </a:lnTo>
                    <a:lnTo>
                      <a:pt x="918441" y="922430"/>
                    </a:lnTo>
                    <a:lnTo>
                      <a:pt x="914400" y="926834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h780"/>
              <p:cNvSpPr/>
              <p:nvPr/>
            </p:nvSpPr>
            <p:spPr>
              <a:xfrm>
                <a:off x="3006696" y="2589467"/>
                <a:ext cx="915385" cy="915753"/>
              </a:xfrm>
              <a:custGeom>
                <a:avLst/>
                <a:gdLst/>
                <a:ahLst/>
                <a:cxnLst/>
                <a:rect l="0" t="0" r="0" b="0"/>
                <a:pathLst>
                  <a:path w="915385" h="915753">
                    <a:moveTo>
                      <a:pt x="914400" y="914399"/>
                    </a:moveTo>
                    <a:lnTo>
                      <a:pt x="915385" y="914399"/>
                    </a:lnTo>
                    <a:lnTo>
                      <a:pt x="914400" y="915753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h781"/>
              <p:cNvSpPr/>
              <p:nvPr/>
            </p:nvSpPr>
            <p:spPr>
              <a:xfrm>
                <a:off x="3119979" y="2589467"/>
                <a:ext cx="914400" cy="91715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55">
                    <a:moveTo>
                      <a:pt x="914400" y="914399"/>
                    </a:moveTo>
                    <a:lnTo>
                      <a:pt x="914400" y="917155"/>
                    </a:lnTo>
                    <a:lnTo>
                      <a:pt x="909664" y="915098"/>
                    </a:lnTo>
                    <a:lnTo>
                      <a:pt x="908367" y="91439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h782"/>
              <p:cNvSpPr/>
              <p:nvPr/>
            </p:nvSpPr>
            <p:spPr>
              <a:xfrm>
                <a:off x="3119979" y="2589467"/>
                <a:ext cx="923840" cy="9201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4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148"/>
                    </a:lnTo>
                    <a:lnTo>
                      <a:pt x="921293" y="919555"/>
                    </a:lnTo>
                    <a:lnTo>
                      <a:pt x="915447" y="917610"/>
                    </a:lnTo>
                    <a:lnTo>
                      <a:pt x="914400" y="917155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h783"/>
              <p:cNvSpPr/>
              <p:nvPr/>
            </p:nvSpPr>
            <p:spPr>
              <a:xfrm>
                <a:off x="3129419" y="2589467"/>
                <a:ext cx="92384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2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28"/>
                    </a:lnTo>
                    <a:lnTo>
                      <a:pt x="923669" y="921722"/>
                    </a:lnTo>
                    <a:lnTo>
                      <a:pt x="917746" y="920927"/>
                    </a:lnTo>
                    <a:lnTo>
                      <a:pt x="914400" y="920148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h784"/>
              <p:cNvSpPr/>
              <p:nvPr/>
            </p:nvSpPr>
            <p:spPr>
              <a:xfrm>
                <a:off x="3138859" y="2589467"/>
                <a:ext cx="923840" cy="92193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93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13"/>
                    </a:lnTo>
                    <a:lnTo>
                      <a:pt x="920167" y="921938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h785"/>
              <p:cNvSpPr/>
              <p:nvPr/>
            </p:nvSpPr>
            <p:spPr>
              <a:xfrm>
                <a:off x="3148299" y="2589467"/>
                <a:ext cx="923840" cy="9217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13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20308"/>
                    </a:lnTo>
                    <a:lnTo>
                      <a:pt x="922579" y="920633"/>
                    </a:lnTo>
                    <a:lnTo>
                      <a:pt x="916662" y="921574"/>
                    </a:lnTo>
                    <a:lnTo>
                      <a:pt x="914399" y="921713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h786"/>
              <p:cNvSpPr/>
              <p:nvPr/>
            </p:nvSpPr>
            <p:spPr>
              <a:xfrm>
                <a:off x="3157740" y="2589467"/>
                <a:ext cx="923840" cy="92030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30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389"/>
                    </a:lnTo>
                    <a:lnTo>
                      <a:pt x="919021" y="919115"/>
                    </a:lnTo>
                    <a:lnTo>
                      <a:pt x="914400" y="920308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h787"/>
              <p:cNvSpPr/>
              <p:nvPr/>
            </p:nvSpPr>
            <p:spPr>
              <a:xfrm>
                <a:off x="3167180" y="2589467"/>
                <a:ext cx="921116" cy="917389"/>
              </a:xfrm>
              <a:custGeom>
                <a:avLst/>
                <a:gdLst/>
                <a:ahLst/>
                <a:cxnLst/>
                <a:rect l="0" t="0" r="0" b="0"/>
                <a:pathLst>
                  <a:path w="921116" h="917389">
                    <a:moveTo>
                      <a:pt x="914399" y="914399"/>
                    </a:moveTo>
                    <a:lnTo>
                      <a:pt x="921116" y="914399"/>
                    </a:lnTo>
                    <a:lnTo>
                      <a:pt x="915413" y="917026"/>
                    </a:lnTo>
                    <a:lnTo>
                      <a:pt x="914399" y="91738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h788"/>
              <p:cNvSpPr/>
              <p:nvPr/>
            </p:nvSpPr>
            <p:spPr>
              <a:xfrm>
                <a:off x="2478042" y="2571897"/>
                <a:ext cx="914399" cy="92221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2216">
                    <a:moveTo>
                      <a:pt x="914399" y="914400"/>
                    </a:moveTo>
                    <a:lnTo>
                      <a:pt x="914399" y="922216"/>
                    </a:lnTo>
                    <a:lnTo>
                      <a:pt x="913069" y="919596"/>
                    </a:lnTo>
                    <a:lnTo>
                      <a:pt x="911661" y="916823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h789"/>
              <p:cNvSpPr/>
              <p:nvPr/>
            </p:nvSpPr>
            <p:spPr>
              <a:xfrm>
                <a:off x="247804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7" y="931969"/>
                    </a:lnTo>
                    <a:lnTo>
                      <a:pt x="915072" y="928405"/>
                    </a:lnTo>
                    <a:lnTo>
                      <a:pt x="915632" y="924645"/>
                    </a:lnTo>
                    <a:lnTo>
                      <a:pt x="914477" y="922369"/>
                    </a:lnTo>
                    <a:lnTo>
                      <a:pt x="914399" y="922216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h790"/>
              <p:cNvSpPr/>
              <p:nvPr/>
            </p:nvSpPr>
            <p:spPr>
              <a:xfrm>
                <a:off x="248748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h791"/>
              <p:cNvSpPr/>
              <p:nvPr/>
            </p:nvSpPr>
            <p:spPr>
              <a:xfrm>
                <a:off x="249692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h792"/>
              <p:cNvSpPr/>
              <p:nvPr/>
            </p:nvSpPr>
            <p:spPr>
              <a:xfrm>
                <a:off x="250636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h793"/>
              <p:cNvSpPr/>
              <p:nvPr/>
            </p:nvSpPr>
            <p:spPr>
              <a:xfrm>
                <a:off x="251580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h794"/>
              <p:cNvSpPr/>
              <p:nvPr/>
            </p:nvSpPr>
            <p:spPr>
              <a:xfrm>
                <a:off x="252524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h795"/>
              <p:cNvSpPr/>
              <p:nvPr/>
            </p:nvSpPr>
            <p:spPr>
              <a:xfrm>
                <a:off x="253468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h796"/>
              <p:cNvSpPr/>
              <p:nvPr/>
            </p:nvSpPr>
            <p:spPr>
              <a:xfrm>
                <a:off x="254412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h797"/>
              <p:cNvSpPr/>
              <p:nvPr/>
            </p:nvSpPr>
            <p:spPr>
              <a:xfrm>
                <a:off x="255356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h798"/>
              <p:cNvSpPr/>
              <p:nvPr/>
            </p:nvSpPr>
            <p:spPr>
              <a:xfrm>
                <a:off x="256300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h799"/>
              <p:cNvSpPr/>
              <p:nvPr/>
            </p:nvSpPr>
            <p:spPr>
              <a:xfrm>
                <a:off x="257244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h800"/>
              <p:cNvSpPr/>
              <p:nvPr/>
            </p:nvSpPr>
            <p:spPr>
              <a:xfrm>
                <a:off x="258188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h801"/>
              <p:cNvSpPr/>
              <p:nvPr/>
            </p:nvSpPr>
            <p:spPr>
              <a:xfrm>
                <a:off x="259132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h802"/>
              <p:cNvSpPr/>
              <p:nvPr/>
            </p:nvSpPr>
            <p:spPr>
              <a:xfrm>
                <a:off x="260076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h803"/>
              <p:cNvSpPr/>
              <p:nvPr/>
            </p:nvSpPr>
            <p:spPr>
              <a:xfrm>
                <a:off x="261020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h804"/>
              <p:cNvSpPr/>
              <p:nvPr/>
            </p:nvSpPr>
            <p:spPr>
              <a:xfrm>
                <a:off x="261964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h805"/>
              <p:cNvSpPr/>
              <p:nvPr/>
            </p:nvSpPr>
            <p:spPr>
              <a:xfrm>
                <a:off x="262908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h806"/>
              <p:cNvSpPr/>
              <p:nvPr/>
            </p:nvSpPr>
            <p:spPr>
              <a:xfrm>
                <a:off x="263852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h807"/>
              <p:cNvSpPr/>
              <p:nvPr/>
            </p:nvSpPr>
            <p:spPr>
              <a:xfrm>
                <a:off x="264796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h808"/>
              <p:cNvSpPr/>
              <p:nvPr/>
            </p:nvSpPr>
            <p:spPr>
              <a:xfrm>
                <a:off x="265740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h809"/>
              <p:cNvSpPr/>
              <p:nvPr/>
            </p:nvSpPr>
            <p:spPr>
              <a:xfrm>
                <a:off x="266684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h810"/>
              <p:cNvSpPr/>
              <p:nvPr/>
            </p:nvSpPr>
            <p:spPr>
              <a:xfrm>
                <a:off x="267628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h811"/>
              <p:cNvSpPr/>
              <p:nvPr/>
            </p:nvSpPr>
            <p:spPr>
              <a:xfrm>
                <a:off x="268572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h812"/>
              <p:cNvSpPr/>
              <p:nvPr/>
            </p:nvSpPr>
            <p:spPr>
              <a:xfrm>
                <a:off x="269516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h813"/>
              <p:cNvSpPr/>
              <p:nvPr/>
            </p:nvSpPr>
            <p:spPr>
              <a:xfrm>
                <a:off x="270460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h814"/>
              <p:cNvSpPr/>
              <p:nvPr/>
            </p:nvSpPr>
            <p:spPr>
              <a:xfrm>
                <a:off x="271404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h815"/>
              <p:cNvSpPr/>
              <p:nvPr/>
            </p:nvSpPr>
            <p:spPr>
              <a:xfrm>
                <a:off x="272348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h816"/>
              <p:cNvSpPr/>
              <p:nvPr/>
            </p:nvSpPr>
            <p:spPr>
              <a:xfrm>
                <a:off x="273292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h817"/>
              <p:cNvSpPr/>
              <p:nvPr/>
            </p:nvSpPr>
            <p:spPr>
              <a:xfrm>
                <a:off x="274236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h818"/>
              <p:cNvSpPr/>
              <p:nvPr/>
            </p:nvSpPr>
            <p:spPr>
              <a:xfrm>
                <a:off x="275180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h819"/>
              <p:cNvSpPr/>
              <p:nvPr/>
            </p:nvSpPr>
            <p:spPr>
              <a:xfrm>
                <a:off x="276125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h820"/>
              <p:cNvSpPr/>
              <p:nvPr/>
            </p:nvSpPr>
            <p:spPr>
              <a:xfrm>
                <a:off x="277069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h821"/>
              <p:cNvSpPr/>
              <p:nvPr/>
            </p:nvSpPr>
            <p:spPr>
              <a:xfrm>
                <a:off x="278013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h822"/>
              <p:cNvSpPr/>
              <p:nvPr/>
            </p:nvSpPr>
            <p:spPr>
              <a:xfrm>
                <a:off x="278957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h823"/>
              <p:cNvSpPr/>
              <p:nvPr/>
            </p:nvSpPr>
            <p:spPr>
              <a:xfrm>
                <a:off x="279901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h824"/>
              <p:cNvSpPr/>
              <p:nvPr/>
            </p:nvSpPr>
            <p:spPr>
              <a:xfrm>
                <a:off x="280845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h825"/>
              <p:cNvSpPr/>
              <p:nvPr/>
            </p:nvSpPr>
            <p:spPr>
              <a:xfrm>
                <a:off x="281789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h826"/>
              <p:cNvSpPr/>
              <p:nvPr/>
            </p:nvSpPr>
            <p:spPr>
              <a:xfrm>
                <a:off x="282733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h827"/>
              <p:cNvSpPr/>
              <p:nvPr/>
            </p:nvSpPr>
            <p:spPr>
              <a:xfrm>
                <a:off x="283677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h828"/>
              <p:cNvSpPr/>
              <p:nvPr/>
            </p:nvSpPr>
            <p:spPr>
              <a:xfrm>
                <a:off x="284621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h829"/>
              <p:cNvSpPr/>
              <p:nvPr/>
            </p:nvSpPr>
            <p:spPr>
              <a:xfrm>
                <a:off x="285565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h830"/>
              <p:cNvSpPr/>
              <p:nvPr/>
            </p:nvSpPr>
            <p:spPr>
              <a:xfrm>
                <a:off x="286509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h831"/>
              <p:cNvSpPr/>
              <p:nvPr/>
            </p:nvSpPr>
            <p:spPr>
              <a:xfrm>
                <a:off x="287453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h832"/>
              <p:cNvSpPr/>
              <p:nvPr/>
            </p:nvSpPr>
            <p:spPr>
              <a:xfrm>
                <a:off x="288397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h833"/>
              <p:cNvSpPr/>
              <p:nvPr/>
            </p:nvSpPr>
            <p:spPr>
              <a:xfrm>
                <a:off x="289341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h834"/>
              <p:cNvSpPr/>
              <p:nvPr/>
            </p:nvSpPr>
            <p:spPr>
              <a:xfrm>
                <a:off x="290285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h835"/>
              <p:cNvSpPr/>
              <p:nvPr/>
            </p:nvSpPr>
            <p:spPr>
              <a:xfrm>
                <a:off x="291229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h836"/>
              <p:cNvSpPr/>
              <p:nvPr/>
            </p:nvSpPr>
            <p:spPr>
              <a:xfrm>
                <a:off x="292173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h837"/>
              <p:cNvSpPr/>
              <p:nvPr/>
            </p:nvSpPr>
            <p:spPr>
              <a:xfrm>
                <a:off x="293117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h838"/>
              <p:cNvSpPr/>
              <p:nvPr/>
            </p:nvSpPr>
            <p:spPr>
              <a:xfrm>
                <a:off x="294061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h839"/>
              <p:cNvSpPr/>
              <p:nvPr/>
            </p:nvSpPr>
            <p:spPr>
              <a:xfrm>
                <a:off x="295005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h840"/>
              <p:cNvSpPr/>
              <p:nvPr/>
            </p:nvSpPr>
            <p:spPr>
              <a:xfrm>
                <a:off x="295949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h841"/>
              <p:cNvSpPr/>
              <p:nvPr/>
            </p:nvSpPr>
            <p:spPr>
              <a:xfrm>
                <a:off x="296893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h842"/>
              <p:cNvSpPr/>
              <p:nvPr/>
            </p:nvSpPr>
            <p:spPr>
              <a:xfrm>
                <a:off x="297837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h843"/>
              <p:cNvSpPr/>
              <p:nvPr/>
            </p:nvSpPr>
            <p:spPr>
              <a:xfrm>
                <a:off x="298781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h844"/>
              <p:cNvSpPr/>
              <p:nvPr/>
            </p:nvSpPr>
            <p:spPr>
              <a:xfrm>
                <a:off x="299725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h845"/>
              <p:cNvSpPr/>
              <p:nvPr/>
            </p:nvSpPr>
            <p:spPr>
              <a:xfrm>
                <a:off x="3006696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40"/>
                    </a:lnTo>
                    <a:lnTo>
                      <a:pt x="922798" y="908490"/>
                    </a:lnTo>
                    <a:lnTo>
                      <a:pt x="921181" y="908256"/>
                    </a:lnTo>
                    <a:lnTo>
                      <a:pt x="919878" y="908068"/>
                    </a:lnTo>
                    <a:lnTo>
                      <a:pt x="918844" y="909652"/>
                    </a:lnTo>
                    <a:lnTo>
                      <a:pt x="915385" y="91439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h846"/>
              <p:cNvSpPr/>
              <p:nvPr/>
            </p:nvSpPr>
            <p:spPr>
              <a:xfrm>
                <a:off x="3016136" y="2571897"/>
                <a:ext cx="923840" cy="927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7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579"/>
                    </a:lnTo>
                    <a:lnTo>
                      <a:pt x="923057" y="927466"/>
                    </a:lnTo>
                    <a:lnTo>
                      <a:pt x="921441" y="927231"/>
                    </a:lnTo>
                    <a:lnTo>
                      <a:pt x="919824" y="926996"/>
                    </a:lnTo>
                    <a:lnTo>
                      <a:pt x="918208" y="926762"/>
                    </a:lnTo>
                    <a:lnTo>
                      <a:pt x="916591" y="926527"/>
                    </a:lnTo>
                    <a:lnTo>
                      <a:pt x="914975" y="926293"/>
                    </a:lnTo>
                    <a:lnTo>
                      <a:pt x="914399" y="926210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h847"/>
              <p:cNvSpPr/>
              <p:nvPr/>
            </p:nvSpPr>
            <p:spPr>
              <a:xfrm>
                <a:off x="3025576" y="2571897"/>
                <a:ext cx="923840" cy="9289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95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956"/>
                    </a:lnTo>
                    <a:lnTo>
                      <a:pt x="923314" y="928879"/>
                    </a:lnTo>
                    <a:lnTo>
                      <a:pt x="921698" y="928643"/>
                    </a:lnTo>
                    <a:lnTo>
                      <a:pt x="920082" y="928407"/>
                    </a:lnTo>
                    <a:lnTo>
                      <a:pt x="918466" y="928172"/>
                    </a:lnTo>
                    <a:lnTo>
                      <a:pt x="916850" y="927936"/>
                    </a:lnTo>
                    <a:lnTo>
                      <a:pt x="915233" y="927701"/>
                    </a:lnTo>
                    <a:lnTo>
                      <a:pt x="914400" y="92757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h848"/>
              <p:cNvSpPr/>
              <p:nvPr/>
            </p:nvSpPr>
            <p:spPr>
              <a:xfrm>
                <a:off x="3035017" y="2571897"/>
                <a:ext cx="923840" cy="93015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5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55"/>
                    </a:lnTo>
                    <a:lnTo>
                      <a:pt x="919937" y="929767"/>
                    </a:lnTo>
                    <a:lnTo>
                      <a:pt x="918723" y="929589"/>
                    </a:lnTo>
                    <a:lnTo>
                      <a:pt x="917106" y="929352"/>
                    </a:lnTo>
                    <a:lnTo>
                      <a:pt x="915490" y="929116"/>
                    </a:lnTo>
                    <a:lnTo>
                      <a:pt x="914400" y="928956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h849"/>
              <p:cNvSpPr/>
              <p:nvPr/>
            </p:nvSpPr>
            <p:spPr>
              <a:xfrm>
                <a:off x="3044457" y="2571897"/>
                <a:ext cx="923840" cy="93036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6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97"/>
                    </a:lnTo>
                    <a:lnTo>
                      <a:pt x="921969" y="930364"/>
                    </a:lnTo>
                    <a:lnTo>
                      <a:pt x="916229" y="930336"/>
                    </a:lnTo>
                    <a:lnTo>
                      <a:pt x="914400" y="930155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h850"/>
              <p:cNvSpPr/>
              <p:nvPr/>
            </p:nvSpPr>
            <p:spPr>
              <a:xfrm>
                <a:off x="3053897" y="2571897"/>
                <a:ext cx="923840" cy="9301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822"/>
                    </a:lnTo>
                    <a:lnTo>
                      <a:pt x="918263" y="929851"/>
                    </a:lnTo>
                    <a:lnTo>
                      <a:pt x="914400" y="930197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h851"/>
              <p:cNvSpPr/>
              <p:nvPr/>
            </p:nvSpPr>
            <p:spPr>
              <a:xfrm>
                <a:off x="3063337" y="2571897"/>
                <a:ext cx="923840" cy="92882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82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015"/>
                    </a:lnTo>
                    <a:lnTo>
                      <a:pt x="922364" y="926499"/>
                    </a:lnTo>
                    <a:lnTo>
                      <a:pt x="920211" y="927207"/>
                    </a:lnTo>
                    <a:lnTo>
                      <a:pt x="914535" y="928797"/>
                    </a:lnTo>
                    <a:lnTo>
                      <a:pt x="914400" y="928822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h852"/>
              <p:cNvSpPr/>
              <p:nvPr/>
            </p:nvSpPr>
            <p:spPr>
              <a:xfrm>
                <a:off x="3072778" y="2571897"/>
                <a:ext cx="923840" cy="926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0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919"/>
                    </a:lnTo>
                    <a:lnTo>
                      <a:pt x="923662" y="922977"/>
                    </a:lnTo>
                    <a:lnTo>
                      <a:pt x="921514" y="923681"/>
                    </a:lnTo>
                    <a:lnTo>
                      <a:pt x="919366" y="924385"/>
                    </a:lnTo>
                    <a:lnTo>
                      <a:pt x="917219" y="925089"/>
                    </a:lnTo>
                    <a:lnTo>
                      <a:pt x="915071" y="925794"/>
                    </a:lnTo>
                    <a:lnTo>
                      <a:pt x="914400" y="926015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h853"/>
              <p:cNvSpPr/>
              <p:nvPr/>
            </p:nvSpPr>
            <p:spPr>
              <a:xfrm>
                <a:off x="3082218" y="2571897"/>
                <a:ext cx="923840" cy="92291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91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9832"/>
                    </a:lnTo>
                    <a:lnTo>
                      <a:pt x="922817" y="920166"/>
                    </a:lnTo>
                    <a:lnTo>
                      <a:pt x="920668" y="920868"/>
                    </a:lnTo>
                    <a:lnTo>
                      <a:pt x="918519" y="921571"/>
                    </a:lnTo>
                    <a:lnTo>
                      <a:pt x="916370" y="922274"/>
                    </a:lnTo>
                    <a:lnTo>
                      <a:pt x="914399" y="92291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h854"/>
              <p:cNvSpPr/>
              <p:nvPr/>
            </p:nvSpPr>
            <p:spPr>
              <a:xfrm>
                <a:off x="3091658" y="2571897"/>
                <a:ext cx="923840" cy="9239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9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986"/>
                    </a:lnTo>
                    <a:lnTo>
                      <a:pt x="923001" y="923398"/>
                    </a:lnTo>
                    <a:lnTo>
                      <a:pt x="921779" y="922542"/>
                    </a:lnTo>
                    <a:lnTo>
                      <a:pt x="920557" y="921686"/>
                    </a:lnTo>
                    <a:lnTo>
                      <a:pt x="919335" y="920830"/>
                    </a:lnTo>
                    <a:lnTo>
                      <a:pt x="918112" y="919974"/>
                    </a:lnTo>
                    <a:lnTo>
                      <a:pt x="916793" y="919051"/>
                    </a:lnTo>
                    <a:lnTo>
                      <a:pt x="915526" y="919464"/>
                    </a:lnTo>
                    <a:lnTo>
                      <a:pt x="914400" y="919832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h855"/>
              <p:cNvSpPr/>
              <p:nvPr/>
            </p:nvSpPr>
            <p:spPr>
              <a:xfrm>
                <a:off x="3101098" y="2571897"/>
                <a:ext cx="923840" cy="9301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34"/>
                    </a:lnTo>
                    <a:lnTo>
                      <a:pt x="922840" y="929595"/>
                    </a:lnTo>
                    <a:lnTo>
                      <a:pt x="917230" y="925970"/>
                    </a:lnTo>
                    <a:lnTo>
                      <a:pt x="916004" y="925111"/>
                    </a:lnTo>
                    <a:lnTo>
                      <a:pt x="914782" y="924254"/>
                    </a:lnTo>
                    <a:lnTo>
                      <a:pt x="914400" y="923986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h856"/>
              <p:cNvSpPr/>
              <p:nvPr/>
            </p:nvSpPr>
            <p:spPr>
              <a:xfrm>
                <a:off x="311053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07" y="931969"/>
                    </a:lnTo>
                    <a:lnTo>
                      <a:pt x="914400" y="930134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h857"/>
              <p:cNvSpPr/>
              <p:nvPr/>
            </p:nvSpPr>
            <p:spPr>
              <a:xfrm>
                <a:off x="311997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h858"/>
              <p:cNvSpPr/>
              <p:nvPr/>
            </p:nvSpPr>
            <p:spPr>
              <a:xfrm>
                <a:off x="312941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h859"/>
              <p:cNvSpPr/>
              <p:nvPr/>
            </p:nvSpPr>
            <p:spPr>
              <a:xfrm>
                <a:off x="313885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h860"/>
              <p:cNvSpPr/>
              <p:nvPr/>
            </p:nvSpPr>
            <p:spPr>
              <a:xfrm>
                <a:off x="314829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h861"/>
              <p:cNvSpPr/>
              <p:nvPr/>
            </p:nvSpPr>
            <p:spPr>
              <a:xfrm>
                <a:off x="315774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h862"/>
              <p:cNvSpPr/>
              <p:nvPr/>
            </p:nvSpPr>
            <p:spPr>
              <a:xfrm>
                <a:off x="3167180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2865"/>
                    </a:lnTo>
                    <a:lnTo>
                      <a:pt x="921116" y="91439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h863"/>
              <p:cNvSpPr/>
              <p:nvPr/>
            </p:nvSpPr>
            <p:spPr>
              <a:xfrm>
                <a:off x="3176620" y="2571897"/>
                <a:ext cx="923840" cy="93043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3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306"/>
                    </a:lnTo>
                    <a:lnTo>
                      <a:pt x="923003" y="924964"/>
                    </a:lnTo>
                    <a:lnTo>
                      <a:pt x="917419" y="928727"/>
                    </a:lnTo>
                    <a:lnTo>
                      <a:pt x="914400" y="930435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h864"/>
              <p:cNvSpPr/>
              <p:nvPr/>
            </p:nvSpPr>
            <p:spPr>
              <a:xfrm>
                <a:off x="3186060" y="2571897"/>
                <a:ext cx="923840" cy="92430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30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6602"/>
                    </a:lnTo>
                    <a:lnTo>
                      <a:pt x="923417" y="916959"/>
                    </a:lnTo>
                    <a:lnTo>
                      <a:pt x="922322" y="917883"/>
                    </a:lnTo>
                    <a:lnTo>
                      <a:pt x="921227" y="918807"/>
                    </a:lnTo>
                    <a:lnTo>
                      <a:pt x="920133" y="919732"/>
                    </a:lnTo>
                    <a:lnTo>
                      <a:pt x="919033" y="920661"/>
                    </a:lnTo>
                    <a:lnTo>
                      <a:pt x="914400" y="924306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h865"/>
              <p:cNvSpPr/>
              <p:nvPr/>
            </p:nvSpPr>
            <p:spPr>
              <a:xfrm>
                <a:off x="3195501" y="2571897"/>
                <a:ext cx="917010" cy="91660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1660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6168" y="915110"/>
                    </a:lnTo>
                    <a:lnTo>
                      <a:pt x="915072" y="916034"/>
                    </a:lnTo>
                    <a:lnTo>
                      <a:pt x="914400" y="916602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h866"/>
              <p:cNvSpPr/>
              <p:nvPr/>
            </p:nvSpPr>
            <p:spPr>
              <a:xfrm>
                <a:off x="2468602" y="2554327"/>
                <a:ext cx="914400" cy="9212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19">
                    <a:moveTo>
                      <a:pt x="914400" y="914400"/>
                    </a:moveTo>
                    <a:lnTo>
                      <a:pt x="914400" y="921219"/>
                    </a:lnTo>
                    <a:lnTo>
                      <a:pt x="914050" y="920532"/>
                    </a:lnTo>
                    <a:lnTo>
                      <a:pt x="912637" y="917760"/>
                    </a:lnTo>
                    <a:lnTo>
                      <a:pt x="911225" y="914989"/>
                    </a:lnTo>
                    <a:lnTo>
                      <a:pt x="910924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h867"/>
              <p:cNvSpPr/>
              <p:nvPr/>
            </p:nvSpPr>
            <p:spPr>
              <a:xfrm>
                <a:off x="246860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69" y="931969"/>
                    </a:lnTo>
                    <a:lnTo>
                      <a:pt x="919692" y="931621"/>
                    </a:lnTo>
                    <a:lnTo>
                      <a:pt x="918282" y="928848"/>
                    </a:lnTo>
                    <a:lnTo>
                      <a:pt x="916872" y="926076"/>
                    </a:lnTo>
                    <a:lnTo>
                      <a:pt x="915461" y="923304"/>
                    </a:lnTo>
                    <a:lnTo>
                      <a:pt x="914400" y="92121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h868"/>
              <p:cNvSpPr/>
              <p:nvPr/>
            </p:nvSpPr>
            <p:spPr>
              <a:xfrm>
                <a:off x="247804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h869"/>
              <p:cNvSpPr/>
              <p:nvPr/>
            </p:nvSpPr>
            <p:spPr>
              <a:xfrm>
                <a:off x="248748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h870"/>
              <p:cNvSpPr/>
              <p:nvPr/>
            </p:nvSpPr>
            <p:spPr>
              <a:xfrm>
                <a:off x="249692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h871"/>
              <p:cNvSpPr/>
              <p:nvPr/>
            </p:nvSpPr>
            <p:spPr>
              <a:xfrm>
                <a:off x="250636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h872"/>
              <p:cNvSpPr/>
              <p:nvPr/>
            </p:nvSpPr>
            <p:spPr>
              <a:xfrm>
                <a:off x="251580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h873"/>
              <p:cNvSpPr/>
              <p:nvPr/>
            </p:nvSpPr>
            <p:spPr>
              <a:xfrm>
                <a:off x="252524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h874"/>
              <p:cNvSpPr/>
              <p:nvPr/>
            </p:nvSpPr>
            <p:spPr>
              <a:xfrm>
                <a:off x="253468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h875"/>
              <p:cNvSpPr/>
              <p:nvPr/>
            </p:nvSpPr>
            <p:spPr>
              <a:xfrm>
                <a:off x="254412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h876"/>
              <p:cNvSpPr/>
              <p:nvPr/>
            </p:nvSpPr>
            <p:spPr>
              <a:xfrm>
                <a:off x="255356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h877"/>
              <p:cNvSpPr/>
              <p:nvPr/>
            </p:nvSpPr>
            <p:spPr>
              <a:xfrm>
                <a:off x="256300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h878"/>
              <p:cNvSpPr/>
              <p:nvPr/>
            </p:nvSpPr>
            <p:spPr>
              <a:xfrm>
                <a:off x="257244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h879"/>
              <p:cNvSpPr/>
              <p:nvPr/>
            </p:nvSpPr>
            <p:spPr>
              <a:xfrm>
                <a:off x="258188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h880"/>
              <p:cNvSpPr/>
              <p:nvPr/>
            </p:nvSpPr>
            <p:spPr>
              <a:xfrm>
                <a:off x="259132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h881"/>
              <p:cNvSpPr/>
              <p:nvPr/>
            </p:nvSpPr>
            <p:spPr>
              <a:xfrm>
                <a:off x="260076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h882"/>
              <p:cNvSpPr/>
              <p:nvPr/>
            </p:nvSpPr>
            <p:spPr>
              <a:xfrm>
                <a:off x="261020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h883"/>
              <p:cNvSpPr/>
              <p:nvPr/>
            </p:nvSpPr>
            <p:spPr>
              <a:xfrm>
                <a:off x="261964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h884"/>
              <p:cNvSpPr/>
              <p:nvPr/>
            </p:nvSpPr>
            <p:spPr>
              <a:xfrm>
                <a:off x="262908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h885"/>
              <p:cNvSpPr/>
              <p:nvPr/>
            </p:nvSpPr>
            <p:spPr>
              <a:xfrm>
                <a:off x="263852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h886"/>
              <p:cNvSpPr/>
              <p:nvPr/>
            </p:nvSpPr>
            <p:spPr>
              <a:xfrm>
                <a:off x="264796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h887"/>
              <p:cNvSpPr/>
              <p:nvPr/>
            </p:nvSpPr>
            <p:spPr>
              <a:xfrm>
                <a:off x="265740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h888"/>
              <p:cNvSpPr/>
              <p:nvPr/>
            </p:nvSpPr>
            <p:spPr>
              <a:xfrm>
                <a:off x="266684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h889"/>
              <p:cNvSpPr/>
              <p:nvPr/>
            </p:nvSpPr>
            <p:spPr>
              <a:xfrm>
                <a:off x="267628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h890"/>
              <p:cNvSpPr/>
              <p:nvPr/>
            </p:nvSpPr>
            <p:spPr>
              <a:xfrm>
                <a:off x="268572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h891"/>
              <p:cNvSpPr/>
              <p:nvPr/>
            </p:nvSpPr>
            <p:spPr>
              <a:xfrm>
                <a:off x="269516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h892"/>
              <p:cNvSpPr/>
              <p:nvPr/>
            </p:nvSpPr>
            <p:spPr>
              <a:xfrm>
                <a:off x="270460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h893"/>
              <p:cNvSpPr/>
              <p:nvPr/>
            </p:nvSpPr>
            <p:spPr>
              <a:xfrm>
                <a:off x="271404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h894"/>
              <p:cNvSpPr/>
              <p:nvPr/>
            </p:nvSpPr>
            <p:spPr>
              <a:xfrm>
                <a:off x="272348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h895"/>
              <p:cNvSpPr/>
              <p:nvPr/>
            </p:nvSpPr>
            <p:spPr>
              <a:xfrm>
                <a:off x="273292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h896"/>
              <p:cNvSpPr/>
              <p:nvPr/>
            </p:nvSpPr>
            <p:spPr>
              <a:xfrm>
                <a:off x="274236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h897"/>
              <p:cNvSpPr/>
              <p:nvPr/>
            </p:nvSpPr>
            <p:spPr>
              <a:xfrm>
                <a:off x="275180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h898"/>
              <p:cNvSpPr/>
              <p:nvPr/>
            </p:nvSpPr>
            <p:spPr>
              <a:xfrm>
                <a:off x="276125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h899"/>
              <p:cNvSpPr/>
              <p:nvPr/>
            </p:nvSpPr>
            <p:spPr>
              <a:xfrm>
                <a:off x="277069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h900"/>
              <p:cNvSpPr/>
              <p:nvPr/>
            </p:nvSpPr>
            <p:spPr>
              <a:xfrm>
                <a:off x="278013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h901"/>
              <p:cNvSpPr/>
              <p:nvPr/>
            </p:nvSpPr>
            <p:spPr>
              <a:xfrm>
                <a:off x="278957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h902"/>
              <p:cNvSpPr/>
              <p:nvPr/>
            </p:nvSpPr>
            <p:spPr>
              <a:xfrm>
                <a:off x="279901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h903"/>
              <p:cNvSpPr/>
              <p:nvPr/>
            </p:nvSpPr>
            <p:spPr>
              <a:xfrm>
                <a:off x="280845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h904"/>
              <p:cNvSpPr/>
              <p:nvPr/>
            </p:nvSpPr>
            <p:spPr>
              <a:xfrm>
                <a:off x="281789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h905"/>
              <p:cNvSpPr/>
              <p:nvPr/>
            </p:nvSpPr>
            <p:spPr>
              <a:xfrm>
                <a:off x="282733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h906"/>
              <p:cNvSpPr/>
              <p:nvPr/>
            </p:nvSpPr>
            <p:spPr>
              <a:xfrm>
                <a:off x="283677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h907"/>
              <p:cNvSpPr/>
              <p:nvPr/>
            </p:nvSpPr>
            <p:spPr>
              <a:xfrm>
                <a:off x="284621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h908"/>
              <p:cNvSpPr/>
              <p:nvPr/>
            </p:nvSpPr>
            <p:spPr>
              <a:xfrm>
                <a:off x="285565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h909"/>
              <p:cNvSpPr/>
              <p:nvPr/>
            </p:nvSpPr>
            <p:spPr>
              <a:xfrm>
                <a:off x="286509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h910"/>
              <p:cNvSpPr/>
              <p:nvPr/>
            </p:nvSpPr>
            <p:spPr>
              <a:xfrm>
                <a:off x="287453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h911"/>
              <p:cNvSpPr/>
              <p:nvPr/>
            </p:nvSpPr>
            <p:spPr>
              <a:xfrm>
                <a:off x="288397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h912"/>
              <p:cNvSpPr/>
              <p:nvPr/>
            </p:nvSpPr>
            <p:spPr>
              <a:xfrm>
                <a:off x="289341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h913"/>
              <p:cNvSpPr/>
              <p:nvPr/>
            </p:nvSpPr>
            <p:spPr>
              <a:xfrm>
                <a:off x="290285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h914"/>
              <p:cNvSpPr/>
              <p:nvPr/>
            </p:nvSpPr>
            <p:spPr>
              <a:xfrm>
                <a:off x="291229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h915"/>
              <p:cNvSpPr/>
              <p:nvPr/>
            </p:nvSpPr>
            <p:spPr>
              <a:xfrm>
                <a:off x="292173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h916"/>
              <p:cNvSpPr/>
              <p:nvPr/>
            </p:nvSpPr>
            <p:spPr>
              <a:xfrm>
                <a:off x="293117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h917"/>
              <p:cNvSpPr/>
              <p:nvPr/>
            </p:nvSpPr>
            <p:spPr>
              <a:xfrm>
                <a:off x="294061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h918"/>
              <p:cNvSpPr/>
              <p:nvPr/>
            </p:nvSpPr>
            <p:spPr>
              <a:xfrm>
                <a:off x="295005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h919"/>
              <p:cNvSpPr/>
              <p:nvPr/>
            </p:nvSpPr>
            <p:spPr>
              <a:xfrm>
                <a:off x="295949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h920"/>
              <p:cNvSpPr/>
              <p:nvPr/>
            </p:nvSpPr>
            <p:spPr>
              <a:xfrm>
                <a:off x="296893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h921"/>
              <p:cNvSpPr/>
              <p:nvPr/>
            </p:nvSpPr>
            <p:spPr>
              <a:xfrm>
                <a:off x="297837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h922"/>
              <p:cNvSpPr/>
              <p:nvPr/>
            </p:nvSpPr>
            <p:spPr>
              <a:xfrm>
                <a:off x="298781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h923"/>
              <p:cNvSpPr/>
              <p:nvPr/>
            </p:nvSpPr>
            <p:spPr>
              <a:xfrm>
                <a:off x="299725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h924"/>
              <p:cNvSpPr/>
              <p:nvPr/>
            </p:nvSpPr>
            <p:spPr>
              <a:xfrm>
                <a:off x="300669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h925"/>
              <p:cNvSpPr/>
              <p:nvPr/>
            </p:nvSpPr>
            <p:spPr>
              <a:xfrm>
                <a:off x="301613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h926"/>
              <p:cNvSpPr/>
              <p:nvPr/>
            </p:nvSpPr>
            <p:spPr>
              <a:xfrm>
                <a:off x="302557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h927"/>
              <p:cNvSpPr/>
              <p:nvPr/>
            </p:nvSpPr>
            <p:spPr>
              <a:xfrm>
                <a:off x="303501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h928"/>
              <p:cNvSpPr/>
              <p:nvPr/>
            </p:nvSpPr>
            <p:spPr>
              <a:xfrm>
                <a:off x="304445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h929"/>
              <p:cNvSpPr/>
              <p:nvPr/>
            </p:nvSpPr>
            <p:spPr>
              <a:xfrm>
                <a:off x="305389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h930"/>
              <p:cNvSpPr/>
              <p:nvPr/>
            </p:nvSpPr>
            <p:spPr>
              <a:xfrm>
                <a:off x="306333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h931"/>
              <p:cNvSpPr/>
              <p:nvPr/>
            </p:nvSpPr>
            <p:spPr>
              <a:xfrm>
                <a:off x="307277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h932"/>
              <p:cNvSpPr/>
              <p:nvPr/>
            </p:nvSpPr>
            <p:spPr>
              <a:xfrm>
                <a:off x="308221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h933"/>
              <p:cNvSpPr/>
              <p:nvPr/>
            </p:nvSpPr>
            <p:spPr>
              <a:xfrm>
                <a:off x="309165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h934"/>
              <p:cNvSpPr/>
              <p:nvPr/>
            </p:nvSpPr>
            <p:spPr>
              <a:xfrm>
                <a:off x="310109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h935"/>
              <p:cNvSpPr/>
              <p:nvPr/>
            </p:nvSpPr>
            <p:spPr>
              <a:xfrm>
                <a:off x="311053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h936"/>
              <p:cNvSpPr/>
              <p:nvPr/>
            </p:nvSpPr>
            <p:spPr>
              <a:xfrm>
                <a:off x="311997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h937"/>
              <p:cNvSpPr/>
              <p:nvPr/>
            </p:nvSpPr>
            <p:spPr>
              <a:xfrm>
                <a:off x="312941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h938"/>
              <p:cNvSpPr/>
              <p:nvPr/>
            </p:nvSpPr>
            <p:spPr>
              <a:xfrm>
                <a:off x="313885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h939"/>
              <p:cNvSpPr/>
              <p:nvPr/>
            </p:nvSpPr>
            <p:spPr>
              <a:xfrm>
                <a:off x="314829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h940"/>
              <p:cNvSpPr/>
              <p:nvPr/>
            </p:nvSpPr>
            <p:spPr>
              <a:xfrm>
                <a:off x="315774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h941"/>
              <p:cNvSpPr/>
              <p:nvPr/>
            </p:nvSpPr>
            <p:spPr>
              <a:xfrm>
                <a:off x="316718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h942"/>
              <p:cNvSpPr/>
              <p:nvPr/>
            </p:nvSpPr>
            <p:spPr>
              <a:xfrm>
                <a:off x="317662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h943"/>
              <p:cNvSpPr/>
              <p:nvPr/>
            </p:nvSpPr>
            <p:spPr>
              <a:xfrm>
                <a:off x="318606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h944"/>
              <p:cNvSpPr/>
              <p:nvPr/>
            </p:nvSpPr>
            <p:spPr>
              <a:xfrm>
                <a:off x="3195501" y="257189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9" y="908643"/>
                    </a:lnTo>
                    <a:lnTo>
                      <a:pt x="922743" y="909567"/>
                    </a:lnTo>
                    <a:lnTo>
                      <a:pt x="921647" y="910490"/>
                    </a:lnTo>
                    <a:lnTo>
                      <a:pt x="920550" y="911414"/>
                    </a:lnTo>
                    <a:lnTo>
                      <a:pt x="919455" y="912338"/>
                    </a:lnTo>
                    <a:lnTo>
                      <a:pt x="918359" y="913262"/>
                    </a:lnTo>
                    <a:lnTo>
                      <a:pt x="917263" y="914186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h945"/>
              <p:cNvSpPr/>
              <p:nvPr/>
            </p:nvSpPr>
            <p:spPr>
              <a:xfrm>
                <a:off x="3204941" y="2554327"/>
                <a:ext cx="923840" cy="9262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13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7796"/>
                    </a:lnTo>
                    <a:lnTo>
                      <a:pt x="922848" y="918805"/>
                    </a:lnTo>
                    <a:lnTo>
                      <a:pt x="917694" y="923439"/>
                    </a:lnTo>
                    <a:lnTo>
                      <a:pt x="916592" y="924366"/>
                    </a:lnTo>
                    <a:lnTo>
                      <a:pt x="915496" y="925290"/>
                    </a:lnTo>
                    <a:lnTo>
                      <a:pt x="914399" y="926213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h946"/>
              <p:cNvSpPr/>
              <p:nvPr/>
            </p:nvSpPr>
            <p:spPr>
              <a:xfrm>
                <a:off x="3214381" y="2554327"/>
                <a:ext cx="917736" cy="917796"/>
              </a:xfrm>
              <a:custGeom>
                <a:avLst/>
                <a:gdLst/>
                <a:ahLst/>
                <a:cxnLst/>
                <a:rect l="0" t="0" r="0" b="0"/>
                <a:pathLst>
                  <a:path w="917736" h="917796">
                    <a:moveTo>
                      <a:pt x="914399" y="914400"/>
                    </a:moveTo>
                    <a:lnTo>
                      <a:pt x="917736" y="914400"/>
                    </a:lnTo>
                    <a:lnTo>
                      <a:pt x="914399" y="917796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h947"/>
              <p:cNvSpPr/>
              <p:nvPr/>
            </p:nvSpPr>
            <p:spPr>
              <a:xfrm>
                <a:off x="2459162" y="2536757"/>
                <a:ext cx="914400" cy="92028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281">
                    <a:moveTo>
                      <a:pt x="914400" y="914399"/>
                    </a:moveTo>
                    <a:lnTo>
                      <a:pt x="914400" y="920281"/>
                    </a:lnTo>
                    <a:lnTo>
                      <a:pt x="913593" y="918703"/>
                    </a:lnTo>
                    <a:lnTo>
                      <a:pt x="912177" y="915932"/>
                    </a:lnTo>
                    <a:lnTo>
                      <a:pt x="911393" y="91439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h948"/>
              <p:cNvSpPr/>
              <p:nvPr/>
            </p:nvSpPr>
            <p:spPr>
              <a:xfrm>
                <a:off x="245916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0365" y="931969"/>
                    </a:lnTo>
                    <a:lnTo>
                      <a:pt x="919252" y="929787"/>
                    </a:lnTo>
                    <a:lnTo>
                      <a:pt x="917838" y="927016"/>
                    </a:lnTo>
                    <a:lnTo>
                      <a:pt x="916424" y="924245"/>
                    </a:lnTo>
                    <a:lnTo>
                      <a:pt x="915009" y="921474"/>
                    </a:lnTo>
                    <a:lnTo>
                      <a:pt x="914400" y="920281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h949"/>
              <p:cNvSpPr/>
              <p:nvPr/>
            </p:nvSpPr>
            <p:spPr>
              <a:xfrm>
                <a:off x="246860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h950"/>
              <p:cNvSpPr/>
              <p:nvPr/>
            </p:nvSpPr>
            <p:spPr>
              <a:xfrm>
                <a:off x="247804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h951"/>
              <p:cNvSpPr/>
              <p:nvPr/>
            </p:nvSpPr>
            <p:spPr>
              <a:xfrm>
                <a:off x="248748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h952"/>
              <p:cNvSpPr/>
              <p:nvPr/>
            </p:nvSpPr>
            <p:spPr>
              <a:xfrm>
                <a:off x="249692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h953"/>
              <p:cNvSpPr/>
              <p:nvPr/>
            </p:nvSpPr>
            <p:spPr>
              <a:xfrm>
                <a:off x="250636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h954"/>
              <p:cNvSpPr/>
              <p:nvPr/>
            </p:nvSpPr>
            <p:spPr>
              <a:xfrm>
                <a:off x="251580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h955"/>
              <p:cNvSpPr/>
              <p:nvPr/>
            </p:nvSpPr>
            <p:spPr>
              <a:xfrm>
                <a:off x="252524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h956"/>
              <p:cNvSpPr/>
              <p:nvPr/>
            </p:nvSpPr>
            <p:spPr>
              <a:xfrm>
                <a:off x="253468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h957"/>
              <p:cNvSpPr/>
              <p:nvPr/>
            </p:nvSpPr>
            <p:spPr>
              <a:xfrm>
                <a:off x="254412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h958"/>
              <p:cNvSpPr/>
              <p:nvPr/>
            </p:nvSpPr>
            <p:spPr>
              <a:xfrm>
                <a:off x="255356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h959"/>
              <p:cNvSpPr/>
              <p:nvPr/>
            </p:nvSpPr>
            <p:spPr>
              <a:xfrm>
                <a:off x="256300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h960"/>
              <p:cNvSpPr/>
              <p:nvPr/>
            </p:nvSpPr>
            <p:spPr>
              <a:xfrm>
                <a:off x="257244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h961"/>
              <p:cNvSpPr/>
              <p:nvPr/>
            </p:nvSpPr>
            <p:spPr>
              <a:xfrm>
                <a:off x="258188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h962"/>
              <p:cNvSpPr/>
              <p:nvPr/>
            </p:nvSpPr>
            <p:spPr>
              <a:xfrm>
                <a:off x="259132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h963"/>
              <p:cNvSpPr/>
              <p:nvPr/>
            </p:nvSpPr>
            <p:spPr>
              <a:xfrm>
                <a:off x="260076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h964"/>
              <p:cNvSpPr/>
              <p:nvPr/>
            </p:nvSpPr>
            <p:spPr>
              <a:xfrm>
                <a:off x="261020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h965"/>
              <p:cNvSpPr/>
              <p:nvPr/>
            </p:nvSpPr>
            <p:spPr>
              <a:xfrm>
                <a:off x="261964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D">
                  <a:alpha val="100000"/>
                </a:srgbClr>
              </a:solidFill>
              <a:ln w="5420" cap="flat">
                <a:solidFill>
                  <a:srgbClr val="E7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h966"/>
              <p:cNvSpPr/>
              <p:nvPr/>
            </p:nvSpPr>
            <p:spPr>
              <a:xfrm>
                <a:off x="262908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h967"/>
              <p:cNvSpPr/>
              <p:nvPr/>
            </p:nvSpPr>
            <p:spPr>
              <a:xfrm>
                <a:off x="263852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h968"/>
              <p:cNvSpPr/>
              <p:nvPr/>
            </p:nvSpPr>
            <p:spPr>
              <a:xfrm>
                <a:off x="264796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h969"/>
              <p:cNvSpPr/>
              <p:nvPr/>
            </p:nvSpPr>
            <p:spPr>
              <a:xfrm>
                <a:off x="265740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h970"/>
              <p:cNvSpPr/>
              <p:nvPr/>
            </p:nvSpPr>
            <p:spPr>
              <a:xfrm>
                <a:off x="266684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h971"/>
              <p:cNvSpPr/>
              <p:nvPr/>
            </p:nvSpPr>
            <p:spPr>
              <a:xfrm>
                <a:off x="267628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h972"/>
              <p:cNvSpPr/>
              <p:nvPr/>
            </p:nvSpPr>
            <p:spPr>
              <a:xfrm>
                <a:off x="268572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h973"/>
              <p:cNvSpPr/>
              <p:nvPr/>
            </p:nvSpPr>
            <p:spPr>
              <a:xfrm>
                <a:off x="269516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h974"/>
              <p:cNvSpPr/>
              <p:nvPr/>
            </p:nvSpPr>
            <p:spPr>
              <a:xfrm>
                <a:off x="270460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h975"/>
              <p:cNvSpPr/>
              <p:nvPr/>
            </p:nvSpPr>
            <p:spPr>
              <a:xfrm>
                <a:off x="271404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h976"/>
              <p:cNvSpPr/>
              <p:nvPr/>
            </p:nvSpPr>
            <p:spPr>
              <a:xfrm>
                <a:off x="272348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h977"/>
              <p:cNvSpPr/>
              <p:nvPr/>
            </p:nvSpPr>
            <p:spPr>
              <a:xfrm>
                <a:off x="273292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h978"/>
              <p:cNvSpPr/>
              <p:nvPr/>
            </p:nvSpPr>
            <p:spPr>
              <a:xfrm>
                <a:off x="274236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h979"/>
              <p:cNvSpPr/>
              <p:nvPr/>
            </p:nvSpPr>
            <p:spPr>
              <a:xfrm>
                <a:off x="275180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h980"/>
              <p:cNvSpPr/>
              <p:nvPr/>
            </p:nvSpPr>
            <p:spPr>
              <a:xfrm>
                <a:off x="276125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h981"/>
              <p:cNvSpPr/>
              <p:nvPr/>
            </p:nvSpPr>
            <p:spPr>
              <a:xfrm>
                <a:off x="277069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h982"/>
              <p:cNvSpPr/>
              <p:nvPr/>
            </p:nvSpPr>
            <p:spPr>
              <a:xfrm>
                <a:off x="278013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h983"/>
              <p:cNvSpPr/>
              <p:nvPr/>
            </p:nvSpPr>
            <p:spPr>
              <a:xfrm>
                <a:off x="278957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h984"/>
              <p:cNvSpPr/>
              <p:nvPr/>
            </p:nvSpPr>
            <p:spPr>
              <a:xfrm>
                <a:off x="279901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h985"/>
              <p:cNvSpPr/>
              <p:nvPr/>
            </p:nvSpPr>
            <p:spPr>
              <a:xfrm>
                <a:off x="280845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h986"/>
              <p:cNvSpPr/>
              <p:nvPr/>
            </p:nvSpPr>
            <p:spPr>
              <a:xfrm>
                <a:off x="281789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h987"/>
              <p:cNvSpPr/>
              <p:nvPr/>
            </p:nvSpPr>
            <p:spPr>
              <a:xfrm>
                <a:off x="282733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h988"/>
              <p:cNvSpPr/>
              <p:nvPr/>
            </p:nvSpPr>
            <p:spPr>
              <a:xfrm>
                <a:off x="283677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h989"/>
              <p:cNvSpPr/>
              <p:nvPr/>
            </p:nvSpPr>
            <p:spPr>
              <a:xfrm>
                <a:off x="284621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h990"/>
              <p:cNvSpPr/>
              <p:nvPr/>
            </p:nvSpPr>
            <p:spPr>
              <a:xfrm>
                <a:off x="285565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h991"/>
              <p:cNvSpPr/>
              <p:nvPr/>
            </p:nvSpPr>
            <p:spPr>
              <a:xfrm>
                <a:off x="286509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h992"/>
              <p:cNvSpPr/>
              <p:nvPr/>
            </p:nvSpPr>
            <p:spPr>
              <a:xfrm>
                <a:off x="287453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h993"/>
              <p:cNvSpPr/>
              <p:nvPr/>
            </p:nvSpPr>
            <p:spPr>
              <a:xfrm>
                <a:off x="288397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h994"/>
              <p:cNvSpPr/>
              <p:nvPr/>
            </p:nvSpPr>
            <p:spPr>
              <a:xfrm>
                <a:off x="289341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h995"/>
              <p:cNvSpPr/>
              <p:nvPr/>
            </p:nvSpPr>
            <p:spPr>
              <a:xfrm>
                <a:off x="290285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h996"/>
              <p:cNvSpPr/>
              <p:nvPr/>
            </p:nvSpPr>
            <p:spPr>
              <a:xfrm>
                <a:off x="291229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h997"/>
              <p:cNvSpPr/>
              <p:nvPr/>
            </p:nvSpPr>
            <p:spPr>
              <a:xfrm>
                <a:off x="292173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h998"/>
              <p:cNvSpPr/>
              <p:nvPr/>
            </p:nvSpPr>
            <p:spPr>
              <a:xfrm>
                <a:off x="293117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h999"/>
              <p:cNvSpPr/>
              <p:nvPr/>
            </p:nvSpPr>
            <p:spPr>
              <a:xfrm>
                <a:off x="294061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h1000"/>
              <p:cNvSpPr/>
              <p:nvPr/>
            </p:nvSpPr>
            <p:spPr>
              <a:xfrm>
                <a:off x="295005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h1001"/>
              <p:cNvSpPr/>
              <p:nvPr/>
            </p:nvSpPr>
            <p:spPr>
              <a:xfrm>
                <a:off x="295949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h1002"/>
              <p:cNvSpPr/>
              <p:nvPr/>
            </p:nvSpPr>
            <p:spPr>
              <a:xfrm>
                <a:off x="296893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h1003"/>
              <p:cNvSpPr/>
              <p:nvPr/>
            </p:nvSpPr>
            <p:spPr>
              <a:xfrm>
                <a:off x="297837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h1004"/>
              <p:cNvSpPr/>
              <p:nvPr/>
            </p:nvSpPr>
            <p:spPr>
              <a:xfrm>
                <a:off x="298781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h1005"/>
              <p:cNvSpPr/>
              <p:nvPr/>
            </p:nvSpPr>
            <p:spPr>
              <a:xfrm>
                <a:off x="299725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h1006"/>
              <p:cNvSpPr/>
              <p:nvPr/>
            </p:nvSpPr>
            <p:spPr>
              <a:xfrm>
                <a:off x="300669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h1007"/>
              <p:cNvSpPr/>
              <p:nvPr/>
            </p:nvSpPr>
            <p:spPr>
              <a:xfrm>
                <a:off x="301613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h1008"/>
              <p:cNvSpPr/>
              <p:nvPr/>
            </p:nvSpPr>
            <p:spPr>
              <a:xfrm>
                <a:off x="302557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h1009"/>
              <p:cNvSpPr/>
              <p:nvPr/>
            </p:nvSpPr>
            <p:spPr>
              <a:xfrm>
                <a:off x="303501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C">
                  <a:alpha val="100000"/>
                </a:srgbClr>
              </a:solidFill>
              <a:ln w="5420" cap="flat">
                <a:solidFill>
                  <a:srgbClr val="F2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h1010"/>
              <p:cNvSpPr/>
              <p:nvPr/>
            </p:nvSpPr>
            <p:spPr>
              <a:xfrm>
                <a:off x="304445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h1011"/>
              <p:cNvSpPr/>
              <p:nvPr/>
            </p:nvSpPr>
            <p:spPr>
              <a:xfrm>
                <a:off x="305389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h1012"/>
              <p:cNvSpPr/>
              <p:nvPr/>
            </p:nvSpPr>
            <p:spPr>
              <a:xfrm>
                <a:off x="306333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h1013"/>
              <p:cNvSpPr/>
              <p:nvPr/>
            </p:nvSpPr>
            <p:spPr>
              <a:xfrm>
                <a:off x="307277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h1014"/>
              <p:cNvSpPr/>
              <p:nvPr/>
            </p:nvSpPr>
            <p:spPr>
              <a:xfrm>
                <a:off x="308221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h1015"/>
              <p:cNvSpPr/>
              <p:nvPr/>
            </p:nvSpPr>
            <p:spPr>
              <a:xfrm>
                <a:off x="309165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h1016"/>
              <p:cNvSpPr/>
              <p:nvPr/>
            </p:nvSpPr>
            <p:spPr>
              <a:xfrm>
                <a:off x="310109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h1017"/>
              <p:cNvSpPr/>
              <p:nvPr/>
            </p:nvSpPr>
            <p:spPr>
              <a:xfrm>
                <a:off x="311053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h1018"/>
              <p:cNvSpPr/>
              <p:nvPr/>
            </p:nvSpPr>
            <p:spPr>
              <a:xfrm>
                <a:off x="311997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h1019"/>
              <p:cNvSpPr/>
              <p:nvPr/>
            </p:nvSpPr>
            <p:spPr>
              <a:xfrm>
                <a:off x="312941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h1020"/>
              <p:cNvSpPr/>
              <p:nvPr/>
            </p:nvSpPr>
            <p:spPr>
              <a:xfrm>
                <a:off x="313885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h1021"/>
              <p:cNvSpPr/>
              <p:nvPr/>
            </p:nvSpPr>
            <p:spPr>
              <a:xfrm>
                <a:off x="314829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h1022"/>
              <p:cNvSpPr/>
              <p:nvPr/>
            </p:nvSpPr>
            <p:spPr>
              <a:xfrm>
                <a:off x="315774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h1023"/>
              <p:cNvSpPr/>
              <p:nvPr/>
            </p:nvSpPr>
            <p:spPr>
              <a:xfrm>
                <a:off x="316718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h1024"/>
              <p:cNvSpPr/>
              <p:nvPr/>
            </p:nvSpPr>
            <p:spPr>
              <a:xfrm>
                <a:off x="317662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h1025"/>
              <p:cNvSpPr/>
              <p:nvPr/>
            </p:nvSpPr>
            <p:spPr>
              <a:xfrm>
                <a:off x="318606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h1026"/>
              <p:cNvSpPr/>
              <p:nvPr/>
            </p:nvSpPr>
            <p:spPr>
              <a:xfrm>
                <a:off x="319550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h1027"/>
              <p:cNvSpPr/>
              <p:nvPr/>
            </p:nvSpPr>
            <p:spPr>
              <a:xfrm>
                <a:off x="320494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h1028"/>
              <p:cNvSpPr/>
              <p:nvPr/>
            </p:nvSpPr>
            <p:spPr>
              <a:xfrm>
                <a:off x="3214381" y="255432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7434"/>
                    </a:lnTo>
                    <a:lnTo>
                      <a:pt x="923307" y="908115"/>
                    </a:lnTo>
                    <a:lnTo>
                      <a:pt x="918430" y="913693"/>
                    </a:lnTo>
                    <a:lnTo>
                      <a:pt x="917736" y="914400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h1029"/>
              <p:cNvSpPr/>
              <p:nvPr/>
            </p:nvSpPr>
            <p:spPr>
              <a:xfrm>
                <a:off x="3223821" y="2536757"/>
                <a:ext cx="922485" cy="925003"/>
              </a:xfrm>
              <a:custGeom>
                <a:avLst/>
                <a:gdLst/>
                <a:ahLst/>
                <a:cxnLst/>
                <a:rect l="0" t="0" r="0" b="0"/>
                <a:pathLst>
                  <a:path w="922485" h="925003">
                    <a:moveTo>
                      <a:pt x="914400" y="914399"/>
                    </a:moveTo>
                    <a:lnTo>
                      <a:pt x="922485" y="914399"/>
                    </a:lnTo>
                    <a:lnTo>
                      <a:pt x="922156" y="914843"/>
                    </a:lnTo>
                    <a:lnTo>
                      <a:pt x="920376" y="917242"/>
                    </a:lnTo>
                    <a:lnTo>
                      <a:pt x="918586" y="919655"/>
                    </a:lnTo>
                    <a:lnTo>
                      <a:pt x="914400" y="925003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h1030"/>
              <p:cNvSpPr/>
              <p:nvPr/>
            </p:nvSpPr>
            <p:spPr>
              <a:xfrm>
                <a:off x="2449722" y="2519187"/>
                <a:ext cx="914400" cy="91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17">
                    <a:moveTo>
                      <a:pt x="914400" y="914400"/>
                    </a:moveTo>
                    <a:lnTo>
                      <a:pt x="914400" y="919217"/>
                    </a:lnTo>
                    <a:lnTo>
                      <a:pt x="912074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h1031"/>
              <p:cNvSpPr/>
              <p:nvPr/>
            </p:nvSpPr>
            <p:spPr>
              <a:xfrm>
                <a:off x="244972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33" y="931969"/>
                    </a:lnTo>
                    <a:lnTo>
                      <a:pt x="920201" y="930732"/>
                    </a:lnTo>
                    <a:lnTo>
                      <a:pt x="918783" y="927962"/>
                    </a:lnTo>
                    <a:lnTo>
                      <a:pt x="917365" y="925192"/>
                    </a:lnTo>
                    <a:lnTo>
                      <a:pt x="915938" y="922404"/>
                    </a:lnTo>
                    <a:lnTo>
                      <a:pt x="914400" y="919217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h1032"/>
              <p:cNvSpPr/>
              <p:nvPr/>
            </p:nvSpPr>
            <p:spPr>
              <a:xfrm>
                <a:off x="245916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h1033"/>
              <p:cNvSpPr/>
              <p:nvPr/>
            </p:nvSpPr>
            <p:spPr>
              <a:xfrm>
                <a:off x="246860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h1034"/>
              <p:cNvSpPr/>
              <p:nvPr/>
            </p:nvSpPr>
            <p:spPr>
              <a:xfrm>
                <a:off x="247804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h1035"/>
              <p:cNvSpPr/>
              <p:nvPr/>
            </p:nvSpPr>
            <p:spPr>
              <a:xfrm>
                <a:off x="248748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h1036"/>
              <p:cNvSpPr/>
              <p:nvPr/>
            </p:nvSpPr>
            <p:spPr>
              <a:xfrm>
                <a:off x="249692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h1037"/>
              <p:cNvSpPr/>
              <p:nvPr/>
            </p:nvSpPr>
            <p:spPr>
              <a:xfrm>
                <a:off x="250636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h1038"/>
              <p:cNvSpPr/>
              <p:nvPr/>
            </p:nvSpPr>
            <p:spPr>
              <a:xfrm>
                <a:off x="251580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h1039"/>
              <p:cNvSpPr/>
              <p:nvPr/>
            </p:nvSpPr>
            <p:spPr>
              <a:xfrm>
                <a:off x="252524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h1040"/>
              <p:cNvSpPr/>
              <p:nvPr/>
            </p:nvSpPr>
            <p:spPr>
              <a:xfrm>
                <a:off x="253468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h1041"/>
              <p:cNvSpPr/>
              <p:nvPr/>
            </p:nvSpPr>
            <p:spPr>
              <a:xfrm>
                <a:off x="254412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h1042"/>
              <p:cNvSpPr/>
              <p:nvPr/>
            </p:nvSpPr>
            <p:spPr>
              <a:xfrm>
                <a:off x="255356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h1043"/>
              <p:cNvSpPr/>
              <p:nvPr/>
            </p:nvSpPr>
            <p:spPr>
              <a:xfrm>
                <a:off x="256300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1">
                  <a:alpha val="100000"/>
                </a:srgbClr>
              </a:solidFill>
              <a:ln w="5420" cap="flat">
                <a:solidFill>
                  <a:srgbClr val="EA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h1044"/>
              <p:cNvSpPr/>
              <p:nvPr/>
            </p:nvSpPr>
            <p:spPr>
              <a:xfrm>
                <a:off x="257244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h1045"/>
              <p:cNvSpPr/>
              <p:nvPr/>
            </p:nvSpPr>
            <p:spPr>
              <a:xfrm>
                <a:off x="258188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h1046"/>
              <p:cNvSpPr/>
              <p:nvPr/>
            </p:nvSpPr>
            <p:spPr>
              <a:xfrm>
                <a:off x="259132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h1047"/>
              <p:cNvSpPr/>
              <p:nvPr/>
            </p:nvSpPr>
            <p:spPr>
              <a:xfrm>
                <a:off x="260076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h1048"/>
              <p:cNvSpPr/>
              <p:nvPr/>
            </p:nvSpPr>
            <p:spPr>
              <a:xfrm>
                <a:off x="261020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h1049"/>
              <p:cNvSpPr/>
              <p:nvPr/>
            </p:nvSpPr>
            <p:spPr>
              <a:xfrm>
                <a:off x="261964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h1050"/>
              <p:cNvSpPr/>
              <p:nvPr/>
            </p:nvSpPr>
            <p:spPr>
              <a:xfrm>
                <a:off x="262908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h1051"/>
              <p:cNvSpPr/>
              <p:nvPr/>
            </p:nvSpPr>
            <p:spPr>
              <a:xfrm>
                <a:off x="263852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h1052"/>
              <p:cNvSpPr/>
              <p:nvPr/>
            </p:nvSpPr>
            <p:spPr>
              <a:xfrm>
                <a:off x="264796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h1053"/>
              <p:cNvSpPr/>
              <p:nvPr/>
            </p:nvSpPr>
            <p:spPr>
              <a:xfrm>
                <a:off x="265740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h1054"/>
              <p:cNvSpPr/>
              <p:nvPr/>
            </p:nvSpPr>
            <p:spPr>
              <a:xfrm>
                <a:off x="266684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h1055"/>
              <p:cNvSpPr/>
              <p:nvPr/>
            </p:nvSpPr>
            <p:spPr>
              <a:xfrm>
                <a:off x="267628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h1056"/>
              <p:cNvSpPr/>
              <p:nvPr/>
            </p:nvSpPr>
            <p:spPr>
              <a:xfrm>
                <a:off x="268572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h1057"/>
              <p:cNvSpPr/>
              <p:nvPr/>
            </p:nvSpPr>
            <p:spPr>
              <a:xfrm>
                <a:off x="269516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h1058"/>
              <p:cNvSpPr/>
              <p:nvPr/>
            </p:nvSpPr>
            <p:spPr>
              <a:xfrm>
                <a:off x="270460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h1059"/>
              <p:cNvSpPr/>
              <p:nvPr/>
            </p:nvSpPr>
            <p:spPr>
              <a:xfrm>
                <a:off x="271404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h1060"/>
              <p:cNvSpPr/>
              <p:nvPr/>
            </p:nvSpPr>
            <p:spPr>
              <a:xfrm>
                <a:off x="272348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h1061"/>
              <p:cNvSpPr/>
              <p:nvPr/>
            </p:nvSpPr>
            <p:spPr>
              <a:xfrm>
                <a:off x="273292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h1062"/>
              <p:cNvSpPr/>
              <p:nvPr/>
            </p:nvSpPr>
            <p:spPr>
              <a:xfrm>
                <a:off x="274236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h1063"/>
              <p:cNvSpPr/>
              <p:nvPr/>
            </p:nvSpPr>
            <p:spPr>
              <a:xfrm>
                <a:off x="275180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h1064"/>
              <p:cNvSpPr/>
              <p:nvPr/>
            </p:nvSpPr>
            <p:spPr>
              <a:xfrm>
                <a:off x="276125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h1065"/>
              <p:cNvSpPr/>
              <p:nvPr/>
            </p:nvSpPr>
            <p:spPr>
              <a:xfrm>
                <a:off x="277069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h1066"/>
              <p:cNvSpPr/>
              <p:nvPr/>
            </p:nvSpPr>
            <p:spPr>
              <a:xfrm>
                <a:off x="278013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h1067"/>
              <p:cNvSpPr/>
              <p:nvPr/>
            </p:nvSpPr>
            <p:spPr>
              <a:xfrm>
                <a:off x="278957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h1068"/>
              <p:cNvSpPr/>
              <p:nvPr/>
            </p:nvSpPr>
            <p:spPr>
              <a:xfrm>
                <a:off x="279901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h1069"/>
              <p:cNvSpPr/>
              <p:nvPr/>
            </p:nvSpPr>
            <p:spPr>
              <a:xfrm>
                <a:off x="280845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h1070"/>
              <p:cNvSpPr/>
              <p:nvPr/>
            </p:nvSpPr>
            <p:spPr>
              <a:xfrm>
                <a:off x="281789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h1071"/>
              <p:cNvSpPr/>
              <p:nvPr/>
            </p:nvSpPr>
            <p:spPr>
              <a:xfrm>
                <a:off x="282733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h1072"/>
              <p:cNvSpPr/>
              <p:nvPr/>
            </p:nvSpPr>
            <p:spPr>
              <a:xfrm>
                <a:off x="283677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h1073"/>
              <p:cNvSpPr/>
              <p:nvPr/>
            </p:nvSpPr>
            <p:spPr>
              <a:xfrm>
                <a:off x="284621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h1074"/>
              <p:cNvSpPr/>
              <p:nvPr/>
            </p:nvSpPr>
            <p:spPr>
              <a:xfrm>
                <a:off x="285565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h1075"/>
              <p:cNvSpPr/>
              <p:nvPr/>
            </p:nvSpPr>
            <p:spPr>
              <a:xfrm>
                <a:off x="286509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h1076"/>
              <p:cNvSpPr/>
              <p:nvPr/>
            </p:nvSpPr>
            <p:spPr>
              <a:xfrm>
                <a:off x="287453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h1077"/>
              <p:cNvSpPr/>
              <p:nvPr/>
            </p:nvSpPr>
            <p:spPr>
              <a:xfrm>
                <a:off x="288397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h1078"/>
              <p:cNvSpPr/>
              <p:nvPr/>
            </p:nvSpPr>
            <p:spPr>
              <a:xfrm>
                <a:off x="289341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h1079"/>
              <p:cNvSpPr/>
              <p:nvPr/>
            </p:nvSpPr>
            <p:spPr>
              <a:xfrm>
                <a:off x="290285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h1080"/>
              <p:cNvSpPr/>
              <p:nvPr/>
            </p:nvSpPr>
            <p:spPr>
              <a:xfrm>
                <a:off x="291229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h1081"/>
              <p:cNvSpPr/>
              <p:nvPr/>
            </p:nvSpPr>
            <p:spPr>
              <a:xfrm>
                <a:off x="292173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h1082"/>
              <p:cNvSpPr/>
              <p:nvPr/>
            </p:nvSpPr>
            <p:spPr>
              <a:xfrm>
                <a:off x="293117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h1083"/>
              <p:cNvSpPr/>
              <p:nvPr/>
            </p:nvSpPr>
            <p:spPr>
              <a:xfrm>
                <a:off x="294061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h1084"/>
              <p:cNvSpPr/>
              <p:nvPr/>
            </p:nvSpPr>
            <p:spPr>
              <a:xfrm>
                <a:off x="295005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h1085"/>
              <p:cNvSpPr/>
              <p:nvPr/>
            </p:nvSpPr>
            <p:spPr>
              <a:xfrm>
                <a:off x="295949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7A7">
                  <a:alpha val="100000"/>
                </a:srgbClr>
              </a:solidFill>
              <a:ln w="5420" cap="flat">
                <a:solidFill>
                  <a:srgbClr val="EDF7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h1086"/>
              <p:cNvSpPr/>
              <p:nvPr/>
            </p:nvSpPr>
            <p:spPr>
              <a:xfrm>
                <a:off x="296893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h1087"/>
              <p:cNvSpPr/>
              <p:nvPr/>
            </p:nvSpPr>
            <p:spPr>
              <a:xfrm>
                <a:off x="297837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h1088"/>
              <p:cNvSpPr/>
              <p:nvPr/>
            </p:nvSpPr>
            <p:spPr>
              <a:xfrm>
                <a:off x="298781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h1089"/>
              <p:cNvSpPr/>
              <p:nvPr/>
            </p:nvSpPr>
            <p:spPr>
              <a:xfrm>
                <a:off x="299725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h1090"/>
              <p:cNvSpPr/>
              <p:nvPr/>
            </p:nvSpPr>
            <p:spPr>
              <a:xfrm>
                <a:off x="300669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h1091"/>
              <p:cNvSpPr/>
              <p:nvPr/>
            </p:nvSpPr>
            <p:spPr>
              <a:xfrm>
                <a:off x="301613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h1092"/>
              <p:cNvSpPr/>
              <p:nvPr/>
            </p:nvSpPr>
            <p:spPr>
              <a:xfrm>
                <a:off x="302557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h1093"/>
              <p:cNvSpPr/>
              <p:nvPr/>
            </p:nvSpPr>
            <p:spPr>
              <a:xfrm>
                <a:off x="303501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h1094"/>
              <p:cNvSpPr/>
              <p:nvPr/>
            </p:nvSpPr>
            <p:spPr>
              <a:xfrm>
                <a:off x="304445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h1095"/>
              <p:cNvSpPr/>
              <p:nvPr/>
            </p:nvSpPr>
            <p:spPr>
              <a:xfrm>
                <a:off x="305389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h1096"/>
              <p:cNvSpPr/>
              <p:nvPr/>
            </p:nvSpPr>
            <p:spPr>
              <a:xfrm>
                <a:off x="306333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h1097"/>
              <p:cNvSpPr/>
              <p:nvPr/>
            </p:nvSpPr>
            <p:spPr>
              <a:xfrm>
                <a:off x="307277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h1098"/>
              <p:cNvSpPr/>
              <p:nvPr/>
            </p:nvSpPr>
            <p:spPr>
              <a:xfrm>
                <a:off x="308221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h1099"/>
              <p:cNvSpPr/>
              <p:nvPr/>
            </p:nvSpPr>
            <p:spPr>
              <a:xfrm>
                <a:off x="309165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h1100"/>
              <p:cNvSpPr/>
              <p:nvPr/>
            </p:nvSpPr>
            <p:spPr>
              <a:xfrm>
                <a:off x="310109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h1101"/>
              <p:cNvSpPr/>
              <p:nvPr/>
            </p:nvSpPr>
            <p:spPr>
              <a:xfrm>
                <a:off x="311053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h1102"/>
              <p:cNvSpPr/>
              <p:nvPr/>
            </p:nvSpPr>
            <p:spPr>
              <a:xfrm>
                <a:off x="311997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h1103"/>
              <p:cNvSpPr/>
              <p:nvPr/>
            </p:nvSpPr>
            <p:spPr>
              <a:xfrm>
                <a:off x="312941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h1104"/>
              <p:cNvSpPr/>
              <p:nvPr/>
            </p:nvSpPr>
            <p:spPr>
              <a:xfrm>
                <a:off x="313885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h1105"/>
              <p:cNvSpPr/>
              <p:nvPr/>
            </p:nvSpPr>
            <p:spPr>
              <a:xfrm>
                <a:off x="314829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h1106"/>
              <p:cNvSpPr/>
              <p:nvPr/>
            </p:nvSpPr>
            <p:spPr>
              <a:xfrm>
                <a:off x="315774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h1107"/>
              <p:cNvSpPr/>
              <p:nvPr/>
            </p:nvSpPr>
            <p:spPr>
              <a:xfrm>
                <a:off x="316718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h1108"/>
              <p:cNvSpPr/>
              <p:nvPr/>
            </p:nvSpPr>
            <p:spPr>
              <a:xfrm>
                <a:off x="317662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h1109"/>
              <p:cNvSpPr/>
              <p:nvPr/>
            </p:nvSpPr>
            <p:spPr>
              <a:xfrm>
                <a:off x="318606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h1110"/>
              <p:cNvSpPr/>
              <p:nvPr/>
            </p:nvSpPr>
            <p:spPr>
              <a:xfrm>
                <a:off x="319550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h1111"/>
              <p:cNvSpPr/>
              <p:nvPr/>
            </p:nvSpPr>
            <p:spPr>
              <a:xfrm>
                <a:off x="320494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h1112"/>
              <p:cNvSpPr/>
              <p:nvPr/>
            </p:nvSpPr>
            <p:spPr>
              <a:xfrm>
                <a:off x="321438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h1113"/>
              <p:cNvSpPr/>
              <p:nvPr/>
            </p:nvSpPr>
            <p:spPr>
              <a:xfrm>
                <a:off x="3223821" y="253675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575"/>
                    </a:lnTo>
                    <a:lnTo>
                      <a:pt x="922485" y="91439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h1114"/>
              <p:cNvSpPr/>
              <p:nvPr/>
            </p:nvSpPr>
            <p:spPr>
              <a:xfrm>
                <a:off x="3233262" y="2519187"/>
                <a:ext cx="923840" cy="93014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4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415"/>
                    </a:lnTo>
                    <a:lnTo>
                      <a:pt x="923422" y="918010"/>
                    </a:lnTo>
                    <a:lnTo>
                      <a:pt x="921627" y="920422"/>
                    </a:lnTo>
                    <a:lnTo>
                      <a:pt x="919844" y="922819"/>
                    </a:lnTo>
                    <a:lnTo>
                      <a:pt x="918061" y="925217"/>
                    </a:lnTo>
                    <a:lnTo>
                      <a:pt x="916278" y="927615"/>
                    </a:lnTo>
                    <a:lnTo>
                      <a:pt x="914497" y="930014"/>
                    </a:lnTo>
                    <a:lnTo>
                      <a:pt x="914400" y="930145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h1115"/>
              <p:cNvSpPr/>
              <p:nvPr/>
            </p:nvSpPr>
            <p:spPr>
              <a:xfrm>
                <a:off x="3242702" y="2519187"/>
                <a:ext cx="916518" cy="917415"/>
              </a:xfrm>
              <a:custGeom>
                <a:avLst/>
                <a:gdLst/>
                <a:ahLst/>
                <a:cxnLst/>
                <a:rect l="0" t="0" r="0" b="0"/>
                <a:pathLst>
                  <a:path w="916518" h="917415">
                    <a:moveTo>
                      <a:pt x="914400" y="914400"/>
                    </a:moveTo>
                    <a:lnTo>
                      <a:pt x="916518" y="914400"/>
                    </a:lnTo>
                    <a:lnTo>
                      <a:pt x="914400" y="917415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h1116"/>
              <p:cNvSpPr/>
              <p:nvPr/>
            </p:nvSpPr>
            <p:spPr>
              <a:xfrm>
                <a:off x="2440281" y="2501618"/>
                <a:ext cx="914400" cy="9147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94">
                    <a:moveTo>
                      <a:pt x="914400" y="914400"/>
                    </a:moveTo>
                    <a:lnTo>
                      <a:pt x="914400" y="914794"/>
                    </a:lnTo>
                    <a:lnTo>
                      <a:pt x="914250" y="914400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h1117"/>
              <p:cNvSpPr/>
              <p:nvPr/>
            </p:nvSpPr>
            <p:spPr>
              <a:xfrm>
                <a:off x="244028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515" y="931969"/>
                    </a:lnTo>
                    <a:lnTo>
                      <a:pt x="920907" y="930710"/>
                    </a:lnTo>
                    <a:lnTo>
                      <a:pt x="916738" y="920972"/>
                    </a:lnTo>
                    <a:lnTo>
                      <a:pt x="914400" y="914794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h1118"/>
              <p:cNvSpPr/>
              <p:nvPr/>
            </p:nvSpPr>
            <p:spPr>
              <a:xfrm>
                <a:off x="244972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h1119"/>
              <p:cNvSpPr/>
              <p:nvPr/>
            </p:nvSpPr>
            <p:spPr>
              <a:xfrm>
                <a:off x="245916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h1120"/>
              <p:cNvSpPr/>
              <p:nvPr/>
            </p:nvSpPr>
            <p:spPr>
              <a:xfrm>
                <a:off x="246860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h1121"/>
              <p:cNvSpPr/>
              <p:nvPr/>
            </p:nvSpPr>
            <p:spPr>
              <a:xfrm>
                <a:off x="247804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h1122"/>
              <p:cNvSpPr/>
              <p:nvPr/>
            </p:nvSpPr>
            <p:spPr>
              <a:xfrm>
                <a:off x="248748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h1123"/>
              <p:cNvSpPr/>
              <p:nvPr/>
            </p:nvSpPr>
            <p:spPr>
              <a:xfrm>
                <a:off x="249692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h1124"/>
              <p:cNvSpPr/>
              <p:nvPr/>
            </p:nvSpPr>
            <p:spPr>
              <a:xfrm>
                <a:off x="250636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h1125"/>
              <p:cNvSpPr/>
              <p:nvPr/>
            </p:nvSpPr>
            <p:spPr>
              <a:xfrm>
                <a:off x="251580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h1126"/>
              <p:cNvSpPr/>
              <p:nvPr/>
            </p:nvSpPr>
            <p:spPr>
              <a:xfrm>
                <a:off x="252524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h1127"/>
              <p:cNvSpPr/>
              <p:nvPr/>
            </p:nvSpPr>
            <p:spPr>
              <a:xfrm>
                <a:off x="253468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h1128"/>
              <p:cNvSpPr/>
              <p:nvPr/>
            </p:nvSpPr>
            <p:spPr>
              <a:xfrm>
                <a:off x="254412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h1129"/>
              <p:cNvSpPr/>
              <p:nvPr/>
            </p:nvSpPr>
            <p:spPr>
              <a:xfrm>
                <a:off x="255356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h1130"/>
              <p:cNvSpPr/>
              <p:nvPr/>
            </p:nvSpPr>
            <p:spPr>
              <a:xfrm>
                <a:off x="256300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h1131"/>
              <p:cNvSpPr/>
              <p:nvPr/>
            </p:nvSpPr>
            <p:spPr>
              <a:xfrm>
                <a:off x="257244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h1132"/>
              <p:cNvSpPr/>
              <p:nvPr/>
            </p:nvSpPr>
            <p:spPr>
              <a:xfrm>
                <a:off x="258188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h1133"/>
              <p:cNvSpPr/>
              <p:nvPr/>
            </p:nvSpPr>
            <p:spPr>
              <a:xfrm>
                <a:off x="259132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h1134"/>
              <p:cNvSpPr/>
              <p:nvPr/>
            </p:nvSpPr>
            <p:spPr>
              <a:xfrm>
                <a:off x="260076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h1135"/>
              <p:cNvSpPr/>
              <p:nvPr/>
            </p:nvSpPr>
            <p:spPr>
              <a:xfrm>
                <a:off x="261020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h1136"/>
              <p:cNvSpPr/>
              <p:nvPr/>
            </p:nvSpPr>
            <p:spPr>
              <a:xfrm>
                <a:off x="261964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h1137"/>
              <p:cNvSpPr/>
              <p:nvPr/>
            </p:nvSpPr>
            <p:spPr>
              <a:xfrm>
                <a:off x="262908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h1138"/>
              <p:cNvSpPr/>
              <p:nvPr/>
            </p:nvSpPr>
            <p:spPr>
              <a:xfrm>
                <a:off x="263852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h1139"/>
              <p:cNvSpPr/>
              <p:nvPr/>
            </p:nvSpPr>
            <p:spPr>
              <a:xfrm>
                <a:off x="264796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h1140"/>
              <p:cNvSpPr/>
              <p:nvPr/>
            </p:nvSpPr>
            <p:spPr>
              <a:xfrm>
                <a:off x="265740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h1141"/>
              <p:cNvSpPr/>
              <p:nvPr/>
            </p:nvSpPr>
            <p:spPr>
              <a:xfrm>
                <a:off x="266684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h1142"/>
              <p:cNvSpPr/>
              <p:nvPr/>
            </p:nvSpPr>
            <p:spPr>
              <a:xfrm>
                <a:off x="267628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h1143"/>
              <p:cNvSpPr/>
              <p:nvPr/>
            </p:nvSpPr>
            <p:spPr>
              <a:xfrm>
                <a:off x="268572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h1144"/>
              <p:cNvSpPr/>
              <p:nvPr/>
            </p:nvSpPr>
            <p:spPr>
              <a:xfrm>
                <a:off x="269516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h1145"/>
              <p:cNvSpPr/>
              <p:nvPr/>
            </p:nvSpPr>
            <p:spPr>
              <a:xfrm>
                <a:off x="270460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h1146"/>
              <p:cNvSpPr/>
              <p:nvPr/>
            </p:nvSpPr>
            <p:spPr>
              <a:xfrm>
                <a:off x="271404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h1147"/>
              <p:cNvSpPr/>
              <p:nvPr/>
            </p:nvSpPr>
            <p:spPr>
              <a:xfrm>
                <a:off x="272348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h1148"/>
              <p:cNvSpPr/>
              <p:nvPr/>
            </p:nvSpPr>
            <p:spPr>
              <a:xfrm>
                <a:off x="273292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h1149"/>
              <p:cNvSpPr/>
              <p:nvPr/>
            </p:nvSpPr>
            <p:spPr>
              <a:xfrm>
                <a:off x="274236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h1150"/>
              <p:cNvSpPr/>
              <p:nvPr/>
            </p:nvSpPr>
            <p:spPr>
              <a:xfrm>
                <a:off x="275180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h1151"/>
              <p:cNvSpPr/>
              <p:nvPr/>
            </p:nvSpPr>
            <p:spPr>
              <a:xfrm>
                <a:off x="276125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h1152"/>
              <p:cNvSpPr/>
              <p:nvPr/>
            </p:nvSpPr>
            <p:spPr>
              <a:xfrm>
                <a:off x="277069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h1153"/>
              <p:cNvSpPr/>
              <p:nvPr/>
            </p:nvSpPr>
            <p:spPr>
              <a:xfrm>
                <a:off x="278013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h1154"/>
              <p:cNvSpPr/>
              <p:nvPr/>
            </p:nvSpPr>
            <p:spPr>
              <a:xfrm>
                <a:off x="278957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h1155"/>
              <p:cNvSpPr/>
              <p:nvPr/>
            </p:nvSpPr>
            <p:spPr>
              <a:xfrm>
                <a:off x="279901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h1156"/>
              <p:cNvSpPr/>
              <p:nvPr/>
            </p:nvSpPr>
            <p:spPr>
              <a:xfrm>
                <a:off x="280845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h1157"/>
              <p:cNvSpPr/>
              <p:nvPr/>
            </p:nvSpPr>
            <p:spPr>
              <a:xfrm>
                <a:off x="281789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h1158"/>
              <p:cNvSpPr/>
              <p:nvPr/>
            </p:nvSpPr>
            <p:spPr>
              <a:xfrm>
                <a:off x="282733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h1159"/>
              <p:cNvSpPr/>
              <p:nvPr/>
            </p:nvSpPr>
            <p:spPr>
              <a:xfrm>
                <a:off x="283677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h1160"/>
              <p:cNvSpPr/>
              <p:nvPr/>
            </p:nvSpPr>
            <p:spPr>
              <a:xfrm>
                <a:off x="284621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h1161"/>
              <p:cNvSpPr/>
              <p:nvPr/>
            </p:nvSpPr>
            <p:spPr>
              <a:xfrm>
                <a:off x="285565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h1162"/>
              <p:cNvSpPr/>
              <p:nvPr/>
            </p:nvSpPr>
            <p:spPr>
              <a:xfrm>
                <a:off x="286509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h1163"/>
              <p:cNvSpPr/>
              <p:nvPr/>
            </p:nvSpPr>
            <p:spPr>
              <a:xfrm>
                <a:off x="287453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h1164"/>
              <p:cNvSpPr/>
              <p:nvPr/>
            </p:nvSpPr>
            <p:spPr>
              <a:xfrm>
                <a:off x="288397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h1165"/>
              <p:cNvSpPr/>
              <p:nvPr/>
            </p:nvSpPr>
            <p:spPr>
              <a:xfrm>
                <a:off x="289341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h1166"/>
              <p:cNvSpPr/>
              <p:nvPr/>
            </p:nvSpPr>
            <p:spPr>
              <a:xfrm>
                <a:off x="290285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h1167"/>
              <p:cNvSpPr/>
              <p:nvPr/>
            </p:nvSpPr>
            <p:spPr>
              <a:xfrm>
                <a:off x="291229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h1168"/>
              <p:cNvSpPr/>
              <p:nvPr/>
            </p:nvSpPr>
            <p:spPr>
              <a:xfrm>
                <a:off x="292173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h1169"/>
              <p:cNvSpPr/>
              <p:nvPr/>
            </p:nvSpPr>
            <p:spPr>
              <a:xfrm>
                <a:off x="293117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h1170"/>
              <p:cNvSpPr/>
              <p:nvPr/>
            </p:nvSpPr>
            <p:spPr>
              <a:xfrm>
                <a:off x="294061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h1171"/>
              <p:cNvSpPr/>
              <p:nvPr/>
            </p:nvSpPr>
            <p:spPr>
              <a:xfrm>
                <a:off x="295005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h1172"/>
              <p:cNvSpPr/>
              <p:nvPr/>
            </p:nvSpPr>
            <p:spPr>
              <a:xfrm>
                <a:off x="295949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h1173"/>
              <p:cNvSpPr/>
              <p:nvPr/>
            </p:nvSpPr>
            <p:spPr>
              <a:xfrm>
                <a:off x="296893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h1174"/>
              <p:cNvSpPr/>
              <p:nvPr/>
            </p:nvSpPr>
            <p:spPr>
              <a:xfrm>
                <a:off x="297837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h1175"/>
              <p:cNvSpPr/>
              <p:nvPr/>
            </p:nvSpPr>
            <p:spPr>
              <a:xfrm>
                <a:off x="298781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h1176"/>
              <p:cNvSpPr/>
              <p:nvPr/>
            </p:nvSpPr>
            <p:spPr>
              <a:xfrm>
                <a:off x="299725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h1177"/>
              <p:cNvSpPr/>
              <p:nvPr/>
            </p:nvSpPr>
            <p:spPr>
              <a:xfrm>
                <a:off x="300669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h1178"/>
              <p:cNvSpPr/>
              <p:nvPr/>
            </p:nvSpPr>
            <p:spPr>
              <a:xfrm>
                <a:off x="301613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h1179"/>
              <p:cNvSpPr/>
              <p:nvPr/>
            </p:nvSpPr>
            <p:spPr>
              <a:xfrm>
                <a:off x="302557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h1180"/>
              <p:cNvSpPr/>
              <p:nvPr/>
            </p:nvSpPr>
            <p:spPr>
              <a:xfrm>
                <a:off x="303501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h1181"/>
              <p:cNvSpPr/>
              <p:nvPr/>
            </p:nvSpPr>
            <p:spPr>
              <a:xfrm>
                <a:off x="304445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h1182"/>
              <p:cNvSpPr/>
              <p:nvPr/>
            </p:nvSpPr>
            <p:spPr>
              <a:xfrm>
                <a:off x="305389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h1183"/>
              <p:cNvSpPr/>
              <p:nvPr/>
            </p:nvSpPr>
            <p:spPr>
              <a:xfrm>
                <a:off x="306333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h1184"/>
              <p:cNvSpPr/>
              <p:nvPr/>
            </p:nvSpPr>
            <p:spPr>
              <a:xfrm>
                <a:off x="307277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h1185"/>
              <p:cNvSpPr/>
              <p:nvPr/>
            </p:nvSpPr>
            <p:spPr>
              <a:xfrm>
                <a:off x="308221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h1186"/>
              <p:cNvSpPr/>
              <p:nvPr/>
            </p:nvSpPr>
            <p:spPr>
              <a:xfrm>
                <a:off x="309165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h1187"/>
              <p:cNvSpPr/>
              <p:nvPr/>
            </p:nvSpPr>
            <p:spPr>
              <a:xfrm>
                <a:off x="310109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h1188"/>
              <p:cNvSpPr/>
              <p:nvPr/>
            </p:nvSpPr>
            <p:spPr>
              <a:xfrm>
                <a:off x="311053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h1189"/>
              <p:cNvSpPr/>
              <p:nvPr/>
            </p:nvSpPr>
            <p:spPr>
              <a:xfrm>
                <a:off x="311997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h1190"/>
              <p:cNvSpPr/>
              <p:nvPr/>
            </p:nvSpPr>
            <p:spPr>
              <a:xfrm>
                <a:off x="312941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h1191"/>
              <p:cNvSpPr/>
              <p:nvPr/>
            </p:nvSpPr>
            <p:spPr>
              <a:xfrm>
                <a:off x="313885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h1192"/>
              <p:cNvSpPr/>
              <p:nvPr/>
            </p:nvSpPr>
            <p:spPr>
              <a:xfrm>
                <a:off x="314829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h1193"/>
              <p:cNvSpPr/>
              <p:nvPr/>
            </p:nvSpPr>
            <p:spPr>
              <a:xfrm>
                <a:off x="315774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h1194"/>
              <p:cNvSpPr/>
              <p:nvPr/>
            </p:nvSpPr>
            <p:spPr>
              <a:xfrm>
                <a:off x="316718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h1195"/>
              <p:cNvSpPr/>
              <p:nvPr/>
            </p:nvSpPr>
            <p:spPr>
              <a:xfrm>
                <a:off x="317662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h1196"/>
              <p:cNvSpPr/>
              <p:nvPr/>
            </p:nvSpPr>
            <p:spPr>
              <a:xfrm>
                <a:off x="318606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h1197"/>
              <p:cNvSpPr/>
              <p:nvPr/>
            </p:nvSpPr>
            <p:spPr>
              <a:xfrm>
                <a:off x="319550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h1198"/>
              <p:cNvSpPr/>
              <p:nvPr/>
            </p:nvSpPr>
            <p:spPr>
              <a:xfrm>
                <a:off x="320494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h1199"/>
              <p:cNvSpPr/>
              <p:nvPr/>
            </p:nvSpPr>
            <p:spPr>
              <a:xfrm>
                <a:off x="321438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h1200"/>
              <p:cNvSpPr/>
              <p:nvPr/>
            </p:nvSpPr>
            <p:spPr>
              <a:xfrm>
                <a:off x="322382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h1201"/>
              <p:cNvSpPr/>
              <p:nvPr/>
            </p:nvSpPr>
            <p:spPr>
              <a:xfrm>
                <a:off x="323326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h1202"/>
              <p:cNvSpPr/>
              <p:nvPr/>
            </p:nvSpPr>
            <p:spPr>
              <a:xfrm>
                <a:off x="3242702" y="25191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121"/>
                    </a:lnTo>
                    <a:lnTo>
                      <a:pt x="923728" y="903321"/>
                    </a:lnTo>
                    <a:lnTo>
                      <a:pt x="918964" y="910917"/>
                    </a:lnTo>
                    <a:lnTo>
                      <a:pt x="916518" y="914400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h1203"/>
              <p:cNvSpPr/>
              <p:nvPr/>
            </p:nvSpPr>
            <p:spPr>
              <a:xfrm>
                <a:off x="3252142" y="2501618"/>
                <a:ext cx="917929" cy="920691"/>
              </a:xfrm>
              <a:custGeom>
                <a:avLst/>
                <a:gdLst/>
                <a:ahLst/>
                <a:cxnLst/>
                <a:rect l="0" t="0" r="0" b="0"/>
                <a:pathLst>
                  <a:path w="917929" h="920691">
                    <a:moveTo>
                      <a:pt x="914400" y="914400"/>
                    </a:moveTo>
                    <a:lnTo>
                      <a:pt x="917929" y="914400"/>
                    </a:lnTo>
                    <a:lnTo>
                      <a:pt x="914400" y="920691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h1204"/>
              <p:cNvSpPr/>
              <p:nvPr/>
            </p:nvSpPr>
            <p:spPr>
              <a:xfrm>
                <a:off x="2440281" y="24840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250" y="931969"/>
                    </a:lnTo>
                    <a:lnTo>
                      <a:pt x="912885" y="928363"/>
                    </a:lnTo>
                    <a:lnTo>
                      <a:pt x="912048" y="926007"/>
                    </a:lnTo>
                    <a:lnTo>
                      <a:pt x="911216" y="923666"/>
                    </a:lnTo>
                    <a:lnTo>
                      <a:pt x="910384" y="921325"/>
                    </a:lnTo>
                    <a:lnTo>
                      <a:pt x="909551" y="918984"/>
                    </a:lnTo>
                    <a:lnTo>
                      <a:pt x="908718" y="916643"/>
                    </a:lnTo>
                    <a:lnTo>
                      <a:pt x="907920" y="914400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h1205"/>
              <p:cNvSpPr/>
              <p:nvPr/>
            </p:nvSpPr>
            <p:spPr>
              <a:xfrm>
                <a:off x="244028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h1206"/>
              <p:cNvSpPr/>
              <p:nvPr/>
            </p:nvSpPr>
            <p:spPr>
              <a:xfrm>
                <a:off x="244972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h1207"/>
              <p:cNvSpPr/>
              <p:nvPr/>
            </p:nvSpPr>
            <p:spPr>
              <a:xfrm>
                <a:off x="245916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h1208"/>
              <p:cNvSpPr/>
              <p:nvPr/>
            </p:nvSpPr>
            <p:spPr>
              <a:xfrm>
                <a:off x="246860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h1209"/>
              <p:cNvSpPr/>
              <p:nvPr/>
            </p:nvSpPr>
            <p:spPr>
              <a:xfrm>
                <a:off x="247804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h1210"/>
              <p:cNvSpPr/>
              <p:nvPr/>
            </p:nvSpPr>
            <p:spPr>
              <a:xfrm>
                <a:off x="248748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h1211"/>
              <p:cNvSpPr/>
              <p:nvPr/>
            </p:nvSpPr>
            <p:spPr>
              <a:xfrm>
                <a:off x="249692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h1212"/>
              <p:cNvSpPr/>
              <p:nvPr/>
            </p:nvSpPr>
            <p:spPr>
              <a:xfrm>
                <a:off x="250636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h1213"/>
              <p:cNvSpPr/>
              <p:nvPr/>
            </p:nvSpPr>
            <p:spPr>
              <a:xfrm>
                <a:off x="251580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h1214"/>
              <p:cNvSpPr/>
              <p:nvPr/>
            </p:nvSpPr>
            <p:spPr>
              <a:xfrm>
                <a:off x="252524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h1215"/>
              <p:cNvSpPr/>
              <p:nvPr/>
            </p:nvSpPr>
            <p:spPr>
              <a:xfrm>
                <a:off x="253468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h1216"/>
              <p:cNvSpPr/>
              <p:nvPr/>
            </p:nvSpPr>
            <p:spPr>
              <a:xfrm>
                <a:off x="254412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h1217"/>
              <p:cNvSpPr/>
              <p:nvPr/>
            </p:nvSpPr>
            <p:spPr>
              <a:xfrm>
                <a:off x="255356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h1218"/>
              <p:cNvSpPr/>
              <p:nvPr/>
            </p:nvSpPr>
            <p:spPr>
              <a:xfrm>
                <a:off x="256300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h1219"/>
              <p:cNvSpPr/>
              <p:nvPr/>
            </p:nvSpPr>
            <p:spPr>
              <a:xfrm>
                <a:off x="257244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h1220"/>
              <p:cNvSpPr/>
              <p:nvPr/>
            </p:nvSpPr>
            <p:spPr>
              <a:xfrm>
                <a:off x="258188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h1221"/>
              <p:cNvSpPr/>
              <p:nvPr/>
            </p:nvSpPr>
            <p:spPr>
              <a:xfrm>
                <a:off x="259132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h1222"/>
              <p:cNvSpPr/>
              <p:nvPr/>
            </p:nvSpPr>
            <p:spPr>
              <a:xfrm>
                <a:off x="260076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h1223"/>
              <p:cNvSpPr/>
              <p:nvPr/>
            </p:nvSpPr>
            <p:spPr>
              <a:xfrm>
                <a:off x="261020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h1224"/>
              <p:cNvSpPr/>
              <p:nvPr/>
            </p:nvSpPr>
            <p:spPr>
              <a:xfrm>
                <a:off x="261964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h1225"/>
              <p:cNvSpPr/>
              <p:nvPr/>
            </p:nvSpPr>
            <p:spPr>
              <a:xfrm>
                <a:off x="262908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h1226"/>
              <p:cNvSpPr/>
              <p:nvPr/>
            </p:nvSpPr>
            <p:spPr>
              <a:xfrm>
                <a:off x="263852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h1227"/>
              <p:cNvSpPr/>
              <p:nvPr/>
            </p:nvSpPr>
            <p:spPr>
              <a:xfrm>
                <a:off x="264796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h1228"/>
              <p:cNvSpPr/>
              <p:nvPr/>
            </p:nvSpPr>
            <p:spPr>
              <a:xfrm>
                <a:off x="265740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h1229"/>
              <p:cNvSpPr/>
              <p:nvPr/>
            </p:nvSpPr>
            <p:spPr>
              <a:xfrm>
                <a:off x="266684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h1230"/>
              <p:cNvSpPr/>
              <p:nvPr/>
            </p:nvSpPr>
            <p:spPr>
              <a:xfrm>
                <a:off x="267628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h1231"/>
              <p:cNvSpPr/>
              <p:nvPr/>
            </p:nvSpPr>
            <p:spPr>
              <a:xfrm>
                <a:off x="268572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h1232"/>
              <p:cNvSpPr/>
              <p:nvPr/>
            </p:nvSpPr>
            <p:spPr>
              <a:xfrm>
                <a:off x="269516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h1233"/>
              <p:cNvSpPr/>
              <p:nvPr/>
            </p:nvSpPr>
            <p:spPr>
              <a:xfrm>
                <a:off x="270460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h1234"/>
              <p:cNvSpPr/>
              <p:nvPr/>
            </p:nvSpPr>
            <p:spPr>
              <a:xfrm>
                <a:off x="271404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h1235"/>
              <p:cNvSpPr/>
              <p:nvPr/>
            </p:nvSpPr>
            <p:spPr>
              <a:xfrm>
                <a:off x="272348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h1236"/>
              <p:cNvSpPr/>
              <p:nvPr/>
            </p:nvSpPr>
            <p:spPr>
              <a:xfrm>
                <a:off x="273292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h1237"/>
              <p:cNvSpPr/>
              <p:nvPr/>
            </p:nvSpPr>
            <p:spPr>
              <a:xfrm>
                <a:off x="274236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h1238"/>
              <p:cNvSpPr/>
              <p:nvPr/>
            </p:nvSpPr>
            <p:spPr>
              <a:xfrm>
                <a:off x="275180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h1239"/>
              <p:cNvSpPr/>
              <p:nvPr/>
            </p:nvSpPr>
            <p:spPr>
              <a:xfrm>
                <a:off x="276125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h1240"/>
              <p:cNvSpPr/>
              <p:nvPr/>
            </p:nvSpPr>
            <p:spPr>
              <a:xfrm>
                <a:off x="277069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h1241"/>
              <p:cNvSpPr/>
              <p:nvPr/>
            </p:nvSpPr>
            <p:spPr>
              <a:xfrm>
                <a:off x="278013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h1242"/>
              <p:cNvSpPr/>
              <p:nvPr/>
            </p:nvSpPr>
            <p:spPr>
              <a:xfrm>
                <a:off x="278957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h1243"/>
              <p:cNvSpPr/>
              <p:nvPr/>
            </p:nvSpPr>
            <p:spPr>
              <a:xfrm>
                <a:off x="279901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h1244"/>
              <p:cNvSpPr/>
              <p:nvPr/>
            </p:nvSpPr>
            <p:spPr>
              <a:xfrm>
                <a:off x="280845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h1245"/>
              <p:cNvSpPr/>
              <p:nvPr/>
            </p:nvSpPr>
            <p:spPr>
              <a:xfrm>
                <a:off x="281789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h1246"/>
              <p:cNvSpPr/>
              <p:nvPr/>
            </p:nvSpPr>
            <p:spPr>
              <a:xfrm>
                <a:off x="282733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h1247"/>
              <p:cNvSpPr/>
              <p:nvPr/>
            </p:nvSpPr>
            <p:spPr>
              <a:xfrm>
                <a:off x="283677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h1248"/>
              <p:cNvSpPr/>
              <p:nvPr/>
            </p:nvSpPr>
            <p:spPr>
              <a:xfrm>
                <a:off x="284621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h1249"/>
              <p:cNvSpPr/>
              <p:nvPr/>
            </p:nvSpPr>
            <p:spPr>
              <a:xfrm>
                <a:off x="285565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h1250"/>
              <p:cNvSpPr/>
              <p:nvPr/>
            </p:nvSpPr>
            <p:spPr>
              <a:xfrm>
                <a:off x="286509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h1251"/>
              <p:cNvSpPr/>
              <p:nvPr/>
            </p:nvSpPr>
            <p:spPr>
              <a:xfrm>
                <a:off x="287453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h1252"/>
              <p:cNvSpPr/>
              <p:nvPr/>
            </p:nvSpPr>
            <p:spPr>
              <a:xfrm>
                <a:off x="288397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h1253"/>
              <p:cNvSpPr/>
              <p:nvPr/>
            </p:nvSpPr>
            <p:spPr>
              <a:xfrm>
                <a:off x="289341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h1254"/>
              <p:cNvSpPr/>
              <p:nvPr/>
            </p:nvSpPr>
            <p:spPr>
              <a:xfrm>
                <a:off x="290285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h1255"/>
              <p:cNvSpPr/>
              <p:nvPr/>
            </p:nvSpPr>
            <p:spPr>
              <a:xfrm>
                <a:off x="291229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h1256"/>
              <p:cNvSpPr/>
              <p:nvPr/>
            </p:nvSpPr>
            <p:spPr>
              <a:xfrm>
                <a:off x="292173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h1257"/>
              <p:cNvSpPr/>
              <p:nvPr/>
            </p:nvSpPr>
            <p:spPr>
              <a:xfrm>
                <a:off x="293117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h1258"/>
              <p:cNvSpPr/>
              <p:nvPr/>
            </p:nvSpPr>
            <p:spPr>
              <a:xfrm>
                <a:off x="294061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h1259"/>
              <p:cNvSpPr/>
              <p:nvPr/>
            </p:nvSpPr>
            <p:spPr>
              <a:xfrm>
                <a:off x="295005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h1260"/>
              <p:cNvSpPr/>
              <p:nvPr/>
            </p:nvSpPr>
            <p:spPr>
              <a:xfrm>
                <a:off x="295949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h1261"/>
              <p:cNvSpPr/>
              <p:nvPr/>
            </p:nvSpPr>
            <p:spPr>
              <a:xfrm>
                <a:off x="296893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A">
                  <a:alpha val="100000"/>
                </a:srgbClr>
              </a:solidFill>
              <a:ln w="5420" cap="flat">
                <a:solidFill>
                  <a:srgbClr val="EF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h1262"/>
              <p:cNvSpPr/>
              <p:nvPr/>
            </p:nvSpPr>
            <p:spPr>
              <a:xfrm>
                <a:off x="297837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h1263"/>
              <p:cNvSpPr/>
              <p:nvPr/>
            </p:nvSpPr>
            <p:spPr>
              <a:xfrm>
                <a:off x="298781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h1264"/>
              <p:cNvSpPr/>
              <p:nvPr/>
            </p:nvSpPr>
            <p:spPr>
              <a:xfrm>
                <a:off x="299725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h1265"/>
              <p:cNvSpPr/>
              <p:nvPr/>
            </p:nvSpPr>
            <p:spPr>
              <a:xfrm>
                <a:off x="300669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h1266"/>
              <p:cNvSpPr/>
              <p:nvPr/>
            </p:nvSpPr>
            <p:spPr>
              <a:xfrm>
                <a:off x="301613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h1267"/>
              <p:cNvSpPr/>
              <p:nvPr/>
            </p:nvSpPr>
            <p:spPr>
              <a:xfrm>
                <a:off x="302557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h1268"/>
              <p:cNvSpPr/>
              <p:nvPr/>
            </p:nvSpPr>
            <p:spPr>
              <a:xfrm>
                <a:off x="303501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h1269"/>
              <p:cNvSpPr/>
              <p:nvPr/>
            </p:nvSpPr>
            <p:spPr>
              <a:xfrm>
                <a:off x="304445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h1270"/>
              <p:cNvSpPr/>
              <p:nvPr/>
            </p:nvSpPr>
            <p:spPr>
              <a:xfrm>
                <a:off x="305389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h1271"/>
              <p:cNvSpPr/>
              <p:nvPr/>
            </p:nvSpPr>
            <p:spPr>
              <a:xfrm>
                <a:off x="306333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h1272"/>
              <p:cNvSpPr/>
              <p:nvPr/>
            </p:nvSpPr>
            <p:spPr>
              <a:xfrm>
                <a:off x="307277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h1273"/>
              <p:cNvSpPr/>
              <p:nvPr/>
            </p:nvSpPr>
            <p:spPr>
              <a:xfrm>
                <a:off x="308221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h1274"/>
              <p:cNvSpPr/>
              <p:nvPr/>
            </p:nvSpPr>
            <p:spPr>
              <a:xfrm>
                <a:off x="309165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h1275"/>
              <p:cNvSpPr/>
              <p:nvPr/>
            </p:nvSpPr>
            <p:spPr>
              <a:xfrm>
                <a:off x="310109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h1276"/>
              <p:cNvSpPr/>
              <p:nvPr/>
            </p:nvSpPr>
            <p:spPr>
              <a:xfrm>
                <a:off x="311053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h1277"/>
              <p:cNvSpPr/>
              <p:nvPr/>
            </p:nvSpPr>
            <p:spPr>
              <a:xfrm>
                <a:off x="311997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h1278"/>
              <p:cNvSpPr/>
              <p:nvPr/>
            </p:nvSpPr>
            <p:spPr>
              <a:xfrm>
                <a:off x="312941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h1279"/>
              <p:cNvSpPr/>
              <p:nvPr/>
            </p:nvSpPr>
            <p:spPr>
              <a:xfrm>
                <a:off x="313885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h1280"/>
              <p:cNvSpPr/>
              <p:nvPr/>
            </p:nvSpPr>
            <p:spPr>
              <a:xfrm>
                <a:off x="314829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h1281"/>
              <p:cNvSpPr/>
              <p:nvPr/>
            </p:nvSpPr>
            <p:spPr>
              <a:xfrm>
                <a:off x="315774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h1282"/>
              <p:cNvSpPr/>
              <p:nvPr/>
            </p:nvSpPr>
            <p:spPr>
              <a:xfrm>
                <a:off x="316718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h1283"/>
              <p:cNvSpPr/>
              <p:nvPr/>
            </p:nvSpPr>
            <p:spPr>
              <a:xfrm>
                <a:off x="317662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h1284"/>
              <p:cNvSpPr/>
              <p:nvPr/>
            </p:nvSpPr>
            <p:spPr>
              <a:xfrm>
                <a:off x="318606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h1285"/>
              <p:cNvSpPr/>
              <p:nvPr/>
            </p:nvSpPr>
            <p:spPr>
              <a:xfrm>
                <a:off x="319550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h1286"/>
              <p:cNvSpPr/>
              <p:nvPr/>
            </p:nvSpPr>
            <p:spPr>
              <a:xfrm>
                <a:off x="320494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h1287"/>
              <p:cNvSpPr/>
              <p:nvPr/>
            </p:nvSpPr>
            <p:spPr>
              <a:xfrm>
                <a:off x="321438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h1288"/>
              <p:cNvSpPr/>
              <p:nvPr/>
            </p:nvSpPr>
            <p:spPr>
              <a:xfrm>
                <a:off x="322382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h1289"/>
              <p:cNvSpPr/>
              <p:nvPr/>
            </p:nvSpPr>
            <p:spPr>
              <a:xfrm>
                <a:off x="323326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h1290"/>
              <p:cNvSpPr/>
              <p:nvPr/>
            </p:nvSpPr>
            <p:spPr>
              <a:xfrm>
                <a:off x="324270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h1291"/>
              <p:cNvSpPr/>
              <p:nvPr/>
            </p:nvSpPr>
            <p:spPr>
              <a:xfrm>
                <a:off x="3252142" y="250161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42"/>
                    </a:lnTo>
                    <a:lnTo>
                      <a:pt x="923102" y="904286"/>
                    </a:lnTo>
                    <a:lnTo>
                      <a:pt x="918818" y="912815"/>
                    </a:lnTo>
                    <a:lnTo>
                      <a:pt x="917929" y="914400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h1292"/>
              <p:cNvSpPr/>
              <p:nvPr/>
            </p:nvSpPr>
            <p:spPr>
              <a:xfrm>
                <a:off x="3261582" y="2484048"/>
                <a:ext cx="917010" cy="92021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2021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4400" y="920212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h1293"/>
              <p:cNvSpPr/>
              <p:nvPr/>
            </p:nvSpPr>
            <p:spPr>
              <a:xfrm>
                <a:off x="2430841" y="2466478"/>
                <a:ext cx="914400" cy="92605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54">
                    <a:moveTo>
                      <a:pt x="914400" y="914399"/>
                    </a:moveTo>
                    <a:lnTo>
                      <a:pt x="914400" y="926054"/>
                    </a:lnTo>
                    <a:lnTo>
                      <a:pt x="913765" y="924932"/>
                    </a:lnTo>
                    <a:lnTo>
                      <a:pt x="909713" y="916980"/>
                    </a:lnTo>
                    <a:lnTo>
                      <a:pt x="908528" y="91439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h1294"/>
              <p:cNvSpPr/>
              <p:nvPr/>
            </p:nvSpPr>
            <p:spPr>
              <a:xfrm>
                <a:off x="243084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325" y="931872"/>
                    </a:lnTo>
                    <a:lnTo>
                      <a:pt x="916706" y="930132"/>
                    </a:lnTo>
                    <a:lnTo>
                      <a:pt x="914400" y="926054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h1295"/>
              <p:cNvSpPr/>
              <p:nvPr/>
            </p:nvSpPr>
            <p:spPr>
              <a:xfrm>
                <a:off x="244028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h1296"/>
              <p:cNvSpPr/>
              <p:nvPr/>
            </p:nvSpPr>
            <p:spPr>
              <a:xfrm>
                <a:off x="244972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h1297"/>
              <p:cNvSpPr/>
              <p:nvPr/>
            </p:nvSpPr>
            <p:spPr>
              <a:xfrm>
                <a:off x="245916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h1298"/>
              <p:cNvSpPr/>
              <p:nvPr/>
            </p:nvSpPr>
            <p:spPr>
              <a:xfrm>
                <a:off x="246860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h1299"/>
              <p:cNvSpPr/>
              <p:nvPr/>
            </p:nvSpPr>
            <p:spPr>
              <a:xfrm>
                <a:off x="247804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h1300"/>
              <p:cNvSpPr/>
              <p:nvPr/>
            </p:nvSpPr>
            <p:spPr>
              <a:xfrm>
                <a:off x="248748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h1301"/>
              <p:cNvSpPr/>
              <p:nvPr/>
            </p:nvSpPr>
            <p:spPr>
              <a:xfrm>
                <a:off x="249692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h1302"/>
              <p:cNvSpPr/>
              <p:nvPr/>
            </p:nvSpPr>
            <p:spPr>
              <a:xfrm>
                <a:off x="250636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h1303"/>
              <p:cNvSpPr/>
              <p:nvPr/>
            </p:nvSpPr>
            <p:spPr>
              <a:xfrm>
                <a:off x="251580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h1304"/>
              <p:cNvSpPr/>
              <p:nvPr/>
            </p:nvSpPr>
            <p:spPr>
              <a:xfrm>
                <a:off x="252524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h1305"/>
              <p:cNvSpPr/>
              <p:nvPr/>
            </p:nvSpPr>
            <p:spPr>
              <a:xfrm>
                <a:off x="253468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h1306"/>
              <p:cNvSpPr/>
              <p:nvPr/>
            </p:nvSpPr>
            <p:spPr>
              <a:xfrm>
                <a:off x="254412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h1307"/>
              <p:cNvSpPr/>
              <p:nvPr/>
            </p:nvSpPr>
            <p:spPr>
              <a:xfrm>
                <a:off x="255356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h1308"/>
              <p:cNvSpPr/>
              <p:nvPr/>
            </p:nvSpPr>
            <p:spPr>
              <a:xfrm>
                <a:off x="256300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D">
                  <a:alpha val="100000"/>
                </a:srgbClr>
              </a:solidFill>
              <a:ln w="5420" cap="flat">
                <a:solidFill>
                  <a:srgbClr val="E7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h1309"/>
              <p:cNvSpPr/>
              <p:nvPr/>
            </p:nvSpPr>
            <p:spPr>
              <a:xfrm>
                <a:off x="257244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h1310"/>
              <p:cNvSpPr/>
              <p:nvPr/>
            </p:nvSpPr>
            <p:spPr>
              <a:xfrm>
                <a:off x="258188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h1311"/>
              <p:cNvSpPr/>
              <p:nvPr/>
            </p:nvSpPr>
            <p:spPr>
              <a:xfrm>
                <a:off x="259132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h1312"/>
              <p:cNvSpPr/>
              <p:nvPr/>
            </p:nvSpPr>
            <p:spPr>
              <a:xfrm>
                <a:off x="260076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h1313"/>
              <p:cNvSpPr/>
              <p:nvPr/>
            </p:nvSpPr>
            <p:spPr>
              <a:xfrm>
                <a:off x="261020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h1314"/>
              <p:cNvSpPr/>
              <p:nvPr/>
            </p:nvSpPr>
            <p:spPr>
              <a:xfrm>
                <a:off x="261964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h1315"/>
              <p:cNvSpPr/>
              <p:nvPr/>
            </p:nvSpPr>
            <p:spPr>
              <a:xfrm>
                <a:off x="262908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h1316"/>
              <p:cNvSpPr/>
              <p:nvPr/>
            </p:nvSpPr>
            <p:spPr>
              <a:xfrm>
                <a:off x="263852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h1317"/>
              <p:cNvSpPr/>
              <p:nvPr/>
            </p:nvSpPr>
            <p:spPr>
              <a:xfrm>
                <a:off x="264796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h1318"/>
              <p:cNvSpPr/>
              <p:nvPr/>
            </p:nvSpPr>
            <p:spPr>
              <a:xfrm>
                <a:off x="265740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h1319"/>
              <p:cNvSpPr/>
              <p:nvPr/>
            </p:nvSpPr>
            <p:spPr>
              <a:xfrm>
                <a:off x="266684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h1320"/>
              <p:cNvSpPr/>
              <p:nvPr/>
            </p:nvSpPr>
            <p:spPr>
              <a:xfrm>
                <a:off x="267628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h1321"/>
              <p:cNvSpPr/>
              <p:nvPr/>
            </p:nvSpPr>
            <p:spPr>
              <a:xfrm>
                <a:off x="268572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h1322"/>
              <p:cNvSpPr/>
              <p:nvPr/>
            </p:nvSpPr>
            <p:spPr>
              <a:xfrm>
                <a:off x="269516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h1323"/>
              <p:cNvSpPr/>
              <p:nvPr/>
            </p:nvSpPr>
            <p:spPr>
              <a:xfrm>
                <a:off x="270460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2">
                  <a:alpha val="100000"/>
                </a:srgbClr>
              </a:solidFill>
              <a:ln w="5420" cap="flat">
                <a:solidFill>
                  <a:srgbClr val="DF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h1324"/>
              <p:cNvSpPr/>
              <p:nvPr/>
            </p:nvSpPr>
            <p:spPr>
              <a:xfrm>
                <a:off x="271404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h1325"/>
              <p:cNvSpPr/>
              <p:nvPr/>
            </p:nvSpPr>
            <p:spPr>
              <a:xfrm>
                <a:off x="272348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h1326"/>
              <p:cNvSpPr/>
              <p:nvPr/>
            </p:nvSpPr>
            <p:spPr>
              <a:xfrm>
                <a:off x="273292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h1327"/>
              <p:cNvSpPr/>
              <p:nvPr/>
            </p:nvSpPr>
            <p:spPr>
              <a:xfrm>
                <a:off x="274236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h1328"/>
              <p:cNvSpPr/>
              <p:nvPr/>
            </p:nvSpPr>
            <p:spPr>
              <a:xfrm>
                <a:off x="275180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h1329"/>
              <p:cNvSpPr/>
              <p:nvPr/>
            </p:nvSpPr>
            <p:spPr>
              <a:xfrm>
                <a:off x="276125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h1330"/>
              <p:cNvSpPr/>
              <p:nvPr/>
            </p:nvSpPr>
            <p:spPr>
              <a:xfrm>
                <a:off x="277069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h1331"/>
              <p:cNvSpPr/>
              <p:nvPr/>
            </p:nvSpPr>
            <p:spPr>
              <a:xfrm>
                <a:off x="278013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h1332"/>
              <p:cNvSpPr/>
              <p:nvPr/>
            </p:nvSpPr>
            <p:spPr>
              <a:xfrm>
                <a:off x="278957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h1333"/>
              <p:cNvSpPr/>
              <p:nvPr/>
            </p:nvSpPr>
            <p:spPr>
              <a:xfrm>
                <a:off x="279901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h1334"/>
              <p:cNvSpPr/>
              <p:nvPr/>
            </p:nvSpPr>
            <p:spPr>
              <a:xfrm>
                <a:off x="280845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h1335"/>
              <p:cNvSpPr/>
              <p:nvPr/>
            </p:nvSpPr>
            <p:spPr>
              <a:xfrm>
                <a:off x="281789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h1336"/>
              <p:cNvSpPr/>
              <p:nvPr/>
            </p:nvSpPr>
            <p:spPr>
              <a:xfrm>
                <a:off x="282733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h1337"/>
              <p:cNvSpPr/>
              <p:nvPr/>
            </p:nvSpPr>
            <p:spPr>
              <a:xfrm>
                <a:off x="283677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h1338"/>
              <p:cNvSpPr/>
              <p:nvPr/>
            </p:nvSpPr>
            <p:spPr>
              <a:xfrm>
                <a:off x="284621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h1339"/>
              <p:cNvSpPr/>
              <p:nvPr/>
            </p:nvSpPr>
            <p:spPr>
              <a:xfrm>
                <a:off x="285565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h1340"/>
              <p:cNvSpPr/>
              <p:nvPr/>
            </p:nvSpPr>
            <p:spPr>
              <a:xfrm>
                <a:off x="286509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h1341"/>
              <p:cNvSpPr/>
              <p:nvPr/>
            </p:nvSpPr>
            <p:spPr>
              <a:xfrm>
                <a:off x="287453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h1342"/>
              <p:cNvSpPr/>
              <p:nvPr/>
            </p:nvSpPr>
            <p:spPr>
              <a:xfrm>
                <a:off x="288397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h1343"/>
              <p:cNvSpPr/>
              <p:nvPr/>
            </p:nvSpPr>
            <p:spPr>
              <a:xfrm>
                <a:off x="289341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h1344"/>
              <p:cNvSpPr/>
              <p:nvPr/>
            </p:nvSpPr>
            <p:spPr>
              <a:xfrm>
                <a:off x="290285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h1345"/>
              <p:cNvSpPr/>
              <p:nvPr/>
            </p:nvSpPr>
            <p:spPr>
              <a:xfrm>
                <a:off x="291229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h1346"/>
              <p:cNvSpPr/>
              <p:nvPr/>
            </p:nvSpPr>
            <p:spPr>
              <a:xfrm>
                <a:off x="292173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h1347"/>
              <p:cNvSpPr/>
              <p:nvPr/>
            </p:nvSpPr>
            <p:spPr>
              <a:xfrm>
                <a:off x="293117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h1348"/>
              <p:cNvSpPr/>
              <p:nvPr/>
            </p:nvSpPr>
            <p:spPr>
              <a:xfrm>
                <a:off x="294061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h1349"/>
              <p:cNvSpPr/>
              <p:nvPr/>
            </p:nvSpPr>
            <p:spPr>
              <a:xfrm>
                <a:off x="295005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h1350"/>
              <p:cNvSpPr/>
              <p:nvPr/>
            </p:nvSpPr>
            <p:spPr>
              <a:xfrm>
                <a:off x="295949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h1351"/>
              <p:cNvSpPr/>
              <p:nvPr/>
            </p:nvSpPr>
            <p:spPr>
              <a:xfrm>
                <a:off x="296893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h1352"/>
              <p:cNvSpPr/>
              <p:nvPr/>
            </p:nvSpPr>
            <p:spPr>
              <a:xfrm>
                <a:off x="297837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h1353"/>
              <p:cNvSpPr/>
              <p:nvPr/>
            </p:nvSpPr>
            <p:spPr>
              <a:xfrm>
                <a:off x="298781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C">
                  <a:alpha val="100000"/>
                </a:srgbClr>
              </a:solidFill>
              <a:ln w="5420" cap="flat">
                <a:solidFill>
                  <a:srgbClr val="F2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h1354"/>
              <p:cNvSpPr/>
              <p:nvPr/>
            </p:nvSpPr>
            <p:spPr>
              <a:xfrm>
                <a:off x="299725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h1355"/>
              <p:cNvSpPr/>
              <p:nvPr/>
            </p:nvSpPr>
            <p:spPr>
              <a:xfrm>
                <a:off x="300669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h1356"/>
              <p:cNvSpPr/>
              <p:nvPr/>
            </p:nvSpPr>
            <p:spPr>
              <a:xfrm>
                <a:off x="301613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h1357"/>
              <p:cNvSpPr/>
              <p:nvPr/>
            </p:nvSpPr>
            <p:spPr>
              <a:xfrm>
                <a:off x="302557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h1358"/>
              <p:cNvSpPr/>
              <p:nvPr/>
            </p:nvSpPr>
            <p:spPr>
              <a:xfrm>
                <a:off x="303501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h1359"/>
              <p:cNvSpPr/>
              <p:nvPr/>
            </p:nvSpPr>
            <p:spPr>
              <a:xfrm>
                <a:off x="304445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h1360"/>
              <p:cNvSpPr/>
              <p:nvPr/>
            </p:nvSpPr>
            <p:spPr>
              <a:xfrm>
                <a:off x="305389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h1361"/>
              <p:cNvSpPr/>
              <p:nvPr/>
            </p:nvSpPr>
            <p:spPr>
              <a:xfrm>
                <a:off x="306333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h1362"/>
              <p:cNvSpPr/>
              <p:nvPr/>
            </p:nvSpPr>
            <p:spPr>
              <a:xfrm>
                <a:off x="307277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h1363"/>
              <p:cNvSpPr/>
              <p:nvPr/>
            </p:nvSpPr>
            <p:spPr>
              <a:xfrm>
                <a:off x="308221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h1364"/>
              <p:cNvSpPr/>
              <p:nvPr/>
            </p:nvSpPr>
            <p:spPr>
              <a:xfrm>
                <a:off x="309165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h1365"/>
              <p:cNvSpPr/>
              <p:nvPr/>
            </p:nvSpPr>
            <p:spPr>
              <a:xfrm>
                <a:off x="310109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h1366"/>
              <p:cNvSpPr/>
              <p:nvPr/>
            </p:nvSpPr>
            <p:spPr>
              <a:xfrm>
                <a:off x="311053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h1367"/>
              <p:cNvSpPr/>
              <p:nvPr/>
            </p:nvSpPr>
            <p:spPr>
              <a:xfrm>
                <a:off x="311997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h1368"/>
              <p:cNvSpPr/>
              <p:nvPr/>
            </p:nvSpPr>
            <p:spPr>
              <a:xfrm>
                <a:off x="312941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h1369"/>
              <p:cNvSpPr/>
              <p:nvPr/>
            </p:nvSpPr>
            <p:spPr>
              <a:xfrm>
                <a:off x="313885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h1370"/>
              <p:cNvSpPr/>
              <p:nvPr/>
            </p:nvSpPr>
            <p:spPr>
              <a:xfrm>
                <a:off x="314829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h1371"/>
              <p:cNvSpPr/>
              <p:nvPr/>
            </p:nvSpPr>
            <p:spPr>
              <a:xfrm>
                <a:off x="315774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h1372"/>
              <p:cNvSpPr/>
              <p:nvPr/>
            </p:nvSpPr>
            <p:spPr>
              <a:xfrm>
                <a:off x="316718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h1373"/>
              <p:cNvSpPr/>
              <p:nvPr/>
            </p:nvSpPr>
            <p:spPr>
              <a:xfrm>
                <a:off x="317662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h1374"/>
              <p:cNvSpPr/>
              <p:nvPr/>
            </p:nvSpPr>
            <p:spPr>
              <a:xfrm>
                <a:off x="318606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h1375"/>
              <p:cNvSpPr/>
              <p:nvPr/>
            </p:nvSpPr>
            <p:spPr>
              <a:xfrm>
                <a:off x="319550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h1376"/>
              <p:cNvSpPr/>
              <p:nvPr/>
            </p:nvSpPr>
            <p:spPr>
              <a:xfrm>
                <a:off x="320494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h1377"/>
              <p:cNvSpPr/>
              <p:nvPr/>
            </p:nvSpPr>
            <p:spPr>
              <a:xfrm>
                <a:off x="321438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h1378"/>
              <p:cNvSpPr/>
              <p:nvPr/>
            </p:nvSpPr>
            <p:spPr>
              <a:xfrm>
                <a:off x="322382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h1379"/>
              <p:cNvSpPr/>
              <p:nvPr/>
            </p:nvSpPr>
            <p:spPr>
              <a:xfrm>
                <a:off x="323326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h1380"/>
              <p:cNvSpPr/>
              <p:nvPr/>
            </p:nvSpPr>
            <p:spPr>
              <a:xfrm>
                <a:off x="324270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h1381"/>
              <p:cNvSpPr/>
              <p:nvPr/>
            </p:nvSpPr>
            <p:spPr>
              <a:xfrm>
                <a:off x="325214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h1382"/>
              <p:cNvSpPr/>
              <p:nvPr/>
            </p:nvSpPr>
            <p:spPr>
              <a:xfrm>
                <a:off x="3261582" y="2484048"/>
                <a:ext cx="9238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2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26" y="896830"/>
                    </a:lnTo>
                    <a:lnTo>
                      <a:pt x="921435" y="903539"/>
                    </a:lnTo>
                    <a:lnTo>
                      <a:pt x="917685" y="912898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h1383"/>
              <p:cNvSpPr/>
              <p:nvPr/>
            </p:nvSpPr>
            <p:spPr>
              <a:xfrm>
                <a:off x="2421401" y="2448908"/>
                <a:ext cx="914399" cy="923967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3967">
                    <a:moveTo>
                      <a:pt x="914399" y="914400"/>
                    </a:moveTo>
                    <a:lnTo>
                      <a:pt x="914399" y="923967"/>
                    </a:lnTo>
                    <a:lnTo>
                      <a:pt x="911740" y="917524"/>
                    </a:lnTo>
                    <a:lnTo>
                      <a:pt x="910584" y="91440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h1384"/>
              <p:cNvSpPr/>
              <p:nvPr/>
            </p:nvSpPr>
            <p:spPr>
              <a:xfrm>
                <a:off x="242140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968" y="931969"/>
                    </a:lnTo>
                    <a:lnTo>
                      <a:pt x="915328" y="926216"/>
                    </a:lnTo>
                    <a:lnTo>
                      <a:pt x="914399" y="923967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h1385"/>
              <p:cNvSpPr/>
              <p:nvPr/>
            </p:nvSpPr>
            <p:spPr>
              <a:xfrm>
                <a:off x="243084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h1386"/>
              <p:cNvSpPr/>
              <p:nvPr/>
            </p:nvSpPr>
            <p:spPr>
              <a:xfrm>
                <a:off x="244028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h1387"/>
              <p:cNvSpPr/>
              <p:nvPr/>
            </p:nvSpPr>
            <p:spPr>
              <a:xfrm>
                <a:off x="244972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h1388"/>
              <p:cNvSpPr/>
              <p:nvPr/>
            </p:nvSpPr>
            <p:spPr>
              <a:xfrm>
                <a:off x="245916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h1389"/>
              <p:cNvSpPr/>
              <p:nvPr/>
            </p:nvSpPr>
            <p:spPr>
              <a:xfrm>
                <a:off x="246860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h1390"/>
              <p:cNvSpPr/>
              <p:nvPr/>
            </p:nvSpPr>
            <p:spPr>
              <a:xfrm>
                <a:off x="247804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h1391"/>
              <p:cNvSpPr/>
              <p:nvPr/>
            </p:nvSpPr>
            <p:spPr>
              <a:xfrm>
                <a:off x="248748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h1392"/>
              <p:cNvSpPr/>
              <p:nvPr/>
            </p:nvSpPr>
            <p:spPr>
              <a:xfrm>
                <a:off x="249692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h1393"/>
              <p:cNvSpPr/>
              <p:nvPr/>
            </p:nvSpPr>
            <p:spPr>
              <a:xfrm>
                <a:off x="250636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h1394"/>
              <p:cNvSpPr/>
              <p:nvPr/>
            </p:nvSpPr>
            <p:spPr>
              <a:xfrm>
                <a:off x="251580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h1395"/>
              <p:cNvSpPr/>
              <p:nvPr/>
            </p:nvSpPr>
            <p:spPr>
              <a:xfrm>
                <a:off x="252524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h1396"/>
              <p:cNvSpPr/>
              <p:nvPr/>
            </p:nvSpPr>
            <p:spPr>
              <a:xfrm>
                <a:off x="253468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h1397"/>
              <p:cNvSpPr/>
              <p:nvPr/>
            </p:nvSpPr>
            <p:spPr>
              <a:xfrm>
                <a:off x="254412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h1398"/>
              <p:cNvSpPr/>
              <p:nvPr/>
            </p:nvSpPr>
            <p:spPr>
              <a:xfrm>
                <a:off x="255356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h1399"/>
              <p:cNvSpPr/>
              <p:nvPr/>
            </p:nvSpPr>
            <p:spPr>
              <a:xfrm>
                <a:off x="256300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h1400"/>
              <p:cNvSpPr/>
              <p:nvPr/>
            </p:nvSpPr>
            <p:spPr>
              <a:xfrm>
                <a:off x="257244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h1401"/>
              <p:cNvSpPr/>
              <p:nvPr/>
            </p:nvSpPr>
            <p:spPr>
              <a:xfrm>
                <a:off x="258188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h1402"/>
              <p:cNvSpPr/>
              <p:nvPr/>
            </p:nvSpPr>
            <p:spPr>
              <a:xfrm>
                <a:off x="259132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h1403"/>
              <p:cNvSpPr/>
              <p:nvPr/>
            </p:nvSpPr>
            <p:spPr>
              <a:xfrm>
                <a:off x="260076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h1404"/>
              <p:cNvSpPr/>
              <p:nvPr/>
            </p:nvSpPr>
            <p:spPr>
              <a:xfrm>
                <a:off x="261020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h1405"/>
              <p:cNvSpPr/>
              <p:nvPr/>
            </p:nvSpPr>
            <p:spPr>
              <a:xfrm>
                <a:off x="261964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h1406"/>
              <p:cNvSpPr/>
              <p:nvPr/>
            </p:nvSpPr>
            <p:spPr>
              <a:xfrm>
                <a:off x="262908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h1407"/>
              <p:cNvSpPr/>
              <p:nvPr/>
            </p:nvSpPr>
            <p:spPr>
              <a:xfrm>
                <a:off x="263852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h1408"/>
              <p:cNvSpPr/>
              <p:nvPr/>
            </p:nvSpPr>
            <p:spPr>
              <a:xfrm>
                <a:off x="264796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h1409"/>
              <p:cNvSpPr/>
              <p:nvPr/>
            </p:nvSpPr>
            <p:spPr>
              <a:xfrm>
                <a:off x="265740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h1410"/>
              <p:cNvSpPr/>
              <p:nvPr/>
            </p:nvSpPr>
            <p:spPr>
              <a:xfrm>
                <a:off x="266684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h1411"/>
              <p:cNvSpPr/>
              <p:nvPr/>
            </p:nvSpPr>
            <p:spPr>
              <a:xfrm>
                <a:off x="267628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h1412"/>
              <p:cNvSpPr/>
              <p:nvPr/>
            </p:nvSpPr>
            <p:spPr>
              <a:xfrm>
                <a:off x="268572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h1413"/>
              <p:cNvSpPr/>
              <p:nvPr/>
            </p:nvSpPr>
            <p:spPr>
              <a:xfrm>
                <a:off x="269516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h1414"/>
              <p:cNvSpPr/>
              <p:nvPr/>
            </p:nvSpPr>
            <p:spPr>
              <a:xfrm>
                <a:off x="270460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h1415"/>
              <p:cNvSpPr/>
              <p:nvPr/>
            </p:nvSpPr>
            <p:spPr>
              <a:xfrm>
                <a:off x="271404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h1416"/>
              <p:cNvSpPr/>
              <p:nvPr/>
            </p:nvSpPr>
            <p:spPr>
              <a:xfrm>
                <a:off x="272348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h1417"/>
              <p:cNvSpPr/>
              <p:nvPr/>
            </p:nvSpPr>
            <p:spPr>
              <a:xfrm>
                <a:off x="273292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h1418"/>
              <p:cNvSpPr/>
              <p:nvPr/>
            </p:nvSpPr>
            <p:spPr>
              <a:xfrm>
                <a:off x="274236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h1419"/>
              <p:cNvSpPr/>
              <p:nvPr/>
            </p:nvSpPr>
            <p:spPr>
              <a:xfrm>
                <a:off x="275180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h1420"/>
              <p:cNvSpPr/>
              <p:nvPr/>
            </p:nvSpPr>
            <p:spPr>
              <a:xfrm>
                <a:off x="276125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h1421"/>
              <p:cNvSpPr/>
              <p:nvPr/>
            </p:nvSpPr>
            <p:spPr>
              <a:xfrm>
                <a:off x="277069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h1422"/>
              <p:cNvSpPr/>
              <p:nvPr/>
            </p:nvSpPr>
            <p:spPr>
              <a:xfrm>
                <a:off x="278013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h1423"/>
              <p:cNvSpPr/>
              <p:nvPr/>
            </p:nvSpPr>
            <p:spPr>
              <a:xfrm>
                <a:off x="278957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h1424"/>
              <p:cNvSpPr/>
              <p:nvPr/>
            </p:nvSpPr>
            <p:spPr>
              <a:xfrm>
                <a:off x="279901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B">
                  <a:alpha val="100000"/>
                </a:srgbClr>
              </a:solidFill>
              <a:ln w="5420" cap="flat">
                <a:solidFill>
                  <a:srgbClr val="E4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h1425"/>
              <p:cNvSpPr/>
              <p:nvPr/>
            </p:nvSpPr>
            <p:spPr>
              <a:xfrm>
                <a:off x="280845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h1426"/>
              <p:cNvSpPr/>
              <p:nvPr/>
            </p:nvSpPr>
            <p:spPr>
              <a:xfrm>
                <a:off x="281789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h1427"/>
              <p:cNvSpPr/>
              <p:nvPr/>
            </p:nvSpPr>
            <p:spPr>
              <a:xfrm>
                <a:off x="282733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h1428"/>
              <p:cNvSpPr/>
              <p:nvPr/>
            </p:nvSpPr>
            <p:spPr>
              <a:xfrm>
                <a:off x="283677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h1429"/>
              <p:cNvSpPr/>
              <p:nvPr/>
            </p:nvSpPr>
            <p:spPr>
              <a:xfrm>
                <a:off x="284621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h1430"/>
              <p:cNvSpPr/>
              <p:nvPr/>
            </p:nvSpPr>
            <p:spPr>
              <a:xfrm>
                <a:off x="285565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h1431"/>
              <p:cNvSpPr/>
              <p:nvPr/>
            </p:nvSpPr>
            <p:spPr>
              <a:xfrm>
                <a:off x="286509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h1432"/>
              <p:cNvSpPr/>
              <p:nvPr/>
            </p:nvSpPr>
            <p:spPr>
              <a:xfrm>
                <a:off x="287453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h1433"/>
              <p:cNvSpPr/>
              <p:nvPr/>
            </p:nvSpPr>
            <p:spPr>
              <a:xfrm>
                <a:off x="288397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h1434"/>
              <p:cNvSpPr/>
              <p:nvPr/>
            </p:nvSpPr>
            <p:spPr>
              <a:xfrm>
                <a:off x="289341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h1435"/>
              <p:cNvSpPr/>
              <p:nvPr/>
            </p:nvSpPr>
            <p:spPr>
              <a:xfrm>
                <a:off x="290285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h1436"/>
              <p:cNvSpPr/>
              <p:nvPr/>
            </p:nvSpPr>
            <p:spPr>
              <a:xfrm>
                <a:off x="291229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h1437"/>
              <p:cNvSpPr/>
              <p:nvPr/>
            </p:nvSpPr>
            <p:spPr>
              <a:xfrm>
                <a:off x="292173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h1438"/>
              <p:cNvSpPr/>
              <p:nvPr/>
            </p:nvSpPr>
            <p:spPr>
              <a:xfrm>
                <a:off x="293117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h1439"/>
              <p:cNvSpPr/>
              <p:nvPr/>
            </p:nvSpPr>
            <p:spPr>
              <a:xfrm>
                <a:off x="294061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h1440"/>
              <p:cNvSpPr/>
              <p:nvPr/>
            </p:nvSpPr>
            <p:spPr>
              <a:xfrm>
                <a:off x="295005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h1441"/>
              <p:cNvSpPr/>
              <p:nvPr/>
            </p:nvSpPr>
            <p:spPr>
              <a:xfrm>
                <a:off x="295949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h1442"/>
              <p:cNvSpPr/>
              <p:nvPr/>
            </p:nvSpPr>
            <p:spPr>
              <a:xfrm>
                <a:off x="296893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h1443"/>
              <p:cNvSpPr/>
              <p:nvPr/>
            </p:nvSpPr>
            <p:spPr>
              <a:xfrm>
                <a:off x="297837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h1444"/>
              <p:cNvSpPr/>
              <p:nvPr/>
            </p:nvSpPr>
            <p:spPr>
              <a:xfrm>
                <a:off x="298781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h1445"/>
              <p:cNvSpPr/>
              <p:nvPr/>
            </p:nvSpPr>
            <p:spPr>
              <a:xfrm>
                <a:off x="299725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h1446"/>
              <p:cNvSpPr/>
              <p:nvPr/>
            </p:nvSpPr>
            <p:spPr>
              <a:xfrm>
                <a:off x="300669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h1447"/>
              <p:cNvSpPr/>
              <p:nvPr/>
            </p:nvSpPr>
            <p:spPr>
              <a:xfrm>
                <a:off x="301613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h1448"/>
              <p:cNvSpPr/>
              <p:nvPr/>
            </p:nvSpPr>
            <p:spPr>
              <a:xfrm>
                <a:off x="302557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h1449"/>
              <p:cNvSpPr/>
              <p:nvPr/>
            </p:nvSpPr>
            <p:spPr>
              <a:xfrm>
                <a:off x="303501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h1450"/>
              <p:cNvSpPr/>
              <p:nvPr/>
            </p:nvSpPr>
            <p:spPr>
              <a:xfrm>
                <a:off x="304445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h1451"/>
              <p:cNvSpPr/>
              <p:nvPr/>
            </p:nvSpPr>
            <p:spPr>
              <a:xfrm>
                <a:off x="305389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h1452"/>
              <p:cNvSpPr/>
              <p:nvPr/>
            </p:nvSpPr>
            <p:spPr>
              <a:xfrm>
                <a:off x="306333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h1453"/>
              <p:cNvSpPr/>
              <p:nvPr/>
            </p:nvSpPr>
            <p:spPr>
              <a:xfrm>
                <a:off x="307277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h1454"/>
              <p:cNvSpPr/>
              <p:nvPr/>
            </p:nvSpPr>
            <p:spPr>
              <a:xfrm>
                <a:off x="308221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h1455"/>
              <p:cNvSpPr/>
              <p:nvPr/>
            </p:nvSpPr>
            <p:spPr>
              <a:xfrm>
                <a:off x="309165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h1456"/>
              <p:cNvSpPr/>
              <p:nvPr/>
            </p:nvSpPr>
            <p:spPr>
              <a:xfrm>
                <a:off x="310109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h1457"/>
              <p:cNvSpPr/>
              <p:nvPr/>
            </p:nvSpPr>
            <p:spPr>
              <a:xfrm>
                <a:off x="311053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h1458"/>
              <p:cNvSpPr/>
              <p:nvPr/>
            </p:nvSpPr>
            <p:spPr>
              <a:xfrm>
                <a:off x="311997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h1459"/>
              <p:cNvSpPr/>
              <p:nvPr/>
            </p:nvSpPr>
            <p:spPr>
              <a:xfrm>
                <a:off x="312941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h1460"/>
              <p:cNvSpPr/>
              <p:nvPr/>
            </p:nvSpPr>
            <p:spPr>
              <a:xfrm>
                <a:off x="313885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h1461"/>
              <p:cNvSpPr/>
              <p:nvPr/>
            </p:nvSpPr>
            <p:spPr>
              <a:xfrm>
                <a:off x="314829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h1462"/>
              <p:cNvSpPr/>
              <p:nvPr/>
            </p:nvSpPr>
            <p:spPr>
              <a:xfrm>
                <a:off x="315774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h1463"/>
              <p:cNvSpPr/>
              <p:nvPr/>
            </p:nvSpPr>
            <p:spPr>
              <a:xfrm>
                <a:off x="316718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h1464"/>
              <p:cNvSpPr/>
              <p:nvPr/>
            </p:nvSpPr>
            <p:spPr>
              <a:xfrm>
                <a:off x="317662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h1465"/>
              <p:cNvSpPr/>
              <p:nvPr/>
            </p:nvSpPr>
            <p:spPr>
              <a:xfrm>
                <a:off x="318606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h1466"/>
              <p:cNvSpPr/>
              <p:nvPr/>
            </p:nvSpPr>
            <p:spPr>
              <a:xfrm>
                <a:off x="319550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h1467"/>
              <p:cNvSpPr/>
              <p:nvPr/>
            </p:nvSpPr>
            <p:spPr>
              <a:xfrm>
                <a:off x="320494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h1468"/>
              <p:cNvSpPr/>
              <p:nvPr/>
            </p:nvSpPr>
            <p:spPr>
              <a:xfrm>
                <a:off x="321438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h1469"/>
              <p:cNvSpPr/>
              <p:nvPr/>
            </p:nvSpPr>
            <p:spPr>
              <a:xfrm>
                <a:off x="322382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h1470"/>
              <p:cNvSpPr/>
              <p:nvPr/>
            </p:nvSpPr>
            <p:spPr>
              <a:xfrm>
                <a:off x="323326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h1471"/>
              <p:cNvSpPr/>
              <p:nvPr/>
            </p:nvSpPr>
            <p:spPr>
              <a:xfrm>
                <a:off x="324270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h1472"/>
              <p:cNvSpPr/>
              <p:nvPr/>
            </p:nvSpPr>
            <p:spPr>
              <a:xfrm>
                <a:off x="325214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h1473"/>
              <p:cNvSpPr/>
              <p:nvPr/>
            </p:nvSpPr>
            <p:spPr>
              <a:xfrm>
                <a:off x="3261582" y="2466478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26" y="91439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h1474"/>
              <p:cNvSpPr/>
              <p:nvPr/>
            </p:nvSpPr>
            <p:spPr>
              <a:xfrm>
                <a:off x="3271023" y="2448908"/>
                <a:ext cx="919955" cy="931930"/>
              </a:xfrm>
              <a:custGeom>
                <a:avLst/>
                <a:gdLst/>
                <a:ahLst/>
                <a:cxnLst/>
                <a:rect l="0" t="0" r="0" b="0"/>
                <a:pathLst>
                  <a:path w="919955" h="931930">
                    <a:moveTo>
                      <a:pt x="914400" y="914400"/>
                    </a:moveTo>
                    <a:lnTo>
                      <a:pt x="919955" y="914400"/>
                    </a:lnTo>
                    <a:lnTo>
                      <a:pt x="919530" y="915838"/>
                    </a:lnTo>
                    <a:lnTo>
                      <a:pt x="918633" y="918875"/>
                    </a:lnTo>
                    <a:lnTo>
                      <a:pt x="915462" y="928948"/>
                    </a:lnTo>
                    <a:lnTo>
                      <a:pt x="914400" y="931930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h1475"/>
              <p:cNvSpPr/>
              <p:nvPr/>
            </p:nvSpPr>
            <p:spPr>
              <a:xfrm>
                <a:off x="2411961" y="2431338"/>
                <a:ext cx="914400" cy="9155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06">
                    <a:moveTo>
                      <a:pt x="914400" y="914400"/>
                    </a:moveTo>
                    <a:lnTo>
                      <a:pt x="914400" y="915506"/>
                    </a:lnTo>
                    <a:lnTo>
                      <a:pt x="914076" y="914400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h1476"/>
              <p:cNvSpPr/>
              <p:nvPr/>
            </p:nvSpPr>
            <p:spPr>
              <a:xfrm>
                <a:off x="241196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25" y="931969"/>
                    </a:lnTo>
                    <a:lnTo>
                      <a:pt x="917841" y="926066"/>
                    </a:lnTo>
                    <a:lnTo>
                      <a:pt x="914757" y="916728"/>
                    </a:lnTo>
                    <a:lnTo>
                      <a:pt x="914400" y="915506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h1477"/>
              <p:cNvSpPr/>
              <p:nvPr/>
            </p:nvSpPr>
            <p:spPr>
              <a:xfrm>
                <a:off x="242140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h1478"/>
              <p:cNvSpPr/>
              <p:nvPr/>
            </p:nvSpPr>
            <p:spPr>
              <a:xfrm>
                <a:off x="243084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h1479"/>
              <p:cNvSpPr/>
              <p:nvPr/>
            </p:nvSpPr>
            <p:spPr>
              <a:xfrm>
                <a:off x="244028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h1480"/>
              <p:cNvSpPr/>
              <p:nvPr/>
            </p:nvSpPr>
            <p:spPr>
              <a:xfrm>
                <a:off x="244972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h1481"/>
              <p:cNvSpPr/>
              <p:nvPr/>
            </p:nvSpPr>
            <p:spPr>
              <a:xfrm>
                <a:off x="245916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h1482"/>
              <p:cNvSpPr/>
              <p:nvPr/>
            </p:nvSpPr>
            <p:spPr>
              <a:xfrm>
                <a:off x="246860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h1483"/>
              <p:cNvSpPr/>
              <p:nvPr/>
            </p:nvSpPr>
            <p:spPr>
              <a:xfrm>
                <a:off x="247804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h1484"/>
              <p:cNvSpPr/>
              <p:nvPr/>
            </p:nvSpPr>
            <p:spPr>
              <a:xfrm>
                <a:off x="248748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h1485"/>
              <p:cNvSpPr/>
              <p:nvPr/>
            </p:nvSpPr>
            <p:spPr>
              <a:xfrm>
                <a:off x="249692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h1486"/>
              <p:cNvSpPr/>
              <p:nvPr/>
            </p:nvSpPr>
            <p:spPr>
              <a:xfrm>
                <a:off x="250636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h1487"/>
              <p:cNvSpPr/>
              <p:nvPr/>
            </p:nvSpPr>
            <p:spPr>
              <a:xfrm>
                <a:off x="251580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h1488"/>
              <p:cNvSpPr/>
              <p:nvPr/>
            </p:nvSpPr>
            <p:spPr>
              <a:xfrm>
                <a:off x="252524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h1489"/>
              <p:cNvSpPr/>
              <p:nvPr/>
            </p:nvSpPr>
            <p:spPr>
              <a:xfrm>
                <a:off x="253468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h1490"/>
              <p:cNvSpPr/>
              <p:nvPr/>
            </p:nvSpPr>
            <p:spPr>
              <a:xfrm>
                <a:off x="254412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h1491"/>
              <p:cNvSpPr/>
              <p:nvPr/>
            </p:nvSpPr>
            <p:spPr>
              <a:xfrm>
                <a:off x="255356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h1492"/>
              <p:cNvSpPr/>
              <p:nvPr/>
            </p:nvSpPr>
            <p:spPr>
              <a:xfrm>
                <a:off x="256300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h1493"/>
              <p:cNvSpPr/>
              <p:nvPr/>
            </p:nvSpPr>
            <p:spPr>
              <a:xfrm>
                <a:off x="257244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h1494"/>
              <p:cNvSpPr/>
              <p:nvPr/>
            </p:nvSpPr>
            <p:spPr>
              <a:xfrm>
                <a:off x="258188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h1495"/>
              <p:cNvSpPr/>
              <p:nvPr/>
            </p:nvSpPr>
            <p:spPr>
              <a:xfrm>
                <a:off x="259132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h1496"/>
              <p:cNvSpPr/>
              <p:nvPr/>
            </p:nvSpPr>
            <p:spPr>
              <a:xfrm>
                <a:off x="260076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h1497"/>
              <p:cNvSpPr/>
              <p:nvPr/>
            </p:nvSpPr>
            <p:spPr>
              <a:xfrm>
                <a:off x="261020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h1498"/>
              <p:cNvSpPr/>
              <p:nvPr/>
            </p:nvSpPr>
            <p:spPr>
              <a:xfrm>
                <a:off x="261964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h1499"/>
              <p:cNvSpPr/>
              <p:nvPr/>
            </p:nvSpPr>
            <p:spPr>
              <a:xfrm>
                <a:off x="262908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h1500"/>
              <p:cNvSpPr/>
              <p:nvPr/>
            </p:nvSpPr>
            <p:spPr>
              <a:xfrm>
                <a:off x="263852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h1501"/>
              <p:cNvSpPr/>
              <p:nvPr/>
            </p:nvSpPr>
            <p:spPr>
              <a:xfrm>
                <a:off x="264796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h1502"/>
              <p:cNvSpPr/>
              <p:nvPr/>
            </p:nvSpPr>
            <p:spPr>
              <a:xfrm>
                <a:off x="265740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h1503"/>
              <p:cNvSpPr/>
              <p:nvPr/>
            </p:nvSpPr>
            <p:spPr>
              <a:xfrm>
                <a:off x="266684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h1504"/>
              <p:cNvSpPr/>
              <p:nvPr/>
            </p:nvSpPr>
            <p:spPr>
              <a:xfrm>
                <a:off x="267628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h1505"/>
              <p:cNvSpPr/>
              <p:nvPr/>
            </p:nvSpPr>
            <p:spPr>
              <a:xfrm>
                <a:off x="268572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h1506"/>
              <p:cNvSpPr/>
              <p:nvPr/>
            </p:nvSpPr>
            <p:spPr>
              <a:xfrm>
                <a:off x="269516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h1507"/>
              <p:cNvSpPr/>
              <p:nvPr/>
            </p:nvSpPr>
            <p:spPr>
              <a:xfrm>
                <a:off x="2714048" y="244890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00" y="896830"/>
                    </a:lnTo>
                    <a:lnTo>
                      <a:pt x="909298" y="899301"/>
                    </a:lnTo>
                    <a:lnTo>
                      <a:pt x="909534" y="899227"/>
                    </a:lnTo>
                    <a:lnTo>
                      <a:pt x="909894" y="899114"/>
                    </a:lnTo>
                    <a:lnTo>
                      <a:pt x="910254" y="899001"/>
                    </a:lnTo>
                    <a:lnTo>
                      <a:pt x="910614" y="898887"/>
                    </a:lnTo>
                    <a:lnTo>
                      <a:pt x="910974" y="898774"/>
                    </a:lnTo>
                    <a:lnTo>
                      <a:pt x="911334" y="898661"/>
                    </a:lnTo>
                    <a:lnTo>
                      <a:pt x="911693" y="898548"/>
                    </a:lnTo>
                    <a:lnTo>
                      <a:pt x="912053" y="898435"/>
                    </a:lnTo>
                    <a:lnTo>
                      <a:pt x="912413" y="898322"/>
                    </a:lnTo>
                    <a:lnTo>
                      <a:pt x="912773" y="898209"/>
                    </a:lnTo>
                    <a:lnTo>
                      <a:pt x="913133" y="898096"/>
                    </a:lnTo>
                    <a:lnTo>
                      <a:pt x="913493" y="897983"/>
                    </a:lnTo>
                    <a:lnTo>
                      <a:pt x="913853" y="897870"/>
                    </a:lnTo>
                    <a:lnTo>
                      <a:pt x="914213" y="897757"/>
                    </a:lnTo>
                    <a:lnTo>
                      <a:pt x="914400" y="89769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h1508"/>
              <p:cNvSpPr/>
              <p:nvPr/>
            </p:nvSpPr>
            <p:spPr>
              <a:xfrm>
                <a:off x="2723489" y="243133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268"/>
                    </a:lnTo>
                    <a:lnTo>
                      <a:pt x="905132" y="915214"/>
                    </a:lnTo>
                    <a:lnTo>
                      <a:pt x="905492" y="915101"/>
                    </a:lnTo>
                    <a:lnTo>
                      <a:pt x="905852" y="914988"/>
                    </a:lnTo>
                    <a:lnTo>
                      <a:pt x="906212" y="914875"/>
                    </a:lnTo>
                    <a:lnTo>
                      <a:pt x="906572" y="914762"/>
                    </a:lnTo>
                    <a:lnTo>
                      <a:pt x="906932" y="914650"/>
                    </a:lnTo>
                    <a:lnTo>
                      <a:pt x="907292" y="914537"/>
                    </a:lnTo>
                    <a:lnTo>
                      <a:pt x="907729" y="914400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h1509"/>
              <p:cNvSpPr/>
              <p:nvPr/>
            </p:nvSpPr>
            <p:spPr>
              <a:xfrm>
                <a:off x="272348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h1510"/>
              <p:cNvSpPr/>
              <p:nvPr/>
            </p:nvSpPr>
            <p:spPr>
              <a:xfrm>
                <a:off x="273292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h1511"/>
              <p:cNvSpPr/>
              <p:nvPr/>
            </p:nvSpPr>
            <p:spPr>
              <a:xfrm>
                <a:off x="274236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h1512"/>
              <p:cNvSpPr/>
              <p:nvPr/>
            </p:nvSpPr>
            <p:spPr>
              <a:xfrm>
                <a:off x="275180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h1513"/>
              <p:cNvSpPr/>
              <p:nvPr/>
            </p:nvSpPr>
            <p:spPr>
              <a:xfrm>
                <a:off x="276125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h1514"/>
              <p:cNvSpPr/>
              <p:nvPr/>
            </p:nvSpPr>
            <p:spPr>
              <a:xfrm>
                <a:off x="277069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h1515"/>
              <p:cNvSpPr/>
              <p:nvPr/>
            </p:nvSpPr>
            <p:spPr>
              <a:xfrm>
                <a:off x="278013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h1516"/>
              <p:cNvSpPr/>
              <p:nvPr/>
            </p:nvSpPr>
            <p:spPr>
              <a:xfrm>
                <a:off x="278957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h1517"/>
              <p:cNvSpPr/>
              <p:nvPr/>
            </p:nvSpPr>
            <p:spPr>
              <a:xfrm>
                <a:off x="279901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h1518"/>
              <p:cNvSpPr/>
              <p:nvPr/>
            </p:nvSpPr>
            <p:spPr>
              <a:xfrm>
                <a:off x="280845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h1519"/>
              <p:cNvSpPr/>
              <p:nvPr/>
            </p:nvSpPr>
            <p:spPr>
              <a:xfrm>
                <a:off x="281789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h1520"/>
              <p:cNvSpPr/>
              <p:nvPr/>
            </p:nvSpPr>
            <p:spPr>
              <a:xfrm>
                <a:off x="282733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h1521"/>
              <p:cNvSpPr/>
              <p:nvPr/>
            </p:nvSpPr>
            <p:spPr>
              <a:xfrm>
                <a:off x="283677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h1522"/>
              <p:cNvSpPr/>
              <p:nvPr/>
            </p:nvSpPr>
            <p:spPr>
              <a:xfrm>
                <a:off x="284621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h1523"/>
              <p:cNvSpPr/>
              <p:nvPr/>
            </p:nvSpPr>
            <p:spPr>
              <a:xfrm>
                <a:off x="285565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1">
                  <a:alpha val="100000"/>
                </a:srgbClr>
              </a:solidFill>
              <a:ln w="5420" cap="flat">
                <a:solidFill>
                  <a:srgbClr val="EA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h1524"/>
              <p:cNvSpPr/>
              <p:nvPr/>
            </p:nvSpPr>
            <p:spPr>
              <a:xfrm>
                <a:off x="286509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h1525"/>
              <p:cNvSpPr/>
              <p:nvPr/>
            </p:nvSpPr>
            <p:spPr>
              <a:xfrm>
                <a:off x="287453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h1526"/>
              <p:cNvSpPr/>
              <p:nvPr/>
            </p:nvSpPr>
            <p:spPr>
              <a:xfrm>
                <a:off x="288397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h1527"/>
              <p:cNvSpPr/>
              <p:nvPr/>
            </p:nvSpPr>
            <p:spPr>
              <a:xfrm>
                <a:off x="289341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h1528"/>
              <p:cNvSpPr/>
              <p:nvPr/>
            </p:nvSpPr>
            <p:spPr>
              <a:xfrm>
                <a:off x="290285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h1529"/>
              <p:cNvSpPr/>
              <p:nvPr/>
            </p:nvSpPr>
            <p:spPr>
              <a:xfrm>
                <a:off x="291229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h1530"/>
              <p:cNvSpPr/>
              <p:nvPr/>
            </p:nvSpPr>
            <p:spPr>
              <a:xfrm>
                <a:off x="292173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h1531"/>
              <p:cNvSpPr/>
              <p:nvPr/>
            </p:nvSpPr>
            <p:spPr>
              <a:xfrm>
                <a:off x="293117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h1532"/>
              <p:cNvSpPr/>
              <p:nvPr/>
            </p:nvSpPr>
            <p:spPr>
              <a:xfrm>
                <a:off x="294061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h1533"/>
              <p:cNvSpPr/>
              <p:nvPr/>
            </p:nvSpPr>
            <p:spPr>
              <a:xfrm>
                <a:off x="295005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h1534"/>
              <p:cNvSpPr/>
              <p:nvPr/>
            </p:nvSpPr>
            <p:spPr>
              <a:xfrm>
                <a:off x="295949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h1535"/>
              <p:cNvSpPr/>
              <p:nvPr/>
            </p:nvSpPr>
            <p:spPr>
              <a:xfrm>
                <a:off x="296893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h1536"/>
              <p:cNvSpPr/>
              <p:nvPr/>
            </p:nvSpPr>
            <p:spPr>
              <a:xfrm>
                <a:off x="297837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h1537"/>
              <p:cNvSpPr/>
              <p:nvPr/>
            </p:nvSpPr>
            <p:spPr>
              <a:xfrm>
                <a:off x="298781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h1538"/>
              <p:cNvSpPr/>
              <p:nvPr/>
            </p:nvSpPr>
            <p:spPr>
              <a:xfrm>
                <a:off x="299725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h1539"/>
              <p:cNvSpPr/>
              <p:nvPr/>
            </p:nvSpPr>
            <p:spPr>
              <a:xfrm>
                <a:off x="300669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h1540"/>
              <p:cNvSpPr/>
              <p:nvPr/>
            </p:nvSpPr>
            <p:spPr>
              <a:xfrm>
                <a:off x="301613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h1541"/>
              <p:cNvSpPr/>
              <p:nvPr/>
            </p:nvSpPr>
            <p:spPr>
              <a:xfrm>
                <a:off x="302557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h1542"/>
              <p:cNvSpPr/>
              <p:nvPr/>
            </p:nvSpPr>
            <p:spPr>
              <a:xfrm>
                <a:off x="303501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h1543"/>
              <p:cNvSpPr/>
              <p:nvPr/>
            </p:nvSpPr>
            <p:spPr>
              <a:xfrm>
                <a:off x="304445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h1544"/>
              <p:cNvSpPr/>
              <p:nvPr/>
            </p:nvSpPr>
            <p:spPr>
              <a:xfrm>
                <a:off x="305389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h1545"/>
              <p:cNvSpPr/>
              <p:nvPr/>
            </p:nvSpPr>
            <p:spPr>
              <a:xfrm>
                <a:off x="306333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h1546"/>
              <p:cNvSpPr/>
              <p:nvPr/>
            </p:nvSpPr>
            <p:spPr>
              <a:xfrm>
                <a:off x="307277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h1547"/>
              <p:cNvSpPr/>
              <p:nvPr/>
            </p:nvSpPr>
            <p:spPr>
              <a:xfrm>
                <a:off x="308221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h1548"/>
              <p:cNvSpPr/>
              <p:nvPr/>
            </p:nvSpPr>
            <p:spPr>
              <a:xfrm>
                <a:off x="309165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h1549"/>
              <p:cNvSpPr/>
              <p:nvPr/>
            </p:nvSpPr>
            <p:spPr>
              <a:xfrm>
                <a:off x="310109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h1550"/>
              <p:cNvSpPr/>
              <p:nvPr/>
            </p:nvSpPr>
            <p:spPr>
              <a:xfrm>
                <a:off x="311053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h1551"/>
              <p:cNvSpPr/>
              <p:nvPr/>
            </p:nvSpPr>
            <p:spPr>
              <a:xfrm>
                <a:off x="311997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h1552"/>
              <p:cNvSpPr/>
              <p:nvPr/>
            </p:nvSpPr>
            <p:spPr>
              <a:xfrm>
                <a:off x="312941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h1553"/>
              <p:cNvSpPr/>
              <p:nvPr/>
            </p:nvSpPr>
            <p:spPr>
              <a:xfrm>
                <a:off x="313885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h1554"/>
              <p:cNvSpPr/>
              <p:nvPr/>
            </p:nvSpPr>
            <p:spPr>
              <a:xfrm>
                <a:off x="314829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h1555"/>
              <p:cNvSpPr/>
              <p:nvPr/>
            </p:nvSpPr>
            <p:spPr>
              <a:xfrm>
                <a:off x="315774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h1556"/>
              <p:cNvSpPr/>
              <p:nvPr/>
            </p:nvSpPr>
            <p:spPr>
              <a:xfrm>
                <a:off x="316718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h1557"/>
              <p:cNvSpPr/>
              <p:nvPr/>
            </p:nvSpPr>
            <p:spPr>
              <a:xfrm>
                <a:off x="317662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h1558"/>
              <p:cNvSpPr/>
              <p:nvPr/>
            </p:nvSpPr>
            <p:spPr>
              <a:xfrm>
                <a:off x="318606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h1559"/>
              <p:cNvSpPr/>
              <p:nvPr/>
            </p:nvSpPr>
            <p:spPr>
              <a:xfrm>
                <a:off x="319550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h1560"/>
              <p:cNvSpPr/>
              <p:nvPr/>
            </p:nvSpPr>
            <p:spPr>
              <a:xfrm>
                <a:off x="320494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h1561"/>
              <p:cNvSpPr/>
              <p:nvPr/>
            </p:nvSpPr>
            <p:spPr>
              <a:xfrm>
                <a:off x="321438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h1562"/>
              <p:cNvSpPr/>
              <p:nvPr/>
            </p:nvSpPr>
            <p:spPr>
              <a:xfrm>
                <a:off x="322382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h1563"/>
              <p:cNvSpPr/>
              <p:nvPr/>
            </p:nvSpPr>
            <p:spPr>
              <a:xfrm>
                <a:off x="323326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h1564"/>
              <p:cNvSpPr/>
              <p:nvPr/>
            </p:nvSpPr>
            <p:spPr>
              <a:xfrm>
                <a:off x="324270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h1565"/>
              <p:cNvSpPr/>
              <p:nvPr/>
            </p:nvSpPr>
            <p:spPr>
              <a:xfrm>
                <a:off x="325214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h1566"/>
              <p:cNvSpPr/>
              <p:nvPr/>
            </p:nvSpPr>
            <p:spPr>
              <a:xfrm>
                <a:off x="326158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h1567"/>
              <p:cNvSpPr/>
              <p:nvPr/>
            </p:nvSpPr>
            <p:spPr>
              <a:xfrm>
                <a:off x="3271023" y="244890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60"/>
                    </a:lnTo>
                    <a:lnTo>
                      <a:pt x="923099" y="903762"/>
                    </a:lnTo>
                    <a:lnTo>
                      <a:pt x="922207" y="906781"/>
                    </a:lnTo>
                    <a:lnTo>
                      <a:pt x="921314" y="909800"/>
                    </a:lnTo>
                    <a:lnTo>
                      <a:pt x="920422" y="912819"/>
                    </a:lnTo>
                    <a:lnTo>
                      <a:pt x="919955" y="914400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h1568"/>
              <p:cNvSpPr/>
              <p:nvPr/>
            </p:nvSpPr>
            <p:spPr>
              <a:xfrm>
                <a:off x="3280463" y="2431338"/>
                <a:ext cx="915711" cy="918830"/>
              </a:xfrm>
              <a:custGeom>
                <a:avLst/>
                <a:gdLst/>
                <a:ahLst/>
                <a:cxnLst/>
                <a:rect l="0" t="0" r="0" b="0"/>
                <a:pathLst>
                  <a:path w="915711" h="918830">
                    <a:moveTo>
                      <a:pt x="914400" y="914400"/>
                    </a:moveTo>
                    <a:lnTo>
                      <a:pt x="915711" y="914400"/>
                    </a:lnTo>
                    <a:lnTo>
                      <a:pt x="915446" y="915294"/>
                    </a:lnTo>
                    <a:lnTo>
                      <a:pt x="914553" y="918313"/>
                    </a:lnTo>
                    <a:lnTo>
                      <a:pt x="914400" y="918830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h1569"/>
              <p:cNvSpPr/>
              <p:nvPr/>
            </p:nvSpPr>
            <p:spPr>
              <a:xfrm>
                <a:off x="2411961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076" y="931969"/>
                    </a:lnTo>
                    <a:lnTo>
                      <a:pt x="911939" y="924674"/>
                    </a:lnTo>
                    <a:lnTo>
                      <a:pt x="909393" y="914791"/>
                    </a:lnTo>
                    <a:lnTo>
                      <a:pt x="909306" y="914400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h1570"/>
              <p:cNvSpPr/>
              <p:nvPr/>
            </p:nvSpPr>
            <p:spPr>
              <a:xfrm>
                <a:off x="241196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h1571"/>
              <p:cNvSpPr/>
              <p:nvPr/>
            </p:nvSpPr>
            <p:spPr>
              <a:xfrm>
                <a:off x="242140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h1572"/>
              <p:cNvSpPr/>
              <p:nvPr/>
            </p:nvSpPr>
            <p:spPr>
              <a:xfrm>
                <a:off x="243084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h1573"/>
              <p:cNvSpPr/>
              <p:nvPr/>
            </p:nvSpPr>
            <p:spPr>
              <a:xfrm>
                <a:off x="244028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h1574"/>
              <p:cNvSpPr/>
              <p:nvPr/>
            </p:nvSpPr>
            <p:spPr>
              <a:xfrm>
                <a:off x="244972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h1575"/>
              <p:cNvSpPr/>
              <p:nvPr/>
            </p:nvSpPr>
            <p:spPr>
              <a:xfrm>
                <a:off x="245916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h1576"/>
              <p:cNvSpPr/>
              <p:nvPr/>
            </p:nvSpPr>
            <p:spPr>
              <a:xfrm>
                <a:off x="246860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h1577"/>
              <p:cNvSpPr/>
              <p:nvPr/>
            </p:nvSpPr>
            <p:spPr>
              <a:xfrm>
                <a:off x="247804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h1578"/>
              <p:cNvSpPr/>
              <p:nvPr/>
            </p:nvSpPr>
            <p:spPr>
              <a:xfrm>
                <a:off x="248748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h1579"/>
              <p:cNvSpPr/>
              <p:nvPr/>
            </p:nvSpPr>
            <p:spPr>
              <a:xfrm>
                <a:off x="249692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h1580"/>
              <p:cNvSpPr/>
              <p:nvPr/>
            </p:nvSpPr>
            <p:spPr>
              <a:xfrm>
                <a:off x="250636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h1581"/>
              <p:cNvSpPr/>
              <p:nvPr/>
            </p:nvSpPr>
            <p:spPr>
              <a:xfrm>
                <a:off x="251580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h1582"/>
              <p:cNvSpPr/>
              <p:nvPr/>
            </p:nvSpPr>
            <p:spPr>
              <a:xfrm>
                <a:off x="252524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h1583"/>
              <p:cNvSpPr/>
              <p:nvPr/>
            </p:nvSpPr>
            <p:spPr>
              <a:xfrm>
                <a:off x="253468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h1584"/>
              <p:cNvSpPr/>
              <p:nvPr/>
            </p:nvSpPr>
            <p:spPr>
              <a:xfrm>
                <a:off x="254412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h1585"/>
              <p:cNvSpPr/>
              <p:nvPr/>
            </p:nvSpPr>
            <p:spPr>
              <a:xfrm>
                <a:off x="255356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h1586"/>
              <p:cNvSpPr/>
              <p:nvPr/>
            </p:nvSpPr>
            <p:spPr>
              <a:xfrm>
                <a:off x="256300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h1587"/>
              <p:cNvSpPr/>
              <p:nvPr/>
            </p:nvSpPr>
            <p:spPr>
              <a:xfrm>
                <a:off x="257244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h1588"/>
              <p:cNvSpPr/>
              <p:nvPr/>
            </p:nvSpPr>
            <p:spPr>
              <a:xfrm>
                <a:off x="258188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h1589"/>
              <p:cNvSpPr/>
              <p:nvPr/>
            </p:nvSpPr>
            <p:spPr>
              <a:xfrm>
                <a:off x="259132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h1590"/>
              <p:cNvSpPr/>
              <p:nvPr/>
            </p:nvSpPr>
            <p:spPr>
              <a:xfrm>
                <a:off x="260076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h1591"/>
              <p:cNvSpPr/>
              <p:nvPr/>
            </p:nvSpPr>
            <p:spPr>
              <a:xfrm>
                <a:off x="261020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h1592"/>
              <p:cNvSpPr/>
              <p:nvPr/>
            </p:nvSpPr>
            <p:spPr>
              <a:xfrm>
                <a:off x="261964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h1593"/>
              <p:cNvSpPr/>
              <p:nvPr/>
            </p:nvSpPr>
            <p:spPr>
              <a:xfrm>
                <a:off x="262908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h1594"/>
              <p:cNvSpPr/>
              <p:nvPr/>
            </p:nvSpPr>
            <p:spPr>
              <a:xfrm>
                <a:off x="263852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h1595"/>
              <p:cNvSpPr/>
              <p:nvPr/>
            </p:nvSpPr>
            <p:spPr>
              <a:xfrm>
                <a:off x="264796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h1596"/>
              <p:cNvSpPr/>
              <p:nvPr/>
            </p:nvSpPr>
            <p:spPr>
              <a:xfrm>
                <a:off x="265740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h1597"/>
              <p:cNvSpPr/>
              <p:nvPr/>
            </p:nvSpPr>
            <p:spPr>
              <a:xfrm>
                <a:off x="266684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h1598"/>
              <p:cNvSpPr/>
              <p:nvPr/>
            </p:nvSpPr>
            <p:spPr>
              <a:xfrm>
                <a:off x="267628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h1599"/>
              <p:cNvSpPr/>
              <p:nvPr/>
            </p:nvSpPr>
            <p:spPr>
              <a:xfrm>
                <a:off x="268572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h1600"/>
              <p:cNvSpPr/>
              <p:nvPr/>
            </p:nvSpPr>
            <p:spPr>
              <a:xfrm>
                <a:off x="2704608" y="2431338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66" y="896830"/>
                    </a:lnTo>
                    <a:lnTo>
                      <a:pt x="913433" y="897055"/>
                    </a:lnTo>
                    <a:lnTo>
                      <a:pt x="913528" y="897377"/>
                    </a:lnTo>
                    <a:lnTo>
                      <a:pt x="913623" y="897699"/>
                    </a:lnTo>
                    <a:lnTo>
                      <a:pt x="913718" y="898021"/>
                    </a:lnTo>
                    <a:lnTo>
                      <a:pt x="913814" y="898342"/>
                    </a:lnTo>
                    <a:lnTo>
                      <a:pt x="913909" y="898664"/>
                    </a:lnTo>
                    <a:lnTo>
                      <a:pt x="914004" y="898986"/>
                    </a:lnTo>
                    <a:lnTo>
                      <a:pt x="914099" y="899308"/>
                    </a:lnTo>
                    <a:lnTo>
                      <a:pt x="914194" y="899630"/>
                    </a:lnTo>
                    <a:lnTo>
                      <a:pt x="914290" y="899951"/>
                    </a:lnTo>
                    <a:lnTo>
                      <a:pt x="914399" y="90034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h1601"/>
              <p:cNvSpPr/>
              <p:nvPr/>
            </p:nvSpPr>
            <p:spPr>
              <a:xfrm>
                <a:off x="2704608" y="2431338"/>
                <a:ext cx="9181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40" h="914400">
                    <a:moveTo>
                      <a:pt x="914399" y="914400"/>
                    </a:moveTo>
                    <a:lnTo>
                      <a:pt x="914399" y="900348"/>
                    </a:lnTo>
                    <a:lnTo>
                      <a:pt x="917069" y="909970"/>
                    </a:lnTo>
                    <a:lnTo>
                      <a:pt x="918140" y="914400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h1602"/>
              <p:cNvSpPr/>
              <p:nvPr/>
            </p:nvSpPr>
            <p:spPr>
              <a:xfrm>
                <a:off x="2723489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29" y="914400"/>
                    </a:lnTo>
                    <a:lnTo>
                      <a:pt x="908012" y="914311"/>
                    </a:lnTo>
                    <a:lnTo>
                      <a:pt x="908372" y="914198"/>
                    </a:lnTo>
                    <a:lnTo>
                      <a:pt x="908732" y="914085"/>
                    </a:lnTo>
                    <a:lnTo>
                      <a:pt x="909092" y="913972"/>
                    </a:lnTo>
                    <a:lnTo>
                      <a:pt x="909452" y="913860"/>
                    </a:lnTo>
                    <a:lnTo>
                      <a:pt x="909812" y="913747"/>
                    </a:lnTo>
                    <a:lnTo>
                      <a:pt x="910172" y="913634"/>
                    </a:lnTo>
                    <a:lnTo>
                      <a:pt x="910532" y="913521"/>
                    </a:lnTo>
                    <a:lnTo>
                      <a:pt x="910892" y="913408"/>
                    </a:lnTo>
                    <a:lnTo>
                      <a:pt x="911252" y="913296"/>
                    </a:lnTo>
                    <a:lnTo>
                      <a:pt x="911612" y="913183"/>
                    </a:lnTo>
                    <a:lnTo>
                      <a:pt x="911972" y="913070"/>
                    </a:lnTo>
                    <a:lnTo>
                      <a:pt x="912332" y="912957"/>
                    </a:lnTo>
                    <a:lnTo>
                      <a:pt x="912692" y="912845"/>
                    </a:lnTo>
                    <a:lnTo>
                      <a:pt x="913052" y="912732"/>
                    </a:lnTo>
                    <a:lnTo>
                      <a:pt x="913412" y="912619"/>
                    </a:lnTo>
                    <a:lnTo>
                      <a:pt x="913772" y="912506"/>
                    </a:lnTo>
                    <a:lnTo>
                      <a:pt x="914132" y="912394"/>
                    </a:lnTo>
                    <a:lnTo>
                      <a:pt x="914400" y="912310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h1603"/>
              <p:cNvSpPr/>
              <p:nvPr/>
            </p:nvSpPr>
            <p:spPr>
              <a:xfrm>
                <a:off x="2732929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52" y="912281"/>
                    </a:lnTo>
                    <a:lnTo>
                      <a:pt x="905412" y="912168"/>
                    </a:lnTo>
                    <a:lnTo>
                      <a:pt x="905772" y="912056"/>
                    </a:lnTo>
                    <a:lnTo>
                      <a:pt x="906132" y="911943"/>
                    </a:lnTo>
                    <a:lnTo>
                      <a:pt x="906492" y="911830"/>
                    </a:lnTo>
                    <a:lnTo>
                      <a:pt x="906852" y="911718"/>
                    </a:lnTo>
                    <a:lnTo>
                      <a:pt x="907212" y="911605"/>
                    </a:lnTo>
                    <a:lnTo>
                      <a:pt x="907572" y="911493"/>
                    </a:lnTo>
                    <a:lnTo>
                      <a:pt x="907932" y="911380"/>
                    </a:lnTo>
                    <a:lnTo>
                      <a:pt x="908292" y="911267"/>
                    </a:lnTo>
                    <a:lnTo>
                      <a:pt x="908653" y="911155"/>
                    </a:lnTo>
                    <a:lnTo>
                      <a:pt x="909013" y="911042"/>
                    </a:lnTo>
                    <a:lnTo>
                      <a:pt x="909373" y="910930"/>
                    </a:lnTo>
                    <a:lnTo>
                      <a:pt x="909733" y="910817"/>
                    </a:lnTo>
                    <a:lnTo>
                      <a:pt x="910093" y="910705"/>
                    </a:lnTo>
                    <a:lnTo>
                      <a:pt x="910453" y="910592"/>
                    </a:lnTo>
                    <a:lnTo>
                      <a:pt x="910813" y="910480"/>
                    </a:lnTo>
                    <a:lnTo>
                      <a:pt x="911174" y="910367"/>
                    </a:lnTo>
                    <a:lnTo>
                      <a:pt x="911534" y="910255"/>
                    </a:lnTo>
                    <a:lnTo>
                      <a:pt x="911894" y="910142"/>
                    </a:lnTo>
                    <a:lnTo>
                      <a:pt x="912254" y="910030"/>
                    </a:lnTo>
                    <a:lnTo>
                      <a:pt x="912614" y="909917"/>
                    </a:lnTo>
                    <a:lnTo>
                      <a:pt x="912847" y="909844"/>
                    </a:lnTo>
                    <a:lnTo>
                      <a:pt x="913925" y="903451"/>
                    </a:lnTo>
                    <a:lnTo>
                      <a:pt x="914400" y="901090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h1604"/>
              <p:cNvSpPr/>
              <p:nvPr/>
            </p:nvSpPr>
            <p:spPr>
              <a:xfrm>
                <a:off x="2742369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660"/>
                    </a:lnTo>
                    <a:lnTo>
                      <a:pt x="905815" y="914400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h1605"/>
              <p:cNvSpPr/>
              <p:nvPr/>
            </p:nvSpPr>
            <p:spPr>
              <a:xfrm>
                <a:off x="274236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h1606"/>
              <p:cNvSpPr/>
              <p:nvPr/>
            </p:nvSpPr>
            <p:spPr>
              <a:xfrm>
                <a:off x="275180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h1607"/>
              <p:cNvSpPr/>
              <p:nvPr/>
            </p:nvSpPr>
            <p:spPr>
              <a:xfrm>
                <a:off x="276125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h1608"/>
              <p:cNvSpPr/>
              <p:nvPr/>
            </p:nvSpPr>
            <p:spPr>
              <a:xfrm>
                <a:off x="277069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h1609"/>
              <p:cNvSpPr/>
              <p:nvPr/>
            </p:nvSpPr>
            <p:spPr>
              <a:xfrm>
                <a:off x="278013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h1610"/>
              <p:cNvSpPr/>
              <p:nvPr/>
            </p:nvSpPr>
            <p:spPr>
              <a:xfrm>
                <a:off x="278957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h1611"/>
              <p:cNvSpPr/>
              <p:nvPr/>
            </p:nvSpPr>
            <p:spPr>
              <a:xfrm>
                <a:off x="279901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h1612"/>
              <p:cNvSpPr/>
              <p:nvPr/>
            </p:nvSpPr>
            <p:spPr>
              <a:xfrm>
                <a:off x="280845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h1613"/>
              <p:cNvSpPr/>
              <p:nvPr/>
            </p:nvSpPr>
            <p:spPr>
              <a:xfrm>
                <a:off x="281789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h1614"/>
              <p:cNvSpPr/>
              <p:nvPr/>
            </p:nvSpPr>
            <p:spPr>
              <a:xfrm>
                <a:off x="282733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h1615"/>
              <p:cNvSpPr/>
              <p:nvPr/>
            </p:nvSpPr>
            <p:spPr>
              <a:xfrm>
                <a:off x="283677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h1616"/>
              <p:cNvSpPr/>
              <p:nvPr/>
            </p:nvSpPr>
            <p:spPr>
              <a:xfrm>
                <a:off x="284621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h1617"/>
              <p:cNvSpPr/>
              <p:nvPr/>
            </p:nvSpPr>
            <p:spPr>
              <a:xfrm>
                <a:off x="285565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h1618"/>
              <p:cNvSpPr/>
              <p:nvPr/>
            </p:nvSpPr>
            <p:spPr>
              <a:xfrm>
                <a:off x="286509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h1619"/>
              <p:cNvSpPr/>
              <p:nvPr/>
            </p:nvSpPr>
            <p:spPr>
              <a:xfrm>
                <a:off x="287453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h1620"/>
              <p:cNvSpPr/>
              <p:nvPr/>
            </p:nvSpPr>
            <p:spPr>
              <a:xfrm>
                <a:off x="288397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h1621"/>
              <p:cNvSpPr/>
              <p:nvPr/>
            </p:nvSpPr>
            <p:spPr>
              <a:xfrm>
                <a:off x="289341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h1622"/>
              <p:cNvSpPr/>
              <p:nvPr/>
            </p:nvSpPr>
            <p:spPr>
              <a:xfrm>
                <a:off x="290285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h1623"/>
              <p:cNvSpPr/>
              <p:nvPr/>
            </p:nvSpPr>
            <p:spPr>
              <a:xfrm>
                <a:off x="291229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h1624"/>
              <p:cNvSpPr/>
              <p:nvPr/>
            </p:nvSpPr>
            <p:spPr>
              <a:xfrm>
                <a:off x="292173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h1625"/>
              <p:cNvSpPr/>
              <p:nvPr/>
            </p:nvSpPr>
            <p:spPr>
              <a:xfrm>
                <a:off x="293117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h1626"/>
              <p:cNvSpPr/>
              <p:nvPr/>
            </p:nvSpPr>
            <p:spPr>
              <a:xfrm>
                <a:off x="294061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h1627"/>
              <p:cNvSpPr/>
              <p:nvPr/>
            </p:nvSpPr>
            <p:spPr>
              <a:xfrm>
                <a:off x="295005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h1628"/>
              <p:cNvSpPr/>
              <p:nvPr/>
            </p:nvSpPr>
            <p:spPr>
              <a:xfrm>
                <a:off x="295949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h1629"/>
              <p:cNvSpPr/>
              <p:nvPr/>
            </p:nvSpPr>
            <p:spPr>
              <a:xfrm>
                <a:off x="296893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h1630"/>
              <p:cNvSpPr/>
              <p:nvPr/>
            </p:nvSpPr>
            <p:spPr>
              <a:xfrm>
                <a:off x="297837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h1631"/>
              <p:cNvSpPr/>
              <p:nvPr/>
            </p:nvSpPr>
            <p:spPr>
              <a:xfrm>
                <a:off x="298781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h1632"/>
              <p:cNvSpPr/>
              <p:nvPr/>
            </p:nvSpPr>
            <p:spPr>
              <a:xfrm>
                <a:off x="299725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h1633"/>
              <p:cNvSpPr/>
              <p:nvPr/>
            </p:nvSpPr>
            <p:spPr>
              <a:xfrm>
                <a:off x="300669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h1634"/>
              <p:cNvSpPr/>
              <p:nvPr/>
            </p:nvSpPr>
            <p:spPr>
              <a:xfrm>
                <a:off x="301613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h1635"/>
              <p:cNvSpPr/>
              <p:nvPr/>
            </p:nvSpPr>
            <p:spPr>
              <a:xfrm>
                <a:off x="302557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h1636"/>
              <p:cNvSpPr/>
              <p:nvPr/>
            </p:nvSpPr>
            <p:spPr>
              <a:xfrm>
                <a:off x="303501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h1637"/>
              <p:cNvSpPr/>
              <p:nvPr/>
            </p:nvSpPr>
            <p:spPr>
              <a:xfrm>
                <a:off x="304445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h1638"/>
              <p:cNvSpPr/>
              <p:nvPr/>
            </p:nvSpPr>
            <p:spPr>
              <a:xfrm>
                <a:off x="305389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h1639"/>
              <p:cNvSpPr/>
              <p:nvPr/>
            </p:nvSpPr>
            <p:spPr>
              <a:xfrm>
                <a:off x="306333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h1640"/>
              <p:cNvSpPr/>
              <p:nvPr/>
            </p:nvSpPr>
            <p:spPr>
              <a:xfrm>
                <a:off x="307277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h1641"/>
              <p:cNvSpPr/>
              <p:nvPr/>
            </p:nvSpPr>
            <p:spPr>
              <a:xfrm>
                <a:off x="308221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h1642"/>
              <p:cNvSpPr/>
              <p:nvPr/>
            </p:nvSpPr>
            <p:spPr>
              <a:xfrm>
                <a:off x="309165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h1643"/>
              <p:cNvSpPr/>
              <p:nvPr/>
            </p:nvSpPr>
            <p:spPr>
              <a:xfrm>
                <a:off x="310109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h1644"/>
              <p:cNvSpPr/>
              <p:nvPr/>
            </p:nvSpPr>
            <p:spPr>
              <a:xfrm>
                <a:off x="311053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h1645"/>
              <p:cNvSpPr/>
              <p:nvPr/>
            </p:nvSpPr>
            <p:spPr>
              <a:xfrm>
                <a:off x="311997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h1646"/>
              <p:cNvSpPr/>
              <p:nvPr/>
            </p:nvSpPr>
            <p:spPr>
              <a:xfrm>
                <a:off x="312941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h1647"/>
              <p:cNvSpPr/>
              <p:nvPr/>
            </p:nvSpPr>
            <p:spPr>
              <a:xfrm>
                <a:off x="313885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h1648"/>
              <p:cNvSpPr/>
              <p:nvPr/>
            </p:nvSpPr>
            <p:spPr>
              <a:xfrm>
                <a:off x="314829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h1649"/>
              <p:cNvSpPr/>
              <p:nvPr/>
            </p:nvSpPr>
            <p:spPr>
              <a:xfrm>
                <a:off x="315774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h1650"/>
              <p:cNvSpPr/>
              <p:nvPr/>
            </p:nvSpPr>
            <p:spPr>
              <a:xfrm>
                <a:off x="316718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h1651"/>
              <p:cNvSpPr/>
              <p:nvPr/>
            </p:nvSpPr>
            <p:spPr>
              <a:xfrm>
                <a:off x="317662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h1652"/>
              <p:cNvSpPr/>
              <p:nvPr/>
            </p:nvSpPr>
            <p:spPr>
              <a:xfrm>
                <a:off x="318606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h1653"/>
              <p:cNvSpPr/>
              <p:nvPr/>
            </p:nvSpPr>
            <p:spPr>
              <a:xfrm>
                <a:off x="319550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h1654"/>
              <p:cNvSpPr/>
              <p:nvPr/>
            </p:nvSpPr>
            <p:spPr>
              <a:xfrm>
                <a:off x="320494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h1655"/>
              <p:cNvSpPr/>
              <p:nvPr/>
            </p:nvSpPr>
            <p:spPr>
              <a:xfrm>
                <a:off x="321438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h1656"/>
              <p:cNvSpPr/>
              <p:nvPr/>
            </p:nvSpPr>
            <p:spPr>
              <a:xfrm>
                <a:off x="322382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h1657"/>
              <p:cNvSpPr/>
              <p:nvPr/>
            </p:nvSpPr>
            <p:spPr>
              <a:xfrm>
                <a:off x="323326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h1658"/>
              <p:cNvSpPr/>
              <p:nvPr/>
            </p:nvSpPr>
            <p:spPr>
              <a:xfrm>
                <a:off x="324270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h1659"/>
              <p:cNvSpPr/>
              <p:nvPr/>
            </p:nvSpPr>
            <p:spPr>
              <a:xfrm>
                <a:off x="325214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h1660"/>
              <p:cNvSpPr/>
              <p:nvPr/>
            </p:nvSpPr>
            <p:spPr>
              <a:xfrm>
                <a:off x="326158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h1661"/>
              <p:cNvSpPr/>
              <p:nvPr/>
            </p:nvSpPr>
            <p:spPr>
              <a:xfrm>
                <a:off x="327102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h1662"/>
              <p:cNvSpPr/>
              <p:nvPr/>
            </p:nvSpPr>
            <p:spPr>
              <a:xfrm>
                <a:off x="3280463" y="2431338"/>
                <a:ext cx="9209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2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22" y="896830"/>
                    </a:lnTo>
                    <a:lnTo>
                      <a:pt x="920817" y="897184"/>
                    </a:lnTo>
                    <a:lnTo>
                      <a:pt x="919921" y="900202"/>
                    </a:lnTo>
                    <a:lnTo>
                      <a:pt x="919025" y="903220"/>
                    </a:lnTo>
                    <a:lnTo>
                      <a:pt x="918130" y="906239"/>
                    </a:lnTo>
                    <a:lnTo>
                      <a:pt x="917235" y="909257"/>
                    </a:lnTo>
                    <a:lnTo>
                      <a:pt x="916340" y="912276"/>
                    </a:lnTo>
                    <a:lnTo>
                      <a:pt x="915711" y="914400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h1663"/>
              <p:cNvSpPr/>
              <p:nvPr/>
            </p:nvSpPr>
            <p:spPr>
              <a:xfrm>
                <a:off x="2411961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306" y="931969"/>
                    </a:lnTo>
                    <a:lnTo>
                      <a:pt x="907127" y="922244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h1664"/>
              <p:cNvSpPr/>
              <p:nvPr/>
            </p:nvSpPr>
            <p:spPr>
              <a:xfrm>
                <a:off x="241196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h1665"/>
              <p:cNvSpPr/>
              <p:nvPr/>
            </p:nvSpPr>
            <p:spPr>
              <a:xfrm>
                <a:off x="242140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h1666"/>
              <p:cNvSpPr/>
              <p:nvPr/>
            </p:nvSpPr>
            <p:spPr>
              <a:xfrm>
                <a:off x="243084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h1667"/>
              <p:cNvSpPr/>
              <p:nvPr/>
            </p:nvSpPr>
            <p:spPr>
              <a:xfrm>
                <a:off x="244028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h1668"/>
              <p:cNvSpPr/>
              <p:nvPr/>
            </p:nvSpPr>
            <p:spPr>
              <a:xfrm>
                <a:off x="244972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h1669"/>
              <p:cNvSpPr/>
              <p:nvPr/>
            </p:nvSpPr>
            <p:spPr>
              <a:xfrm>
                <a:off x="245916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h1670"/>
              <p:cNvSpPr/>
              <p:nvPr/>
            </p:nvSpPr>
            <p:spPr>
              <a:xfrm>
                <a:off x="246860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h1671"/>
              <p:cNvSpPr/>
              <p:nvPr/>
            </p:nvSpPr>
            <p:spPr>
              <a:xfrm>
                <a:off x="247804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h1672"/>
              <p:cNvSpPr/>
              <p:nvPr/>
            </p:nvSpPr>
            <p:spPr>
              <a:xfrm>
                <a:off x="248748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h1673"/>
              <p:cNvSpPr/>
              <p:nvPr/>
            </p:nvSpPr>
            <p:spPr>
              <a:xfrm>
                <a:off x="249692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h1674"/>
              <p:cNvSpPr/>
              <p:nvPr/>
            </p:nvSpPr>
            <p:spPr>
              <a:xfrm>
                <a:off x="250636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h1675"/>
              <p:cNvSpPr/>
              <p:nvPr/>
            </p:nvSpPr>
            <p:spPr>
              <a:xfrm>
                <a:off x="251580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h1676"/>
              <p:cNvSpPr/>
              <p:nvPr/>
            </p:nvSpPr>
            <p:spPr>
              <a:xfrm>
                <a:off x="252524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h1677"/>
              <p:cNvSpPr/>
              <p:nvPr/>
            </p:nvSpPr>
            <p:spPr>
              <a:xfrm>
                <a:off x="253468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h1678"/>
              <p:cNvSpPr/>
              <p:nvPr/>
            </p:nvSpPr>
            <p:spPr>
              <a:xfrm>
                <a:off x="254412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h1679"/>
              <p:cNvSpPr/>
              <p:nvPr/>
            </p:nvSpPr>
            <p:spPr>
              <a:xfrm>
                <a:off x="255356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h1680"/>
              <p:cNvSpPr/>
              <p:nvPr/>
            </p:nvSpPr>
            <p:spPr>
              <a:xfrm>
                <a:off x="256300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h1681"/>
              <p:cNvSpPr/>
              <p:nvPr/>
            </p:nvSpPr>
            <p:spPr>
              <a:xfrm>
                <a:off x="257244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h1682"/>
              <p:cNvSpPr/>
              <p:nvPr/>
            </p:nvSpPr>
            <p:spPr>
              <a:xfrm>
                <a:off x="258188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h1683"/>
              <p:cNvSpPr/>
              <p:nvPr/>
            </p:nvSpPr>
            <p:spPr>
              <a:xfrm>
                <a:off x="259132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h1684"/>
              <p:cNvSpPr/>
              <p:nvPr/>
            </p:nvSpPr>
            <p:spPr>
              <a:xfrm>
                <a:off x="260076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h1685"/>
              <p:cNvSpPr/>
              <p:nvPr/>
            </p:nvSpPr>
            <p:spPr>
              <a:xfrm>
                <a:off x="261020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h1686"/>
              <p:cNvSpPr/>
              <p:nvPr/>
            </p:nvSpPr>
            <p:spPr>
              <a:xfrm>
                <a:off x="261964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h1687"/>
              <p:cNvSpPr/>
              <p:nvPr/>
            </p:nvSpPr>
            <p:spPr>
              <a:xfrm>
                <a:off x="262908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h1688"/>
              <p:cNvSpPr/>
              <p:nvPr/>
            </p:nvSpPr>
            <p:spPr>
              <a:xfrm>
                <a:off x="263852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h1689"/>
              <p:cNvSpPr/>
              <p:nvPr/>
            </p:nvSpPr>
            <p:spPr>
              <a:xfrm>
                <a:off x="264796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h1690"/>
              <p:cNvSpPr/>
              <p:nvPr/>
            </p:nvSpPr>
            <p:spPr>
              <a:xfrm>
                <a:off x="265740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h1691"/>
              <p:cNvSpPr/>
              <p:nvPr/>
            </p:nvSpPr>
            <p:spPr>
              <a:xfrm>
                <a:off x="266684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h1692"/>
              <p:cNvSpPr/>
              <p:nvPr/>
            </p:nvSpPr>
            <p:spPr>
              <a:xfrm>
                <a:off x="267628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h1693"/>
              <p:cNvSpPr/>
              <p:nvPr/>
            </p:nvSpPr>
            <p:spPr>
              <a:xfrm>
                <a:off x="268572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h1694"/>
              <p:cNvSpPr/>
              <p:nvPr/>
            </p:nvSpPr>
            <p:spPr>
              <a:xfrm>
                <a:off x="2695168" y="2413769"/>
                <a:ext cx="922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0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630" y="896932"/>
                    </a:lnTo>
                    <a:lnTo>
                      <a:pt x="917724" y="897250"/>
                    </a:lnTo>
                    <a:lnTo>
                      <a:pt x="917819" y="897572"/>
                    </a:lnTo>
                    <a:lnTo>
                      <a:pt x="917915" y="897894"/>
                    </a:lnTo>
                    <a:lnTo>
                      <a:pt x="918010" y="898215"/>
                    </a:lnTo>
                    <a:lnTo>
                      <a:pt x="918106" y="898537"/>
                    </a:lnTo>
                    <a:lnTo>
                      <a:pt x="918201" y="898859"/>
                    </a:lnTo>
                    <a:lnTo>
                      <a:pt x="918297" y="899181"/>
                    </a:lnTo>
                    <a:lnTo>
                      <a:pt x="918392" y="899502"/>
                    </a:lnTo>
                    <a:lnTo>
                      <a:pt x="918488" y="899824"/>
                    </a:lnTo>
                    <a:lnTo>
                      <a:pt x="918583" y="900146"/>
                    </a:lnTo>
                    <a:lnTo>
                      <a:pt x="918679" y="900468"/>
                    </a:lnTo>
                    <a:lnTo>
                      <a:pt x="918774" y="900789"/>
                    </a:lnTo>
                    <a:lnTo>
                      <a:pt x="918869" y="901111"/>
                    </a:lnTo>
                    <a:lnTo>
                      <a:pt x="918965" y="901433"/>
                    </a:lnTo>
                    <a:lnTo>
                      <a:pt x="919060" y="901755"/>
                    </a:lnTo>
                    <a:lnTo>
                      <a:pt x="919156" y="902076"/>
                    </a:lnTo>
                    <a:lnTo>
                      <a:pt x="919251" y="902398"/>
                    </a:lnTo>
                    <a:lnTo>
                      <a:pt x="919346" y="902720"/>
                    </a:lnTo>
                    <a:lnTo>
                      <a:pt x="919442" y="903042"/>
                    </a:lnTo>
                    <a:lnTo>
                      <a:pt x="919537" y="903363"/>
                    </a:lnTo>
                    <a:lnTo>
                      <a:pt x="919633" y="903685"/>
                    </a:lnTo>
                    <a:lnTo>
                      <a:pt x="919728" y="904007"/>
                    </a:lnTo>
                    <a:lnTo>
                      <a:pt x="919823" y="904329"/>
                    </a:lnTo>
                    <a:lnTo>
                      <a:pt x="919919" y="904650"/>
                    </a:lnTo>
                    <a:lnTo>
                      <a:pt x="920014" y="904972"/>
                    </a:lnTo>
                    <a:lnTo>
                      <a:pt x="920109" y="905294"/>
                    </a:lnTo>
                    <a:lnTo>
                      <a:pt x="920205" y="905616"/>
                    </a:lnTo>
                    <a:lnTo>
                      <a:pt x="920300" y="905938"/>
                    </a:lnTo>
                    <a:lnTo>
                      <a:pt x="920395" y="906259"/>
                    </a:lnTo>
                    <a:lnTo>
                      <a:pt x="920491" y="906581"/>
                    </a:lnTo>
                    <a:lnTo>
                      <a:pt x="920586" y="906903"/>
                    </a:lnTo>
                    <a:lnTo>
                      <a:pt x="920681" y="907225"/>
                    </a:lnTo>
                    <a:lnTo>
                      <a:pt x="920777" y="907546"/>
                    </a:lnTo>
                    <a:lnTo>
                      <a:pt x="920872" y="907868"/>
                    </a:lnTo>
                    <a:lnTo>
                      <a:pt x="920967" y="908190"/>
                    </a:lnTo>
                    <a:lnTo>
                      <a:pt x="921063" y="908512"/>
                    </a:lnTo>
                    <a:lnTo>
                      <a:pt x="921158" y="908833"/>
                    </a:lnTo>
                    <a:lnTo>
                      <a:pt x="921253" y="909155"/>
                    </a:lnTo>
                    <a:lnTo>
                      <a:pt x="921349" y="909477"/>
                    </a:lnTo>
                    <a:lnTo>
                      <a:pt x="921444" y="909799"/>
                    </a:lnTo>
                    <a:lnTo>
                      <a:pt x="921539" y="910120"/>
                    </a:lnTo>
                    <a:lnTo>
                      <a:pt x="921635" y="910442"/>
                    </a:lnTo>
                    <a:lnTo>
                      <a:pt x="921730" y="910764"/>
                    </a:lnTo>
                    <a:lnTo>
                      <a:pt x="921825" y="911086"/>
                    </a:lnTo>
                    <a:lnTo>
                      <a:pt x="921920" y="911407"/>
                    </a:lnTo>
                    <a:lnTo>
                      <a:pt x="922016" y="911729"/>
                    </a:lnTo>
                    <a:lnTo>
                      <a:pt x="922111" y="912051"/>
                    </a:lnTo>
                    <a:lnTo>
                      <a:pt x="922206" y="912373"/>
                    </a:lnTo>
                    <a:lnTo>
                      <a:pt x="922301" y="912695"/>
                    </a:lnTo>
                    <a:lnTo>
                      <a:pt x="922397" y="913016"/>
                    </a:lnTo>
                    <a:lnTo>
                      <a:pt x="922492" y="913338"/>
                    </a:lnTo>
                    <a:lnTo>
                      <a:pt x="922587" y="913660"/>
                    </a:lnTo>
                    <a:lnTo>
                      <a:pt x="922682" y="913982"/>
                    </a:lnTo>
                    <a:lnTo>
                      <a:pt x="922806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h1695"/>
              <p:cNvSpPr/>
              <p:nvPr/>
            </p:nvSpPr>
            <p:spPr>
              <a:xfrm>
                <a:off x="2742369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815" y="931969"/>
                    </a:lnTo>
                    <a:lnTo>
                      <a:pt x="906608" y="928019"/>
                    </a:lnTo>
                    <a:lnTo>
                      <a:pt x="909032" y="917675"/>
                    </a:lnTo>
                    <a:lnTo>
                      <a:pt x="909914" y="914400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h1696"/>
              <p:cNvSpPr/>
              <p:nvPr/>
            </p:nvSpPr>
            <p:spPr>
              <a:xfrm>
                <a:off x="274236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h1697"/>
              <p:cNvSpPr/>
              <p:nvPr/>
            </p:nvSpPr>
            <p:spPr>
              <a:xfrm>
                <a:off x="275180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h1698"/>
              <p:cNvSpPr/>
              <p:nvPr/>
            </p:nvSpPr>
            <p:spPr>
              <a:xfrm>
                <a:off x="276125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h1699"/>
              <p:cNvSpPr/>
              <p:nvPr/>
            </p:nvSpPr>
            <p:spPr>
              <a:xfrm>
                <a:off x="277069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h1700"/>
              <p:cNvSpPr/>
              <p:nvPr/>
            </p:nvSpPr>
            <p:spPr>
              <a:xfrm>
                <a:off x="278013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h1701"/>
              <p:cNvSpPr/>
              <p:nvPr/>
            </p:nvSpPr>
            <p:spPr>
              <a:xfrm>
                <a:off x="278957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h1702"/>
              <p:cNvSpPr/>
              <p:nvPr/>
            </p:nvSpPr>
            <p:spPr>
              <a:xfrm>
                <a:off x="279901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h1703"/>
              <p:cNvSpPr/>
              <p:nvPr/>
            </p:nvSpPr>
            <p:spPr>
              <a:xfrm>
                <a:off x="280845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h1704"/>
              <p:cNvSpPr/>
              <p:nvPr/>
            </p:nvSpPr>
            <p:spPr>
              <a:xfrm>
                <a:off x="281789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h1705"/>
              <p:cNvSpPr/>
              <p:nvPr/>
            </p:nvSpPr>
            <p:spPr>
              <a:xfrm>
                <a:off x="282733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h1706"/>
              <p:cNvSpPr/>
              <p:nvPr/>
            </p:nvSpPr>
            <p:spPr>
              <a:xfrm>
                <a:off x="283677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h1707"/>
              <p:cNvSpPr/>
              <p:nvPr/>
            </p:nvSpPr>
            <p:spPr>
              <a:xfrm>
                <a:off x="284621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h1708"/>
              <p:cNvSpPr/>
              <p:nvPr/>
            </p:nvSpPr>
            <p:spPr>
              <a:xfrm>
                <a:off x="285565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h1709"/>
              <p:cNvSpPr/>
              <p:nvPr/>
            </p:nvSpPr>
            <p:spPr>
              <a:xfrm>
                <a:off x="286509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h1710"/>
              <p:cNvSpPr/>
              <p:nvPr/>
            </p:nvSpPr>
            <p:spPr>
              <a:xfrm>
                <a:off x="287453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h1711"/>
              <p:cNvSpPr/>
              <p:nvPr/>
            </p:nvSpPr>
            <p:spPr>
              <a:xfrm>
                <a:off x="288397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h1712"/>
              <p:cNvSpPr/>
              <p:nvPr/>
            </p:nvSpPr>
            <p:spPr>
              <a:xfrm>
                <a:off x="289341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h1713"/>
              <p:cNvSpPr/>
              <p:nvPr/>
            </p:nvSpPr>
            <p:spPr>
              <a:xfrm>
                <a:off x="290285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h1714"/>
              <p:cNvSpPr/>
              <p:nvPr/>
            </p:nvSpPr>
            <p:spPr>
              <a:xfrm>
                <a:off x="291229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h1715"/>
              <p:cNvSpPr/>
              <p:nvPr/>
            </p:nvSpPr>
            <p:spPr>
              <a:xfrm>
                <a:off x="292173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h1716"/>
              <p:cNvSpPr/>
              <p:nvPr/>
            </p:nvSpPr>
            <p:spPr>
              <a:xfrm>
                <a:off x="293117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h1717"/>
              <p:cNvSpPr/>
              <p:nvPr/>
            </p:nvSpPr>
            <p:spPr>
              <a:xfrm>
                <a:off x="294061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C">
                  <a:alpha val="100000"/>
                </a:srgbClr>
              </a:solidFill>
              <a:ln w="5420" cap="flat">
                <a:solidFill>
                  <a:srgbClr val="F2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h1718"/>
              <p:cNvSpPr/>
              <p:nvPr/>
            </p:nvSpPr>
            <p:spPr>
              <a:xfrm>
                <a:off x="295005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h1719"/>
              <p:cNvSpPr/>
              <p:nvPr/>
            </p:nvSpPr>
            <p:spPr>
              <a:xfrm>
                <a:off x="295949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h1720"/>
              <p:cNvSpPr/>
              <p:nvPr/>
            </p:nvSpPr>
            <p:spPr>
              <a:xfrm>
                <a:off x="296893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h1721"/>
              <p:cNvSpPr/>
              <p:nvPr/>
            </p:nvSpPr>
            <p:spPr>
              <a:xfrm>
                <a:off x="297837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h1722"/>
              <p:cNvSpPr/>
              <p:nvPr/>
            </p:nvSpPr>
            <p:spPr>
              <a:xfrm>
                <a:off x="298781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h1723"/>
              <p:cNvSpPr/>
              <p:nvPr/>
            </p:nvSpPr>
            <p:spPr>
              <a:xfrm>
                <a:off x="299725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h1724"/>
              <p:cNvSpPr/>
              <p:nvPr/>
            </p:nvSpPr>
            <p:spPr>
              <a:xfrm>
                <a:off x="300669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h1725"/>
              <p:cNvSpPr/>
              <p:nvPr/>
            </p:nvSpPr>
            <p:spPr>
              <a:xfrm>
                <a:off x="301613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h1726"/>
              <p:cNvSpPr/>
              <p:nvPr/>
            </p:nvSpPr>
            <p:spPr>
              <a:xfrm>
                <a:off x="302557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h1727"/>
              <p:cNvSpPr/>
              <p:nvPr/>
            </p:nvSpPr>
            <p:spPr>
              <a:xfrm>
                <a:off x="303501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h1728"/>
              <p:cNvSpPr/>
              <p:nvPr/>
            </p:nvSpPr>
            <p:spPr>
              <a:xfrm>
                <a:off x="304445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h1729"/>
              <p:cNvSpPr/>
              <p:nvPr/>
            </p:nvSpPr>
            <p:spPr>
              <a:xfrm>
                <a:off x="305389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h1730"/>
              <p:cNvSpPr/>
              <p:nvPr/>
            </p:nvSpPr>
            <p:spPr>
              <a:xfrm>
                <a:off x="306333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h1731"/>
              <p:cNvSpPr/>
              <p:nvPr/>
            </p:nvSpPr>
            <p:spPr>
              <a:xfrm>
                <a:off x="307277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h1732"/>
              <p:cNvSpPr/>
              <p:nvPr/>
            </p:nvSpPr>
            <p:spPr>
              <a:xfrm>
                <a:off x="308221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h1733"/>
              <p:cNvSpPr/>
              <p:nvPr/>
            </p:nvSpPr>
            <p:spPr>
              <a:xfrm>
                <a:off x="309165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h1734"/>
              <p:cNvSpPr/>
              <p:nvPr/>
            </p:nvSpPr>
            <p:spPr>
              <a:xfrm>
                <a:off x="310109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h1735"/>
              <p:cNvSpPr/>
              <p:nvPr/>
            </p:nvSpPr>
            <p:spPr>
              <a:xfrm>
                <a:off x="311053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h1736"/>
              <p:cNvSpPr/>
              <p:nvPr/>
            </p:nvSpPr>
            <p:spPr>
              <a:xfrm>
                <a:off x="311997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h1737"/>
              <p:cNvSpPr/>
              <p:nvPr/>
            </p:nvSpPr>
            <p:spPr>
              <a:xfrm>
                <a:off x="312941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h1738"/>
              <p:cNvSpPr/>
              <p:nvPr/>
            </p:nvSpPr>
            <p:spPr>
              <a:xfrm>
                <a:off x="313885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h1739"/>
              <p:cNvSpPr/>
              <p:nvPr/>
            </p:nvSpPr>
            <p:spPr>
              <a:xfrm>
                <a:off x="314829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h1740"/>
              <p:cNvSpPr/>
              <p:nvPr/>
            </p:nvSpPr>
            <p:spPr>
              <a:xfrm>
                <a:off x="315774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h1741"/>
              <p:cNvSpPr/>
              <p:nvPr/>
            </p:nvSpPr>
            <p:spPr>
              <a:xfrm>
                <a:off x="316718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h1742"/>
              <p:cNvSpPr/>
              <p:nvPr/>
            </p:nvSpPr>
            <p:spPr>
              <a:xfrm>
                <a:off x="317662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h1743"/>
              <p:cNvSpPr/>
              <p:nvPr/>
            </p:nvSpPr>
            <p:spPr>
              <a:xfrm>
                <a:off x="318606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h1744"/>
              <p:cNvSpPr/>
              <p:nvPr/>
            </p:nvSpPr>
            <p:spPr>
              <a:xfrm>
                <a:off x="319550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h1745"/>
              <p:cNvSpPr/>
              <p:nvPr/>
            </p:nvSpPr>
            <p:spPr>
              <a:xfrm>
                <a:off x="320494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h1746"/>
              <p:cNvSpPr/>
              <p:nvPr/>
            </p:nvSpPr>
            <p:spPr>
              <a:xfrm>
                <a:off x="321438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h1747"/>
              <p:cNvSpPr/>
              <p:nvPr/>
            </p:nvSpPr>
            <p:spPr>
              <a:xfrm>
                <a:off x="322382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h1748"/>
              <p:cNvSpPr/>
              <p:nvPr/>
            </p:nvSpPr>
            <p:spPr>
              <a:xfrm>
                <a:off x="323326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h1749"/>
              <p:cNvSpPr/>
              <p:nvPr/>
            </p:nvSpPr>
            <p:spPr>
              <a:xfrm>
                <a:off x="324270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C">
                  <a:alpha val="100000"/>
                </a:srgbClr>
              </a:solidFill>
              <a:ln w="5420" cap="flat">
                <a:solidFill>
                  <a:srgbClr val="FC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h1750"/>
              <p:cNvSpPr/>
              <p:nvPr/>
            </p:nvSpPr>
            <p:spPr>
              <a:xfrm>
                <a:off x="325214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h1751"/>
              <p:cNvSpPr/>
              <p:nvPr/>
            </p:nvSpPr>
            <p:spPr>
              <a:xfrm>
                <a:off x="326158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h1752"/>
              <p:cNvSpPr/>
              <p:nvPr/>
            </p:nvSpPr>
            <p:spPr>
              <a:xfrm>
                <a:off x="327102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h1753"/>
              <p:cNvSpPr/>
              <p:nvPr/>
            </p:nvSpPr>
            <p:spPr>
              <a:xfrm>
                <a:off x="3280463" y="241376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584"/>
                    </a:lnTo>
                    <a:lnTo>
                      <a:pt x="923508" y="905700"/>
                    </a:lnTo>
                    <a:lnTo>
                      <a:pt x="922610" y="908718"/>
                    </a:lnTo>
                    <a:lnTo>
                      <a:pt x="921713" y="911736"/>
                    </a:lnTo>
                    <a:lnTo>
                      <a:pt x="920922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h1754"/>
              <p:cNvSpPr/>
              <p:nvPr/>
            </p:nvSpPr>
            <p:spPr>
              <a:xfrm>
                <a:off x="3289903" y="2396199"/>
                <a:ext cx="916707" cy="922154"/>
              </a:xfrm>
              <a:custGeom>
                <a:avLst/>
                <a:gdLst/>
                <a:ahLst/>
                <a:cxnLst/>
                <a:rect l="0" t="0" r="0" b="0"/>
                <a:pathLst>
                  <a:path w="916707" h="922154">
                    <a:moveTo>
                      <a:pt x="914400" y="914400"/>
                    </a:moveTo>
                    <a:lnTo>
                      <a:pt x="916707" y="914400"/>
                    </a:lnTo>
                    <a:lnTo>
                      <a:pt x="915863" y="917234"/>
                    </a:lnTo>
                    <a:lnTo>
                      <a:pt x="914965" y="920252"/>
                    </a:lnTo>
                    <a:lnTo>
                      <a:pt x="914400" y="922154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h1755"/>
              <p:cNvSpPr/>
              <p:nvPr/>
            </p:nvSpPr>
            <p:spPr>
              <a:xfrm>
                <a:off x="2402521" y="2378629"/>
                <a:ext cx="914399" cy="92833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8331">
                    <a:moveTo>
                      <a:pt x="914399" y="914400"/>
                    </a:moveTo>
                    <a:lnTo>
                      <a:pt x="914399" y="928331"/>
                    </a:lnTo>
                    <a:lnTo>
                      <a:pt x="912896" y="918993"/>
                    </a:lnTo>
                    <a:lnTo>
                      <a:pt x="912295" y="914400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h1756"/>
              <p:cNvSpPr/>
              <p:nvPr/>
            </p:nvSpPr>
            <p:spPr>
              <a:xfrm>
                <a:off x="240252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62" y="931969"/>
                    </a:lnTo>
                    <a:lnTo>
                      <a:pt x="914586" y="929492"/>
                    </a:lnTo>
                    <a:lnTo>
                      <a:pt x="914399" y="928331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h1757"/>
              <p:cNvSpPr/>
              <p:nvPr/>
            </p:nvSpPr>
            <p:spPr>
              <a:xfrm>
                <a:off x="241196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h1758"/>
              <p:cNvSpPr/>
              <p:nvPr/>
            </p:nvSpPr>
            <p:spPr>
              <a:xfrm>
                <a:off x="242140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h1759"/>
              <p:cNvSpPr/>
              <p:nvPr/>
            </p:nvSpPr>
            <p:spPr>
              <a:xfrm>
                <a:off x="243084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h1760"/>
              <p:cNvSpPr/>
              <p:nvPr/>
            </p:nvSpPr>
            <p:spPr>
              <a:xfrm>
                <a:off x="244028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h1761"/>
              <p:cNvSpPr/>
              <p:nvPr/>
            </p:nvSpPr>
            <p:spPr>
              <a:xfrm>
                <a:off x="244972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h1762"/>
              <p:cNvSpPr/>
              <p:nvPr/>
            </p:nvSpPr>
            <p:spPr>
              <a:xfrm>
                <a:off x="245916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h1763"/>
              <p:cNvSpPr/>
              <p:nvPr/>
            </p:nvSpPr>
            <p:spPr>
              <a:xfrm>
                <a:off x="246860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h1764"/>
              <p:cNvSpPr/>
              <p:nvPr/>
            </p:nvSpPr>
            <p:spPr>
              <a:xfrm>
                <a:off x="247804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h1765"/>
              <p:cNvSpPr/>
              <p:nvPr/>
            </p:nvSpPr>
            <p:spPr>
              <a:xfrm>
                <a:off x="248748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h1766"/>
              <p:cNvSpPr/>
              <p:nvPr/>
            </p:nvSpPr>
            <p:spPr>
              <a:xfrm>
                <a:off x="249692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h1767"/>
              <p:cNvSpPr/>
              <p:nvPr/>
            </p:nvSpPr>
            <p:spPr>
              <a:xfrm>
                <a:off x="250636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h1768"/>
              <p:cNvSpPr/>
              <p:nvPr/>
            </p:nvSpPr>
            <p:spPr>
              <a:xfrm>
                <a:off x="251580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h1769"/>
              <p:cNvSpPr/>
              <p:nvPr/>
            </p:nvSpPr>
            <p:spPr>
              <a:xfrm>
                <a:off x="252524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h1770"/>
              <p:cNvSpPr/>
              <p:nvPr/>
            </p:nvSpPr>
            <p:spPr>
              <a:xfrm>
                <a:off x="253468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h1771"/>
              <p:cNvSpPr/>
              <p:nvPr/>
            </p:nvSpPr>
            <p:spPr>
              <a:xfrm>
                <a:off x="254412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h1772"/>
              <p:cNvSpPr/>
              <p:nvPr/>
            </p:nvSpPr>
            <p:spPr>
              <a:xfrm>
                <a:off x="255356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h1773"/>
              <p:cNvSpPr/>
              <p:nvPr/>
            </p:nvSpPr>
            <p:spPr>
              <a:xfrm>
                <a:off x="256300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h1774"/>
              <p:cNvSpPr/>
              <p:nvPr/>
            </p:nvSpPr>
            <p:spPr>
              <a:xfrm>
                <a:off x="257244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h1775"/>
              <p:cNvSpPr/>
              <p:nvPr/>
            </p:nvSpPr>
            <p:spPr>
              <a:xfrm>
                <a:off x="258188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h1776"/>
              <p:cNvSpPr/>
              <p:nvPr/>
            </p:nvSpPr>
            <p:spPr>
              <a:xfrm>
                <a:off x="259132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h1777"/>
              <p:cNvSpPr/>
              <p:nvPr/>
            </p:nvSpPr>
            <p:spPr>
              <a:xfrm>
                <a:off x="260076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h1778"/>
              <p:cNvSpPr/>
              <p:nvPr/>
            </p:nvSpPr>
            <p:spPr>
              <a:xfrm>
                <a:off x="261020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h1779"/>
              <p:cNvSpPr/>
              <p:nvPr/>
            </p:nvSpPr>
            <p:spPr>
              <a:xfrm>
                <a:off x="261964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h1780"/>
              <p:cNvSpPr/>
              <p:nvPr/>
            </p:nvSpPr>
            <p:spPr>
              <a:xfrm>
                <a:off x="262908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h1781"/>
              <p:cNvSpPr/>
              <p:nvPr/>
            </p:nvSpPr>
            <p:spPr>
              <a:xfrm>
                <a:off x="263852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h1782"/>
              <p:cNvSpPr/>
              <p:nvPr/>
            </p:nvSpPr>
            <p:spPr>
              <a:xfrm>
                <a:off x="264796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h1783"/>
              <p:cNvSpPr/>
              <p:nvPr/>
            </p:nvSpPr>
            <p:spPr>
              <a:xfrm>
                <a:off x="265740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h1784"/>
              <p:cNvSpPr/>
              <p:nvPr/>
            </p:nvSpPr>
            <p:spPr>
              <a:xfrm>
                <a:off x="266684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h1785"/>
              <p:cNvSpPr/>
              <p:nvPr/>
            </p:nvSpPr>
            <p:spPr>
              <a:xfrm>
                <a:off x="267628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h1786"/>
              <p:cNvSpPr/>
              <p:nvPr/>
            </p:nvSpPr>
            <p:spPr>
              <a:xfrm>
                <a:off x="2695168" y="23961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752" y="896830"/>
                    </a:lnTo>
                    <a:lnTo>
                      <a:pt x="914400" y="904355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h1787"/>
              <p:cNvSpPr/>
              <p:nvPr/>
            </p:nvSpPr>
            <p:spPr>
              <a:xfrm>
                <a:off x="2695168" y="2396199"/>
                <a:ext cx="917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7" h="914400">
                    <a:moveTo>
                      <a:pt x="914400" y="914400"/>
                    </a:moveTo>
                    <a:lnTo>
                      <a:pt x="914400" y="904355"/>
                    </a:lnTo>
                    <a:lnTo>
                      <a:pt x="914764" y="905393"/>
                    </a:lnTo>
                    <a:lnTo>
                      <a:pt x="917597" y="91440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h1788"/>
              <p:cNvSpPr/>
              <p:nvPr/>
            </p:nvSpPr>
            <p:spPr>
              <a:xfrm>
                <a:off x="2742369" y="23961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14" y="914400"/>
                    </a:lnTo>
                    <a:lnTo>
                      <a:pt x="911750" y="907587"/>
                    </a:lnTo>
                    <a:lnTo>
                      <a:pt x="914400" y="898940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h1789"/>
              <p:cNvSpPr/>
              <p:nvPr/>
            </p:nvSpPr>
            <p:spPr>
              <a:xfrm>
                <a:off x="2751809" y="237862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10"/>
                    </a:lnTo>
                    <a:lnTo>
                      <a:pt x="905313" y="915354"/>
                    </a:lnTo>
                    <a:lnTo>
                      <a:pt x="905643" y="914400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h1790"/>
              <p:cNvSpPr/>
              <p:nvPr/>
            </p:nvSpPr>
            <p:spPr>
              <a:xfrm>
                <a:off x="275180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h1791"/>
              <p:cNvSpPr/>
              <p:nvPr/>
            </p:nvSpPr>
            <p:spPr>
              <a:xfrm>
                <a:off x="276125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h1792"/>
              <p:cNvSpPr/>
              <p:nvPr/>
            </p:nvSpPr>
            <p:spPr>
              <a:xfrm>
                <a:off x="277069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h1793"/>
              <p:cNvSpPr/>
              <p:nvPr/>
            </p:nvSpPr>
            <p:spPr>
              <a:xfrm>
                <a:off x="278013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h1794"/>
              <p:cNvSpPr/>
              <p:nvPr/>
            </p:nvSpPr>
            <p:spPr>
              <a:xfrm>
                <a:off x="278957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h1795"/>
              <p:cNvSpPr/>
              <p:nvPr/>
            </p:nvSpPr>
            <p:spPr>
              <a:xfrm>
                <a:off x="279901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h1796"/>
              <p:cNvSpPr/>
              <p:nvPr/>
            </p:nvSpPr>
            <p:spPr>
              <a:xfrm>
                <a:off x="280845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h1797"/>
              <p:cNvSpPr/>
              <p:nvPr/>
            </p:nvSpPr>
            <p:spPr>
              <a:xfrm>
                <a:off x="281789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h1798"/>
              <p:cNvSpPr/>
              <p:nvPr/>
            </p:nvSpPr>
            <p:spPr>
              <a:xfrm>
                <a:off x="282733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h1799"/>
              <p:cNvSpPr/>
              <p:nvPr/>
            </p:nvSpPr>
            <p:spPr>
              <a:xfrm>
                <a:off x="283677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h1800"/>
              <p:cNvSpPr/>
              <p:nvPr/>
            </p:nvSpPr>
            <p:spPr>
              <a:xfrm>
                <a:off x="284621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h1801"/>
              <p:cNvSpPr/>
              <p:nvPr/>
            </p:nvSpPr>
            <p:spPr>
              <a:xfrm>
                <a:off x="285565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h1802"/>
              <p:cNvSpPr/>
              <p:nvPr/>
            </p:nvSpPr>
            <p:spPr>
              <a:xfrm>
                <a:off x="286509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h1803"/>
              <p:cNvSpPr/>
              <p:nvPr/>
            </p:nvSpPr>
            <p:spPr>
              <a:xfrm>
                <a:off x="287453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h1804"/>
              <p:cNvSpPr/>
              <p:nvPr/>
            </p:nvSpPr>
            <p:spPr>
              <a:xfrm>
                <a:off x="288397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h1805"/>
              <p:cNvSpPr/>
              <p:nvPr/>
            </p:nvSpPr>
            <p:spPr>
              <a:xfrm>
                <a:off x="289341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h1806"/>
              <p:cNvSpPr/>
              <p:nvPr/>
            </p:nvSpPr>
            <p:spPr>
              <a:xfrm>
                <a:off x="290285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h1807"/>
              <p:cNvSpPr/>
              <p:nvPr/>
            </p:nvSpPr>
            <p:spPr>
              <a:xfrm>
                <a:off x="291229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h1808"/>
              <p:cNvSpPr/>
              <p:nvPr/>
            </p:nvSpPr>
            <p:spPr>
              <a:xfrm>
                <a:off x="292173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h1809"/>
              <p:cNvSpPr/>
              <p:nvPr/>
            </p:nvSpPr>
            <p:spPr>
              <a:xfrm>
                <a:off x="293117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h1810"/>
              <p:cNvSpPr/>
              <p:nvPr/>
            </p:nvSpPr>
            <p:spPr>
              <a:xfrm>
                <a:off x="294061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h1811"/>
              <p:cNvSpPr/>
              <p:nvPr/>
            </p:nvSpPr>
            <p:spPr>
              <a:xfrm>
                <a:off x="295005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h1812"/>
              <p:cNvSpPr/>
              <p:nvPr/>
            </p:nvSpPr>
            <p:spPr>
              <a:xfrm>
                <a:off x="295949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h1813"/>
              <p:cNvSpPr/>
              <p:nvPr/>
            </p:nvSpPr>
            <p:spPr>
              <a:xfrm>
                <a:off x="296893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h1814"/>
              <p:cNvSpPr/>
              <p:nvPr/>
            </p:nvSpPr>
            <p:spPr>
              <a:xfrm>
                <a:off x="297837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h1815"/>
              <p:cNvSpPr/>
              <p:nvPr/>
            </p:nvSpPr>
            <p:spPr>
              <a:xfrm>
                <a:off x="298781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h1816"/>
              <p:cNvSpPr/>
              <p:nvPr/>
            </p:nvSpPr>
            <p:spPr>
              <a:xfrm>
                <a:off x="299725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h1817"/>
              <p:cNvSpPr/>
              <p:nvPr/>
            </p:nvSpPr>
            <p:spPr>
              <a:xfrm>
                <a:off x="300669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h1818"/>
              <p:cNvSpPr/>
              <p:nvPr/>
            </p:nvSpPr>
            <p:spPr>
              <a:xfrm>
                <a:off x="301613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h1819"/>
              <p:cNvSpPr/>
              <p:nvPr/>
            </p:nvSpPr>
            <p:spPr>
              <a:xfrm>
                <a:off x="302557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h1820"/>
              <p:cNvSpPr/>
              <p:nvPr/>
            </p:nvSpPr>
            <p:spPr>
              <a:xfrm>
                <a:off x="303501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h1821"/>
              <p:cNvSpPr/>
              <p:nvPr/>
            </p:nvSpPr>
            <p:spPr>
              <a:xfrm>
                <a:off x="304445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h1822"/>
              <p:cNvSpPr/>
              <p:nvPr/>
            </p:nvSpPr>
            <p:spPr>
              <a:xfrm>
                <a:off x="305389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h1823"/>
              <p:cNvSpPr/>
              <p:nvPr/>
            </p:nvSpPr>
            <p:spPr>
              <a:xfrm>
                <a:off x="306333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h1824"/>
              <p:cNvSpPr/>
              <p:nvPr/>
            </p:nvSpPr>
            <p:spPr>
              <a:xfrm>
                <a:off x="307277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h1825"/>
              <p:cNvSpPr/>
              <p:nvPr/>
            </p:nvSpPr>
            <p:spPr>
              <a:xfrm>
                <a:off x="308221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h1826"/>
              <p:cNvSpPr/>
              <p:nvPr/>
            </p:nvSpPr>
            <p:spPr>
              <a:xfrm>
                <a:off x="309165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h1827"/>
              <p:cNvSpPr/>
              <p:nvPr/>
            </p:nvSpPr>
            <p:spPr>
              <a:xfrm>
                <a:off x="310109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h1828"/>
              <p:cNvSpPr/>
              <p:nvPr/>
            </p:nvSpPr>
            <p:spPr>
              <a:xfrm>
                <a:off x="311053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h1829"/>
              <p:cNvSpPr/>
              <p:nvPr/>
            </p:nvSpPr>
            <p:spPr>
              <a:xfrm>
                <a:off x="311997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h1830"/>
              <p:cNvSpPr/>
              <p:nvPr/>
            </p:nvSpPr>
            <p:spPr>
              <a:xfrm>
                <a:off x="312941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h1831"/>
              <p:cNvSpPr/>
              <p:nvPr/>
            </p:nvSpPr>
            <p:spPr>
              <a:xfrm>
                <a:off x="313885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h1832"/>
              <p:cNvSpPr/>
              <p:nvPr/>
            </p:nvSpPr>
            <p:spPr>
              <a:xfrm>
                <a:off x="314829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h1833"/>
              <p:cNvSpPr/>
              <p:nvPr/>
            </p:nvSpPr>
            <p:spPr>
              <a:xfrm>
                <a:off x="315774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h1834"/>
              <p:cNvSpPr/>
              <p:nvPr/>
            </p:nvSpPr>
            <p:spPr>
              <a:xfrm>
                <a:off x="316718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h1835"/>
              <p:cNvSpPr/>
              <p:nvPr/>
            </p:nvSpPr>
            <p:spPr>
              <a:xfrm>
                <a:off x="317662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h1836"/>
              <p:cNvSpPr/>
              <p:nvPr/>
            </p:nvSpPr>
            <p:spPr>
              <a:xfrm>
                <a:off x="318606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h1837"/>
              <p:cNvSpPr/>
              <p:nvPr/>
            </p:nvSpPr>
            <p:spPr>
              <a:xfrm>
                <a:off x="319550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h1838"/>
              <p:cNvSpPr/>
              <p:nvPr/>
            </p:nvSpPr>
            <p:spPr>
              <a:xfrm>
                <a:off x="320494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h1839"/>
              <p:cNvSpPr/>
              <p:nvPr/>
            </p:nvSpPr>
            <p:spPr>
              <a:xfrm>
                <a:off x="321438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h1840"/>
              <p:cNvSpPr/>
              <p:nvPr/>
            </p:nvSpPr>
            <p:spPr>
              <a:xfrm>
                <a:off x="322382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h1841"/>
              <p:cNvSpPr/>
              <p:nvPr/>
            </p:nvSpPr>
            <p:spPr>
              <a:xfrm>
                <a:off x="323326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h1842"/>
              <p:cNvSpPr/>
              <p:nvPr/>
            </p:nvSpPr>
            <p:spPr>
              <a:xfrm>
                <a:off x="324270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h1843"/>
              <p:cNvSpPr/>
              <p:nvPr/>
            </p:nvSpPr>
            <p:spPr>
              <a:xfrm>
                <a:off x="325214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h1844"/>
              <p:cNvSpPr/>
              <p:nvPr/>
            </p:nvSpPr>
            <p:spPr>
              <a:xfrm>
                <a:off x="326158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h1845"/>
              <p:cNvSpPr/>
              <p:nvPr/>
            </p:nvSpPr>
            <p:spPr>
              <a:xfrm>
                <a:off x="327102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h1846"/>
              <p:cNvSpPr/>
              <p:nvPr/>
            </p:nvSpPr>
            <p:spPr>
              <a:xfrm>
                <a:off x="328046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h1847"/>
              <p:cNvSpPr/>
              <p:nvPr/>
            </p:nvSpPr>
            <p:spPr>
              <a:xfrm>
                <a:off x="3289903" y="2396199"/>
                <a:ext cx="9219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947" y="896830"/>
                    </a:lnTo>
                    <a:lnTo>
                      <a:pt x="921261" y="899129"/>
                    </a:lnTo>
                    <a:lnTo>
                      <a:pt x="920360" y="902147"/>
                    </a:lnTo>
                    <a:lnTo>
                      <a:pt x="919460" y="905164"/>
                    </a:lnTo>
                    <a:lnTo>
                      <a:pt x="918560" y="908181"/>
                    </a:lnTo>
                    <a:lnTo>
                      <a:pt x="917661" y="911199"/>
                    </a:lnTo>
                    <a:lnTo>
                      <a:pt x="916762" y="914216"/>
                    </a:lnTo>
                    <a:lnTo>
                      <a:pt x="916707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h1848"/>
              <p:cNvSpPr/>
              <p:nvPr/>
            </p:nvSpPr>
            <p:spPr>
              <a:xfrm>
                <a:off x="2402521" y="2361059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2295" y="931969"/>
                    </a:lnTo>
                    <a:lnTo>
                      <a:pt x="911502" y="925914"/>
                    </a:lnTo>
                    <a:lnTo>
                      <a:pt x="910407" y="915144"/>
                    </a:lnTo>
                    <a:lnTo>
                      <a:pt x="910352" y="91439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h1849"/>
              <p:cNvSpPr/>
              <p:nvPr/>
            </p:nvSpPr>
            <p:spPr>
              <a:xfrm>
                <a:off x="240252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h1850"/>
              <p:cNvSpPr/>
              <p:nvPr/>
            </p:nvSpPr>
            <p:spPr>
              <a:xfrm>
                <a:off x="241196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h1851"/>
              <p:cNvSpPr/>
              <p:nvPr/>
            </p:nvSpPr>
            <p:spPr>
              <a:xfrm>
                <a:off x="242140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h1852"/>
              <p:cNvSpPr/>
              <p:nvPr/>
            </p:nvSpPr>
            <p:spPr>
              <a:xfrm>
                <a:off x="243084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h1853"/>
              <p:cNvSpPr/>
              <p:nvPr/>
            </p:nvSpPr>
            <p:spPr>
              <a:xfrm>
                <a:off x="244028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h1854"/>
              <p:cNvSpPr/>
              <p:nvPr/>
            </p:nvSpPr>
            <p:spPr>
              <a:xfrm>
                <a:off x="244972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8">
                  <a:alpha val="100000"/>
                </a:srgbClr>
              </a:solidFill>
              <a:ln w="5420" cap="flat">
                <a:solidFill>
                  <a:srgbClr val="BB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h1855"/>
              <p:cNvSpPr/>
              <p:nvPr/>
            </p:nvSpPr>
            <p:spPr>
              <a:xfrm>
                <a:off x="245916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h1856"/>
              <p:cNvSpPr/>
              <p:nvPr/>
            </p:nvSpPr>
            <p:spPr>
              <a:xfrm>
                <a:off x="246860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h1857"/>
              <p:cNvSpPr/>
              <p:nvPr/>
            </p:nvSpPr>
            <p:spPr>
              <a:xfrm>
                <a:off x="247804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h1858"/>
              <p:cNvSpPr/>
              <p:nvPr/>
            </p:nvSpPr>
            <p:spPr>
              <a:xfrm>
                <a:off x="248748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h1859"/>
              <p:cNvSpPr/>
              <p:nvPr/>
            </p:nvSpPr>
            <p:spPr>
              <a:xfrm>
                <a:off x="249692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h1860"/>
              <p:cNvSpPr/>
              <p:nvPr/>
            </p:nvSpPr>
            <p:spPr>
              <a:xfrm>
                <a:off x="250636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h1861"/>
              <p:cNvSpPr/>
              <p:nvPr/>
            </p:nvSpPr>
            <p:spPr>
              <a:xfrm>
                <a:off x="251580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h1862"/>
              <p:cNvSpPr/>
              <p:nvPr/>
            </p:nvSpPr>
            <p:spPr>
              <a:xfrm>
                <a:off x="252524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h1863"/>
              <p:cNvSpPr/>
              <p:nvPr/>
            </p:nvSpPr>
            <p:spPr>
              <a:xfrm>
                <a:off x="253468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h1864"/>
              <p:cNvSpPr/>
              <p:nvPr/>
            </p:nvSpPr>
            <p:spPr>
              <a:xfrm>
                <a:off x="254412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h1865"/>
              <p:cNvSpPr/>
              <p:nvPr/>
            </p:nvSpPr>
            <p:spPr>
              <a:xfrm>
                <a:off x="255356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h1866"/>
              <p:cNvSpPr/>
              <p:nvPr/>
            </p:nvSpPr>
            <p:spPr>
              <a:xfrm>
                <a:off x="256300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h1867"/>
              <p:cNvSpPr/>
              <p:nvPr/>
            </p:nvSpPr>
            <p:spPr>
              <a:xfrm>
                <a:off x="257244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h1868"/>
              <p:cNvSpPr/>
              <p:nvPr/>
            </p:nvSpPr>
            <p:spPr>
              <a:xfrm>
                <a:off x="258188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h1869"/>
              <p:cNvSpPr/>
              <p:nvPr/>
            </p:nvSpPr>
            <p:spPr>
              <a:xfrm>
                <a:off x="259132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h1870"/>
              <p:cNvSpPr/>
              <p:nvPr/>
            </p:nvSpPr>
            <p:spPr>
              <a:xfrm>
                <a:off x="260076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h1871"/>
              <p:cNvSpPr/>
              <p:nvPr/>
            </p:nvSpPr>
            <p:spPr>
              <a:xfrm>
                <a:off x="261020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h1872"/>
              <p:cNvSpPr/>
              <p:nvPr/>
            </p:nvSpPr>
            <p:spPr>
              <a:xfrm>
                <a:off x="261964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h1873"/>
              <p:cNvSpPr/>
              <p:nvPr/>
            </p:nvSpPr>
            <p:spPr>
              <a:xfrm>
                <a:off x="262908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h1874"/>
              <p:cNvSpPr/>
              <p:nvPr/>
            </p:nvSpPr>
            <p:spPr>
              <a:xfrm>
                <a:off x="263852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h1875"/>
              <p:cNvSpPr/>
              <p:nvPr/>
            </p:nvSpPr>
            <p:spPr>
              <a:xfrm>
                <a:off x="264796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h1876"/>
              <p:cNvSpPr/>
              <p:nvPr/>
            </p:nvSpPr>
            <p:spPr>
              <a:xfrm>
                <a:off x="265740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h1877"/>
              <p:cNvSpPr/>
              <p:nvPr/>
            </p:nvSpPr>
            <p:spPr>
              <a:xfrm>
                <a:off x="266684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h1878"/>
              <p:cNvSpPr/>
              <p:nvPr/>
            </p:nvSpPr>
            <p:spPr>
              <a:xfrm>
                <a:off x="267628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h1879"/>
              <p:cNvSpPr/>
              <p:nvPr/>
            </p:nvSpPr>
            <p:spPr>
              <a:xfrm>
                <a:off x="2685728" y="2378629"/>
                <a:ext cx="92119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92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9576" y="896830"/>
                    </a:lnTo>
                    <a:lnTo>
                      <a:pt x="919316" y="897639"/>
                    </a:lnTo>
                    <a:lnTo>
                      <a:pt x="917038" y="903945"/>
                    </a:lnTo>
                    <a:lnTo>
                      <a:pt x="917758" y="905600"/>
                    </a:lnTo>
                    <a:lnTo>
                      <a:pt x="921098" y="914131"/>
                    </a:lnTo>
                    <a:lnTo>
                      <a:pt x="921192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h1880"/>
              <p:cNvSpPr/>
              <p:nvPr/>
            </p:nvSpPr>
            <p:spPr>
              <a:xfrm>
                <a:off x="2751809" y="236105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643" y="931969"/>
                    </a:lnTo>
                    <a:lnTo>
                      <a:pt x="908595" y="923434"/>
                    </a:lnTo>
                    <a:lnTo>
                      <a:pt x="912100" y="91439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h1881"/>
              <p:cNvSpPr/>
              <p:nvPr/>
            </p:nvSpPr>
            <p:spPr>
              <a:xfrm>
                <a:off x="275180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h1882"/>
              <p:cNvSpPr/>
              <p:nvPr/>
            </p:nvSpPr>
            <p:spPr>
              <a:xfrm>
                <a:off x="276125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h1883"/>
              <p:cNvSpPr/>
              <p:nvPr/>
            </p:nvSpPr>
            <p:spPr>
              <a:xfrm>
                <a:off x="277069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h1884"/>
              <p:cNvSpPr/>
              <p:nvPr/>
            </p:nvSpPr>
            <p:spPr>
              <a:xfrm>
                <a:off x="278013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h1885"/>
              <p:cNvSpPr/>
              <p:nvPr/>
            </p:nvSpPr>
            <p:spPr>
              <a:xfrm>
                <a:off x="278957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h1886"/>
              <p:cNvSpPr/>
              <p:nvPr/>
            </p:nvSpPr>
            <p:spPr>
              <a:xfrm>
                <a:off x="279901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1">
                  <a:alpha val="100000"/>
                </a:srgbClr>
              </a:solidFill>
              <a:ln w="5420" cap="flat">
                <a:solidFill>
                  <a:srgbClr val="EA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h1887"/>
              <p:cNvSpPr/>
              <p:nvPr/>
            </p:nvSpPr>
            <p:spPr>
              <a:xfrm>
                <a:off x="280845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h1888"/>
              <p:cNvSpPr/>
              <p:nvPr/>
            </p:nvSpPr>
            <p:spPr>
              <a:xfrm>
                <a:off x="281789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h1889"/>
              <p:cNvSpPr/>
              <p:nvPr/>
            </p:nvSpPr>
            <p:spPr>
              <a:xfrm>
                <a:off x="282733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h1890"/>
              <p:cNvSpPr/>
              <p:nvPr/>
            </p:nvSpPr>
            <p:spPr>
              <a:xfrm>
                <a:off x="283677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h1891"/>
              <p:cNvSpPr/>
              <p:nvPr/>
            </p:nvSpPr>
            <p:spPr>
              <a:xfrm>
                <a:off x="284621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h1892"/>
              <p:cNvSpPr/>
              <p:nvPr/>
            </p:nvSpPr>
            <p:spPr>
              <a:xfrm>
                <a:off x="285565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h1893"/>
              <p:cNvSpPr/>
              <p:nvPr/>
            </p:nvSpPr>
            <p:spPr>
              <a:xfrm>
                <a:off x="286509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h1894"/>
              <p:cNvSpPr/>
              <p:nvPr/>
            </p:nvSpPr>
            <p:spPr>
              <a:xfrm>
                <a:off x="287453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h1895"/>
              <p:cNvSpPr/>
              <p:nvPr/>
            </p:nvSpPr>
            <p:spPr>
              <a:xfrm>
                <a:off x="288397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h1896"/>
              <p:cNvSpPr/>
              <p:nvPr/>
            </p:nvSpPr>
            <p:spPr>
              <a:xfrm>
                <a:off x="289341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h1897"/>
              <p:cNvSpPr/>
              <p:nvPr/>
            </p:nvSpPr>
            <p:spPr>
              <a:xfrm>
                <a:off x="290285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h1898"/>
              <p:cNvSpPr/>
              <p:nvPr/>
            </p:nvSpPr>
            <p:spPr>
              <a:xfrm>
                <a:off x="291229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h1899"/>
              <p:cNvSpPr/>
              <p:nvPr/>
            </p:nvSpPr>
            <p:spPr>
              <a:xfrm>
                <a:off x="292173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h1900"/>
              <p:cNvSpPr/>
              <p:nvPr/>
            </p:nvSpPr>
            <p:spPr>
              <a:xfrm>
                <a:off x="293117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h1901"/>
              <p:cNvSpPr/>
              <p:nvPr/>
            </p:nvSpPr>
            <p:spPr>
              <a:xfrm>
                <a:off x="294061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h1902"/>
              <p:cNvSpPr/>
              <p:nvPr/>
            </p:nvSpPr>
            <p:spPr>
              <a:xfrm>
                <a:off x="295005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h1903"/>
              <p:cNvSpPr/>
              <p:nvPr/>
            </p:nvSpPr>
            <p:spPr>
              <a:xfrm>
                <a:off x="295949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h1904"/>
              <p:cNvSpPr/>
              <p:nvPr/>
            </p:nvSpPr>
            <p:spPr>
              <a:xfrm>
                <a:off x="296893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h1905"/>
              <p:cNvSpPr/>
              <p:nvPr/>
            </p:nvSpPr>
            <p:spPr>
              <a:xfrm>
                <a:off x="297837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h1906"/>
              <p:cNvSpPr/>
              <p:nvPr/>
            </p:nvSpPr>
            <p:spPr>
              <a:xfrm>
                <a:off x="298781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h1907"/>
              <p:cNvSpPr/>
              <p:nvPr/>
            </p:nvSpPr>
            <p:spPr>
              <a:xfrm>
                <a:off x="299725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h1908"/>
              <p:cNvSpPr/>
              <p:nvPr/>
            </p:nvSpPr>
            <p:spPr>
              <a:xfrm>
                <a:off x="300669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h1909"/>
              <p:cNvSpPr/>
              <p:nvPr/>
            </p:nvSpPr>
            <p:spPr>
              <a:xfrm>
                <a:off x="301613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h1910"/>
              <p:cNvSpPr/>
              <p:nvPr/>
            </p:nvSpPr>
            <p:spPr>
              <a:xfrm>
                <a:off x="302557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h1911"/>
              <p:cNvSpPr/>
              <p:nvPr/>
            </p:nvSpPr>
            <p:spPr>
              <a:xfrm>
                <a:off x="303501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h1912"/>
              <p:cNvSpPr/>
              <p:nvPr/>
            </p:nvSpPr>
            <p:spPr>
              <a:xfrm>
                <a:off x="304445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h1913"/>
              <p:cNvSpPr/>
              <p:nvPr/>
            </p:nvSpPr>
            <p:spPr>
              <a:xfrm>
                <a:off x="305389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h1914"/>
              <p:cNvSpPr/>
              <p:nvPr/>
            </p:nvSpPr>
            <p:spPr>
              <a:xfrm>
                <a:off x="306333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h1915"/>
              <p:cNvSpPr/>
              <p:nvPr/>
            </p:nvSpPr>
            <p:spPr>
              <a:xfrm>
                <a:off x="307277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h1916"/>
              <p:cNvSpPr/>
              <p:nvPr/>
            </p:nvSpPr>
            <p:spPr>
              <a:xfrm>
                <a:off x="308221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h1917"/>
              <p:cNvSpPr/>
              <p:nvPr/>
            </p:nvSpPr>
            <p:spPr>
              <a:xfrm>
                <a:off x="309165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h1918"/>
              <p:cNvSpPr/>
              <p:nvPr/>
            </p:nvSpPr>
            <p:spPr>
              <a:xfrm>
                <a:off x="310109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h1919"/>
              <p:cNvSpPr/>
              <p:nvPr/>
            </p:nvSpPr>
            <p:spPr>
              <a:xfrm>
                <a:off x="311053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h1920"/>
              <p:cNvSpPr/>
              <p:nvPr/>
            </p:nvSpPr>
            <p:spPr>
              <a:xfrm>
                <a:off x="311997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h1921"/>
              <p:cNvSpPr/>
              <p:nvPr/>
            </p:nvSpPr>
            <p:spPr>
              <a:xfrm>
                <a:off x="312941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h1922"/>
              <p:cNvSpPr/>
              <p:nvPr/>
            </p:nvSpPr>
            <p:spPr>
              <a:xfrm>
                <a:off x="313885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h1923"/>
              <p:cNvSpPr/>
              <p:nvPr/>
            </p:nvSpPr>
            <p:spPr>
              <a:xfrm>
                <a:off x="314829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h1924"/>
              <p:cNvSpPr/>
              <p:nvPr/>
            </p:nvSpPr>
            <p:spPr>
              <a:xfrm>
                <a:off x="315774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h1925"/>
              <p:cNvSpPr/>
              <p:nvPr/>
            </p:nvSpPr>
            <p:spPr>
              <a:xfrm>
                <a:off x="316718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h1926"/>
              <p:cNvSpPr/>
              <p:nvPr/>
            </p:nvSpPr>
            <p:spPr>
              <a:xfrm>
                <a:off x="317662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h1927"/>
              <p:cNvSpPr/>
              <p:nvPr/>
            </p:nvSpPr>
            <p:spPr>
              <a:xfrm>
                <a:off x="318606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h1928"/>
              <p:cNvSpPr/>
              <p:nvPr/>
            </p:nvSpPr>
            <p:spPr>
              <a:xfrm>
                <a:off x="319550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h1929"/>
              <p:cNvSpPr/>
              <p:nvPr/>
            </p:nvSpPr>
            <p:spPr>
              <a:xfrm>
                <a:off x="320494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h1930"/>
              <p:cNvSpPr/>
              <p:nvPr/>
            </p:nvSpPr>
            <p:spPr>
              <a:xfrm>
                <a:off x="321438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h1931"/>
              <p:cNvSpPr/>
              <p:nvPr/>
            </p:nvSpPr>
            <p:spPr>
              <a:xfrm>
                <a:off x="322382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h1932"/>
              <p:cNvSpPr/>
              <p:nvPr/>
            </p:nvSpPr>
            <p:spPr>
              <a:xfrm>
                <a:off x="323326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h1933"/>
              <p:cNvSpPr/>
              <p:nvPr/>
            </p:nvSpPr>
            <p:spPr>
              <a:xfrm>
                <a:off x="324270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h1934"/>
              <p:cNvSpPr/>
              <p:nvPr/>
            </p:nvSpPr>
            <p:spPr>
              <a:xfrm>
                <a:off x="325214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h1935"/>
              <p:cNvSpPr/>
              <p:nvPr/>
            </p:nvSpPr>
            <p:spPr>
              <a:xfrm>
                <a:off x="326158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h1936"/>
              <p:cNvSpPr/>
              <p:nvPr/>
            </p:nvSpPr>
            <p:spPr>
              <a:xfrm>
                <a:off x="327102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h1937"/>
              <p:cNvSpPr/>
              <p:nvPr/>
            </p:nvSpPr>
            <p:spPr>
              <a:xfrm>
                <a:off x="328046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h1938"/>
              <p:cNvSpPr/>
              <p:nvPr/>
            </p:nvSpPr>
            <p:spPr>
              <a:xfrm>
                <a:off x="3289903" y="237862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066"/>
                    </a:lnTo>
                    <a:lnTo>
                      <a:pt x="923063" y="910665"/>
                    </a:lnTo>
                    <a:lnTo>
                      <a:pt x="922162" y="913682"/>
                    </a:lnTo>
                    <a:lnTo>
                      <a:pt x="921947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h1939"/>
              <p:cNvSpPr/>
              <p:nvPr/>
            </p:nvSpPr>
            <p:spPr>
              <a:xfrm>
                <a:off x="3299343" y="2361059"/>
                <a:ext cx="919260" cy="925636"/>
              </a:xfrm>
              <a:custGeom>
                <a:avLst/>
                <a:gdLst/>
                <a:ahLst/>
                <a:cxnLst/>
                <a:rect l="0" t="0" r="0" b="0"/>
                <a:pathLst>
                  <a:path w="919260" h="925636">
                    <a:moveTo>
                      <a:pt x="914400" y="914399"/>
                    </a:moveTo>
                    <a:lnTo>
                      <a:pt x="919260" y="914399"/>
                    </a:lnTo>
                    <a:lnTo>
                      <a:pt x="917798" y="916856"/>
                    </a:lnTo>
                    <a:lnTo>
                      <a:pt x="916910" y="918349"/>
                    </a:lnTo>
                    <a:lnTo>
                      <a:pt x="916685" y="918916"/>
                    </a:lnTo>
                    <a:lnTo>
                      <a:pt x="915919" y="920848"/>
                    </a:lnTo>
                    <a:lnTo>
                      <a:pt x="915563" y="921747"/>
                    </a:lnTo>
                    <a:lnTo>
                      <a:pt x="915427" y="922201"/>
                    </a:lnTo>
                    <a:lnTo>
                      <a:pt x="914525" y="925218"/>
                    </a:lnTo>
                    <a:lnTo>
                      <a:pt x="914400" y="925636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h1940"/>
              <p:cNvSpPr/>
              <p:nvPr/>
            </p:nvSpPr>
            <p:spPr>
              <a:xfrm>
                <a:off x="2402521" y="234349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0352" y="931969"/>
                    </a:lnTo>
                    <a:lnTo>
                      <a:pt x="909614" y="921854"/>
                    </a:lnTo>
                    <a:lnTo>
                      <a:pt x="909280" y="91439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h1941"/>
              <p:cNvSpPr/>
              <p:nvPr/>
            </p:nvSpPr>
            <p:spPr>
              <a:xfrm>
                <a:off x="240252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h1942"/>
              <p:cNvSpPr/>
              <p:nvPr/>
            </p:nvSpPr>
            <p:spPr>
              <a:xfrm>
                <a:off x="241196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h1943"/>
              <p:cNvSpPr/>
              <p:nvPr/>
            </p:nvSpPr>
            <p:spPr>
              <a:xfrm>
                <a:off x="242140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h1944"/>
              <p:cNvSpPr/>
              <p:nvPr/>
            </p:nvSpPr>
            <p:spPr>
              <a:xfrm>
                <a:off x="243084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h1945"/>
              <p:cNvSpPr/>
              <p:nvPr/>
            </p:nvSpPr>
            <p:spPr>
              <a:xfrm>
                <a:off x="244028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h1946"/>
              <p:cNvSpPr/>
              <p:nvPr/>
            </p:nvSpPr>
            <p:spPr>
              <a:xfrm>
                <a:off x="244972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h1947"/>
              <p:cNvSpPr/>
              <p:nvPr/>
            </p:nvSpPr>
            <p:spPr>
              <a:xfrm>
                <a:off x="245916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h1948"/>
              <p:cNvSpPr/>
              <p:nvPr/>
            </p:nvSpPr>
            <p:spPr>
              <a:xfrm>
                <a:off x="246860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h1949"/>
              <p:cNvSpPr/>
              <p:nvPr/>
            </p:nvSpPr>
            <p:spPr>
              <a:xfrm>
                <a:off x="247804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h1950"/>
              <p:cNvSpPr/>
              <p:nvPr/>
            </p:nvSpPr>
            <p:spPr>
              <a:xfrm>
                <a:off x="248748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h1951"/>
              <p:cNvSpPr/>
              <p:nvPr/>
            </p:nvSpPr>
            <p:spPr>
              <a:xfrm>
                <a:off x="249692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h1952"/>
              <p:cNvSpPr/>
              <p:nvPr/>
            </p:nvSpPr>
            <p:spPr>
              <a:xfrm>
                <a:off x="250636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h1953"/>
              <p:cNvSpPr/>
              <p:nvPr/>
            </p:nvSpPr>
            <p:spPr>
              <a:xfrm>
                <a:off x="251580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h1954"/>
              <p:cNvSpPr/>
              <p:nvPr/>
            </p:nvSpPr>
            <p:spPr>
              <a:xfrm>
                <a:off x="252524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h1955"/>
              <p:cNvSpPr/>
              <p:nvPr/>
            </p:nvSpPr>
            <p:spPr>
              <a:xfrm>
                <a:off x="253468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h1956"/>
              <p:cNvSpPr/>
              <p:nvPr/>
            </p:nvSpPr>
            <p:spPr>
              <a:xfrm>
                <a:off x="254412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h1957"/>
              <p:cNvSpPr/>
              <p:nvPr/>
            </p:nvSpPr>
            <p:spPr>
              <a:xfrm>
                <a:off x="255356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h1958"/>
              <p:cNvSpPr/>
              <p:nvPr/>
            </p:nvSpPr>
            <p:spPr>
              <a:xfrm>
                <a:off x="256300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h1959"/>
              <p:cNvSpPr/>
              <p:nvPr/>
            </p:nvSpPr>
            <p:spPr>
              <a:xfrm>
                <a:off x="257244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h1960"/>
              <p:cNvSpPr/>
              <p:nvPr/>
            </p:nvSpPr>
            <p:spPr>
              <a:xfrm>
                <a:off x="258188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h1961"/>
              <p:cNvSpPr/>
              <p:nvPr/>
            </p:nvSpPr>
            <p:spPr>
              <a:xfrm>
                <a:off x="259132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h1962"/>
              <p:cNvSpPr/>
              <p:nvPr/>
            </p:nvSpPr>
            <p:spPr>
              <a:xfrm>
                <a:off x="260076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h1963"/>
              <p:cNvSpPr/>
              <p:nvPr/>
            </p:nvSpPr>
            <p:spPr>
              <a:xfrm>
                <a:off x="261020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h1964"/>
              <p:cNvSpPr/>
              <p:nvPr/>
            </p:nvSpPr>
            <p:spPr>
              <a:xfrm>
                <a:off x="261964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h1965"/>
              <p:cNvSpPr/>
              <p:nvPr/>
            </p:nvSpPr>
            <p:spPr>
              <a:xfrm>
                <a:off x="262908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h1966"/>
              <p:cNvSpPr/>
              <p:nvPr/>
            </p:nvSpPr>
            <p:spPr>
              <a:xfrm>
                <a:off x="263852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h1967"/>
              <p:cNvSpPr/>
              <p:nvPr/>
            </p:nvSpPr>
            <p:spPr>
              <a:xfrm>
                <a:off x="264796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h1968"/>
              <p:cNvSpPr/>
              <p:nvPr/>
            </p:nvSpPr>
            <p:spPr>
              <a:xfrm>
                <a:off x="265740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h1969"/>
              <p:cNvSpPr/>
              <p:nvPr/>
            </p:nvSpPr>
            <p:spPr>
              <a:xfrm>
                <a:off x="266684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h1970"/>
              <p:cNvSpPr/>
              <p:nvPr/>
            </p:nvSpPr>
            <p:spPr>
              <a:xfrm>
                <a:off x="267628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h1971"/>
              <p:cNvSpPr/>
              <p:nvPr/>
            </p:nvSpPr>
            <p:spPr>
              <a:xfrm>
                <a:off x="2685728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0536"/>
                    </a:lnTo>
                    <a:lnTo>
                      <a:pt x="922401" y="905608"/>
                    </a:lnTo>
                    <a:lnTo>
                      <a:pt x="919576" y="91439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h1972"/>
              <p:cNvSpPr/>
              <p:nvPr/>
            </p:nvSpPr>
            <p:spPr>
              <a:xfrm>
                <a:off x="2695168" y="2343490"/>
                <a:ext cx="915451" cy="918106"/>
              </a:xfrm>
              <a:custGeom>
                <a:avLst/>
                <a:gdLst/>
                <a:ahLst/>
                <a:cxnLst/>
                <a:rect l="0" t="0" r="0" b="0"/>
                <a:pathLst>
                  <a:path w="915451" h="918106">
                    <a:moveTo>
                      <a:pt x="914400" y="914399"/>
                    </a:moveTo>
                    <a:lnTo>
                      <a:pt x="915451" y="914399"/>
                    </a:lnTo>
                    <a:lnTo>
                      <a:pt x="914400" y="918106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h1973"/>
              <p:cNvSpPr/>
              <p:nvPr/>
            </p:nvSpPr>
            <p:spPr>
              <a:xfrm>
                <a:off x="2751809" y="236105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44" y="914284"/>
                    </a:lnTo>
                    <a:lnTo>
                      <a:pt x="914400" y="909082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h1974"/>
              <p:cNvSpPr/>
              <p:nvPr/>
            </p:nvSpPr>
            <p:spPr>
              <a:xfrm>
                <a:off x="2761250" y="234349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652"/>
                    </a:lnTo>
                    <a:lnTo>
                      <a:pt x="906512" y="923071"/>
                    </a:lnTo>
                    <a:lnTo>
                      <a:pt x="906650" y="922769"/>
                    </a:lnTo>
                    <a:lnTo>
                      <a:pt x="906790" y="922464"/>
                    </a:lnTo>
                    <a:lnTo>
                      <a:pt x="906930" y="922158"/>
                    </a:lnTo>
                    <a:lnTo>
                      <a:pt x="907069" y="921853"/>
                    </a:lnTo>
                    <a:lnTo>
                      <a:pt x="907209" y="921547"/>
                    </a:lnTo>
                    <a:lnTo>
                      <a:pt x="907349" y="921242"/>
                    </a:lnTo>
                    <a:lnTo>
                      <a:pt x="907489" y="920936"/>
                    </a:lnTo>
                    <a:lnTo>
                      <a:pt x="907629" y="920631"/>
                    </a:lnTo>
                    <a:lnTo>
                      <a:pt x="907769" y="920325"/>
                    </a:lnTo>
                    <a:lnTo>
                      <a:pt x="907909" y="920020"/>
                    </a:lnTo>
                    <a:lnTo>
                      <a:pt x="908049" y="919714"/>
                    </a:lnTo>
                    <a:lnTo>
                      <a:pt x="908189" y="919408"/>
                    </a:lnTo>
                    <a:lnTo>
                      <a:pt x="908329" y="919103"/>
                    </a:lnTo>
                    <a:lnTo>
                      <a:pt x="908469" y="918797"/>
                    </a:lnTo>
                    <a:lnTo>
                      <a:pt x="908609" y="918492"/>
                    </a:lnTo>
                    <a:lnTo>
                      <a:pt x="908749" y="918186"/>
                    </a:lnTo>
                    <a:lnTo>
                      <a:pt x="908889" y="917881"/>
                    </a:lnTo>
                    <a:lnTo>
                      <a:pt x="909029" y="917575"/>
                    </a:lnTo>
                    <a:lnTo>
                      <a:pt x="909169" y="917270"/>
                    </a:lnTo>
                    <a:lnTo>
                      <a:pt x="909309" y="916964"/>
                    </a:lnTo>
                    <a:lnTo>
                      <a:pt x="909449" y="916659"/>
                    </a:lnTo>
                    <a:lnTo>
                      <a:pt x="909589" y="916353"/>
                    </a:lnTo>
                    <a:lnTo>
                      <a:pt x="909729" y="916048"/>
                    </a:lnTo>
                    <a:lnTo>
                      <a:pt x="909869" y="915742"/>
                    </a:lnTo>
                    <a:lnTo>
                      <a:pt x="910009" y="915437"/>
                    </a:lnTo>
                    <a:lnTo>
                      <a:pt x="910149" y="915131"/>
                    </a:lnTo>
                    <a:lnTo>
                      <a:pt x="910289" y="914826"/>
                    </a:lnTo>
                    <a:lnTo>
                      <a:pt x="910484" y="91439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h1975"/>
              <p:cNvSpPr/>
              <p:nvPr/>
            </p:nvSpPr>
            <p:spPr>
              <a:xfrm>
                <a:off x="276125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h1976"/>
              <p:cNvSpPr/>
              <p:nvPr/>
            </p:nvSpPr>
            <p:spPr>
              <a:xfrm>
                <a:off x="277069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h1977"/>
              <p:cNvSpPr/>
              <p:nvPr/>
            </p:nvSpPr>
            <p:spPr>
              <a:xfrm>
                <a:off x="278013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h1978"/>
              <p:cNvSpPr/>
              <p:nvPr/>
            </p:nvSpPr>
            <p:spPr>
              <a:xfrm>
                <a:off x="278957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h1979"/>
              <p:cNvSpPr/>
              <p:nvPr/>
            </p:nvSpPr>
            <p:spPr>
              <a:xfrm>
                <a:off x="279901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h1980"/>
              <p:cNvSpPr/>
              <p:nvPr/>
            </p:nvSpPr>
            <p:spPr>
              <a:xfrm>
                <a:off x="280845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h1981"/>
              <p:cNvSpPr/>
              <p:nvPr/>
            </p:nvSpPr>
            <p:spPr>
              <a:xfrm>
                <a:off x="281789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h1982"/>
              <p:cNvSpPr/>
              <p:nvPr/>
            </p:nvSpPr>
            <p:spPr>
              <a:xfrm>
                <a:off x="282733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h1983"/>
              <p:cNvSpPr/>
              <p:nvPr/>
            </p:nvSpPr>
            <p:spPr>
              <a:xfrm>
                <a:off x="283677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h1984"/>
              <p:cNvSpPr/>
              <p:nvPr/>
            </p:nvSpPr>
            <p:spPr>
              <a:xfrm>
                <a:off x="284621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h1985"/>
              <p:cNvSpPr/>
              <p:nvPr/>
            </p:nvSpPr>
            <p:spPr>
              <a:xfrm>
                <a:off x="285565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h1986"/>
              <p:cNvSpPr/>
              <p:nvPr/>
            </p:nvSpPr>
            <p:spPr>
              <a:xfrm>
                <a:off x="286509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h1987"/>
              <p:cNvSpPr/>
              <p:nvPr/>
            </p:nvSpPr>
            <p:spPr>
              <a:xfrm>
                <a:off x="287453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h1988"/>
              <p:cNvSpPr/>
              <p:nvPr/>
            </p:nvSpPr>
            <p:spPr>
              <a:xfrm>
                <a:off x="288397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h1989"/>
              <p:cNvSpPr/>
              <p:nvPr/>
            </p:nvSpPr>
            <p:spPr>
              <a:xfrm>
                <a:off x="289341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h1990"/>
              <p:cNvSpPr/>
              <p:nvPr/>
            </p:nvSpPr>
            <p:spPr>
              <a:xfrm>
                <a:off x="290285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h1991"/>
              <p:cNvSpPr/>
              <p:nvPr/>
            </p:nvSpPr>
            <p:spPr>
              <a:xfrm>
                <a:off x="291229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h1992"/>
              <p:cNvSpPr/>
              <p:nvPr/>
            </p:nvSpPr>
            <p:spPr>
              <a:xfrm>
                <a:off x="292173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h1993"/>
              <p:cNvSpPr/>
              <p:nvPr/>
            </p:nvSpPr>
            <p:spPr>
              <a:xfrm>
                <a:off x="293117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h1994"/>
              <p:cNvSpPr/>
              <p:nvPr/>
            </p:nvSpPr>
            <p:spPr>
              <a:xfrm>
                <a:off x="294061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h1995"/>
              <p:cNvSpPr/>
              <p:nvPr/>
            </p:nvSpPr>
            <p:spPr>
              <a:xfrm>
                <a:off x="295005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h1996"/>
              <p:cNvSpPr/>
              <p:nvPr/>
            </p:nvSpPr>
            <p:spPr>
              <a:xfrm>
                <a:off x="295949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h1997"/>
              <p:cNvSpPr/>
              <p:nvPr/>
            </p:nvSpPr>
            <p:spPr>
              <a:xfrm>
                <a:off x="296893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h1998"/>
              <p:cNvSpPr/>
              <p:nvPr/>
            </p:nvSpPr>
            <p:spPr>
              <a:xfrm>
                <a:off x="297837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h1999"/>
              <p:cNvSpPr/>
              <p:nvPr/>
            </p:nvSpPr>
            <p:spPr>
              <a:xfrm>
                <a:off x="298781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4">
                  <a:alpha val="100000"/>
                </a:srgbClr>
              </a:solidFill>
              <a:ln w="5420" cap="flat">
                <a:solidFill>
                  <a:srgbClr val="F7FB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h2000"/>
              <p:cNvSpPr/>
              <p:nvPr/>
            </p:nvSpPr>
            <p:spPr>
              <a:xfrm>
                <a:off x="299725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h2001"/>
              <p:cNvSpPr/>
              <p:nvPr/>
            </p:nvSpPr>
            <p:spPr>
              <a:xfrm>
                <a:off x="300669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h2002"/>
              <p:cNvSpPr/>
              <p:nvPr/>
            </p:nvSpPr>
            <p:spPr>
              <a:xfrm>
                <a:off x="301613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h2003"/>
              <p:cNvSpPr/>
              <p:nvPr/>
            </p:nvSpPr>
            <p:spPr>
              <a:xfrm>
                <a:off x="302557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h2004"/>
              <p:cNvSpPr/>
              <p:nvPr/>
            </p:nvSpPr>
            <p:spPr>
              <a:xfrm>
                <a:off x="303501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h2005"/>
              <p:cNvSpPr/>
              <p:nvPr/>
            </p:nvSpPr>
            <p:spPr>
              <a:xfrm>
                <a:off x="304445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h2006"/>
              <p:cNvSpPr/>
              <p:nvPr/>
            </p:nvSpPr>
            <p:spPr>
              <a:xfrm>
                <a:off x="305389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h2007"/>
              <p:cNvSpPr/>
              <p:nvPr/>
            </p:nvSpPr>
            <p:spPr>
              <a:xfrm>
                <a:off x="306333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h2008"/>
              <p:cNvSpPr/>
              <p:nvPr/>
            </p:nvSpPr>
            <p:spPr>
              <a:xfrm>
                <a:off x="307277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h2009"/>
              <p:cNvSpPr/>
              <p:nvPr/>
            </p:nvSpPr>
            <p:spPr>
              <a:xfrm>
                <a:off x="308221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h2010"/>
              <p:cNvSpPr/>
              <p:nvPr/>
            </p:nvSpPr>
            <p:spPr>
              <a:xfrm>
                <a:off x="309165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h2011"/>
              <p:cNvSpPr/>
              <p:nvPr/>
            </p:nvSpPr>
            <p:spPr>
              <a:xfrm>
                <a:off x="310109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h2012"/>
              <p:cNvSpPr/>
              <p:nvPr/>
            </p:nvSpPr>
            <p:spPr>
              <a:xfrm>
                <a:off x="311053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h2013"/>
              <p:cNvSpPr/>
              <p:nvPr/>
            </p:nvSpPr>
            <p:spPr>
              <a:xfrm>
                <a:off x="311997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h2014"/>
              <p:cNvSpPr/>
              <p:nvPr/>
            </p:nvSpPr>
            <p:spPr>
              <a:xfrm>
                <a:off x="312941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h2015"/>
              <p:cNvSpPr/>
              <p:nvPr/>
            </p:nvSpPr>
            <p:spPr>
              <a:xfrm>
                <a:off x="313885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h2016"/>
              <p:cNvSpPr/>
              <p:nvPr/>
            </p:nvSpPr>
            <p:spPr>
              <a:xfrm>
                <a:off x="314829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h2017"/>
              <p:cNvSpPr/>
              <p:nvPr/>
            </p:nvSpPr>
            <p:spPr>
              <a:xfrm>
                <a:off x="315774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h2018"/>
              <p:cNvSpPr/>
              <p:nvPr/>
            </p:nvSpPr>
            <p:spPr>
              <a:xfrm>
                <a:off x="316718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h2019"/>
              <p:cNvSpPr/>
              <p:nvPr/>
            </p:nvSpPr>
            <p:spPr>
              <a:xfrm>
                <a:off x="317662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h2020"/>
              <p:cNvSpPr/>
              <p:nvPr/>
            </p:nvSpPr>
            <p:spPr>
              <a:xfrm>
                <a:off x="318606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h2021"/>
              <p:cNvSpPr/>
              <p:nvPr/>
            </p:nvSpPr>
            <p:spPr>
              <a:xfrm>
                <a:off x="319550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h2022"/>
              <p:cNvSpPr/>
              <p:nvPr/>
            </p:nvSpPr>
            <p:spPr>
              <a:xfrm>
                <a:off x="320494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h2023"/>
              <p:cNvSpPr/>
              <p:nvPr/>
            </p:nvSpPr>
            <p:spPr>
              <a:xfrm>
                <a:off x="321438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h2024"/>
              <p:cNvSpPr/>
              <p:nvPr/>
            </p:nvSpPr>
            <p:spPr>
              <a:xfrm>
                <a:off x="322382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h2025"/>
              <p:cNvSpPr/>
              <p:nvPr/>
            </p:nvSpPr>
            <p:spPr>
              <a:xfrm>
                <a:off x="323326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h2026"/>
              <p:cNvSpPr/>
              <p:nvPr/>
            </p:nvSpPr>
            <p:spPr>
              <a:xfrm>
                <a:off x="324270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h2027"/>
              <p:cNvSpPr/>
              <p:nvPr/>
            </p:nvSpPr>
            <p:spPr>
              <a:xfrm>
                <a:off x="325214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h2028"/>
              <p:cNvSpPr/>
              <p:nvPr/>
            </p:nvSpPr>
            <p:spPr>
              <a:xfrm>
                <a:off x="326158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h2029"/>
              <p:cNvSpPr/>
              <p:nvPr/>
            </p:nvSpPr>
            <p:spPr>
              <a:xfrm>
                <a:off x="327102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h2030"/>
              <p:cNvSpPr/>
              <p:nvPr/>
            </p:nvSpPr>
            <p:spPr>
              <a:xfrm>
                <a:off x="328046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h2031"/>
              <p:cNvSpPr/>
              <p:nvPr/>
            </p:nvSpPr>
            <p:spPr>
              <a:xfrm>
                <a:off x="328990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h2032"/>
              <p:cNvSpPr/>
              <p:nvPr/>
            </p:nvSpPr>
            <p:spPr>
              <a:xfrm>
                <a:off x="3299343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711"/>
                    </a:lnTo>
                    <a:lnTo>
                      <a:pt x="922419" y="909095"/>
                    </a:lnTo>
                    <a:lnTo>
                      <a:pt x="920878" y="911682"/>
                    </a:lnTo>
                    <a:lnTo>
                      <a:pt x="919337" y="914269"/>
                    </a:lnTo>
                    <a:lnTo>
                      <a:pt x="919260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h2033"/>
              <p:cNvSpPr/>
              <p:nvPr/>
            </p:nvSpPr>
            <p:spPr>
              <a:xfrm>
                <a:off x="3308784" y="2343490"/>
                <a:ext cx="920295" cy="924281"/>
              </a:xfrm>
              <a:custGeom>
                <a:avLst/>
                <a:gdLst/>
                <a:ahLst/>
                <a:cxnLst/>
                <a:rect l="0" t="0" r="0" b="0"/>
                <a:pathLst>
                  <a:path w="920295" h="924281">
                    <a:moveTo>
                      <a:pt x="914400" y="914399"/>
                    </a:moveTo>
                    <a:lnTo>
                      <a:pt x="920295" y="914399"/>
                    </a:lnTo>
                    <a:lnTo>
                      <a:pt x="919149" y="916320"/>
                    </a:lnTo>
                    <a:lnTo>
                      <a:pt x="917605" y="918906"/>
                    </a:lnTo>
                    <a:lnTo>
                      <a:pt x="916062" y="921492"/>
                    </a:lnTo>
                    <a:lnTo>
                      <a:pt x="914520" y="924078"/>
                    </a:lnTo>
                    <a:lnTo>
                      <a:pt x="914400" y="92428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h2034"/>
              <p:cNvSpPr/>
              <p:nvPr/>
            </p:nvSpPr>
            <p:spPr>
              <a:xfrm>
                <a:off x="2402521" y="232592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280" y="931969"/>
                    </a:lnTo>
                    <a:lnTo>
                      <a:pt x="909125" y="928501"/>
                    </a:lnTo>
                    <a:lnTo>
                      <a:pt x="908942" y="917545"/>
                    </a:lnTo>
                    <a:lnTo>
                      <a:pt x="908977" y="914400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h2035"/>
              <p:cNvSpPr/>
              <p:nvPr/>
            </p:nvSpPr>
            <p:spPr>
              <a:xfrm>
                <a:off x="240252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h2036"/>
              <p:cNvSpPr/>
              <p:nvPr/>
            </p:nvSpPr>
            <p:spPr>
              <a:xfrm>
                <a:off x="241196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h2037"/>
              <p:cNvSpPr/>
              <p:nvPr/>
            </p:nvSpPr>
            <p:spPr>
              <a:xfrm>
                <a:off x="242140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h2038"/>
              <p:cNvSpPr/>
              <p:nvPr/>
            </p:nvSpPr>
            <p:spPr>
              <a:xfrm>
                <a:off x="243084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h2039"/>
              <p:cNvSpPr/>
              <p:nvPr/>
            </p:nvSpPr>
            <p:spPr>
              <a:xfrm>
                <a:off x="244028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h2040"/>
              <p:cNvSpPr/>
              <p:nvPr/>
            </p:nvSpPr>
            <p:spPr>
              <a:xfrm>
                <a:off x="244972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h2041"/>
              <p:cNvSpPr/>
              <p:nvPr/>
            </p:nvSpPr>
            <p:spPr>
              <a:xfrm>
                <a:off x="245916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h2042"/>
              <p:cNvSpPr/>
              <p:nvPr/>
            </p:nvSpPr>
            <p:spPr>
              <a:xfrm>
                <a:off x="246860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h2043"/>
              <p:cNvSpPr/>
              <p:nvPr/>
            </p:nvSpPr>
            <p:spPr>
              <a:xfrm>
                <a:off x="247804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h2044"/>
              <p:cNvSpPr/>
              <p:nvPr/>
            </p:nvSpPr>
            <p:spPr>
              <a:xfrm>
                <a:off x="248748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h2045"/>
              <p:cNvSpPr/>
              <p:nvPr/>
            </p:nvSpPr>
            <p:spPr>
              <a:xfrm>
                <a:off x="249692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h2046"/>
              <p:cNvSpPr/>
              <p:nvPr/>
            </p:nvSpPr>
            <p:spPr>
              <a:xfrm>
                <a:off x="250636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h2047"/>
              <p:cNvSpPr/>
              <p:nvPr/>
            </p:nvSpPr>
            <p:spPr>
              <a:xfrm>
                <a:off x="251580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h2048"/>
              <p:cNvSpPr/>
              <p:nvPr/>
            </p:nvSpPr>
            <p:spPr>
              <a:xfrm>
                <a:off x="252524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h2049"/>
              <p:cNvSpPr/>
              <p:nvPr/>
            </p:nvSpPr>
            <p:spPr>
              <a:xfrm>
                <a:off x="253468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h2050"/>
              <p:cNvSpPr/>
              <p:nvPr/>
            </p:nvSpPr>
            <p:spPr>
              <a:xfrm>
                <a:off x="254412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h2051"/>
              <p:cNvSpPr/>
              <p:nvPr/>
            </p:nvSpPr>
            <p:spPr>
              <a:xfrm>
                <a:off x="255356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h2052"/>
              <p:cNvSpPr/>
              <p:nvPr/>
            </p:nvSpPr>
            <p:spPr>
              <a:xfrm>
                <a:off x="256300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h2053"/>
              <p:cNvSpPr/>
              <p:nvPr/>
            </p:nvSpPr>
            <p:spPr>
              <a:xfrm>
                <a:off x="257244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h2054"/>
              <p:cNvSpPr/>
              <p:nvPr/>
            </p:nvSpPr>
            <p:spPr>
              <a:xfrm>
                <a:off x="258188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h2055"/>
              <p:cNvSpPr/>
              <p:nvPr/>
            </p:nvSpPr>
            <p:spPr>
              <a:xfrm>
                <a:off x="259132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h2056"/>
              <p:cNvSpPr/>
              <p:nvPr/>
            </p:nvSpPr>
            <p:spPr>
              <a:xfrm>
                <a:off x="260076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h2057"/>
              <p:cNvSpPr/>
              <p:nvPr/>
            </p:nvSpPr>
            <p:spPr>
              <a:xfrm>
                <a:off x="261020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h2058"/>
              <p:cNvSpPr/>
              <p:nvPr/>
            </p:nvSpPr>
            <p:spPr>
              <a:xfrm>
                <a:off x="261964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h2059"/>
              <p:cNvSpPr/>
              <p:nvPr/>
            </p:nvSpPr>
            <p:spPr>
              <a:xfrm>
                <a:off x="262908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h2060"/>
              <p:cNvSpPr/>
              <p:nvPr/>
            </p:nvSpPr>
            <p:spPr>
              <a:xfrm>
                <a:off x="263852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h2061"/>
              <p:cNvSpPr/>
              <p:nvPr/>
            </p:nvSpPr>
            <p:spPr>
              <a:xfrm>
                <a:off x="264796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h2062"/>
              <p:cNvSpPr/>
              <p:nvPr/>
            </p:nvSpPr>
            <p:spPr>
              <a:xfrm>
                <a:off x="265740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h2063"/>
              <p:cNvSpPr/>
              <p:nvPr/>
            </p:nvSpPr>
            <p:spPr>
              <a:xfrm>
                <a:off x="266684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h2064"/>
              <p:cNvSpPr/>
              <p:nvPr/>
            </p:nvSpPr>
            <p:spPr>
              <a:xfrm>
                <a:off x="267628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h2065"/>
              <p:cNvSpPr/>
              <p:nvPr/>
            </p:nvSpPr>
            <p:spPr>
              <a:xfrm>
                <a:off x="268572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h2066"/>
              <p:cNvSpPr/>
              <p:nvPr/>
            </p:nvSpPr>
            <p:spPr>
              <a:xfrm>
                <a:off x="2695168" y="2343490"/>
                <a:ext cx="9196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63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639" y="896830"/>
                    </a:lnTo>
                    <a:lnTo>
                      <a:pt x="918287" y="903132"/>
                    </a:lnTo>
                    <a:lnTo>
                      <a:pt x="915767" y="913287"/>
                    </a:lnTo>
                    <a:lnTo>
                      <a:pt x="915451" y="91439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h2067"/>
              <p:cNvSpPr/>
              <p:nvPr/>
            </p:nvSpPr>
            <p:spPr>
              <a:xfrm>
                <a:off x="2761250" y="234349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84" y="914399"/>
                    </a:lnTo>
                    <a:lnTo>
                      <a:pt x="910569" y="914215"/>
                    </a:lnTo>
                    <a:lnTo>
                      <a:pt x="910709" y="913909"/>
                    </a:lnTo>
                    <a:lnTo>
                      <a:pt x="910849" y="913604"/>
                    </a:lnTo>
                    <a:lnTo>
                      <a:pt x="910989" y="913298"/>
                    </a:lnTo>
                    <a:lnTo>
                      <a:pt x="911129" y="912993"/>
                    </a:lnTo>
                    <a:lnTo>
                      <a:pt x="911269" y="912687"/>
                    </a:lnTo>
                    <a:lnTo>
                      <a:pt x="911409" y="912382"/>
                    </a:lnTo>
                    <a:lnTo>
                      <a:pt x="911549" y="912076"/>
                    </a:lnTo>
                    <a:lnTo>
                      <a:pt x="911689" y="911771"/>
                    </a:lnTo>
                    <a:lnTo>
                      <a:pt x="911830" y="911465"/>
                    </a:lnTo>
                    <a:lnTo>
                      <a:pt x="911970" y="911160"/>
                    </a:lnTo>
                    <a:lnTo>
                      <a:pt x="912110" y="910854"/>
                    </a:lnTo>
                    <a:lnTo>
                      <a:pt x="912250" y="910549"/>
                    </a:lnTo>
                    <a:lnTo>
                      <a:pt x="912390" y="910243"/>
                    </a:lnTo>
                    <a:lnTo>
                      <a:pt x="912530" y="909938"/>
                    </a:lnTo>
                    <a:lnTo>
                      <a:pt x="912670" y="909632"/>
                    </a:lnTo>
                    <a:lnTo>
                      <a:pt x="912810" y="909327"/>
                    </a:lnTo>
                    <a:lnTo>
                      <a:pt x="912951" y="909021"/>
                    </a:lnTo>
                    <a:lnTo>
                      <a:pt x="913091" y="908716"/>
                    </a:lnTo>
                    <a:lnTo>
                      <a:pt x="913231" y="908410"/>
                    </a:lnTo>
                    <a:lnTo>
                      <a:pt x="913371" y="908105"/>
                    </a:lnTo>
                    <a:lnTo>
                      <a:pt x="913511" y="907799"/>
                    </a:lnTo>
                    <a:lnTo>
                      <a:pt x="913652" y="907494"/>
                    </a:lnTo>
                    <a:lnTo>
                      <a:pt x="913792" y="907188"/>
                    </a:lnTo>
                    <a:lnTo>
                      <a:pt x="913932" y="906883"/>
                    </a:lnTo>
                    <a:lnTo>
                      <a:pt x="914072" y="906577"/>
                    </a:lnTo>
                    <a:lnTo>
                      <a:pt x="914212" y="906272"/>
                    </a:lnTo>
                    <a:lnTo>
                      <a:pt x="914400" y="905864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h2068"/>
              <p:cNvSpPr/>
              <p:nvPr/>
            </p:nvSpPr>
            <p:spPr>
              <a:xfrm>
                <a:off x="2770690" y="232592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434"/>
                    </a:lnTo>
                    <a:lnTo>
                      <a:pt x="905053" y="923231"/>
                    </a:lnTo>
                    <a:lnTo>
                      <a:pt x="905193" y="922925"/>
                    </a:lnTo>
                    <a:lnTo>
                      <a:pt x="905333" y="922620"/>
                    </a:lnTo>
                    <a:lnTo>
                      <a:pt x="905473" y="922314"/>
                    </a:lnTo>
                    <a:lnTo>
                      <a:pt x="905613" y="922009"/>
                    </a:lnTo>
                    <a:lnTo>
                      <a:pt x="905754" y="921703"/>
                    </a:lnTo>
                    <a:lnTo>
                      <a:pt x="905894" y="921398"/>
                    </a:lnTo>
                    <a:lnTo>
                      <a:pt x="906034" y="921092"/>
                    </a:lnTo>
                    <a:lnTo>
                      <a:pt x="909264" y="914400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h2069"/>
              <p:cNvSpPr/>
              <p:nvPr/>
            </p:nvSpPr>
            <p:spPr>
              <a:xfrm>
                <a:off x="277069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h2070"/>
              <p:cNvSpPr/>
              <p:nvPr/>
            </p:nvSpPr>
            <p:spPr>
              <a:xfrm>
                <a:off x="278013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h2071"/>
              <p:cNvSpPr/>
              <p:nvPr/>
            </p:nvSpPr>
            <p:spPr>
              <a:xfrm>
                <a:off x="278957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h2072"/>
              <p:cNvSpPr/>
              <p:nvPr/>
            </p:nvSpPr>
            <p:spPr>
              <a:xfrm>
                <a:off x="279901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h2073"/>
              <p:cNvSpPr/>
              <p:nvPr/>
            </p:nvSpPr>
            <p:spPr>
              <a:xfrm>
                <a:off x="280845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h2074"/>
              <p:cNvSpPr/>
              <p:nvPr/>
            </p:nvSpPr>
            <p:spPr>
              <a:xfrm>
                <a:off x="281789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h2075"/>
              <p:cNvSpPr/>
              <p:nvPr/>
            </p:nvSpPr>
            <p:spPr>
              <a:xfrm>
                <a:off x="282733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h2076"/>
              <p:cNvSpPr/>
              <p:nvPr/>
            </p:nvSpPr>
            <p:spPr>
              <a:xfrm>
                <a:off x="283677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h2077"/>
              <p:cNvSpPr/>
              <p:nvPr/>
            </p:nvSpPr>
            <p:spPr>
              <a:xfrm>
                <a:off x="284621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h2078"/>
              <p:cNvSpPr/>
              <p:nvPr/>
            </p:nvSpPr>
            <p:spPr>
              <a:xfrm>
                <a:off x="285565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h2079"/>
              <p:cNvSpPr/>
              <p:nvPr/>
            </p:nvSpPr>
            <p:spPr>
              <a:xfrm>
                <a:off x="286509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h2080"/>
              <p:cNvSpPr/>
              <p:nvPr/>
            </p:nvSpPr>
            <p:spPr>
              <a:xfrm>
                <a:off x="287453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h2081"/>
              <p:cNvSpPr/>
              <p:nvPr/>
            </p:nvSpPr>
            <p:spPr>
              <a:xfrm>
                <a:off x="288397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h2082"/>
              <p:cNvSpPr/>
              <p:nvPr/>
            </p:nvSpPr>
            <p:spPr>
              <a:xfrm>
                <a:off x="289341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h2083"/>
              <p:cNvSpPr/>
              <p:nvPr/>
            </p:nvSpPr>
            <p:spPr>
              <a:xfrm>
                <a:off x="290285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h2084"/>
              <p:cNvSpPr/>
              <p:nvPr/>
            </p:nvSpPr>
            <p:spPr>
              <a:xfrm>
                <a:off x="291229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h2085"/>
              <p:cNvSpPr/>
              <p:nvPr/>
            </p:nvSpPr>
            <p:spPr>
              <a:xfrm>
                <a:off x="292173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h2086"/>
              <p:cNvSpPr/>
              <p:nvPr/>
            </p:nvSpPr>
            <p:spPr>
              <a:xfrm>
                <a:off x="293117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h2087"/>
              <p:cNvSpPr/>
              <p:nvPr/>
            </p:nvSpPr>
            <p:spPr>
              <a:xfrm>
                <a:off x="294061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h2088"/>
              <p:cNvSpPr/>
              <p:nvPr/>
            </p:nvSpPr>
            <p:spPr>
              <a:xfrm>
                <a:off x="295005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h2089"/>
              <p:cNvSpPr/>
              <p:nvPr/>
            </p:nvSpPr>
            <p:spPr>
              <a:xfrm>
                <a:off x="295949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h2090"/>
              <p:cNvSpPr/>
              <p:nvPr/>
            </p:nvSpPr>
            <p:spPr>
              <a:xfrm>
                <a:off x="296893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h2091"/>
              <p:cNvSpPr/>
              <p:nvPr/>
            </p:nvSpPr>
            <p:spPr>
              <a:xfrm>
                <a:off x="297837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h2092"/>
              <p:cNvSpPr/>
              <p:nvPr/>
            </p:nvSpPr>
            <p:spPr>
              <a:xfrm>
                <a:off x="298781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h2093"/>
              <p:cNvSpPr/>
              <p:nvPr/>
            </p:nvSpPr>
            <p:spPr>
              <a:xfrm>
                <a:off x="299725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h2094"/>
              <p:cNvSpPr/>
              <p:nvPr/>
            </p:nvSpPr>
            <p:spPr>
              <a:xfrm>
                <a:off x="300669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h2095"/>
              <p:cNvSpPr/>
              <p:nvPr/>
            </p:nvSpPr>
            <p:spPr>
              <a:xfrm>
                <a:off x="301613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h2096"/>
              <p:cNvSpPr/>
              <p:nvPr/>
            </p:nvSpPr>
            <p:spPr>
              <a:xfrm>
                <a:off x="302557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h2097"/>
              <p:cNvSpPr/>
              <p:nvPr/>
            </p:nvSpPr>
            <p:spPr>
              <a:xfrm>
                <a:off x="303501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h2098"/>
              <p:cNvSpPr/>
              <p:nvPr/>
            </p:nvSpPr>
            <p:spPr>
              <a:xfrm>
                <a:off x="304445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h2099"/>
              <p:cNvSpPr/>
              <p:nvPr/>
            </p:nvSpPr>
            <p:spPr>
              <a:xfrm>
                <a:off x="305389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h2100"/>
              <p:cNvSpPr/>
              <p:nvPr/>
            </p:nvSpPr>
            <p:spPr>
              <a:xfrm>
                <a:off x="306333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h2101"/>
              <p:cNvSpPr/>
              <p:nvPr/>
            </p:nvSpPr>
            <p:spPr>
              <a:xfrm>
                <a:off x="307277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h2102"/>
              <p:cNvSpPr/>
              <p:nvPr/>
            </p:nvSpPr>
            <p:spPr>
              <a:xfrm>
                <a:off x="308221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h2103"/>
              <p:cNvSpPr/>
              <p:nvPr/>
            </p:nvSpPr>
            <p:spPr>
              <a:xfrm>
                <a:off x="309165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h2104"/>
              <p:cNvSpPr/>
              <p:nvPr/>
            </p:nvSpPr>
            <p:spPr>
              <a:xfrm>
                <a:off x="310109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h2105"/>
              <p:cNvSpPr/>
              <p:nvPr/>
            </p:nvSpPr>
            <p:spPr>
              <a:xfrm>
                <a:off x="311053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h2106"/>
              <p:cNvSpPr/>
              <p:nvPr/>
            </p:nvSpPr>
            <p:spPr>
              <a:xfrm>
                <a:off x="311997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h2107"/>
              <p:cNvSpPr/>
              <p:nvPr/>
            </p:nvSpPr>
            <p:spPr>
              <a:xfrm>
                <a:off x="312941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h2108"/>
              <p:cNvSpPr/>
              <p:nvPr/>
            </p:nvSpPr>
            <p:spPr>
              <a:xfrm>
                <a:off x="313885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h2109"/>
              <p:cNvSpPr/>
              <p:nvPr/>
            </p:nvSpPr>
            <p:spPr>
              <a:xfrm>
                <a:off x="314829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h2110"/>
              <p:cNvSpPr/>
              <p:nvPr/>
            </p:nvSpPr>
            <p:spPr>
              <a:xfrm>
                <a:off x="315774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h2111"/>
              <p:cNvSpPr/>
              <p:nvPr/>
            </p:nvSpPr>
            <p:spPr>
              <a:xfrm>
                <a:off x="316718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h2112"/>
              <p:cNvSpPr/>
              <p:nvPr/>
            </p:nvSpPr>
            <p:spPr>
              <a:xfrm>
                <a:off x="317662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h2113"/>
              <p:cNvSpPr/>
              <p:nvPr/>
            </p:nvSpPr>
            <p:spPr>
              <a:xfrm>
                <a:off x="318606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h2114"/>
              <p:cNvSpPr/>
              <p:nvPr/>
            </p:nvSpPr>
            <p:spPr>
              <a:xfrm>
                <a:off x="319550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h2115"/>
              <p:cNvSpPr/>
              <p:nvPr/>
            </p:nvSpPr>
            <p:spPr>
              <a:xfrm>
                <a:off x="320494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h2116"/>
              <p:cNvSpPr/>
              <p:nvPr/>
            </p:nvSpPr>
            <p:spPr>
              <a:xfrm>
                <a:off x="321438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h2117"/>
              <p:cNvSpPr/>
              <p:nvPr/>
            </p:nvSpPr>
            <p:spPr>
              <a:xfrm>
                <a:off x="322382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h2118"/>
              <p:cNvSpPr/>
              <p:nvPr/>
            </p:nvSpPr>
            <p:spPr>
              <a:xfrm>
                <a:off x="323326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h2119"/>
              <p:cNvSpPr/>
              <p:nvPr/>
            </p:nvSpPr>
            <p:spPr>
              <a:xfrm>
                <a:off x="324270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h2120"/>
              <p:cNvSpPr/>
              <p:nvPr/>
            </p:nvSpPr>
            <p:spPr>
              <a:xfrm>
                <a:off x="325214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h2121"/>
              <p:cNvSpPr/>
              <p:nvPr/>
            </p:nvSpPr>
            <p:spPr>
              <a:xfrm>
                <a:off x="326158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h2122"/>
              <p:cNvSpPr/>
              <p:nvPr/>
            </p:nvSpPr>
            <p:spPr>
              <a:xfrm>
                <a:off x="327102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h2123"/>
              <p:cNvSpPr/>
              <p:nvPr/>
            </p:nvSpPr>
            <p:spPr>
              <a:xfrm>
                <a:off x="328046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h2124"/>
              <p:cNvSpPr/>
              <p:nvPr/>
            </p:nvSpPr>
            <p:spPr>
              <a:xfrm>
                <a:off x="328990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h2125"/>
              <p:cNvSpPr/>
              <p:nvPr/>
            </p:nvSpPr>
            <p:spPr>
              <a:xfrm>
                <a:off x="329934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h2126"/>
              <p:cNvSpPr/>
              <p:nvPr/>
            </p:nvSpPr>
            <p:spPr>
              <a:xfrm>
                <a:off x="3308784" y="2343490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8546"/>
                    </a:lnTo>
                    <a:lnTo>
                      <a:pt x="922237" y="911148"/>
                    </a:lnTo>
                    <a:lnTo>
                      <a:pt x="920693" y="913734"/>
                    </a:lnTo>
                    <a:lnTo>
                      <a:pt x="920295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h2127"/>
              <p:cNvSpPr/>
              <p:nvPr/>
            </p:nvSpPr>
            <p:spPr>
              <a:xfrm>
                <a:off x="3318224" y="2325920"/>
                <a:ext cx="920769" cy="926033"/>
              </a:xfrm>
              <a:custGeom>
                <a:avLst/>
                <a:gdLst/>
                <a:ahLst/>
                <a:cxnLst/>
                <a:rect l="0" t="0" r="0" b="0"/>
                <a:pathLst>
                  <a:path w="920769" h="926033">
                    <a:moveTo>
                      <a:pt x="914400" y="914400"/>
                    </a:moveTo>
                    <a:lnTo>
                      <a:pt x="920769" y="914400"/>
                    </a:lnTo>
                    <a:lnTo>
                      <a:pt x="918515" y="918789"/>
                    </a:lnTo>
                    <a:lnTo>
                      <a:pt x="914400" y="926033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h2128"/>
              <p:cNvSpPr/>
              <p:nvPr/>
            </p:nvSpPr>
            <p:spPr>
              <a:xfrm>
                <a:off x="2402521" y="230835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8977" y="931969"/>
                    </a:lnTo>
                    <a:lnTo>
                      <a:pt x="909065" y="924157"/>
                    </a:lnTo>
                    <a:lnTo>
                      <a:pt x="909447" y="914400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h2129"/>
              <p:cNvSpPr/>
              <p:nvPr/>
            </p:nvSpPr>
            <p:spPr>
              <a:xfrm>
                <a:off x="240252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h2130"/>
              <p:cNvSpPr/>
              <p:nvPr/>
            </p:nvSpPr>
            <p:spPr>
              <a:xfrm>
                <a:off x="241196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h2131"/>
              <p:cNvSpPr/>
              <p:nvPr/>
            </p:nvSpPr>
            <p:spPr>
              <a:xfrm>
                <a:off x="242140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h2132"/>
              <p:cNvSpPr/>
              <p:nvPr/>
            </p:nvSpPr>
            <p:spPr>
              <a:xfrm>
                <a:off x="243084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h2133"/>
              <p:cNvSpPr/>
              <p:nvPr/>
            </p:nvSpPr>
            <p:spPr>
              <a:xfrm>
                <a:off x="244028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h2134"/>
              <p:cNvSpPr/>
              <p:nvPr/>
            </p:nvSpPr>
            <p:spPr>
              <a:xfrm>
                <a:off x="244972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h2135"/>
              <p:cNvSpPr/>
              <p:nvPr/>
            </p:nvSpPr>
            <p:spPr>
              <a:xfrm>
                <a:off x="245916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h2136"/>
              <p:cNvSpPr/>
              <p:nvPr/>
            </p:nvSpPr>
            <p:spPr>
              <a:xfrm>
                <a:off x="246860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h2137"/>
              <p:cNvSpPr/>
              <p:nvPr/>
            </p:nvSpPr>
            <p:spPr>
              <a:xfrm>
                <a:off x="247804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h2138"/>
              <p:cNvSpPr/>
              <p:nvPr/>
            </p:nvSpPr>
            <p:spPr>
              <a:xfrm>
                <a:off x="248748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h2139"/>
              <p:cNvSpPr/>
              <p:nvPr/>
            </p:nvSpPr>
            <p:spPr>
              <a:xfrm>
                <a:off x="249692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h2140"/>
              <p:cNvSpPr/>
              <p:nvPr/>
            </p:nvSpPr>
            <p:spPr>
              <a:xfrm>
                <a:off x="250636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h2141"/>
              <p:cNvSpPr/>
              <p:nvPr/>
            </p:nvSpPr>
            <p:spPr>
              <a:xfrm>
                <a:off x="251580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h2142"/>
              <p:cNvSpPr/>
              <p:nvPr/>
            </p:nvSpPr>
            <p:spPr>
              <a:xfrm>
                <a:off x="252524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h2143"/>
              <p:cNvSpPr/>
              <p:nvPr/>
            </p:nvSpPr>
            <p:spPr>
              <a:xfrm>
                <a:off x="253468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h2144"/>
              <p:cNvSpPr/>
              <p:nvPr/>
            </p:nvSpPr>
            <p:spPr>
              <a:xfrm>
                <a:off x="254412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h2145"/>
              <p:cNvSpPr/>
              <p:nvPr/>
            </p:nvSpPr>
            <p:spPr>
              <a:xfrm>
                <a:off x="255356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h2146"/>
              <p:cNvSpPr/>
              <p:nvPr/>
            </p:nvSpPr>
            <p:spPr>
              <a:xfrm>
                <a:off x="256300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h2147"/>
              <p:cNvSpPr/>
              <p:nvPr/>
            </p:nvSpPr>
            <p:spPr>
              <a:xfrm>
                <a:off x="257244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h2148"/>
              <p:cNvSpPr/>
              <p:nvPr/>
            </p:nvSpPr>
            <p:spPr>
              <a:xfrm>
                <a:off x="258188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h2149"/>
              <p:cNvSpPr/>
              <p:nvPr/>
            </p:nvSpPr>
            <p:spPr>
              <a:xfrm>
                <a:off x="259132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h2150"/>
              <p:cNvSpPr/>
              <p:nvPr/>
            </p:nvSpPr>
            <p:spPr>
              <a:xfrm>
                <a:off x="260076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h2151"/>
              <p:cNvSpPr/>
              <p:nvPr/>
            </p:nvSpPr>
            <p:spPr>
              <a:xfrm>
                <a:off x="261020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h2152"/>
              <p:cNvSpPr/>
              <p:nvPr/>
            </p:nvSpPr>
            <p:spPr>
              <a:xfrm>
                <a:off x="261964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h2153"/>
              <p:cNvSpPr/>
              <p:nvPr/>
            </p:nvSpPr>
            <p:spPr>
              <a:xfrm>
                <a:off x="262908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h2154"/>
              <p:cNvSpPr/>
              <p:nvPr/>
            </p:nvSpPr>
            <p:spPr>
              <a:xfrm>
                <a:off x="263852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h2155"/>
              <p:cNvSpPr/>
              <p:nvPr/>
            </p:nvSpPr>
            <p:spPr>
              <a:xfrm>
                <a:off x="264796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h2156"/>
              <p:cNvSpPr/>
              <p:nvPr/>
            </p:nvSpPr>
            <p:spPr>
              <a:xfrm>
                <a:off x="265740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h2157"/>
              <p:cNvSpPr/>
              <p:nvPr/>
            </p:nvSpPr>
            <p:spPr>
              <a:xfrm>
                <a:off x="266684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h2158"/>
              <p:cNvSpPr/>
              <p:nvPr/>
            </p:nvSpPr>
            <p:spPr>
              <a:xfrm>
                <a:off x="267628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h2159"/>
              <p:cNvSpPr/>
              <p:nvPr/>
            </p:nvSpPr>
            <p:spPr>
              <a:xfrm>
                <a:off x="268572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h2160"/>
              <p:cNvSpPr/>
              <p:nvPr/>
            </p:nvSpPr>
            <p:spPr>
              <a:xfrm>
                <a:off x="2695168" y="2325920"/>
                <a:ext cx="922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879" y="896830"/>
                    </a:lnTo>
                    <a:lnTo>
                      <a:pt x="922443" y="899719"/>
                    </a:lnTo>
                    <a:lnTo>
                      <a:pt x="920515" y="910313"/>
                    </a:lnTo>
                    <a:lnTo>
                      <a:pt x="919639" y="914400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h2161"/>
              <p:cNvSpPr/>
              <p:nvPr/>
            </p:nvSpPr>
            <p:spPr>
              <a:xfrm>
                <a:off x="2770690" y="232592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264" y="914400"/>
                    </a:lnTo>
                    <a:lnTo>
                      <a:pt x="909755" y="913382"/>
                    </a:lnTo>
                    <a:lnTo>
                      <a:pt x="913675" y="906021"/>
                    </a:lnTo>
                    <a:lnTo>
                      <a:pt x="914400" y="904788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h2162"/>
              <p:cNvSpPr/>
              <p:nvPr/>
            </p:nvSpPr>
            <p:spPr>
              <a:xfrm>
                <a:off x="2780130" y="230835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58"/>
                    </a:lnTo>
                    <a:lnTo>
                      <a:pt x="908344" y="916597"/>
                    </a:lnTo>
                    <a:lnTo>
                      <a:pt x="909770" y="914400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h2163"/>
              <p:cNvSpPr/>
              <p:nvPr/>
            </p:nvSpPr>
            <p:spPr>
              <a:xfrm>
                <a:off x="278013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h2164"/>
              <p:cNvSpPr/>
              <p:nvPr/>
            </p:nvSpPr>
            <p:spPr>
              <a:xfrm>
                <a:off x="278957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h2165"/>
              <p:cNvSpPr/>
              <p:nvPr/>
            </p:nvSpPr>
            <p:spPr>
              <a:xfrm>
                <a:off x="279901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h2166"/>
              <p:cNvSpPr/>
              <p:nvPr/>
            </p:nvSpPr>
            <p:spPr>
              <a:xfrm>
                <a:off x="280845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h2167"/>
              <p:cNvSpPr/>
              <p:nvPr/>
            </p:nvSpPr>
            <p:spPr>
              <a:xfrm>
                <a:off x="281789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h2168"/>
              <p:cNvSpPr/>
              <p:nvPr/>
            </p:nvSpPr>
            <p:spPr>
              <a:xfrm>
                <a:off x="282733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h2169"/>
              <p:cNvSpPr/>
              <p:nvPr/>
            </p:nvSpPr>
            <p:spPr>
              <a:xfrm>
                <a:off x="283677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h2170"/>
              <p:cNvSpPr/>
              <p:nvPr/>
            </p:nvSpPr>
            <p:spPr>
              <a:xfrm>
                <a:off x="284621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A">
                  <a:alpha val="100000"/>
                </a:srgbClr>
              </a:solidFill>
              <a:ln w="5420" cap="flat">
                <a:solidFill>
                  <a:srgbClr val="EF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h2171"/>
              <p:cNvSpPr/>
              <p:nvPr/>
            </p:nvSpPr>
            <p:spPr>
              <a:xfrm>
                <a:off x="285565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h2172"/>
              <p:cNvSpPr/>
              <p:nvPr/>
            </p:nvSpPr>
            <p:spPr>
              <a:xfrm>
                <a:off x="286509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h2173"/>
              <p:cNvSpPr/>
              <p:nvPr/>
            </p:nvSpPr>
            <p:spPr>
              <a:xfrm>
                <a:off x="287453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h2174"/>
              <p:cNvSpPr/>
              <p:nvPr/>
            </p:nvSpPr>
            <p:spPr>
              <a:xfrm>
                <a:off x="288397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h2175"/>
              <p:cNvSpPr/>
              <p:nvPr/>
            </p:nvSpPr>
            <p:spPr>
              <a:xfrm>
                <a:off x="289341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h2176"/>
              <p:cNvSpPr/>
              <p:nvPr/>
            </p:nvSpPr>
            <p:spPr>
              <a:xfrm>
                <a:off x="290285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h2177"/>
              <p:cNvSpPr/>
              <p:nvPr/>
            </p:nvSpPr>
            <p:spPr>
              <a:xfrm>
                <a:off x="291229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h2178"/>
              <p:cNvSpPr/>
              <p:nvPr/>
            </p:nvSpPr>
            <p:spPr>
              <a:xfrm>
                <a:off x="292173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h2179"/>
              <p:cNvSpPr/>
              <p:nvPr/>
            </p:nvSpPr>
            <p:spPr>
              <a:xfrm>
                <a:off x="293117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h2180"/>
              <p:cNvSpPr/>
              <p:nvPr/>
            </p:nvSpPr>
            <p:spPr>
              <a:xfrm>
                <a:off x="294061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h2181"/>
              <p:cNvSpPr/>
              <p:nvPr/>
            </p:nvSpPr>
            <p:spPr>
              <a:xfrm>
                <a:off x="295005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h2182"/>
              <p:cNvSpPr/>
              <p:nvPr/>
            </p:nvSpPr>
            <p:spPr>
              <a:xfrm>
                <a:off x="295949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h2183"/>
              <p:cNvSpPr/>
              <p:nvPr/>
            </p:nvSpPr>
            <p:spPr>
              <a:xfrm>
                <a:off x="296893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h2184"/>
              <p:cNvSpPr/>
              <p:nvPr/>
            </p:nvSpPr>
            <p:spPr>
              <a:xfrm>
                <a:off x="297837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h2185"/>
              <p:cNvSpPr/>
              <p:nvPr/>
            </p:nvSpPr>
            <p:spPr>
              <a:xfrm>
                <a:off x="298781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h2186"/>
              <p:cNvSpPr/>
              <p:nvPr/>
            </p:nvSpPr>
            <p:spPr>
              <a:xfrm>
                <a:off x="299725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h2187"/>
              <p:cNvSpPr/>
              <p:nvPr/>
            </p:nvSpPr>
            <p:spPr>
              <a:xfrm>
                <a:off x="300669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h2188"/>
              <p:cNvSpPr/>
              <p:nvPr/>
            </p:nvSpPr>
            <p:spPr>
              <a:xfrm>
                <a:off x="301613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h2189"/>
              <p:cNvSpPr/>
              <p:nvPr/>
            </p:nvSpPr>
            <p:spPr>
              <a:xfrm>
                <a:off x="302557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h2190"/>
              <p:cNvSpPr/>
              <p:nvPr/>
            </p:nvSpPr>
            <p:spPr>
              <a:xfrm>
                <a:off x="303501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h2191"/>
              <p:cNvSpPr/>
              <p:nvPr/>
            </p:nvSpPr>
            <p:spPr>
              <a:xfrm>
                <a:off x="304445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h2192"/>
              <p:cNvSpPr/>
              <p:nvPr/>
            </p:nvSpPr>
            <p:spPr>
              <a:xfrm>
                <a:off x="305389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h2193"/>
              <p:cNvSpPr/>
              <p:nvPr/>
            </p:nvSpPr>
            <p:spPr>
              <a:xfrm>
                <a:off x="306333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h2194"/>
              <p:cNvSpPr/>
              <p:nvPr/>
            </p:nvSpPr>
            <p:spPr>
              <a:xfrm>
                <a:off x="307277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h2195"/>
              <p:cNvSpPr/>
              <p:nvPr/>
            </p:nvSpPr>
            <p:spPr>
              <a:xfrm>
                <a:off x="308221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h2196"/>
              <p:cNvSpPr/>
              <p:nvPr/>
            </p:nvSpPr>
            <p:spPr>
              <a:xfrm>
                <a:off x="309165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h2197"/>
              <p:cNvSpPr/>
              <p:nvPr/>
            </p:nvSpPr>
            <p:spPr>
              <a:xfrm>
                <a:off x="310109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h2198"/>
              <p:cNvSpPr/>
              <p:nvPr/>
            </p:nvSpPr>
            <p:spPr>
              <a:xfrm>
                <a:off x="311053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h2199"/>
              <p:cNvSpPr/>
              <p:nvPr/>
            </p:nvSpPr>
            <p:spPr>
              <a:xfrm>
                <a:off x="311997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h2200"/>
              <p:cNvSpPr/>
              <p:nvPr/>
            </p:nvSpPr>
            <p:spPr>
              <a:xfrm>
                <a:off x="312941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h2201"/>
              <p:cNvSpPr/>
              <p:nvPr/>
            </p:nvSpPr>
            <p:spPr>
              <a:xfrm>
                <a:off x="313885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h2202"/>
              <p:cNvSpPr/>
              <p:nvPr/>
            </p:nvSpPr>
            <p:spPr>
              <a:xfrm>
                <a:off x="314829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h2203"/>
              <p:cNvSpPr/>
              <p:nvPr/>
            </p:nvSpPr>
            <p:spPr>
              <a:xfrm>
                <a:off x="315774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h2204"/>
              <p:cNvSpPr/>
              <p:nvPr/>
            </p:nvSpPr>
            <p:spPr>
              <a:xfrm>
                <a:off x="316718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h2205"/>
              <p:cNvSpPr/>
              <p:nvPr/>
            </p:nvSpPr>
            <p:spPr>
              <a:xfrm>
                <a:off x="317662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h2206"/>
              <p:cNvSpPr/>
              <p:nvPr/>
            </p:nvSpPr>
            <p:spPr>
              <a:xfrm>
                <a:off x="318606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h2207"/>
              <p:cNvSpPr/>
              <p:nvPr/>
            </p:nvSpPr>
            <p:spPr>
              <a:xfrm>
                <a:off x="319550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h2208"/>
              <p:cNvSpPr/>
              <p:nvPr/>
            </p:nvSpPr>
            <p:spPr>
              <a:xfrm>
                <a:off x="320494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h2209"/>
              <p:cNvSpPr/>
              <p:nvPr/>
            </p:nvSpPr>
            <p:spPr>
              <a:xfrm>
                <a:off x="321438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h2210"/>
              <p:cNvSpPr/>
              <p:nvPr/>
            </p:nvSpPr>
            <p:spPr>
              <a:xfrm>
                <a:off x="322382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h2211"/>
              <p:cNvSpPr/>
              <p:nvPr/>
            </p:nvSpPr>
            <p:spPr>
              <a:xfrm>
                <a:off x="323326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h2212"/>
              <p:cNvSpPr/>
              <p:nvPr/>
            </p:nvSpPr>
            <p:spPr>
              <a:xfrm>
                <a:off x="324270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h2213"/>
              <p:cNvSpPr/>
              <p:nvPr/>
            </p:nvSpPr>
            <p:spPr>
              <a:xfrm>
                <a:off x="325214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h2214"/>
              <p:cNvSpPr/>
              <p:nvPr/>
            </p:nvSpPr>
            <p:spPr>
              <a:xfrm>
                <a:off x="326158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h2215"/>
              <p:cNvSpPr/>
              <p:nvPr/>
            </p:nvSpPr>
            <p:spPr>
              <a:xfrm>
                <a:off x="327102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h2216"/>
              <p:cNvSpPr/>
              <p:nvPr/>
            </p:nvSpPr>
            <p:spPr>
              <a:xfrm>
                <a:off x="328046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h2217"/>
              <p:cNvSpPr/>
              <p:nvPr/>
            </p:nvSpPr>
            <p:spPr>
              <a:xfrm>
                <a:off x="328990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h2218"/>
              <p:cNvSpPr/>
              <p:nvPr/>
            </p:nvSpPr>
            <p:spPr>
              <a:xfrm>
                <a:off x="329934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h2219"/>
              <p:cNvSpPr/>
              <p:nvPr/>
            </p:nvSpPr>
            <p:spPr>
              <a:xfrm>
                <a:off x="330878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h2220"/>
              <p:cNvSpPr/>
              <p:nvPr/>
            </p:nvSpPr>
            <p:spPr>
              <a:xfrm>
                <a:off x="3318224" y="232592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33"/>
                    </a:lnTo>
                    <a:lnTo>
                      <a:pt x="922473" y="911080"/>
                    </a:lnTo>
                    <a:lnTo>
                      <a:pt x="92076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h2221"/>
              <p:cNvSpPr/>
              <p:nvPr/>
            </p:nvSpPr>
            <p:spPr>
              <a:xfrm>
                <a:off x="3327664" y="2308350"/>
                <a:ext cx="919361" cy="925702"/>
              </a:xfrm>
              <a:custGeom>
                <a:avLst/>
                <a:gdLst/>
                <a:ahLst/>
                <a:cxnLst/>
                <a:rect l="0" t="0" r="0" b="0"/>
                <a:pathLst>
                  <a:path w="919361" h="925702">
                    <a:moveTo>
                      <a:pt x="914400" y="914400"/>
                    </a:moveTo>
                    <a:lnTo>
                      <a:pt x="919361" y="914400"/>
                    </a:lnTo>
                    <a:lnTo>
                      <a:pt x="916776" y="920578"/>
                    </a:lnTo>
                    <a:lnTo>
                      <a:pt x="914400" y="925702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h2222"/>
              <p:cNvSpPr/>
              <p:nvPr/>
            </p:nvSpPr>
            <p:spPr>
              <a:xfrm>
                <a:off x="2402521" y="229078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447" y="931969"/>
                    </a:lnTo>
                    <a:lnTo>
                      <a:pt x="909493" y="930796"/>
                    </a:lnTo>
                    <a:lnTo>
                      <a:pt x="910227" y="919920"/>
                    </a:lnTo>
                    <a:lnTo>
                      <a:pt x="910757" y="914400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h2223"/>
              <p:cNvSpPr/>
              <p:nvPr/>
            </p:nvSpPr>
            <p:spPr>
              <a:xfrm>
                <a:off x="240252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h2224"/>
              <p:cNvSpPr/>
              <p:nvPr/>
            </p:nvSpPr>
            <p:spPr>
              <a:xfrm>
                <a:off x="241196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h2225"/>
              <p:cNvSpPr/>
              <p:nvPr/>
            </p:nvSpPr>
            <p:spPr>
              <a:xfrm>
                <a:off x="242140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h2226"/>
              <p:cNvSpPr/>
              <p:nvPr/>
            </p:nvSpPr>
            <p:spPr>
              <a:xfrm>
                <a:off x="243084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h2227"/>
              <p:cNvSpPr/>
              <p:nvPr/>
            </p:nvSpPr>
            <p:spPr>
              <a:xfrm>
                <a:off x="244028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h2228"/>
              <p:cNvSpPr/>
              <p:nvPr/>
            </p:nvSpPr>
            <p:spPr>
              <a:xfrm>
                <a:off x="244972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h2229"/>
              <p:cNvSpPr/>
              <p:nvPr/>
            </p:nvSpPr>
            <p:spPr>
              <a:xfrm>
                <a:off x="245916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h2230"/>
              <p:cNvSpPr/>
              <p:nvPr/>
            </p:nvSpPr>
            <p:spPr>
              <a:xfrm>
                <a:off x="246860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h2231"/>
              <p:cNvSpPr/>
              <p:nvPr/>
            </p:nvSpPr>
            <p:spPr>
              <a:xfrm>
                <a:off x="247804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h2232"/>
              <p:cNvSpPr/>
              <p:nvPr/>
            </p:nvSpPr>
            <p:spPr>
              <a:xfrm>
                <a:off x="248748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h2233"/>
              <p:cNvSpPr/>
              <p:nvPr/>
            </p:nvSpPr>
            <p:spPr>
              <a:xfrm>
                <a:off x="249692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h2234"/>
              <p:cNvSpPr/>
              <p:nvPr/>
            </p:nvSpPr>
            <p:spPr>
              <a:xfrm>
                <a:off x="250636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h2235"/>
              <p:cNvSpPr/>
              <p:nvPr/>
            </p:nvSpPr>
            <p:spPr>
              <a:xfrm>
                <a:off x="251580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h2236"/>
              <p:cNvSpPr/>
              <p:nvPr/>
            </p:nvSpPr>
            <p:spPr>
              <a:xfrm>
                <a:off x="252524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h2237"/>
              <p:cNvSpPr/>
              <p:nvPr/>
            </p:nvSpPr>
            <p:spPr>
              <a:xfrm>
                <a:off x="253468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h2238"/>
              <p:cNvSpPr/>
              <p:nvPr/>
            </p:nvSpPr>
            <p:spPr>
              <a:xfrm>
                <a:off x="254412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h2239"/>
              <p:cNvSpPr/>
              <p:nvPr/>
            </p:nvSpPr>
            <p:spPr>
              <a:xfrm>
                <a:off x="255356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h2240"/>
              <p:cNvSpPr/>
              <p:nvPr/>
            </p:nvSpPr>
            <p:spPr>
              <a:xfrm>
                <a:off x="256300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h2241"/>
              <p:cNvSpPr/>
              <p:nvPr/>
            </p:nvSpPr>
            <p:spPr>
              <a:xfrm>
                <a:off x="257244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h2242"/>
              <p:cNvSpPr/>
              <p:nvPr/>
            </p:nvSpPr>
            <p:spPr>
              <a:xfrm>
                <a:off x="258188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h2243"/>
              <p:cNvSpPr/>
              <p:nvPr/>
            </p:nvSpPr>
            <p:spPr>
              <a:xfrm>
                <a:off x="259132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h2244"/>
              <p:cNvSpPr/>
              <p:nvPr/>
            </p:nvSpPr>
            <p:spPr>
              <a:xfrm>
                <a:off x="260076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h2245"/>
              <p:cNvSpPr/>
              <p:nvPr/>
            </p:nvSpPr>
            <p:spPr>
              <a:xfrm>
                <a:off x="261020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h2246"/>
              <p:cNvSpPr/>
              <p:nvPr/>
            </p:nvSpPr>
            <p:spPr>
              <a:xfrm>
                <a:off x="261964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h2247"/>
              <p:cNvSpPr/>
              <p:nvPr/>
            </p:nvSpPr>
            <p:spPr>
              <a:xfrm>
                <a:off x="262908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h2248"/>
              <p:cNvSpPr/>
              <p:nvPr/>
            </p:nvSpPr>
            <p:spPr>
              <a:xfrm>
                <a:off x="263852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h2249"/>
              <p:cNvSpPr/>
              <p:nvPr/>
            </p:nvSpPr>
            <p:spPr>
              <a:xfrm>
                <a:off x="264796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h2250"/>
              <p:cNvSpPr/>
              <p:nvPr/>
            </p:nvSpPr>
            <p:spPr>
              <a:xfrm>
                <a:off x="265740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h2251"/>
              <p:cNvSpPr/>
              <p:nvPr/>
            </p:nvSpPr>
            <p:spPr>
              <a:xfrm>
                <a:off x="266684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h2252"/>
              <p:cNvSpPr/>
              <p:nvPr/>
            </p:nvSpPr>
            <p:spPr>
              <a:xfrm>
                <a:off x="267628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h2253"/>
              <p:cNvSpPr/>
              <p:nvPr/>
            </p:nvSpPr>
            <p:spPr>
              <a:xfrm>
                <a:off x="268572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h2254"/>
              <p:cNvSpPr/>
              <p:nvPr/>
            </p:nvSpPr>
            <p:spPr>
              <a:xfrm>
                <a:off x="2695168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029"/>
                    </a:lnTo>
                    <a:lnTo>
                      <a:pt x="922879" y="91440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h2255"/>
              <p:cNvSpPr/>
              <p:nvPr/>
            </p:nvSpPr>
            <p:spPr>
              <a:xfrm>
                <a:off x="2704608" y="2290780"/>
                <a:ext cx="915794" cy="925599"/>
              </a:xfrm>
              <a:custGeom>
                <a:avLst/>
                <a:gdLst/>
                <a:ahLst/>
                <a:cxnLst/>
                <a:rect l="0" t="0" r="0" b="0"/>
                <a:pathLst>
                  <a:path w="915794" h="925599">
                    <a:moveTo>
                      <a:pt x="914399" y="914400"/>
                    </a:moveTo>
                    <a:lnTo>
                      <a:pt x="915794" y="914400"/>
                    </a:lnTo>
                    <a:lnTo>
                      <a:pt x="914627" y="924089"/>
                    </a:lnTo>
                    <a:lnTo>
                      <a:pt x="914399" y="92559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h2256"/>
              <p:cNvSpPr/>
              <p:nvPr/>
            </p:nvSpPr>
            <p:spPr>
              <a:xfrm>
                <a:off x="2780130" y="230835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70" y="914400"/>
                    </a:lnTo>
                    <a:lnTo>
                      <a:pt x="912634" y="909988"/>
                    </a:lnTo>
                    <a:lnTo>
                      <a:pt x="914400" y="907528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h2257"/>
              <p:cNvSpPr/>
              <p:nvPr/>
            </p:nvSpPr>
            <p:spPr>
              <a:xfrm>
                <a:off x="2789570" y="229078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098"/>
                    </a:lnTo>
                    <a:lnTo>
                      <a:pt x="907652" y="921348"/>
                    </a:lnTo>
                    <a:lnTo>
                      <a:pt x="912269" y="915555"/>
                    </a:lnTo>
                    <a:lnTo>
                      <a:pt x="912475" y="915309"/>
                    </a:lnTo>
                    <a:lnTo>
                      <a:pt x="912683" y="915062"/>
                    </a:lnTo>
                    <a:lnTo>
                      <a:pt x="912892" y="914814"/>
                    </a:lnTo>
                    <a:lnTo>
                      <a:pt x="913100" y="914566"/>
                    </a:lnTo>
                    <a:lnTo>
                      <a:pt x="913240" y="914400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h2258"/>
              <p:cNvSpPr/>
              <p:nvPr/>
            </p:nvSpPr>
            <p:spPr>
              <a:xfrm>
                <a:off x="278957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h2259"/>
              <p:cNvSpPr/>
              <p:nvPr/>
            </p:nvSpPr>
            <p:spPr>
              <a:xfrm>
                <a:off x="279901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h2260"/>
              <p:cNvSpPr/>
              <p:nvPr/>
            </p:nvSpPr>
            <p:spPr>
              <a:xfrm>
                <a:off x="280845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h2261"/>
              <p:cNvSpPr/>
              <p:nvPr/>
            </p:nvSpPr>
            <p:spPr>
              <a:xfrm>
                <a:off x="281789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h2262"/>
              <p:cNvSpPr/>
              <p:nvPr/>
            </p:nvSpPr>
            <p:spPr>
              <a:xfrm>
                <a:off x="282733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h2263"/>
              <p:cNvSpPr/>
              <p:nvPr/>
            </p:nvSpPr>
            <p:spPr>
              <a:xfrm>
                <a:off x="283677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h2264"/>
              <p:cNvSpPr/>
              <p:nvPr/>
            </p:nvSpPr>
            <p:spPr>
              <a:xfrm>
                <a:off x="284621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h2265"/>
              <p:cNvSpPr/>
              <p:nvPr/>
            </p:nvSpPr>
            <p:spPr>
              <a:xfrm>
                <a:off x="285565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h2266"/>
              <p:cNvSpPr/>
              <p:nvPr/>
            </p:nvSpPr>
            <p:spPr>
              <a:xfrm>
                <a:off x="286509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h2267"/>
              <p:cNvSpPr/>
              <p:nvPr/>
            </p:nvSpPr>
            <p:spPr>
              <a:xfrm>
                <a:off x="287453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h2268"/>
              <p:cNvSpPr/>
              <p:nvPr/>
            </p:nvSpPr>
            <p:spPr>
              <a:xfrm>
                <a:off x="288397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h2269"/>
              <p:cNvSpPr/>
              <p:nvPr/>
            </p:nvSpPr>
            <p:spPr>
              <a:xfrm>
                <a:off x="289341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h2270"/>
              <p:cNvSpPr/>
              <p:nvPr/>
            </p:nvSpPr>
            <p:spPr>
              <a:xfrm>
                <a:off x="290285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h2271"/>
              <p:cNvSpPr/>
              <p:nvPr/>
            </p:nvSpPr>
            <p:spPr>
              <a:xfrm>
                <a:off x="291229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h2272"/>
              <p:cNvSpPr/>
              <p:nvPr/>
            </p:nvSpPr>
            <p:spPr>
              <a:xfrm>
                <a:off x="292173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h2273"/>
              <p:cNvSpPr/>
              <p:nvPr/>
            </p:nvSpPr>
            <p:spPr>
              <a:xfrm>
                <a:off x="293117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h2274"/>
              <p:cNvSpPr/>
              <p:nvPr/>
            </p:nvSpPr>
            <p:spPr>
              <a:xfrm>
                <a:off x="294061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h2275"/>
              <p:cNvSpPr/>
              <p:nvPr/>
            </p:nvSpPr>
            <p:spPr>
              <a:xfrm>
                <a:off x="295005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h2276"/>
              <p:cNvSpPr/>
              <p:nvPr/>
            </p:nvSpPr>
            <p:spPr>
              <a:xfrm>
                <a:off x="295949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h2277"/>
              <p:cNvSpPr/>
              <p:nvPr/>
            </p:nvSpPr>
            <p:spPr>
              <a:xfrm>
                <a:off x="296893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h2278"/>
              <p:cNvSpPr/>
              <p:nvPr/>
            </p:nvSpPr>
            <p:spPr>
              <a:xfrm>
                <a:off x="297837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h2279"/>
              <p:cNvSpPr/>
              <p:nvPr/>
            </p:nvSpPr>
            <p:spPr>
              <a:xfrm>
                <a:off x="298781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h2280"/>
              <p:cNvSpPr/>
              <p:nvPr/>
            </p:nvSpPr>
            <p:spPr>
              <a:xfrm>
                <a:off x="299725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h2281"/>
              <p:cNvSpPr/>
              <p:nvPr/>
            </p:nvSpPr>
            <p:spPr>
              <a:xfrm>
                <a:off x="300669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h2282"/>
              <p:cNvSpPr/>
              <p:nvPr/>
            </p:nvSpPr>
            <p:spPr>
              <a:xfrm>
                <a:off x="301613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h2283"/>
              <p:cNvSpPr/>
              <p:nvPr/>
            </p:nvSpPr>
            <p:spPr>
              <a:xfrm>
                <a:off x="302557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h2284"/>
              <p:cNvSpPr/>
              <p:nvPr/>
            </p:nvSpPr>
            <p:spPr>
              <a:xfrm>
                <a:off x="303501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h2285"/>
              <p:cNvSpPr/>
              <p:nvPr/>
            </p:nvSpPr>
            <p:spPr>
              <a:xfrm>
                <a:off x="304445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h2286"/>
              <p:cNvSpPr/>
              <p:nvPr/>
            </p:nvSpPr>
            <p:spPr>
              <a:xfrm>
                <a:off x="305389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h2287"/>
              <p:cNvSpPr/>
              <p:nvPr/>
            </p:nvSpPr>
            <p:spPr>
              <a:xfrm>
                <a:off x="306333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h2288"/>
              <p:cNvSpPr/>
              <p:nvPr/>
            </p:nvSpPr>
            <p:spPr>
              <a:xfrm>
                <a:off x="307277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h2289"/>
              <p:cNvSpPr/>
              <p:nvPr/>
            </p:nvSpPr>
            <p:spPr>
              <a:xfrm>
                <a:off x="308221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h2290"/>
              <p:cNvSpPr/>
              <p:nvPr/>
            </p:nvSpPr>
            <p:spPr>
              <a:xfrm>
                <a:off x="309165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h2291"/>
              <p:cNvSpPr/>
              <p:nvPr/>
            </p:nvSpPr>
            <p:spPr>
              <a:xfrm>
                <a:off x="310109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h2292"/>
              <p:cNvSpPr/>
              <p:nvPr/>
            </p:nvSpPr>
            <p:spPr>
              <a:xfrm>
                <a:off x="311053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h2293"/>
              <p:cNvSpPr/>
              <p:nvPr/>
            </p:nvSpPr>
            <p:spPr>
              <a:xfrm>
                <a:off x="311997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h2294"/>
              <p:cNvSpPr/>
              <p:nvPr/>
            </p:nvSpPr>
            <p:spPr>
              <a:xfrm>
                <a:off x="312941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h2295"/>
              <p:cNvSpPr/>
              <p:nvPr/>
            </p:nvSpPr>
            <p:spPr>
              <a:xfrm>
                <a:off x="313885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h2296"/>
              <p:cNvSpPr/>
              <p:nvPr/>
            </p:nvSpPr>
            <p:spPr>
              <a:xfrm>
                <a:off x="314829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h2297"/>
              <p:cNvSpPr/>
              <p:nvPr/>
            </p:nvSpPr>
            <p:spPr>
              <a:xfrm>
                <a:off x="315774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h2298"/>
              <p:cNvSpPr/>
              <p:nvPr/>
            </p:nvSpPr>
            <p:spPr>
              <a:xfrm>
                <a:off x="316718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h2299"/>
              <p:cNvSpPr/>
              <p:nvPr/>
            </p:nvSpPr>
            <p:spPr>
              <a:xfrm>
                <a:off x="317662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h2300"/>
              <p:cNvSpPr/>
              <p:nvPr/>
            </p:nvSpPr>
            <p:spPr>
              <a:xfrm>
                <a:off x="318606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h2301"/>
              <p:cNvSpPr/>
              <p:nvPr/>
            </p:nvSpPr>
            <p:spPr>
              <a:xfrm>
                <a:off x="319550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h2302"/>
              <p:cNvSpPr/>
              <p:nvPr/>
            </p:nvSpPr>
            <p:spPr>
              <a:xfrm>
                <a:off x="320494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h2303"/>
              <p:cNvSpPr/>
              <p:nvPr/>
            </p:nvSpPr>
            <p:spPr>
              <a:xfrm>
                <a:off x="321438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h2304"/>
              <p:cNvSpPr/>
              <p:nvPr/>
            </p:nvSpPr>
            <p:spPr>
              <a:xfrm>
                <a:off x="322382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h2305"/>
              <p:cNvSpPr/>
              <p:nvPr/>
            </p:nvSpPr>
            <p:spPr>
              <a:xfrm>
                <a:off x="323326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h2306"/>
              <p:cNvSpPr/>
              <p:nvPr/>
            </p:nvSpPr>
            <p:spPr>
              <a:xfrm>
                <a:off x="324270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h2307"/>
              <p:cNvSpPr/>
              <p:nvPr/>
            </p:nvSpPr>
            <p:spPr>
              <a:xfrm>
                <a:off x="325214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h2308"/>
              <p:cNvSpPr/>
              <p:nvPr/>
            </p:nvSpPr>
            <p:spPr>
              <a:xfrm>
                <a:off x="326158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h2309"/>
              <p:cNvSpPr/>
              <p:nvPr/>
            </p:nvSpPr>
            <p:spPr>
              <a:xfrm>
                <a:off x="327102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h2310"/>
              <p:cNvSpPr/>
              <p:nvPr/>
            </p:nvSpPr>
            <p:spPr>
              <a:xfrm>
                <a:off x="328046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h2311"/>
              <p:cNvSpPr/>
              <p:nvPr/>
            </p:nvSpPr>
            <p:spPr>
              <a:xfrm>
                <a:off x="328990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h2312"/>
              <p:cNvSpPr/>
              <p:nvPr/>
            </p:nvSpPr>
            <p:spPr>
              <a:xfrm>
                <a:off x="329934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h2313"/>
              <p:cNvSpPr/>
              <p:nvPr/>
            </p:nvSpPr>
            <p:spPr>
              <a:xfrm>
                <a:off x="330878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h2314"/>
              <p:cNvSpPr/>
              <p:nvPr/>
            </p:nvSpPr>
            <p:spPr>
              <a:xfrm>
                <a:off x="331822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h2315"/>
              <p:cNvSpPr/>
              <p:nvPr/>
            </p:nvSpPr>
            <p:spPr>
              <a:xfrm>
                <a:off x="3327664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66"/>
                    </a:lnTo>
                    <a:lnTo>
                      <a:pt x="923582" y="903431"/>
                    </a:lnTo>
                    <a:lnTo>
                      <a:pt x="920296" y="912165"/>
                    </a:lnTo>
                    <a:lnTo>
                      <a:pt x="91936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h2316"/>
              <p:cNvSpPr/>
              <p:nvPr/>
            </p:nvSpPr>
            <p:spPr>
              <a:xfrm>
                <a:off x="3337104" y="2290780"/>
                <a:ext cx="916367" cy="920236"/>
              </a:xfrm>
              <a:custGeom>
                <a:avLst/>
                <a:gdLst/>
                <a:ahLst/>
                <a:cxnLst/>
                <a:rect l="0" t="0" r="0" b="0"/>
                <a:pathLst>
                  <a:path w="916367" h="920236">
                    <a:moveTo>
                      <a:pt x="914400" y="914400"/>
                    </a:moveTo>
                    <a:lnTo>
                      <a:pt x="916367" y="914400"/>
                    </a:lnTo>
                    <a:lnTo>
                      <a:pt x="914400" y="92023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h2317"/>
              <p:cNvSpPr/>
              <p:nvPr/>
            </p:nvSpPr>
            <p:spPr>
              <a:xfrm>
                <a:off x="2402521" y="227321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0757" y="931969"/>
                    </a:lnTo>
                    <a:lnTo>
                      <a:pt x="911263" y="926701"/>
                    </a:lnTo>
                    <a:lnTo>
                      <a:pt x="912599" y="916026"/>
                    </a:lnTo>
                    <a:lnTo>
                      <a:pt x="912851" y="914400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h2318"/>
              <p:cNvSpPr/>
              <p:nvPr/>
            </p:nvSpPr>
            <p:spPr>
              <a:xfrm>
                <a:off x="240252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h2319"/>
              <p:cNvSpPr/>
              <p:nvPr/>
            </p:nvSpPr>
            <p:spPr>
              <a:xfrm>
                <a:off x="241196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h2320"/>
              <p:cNvSpPr/>
              <p:nvPr/>
            </p:nvSpPr>
            <p:spPr>
              <a:xfrm>
                <a:off x="242140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h2321"/>
              <p:cNvSpPr/>
              <p:nvPr/>
            </p:nvSpPr>
            <p:spPr>
              <a:xfrm>
                <a:off x="243084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h2322"/>
              <p:cNvSpPr/>
              <p:nvPr/>
            </p:nvSpPr>
            <p:spPr>
              <a:xfrm>
                <a:off x="244028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h2323"/>
              <p:cNvSpPr/>
              <p:nvPr/>
            </p:nvSpPr>
            <p:spPr>
              <a:xfrm>
                <a:off x="244972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h2324"/>
              <p:cNvSpPr/>
              <p:nvPr/>
            </p:nvSpPr>
            <p:spPr>
              <a:xfrm>
                <a:off x="245916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h2325"/>
              <p:cNvSpPr/>
              <p:nvPr/>
            </p:nvSpPr>
            <p:spPr>
              <a:xfrm>
                <a:off x="246860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h2326"/>
              <p:cNvSpPr/>
              <p:nvPr/>
            </p:nvSpPr>
            <p:spPr>
              <a:xfrm>
                <a:off x="247804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h2327"/>
              <p:cNvSpPr/>
              <p:nvPr/>
            </p:nvSpPr>
            <p:spPr>
              <a:xfrm>
                <a:off x="248748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h2328"/>
              <p:cNvSpPr/>
              <p:nvPr/>
            </p:nvSpPr>
            <p:spPr>
              <a:xfrm>
                <a:off x="249692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h2329"/>
              <p:cNvSpPr/>
              <p:nvPr/>
            </p:nvSpPr>
            <p:spPr>
              <a:xfrm>
                <a:off x="250636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h2330"/>
              <p:cNvSpPr/>
              <p:nvPr/>
            </p:nvSpPr>
            <p:spPr>
              <a:xfrm>
                <a:off x="251580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h2331"/>
              <p:cNvSpPr/>
              <p:nvPr/>
            </p:nvSpPr>
            <p:spPr>
              <a:xfrm>
                <a:off x="252524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h2332"/>
              <p:cNvSpPr/>
              <p:nvPr/>
            </p:nvSpPr>
            <p:spPr>
              <a:xfrm>
                <a:off x="253468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h2333"/>
              <p:cNvSpPr/>
              <p:nvPr/>
            </p:nvSpPr>
            <p:spPr>
              <a:xfrm>
                <a:off x="254412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h2334"/>
              <p:cNvSpPr/>
              <p:nvPr/>
            </p:nvSpPr>
            <p:spPr>
              <a:xfrm>
                <a:off x="255356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h2335"/>
              <p:cNvSpPr/>
              <p:nvPr/>
            </p:nvSpPr>
            <p:spPr>
              <a:xfrm>
                <a:off x="256300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h2336"/>
              <p:cNvSpPr/>
              <p:nvPr/>
            </p:nvSpPr>
            <p:spPr>
              <a:xfrm>
                <a:off x="257244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h2337"/>
              <p:cNvSpPr/>
              <p:nvPr/>
            </p:nvSpPr>
            <p:spPr>
              <a:xfrm>
                <a:off x="258188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h2338"/>
              <p:cNvSpPr/>
              <p:nvPr/>
            </p:nvSpPr>
            <p:spPr>
              <a:xfrm>
                <a:off x="259132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h2339"/>
              <p:cNvSpPr/>
              <p:nvPr/>
            </p:nvSpPr>
            <p:spPr>
              <a:xfrm>
                <a:off x="260076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h2340"/>
              <p:cNvSpPr/>
              <p:nvPr/>
            </p:nvSpPr>
            <p:spPr>
              <a:xfrm>
                <a:off x="261020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h2341"/>
              <p:cNvSpPr/>
              <p:nvPr/>
            </p:nvSpPr>
            <p:spPr>
              <a:xfrm>
                <a:off x="261964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h2342"/>
              <p:cNvSpPr/>
              <p:nvPr/>
            </p:nvSpPr>
            <p:spPr>
              <a:xfrm>
                <a:off x="262908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h2343"/>
              <p:cNvSpPr/>
              <p:nvPr/>
            </p:nvSpPr>
            <p:spPr>
              <a:xfrm>
                <a:off x="263852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h2344"/>
              <p:cNvSpPr/>
              <p:nvPr/>
            </p:nvSpPr>
            <p:spPr>
              <a:xfrm>
                <a:off x="264796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h2345"/>
              <p:cNvSpPr/>
              <p:nvPr/>
            </p:nvSpPr>
            <p:spPr>
              <a:xfrm>
                <a:off x="265740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h2346"/>
              <p:cNvSpPr/>
              <p:nvPr/>
            </p:nvSpPr>
            <p:spPr>
              <a:xfrm>
                <a:off x="266684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h2347"/>
              <p:cNvSpPr/>
              <p:nvPr/>
            </p:nvSpPr>
            <p:spPr>
              <a:xfrm>
                <a:off x="267628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h2348"/>
              <p:cNvSpPr/>
              <p:nvPr/>
            </p:nvSpPr>
            <p:spPr>
              <a:xfrm>
                <a:off x="268572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h2349"/>
              <p:cNvSpPr/>
              <p:nvPr/>
            </p:nvSpPr>
            <p:spPr>
              <a:xfrm>
                <a:off x="269516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h2350"/>
              <p:cNvSpPr/>
              <p:nvPr/>
            </p:nvSpPr>
            <p:spPr>
              <a:xfrm>
                <a:off x="2704608" y="2290780"/>
                <a:ext cx="9172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72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272" y="896830"/>
                    </a:lnTo>
                    <a:lnTo>
                      <a:pt x="916944" y="902145"/>
                    </a:lnTo>
                    <a:lnTo>
                      <a:pt x="915942" y="913174"/>
                    </a:lnTo>
                    <a:lnTo>
                      <a:pt x="915794" y="914400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h2351"/>
              <p:cNvSpPr/>
              <p:nvPr/>
            </p:nvSpPr>
            <p:spPr>
              <a:xfrm>
                <a:off x="2789570" y="229078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08" y="914319"/>
                    </a:lnTo>
                    <a:lnTo>
                      <a:pt x="913516" y="914071"/>
                    </a:lnTo>
                    <a:lnTo>
                      <a:pt x="913725" y="913823"/>
                    </a:lnTo>
                    <a:lnTo>
                      <a:pt x="913933" y="913576"/>
                    </a:lnTo>
                    <a:lnTo>
                      <a:pt x="914141" y="913328"/>
                    </a:lnTo>
                    <a:lnTo>
                      <a:pt x="914400" y="913021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h2352"/>
              <p:cNvSpPr/>
              <p:nvPr/>
            </p:nvSpPr>
            <p:spPr>
              <a:xfrm>
                <a:off x="2799011" y="229078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3021"/>
                    </a:lnTo>
                    <a:lnTo>
                      <a:pt x="905118" y="912833"/>
                    </a:lnTo>
                    <a:lnTo>
                      <a:pt x="905326" y="912585"/>
                    </a:lnTo>
                    <a:lnTo>
                      <a:pt x="905534" y="912337"/>
                    </a:lnTo>
                    <a:lnTo>
                      <a:pt x="905743" y="912090"/>
                    </a:lnTo>
                    <a:lnTo>
                      <a:pt x="905951" y="911842"/>
                    </a:lnTo>
                    <a:lnTo>
                      <a:pt x="906159" y="911595"/>
                    </a:lnTo>
                    <a:lnTo>
                      <a:pt x="906368" y="911347"/>
                    </a:lnTo>
                    <a:lnTo>
                      <a:pt x="906576" y="911099"/>
                    </a:lnTo>
                    <a:lnTo>
                      <a:pt x="906785" y="910852"/>
                    </a:lnTo>
                    <a:lnTo>
                      <a:pt x="906993" y="910604"/>
                    </a:lnTo>
                    <a:lnTo>
                      <a:pt x="907201" y="910356"/>
                    </a:lnTo>
                    <a:lnTo>
                      <a:pt x="907410" y="910109"/>
                    </a:lnTo>
                    <a:lnTo>
                      <a:pt x="907618" y="909861"/>
                    </a:lnTo>
                    <a:lnTo>
                      <a:pt x="907827" y="909614"/>
                    </a:lnTo>
                    <a:lnTo>
                      <a:pt x="908035" y="909366"/>
                    </a:lnTo>
                    <a:lnTo>
                      <a:pt x="908244" y="909118"/>
                    </a:lnTo>
                    <a:lnTo>
                      <a:pt x="908452" y="908871"/>
                    </a:lnTo>
                    <a:lnTo>
                      <a:pt x="908660" y="908623"/>
                    </a:lnTo>
                    <a:lnTo>
                      <a:pt x="908869" y="908376"/>
                    </a:lnTo>
                    <a:lnTo>
                      <a:pt x="909077" y="908128"/>
                    </a:lnTo>
                    <a:lnTo>
                      <a:pt x="909286" y="907880"/>
                    </a:lnTo>
                    <a:lnTo>
                      <a:pt x="909494" y="907633"/>
                    </a:lnTo>
                    <a:lnTo>
                      <a:pt x="909703" y="907385"/>
                    </a:lnTo>
                    <a:lnTo>
                      <a:pt x="909911" y="907138"/>
                    </a:lnTo>
                    <a:lnTo>
                      <a:pt x="910120" y="906890"/>
                    </a:lnTo>
                    <a:lnTo>
                      <a:pt x="910328" y="906643"/>
                    </a:lnTo>
                    <a:lnTo>
                      <a:pt x="910537" y="906395"/>
                    </a:lnTo>
                    <a:lnTo>
                      <a:pt x="910745" y="906148"/>
                    </a:lnTo>
                    <a:lnTo>
                      <a:pt x="910954" y="905900"/>
                    </a:lnTo>
                    <a:lnTo>
                      <a:pt x="911162" y="905652"/>
                    </a:lnTo>
                    <a:lnTo>
                      <a:pt x="911371" y="905405"/>
                    </a:lnTo>
                    <a:lnTo>
                      <a:pt x="911579" y="905157"/>
                    </a:lnTo>
                    <a:lnTo>
                      <a:pt x="911788" y="904910"/>
                    </a:lnTo>
                    <a:lnTo>
                      <a:pt x="911997" y="904662"/>
                    </a:lnTo>
                    <a:lnTo>
                      <a:pt x="912205" y="904415"/>
                    </a:lnTo>
                    <a:lnTo>
                      <a:pt x="912414" y="904167"/>
                    </a:lnTo>
                    <a:lnTo>
                      <a:pt x="912622" y="903920"/>
                    </a:lnTo>
                    <a:lnTo>
                      <a:pt x="912831" y="903672"/>
                    </a:lnTo>
                    <a:lnTo>
                      <a:pt x="913040" y="903425"/>
                    </a:lnTo>
                    <a:lnTo>
                      <a:pt x="913248" y="903177"/>
                    </a:lnTo>
                    <a:lnTo>
                      <a:pt x="913457" y="902930"/>
                    </a:lnTo>
                    <a:lnTo>
                      <a:pt x="913665" y="902682"/>
                    </a:lnTo>
                    <a:lnTo>
                      <a:pt x="913874" y="902435"/>
                    </a:lnTo>
                    <a:lnTo>
                      <a:pt x="914083" y="902187"/>
                    </a:lnTo>
                    <a:lnTo>
                      <a:pt x="914291" y="901940"/>
                    </a:lnTo>
                    <a:lnTo>
                      <a:pt x="914399" y="901811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h2353"/>
              <p:cNvSpPr/>
              <p:nvPr/>
            </p:nvSpPr>
            <p:spPr>
              <a:xfrm>
                <a:off x="2808451" y="22732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60" y="919262"/>
                    </a:lnTo>
                    <a:lnTo>
                      <a:pt x="905268" y="919014"/>
                    </a:lnTo>
                    <a:lnTo>
                      <a:pt x="905477" y="918767"/>
                    </a:lnTo>
                    <a:lnTo>
                      <a:pt x="905686" y="918519"/>
                    </a:lnTo>
                    <a:lnTo>
                      <a:pt x="905894" y="918272"/>
                    </a:lnTo>
                    <a:lnTo>
                      <a:pt x="906103" y="918024"/>
                    </a:lnTo>
                    <a:lnTo>
                      <a:pt x="906312" y="917777"/>
                    </a:lnTo>
                    <a:lnTo>
                      <a:pt x="906521" y="917530"/>
                    </a:lnTo>
                    <a:lnTo>
                      <a:pt x="906729" y="917282"/>
                    </a:lnTo>
                    <a:lnTo>
                      <a:pt x="906938" y="917035"/>
                    </a:lnTo>
                    <a:lnTo>
                      <a:pt x="907147" y="916787"/>
                    </a:lnTo>
                    <a:lnTo>
                      <a:pt x="907356" y="916540"/>
                    </a:lnTo>
                    <a:lnTo>
                      <a:pt x="907564" y="916292"/>
                    </a:lnTo>
                    <a:lnTo>
                      <a:pt x="907773" y="916045"/>
                    </a:lnTo>
                    <a:lnTo>
                      <a:pt x="907982" y="915797"/>
                    </a:lnTo>
                    <a:lnTo>
                      <a:pt x="908191" y="915550"/>
                    </a:lnTo>
                    <a:lnTo>
                      <a:pt x="908399" y="915302"/>
                    </a:lnTo>
                    <a:lnTo>
                      <a:pt x="908608" y="915055"/>
                    </a:lnTo>
                    <a:lnTo>
                      <a:pt x="908817" y="914808"/>
                    </a:lnTo>
                    <a:lnTo>
                      <a:pt x="909026" y="914560"/>
                    </a:lnTo>
                    <a:lnTo>
                      <a:pt x="909161" y="914400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h2354"/>
              <p:cNvSpPr/>
              <p:nvPr/>
            </p:nvSpPr>
            <p:spPr>
              <a:xfrm>
                <a:off x="280845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h2355"/>
              <p:cNvSpPr/>
              <p:nvPr/>
            </p:nvSpPr>
            <p:spPr>
              <a:xfrm>
                <a:off x="281789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h2356"/>
              <p:cNvSpPr/>
              <p:nvPr/>
            </p:nvSpPr>
            <p:spPr>
              <a:xfrm>
                <a:off x="282733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h2357"/>
              <p:cNvSpPr/>
              <p:nvPr/>
            </p:nvSpPr>
            <p:spPr>
              <a:xfrm>
                <a:off x="283677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h2358"/>
              <p:cNvSpPr/>
              <p:nvPr/>
            </p:nvSpPr>
            <p:spPr>
              <a:xfrm>
                <a:off x="284621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h2359"/>
              <p:cNvSpPr/>
              <p:nvPr/>
            </p:nvSpPr>
            <p:spPr>
              <a:xfrm>
                <a:off x="285565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h2360"/>
              <p:cNvSpPr/>
              <p:nvPr/>
            </p:nvSpPr>
            <p:spPr>
              <a:xfrm>
                <a:off x="286509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h2361"/>
              <p:cNvSpPr/>
              <p:nvPr/>
            </p:nvSpPr>
            <p:spPr>
              <a:xfrm>
                <a:off x="287453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h2362"/>
              <p:cNvSpPr/>
              <p:nvPr/>
            </p:nvSpPr>
            <p:spPr>
              <a:xfrm>
                <a:off x="288397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h2363"/>
              <p:cNvSpPr/>
              <p:nvPr/>
            </p:nvSpPr>
            <p:spPr>
              <a:xfrm>
                <a:off x="289341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h2364"/>
              <p:cNvSpPr/>
              <p:nvPr/>
            </p:nvSpPr>
            <p:spPr>
              <a:xfrm>
                <a:off x="290285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h2365"/>
              <p:cNvSpPr/>
              <p:nvPr/>
            </p:nvSpPr>
            <p:spPr>
              <a:xfrm>
                <a:off x="291229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h2366"/>
              <p:cNvSpPr/>
              <p:nvPr/>
            </p:nvSpPr>
            <p:spPr>
              <a:xfrm>
                <a:off x="292173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h2367"/>
              <p:cNvSpPr/>
              <p:nvPr/>
            </p:nvSpPr>
            <p:spPr>
              <a:xfrm>
                <a:off x="293117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h2368"/>
              <p:cNvSpPr/>
              <p:nvPr/>
            </p:nvSpPr>
            <p:spPr>
              <a:xfrm>
                <a:off x="294061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h2369"/>
              <p:cNvSpPr/>
              <p:nvPr/>
            </p:nvSpPr>
            <p:spPr>
              <a:xfrm>
                <a:off x="295005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h2370"/>
              <p:cNvSpPr/>
              <p:nvPr/>
            </p:nvSpPr>
            <p:spPr>
              <a:xfrm>
                <a:off x="295949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h2371"/>
              <p:cNvSpPr/>
              <p:nvPr/>
            </p:nvSpPr>
            <p:spPr>
              <a:xfrm>
                <a:off x="296893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h2372"/>
              <p:cNvSpPr/>
              <p:nvPr/>
            </p:nvSpPr>
            <p:spPr>
              <a:xfrm>
                <a:off x="297837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h2373"/>
              <p:cNvSpPr/>
              <p:nvPr/>
            </p:nvSpPr>
            <p:spPr>
              <a:xfrm>
                <a:off x="298781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h2374"/>
              <p:cNvSpPr/>
              <p:nvPr/>
            </p:nvSpPr>
            <p:spPr>
              <a:xfrm>
                <a:off x="299725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h2375"/>
              <p:cNvSpPr/>
              <p:nvPr/>
            </p:nvSpPr>
            <p:spPr>
              <a:xfrm>
                <a:off x="300669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h2376"/>
              <p:cNvSpPr/>
              <p:nvPr/>
            </p:nvSpPr>
            <p:spPr>
              <a:xfrm>
                <a:off x="301613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h2377"/>
              <p:cNvSpPr/>
              <p:nvPr/>
            </p:nvSpPr>
            <p:spPr>
              <a:xfrm>
                <a:off x="302557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h2378"/>
              <p:cNvSpPr/>
              <p:nvPr/>
            </p:nvSpPr>
            <p:spPr>
              <a:xfrm>
                <a:off x="303501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h2379"/>
              <p:cNvSpPr/>
              <p:nvPr/>
            </p:nvSpPr>
            <p:spPr>
              <a:xfrm>
                <a:off x="304445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h2380"/>
              <p:cNvSpPr/>
              <p:nvPr/>
            </p:nvSpPr>
            <p:spPr>
              <a:xfrm>
                <a:off x="305389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h2381"/>
              <p:cNvSpPr/>
              <p:nvPr/>
            </p:nvSpPr>
            <p:spPr>
              <a:xfrm>
                <a:off x="306333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h2382"/>
              <p:cNvSpPr/>
              <p:nvPr/>
            </p:nvSpPr>
            <p:spPr>
              <a:xfrm>
                <a:off x="307277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h2383"/>
              <p:cNvSpPr/>
              <p:nvPr/>
            </p:nvSpPr>
            <p:spPr>
              <a:xfrm>
                <a:off x="308221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h2384"/>
              <p:cNvSpPr/>
              <p:nvPr/>
            </p:nvSpPr>
            <p:spPr>
              <a:xfrm>
                <a:off x="309165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h2385"/>
              <p:cNvSpPr/>
              <p:nvPr/>
            </p:nvSpPr>
            <p:spPr>
              <a:xfrm>
                <a:off x="310109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h2386"/>
              <p:cNvSpPr/>
              <p:nvPr/>
            </p:nvSpPr>
            <p:spPr>
              <a:xfrm>
                <a:off x="311053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h2387"/>
              <p:cNvSpPr/>
              <p:nvPr/>
            </p:nvSpPr>
            <p:spPr>
              <a:xfrm>
                <a:off x="311997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h2388"/>
              <p:cNvSpPr/>
              <p:nvPr/>
            </p:nvSpPr>
            <p:spPr>
              <a:xfrm>
                <a:off x="312941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h2389"/>
              <p:cNvSpPr/>
              <p:nvPr/>
            </p:nvSpPr>
            <p:spPr>
              <a:xfrm>
                <a:off x="313885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h2390"/>
              <p:cNvSpPr/>
              <p:nvPr/>
            </p:nvSpPr>
            <p:spPr>
              <a:xfrm>
                <a:off x="314829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h2391"/>
              <p:cNvSpPr/>
              <p:nvPr/>
            </p:nvSpPr>
            <p:spPr>
              <a:xfrm>
                <a:off x="315774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h2392"/>
              <p:cNvSpPr/>
              <p:nvPr/>
            </p:nvSpPr>
            <p:spPr>
              <a:xfrm>
                <a:off x="316718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h2393"/>
              <p:cNvSpPr/>
              <p:nvPr/>
            </p:nvSpPr>
            <p:spPr>
              <a:xfrm>
                <a:off x="317662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h2394"/>
              <p:cNvSpPr/>
              <p:nvPr/>
            </p:nvSpPr>
            <p:spPr>
              <a:xfrm>
                <a:off x="318606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h2395"/>
              <p:cNvSpPr/>
              <p:nvPr/>
            </p:nvSpPr>
            <p:spPr>
              <a:xfrm>
                <a:off x="319550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h2396"/>
              <p:cNvSpPr/>
              <p:nvPr/>
            </p:nvSpPr>
            <p:spPr>
              <a:xfrm>
                <a:off x="320494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h2397"/>
              <p:cNvSpPr/>
              <p:nvPr/>
            </p:nvSpPr>
            <p:spPr>
              <a:xfrm>
                <a:off x="321438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h2398"/>
              <p:cNvSpPr/>
              <p:nvPr/>
            </p:nvSpPr>
            <p:spPr>
              <a:xfrm>
                <a:off x="322382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h2399"/>
              <p:cNvSpPr/>
              <p:nvPr/>
            </p:nvSpPr>
            <p:spPr>
              <a:xfrm>
                <a:off x="323326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h2400"/>
              <p:cNvSpPr/>
              <p:nvPr/>
            </p:nvSpPr>
            <p:spPr>
              <a:xfrm>
                <a:off x="324270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h2401"/>
              <p:cNvSpPr/>
              <p:nvPr/>
            </p:nvSpPr>
            <p:spPr>
              <a:xfrm>
                <a:off x="325214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h2402"/>
              <p:cNvSpPr/>
              <p:nvPr/>
            </p:nvSpPr>
            <p:spPr>
              <a:xfrm>
                <a:off x="326158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h2403"/>
              <p:cNvSpPr/>
              <p:nvPr/>
            </p:nvSpPr>
            <p:spPr>
              <a:xfrm>
                <a:off x="327102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h2404"/>
              <p:cNvSpPr/>
              <p:nvPr/>
            </p:nvSpPr>
            <p:spPr>
              <a:xfrm>
                <a:off x="328046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h2405"/>
              <p:cNvSpPr/>
              <p:nvPr/>
            </p:nvSpPr>
            <p:spPr>
              <a:xfrm>
                <a:off x="328990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h2406"/>
              <p:cNvSpPr/>
              <p:nvPr/>
            </p:nvSpPr>
            <p:spPr>
              <a:xfrm>
                <a:off x="329934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h2407"/>
              <p:cNvSpPr/>
              <p:nvPr/>
            </p:nvSpPr>
            <p:spPr>
              <a:xfrm>
                <a:off x="330878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h2408"/>
              <p:cNvSpPr/>
              <p:nvPr/>
            </p:nvSpPr>
            <p:spPr>
              <a:xfrm>
                <a:off x="331822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h2409"/>
              <p:cNvSpPr/>
              <p:nvPr/>
            </p:nvSpPr>
            <p:spPr>
              <a:xfrm>
                <a:off x="332766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h2410"/>
              <p:cNvSpPr/>
              <p:nvPr/>
            </p:nvSpPr>
            <p:spPr>
              <a:xfrm>
                <a:off x="3337104" y="2290780"/>
                <a:ext cx="9220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0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02" y="896864"/>
                    </a:lnTo>
                    <a:lnTo>
                      <a:pt x="921314" y="899019"/>
                    </a:lnTo>
                    <a:lnTo>
                      <a:pt x="920627" y="901175"/>
                    </a:lnTo>
                    <a:lnTo>
                      <a:pt x="919939" y="903331"/>
                    </a:lnTo>
                    <a:lnTo>
                      <a:pt x="919252" y="905487"/>
                    </a:lnTo>
                    <a:lnTo>
                      <a:pt x="918565" y="907643"/>
                    </a:lnTo>
                    <a:lnTo>
                      <a:pt x="917878" y="909799"/>
                    </a:lnTo>
                    <a:lnTo>
                      <a:pt x="917187" y="911968"/>
                    </a:lnTo>
                    <a:lnTo>
                      <a:pt x="91636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h2411"/>
              <p:cNvSpPr/>
              <p:nvPr/>
            </p:nvSpPr>
            <p:spPr>
              <a:xfrm>
                <a:off x="2402521" y="22732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2851" y="914400"/>
                    </a:lnTo>
                    <a:lnTo>
                      <a:pt x="914231" y="905495"/>
                    </a:lnTo>
                    <a:lnTo>
                      <a:pt x="914399" y="904590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h2412"/>
              <p:cNvSpPr/>
              <p:nvPr/>
            </p:nvSpPr>
            <p:spPr>
              <a:xfrm>
                <a:off x="2411961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159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h2413"/>
              <p:cNvSpPr/>
              <p:nvPr/>
            </p:nvSpPr>
            <p:spPr>
              <a:xfrm>
                <a:off x="241196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h2414"/>
              <p:cNvSpPr/>
              <p:nvPr/>
            </p:nvSpPr>
            <p:spPr>
              <a:xfrm>
                <a:off x="242140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h2415"/>
              <p:cNvSpPr/>
              <p:nvPr/>
            </p:nvSpPr>
            <p:spPr>
              <a:xfrm>
                <a:off x="243084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h2416"/>
              <p:cNvSpPr/>
              <p:nvPr/>
            </p:nvSpPr>
            <p:spPr>
              <a:xfrm>
                <a:off x="244028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h2417"/>
              <p:cNvSpPr/>
              <p:nvPr/>
            </p:nvSpPr>
            <p:spPr>
              <a:xfrm>
                <a:off x="244972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h2418"/>
              <p:cNvSpPr/>
              <p:nvPr/>
            </p:nvSpPr>
            <p:spPr>
              <a:xfrm>
                <a:off x="245916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h2419"/>
              <p:cNvSpPr/>
              <p:nvPr/>
            </p:nvSpPr>
            <p:spPr>
              <a:xfrm>
                <a:off x="246860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h2420"/>
              <p:cNvSpPr/>
              <p:nvPr/>
            </p:nvSpPr>
            <p:spPr>
              <a:xfrm>
                <a:off x="247804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h2421"/>
              <p:cNvSpPr/>
              <p:nvPr/>
            </p:nvSpPr>
            <p:spPr>
              <a:xfrm>
                <a:off x="248748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h2422"/>
              <p:cNvSpPr/>
              <p:nvPr/>
            </p:nvSpPr>
            <p:spPr>
              <a:xfrm>
                <a:off x="249692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h2423"/>
              <p:cNvSpPr/>
              <p:nvPr/>
            </p:nvSpPr>
            <p:spPr>
              <a:xfrm>
                <a:off x="250636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h2424"/>
              <p:cNvSpPr/>
              <p:nvPr/>
            </p:nvSpPr>
            <p:spPr>
              <a:xfrm>
                <a:off x="251580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h2425"/>
              <p:cNvSpPr/>
              <p:nvPr/>
            </p:nvSpPr>
            <p:spPr>
              <a:xfrm>
                <a:off x="252524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h2426"/>
              <p:cNvSpPr/>
              <p:nvPr/>
            </p:nvSpPr>
            <p:spPr>
              <a:xfrm>
                <a:off x="253468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h2427"/>
              <p:cNvSpPr/>
              <p:nvPr/>
            </p:nvSpPr>
            <p:spPr>
              <a:xfrm>
                <a:off x="254412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h2428"/>
              <p:cNvSpPr/>
              <p:nvPr/>
            </p:nvSpPr>
            <p:spPr>
              <a:xfrm>
                <a:off x="255356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h2429"/>
              <p:cNvSpPr/>
              <p:nvPr/>
            </p:nvSpPr>
            <p:spPr>
              <a:xfrm>
                <a:off x="256300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h2430"/>
              <p:cNvSpPr/>
              <p:nvPr/>
            </p:nvSpPr>
            <p:spPr>
              <a:xfrm>
                <a:off x="257244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h2431"/>
              <p:cNvSpPr/>
              <p:nvPr/>
            </p:nvSpPr>
            <p:spPr>
              <a:xfrm>
                <a:off x="258188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h2432"/>
              <p:cNvSpPr/>
              <p:nvPr/>
            </p:nvSpPr>
            <p:spPr>
              <a:xfrm>
                <a:off x="259132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h2433"/>
              <p:cNvSpPr/>
              <p:nvPr/>
            </p:nvSpPr>
            <p:spPr>
              <a:xfrm>
                <a:off x="260076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h2434"/>
              <p:cNvSpPr/>
              <p:nvPr/>
            </p:nvSpPr>
            <p:spPr>
              <a:xfrm>
                <a:off x="261020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h2435"/>
              <p:cNvSpPr/>
              <p:nvPr/>
            </p:nvSpPr>
            <p:spPr>
              <a:xfrm>
                <a:off x="261964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h2436"/>
              <p:cNvSpPr/>
              <p:nvPr/>
            </p:nvSpPr>
            <p:spPr>
              <a:xfrm>
                <a:off x="262908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h2437"/>
              <p:cNvSpPr/>
              <p:nvPr/>
            </p:nvSpPr>
            <p:spPr>
              <a:xfrm>
                <a:off x="263852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h2438"/>
              <p:cNvSpPr/>
              <p:nvPr/>
            </p:nvSpPr>
            <p:spPr>
              <a:xfrm>
                <a:off x="264796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h2439"/>
              <p:cNvSpPr/>
              <p:nvPr/>
            </p:nvSpPr>
            <p:spPr>
              <a:xfrm>
                <a:off x="265740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h2440"/>
              <p:cNvSpPr/>
              <p:nvPr/>
            </p:nvSpPr>
            <p:spPr>
              <a:xfrm>
                <a:off x="266684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h2441"/>
              <p:cNvSpPr/>
              <p:nvPr/>
            </p:nvSpPr>
            <p:spPr>
              <a:xfrm>
                <a:off x="267628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h2442"/>
              <p:cNvSpPr/>
              <p:nvPr/>
            </p:nvSpPr>
            <p:spPr>
              <a:xfrm>
                <a:off x="268572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h2443"/>
              <p:cNvSpPr/>
              <p:nvPr/>
            </p:nvSpPr>
            <p:spPr>
              <a:xfrm>
                <a:off x="269516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h2444"/>
              <p:cNvSpPr/>
              <p:nvPr/>
            </p:nvSpPr>
            <p:spPr>
              <a:xfrm>
                <a:off x="2704608" y="2273210"/>
                <a:ext cx="9180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01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8001" y="896830"/>
                    </a:lnTo>
                    <a:lnTo>
                      <a:pt x="917998" y="897438"/>
                    </a:lnTo>
                    <a:lnTo>
                      <a:pt x="917630" y="908602"/>
                    </a:lnTo>
                    <a:lnTo>
                      <a:pt x="917272" y="914400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h2445"/>
              <p:cNvSpPr/>
              <p:nvPr/>
            </p:nvSpPr>
            <p:spPr>
              <a:xfrm>
                <a:off x="2808451" y="2273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235" y="914313"/>
                    </a:lnTo>
                    <a:lnTo>
                      <a:pt x="909443" y="914065"/>
                    </a:lnTo>
                    <a:lnTo>
                      <a:pt x="909652" y="913818"/>
                    </a:lnTo>
                    <a:lnTo>
                      <a:pt x="909861" y="913570"/>
                    </a:lnTo>
                    <a:lnTo>
                      <a:pt x="910070" y="913323"/>
                    </a:lnTo>
                    <a:lnTo>
                      <a:pt x="910279" y="913076"/>
                    </a:lnTo>
                    <a:lnTo>
                      <a:pt x="910488" y="912828"/>
                    </a:lnTo>
                    <a:lnTo>
                      <a:pt x="910696" y="912581"/>
                    </a:lnTo>
                    <a:lnTo>
                      <a:pt x="910905" y="912333"/>
                    </a:lnTo>
                    <a:lnTo>
                      <a:pt x="911114" y="912086"/>
                    </a:lnTo>
                    <a:lnTo>
                      <a:pt x="911323" y="911839"/>
                    </a:lnTo>
                    <a:lnTo>
                      <a:pt x="911532" y="911591"/>
                    </a:lnTo>
                    <a:lnTo>
                      <a:pt x="911741" y="911344"/>
                    </a:lnTo>
                    <a:lnTo>
                      <a:pt x="911950" y="911097"/>
                    </a:lnTo>
                    <a:lnTo>
                      <a:pt x="912159" y="910849"/>
                    </a:lnTo>
                    <a:lnTo>
                      <a:pt x="912368" y="910602"/>
                    </a:lnTo>
                    <a:lnTo>
                      <a:pt x="912576" y="910354"/>
                    </a:lnTo>
                    <a:lnTo>
                      <a:pt x="912785" y="910107"/>
                    </a:lnTo>
                    <a:lnTo>
                      <a:pt x="912994" y="909860"/>
                    </a:lnTo>
                    <a:lnTo>
                      <a:pt x="913203" y="909612"/>
                    </a:lnTo>
                    <a:lnTo>
                      <a:pt x="913412" y="909365"/>
                    </a:lnTo>
                    <a:lnTo>
                      <a:pt x="913621" y="909118"/>
                    </a:lnTo>
                    <a:lnTo>
                      <a:pt x="913830" y="908870"/>
                    </a:lnTo>
                    <a:lnTo>
                      <a:pt x="914039" y="908623"/>
                    </a:lnTo>
                    <a:lnTo>
                      <a:pt x="914248" y="908376"/>
                    </a:lnTo>
                    <a:lnTo>
                      <a:pt x="914400" y="908197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h2446"/>
              <p:cNvSpPr/>
              <p:nvPr/>
            </p:nvSpPr>
            <p:spPr>
              <a:xfrm>
                <a:off x="2817891" y="2273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17" y="908128"/>
                    </a:lnTo>
                    <a:lnTo>
                      <a:pt x="905226" y="907881"/>
                    </a:lnTo>
                    <a:lnTo>
                      <a:pt x="905435" y="907634"/>
                    </a:lnTo>
                    <a:lnTo>
                      <a:pt x="905644" y="907386"/>
                    </a:lnTo>
                    <a:lnTo>
                      <a:pt x="905853" y="907139"/>
                    </a:lnTo>
                    <a:lnTo>
                      <a:pt x="906062" y="906892"/>
                    </a:lnTo>
                    <a:lnTo>
                      <a:pt x="906271" y="906644"/>
                    </a:lnTo>
                    <a:lnTo>
                      <a:pt x="906480" y="906397"/>
                    </a:lnTo>
                    <a:lnTo>
                      <a:pt x="906689" y="906150"/>
                    </a:lnTo>
                    <a:lnTo>
                      <a:pt x="906898" y="905902"/>
                    </a:lnTo>
                    <a:lnTo>
                      <a:pt x="907107" y="905655"/>
                    </a:lnTo>
                    <a:lnTo>
                      <a:pt x="907316" y="905408"/>
                    </a:lnTo>
                    <a:lnTo>
                      <a:pt x="907525" y="905160"/>
                    </a:lnTo>
                    <a:lnTo>
                      <a:pt x="907735" y="904913"/>
                    </a:lnTo>
                    <a:lnTo>
                      <a:pt x="907944" y="904666"/>
                    </a:lnTo>
                    <a:lnTo>
                      <a:pt x="908153" y="904419"/>
                    </a:lnTo>
                    <a:lnTo>
                      <a:pt x="908362" y="904171"/>
                    </a:lnTo>
                    <a:lnTo>
                      <a:pt x="908571" y="903924"/>
                    </a:lnTo>
                    <a:lnTo>
                      <a:pt x="908780" y="903677"/>
                    </a:lnTo>
                    <a:lnTo>
                      <a:pt x="908989" y="903430"/>
                    </a:lnTo>
                    <a:lnTo>
                      <a:pt x="909198" y="903182"/>
                    </a:lnTo>
                    <a:lnTo>
                      <a:pt x="909408" y="902935"/>
                    </a:lnTo>
                    <a:lnTo>
                      <a:pt x="909617" y="902688"/>
                    </a:lnTo>
                    <a:lnTo>
                      <a:pt x="909826" y="902440"/>
                    </a:lnTo>
                    <a:lnTo>
                      <a:pt x="910035" y="902193"/>
                    </a:lnTo>
                    <a:lnTo>
                      <a:pt x="910244" y="901946"/>
                    </a:lnTo>
                    <a:lnTo>
                      <a:pt x="910453" y="901699"/>
                    </a:lnTo>
                    <a:lnTo>
                      <a:pt x="910663" y="901451"/>
                    </a:lnTo>
                    <a:lnTo>
                      <a:pt x="914400" y="897227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h2447"/>
              <p:cNvSpPr/>
              <p:nvPr/>
            </p:nvSpPr>
            <p:spPr>
              <a:xfrm>
                <a:off x="2827331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97"/>
                    </a:lnTo>
                    <a:lnTo>
                      <a:pt x="905087" y="914653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h2448"/>
              <p:cNvSpPr/>
              <p:nvPr/>
            </p:nvSpPr>
            <p:spPr>
              <a:xfrm>
                <a:off x="282733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h2449"/>
              <p:cNvSpPr/>
              <p:nvPr/>
            </p:nvSpPr>
            <p:spPr>
              <a:xfrm>
                <a:off x="283677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h2450"/>
              <p:cNvSpPr/>
              <p:nvPr/>
            </p:nvSpPr>
            <p:spPr>
              <a:xfrm>
                <a:off x="284621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h2451"/>
              <p:cNvSpPr/>
              <p:nvPr/>
            </p:nvSpPr>
            <p:spPr>
              <a:xfrm>
                <a:off x="285565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h2452"/>
              <p:cNvSpPr/>
              <p:nvPr/>
            </p:nvSpPr>
            <p:spPr>
              <a:xfrm>
                <a:off x="286509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h2453"/>
              <p:cNvSpPr/>
              <p:nvPr/>
            </p:nvSpPr>
            <p:spPr>
              <a:xfrm>
                <a:off x="287453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h2454"/>
              <p:cNvSpPr/>
              <p:nvPr/>
            </p:nvSpPr>
            <p:spPr>
              <a:xfrm>
                <a:off x="288397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h2455"/>
              <p:cNvSpPr/>
              <p:nvPr/>
            </p:nvSpPr>
            <p:spPr>
              <a:xfrm>
                <a:off x="289341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h2456"/>
              <p:cNvSpPr/>
              <p:nvPr/>
            </p:nvSpPr>
            <p:spPr>
              <a:xfrm>
                <a:off x="290285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h2457"/>
              <p:cNvSpPr/>
              <p:nvPr/>
            </p:nvSpPr>
            <p:spPr>
              <a:xfrm>
                <a:off x="291229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h2458"/>
              <p:cNvSpPr/>
              <p:nvPr/>
            </p:nvSpPr>
            <p:spPr>
              <a:xfrm>
                <a:off x="292173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h2459"/>
              <p:cNvSpPr/>
              <p:nvPr/>
            </p:nvSpPr>
            <p:spPr>
              <a:xfrm>
                <a:off x="293117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h2460"/>
              <p:cNvSpPr/>
              <p:nvPr/>
            </p:nvSpPr>
            <p:spPr>
              <a:xfrm>
                <a:off x="294061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h2461"/>
              <p:cNvSpPr/>
              <p:nvPr/>
            </p:nvSpPr>
            <p:spPr>
              <a:xfrm>
                <a:off x="295005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h2462"/>
              <p:cNvSpPr/>
              <p:nvPr/>
            </p:nvSpPr>
            <p:spPr>
              <a:xfrm>
                <a:off x="295949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h2463"/>
              <p:cNvSpPr/>
              <p:nvPr/>
            </p:nvSpPr>
            <p:spPr>
              <a:xfrm>
                <a:off x="296893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h2464"/>
              <p:cNvSpPr/>
              <p:nvPr/>
            </p:nvSpPr>
            <p:spPr>
              <a:xfrm>
                <a:off x="297837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h2465"/>
              <p:cNvSpPr/>
              <p:nvPr/>
            </p:nvSpPr>
            <p:spPr>
              <a:xfrm>
                <a:off x="298781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h2466"/>
              <p:cNvSpPr/>
              <p:nvPr/>
            </p:nvSpPr>
            <p:spPr>
              <a:xfrm>
                <a:off x="299725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h2467"/>
              <p:cNvSpPr/>
              <p:nvPr/>
            </p:nvSpPr>
            <p:spPr>
              <a:xfrm>
                <a:off x="300669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h2468"/>
              <p:cNvSpPr/>
              <p:nvPr/>
            </p:nvSpPr>
            <p:spPr>
              <a:xfrm>
                <a:off x="301613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h2469"/>
              <p:cNvSpPr/>
              <p:nvPr/>
            </p:nvSpPr>
            <p:spPr>
              <a:xfrm>
                <a:off x="302557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h2470"/>
              <p:cNvSpPr/>
              <p:nvPr/>
            </p:nvSpPr>
            <p:spPr>
              <a:xfrm>
                <a:off x="303501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h2471"/>
              <p:cNvSpPr/>
              <p:nvPr/>
            </p:nvSpPr>
            <p:spPr>
              <a:xfrm>
                <a:off x="304445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h2472"/>
              <p:cNvSpPr/>
              <p:nvPr/>
            </p:nvSpPr>
            <p:spPr>
              <a:xfrm>
                <a:off x="305389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h2473"/>
              <p:cNvSpPr/>
              <p:nvPr/>
            </p:nvSpPr>
            <p:spPr>
              <a:xfrm>
                <a:off x="306333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h2474"/>
              <p:cNvSpPr/>
              <p:nvPr/>
            </p:nvSpPr>
            <p:spPr>
              <a:xfrm>
                <a:off x="307277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h2475"/>
              <p:cNvSpPr/>
              <p:nvPr/>
            </p:nvSpPr>
            <p:spPr>
              <a:xfrm>
                <a:off x="308221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h2476"/>
              <p:cNvSpPr/>
              <p:nvPr/>
            </p:nvSpPr>
            <p:spPr>
              <a:xfrm>
                <a:off x="309165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h2477"/>
              <p:cNvSpPr/>
              <p:nvPr/>
            </p:nvSpPr>
            <p:spPr>
              <a:xfrm>
                <a:off x="310109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h2478"/>
              <p:cNvSpPr/>
              <p:nvPr/>
            </p:nvSpPr>
            <p:spPr>
              <a:xfrm>
                <a:off x="311053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h2479"/>
              <p:cNvSpPr/>
              <p:nvPr/>
            </p:nvSpPr>
            <p:spPr>
              <a:xfrm>
                <a:off x="311997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h2480"/>
              <p:cNvSpPr/>
              <p:nvPr/>
            </p:nvSpPr>
            <p:spPr>
              <a:xfrm>
                <a:off x="312941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h2481"/>
              <p:cNvSpPr/>
              <p:nvPr/>
            </p:nvSpPr>
            <p:spPr>
              <a:xfrm>
                <a:off x="313885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h2482"/>
              <p:cNvSpPr/>
              <p:nvPr/>
            </p:nvSpPr>
            <p:spPr>
              <a:xfrm>
                <a:off x="314829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h2483"/>
              <p:cNvSpPr/>
              <p:nvPr/>
            </p:nvSpPr>
            <p:spPr>
              <a:xfrm>
                <a:off x="315774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h2484"/>
              <p:cNvSpPr/>
              <p:nvPr/>
            </p:nvSpPr>
            <p:spPr>
              <a:xfrm>
                <a:off x="316718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h2485"/>
              <p:cNvSpPr/>
              <p:nvPr/>
            </p:nvSpPr>
            <p:spPr>
              <a:xfrm>
                <a:off x="317662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h2486"/>
              <p:cNvSpPr/>
              <p:nvPr/>
            </p:nvSpPr>
            <p:spPr>
              <a:xfrm>
                <a:off x="318606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h2487"/>
              <p:cNvSpPr/>
              <p:nvPr/>
            </p:nvSpPr>
            <p:spPr>
              <a:xfrm>
                <a:off x="319550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h2488"/>
              <p:cNvSpPr/>
              <p:nvPr/>
            </p:nvSpPr>
            <p:spPr>
              <a:xfrm>
                <a:off x="320494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h2489"/>
              <p:cNvSpPr/>
              <p:nvPr/>
            </p:nvSpPr>
            <p:spPr>
              <a:xfrm>
                <a:off x="321438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h2490"/>
              <p:cNvSpPr/>
              <p:nvPr/>
            </p:nvSpPr>
            <p:spPr>
              <a:xfrm>
                <a:off x="322382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h2491"/>
              <p:cNvSpPr/>
              <p:nvPr/>
            </p:nvSpPr>
            <p:spPr>
              <a:xfrm>
                <a:off x="323326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h2492"/>
              <p:cNvSpPr/>
              <p:nvPr/>
            </p:nvSpPr>
            <p:spPr>
              <a:xfrm>
                <a:off x="324270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h2493"/>
              <p:cNvSpPr/>
              <p:nvPr/>
            </p:nvSpPr>
            <p:spPr>
              <a:xfrm>
                <a:off x="325214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h2494"/>
              <p:cNvSpPr/>
              <p:nvPr/>
            </p:nvSpPr>
            <p:spPr>
              <a:xfrm>
                <a:off x="326158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h2495"/>
              <p:cNvSpPr/>
              <p:nvPr/>
            </p:nvSpPr>
            <p:spPr>
              <a:xfrm>
                <a:off x="327102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h2496"/>
              <p:cNvSpPr/>
              <p:nvPr/>
            </p:nvSpPr>
            <p:spPr>
              <a:xfrm>
                <a:off x="328046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h2497"/>
              <p:cNvSpPr/>
              <p:nvPr/>
            </p:nvSpPr>
            <p:spPr>
              <a:xfrm>
                <a:off x="328990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h2498"/>
              <p:cNvSpPr/>
              <p:nvPr/>
            </p:nvSpPr>
            <p:spPr>
              <a:xfrm>
                <a:off x="329934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h2499"/>
              <p:cNvSpPr/>
              <p:nvPr/>
            </p:nvSpPr>
            <p:spPr>
              <a:xfrm>
                <a:off x="330878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h2500"/>
              <p:cNvSpPr/>
              <p:nvPr/>
            </p:nvSpPr>
            <p:spPr>
              <a:xfrm>
                <a:off x="331822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h2501"/>
              <p:cNvSpPr/>
              <p:nvPr/>
            </p:nvSpPr>
            <p:spPr>
              <a:xfrm>
                <a:off x="332766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h2502"/>
              <p:cNvSpPr/>
              <p:nvPr/>
            </p:nvSpPr>
            <p:spPr>
              <a:xfrm>
                <a:off x="3337104" y="22732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80"/>
                    </a:lnTo>
                    <a:lnTo>
                      <a:pt x="923379" y="910122"/>
                    </a:lnTo>
                    <a:lnTo>
                      <a:pt x="922691" y="912278"/>
                    </a:lnTo>
                    <a:lnTo>
                      <a:pt x="922013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h2503"/>
              <p:cNvSpPr/>
              <p:nvPr/>
            </p:nvSpPr>
            <p:spPr>
              <a:xfrm>
                <a:off x="3346544" y="2255641"/>
                <a:ext cx="918189" cy="926250"/>
              </a:xfrm>
              <a:custGeom>
                <a:avLst/>
                <a:gdLst/>
                <a:ahLst/>
                <a:cxnLst/>
                <a:rect l="0" t="0" r="0" b="0"/>
                <a:pathLst>
                  <a:path w="918189" h="926250">
                    <a:moveTo>
                      <a:pt x="914400" y="914400"/>
                    </a:moveTo>
                    <a:lnTo>
                      <a:pt x="918189" y="914400"/>
                    </a:lnTo>
                    <a:lnTo>
                      <a:pt x="918074" y="914760"/>
                    </a:lnTo>
                    <a:lnTo>
                      <a:pt x="917384" y="916915"/>
                    </a:lnTo>
                    <a:lnTo>
                      <a:pt x="916695" y="919070"/>
                    </a:lnTo>
                    <a:lnTo>
                      <a:pt x="916005" y="921226"/>
                    </a:lnTo>
                    <a:lnTo>
                      <a:pt x="915316" y="923381"/>
                    </a:lnTo>
                    <a:lnTo>
                      <a:pt x="914627" y="925537"/>
                    </a:lnTo>
                    <a:lnTo>
                      <a:pt x="914400" y="92625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h2504"/>
              <p:cNvSpPr/>
              <p:nvPr/>
            </p:nvSpPr>
            <p:spPr>
              <a:xfrm>
                <a:off x="2411961" y="223807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401" y="931969"/>
                    </a:lnTo>
                    <a:lnTo>
                      <a:pt x="906715" y="930276"/>
                    </a:lnTo>
                    <a:lnTo>
                      <a:pt x="908926" y="920117"/>
                    </a:lnTo>
                    <a:lnTo>
                      <a:pt x="910360" y="914400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h2505"/>
              <p:cNvSpPr/>
              <p:nvPr/>
            </p:nvSpPr>
            <p:spPr>
              <a:xfrm>
                <a:off x="241196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h2506"/>
              <p:cNvSpPr/>
              <p:nvPr/>
            </p:nvSpPr>
            <p:spPr>
              <a:xfrm>
                <a:off x="242140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h2507"/>
              <p:cNvSpPr/>
              <p:nvPr/>
            </p:nvSpPr>
            <p:spPr>
              <a:xfrm>
                <a:off x="243084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h2508"/>
              <p:cNvSpPr/>
              <p:nvPr/>
            </p:nvSpPr>
            <p:spPr>
              <a:xfrm>
                <a:off x="244028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h2509"/>
              <p:cNvSpPr/>
              <p:nvPr/>
            </p:nvSpPr>
            <p:spPr>
              <a:xfrm>
                <a:off x="244972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h2510"/>
              <p:cNvSpPr/>
              <p:nvPr/>
            </p:nvSpPr>
            <p:spPr>
              <a:xfrm>
                <a:off x="245916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h2511"/>
              <p:cNvSpPr/>
              <p:nvPr/>
            </p:nvSpPr>
            <p:spPr>
              <a:xfrm>
                <a:off x="246860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h2512"/>
              <p:cNvSpPr/>
              <p:nvPr/>
            </p:nvSpPr>
            <p:spPr>
              <a:xfrm>
                <a:off x="247804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h2513"/>
              <p:cNvSpPr/>
              <p:nvPr/>
            </p:nvSpPr>
            <p:spPr>
              <a:xfrm>
                <a:off x="248748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h2514"/>
              <p:cNvSpPr/>
              <p:nvPr/>
            </p:nvSpPr>
            <p:spPr>
              <a:xfrm>
                <a:off x="249692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h2515"/>
              <p:cNvSpPr/>
              <p:nvPr/>
            </p:nvSpPr>
            <p:spPr>
              <a:xfrm>
                <a:off x="250636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h2516"/>
              <p:cNvSpPr/>
              <p:nvPr/>
            </p:nvSpPr>
            <p:spPr>
              <a:xfrm>
                <a:off x="251580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h2517"/>
              <p:cNvSpPr/>
              <p:nvPr/>
            </p:nvSpPr>
            <p:spPr>
              <a:xfrm>
                <a:off x="252524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h2518"/>
              <p:cNvSpPr/>
              <p:nvPr/>
            </p:nvSpPr>
            <p:spPr>
              <a:xfrm>
                <a:off x="253468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h2519"/>
              <p:cNvSpPr/>
              <p:nvPr/>
            </p:nvSpPr>
            <p:spPr>
              <a:xfrm>
                <a:off x="254412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h2520"/>
              <p:cNvSpPr/>
              <p:nvPr/>
            </p:nvSpPr>
            <p:spPr>
              <a:xfrm>
                <a:off x="255356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h2521"/>
              <p:cNvSpPr/>
              <p:nvPr/>
            </p:nvSpPr>
            <p:spPr>
              <a:xfrm>
                <a:off x="256300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h2522"/>
              <p:cNvSpPr/>
              <p:nvPr/>
            </p:nvSpPr>
            <p:spPr>
              <a:xfrm>
                <a:off x="257244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h2523"/>
              <p:cNvSpPr/>
              <p:nvPr/>
            </p:nvSpPr>
            <p:spPr>
              <a:xfrm>
                <a:off x="258188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h2524"/>
              <p:cNvSpPr/>
              <p:nvPr/>
            </p:nvSpPr>
            <p:spPr>
              <a:xfrm>
                <a:off x="259132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h2525"/>
              <p:cNvSpPr/>
              <p:nvPr/>
            </p:nvSpPr>
            <p:spPr>
              <a:xfrm>
                <a:off x="260076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h2526"/>
              <p:cNvSpPr/>
              <p:nvPr/>
            </p:nvSpPr>
            <p:spPr>
              <a:xfrm>
                <a:off x="261020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h2527"/>
              <p:cNvSpPr/>
              <p:nvPr/>
            </p:nvSpPr>
            <p:spPr>
              <a:xfrm>
                <a:off x="261964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h2528"/>
              <p:cNvSpPr/>
              <p:nvPr/>
            </p:nvSpPr>
            <p:spPr>
              <a:xfrm>
                <a:off x="262908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h2529"/>
              <p:cNvSpPr/>
              <p:nvPr/>
            </p:nvSpPr>
            <p:spPr>
              <a:xfrm>
                <a:off x="263852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h2530"/>
              <p:cNvSpPr/>
              <p:nvPr/>
            </p:nvSpPr>
            <p:spPr>
              <a:xfrm>
                <a:off x="264796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h2531"/>
              <p:cNvSpPr/>
              <p:nvPr/>
            </p:nvSpPr>
            <p:spPr>
              <a:xfrm>
                <a:off x="265740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h2532"/>
              <p:cNvSpPr/>
              <p:nvPr/>
            </p:nvSpPr>
            <p:spPr>
              <a:xfrm>
                <a:off x="266684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h2533"/>
              <p:cNvSpPr/>
              <p:nvPr/>
            </p:nvSpPr>
            <p:spPr>
              <a:xfrm>
                <a:off x="267628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h2534"/>
              <p:cNvSpPr/>
              <p:nvPr/>
            </p:nvSpPr>
            <p:spPr>
              <a:xfrm>
                <a:off x="268572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h2535"/>
              <p:cNvSpPr/>
              <p:nvPr/>
            </p:nvSpPr>
            <p:spPr>
              <a:xfrm>
                <a:off x="269516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h2536"/>
              <p:cNvSpPr/>
              <p:nvPr/>
            </p:nvSpPr>
            <p:spPr>
              <a:xfrm>
                <a:off x="2704608" y="2255641"/>
                <a:ext cx="9180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48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880" y="896830"/>
                    </a:lnTo>
                    <a:lnTo>
                      <a:pt x="918048" y="903822"/>
                    </a:lnTo>
                    <a:lnTo>
                      <a:pt x="918001" y="914400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h2537"/>
              <p:cNvSpPr/>
              <p:nvPr/>
            </p:nvSpPr>
            <p:spPr>
              <a:xfrm>
                <a:off x="2827331" y="2255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333" y="914400"/>
                    </a:lnTo>
                    <a:lnTo>
                      <a:pt x="909042" y="910575"/>
                    </a:lnTo>
                    <a:lnTo>
                      <a:pt x="909463" y="910161"/>
                    </a:lnTo>
                    <a:lnTo>
                      <a:pt x="909887" y="909744"/>
                    </a:lnTo>
                    <a:lnTo>
                      <a:pt x="910311" y="909328"/>
                    </a:lnTo>
                    <a:lnTo>
                      <a:pt x="910735" y="908911"/>
                    </a:lnTo>
                    <a:lnTo>
                      <a:pt x="911160" y="908494"/>
                    </a:lnTo>
                    <a:lnTo>
                      <a:pt x="911584" y="908077"/>
                    </a:lnTo>
                    <a:lnTo>
                      <a:pt x="912008" y="907660"/>
                    </a:lnTo>
                    <a:lnTo>
                      <a:pt x="912432" y="907243"/>
                    </a:lnTo>
                    <a:lnTo>
                      <a:pt x="912857" y="906826"/>
                    </a:lnTo>
                    <a:lnTo>
                      <a:pt x="913281" y="906410"/>
                    </a:lnTo>
                    <a:lnTo>
                      <a:pt x="913706" y="905993"/>
                    </a:lnTo>
                    <a:lnTo>
                      <a:pt x="914130" y="905576"/>
                    </a:lnTo>
                    <a:lnTo>
                      <a:pt x="914400" y="905311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h2538"/>
              <p:cNvSpPr/>
              <p:nvPr/>
            </p:nvSpPr>
            <p:spPr>
              <a:xfrm>
                <a:off x="2836772" y="223807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2881"/>
                    </a:lnTo>
                    <a:lnTo>
                      <a:pt x="905114" y="922729"/>
                    </a:lnTo>
                    <a:lnTo>
                      <a:pt x="905539" y="922312"/>
                    </a:lnTo>
                    <a:lnTo>
                      <a:pt x="905963" y="921896"/>
                    </a:lnTo>
                    <a:lnTo>
                      <a:pt x="906388" y="921479"/>
                    </a:lnTo>
                    <a:lnTo>
                      <a:pt x="906812" y="921062"/>
                    </a:lnTo>
                    <a:lnTo>
                      <a:pt x="907237" y="920645"/>
                    </a:lnTo>
                    <a:lnTo>
                      <a:pt x="907661" y="920229"/>
                    </a:lnTo>
                    <a:lnTo>
                      <a:pt x="908086" y="919812"/>
                    </a:lnTo>
                    <a:lnTo>
                      <a:pt x="908511" y="919395"/>
                    </a:lnTo>
                    <a:lnTo>
                      <a:pt x="908935" y="918979"/>
                    </a:lnTo>
                    <a:lnTo>
                      <a:pt x="909360" y="918562"/>
                    </a:lnTo>
                    <a:lnTo>
                      <a:pt x="909785" y="918146"/>
                    </a:lnTo>
                    <a:lnTo>
                      <a:pt x="910210" y="917729"/>
                    </a:lnTo>
                    <a:lnTo>
                      <a:pt x="910634" y="917312"/>
                    </a:lnTo>
                    <a:lnTo>
                      <a:pt x="911059" y="916896"/>
                    </a:lnTo>
                    <a:lnTo>
                      <a:pt x="911484" y="916479"/>
                    </a:lnTo>
                    <a:lnTo>
                      <a:pt x="911909" y="916063"/>
                    </a:lnTo>
                    <a:lnTo>
                      <a:pt x="912334" y="915646"/>
                    </a:lnTo>
                    <a:lnTo>
                      <a:pt x="912759" y="915230"/>
                    </a:lnTo>
                    <a:lnTo>
                      <a:pt x="913184" y="914813"/>
                    </a:lnTo>
                    <a:lnTo>
                      <a:pt x="913633" y="914400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h2539"/>
              <p:cNvSpPr/>
              <p:nvPr/>
            </p:nvSpPr>
            <p:spPr>
              <a:xfrm>
                <a:off x="283677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h2540"/>
              <p:cNvSpPr/>
              <p:nvPr/>
            </p:nvSpPr>
            <p:spPr>
              <a:xfrm>
                <a:off x="284621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h2541"/>
              <p:cNvSpPr/>
              <p:nvPr/>
            </p:nvSpPr>
            <p:spPr>
              <a:xfrm>
                <a:off x="285565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h2542"/>
              <p:cNvSpPr/>
              <p:nvPr/>
            </p:nvSpPr>
            <p:spPr>
              <a:xfrm>
                <a:off x="286509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h2543"/>
              <p:cNvSpPr/>
              <p:nvPr/>
            </p:nvSpPr>
            <p:spPr>
              <a:xfrm>
                <a:off x="287453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h2544"/>
              <p:cNvSpPr/>
              <p:nvPr/>
            </p:nvSpPr>
            <p:spPr>
              <a:xfrm>
                <a:off x="288397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h2545"/>
              <p:cNvSpPr/>
              <p:nvPr/>
            </p:nvSpPr>
            <p:spPr>
              <a:xfrm>
                <a:off x="289341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h2546"/>
              <p:cNvSpPr/>
              <p:nvPr/>
            </p:nvSpPr>
            <p:spPr>
              <a:xfrm>
                <a:off x="290285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h2547"/>
              <p:cNvSpPr/>
              <p:nvPr/>
            </p:nvSpPr>
            <p:spPr>
              <a:xfrm>
                <a:off x="291229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h2548"/>
              <p:cNvSpPr/>
              <p:nvPr/>
            </p:nvSpPr>
            <p:spPr>
              <a:xfrm>
                <a:off x="292173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h2549"/>
              <p:cNvSpPr/>
              <p:nvPr/>
            </p:nvSpPr>
            <p:spPr>
              <a:xfrm>
                <a:off x="293117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h2550"/>
              <p:cNvSpPr/>
              <p:nvPr/>
            </p:nvSpPr>
            <p:spPr>
              <a:xfrm>
                <a:off x="294061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h2551"/>
              <p:cNvSpPr/>
              <p:nvPr/>
            </p:nvSpPr>
            <p:spPr>
              <a:xfrm>
                <a:off x="295005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h2552"/>
              <p:cNvSpPr/>
              <p:nvPr/>
            </p:nvSpPr>
            <p:spPr>
              <a:xfrm>
                <a:off x="295949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h2553"/>
              <p:cNvSpPr/>
              <p:nvPr/>
            </p:nvSpPr>
            <p:spPr>
              <a:xfrm>
                <a:off x="296893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h2554"/>
              <p:cNvSpPr/>
              <p:nvPr/>
            </p:nvSpPr>
            <p:spPr>
              <a:xfrm>
                <a:off x="297837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h2555"/>
              <p:cNvSpPr/>
              <p:nvPr/>
            </p:nvSpPr>
            <p:spPr>
              <a:xfrm>
                <a:off x="298781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h2556"/>
              <p:cNvSpPr/>
              <p:nvPr/>
            </p:nvSpPr>
            <p:spPr>
              <a:xfrm>
                <a:off x="299725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h2557"/>
              <p:cNvSpPr/>
              <p:nvPr/>
            </p:nvSpPr>
            <p:spPr>
              <a:xfrm>
                <a:off x="300669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h2558"/>
              <p:cNvSpPr/>
              <p:nvPr/>
            </p:nvSpPr>
            <p:spPr>
              <a:xfrm>
                <a:off x="301613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h2559"/>
              <p:cNvSpPr/>
              <p:nvPr/>
            </p:nvSpPr>
            <p:spPr>
              <a:xfrm>
                <a:off x="302557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h2560"/>
              <p:cNvSpPr/>
              <p:nvPr/>
            </p:nvSpPr>
            <p:spPr>
              <a:xfrm>
                <a:off x="303501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h2561"/>
              <p:cNvSpPr/>
              <p:nvPr/>
            </p:nvSpPr>
            <p:spPr>
              <a:xfrm>
                <a:off x="304445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h2562"/>
              <p:cNvSpPr/>
              <p:nvPr/>
            </p:nvSpPr>
            <p:spPr>
              <a:xfrm>
                <a:off x="305389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h2563"/>
              <p:cNvSpPr/>
              <p:nvPr/>
            </p:nvSpPr>
            <p:spPr>
              <a:xfrm>
                <a:off x="306333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h2564"/>
              <p:cNvSpPr/>
              <p:nvPr/>
            </p:nvSpPr>
            <p:spPr>
              <a:xfrm>
                <a:off x="307277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h2565"/>
              <p:cNvSpPr/>
              <p:nvPr/>
            </p:nvSpPr>
            <p:spPr>
              <a:xfrm>
                <a:off x="308221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h2566"/>
              <p:cNvSpPr/>
              <p:nvPr/>
            </p:nvSpPr>
            <p:spPr>
              <a:xfrm>
                <a:off x="309165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h2567"/>
              <p:cNvSpPr/>
              <p:nvPr/>
            </p:nvSpPr>
            <p:spPr>
              <a:xfrm>
                <a:off x="310109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h2568"/>
              <p:cNvSpPr/>
              <p:nvPr/>
            </p:nvSpPr>
            <p:spPr>
              <a:xfrm>
                <a:off x="311053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h2569"/>
              <p:cNvSpPr/>
              <p:nvPr/>
            </p:nvSpPr>
            <p:spPr>
              <a:xfrm>
                <a:off x="311997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h2570"/>
              <p:cNvSpPr/>
              <p:nvPr/>
            </p:nvSpPr>
            <p:spPr>
              <a:xfrm>
                <a:off x="312941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h2571"/>
              <p:cNvSpPr/>
              <p:nvPr/>
            </p:nvSpPr>
            <p:spPr>
              <a:xfrm>
                <a:off x="313885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h2572"/>
              <p:cNvSpPr/>
              <p:nvPr/>
            </p:nvSpPr>
            <p:spPr>
              <a:xfrm>
                <a:off x="314829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h2573"/>
              <p:cNvSpPr/>
              <p:nvPr/>
            </p:nvSpPr>
            <p:spPr>
              <a:xfrm>
                <a:off x="315774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h2574"/>
              <p:cNvSpPr/>
              <p:nvPr/>
            </p:nvSpPr>
            <p:spPr>
              <a:xfrm>
                <a:off x="316718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h2575"/>
              <p:cNvSpPr/>
              <p:nvPr/>
            </p:nvSpPr>
            <p:spPr>
              <a:xfrm>
                <a:off x="317662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h2576"/>
              <p:cNvSpPr/>
              <p:nvPr/>
            </p:nvSpPr>
            <p:spPr>
              <a:xfrm>
                <a:off x="318606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h2577"/>
              <p:cNvSpPr/>
              <p:nvPr/>
            </p:nvSpPr>
            <p:spPr>
              <a:xfrm>
                <a:off x="319550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h2578"/>
              <p:cNvSpPr/>
              <p:nvPr/>
            </p:nvSpPr>
            <p:spPr>
              <a:xfrm>
                <a:off x="320494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h2579"/>
              <p:cNvSpPr/>
              <p:nvPr/>
            </p:nvSpPr>
            <p:spPr>
              <a:xfrm>
                <a:off x="321438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h2580"/>
              <p:cNvSpPr/>
              <p:nvPr/>
            </p:nvSpPr>
            <p:spPr>
              <a:xfrm>
                <a:off x="322382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h2581"/>
              <p:cNvSpPr/>
              <p:nvPr/>
            </p:nvSpPr>
            <p:spPr>
              <a:xfrm>
                <a:off x="323326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h2582"/>
              <p:cNvSpPr/>
              <p:nvPr/>
            </p:nvSpPr>
            <p:spPr>
              <a:xfrm>
                <a:off x="324270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h2583"/>
              <p:cNvSpPr/>
              <p:nvPr/>
            </p:nvSpPr>
            <p:spPr>
              <a:xfrm>
                <a:off x="325214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h2584"/>
              <p:cNvSpPr/>
              <p:nvPr/>
            </p:nvSpPr>
            <p:spPr>
              <a:xfrm>
                <a:off x="326158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h2585"/>
              <p:cNvSpPr/>
              <p:nvPr/>
            </p:nvSpPr>
            <p:spPr>
              <a:xfrm>
                <a:off x="327102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h2586"/>
              <p:cNvSpPr/>
              <p:nvPr/>
            </p:nvSpPr>
            <p:spPr>
              <a:xfrm>
                <a:off x="328046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h2587"/>
              <p:cNvSpPr/>
              <p:nvPr/>
            </p:nvSpPr>
            <p:spPr>
              <a:xfrm>
                <a:off x="328990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h2588"/>
              <p:cNvSpPr/>
              <p:nvPr/>
            </p:nvSpPr>
            <p:spPr>
              <a:xfrm>
                <a:off x="329934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h2589"/>
              <p:cNvSpPr/>
              <p:nvPr/>
            </p:nvSpPr>
            <p:spPr>
              <a:xfrm>
                <a:off x="330878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h2590"/>
              <p:cNvSpPr/>
              <p:nvPr/>
            </p:nvSpPr>
            <p:spPr>
              <a:xfrm>
                <a:off x="331822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h2591"/>
              <p:cNvSpPr/>
              <p:nvPr/>
            </p:nvSpPr>
            <p:spPr>
              <a:xfrm>
                <a:off x="332766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h2592"/>
              <p:cNvSpPr/>
              <p:nvPr/>
            </p:nvSpPr>
            <p:spPr>
              <a:xfrm>
                <a:off x="333710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h2593"/>
              <p:cNvSpPr/>
              <p:nvPr/>
            </p:nvSpPr>
            <p:spPr>
              <a:xfrm>
                <a:off x="3346544" y="2255641"/>
                <a:ext cx="9233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1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18" y="896830"/>
                    </a:lnTo>
                    <a:lnTo>
                      <a:pt x="921370" y="904016"/>
                    </a:lnTo>
                    <a:lnTo>
                      <a:pt x="918769" y="912590"/>
                    </a:lnTo>
                    <a:lnTo>
                      <a:pt x="91818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h2594"/>
              <p:cNvSpPr/>
              <p:nvPr/>
            </p:nvSpPr>
            <p:spPr>
              <a:xfrm>
                <a:off x="2402521" y="2220501"/>
                <a:ext cx="914399" cy="91501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010">
                    <a:moveTo>
                      <a:pt x="914399" y="914400"/>
                    </a:moveTo>
                    <a:lnTo>
                      <a:pt x="914399" y="915010"/>
                    </a:lnTo>
                    <a:lnTo>
                      <a:pt x="914125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h2595"/>
              <p:cNvSpPr/>
              <p:nvPr/>
            </p:nvSpPr>
            <p:spPr>
              <a:xfrm>
                <a:off x="240252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0" y="931969"/>
                    </a:lnTo>
                    <a:lnTo>
                      <a:pt x="920594" y="928805"/>
                    </a:lnTo>
                    <a:lnTo>
                      <a:pt x="920353" y="928266"/>
                    </a:lnTo>
                    <a:lnTo>
                      <a:pt x="919573" y="926529"/>
                    </a:lnTo>
                    <a:lnTo>
                      <a:pt x="918793" y="924791"/>
                    </a:lnTo>
                    <a:lnTo>
                      <a:pt x="918013" y="923053"/>
                    </a:lnTo>
                    <a:lnTo>
                      <a:pt x="917233" y="921316"/>
                    </a:lnTo>
                    <a:lnTo>
                      <a:pt x="916453" y="919579"/>
                    </a:lnTo>
                    <a:lnTo>
                      <a:pt x="915672" y="917841"/>
                    </a:lnTo>
                    <a:lnTo>
                      <a:pt x="914891" y="916104"/>
                    </a:lnTo>
                    <a:lnTo>
                      <a:pt x="914399" y="91501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h2596"/>
              <p:cNvSpPr/>
              <p:nvPr/>
            </p:nvSpPr>
            <p:spPr>
              <a:xfrm>
                <a:off x="241196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h2597"/>
              <p:cNvSpPr/>
              <p:nvPr/>
            </p:nvSpPr>
            <p:spPr>
              <a:xfrm>
                <a:off x="242140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h2598"/>
              <p:cNvSpPr/>
              <p:nvPr/>
            </p:nvSpPr>
            <p:spPr>
              <a:xfrm>
                <a:off x="243084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h2599"/>
              <p:cNvSpPr/>
              <p:nvPr/>
            </p:nvSpPr>
            <p:spPr>
              <a:xfrm>
                <a:off x="244028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h2600"/>
              <p:cNvSpPr/>
              <p:nvPr/>
            </p:nvSpPr>
            <p:spPr>
              <a:xfrm>
                <a:off x="244972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h2601"/>
              <p:cNvSpPr/>
              <p:nvPr/>
            </p:nvSpPr>
            <p:spPr>
              <a:xfrm>
                <a:off x="245916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h2602"/>
              <p:cNvSpPr/>
              <p:nvPr/>
            </p:nvSpPr>
            <p:spPr>
              <a:xfrm>
                <a:off x="246860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h2603"/>
              <p:cNvSpPr/>
              <p:nvPr/>
            </p:nvSpPr>
            <p:spPr>
              <a:xfrm>
                <a:off x="247804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h2604"/>
              <p:cNvSpPr/>
              <p:nvPr/>
            </p:nvSpPr>
            <p:spPr>
              <a:xfrm>
                <a:off x="248748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h2605"/>
              <p:cNvSpPr/>
              <p:nvPr/>
            </p:nvSpPr>
            <p:spPr>
              <a:xfrm>
                <a:off x="249692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h2606"/>
              <p:cNvSpPr/>
              <p:nvPr/>
            </p:nvSpPr>
            <p:spPr>
              <a:xfrm>
                <a:off x="250636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h2607"/>
              <p:cNvSpPr/>
              <p:nvPr/>
            </p:nvSpPr>
            <p:spPr>
              <a:xfrm>
                <a:off x="251580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h2608"/>
              <p:cNvSpPr/>
              <p:nvPr/>
            </p:nvSpPr>
            <p:spPr>
              <a:xfrm>
                <a:off x="252524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h2609"/>
              <p:cNvSpPr/>
              <p:nvPr/>
            </p:nvSpPr>
            <p:spPr>
              <a:xfrm>
                <a:off x="253468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h2610"/>
              <p:cNvSpPr/>
              <p:nvPr/>
            </p:nvSpPr>
            <p:spPr>
              <a:xfrm>
                <a:off x="254412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h2611"/>
              <p:cNvSpPr/>
              <p:nvPr/>
            </p:nvSpPr>
            <p:spPr>
              <a:xfrm>
                <a:off x="255356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h2612"/>
              <p:cNvSpPr/>
              <p:nvPr/>
            </p:nvSpPr>
            <p:spPr>
              <a:xfrm>
                <a:off x="256300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h2613"/>
              <p:cNvSpPr/>
              <p:nvPr/>
            </p:nvSpPr>
            <p:spPr>
              <a:xfrm>
                <a:off x="257244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h2614"/>
              <p:cNvSpPr/>
              <p:nvPr/>
            </p:nvSpPr>
            <p:spPr>
              <a:xfrm>
                <a:off x="258188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h2615"/>
              <p:cNvSpPr/>
              <p:nvPr/>
            </p:nvSpPr>
            <p:spPr>
              <a:xfrm>
                <a:off x="259132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h2616"/>
              <p:cNvSpPr/>
              <p:nvPr/>
            </p:nvSpPr>
            <p:spPr>
              <a:xfrm>
                <a:off x="260076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h2617"/>
              <p:cNvSpPr/>
              <p:nvPr/>
            </p:nvSpPr>
            <p:spPr>
              <a:xfrm>
                <a:off x="261020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h2618"/>
              <p:cNvSpPr/>
              <p:nvPr/>
            </p:nvSpPr>
            <p:spPr>
              <a:xfrm>
                <a:off x="261964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h2619"/>
              <p:cNvSpPr/>
              <p:nvPr/>
            </p:nvSpPr>
            <p:spPr>
              <a:xfrm>
                <a:off x="262908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h2620"/>
              <p:cNvSpPr/>
              <p:nvPr/>
            </p:nvSpPr>
            <p:spPr>
              <a:xfrm>
                <a:off x="263852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h2621"/>
              <p:cNvSpPr/>
              <p:nvPr/>
            </p:nvSpPr>
            <p:spPr>
              <a:xfrm>
                <a:off x="264796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h2622"/>
              <p:cNvSpPr/>
              <p:nvPr/>
            </p:nvSpPr>
            <p:spPr>
              <a:xfrm>
                <a:off x="265740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h2623"/>
              <p:cNvSpPr/>
              <p:nvPr/>
            </p:nvSpPr>
            <p:spPr>
              <a:xfrm>
                <a:off x="266684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h2624"/>
              <p:cNvSpPr/>
              <p:nvPr/>
            </p:nvSpPr>
            <p:spPr>
              <a:xfrm>
                <a:off x="267628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h2625"/>
              <p:cNvSpPr/>
              <p:nvPr/>
            </p:nvSpPr>
            <p:spPr>
              <a:xfrm>
                <a:off x="268572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h2626"/>
              <p:cNvSpPr/>
              <p:nvPr/>
            </p:nvSpPr>
            <p:spPr>
              <a:xfrm>
                <a:off x="269516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h2627"/>
              <p:cNvSpPr/>
              <p:nvPr/>
            </p:nvSpPr>
            <p:spPr>
              <a:xfrm>
                <a:off x="2704608" y="2238071"/>
                <a:ext cx="9178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8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008" y="896830"/>
                    </a:lnTo>
                    <a:lnTo>
                      <a:pt x="917192" y="899085"/>
                    </a:lnTo>
                    <a:lnTo>
                      <a:pt x="917779" y="910217"/>
                    </a:lnTo>
                    <a:lnTo>
                      <a:pt x="917880" y="914400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h2628"/>
              <p:cNvSpPr/>
              <p:nvPr/>
            </p:nvSpPr>
            <p:spPr>
              <a:xfrm>
                <a:off x="2836772" y="223807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633" y="914400"/>
                    </a:lnTo>
                    <a:lnTo>
                      <a:pt x="914399" y="913694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h2629"/>
              <p:cNvSpPr/>
              <p:nvPr/>
            </p:nvSpPr>
            <p:spPr>
              <a:xfrm>
                <a:off x="2846212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694"/>
                    </a:lnTo>
                    <a:lnTo>
                      <a:pt x="908934" y="910037"/>
                    </a:lnTo>
                    <a:lnTo>
                      <a:pt x="914249" y="905761"/>
                    </a:lnTo>
                    <a:lnTo>
                      <a:pt x="914400" y="905648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h2630"/>
              <p:cNvSpPr/>
              <p:nvPr/>
            </p:nvSpPr>
            <p:spPr>
              <a:xfrm>
                <a:off x="2855652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0" y="905573"/>
                    </a:lnTo>
                    <a:lnTo>
                      <a:pt x="905314" y="905383"/>
                    </a:lnTo>
                    <a:lnTo>
                      <a:pt x="905567" y="905193"/>
                    </a:lnTo>
                    <a:lnTo>
                      <a:pt x="905821" y="905003"/>
                    </a:lnTo>
                    <a:lnTo>
                      <a:pt x="906074" y="904813"/>
                    </a:lnTo>
                    <a:lnTo>
                      <a:pt x="906328" y="904623"/>
                    </a:lnTo>
                    <a:lnTo>
                      <a:pt x="906581" y="904434"/>
                    </a:lnTo>
                    <a:lnTo>
                      <a:pt x="906835" y="904244"/>
                    </a:lnTo>
                    <a:lnTo>
                      <a:pt x="907089" y="904054"/>
                    </a:lnTo>
                    <a:lnTo>
                      <a:pt x="907342" y="903864"/>
                    </a:lnTo>
                    <a:lnTo>
                      <a:pt x="907596" y="903674"/>
                    </a:lnTo>
                    <a:lnTo>
                      <a:pt x="907850" y="903485"/>
                    </a:lnTo>
                    <a:lnTo>
                      <a:pt x="908103" y="903295"/>
                    </a:lnTo>
                    <a:lnTo>
                      <a:pt x="908357" y="903105"/>
                    </a:lnTo>
                    <a:lnTo>
                      <a:pt x="908611" y="902915"/>
                    </a:lnTo>
                    <a:lnTo>
                      <a:pt x="908864" y="902725"/>
                    </a:lnTo>
                    <a:lnTo>
                      <a:pt x="909118" y="902536"/>
                    </a:lnTo>
                    <a:lnTo>
                      <a:pt x="909372" y="902346"/>
                    </a:lnTo>
                    <a:lnTo>
                      <a:pt x="909625" y="902156"/>
                    </a:lnTo>
                    <a:lnTo>
                      <a:pt x="909879" y="901966"/>
                    </a:lnTo>
                    <a:lnTo>
                      <a:pt x="910133" y="901777"/>
                    </a:lnTo>
                    <a:lnTo>
                      <a:pt x="910386" y="901587"/>
                    </a:lnTo>
                    <a:lnTo>
                      <a:pt x="910640" y="901397"/>
                    </a:lnTo>
                    <a:lnTo>
                      <a:pt x="910894" y="901208"/>
                    </a:lnTo>
                    <a:lnTo>
                      <a:pt x="911147" y="901018"/>
                    </a:lnTo>
                    <a:lnTo>
                      <a:pt x="911401" y="900828"/>
                    </a:lnTo>
                    <a:lnTo>
                      <a:pt x="911655" y="900638"/>
                    </a:lnTo>
                    <a:lnTo>
                      <a:pt x="911909" y="900449"/>
                    </a:lnTo>
                    <a:lnTo>
                      <a:pt x="912162" y="900259"/>
                    </a:lnTo>
                    <a:lnTo>
                      <a:pt x="912416" y="900069"/>
                    </a:lnTo>
                    <a:lnTo>
                      <a:pt x="912670" y="899880"/>
                    </a:lnTo>
                    <a:lnTo>
                      <a:pt x="912924" y="899690"/>
                    </a:lnTo>
                    <a:lnTo>
                      <a:pt x="913178" y="899500"/>
                    </a:lnTo>
                    <a:lnTo>
                      <a:pt x="913431" y="899310"/>
                    </a:lnTo>
                    <a:lnTo>
                      <a:pt x="913685" y="899121"/>
                    </a:lnTo>
                    <a:lnTo>
                      <a:pt x="913939" y="898931"/>
                    </a:lnTo>
                    <a:lnTo>
                      <a:pt x="914193" y="898741"/>
                    </a:lnTo>
                    <a:lnTo>
                      <a:pt x="914400" y="898587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h2631"/>
              <p:cNvSpPr/>
              <p:nvPr/>
            </p:nvSpPr>
            <p:spPr>
              <a:xfrm>
                <a:off x="2865092" y="222050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06" y="916122"/>
                    </a:lnTo>
                    <a:lnTo>
                      <a:pt x="905260" y="915932"/>
                    </a:lnTo>
                    <a:lnTo>
                      <a:pt x="905514" y="915742"/>
                    </a:lnTo>
                    <a:lnTo>
                      <a:pt x="905768" y="915553"/>
                    </a:lnTo>
                    <a:lnTo>
                      <a:pt x="906022" y="915363"/>
                    </a:lnTo>
                    <a:lnTo>
                      <a:pt x="906276" y="915173"/>
                    </a:lnTo>
                    <a:lnTo>
                      <a:pt x="906529" y="914984"/>
                    </a:lnTo>
                    <a:lnTo>
                      <a:pt x="906783" y="914794"/>
                    </a:lnTo>
                    <a:lnTo>
                      <a:pt x="907037" y="914605"/>
                    </a:lnTo>
                    <a:lnTo>
                      <a:pt x="907312" y="914400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h2632"/>
              <p:cNvSpPr/>
              <p:nvPr/>
            </p:nvSpPr>
            <p:spPr>
              <a:xfrm>
                <a:off x="286509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h2633"/>
              <p:cNvSpPr/>
              <p:nvPr/>
            </p:nvSpPr>
            <p:spPr>
              <a:xfrm>
                <a:off x="287453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h2634"/>
              <p:cNvSpPr/>
              <p:nvPr/>
            </p:nvSpPr>
            <p:spPr>
              <a:xfrm>
                <a:off x="288397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h2635"/>
              <p:cNvSpPr/>
              <p:nvPr/>
            </p:nvSpPr>
            <p:spPr>
              <a:xfrm>
                <a:off x="289341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h2636"/>
              <p:cNvSpPr/>
              <p:nvPr/>
            </p:nvSpPr>
            <p:spPr>
              <a:xfrm>
                <a:off x="290285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h2637"/>
              <p:cNvSpPr/>
              <p:nvPr/>
            </p:nvSpPr>
            <p:spPr>
              <a:xfrm>
                <a:off x="291229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h2638"/>
              <p:cNvSpPr/>
              <p:nvPr/>
            </p:nvSpPr>
            <p:spPr>
              <a:xfrm>
                <a:off x="292173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h2639"/>
              <p:cNvSpPr/>
              <p:nvPr/>
            </p:nvSpPr>
            <p:spPr>
              <a:xfrm>
                <a:off x="293117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h2640"/>
              <p:cNvSpPr/>
              <p:nvPr/>
            </p:nvSpPr>
            <p:spPr>
              <a:xfrm>
                <a:off x="294061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h2641"/>
              <p:cNvSpPr/>
              <p:nvPr/>
            </p:nvSpPr>
            <p:spPr>
              <a:xfrm>
                <a:off x="295005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h2642"/>
              <p:cNvSpPr/>
              <p:nvPr/>
            </p:nvSpPr>
            <p:spPr>
              <a:xfrm>
                <a:off x="295949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h2643"/>
              <p:cNvSpPr/>
              <p:nvPr/>
            </p:nvSpPr>
            <p:spPr>
              <a:xfrm>
                <a:off x="296893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h2644"/>
              <p:cNvSpPr/>
              <p:nvPr/>
            </p:nvSpPr>
            <p:spPr>
              <a:xfrm>
                <a:off x="297837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h2645"/>
              <p:cNvSpPr/>
              <p:nvPr/>
            </p:nvSpPr>
            <p:spPr>
              <a:xfrm>
                <a:off x="298781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h2646"/>
              <p:cNvSpPr/>
              <p:nvPr/>
            </p:nvSpPr>
            <p:spPr>
              <a:xfrm>
                <a:off x="299725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h2647"/>
              <p:cNvSpPr/>
              <p:nvPr/>
            </p:nvSpPr>
            <p:spPr>
              <a:xfrm>
                <a:off x="300669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h2648"/>
              <p:cNvSpPr/>
              <p:nvPr/>
            </p:nvSpPr>
            <p:spPr>
              <a:xfrm>
                <a:off x="301613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h2649"/>
              <p:cNvSpPr/>
              <p:nvPr/>
            </p:nvSpPr>
            <p:spPr>
              <a:xfrm>
                <a:off x="302557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h2650"/>
              <p:cNvSpPr/>
              <p:nvPr/>
            </p:nvSpPr>
            <p:spPr>
              <a:xfrm>
                <a:off x="303501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h2651"/>
              <p:cNvSpPr/>
              <p:nvPr/>
            </p:nvSpPr>
            <p:spPr>
              <a:xfrm>
                <a:off x="304445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h2652"/>
              <p:cNvSpPr/>
              <p:nvPr/>
            </p:nvSpPr>
            <p:spPr>
              <a:xfrm>
                <a:off x="305389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h2653"/>
              <p:cNvSpPr/>
              <p:nvPr/>
            </p:nvSpPr>
            <p:spPr>
              <a:xfrm>
                <a:off x="306333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h2654"/>
              <p:cNvSpPr/>
              <p:nvPr/>
            </p:nvSpPr>
            <p:spPr>
              <a:xfrm>
                <a:off x="307277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h2655"/>
              <p:cNvSpPr/>
              <p:nvPr/>
            </p:nvSpPr>
            <p:spPr>
              <a:xfrm>
                <a:off x="308221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h2656"/>
              <p:cNvSpPr/>
              <p:nvPr/>
            </p:nvSpPr>
            <p:spPr>
              <a:xfrm>
                <a:off x="309165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h2657"/>
              <p:cNvSpPr/>
              <p:nvPr/>
            </p:nvSpPr>
            <p:spPr>
              <a:xfrm>
                <a:off x="310109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h2658"/>
              <p:cNvSpPr/>
              <p:nvPr/>
            </p:nvSpPr>
            <p:spPr>
              <a:xfrm>
                <a:off x="311053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h2659"/>
              <p:cNvSpPr/>
              <p:nvPr/>
            </p:nvSpPr>
            <p:spPr>
              <a:xfrm>
                <a:off x="311997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h2660"/>
              <p:cNvSpPr/>
              <p:nvPr/>
            </p:nvSpPr>
            <p:spPr>
              <a:xfrm>
                <a:off x="312941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h2661"/>
              <p:cNvSpPr/>
              <p:nvPr/>
            </p:nvSpPr>
            <p:spPr>
              <a:xfrm>
                <a:off x="313885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h2662"/>
              <p:cNvSpPr/>
              <p:nvPr/>
            </p:nvSpPr>
            <p:spPr>
              <a:xfrm>
                <a:off x="314829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h2663"/>
              <p:cNvSpPr/>
              <p:nvPr/>
            </p:nvSpPr>
            <p:spPr>
              <a:xfrm>
                <a:off x="315774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h2664"/>
              <p:cNvSpPr/>
              <p:nvPr/>
            </p:nvSpPr>
            <p:spPr>
              <a:xfrm>
                <a:off x="316718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h2665"/>
              <p:cNvSpPr/>
              <p:nvPr/>
            </p:nvSpPr>
            <p:spPr>
              <a:xfrm>
                <a:off x="317662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h2666"/>
              <p:cNvSpPr/>
              <p:nvPr/>
            </p:nvSpPr>
            <p:spPr>
              <a:xfrm>
                <a:off x="318606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h2667"/>
              <p:cNvSpPr/>
              <p:nvPr/>
            </p:nvSpPr>
            <p:spPr>
              <a:xfrm>
                <a:off x="319550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h2668"/>
              <p:cNvSpPr/>
              <p:nvPr/>
            </p:nvSpPr>
            <p:spPr>
              <a:xfrm>
                <a:off x="320494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h2669"/>
              <p:cNvSpPr/>
              <p:nvPr/>
            </p:nvSpPr>
            <p:spPr>
              <a:xfrm>
                <a:off x="321438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h2670"/>
              <p:cNvSpPr/>
              <p:nvPr/>
            </p:nvSpPr>
            <p:spPr>
              <a:xfrm>
                <a:off x="322382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h2671"/>
              <p:cNvSpPr/>
              <p:nvPr/>
            </p:nvSpPr>
            <p:spPr>
              <a:xfrm>
                <a:off x="323326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h2672"/>
              <p:cNvSpPr/>
              <p:nvPr/>
            </p:nvSpPr>
            <p:spPr>
              <a:xfrm>
                <a:off x="324270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h2673"/>
              <p:cNvSpPr/>
              <p:nvPr/>
            </p:nvSpPr>
            <p:spPr>
              <a:xfrm>
                <a:off x="325214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h2674"/>
              <p:cNvSpPr/>
              <p:nvPr/>
            </p:nvSpPr>
            <p:spPr>
              <a:xfrm>
                <a:off x="326158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h2675"/>
              <p:cNvSpPr/>
              <p:nvPr/>
            </p:nvSpPr>
            <p:spPr>
              <a:xfrm>
                <a:off x="327102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h2676"/>
              <p:cNvSpPr/>
              <p:nvPr/>
            </p:nvSpPr>
            <p:spPr>
              <a:xfrm>
                <a:off x="328046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h2677"/>
              <p:cNvSpPr/>
              <p:nvPr/>
            </p:nvSpPr>
            <p:spPr>
              <a:xfrm>
                <a:off x="328990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h2678"/>
              <p:cNvSpPr/>
              <p:nvPr/>
            </p:nvSpPr>
            <p:spPr>
              <a:xfrm>
                <a:off x="329934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h2679"/>
              <p:cNvSpPr/>
              <p:nvPr/>
            </p:nvSpPr>
            <p:spPr>
              <a:xfrm>
                <a:off x="330878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h2680"/>
              <p:cNvSpPr/>
              <p:nvPr/>
            </p:nvSpPr>
            <p:spPr>
              <a:xfrm>
                <a:off x="331822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h2681"/>
              <p:cNvSpPr/>
              <p:nvPr/>
            </p:nvSpPr>
            <p:spPr>
              <a:xfrm>
                <a:off x="332766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h2682"/>
              <p:cNvSpPr/>
              <p:nvPr/>
            </p:nvSpPr>
            <p:spPr>
              <a:xfrm>
                <a:off x="333710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h2683"/>
              <p:cNvSpPr/>
              <p:nvPr/>
            </p:nvSpPr>
            <p:spPr>
              <a:xfrm>
                <a:off x="3346544" y="223807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35"/>
                    </a:lnTo>
                    <a:lnTo>
                      <a:pt x="923753" y="912796"/>
                    </a:lnTo>
                    <a:lnTo>
                      <a:pt x="92331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h2684"/>
              <p:cNvSpPr/>
              <p:nvPr/>
            </p:nvSpPr>
            <p:spPr>
              <a:xfrm>
                <a:off x="3355985" y="2220501"/>
                <a:ext cx="918047" cy="930005"/>
              </a:xfrm>
              <a:custGeom>
                <a:avLst/>
                <a:gdLst/>
                <a:ahLst/>
                <a:cxnLst/>
                <a:rect l="0" t="0" r="0" b="0"/>
                <a:pathLst>
                  <a:path w="918047" h="930005">
                    <a:moveTo>
                      <a:pt x="914400" y="914400"/>
                    </a:moveTo>
                    <a:lnTo>
                      <a:pt x="918047" y="914400"/>
                    </a:lnTo>
                    <a:lnTo>
                      <a:pt x="917633" y="916231"/>
                    </a:lnTo>
                    <a:lnTo>
                      <a:pt x="917055" y="918797"/>
                    </a:lnTo>
                    <a:lnTo>
                      <a:pt x="916473" y="921377"/>
                    </a:lnTo>
                    <a:lnTo>
                      <a:pt x="914400" y="93000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h2685"/>
              <p:cNvSpPr/>
              <p:nvPr/>
            </p:nvSpPr>
            <p:spPr>
              <a:xfrm>
                <a:off x="2402521" y="220293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4110" y="931936"/>
                    </a:lnTo>
                    <a:lnTo>
                      <a:pt x="913329" y="930199"/>
                    </a:lnTo>
                    <a:lnTo>
                      <a:pt x="912547" y="928462"/>
                    </a:lnTo>
                    <a:lnTo>
                      <a:pt x="911766" y="926725"/>
                    </a:lnTo>
                    <a:lnTo>
                      <a:pt x="910984" y="924988"/>
                    </a:lnTo>
                    <a:lnTo>
                      <a:pt x="910202" y="923251"/>
                    </a:lnTo>
                    <a:lnTo>
                      <a:pt x="909420" y="921514"/>
                    </a:lnTo>
                    <a:lnTo>
                      <a:pt x="908637" y="919777"/>
                    </a:lnTo>
                    <a:lnTo>
                      <a:pt x="907854" y="918040"/>
                    </a:lnTo>
                    <a:lnTo>
                      <a:pt x="907071" y="916303"/>
                    </a:lnTo>
                    <a:lnTo>
                      <a:pt x="906288" y="914567"/>
                    </a:lnTo>
                    <a:lnTo>
                      <a:pt x="906213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h2686"/>
              <p:cNvSpPr/>
              <p:nvPr/>
            </p:nvSpPr>
            <p:spPr>
              <a:xfrm>
                <a:off x="240252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h2687"/>
              <p:cNvSpPr/>
              <p:nvPr/>
            </p:nvSpPr>
            <p:spPr>
              <a:xfrm>
                <a:off x="241196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h2688"/>
              <p:cNvSpPr/>
              <p:nvPr/>
            </p:nvSpPr>
            <p:spPr>
              <a:xfrm>
                <a:off x="242140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h2689"/>
              <p:cNvSpPr/>
              <p:nvPr/>
            </p:nvSpPr>
            <p:spPr>
              <a:xfrm>
                <a:off x="243084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h2690"/>
              <p:cNvSpPr/>
              <p:nvPr/>
            </p:nvSpPr>
            <p:spPr>
              <a:xfrm>
                <a:off x="244028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h2691"/>
              <p:cNvSpPr/>
              <p:nvPr/>
            </p:nvSpPr>
            <p:spPr>
              <a:xfrm>
                <a:off x="244972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h2692"/>
              <p:cNvSpPr/>
              <p:nvPr/>
            </p:nvSpPr>
            <p:spPr>
              <a:xfrm>
                <a:off x="245916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h2693"/>
              <p:cNvSpPr/>
              <p:nvPr/>
            </p:nvSpPr>
            <p:spPr>
              <a:xfrm>
                <a:off x="246860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h2694"/>
              <p:cNvSpPr/>
              <p:nvPr/>
            </p:nvSpPr>
            <p:spPr>
              <a:xfrm>
                <a:off x="247804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h2695"/>
              <p:cNvSpPr/>
              <p:nvPr/>
            </p:nvSpPr>
            <p:spPr>
              <a:xfrm>
                <a:off x="248748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h2696"/>
              <p:cNvSpPr/>
              <p:nvPr/>
            </p:nvSpPr>
            <p:spPr>
              <a:xfrm>
                <a:off x="249692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h2697"/>
              <p:cNvSpPr/>
              <p:nvPr/>
            </p:nvSpPr>
            <p:spPr>
              <a:xfrm>
                <a:off x="250636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h2698"/>
              <p:cNvSpPr/>
              <p:nvPr/>
            </p:nvSpPr>
            <p:spPr>
              <a:xfrm>
                <a:off x="251580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h2699"/>
              <p:cNvSpPr/>
              <p:nvPr/>
            </p:nvSpPr>
            <p:spPr>
              <a:xfrm>
                <a:off x="252524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h2700"/>
              <p:cNvSpPr/>
              <p:nvPr/>
            </p:nvSpPr>
            <p:spPr>
              <a:xfrm>
                <a:off x="253468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h2701"/>
              <p:cNvSpPr/>
              <p:nvPr/>
            </p:nvSpPr>
            <p:spPr>
              <a:xfrm>
                <a:off x="254412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h2702"/>
              <p:cNvSpPr/>
              <p:nvPr/>
            </p:nvSpPr>
            <p:spPr>
              <a:xfrm>
                <a:off x="255356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h2703"/>
              <p:cNvSpPr/>
              <p:nvPr/>
            </p:nvSpPr>
            <p:spPr>
              <a:xfrm>
                <a:off x="256300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h2704"/>
              <p:cNvSpPr/>
              <p:nvPr/>
            </p:nvSpPr>
            <p:spPr>
              <a:xfrm>
                <a:off x="257244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h2705"/>
              <p:cNvSpPr/>
              <p:nvPr/>
            </p:nvSpPr>
            <p:spPr>
              <a:xfrm>
                <a:off x="258188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h2706"/>
              <p:cNvSpPr/>
              <p:nvPr/>
            </p:nvSpPr>
            <p:spPr>
              <a:xfrm>
                <a:off x="259132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h2707"/>
              <p:cNvSpPr/>
              <p:nvPr/>
            </p:nvSpPr>
            <p:spPr>
              <a:xfrm>
                <a:off x="260076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h2708"/>
              <p:cNvSpPr/>
              <p:nvPr/>
            </p:nvSpPr>
            <p:spPr>
              <a:xfrm>
                <a:off x="261020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h2709"/>
              <p:cNvSpPr/>
              <p:nvPr/>
            </p:nvSpPr>
            <p:spPr>
              <a:xfrm>
                <a:off x="261964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h2710"/>
              <p:cNvSpPr/>
              <p:nvPr/>
            </p:nvSpPr>
            <p:spPr>
              <a:xfrm>
                <a:off x="262908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h2711"/>
              <p:cNvSpPr/>
              <p:nvPr/>
            </p:nvSpPr>
            <p:spPr>
              <a:xfrm>
                <a:off x="263852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h2712"/>
              <p:cNvSpPr/>
              <p:nvPr/>
            </p:nvSpPr>
            <p:spPr>
              <a:xfrm>
                <a:off x="264796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h2713"/>
              <p:cNvSpPr/>
              <p:nvPr/>
            </p:nvSpPr>
            <p:spPr>
              <a:xfrm>
                <a:off x="265740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h2714"/>
              <p:cNvSpPr/>
              <p:nvPr/>
            </p:nvSpPr>
            <p:spPr>
              <a:xfrm>
                <a:off x="266684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h2715"/>
              <p:cNvSpPr/>
              <p:nvPr/>
            </p:nvSpPr>
            <p:spPr>
              <a:xfrm>
                <a:off x="267628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h2716"/>
              <p:cNvSpPr/>
              <p:nvPr/>
            </p:nvSpPr>
            <p:spPr>
              <a:xfrm>
                <a:off x="268572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h2717"/>
              <p:cNvSpPr/>
              <p:nvPr/>
            </p:nvSpPr>
            <p:spPr>
              <a:xfrm>
                <a:off x="269516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h2718"/>
              <p:cNvSpPr/>
              <p:nvPr/>
            </p:nvSpPr>
            <p:spPr>
              <a:xfrm>
                <a:off x="2704608" y="2220501"/>
                <a:ext cx="9170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08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5315" y="896830"/>
                    </a:lnTo>
                    <a:lnTo>
                      <a:pt x="916289" y="905596"/>
                    </a:lnTo>
                    <a:lnTo>
                      <a:pt x="917008" y="914400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h2719"/>
              <p:cNvSpPr/>
              <p:nvPr/>
            </p:nvSpPr>
            <p:spPr>
              <a:xfrm>
                <a:off x="2865092" y="222050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312" y="914400"/>
                    </a:lnTo>
                    <a:lnTo>
                      <a:pt x="907545" y="914225"/>
                    </a:lnTo>
                    <a:lnTo>
                      <a:pt x="907799" y="914036"/>
                    </a:lnTo>
                    <a:lnTo>
                      <a:pt x="908053" y="913846"/>
                    </a:lnTo>
                    <a:lnTo>
                      <a:pt x="908307" y="913657"/>
                    </a:lnTo>
                    <a:lnTo>
                      <a:pt x="908561" y="913467"/>
                    </a:lnTo>
                    <a:lnTo>
                      <a:pt x="908814" y="913277"/>
                    </a:lnTo>
                    <a:lnTo>
                      <a:pt x="909068" y="913088"/>
                    </a:lnTo>
                    <a:lnTo>
                      <a:pt x="909322" y="912898"/>
                    </a:lnTo>
                    <a:lnTo>
                      <a:pt x="909576" y="912709"/>
                    </a:lnTo>
                    <a:lnTo>
                      <a:pt x="909830" y="912519"/>
                    </a:lnTo>
                    <a:lnTo>
                      <a:pt x="910084" y="912330"/>
                    </a:lnTo>
                    <a:lnTo>
                      <a:pt x="910338" y="912140"/>
                    </a:lnTo>
                    <a:lnTo>
                      <a:pt x="910592" y="911950"/>
                    </a:lnTo>
                    <a:lnTo>
                      <a:pt x="910846" y="911761"/>
                    </a:lnTo>
                    <a:lnTo>
                      <a:pt x="911100" y="911571"/>
                    </a:lnTo>
                    <a:lnTo>
                      <a:pt x="911354" y="911382"/>
                    </a:lnTo>
                    <a:lnTo>
                      <a:pt x="911608" y="911192"/>
                    </a:lnTo>
                    <a:lnTo>
                      <a:pt x="914400" y="909215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h2720"/>
              <p:cNvSpPr/>
              <p:nvPr/>
            </p:nvSpPr>
            <p:spPr>
              <a:xfrm>
                <a:off x="2874533" y="222050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215"/>
                    </a:lnTo>
                    <a:lnTo>
                      <a:pt x="905162" y="908913"/>
                    </a:lnTo>
                    <a:lnTo>
                      <a:pt x="909969" y="902483"/>
                    </a:lnTo>
                    <a:lnTo>
                      <a:pt x="914400" y="897187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h2721"/>
              <p:cNvSpPr/>
              <p:nvPr/>
            </p:nvSpPr>
            <p:spPr>
              <a:xfrm>
                <a:off x="2883973" y="220293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57"/>
                    </a:lnTo>
                    <a:lnTo>
                      <a:pt x="905258" y="914400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h2722"/>
              <p:cNvSpPr/>
              <p:nvPr/>
            </p:nvSpPr>
            <p:spPr>
              <a:xfrm>
                <a:off x="288397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h2723"/>
              <p:cNvSpPr/>
              <p:nvPr/>
            </p:nvSpPr>
            <p:spPr>
              <a:xfrm>
                <a:off x="289341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h2724"/>
              <p:cNvSpPr/>
              <p:nvPr/>
            </p:nvSpPr>
            <p:spPr>
              <a:xfrm>
                <a:off x="290285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h2725"/>
              <p:cNvSpPr/>
              <p:nvPr/>
            </p:nvSpPr>
            <p:spPr>
              <a:xfrm>
                <a:off x="291229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h2726"/>
              <p:cNvSpPr/>
              <p:nvPr/>
            </p:nvSpPr>
            <p:spPr>
              <a:xfrm>
                <a:off x="292173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h2727"/>
              <p:cNvSpPr/>
              <p:nvPr/>
            </p:nvSpPr>
            <p:spPr>
              <a:xfrm>
                <a:off x="293117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h2728"/>
              <p:cNvSpPr/>
              <p:nvPr/>
            </p:nvSpPr>
            <p:spPr>
              <a:xfrm>
                <a:off x="294061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h2729"/>
              <p:cNvSpPr/>
              <p:nvPr/>
            </p:nvSpPr>
            <p:spPr>
              <a:xfrm>
                <a:off x="295005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h2730"/>
              <p:cNvSpPr/>
              <p:nvPr/>
            </p:nvSpPr>
            <p:spPr>
              <a:xfrm>
                <a:off x="295949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h2731"/>
              <p:cNvSpPr/>
              <p:nvPr/>
            </p:nvSpPr>
            <p:spPr>
              <a:xfrm>
                <a:off x="296893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h2732"/>
              <p:cNvSpPr/>
              <p:nvPr/>
            </p:nvSpPr>
            <p:spPr>
              <a:xfrm>
                <a:off x="297837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h2733"/>
              <p:cNvSpPr/>
              <p:nvPr/>
            </p:nvSpPr>
            <p:spPr>
              <a:xfrm>
                <a:off x="298781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h2734"/>
              <p:cNvSpPr/>
              <p:nvPr/>
            </p:nvSpPr>
            <p:spPr>
              <a:xfrm>
                <a:off x="299725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h2735"/>
              <p:cNvSpPr/>
              <p:nvPr/>
            </p:nvSpPr>
            <p:spPr>
              <a:xfrm>
                <a:off x="300669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h2736"/>
              <p:cNvSpPr/>
              <p:nvPr/>
            </p:nvSpPr>
            <p:spPr>
              <a:xfrm>
                <a:off x="301613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h2737"/>
              <p:cNvSpPr/>
              <p:nvPr/>
            </p:nvSpPr>
            <p:spPr>
              <a:xfrm>
                <a:off x="302557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h2738"/>
              <p:cNvSpPr/>
              <p:nvPr/>
            </p:nvSpPr>
            <p:spPr>
              <a:xfrm>
                <a:off x="303501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h2739"/>
              <p:cNvSpPr/>
              <p:nvPr/>
            </p:nvSpPr>
            <p:spPr>
              <a:xfrm>
                <a:off x="304445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h2740"/>
              <p:cNvSpPr/>
              <p:nvPr/>
            </p:nvSpPr>
            <p:spPr>
              <a:xfrm>
                <a:off x="305389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h2741"/>
              <p:cNvSpPr/>
              <p:nvPr/>
            </p:nvSpPr>
            <p:spPr>
              <a:xfrm>
                <a:off x="306333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h2742"/>
              <p:cNvSpPr/>
              <p:nvPr/>
            </p:nvSpPr>
            <p:spPr>
              <a:xfrm>
                <a:off x="307277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h2743"/>
              <p:cNvSpPr/>
              <p:nvPr/>
            </p:nvSpPr>
            <p:spPr>
              <a:xfrm>
                <a:off x="308221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h2744"/>
              <p:cNvSpPr/>
              <p:nvPr/>
            </p:nvSpPr>
            <p:spPr>
              <a:xfrm>
                <a:off x="309165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h2745"/>
              <p:cNvSpPr/>
              <p:nvPr/>
            </p:nvSpPr>
            <p:spPr>
              <a:xfrm>
                <a:off x="310109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h2746"/>
              <p:cNvSpPr/>
              <p:nvPr/>
            </p:nvSpPr>
            <p:spPr>
              <a:xfrm>
                <a:off x="311053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h2747"/>
              <p:cNvSpPr/>
              <p:nvPr/>
            </p:nvSpPr>
            <p:spPr>
              <a:xfrm>
                <a:off x="311997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h2748"/>
              <p:cNvSpPr/>
              <p:nvPr/>
            </p:nvSpPr>
            <p:spPr>
              <a:xfrm>
                <a:off x="312941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h2749"/>
              <p:cNvSpPr/>
              <p:nvPr/>
            </p:nvSpPr>
            <p:spPr>
              <a:xfrm>
                <a:off x="313885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h2750"/>
              <p:cNvSpPr/>
              <p:nvPr/>
            </p:nvSpPr>
            <p:spPr>
              <a:xfrm>
                <a:off x="314829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h2751"/>
              <p:cNvSpPr/>
              <p:nvPr/>
            </p:nvSpPr>
            <p:spPr>
              <a:xfrm>
                <a:off x="315774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h2752"/>
              <p:cNvSpPr/>
              <p:nvPr/>
            </p:nvSpPr>
            <p:spPr>
              <a:xfrm>
                <a:off x="316718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h2753"/>
              <p:cNvSpPr/>
              <p:nvPr/>
            </p:nvSpPr>
            <p:spPr>
              <a:xfrm>
                <a:off x="317662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h2754"/>
              <p:cNvSpPr/>
              <p:nvPr/>
            </p:nvSpPr>
            <p:spPr>
              <a:xfrm>
                <a:off x="318606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h2755"/>
              <p:cNvSpPr/>
              <p:nvPr/>
            </p:nvSpPr>
            <p:spPr>
              <a:xfrm>
                <a:off x="319550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h2756"/>
              <p:cNvSpPr/>
              <p:nvPr/>
            </p:nvSpPr>
            <p:spPr>
              <a:xfrm>
                <a:off x="320494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h2757"/>
              <p:cNvSpPr/>
              <p:nvPr/>
            </p:nvSpPr>
            <p:spPr>
              <a:xfrm>
                <a:off x="321438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h2758"/>
              <p:cNvSpPr/>
              <p:nvPr/>
            </p:nvSpPr>
            <p:spPr>
              <a:xfrm>
                <a:off x="322382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h2759"/>
              <p:cNvSpPr/>
              <p:nvPr/>
            </p:nvSpPr>
            <p:spPr>
              <a:xfrm>
                <a:off x="323326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h2760"/>
              <p:cNvSpPr/>
              <p:nvPr/>
            </p:nvSpPr>
            <p:spPr>
              <a:xfrm>
                <a:off x="324270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h2761"/>
              <p:cNvSpPr/>
              <p:nvPr/>
            </p:nvSpPr>
            <p:spPr>
              <a:xfrm>
                <a:off x="325214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h2762"/>
              <p:cNvSpPr/>
              <p:nvPr/>
            </p:nvSpPr>
            <p:spPr>
              <a:xfrm>
                <a:off x="326158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h2763"/>
              <p:cNvSpPr/>
              <p:nvPr/>
            </p:nvSpPr>
            <p:spPr>
              <a:xfrm>
                <a:off x="327102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h2764"/>
              <p:cNvSpPr/>
              <p:nvPr/>
            </p:nvSpPr>
            <p:spPr>
              <a:xfrm>
                <a:off x="328046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h2765"/>
              <p:cNvSpPr/>
              <p:nvPr/>
            </p:nvSpPr>
            <p:spPr>
              <a:xfrm>
                <a:off x="328990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h2766"/>
              <p:cNvSpPr/>
              <p:nvPr/>
            </p:nvSpPr>
            <p:spPr>
              <a:xfrm>
                <a:off x="329934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h2767"/>
              <p:cNvSpPr/>
              <p:nvPr/>
            </p:nvSpPr>
            <p:spPr>
              <a:xfrm>
                <a:off x="330878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h2768"/>
              <p:cNvSpPr/>
              <p:nvPr/>
            </p:nvSpPr>
            <p:spPr>
              <a:xfrm>
                <a:off x="331822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h2769"/>
              <p:cNvSpPr/>
              <p:nvPr/>
            </p:nvSpPr>
            <p:spPr>
              <a:xfrm>
                <a:off x="332766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h2770"/>
              <p:cNvSpPr/>
              <p:nvPr/>
            </p:nvSpPr>
            <p:spPr>
              <a:xfrm>
                <a:off x="333710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h2771"/>
              <p:cNvSpPr/>
              <p:nvPr/>
            </p:nvSpPr>
            <p:spPr>
              <a:xfrm>
                <a:off x="334654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h2772"/>
              <p:cNvSpPr/>
              <p:nvPr/>
            </p:nvSpPr>
            <p:spPr>
              <a:xfrm>
                <a:off x="3355985" y="2220501"/>
                <a:ext cx="92201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1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16" y="896830"/>
                    </a:lnTo>
                    <a:lnTo>
                      <a:pt x="921691" y="898269"/>
                    </a:lnTo>
                    <a:lnTo>
                      <a:pt x="921110" y="900834"/>
                    </a:lnTo>
                    <a:lnTo>
                      <a:pt x="920530" y="903400"/>
                    </a:lnTo>
                    <a:lnTo>
                      <a:pt x="919951" y="905966"/>
                    </a:lnTo>
                    <a:lnTo>
                      <a:pt x="919371" y="908532"/>
                    </a:lnTo>
                    <a:lnTo>
                      <a:pt x="918792" y="911098"/>
                    </a:lnTo>
                    <a:lnTo>
                      <a:pt x="918212" y="913665"/>
                    </a:lnTo>
                    <a:lnTo>
                      <a:pt x="91804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h2773"/>
              <p:cNvSpPr/>
              <p:nvPr/>
            </p:nvSpPr>
            <p:spPr>
              <a:xfrm>
                <a:off x="2393080" y="2185361"/>
                <a:ext cx="914400" cy="9291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90">
                    <a:moveTo>
                      <a:pt x="914400" y="914400"/>
                    </a:moveTo>
                    <a:lnTo>
                      <a:pt x="914400" y="929190"/>
                    </a:lnTo>
                    <a:lnTo>
                      <a:pt x="914162" y="928663"/>
                    </a:lnTo>
                    <a:lnTo>
                      <a:pt x="913378" y="926927"/>
                    </a:lnTo>
                    <a:lnTo>
                      <a:pt x="912594" y="925190"/>
                    </a:lnTo>
                    <a:lnTo>
                      <a:pt x="911810" y="923454"/>
                    </a:lnTo>
                    <a:lnTo>
                      <a:pt x="911025" y="921717"/>
                    </a:lnTo>
                    <a:lnTo>
                      <a:pt x="910241" y="919981"/>
                    </a:lnTo>
                    <a:lnTo>
                      <a:pt x="909456" y="918244"/>
                    </a:lnTo>
                    <a:lnTo>
                      <a:pt x="908671" y="916508"/>
                    </a:lnTo>
                    <a:lnTo>
                      <a:pt x="907886" y="914772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h2774"/>
              <p:cNvSpPr/>
              <p:nvPr/>
            </p:nvSpPr>
            <p:spPr>
              <a:xfrm>
                <a:off x="239308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3" y="931969"/>
                    </a:lnTo>
                    <a:lnTo>
                      <a:pt x="914945" y="930400"/>
                    </a:lnTo>
                    <a:lnTo>
                      <a:pt x="914400" y="929190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h2775"/>
              <p:cNvSpPr/>
              <p:nvPr/>
            </p:nvSpPr>
            <p:spPr>
              <a:xfrm>
                <a:off x="240252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h2776"/>
              <p:cNvSpPr/>
              <p:nvPr/>
            </p:nvSpPr>
            <p:spPr>
              <a:xfrm>
                <a:off x="241196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h2777"/>
              <p:cNvSpPr/>
              <p:nvPr/>
            </p:nvSpPr>
            <p:spPr>
              <a:xfrm>
                <a:off x="242140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h2778"/>
              <p:cNvSpPr/>
              <p:nvPr/>
            </p:nvSpPr>
            <p:spPr>
              <a:xfrm>
                <a:off x="243084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h2779"/>
              <p:cNvSpPr/>
              <p:nvPr/>
            </p:nvSpPr>
            <p:spPr>
              <a:xfrm>
                <a:off x="244028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h2780"/>
              <p:cNvSpPr/>
              <p:nvPr/>
            </p:nvSpPr>
            <p:spPr>
              <a:xfrm>
                <a:off x="244972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h2781"/>
              <p:cNvSpPr/>
              <p:nvPr/>
            </p:nvSpPr>
            <p:spPr>
              <a:xfrm>
                <a:off x="245916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h2782"/>
              <p:cNvSpPr/>
              <p:nvPr/>
            </p:nvSpPr>
            <p:spPr>
              <a:xfrm>
                <a:off x="246860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h2783"/>
              <p:cNvSpPr/>
              <p:nvPr/>
            </p:nvSpPr>
            <p:spPr>
              <a:xfrm>
                <a:off x="247804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h2784"/>
              <p:cNvSpPr/>
              <p:nvPr/>
            </p:nvSpPr>
            <p:spPr>
              <a:xfrm>
                <a:off x="248748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h2785"/>
              <p:cNvSpPr/>
              <p:nvPr/>
            </p:nvSpPr>
            <p:spPr>
              <a:xfrm>
                <a:off x="249692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h2786"/>
              <p:cNvSpPr/>
              <p:nvPr/>
            </p:nvSpPr>
            <p:spPr>
              <a:xfrm>
                <a:off x="250636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h2787"/>
              <p:cNvSpPr/>
              <p:nvPr/>
            </p:nvSpPr>
            <p:spPr>
              <a:xfrm>
                <a:off x="251580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h2788"/>
              <p:cNvSpPr/>
              <p:nvPr/>
            </p:nvSpPr>
            <p:spPr>
              <a:xfrm>
                <a:off x="252524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h2789"/>
              <p:cNvSpPr/>
              <p:nvPr/>
            </p:nvSpPr>
            <p:spPr>
              <a:xfrm>
                <a:off x="253468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h2790"/>
              <p:cNvSpPr/>
              <p:nvPr/>
            </p:nvSpPr>
            <p:spPr>
              <a:xfrm>
                <a:off x="254412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h2791"/>
              <p:cNvSpPr/>
              <p:nvPr/>
            </p:nvSpPr>
            <p:spPr>
              <a:xfrm>
                <a:off x="255356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h2792"/>
              <p:cNvSpPr/>
              <p:nvPr/>
            </p:nvSpPr>
            <p:spPr>
              <a:xfrm>
                <a:off x="256300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h2793"/>
              <p:cNvSpPr/>
              <p:nvPr/>
            </p:nvSpPr>
            <p:spPr>
              <a:xfrm>
                <a:off x="257244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h2794"/>
              <p:cNvSpPr/>
              <p:nvPr/>
            </p:nvSpPr>
            <p:spPr>
              <a:xfrm>
                <a:off x="258188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h2795"/>
              <p:cNvSpPr/>
              <p:nvPr/>
            </p:nvSpPr>
            <p:spPr>
              <a:xfrm>
                <a:off x="259132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h2796"/>
              <p:cNvSpPr/>
              <p:nvPr/>
            </p:nvSpPr>
            <p:spPr>
              <a:xfrm>
                <a:off x="260076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h2797"/>
              <p:cNvSpPr/>
              <p:nvPr/>
            </p:nvSpPr>
            <p:spPr>
              <a:xfrm>
                <a:off x="261020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h2798"/>
              <p:cNvSpPr/>
              <p:nvPr/>
            </p:nvSpPr>
            <p:spPr>
              <a:xfrm>
                <a:off x="261964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h2799"/>
              <p:cNvSpPr/>
              <p:nvPr/>
            </p:nvSpPr>
            <p:spPr>
              <a:xfrm>
                <a:off x="262908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h2800"/>
              <p:cNvSpPr/>
              <p:nvPr/>
            </p:nvSpPr>
            <p:spPr>
              <a:xfrm>
                <a:off x="263852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h2801"/>
              <p:cNvSpPr/>
              <p:nvPr/>
            </p:nvSpPr>
            <p:spPr>
              <a:xfrm>
                <a:off x="264796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h2802"/>
              <p:cNvSpPr/>
              <p:nvPr/>
            </p:nvSpPr>
            <p:spPr>
              <a:xfrm>
                <a:off x="265740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h2803"/>
              <p:cNvSpPr/>
              <p:nvPr/>
            </p:nvSpPr>
            <p:spPr>
              <a:xfrm>
                <a:off x="266684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h2804"/>
              <p:cNvSpPr/>
              <p:nvPr/>
            </p:nvSpPr>
            <p:spPr>
              <a:xfrm>
                <a:off x="267628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h2805"/>
              <p:cNvSpPr/>
              <p:nvPr/>
            </p:nvSpPr>
            <p:spPr>
              <a:xfrm>
                <a:off x="268572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h2806"/>
              <p:cNvSpPr/>
              <p:nvPr/>
            </p:nvSpPr>
            <p:spPr>
              <a:xfrm>
                <a:off x="2704608" y="220293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58" y="896830"/>
                    </a:lnTo>
                    <a:lnTo>
                      <a:pt x="913544" y="901394"/>
                    </a:lnTo>
                    <a:lnTo>
                      <a:pt x="914399" y="907454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h2807"/>
              <p:cNvSpPr/>
              <p:nvPr/>
            </p:nvSpPr>
            <p:spPr>
              <a:xfrm>
                <a:off x="2704608" y="2202931"/>
                <a:ext cx="915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315" h="914400">
                    <a:moveTo>
                      <a:pt x="914399" y="914400"/>
                    </a:moveTo>
                    <a:lnTo>
                      <a:pt x="914399" y="907454"/>
                    </a:lnTo>
                    <a:lnTo>
                      <a:pt x="915071" y="912212"/>
                    </a:lnTo>
                    <a:lnTo>
                      <a:pt x="915315" y="914400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h2808"/>
              <p:cNvSpPr/>
              <p:nvPr/>
            </p:nvSpPr>
            <p:spPr>
              <a:xfrm>
                <a:off x="2883973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258" y="914400"/>
                    </a:lnTo>
                    <a:lnTo>
                      <a:pt x="905509" y="914099"/>
                    </a:lnTo>
                    <a:lnTo>
                      <a:pt x="910650" y="908638"/>
                    </a:lnTo>
                    <a:lnTo>
                      <a:pt x="914400" y="905125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h2809"/>
              <p:cNvSpPr/>
              <p:nvPr/>
            </p:nvSpPr>
            <p:spPr>
              <a:xfrm>
                <a:off x="2893413" y="220293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5125"/>
                    </a:lnTo>
                    <a:lnTo>
                      <a:pt x="906497" y="903683"/>
                    </a:lnTo>
                    <a:lnTo>
                      <a:pt x="911917" y="899250"/>
                    </a:lnTo>
                    <a:lnTo>
                      <a:pt x="912318" y="898945"/>
                    </a:lnTo>
                    <a:lnTo>
                      <a:pt x="912723" y="898637"/>
                    </a:lnTo>
                    <a:lnTo>
                      <a:pt x="913127" y="898329"/>
                    </a:lnTo>
                    <a:lnTo>
                      <a:pt x="913532" y="898022"/>
                    </a:lnTo>
                    <a:lnTo>
                      <a:pt x="913936" y="897714"/>
                    </a:lnTo>
                    <a:lnTo>
                      <a:pt x="914399" y="897362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h2810"/>
              <p:cNvSpPr/>
              <p:nvPr/>
            </p:nvSpPr>
            <p:spPr>
              <a:xfrm>
                <a:off x="2902853" y="218536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931"/>
                    </a:lnTo>
                    <a:lnTo>
                      <a:pt x="905305" y="914668"/>
                    </a:lnTo>
                    <a:lnTo>
                      <a:pt x="905659" y="914400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h2811"/>
              <p:cNvSpPr/>
              <p:nvPr/>
            </p:nvSpPr>
            <p:spPr>
              <a:xfrm>
                <a:off x="290285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h2812"/>
              <p:cNvSpPr/>
              <p:nvPr/>
            </p:nvSpPr>
            <p:spPr>
              <a:xfrm>
                <a:off x="291229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h2813"/>
              <p:cNvSpPr/>
              <p:nvPr/>
            </p:nvSpPr>
            <p:spPr>
              <a:xfrm>
                <a:off x="292173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h2814"/>
              <p:cNvSpPr/>
              <p:nvPr/>
            </p:nvSpPr>
            <p:spPr>
              <a:xfrm>
                <a:off x="293117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h2815"/>
              <p:cNvSpPr/>
              <p:nvPr/>
            </p:nvSpPr>
            <p:spPr>
              <a:xfrm>
                <a:off x="294061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h2816"/>
              <p:cNvSpPr/>
              <p:nvPr/>
            </p:nvSpPr>
            <p:spPr>
              <a:xfrm>
                <a:off x="295005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h2817"/>
              <p:cNvSpPr/>
              <p:nvPr/>
            </p:nvSpPr>
            <p:spPr>
              <a:xfrm>
                <a:off x="295949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h2818"/>
              <p:cNvSpPr/>
              <p:nvPr/>
            </p:nvSpPr>
            <p:spPr>
              <a:xfrm>
                <a:off x="296893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h2819"/>
              <p:cNvSpPr/>
              <p:nvPr/>
            </p:nvSpPr>
            <p:spPr>
              <a:xfrm>
                <a:off x="297837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h2820"/>
              <p:cNvSpPr/>
              <p:nvPr/>
            </p:nvSpPr>
            <p:spPr>
              <a:xfrm>
                <a:off x="298781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h2821"/>
              <p:cNvSpPr/>
              <p:nvPr/>
            </p:nvSpPr>
            <p:spPr>
              <a:xfrm>
                <a:off x="299725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h2822"/>
              <p:cNvSpPr/>
              <p:nvPr/>
            </p:nvSpPr>
            <p:spPr>
              <a:xfrm>
                <a:off x="300669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h2823"/>
              <p:cNvSpPr/>
              <p:nvPr/>
            </p:nvSpPr>
            <p:spPr>
              <a:xfrm>
                <a:off x="301613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h2824"/>
              <p:cNvSpPr/>
              <p:nvPr/>
            </p:nvSpPr>
            <p:spPr>
              <a:xfrm>
                <a:off x="302557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h2825"/>
              <p:cNvSpPr/>
              <p:nvPr/>
            </p:nvSpPr>
            <p:spPr>
              <a:xfrm>
                <a:off x="303501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h2826"/>
              <p:cNvSpPr/>
              <p:nvPr/>
            </p:nvSpPr>
            <p:spPr>
              <a:xfrm>
                <a:off x="304445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h2827"/>
              <p:cNvSpPr/>
              <p:nvPr/>
            </p:nvSpPr>
            <p:spPr>
              <a:xfrm>
                <a:off x="305389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h2828"/>
              <p:cNvSpPr/>
              <p:nvPr/>
            </p:nvSpPr>
            <p:spPr>
              <a:xfrm>
                <a:off x="306333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h2829"/>
              <p:cNvSpPr/>
              <p:nvPr/>
            </p:nvSpPr>
            <p:spPr>
              <a:xfrm>
                <a:off x="307277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h2830"/>
              <p:cNvSpPr/>
              <p:nvPr/>
            </p:nvSpPr>
            <p:spPr>
              <a:xfrm>
                <a:off x="308221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h2831"/>
              <p:cNvSpPr/>
              <p:nvPr/>
            </p:nvSpPr>
            <p:spPr>
              <a:xfrm>
                <a:off x="309165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h2832"/>
              <p:cNvSpPr/>
              <p:nvPr/>
            </p:nvSpPr>
            <p:spPr>
              <a:xfrm>
                <a:off x="310109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h2833"/>
              <p:cNvSpPr/>
              <p:nvPr/>
            </p:nvSpPr>
            <p:spPr>
              <a:xfrm>
                <a:off x="311053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h2834"/>
              <p:cNvSpPr/>
              <p:nvPr/>
            </p:nvSpPr>
            <p:spPr>
              <a:xfrm>
                <a:off x="311997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h2835"/>
              <p:cNvSpPr/>
              <p:nvPr/>
            </p:nvSpPr>
            <p:spPr>
              <a:xfrm>
                <a:off x="312941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h2836"/>
              <p:cNvSpPr/>
              <p:nvPr/>
            </p:nvSpPr>
            <p:spPr>
              <a:xfrm>
                <a:off x="313885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h2837"/>
              <p:cNvSpPr/>
              <p:nvPr/>
            </p:nvSpPr>
            <p:spPr>
              <a:xfrm>
                <a:off x="314829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h2838"/>
              <p:cNvSpPr/>
              <p:nvPr/>
            </p:nvSpPr>
            <p:spPr>
              <a:xfrm>
                <a:off x="315774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h2839"/>
              <p:cNvSpPr/>
              <p:nvPr/>
            </p:nvSpPr>
            <p:spPr>
              <a:xfrm>
                <a:off x="316718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h2840"/>
              <p:cNvSpPr/>
              <p:nvPr/>
            </p:nvSpPr>
            <p:spPr>
              <a:xfrm>
                <a:off x="317662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h2841"/>
              <p:cNvSpPr/>
              <p:nvPr/>
            </p:nvSpPr>
            <p:spPr>
              <a:xfrm>
                <a:off x="318606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h2842"/>
              <p:cNvSpPr/>
              <p:nvPr/>
            </p:nvSpPr>
            <p:spPr>
              <a:xfrm>
                <a:off x="319550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h2843"/>
              <p:cNvSpPr/>
              <p:nvPr/>
            </p:nvSpPr>
            <p:spPr>
              <a:xfrm>
                <a:off x="320494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h2844"/>
              <p:cNvSpPr/>
              <p:nvPr/>
            </p:nvSpPr>
            <p:spPr>
              <a:xfrm>
                <a:off x="321438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h2845"/>
              <p:cNvSpPr/>
              <p:nvPr/>
            </p:nvSpPr>
            <p:spPr>
              <a:xfrm>
                <a:off x="322382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h2846"/>
              <p:cNvSpPr/>
              <p:nvPr/>
            </p:nvSpPr>
            <p:spPr>
              <a:xfrm>
                <a:off x="323326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h2847"/>
              <p:cNvSpPr/>
              <p:nvPr/>
            </p:nvSpPr>
            <p:spPr>
              <a:xfrm>
                <a:off x="324270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h2848"/>
              <p:cNvSpPr/>
              <p:nvPr/>
            </p:nvSpPr>
            <p:spPr>
              <a:xfrm>
                <a:off x="325214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h2849"/>
              <p:cNvSpPr/>
              <p:nvPr/>
            </p:nvSpPr>
            <p:spPr>
              <a:xfrm>
                <a:off x="326158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h2850"/>
              <p:cNvSpPr/>
              <p:nvPr/>
            </p:nvSpPr>
            <p:spPr>
              <a:xfrm>
                <a:off x="327102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h2851"/>
              <p:cNvSpPr/>
              <p:nvPr/>
            </p:nvSpPr>
            <p:spPr>
              <a:xfrm>
                <a:off x="328046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h2852"/>
              <p:cNvSpPr/>
              <p:nvPr/>
            </p:nvSpPr>
            <p:spPr>
              <a:xfrm>
                <a:off x="328990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h2853"/>
              <p:cNvSpPr/>
              <p:nvPr/>
            </p:nvSpPr>
            <p:spPr>
              <a:xfrm>
                <a:off x="329934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h2854"/>
              <p:cNvSpPr/>
              <p:nvPr/>
            </p:nvSpPr>
            <p:spPr>
              <a:xfrm>
                <a:off x="330878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h2855"/>
              <p:cNvSpPr/>
              <p:nvPr/>
            </p:nvSpPr>
            <p:spPr>
              <a:xfrm>
                <a:off x="331822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h2856"/>
              <p:cNvSpPr/>
              <p:nvPr/>
            </p:nvSpPr>
            <p:spPr>
              <a:xfrm>
                <a:off x="332766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h2857"/>
              <p:cNvSpPr/>
              <p:nvPr/>
            </p:nvSpPr>
            <p:spPr>
              <a:xfrm>
                <a:off x="333710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h2858"/>
              <p:cNvSpPr/>
              <p:nvPr/>
            </p:nvSpPr>
            <p:spPr>
              <a:xfrm>
                <a:off x="334654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h2859"/>
              <p:cNvSpPr/>
              <p:nvPr/>
            </p:nvSpPr>
            <p:spPr>
              <a:xfrm>
                <a:off x="3355985" y="220293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345"/>
                    </a:lnTo>
                    <a:lnTo>
                      <a:pt x="923433" y="908141"/>
                    </a:lnTo>
                    <a:lnTo>
                      <a:pt x="922852" y="910707"/>
                    </a:lnTo>
                    <a:lnTo>
                      <a:pt x="922271" y="913272"/>
                    </a:lnTo>
                    <a:lnTo>
                      <a:pt x="92201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h2860"/>
              <p:cNvSpPr/>
              <p:nvPr/>
            </p:nvSpPr>
            <p:spPr>
              <a:xfrm>
                <a:off x="3365425" y="2185361"/>
                <a:ext cx="916838" cy="923915"/>
              </a:xfrm>
              <a:custGeom>
                <a:avLst/>
                <a:gdLst/>
                <a:ahLst/>
                <a:cxnLst/>
                <a:rect l="0" t="0" r="0" b="0"/>
                <a:pathLst>
                  <a:path w="916838" h="923915">
                    <a:moveTo>
                      <a:pt x="914400" y="914400"/>
                    </a:moveTo>
                    <a:lnTo>
                      <a:pt x="916838" y="914400"/>
                    </a:lnTo>
                    <a:lnTo>
                      <a:pt x="916710" y="914876"/>
                    </a:lnTo>
                    <a:lnTo>
                      <a:pt x="915891" y="917944"/>
                    </a:lnTo>
                    <a:lnTo>
                      <a:pt x="915072" y="921012"/>
                    </a:lnTo>
                    <a:lnTo>
                      <a:pt x="914974" y="921382"/>
                    </a:lnTo>
                    <a:lnTo>
                      <a:pt x="914574" y="923145"/>
                    </a:lnTo>
                    <a:lnTo>
                      <a:pt x="914400" y="92391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h2861"/>
              <p:cNvSpPr/>
              <p:nvPr/>
            </p:nvSpPr>
            <p:spPr>
              <a:xfrm>
                <a:off x="2383640" y="2167792"/>
                <a:ext cx="914399" cy="92587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876">
                    <a:moveTo>
                      <a:pt x="914399" y="914400"/>
                    </a:moveTo>
                    <a:lnTo>
                      <a:pt x="914399" y="925876"/>
                    </a:lnTo>
                    <a:lnTo>
                      <a:pt x="914183" y="925397"/>
                    </a:lnTo>
                    <a:lnTo>
                      <a:pt x="913397" y="923661"/>
                    </a:lnTo>
                    <a:lnTo>
                      <a:pt x="912610" y="921926"/>
                    </a:lnTo>
                    <a:lnTo>
                      <a:pt x="911823" y="920190"/>
                    </a:lnTo>
                    <a:lnTo>
                      <a:pt x="911037" y="918454"/>
                    </a:lnTo>
                    <a:lnTo>
                      <a:pt x="910249" y="916718"/>
                    </a:lnTo>
                    <a:lnTo>
                      <a:pt x="909462" y="914983"/>
                    </a:lnTo>
                    <a:lnTo>
                      <a:pt x="909198" y="914400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h2862"/>
              <p:cNvSpPr/>
              <p:nvPr/>
            </p:nvSpPr>
            <p:spPr>
              <a:xfrm>
                <a:off x="238364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6540" y="930606"/>
                    </a:lnTo>
                    <a:lnTo>
                      <a:pt x="915755" y="928869"/>
                    </a:lnTo>
                    <a:lnTo>
                      <a:pt x="914969" y="927133"/>
                    </a:lnTo>
                    <a:lnTo>
                      <a:pt x="914399" y="925876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h2863"/>
              <p:cNvSpPr/>
              <p:nvPr/>
            </p:nvSpPr>
            <p:spPr>
              <a:xfrm>
                <a:off x="239308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h2864"/>
              <p:cNvSpPr/>
              <p:nvPr/>
            </p:nvSpPr>
            <p:spPr>
              <a:xfrm>
                <a:off x="240252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h2865"/>
              <p:cNvSpPr/>
              <p:nvPr/>
            </p:nvSpPr>
            <p:spPr>
              <a:xfrm>
                <a:off x="241196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h2866"/>
              <p:cNvSpPr/>
              <p:nvPr/>
            </p:nvSpPr>
            <p:spPr>
              <a:xfrm>
                <a:off x="242140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h2867"/>
              <p:cNvSpPr/>
              <p:nvPr/>
            </p:nvSpPr>
            <p:spPr>
              <a:xfrm>
                <a:off x="243084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h2868"/>
              <p:cNvSpPr/>
              <p:nvPr/>
            </p:nvSpPr>
            <p:spPr>
              <a:xfrm>
                <a:off x="244028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h2869"/>
              <p:cNvSpPr/>
              <p:nvPr/>
            </p:nvSpPr>
            <p:spPr>
              <a:xfrm>
                <a:off x="244972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h2870"/>
              <p:cNvSpPr/>
              <p:nvPr/>
            </p:nvSpPr>
            <p:spPr>
              <a:xfrm>
                <a:off x="245916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h2871"/>
              <p:cNvSpPr/>
              <p:nvPr/>
            </p:nvSpPr>
            <p:spPr>
              <a:xfrm>
                <a:off x="246860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h2872"/>
              <p:cNvSpPr/>
              <p:nvPr/>
            </p:nvSpPr>
            <p:spPr>
              <a:xfrm>
                <a:off x="247804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h2873"/>
              <p:cNvSpPr/>
              <p:nvPr/>
            </p:nvSpPr>
            <p:spPr>
              <a:xfrm>
                <a:off x="248748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h2874"/>
              <p:cNvSpPr/>
              <p:nvPr/>
            </p:nvSpPr>
            <p:spPr>
              <a:xfrm>
                <a:off x="249692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h2875"/>
              <p:cNvSpPr/>
              <p:nvPr/>
            </p:nvSpPr>
            <p:spPr>
              <a:xfrm>
                <a:off x="250636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h2876"/>
              <p:cNvSpPr/>
              <p:nvPr/>
            </p:nvSpPr>
            <p:spPr>
              <a:xfrm>
                <a:off x="251580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h2877"/>
              <p:cNvSpPr/>
              <p:nvPr/>
            </p:nvSpPr>
            <p:spPr>
              <a:xfrm>
                <a:off x="252524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h2878"/>
              <p:cNvSpPr/>
              <p:nvPr/>
            </p:nvSpPr>
            <p:spPr>
              <a:xfrm>
                <a:off x="253468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h2879"/>
              <p:cNvSpPr/>
              <p:nvPr/>
            </p:nvSpPr>
            <p:spPr>
              <a:xfrm>
                <a:off x="254412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h2880"/>
              <p:cNvSpPr/>
              <p:nvPr/>
            </p:nvSpPr>
            <p:spPr>
              <a:xfrm>
                <a:off x="255356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h2881"/>
              <p:cNvSpPr/>
              <p:nvPr/>
            </p:nvSpPr>
            <p:spPr>
              <a:xfrm>
                <a:off x="256300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h2882"/>
              <p:cNvSpPr/>
              <p:nvPr/>
            </p:nvSpPr>
            <p:spPr>
              <a:xfrm>
                <a:off x="257244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h2883"/>
              <p:cNvSpPr/>
              <p:nvPr/>
            </p:nvSpPr>
            <p:spPr>
              <a:xfrm>
                <a:off x="258188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h2884"/>
              <p:cNvSpPr/>
              <p:nvPr/>
            </p:nvSpPr>
            <p:spPr>
              <a:xfrm>
                <a:off x="259132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h2885"/>
              <p:cNvSpPr/>
              <p:nvPr/>
            </p:nvSpPr>
            <p:spPr>
              <a:xfrm>
                <a:off x="260076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h2886"/>
              <p:cNvSpPr/>
              <p:nvPr/>
            </p:nvSpPr>
            <p:spPr>
              <a:xfrm>
                <a:off x="261020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h2887"/>
              <p:cNvSpPr/>
              <p:nvPr/>
            </p:nvSpPr>
            <p:spPr>
              <a:xfrm>
                <a:off x="261964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h2888"/>
              <p:cNvSpPr/>
              <p:nvPr/>
            </p:nvSpPr>
            <p:spPr>
              <a:xfrm>
                <a:off x="262908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h2889"/>
              <p:cNvSpPr/>
              <p:nvPr/>
            </p:nvSpPr>
            <p:spPr>
              <a:xfrm>
                <a:off x="263852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h2890"/>
              <p:cNvSpPr/>
              <p:nvPr/>
            </p:nvSpPr>
            <p:spPr>
              <a:xfrm>
                <a:off x="264796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h2891"/>
              <p:cNvSpPr/>
              <p:nvPr/>
            </p:nvSpPr>
            <p:spPr>
              <a:xfrm>
                <a:off x="265740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h2892"/>
              <p:cNvSpPr/>
              <p:nvPr/>
            </p:nvSpPr>
            <p:spPr>
              <a:xfrm>
                <a:off x="266684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h2893"/>
              <p:cNvSpPr/>
              <p:nvPr/>
            </p:nvSpPr>
            <p:spPr>
              <a:xfrm>
                <a:off x="267628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h2894"/>
              <p:cNvSpPr/>
              <p:nvPr/>
            </p:nvSpPr>
            <p:spPr>
              <a:xfrm>
                <a:off x="268572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h2895"/>
              <p:cNvSpPr/>
              <p:nvPr/>
            </p:nvSpPr>
            <p:spPr>
              <a:xfrm>
                <a:off x="2695168" y="2185361"/>
                <a:ext cx="9221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9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990" y="896830"/>
                    </a:lnTo>
                    <a:lnTo>
                      <a:pt x="919019" y="896987"/>
                    </a:lnTo>
                    <a:lnTo>
                      <a:pt x="919126" y="897554"/>
                    </a:lnTo>
                    <a:lnTo>
                      <a:pt x="919233" y="898120"/>
                    </a:lnTo>
                    <a:lnTo>
                      <a:pt x="919339" y="898686"/>
                    </a:lnTo>
                    <a:lnTo>
                      <a:pt x="919446" y="899252"/>
                    </a:lnTo>
                    <a:lnTo>
                      <a:pt x="919553" y="899818"/>
                    </a:lnTo>
                    <a:lnTo>
                      <a:pt x="919659" y="900385"/>
                    </a:lnTo>
                    <a:lnTo>
                      <a:pt x="919766" y="900951"/>
                    </a:lnTo>
                    <a:lnTo>
                      <a:pt x="919872" y="901517"/>
                    </a:lnTo>
                    <a:lnTo>
                      <a:pt x="919979" y="902083"/>
                    </a:lnTo>
                    <a:lnTo>
                      <a:pt x="920085" y="902649"/>
                    </a:lnTo>
                    <a:lnTo>
                      <a:pt x="920192" y="903216"/>
                    </a:lnTo>
                    <a:lnTo>
                      <a:pt x="920298" y="903782"/>
                    </a:lnTo>
                    <a:lnTo>
                      <a:pt x="920405" y="904348"/>
                    </a:lnTo>
                    <a:lnTo>
                      <a:pt x="920511" y="904914"/>
                    </a:lnTo>
                    <a:lnTo>
                      <a:pt x="920618" y="905480"/>
                    </a:lnTo>
                    <a:lnTo>
                      <a:pt x="920724" y="906047"/>
                    </a:lnTo>
                    <a:lnTo>
                      <a:pt x="920831" y="906613"/>
                    </a:lnTo>
                    <a:lnTo>
                      <a:pt x="920937" y="907179"/>
                    </a:lnTo>
                    <a:lnTo>
                      <a:pt x="921044" y="907745"/>
                    </a:lnTo>
                    <a:lnTo>
                      <a:pt x="921150" y="908311"/>
                    </a:lnTo>
                    <a:lnTo>
                      <a:pt x="922198" y="914400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h2896"/>
              <p:cNvSpPr/>
              <p:nvPr/>
            </p:nvSpPr>
            <p:spPr>
              <a:xfrm>
                <a:off x="2902853" y="218536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710" y="914361"/>
                    </a:lnTo>
                    <a:lnTo>
                      <a:pt x="906115" y="914053"/>
                    </a:lnTo>
                    <a:lnTo>
                      <a:pt x="906519" y="913746"/>
                    </a:lnTo>
                    <a:lnTo>
                      <a:pt x="906924" y="913438"/>
                    </a:lnTo>
                    <a:lnTo>
                      <a:pt x="907329" y="913130"/>
                    </a:lnTo>
                    <a:lnTo>
                      <a:pt x="907733" y="912823"/>
                    </a:lnTo>
                    <a:lnTo>
                      <a:pt x="908138" y="912515"/>
                    </a:lnTo>
                    <a:lnTo>
                      <a:pt x="908543" y="912208"/>
                    </a:lnTo>
                    <a:lnTo>
                      <a:pt x="908948" y="911900"/>
                    </a:lnTo>
                    <a:lnTo>
                      <a:pt x="909353" y="911593"/>
                    </a:lnTo>
                    <a:lnTo>
                      <a:pt x="909757" y="911285"/>
                    </a:lnTo>
                    <a:lnTo>
                      <a:pt x="910162" y="910978"/>
                    </a:lnTo>
                    <a:lnTo>
                      <a:pt x="910567" y="910670"/>
                    </a:lnTo>
                    <a:lnTo>
                      <a:pt x="910972" y="910363"/>
                    </a:lnTo>
                    <a:lnTo>
                      <a:pt x="911377" y="910055"/>
                    </a:lnTo>
                    <a:lnTo>
                      <a:pt x="911782" y="909748"/>
                    </a:lnTo>
                    <a:lnTo>
                      <a:pt x="912187" y="909440"/>
                    </a:lnTo>
                    <a:lnTo>
                      <a:pt x="912592" y="909133"/>
                    </a:lnTo>
                    <a:lnTo>
                      <a:pt x="912997" y="908826"/>
                    </a:lnTo>
                    <a:lnTo>
                      <a:pt x="913402" y="908518"/>
                    </a:lnTo>
                    <a:lnTo>
                      <a:pt x="913807" y="908211"/>
                    </a:lnTo>
                    <a:lnTo>
                      <a:pt x="914212" y="907903"/>
                    </a:lnTo>
                    <a:lnTo>
                      <a:pt x="914400" y="907761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h2897"/>
              <p:cNvSpPr/>
              <p:nvPr/>
            </p:nvSpPr>
            <p:spPr>
              <a:xfrm>
                <a:off x="2912293" y="218536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761"/>
                    </a:lnTo>
                    <a:lnTo>
                      <a:pt x="905177" y="907596"/>
                    </a:lnTo>
                    <a:lnTo>
                      <a:pt x="905582" y="907289"/>
                    </a:lnTo>
                    <a:lnTo>
                      <a:pt x="905987" y="906981"/>
                    </a:lnTo>
                    <a:lnTo>
                      <a:pt x="911248" y="903271"/>
                    </a:lnTo>
                    <a:lnTo>
                      <a:pt x="914400" y="901375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h2898"/>
              <p:cNvSpPr/>
              <p:nvPr/>
            </p:nvSpPr>
            <p:spPr>
              <a:xfrm>
                <a:off x="2921734" y="216779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945"/>
                    </a:lnTo>
                    <a:lnTo>
                      <a:pt x="907162" y="917620"/>
                    </a:lnTo>
                    <a:lnTo>
                      <a:pt x="912595" y="914899"/>
                    </a:lnTo>
                    <a:lnTo>
                      <a:pt x="913835" y="914400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h2899"/>
              <p:cNvSpPr/>
              <p:nvPr/>
            </p:nvSpPr>
            <p:spPr>
              <a:xfrm>
                <a:off x="292173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h2900"/>
              <p:cNvSpPr/>
              <p:nvPr/>
            </p:nvSpPr>
            <p:spPr>
              <a:xfrm>
                <a:off x="293117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h2901"/>
              <p:cNvSpPr/>
              <p:nvPr/>
            </p:nvSpPr>
            <p:spPr>
              <a:xfrm>
                <a:off x="294061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h2902"/>
              <p:cNvSpPr/>
              <p:nvPr/>
            </p:nvSpPr>
            <p:spPr>
              <a:xfrm>
                <a:off x="295005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h2903"/>
              <p:cNvSpPr/>
              <p:nvPr/>
            </p:nvSpPr>
            <p:spPr>
              <a:xfrm>
                <a:off x="295949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h2904"/>
              <p:cNvSpPr/>
              <p:nvPr/>
            </p:nvSpPr>
            <p:spPr>
              <a:xfrm>
                <a:off x="296893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h2905"/>
              <p:cNvSpPr/>
              <p:nvPr/>
            </p:nvSpPr>
            <p:spPr>
              <a:xfrm>
                <a:off x="297837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h2906"/>
              <p:cNvSpPr/>
              <p:nvPr/>
            </p:nvSpPr>
            <p:spPr>
              <a:xfrm>
                <a:off x="298781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h2907"/>
              <p:cNvSpPr/>
              <p:nvPr/>
            </p:nvSpPr>
            <p:spPr>
              <a:xfrm>
                <a:off x="299725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h2908"/>
              <p:cNvSpPr/>
              <p:nvPr/>
            </p:nvSpPr>
            <p:spPr>
              <a:xfrm>
                <a:off x="300669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h2909"/>
              <p:cNvSpPr/>
              <p:nvPr/>
            </p:nvSpPr>
            <p:spPr>
              <a:xfrm>
                <a:off x="301613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h2910"/>
              <p:cNvSpPr/>
              <p:nvPr/>
            </p:nvSpPr>
            <p:spPr>
              <a:xfrm>
                <a:off x="302557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h2911"/>
              <p:cNvSpPr/>
              <p:nvPr/>
            </p:nvSpPr>
            <p:spPr>
              <a:xfrm>
                <a:off x="303501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h2912"/>
              <p:cNvSpPr/>
              <p:nvPr/>
            </p:nvSpPr>
            <p:spPr>
              <a:xfrm>
                <a:off x="304445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h2913"/>
              <p:cNvSpPr/>
              <p:nvPr/>
            </p:nvSpPr>
            <p:spPr>
              <a:xfrm>
                <a:off x="305389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h2914"/>
              <p:cNvSpPr/>
              <p:nvPr/>
            </p:nvSpPr>
            <p:spPr>
              <a:xfrm>
                <a:off x="306333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h2915"/>
              <p:cNvSpPr/>
              <p:nvPr/>
            </p:nvSpPr>
            <p:spPr>
              <a:xfrm>
                <a:off x="307277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h2916"/>
              <p:cNvSpPr/>
              <p:nvPr/>
            </p:nvSpPr>
            <p:spPr>
              <a:xfrm>
                <a:off x="308221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h2917"/>
              <p:cNvSpPr/>
              <p:nvPr/>
            </p:nvSpPr>
            <p:spPr>
              <a:xfrm>
                <a:off x="309165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h2918"/>
              <p:cNvSpPr/>
              <p:nvPr/>
            </p:nvSpPr>
            <p:spPr>
              <a:xfrm>
                <a:off x="310109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h2919"/>
              <p:cNvSpPr/>
              <p:nvPr/>
            </p:nvSpPr>
            <p:spPr>
              <a:xfrm>
                <a:off x="311053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h2920"/>
              <p:cNvSpPr/>
              <p:nvPr/>
            </p:nvSpPr>
            <p:spPr>
              <a:xfrm>
                <a:off x="311997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h2921"/>
              <p:cNvSpPr/>
              <p:nvPr/>
            </p:nvSpPr>
            <p:spPr>
              <a:xfrm>
                <a:off x="312941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h2922"/>
              <p:cNvSpPr/>
              <p:nvPr/>
            </p:nvSpPr>
            <p:spPr>
              <a:xfrm>
                <a:off x="313885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h2923"/>
              <p:cNvSpPr/>
              <p:nvPr/>
            </p:nvSpPr>
            <p:spPr>
              <a:xfrm>
                <a:off x="314829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h2924"/>
              <p:cNvSpPr/>
              <p:nvPr/>
            </p:nvSpPr>
            <p:spPr>
              <a:xfrm>
                <a:off x="315774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h2925"/>
              <p:cNvSpPr/>
              <p:nvPr/>
            </p:nvSpPr>
            <p:spPr>
              <a:xfrm>
                <a:off x="316718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h2926"/>
              <p:cNvSpPr/>
              <p:nvPr/>
            </p:nvSpPr>
            <p:spPr>
              <a:xfrm>
                <a:off x="317662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h2927"/>
              <p:cNvSpPr/>
              <p:nvPr/>
            </p:nvSpPr>
            <p:spPr>
              <a:xfrm>
                <a:off x="318606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h2928"/>
              <p:cNvSpPr/>
              <p:nvPr/>
            </p:nvSpPr>
            <p:spPr>
              <a:xfrm>
                <a:off x="319550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h2929"/>
              <p:cNvSpPr/>
              <p:nvPr/>
            </p:nvSpPr>
            <p:spPr>
              <a:xfrm>
                <a:off x="320494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h2930"/>
              <p:cNvSpPr/>
              <p:nvPr/>
            </p:nvSpPr>
            <p:spPr>
              <a:xfrm>
                <a:off x="321438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h2931"/>
              <p:cNvSpPr/>
              <p:nvPr/>
            </p:nvSpPr>
            <p:spPr>
              <a:xfrm>
                <a:off x="322382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h2932"/>
              <p:cNvSpPr/>
              <p:nvPr/>
            </p:nvSpPr>
            <p:spPr>
              <a:xfrm>
                <a:off x="323326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h2933"/>
              <p:cNvSpPr/>
              <p:nvPr/>
            </p:nvSpPr>
            <p:spPr>
              <a:xfrm>
                <a:off x="324270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h2934"/>
              <p:cNvSpPr/>
              <p:nvPr/>
            </p:nvSpPr>
            <p:spPr>
              <a:xfrm>
                <a:off x="325214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h2935"/>
              <p:cNvSpPr/>
              <p:nvPr/>
            </p:nvSpPr>
            <p:spPr>
              <a:xfrm>
                <a:off x="326158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h2936"/>
              <p:cNvSpPr/>
              <p:nvPr/>
            </p:nvSpPr>
            <p:spPr>
              <a:xfrm>
                <a:off x="327102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h2937"/>
              <p:cNvSpPr/>
              <p:nvPr/>
            </p:nvSpPr>
            <p:spPr>
              <a:xfrm>
                <a:off x="328046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h2938"/>
              <p:cNvSpPr/>
              <p:nvPr/>
            </p:nvSpPr>
            <p:spPr>
              <a:xfrm>
                <a:off x="328990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h2939"/>
              <p:cNvSpPr/>
              <p:nvPr/>
            </p:nvSpPr>
            <p:spPr>
              <a:xfrm>
                <a:off x="329934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h2940"/>
              <p:cNvSpPr/>
              <p:nvPr/>
            </p:nvSpPr>
            <p:spPr>
              <a:xfrm>
                <a:off x="330878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h2941"/>
              <p:cNvSpPr/>
              <p:nvPr/>
            </p:nvSpPr>
            <p:spPr>
              <a:xfrm>
                <a:off x="331822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h2942"/>
              <p:cNvSpPr/>
              <p:nvPr/>
            </p:nvSpPr>
            <p:spPr>
              <a:xfrm>
                <a:off x="332766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h2943"/>
              <p:cNvSpPr/>
              <p:nvPr/>
            </p:nvSpPr>
            <p:spPr>
              <a:xfrm>
                <a:off x="333710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h2944"/>
              <p:cNvSpPr/>
              <p:nvPr/>
            </p:nvSpPr>
            <p:spPr>
              <a:xfrm>
                <a:off x="334654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h2945"/>
              <p:cNvSpPr/>
              <p:nvPr/>
            </p:nvSpPr>
            <p:spPr>
              <a:xfrm>
                <a:off x="335598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h2946"/>
              <p:cNvSpPr/>
              <p:nvPr/>
            </p:nvSpPr>
            <p:spPr>
              <a:xfrm>
                <a:off x="3365425" y="2185361"/>
                <a:ext cx="921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3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38" y="896830"/>
                    </a:lnTo>
                    <a:lnTo>
                      <a:pt x="920812" y="899538"/>
                    </a:lnTo>
                    <a:lnTo>
                      <a:pt x="919991" y="902606"/>
                    </a:lnTo>
                    <a:lnTo>
                      <a:pt x="919170" y="905673"/>
                    </a:lnTo>
                    <a:lnTo>
                      <a:pt x="918350" y="908741"/>
                    </a:lnTo>
                    <a:lnTo>
                      <a:pt x="917530" y="911808"/>
                    </a:lnTo>
                    <a:lnTo>
                      <a:pt x="91683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h2947"/>
              <p:cNvSpPr/>
              <p:nvPr/>
            </p:nvSpPr>
            <p:spPr>
              <a:xfrm>
                <a:off x="2374200" y="2150222"/>
                <a:ext cx="914400" cy="92263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636">
                    <a:moveTo>
                      <a:pt x="914400" y="914400"/>
                    </a:moveTo>
                    <a:lnTo>
                      <a:pt x="914400" y="922636"/>
                    </a:lnTo>
                    <a:lnTo>
                      <a:pt x="914174" y="922139"/>
                    </a:lnTo>
                    <a:lnTo>
                      <a:pt x="913385" y="920404"/>
                    </a:lnTo>
                    <a:lnTo>
                      <a:pt x="912596" y="918669"/>
                    </a:lnTo>
                    <a:lnTo>
                      <a:pt x="911807" y="916934"/>
                    </a:lnTo>
                    <a:lnTo>
                      <a:pt x="911017" y="915198"/>
                    </a:lnTo>
                    <a:lnTo>
                      <a:pt x="910654" y="914400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h2948"/>
              <p:cNvSpPr/>
              <p:nvPr/>
            </p:nvSpPr>
            <p:spPr>
              <a:xfrm>
                <a:off x="237420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38" y="931969"/>
                    </a:lnTo>
                    <a:lnTo>
                      <a:pt x="918115" y="930817"/>
                    </a:lnTo>
                    <a:lnTo>
                      <a:pt x="917327" y="929081"/>
                    </a:lnTo>
                    <a:lnTo>
                      <a:pt x="916539" y="927346"/>
                    </a:lnTo>
                    <a:lnTo>
                      <a:pt x="915751" y="925610"/>
                    </a:lnTo>
                    <a:lnTo>
                      <a:pt x="914962" y="923875"/>
                    </a:lnTo>
                    <a:lnTo>
                      <a:pt x="914400" y="922636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h2949"/>
              <p:cNvSpPr/>
              <p:nvPr/>
            </p:nvSpPr>
            <p:spPr>
              <a:xfrm>
                <a:off x="238364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h2950"/>
              <p:cNvSpPr/>
              <p:nvPr/>
            </p:nvSpPr>
            <p:spPr>
              <a:xfrm>
                <a:off x="239308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h2951"/>
              <p:cNvSpPr/>
              <p:nvPr/>
            </p:nvSpPr>
            <p:spPr>
              <a:xfrm>
                <a:off x="240252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h2952"/>
              <p:cNvSpPr/>
              <p:nvPr/>
            </p:nvSpPr>
            <p:spPr>
              <a:xfrm>
                <a:off x="241196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h2953"/>
              <p:cNvSpPr/>
              <p:nvPr/>
            </p:nvSpPr>
            <p:spPr>
              <a:xfrm>
                <a:off x="242140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h2954"/>
              <p:cNvSpPr/>
              <p:nvPr/>
            </p:nvSpPr>
            <p:spPr>
              <a:xfrm>
                <a:off x="243084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h2955"/>
              <p:cNvSpPr/>
              <p:nvPr/>
            </p:nvSpPr>
            <p:spPr>
              <a:xfrm>
                <a:off x="244028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h2956"/>
              <p:cNvSpPr/>
              <p:nvPr/>
            </p:nvSpPr>
            <p:spPr>
              <a:xfrm>
                <a:off x="244972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h2957"/>
              <p:cNvSpPr/>
              <p:nvPr/>
            </p:nvSpPr>
            <p:spPr>
              <a:xfrm>
                <a:off x="245916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h2958"/>
              <p:cNvSpPr/>
              <p:nvPr/>
            </p:nvSpPr>
            <p:spPr>
              <a:xfrm>
                <a:off x="246860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h2959"/>
              <p:cNvSpPr/>
              <p:nvPr/>
            </p:nvSpPr>
            <p:spPr>
              <a:xfrm>
                <a:off x="247804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h2960"/>
              <p:cNvSpPr/>
              <p:nvPr/>
            </p:nvSpPr>
            <p:spPr>
              <a:xfrm>
                <a:off x="248748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h2961"/>
              <p:cNvSpPr/>
              <p:nvPr/>
            </p:nvSpPr>
            <p:spPr>
              <a:xfrm>
                <a:off x="249692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h2962"/>
              <p:cNvSpPr/>
              <p:nvPr/>
            </p:nvSpPr>
            <p:spPr>
              <a:xfrm>
                <a:off x="250636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h2963"/>
              <p:cNvSpPr/>
              <p:nvPr/>
            </p:nvSpPr>
            <p:spPr>
              <a:xfrm>
                <a:off x="251580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h2964"/>
              <p:cNvSpPr/>
              <p:nvPr/>
            </p:nvSpPr>
            <p:spPr>
              <a:xfrm>
                <a:off x="252524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h2965"/>
              <p:cNvSpPr/>
              <p:nvPr/>
            </p:nvSpPr>
            <p:spPr>
              <a:xfrm>
                <a:off x="253468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h2966"/>
              <p:cNvSpPr/>
              <p:nvPr/>
            </p:nvSpPr>
            <p:spPr>
              <a:xfrm>
                <a:off x="254412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h2967"/>
              <p:cNvSpPr/>
              <p:nvPr/>
            </p:nvSpPr>
            <p:spPr>
              <a:xfrm>
                <a:off x="255356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h2968"/>
              <p:cNvSpPr/>
              <p:nvPr/>
            </p:nvSpPr>
            <p:spPr>
              <a:xfrm>
                <a:off x="256300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h2969"/>
              <p:cNvSpPr/>
              <p:nvPr/>
            </p:nvSpPr>
            <p:spPr>
              <a:xfrm>
                <a:off x="257244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h2970"/>
              <p:cNvSpPr/>
              <p:nvPr/>
            </p:nvSpPr>
            <p:spPr>
              <a:xfrm>
                <a:off x="258188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h2971"/>
              <p:cNvSpPr/>
              <p:nvPr/>
            </p:nvSpPr>
            <p:spPr>
              <a:xfrm>
                <a:off x="259132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h2972"/>
              <p:cNvSpPr/>
              <p:nvPr/>
            </p:nvSpPr>
            <p:spPr>
              <a:xfrm>
                <a:off x="260076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h2973"/>
              <p:cNvSpPr/>
              <p:nvPr/>
            </p:nvSpPr>
            <p:spPr>
              <a:xfrm>
                <a:off x="261020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h2974"/>
              <p:cNvSpPr/>
              <p:nvPr/>
            </p:nvSpPr>
            <p:spPr>
              <a:xfrm>
                <a:off x="261964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h2975"/>
              <p:cNvSpPr/>
              <p:nvPr/>
            </p:nvSpPr>
            <p:spPr>
              <a:xfrm>
                <a:off x="262908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h2976"/>
              <p:cNvSpPr/>
              <p:nvPr/>
            </p:nvSpPr>
            <p:spPr>
              <a:xfrm>
                <a:off x="263852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h2977"/>
              <p:cNvSpPr/>
              <p:nvPr/>
            </p:nvSpPr>
            <p:spPr>
              <a:xfrm>
                <a:off x="264796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h2978"/>
              <p:cNvSpPr/>
              <p:nvPr/>
            </p:nvSpPr>
            <p:spPr>
              <a:xfrm>
                <a:off x="265740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h2979"/>
              <p:cNvSpPr/>
              <p:nvPr/>
            </p:nvSpPr>
            <p:spPr>
              <a:xfrm>
                <a:off x="266684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h2980"/>
              <p:cNvSpPr/>
              <p:nvPr/>
            </p:nvSpPr>
            <p:spPr>
              <a:xfrm>
                <a:off x="267628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h2981"/>
              <p:cNvSpPr/>
              <p:nvPr/>
            </p:nvSpPr>
            <p:spPr>
              <a:xfrm>
                <a:off x="268572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h2982"/>
              <p:cNvSpPr/>
              <p:nvPr/>
            </p:nvSpPr>
            <p:spPr>
              <a:xfrm>
                <a:off x="2695168" y="2167792"/>
                <a:ext cx="918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9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676" y="896830"/>
                    </a:lnTo>
                    <a:lnTo>
                      <a:pt x="915710" y="897005"/>
                    </a:lnTo>
                    <a:lnTo>
                      <a:pt x="915817" y="897571"/>
                    </a:lnTo>
                    <a:lnTo>
                      <a:pt x="915923" y="898138"/>
                    </a:lnTo>
                    <a:lnTo>
                      <a:pt x="916030" y="898704"/>
                    </a:lnTo>
                    <a:lnTo>
                      <a:pt x="916137" y="899270"/>
                    </a:lnTo>
                    <a:lnTo>
                      <a:pt x="916244" y="899836"/>
                    </a:lnTo>
                    <a:lnTo>
                      <a:pt x="916351" y="900402"/>
                    </a:lnTo>
                    <a:lnTo>
                      <a:pt x="916458" y="900969"/>
                    </a:lnTo>
                    <a:lnTo>
                      <a:pt x="916565" y="901535"/>
                    </a:lnTo>
                    <a:lnTo>
                      <a:pt x="916671" y="902101"/>
                    </a:lnTo>
                    <a:lnTo>
                      <a:pt x="916778" y="902667"/>
                    </a:lnTo>
                    <a:lnTo>
                      <a:pt x="916885" y="903233"/>
                    </a:lnTo>
                    <a:lnTo>
                      <a:pt x="916992" y="903800"/>
                    </a:lnTo>
                    <a:lnTo>
                      <a:pt x="917099" y="904366"/>
                    </a:lnTo>
                    <a:lnTo>
                      <a:pt x="917205" y="904932"/>
                    </a:lnTo>
                    <a:lnTo>
                      <a:pt x="917312" y="905498"/>
                    </a:lnTo>
                    <a:lnTo>
                      <a:pt x="917419" y="906064"/>
                    </a:lnTo>
                    <a:lnTo>
                      <a:pt x="917526" y="906631"/>
                    </a:lnTo>
                    <a:lnTo>
                      <a:pt x="917633" y="907197"/>
                    </a:lnTo>
                    <a:lnTo>
                      <a:pt x="917739" y="907763"/>
                    </a:lnTo>
                    <a:lnTo>
                      <a:pt x="917846" y="908329"/>
                    </a:lnTo>
                    <a:lnTo>
                      <a:pt x="917953" y="908895"/>
                    </a:lnTo>
                    <a:lnTo>
                      <a:pt x="918059" y="909461"/>
                    </a:lnTo>
                    <a:lnTo>
                      <a:pt x="918166" y="910028"/>
                    </a:lnTo>
                    <a:lnTo>
                      <a:pt x="918273" y="910594"/>
                    </a:lnTo>
                    <a:lnTo>
                      <a:pt x="918380" y="911160"/>
                    </a:lnTo>
                    <a:lnTo>
                      <a:pt x="918486" y="911726"/>
                    </a:lnTo>
                    <a:lnTo>
                      <a:pt x="918593" y="912292"/>
                    </a:lnTo>
                    <a:lnTo>
                      <a:pt x="918700" y="912859"/>
                    </a:lnTo>
                    <a:lnTo>
                      <a:pt x="918806" y="913425"/>
                    </a:lnTo>
                    <a:lnTo>
                      <a:pt x="918913" y="913991"/>
                    </a:lnTo>
                    <a:lnTo>
                      <a:pt x="918990" y="914400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h2983"/>
              <p:cNvSpPr/>
              <p:nvPr/>
            </p:nvSpPr>
            <p:spPr>
              <a:xfrm>
                <a:off x="292173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35" y="914400"/>
                    </a:lnTo>
                    <a:lnTo>
                      <a:pt x="914400" y="914172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h2984"/>
              <p:cNvSpPr/>
              <p:nvPr/>
            </p:nvSpPr>
            <p:spPr>
              <a:xfrm>
                <a:off x="293117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4172"/>
                    </a:lnTo>
                    <a:lnTo>
                      <a:pt x="908654" y="912683"/>
                    </a:lnTo>
                    <a:lnTo>
                      <a:pt x="914206" y="910978"/>
                    </a:lnTo>
                    <a:lnTo>
                      <a:pt x="914400" y="910937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h2985"/>
              <p:cNvSpPr/>
              <p:nvPr/>
            </p:nvSpPr>
            <p:spPr>
              <a:xfrm>
                <a:off x="294061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937"/>
                    </a:lnTo>
                    <a:lnTo>
                      <a:pt x="910356" y="909789"/>
                    </a:lnTo>
                    <a:lnTo>
                      <a:pt x="914400" y="909305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h2986"/>
              <p:cNvSpPr/>
              <p:nvPr/>
            </p:nvSpPr>
            <p:spPr>
              <a:xfrm>
                <a:off x="295005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05"/>
                    </a:lnTo>
                    <a:lnTo>
                      <a:pt x="906530" y="909117"/>
                    </a:lnTo>
                    <a:lnTo>
                      <a:pt x="906927" y="909088"/>
                    </a:lnTo>
                    <a:lnTo>
                      <a:pt x="907326" y="909059"/>
                    </a:lnTo>
                    <a:lnTo>
                      <a:pt x="907725" y="909030"/>
                    </a:lnTo>
                    <a:lnTo>
                      <a:pt x="908124" y="909000"/>
                    </a:lnTo>
                    <a:lnTo>
                      <a:pt x="908523" y="908971"/>
                    </a:lnTo>
                    <a:lnTo>
                      <a:pt x="908921" y="908942"/>
                    </a:lnTo>
                    <a:lnTo>
                      <a:pt x="909320" y="908913"/>
                    </a:lnTo>
                    <a:lnTo>
                      <a:pt x="909719" y="908884"/>
                    </a:lnTo>
                    <a:lnTo>
                      <a:pt x="910118" y="908855"/>
                    </a:lnTo>
                    <a:lnTo>
                      <a:pt x="910517" y="908825"/>
                    </a:lnTo>
                    <a:lnTo>
                      <a:pt x="910916" y="908796"/>
                    </a:lnTo>
                    <a:lnTo>
                      <a:pt x="911315" y="908767"/>
                    </a:lnTo>
                    <a:lnTo>
                      <a:pt x="911713" y="908738"/>
                    </a:lnTo>
                    <a:lnTo>
                      <a:pt x="912112" y="908709"/>
                    </a:lnTo>
                    <a:lnTo>
                      <a:pt x="912511" y="908680"/>
                    </a:lnTo>
                    <a:lnTo>
                      <a:pt x="912910" y="908651"/>
                    </a:lnTo>
                    <a:lnTo>
                      <a:pt x="913309" y="908622"/>
                    </a:lnTo>
                    <a:lnTo>
                      <a:pt x="913708" y="908593"/>
                    </a:lnTo>
                    <a:lnTo>
                      <a:pt x="914106" y="908564"/>
                    </a:lnTo>
                    <a:lnTo>
                      <a:pt x="914400" y="908543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h2987"/>
              <p:cNvSpPr/>
              <p:nvPr/>
            </p:nvSpPr>
            <p:spPr>
              <a:xfrm>
                <a:off x="2959495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5065" y="908535"/>
                    </a:lnTo>
                    <a:lnTo>
                      <a:pt x="905464" y="908506"/>
                    </a:lnTo>
                    <a:lnTo>
                      <a:pt x="905863" y="908477"/>
                    </a:lnTo>
                    <a:lnTo>
                      <a:pt x="906262" y="908448"/>
                    </a:lnTo>
                    <a:lnTo>
                      <a:pt x="906660" y="908419"/>
                    </a:lnTo>
                    <a:lnTo>
                      <a:pt x="907059" y="908390"/>
                    </a:lnTo>
                    <a:lnTo>
                      <a:pt x="907458" y="908361"/>
                    </a:lnTo>
                    <a:lnTo>
                      <a:pt x="907857" y="908333"/>
                    </a:lnTo>
                    <a:lnTo>
                      <a:pt x="908256" y="908304"/>
                    </a:lnTo>
                    <a:lnTo>
                      <a:pt x="908655" y="908275"/>
                    </a:lnTo>
                    <a:lnTo>
                      <a:pt x="909054" y="908246"/>
                    </a:lnTo>
                    <a:lnTo>
                      <a:pt x="909453" y="908217"/>
                    </a:lnTo>
                    <a:lnTo>
                      <a:pt x="909851" y="908188"/>
                    </a:lnTo>
                    <a:lnTo>
                      <a:pt x="910250" y="908159"/>
                    </a:lnTo>
                    <a:lnTo>
                      <a:pt x="910649" y="908131"/>
                    </a:lnTo>
                    <a:lnTo>
                      <a:pt x="911048" y="908102"/>
                    </a:lnTo>
                    <a:lnTo>
                      <a:pt x="911447" y="908073"/>
                    </a:lnTo>
                    <a:lnTo>
                      <a:pt x="911846" y="908044"/>
                    </a:lnTo>
                    <a:lnTo>
                      <a:pt x="912245" y="908016"/>
                    </a:lnTo>
                    <a:lnTo>
                      <a:pt x="912644" y="907987"/>
                    </a:lnTo>
                    <a:lnTo>
                      <a:pt x="913043" y="907958"/>
                    </a:lnTo>
                    <a:lnTo>
                      <a:pt x="913441" y="907929"/>
                    </a:lnTo>
                    <a:lnTo>
                      <a:pt x="913840" y="907901"/>
                    </a:lnTo>
                    <a:lnTo>
                      <a:pt x="914239" y="907872"/>
                    </a:lnTo>
                    <a:lnTo>
                      <a:pt x="914399" y="907860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h2988"/>
              <p:cNvSpPr/>
              <p:nvPr/>
            </p:nvSpPr>
            <p:spPr>
              <a:xfrm>
                <a:off x="296893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860"/>
                    </a:lnTo>
                    <a:lnTo>
                      <a:pt x="905198" y="907843"/>
                    </a:lnTo>
                    <a:lnTo>
                      <a:pt x="905597" y="907815"/>
                    </a:lnTo>
                    <a:lnTo>
                      <a:pt x="905996" y="907786"/>
                    </a:lnTo>
                    <a:lnTo>
                      <a:pt x="906395" y="907757"/>
                    </a:lnTo>
                    <a:lnTo>
                      <a:pt x="906793" y="907729"/>
                    </a:lnTo>
                    <a:lnTo>
                      <a:pt x="907192" y="907700"/>
                    </a:lnTo>
                    <a:lnTo>
                      <a:pt x="907591" y="907671"/>
                    </a:lnTo>
                    <a:lnTo>
                      <a:pt x="907990" y="907643"/>
                    </a:lnTo>
                    <a:lnTo>
                      <a:pt x="908389" y="907614"/>
                    </a:lnTo>
                    <a:lnTo>
                      <a:pt x="908788" y="907586"/>
                    </a:lnTo>
                    <a:lnTo>
                      <a:pt x="909187" y="907557"/>
                    </a:lnTo>
                    <a:lnTo>
                      <a:pt x="909586" y="907529"/>
                    </a:lnTo>
                    <a:lnTo>
                      <a:pt x="909985" y="907500"/>
                    </a:lnTo>
                    <a:lnTo>
                      <a:pt x="910384" y="907472"/>
                    </a:lnTo>
                    <a:lnTo>
                      <a:pt x="910783" y="907443"/>
                    </a:lnTo>
                    <a:lnTo>
                      <a:pt x="911181" y="907415"/>
                    </a:lnTo>
                    <a:lnTo>
                      <a:pt x="911580" y="907386"/>
                    </a:lnTo>
                    <a:lnTo>
                      <a:pt x="911979" y="907358"/>
                    </a:lnTo>
                    <a:lnTo>
                      <a:pt x="912378" y="907329"/>
                    </a:lnTo>
                    <a:lnTo>
                      <a:pt x="912777" y="907301"/>
                    </a:lnTo>
                    <a:lnTo>
                      <a:pt x="913176" y="907272"/>
                    </a:lnTo>
                    <a:lnTo>
                      <a:pt x="913575" y="907244"/>
                    </a:lnTo>
                    <a:lnTo>
                      <a:pt x="913974" y="907216"/>
                    </a:lnTo>
                    <a:lnTo>
                      <a:pt x="914400" y="907185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h2989"/>
              <p:cNvSpPr/>
              <p:nvPr/>
            </p:nvSpPr>
            <p:spPr>
              <a:xfrm>
                <a:off x="297837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185"/>
                    </a:lnTo>
                    <a:lnTo>
                      <a:pt x="905332" y="907159"/>
                    </a:lnTo>
                    <a:lnTo>
                      <a:pt x="905731" y="907130"/>
                    </a:lnTo>
                    <a:lnTo>
                      <a:pt x="906129" y="907102"/>
                    </a:lnTo>
                    <a:lnTo>
                      <a:pt x="906528" y="907074"/>
                    </a:lnTo>
                    <a:lnTo>
                      <a:pt x="906927" y="907045"/>
                    </a:lnTo>
                    <a:lnTo>
                      <a:pt x="907326" y="907017"/>
                    </a:lnTo>
                    <a:lnTo>
                      <a:pt x="907725" y="906989"/>
                    </a:lnTo>
                    <a:lnTo>
                      <a:pt x="908124" y="906960"/>
                    </a:lnTo>
                    <a:lnTo>
                      <a:pt x="908523" y="906932"/>
                    </a:lnTo>
                    <a:lnTo>
                      <a:pt x="908922" y="906904"/>
                    </a:lnTo>
                    <a:lnTo>
                      <a:pt x="909321" y="906876"/>
                    </a:lnTo>
                    <a:lnTo>
                      <a:pt x="909720" y="906847"/>
                    </a:lnTo>
                    <a:lnTo>
                      <a:pt x="910119" y="906819"/>
                    </a:lnTo>
                    <a:lnTo>
                      <a:pt x="910518" y="906791"/>
                    </a:lnTo>
                    <a:lnTo>
                      <a:pt x="910917" y="906763"/>
                    </a:lnTo>
                    <a:lnTo>
                      <a:pt x="911316" y="906735"/>
                    </a:lnTo>
                    <a:lnTo>
                      <a:pt x="911715" y="906706"/>
                    </a:lnTo>
                    <a:lnTo>
                      <a:pt x="912114" y="906678"/>
                    </a:lnTo>
                    <a:lnTo>
                      <a:pt x="912513" y="906650"/>
                    </a:lnTo>
                    <a:lnTo>
                      <a:pt x="912912" y="906622"/>
                    </a:lnTo>
                    <a:lnTo>
                      <a:pt x="913311" y="906594"/>
                    </a:lnTo>
                    <a:lnTo>
                      <a:pt x="913710" y="906566"/>
                    </a:lnTo>
                    <a:lnTo>
                      <a:pt x="914109" y="906538"/>
                    </a:lnTo>
                    <a:lnTo>
                      <a:pt x="914400" y="906517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h2990"/>
              <p:cNvSpPr/>
              <p:nvPr/>
            </p:nvSpPr>
            <p:spPr>
              <a:xfrm>
                <a:off x="298781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7" y="906510"/>
                    </a:lnTo>
                    <a:lnTo>
                      <a:pt x="905466" y="906481"/>
                    </a:lnTo>
                    <a:lnTo>
                      <a:pt x="905865" y="906453"/>
                    </a:lnTo>
                    <a:lnTo>
                      <a:pt x="906264" y="906425"/>
                    </a:lnTo>
                    <a:lnTo>
                      <a:pt x="906663" y="906397"/>
                    </a:lnTo>
                    <a:lnTo>
                      <a:pt x="907062" y="906369"/>
                    </a:lnTo>
                    <a:lnTo>
                      <a:pt x="907461" y="906341"/>
                    </a:lnTo>
                    <a:lnTo>
                      <a:pt x="907860" y="906313"/>
                    </a:lnTo>
                    <a:lnTo>
                      <a:pt x="908259" y="906285"/>
                    </a:lnTo>
                    <a:lnTo>
                      <a:pt x="908658" y="906257"/>
                    </a:lnTo>
                    <a:lnTo>
                      <a:pt x="909057" y="906229"/>
                    </a:lnTo>
                    <a:lnTo>
                      <a:pt x="909456" y="906201"/>
                    </a:lnTo>
                    <a:lnTo>
                      <a:pt x="909855" y="906173"/>
                    </a:lnTo>
                    <a:lnTo>
                      <a:pt x="910254" y="906146"/>
                    </a:lnTo>
                    <a:lnTo>
                      <a:pt x="910653" y="906118"/>
                    </a:lnTo>
                    <a:lnTo>
                      <a:pt x="911052" y="906090"/>
                    </a:lnTo>
                    <a:lnTo>
                      <a:pt x="911451" y="906062"/>
                    </a:lnTo>
                    <a:lnTo>
                      <a:pt x="911850" y="906034"/>
                    </a:lnTo>
                    <a:lnTo>
                      <a:pt x="912249" y="906006"/>
                    </a:lnTo>
                    <a:lnTo>
                      <a:pt x="912648" y="905978"/>
                    </a:lnTo>
                    <a:lnTo>
                      <a:pt x="913047" y="905950"/>
                    </a:lnTo>
                    <a:lnTo>
                      <a:pt x="913446" y="905923"/>
                    </a:lnTo>
                    <a:lnTo>
                      <a:pt x="913845" y="905895"/>
                    </a:lnTo>
                    <a:lnTo>
                      <a:pt x="914244" y="905867"/>
                    </a:lnTo>
                    <a:lnTo>
                      <a:pt x="914400" y="905856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h2991"/>
              <p:cNvSpPr/>
              <p:nvPr/>
            </p:nvSpPr>
            <p:spPr>
              <a:xfrm>
                <a:off x="299725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856"/>
                    </a:lnTo>
                    <a:lnTo>
                      <a:pt x="905203" y="905839"/>
                    </a:lnTo>
                    <a:lnTo>
                      <a:pt x="905602" y="905811"/>
                    </a:lnTo>
                    <a:lnTo>
                      <a:pt x="906001" y="905784"/>
                    </a:lnTo>
                    <a:lnTo>
                      <a:pt x="906400" y="905756"/>
                    </a:lnTo>
                    <a:lnTo>
                      <a:pt x="906799" y="905728"/>
                    </a:lnTo>
                    <a:lnTo>
                      <a:pt x="907198" y="905700"/>
                    </a:lnTo>
                    <a:lnTo>
                      <a:pt x="907597" y="905673"/>
                    </a:lnTo>
                    <a:lnTo>
                      <a:pt x="907996" y="905645"/>
                    </a:lnTo>
                    <a:lnTo>
                      <a:pt x="908395" y="905617"/>
                    </a:lnTo>
                    <a:lnTo>
                      <a:pt x="908794" y="905590"/>
                    </a:lnTo>
                    <a:lnTo>
                      <a:pt x="909193" y="905562"/>
                    </a:lnTo>
                    <a:lnTo>
                      <a:pt x="909592" y="905534"/>
                    </a:lnTo>
                    <a:lnTo>
                      <a:pt x="909991" y="905507"/>
                    </a:lnTo>
                    <a:lnTo>
                      <a:pt x="910390" y="905479"/>
                    </a:lnTo>
                    <a:lnTo>
                      <a:pt x="914400" y="905411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h2992"/>
              <p:cNvSpPr/>
              <p:nvPr/>
            </p:nvSpPr>
            <p:spPr>
              <a:xfrm>
                <a:off x="300669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411"/>
                    </a:lnTo>
                    <a:lnTo>
                      <a:pt x="907297" y="905371"/>
                    </a:lnTo>
                    <a:lnTo>
                      <a:pt x="913638" y="905925"/>
                    </a:lnTo>
                    <a:lnTo>
                      <a:pt x="914400" y="906031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h2993"/>
              <p:cNvSpPr/>
              <p:nvPr/>
            </p:nvSpPr>
            <p:spPr>
              <a:xfrm>
                <a:off x="3016136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6031"/>
                    </a:lnTo>
                    <a:lnTo>
                      <a:pt x="914399" y="907350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h2994"/>
              <p:cNvSpPr/>
              <p:nvPr/>
            </p:nvSpPr>
            <p:spPr>
              <a:xfrm>
                <a:off x="302557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350"/>
                    </a:lnTo>
                    <a:lnTo>
                      <a:pt x="914400" y="908668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h2995"/>
              <p:cNvSpPr/>
              <p:nvPr/>
            </p:nvSpPr>
            <p:spPr>
              <a:xfrm>
                <a:off x="3035017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68"/>
                    </a:lnTo>
                    <a:lnTo>
                      <a:pt x="914400" y="909987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h2996"/>
              <p:cNvSpPr/>
              <p:nvPr/>
            </p:nvSpPr>
            <p:spPr>
              <a:xfrm>
                <a:off x="3044457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7"/>
                    </a:lnTo>
                    <a:lnTo>
                      <a:pt x="914400" y="911238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h2997"/>
              <p:cNvSpPr/>
              <p:nvPr/>
            </p:nvSpPr>
            <p:spPr>
              <a:xfrm>
                <a:off x="3053897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238"/>
                    </a:lnTo>
                    <a:lnTo>
                      <a:pt x="905451" y="911077"/>
                    </a:lnTo>
                    <a:lnTo>
                      <a:pt x="905994" y="910899"/>
                    </a:lnTo>
                    <a:lnTo>
                      <a:pt x="906538" y="910721"/>
                    </a:lnTo>
                    <a:lnTo>
                      <a:pt x="907081" y="910543"/>
                    </a:lnTo>
                    <a:lnTo>
                      <a:pt x="907624" y="910366"/>
                    </a:lnTo>
                    <a:lnTo>
                      <a:pt x="908167" y="910188"/>
                    </a:lnTo>
                    <a:lnTo>
                      <a:pt x="908710" y="910010"/>
                    </a:lnTo>
                    <a:lnTo>
                      <a:pt x="909254" y="909833"/>
                    </a:lnTo>
                    <a:lnTo>
                      <a:pt x="909797" y="909655"/>
                    </a:lnTo>
                    <a:lnTo>
                      <a:pt x="910340" y="909478"/>
                    </a:lnTo>
                    <a:lnTo>
                      <a:pt x="910883" y="909300"/>
                    </a:lnTo>
                    <a:lnTo>
                      <a:pt x="911426" y="909123"/>
                    </a:lnTo>
                    <a:lnTo>
                      <a:pt x="911970" y="908945"/>
                    </a:lnTo>
                    <a:lnTo>
                      <a:pt x="912513" y="908768"/>
                    </a:lnTo>
                    <a:lnTo>
                      <a:pt x="913056" y="908590"/>
                    </a:lnTo>
                    <a:lnTo>
                      <a:pt x="913600" y="908413"/>
                    </a:lnTo>
                    <a:lnTo>
                      <a:pt x="914143" y="908236"/>
                    </a:lnTo>
                    <a:lnTo>
                      <a:pt x="914400" y="908152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h2998"/>
              <p:cNvSpPr/>
              <p:nvPr/>
            </p:nvSpPr>
            <p:spPr>
              <a:xfrm>
                <a:off x="3063337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152"/>
                    </a:lnTo>
                    <a:lnTo>
                      <a:pt x="905246" y="908058"/>
                    </a:lnTo>
                    <a:lnTo>
                      <a:pt x="905790" y="907881"/>
                    </a:lnTo>
                    <a:lnTo>
                      <a:pt x="906333" y="907704"/>
                    </a:lnTo>
                    <a:lnTo>
                      <a:pt x="906876" y="907526"/>
                    </a:lnTo>
                    <a:lnTo>
                      <a:pt x="907420" y="907349"/>
                    </a:lnTo>
                    <a:lnTo>
                      <a:pt x="907963" y="907172"/>
                    </a:lnTo>
                    <a:lnTo>
                      <a:pt x="908507" y="906995"/>
                    </a:lnTo>
                    <a:lnTo>
                      <a:pt x="909050" y="906817"/>
                    </a:lnTo>
                    <a:lnTo>
                      <a:pt x="909593" y="906640"/>
                    </a:lnTo>
                    <a:lnTo>
                      <a:pt x="910137" y="906463"/>
                    </a:lnTo>
                    <a:lnTo>
                      <a:pt x="910680" y="906286"/>
                    </a:lnTo>
                    <a:lnTo>
                      <a:pt x="911224" y="906109"/>
                    </a:lnTo>
                    <a:lnTo>
                      <a:pt x="911767" y="905932"/>
                    </a:lnTo>
                    <a:lnTo>
                      <a:pt x="912311" y="905755"/>
                    </a:lnTo>
                    <a:lnTo>
                      <a:pt x="912855" y="905578"/>
                    </a:lnTo>
                    <a:lnTo>
                      <a:pt x="913398" y="905401"/>
                    </a:lnTo>
                    <a:lnTo>
                      <a:pt x="913942" y="905224"/>
                    </a:lnTo>
                    <a:lnTo>
                      <a:pt x="914400" y="905075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h2999"/>
              <p:cNvSpPr/>
              <p:nvPr/>
            </p:nvSpPr>
            <p:spPr>
              <a:xfrm>
                <a:off x="3072778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45" y="905047"/>
                    </a:lnTo>
                    <a:lnTo>
                      <a:pt x="905589" y="904870"/>
                    </a:lnTo>
                    <a:lnTo>
                      <a:pt x="906132" y="904693"/>
                    </a:lnTo>
                    <a:lnTo>
                      <a:pt x="911753" y="903133"/>
                    </a:lnTo>
                    <a:lnTo>
                      <a:pt x="914400" y="90264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h3000"/>
              <p:cNvSpPr/>
              <p:nvPr/>
            </p:nvSpPr>
            <p:spPr>
              <a:xfrm>
                <a:off x="3082218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2649"/>
                    </a:lnTo>
                    <a:lnTo>
                      <a:pt x="907968" y="902100"/>
                    </a:lnTo>
                    <a:lnTo>
                      <a:pt x="913645" y="901595"/>
                    </a:lnTo>
                    <a:lnTo>
                      <a:pt x="913989" y="901581"/>
                    </a:lnTo>
                    <a:lnTo>
                      <a:pt x="914399" y="901564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h3001"/>
              <p:cNvSpPr/>
              <p:nvPr/>
            </p:nvSpPr>
            <p:spPr>
              <a:xfrm>
                <a:off x="3091658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564"/>
                    </a:lnTo>
                    <a:lnTo>
                      <a:pt x="905242" y="901552"/>
                    </a:lnTo>
                    <a:lnTo>
                      <a:pt x="905589" y="901537"/>
                    </a:lnTo>
                    <a:lnTo>
                      <a:pt x="905935" y="901523"/>
                    </a:lnTo>
                    <a:lnTo>
                      <a:pt x="906282" y="901508"/>
                    </a:lnTo>
                    <a:lnTo>
                      <a:pt x="906628" y="901494"/>
                    </a:lnTo>
                    <a:lnTo>
                      <a:pt x="906975" y="901479"/>
                    </a:lnTo>
                    <a:lnTo>
                      <a:pt x="907321" y="901465"/>
                    </a:lnTo>
                    <a:lnTo>
                      <a:pt x="907668" y="901450"/>
                    </a:lnTo>
                    <a:lnTo>
                      <a:pt x="908014" y="901436"/>
                    </a:lnTo>
                    <a:lnTo>
                      <a:pt x="908361" y="901421"/>
                    </a:lnTo>
                    <a:lnTo>
                      <a:pt x="908707" y="901407"/>
                    </a:lnTo>
                    <a:lnTo>
                      <a:pt x="909054" y="901392"/>
                    </a:lnTo>
                    <a:lnTo>
                      <a:pt x="909400" y="901378"/>
                    </a:lnTo>
                    <a:lnTo>
                      <a:pt x="909747" y="901363"/>
                    </a:lnTo>
                    <a:lnTo>
                      <a:pt x="910093" y="901349"/>
                    </a:lnTo>
                    <a:lnTo>
                      <a:pt x="910440" y="901335"/>
                    </a:lnTo>
                    <a:lnTo>
                      <a:pt x="910786" y="901320"/>
                    </a:lnTo>
                    <a:lnTo>
                      <a:pt x="911133" y="901306"/>
                    </a:lnTo>
                    <a:lnTo>
                      <a:pt x="911479" y="901291"/>
                    </a:lnTo>
                    <a:lnTo>
                      <a:pt x="911826" y="901277"/>
                    </a:lnTo>
                    <a:lnTo>
                      <a:pt x="912172" y="901263"/>
                    </a:lnTo>
                    <a:lnTo>
                      <a:pt x="912519" y="901248"/>
                    </a:lnTo>
                    <a:lnTo>
                      <a:pt x="912865" y="901234"/>
                    </a:lnTo>
                    <a:lnTo>
                      <a:pt x="913212" y="901220"/>
                    </a:lnTo>
                    <a:lnTo>
                      <a:pt x="913558" y="901205"/>
                    </a:lnTo>
                    <a:lnTo>
                      <a:pt x="913905" y="901191"/>
                    </a:lnTo>
                    <a:lnTo>
                      <a:pt x="914251" y="901177"/>
                    </a:lnTo>
                    <a:lnTo>
                      <a:pt x="914400" y="90117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h3002"/>
              <p:cNvSpPr/>
              <p:nvPr/>
            </p:nvSpPr>
            <p:spPr>
              <a:xfrm>
                <a:off x="3101098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170"/>
                    </a:lnTo>
                    <a:lnTo>
                      <a:pt x="905158" y="901162"/>
                    </a:lnTo>
                    <a:lnTo>
                      <a:pt x="905504" y="901148"/>
                    </a:lnTo>
                    <a:lnTo>
                      <a:pt x="905851" y="901134"/>
                    </a:lnTo>
                    <a:lnTo>
                      <a:pt x="906197" y="901119"/>
                    </a:lnTo>
                    <a:lnTo>
                      <a:pt x="906544" y="901105"/>
                    </a:lnTo>
                    <a:lnTo>
                      <a:pt x="906890" y="901091"/>
                    </a:lnTo>
                    <a:lnTo>
                      <a:pt x="907237" y="901077"/>
                    </a:lnTo>
                    <a:lnTo>
                      <a:pt x="907583" y="901062"/>
                    </a:lnTo>
                    <a:lnTo>
                      <a:pt x="907930" y="901048"/>
                    </a:lnTo>
                    <a:lnTo>
                      <a:pt x="908276" y="901034"/>
                    </a:lnTo>
                    <a:lnTo>
                      <a:pt x="908623" y="901020"/>
                    </a:lnTo>
                    <a:lnTo>
                      <a:pt x="908970" y="901006"/>
                    </a:lnTo>
                    <a:lnTo>
                      <a:pt x="909316" y="900991"/>
                    </a:lnTo>
                    <a:lnTo>
                      <a:pt x="909663" y="900977"/>
                    </a:lnTo>
                    <a:lnTo>
                      <a:pt x="910009" y="900963"/>
                    </a:lnTo>
                    <a:lnTo>
                      <a:pt x="910356" y="900949"/>
                    </a:lnTo>
                    <a:lnTo>
                      <a:pt x="910702" y="900935"/>
                    </a:lnTo>
                    <a:lnTo>
                      <a:pt x="911049" y="900921"/>
                    </a:lnTo>
                    <a:lnTo>
                      <a:pt x="911395" y="900906"/>
                    </a:lnTo>
                    <a:lnTo>
                      <a:pt x="911742" y="900892"/>
                    </a:lnTo>
                    <a:lnTo>
                      <a:pt x="912088" y="900878"/>
                    </a:lnTo>
                    <a:lnTo>
                      <a:pt x="912435" y="900864"/>
                    </a:lnTo>
                    <a:lnTo>
                      <a:pt x="912781" y="900850"/>
                    </a:lnTo>
                    <a:lnTo>
                      <a:pt x="913128" y="900836"/>
                    </a:lnTo>
                    <a:lnTo>
                      <a:pt x="913474" y="900822"/>
                    </a:lnTo>
                    <a:lnTo>
                      <a:pt x="913821" y="900808"/>
                    </a:lnTo>
                    <a:lnTo>
                      <a:pt x="914168" y="900794"/>
                    </a:lnTo>
                    <a:lnTo>
                      <a:pt x="914400" y="900784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h3003"/>
              <p:cNvSpPr/>
              <p:nvPr/>
            </p:nvSpPr>
            <p:spPr>
              <a:xfrm>
                <a:off x="3110538" y="215022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74" y="918350"/>
                    </a:lnTo>
                    <a:lnTo>
                      <a:pt x="905420" y="918335"/>
                    </a:lnTo>
                    <a:lnTo>
                      <a:pt x="905767" y="918321"/>
                    </a:lnTo>
                    <a:lnTo>
                      <a:pt x="906113" y="918307"/>
                    </a:lnTo>
                    <a:lnTo>
                      <a:pt x="906460" y="918293"/>
                    </a:lnTo>
                    <a:lnTo>
                      <a:pt x="906807" y="918279"/>
                    </a:lnTo>
                    <a:lnTo>
                      <a:pt x="907153" y="918265"/>
                    </a:lnTo>
                    <a:lnTo>
                      <a:pt x="907500" y="918251"/>
                    </a:lnTo>
                    <a:lnTo>
                      <a:pt x="909169" y="918259"/>
                    </a:lnTo>
                    <a:lnTo>
                      <a:pt x="909282" y="917885"/>
                    </a:lnTo>
                    <a:lnTo>
                      <a:pt x="909397" y="917498"/>
                    </a:lnTo>
                    <a:lnTo>
                      <a:pt x="909513" y="917112"/>
                    </a:lnTo>
                    <a:lnTo>
                      <a:pt x="909629" y="916725"/>
                    </a:lnTo>
                    <a:lnTo>
                      <a:pt x="909745" y="916339"/>
                    </a:lnTo>
                    <a:lnTo>
                      <a:pt x="909861" y="915952"/>
                    </a:lnTo>
                    <a:lnTo>
                      <a:pt x="909976" y="915566"/>
                    </a:lnTo>
                    <a:lnTo>
                      <a:pt x="910352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h3004"/>
              <p:cNvSpPr/>
              <p:nvPr/>
            </p:nvSpPr>
            <p:spPr>
              <a:xfrm>
                <a:off x="311053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h3005"/>
              <p:cNvSpPr/>
              <p:nvPr/>
            </p:nvSpPr>
            <p:spPr>
              <a:xfrm>
                <a:off x="311997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h3006"/>
              <p:cNvSpPr/>
              <p:nvPr/>
            </p:nvSpPr>
            <p:spPr>
              <a:xfrm>
                <a:off x="312941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h3007"/>
              <p:cNvSpPr/>
              <p:nvPr/>
            </p:nvSpPr>
            <p:spPr>
              <a:xfrm>
                <a:off x="313885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h3008"/>
              <p:cNvSpPr/>
              <p:nvPr/>
            </p:nvSpPr>
            <p:spPr>
              <a:xfrm>
                <a:off x="314829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h3009"/>
              <p:cNvSpPr/>
              <p:nvPr/>
            </p:nvSpPr>
            <p:spPr>
              <a:xfrm>
                <a:off x="315774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h3010"/>
              <p:cNvSpPr/>
              <p:nvPr/>
            </p:nvSpPr>
            <p:spPr>
              <a:xfrm>
                <a:off x="316718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h3011"/>
              <p:cNvSpPr/>
              <p:nvPr/>
            </p:nvSpPr>
            <p:spPr>
              <a:xfrm>
                <a:off x="317662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h3012"/>
              <p:cNvSpPr/>
              <p:nvPr/>
            </p:nvSpPr>
            <p:spPr>
              <a:xfrm>
                <a:off x="318606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h3013"/>
              <p:cNvSpPr/>
              <p:nvPr/>
            </p:nvSpPr>
            <p:spPr>
              <a:xfrm>
                <a:off x="319550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h3014"/>
              <p:cNvSpPr/>
              <p:nvPr/>
            </p:nvSpPr>
            <p:spPr>
              <a:xfrm>
                <a:off x="320494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h3015"/>
              <p:cNvSpPr/>
              <p:nvPr/>
            </p:nvSpPr>
            <p:spPr>
              <a:xfrm>
                <a:off x="321438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h3016"/>
              <p:cNvSpPr/>
              <p:nvPr/>
            </p:nvSpPr>
            <p:spPr>
              <a:xfrm>
                <a:off x="322382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h3017"/>
              <p:cNvSpPr/>
              <p:nvPr/>
            </p:nvSpPr>
            <p:spPr>
              <a:xfrm>
                <a:off x="323326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h3018"/>
              <p:cNvSpPr/>
              <p:nvPr/>
            </p:nvSpPr>
            <p:spPr>
              <a:xfrm>
                <a:off x="324270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h3019"/>
              <p:cNvSpPr/>
              <p:nvPr/>
            </p:nvSpPr>
            <p:spPr>
              <a:xfrm>
                <a:off x="325214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h3020"/>
              <p:cNvSpPr/>
              <p:nvPr/>
            </p:nvSpPr>
            <p:spPr>
              <a:xfrm>
                <a:off x="326158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h3021"/>
              <p:cNvSpPr/>
              <p:nvPr/>
            </p:nvSpPr>
            <p:spPr>
              <a:xfrm>
                <a:off x="327102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h3022"/>
              <p:cNvSpPr/>
              <p:nvPr/>
            </p:nvSpPr>
            <p:spPr>
              <a:xfrm>
                <a:off x="328046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h3023"/>
              <p:cNvSpPr/>
              <p:nvPr/>
            </p:nvSpPr>
            <p:spPr>
              <a:xfrm>
                <a:off x="328990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h3024"/>
              <p:cNvSpPr/>
              <p:nvPr/>
            </p:nvSpPr>
            <p:spPr>
              <a:xfrm>
                <a:off x="329934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h3025"/>
              <p:cNvSpPr/>
              <p:nvPr/>
            </p:nvSpPr>
            <p:spPr>
              <a:xfrm>
                <a:off x="330878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h3026"/>
              <p:cNvSpPr/>
              <p:nvPr/>
            </p:nvSpPr>
            <p:spPr>
              <a:xfrm>
                <a:off x="331822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h3027"/>
              <p:cNvSpPr/>
              <p:nvPr/>
            </p:nvSpPr>
            <p:spPr>
              <a:xfrm>
                <a:off x="332766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h3028"/>
              <p:cNvSpPr/>
              <p:nvPr/>
            </p:nvSpPr>
            <p:spPr>
              <a:xfrm>
                <a:off x="333710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h3029"/>
              <p:cNvSpPr/>
              <p:nvPr/>
            </p:nvSpPr>
            <p:spPr>
              <a:xfrm>
                <a:off x="334654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h3030"/>
              <p:cNvSpPr/>
              <p:nvPr/>
            </p:nvSpPr>
            <p:spPr>
              <a:xfrm>
                <a:off x="335598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h3031"/>
              <p:cNvSpPr/>
              <p:nvPr/>
            </p:nvSpPr>
            <p:spPr>
              <a:xfrm>
                <a:off x="3365425" y="216779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11"/>
                    </a:lnTo>
                    <a:lnTo>
                      <a:pt x="923278" y="907906"/>
                    </a:lnTo>
                    <a:lnTo>
                      <a:pt x="922456" y="910973"/>
                    </a:lnTo>
                    <a:lnTo>
                      <a:pt x="921634" y="914041"/>
                    </a:lnTo>
                    <a:lnTo>
                      <a:pt x="92153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h3032"/>
              <p:cNvSpPr/>
              <p:nvPr/>
            </p:nvSpPr>
            <p:spPr>
              <a:xfrm>
                <a:off x="3374865" y="2150222"/>
                <a:ext cx="916811" cy="923381"/>
              </a:xfrm>
              <a:custGeom>
                <a:avLst/>
                <a:gdLst/>
                <a:ahLst/>
                <a:cxnLst/>
                <a:rect l="0" t="0" r="0" b="0"/>
                <a:pathLst>
                  <a:path w="916811" h="923381">
                    <a:moveTo>
                      <a:pt x="914400" y="914400"/>
                    </a:moveTo>
                    <a:lnTo>
                      <a:pt x="916811" y="914400"/>
                    </a:lnTo>
                    <a:lnTo>
                      <a:pt x="916307" y="916275"/>
                    </a:lnTo>
                    <a:lnTo>
                      <a:pt x="915483" y="919342"/>
                    </a:lnTo>
                    <a:lnTo>
                      <a:pt x="914660" y="922409"/>
                    </a:lnTo>
                    <a:lnTo>
                      <a:pt x="914400" y="92338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h3033"/>
              <p:cNvSpPr/>
              <p:nvPr/>
            </p:nvSpPr>
            <p:spPr>
              <a:xfrm>
                <a:off x="2364760" y="2132652"/>
                <a:ext cx="914399" cy="91947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9470">
                    <a:moveTo>
                      <a:pt x="914399" y="914400"/>
                    </a:moveTo>
                    <a:lnTo>
                      <a:pt x="914399" y="919470"/>
                    </a:lnTo>
                    <a:lnTo>
                      <a:pt x="914134" y="918889"/>
                    </a:lnTo>
                    <a:lnTo>
                      <a:pt x="913337" y="917142"/>
                    </a:lnTo>
                    <a:lnTo>
                      <a:pt x="912157" y="914400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h3034"/>
              <p:cNvSpPr/>
              <p:nvPr/>
            </p:nvSpPr>
            <p:spPr>
              <a:xfrm>
                <a:off x="236476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94" y="931969"/>
                    </a:lnTo>
                    <a:lnTo>
                      <a:pt x="919668" y="931033"/>
                    </a:lnTo>
                    <a:lnTo>
                      <a:pt x="918878" y="929298"/>
                    </a:lnTo>
                    <a:lnTo>
                      <a:pt x="918088" y="927563"/>
                    </a:lnTo>
                    <a:lnTo>
                      <a:pt x="917298" y="925828"/>
                    </a:lnTo>
                    <a:lnTo>
                      <a:pt x="916507" y="924093"/>
                    </a:lnTo>
                    <a:lnTo>
                      <a:pt x="915716" y="922358"/>
                    </a:lnTo>
                    <a:lnTo>
                      <a:pt x="914925" y="920624"/>
                    </a:lnTo>
                    <a:lnTo>
                      <a:pt x="914399" y="919470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h3035"/>
              <p:cNvSpPr/>
              <p:nvPr/>
            </p:nvSpPr>
            <p:spPr>
              <a:xfrm>
                <a:off x="237420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h3036"/>
              <p:cNvSpPr/>
              <p:nvPr/>
            </p:nvSpPr>
            <p:spPr>
              <a:xfrm>
                <a:off x="238364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h3037"/>
              <p:cNvSpPr/>
              <p:nvPr/>
            </p:nvSpPr>
            <p:spPr>
              <a:xfrm>
                <a:off x="239308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h3038"/>
              <p:cNvSpPr/>
              <p:nvPr/>
            </p:nvSpPr>
            <p:spPr>
              <a:xfrm>
                <a:off x="240252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h3039"/>
              <p:cNvSpPr/>
              <p:nvPr/>
            </p:nvSpPr>
            <p:spPr>
              <a:xfrm>
                <a:off x="241196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h3040"/>
              <p:cNvSpPr/>
              <p:nvPr/>
            </p:nvSpPr>
            <p:spPr>
              <a:xfrm>
                <a:off x="242140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h3041"/>
              <p:cNvSpPr/>
              <p:nvPr/>
            </p:nvSpPr>
            <p:spPr>
              <a:xfrm>
                <a:off x="243084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h3042"/>
              <p:cNvSpPr/>
              <p:nvPr/>
            </p:nvSpPr>
            <p:spPr>
              <a:xfrm>
                <a:off x="244028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h3043"/>
              <p:cNvSpPr/>
              <p:nvPr/>
            </p:nvSpPr>
            <p:spPr>
              <a:xfrm>
                <a:off x="244972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h3044"/>
              <p:cNvSpPr/>
              <p:nvPr/>
            </p:nvSpPr>
            <p:spPr>
              <a:xfrm>
                <a:off x="245916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h3045"/>
              <p:cNvSpPr/>
              <p:nvPr/>
            </p:nvSpPr>
            <p:spPr>
              <a:xfrm>
                <a:off x="246860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h3046"/>
              <p:cNvSpPr/>
              <p:nvPr/>
            </p:nvSpPr>
            <p:spPr>
              <a:xfrm>
                <a:off x="247804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h3047"/>
              <p:cNvSpPr/>
              <p:nvPr/>
            </p:nvSpPr>
            <p:spPr>
              <a:xfrm>
                <a:off x="248748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h3048"/>
              <p:cNvSpPr/>
              <p:nvPr/>
            </p:nvSpPr>
            <p:spPr>
              <a:xfrm>
                <a:off x="249692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h3049"/>
              <p:cNvSpPr/>
              <p:nvPr/>
            </p:nvSpPr>
            <p:spPr>
              <a:xfrm>
                <a:off x="250636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h3050"/>
              <p:cNvSpPr/>
              <p:nvPr/>
            </p:nvSpPr>
            <p:spPr>
              <a:xfrm>
                <a:off x="251580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h3051"/>
              <p:cNvSpPr/>
              <p:nvPr/>
            </p:nvSpPr>
            <p:spPr>
              <a:xfrm>
                <a:off x="252524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h3052"/>
              <p:cNvSpPr/>
              <p:nvPr/>
            </p:nvSpPr>
            <p:spPr>
              <a:xfrm>
                <a:off x="253468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h3053"/>
              <p:cNvSpPr/>
              <p:nvPr/>
            </p:nvSpPr>
            <p:spPr>
              <a:xfrm>
                <a:off x="254412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h3054"/>
              <p:cNvSpPr/>
              <p:nvPr/>
            </p:nvSpPr>
            <p:spPr>
              <a:xfrm>
                <a:off x="255356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h3055"/>
              <p:cNvSpPr/>
              <p:nvPr/>
            </p:nvSpPr>
            <p:spPr>
              <a:xfrm>
                <a:off x="256300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h3056"/>
              <p:cNvSpPr/>
              <p:nvPr/>
            </p:nvSpPr>
            <p:spPr>
              <a:xfrm>
                <a:off x="257244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h3057"/>
              <p:cNvSpPr/>
              <p:nvPr/>
            </p:nvSpPr>
            <p:spPr>
              <a:xfrm>
                <a:off x="258188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h3058"/>
              <p:cNvSpPr/>
              <p:nvPr/>
            </p:nvSpPr>
            <p:spPr>
              <a:xfrm>
                <a:off x="259132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h3059"/>
              <p:cNvSpPr/>
              <p:nvPr/>
            </p:nvSpPr>
            <p:spPr>
              <a:xfrm>
                <a:off x="260076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h3060"/>
              <p:cNvSpPr/>
              <p:nvPr/>
            </p:nvSpPr>
            <p:spPr>
              <a:xfrm>
                <a:off x="261020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h3061"/>
              <p:cNvSpPr/>
              <p:nvPr/>
            </p:nvSpPr>
            <p:spPr>
              <a:xfrm>
                <a:off x="261964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h3062"/>
              <p:cNvSpPr/>
              <p:nvPr/>
            </p:nvSpPr>
            <p:spPr>
              <a:xfrm>
                <a:off x="262908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h3063"/>
              <p:cNvSpPr/>
              <p:nvPr/>
            </p:nvSpPr>
            <p:spPr>
              <a:xfrm>
                <a:off x="263852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h3064"/>
              <p:cNvSpPr/>
              <p:nvPr/>
            </p:nvSpPr>
            <p:spPr>
              <a:xfrm>
                <a:off x="264796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h3065"/>
              <p:cNvSpPr/>
              <p:nvPr/>
            </p:nvSpPr>
            <p:spPr>
              <a:xfrm>
                <a:off x="265740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h3066"/>
              <p:cNvSpPr/>
              <p:nvPr/>
            </p:nvSpPr>
            <p:spPr>
              <a:xfrm>
                <a:off x="266684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h3067"/>
              <p:cNvSpPr/>
              <p:nvPr/>
            </p:nvSpPr>
            <p:spPr>
              <a:xfrm>
                <a:off x="267628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h3068"/>
              <p:cNvSpPr/>
              <p:nvPr/>
            </p:nvSpPr>
            <p:spPr>
              <a:xfrm>
                <a:off x="2695168" y="215022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89" y="896830"/>
                    </a:lnTo>
                    <a:lnTo>
                      <a:pt x="914320" y="907220"/>
                    </a:lnTo>
                    <a:lnTo>
                      <a:pt x="914400" y="907640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h3069"/>
              <p:cNvSpPr/>
              <p:nvPr/>
            </p:nvSpPr>
            <p:spPr>
              <a:xfrm>
                <a:off x="2695168" y="2150222"/>
                <a:ext cx="9156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76" h="914400">
                    <a:moveTo>
                      <a:pt x="914400" y="914400"/>
                    </a:moveTo>
                    <a:lnTo>
                      <a:pt x="914400" y="907640"/>
                    </a:lnTo>
                    <a:lnTo>
                      <a:pt x="914426" y="907781"/>
                    </a:lnTo>
                    <a:lnTo>
                      <a:pt x="914533" y="908347"/>
                    </a:lnTo>
                    <a:lnTo>
                      <a:pt x="914640" y="908913"/>
                    </a:lnTo>
                    <a:lnTo>
                      <a:pt x="914747" y="909479"/>
                    </a:lnTo>
                    <a:lnTo>
                      <a:pt x="914854" y="910046"/>
                    </a:lnTo>
                    <a:lnTo>
                      <a:pt x="914961" y="910612"/>
                    </a:lnTo>
                    <a:lnTo>
                      <a:pt x="915068" y="911178"/>
                    </a:lnTo>
                    <a:lnTo>
                      <a:pt x="915175" y="911744"/>
                    </a:lnTo>
                    <a:lnTo>
                      <a:pt x="915282" y="912310"/>
                    </a:lnTo>
                    <a:lnTo>
                      <a:pt x="915389" y="912876"/>
                    </a:lnTo>
                    <a:lnTo>
                      <a:pt x="915496" y="913443"/>
                    </a:lnTo>
                    <a:lnTo>
                      <a:pt x="915603" y="914009"/>
                    </a:lnTo>
                    <a:lnTo>
                      <a:pt x="915676" y="914400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h3070"/>
              <p:cNvSpPr/>
              <p:nvPr/>
            </p:nvSpPr>
            <p:spPr>
              <a:xfrm>
                <a:off x="3110538" y="215022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352" y="914400"/>
                    </a:lnTo>
                    <a:lnTo>
                      <a:pt x="913645" y="904182"/>
                    </a:lnTo>
                    <a:lnTo>
                      <a:pt x="914400" y="90214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h3071"/>
              <p:cNvSpPr/>
              <p:nvPr/>
            </p:nvSpPr>
            <p:spPr>
              <a:xfrm>
                <a:off x="3119979" y="213265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714"/>
                    </a:lnTo>
                    <a:lnTo>
                      <a:pt x="906926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h3072"/>
              <p:cNvSpPr/>
              <p:nvPr/>
            </p:nvSpPr>
            <p:spPr>
              <a:xfrm>
                <a:off x="311997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h3073"/>
              <p:cNvSpPr/>
              <p:nvPr/>
            </p:nvSpPr>
            <p:spPr>
              <a:xfrm>
                <a:off x="312941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h3074"/>
              <p:cNvSpPr/>
              <p:nvPr/>
            </p:nvSpPr>
            <p:spPr>
              <a:xfrm>
                <a:off x="313885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h3075"/>
              <p:cNvSpPr/>
              <p:nvPr/>
            </p:nvSpPr>
            <p:spPr>
              <a:xfrm>
                <a:off x="314829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h3076"/>
              <p:cNvSpPr/>
              <p:nvPr/>
            </p:nvSpPr>
            <p:spPr>
              <a:xfrm>
                <a:off x="315774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h3077"/>
              <p:cNvSpPr/>
              <p:nvPr/>
            </p:nvSpPr>
            <p:spPr>
              <a:xfrm>
                <a:off x="316718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h3078"/>
              <p:cNvSpPr/>
              <p:nvPr/>
            </p:nvSpPr>
            <p:spPr>
              <a:xfrm>
                <a:off x="317662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h3079"/>
              <p:cNvSpPr/>
              <p:nvPr/>
            </p:nvSpPr>
            <p:spPr>
              <a:xfrm>
                <a:off x="318606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h3080"/>
              <p:cNvSpPr/>
              <p:nvPr/>
            </p:nvSpPr>
            <p:spPr>
              <a:xfrm>
                <a:off x="319550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h3081"/>
              <p:cNvSpPr/>
              <p:nvPr/>
            </p:nvSpPr>
            <p:spPr>
              <a:xfrm>
                <a:off x="320494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h3082"/>
              <p:cNvSpPr/>
              <p:nvPr/>
            </p:nvSpPr>
            <p:spPr>
              <a:xfrm>
                <a:off x="321438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h3083"/>
              <p:cNvSpPr/>
              <p:nvPr/>
            </p:nvSpPr>
            <p:spPr>
              <a:xfrm>
                <a:off x="322382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h3084"/>
              <p:cNvSpPr/>
              <p:nvPr/>
            </p:nvSpPr>
            <p:spPr>
              <a:xfrm>
                <a:off x="323326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h3085"/>
              <p:cNvSpPr/>
              <p:nvPr/>
            </p:nvSpPr>
            <p:spPr>
              <a:xfrm>
                <a:off x="324270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h3086"/>
              <p:cNvSpPr/>
              <p:nvPr/>
            </p:nvSpPr>
            <p:spPr>
              <a:xfrm>
                <a:off x="325214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h3087"/>
              <p:cNvSpPr/>
              <p:nvPr/>
            </p:nvSpPr>
            <p:spPr>
              <a:xfrm>
                <a:off x="326158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h3088"/>
              <p:cNvSpPr/>
              <p:nvPr/>
            </p:nvSpPr>
            <p:spPr>
              <a:xfrm>
                <a:off x="327102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h3089"/>
              <p:cNvSpPr/>
              <p:nvPr/>
            </p:nvSpPr>
            <p:spPr>
              <a:xfrm>
                <a:off x="328046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h3090"/>
              <p:cNvSpPr/>
              <p:nvPr/>
            </p:nvSpPr>
            <p:spPr>
              <a:xfrm>
                <a:off x="328990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h3091"/>
              <p:cNvSpPr/>
              <p:nvPr/>
            </p:nvSpPr>
            <p:spPr>
              <a:xfrm>
                <a:off x="329934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h3092"/>
              <p:cNvSpPr/>
              <p:nvPr/>
            </p:nvSpPr>
            <p:spPr>
              <a:xfrm>
                <a:off x="330878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h3093"/>
              <p:cNvSpPr/>
              <p:nvPr/>
            </p:nvSpPr>
            <p:spPr>
              <a:xfrm>
                <a:off x="331822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h3094"/>
              <p:cNvSpPr/>
              <p:nvPr/>
            </p:nvSpPr>
            <p:spPr>
              <a:xfrm>
                <a:off x="332766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h3095"/>
              <p:cNvSpPr/>
              <p:nvPr/>
            </p:nvSpPr>
            <p:spPr>
              <a:xfrm>
                <a:off x="333710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h3096"/>
              <p:cNvSpPr/>
              <p:nvPr/>
            </p:nvSpPr>
            <p:spPr>
              <a:xfrm>
                <a:off x="334654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h3097"/>
              <p:cNvSpPr/>
              <p:nvPr/>
            </p:nvSpPr>
            <p:spPr>
              <a:xfrm>
                <a:off x="335598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h3098"/>
              <p:cNvSpPr/>
              <p:nvPr/>
            </p:nvSpPr>
            <p:spPr>
              <a:xfrm>
                <a:off x="336542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h3099"/>
              <p:cNvSpPr/>
              <p:nvPr/>
            </p:nvSpPr>
            <p:spPr>
              <a:xfrm>
                <a:off x="3374865" y="2150222"/>
                <a:ext cx="9210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3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032" y="896830"/>
                    </a:lnTo>
                    <a:lnTo>
                      <a:pt x="919658" y="903146"/>
                    </a:lnTo>
                    <a:lnTo>
                      <a:pt x="917136" y="913189"/>
                    </a:lnTo>
                    <a:lnTo>
                      <a:pt x="91681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h3100"/>
              <p:cNvSpPr/>
              <p:nvPr/>
            </p:nvSpPr>
            <p:spPr>
              <a:xfrm>
                <a:off x="2364760" y="211508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2157" y="931969"/>
                    </a:lnTo>
                    <a:lnTo>
                      <a:pt x="909304" y="925343"/>
                    </a:lnTo>
                    <a:lnTo>
                      <a:pt x="905564" y="915562"/>
                    </a:lnTo>
                    <a:lnTo>
                      <a:pt x="905171" y="914400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h3101"/>
              <p:cNvSpPr/>
              <p:nvPr/>
            </p:nvSpPr>
            <p:spPr>
              <a:xfrm>
                <a:off x="236476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h3102"/>
              <p:cNvSpPr/>
              <p:nvPr/>
            </p:nvSpPr>
            <p:spPr>
              <a:xfrm>
                <a:off x="237420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h3103"/>
              <p:cNvSpPr/>
              <p:nvPr/>
            </p:nvSpPr>
            <p:spPr>
              <a:xfrm>
                <a:off x="238364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h3104"/>
              <p:cNvSpPr/>
              <p:nvPr/>
            </p:nvSpPr>
            <p:spPr>
              <a:xfrm>
                <a:off x="239308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h3105"/>
              <p:cNvSpPr/>
              <p:nvPr/>
            </p:nvSpPr>
            <p:spPr>
              <a:xfrm>
                <a:off x="240252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h3106"/>
              <p:cNvSpPr/>
              <p:nvPr/>
            </p:nvSpPr>
            <p:spPr>
              <a:xfrm>
                <a:off x="241196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h3107"/>
              <p:cNvSpPr/>
              <p:nvPr/>
            </p:nvSpPr>
            <p:spPr>
              <a:xfrm>
                <a:off x="242140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h3108"/>
              <p:cNvSpPr/>
              <p:nvPr/>
            </p:nvSpPr>
            <p:spPr>
              <a:xfrm>
                <a:off x="243084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h3109"/>
              <p:cNvSpPr/>
              <p:nvPr/>
            </p:nvSpPr>
            <p:spPr>
              <a:xfrm>
                <a:off x="244028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h3110"/>
              <p:cNvSpPr/>
              <p:nvPr/>
            </p:nvSpPr>
            <p:spPr>
              <a:xfrm>
                <a:off x="244972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h3111"/>
              <p:cNvSpPr/>
              <p:nvPr/>
            </p:nvSpPr>
            <p:spPr>
              <a:xfrm>
                <a:off x="245916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h3112"/>
              <p:cNvSpPr/>
              <p:nvPr/>
            </p:nvSpPr>
            <p:spPr>
              <a:xfrm>
                <a:off x="246860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h3113"/>
              <p:cNvSpPr/>
              <p:nvPr/>
            </p:nvSpPr>
            <p:spPr>
              <a:xfrm>
                <a:off x="247804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h3114"/>
              <p:cNvSpPr/>
              <p:nvPr/>
            </p:nvSpPr>
            <p:spPr>
              <a:xfrm>
                <a:off x="248748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h3115"/>
              <p:cNvSpPr/>
              <p:nvPr/>
            </p:nvSpPr>
            <p:spPr>
              <a:xfrm>
                <a:off x="249692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h3116"/>
              <p:cNvSpPr/>
              <p:nvPr/>
            </p:nvSpPr>
            <p:spPr>
              <a:xfrm>
                <a:off x="250636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h3117"/>
              <p:cNvSpPr/>
              <p:nvPr/>
            </p:nvSpPr>
            <p:spPr>
              <a:xfrm>
                <a:off x="251580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h3118"/>
              <p:cNvSpPr/>
              <p:nvPr/>
            </p:nvSpPr>
            <p:spPr>
              <a:xfrm>
                <a:off x="252524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h3119"/>
              <p:cNvSpPr/>
              <p:nvPr/>
            </p:nvSpPr>
            <p:spPr>
              <a:xfrm>
                <a:off x="253468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h3120"/>
              <p:cNvSpPr/>
              <p:nvPr/>
            </p:nvSpPr>
            <p:spPr>
              <a:xfrm>
                <a:off x="254412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h3121"/>
              <p:cNvSpPr/>
              <p:nvPr/>
            </p:nvSpPr>
            <p:spPr>
              <a:xfrm>
                <a:off x="255356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h3122"/>
              <p:cNvSpPr/>
              <p:nvPr/>
            </p:nvSpPr>
            <p:spPr>
              <a:xfrm>
                <a:off x="256300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h3123"/>
              <p:cNvSpPr/>
              <p:nvPr/>
            </p:nvSpPr>
            <p:spPr>
              <a:xfrm>
                <a:off x="257244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h3124"/>
              <p:cNvSpPr/>
              <p:nvPr/>
            </p:nvSpPr>
            <p:spPr>
              <a:xfrm>
                <a:off x="258188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h3125"/>
              <p:cNvSpPr/>
              <p:nvPr/>
            </p:nvSpPr>
            <p:spPr>
              <a:xfrm>
                <a:off x="259132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h3126"/>
              <p:cNvSpPr/>
              <p:nvPr/>
            </p:nvSpPr>
            <p:spPr>
              <a:xfrm>
                <a:off x="260076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h3127"/>
              <p:cNvSpPr/>
              <p:nvPr/>
            </p:nvSpPr>
            <p:spPr>
              <a:xfrm>
                <a:off x="261020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h3128"/>
              <p:cNvSpPr/>
              <p:nvPr/>
            </p:nvSpPr>
            <p:spPr>
              <a:xfrm>
                <a:off x="261964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h3129"/>
              <p:cNvSpPr/>
              <p:nvPr/>
            </p:nvSpPr>
            <p:spPr>
              <a:xfrm>
                <a:off x="262908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h3130"/>
              <p:cNvSpPr/>
              <p:nvPr/>
            </p:nvSpPr>
            <p:spPr>
              <a:xfrm>
                <a:off x="263852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h3131"/>
              <p:cNvSpPr/>
              <p:nvPr/>
            </p:nvSpPr>
            <p:spPr>
              <a:xfrm>
                <a:off x="264796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h3132"/>
              <p:cNvSpPr/>
              <p:nvPr/>
            </p:nvSpPr>
            <p:spPr>
              <a:xfrm>
                <a:off x="265740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h3133"/>
              <p:cNvSpPr/>
              <p:nvPr/>
            </p:nvSpPr>
            <p:spPr>
              <a:xfrm>
                <a:off x="266684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h3134"/>
              <p:cNvSpPr/>
              <p:nvPr/>
            </p:nvSpPr>
            <p:spPr>
              <a:xfrm>
                <a:off x="267628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h3135"/>
              <p:cNvSpPr/>
              <p:nvPr/>
            </p:nvSpPr>
            <p:spPr>
              <a:xfrm>
                <a:off x="2685728" y="2132652"/>
                <a:ext cx="92162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2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185" y="896830"/>
                    </a:lnTo>
                    <a:lnTo>
                      <a:pt x="919202" y="904216"/>
                    </a:lnTo>
                    <a:lnTo>
                      <a:pt x="921629" y="914400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h3136"/>
              <p:cNvSpPr/>
              <p:nvPr/>
            </p:nvSpPr>
            <p:spPr>
              <a:xfrm>
                <a:off x="3119979" y="211508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926" y="931969"/>
                    </a:lnTo>
                    <a:lnTo>
                      <a:pt x="908251" y="928390"/>
                    </a:lnTo>
                    <a:lnTo>
                      <a:pt x="908445" y="927900"/>
                    </a:lnTo>
                    <a:lnTo>
                      <a:pt x="908641" y="927404"/>
                    </a:lnTo>
                    <a:lnTo>
                      <a:pt x="908838" y="926908"/>
                    </a:lnTo>
                    <a:lnTo>
                      <a:pt x="909034" y="926412"/>
                    </a:lnTo>
                    <a:lnTo>
                      <a:pt x="909230" y="925916"/>
                    </a:lnTo>
                    <a:lnTo>
                      <a:pt x="909427" y="925420"/>
                    </a:lnTo>
                    <a:lnTo>
                      <a:pt x="909623" y="924924"/>
                    </a:lnTo>
                    <a:lnTo>
                      <a:pt x="909819" y="924428"/>
                    </a:lnTo>
                    <a:lnTo>
                      <a:pt x="910016" y="923932"/>
                    </a:lnTo>
                    <a:lnTo>
                      <a:pt x="910212" y="923436"/>
                    </a:lnTo>
                    <a:lnTo>
                      <a:pt x="910408" y="922939"/>
                    </a:lnTo>
                    <a:lnTo>
                      <a:pt x="910605" y="922443"/>
                    </a:lnTo>
                    <a:lnTo>
                      <a:pt x="910801" y="921947"/>
                    </a:lnTo>
                    <a:lnTo>
                      <a:pt x="910998" y="921451"/>
                    </a:lnTo>
                    <a:lnTo>
                      <a:pt x="911194" y="920955"/>
                    </a:lnTo>
                    <a:lnTo>
                      <a:pt x="911391" y="920459"/>
                    </a:lnTo>
                    <a:lnTo>
                      <a:pt x="911587" y="919963"/>
                    </a:lnTo>
                    <a:lnTo>
                      <a:pt x="911784" y="919467"/>
                    </a:lnTo>
                    <a:lnTo>
                      <a:pt x="911980" y="918971"/>
                    </a:lnTo>
                    <a:lnTo>
                      <a:pt x="912177" y="918475"/>
                    </a:lnTo>
                    <a:lnTo>
                      <a:pt x="912374" y="917979"/>
                    </a:lnTo>
                    <a:lnTo>
                      <a:pt x="912570" y="917483"/>
                    </a:lnTo>
                    <a:lnTo>
                      <a:pt x="912767" y="916987"/>
                    </a:lnTo>
                    <a:lnTo>
                      <a:pt x="912963" y="916491"/>
                    </a:lnTo>
                    <a:lnTo>
                      <a:pt x="913160" y="915995"/>
                    </a:lnTo>
                    <a:lnTo>
                      <a:pt x="913357" y="915499"/>
                    </a:lnTo>
                    <a:lnTo>
                      <a:pt x="913553" y="915003"/>
                    </a:lnTo>
                    <a:lnTo>
                      <a:pt x="913792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h3137"/>
              <p:cNvSpPr/>
              <p:nvPr/>
            </p:nvSpPr>
            <p:spPr>
              <a:xfrm>
                <a:off x="311997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h3138"/>
              <p:cNvSpPr/>
              <p:nvPr/>
            </p:nvSpPr>
            <p:spPr>
              <a:xfrm>
                <a:off x="312941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h3139"/>
              <p:cNvSpPr/>
              <p:nvPr/>
            </p:nvSpPr>
            <p:spPr>
              <a:xfrm>
                <a:off x="313885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h3140"/>
              <p:cNvSpPr/>
              <p:nvPr/>
            </p:nvSpPr>
            <p:spPr>
              <a:xfrm>
                <a:off x="314829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h3141"/>
              <p:cNvSpPr/>
              <p:nvPr/>
            </p:nvSpPr>
            <p:spPr>
              <a:xfrm>
                <a:off x="315774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h3142"/>
              <p:cNvSpPr/>
              <p:nvPr/>
            </p:nvSpPr>
            <p:spPr>
              <a:xfrm>
                <a:off x="316718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h3143"/>
              <p:cNvSpPr/>
              <p:nvPr/>
            </p:nvSpPr>
            <p:spPr>
              <a:xfrm>
                <a:off x="317662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h3144"/>
              <p:cNvSpPr/>
              <p:nvPr/>
            </p:nvSpPr>
            <p:spPr>
              <a:xfrm>
                <a:off x="318606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h3145"/>
              <p:cNvSpPr/>
              <p:nvPr/>
            </p:nvSpPr>
            <p:spPr>
              <a:xfrm>
                <a:off x="319550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h3146"/>
              <p:cNvSpPr/>
              <p:nvPr/>
            </p:nvSpPr>
            <p:spPr>
              <a:xfrm>
                <a:off x="320494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h3147"/>
              <p:cNvSpPr/>
              <p:nvPr/>
            </p:nvSpPr>
            <p:spPr>
              <a:xfrm>
                <a:off x="321438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h3148"/>
              <p:cNvSpPr/>
              <p:nvPr/>
            </p:nvSpPr>
            <p:spPr>
              <a:xfrm>
                <a:off x="322382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h3149"/>
              <p:cNvSpPr/>
              <p:nvPr/>
            </p:nvSpPr>
            <p:spPr>
              <a:xfrm>
                <a:off x="323326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h3150"/>
              <p:cNvSpPr/>
              <p:nvPr/>
            </p:nvSpPr>
            <p:spPr>
              <a:xfrm>
                <a:off x="324270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h3151"/>
              <p:cNvSpPr/>
              <p:nvPr/>
            </p:nvSpPr>
            <p:spPr>
              <a:xfrm>
                <a:off x="325214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h3152"/>
              <p:cNvSpPr/>
              <p:nvPr/>
            </p:nvSpPr>
            <p:spPr>
              <a:xfrm>
                <a:off x="326158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h3153"/>
              <p:cNvSpPr/>
              <p:nvPr/>
            </p:nvSpPr>
            <p:spPr>
              <a:xfrm>
                <a:off x="327102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h3154"/>
              <p:cNvSpPr/>
              <p:nvPr/>
            </p:nvSpPr>
            <p:spPr>
              <a:xfrm>
                <a:off x="328046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h3155"/>
              <p:cNvSpPr/>
              <p:nvPr/>
            </p:nvSpPr>
            <p:spPr>
              <a:xfrm>
                <a:off x="328990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h3156"/>
              <p:cNvSpPr/>
              <p:nvPr/>
            </p:nvSpPr>
            <p:spPr>
              <a:xfrm>
                <a:off x="329934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h3157"/>
              <p:cNvSpPr/>
              <p:nvPr/>
            </p:nvSpPr>
            <p:spPr>
              <a:xfrm>
                <a:off x="330878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h3158"/>
              <p:cNvSpPr/>
              <p:nvPr/>
            </p:nvSpPr>
            <p:spPr>
              <a:xfrm>
                <a:off x="331822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h3159"/>
              <p:cNvSpPr/>
              <p:nvPr/>
            </p:nvSpPr>
            <p:spPr>
              <a:xfrm>
                <a:off x="332766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h3160"/>
              <p:cNvSpPr/>
              <p:nvPr/>
            </p:nvSpPr>
            <p:spPr>
              <a:xfrm>
                <a:off x="333710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h3161"/>
              <p:cNvSpPr/>
              <p:nvPr/>
            </p:nvSpPr>
            <p:spPr>
              <a:xfrm>
                <a:off x="334654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h3162"/>
              <p:cNvSpPr/>
              <p:nvPr/>
            </p:nvSpPr>
            <p:spPr>
              <a:xfrm>
                <a:off x="335598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h3163"/>
              <p:cNvSpPr/>
              <p:nvPr/>
            </p:nvSpPr>
            <p:spPr>
              <a:xfrm>
                <a:off x="336542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h3164"/>
              <p:cNvSpPr/>
              <p:nvPr/>
            </p:nvSpPr>
            <p:spPr>
              <a:xfrm>
                <a:off x="3374865" y="213265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6" y="899957"/>
                    </a:lnTo>
                    <a:lnTo>
                      <a:pt x="921894" y="910439"/>
                    </a:lnTo>
                    <a:lnTo>
                      <a:pt x="921032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h3165"/>
              <p:cNvSpPr/>
              <p:nvPr/>
            </p:nvSpPr>
            <p:spPr>
              <a:xfrm>
                <a:off x="3384305" y="2115082"/>
                <a:ext cx="914879" cy="917505"/>
              </a:xfrm>
              <a:custGeom>
                <a:avLst/>
                <a:gdLst/>
                <a:ahLst/>
                <a:cxnLst/>
                <a:rect l="0" t="0" r="0" b="0"/>
                <a:pathLst>
                  <a:path w="914879" h="917505">
                    <a:moveTo>
                      <a:pt x="914400" y="914400"/>
                    </a:moveTo>
                    <a:lnTo>
                      <a:pt x="914879" y="914400"/>
                    </a:lnTo>
                    <a:lnTo>
                      <a:pt x="914400" y="91750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h3166"/>
              <p:cNvSpPr/>
              <p:nvPr/>
            </p:nvSpPr>
            <p:spPr>
              <a:xfrm>
                <a:off x="2355319" y="2097513"/>
                <a:ext cx="914400" cy="9313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3">
                    <a:moveTo>
                      <a:pt x="914400" y="914400"/>
                    </a:moveTo>
                    <a:lnTo>
                      <a:pt x="914400" y="931343"/>
                    </a:lnTo>
                    <a:lnTo>
                      <a:pt x="911569" y="922970"/>
                    </a:lnTo>
                    <a:lnTo>
                      <a:pt x="911438" y="922527"/>
                    </a:lnTo>
                    <a:lnTo>
                      <a:pt x="907999" y="918269"/>
                    </a:lnTo>
                    <a:lnTo>
                      <a:pt x="905203" y="914400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h3167"/>
              <p:cNvSpPr/>
              <p:nvPr/>
            </p:nvSpPr>
            <p:spPr>
              <a:xfrm>
                <a:off x="235531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11" y="931969"/>
                    </a:lnTo>
                    <a:lnTo>
                      <a:pt x="914400" y="931343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h3168"/>
              <p:cNvSpPr/>
              <p:nvPr/>
            </p:nvSpPr>
            <p:spPr>
              <a:xfrm>
                <a:off x="236476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h3169"/>
              <p:cNvSpPr/>
              <p:nvPr/>
            </p:nvSpPr>
            <p:spPr>
              <a:xfrm>
                <a:off x="237420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h3170"/>
              <p:cNvSpPr/>
              <p:nvPr/>
            </p:nvSpPr>
            <p:spPr>
              <a:xfrm>
                <a:off x="238364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h3171"/>
              <p:cNvSpPr/>
              <p:nvPr/>
            </p:nvSpPr>
            <p:spPr>
              <a:xfrm>
                <a:off x="239308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h3172"/>
              <p:cNvSpPr/>
              <p:nvPr/>
            </p:nvSpPr>
            <p:spPr>
              <a:xfrm>
                <a:off x="240252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h3173"/>
              <p:cNvSpPr/>
              <p:nvPr/>
            </p:nvSpPr>
            <p:spPr>
              <a:xfrm>
                <a:off x="241196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h3174"/>
              <p:cNvSpPr/>
              <p:nvPr/>
            </p:nvSpPr>
            <p:spPr>
              <a:xfrm>
                <a:off x="242140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h3175"/>
              <p:cNvSpPr/>
              <p:nvPr/>
            </p:nvSpPr>
            <p:spPr>
              <a:xfrm>
                <a:off x="243084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h3176"/>
              <p:cNvSpPr/>
              <p:nvPr/>
            </p:nvSpPr>
            <p:spPr>
              <a:xfrm>
                <a:off x="244028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h3177"/>
              <p:cNvSpPr/>
              <p:nvPr/>
            </p:nvSpPr>
            <p:spPr>
              <a:xfrm>
                <a:off x="244972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h3178"/>
              <p:cNvSpPr/>
              <p:nvPr/>
            </p:nvSpPr>
            <p:spPr>
              <a:xfrm>
                <a:off x="245916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h3179"/>
              <p:cNvSpPr/>
              <p:nvPr/>
            </p:nvSpPr>
            <p:spPr>
              <a:xfrm>
                <a:off x="246860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h3180"/>
              <p:cNvSpPr/>
              <p:nvPr/>
            </p:nvSpPr>
            <p:spPr>
              <a:xfrm>
                <a:off x="247804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h3181"/>
              <p:cNvSpPr/>
              <p:nvPr/>
            </p:nvSpPr>
            <p:spPr>
              <a:xfrm>
                <a:off x="248748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h3182"/>
              <p:cNvSpPr/>
              <p:nvPr/>
            </p:nvSpPr>
            <p:spPr>
              <a:xfrm>
                <a:off x="249692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h3183"/>
              <p:cNvSpPr/>
              <p:nvPr/>
            </p:nvSpPr>
            <p:spPr>
              <a:xfrm>
                <a:off x="250636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h3184"/>
              <p:cNvSpPr/>
              <p:nvPr/>
            </p:nvSpPr>
            <p:spPr>
              <a:xfrm>
                <a:off x="251580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h3185"/>
              <p:cNvSpPr/>
              <p:nvPr/>
            </p:nvSpPr>
            <p:spPr>
              <a:xfrm>
                <a:off x="252524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h3186"/>
              <p:cNvSpPr/>
              <p:nvPr/>
            </p:nvSpPr>
            <p:spPr>
              <a:xfrm>
                <a:off x="253468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h3187"/>
              <p:cNvSpPr/>
              <p:nvPr/>
            </p:nvSpPr>
            <p:spPr>
              <a:xfrm>
                <a:off x="254412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h3188"/>
              <p:cNvSpPr/>
              <p:nvPr/>
            </p:nvSpPr>
            <p:spPr>
              <a:xfrm>
                <a:off x="255356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h3189"/>
              <p:cNvSpPr/>
              <p:nvPr/>
            </p:nvSpPr>
            <p:spPr>
              <a:xfrm>
                <a:off x="256300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h3190"/>
              <p:cNvSpPr/>
              <p:nvPr/>
            </p:nvSpPr>
            <p:spPr>
              <a:xfrm>
                <a:off x="257244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h3191"/>
              <p:cNvSpPr/>
              <p:nvPr/>
            </p:nvSpPr>
            <p:spPr>
              <a:xfrm>
                <a:off x="258188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h3192"/>
              <p:cNvSpPr/>
              <p:nvPr/>
            </p:nvSpPr>
            <p:spPr>
              <a:xfrm>
                <a:off x="259132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h3193"/>
              <p:cNvSpPr/>
              <p:nvPr/>
            </p:nvSpPr>
            <p:spPr>
              <a:xfrm>
                <a:off x="260076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h3194"/>
              <p:cNvSpPr/>
              <p:nvPr/>
            </p:nvSpPr>
            <p:spPr>
              <a:xfrm>
                <a:off x="261020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h3195"/>
              <p:cNvSpPr/>
              <p:nvPr/>
            </p:nvSpPr>
            <p:spPr>
              <a:xfrm>
                <a:off x="261964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h3196"/>
              <p:cNvSpPr/>
              <p:nvPr/>
            </p:nvSpPr>
            <p:spPr>
              <a:xfrm>
                <a:off x="262908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h3197"/>
              <p:cNvSpPr/>
              <p:nvPr/>
            </p:nvSpPr>
            <p:spPr>
              <a:xfrm>
                <a:off x="263852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h3198"/>
              <p:cNvSpPr/>
              <p:nvPr/>
            </p:nvSpPr>
            <p:spPr>
              <a:xfrm>
                <a:off x="264796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h3199"/>
              <p:cNvSpPr/>
              <p:nvPr/>
            </p:nvSpPr>
            <p:spPr>
              <a:xfrm>
                <a:off x="265740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h3200"/>
              <p:cNvSpPr/>
              <p:nvPr/>
            </p:nvSpPr>
            <p:spPr>
              <a:xfrm>
                <a:off x="266684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h3201"/>
              <p:cNvSpPr/>
              <p:nvPr/>
            </p:nvSpPr>
            <p:spPr>
              <a:xfrm>
                <a:off x="2685728" y="211508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624" y="896830"/>
                    </a:lnTo>
                    <a:lnTo>
                      <a:pt x="913504" y="902220"/>
                    </a:lnTo>
                    <a:lnTo>
                      <a:pt x="914399" y="90510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h3202"/>
              <p:cNvSpPr/>
              <p:nvPr/>
            </p:nvSpPr>
            <p:spPr>
              <a:xfrm>
                <a:off x="2685728" y="2115082"/>
                <a:ext cx="917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85" h="914400">
                    <a:moveTo>
                      <a:pt x="914399" y="914400"/>
                    </a:moveTo>
                    <a:lnTo>
                      <a:pt x="914399" y="905109"/>
                    </a:lnTo>
                    <a:lnTo>
                      <a:pt x="916492" y="911863"/>
                    </a:lnTo>
                    <a:lnTo>
                      <a:pt x="917185" y="914400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h3203"/>
              <p:cNvSpPr/>
              <p:nvPr/>
            </p:nvSpPr>
            <p:spPr>
              <a:xfrm>
                <a:off x="3119979" y="211508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792" y="914400"/>
                    </a:lnTo>
                    <a:lnTo>
                      <a:pt x="913947" y="914011"/>
                    </a:lnTo>
                    <a:lnTo>
                      <a:pt x="914143" y="913515"/>
                    </a:lnTo>
                    <a:lnTo>
                      <a:pt x="914340" y="913019"/>
                    </a:lnTo>
                    <a:lnTo>
                      <a:pt x="914400" y="9128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h3204"/>
              <p:cNvSpPr/>
              <p:nvPr/>
            </p:nvSpPr>
            <p:spPr>
              <a:xfrm>
                <a:off x="3129419" y="209751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439"/>
                    </a:lnTo>
                    <a:lnTo>
                      <a:pt x="905096" y="930093"/>
                    </a:lnTo>
                    <a:lnTo>
                      <a:pt x="905293" y="929597"/>
                    </a:lnTo>
                    <a:lnTo>
                      <a:pt x="905490" y="929101"/>
                    </a:lnTo>
                    <a:lnTo>
                      <a:pt x="905687" y="928605"/>
                    </a:lnTo>
                    <a:lnTo>
                      <a:pt x="905884" y="928109"/>
                    </a:lnTo>
                    <a:lnTo>
                      <a:pt x="906080" y="927613"/>
                    </a:lnTo>
                    <a:lnTo>
                      <a:pt x="906277" y="927117"/>
                    </a:lnTo>
                    <a:lnTo>
                      <a:pt x="906474" y="926621"/>
                    </a:lnTo>
                    <a:lnTo>
                      <a:pt x="906671" y="926125"/>
                    </a:lnTo>
                    <a:lnTo>
                      <a:pt x="906868" y="925629"/>
                    </a:lnTo>
                    <a:lnTo>
                      <a:pt x="907065" y="925133"/>
                    </a:lnTo>
                    <a:lnTo>
                      <a:pt x="907261" y="924637"/>
                    </a:lnTo>
                    <a:lnTo>
                      <a:pt x="907458" y="924141"/>
                    </a:lnTo>
                    <a:lnTo>
                      <a:pt x="907655" y="923645"/>
                    </a:lnTo>
                    <a:lnTo>
                      <a:pt x="907852" y="923149"/>
                    </a:lnTo>
                    <a:lnTo>
                      <a:pt x="908049" y="922653"/>
                    </a:lnTo>
                    <a:lnTo>
                      <a:pt x="908246" y="922157"/>
                    </a:lnTo>
                    <a:lnTo>
                      <a:pt x="908443" y="921661"/>
                    </a:lnTo>
                    <a:lnTo>
                      <a:pt x="908640" y="921165"/>
                    </a:lnTo>
                    <a:lnTo>
                      <a:pt x="908837" y="920669"/>
                    </a:lnTo>
                    <a:lnTo>
                      <a:pt x="909034" y="920173"/>
                    </a:lnTo>
                    <a:lnTo>
                      <a:pt x="909231" y="919677"/>
                    </a:lnTo>
                    <a:lnTo>
                      <a:pt x="909428" y="919181"/>
                    </a:lnTo>
                    <a:lnTo>
                      <a:pt x="909625" y="918685"/>
                    </a:lnTo>
                    <a:lnTo>
                      <a:pt x="909822" y="918190"/>
                    </a:lnTo>
                    <a:lnTo>
                      <a:pt x="910019" y="917694"/>
                    </a:lnTo>
                    <a:lnTo>
                      <a:pt x="910217" y="917198"/>
                    </a:lnTo>
                    <a:lnTo>
                      <a:pt x="910414" y="916702"/>
                    </a:lnTo>
                    <a:lnTo>
                      <a:pt x="910611" y="916206"/>
                    </a:lnTo>
                    <a:lnTo>
                      <a:pt x="910808" y="915710"/>
                    </a:lnTo>
                    <a:lnTo>
                      <a:pt x="911005" y="915214"/>
                    </a:lnTo>
                    <a:lnTo>
                      <a:pt x="911202" y="914718"/>
                    </a:lnTo>
                    <a:lnTo>
                      <a:pt x="911329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h3205"/>
              <p:cNvSpPr/>
              <p:nvPr/>
            </p:nvSpPr>
            <p:spPr>
              <a:xfrm>
                <a:off x="312941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h3206"/>
              <p:cNvSpPr/>
              <p:nvPr/>
            </p:nvSpPr>
            <p:spPr>
              <a:xfrm>
                <a:off x="313885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h3207"/>
              <p:cNvSpPr/>
              <p:nvPr/>
            </p:nvSpPr>
            <p:spPr>
              <a:xfrm>
                <a:off x="314829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h3208"/>
              <p:cNvSpPr/>
              <p:nvPr/>
            </p:nvSpPr>
            <p:spPr>
              <a:xfrm>
                <a:off x="315774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h3209"/>
              <p:cNvSpPr/>
              <p:nvPr/>
            </p:nvSpPr>
            <p:spPr>
              <a:xfrm>
                <a:off x="316718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h3210"/>
              <p:cNvSpPr/>
              <p:nvPr/>
            </p:nvSpPr>
            <p:spPr>
              <a:xfrm>
                <a:off x="317662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h3211"/>
              <p:cNvSpPr/>
              <p:nvPr/>
            </p:nvSpPr>
            <p:spPr>
              <a:xfrm>
                <a:off x="318606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h3212"/>
              <p:cNvSpPr/>
              <p:nvPr/>
            </p:nvSpPr>
            <p:spPr>
              <a:xfrm>
                <a:off x="319550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h3213"/>
              <p:cNvSpPr/>
              <p:nvPr/>
            </p:nvSpPr>
            <p:spPr>
              <a:xfrm>
                <a:off x="320494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h3214"/>
              <p:cNvSpPr/>
              <p:nvPr/>
            </p:nvSpPr>
            <p:spPr>
              <a:xfrm>
                <a:off x="321438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h3215"/>
              <p:cNvSpPr/>
              <p:nvPr/>
            </p:nvSpPr>
            <p:spPr>
              <a:xfrm>
                <a:off x="322382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h3216"/>
              <p:cNvSpPr/>
              <p:nvPr/>
            </p:nvSpPr>
            <p:spPr>
              <a:xfrm>
                <a:off x="323326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h3217"/>
              <p:cNvSpPr/>
              <p:nvPr/>
            </p:nvSpPr>
            <p:spPr>
              <a:xfrm>
                <a:off x="324270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h3218"/>
              <p:cNvSpPr/>
              <p:nvPr/>
            </p:nvSpPr>
            <p:spPr>
              <a:xfrm>
                <a:off x="325214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h3219"/>
              <p:cNvSpPr/>
              <p:nvPr/>
            </p:nvSpPr>
            <p:spPr>
              <a:xfrm>
                <a:off x="326158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h3220"/>
              <p:cNvSpPr/>
              <p:nvPr/>
            </p:nvSpPr>
            <p:spPr>
              <a:xfrm>
                <a:off x="327102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h3221"/>
              <p:cNvSpPr/>
              <p:nvPr/>
            </p:nvSpPr>
            <p:spPr>
              <a:xfrm>
                <a:off x="328046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h3222"/>
              <p:cNvSpPr/>
              <p:nvPr/>
            </p:nvSpPr>
            <p:spPr>
              <a:xfrm>
                <a:off x="328990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h3223"/>
              <p:cNvSpPr/>
              <p:nvPr/>
            </p:nvSpPr>
            <p:spPr>
              <a:xfrm>
                <a:off x="329934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h3224"/>
              <p:cNvSpPr/>
              <p:nvPr/>
            </p:nvSpPr>
            <p:spPr>
              <a:xfrm>
                <a:off x="330878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h3225"/>
              <p:cNvSpPr/>
              <p:nvPr/>
            </p:nvSpPr>
            <p:spPr>
              <a:xfrm>
                <a:off x="331822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h3226"/>
              <p:cNvSpPr/>
              <p:nvPr/>
            </p:nvSpPr>
            <p:spPr>
              <a:xfrm>
                <a:off x="332766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h3227"/>
              <p:cNvSpPr/>
              <p:nvPr/>
            </p:nvSpPr>
            <p:spPr>
              <a:xfrm>
                <a:off x="333710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h3228"/>
              <p:cNvSpPr/>
              <p:nvPr/>
            </p:nvSpPr>
            <p:spPr>
              <a:xfrm>
                <a:off x="334654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h3229"/>
              <p:cNvSpPr/>
              <p:nvPr/>
            </p:nvSpPr>
            <p:spPr>
              <a:xfrm>
                <a:off x="335598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h3230"/>
              <p:cNvSpPr/>
              <p:nvPr/>
            </p:nvSpPr>
            <p:spPr>
              <a:xfrm>
                <a:off x="336542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h3231"/>
              <p:cNvSpPr/>
              <p:nvPr/>
            </p:nvSpPr>
            <p:spPr>
              <a:xfrm>
                <a:off x="337486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h3232"/>
              <p:cNvSpPr/>
              <p:nvPr/>
            </p:nvSpPr>
            <p:spPr>
              <a:xfrm>
                <a:off x="3384305" y="2115082"/>
                <a:ext cx="9172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285" y="896830"/>
                    </a:lnTo>
                    <a:lnTo>
                      <a:pt x="916040" y="906870"/>
                    </a:lnTo>
                    <a:lnTo>
                      <a:pt x="91487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h3233"/>
              <p:cNvSpPr/>
              <p:nvPr/>
            </p:nvSpPr>
            <p:spPr>
              <a:xfrm>
                <a:off x="2336439" y="2079943"/>
                <a:ext cx="914400" cy="9168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806">
                    <a:moveTo>
                      <a:pt x="914400" y="914400"/>
                    </a:moveTo>
                    <a:lnTo>
                      <a:pt x="914400" y="916806"/>
                    </a:lnTo>
                    <a:lnTo>
                      <a:pt x="913190" y="914734"/>
                    </a:lnTo>
                    <a:lnTo>
                      <a:pt x="913014" y="914400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h3234"/>
              <p:cNvSpPr/>
              <p:nvPr/>
            </p:nvSpPr>
            <p:spPr>
              <a:xfrm>
                <a:off x="2336439" y="2079943"/>
                <a:ext cx="923840" cy="93163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3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32"/>
                    </a:lnTo>
                    <a:lnTo>
                      <a:pt x="922120" y="929252"/>
                    </a:lnTo>
                    <a:lnTo>
                      <a:pt x="917553" y="922210"/>
                    </a:lnTo>
                    <a:lnTo>
                      <a:pt x="914400" y="916806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h3235"/>
              <p:cNvSpPr/>
              <p:nvPr/>
            </p:nvSpPr>
            <p:spPr>
              <a:xfrm>
                <a:off x="234587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3" y="931969"/>
                    </a:lnTo>
                    <a:lnTo>
                      <a:pt x="914400" y="931632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h3236"/>
              <p:cNvSpPr/>
              <p:nvPr/>
            </p:nvSpPr>
            <p:spPr>
              <a:xfrm>
                <a:off x="235531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h3237"/>
              <p:cNvSpPr/>
              <p:nvPr/>
            </p:nvSpPr>
            <p:spPr>
              <a:xfrm>
                <a:off x="236476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h3238"/>
              <p:cNvSpPr/>
              <p:nvPr/>
            </p:nvSpPr>
            <p:spPr>
              <a:xfrm>
                <a:off x="237420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h3239"/>
              <p:cNvSpPr/>
              <p:nvPr/>
            </p:nvSpPr>
            <p:spPr>
              <a:xfrm>
                <a:off x="238364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h3240"/>
              <p:cNvSpPr/>
              <p:nvPr/>
            </p:nvSpPr>
            <p:spPr>
              <a:xfrm>
                <a:off x="239308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h3241"/>
              <p:cNvSpPr/>
              <p:nvPr/>
            </p:nvSpPr>
            <p:spPr>
              <a:xfrm>
                <a:off x="240252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h3242"/>
              <p:cNvSpPr/>
              <p:nvPr/>
            </p:nvSpPr>
            <p:spPr>
              <a:xfrm>
                <a:off x="241196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h3243"/>
              <p:cNvSpPr/>
              <p:nvPr/>
            </p:nvSpPr>
            <p:spPr>
              <a:xfrm>
                <a:off x="242140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h3244"/>
              <p:cNvSpPr/>
              <p:nvPr/>
            </p:nvSpPr>
            <p:spPr>
              <a:xfrm>
                <a:off x="243084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h3245"/>
              <p:cNvSpPr/>
              <p:nvPr/>
            </p:nvSpPr>
            <p:spPr>
              <a:xfrm>
                <a:off x="244028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h3246"/>
              <p:cNvSpPr/>
              <p:nvPr/>
            </p:nvSpPr>
            <p:spPr>
              <a:xfrm>
                <a:off x="244972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h3247"/>
              <p:cNvSpPr/>
              <p:nvPr/>
            </p:nvSpPr>
            <p:spPr>
              <a:xfrm>
                <a:off x="245916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h3248"/>
              <p:cNvSpPr/>
              <p:nvPr/>
            </p:nvSpPr>
            <p:spPr>
              <a:xfrm>
                <a:off x="246860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h3249"/>
              <p:cNvSpPr/>
              <p:nvPr/>
            </p:nvSpPr>
            <p:spPr>
              <a:xfrm>
                <a:off x="247804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h3250"/>
              <p:cNvSpPr/>
              <p:nvPr/>
            </p:nvSpPr>
            <p:spPr>
              <a:xfrm>
                <a:off x="248748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h3251"/>
              <p:cNvSpPr/>
              <p:nvPr/>
            </p:nvSpPr>
            <p:spPr>
              <a:xfrm>
                <a:off x="249692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h3252"/>
              <p:cNvSpPr/>
              <p:nvPr/>
            </p:nvSpPr>
            <p:spPr>
              <a:xfrm>
                <a:off x="250636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h3253"/>
              <p:cNvSpPr/>
              <p:nvPr/>
            </p:nvSpPr>
            <p:spPr>
              <a:xfrm>
                <a:off x="251580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h3254"/>
              <p:cNvSpPr/>
              <p:nvPr/>
            </p:nvSpPr>
            <p:spPr>
              <a:xfrm>
                <a:off x="252524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h3255"/>
              <p:cNvSpPr/>
              <p:nvPr/>
            </p:nvSpPr>
            <p:spPr>
              <a:xfrm>
                <a:off x="253468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h3256"/>
              <p:cNvSpPr/>
              <p:nvPr/>
            </p:nvSpPr>
            <p:spPr>
              <a:xfrm>
                <a:off x="254412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h3257"/>
              <p:cNvSpPr/>
              <p:nvPr/>
            </p:nvSpPr>
            <p:spPr>
              <a:xfrm>
                <a:off x="255356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h3258"/>
              <p:cNvSpPr/>
              <p:nvPr/>
            </p:nvSpPr>
            <p:spPr>
              <a:xfrm>
                <a:off x="256300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h3259"/>
              <p:cNvSpPr/>
              <p:nvPr/>
            </p:nvSpPr>
            <p:spPr>
              <a:xfrm>
                <a:off x="257244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h3260"/>
              <p:cNvSpPr/>
              <p:nvPr/>
            </p:nvSpPr>
            <p:spPr>
              <a:xfrm>
                <a:off x="258188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h3261"/>
              <p:cNvSpPr/>
              <p:nvPr/>
            </p:nvSpPr>
            <p:spPr>
              <a:xfrm>
                <a:off x="259132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h3262"/>
              <p:cNvSpPr/>
              <p:nvPr/>
            </p:nvSpPr>
            <p:spPr>
              <a:xfrm>
                <a:off x="260076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h3263"/>
              <p:cNvSpPr/>
              <p:nvPr/>
            </p:nvSpPr>
            <p:spPr>
              <a:xfrm>
                <a:off x="261020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h3264"/>
              <p:cNvSpPr/>
              <p:nvPr/>
            </p:nvSpPr>
            <p:spPr>
              <a:xfrm>
                <a:off x="261964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h3265"/>
              <p:cNvSpPr/>
              <p:nvPr/>
            </p:nvSpPr>
            <p:spPr>
              <a:xfrm>
                <a:off x="262908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h3266"/>
              <p:cNvSpPr/>
              <p:nvPr/>
            </p:nvSpPr>
            <p:spPr>
              <a:xfrm>
                <a:off x="263852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h3267"/>
              <p:cNvSpPr/>
              <p:nvPr/>
            </p:nvSpPr>
            <p:spPr>
              <a:xfrm>
                <a:off x="264796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h3268"/>
              <p:cNvSpPr/>
              <p:nvPr/>
            </p:nvSpPr>
            <p:spPr>
              <a:xfrm>
                <a:off x="265740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h3269"/>
              <p:cNvSpPr/>
              <p:nvPr/>
            </p:nvSpPr>
            <p:spPr>
              <a:xfrm>
                <a:off x="2676287" y="209751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6" y="896830"/>
                    </a:lnTo>
                    <a:lnTo>
                      <a:pt x="914399" y="89738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h3270"/>
              <p:cNvSpPr/>
              <p:nvPr/>
            </p:nvSpPr>
            <p:spPr>
              <a:xfrm>
                <a:off x="2676287" y="2097513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399" y="914400"/>
                    </a:moveTo>
                    <a:lnTo>
                      <a:pt x="914399" y="897388"/>
                    </a:lnTo>
                    <a:lnTo>
                      <a:pt x="916170" y="901451"/>
                    </a:lnTo>
                    <a:lnTo>
                      <a:pt x="919688" y="910454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h3271"/>
              <p:cNvSpPr/>
              <p:nvPr/>
            </p:nvSpPr>
            <p:spPr>
              <a:xfrm>
                <a:off x="3129419" y="209751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29" y="914400"/>
                    </a:lnTo>
                    <a:lnTo>
                      <a:pt x="911400" y="914222"/>
                    </a:lnTo>
                    <a:lnTo>
                      <a:pt x="914400" y="907053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h3272"/>
              <p:cNvSpPr/>
              <p:nvPr/>
            </p:nvSpPr>
            <p:spPr>
              <a:xfrm>
                <a:off x="3138859" y="207994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623"/>
                    </a:lnTo>
                    <a:lnTo>
                      <a:pt x="905382" y="923613"/>
                    </a:lnTo>
                    <a:lnTo>
                      <a:pt x="909016" y="915758"/>
                    </a:lnTo>
                    <a:lnTo>
                      <a:pt x="909710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h3273"/>
              <p:cNvSpPr/>
              <p:nvPr/>
            </p:nvSpPr>
            <p:spPr>
              <a:xfrm>
                <a:off x="313885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h3274"/>
              <p:cNvSpPr/>
              <p:nvPr/>
            </p:nvSpPr>
            <p:spPr>
              <a:xfrm>
                <a:off x="314829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h3275"/>
              <p:cNvSpPr/>
              <p:nvPr/>
            </p:nvSpPr>
            <p:spPr>
              <a:xfrm>
                <a:off x="315774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h3276"/>
              <p:cNvSpPr/>
              <p:nvPr/>
            </p:nvSpPr>
            <p:spPr>
              <a:xfrm>
                <a:off x="316718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h3277"/>
              <p:cNvSpPr/>
              <p:nvPr/>
            </p:nvSpPr>
            <p:spPr>
              <a:xfrm>
                <a:off x="317662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h3278"/>
              <p:cNvSpPr/>
              <p:nvPr/>
            </p:nvSpPr>
            <p:spPr>
              <a:xfrm>
                <a:off x="318606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h3279"/>
              <p:cNvSpPr/>
              <p:nvPr/>
            </p:nvSpPr>
            <p:spPr>
              <a:xfrm>
                <a:off x="319550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h3280"/>
              <p:cNvSpPr/>
              <p:nvPr/>
            </p:nvSpPr>
            <p:spPr>
              <a:xfrm>
                <a:off x="320494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h3281"/>
              <p:cNvSpPr/>
              <p:nvPr/>
            </p:nvSpPr>
            <p:spPr>
              <a:xfrm>
                <a:off x="321438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h3282"/>
              <p:cNvSpPr/>
              <p:nvPr/>
            </p:nvSpPr>
            <p:spPr>
              <a:xfrm>
                <a:off x="322382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h3283"/>
              <p:cNvSpPr/>
              <p:nvPr/>
            </p:nvSpPr>
            <p:spPr>
              <a:xfrm>
                <a:off x="323326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h3284"/>
              <p:cNvSpPr/>
              <p:nvPr/>
            </p:nvSpPr>
            <p:spPr>
              <a:xfrm>
                <a:off x="324270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h3285"/>
              <p:cNvSpPr/>
              <p:nvPr/>
            </p:nvSpPr>
            <p:spPr>
              <a:xfrm>
                <a:off x="325214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h3286"/>
              <p:cNvSpPr/>
              <p:nvPr/>
            </p:nvSpPr>
            <p:spPr>
              <a:xfrm>
                <a:off x="326158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h3287"/>
              <p:cNvSpPr/>
              <p:nvPr/>
            </p:nvSpPr>
            <p:spPr>
              <a:xfrm>
                <a:off x="327102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h3288"/>
              <p:cNvSpPr/>
              <p:nvPr/>
            </p:nvSpPr>
            <p:spPr>
              <a:xfrm>
                <a:off x="328046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h3289"/>
              <p:cNvSpPr/>
              <p:nvPr/>
            </p:nvSpPr>
            <p:spPr>
              <a:xfrm>
                <a:off x="328990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h3290"/>
              <p:cNvSpPr/>
              <p:nvPr/>
            </p:nvSpPr>
            <p:spPr>
              <a:xfrm>
                <a:off x="329934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h3291"/>
              <p:cNvSpPr/>
              <p:nvPr/>
            </p:nvSpPr>
            <p:spPr>
              <a:xfrm>
                <a:off x="330878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h3292"/>
              <p:cNvSpPr/>
              <p:nvPr/>
            </p:nvSpPr>
            <p:spPr>
              <a:xfrm>
                <a:off x="331822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h3293"/>
              <p:cNvSpPr/>
              <p:nvPr/>
            </p:nvSpPr>
            <p:spPr>
              <a:xfrm>
                <a:off x="332766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h3294"/>
              <p:cNvSpPr/>
              <p:nvPr/>
            </p:nvSpPr>
            <p:spPr>
              <a:xfrm>
                <a:off x="333710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h3295"/>
              <p:cNvSpPr/>
              <p:nvPr/>
            </p:nvSpPr>
            <p:spPr>
              <a:xfrm>
                <a:off x="334654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h3296"/>
              <p:cNvSpPr/>
              <p:nvPr/>
            </p:nvSpPr>
            <p:spPr>
              <a:xfrm>
                <a:off x="335598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h3297"/>
              <p:cNvSpPr/>
              <p:nvPr/>
            </p:nvSpPr>
            <p:spPr>
              <a:xfrm>
                <a:off x="336542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h3298"/>
              <p:cNvSpPr/>
              <p:nvPr/>
            </p:nvSpPr>
            <p:spPr>
              <a:xfrm>
                <a:off x="337486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h3299"/>
              <p:cNvSpPr/>
              <p:nvPr/>
            </p:nvSpPr>
            <p:spPr>
              <a:xfrm>
                <a:off x="3384305" y="2097513"/>
                <a:ext cx="9188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0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01" y="896830"/>
                    </a:lnTo>
                    <a:lnTo>
                      <a:pt x="918413" y="902718"/>
                    </a:lnTo>
                    <a:lnTo>
                      <a:pt x="917380" y="913637"/>
                    </a:lnTo>
                    <a:lnTo>
                      <a:pt x="91728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h3300"/>
              <p:cNvSpPr/>
              <p:nvPr/>
            </p:nvSpPr>
            <p:spPr>
              <a:xfrm>
                <a:off x="2326999" y="2062373"/>
                <a:ext cx="914400" cy="9157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41">
                    <a:moveTo>
                      <a:pt x="914400" y="914400"/>
                    </a:moveTo>
                    <a:lnTo>
                      <a:pt x="914400" y="915741"/>
                    </a:lnTo>
                    <a:lnTo>
                      <a:pt x="913829" y="914400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h3301"/>
              <p:cNvSpPr/>
              <p:nvPr/>
            </p:nvSpPr>
            <p:spPr>
              <a:xfrm>
                <a:off x="232699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55" y="931969"/>
                    </a:lnTo>
                    <a:lnTo>
                      <a:pt x="918483" y="924412"/>
                    </a:lnTo>
                    <a:lnTo>
                      <a:pt x="914564" y="916128"/>
                    </a:lnTo>
                    <a:lnTo>
                      <a:pt x="914400" y="915741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h3302"/>
              <p:cNvSpPr/>
              <p:nvPr/>
            </p:nvSpPr>
            <p:spPr>
              <a:xfrm>
                <a:off x="233643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h3303"/>
              <p:cNvSpPr/>
              <p:nvPr/>
            </p:nvSpPr>
            <p:spPr>
              <a:xfrm>
                <a:off x="234587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h3304"/>
              <p:cNvSpPr/>
              <p:nvPr/>
            </p:nvSpPr>
            <p:spPr>
              <a:xfrm>
                <a:off x="235531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h3305"/>
              <p:cNvSpPr/>
              <p:nvPr/>
            </p:nvSpPr>
            <p:spPr>
              <a:xfrm>
                <a:off x="236476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h3306"/>
              <p:cNvSpPr/>
              <p:nvPr/>
            </p:nvSpPr>
            <p:spPr>
              <a:xfrm>
                <a:off x="237420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h3307"/>
              <p:cNvSpPr/>
              <p:nvPr/>
            </p:nvSpPr>
            <p:spPr>
              <a:xfrm>
                <a:off x="238364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h3308"/>
              <p:cNvSpPr/>
              <p:nvPr/>
            </p:nvSpPr>
            <p:spPr>
              <a:xfrm>
                <a:off x="239308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h3309"/>
              <p:cNvSpPr/>
              <p:nvPr/>
            </p:nvSpPr>
            <p:spPr>
              <a:xfrm>
                <a:off x="240252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0DC72">
                  <a:alpha val="100000"/>
                </a:srgbClr>
              </a:solidFill>
              <a:ln w="5420" cap="flat">
                <a:solidFill>
                  <a:srgbClr val="B0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h3310"/>
              <p:cNvSpPr/>
              <p:nvPr/>
            </p:nvSpPr>
            <p:spPr>
              <a:xfrm>
                <a:off x="241196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h3311"/>
              <p:cNvSpPr/>
              <p:nvPr/>
            </p:nvSpPr>
            <p:spPr>
              <a:xfrm>
                <a:off x="242140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h3312"/>
              <p:cNvSpPr/>
              <p:nvPr/>
            </p:nvSpPr>
            <p:spPr>
              <a:xfrm>
                <a:off x="243084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h3313"/>
              <p:cNvSpPr/>
              <p:nvPr/>
            </p:nvSpPr>
            <p:spPr>
              <a:xfrm>
                <a:off x="244028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h3314"/>
              <p:cNvSpPr/>
              <p:nvPr/>
            </p:nvSpPr>
            <p:spPr>
              <a:xfrm>
                <a:off x="244972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h3315"/>
              <p:cNvSpPr/>
              <p:nvPr/>
            </p:nvSpPr>
            <p:spPr>
              <a:xfrm>
                <a:off x="245916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h3316"/>
              <p:cNvSpPr/>
              <p:nvPr/>
            </p:nvSpPr>
            <p:spPr>
              <a:xfrm>
                <a:off x="246860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h3317"/>
              <p:cNvSpPr/>
              <p:nvPr/>
            </p:nvSpPr>
            <p:spPr>
              <a:xfrm>
                <a:off x="247804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h3318"/>
              <p:cNvSpPr/>
              <p:nvPr/>
            </p:nvSpPr>
            <p:spPr>
              <a:xfrm>
                <a:off x="248748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h3319"/>
              <p:cNvSpPr/>
              <p:nvPr/>
            </p:nvSpPr>
            <p:spPr>
              <a:xfrm>
                <a:off x="249692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h3320"/>
              <p:cNvSpPr/>
              <p:nvPr/>
            </p:nvSpPr>
            <p:spPr>
              <a:xfrm>
                <a:off x="250636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h3321"/>
              <p:cNvSpPr/>
              <p:nvPr/>
            </p:nvSpPr>
            <p:spPr>
              <a:xfrm>
                <a:off x="251580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h3322"/>
              <p:cNvSpPr/>
              <p:nvPr/>
            </p:nvSpPr>
            <p:spPr>
              <a:xfrm>
                <a:off x="252524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h3323"/>
              <p:cNvSpPr/>
              <p:nvPr/>
            </p:nvSpPr>
            <p:spPr>
              <a:xfrm>
                <a:off x="253468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h3324"/>
              <p:cNvSpPr/>
              <p:nvPr/>
            </p:nvSpPr>
            <p:spPr>
              <a:xfrm>
                <a:off x="254412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h3325"/>
              <p:cNvSpPr/>
              <p:nvPr/>
            </p:nvSpPr>
            <p:spPr>
              <a:xfrm>
                <a:off x="255356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h3326"/>
              <p:cNvSpPr/>
              <p:nvPr/>
            </p:nvSpPr>
            <p:spPr>
              <a:xfrm>
                <a:off x="256300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h3327"/>
              <p:cNvSpPr/>
              <p:nvPr/>
            </p:nvSpPr>
            <p:spPr>
              <a:xfrm>
                <a:off x="257244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h3328"/>
              <p:cNvSpPr/>
              <p:nvPr/>
            </p:nvSpPr>
            <p:spPr>
              <a:xfrm>
                <a:off x="258188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h3329"/>
              <p:cNvSpPr/>
              <p:nvPr/>
            </p:nvSpPr>
            <p:spPr>
              <a:xfrm>
                <a:off x="259132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h3330"/>
              <p:cNvSpPr/>
              <p:nvPr/>
            </p:nvSpPr>
            <p:spPr>
              <a:xfrm>
                <a:off x="260076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h3331"/>
              <p:cNvSpPr/>
              <p:nvPr/>
            </p:nvSpPr>
            <p:spPr>
              <a:xfrm>
                <a:off x="261020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h3332"/>
              <p:cNvSpPr/>
              <p:nvPr/>
            </p:nvSpPr>
            <p:spPr>
              <a:xfrm>
                <a:off x="261964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h3333"/>
              <p:cNvSpPr/>
              <p:nvPr/>
            </p:nvSpPr>
            <p:spPr>
              <a:xfrm>
                <a:off x="262908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h3334"/>
              <p:cNvSpPr/>
              <p:nvPr/>
            </p:nvSpPr>
            <p:spPr>
              <a:xfrm>
                <a:off x="263852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h3335"/>
              <p:cNvSpPr/>
              <p:nvPr/>
            </p:nvSpPr>
            <p:spPr>
              <a:xfrm>
                <a:off x="264796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h3336"/>
              <p:cNvSpPr/>
              <p:nvPr/>
            </p:nvSpPr>
            <p:spPr>
              <a:xfrm>
                <a:off x="265740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h3337"/>
              <p:cNvSpPr/>
              <p:nvPr/>
            </p:nvSpPr>
            <p:spPr>
              <a:xfrm>
                <a:off x="2666847" y="2079943"/>
                <a:ext cx="923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987" y="896830"/>
                    </a:lnTo>
                    <a:lnTo>
                      <a:pt x="917835" y="902114"/>
                    </a:lnTo>
                    <a:lnTo>
                      <a:pt x="921843" y="910376"/>
                    </a:lnTo>
                    <a:lnTo>
                      <a:pt x="923596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h3338"/>
              <p:cNvSpPr/>
              <p:nvPr/>
            </p:nvSpPr>
            <p:spPr>
              <a:xfrm>
                <a:off x="3138859" y="207994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10" y="914400"/>
                    </a:lnTo>
                    <a:lnTo>
                      <a:pt x="912854" y="908244"/>
                    </a:lnTo>
                    <a:lnTo>
                      <a:pt x="914400" y="90550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h3339"/>
              <p:cNvSpPr/>
              <p:nvPr/>
            </p:nvSpPr>
            <p:spPr>
              <a:xfrm>
                <a:off x="3148299" y="2062373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3071"/>
                    </a:lnTo>
                    <a:lnTo>
                      <a:pt x="907445" y="918661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h3340"/>
              <p:cNvSpPr/>
              <p:nvPr/>
            </p:nvSpPr>
            <p:spPr>
              <a:xfrm>
                <a:off x="314829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h3341"/>
              <p:cNvSpPr/>
              <p:nvPr/>
            </p:nvSpPr>
            <p:spPr>
              <a:xfrm>
                <a:off x="315774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h3342"/>
              <p:cNvSpPr/>
              <p:nvPr/>
            </p:nvSpPr>
            <p:spPr>
              <a:xfrm>
                <a:off x="316718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h3343"/>
              <p:cNvSpPr/>
              <p:nvPr/>
            </p:nvSpPr>
            <p:spPr>
              <a:xfrm>
                <a:off x="317662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h3344"/>
              <p:cNvSpPr/>
              <p:nvPr/>
            </p:nvSpPr>
            <p:spPr>
              <a:xfrm>
                <a:off x="318606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h3345"/>
              <p:cNvSpPr/>
              <p:nvPr/>
            </p:nvSpPr>
            <p:spPr>
              <a:xfrm>
                <a:off x="319550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h3346"/>
              <p:cNvSpPr/>
              <p:nvPr/>
            </p:nvSpPr>
            <p:spPr>
              <a:xfrm>
                <a:off x="320494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h3347"/>
              <p:cNvSpPr/>
              <p:nvPr/>
            </p:nvSpPr>
            <p:spPr>
              <a:xfrm>
                <a:off x="321438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h3348"/>
              <p:cNvSpPr/>
              <p:nvPr/>
            </p:nvSpPr>
            <p:spPr>
              <a:xfrm>
                <a:off x="322382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h3349"/>
              <p:cNvSpPr/>
              <p:nvPr/>
            </p:nvSpPr>
            <p:spPr>
              <a:xfrm>
                <a:off x="323326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h3350"/>
              <p:cNvSpPr/>
              <p:nvPr/>
            </p:nvSpPr>
            <p:spPr>
              <a:xfrm>
                <a:off x="324270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h3351"/>
              <p:cNvSpPr/>
              <p:nvPr/>
            </p:nvSpPr>
            <p:spPr>
              <a:xfrm>
                <a:off x="325214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h3352"/>
              <p:cNvSpPr/>
              <p:nvPr/>
            </p:nvSpPr>
            <p:spPr>
              <a:xfrm>
                <a:off x="326158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h3353"/>
              <p:cNvSpPr/>
              <p:nvPr/>
            </p:nvSpPr>
            <p:spPr>
              <a:xfrm>
                <a:off x="327102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h3354"/>
              <p:cNvSpPr/>
              <p:nvPr/>
            </p:nvSpPr>
            <p:spPr>
              <a:xfrm>
                <a:off x="328046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h3355"/>
              <p:cNvSpPr/>
              <p:nvPr/>
            </p:nvSpPr>
            <p:spPr>
              <a:xfrm>
                <a:off x="328990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h3356"/>
              <p:cNvSpPr/>
              <p:nvPr/>
            </p:nvSpPr>
            <p:spPr>
              <a:xfrm>
                <a:off x="329934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h3357"/>
              <p:cNvSpPr/>
              <p:nvPr/>
            </p:nvSpPr>
            <p:spPr>
              <a:xfrm>
                <a:off x="330878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h3358"/>
              <p:cNvSpPr/>
              <p:nvPr/>
            </p:nvSpPr>
            <p:spPr>
              <a:xfrm>
                <a:off x="331822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h3359"/>
              <p:cNvSpPr/>
              <p:nvPr/>
            </p:nvSpPr>
            <p:spPr>
              <a:xfrm>
                <a:off x="332766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h3360"/>
              <p:cNvSpPr/>
              <p:nvPr/>
            </p:nvSpPr>
            <p:spPr>
              <a:xfrm>
                <a:off x="333710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h3361"/>
              <p:cNvSpPr/>
              <p:nvPr/>
            </p:nvSpPr>
            <p:spPr>
              <a:xfrm>
                <a:off x="334654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h3362"/>
              <p:cNvSpPr/>
              <p:nvPr/>
            </p:nvSpPr>
            <p:spPr>
              <a:xfrm>
                <a:off x="335598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h3363"/>
              <p:cNvSpPr/>
              <p:nvPr/>
            </p:nvSpPr>
            <p:spPr>
              <a:xfrm>
                <a:off x="336542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h3364"/>
              <p:cNvSpPr/>
              <p:nvPr/>
            </p:nvSpPr>
            <p:spPr>
              <a:xfrm>
                <a:off x="337486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h3365"/>
              <p:cNvSpPr/>
              <p:nvPr/>
            </p:nvSpPr>
            <p:spPr>
              <a:xfrm>
                <a:off x="3384305" y="2079943"/>
                <a:ext cx="919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561" y="896830"/>
                    </a:lnTo>
                    <a:lnTo>
                      <a:pt x="919549" y="898222"/>
                    </a:lnTo>
                    <a:lnTo>
                      <a:pt x="919137" y="909283"/>
                    </a:lnTo>
                    <a:lnTo>
                      <a:pt x="91880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h3366"/>
              <p:cNvSpPr/>
              <p:nvPr/>
            </p:nvSpPr>
            <p:spPr>
              <a:xfrm>
                <a:off x="2326999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829" y="931969"/>
                    </a:lnTo>
                    <a:lnTo>
                      <a:pt x="910883" y="925043"/>
                    </a:lnTo>
                    <a:lnTo>
                      <a:pt x="907451" y="916042"/>
                    </a:lnTo>
                    <a:lnTo>
                      <a:pt x="906892" y="914400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h3367"/>
              <p:cNvSpPr/>
              <p:nvPr/>
            </p:nvSpPr>
            <p:spPr>
              <a:xfrm>
                <a:off x="232699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h3368"/>
              <p:cNvSpPr/>
              <p:nvPr/>
            </p:nvSpPr>
            <p:spPr>
              <a:xfrm>
                <a:off x="233643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h3369"/>
              <p:cNvSpPr/>
              <p:nvPr/>
            </p:nvSpPr>
            <p:spPr>
              <a:xfrm>
                <a:off x="234587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h3370"/>
              <p:cNvSpPr/>
              <p:nvPr/>
            </p:nvSpPr>
            <p:spPr>
              <a:xfrm>
                <a:off x="235531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h3371"/>
              <p:cNvSpPr/>
              <p:nvPr/>
            </p:nvSpPr>
            <p:spPr>
              <a:xfrm>
                <a:off x="236476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h3372"/>
              <p:cNvSpPr/>
              <p:nvPr/>
            </p:nvSpPr>
            <p:spPr>
              <a:xfrm>
                <a:off x="237420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h3373"/>
              <p:cNvSpPr/>
              <p:nvPr/>
            </p:nvSpPr>
            <p:spPr>
              <a:xfrm>
                <a:off x="238364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h3374"/>
              <p:cNvSpPr/>
              <p:nvPr/>
            </p:nvSpPr>
            <p:spPr>
              <a:xfrm>
                <a:off x="239308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h3375"/>
              <p:cNvSpPr/>
              <p:nvPr/>
            </p:nvSpPr>
            <p:spPr>
              <a:xfrm>
                <a:off x="240252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h3376"/>
              <p:cNvSpPr/>
              <p:nvPr/>
            </p:nvSpPr>
            <p:spPr>
              <a:xfrm>
                <a:off x="241196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h3377"/>
              <p:cNvSpPr/>
              <p:nvPr/>
            </p:nvSpPr>
            <p:spPr>
              <a:xfrm>
                <a:off x="242140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h3378"/>
              <p:cNvSpPr/>
              <p:nvPr/>
            </p:nvSpPr>
            <p:spPr>
              <a:xfrm>
                <a:off x="243084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h3379"/>
              <p:cNvSpPr/>
              <p:nvPr/>
            </p:nvSpPr>
            <p:spPr>
              <a:xfrm>
                <a:off x="244028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h3380"/>
              <p:cNvSpPr/>
              <p:nvPr/>
            </p:nvSpPr>
            <p:spPr>
              <a:xfrm>
                <a:off x="244972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h3381"/>
              <p:cNvSpPr/>
              <p:nvPr/>
            </p:nvSpPr>
            <p:spPr>
              <a:xfrm>
                <a:off x="245916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h3382"/>
              <p:cNvSpPr/>
              <p:nvPr/>
            </p:nvSpPr>
            <p:spPr>
              <a:xfrm>
                <a:off x="246860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h3383"/>
              <p:cNvSpPr/>
              <p:nvPr/>
            </p:nvSpPr>
            <p:spPr>
              <a:xfrm>
                <a:off x="247804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h3384"/>
              <p:cNvSpPr/>
              <p:nvPr/>
            </p:nvSpPr>
            <p:spPr>
              <a:xfrm>
                <a:off x="248748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h3385"/>
              <p:cNvSpPr/>
              <p:nvPr/>
            </p:nvSpPr>
            <p:spPr>
              <a:xfrm>
                <a:off x="249692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h3386"/>
              <p:cNvSpPr/>
              <p:nvPr/>
            </p:nvSpPr>
            <p:spPr>
              <a:xfrm>
                <a:off x="250636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h3387"/>
              <p:cNvSpPr/>
              <p:nvPr/>
            </p:nvSpPr>
            <p:spPr>
              <a:xfrm>
                <a:off x="251580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h3388"/>
              <p:cNvSpPr/>
              <p:nvPr/>
            </p:nvSpPr>
            <p:spPr>
              <a:xfrm>
                <a:off x="252524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h3389"/>
              <p:cNvSpPr/>
              <p:nvPr/>
            </p:nvSpPr>
            <p:spPr>
              <a:xfrm>
                <a:off x="253468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h3390"/>
              <p:cNvSpPr/>
              <p:nvPr/>
            </p:nvSpPr>
            <p:spPr>
              <a:xfrm>
                <a:off x="254412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h3391"/>
              <p:cNvSpPr/>
              <p:nvPr/>
            </p:nvSpPr>
            <p:spPr>
              <a:xfrm>
                <a:off x="255356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h3392"/>
              <p:cNvSpPr/>
              <p:nvPr/>
            </p:nvSpPr>
            <p:spPr>
              <a:xfrm>
                <a:off x="256300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h3393"/>
              <p:cNvSpPr/>
              <p:nvPr/>
            </p:nvSpPr>
            <p:spPr>
              <a:xfrm>
                <a:off x="257244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h3394"/>
              <p:cNvSpPr/>
              <p:nvPr/>
            </p:nvSpPr>
            <p:spPr>
              <a:xfrm>
                <a:off x="258188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h3395"/>
              <p:cNvSpPr/>
              <p:nvPr/>
            </p:nvSpPr>
            <p:spPr>
              <a:xfrm>
                <a:off x="259132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h3396"/>
              <p:cNvSpPr/>
              <p:nvPr/>
            </p:nvSpPr>
            <p:spPr>
              <a:xfrm>
                <a:off x="260076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h3397"/>
              <p:cNvSpPr/>
              <p:nvPr/>
            </p:nvSpPr>
            <p:spPr>
              <a:xfrm>
                <a:off x="261020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h3398"/>
              <p:cNvSpPr/>
              <p:nvPr/>
            </p:nvSpPr>
            <p:spPr>
              <a:xfrm>
                <a:off x="261964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h3399"/>
              <p:cNvSpPr/>
              <p:nvPr/>
            </p:nvSpPr>
            <p:spPr>
              <a:xfrm>
                <a:off x="262908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h3400"/>
              <p:cNvSpPr/>
              <p:nvPr/>
            </p:nvSpPr>
            <p:spPr>
              <a:xfrm>
                <a:off x="263852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h3401"/>
              <p:cNvSpPr/>
              <p:nvPr/>
            </p:nvSpPr>
            <p:spPr>
              <a:xfrm>
                <a:off x="2657407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495" y="896830"/>
                    </a:lnTo>
                    <a:lnTo>
                      <a:pt x="913929" y="897413"/>
                    </a:lnTo>
                    <a:lnTo>
                      <a:pt x="914400" y="898118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h3402"/>
              <p:cNvSpPr/>
              <p:nvPr/>
            </p:nvSpPr>
            <p:spPr>
              <a:xfrm>
                <a:off x="2666847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118"/>
                    </a:lnTo>
                    <a:lnTo>
                      <a:pt x="909146" y="904395"/>
                    </a:lnTo>
                    <a:lnTo>
                      <a:pt x="913599" y="911826"/>
                    </a:lnTo>
                    <a:lnTo>
                      <a:pt x="914400" y="913310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h3403"/>
              <p:cNvSpPr/>
              <p:nvPr/>
            </p:nvSpPr>
            <p:spPr>
              <a:xfrm>
                <a:off x="2666847" y="2062373"/>
                <a:ext cx="91498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87" h="914400">
                    <a:moveTo>
                      <a:pt x="914400" y="914400"/>
                    </a:moveTo>
                    <a:lnTo>
                      <a:pt x="914400" y="913310"/>
                    </a:lnTo>
                    <a:lnTo>
                      <a:pt x="914987" y="914400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h3404"/>
              <p:cNvSpPr/>
              <p:nvPr/>
            </p:nvSpPr>
            <p:spPr>
              <a:xfrm>
                <a:off x="3148299" y="206237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967" y="914400"/>
                    </a:lnTo>
                    <a:lnTo>
                      <a:pt x="914399" y="906913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h3405"/>
              <p:cNvSpPr/>
              <p:nvPr/>
            </p:nvSpPr>
            <p:spPr>
              <a:xfrm>
                <a:off x="3157740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483"/>
                    </a:lnTo>
                    <a:lnTo>
                      <a:pt x="909787" y="916250"/>
                    </a:lnTo>
                    <a:lnTo>
                      <a:pt x="909861" y="915922"/>
                    </a:lnTo>
                    <a:lnTo>
                      <a:pt x="909935" y="915595"/>
                    </a:lnTo>
                    <a:lnTo>
                      <a:pt x="910009" y="915267"/>
                    </a:lnTo>
                    <a:lnTo>
                      <a:pt x="910083" y="914939"/>
                    </a:lnTo>
                    <a:lnTo>
                      <a:pt x="910157" y="914611"/>
                    </a:lnTo>
                    <a:lnTo>
                      <a:pt x="910205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h3406"/>
              <p:cNvSpPr/>
              <p:nvPr/>
            </p:nvSpPr>
            <p:spPr>
              <a:xfrm>
                <a:off x="315774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h3407"/>
              <p:cNvSpPr/>
              <p:nvPr/>
            </p:nvSpPr>
            <p:spPr>
              <a:xfrm>
                <a:off x="316718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h3408"/>
              <p:cNvSpPr/>
              <p:nvPr/>
            </p:nvSpPr>
            <p:spPr>
              <a:xfrm>
                <a:off x="317662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h3409"/>
              <p:cNvSpPr/>
              <p:nvPr/>
            </p:nvSpPr>
            <p:spPr>
              <a:xfrm>
                <a:off x="318606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h3410"/>
              <p:cNvSpPr/>
              <p:nvPr/>
            </p:nvSpPr>
            <p:spPr>
              <a:xfrm>
                <a:off x="319550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h3411"/>
              <p:cNvSpPr/>
              <p:nvPr/>
            </p:nvSpPr>
            <p:spPr>
              <a:xfrm>
                <a:off x="320494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h3412"/>
              <p:cNvSpPr/>
              <p:nvPr/>
            </p:nvSpPr>
            <p:spPr>
              <a:xfrm>
                <a:off x="321438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h3413"/>
              <p:cNvSpPr/>
              <p:nvPr/>
            </p:nvSpPr>
            <p:spPr>
              <a:xfrm>
                <a:off x="322382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h3414"/>
              <p:cNvSpPr/>
              <p:nvPr/>
            </p:nvSpPr>
            <p:spPr>
              <a:xfrm>
                <a:off x="323326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h3415"/>
              <p:cNvSpPr/>
              <p:nvPr/>
            </p:nvSpPr>
            <p:spPr>
              <a:xfrm>
                <a:off x="324270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h3416"/>
              <p:cNvSpPr/>
              <p:nvPr/>
            </p:nvSpPr>
            <p:spPr>
              <a:xfrm>
                <a:off x="325214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h3417"/>
              <p:cNvSpPr/>
              <p:nvPr/>
            </p:nvSpPr>
            <p:spPr>
              <a:xfrm>
                <a:off x="326158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h3418"/>
              <p:cNvSpPr/>
              <p:nvPr/>
            </p:nvSpPr>
            <p:spPr>
              <a:xfrm>
                <a:off x="327102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h3419"/>
              <p:cNvSpPr/>
              <p:nvPr/>
            </p:nvSpPr>
            <p:spPr>
              <a:xfrm>
                <a:off x="328046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h3420"/>
              <p:cNvSpPr/>
              <p:nvPr/>
            </p:nvSpPr>
            <p:spPr>
              <a:xfrm>
                <a:off x="328990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h3421"/>
              <p:cNvSpPr/>
              <p:nvPr/>
            </p:nvSpPr>
            <p:spPr>
              <a:xfrm>
                <a:off x="329934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h3422"/>
              <p:cNvSpPr/>
              <p:nvPr/>
            </p:nvSpPr>
            <p:spPr>
              <a:xfrm>
                <a:off x="330878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h3423"/>
              <p:cNvSpPr/>
              <p:nvPr/>
            </p:nvSpPr>
            <p:spPr>
              <a:xfrm>
                <a:off x="331822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h3424"/>
              <p:cNvSpPr/>
              <p:nvPr/>
            </p:nvSpPr>
            <p:spPr>
              <a:xfrm>
                <a:off x="332766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h3425"/>
              <p:cNvSpPr/>
              <p:nvPr/>
            </p:nvSpPr>
            <p:spPr>
              <a:xfrm>
                <a:off x="333710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h3426"/>
              <p:cNvSpPr/>
              <p:nvPr/>
            </p:nvSpPr>
            <p:spPr>
              <a:xfrm>
                <a:off x="334654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h3427"/>
              <p:cNvSpPr/>
              <p:nvPr/>
            </p:nvSpPr>
            <p:spPr>
              <a:xfrm>
                <a:off x="335598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h3428"/>
              <p:cNvSpPr/>
              <p:nvPr/>
            </p:nvSpPr>
            <p:spPr>
              <a:xfrm>
                <a:off x="336542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h3429"/>
              <p:cNvSpPr/>
              <p:nvPr/>
            </p:nvSpPr>
            <p:spPr>
              <a:xfrm>
                <a:off x="337486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h3430"/>
              <p:cNvSpPr/>
              <p:nvPr/>
            </p:nvSpPr>
            <p:spPr>
              <a:xfrm>
                <a:off x="3384305" y="2062373"/>
                <a:ext cx="9199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9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910" y="896830"/>
                    </a:lnTo>
                    <a:lnTo>
                      <a:pt x="919517" y="897955"/>
                    </a:lnTo>
                    <a:lnTo>
                      <a:pt x="919647" y="904706"/>
                    </a:lnTo>
                    <a:lnTo>
                      <a:pt x="91956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h3431"/>
              <p:cNvSpPr/>
              <p:nvPr/>
            </p:nvSpPr>
            <p:spPr>
              <a:xfrm>
                <a:off x="2317558" y="2027233"/>
                <a:ext cx="914400" cy="9262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294">
                    <a:moveTo>
                      <a:pt x="914400" y="914400"/>
                    </a:moveTo>
                    <a:lnTo>
                      <a:pt x="914400" y="926294"/>
                    </a:lnTo>
                    <a:lnTo>
                      <a:pt x="913717" y="924288"/>
                    </a:lnTo>
                    <a:lnTo>
                      <a:pt x="910808" y="914668"/>
                    </a:lnTo>
                    <a:lnTo>
                      <a:pt x="910737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h3432"/>
              <p:cNvSpPr/>
              <p:nvPr/>
            </p:nvSpPr>
            <p:spPr>
              <a:xfrm>
                <a:off x="231755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332" y="931969"/>
                    </a:lnTo>
                    <a:lnTo>
                      <a:pt x="914400" y="926294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h3433"/>
              <p:cNvSpPr/>
              <p:nvPr/>
            </p:nvSpPr>
            <p:spPr>
              <a:xfrm>
                <a:off x="232699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h3434"/>
              <p:cNvSpPr/>
              <p:nvPr/>
            </p:nvSpPr>
            <p:spPr>
              <a:xfrm>
                <a:off x="233643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h3435"/>
              <p:cNvSpPr/>
              <p:nvPr/>
            </p:nvSpPr>
            <p:spPr>
              <a:xfrm>
                <a:off x="234587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h3436"/>
              <p:cNvSpPr/>
              <p:nvPr/>
            </p:nvSpPr>
            <p:spPr>
              <a:xfrm>
                <a:off x="235531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h3437"/>
              <p:cNvSpPr/>
              <p:nvPr/>
            </p:nvSpPr>
            <p:spPr>
              <a:xfrm>
                <a:off x="236476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h3438"/>
              <p:cNvSpPr/>
              <p:nvPr/>
            </p:nvSpPr>
            <p:spPr>
              <a:xfrm>
                <a:off x="237420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h3439"/>
              <p:cNvSpPr/>
              <p:nvPr/>
            </p:nvSpPr>
            <p:spPr>
              <a:xfrm>
                <a:off x="238364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h3440"/>
              <p:cNvSpPr/>
              <p:nvPr/>
            </p:nvSpPr>
            <p:spPr>
              <a:xfrm>
                <a:off x="239308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h3441"/>
              <p:cNvSpPr/>
              <p:nvPr/>
            </p:nvSpPr>
            <p:spPr>
              <a:xfrm>
                <a:off x="240252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h3442"/>
              <p:cNvSpPr/>
              <p:nvPr/>
            </p:nvSpPr>
            <p:spPr>
              <a:xfrm>
                <a:off x="241196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h3443"/>
              <p:cNvSpPr/>
              <p:nvPr/>
            </p:nvSpPr>
            <p:spPr>
              <a:xfrm>
                <a:off x="242140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h3444"/>
              <p:cNvSpPr/>
              <p:nvPr/>
            </p:nvSpPr>
            <p:spPr>
              <a:xfrm>
                <a:off x="243084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h3445"/>
              <p:cNvSpPr/>
              <p:nvPr/>
            </p:nvSpPr>
            <p:spPr>
              <a:xfrm>
                <a:off x="244028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h3446"/>
              <p:cNvSpPr/>
              <p:nvPr/>
            </p:nvSpPr>
            <p:spPr>
              <a:xfrm>
                <a:off x="244972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h3447"/>
              <p:cNvSpPr/>
              <p:nvPr/>
            </p:nvSpPr>
            <p:spPr>
              <a:xfrm>
                <a:off x="245916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h3448"/>
              <p:cNvSpPr/>
              <p:nvPr/>
            </p:nvSpPr>
            <p:spPr>
              <a:xfrm>
                <a:off x="246860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h3449"/>
              <p:cNvSpPr/>
              <p:nvPr/>
            </p:nvSpPr>
            <p:spPr>
              <a:xfrm>
                <a:off x="247804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h3450"/>
              <p:cNvSpPr/>
              <p:nvPr/>
            </p:nvSpPr>
            <p:spPr>
              <a:xfrm>
                <a:off x="248748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h3451"/>
              <p:cNvSpPr/>
              <p:nvPr/>
            </p:nvSpPr>
            <p:spPr>
              <a:xfrm>
                <a:off x="249692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h3452"/>
              <p:cNvSpPr/>
              <p:nvPr/>
            </p:nvSpPr>
            <p:spPr>
              <a:xfrm>
                <a:off x="250636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h3453"/>
              <p:cNvSpPr/>
              <p:nvPr/>
            </p:nvSpPr>
            <p:spPr>
              <a:xfrm>
                <a:off x="251580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h3454"/>
              <p:cNvSpPr/>
              <p:nvPr/>
            </p:nvSpPr>
            <p:spPr>
              <a:xfrm>
                <a:off x="252524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h3455"/>
              <p:cNvSpPr/>
              <p:nvPr/>
            </p:nvSpPr>
            <p:spPr>
              <a:xfrm>
                <a:off x="253468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h3456"/>
              <p:cNvSpPr/>
              <p:nvPr/>
            </p:nvSpPr>
            <p:spPr>
              <a:xfrm>
                <a:off x="254412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h3457"/>
              <p:cNvSpPr/>
              <p:nvPr/>
            </p:nvSpPr>
            <p:spPr>
              <a:xfrm>
                <a:off x="255356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h3458"/>
              <p:cNvSpPr/>
              <p:nvPr/>
            </p:nvSpPr>
            <p:spPr>
              <a:xfrm>
                <a:off x="256300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h3459"/>
              <p:cNvSpPr/>
              <p:nvPr/>
            </p:nvSpPr>
            <p:spPr>
              <a:xfrm>
                <a:off x="257244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h3460"/>
              <p:cNvSpPr/>
              <p:nvPr/>
            </p:nvSpPr>
            <p:spPr>
              <a:xfrm>
                <a:off x="258188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h3461"/>
              <p:cNvSpPr/>
              <p:nvPr/>
            </p:nvSpPr>
            <p:spPr>
              <a:xfrm>
                <a:off x="259132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h3462"/>
              <p:cNvSpPr/>
              <p:nvPr/>
            </p:nvSpPr>
            <p:spPr>
              <a:xfrm>
                <a:off x="260076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h3463"/>
              <p:cNvSpPr/>
              <p:nvPr/>
            </p:nvSpPr>
            <p:spPr>
              <a:xfrm>
                <a:off x="261020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h3464"/>
              <p:cNvSpPr/>
              <p:nvPr/>
            </p:nvSpPr>
            <p:spPr>
              <a:xfrm>
                <a:off x="261964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h3465"/>
              <p:cNvSpPr/>
              <p:nvPr/>
            </p:nvSpPr>
            <p:spPr>
              <a:xfrm>
                <a:off x="262908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h3466"/>
              <p:cNvSpPr/>
              <p:nvPr/>
            </p:nvSpPr>
            <p:spPr>
              <a:xfrm>
                <a:off x="2647967" y="204480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302" y="896909"/>
                    </a:lnTo>
                    <a:lnTo>
                      <a:pt x="913493" y="902437"/>
                    </a:lnTo>
                    <a:lnTo>
                      <a:pt x="914400" y="903525"/>
                    </a:lnTo>
                    <a:close/>
                  </a:path>
                </a:pathLst>
              </a:custGeom>
              <a:solidFill>
                <a:srgbClr val="B9E077">
                  <a:alpha val="100000"/>
                </a:srgbClr>
              </a:solidFill>
              <a:ln w="5420" cap="flat">
                <a:solidFill>
                  <a:srgbClr val="B9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h3467"/>
              <p:cNvSpPr/>
              <p:nvPr/>
            </p:nvSpPr>
            <p:spPr>
              <a:xfrm>
                <a:off x="2647967" y="2044803"/>
                <a:ext cx="922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35" h="914400">
                    <a:moveTo>
                      <a:pt x="914400" y="914400"/>
                    </a:moveTo>
                    <a:lnTo>
                      <a:pt x="914400" y="903525"/>
                    </a:lnTo>
                    <a:lnTo>
                      <a:pt x="918520" y="908467"/>
                    </a:lnTo>
                    <a:lnTo>
                      <a:pt x="922935" y="914400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h3468"/>
              <p:cNvSpPr/>
              <p:nvPr/>
            </p:nvSpPr>
            <p:spPr>
              <a:xfrm>
                <a:off x="3157740" y="20272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231" y="931853"/>
                    </a:lnTo>
                    <a:lnTo>
                      <a:pt x="910305" y="931526"/>
                    </a:lnTo>
                    <a:lnTo>
                      <a:pt x="910380" y="931198"/>
                    </a:lnTo>
                    <a:lnTo>
                      <a:pt x="910454" y="930870"/>
                    </a:lnTo>
                    <a:lnTo>
                      <a:pt x="910528" y="930542"/>
                    </a:lnTo>
                    <a:lnTo>
                      <a:pt x="910602" y="930214"/>
                    </a:lnTo>
                    <a:lnTo>
                      <a:pt x="910676" y="929887"/>
                    </a:lnTo>
                    <a:lnTo>
                      <a:pt x="910750" y="929559"/>
                    </a:lnTo>
                    <a:lnTo>
                      <a:pt x="910824" y="929231"/>
                    </a:lnTo>
                    <a:lnTo>
                      <a:pt x="910898" y="928903"/>
                    </a:lnTo>
                    <a:lnTo>
                      <a:pt x="910973" y="928576"/>
                    </a:lnTo>
                    <a:lnTo>
                      <a:pt x="911047" y="928248"/>
                    </a:lnTo>
                    <a:lnTo>
                      <a:pt x="911121" y="927920"/>
                    </a:lnTo>
                    <a:lnTo>
                      <a:pt x="911195" y="927592"/>
                    </a:lnTo>
                    <a:lnTo>
                      <a:pt x="911269" y="927264"/>
                    </a:lnTo>
                    <a:lnTo>
                      <a:pt x="911343" y="926937"/>
                    </a:lnTo>
                    <a:lnTo>
                      <a:pt x="911445" y="926486"/>
                    </a:lnTo>
                    <a:lnTo>
                      <a:pt x="911021" y="919941"/>
                    </a:lnTo>
                    <a:lnTo>
                      <a:pt x="910811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h3469"/>
              <p:cNvSpPr/>
              <p:nvPr/>
            </p:nvSpPr>
            <p:spPr>
              <a:xfrm>
                <a:off x="315774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h3470"/>
              <p:cNvSpPr/>
              <p:nvPr/>
            </p:nvSpPr>
            <p:spPr>
              <a:xfrm>
                <a:off x="316718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h3471"/>
              <p:cNvSpPr/>
              <p:nvPr/>
            </p:nvSpPr>
            <p:spPr>
              <a:xfrm>
                <a:off x="317662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h3472"/>
              <p:cNvSpPr/>
              <p:nvPr/>
            </p:nvSpPr>
            <p:spPr>
              <a:xfrm>
                <a:off x="318606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h3473"/>
              <p:cNvSpPr/>
              <p:nvPr/>
            </p:nvSpPr>
            <p:spPr>
              <a:xfrm>
                <a:off x="319550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h3474"/>
              <p:cNvSpPr/>
              <p:nvPr/>
            </p:nvSpPr>
            <p:spPr>
              <a:xfrm>
                <a:off x="320494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h3475"/>
              <p:cNvSpPr/>
              <p:nvPr/>
            </p:nvSpPr>
            <p:spPr>
              <a:xfrm>
                <a:off x="321438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h3476"/>
              <p:cNvSpPr/>
              <p:nvPr/>
            </p:nvSpPr>
            <p:spPr>
              <a:xfrm>
                <a:off x="322382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h3477"/>
              <p:cNvSpPr/>
              <p:nvPr/>
            </p:nvSpPr>
            <p:spPr>
              <a:xfrm>
                <a:off x="323326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h3478"/>
              <p:cNvSpPr/>
              <p:nvPr/>
            </p:nvSpPr>
            <p:spPr>
              <a:xfrm>
                <a:off x="324270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h3479"/>
              <p:cNvSpPr/>
              <p:nvPr/>
            </p:nvSpPr>
            <p:spPr>
              <a:xfrm>
                <a:off x="325214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h3480"/>
              <p:cNvSpPr/>
              <p:nvPr/>
            </p:nvSpPr>
            <p:spPr>
              <a:xfrm>
                <a:off x="326158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h3481"/>
              <p:cNvSpPr/>
              <p:nvPr/>
            </p:nvSpPr>
            <p:spPr>
              <a:xfrm>
                <a:off x="327102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h3482"/>
              <p:cNvSpPr/>
              <p:nvPr/>
            </p:nvSpPr>
            <p:spPr>
              <a:xfrm>
                <a:off x="328046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h3483"/>
              <p:cNvSpPr/>
              <p:nvPr/>
            </p:nvSpPr>
            <p:spPr>
              <a:xfrm>
                <a:off x="328990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h3484"/>
              <p:cNvSpPr/>
              <p:nvPr/>
            </p:nvSpPr>
            <p:spPr>
              <a:xfrm>
                <a:off x="329934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h3485"/>
              <p:cNvSpPr/>
              <p:nvPr/>
            </p:nvSpPr>
            <p:spPr>
              <a:xfrm>
                <a:off x="330878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h3486"/>
              <p:cNvSpPr/>
              <p:nvPr/>
            </p:nvSpPr>
            <p:spPr>
              <a:xfrm>
                <a:off x="331822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h3487"/>
              <p:cNvSpPr/>
              <p:nvPr/>
            </p:nvSpPr>
            <p:spPr>
              <a:xfrm>
                <a:off x="332766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h3488"/>
              <p:cNvSpPr/>
              <p:nvPr/>
            </p:nvSpPr>
            <p:spPr>
              <a:xfrm>
                <a:off x="333710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h3489"/>
              <p:cNvSpPr/>
              <p:nvPr/>
            </p:nvSpPr>
            <p:spPr>
              <a:xfrm>
                <a:off x="334654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h3490"/>
              <p:cNvSpPr/>
              <p:nvPr/>
            </p:nvSpPr>
            <p:spPr>
              <a:xfrm>
                <a:off x="335598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h3491"/>
              <p:cNvSpPr/>
              <p:nvPr/>
            </p:nvSpPr>
            <p:spPr>
              <a:xfrm>
                <a:off x="336542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h3492"/>
              <p:cNvSpPr/>
              <p:nvPr/>
            </p:nvSpPr>
            <p:spPr>
              <a:xfrm>
                <a:off x="337486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h3493"/>
              <p:cNvSpPr/>
              <p:nvPr/>
            </p:nvSpPr>
            <p:spPr>
              <a:xfrm>
                <a:off x="3384305" y="204480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22"/>
                    </a:lnTo>
                    <a:lnTo>
                      <a:pt x="922335" y="907456"/>
                    </a:lnTo>
                    <a:lnTo>
                      <a:pt x="91991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h3494"/>
              <p:cNvSpPr/>
              <p:nvPr/>
            </p:nvSpPr>
            <p:spPr>
              <a:xfrm>
                <a:off x="3393746" y="2027233"/>
                <a:ext cx="916157" cy="920191"/>
              </a:xfrm>
              <a:custGeom>
                <a:avLst/>
                <a:gdLst/>
                <a:ahLst/>
                <a:cxnLst/>
                <a:rect l="0" t="0" r="0" b="0"/>
                <a:pathLst>
                  <a:path w="916157" h="920191">
                    <a:moveTo>
                      <a:pt x="914400" y="914400"/>
                    </a:moveTo>
                    <a:lnTo>
                      <a:pt x="916157" y="914400"/>
                    </a:lnTo>
                    <a:lnTo>
                      <a:pt x="915810" y="915659"/>
                    </a:lnTo>
                    <a:lnTo>
                      <a:pt x="914400" y="92019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h3495"/>
              <p:cNvSpPr/>
              <p:nvPr/>
            </p:nvSpPr>
            <p:spPr>
              <a:xfrm>
                <a:off x="2317558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37" y="931969"/>
                    </a:lnTo>
                    <a:lnTo>
                      <a:pt x="908175" y="922348"/>
                    </a:lnTo>
                    <a:lnTo>
                      <a:pt x="907654" y="920255"/>
                    </a:lnTo>
                    <a:lnTo>
                      <a:pt x="907135" y="918175"/>
                    </a:lnTo>
                    <a:lnTo>
                      <a:pt x="906617" y="916094"/>
                    </a:lnTo>
                    <a:lnTo>
                      <a:pt x="906195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h3496"/>
              <p:cNvSpPr/>
              <p:nvPr/>
            </p:nvSpPr>
            <p:spPr>
              <a:xfrm>
                <a:off x="231755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h3497"/>
              <p:cNvSpPr/>
              <p:nvPr/>
            </p:nvSpPr>
            <p:spPr>
              <a:xfrm>
                <a:off x="232699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h3498"/>
              <p:cNvSpPr/>
              <p:nvPr/>
            </p:nvSpPr>
            <p:spPr>
              <a:xfrm>
                <a:off x="233643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h3499"/>
              <p:cNvSpPr/>
              <p:nvPr/>
            </p:nvSpPr>
            <p:spPr>
              <a:xfrm>
                <a:off x="234587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h3500"/>
              <p:cNvSpPr/>
              <p:nvPr/>
            </p:nvSpPr>
            <p:spPr>
              <a:xfrm>
                <a:off x="235531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h3501"/>
              <p:cNvSpPr/>
              <p:nvPr/>
            </p:nvSpPr>
            <p:spPr>
              <a:xfrm>
                <a:off x="236476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h3502"/>
              <p:cNvSpPr/>
              <p:nvPr/>
            </p:nvSpPr>
            <p:spPr>
              <a:xfrm>
                <a:off x="237420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h3503"/>
              <p:cNvSpPr/>
              <p:nvPr/>
            </p:nvSpPr>
            <p:spPr>
              <a:xfrm>
                <a:off x="238364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h3504"/>
              <p:cNvSpPr/>
              <p:nvPr/>
            </p:nvSpPr>
            <p:spPr>
              <a:xfrm>
                <a:off x="239308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h3505"/>
              <p:cNvSpPr/>
              <p:nvPr/>
            </p:nvSpPr>
            <p:spPr>
              <a:xfrm>
                <a:off x="240252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h3506"/>
              <p:cNvSpPr/>
              <p:nvPr/>
            </p:nvSpPr>
            <p:spPr>
              <a:xfrm>
                <a:off x="241196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h3507"/>
              <p:cNvSpPr/>
              <p:nvPr/>
            </p:nvSpPr>
            <p:spPr>
              <a:xfrm>
                <a:off x="242140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h3508"/>
              <p:cNvSpPr/>
              <p:nvPr/>
            </p:nvSpPr>
            <p:spPr>
              <a:xfrm>
                <a:off x="243084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h3509"/>
              <p:cNvSpPr/>
              <p:nvPr/>
            </p:nvSpPr>
            <p:spPr>
              <a:xfrm>
                <a:off x="244028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h3510"/>
              <p:cNvSpPr/>
              <p:nvPr/>
            </p:nvSpPr>
            <p:spPr>
              <a:xfrm>
                <a:off x="244972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h3511"/>
              <p:cNvSpPr/>
              <p:nvPr/>
            </p:nvSpPr>
            <p:spPr>
              <a:xfrm>
                <a:off x="245916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h3512"/>
              <p:cNvSpPr/>
              <p:nvPr/>
            </p:nvSpPr>
            <p:spPr>
              <a:xfrm>
                <a:off x="246860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h3513"/>
              <p:cNvSpPr/>
              <p:nvPr/>
            </p:nvSpPr>
            <p:spPr>
              <a:xfrm>
                <a:off x="247804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h3514"/>
              <p:cNvSpPr/>
              <p:nvPr/>
            </p:nvSpPr>
            <p:spPr>
              <a:xfrm>
                <a:off x="248748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h3515"/>
              <p:cNvSpPr/>
              <p:nvPr/>
            </p:nvSpPr>
            <p:spPr>
              <a:xfrm>
                <a:off x="249692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h3516"/>
              <p:cNvSpPr/>
              <p:nvPr/>
            </p:nvSpPr>
            <p:spPr>
              <a:xfrm>
                <a:off x="250636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h3517"/>
              <p:cNvSpPr/>
              <p:nvPr/>
            </p:nvSpPr>
            <p:spPr>
              <a:xfrm>
                <a:off x="251580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h3518"/>
              <p:cNvSpPr/>
              <p:nvPr/>
            </p:nvSpPr>
            <p:spPr>
              <a:xfrm>
                <a:off x="252524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h3519"/>
              <p:cNvSpPr/>
              <p:nvPr/>
            </p:nvSpPr>
            <p:spPr>
              <a:xfrm>
                <a:off x="253468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h3520"/>
              <p:cNvSpPr/>
              <p:nvPr/>
            </p:nvSpPr>
            <p:spPr>
              <a:xfrm>
                <a:off x="254412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h3521"/>
              <p:cNvSpPr/>
              <p:nvPr/>
            </p:nvSpPr>
            <p:spPr>
              <a:xfrm>
                <a:off x="255356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h3522"/>
              <p:cNvSpPr/>
              <p:nvPr/>
            </p:nvSpPr>
            <p:spPr>
              <a:xfrm>
                <a:off x="256300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h3523"/>
              <p:cNvSpPr/>
              <p:nvPr/>
            </p:nvSpPr>
            <p:spPr>
              <a:xfrm>
                <a:off x="257244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h3524"/>
              <p:cNvSpPr/>
              <p:nvPr/>
            </p:nvSpPr>
            <p:spPr>
              <a:xfrm>
                <a:off x="258188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h3525"/>
              <p:cNvSpPr/>
              <p:nvPr/>
            </p:nvSpPr>
            <p:spPr>
              <a:xfrm>
                <a:off x="259132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h3526"/>
              <p:cNvSpPr/>
              <p:nvPr/>
            </p:nvSpPr>
            <p:spPr>
              <a:xfrm>
                <a:off x="260076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h3527"/>
              <p:cNvSpPr/>
              <p:nvPr/>
            </p:nvSpPr>
            <p:spPr>
              <a:xfrm>
                <a:off x="2619646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9" y="896878"/>
                    </a:lnTo>
                    <a:lnTo>
                      <a:pt x="914028" y="897052"/>
                    </a:lnTo>
                    <a:lnTo>
                      <a:pt x="914400" y="897293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h3528"/>
              <p:cNvSpPr/>
              <p:nvPr/>
            </p:nvSpPr>
            <p:spPr>
              <a:xfrm>
                <a:off x="2629086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293"/>
                    </a:lnTo>
                    <a:lnTo>
                      <a:pt x="905126" y="897400"/>
                    </a:lnTo>
                    <a:lnTo>
                      <a:pt x="905394" y="897574"/>
                    </a:lnTo>
                    <a:lnTo>
                      <a:pt x="905663" y="897748"/>
                    </a:lnTo>
                    <a:lnTo>
                      <a:pt x="905932" y="897922"/>
                    </a:lnTo>
                    <a:lnTo>
                      <a:pt x="906201" y="898096"/>
                    </a:lnTo>
                    <a:lnTo>
                      <a:pt x="906470" y="898270"/>
                    </a:lnTo>
                    <a:lnTo>
                      <a:pt x="906739" y="898444"/>
                    </a:lnTo>
                    <a:lnTo>
                      <a:pt x="907008" y="898618"/>
                    </a:lnTo>
                    <a:lnTo>
                      <a:pt x="907277" y="898792"/>
                    </a:lnTo>
                    <a:lnTo>
                      <a:pt x="907546" y="898966"/>
                    </a:lnTo>
                    <a:lnTo>
                      <a:pt x="907814" y="899140"/>
                    </a:lnTo>
                    <a:lnTo>
                      <a:pt x="908083" y="899314"/>
                    </a:lnTo>
                    <a:lnTo>
                      <a:pt x="908352" y="899488"/>
                    </a:lnTo>
                    <a:lnTo>
                      <a:pt x="908621" y="899663"/>
                    </a:lnTo>
                    <a:lnTo>
                      <a:pt x="908890" y="899837"/>
                    </a:lnTo>
                    <a:lnTo>
                      <a:pt x="909159" y="900011"/>
                    </a:lnTo>
                    <a:lnTo>
                      <a:pt x="909428" y="900185"/>
                    </a:lnTo>
                    <a:lnTo>
                      <a:pt x="909696" y="900359"/>
                    </a:lnTo>
                    <a:lnTo>
                      <a:pt x="909965" y="900533"/>
                    </a:lnTo>
                    <a:lnTo>
                      <a:pt x="910234" y="900707"/>
                    </a:lnTo>
                    <a:lnTo>
                      <a:pt x="910503" y="900881"/>
                    </a:lnTo>
                    <a:lnTo>
                      <a:pt x="910772" y="901055"/>
                    </a:lnTo>
                    <a:lnTo>
                      <a:pt x="914400" y="903607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h3529"/>
              <p:cNvSpPr/>
              <p:nvPr/>
            </p:nvSpPr>
            <p:spPr>
              <a:xfrm>
                <a:off x="2638527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607"/>
                    </a:lnTo>
                    <a:lnTo>
                      <a:pt x="906926" y="904990"/>
                    </a:lnTo>
                    <a:lnTo>
                      <a:pt x="912401" y="909468"/>
                    </a:lnTo>
                    <a:lnTo>
                      <a:pt x="914400" y="911343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h3530"/>
              <p:cNvSpPr/>
              <p:nvPr/>
            </p:nvSpPr>
            <p:spPr>
              <a:xfrm>
                <a:off x="2638527" y="2027233"/>
                <a:ext cx="917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57" h="914400">
                    <a:moveTo>
                      <a:pt x="914400" y="914400"/>
                    </a:moveTo>
                    <a:lnTo>
                      <a:pt x="914400" y="911343"/>
                    </a:lnTo>
                    <a:lnTo>
                      <a:pt x="917657" y="914400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h3531"/>
              <p:cNvSpPr/>
              <p:nvPr/>
            </p:nvSpPr>
            <p:spPr>
              <a:xfrm>
                <a:off x="3157740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811" y="931969"/>
                    </a:lnTo>
                    <a:lnTo>
                      <a:pt x="910623" y="927008"/>
                    </a:lnTo>
                    <a:lnTo>
                      <a:pt x="910541" y="923609"/>
                    </a:lnTo>
                    <a:lnTo>
                      <a:pt x="910458" y="920213"/>
                    </a:lnTo>
                    <a:lnTo>
                      <a:pt x="910375" y="916816"/>
                    </a:lnTo>
                    <a:lnTo>
                      <a:pt x="910316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h3532"/>
              <p:cNvSpPr/>
              <p:nvPr/>
            </p:nvSpPr>
            <p:spPr>
              <a:xfrm>
                <a:off x="315774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h3533"/>
              <p:cNvSpPr/>
              <p:nvPr/>
            </p:nvSpPr>
            <p:spPr>
              <a:xfrm>
                <a:off x="316718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h3534"/>
              <p:cNvSpPr/>
              <p:nvPr/>
            </p:nvSpPr>
            <p:spPr>
              <a:xfrm>
                <a:off x="317662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h3535"/>
              <p:cNvSpPr/>
              <p:nvPr/>
            </p:nvSpPr>
            <p:spPr>
              <a:xfrm>
                <a:off x="318606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h3536"/>
              <p:cNvSpPr/>
              <p:nvPr/>
            </p:nvSpPr>
            <p:spPr>
              <a:xfrm>
                <a:off x="319550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h3537"/>
              <p:cNvSpPr/>
              <p:nvPr/>
            </p:nvSpPr>
            <p:spPr>
              <a:xfrm>
                <a:off x="320494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h3538"/>
              <p:cNvSpPr/>
              <p:nvPr/>
            </p:nvSpPr>
            <p:spPr>
              <a:xfrm>
                <a:off x="321438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h3539"/>
              <p:cNvSpPr/>
              <p:nvPr/>
            </p:nvSpPr>
            <p:spPr>
              <a:xfrm>
                <a:off x="322382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h3540"/>
              <p:cNvSpPr/>
              <p:nvPr/>
            </p:nvSpPr>
            <p:spPr>
              <a:xfrm>
                <a:off x="323326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h3541"/>
              <p:cNvSpPr/>
              <p:nvPr/>
            </p:nvSpPr>
            <p:spPr>
              <a:xfrm>
                <a:off x="324270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h3542"/>
              <p:cNvSpPr/>
              <p:nvPr/>
            </p:nvSpPr>
            <p:spPr>
              <a:xfrm>
                <a:off x="325214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h3543"/>
              <p:cNvSpPr/>
              <p:nvPr/>
            </p:nvSpPr>
            <p:spPr>
              <a:xfrm>
                <a:off x="326158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h3544"/>
              <p:cNvSpPr/>
              <p:nvPr/>
            </p:nvSpPr>
            <p:spPr>
              <a:xfrm>
                <a:off x="327102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h3545"/>
              <p:cNvSpPr/>
              <p:nvPr/>
            </p:nvSpPr>
            <p:spPr>
              <a:xfrm>
                <a:off x="328046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h3546"/>
              <p:cNvSpPr/>
              <p:nvPr/>
            </p:nvSpPr>
            <p:spPr>
              <a:xfrm>
                <a:off x="328990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h3547"/>
              <p:cNvSpPr/>
              <p:nvPr/>
            </p:nvSpPr>
            <p:spPr>
              <a:xfrm>
                <a:off x="329934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h3548"/>
              <p:cNvSpPr/>
              <p:nvPr/>
            </p:nvSpPr>
            <p:spPr>
              <a:xfrm>
                <a:off x="330878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h3549"/>
              <p:cNvSpPr/>
              <p:nvPr/>
            </p:nvSpPr>
            <p:spPr>
              <a:xfrm>
                <a:off x="331822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h3550"/>
              <p:cNvSpPr/>
              <p:nvPr/>
            </p:nvSpPr>
            <p:spPr>
              <a:xfrm>
                <a:off x="332766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h3551"/>
              <p:cNvSpPr/>
              <p:nvPr/>
            </p:nvSpPr>
            <p:spPr>
              <a:xfrm>
                <a:off x="333710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h3552"/>
              <p:cNvSpPr/>
              <p:nvPr/>
            </p:nvSpPr>
            <p:spPr>
              <a:xfrm>
                <a:off x="334654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h3553"/>
              <p:cNvSpPr/>
              <p:nvPr/>
            </p:nvSpPr>
            <p:spPr>
              <a:xfrm>
                <a:off x="335598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h3554"/>
              <p:cNvSpPr/>
              <p:nvPr/>
            </p:nvSpPr>
            <p:spPr>
              <a:xfrm>
                <a:off x="336542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h3555"/>
              <p:cNvSpPr/>
              <p:nvPr/>
            </p:nvSpPr>
            <p:spPr>
              <a:xfrm>
                <a:off x="337486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h3556"/>
              <p:cNvSpPr/>
              <p:nvPr/>
            </p:nvSpPr>
            <p:spPr>
              <a:xfrm>
                <a:off x="338430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h3557"/>
              <p:cNvSpPr/>
              <p:nvPr/>
            </p:nvSpPr>
            <p:spPr>
              <a:xfrm>
                <a:off x="3393746" y="2027233"/>
                <a:ext cx="920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6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685" y="896830"/>
                    </a:lnTo>
                    <a:lnTo>
                      <a:pt x="918464" y="906027"/>
                    </a:lnTo>
                    <a:lnTo>
                      <a:pt x="91615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h3558"/>
              <p:cNvSpPr/>
              <p:nvPr/>
            </p:nvSpPr>
            <p:spPr>
              <a:xfrm>
                <a:off x="2308118" y="1992094"/>
                <a:ext cx="914400" cy="9270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15">
                    <a:moveTo>
                      <a:pt x="914400" y="914400"/>
                    </a:moveTo>
                    <a:lnTo>
                      <a:pt x="914400" y="927015"/>
                    </a:lnTo>
                    <a:lnTo>
                      <a:pt x="913982" y="925342"/>
                    </a:lnTo>
                    <a:lnTo>
                      <a:pt x="913463" y="923262"/>
                    </a:lnTo>
                    <a:lnTo>
                      <a:pt x="913181" y="922132"/>
                    </a:lnTo>
                    <a:lnTo>
                      <a:pt x="911754" y="920336"/>
                    </a:lnTo>
                    <a:lnTo>
                      <a:pt x="907526" y="914400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h3559"/>
              <p:cNvSpPr/>
              <p:nvPr/>
            </p:nvSpPr>
            <p:spPr>
              <a:xfrm>
                <a:off x="230811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35" y="931969"/>
                    </a:lnTo>
                    <a:lnTo>
                      <a:pt x="915539" y="931584"/>
                    </a:lnTo>
                    <a:lnTo>
                      <a:pt x="915020" y="929503"/>
                    </a:lnTo>
                    <a:lnTo>
                      <a:pt x="914501" y="927423"/>
                    </a:lnTo>
                    <a:lnTo>
                      <a:pt x="914400" y="927015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h3560"/>
              <p:cNvSpPr/>
              <p:nvPr/>
            </p:nvSpPr>
            <p:spPr>
              <a:xfrm>
                <a:off x="231755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h3561"/>
              <p:cNvSpPr/>
              <p:nvPr/>
            </p:nvSpPr>
            <p:spPr>
              <a:xfrm>
                <a:off x="232699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h3562"/>
              <p:cNvSpPr/>
              <p:nvPr/>
            </p:nvSpPr>
            <p:spPr>
              <a:xfrm>
                <a:off x="233643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h3563"/>
              <p:cNvSpPr/>
              <p:nvPr/>
            </p:nvSpPr>
            <p:spPr>
              <a:xfrm>
                <a:off x="234587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h3564"/>
              <p:cNvSpPr/>
              <p:nvPr/>
            </p:nvSpPr>
            <p:spPr>
              <a:xfrm>
                <a:off x="235531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h3565"/>
              <p:cNvSpPr/>
              <p:nvPr/>
            </p:nvSpPr>
            <p:spPr>
              <a:xfrm>
                <a:off x="236476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h3566"/>
              <p:cNvSpPr/>
              <p:nvPr/>
            </p:nvSpPr>
            <p:spPr>
              <a:xfrm>
                <a:off x="237420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h3567"/>
              <p:cNvSpPr/>
              <p:nvPr/>
            </p:nvSpPr>
            <p:spPr>
              <a:xfrm>
                <a:off x="238364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h3568"/>
              <p:cNvSpPr/>
              <p:nvPr/>
            </p:nvSpPr>
            <p:spPr>
              <a:xfrm>
                <a:off x="239308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h3569"/>
              <p:cNvSpPr/>
              <p:nvPr/>
            </p:nvSpPr>
            <p:spPr>
              <a:xfrm>
                <a:off x="240252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h3570"/>
              <p:cNvSpPr/>
              <p:nvPr/>
            </p:nvSpPr>
            <p:spPr>
              <a:xfrm>
                <a:off x="241196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h3571"/>
              <p:cNvSpPr/>
              <p:nvPr/>
            </p:nvSpPr>
            <p:spPr>
              <a:xfrm>
                <a:off x="242140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h3572"/>
              <p:cNvSpPr/>
              <p:nvPr/>
            </p:nvSpPr>
            <p:spPr>
              <a:xfrm>
                <a:off x="243084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h3573"/>
              <p:cNvSpPr/>
              <p:nvPr/>
            </p:nvSpPr>
            <p:spPr>
              <a:xfrm>
                <a:off x="244028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h3574"/>
              <p:cNvSpPr/>
              <p:nvPr/>
            </p:nvSpPr>
            <p:spPr>
              <a:xfrm>
                <a:off x="244972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h3575"/>
              <p:cNvSpPr/>
              <p:nvPr/>
            </p:nvSpPr>
            <p:spPr>
              <a:xfrm>
                <a:off x="245916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h3576"/>
              <p:cNvSpPr/>
              <p:nvPr/>
            </p:nvSpPr>
            <p:spPr>
              <a:xfrm>
                <a:off x="246860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h3577"/>
              <p:cNvSpPr/>
              <p:nvPr/>
            </p:nvSpPr>
            <p:spPr>
              <a:xfrm>
                <a:off x="247804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h3578"/>
              <p:cNvSpPr/>
              <p:nvPr/>
            </p:nvSpPr>
            <p:spPr>
              <a:xfrm>
                <a:off x="248748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h3579"/>
              <p:cNvSpPr/>
              <p:nvPr/>
            </p:nvSpPr>
            <p:spPr>
              <a:xfrm>
                <a:off x="249692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h3580"/>
              <p:cNvSpPr/>
              <p:nvPr/>
            </p:nvSpPr>
            <p:spPr>
              <a:xfrm>
                <a:off x="250636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h3581"/>
              <p:cNvSpPr/>
              <p:nvPr/>
            </p:nvSpPr>
            <p:spPr>
              <a:xfrm>
                <a:off x="251580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h3582"/>
              <p:cNvSpPr/>
              <p:nvPr/>
            </p:nvSpPr>
            <p:spPr>
              <a:xfrm>
                <a:off x="252524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h3583"/>
              <p:cNvSpPr/>
              <p:nvPr/>
            </p:nvSpPr>
            <p:spPr>
              <a:xfrm>
                <a:off x="253468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h3584"/>
              <p:cNvSpPr/>
              <p:nvPr/>
            </p:nvSpPr>
            <p:spPr>
              <a:xfrm>
                <a:off x="254412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h3585"/>
              <p:cNvSpPr/>
              <p:nvPr/>
            </p:nvSpPr>
            <p:spPr>
              <a:xfrm>
                <a:off x="255356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h3586"/>
              <p:cNvSpPr/>
              <p:nvPr/>
            </p:nvSpPr>
            <p:spPr>
              <a:xfrm>
                <a:off x="256300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h3587"/>
              <p:cNvSpPr/>
              <p:nvPr/>
            </p:nvSpPr>
            <p:spPr>
              <a:xfrm>
                <a:off x="257244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h3588"/>
              <p:cNvSpPr/>
              <p:nvPr/>
            </p:nvSpPr>
            <p:spPr>
              <a:xfrm>
                <a:off x="258188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h3589"/>
              <p:cNvSpPr/>
              <p:nvPr/>
            </p:nvSpPr>
            <p:spPr>
              <a:xfrm>
                <a:off x="259132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h3590"/>
              <p:cNvSpPr/>
              <p:nvPr/>
            </p:nvSpPr>
            <p:spPr>
              <a:xfrm>
                <a:off x="2610206" y="200966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970" y="896830"/>
                    </a:lnTo>
                    <a:lnTo>
                      <a:pt x="914399" y="897656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h3591"/>
              <p:cNvSpPr/>
              <p:nvPr/>
            </p:nvSpPr>
            <p:spPr>
              <a:xfrm>
                <a:off x="2610206" y="2009664"/>
                <a:ext cx="92312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24" h="914400">
                    <a:moveTo>
                      <a:pt x="914399" y="914400"/>
                    </a:moveTo>
                    <a:lnTo>
                      <a:pt x="914399" y="897656"/>
                    </a:lnTo>
                    <a:lnTo>
                      <a:pt x="917249" y="903143"/>
                    </a:lnTo>
                    <a:lnTo>
                      <a:pt x="922661" y="914100"/>
                    </a:lnTo>
                    <a:lnTo>
                      <a:pt x="922930" y="914274"/>
                    </a:lnTo>
                    <a:lnTo>
                      <a:pt x="923124" y="914400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h3592"/>
              <p:cNvSpPr/>
              <p:nvPr/>
            </p:nvSpPr>
            <p:spPr>
              <a:xfrm>
                <a:off x="3157740" y="199209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16" y="931969"/>
                    </a:lnTo>
                    <a:lnTo>
                      <a:pt x="910292" y="930989"/>
                    </a:lnTo>
                    <a:lnTo>
                      <a:pt x="910210" y="927593"/>
                    </a:lnTo>
                    <a:lnTo>
                      <a:pt x="910127" y="924196"/>
                    </a:lnTo>
                    <a:lnTo>
                      <a:pt x="910044" y="920800"/>
                    </a:lnTo>
                    <a:lnTo>
                      <a:pt x="909961" y="917401"/>
                    </a:lnTo>
                    <a:lnTo>
                      <a:pt x="909930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h3593"/>
              <p:cNvSpPr/>
              <p:nvPr/>
            </p:nvSpPr>
            <p:spPr>
              <a:xfrm>
                <a:off x="315774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h3594"/>
              <p:cNvSpPr/>
              <p:nvPr/>
            </p:nvSpPr>
            <p:spPr>
              <a:xfrm>
                <a:off x="316718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h3595"/>
              <p:cNvSpPr/>
              <p:nvPr/>
            </p:nvSpPr>
            <p:spPr>
              <a:xfrm>
                <a:off x="317662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h3596"/>
              <p:cNvSpPr/>
              <p:nvPr/>
            </p:nvSpPr>
            <p:spPr>
              <a:xfrm>
                <a:off x="318606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h3597"/>
              <p:cNvSpPr/>
              <p:nvPr/>
            </p:nvSpPr>
            <p:spPr>
              <a:xfrm>
                <a:off x="319550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h3598"/>
              <p:cNvSpPr/>
              <p:nvPr/>
            </p:nvSpPr>
            <p:spPr>
              <a:xfrm>
                <a:off x="320494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h3599"/>
              <p:cNvSpPr/>
              <p:nvPr/>
            </p:nvSpPr>
            <p:spPr>
              <a:xfrm>
                <a:off x="321438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h3600"/>
              <p:cNvSpPr/>
              <p:nvPr/>
            </p:nvSpPr>
            <p:spPr>
              <a:xfrm>
                <a:off x="322382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h3601"/>
              <p:cNvSpPr/>
              <p:nvPr/>
            </p:nvSpPr>
            <p:spPr>
              <a:xfrm>
                <a:off x="323326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h3602"/>
              <p:cNvSpPr/>
              <p:nvPr/>
            </p:nvSpPr>
            <p:spPr>
              <a:xfrm>
                <a:off x="324270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h3603"/>
              <p:cNvSpPr/>
              <p:nvPr/>
            </p:nvSpPr>
            <p:spPr>
              <a:xfrm>
                <a:off x="325214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h3604"/>
              <p:cNvSpPr/>
              <p:nvPr/>
            </p:nvSpPr>
            <p:spPr>
              <a:xfrm>
                <a:off x="326158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h3605"/>
              <p:cNvSpPr/>
              <p:nvPr/>
            </p:nvSpPr>
            <p:spPr>
              <a:xfrm>
                <a:off x="327102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h3606"/>
              <p:cNvSpPr/>
              <p:nvPr/>
            </p:nvSpPr>
            <p:spPr>
              <a:xfrm>
                <a:off x="328046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h3607"/>
              <p:cNvSpPr/>
              <p:nvPr/>
            </p:nvSpPr>
            <p:spPr>
              <a:xfrm>
                <a:off x="328990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h3608"/>
              <p:cNvSpPr/>
              <p:nvPr/>
            </p:nvSpPr>
            <p:spPr>
              <a:xfrm>
                <a:off x="329934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h3609"/>
              <p:cNvSpPr/>
              <p:nvPr/>
            </p:nvSpPr>
            <p:spPr>
              <a:xfrm>
                <a:off x="330878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h3610"/>
              <p:cNvSpPr/>
              <p:nvPr/>
            </p:nvSpPr>
            <p:spPr>
              <a:xfrm>
                <a:off x="331822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h3611"/>
              <p:cNvSpPr/>
              <p:nvPr/>
            </p:nvSpPr>
            <p:spPr>
              <a:xfrm>
                <a:off x="332766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h3612"/>
              <p:cNvSpPr/>
              <p:nvPr/>
            </p:nvSpPr>
            <p:spPr>
              <a:xfrm>
                <a:off x="333710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h3613"/>
              <p:cNvSpPr/>
              <p:nvPr/>
            </p:nvSpPr>
            <p:spPr>
              <a:xfrm>
                <a:off x="334654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h3614"/>
              <p:cNvSpPr/>
              <p:nvPr/>
            </p:nvSpPr>
            <p:spPr>
              <a:xfrm>
                <a:off x="335598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h3615"/>
              <p:cNvSpPr/>
              <p:nvPr/>
            </p:nvSpPr>
            <p:spPr>
              <a:xfrm>
                <a:off x="336542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h3616"/>
              <p:cNvSpPr/>
              <p:nvPr/>
            </p:nvSpPr>
            <p:spPr>
              <a:xfrm>
                <a:off x="337486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h3617"/>
              <p:cNvSpPr/>
              <p:nvPr/>
            </p:nvSpPr>
            <p:spPr>
              <a:xfrm>
                <a:off x="338430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h3618"/>
              <p:cNvSpPr/>
              <p:nvPr/>
            </p:nvSpPr>
            <p:spPr>
              <a:xfrm>
                <a:off x="3393746" y="20096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671"/>
                    </a:lnTo>
                    <a:lnTo>
                      <a:pt x="922956" y="903636"/>
                    </a:lnTo>
                    <a:lnTo>
                      <a:pt x="920848" y="913724"/>
                    </a:lnTo>
                    <a:lnTo>
                      <a:pt x="92068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h3619"/>
              <p:cNvSpPr/>
              <p:nvPr/>
            </p:nvSpPr>
            <p:spPr>
              <a:xfrm>
                <a:off x="3403186" y="1992094"/>
                <a:ext cx="914727" cy="916241"/>
              </a:xfrm>
              <a:custGeom>
                <a:avLst/>
                <a:gdLst/>
                <a:ahLst/>
                <a:cxnLst/>
                <a:rect l="0" t="0" r="0" b="0"/>
                <a:pathLst>
                  <a:path w="914727" h="916241">
                    <a:moveTo>
                      <a:pt x="914400" y="914400"/>
                    </a:moveTo>
                    <a:lnTo>
                      <a:pt x="914727" y="914400"/>
                    </a:lnTo>
                    <a:lnTo>
                      <a:pt x="914400" y="91624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h3620"/>
              <p:cNvSpPr/>
              <p:nvPr/>
            </p:nvSpPr>
            <p:spPr>
              <a:xfrm>
                <a:off x="2298678" y="1974524"/>
                <a:ext cx="914400" cy="9280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31">
                    <a:moveTo>
                      <a:pt x="914400" y="914400"/>
                    </a:moveTo>
                    <a:lnTo>
                      <a:pt x="914400" y="928031"/>
                    </a:lnTo>
                    <a:lnTo>
                      <a:pt x="912048" y="924361"/>
                    </a:lnTo>
                    <a:lnTo>
                      <a:pt x="907769" y="916948"/>
                    </a:lnTo>
                    <a:lnTo>
                      <a:pt x="906442" y="914400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h3621"/>
              <p:cNvSpPr/>
              <p:nvPr/>
            </p:nvSpPr>
            <p:spPr>
              <a:xfrm>
                <a:off x="229867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66" y="931969"/>
                    </a:lnTo>
                    <a:lnTo>
                      <a:pt x="916528" y="931353"/>
                    </a:lnTo>
                    <a:lnTo>
                      <a:pt x="914400" y="928031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h3622"/>
              <p:cNvSpPr/>
              <p:nvPr/>
            </p:nvSpPr>
            <p:spPr>
              <a:xfrm>
                <a:off x="230811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h3623"/>
              <p:cNvSpPr/>
              <p:nvPr/>
            </p:nvSpPr>
            <p:spPr>
              <a:xfrm>
                <a:off x="231755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h3624"/>
              <p:cNvSpPr/>
              <p:nvPr/>
            </p:nvSpPr>
            <p:spPr>
              <a:xfrm>
                <a:off x="232699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h3625"/>
              <p:cNvSpPr/>
              <p:nvPr/>
            </p:nvSpPr>
            <p:spPr>
              <a:xfrm>
                <a:off x="233643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h3626"/>
              <p:cNvSpPr/>
              <p:nvPr/>
            </p:nvSpPr>
            <p:spPr>
              <a:xfrm>
                <a:off x="234587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h3627"/>
              <p:cNvSpPr/>
              <p:nvPr/>
            </p:nvSpPr>
            <p:spPr>
              <a:xfrm>
                <a:off x="235531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h3628"/>
              <p:cNvSpPr/>
              <p:nvPr/>
            </p:nvSpPr>
            <p:spPr>
              <a:xfrm>
                <a:off x="236476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h3629"/>
              <p:cNvSpPr/>
              <p:nvPr/>
            </p:nvSpPr>
            <p:spPr>
              <a:xfrm>
                <a:off x="237420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h3630"/>
              <p:cNvSpPr/>
              <p:nvPr/>
            </p:nvSpPr>
            <p:spPr>
              <a:xfrm>
                <a:off x="238364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h3631"/>
              <p:cNvSpPr/>
              <p:nvPr/>
            </p:nvSpPr>
            <p:spPr>
              <a:xfrm>
                <a:off x="239308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h3632"/>
              <p:cNvSpPr/>
              <p:nvPr/>
            </p:nvSpPr>
            <p:spPr>
              <a:xfrm>
                <a:off x="240252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h3633"/>
              <p:cNvSpPr/>
              <p:nvPr/>
            </p:nvSpPr>
            <p:spPr>
              <a:xfrm>
                <a:off x="241196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h3634"/>
              <p:cNvSpPr/>
              <p:nvPr/>
            </p:nvSpPr>
            <p:spPr>
              <a:xfrm>
                <a:off x="242140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h3635"/>
              <p:cNvSpPr/>
              <p:nvPr/>
            </p:nvSpPr>
            <p:spPr>
              <a:xfrm>
                <a:off x="243084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h3636"/>
              <p:cNvSpPr/>
              <p:nvPr/>
            </p:nvSpPr>
            <p:spPr>
              <a:xfrm>
                <a:off x="244028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h3637"/>
              <p:cNvSpPr/>
              <p:nvPr/>
            </p:nvSpPr>
            <p:spPr>
              <a:xfrm>
                <a:off x="244972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h3638"/>
              <p:cNvSpPr/>
              <p:nvPr/>
            </p:nvSpPr>
            <p:spPr>
              <a:xfrm>
                <a:off x="245916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h3639"/>
              <p:cNvSpPr/>
              <p:nvPr/>
            </p:nvSpPr>
            <p:spPr>
              <a:xfrm>
                <a:off x="246860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h3640"/>
              <p:cNvSpPr/>
              <p:nvPr/>
            </p:nvSpPr>
            <p:spPr>
              <a:xfrm>
                <a:off x="247804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h3641"/>
              <p:cNvSpPr/>
              <p:nvPr/>
            </p:nvSpPr>
            <p:spPr>
              <a:xfrm>
                <a:off x="248748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h3642"/>
              <p:cNvSpPr/>
              <p:nvPr/>
            </p:nvSpPr>
            <p:spPr>
              <a:xfrm>
                <a:off x="249692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h3643"/>
              <p:cNvSpPr/>
              <p:nvPr/>
            </p:nvSpPr>
            <p:spPr>
              <a:xfrm>
                <a:off x="250636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h3644"/>
              <p:cNvSpPr/>
              <p:nvPr/>
            </p:nvSpPr>
            <p:spPr>
              <a:xfrm>
                <a:off x="251580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h3645"/>
              <p:cNvSpPr/>
              <p:nvPr/>
            </p:nvSpPr>
            <p:spPr>
              <a:xfrm>
                <a:off x="252524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h3646"/>
              <p:cNvSpPr/>
              <p:nvPr/>
            </p:nvSpPr>
            <p:spPr>
              <a:xfrm>
                <a:off x="253468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h3647"/>
              <p:cNvSpPr/>
              <p:nvPr/>
            </p:nvSpPr>
            <p:spPr>
              <a:xfrm>
                <a:off x="254412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h3648"/>
              <p:cNvSpPr/>
              <p:nvPr/>
            </p:nvSpPr>
            <p:spPr>
              <a:xfrm>
                <a:off x="255356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h3649"/>
              <p:cNvSpPr/>
              <p:nvPr/>
            </p:nvSpPr>
            <p:spPr>
              <a:xfrm>
                <a:off x="256300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h3650"/>
              <p:cNvSpPr/>
              <p:nvPr/>
            </p:nvSpPr>
            <p:spPr>
              <a:xfrm>
                <a:off x="257244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h3651"/>
              <p:cNvSpPr/>
              <p:nvPr/>
            </p:nvSpPr>
            <p:spPr>
              <a:xfrm>
                <a:off x="258188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h3652"/>
              <p:cNvSpPr/>
              <p:nvPr/>
            </p:nvSpPr>
            <p:spPr>
              <a:xfrm>
                <a:off x="2600766" y="1992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81" y="896830"/>
                    </a:lnTo>
                    <a:lnTo>
                      <a:pt x="913194" y="897401"/>
                    </a:lnTo>
                    <a:lnTo>
                      <a:pt x="914400" y="89926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h3653"/>
              <p:cNvSpPr/>
              <p:nvPr/>
            </p:nvSpPr>
            <p:spPr>
              <a:xfrm>
                <a:off x="2600766" y="1992094"/>
                <a:ext cx="92341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11" h="914400">
                    <a:moveTo>
                      <a:pt x="914400" y="914400"/>
                    </a:moveTo>
                    <a:lnTo>
                      <a:pt x="914400" y="899268"/>
                    </a:lnTo>
                    <a:lnTo>
                      <a:pt x="917917" y="904714"/>
                    </a:lnTo>
                    <a:lnTo>
                      <a:pt x="922420" y="912492"/>
                    </a:lnTo>
                    <a:lnTo>
                      <a:pt x="923411" y="914400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h3654"/>
              <p:cNvSpPr/>
              <p:nvPr/>
            </p:nvSpPr>
            <p:spPr>
              <a:xfrm>
                <a:off x="3157740" y="197452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930" y="931969"/>
                    </a:lnTo>
                    <a:lnTo>
                      <a:pt x="909847" y="923777"/>
                    </a:lnTo>
                    <a:lnTo>
                      <a:pt x="910019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h3655"/>
              <p:cNvSpPr/>
              <p:nvPr/>
            </p:nvSpPr>
            <p:spPr>
              <a:xfrm>
                <a:off x="315774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h3656"/>
              <p:cNvSpPr/>
              <p:nvPr/>
            </p:nvSpPr>
            <p:spPr>
              <a:xfrm>
                <a:off x="316718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h3657"/>
              <p:cNvSpPr/>
              <p:nvPr/>
            </p:nvSpPr>
            <p:spPr>
              <a:xfrm>
                <a:off x="317662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h3658"/>
              <p:cNvSpPr/>
              <p:nvPr/>
            </p:nvSpPr>
            <p:spPr>
              <a:xfrm>
                <a:off x="318606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h3659"/>
              <p:cNvSpPr/>
              <p:nvPr/>
            </p:nvSpPr>
            <p:spPr>
              <a:xfrm>
                <a:off x="319550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h3660"/>
              <p:cNvSpPr/>
              <p:nvPr/>
            </p:nvSpPr>
            <p:spPr>
              <a:xfrm>
                <a:off x="320494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h3661"/>
              <p:cNvSpPr/>
              <p:nvPr/>
            </p:nvSpPr>
            <p:spPr>
              <a:xfrm>
                <a:off x="321438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h3662"/>
              <p:cNvSpPr/>
              <p:nvPr/>
            </p:nvSpPr>
            <p:spPr>
              <a:xfrm>
                <a:off x="322382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h3663"/>
              <p:cNvSpPr/>
              <p:nvPr/>
            </p:nvSpPr>
            <p:spPr>
              <a:xfrm>
                <a:off x="323326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h3664"/>
              <p:cNvSpPr/>
              <p:nvPr/>
            </p:nvSpPr>
            <p:spPr>
              <a:xfrm>
                <a:off x="324270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h3665"/>
              <p:cNvSpPr/>
              <p:nvPr/>
            </p:nvSpPr>
            <p:spPr>
              <a:xfrm>
                <a:off x="325214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h3666"/>
              <p:cNvSpPr/>
              <p:nvPr/>
            </p:nvSpPr>
            <p:spPr>
              <a:xfrm>
                <a:off x="326158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h3667"/>
              <p:cNvSpPr/>
              <p:nvPr/>
            </p:nvSpPr>
            <p:spPr>
              <a:xfrm>
                <a:off x="327102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h3668"/>
              <p:cNvSpPr/>
              <p:nvPr/>
            </p:nvSpPr>
            <p:spPr>
              <a:xfrm>
                <a:off x="328046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h3669"/>
              <p:cNvSpPr/>
              <p:nvPr/>
            </p:nvSpPr>
            <p:spPr>
              <a:xfrm>
                <a:off x="328990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h3670"/>
              <p:cNvSpPr/>
              <p:nvPr/>
            </p:nvSpPr>
            <p:spPr>
              <a:xfrm>
                <a:off x="329934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h3671"/>
              <p:cNvSpPr/>
              <p:nvPr/>
            </p:nvSpPr>
            <p:spPr>
              <a:xfrm>
                <a:off x="330878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h3672"/>
              <p:cNvSpPr/>
              <p:nvPr/>
            </p:nvSpPr>
            <p:spPr>
              <a:xfrm>
                <a:off x="331822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h3673"/>
              <p:cNvSpPr/>
              <p:nvPr/>
            </p:nvSpPr>
            <p:spPr>
              <a:xfrm>
                <a:off x="332766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h3674"/>
              <p:cNvSpPr/>
              <p:nvPr/>
            </p:nvSpPr>
            <p:spPr>
              <a:xfrm>
                <a:off x="333710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h3675"/>
              <p:cNvSpPr/>
              <p:nvPr/>
            </p:nvSpPr>
            <p:spPr>
              <a:xfrm>
                <a:off x="334654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h3676"/>
              <p:cNvSpPr/>
              <p:nvPr/>
            </p:nvSpPr>
            <p:spPr>
              <a:xfrm>
                <a:off x="335598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h3677"/>
              <p:cNvSpPr/>
              <p:nvPr/>
            </p:nvSpPr>
            <p:spPr>
              <a:xfrm>
                <a:off x="336542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h3678"/>
              <p:cNvSpPr/>
              <p:nvPr/>
            </p:nvSpPr>
            <p:spPr>
              <a:xfrm>
                <a:off x="337486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h3679"/>
              <p:cNvSpPr/>
              <p:nvPr/>
            </p:nvSpPr>
            <p:spPr>
              <a:xfrm>
                <a:off x="338430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h3680"/>
              <p:cNvSpPr/>
              <p:nvPr/>
            </p:nvSpPr>
            <p:spPr>
              <a:xfrm>
                <a:off x="339374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h3681"/>
              <p:cNvSpPr/>
              <p:nvPr/>
            </p:nvSpPr>
            <p:spPr>
              <a:xfrm>
                <a:off x="3403186" y="19920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640" y="896830"/>
                    </a:lnTo>
                    <a:lnTo>
                      <a:pt x="917346" y="898638"/>
                    </a:lnTo>
                    <a:lnTo>
                      <a:pt x="916845" y="901707"/>
                    </a:lnTo>
                    <a:lnTo>
                      <a:pt x="916345" y="904777"/>
                    </a:lnTo>
                    <a:lnTo>
                      <a:pt x="915846" y="907847"/>
                    </a:lnTo>
                    <a:lnTo>
                      <a:pt x="915344" y="910930"/>
                    </a:lnTo>
                    <a:lnTo>
                      <a:pt x="91472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h3682"/>
              <p:cNvSpPr/>
              <p:nvPr/>
            </p:nvSpPr>
            <p:spPr>
              <a:xfrm>
                <a:off x="2289238" y="1956954"/>
                <a:ext cx="914400" cy="92912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22">
                    <a:moveTo>
                      <a:pt x="914400" y="914400"/>
                    </a:moveTo>
                    <a:lnTo>
                      <a:pt x="914400" y="929122"/>
                    </a:lnTo>
                    <a:lnTo>
                      <a:pt x="913141" y="926704"/>
                    </a:lnTo>
                    <a:lnTo>
                      <a:pt x="909294" y="918510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h3683"/>
              <p:cNvSpPr/>
              <p:nvPr/>
            </p:nvSpPr>
            <p:spPr>
              <a:xfrm>
                <a:off x="228923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2" y="931969"/>
                    </a:lnTo>
                    <a:lnTo>
                      <a:pt x="914400" y="929122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h3684"/>
              <p:cNvSpPr/>
              <p:nvPr/>
            </p:nvSpPr>
            <p:spPr>
              <a:xfrm>
                <a:off x="229867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h3685"/>
              <p:cNvSpPr/>
              <p:nvPr/>
            </p:nvSpPr>
            <p:spPr>
              <a:xfrm>
                <a:off x="230811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h3686"/>
              <p:cNvSpPr/>
              <p:nvPr/>
            </p:nvSpPr>
            <p:spPr>
              <a:xfrm>
                <a:off x="231755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h3687"/>
              <p:cNvSpPr/>
              <p:nvPr/>
            </p:nvSpPr>
            <p:spPr>
              <a:xfrm>
                <a:off x="232699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h3688"/>
              <p:cNvSpPr/>
              <p:nvPr/>
            </p:nvSpPr>
            <p:spPr>
              <a:xfrm>
                <a:off x="233643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h3689"/>
              <p:cNvSpPr/>
              <p:nvPr/>
            </p:nvSpPr>
            <p:spPr>
              <a:xfrm>
                <a:off x="234587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h3690"/>
              <p:cNvSpPr/>
              <p:nvPr/>
            </p:nvSpPr>
            <p:spPr>
              <a:xfrm>
                <a:off x="235531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h3691"/>
              <p:cNvSpPr/>
              <p:nvPr/>
            </p:nvSpPr>
            <p:spPr>
              <a:xfrm>
                <a:off x="236476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h3692"/>
              <p:cNvSpPr/>
              <p:nvPr/>
            </p:nvSpPr>
            <p:spPr>
              <a:xfrm>
                <a:off x="237420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h3693"/>
              <p:cNvSpPr/>
              <p:nvPr/>
            </p:nvSpPr>
            <p:spPr>
              <a:xfrm>
                <a:off x="238364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h3694"/>
              <p:cNvSpPr/>
              <p:nvPr/>
            </p:nvSpPr>
            <p:spPr>
              <a:xfrm>
                <a:off x="239308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h3695"/>
              <p:cNvSpPr/>
              <p:nvPr/>
            </p:nvSpPr>
            <p:spPr>
              <a:xfrm>
                <a:off x="240252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h3696"/>
              <p:cNvSpPr/>
              <p:nvPr/>
            </p:nvSpPr>
            <p:spPr>
              <a:xfrm>
                <a:off x="241196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h3697"/>
              <p:cNvSpPr/>
              <p:nvPr/>
            </p:nvSpPr>
            <p:spPr>
              <a:xfrm>
                <a:off x="242140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h3698"/>
              <p:cNvSpPr/>
              <p:nvPr/>
            </p:nvSpPr>
            <p:spPr>
              <a:xfrm>
                <a:off x="243084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h3699"/>
              <p:cNvSpPr/>
              <p:nvPr/>
            </p:nvSpPr>
            <p:spPr>
              <a:xfrm>
                <a:off x="244028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h3700"/>
              <p:cNvSpPr/>
              <p:nvPr/>
            </p:nvSpPr>
            <p:spPr>
              <a:xfrm>
                <a:off x="244972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h3701"/>
              <p:cNvSpPr/>
              <p:nvPr/>
            </p:nvSpPr>
            <p:spPr>
              <a:xfrm>
                <a:off x="245916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h3702"/>
              <p:cNvSpPr/>
              <p:nvPr/>
            </p:nvSpPr>
            <p:spPr>
              <a:xfrm>
                <a:off x="246860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h3703"/>
              <p:cNvSpPr/>
              <p:nvPr/>
            </p:nvSpPr>
            <p:spPr>
              <a:xfrm>
                <a:off x="247804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h3704"/>
              <p:cNvSpPr/>
              <p:nvPr/>
            </p:nvSpPr>
            <p:spPr>
              <a:xfrm>
                <a:off x="248748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h3705"/>
              <p:cNvSpPr/>
              <p:nvPr/>
            </p:nvSpPr>
            <p:spPr>
              <a:xfrm>
                <a:off x="249692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h3706"/>
              <p:cNvSpPr/>
              <p:nvPr/>
            </p:nvSpPr>
            <p:spPr>
              <a:xfrm>
                <a:off x="250636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h3707"/>
              <p:cNvSpPr/>
              <p:nvPr/>
            </p:nvSpPr>
            <p:spPr>
              <a:xfrm>
                <a:off x="251580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h3708"/>
              <p:cNvSpPr/>
              <p:nvPr/>
            </p:nvSpPr>
            <p:spPr>
              <a:xfrm>
                <a:off x="252524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h3709"/>
              <p:cNvSpPr/>
              <p:nvPr/>
            </p:nvSpPr>
            <p:spPr>
              <a:xfrm>
                <a:off x="253468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h3710"/>
              <p:cNvSpPr/>
              <p:nvPr/>
            </p:nvSpPr>
            <p:spPr>
              <a:xfrm>
                <a:off x="254412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h3711"/>
              <p:cNvSpPr/>
              <p:nvPr/>
            </p:nvSpPr>
            <p:spPr>
              <a:xfrm>
                <a:off x="255356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h3712"/>
              <p:cNvSpPr/>
              <p:nvPr/>
            </p:nvSpPr>
            <p:spPr>
              <a:xfrm>
                <a:off x="256300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h3713"/>
              <p:cNvSpPr/>
              <p:nvPr/>
            </p:nvSpPr>
            <p:spPr>
              <a:xfrm>
                <a:off x="257244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h3714"/>
              <p:cNvSpPr/>
              <p:nvPr/>
            </p:nvSpPr>
            <p:spPr>
              <a:xfrm>
                <a:off x="2591325" y="197452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13" y="896830"/>
                    </a:lnTo>
                    <a:lnTo>
                      <a:pt x="912584" y="901828"/>
                    </a:lnTo>
                    <a:lnTo>
                      <a:pt x="914399" y="90406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h3715"/>
              <p:cNvSpPr/>
              <p:nvPr/>
            </p:nvSpPr>
            <p:spPr>
              <a:xfrm>
                <a:off x="2591325" y="1974524"/>
                <a:ext cx="92222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21" h="914400">
                    <a:moveTo>
                      <a:pt x="914399" y="914400"/>
                    </a:moveTo>
                    <a:lnTo>
                      <a:pt x="914399" y="904068"/>
                    </a:lnTo>
                    <a:lnTo>
                      <a:pt x="917705" y="908146"/>
                    </a:lnTo>
                    <a:lnTo>
                      <a:pt x="922221" y="914400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h3716"/>
              <p:cNvSpPr/>
              <p:nvPr/>
            </p:nvSpPr>
            <p:spPr>
              <a:xfrm>
                <a:off x="3157740" y="195695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19" y="931969"/>
                    </a:lnTo>
                    <a:lnTo>
                      <a:pt x="910053" y="930157"/>
                    </a:lnTo>
                    <a:lnTo>
                      <a:pt x="910577" y="919004"/>
                    </a:lnTo>
                    <a:lnTo>
                      <a:pt x="910927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h3717"/>
              <p:cNvSpPr/>
              <p:nvPr/>
            </p:nvSpPr>
            <p:spPr>
              <a:xfrm>
                <a:off x="315774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h3718"/>
              <p:cNvSpPr/>
              <p:nvPr/>
            </p:nvSpPr>
            <p:spPr>
              <a:xfrm>
                <a:off x="316718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h3719"/>
              <p:cNvSpPr/>
              <p:nvPr/>
            </p:nvSpPr>
            <p:spPr>
              <a:xfrm>
                <a:off x="317662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h3720"/>
              <p:cNvSpPr/>
              <p:nvPr/>
            </p:nvSpPr>
            <p:spPr>
              <a:xfrm>
                <a:off x="318606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h3721"/>
              <p:cNvSpPr/>
              <p:nvPr/>
            </p:nvSpPr>
            <p:spPr>
              <a:xfrm>
                <a:off x="319550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h3722"/>
              <p:cNvSpPr/>
              <p:nvPr/>
            </p:nvSpPr>
            <p:spPr>
              <a:xfrm>
                <a:off x="320494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h3723"/>
              <p:cNvSpPr/>
              <p:nvPr/>
            </p:nvSpPr>
            <p:spPr>
              <a:xfrm>
                <a:off x="321438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h3724"/>
              <p:cNvSpPr/>
              <p:nvPr/>
            </p:nvSpPr>
            <p:spPr>
              <a:xfrm>
                <a:off x="322382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h3725"/>
              <p:cNvSpPr/>
              <p:nvPr/>
            </p:nvSpPr>
            <p:spPr>
              <a:xfrm>
                <a:off x="323326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h3726"/>
              <p:cNvSpPr/>
              <p:nvPr/>
            </p:nvSpPr>
            <p:spPr>
              <a:xfrm>
                <a:off x="324270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h3727"/>
              <p:cNvSpPr/>
              <p:nvPr/>
            </p:nvSpPr>
            <p:spPr>
              <a:xfrm>
                <a:off x="325214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h3728"/>
              <p:cNvSpPr/>
              <p:nvPr/>
            </p:nvSpPr>
            <p:spPr>
              <a:xfrm>
                <a:off x="326158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h3729"/>
              <p:cNvSpPr/>
              <p:nvPr/>
            </p:nvSpPr>
            <p:spPr>
              <a:xfrm>
                <a:off x="327102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h3730"/>
              <p:cNvSpPr/>
              <p:nvPr/>
            </p:nvSpPr>
            <p:spPr>
              <a:xfrm>
                <a:off x="328046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h3731"/>
              <p:cNvSpPr/>
              <p:nvPr/>
            </p:nvSpPr>
            <p:spPr>
              <a:xfrm>
                <a:off x="328990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h3732"/>
              <p:cNvSpPr/>
              <p:nvPr/>
            </p:nvSpPr>
            <p:spPr>
              <a:xfrm>
                <a:off x="329934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h3733"/>
              <p:cNvSpPr/>
              <p:nvPr/>
            </p:nvSpPr>
            <p:spPr>
              <a:xfrm>
                <a:off x="330878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h3734"/>
              <p:cNvSpPr/>
              <p:nvPr/>
            </p:nvSpPr>
            <p:spPr>
              <a:xfrm>
                <a:off x="331822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h3735"/>
              <p:cNvSpPr/>
              <p:nvPr/>
            </p:nvSpPr>
            <p:spPr>
              <a:xfrm>
                <a:off x="332766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h3736"/>
              <p:cNvSpPr/>
              <p:nvPr/>
            </p:nvSpPr>
            <p:spPr>
              <a:xfrm>
                <a:off x="333710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h3737"/>
              <p:cNvSpPr/>
              <p:nvPr/>
            </p:nvSpPr>
            <p:spPr>
              <a:xfrm>
                <a:off x="334654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h3738"/>
              <p:cNvSpPr/>
              <p:nvPr/>
            </p:nvSpPr>
            <p:spPr>
              <a:xfrm>
                <a:off x="335598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h3739"/>
              <p:cNvSpPr/>
              <p:nvPr/>
            </p:nvSpPr>
            <p:spPr>
              <a:xfrm>
                <a:off x="336542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h3740"/>
              <p:cNvSpPr/>
              <p:nvPr/>
            </p:nvSpPr>
            <p:spPr>
              <a:xfrm>
                <a:off x="337486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h3741"/>
              <p:cNvSpPr/>
              <p:nvPr/>
            </p:nvSpPr>
            <p:spPr>
              <a:xfrm>
                <a:off x="338430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h3742"/>
              <p:cNvSpPr/>
              <p:nvPr/>
            </p:nvSpPr>
            <p:spPr>
              <a:xfrm>
                <a:off x="339374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h3743"/>
              <p:cNvSpPr/>
              <p:nvPr/>
            </p:nvSpPr>
            <p:spPr>
              <a:xfrm>
                <a:off x="3403186" y="1974524"/>
                <a:ext cx="9203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397" y="896830"/>
                    </a:lnTo>
                    <a:lnTo>
                      <a:pt x="919351" y="903916"/>
                    </a:lnTo>
                    <a:lnTo>
                      <a:pt x="918847" y="906999"/>
                    </a:lnTo>
                    <a:lnTo>
                      <a:pt x="918347" y="910068"/>
                    </a:lnTo>
                    <a:lnTo>
                      <a:pt x="917846" y="91313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h3744"/>
              <p:cNvSpPr/>
              <p:nvPr/>
            </p:nvSpPr>
            <p:spPr>
              <a:xfrm>
                <a:off x="2279797" y="1939384"/>
                <a:ext cx="914400" cy="9256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26">
                    <a:moveTo>
                      <a:pt x="914400" y="914400"/>
                    </a:moveTo>
                    <a:lnTo>
                      <a:pt x="914400" y="925626"/>
                    </a:lnTo>
                    <a:lnTo>
                      <a:pt x="911749" y="918638"/>
                    </a:lnTo>
                    <a:lnTo>
                      <a:pt x="910310" y="914400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h3745"/>
              <p:cNvSpPr/>
              <p:nvPr/>
            </p:nvSpPr>
            <p:spPr>
              <a:xfrm>
                <a:off x="227979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98" y="931969"/>
                    </a:lnTo>
                    <a:lnTo>
                      <a:pt x="915121" y="927527"/>
                    </a:lnTo>
                    <a:lnTo>
                      <a:pt x="914400" y="925626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h3746"/>
              <p:cNvSpPr/>
              <p:nvPr/>
            </p:nvSpPr>
            <p:spPr>
              <a:xfrm>
                <a:off x="228923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h3747"/>
              <p:cNvSpPr/>
              <p:nvPr/>
            </p:nvSpPr>
            <p:spPr>
              <a:xfrm>
                <a:off x="229867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h3748"/>
              <p:cNvSpPr/>
              <p:nvPr/>
            </p:nvSpPr>
            <p:spPr>
              <a:xfrm>
                <a:off x="230811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h3749"/>
              <p:cNvSpPr/>
              <p:nvPr/>
            </p:nvSpPr>
            <p:spPr>
              <a:xfrm>
                <a:off x="231755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h3750"/>
              <p:cNvSpPr/>
              <p:nvPr/>
            </p:nvSpPr>
            <p:spPr>
              <a:xfrm>
                <a:off x="232699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h3751"/>
              <p:cNvSpPr/>
              <p:nvPr/>
            </p:nvSpPr>
            <p:spPr>
              <a:xfrm>
                <a:off x="233643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h3752"/>
              <p:cNvSpPr/>
              <p:nvPr/>
            </p:nvSpPr>
            <p:spPr>
              <a:xfrm>
                <a:off x="234587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h3753"/>
              <p:cNvSpPr/>
              <p:nvPr/>
            </p:nvSpPr>
            <p:spPr>
              <a:xfrm>
                <a:off x="235531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h3754"/>
              <p:cNvSpPr/>
              <p:nvPr/>
            </p:nvSpPr>
            <p:spPr>
              <a:xfrm>
                <a:off x="236476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h3755"/>
              <p:cNvSpPr/>
              <p:nvPr/>
            </p:nvSpPr>
            <p:spPr>
              <a:xfrm>
                <a:off x="237420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h3756"/>
              <p:cNvSpPr/>
              <p:nvPr/>
            </p:nvSpPr>
            <p:spPr>
              <a:xfrm>
                <a:off x="238364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h3757"/>
              <p:cNvSpPr/>
              <p:nvPr/>
            </p:nvSpPr>
            <p:spPr>
              <a:xfrm>
                <a:off x="239308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h3758"/>
              <p:cNvSpPr/>
              <p:nvPr/>
            </p:nvSpPr>
            <p:spPr>
              <a:xfrm>
                <a:off x="240252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h3759"/>
              <p:cNvSpPr/>
              <p:nvPr/>
            </p:nvSpPr>
            <p:spPr>
              <a:xfrm>
                <a:off x="241196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h3760"/>
              <p:cNvSpPr/>
              <p:nvPr/>
            </p:nvSpPr>
            <p:spPr>
              <a:xfrm>
                <a:off x="242140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h3761"/>
              <p:cNvSpPr/>
              <p:nvPr/>
            </p:nvSpPr>
            <p:spPr>
              <a:xfrm>
                <a:off x="243084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h3762"/>
              <p:cNvSpPr/>
              <p:nvPr/>
            </p:nvSpPr>
            <p:spPr>
              <a:xfrm>
                <a:off x="244028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h3763"/>
              <p:cNvSpPr/>
              <p:nvPr/>
            </p:nvSpPr>
            <p:spPr>
              <a:xfrm>
                <a:off x="244972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h3764"/>
              <p:cNvSpPr/>
              <p:nvPr/>
            </p:nvSpPr>
            <p:spPr>
              <a:xfrm>
                <a:off x="245916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h3765"/>
              <p:cNvSpPr/>
              <p:nvPr/>
            </p:nvSpPr>
            <p:spPr>
              <a:xfrm>
                <a:off x="246860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h3766"/>
              <p:cNvSpPr/>
              <p:nvPr/>
            </p:nvSpPr>
            <p:spPr>
              <a:xfrm>
                <a:off x="247804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h3767"/>
              <p:cNvSpPr/>
              <p:nvPr/>
            </p:nvSpPr>
            <p:spPr>
              <a:xfrm>
                <a:off x="248748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h3768"/>
              <p:cNvSpPr/>
              <p:nvPr/>
            </p:nvSpPr>
            <p:spPr>
              <a:xfrm>
                <a:off x="249692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h3769"/>
              <p:cNvSpPr/>
              <p:nvPr/>
            </p:nvSpPr>
            <p:spPr>
              <a:xfrm>
                <a:off x="250636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467">
                  <a:alpha val="100000"/>
                </a:srgbClr>
              </a:solidFill>
              <a:ln w="5420" cap="flat">
                <a:solidFill>
                  <a:srgbClr val="9E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h3770"/>
              <p:cNvSpPr/>
              <p:nvPr/>
            </p:nvSpPr>
            <p:spPr>
              <a:xfrm>
                <a:off x="251580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h3771"/>
              <p:cNvSpPr/>
              <p:nvPr/>
            </p:nvSpPr>
            <p:spPr>
              <a:xfrm>
                <a:off x="252524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h3772"/>
              <p:cNvSpPr/>
              <p:nvPr/>
            </p:nvSpPr>
            <p:spPr>
              <a:xfrm>
                <a:off x="253468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h3773"/>
              <p:cNvSpPr/>
              <p:nvPr/>
            </p:nvSpPr>
            <p:spPr>
              <a:xfrm>
                <a:off x="254412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h3774"/>
              <p:cNvSpPr/>
              <p:nvPr/>
            </p:nvSpPr>
            <p:spPr>
              <a:xfrm>
                <a:off x="255356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h3775"/>
              <p:cNvSpPr/>
              <p:nvPr/>
            </p:nvSpPr>
            <p:spPr>
              <a:xfrm>
                <a:off x="2572445" y="195695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399" y="89938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h3776"/>
              <p:cNvSpPr/>
              <p:nvPr/>
            </p:nvSpPr>
            <p:spPr>
              <a:xfrm>
                <a:off x="2581885" y="195695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388"/>
                    </a:lnTo>
                    <a:lnTo>
                      <a:pt x="906834" y="903462"/>
                    </a:lnTo>
                    <a:lnTo>
                      <a:pt x="907059" y="903693"/>
                    </a:lnTo>
                    <a:lnTo>
                      <a:pt x="907284" y="903923"/>
                    </a:lnTo>
                    <a:lnTo>
                      <a:pt x="907509" y="904153"/>
                    </a:lnTo>
                    <a:lnTo>
                      <a:pt x="907734" y="904384"/>
                    </a:lnTo>
                    <a:lnTo>
                      <a:pt x="907959" y="904614"/>
                    </a:lnTo>
                    <a:lnTo>
                      <a:pt x="908184" y="904845"/>
                    </a:lnTo>
                    <a:lnTo>
                      <a:pt x="908409" y="905075"/>
                    </a:lnTo>
                    <a:lnTo>
                      <a:pt x="908634" y="905306"/>
                    </a:lnTo>
                    <a:lnTo>
                      <a:pt x="908859" y="905536"/>
                    </a:lnTo>
                    <a:lnTo>
                      <a:pt x="909084" y="905767"/>
                    </a:lnTo>
                    <a:lnTo>
                      <a:pt x="909309" y="905997"/>
                    </a:lnTo>
                    <a:lnTo>
                      <a:pt x="909534" y="906228"/>
                    </a:lnTo>
                    <a:lnTo>
                      <a:pt x="909759" y="906458"/>
                    </a:lnTo>
                    <a:lnTo>
                      <a:pt x="909984" y="906689"/>
                    </a:lnTo>
                    <a:lnTo>
                      <a:pt x="910209" y="906919"/>
                    </a:lnTo>
                    <a:lnTo>
                      <a:pt x="910433" y="907150"/>
                    </a:lnTo>
                    <a:lnTo>
                      <a:pt x="910658" y="907380"/>
                    </a:lnTo>
                    <a:lnTo>
                      <a:pt x="910883" y="907611"/>
                    </a:lnTo>
                    <a:lnTo>
                      <a:pt x="911108" y="907841"/>
                    </a:lnTo>
                    <a:lnTo>
                      <a:pt x="911333" y="908072"/>
                    </a:lnTo>
                    <a:lnTo>
                      <a:pt x="911558" y="908302"/>
                    </a:lnTo>
                    <a:lnTo>
                      <a:pt x="911783" y="908533"/>
                    </a:lnTo>
                    <a:lnTo>
                      <a:pt x="912007" y="908764"/>
                    </a:lnTo>
                    <a:lnTo>
                      <a:pt x="912232" y="908994"/>
                    </a:lnTo>
                    <a:lnTo>
                      <a:pt x="912457" y="909225"/>
                    </a:lnTo>
                    <a:lnTo>
                      <a:pt x="912682" y="909455"/>
                    </a:lnTo>
                    <a:lnTo>
                      <a:pt x="912907" y="909686"/>
                    </a:lnTo>
                    <a:lnTo>
                      <a:pt x="913131" y="909916"/>
                    </a:lnTo>
                    <a:lnTo>
                      <a:pt x="913356" y="910147"/>
                    </a:lnTo>
                    <a:lnTo>
                      <a:pt x="913581" y="910377"/>
                    </a:lnTo>
                    <a:lnTo>
                      <a:pt x="913806" y="910608"/>
                    </a:lnTo>
                    <a:lnTo>
                      <a:pt x="914031" y="910839"/>
                    </a:lnTo>
                    <a:lnTo>
                      <a:pt x="914255" y="911069"/>
                    </a:lnTo>
                    <a:lnTo>
                      <a:pt x="914400" y="911217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h3777"/>
              <p:cNvSpPr/>
              <p:nvPr/>
            </p:nvSpPr>
            <p:spPr>
              <a:xfrm>
                <a:off x="2581885" y="1956954"/>
                <a:ext cx="9174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53" h="914400">
                    <a:moveTo>
                      <a:pt x="914400" y="914400"/>
                    </a:moveTo>
                    <a:lnTo>
                      <a:pt x="914480" y="911300"/>
                    </a:lnTo>
                    <a:lnTo>
                      <a:pt x="914705" y="911530"/>
                    </a:lnTo>
                    <a:lnTo>
                      <a:pt x="914929" y="911761"/>
                    </a:lnTo>
                    <a:lnTo>
                      <a:pt x="915154" y="911992"/>
                    </a:lnTo>
                    <a:lnTo>
                      <a:pt x="915379" y="912222"/>
                    </a:lnTo>
                    <a:lnTo>
                      <a:pt x="915604" y="912453"/>
                    </a:lnTo>
                    <a:lnTo>
                      <a:pt x="915828" y="912683"/>
                    </a:lnTo>
                    <a:lnTo>
                      <a:pt x="916053" y="912914"/>
                    </a:lnTo>
                    <a:lnTo>
                      <a:pt x="916278" y="913145"/>
                    </a:lnTo>
                    <a:lnTo>
                      <a:pt x="916502" y="913375"/>
                    </a:lnTo>
                    <a:lnTo>
                      <a:pt x="916727" y="913606"/>
                    </a:lnTo>
                    <a:lnTo>
                      <a:pt x="917453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h3778"/>
              <p:cNvSpPr/>
              <p:nvPr/>
            </p:nvSpPr>
            <p:spPr>
              <a:xfrm>
                <a:off x="3157740" y="19393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927" y="931969"/>
                    </a:lnTo>
                    <a:lnTo>
                      <a:pt x="911419" y="925489"/>
                    </a:lnTo>
                    <a:lnTo>
                      <a:pt x="912590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h3779"/>
              <p:cNvSpPr/>
              <p:nvPr/>
            </p:nvSpPr>
            <p:spPr>
              <a:xfrm>
                <a:off x="315774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h3780"/>
              <p:cNvSpPr/>
              <p:nvPr/>
            </p:nvSpPr>
            <p:spPr>
              <a:xfrm>
                <a:off x="316718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h3781"/>
              <p:cNvSpPr/>
              <p:nvPr/>
            </p:nvSpPr>
            <p:spPr>
              <a:xfrm>
                <a:off x="317662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h3782"/>
              <p:cNvSpPr/>
              <p:nvPr/>
            </p:nvSpPr>
            <p:spPr>
              <a:xfrm>
                <a:off x="318606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h3783"/>
              <p:cNvSpPr/>
              <p:nvPr/>
            </p:nvSpPr>
            <p:spPr>
              <a:xfrm>
                <a:off x="319550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h3784"/>
              <p:cNvSpPr/>
              <p:nvPr/>
            </p:nvSpPr>
            <p:spPr>
              <a:xfrm>
                <a:off x="320494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h3785"/>
              <p:cNvSpPr/>
              <p:nvPr/>
            </p:nvSpPr>
            <p:spPr>
              <a:xfrm>
                <a:off x="321438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h3786"/>
              <p:cNvSpPr/>
              <p:nvPr/>
            </p:nvSpPr>
            <p:spPr>
              <a:xfrm>
                <a:off x="322382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h3787"/>
              <p:cNvSpPr/>
              <p:nvPr/>
            </p:nvSpPr>
            <p:spPr>
              <a:xfrm>
                <a:off x="323326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h3788"/>
              <p:cNvSpPr/>
              <p:nvPr/>
            </p:nvSpPr>
            <p:spPr>
              <a:xfrm>
                <a:off x="324270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h3789"/>
              <p:cNvSpPr/>
              <p:nvPr/>
            </p:nvSpPr>
            <p:spPr>
              <a:xfrm>
                <a:off x="325214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h3790"/>
              <p:cNvSpPr/>
              <p:nvPr/>
            </p:nvSpPr>
            <p:spPr>
              <a:xfrm>
                <a:off x="326158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h3791"/>
              <p:cNvSpPr/>
              <p:nvPr/>
            </p:nvSpPr>
            <p:spPr>
              <a:xfrm>
                <a:off x="327102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h3792"/>
              <p:cNvSpPr/>
              <p:nvPr/>
            </p:nvSpPr>
            <p:spPr>
              <a:xfrm>
                <a:off x="328046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h3793"/>
              <p:cNvSpPr/>
              <p:nvPr/>
            </p:nvSpPr>
            <p:spPr>
              <a:xfrm>
                <a:off x="328990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h3794"/>
              <p:cNvSpPr/>
              <p:nvPr/>
            </p:nvSpPr>
            <p:spPr>
              <a:xfrm>
                <a:off x="329934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h3795"/>
              <p:cNvSpPr/>
              <p:nvPr/>
            </p:nvSpPr>
            <p:spPr>
              <a:xfrm>
                <a:off x="330878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h3796"/>
              <p:cNvSpPr/>
              <p:nvPr/>
            </p:nvSpPr>
            <p:spPr>
              <a:xfrm>
                <a:off x="331822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h3797"/>
              <p:cNvSpPr/>
              <p:nvPr/>
            </p:nvSpPr>
            <p:spPr>
              <a:xfrm>
                <a:off x="332766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h3798"/>
              <p:cNvSpPr/>
              <p:nvPr/>
            </p:nvSpPr>
            <p:spPr>
              <a:xfrm>
                <a:off x="333710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h3799"/>
              <p:cNvSpPr/>
              <p:nvPr/>
            </p:nvSpPr>
            <p:spPr>
              <a:xfrm>
                <a:off x="334654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h3800"/>
              <p:cNvSpPr/>
              <p:nvPr/>
            </p:nvSpPr>
            <p:spPr>
              <a:xfrm>
                <a:off x="335598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h3801"/>
              <p:cNvSpPr/>
              <p:nvPr/>
            </p:nvSpPr>
            <p:spPr>
              <a:xfrm>
                <a:off x="336542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h3802"/>
              <p:cNvSpPr/>
              <p:nvPr/>
            </p:nvSpPr>
            <p:spPr>
              <a:xfrm>
                <a:off x="337486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h3803"/>
              <p:cNvSpPr/>
              <p:nvPr/>
            </p:nvSpPr>
            <p:spPr>
              <a:xfrm>
                <a:off x="338430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h3804"/>
              <p:cNvSpPr/>
              <p:nvPr/>
            </p:nvSpPr>
            <p:spPr>
              <a:xfrm>
                <a:off x="339374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h3805"/>
              <p:cNvSpPr/>
              <p:nvPr/>
            </p:nvSpPr>
            <p:spPr>
              <a:xfrm>
                <a:off x="3403186" y="1956954"/>
                <a:ext cx="9224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48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489" y="896830"/>
                    </a:lnTo>
                    <a:lnTo>
                      <a:pt x="922244" y="899630"/>
                    </a:lnTo>
                    <a:lnTo>
                      <a:pt x="920954" y="910630"/>
                    </a:lnTo>
                    <a:lnTo>
                      <a:pt x="92039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h3806"/>
              <p:cNvSpPr/>
              <p:nvPr/>
            </p:nvSpPr>
            <p:spPr>
              <a:xfrm>
                <a:off x="227035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51" y="931969"/>
                    </a:lnTo>
                    <a:lnTo>
                      <a:pt x="918067" y="927008"/>
                    </a:lnTo>
                    <a:lnTo>
                      <a:pt x="915205" y="917520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h3807"/>
              <p:cNvSpPr/>
              <p:nvPr/>
            </p:nvSpPr>
            <p:spPr>
              <a:xfrm>
                <a:off x="227979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h3808"/>
              <p:cNvSpPr/>
              <p:nvPr/>
            </p:nvSpPr>
            <p:spPr>
              <a:xfrm>
                <a:off x="228923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h3809"/>
              <p:cNvSpPr/>
              <p:nvPr/>
            </p:nvSpPr>
            <p:spPr>
              <a:xfrm>
                <a:off x="229867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h3810"/>
              <p:cNvSpPr/>
              <p:nvPr/>
            </p:nvSpPr>
            <p:spPr>
              <a:xfrm>
                <a:off x="230811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h3811"/>
              <p:cNvSpPr/>
              <p:nvPr/>
            </p:nvSpPr>
            <p:spPr>
              <a:xfrm>
                <a:off x="231755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h3812"/>
              <p:cNvSpPr/>
              <p:nvPr/>
            </p:nvSpPr>
            <p:spPr>
              <a:xfrm>
                <a:off x="232699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h3813"/>
              <p:cNvSpPr/>
              <p:nvPr/>
            </p:nvSpPr>
            <p:spPr>
              <a:xfrm>
                <a:off x="233643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h3814"/>
              <p:cNvSpPr/>
              <p:nvPr/>
            </p:nvSpPr>
            <p:spPr>
              <a:xfrm>
                <a:off x="234587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h3815"/>
              <p:cNvSpPr/>
              <p:nvPr/>
            </p:nvSpPr>
            <p:spPr>
              <a:xfrm>
                <a:off x="235531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h3816"/>
              <p:cNvSpPr/>
              <p:nvPr/>
            </p:nvSpPr>
            <p:spPr>
              <a:xfrm>
                <a:off x="236476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h3817"/>
              <p:cNvSpPr/>
              <p:nvPr/>
            </p:nvSpPr>
            <p:spPr>
              <a:xfrm>
                <a:off x="237420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h3818"/>
              <p:cNvSpPr/>
              <p:nvPr/>
            </p:nvSpPr>
            <p:spPr>
              <a:xfrm>
                <a:off x="238364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h3819"/>
              <p:cNvSpPr/>
              <p:nvPr/>
            </p:nvSpPr>
            <p:spPr>
              <a:xfrm>
                <a:off x="239308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h3820"/>
              <p:cNvSpPr/>
              <p:nvPr/>
            </p:nvSpPr>
            <p:spPr>
              <a:xfrm>
                <a:off x="240252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h3821"/>
              <p:cNvSpPr/>
              <p:nvPr/>
            </p:nvSpPr>
            <p:spPr>
              <a:xfrm>
                <a:off x="241196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h3822"/>
              <p:cNvSpPr/>
              <p:nvPr/>
            </p:nvSpPr>
            <p:spPr>
              <a:xfrm>
                <a:off x="242140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h3823"/>
              <p:cNvSpPr/>
              <p:nvPr/>
            </p:nvSpPr>
            <p:spPr>
              <a:xfrm>
                <a:off x="243084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h3824"/>
              <p:cNvSpPr/>
              <p:nvPr/>
            </p:nvSpPr>
            <p:spPr>
              <a:xfrm>
                <a:off x="244028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h3825"/>
              <p:cNvSpPr/>
              <p:nvPr/>
            </p:nvSpPr>
            <p:spPr>
              <a:xfrm>
                <a:off x="244972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h3826"/>
              <p:cNvSpPr/>
              <p:nvPr/>
            </p:nvSpPr>
            <p:spPr>
              <a:xfrm>
                <a:off x="245916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h3827"/>
              <p:cNvSpPr/>
              <p:nvPr/>
            </p:nvSpPr>
            <p:spPr>
              <a:xfrm>
                <a:off x="246860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h3828"/>
              <p:cNvSpPr/>
              <p:nvPr/>
            </p:nvSpPr>
            <p:spPr>
              <a:xfrm>
                <a:off x="247804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h3829"/>
              <p:cNvSpPr/>
              <p:nvPr/>
            </p:nvSpPr>
            <p:spPr>
              <a:xfrm>
                <a:off x="248748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h3830"/>
              <p:cNvSpPr/>
              <p:nvPr/>
            </p:nvSpPr>
            <p:spPr>
              <a:xfrm>
                <a:off x="249692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h3831"/>
              <p:cNvSpPr/>
              <p:nvPr/>
            </p:nvSpPr>
            <p:spPr>
              <a:xfrm>
                <a:off x="250636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h3832"/>
              <p:cNvSpPr/>
              <p:nvPr/>
            </p:nvSpPr>
            <p:spPr>
              <a:xfrm>
                <a:off x="251580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h3833"/>
              <p:cNvSpPr/>
              <p:nvPr/>
            </p:nvSpPr>
            <p:spPr>
              <a:xfrm>
                <a:off x="252524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h3834"/>
              <p:cNvSpPr/>
              <p:nvPr/>
            </p:nvSpPr>
            <p:spPr>
              <a:xfrm>
                <a:off x="253468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h3835"/>
              <p:cNvSpPr/>
              <p:nvPr/>
            </p:nvSpPr>
            <p:spPr>
              <a:xfrm>
                <a:off x="254412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h3836"/>
              <p:cNvSpPr/>
              <p:nvPr/>
            </p:nvSpPr>
            <p:spPr>
              <a:xfrm>
                <a:off x="255356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h3837"/>
              <p:cNvSpPr/>
              <p:nvPr/>
            </p:nvSpPr>
            <p:spPr>
              <a:xfrm>
                <a:off x="2563005" y="1939384"/>
                <a:ext cx="9226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43" y="896830"/>
                    </a:lnTo>
                    <a:lnTo>
                      <a:pt x="922684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h3838"/>
              <p:cNvSpPr/>
              <p:nvPr/>
            </p:nvSpPr>
            <p:spPr>
              <a:xfrm>
                <a:off x="3157740" y="19393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590" y="914400"/>
                    </a:lnTo>
                    <a:lnTo>
                      <a:pt x="914045" y="903645"/>
                    </a:lnTo>
                    <a:lnTo>
                      <a:pt x="914400" y="90150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h3839"/>
              <p:cNvSpPr/>
              <p:nvPr/>
            </p:nvSpPr>
            <p:spPr>
              <a:xfrm>
                <a:off x="3167180" y="192181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9079"/>
                    </a:lnTo>
                    <a:lnTo>
                      <a:pt x="90573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h3840"/>
              <p:cNvSpPr/>
              <p:nvPr/>
            </p:nvSpPr>
            <p:spPr>
              <a:xfrm>
                <a:off x="316718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h3841"/>
              <p:cNvSpPr/>
              <p:nvPr/>
            </p:nvSpPr>
            <p:spPr>
              <a:xfrm>
                <a:off x="317662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h3842"/>
              <p:cNvSpPr/>
              <p:nvPr/>
            </p:nvSpPr>
            <p:spPr>
              <a:xfrm>
                <a:off x="318606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h3843"/>
              <p:cNvSpPr/>
              <p:nvPr/>
            </p:nvSpPr>
            <p:spPr>
              <a:xfrm>
                <a:off x="319550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h3844"/>
              <p:cNvSpPr/>
              <p:nvPr/>
            </p:nvSpPr>
            <p:spPr>
              <a:xfrm>
                <a:off x="320494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h3845"/>
              <p:cNvSpPr/>
              <p:nvPr/>
            </p:nvSpPr>
            <p:spPr>
              <a:xfrm>
                <a:off x="321438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h3846"/>
              <p:cNvSpPr/>
              <p:nvPr/>
            </p:nvSpPr>
            <p:spPr>
              <a:xfrm>
                <a:off x="322382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h3847"/>
              <p:cNvSpPr/>
              <p:nvPr/>
            </p:nvSpPr>
            <p:spPr>
              <a:xfrm>
                <a:off x="323326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h3848"/>
              <p:cNvSpPr/>
              <p:nvPr/>
            </p:nvSpPr>
            <p:spPr>
              <a:xfrm>
                <a:off x="324270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h3849"/>
              <p:cNvSpPr/>
              <p:nvPr/>
            </p:nvSpPr>
            <p:spPr>
              <a:xfrm>
                <a:off x="325214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h3850"/>
              <p:cNvSpPr/>
              <p:nvPr/>
            </p:nvSpPr>
            <p:spPr>
              <a:xfrm>
                <a:off x="326158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h3851"/>
              <p:cNvSpPr/>
              <p:nvPr/>
            </p:nvSpPr>
            <p:spPr>
              <a:xfrm>
                <a:off x="327102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h3852"/>
              <p:cNvSpPr/>
              <p:nvPr/>
            </p:nvSpPr>
            <p:spPr>
              <a:xfrm>
                <a:off x="328046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h3853"/>
              <p:cNvSpPr/>
              <p:nvPr/>
            </p:nvSpPr>
            <p:spPr>
              <a:xfrm>
                <a:off x="328990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h3854"/>
              <p:cNvSpPr/>
              <p:nvPr/>
            </p:nvSpPr>
            <p:spPr>
              <a:xfrm>
                <a:off x="329934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h3855"/>
              <p:cNvSpPr/>
              <p:nvPr/>
            </p:nvSpPr>
            <p:spPr>
              <a:xfrm>
                <a:off x="330878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h3856"/>
              <p:cNvSpPr/>
              <p:nvPr/>
            </p:nvSpPr>
            <p:spPr>
              <a:xfrm>
                <a:off x="331822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h3857"/>
              <p:cNvSpPr/>
              <p:nvPr/>
            </p:nvSpPr>
            <p:spPr>
              <a:xfrm>
                <a:off x="332766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h3858"/>
              <p:cNvSpPr/>
              <p:nvPr/>
            </p:nvSpPr>
            <p:spPr>
              <a:xfrm>
                <a:off x="333710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h3859"/>
              <p:cNvSpPr/>
              <p:nvPr/>
            </p:nvSpPr>
            <p:spPr>
              <a:xfrm>
                <a:off x="334654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h3860"/>
              <p:cNvSpPr/>
              <p:nvPr/>
            </p:nvSpPr>
            <p:spPr>
              <a:xfrm>
                <a:off x="335598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h3861"/>
              <p:cNvSpPr/>
              <p:nvPr/>
            </p:nvSpPr>
            <p:spPr>
              <a:xfrm>
                <a:off x="336542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h3862"/>
              <p:cNvSpPr/>
              <p:nvPr/>
            </p:nvSpPr>
            <p:spPr>
              <a:xfrm>
                <a:off x="337486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h3863"/>
              <p:cNvSpPr/>
              <p:nvPr/>
            </p:nvSpPr>
            <p:spPr>
              <a:xfrm>
                <a:off x="338430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h3864"/>
              <p:cNvSpPr/>
              <p:nvPr/>
            </p:nvSpPr>
            <p:spPr>
              <a:xfrm>
                <a:off x="339374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h3865"/>
              <p:cNvSpPr/>
              <p:nvPr/>
            </p:nvSpPr>
            <p:spPr>
              <a:xfrm>
                <a:off x="3403186" y="1939384"/>
                <a:ext cx="923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5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56" y="896830"/>
                    </a:lnTo>
                    <a:lnTo>
                      <a:pt x="923217" y="906088"/>
                    </a:lnTo>
                    <a:lnTo>
                      <a:pt x="922489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h3866"/>
              <p:cNvSpPr/>
              <p:nvPr/>
            </p:nvSpPr>
            <p:spPr>
              <a:xfrm>
                <a:off x="2270357" y="190424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375" y="931969"/>
                    </a:lnTo>
                    <a:lnTo>
                      <a:pt x="912610" y="925340"/>
                    </a:lnTo>
                    <a:lnTo>
                      <a:pt x="910289" y="915354"/>
                    </a:lnTo>
                    <a:lnTo>
                      <a:pt x="910097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h3867"/>
              <p:cNvSpPr/>
              <p:nvPr/>
            </p:nvSpPr>
            <p:spPr>
              <a:xfrm>
                <a:off x="227035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h3868"/>
              <p:cNvSpPr/>
              <p:nvPr/>
            </p:nvSpPr>
            <p:spPr>
              <a:xfrm>
                <a:off x="227979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h3869"/>
              <p:cNvSpPr/>
              <p:nvPr/>
            </p:nvSpPr>
            <p:spPr>
              <a:xfrm>
                <a:off x="228923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h3870"/>
              <p:cNvSpPr/>
              <p:nvPr/>
            </p:nvSpPr>
            <p:spPr>
              <a:xfrm>
                <a:off x="229867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h3871"/>
              <p:cNvSpPr/>
              <p:nvPr/>
            </p:nvSpPr>
            <p:spPr>
              <a:xfrm>
                <a:off x="230811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h3872"/>
              <p:cNvSpPr/>
              <p:nvPr/>
            </p:nvSpPr>
            <p:spPr>
              <a:xfrm>
                <a:off x="231755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h3873"/>
              <p:cNvSpPr/>
              <p:nvPr/>
            </p:nvSpPr>
            <p:spPr>
              <a:xfrm>
                <a:off x="232699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h3874"/>
              <p:cNvSpPr/>
              <p:nvPr/>
            </p:nvSpPr>
            <p:spPr>
              <a:xfrm>
                <a:off x="233643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h3875"/>
              <p:cNvSpPr/>
              <p:nvPr/>
            </p:nvSpPr>
            <p:spPr>
              <a:xfrm>
                <a:off x="234587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h3876"/>
              <p:cNvSpPr/>
              <p:nvPr/>
            </p:nvSpPr>
            <p:spPr>
              <a:xfrm>
                <a:off x="235531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h3877"/>
              <p:cNvSpPr/>
              <p:nvPr/>
            </p:nvSpPr>
            <p:spPr>
              <a:xfrm>
                <a:off x="236476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h3878"/>
              <p:cNvSpPr/>
              <p:nvPr/>
            </p:nvSpPr>
            <p:spPr>
              <a:xfrm>
                <a:off x="237420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h3879"/>
              <p:cNvSpPr/>
              <p:nvPr/>
            </p:nvSpPr>
            <p:spPr>
              <a:xfrm>
                <a:off x="238364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h3880"/>
              <p:cNvSpPr/>
              <p:nvPr/>
            </p:nvSpPr>
            <p:spPr>
              <a:xfrm>
                <a:off x="239308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h3881"/>
              <p:cNvSpPr/>
              <p:nvPr/>
            </p:nvSpPr>
            <p:spPr>
              <a:xfrm>
                <a:off x="240252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h3882"/>
              <p:cNvSpPr/>
              <p:nvPr/>
            </p:nvSpPr>
            <p:spPr>
              <a:xfrm>
                <a:off x="241196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h3883"/>
              <p:cNvSpPr/>
              <p:nvPr/>
            </p:nvSpPr>
            <p:spPr>
              <a:xfrm>
                <a:off x="242140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h3884"/>
              <p:cNvSpPr/>
              <p:nvPr/>
            </p:nvSpPr>
            <p:spPr>
              <a:xfrm>
                <a:off x="243084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h3885"/>
              <p:cNvSpPr/>
              <p:nvPr/>
            </p:nvSpPr>
            <p:spPr>
              <a:xfrm>
                <a:off x="244028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h3886"/>
              <p:cNvSpPr/>
              <p:nvPr/>
            </p:nvSpPr>
            <p:spPr>
              <a:xfrm>
                <a:off x="244972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h3887"/>
              <p:cNvSpPr/>
              <p:nvPr/>
            </p:nvSpPr>
            <p:spPr>
              <a:xfrm>
                <a:off x="245916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h3888"/>
              <p:cNvSpPr/>
              <p:nvPr/>
            </p:nvSpPr>
            <p:spPr>
              <a:xfrm>
                <a:off x="246860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h3889"/>
              <p:cNvSpPr/>
              <p:nvPr/>
            </p:nvSpPr>
            <p:spPr>
              <a:xfrm>
                <a:off x="247804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h3890"/>
              <p:cNvSpPr/>
              <p:nvPr/>
            </p:nvSpPr>
            <p:spPr>
              <a:xfrm>
                <a:off x="248748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h3891"/>
              <p:cNvSpPr/>
              <p:nvPr/>
            </p:nvSpPr>
            <p:spPr>
              <a:xfrm>
                <a:off x="249692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h3892"/>
              <p:cNvSpPr/>
              <p:nvPr/>
            </p:nvSpPr>
            <p:spPr>
              <a:xfrm>
                <a:off x="250636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h3893"/>
              <p:cNvSpPr/>
              <p:nvPr/>
            </p:nvSpPr>
            <p:spPr>
              <a:xfrm>
                <a:off x="251580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h3894"/>
              <p:cNvSpPr/>
              <p:nvPr/>
            </p:nvSpPr>
            <p:spPr>
              <a:xfrm>
                <a:off x="252524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h3895"/>
              <p:cNvSpPr/>
              <p:nvPr/>
            </p:nvSpPr>
            <p:spPr>
              <a:xfrm>
                <a:off x="253468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h3896"/>
              <p:cNvSpPr/>
              <p:nvPr/>
            </p:nvSpPr>
            <p:spPr>
              <a:xfrm>
                <a:off x="254412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h3897"/>
              <p:cNvSpPr/>
              <p:nvPr/>
            </p:nvSpPr>
            <p:spPr>
              <a:xfrm>
                <a:off x="2563005" y="192181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43" y="896937"/>
                    </a:lnTo>
                    <a:lnTo>
                      <a:pt x="907045" y="897383"/>
                    </a:lnTo>
                    <a:lnTo>
                      <a:pt x="907247" y="897829"/>
                    </a:lnTo>
                    <a:lnTo>
                      <a:pt x="907449" y="898274"/>
                    </a:lnTo>
                    <a:lnTo>
                      <a:pt x="907651" y="898720"/>
                    </a:lnTo>
                    <a:lnTo>
                      <a:pt x="907853" y="899166"/>
                    </a:lnTo>
                    <a:lnTo>
                      <a:pt x="908055" y="899612"/>
                    </a:lnTo>
                    <a:lnTo>
                      <a:pt x="908257" y="900058"/>
                    </a:lnTo>
                    <a:lnTo>
                      <a:pt x="908458" y="900504"/>
                    </a:lnTo>
                    <a:lnTo>
                      <a:pt x="908660" y="900950"/>
                    </a:lnTo>
                    <a:lnTo>
                      <a:pt x="908862" y="901395"/>
                    </a:lnTo>
                    <a:lnTo>
                      <a:pt x="909064" y="901841"/>
                    </a:lnTo>
                    <a:lnTo>
                      <a:pt x="909266" y="902287"/>
                    </a:lnTo>
                    <a:lnTo>
                      <a:pt x="909468" y="902733"/>
                    </a:lnTo>
                    <a:lnTo>
                      <a:pt x="909670" y="903179"/>
                    </a:lnTo>
                    <a:lnTo>
                      <a:pt x="909871" y="903625"/>
                    </a:lnTo>
                    <a:lnTo>
                      <a:pt x="910073" y="904071"/>
                    </a:lnTo>
                    <a:lnTo>
                      <a:pt x="910275" y="904517"/>
                    </a:lnTo>
                    <a:lnTo>
                      <a:pt x="910477" y="904962"/>
                    </a:lnTo>
                    <a:lnTo>
                      <a:pt x="910678" y="905408"/>
                    </a:lnTo>
                    <a:lnTo>
                      <a:pt x="910880" y="905854"/>
                    </a:lnTo>
                    <a:lnTo>
                      <a:pt x="911082" y="906300"/>
                    </a:lnTo>
                    <a:lnTo>
                      <a:pt x="911284" y="906746"/>
                    </a:lnTo>
                    <a:lnTo>
                      <a:pt x="911485" y="907192"/>
                    </a:lnTo>
                    <a:lnTo>
                      <a:pt x="911687" y="907638"/>
                    </a:lnTo>
                    <a:lnTo>
                      <a:pt x="911889" y="908084"/>
                    </a:lnTo>
                    <a:lnTo>
                      <a:pt x="912090" y="908530"/>
                    </a:lnTo>
                    <a:lnTo>
                      <a:pt x="912292" y="908976"/>
                    </a:lnTo>
                    <a:lnTo>
                      <a:pt x="912493" y="909421"/>
                    </a:lnTo>
                    <a:lnTo>
                      <a:pt x="912695" y="909867"/>
                    </a:lnTo>
                    <a:lnTo>
                      <a:pt x="912897" y="910313"/>
                    </a:lnTo>
                    <a:lnTo>
                      <a:pt x="913098" y="910759"/>
                    </a:lnTo>
                    <a:lnTo>
                      <a:pt x="913300" y="911205"/>
                    </a:lnTo>
                    <a:lnTo>
                      <a:pt x="913501" y="911651"/>
                    </a:lnTo>
                    <a:lnTo>
                      <a:pt x="913703" y="912097"/>
                    </a:lnTo>
                    <a:lnTo>
                      <a:pt x="914400" y="913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h3898"/>
              <p:cNvSpPr/>
              <p:nvPr/>
            </p:nvSpPr>
            <p:spPr>
              <a:xfrm>
                <a:off x="2563005" y="1921815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3638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h3899"/>
              <p:cNvSpPr/>
              <p:nvPr/>
            </p:nvSpPr>
            <p:spPr>
              <a:xfrm>
                <a:off x="3167180" y="190424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5736" y="931969"/>
                    </a:lnTo>
                    <a:lnTo>
                      <a:pt x="906381" y="928089"/>
                    </a:lnTo>
                    <a:lnTo>
                      <a:pt x="908459" y="917583"/>
                    </a:lnTo>
                    <a:lnTo>
                      <a:pt x="90919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h3900"/>
              <p:cNvSpPr/>
              <p:nvPr/>
            </p:nvSpPr>
            <p:spPr>
              <a:xfrm>
                <a:off x="316718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h3901"/>
              <p:cNvSpPr/>
              <p:nvPr/>
            </p:nvSpPr>
            <p:spPr>
              <a:xfrm>
                <a:off x="317662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h3902"/>
              <p:cNvSpPr/>
              <p:nvPr/>
            </p:nvSpPr>
            <p:spPr>
              <a:xfrm>
                <a:off x="318606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h3903"/>
              <p:cNvSpPr/>
              <p:nvPr/>
            </p:nvSpPr>
            <p:spPr>
              <a:xfrm>
                <a:off x="319550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h3904"/>
              <p:cNvSpPr/>
              <p:nvPr/>
            </p:nvSpPr>
            <p:spPr>
              <a:xfrm>
                <a:off x="320494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h3905"/>
              <p:cNvSpPr/>
              <p:nvPr/>
            </p:nvSpPr>
            <p:spPr>
              <a:xfrm>
                <a:off x="321438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h3906"/>
              <p:cNvSpPr/>
              <p:nvPr/>
            </p:nvSpPr>
            <p:spPr>
              <a:xfrm>
                <a:off x="322382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h3907"/>
              <p:cNvSpPr/>
              <p:nvPr/>
            </p:nvSpPr>
            <p:spPr>
              <a:xfrm>
                <a:off x="323326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h3908"/>
              <p:cNvSpPr/>
              <p:nvPr/>
            </p:nvSpPr>
            <p:spPr>
              <a:xfrm>
                <a:off x="324270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h3909"/>
              <p:cNvSpPr/>
              <p:nvPr/>
            </p:nvSpPr>
            <p:spPr>
              <a:xfrm>
                <a:off x="325214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h3910"/>
              <p:cNvSpPr/>
              <p:nvPr/>
            </p:nvSpPr>
            <p:spPr>
              <a:xfrm>
                <a:off x="326158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h3911"/>
              <p:cNvSpPr/>
              <p:nvPr/>
            </p:nvSpPr>
            <p:spPr>
              <a:xfrm>
                <a:off x="327102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h3912"/>
              <p:cNvSpPr/>
              <p:nvPr/>
            </p:nvSpPr>
            <p:spPr>
              <a:xfrm>
                <a:off x="328046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h3913"/>
              <p:cNvSpPr/>
              <p:nvPr/>
            </p:nvSpPr>
            <p:spPr>
              <a:xfrm>
                <a:off x="328990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h3914"/>
              <p:cNvSpPr/>
              <p:nvPr/>
            </p:nvSpPr>
            <p:spPr>
              <a:xfrm>
                <a:off x="329934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h3915"/>
              <p:cNvSpPr/>
              <p:nvPr/>
            </p:nvSpPr>
            <p:spPr>
              <a:xfrm>
                <a:off x="330878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h3916"/>
              <p:cNvSpPr/>
              <p:nvPr/>
            </p:nvSpPr>
            <p:spPr>
              <a:xfrm>
                <a:off x="331822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h3917"/>
              <p:cNvSpPr/>
              <p:nvPr/>
            </p:nvSpPr>
            <p:spPr>
              <a:xfrm>
                <a:off x="332766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h3918"/>
              <p:cNvSpPr/>
              <p:nvPr/>
            </p:nvSpPr>
            <p:spPr>
              <a:xfrm>
                <a:off x="333710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h3919"/>
              <p:cNvSpPr/>
              <p:nvPr/>
            </p:nvSpPr>
            <p:spPr>
              <a:xfrm>
                <a:off x="334654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h3920"/>
              <p:cNvSpPr/>
              <p:nvPr/>
            </p:nvSpPr>
            <p:spPr>
              <a:xfrm>
                <a:off x="335598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h3921"/>
              <p:cNvSpPr/>
              <p:nvPr/>
            </p:nvSpPr>
            <p:spPr>
              <a:xfrm>
                <a:off x="336542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h3922"/>
              <p:cNvSpPr/>
              <p:nvPr/>
            </p:nvSpPr>
            <p:spPr>
              <a:xfrm>
                <a:off x="337486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h3923"/>
              <p:cNvSpPr/>
              <p:nvPr/>
            </p:nvSpPr>
            <p:spPr>
              <a:xfrm>
                <a:off x="338430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h3924"/>
              <p:cNvSpPr/>
              <p:nvPr/>
            </p:nvSpPr>
            <p:spPr>
              <a:xfrm>
                <a:off x="339374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h3925"/>
              <p:cNvSpPr/>
              <p:nvPr/>
            </p:nvSpPr>
            <p:spPr>
              <a:xfrm>
                <a:off x="3403186" y="192181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966"/>
                    </a:lnTo>
                    <a:lnTo>
                      <a:pt x="923756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h3926"/>
              <p:cNvSpPr/>
              <p:nvPr/>
            </p:nvSpPr>
            <p:spPr>
              <a:xfrm>
                <a:off x="3412626" y="1904245"/>
                <a:ext cx="914762" cy="930536"/>
              </a:xfrm>
              <a:custGeom>
                <a:avLst/>
                <a:gdLst/>
                <a:ahLst/>
                <a:cxnLst/>
                <a:rect l="0" t="0" r="0" b="0"/>
                <a:pathLst>
                  <a:path w="914762" h="930536">
                    <a:moveTo>
                      <a:pt x="914400" y="914400"/>
                    </a:moveTo>
                    <a:lnTo>
                      <a:pt x="914762" y="914400"/>
                    </a:lnTo>
                    <a:lnTo>
                      <a:pt x="914759" y="918794"/>
                    </a:lnTo>
                    <a:lnTo>
                      <a:pt x="914429" y="930035"/>
                    </a:lnTo>
                    <a:lnTo>
                      <a:pt x="914400" y="930536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h3927"/>
              <p:cNvSpPr/>
              <p:nvPr/>
            </p:nvSpPr>
            <p:spPr>
              <a:xfrm>
                <a:off x="2270357" y="188667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97" y="931969"/>
                    </a:lnTo>
                    <a:lnTo>
                      <a:pt x="908247" y="922728"/>
                    </a:lnTo>
                    <a:lnTo>
                      <a:pt x="906995" y="915332"/>
                    </a:lnTo>
                    <a:lnTo>
                      <a:pt x="906566" y="914684"/>
                    </a:lnTo>
                    <a:lnTo>
                      <a:pt x="906397" y="914400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h3928"/>
              <p:cNvSpPr/>
              <p:nvPr/>
            </p:nvSpPr>
            <p:spPr>
              <a:xfrm>
                <a:off x="227035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h3929"/>
              <p:cNvSpPr/>
              <p:nvPr/>
            </p:nvSpPr>
            <p:spPr>
              <a:xfrm>
                <a:off x="227979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h3930"/>
              <p:cNvSpPr/>
              <p:nvPr/>
            </p:nvSpPr>
            <p:spPr>
              <a:xfrm>
                <a:off x="228923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h3931"/>
              <p:cNvSpPr/>
              <p:nvPr/>
            </p:nvSpPr>
            <p:spPr>
              <a:xfrm>
                <a:off x="229867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h3932"/>
              <p:cNvSpPr/>
              <p:nvPr/>
            </p:nvSpPr>
            <p:spPr>
              <a:xfrm>
                <a:off x="230811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h3933"/>
              <p:cNvSpPr/>
              <p:nvPr/>
            </p:nvSpPr>
            <p:spPr>
              <a:xfrm>
                <a:off x="231755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h3934"/>
              <p:cNvSpPr/>
              <p:nvPr/>
            </p:nvSpPr>
            <p:spPr>
              <a:xfrm>
                <a:off x="232699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h3935"/>
              <p:cNvSpPr/>
              <p:nvPr/>
            </p:nvSpPr>
            <p:spPr>
              <a:xfrm>
                <a:off x="233643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h3936"/>
              <p:cNvSpPr/>
              <p:nvPr/>
            </p:nvSpPr>
            <p:spPr>
              <a:xfrm>
                <a:off x="234587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h3937"/>
              <p:cNvSpPr/>
              <p:nvPr/>
            </p:nvSpPr>
            <p:spPr>
              <a:xfrm>
                <a:off x="235531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h3938"/>
              <p:cNvSpPr/>
              <p:nvPr/>
            </p:nvSpPr>
            <p:spPr>
              <a:xfrm>
                <a:off x="236476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h3939"/>
              <p:cNvSpPr/>
              <p:nvPr/>
            </p:nvSpPr>
            <p:spPr>
              <a:xfrm>
                <a:off x="237420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h3940"/>
              <p:cNvSpPr/>
              <p:nvPr/>
            </p:nvSpPr>
            <p:spPr>
              <a:xfrm>
                <a:off x="238364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h3941"/>
              <p:cNvSpPr/>
              <p:nvPr/>
            </p:nvSpPr>
            <p:spPr>
              <a:xfrm>
                <a:off x="239308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h3942"/>
              <p:cNvSpPr/>
              <p:nvPr/>
            </p:nvSpPr>
            <p:spPr>
              <a:xfrm>
                <a:off x="240252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h3943"/>
              <p:cNvSpPr/>
              <p:nvPr/>
            </p:nvSpPr>
            <p:spPr>
              <a:xfrm>
                <a:off x="241196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h3944"/>
              <p:cNvSpPr/>
              <p:nvPr/>
            </p:nvSpPr>
            <p:spPr>
              <a:xfrm>
                <a:off x="242140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h3945"/>
              <p:cNvSpPr/>
              <p:nvPr/>
            </p:nvSpPr>
            <p:spPr>
              <a:xfrm>
                <a:off x="243084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h3946"/>
              <p:cNvSpPr/>
              <p:nvPr/>
            </p:nvSpPr>
            <p:spPr>
              <a:xfrm>
                <a:off x="244028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h3947"/>
              <p:cNvSpPr/>
              <p:nvPr/>
            </p:nvSpPr>
            <p:spPr>
              <a:xfrm>
                <a:off x="244972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h3948"/>
              <p:cNvSpPr/>
              <p:nvPr/>
            </p:nvSpPr>
            <p:spPr>
              <a:xfrm>
                <a:off x="245916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h3949"/>
              <p:cNvSpPr/>
              <p:nvPr/>
            </p:nvSpPr>
            <p:spPr>
              <a:xfrm>
                <a:off x="246860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h3950"/>
              <p:cNvSpPr/>
              <p:nvPr/>
            </p:nvSpPr>
            <p:spPr>
              <a:xfrm>
                <a:off x="247804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h3951"/>
              <p:cNvSpPr/>
              <p:nvPr/>
            </p:nvSpPr>
            <p:spPr>
              <a:xfrm>
                <a:off x="248748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h3952"/>
              <p:cNvSpPr/>
              <p:nvPr/>
            </p:nvSpPr>
            <p:spPr>
              <a:xfrm>
                <a:off x="249692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h3953"/>
              <p:cNvSpPr/>
              <p:nvPr/>
            </p:nvSpPr>
            <p:spPr>
              <a:xfrm>
                <a:off x="250636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h3954"/>
              <p:cNvSpPr/>
              <p:nvPr/>
            </p:nvSpPr>
            <p:spPr>
              <a:xfrm>
                <a:off x="251580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h3955"/>
              <p:cNvSpPr/>
              <p:nvPr/>
            </p:nvSpPr>
            <p:spPr>
              <a:xfrm>
                <a:off x="252524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h3956"/>
              <p:cNvSpPr/>
              <p:nvPr/>
            </p:nvSpPr>
            <p:spPr>
              <a:xfrm>
                <a:off x="253468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h3957"/>
              <p:cNvSpPr/>
              <p:nvPr/>
            </p:nvSpPr>
            <p:spPr>
              <a:xfrm>
                <a:off x="2553564" y="1904245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262" y="896830"/>
                    </a:lnTo>
                    <a:lnTo>
                      <a:pt x="908395" y="897121"/>
                    </a:lnTo>
                    <a:lnTo>
                      <a:pt x="908597" y="897567"/>
                    </a:lnTo>
                    <a:lnTo>
                      <a:pt x="908800" y="898013"/>
                    </a:lnTo>
                    <a:lnTo>
                      <a:pt x="909002" y="898459"/>
                    </a:lnTo>
                    <a:lnTo>
                      <a:pt x="909205" y="898904"/>
                    </a:lnTo>
                    <a:lnTo>
                      <a:pt x="909407" y="899350"/>
                    </a:lnTo>
                    <a:lnTo>
                      <a:pt x="909610" y="899796"/>
                    </a:lnTo>
                    <a:lnTo>
                      <a:pt x="909812" y="900242"/>
                    </a:lnTo>
                    <a:lnTo>
                      <a:pt x="910015" y="900687"/>
                    </a:lnTo>
                    <a:lnTo>
                      <a:pt x="910217" y="901133"/>
                    </a:lnTo>
                    <a:lnTo>
                      <a:pt x="910419" y="901579"/>
                    </a:lnTo>
                    <a:lnTo>
                      <a:pt x="910622" y="902024"/>
                    </a:lnTo>
                    <a:lnTo>
                      <a:pt x="910824" y="902470"/>
                    </a:lnTo>
                    <a:lnTo>
                      <a:pt x="911027" y="902916"/>
                    </a:lnTo>
                    <a:lnTo>
                      <a:pt x="911229" y="903362"/>
                    </a:lnTo>
                    <a:lnTo>
                      <a:pt x="911431" y="903808"/>
                    </a:lnTo>
                    <a:lnTo>
                      <a:pt x="911634" y="904253"/>
                    </a:lnTo>
                    <a:lnTo>
                      <a:pt x="911836" y="904699"/>
                    </a:lnTo>
                    <a:lnTo>
                      <a:pt x="912038" y="905145"/>
                    </a:lnTo>
                    <a:lnTo>
                      <a:pt x="912241" y="905591"/>
                    </a:lnTo>
                    <a:lnTo>
                      <a:pt x="912443" y="906036"/>
                    </a:lnTo>
                    <a:lnTo>
                      <a:pt x="912645" y="906482"/>
                    </a:lnTo>
                    <a:lnTo>
                      <a:pt x="912847" y="906928"/>
                    </a:lnTo>
                    <a:lnTo>
                      <a:pt x="913049" y="907374"/>
                    </a:lnTo>
                    <a:lnTo>
                      <a:pt x="913252" y="907820"/>
                    </a:lnTo>
                    <a:lnTo>
                      <a:pt x="913454" y="908265"/>
                    </a:lnTo>
                    <a:lnTo>
                      <a:pt x="913656" y="908711"/>
                    </a:lnTo>
                    <a:lnTo>
                      <a:pt x="913858" y="909157"/>
                    </a:lnTo>
                    <a:lnTo>
                      <a:pt x="914060" y="909603"/>
                    </a:lnTo>
                    <a:lnTo>
                      <a:pt x="914263" y="910049"/>
                    </a:lnTo>
                    <a:lnTo>
                      <a:pt x="914399" y="910351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h3958"/>
              <p:cNvSpPr/>
              <p:nvPr/>
            </p:nvSpPr>
            <p:spPr>
              <a:xfrm>
                <a:off x="2553564" y="1904245"/>
                <a:ext cx="9162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35" h="914400">
                    <a:moveTo>
                      <a:pt x="914399" y="914400"/>
                    </a:moveTo>
                    <a:lnTo>
                      <a:pt x="914399" y="910351"/>
                    </a:lnTo>
                    <a:lnTo>
                      <a:pt x="914465" y="910494"/>
                    </a:lnTo>
                    <a:lnTo>
                      <a:pt x="914667" y="910940"/>
                    </a:lnTo>
                    <a:lnTo>
                      <a:pt x="914869" y="911386"/>
                    </a:lnTo>
                    <a:lnTo>
                      <a:pt x="915071" y="911832"/>
                    </a:lnTo>
                    <a:lnTo>
                      <a:pt x="915273" y="912278"/>
                    </a:lnTo>
                    <a:lnTo>
                      <a:pt x="915475" y="912723"/>
                    </a:lnTo>
                    <a:lnTo>
                      <a:pt x="915677" y="913169"/>
                    </a:lnTo>
                    <a:lnTo>
                      <a:pt x="915879" y="913615"/>
                    </a:lnTo>
                    <a:lnTo>
                      <a:pt x="916081" y="914061"/>
                    </a:lnTo>
                    <a:lnTo>
                      <a:pt x="916235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h3959"/>
              <p:cNvSpPr/>
              <p:nvPr/>
            </p:nvSpPr>
            <p:spPr>
              <a:xfrm>
                <a:off x="3167180" y="188667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195" y="931969"/>
                    </a:lnTo>
                    <a:lnTo>
                      <a:pt x="910835" y="924867"/>
                    </a:lnTo>
                    <a:lnTo>
                      <a:pt x="913500" y="914830"/>
                    </a:lnTo>
                    <a:lnTo>
                      <a:pt x="91363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h3960"/>
              <p:cNvSpPr/>
              <p:nvPr/>
            </p:nvSpPr>
            <p:spPr>
              <a:xfrm>
                <a:off x="316718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h3961"/>
              <p:cNvSpPr/>
              <p:nvPr/>
            </p:nvSpPr>
            <p:spPr>
              <a:xfrm>
                <a:off x="317662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h3962"/>
              <p:cNvSpPr/>
              <p:nvPr/>
            </p:nvSpPr>
            <p:spPr>
              <a:xfrm>
                <a:off x="318606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h3963"/>
              <p:cNvSpPr/>
              <p:nvPr/>
            </p:nvSpPr>
            <p:spPr>
              <a:xfrm>
                <a:off x="319550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h3964"/>
              <p:cNvSpPr/>
              <p:nvPr/>
            </p:nvSpPr>
            <p:spPr>
              <a:xfrm>
                <a:off x="320494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h3965"/>
              <p:cNvSpPr/>
              <p:nvPr/>
            </p:nvSpPr>
            <p:spPr>
              <a:xfrm>
                <a:off x="321438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h3966"/>
              <p:cNvSpPr/>
              <p:nvPr/>
            </p:nvSpPr>
            <p:spPr>
              <a:xfrm>
                <a:off x="322382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h3967"/>
              <p:cNvSpPr/>
              <p:nvPr/>
            </p:nvSpPr>
            <p:spPr>
              <a:xfrm>
                <a:off x="323326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ph3968"/>
              <p:cNvSpPr/>
              <p:nvPr/>
            </p:nvSpPr>
            <p:spPr>
              <a:xfrm>
                <a:off x="324270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ph3969"/>
              <p:cNvSpPr/>
              <p:nvPr/>
            </p:nvSpPr>
            <p:spPr>
              <a:xfrm>
                <a:off x="325214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ph3970"/>
              <p:cNvSpPr/>
              <p:nvPr/>
            </p:nvSpPr>
            <p:spPr>
              <a:xfrm>
                <a:off x="326158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1" name="ph3971"/>
              <p:cNvSpPr/>
              <p:nvPr/>
            </p:nvSpPr>
            <p:spPr>
              <a:xfrm>
                <a:off x="327102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ph3972"/>
              <p:cNvSpPr/>
              <p:nvPr/>
            </p:nvSpPr>
            <p:spPr>
              <a:xfrm>
                <a:off x="328046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3" name="ph3973"/>
              <p:cNvSpPr/>
              <p:nvPr/>
            </p:nvSpPr>
            <p:spPr>
              <a:xfrm>
                <a:off x="328990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ph3974"/>
              <p:cNvSpPr/>
              <p:nvPr/>
            </p:nvSpPr>
            <p:spPr>
              <a:xfrm>
                <a:off x="329934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5" name="ph3975"/>
              <p:cNvSpPr/>
              <p:nvPr/>
            </p:nvSpPr>
            <p:spPr>
              <a:xfrm>
                <a:off x="330878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ph3976"/>
              <p:cNvSpPr/>
              <p:nvPr/>
            </p:nvSpPr>
            <p:spPr>
              <a:xfrm>
                <a:off x="331822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7" name="ph3977"/>
              <p:cNvSpPr/>
              <p:nvPr/>
            </p:nvSpPr>
            <p:spPr>
              <a:xfrm>
                <a:off x="332766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ph3978"/>
              <p:cNvSpPr/>
              <p:nvPr/>
            </p:nvSpPr>
            <p:spPr>
              <a:xfrm>
                <a:off x="333710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9" name="ph3979"/>
              <p:cNvSpPr/>
              <p:nvPr/>
            </p:nvSpPr>
            <p:spPr>
              <a:xfrm>
                <a:off x="334654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0" name="ph3980"/>
              <p:cNvSpPr/>
              <p:nvPr/>
            </p:nvSpPr>
            <p:spPr>
              <a:xfrm>
                <a:off x="335598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1" name="ph3981"/>
              <p:cNvSpPr/>
              <p:nvPr/>
            </p:nvSpPr>
            <p:spPr>
              <a:xfrm>
                <a:off x="336542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2" name="ph3982"/>
              <p:cNvSpPr/>
              <p:nvPr/>
            </p:nvSpPr>
            <p:spPr>
              <a:xfrm>
                <a:off x="337486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3" name="ph3983"/>
              <p:cNvSpPr/>
              <p:nvPr/>
            </p:nvSpPr>
            <p:spPr>
              <a:xfrm>
                <a:off x="338430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4" name="ph3984"/>
              <p:cNvSpPr/>
              <p:nvPr/>
            </p:nvSpPr>
            <p:spPr>
              <a:xfrm>
                <a:off x="339374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5" name="ph3985"/>
              <p:cNvSpPr/>
              <p:nvPr/>
            </p:nvSpPr>
            <p:spPr>
              <a:xfrm>
                <a:off x="340318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6" name="ph3986"/>
              <p:cNvSpPr/>
              <p:nvPr/>
            </p:nvSpPr>
            <p:spPr>
              <a:xfrm>
                <a:off x="3412626" y="1904245"/>
                <a:ext cx="9147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7" h="914400">
                    <a:moveTo>
                      <a:pt x="914400" y="914400"/>
                    </a:moveTo>
                    <a:lnTo>
                      <a:pt x="914466" y="896830"/>
                    </a:lnTo>
                    <a:lnTo>
                      <a:pt x="914767" y="907535"/>
                    </a:lnTo>
                    <a:lnTo>
                      <a:pt x="91476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7" name="ph3987"/>
              <p:cNvSpPr/>
              <p:nvPr/>
            </p:nvSpPr>
            <p:spPr>
              <a:xfrm>
                <a:off x="2260917" y="1869105"/>
                <a:ext cx="914400" cy="9295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50">
                    <a:moveTo>
                      <a:pt x="914400" y="914400"/>
                    </a:moveTo>
                    <a:lnTo>
                      <a:pt x="914400" y="929550"/>
                    </a:lnTo>
                    <a:lnTo>
                      <a:pt x="911558" y="924770"/>
                    </a:lnTo>
                    <a:lnTo>
                      <a:pt x="907329" y="916860"/>
                    </a:lnTo>
                    <a:lnTo>
                      <a:pt x="906146" y="914400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8" name="ph3988"/>
              <p:cNvSpPr/>
              <p:nvPr/>
            </p:nvSpPr>
            <p:spPr>
              <a:xfrm>
                <a:off x="226091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37" y="931969"/>
                    </a:lnTo>
                    <a:lnTo>
                      <a:pt x="914400" y="929550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9" name="ph3989"/>
              <p:cNvSpPr/>
              <p:nvPr/>
            </p:nvSpPr>
            <p:spPr>
              <a:xfrm>
                <a:off x="227035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0" name="ph3990"/>
              <p:cNvSpPr/>
              <p:nvPr/>
            </p:nvSpPr>
            <p:spPr>
              <a:xfrm>
                <a:off x="227979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1" name="ph3991"/>
              <p:cNvSpPr/>
              <p:nvPr/>
            </p:nvSpPr>
            <p:spPr>
              <a:xfrm>
                <a:off x="228923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2" name="ph3992"/>
              <p:cNvSpPr/>
              <p:nvPr/>
            </p:nvSpPr>
            <p:spPr>
              <a:xfrm>
                <a:off x="229867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3" name="ph3993"/>
              <p:cNvSpPr/>
              <p:nvPr/>
            </p:nvSpPr>
            <p:spPr>
              <a:xfrm>
                <a:off x="230811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h3994"/>
              <p:cNvSpPr/>
              <p:nvPr/>
            </p:nvSpPr>
            <p:spPr>
              <a:xfrm>
                <a:off x="231755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h3995"/>
              <p:cNvSpPr/>
              <p:nvPr/>
            </p:nvSpPr>
            <p:spPr>
              <a:xfrm>
                <a:off x="232699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h3996"/>
              <p:cNvSpPr/>
              <p:nvPr/>
            </p:nvSpPr>
            <p:spPr>
              <a:xfrm>
                <a:off x="233643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h3997"/>
              <p:cNvSpPr/>
              <p:nvPr/>
            </p:nvSpPr>
            <p:spPr>
              <a:xfrm>
                <a:off x="234587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h3998"/>
              <p:cNvSpPr/>
              <p:nvPr/>
            </p:nvSpPr>
            <p:spPr>
              <a:xfrm>
                <a:off x="235531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h3999"/>
              <p:cNvSpPr/>
              <p:nvPr/>
            </p:nvSpPr>
            <p:spPr>
              <a:xfrm>
                <a:off x="236476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h4000"/>
              <p:cNvSpPr/>
              <p:nvPr/>
            </p:nvSpPr>
            <p:spPr>
              <a:xfrm>
                <a:off x="237420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h4001"/>
              <p:cNvSpPr/>
              <p:nvPr/>
            </p:nvSpPr>
            <p:spPr>
              <a:xfrm>
                <a:off x="238364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h4002"/>
              <p:cNvSpPr/>
              <p:nvPr/>
            </p:nvSpPr>
            <p:spPr>
              <a:xfrm>
                <a:off x="239308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h4003"/>
              <p:cNvSpPr/>
              <p:nvPr/>
            </p:nvSpPr>
            <p:spPr>
              <a:xfrm>
                <a:off x="240252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h4004"/>
              <p:cNvSpPr/>
              <p:nvPr/>
            </p:nvSpPr>
            <p:spPr>
              <a:xfrm>
                <a:off x="241196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h4005"/>
              <p:cNvSpPr/>
              <p:nvPr/>
            </p:nvSpPr>
            <p:spPr>
              <a:xfrm>
                <a:off x="242140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ph4006"/>
              <p:cNvSpPr/>
              <p:nvPr/>
            </p:nvSpPr>
            <p:spPr>
              <a:xfrm>
                <a:off x="243084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7" name="ph4007"/>
              <p:cNvSpPr/>
              <p:nvPr/>
            </p:nvSpPr>
            <p:spPr>
              <a:xfrm>
                <a:off x="244028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8" name="ph4008"/>
              <p:cNvSpPr/>
              <p:nvPr/>
            </p:nvSpPr>
            <p:spPr>
              <a:xfrm>
                <a:off x="244972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9" name="ph4009"/>
              <p:cNvSpPr/>
              <p:nvPr/>
            </p:nvSpPr>
            <p:spPr>
              <a:xfrm>
                <a:off x="245916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0" name="ph4010"/>
              <p:cNvSpPr/>
              <p:nvPr/>
            </p:nvSpPr>
            <p:spPr>
              <a:xfrm>
                <a:off x="246860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1" name="ph4011"/>
              <p:cNvSpPr/>
              <p:nvPr/>
            </p:nvSpPr>
            <p:spPr>
              <a:xfrm>
                <a:off x="247804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2" name="ph4012"/>
              <p:cNvSpPr/>
              <p:nvPr/>
            </p:nvSpPr>
            <p:spPr>
              <a:xfrm>
                <a:off x="248748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3" name="ph4013"/>
              <p:cNvSpPr/>
              <p:nvPr/>
            </p:nvSpPr>
            <p:spPr>
              <a:xfrm>
                <a:off x="249692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4" name="ph4014"/>
              <p:cNvSpPr/>
              <p:nvPr/>
            </p:nvSpPr>
            <p:spPr>
              <a:xfrm>
                <a:off x="250636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5" name="ph4015"/>
              <p:cNvSpPr/>
              <p:nvPr/>
            </p:nvSpPr>
            <p:spPr>
              <a:xfrm>
                <a:off x="251580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6" name="ph4016"/>
              <p:cNvSpPr/>
              <p:nvPr/>
            </p:nvSpPr>
            <p:spPr>
              <a:xfrm>
                <a:off x="252524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7" name="ph4017"/>
              <p:cNvSpPr/>
              <p:nvPr/>
            </p:nvSpPr>
            <p:spPr>
              <a:xfrm>
                <a:off x="2544124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400" y="901607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8" name="ph4018"/>
              <p:cNvSpPr/>
              <p:nvPr/>
            </p:nvSpPr>
            <p:spPr>
              <a:xfrm>
                <a:off x="2544124" y="1886675"/>
                <a:ext cx="9177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703" h="914400">
                    <a:moveTo>
                      <a:pt x="914400" y="914400"/>
                    </a:moveTo>
                    <a:lnTo>
                      <a:pt x="914400" y="901607"/>
                    </a:lnTo>
                    <a:lnTo>
                      <a:pt x="917261" y="913428"/>
                    </a:lnTo>
                    <a:lnTo>
                      <a:pt x="917430" y="913800"/>
                    </a:lnTo>
                    <a:lnTo>
                      <a:pt x="917633" y="914245"/>
                    </a:lnTo>
                    <a:lnTo>
                      <a:pt x="917703" y="914400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9" name="ph4019"/>
              <p:cNvSpPr/>
              <p:nvPr/>
            </p:nvSpPr>
            <p:spPr>
              <a:xfrm>
                <a:off x="3167180" y="1886675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631" y="914400"/>
                    </a:lnTo>
                    <a:lnTo>
                      <a:pt x="914399" y="91185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0" name="ph4020"/>
              <p:cNvSpPr/>
              <p:nvPr/>
            </p:nvSpPr>
            <p:spPr>
              <a:xfrm>
                <a:off x="3176620" y="186910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9424"/>
                    </a:lnTo>
                    <a:lnTo>
                      <a:pt x="907008" y="922641"/>
                    </a:lnTo>
                    <a:lnTo>
                      <a:pt x="90981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1" name="ph4021"/>
              <p:cNvSpPr/>
              <p:nvPr/>
            </p:nvSpPr>
            <p:spPr>
              <a:xfrm>
                <a:off x="317662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2" name="ph4022"/>
              <p:cNvSpPr/>
              <p:nvPr/>
            </p:nvSpPr>
            <p:spPr>
              <a:xfrm>
                <a:off x="318606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3" name="ph4023"/>
              <p:cNvSpPr/>
              <p:nvPr/>
            </p:nvSpPr>
            <p:spPr>
              <a:xfrm>
                <a:off x="319550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4" name="ph4024"/>
              <p:cNvSpPr/>
              <p:nvPr/>
            </p:nvSpPr>
            <p:spPr>
              <a:xfrm>
                <a:off x="320494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5" name="ph4025"/>
              <p:cNvSpPr/>
              <p:nvPr/>
            </p:nvSpPr>
            <p:spPr>
              <a:xfrm>
                <a:off x="321438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6" name="ph4026"/>
              <p:cNvSpPr/>
              <p:nvPr/>
            </p:nvSpPr>
            <p:spPr>
              <a:xfrm>
                <a:off x="322382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7" name="ph4027"/>
              <p:cNvSpPr/>
              <p:nvPr/>
            </p:nvSpPr>
            <p:spPr>
              <a:xfrm>
                <a:off x="323326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8" name="ph4028"/>
              <p:cNvSpPr/>
              <p:nvPr/>
            </p:nvSpPr>
            <p:spPr>
              <a:xfrm>
                <a:off x="324270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9" name="ph4029"/>
              <p:cNvSpPr/>
              <p:nvPr/>
            </p:nvSpPr>
            <p:spPr>
              <a:xfrm>
                <a:off x="325214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0" name="ph4030"/>
              <p:cNvSpPr/>
              <p:nvPr/>
            </p:nvSpPr>
            <p:spPr>
              <a:xfrm>
                <a:off x="326158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1" name="ph4031"/>
              <p:cNvSpPr/>
              <p:nvPr/>
            </p:nvSpPr>
            <p:spPr>
              <a:xfrm>
                <a:off x="327102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2" name="ph4032"/>
              <p:cNvSpPr/>
              <p:nvPr/>
            </p:nvSpPr>
            <p:spPr>
              <a:xfrm>
                <a:off x="328046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ph4033"/>
              <p:cNvSpPr/>
              <p:nvPr/>
            </p:nvSpPr>
            <p:spPr>
              <a:xfrm>
                <a:off x="328990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4" name="ph4034"/>
              <p:cNvSpPr/>
              <p:nvPr/>
            </p:nvSpPr>
            <p:spPr>
              <a:xfrm>
                <a:off x="329934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5" name="ph4035"/>
              <p:cNvSpPr/>
              <p:nvPr/>
            </p:nvSpPr>
            <p:spPr>
              <a:xfrm>
                <a:off x="330878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6" name="ph4036"/>
              <p:cNvSpPr/>
              <p:nvPr/>
            </p:nvSpPr>
            <p:spPr>
              <a:xfrm>
                <a:off x="331822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h4037"/>
              <p:cNvSpPr/>
              <p:nvPr/>
            </p:nvSpPr>
            <p:spPr>
              <a:xfrm>
                <a:off x="332766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h4038"/>
              <p:cNvSpPr/>
              <p:nvPr/>
            </p:nvSpPr>
            <p:spPr>
              <a:xfrm>
                <a:off x="333710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h4039"/>
              <p:cNvSpPr/>
              <p:nvPr/>
            </p:nvSpPr>
            <p:spPr>
              <a:xfrm>
                <a:off x="334654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h4040"/>
              <p:cNvSpPr/>
              <p:nvPr/>
            </p:nvSpPr>
            <p:spPr>
              <a:xfrm>
                <a:off x="335598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h4041"/>
              <p:cNvSpPr/>
              <p:nvPr/>
            </p:nvSpPr>
            <p:spPr>
              <a:xfrm>
                <a:off x="336542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h4042"/>
              <p:cNvSpPr/>
              <p:nvPr/>
            </p:nvSpPr>
            <p:spPr>
              <a:xfrm>
                <a:off x="337486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h4043"/>
              <p:cNvSpPr/>
              <p:nvPr/>
            </p:nvSpPr>
            <p:spPr>
              <a:xfrm>
                <a:off x="338430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h4044"/>
              <p:cNvSpPr/>
              <p:nvPr/>
            </p:nvSpPr>
            <p:spPr>
              <a:xfrm>
                <a:off x="339374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h4045"/>
              <p:cNvSpPr/>
              <p:nvPr/>
            </p:nvSpPr>
            <p:spPr>
              <a:xfrm>
                <a:off x="3412626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11" y="896830"/>
                    </a:lnTo>
                    <a:lnTo>
                      <a:pt x="913814" y="902666"/>
                    </a:lnTo>
                    <a:lnTo>
                      <a:pt x="914400" y="91295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ph4046"/>
              <p:cNvSpPr/>
              <p:nvPr/>
            </p:nvSpPr>
            <p:spPr>
              <a:xfrm>
                <a:off x="3412626" y="1886675"/>
                <a:ext cx="9144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1" h="914400">
                    <a:moveTo>
                      <a:pt x="914400" y="914400"/>
                    </a:moveTo>
                    <a:lnTo>
                      <a:pt x="914400" y="912950"/>
                    </a:lnTo>
                    <a:lnTo>
                      <a:pt x="914451" y="913862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7" name="ph4047"/>
              <p:cNvSpPr/>
              <p:nvPr/>
            </p:nvSpPr>
            <p:spPr>
              <a:xfrm>
                <a:off x="2251477" y="1851536"/>
                <a:ext cx="914400" cy="92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02">
                    <a:moveTo>
                      <a:pt x="914400" y="914400"/>
                    </a:moveTo>
                    <a:lnTo>
                      <a:pt x="914400" y="929502"/>
                    </a:lnTo>
                    <a:lnTo>
                      <a:pt x="912770" y="926114"/>
                    </a:lnTo>
                    <a:lnTo>
                      <a:pt x="911606" y="923558"/>
                    </a:lnTo>
                    <a:lnTo>
                      <a:pt x="910449" y="921021"/>
                    </a:lnTo>
                    <a:lnTo>
                      <a:pt x="909291" y="918483"/>
                    </a:lnTo>
                    <a:lnTo>
                      <a:pt x="908133" y="915946"/>
                    </a:lnTo>
                    <a:lnTo>
                      <a:pt x="907427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8" name="ph4048"/>
              <p:cNvSpPr/>
              <p:nvPr/>
            </p:nvSpPr>
            <p:spPr>
              <a:xfrm>
                <a:off x="225147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586" y="931969"/>
                    </a:lnTo>
                    <a:lnTo>
                      <a:pt x="914400" y="929502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9" name="ph4049"/>
              <p:cNvSpPr/>
              <p:nvPr/>
            </p:nvSpPr>
            <p:spPr>
              <a:xfrm>
                <a:off x="226091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0" name="ph4050"/>
              <p:cNvSpPr/>
              <p:nvPr/>
            </p:nvSpPr>
            <p:spPr>
              <a:xfrm>
                <a:off x="227035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1" name="ph4051"/>
              <p:cNvSpPr/>
              <p:nvPr/>
            </p:nvSpPr>
            <p:spPr>
              <a:xfrm>
                <a:off x="227979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2" name="ph4052"/>
              <p:cNvSpPr/>
              <p:nvPr/>
            </p:nvSpPr>
            <p:spPr>
              <a:xfrm>
                <a:off x="228923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3" name="ph4053"/>
              <p:cNvSpPr/>
              <p:nvPr/>
            </p:nvSpPr>
            <p:spPr>
              <a:xfrm>
                <a:off x="229867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4" name="ph4054"/>
              <p:cNvSpPr/>
              <p:nvPr/>
            </p:nvSpPr>
            <p:spPr>
              <a:xfrm>
                <a:off x="230811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5" name="ph4055"/>
              <p:cNvSpPr/>
              <p:nvPr/>
            </p:nvSpPr>
            <p:spPr>
              <a:xfrm>
                <a:off x="231755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6" name="ph4056"/>
              <p:cNvSpPr/>
              <p:nvPr/>
            </p:nvSpPr>
            <p:spPr>
              <a:xfrm>
                <a:off x="232699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7" name="ph4057"/>
              <p:cNvSpPr/>
              <p:nvPr/>
            </p:nvSpPr>
            <p:spPr>
              <a:xfrm>
                <a:off x="233643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8" name="ph4058"/>
              <p:cNvSpPr/>
              <p:nvPr/>
            </p:nvSpPr>
            <p:spPr>
              <a:xfrm>
                <a:off x="234587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9" name="ph4059"/>
              <p:cNvSpPr/>
              <p:nvPr/>
            </p:nvSpPr>
            <p:spPr>
              <a:xfrm>
                <a:off x="235531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0" name="ph4060"/>
              <p:cNvSpPr/>
              <p:nvPr/>
            </p:nvSpPr>
            <p:spPr>
              <a:xfrm>
                <a:off x="236476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1" name="ph4061"/>
              <p:cNvSpPr/>
              <p:nvPr/>
            </p:nvSpPr>
            <p:spPr>
              <a:xfrm>
                <a:off x="237420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2" name="ph4062"/>
              <p:cNvSpPr/>
              <p:nvPr/>
            </p:nvSpPr>
            <p:spPr>
              <a:xfrm>
                <a:off x="238364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3" name="ph4063"/>
              <p:cNvSpPr/>
              <p:nvPr/>
            </p:nvSpPr>
            <p:spPr>
              <a:xfrm>
                <a:off x="239308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4" name="ph4064"/>
              <p:cNvSpPr/>
              <p:nvPr/>
            </p:nvSpPr>
            <p:spPr>
              <a:xfrm>
                <a:off x="240252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5" name="ph4065"/>
              <p:cNvSpPr/>
              <p:nvPr/>
            </p:nvSpPr>
            <p:spPr>
              <a:xfrm>
                <a:off x="241196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6" name="ph4066"/>
              <p:cNvSpPr/>
              <p:nvPr/>
            </p:nvSpPr>
            <p:spPr>
              <a:xfrm>
                <a:off x="242140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h4067"/>
              <p:cNvSpPr/>
              <p:nvPr/>
            </p:nvSpPr>
            <p:spPr>
              <a:xfrm>
                <a:off x="243084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h4068"/>
              <p:cNvSpPr/>
              <p:nvPr/>
            </p:nvSpPr>
            <p:spPr>
              <a:xfrm>
                <a:off x="244028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h4069"/>
              <p:cNvSpPr/>
              <p:nvPr/>
            </p:nvSpPr>
            <p:spPr>
              <a:xfrm>
                <a:off x="244972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h4070"/>
              <p:cNvSpPr/>
              <p:nvPr/>
            </p:nvSpPr>
            <p:spPr>
              <a:xfrm>
                <a:off x="245916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1" name="ph4071"/>
              <p:cNvSpPr/>
              <p:nvPr/>
            </p:nvSpPr>
            <p:spPr>
              <a:xfrm>
                <a:off x="246860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2" name="ph4072"/>
              <p:cNvSpPr/>
              <p:nvPr/>
            </p:nvSpPr>
            <p:spPr>
              <a:xfrm>
                <a:off x="247804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3" name="ph4073"/>
              <p:cNvSpPr/>
              <p:nvPr/>
            </p:nvSpPr>
            <p:spPr>
              <a:xfrm>
                <a:off x="248748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4" name="ph4074"/>
              <p:cNvSpPr/>
              <p:nvPr/>
            </p:nvSpPr>
            <p:spPr>
              <a:xfrm>
                <a:off x="249692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5" name="ph4075"/>
              <p:cNvSpPr/>
              <p:nvPr/>
            </p:nvSpPr>
            <p:spPr>
              <a:xfrm>
                <a:off x="250636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6" name="ph4076"/>
              <p:cNvSpPr/>
              <p:nvPr/>
            </p:nvSpPr>
            <p:spPr>
              <a:xfrm>
                <a:off x="251580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7" name="ph4077"/>
              <p:cNvSpPr/>
              <p:nvPr/>
            </p:nvSpPr>
            <p:spPr>
              <a:xfrm>
                <a:off x="252524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8" name="ph4078"/>
              <p:cNvSpPr/>
              <p:nvPr/>
            </p:nvSpPr>
            <p:spPr>
              <a:xfrm>
                <a:off x="2534684" y="1869105"/>
                <a:ext cx="9226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3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30" y="896830"/>
                    </a:lnTo>
                    <a:lnTo>
                      <a:pt x="922683" y="914400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9" name="ph4079"/>
              <p:cNvSpPr/>
              <p:nvPr/>
            </p:nvSpPr>
            <p:spPr>
              <a:xfrm>
                <a:off x="3176620" y="185153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817" y="931969"/>
                    </a:lnTo>
                    <a:lnTo>
                      <a:pt x="910230" y="930757"/>
                    </a:lnTo>
                    <a:lnTo>
                      <a:pt x="911509" y="927412"/>
                    </a:lnTo>
                    <a:lnTo>
                      <a:pt x="911431" y="925423"/>
                    </a:lnTo>
                    <a:lnTo>
                      <a:pt x="911387" y="920411"/>
                    </a:lnTo>
                    <a:lnTo>
                      <a:pt x="910454" y="914964"/>
                    </a:lnTo>
                    <a:lnTo>
                      <a:pt x="910374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0" name="ph4080"/>
              <p:cNvSpPr/>
              <p:nvPr/>
            </p:nvSpPr>
            <p:spPr>
              <a:xfrm>
                <a:off x="317662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1" name="ph4081"/>
              <p:cNvSpPr/>
              <p:nvPr/>
            </p:nvSpPr>
            <p:spPr>
              <a:xfrm>
                <a:off x="318606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2" name="ph4082"/>
              <p:cNvSpPr/>
              <p:nvPr/>
            </p:nvSpPr>
            <p:spPr>
              <a:xfrm>
                <a:off x="319550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h4083"/>
              <p:cNvSpPr/>
              <p:nvPr/>
            </p:nvSpPr>
            <p:spPr>
              <a:xfrm>
                <a:off x="320494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h4084"/>
              <p:cNvSpPr/>
              <p:nvPr/>
            </p:nvSpPr>
            <p:spPr>
              <a:xfrm>
                <a:off x="321438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h4085"/>
              <p:cNvSpPr/>
              <p:nvPr/>
            </p:nvSpPr>
            <p:spPr>
              <a:xfrm>
                <a:off x="322382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h4086"/>
              <p:cNvSpPr/>
              <p:nvPr/>
            </p:nvSpPr>
            <p:spPr>
              <a:xfrm>
                <a:off x="323326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h4087"/>
              <p:cNvSpPr/>
              <p:nvPr/>
            </p:nvSpPr>
            <p:spPr>
              <a:xfrm>
                <a:off x="324270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h4088"/>
              <p:cNvSpPr/>
              <p:nvPr/>
            </p:nvSpPr>
            <p:spPr>
              <a:xfrm>
                <a:off x="325214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h4089"/>
              <p:cNvSpPr/>
              <p:nvPr/>
            </p:nvSpPr>
            <p:spPr>
              <a:xfrm>
                <a:off x="326158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h4090"/>
              <p:cNvSpPr/>
              <p:nvPr/>
            </p:nvSpPr>
            <p:spPr>
              <a:xfrm>
                <a:off x="327102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h4091"/>
              <p:cNvSpPr/>
              <p:nvPr/>
            </p:nvSpPr>
            <p:spPr>
              <a:xfrm>
                <a:off x="328046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h4092"/>
              <p:cNvSpPr/>
              <p:nvPr/>
            </p:nvSpPr>
            <p:spPr>
              <a:xfrm>
                <a:off x="328990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h4093"/>
              <p:cNvSpPr/>
              <p:nvPr/>
            </p:nvSpPr>
            <p:spPr>
              <a:xfrm>
                <a:off x="329934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h4094"/>
              <p:cNvSpPr/>
              <p:nvPr/>
            </p:nvSpPr>
            <p:spPr>
              <a:xfrm>
                <a:off x="330878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h4095"/>
              <p:cNvSpPr/>
              <p:nvPr/>
            </p:nvSpPr>
            <p:spPr>
              <a:xfrm>
                <a:off x="331822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h4096"/>
              <p:cNvSpPr/>
              <p:nvPr/>
            </p:nvSpPr>
            <p:spPr>
              <a:xfrm>
                <a:off x="332766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h4097"/>
              <p:cNvSpPr/>
              <p:nvPr/>
            </p:nvSpPr>
            <p:spPr>
              <a:xfrm>
                <a:off x="333710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h4098"/>
              <p:cNvSpPr/>
              <p:nvPr/>
            </p:nvSpPr>
            <p:spPr>
              <a:xfrm>
                <a:off x="334654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h4099"/>
              <p:cNvSpPr/>
              <p:nvPr/>
            </p:nvSpPr>
            <p:spPr>
              <a:xfrm>
                <a:off x="335598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h4100"/>
              <p:cNvSpPr/>
              <p:nvPr/>
            </p:nvSpPr>
            <p:spPr>
              <a:xfrm>
                <a:off x="336542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h4101"/>
              <p:cNvSpPr/>
              <p:nvPr/>
            </p:nvSpPr>
            <p:spPr>
              <a:xfrm>
                <a:off x="337486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h4102"/>
              <p:cNvSpPr/>
              <p:nvPr/>
            </p:nvSpPr>
            <p:spPr>
              <a:xfrm>
                <a:off x="338430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h4103"/>
              <p:cNvSpPr/>
              <p:nvPr/>
            </p:nvSpPr>
            <p:spPr>
              <a:xfrm>
                <a:off x="339374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h4104"/>
              <p:cNvSpPr/>
              <p:nvPr/>
            </p:nvSpPr>
            <p:spPr>
              <a:xfrm>
                <a:off x="3403186" y="1869105"/>
                <a:ext cx="9227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5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834" y="896830"/>
                    </a:lnTo>
                    <a:lnTo>
                      <a:pt x="921022" y="898114"/>
                    </a:lnTo>
                    <a:lnTo>
                      <a:pt x="922297" y="909120"/>
                    </a:lnTo>
                    <a:lnTo>
                      <a:pt x="92275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h4105"/>
              <p:cNvSpPr/>
              <p:nvPr/>
            </p:nvSpPr>
            <p:spPr>
              <a:xfrm>
                <a:off x="2242036" y="1833966"/>
                <a:ext cx="914400" cy="9265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568">
                    <a:moveTo>
                      <a:pt x="914400" y="914400"/>
                    </a:moveTo>
                    <a:lnTo>
                      <a:pt x="914400" y="926568"/>
                    </a:lnTo>
                    <a:lnTo>
                      <a:pt x="914096" y="925904"/>
                    </a:lnTo>
                    <a:lnTo>
                      <a:pt x="912936" y="923367"/>
                    </a:lnTo>
                    <a:lnTo>
                      <a:pt x="911776" y="920830"/>
                    </a:lnTo>
                    <a:lnTo>
                      <a:pt x="910615" y="918294"/>
                    </a:lnTo>
                    <a:lnTo>
                      <a:pt x="909453" y="915757"/>
                    </a:lnTo>
                    <a:lnTo>
                      <a:pt x="908831" y="914400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h4106"/>
              <p:cNvSpPr/>
              <p:nvPr/>
            </p:nvSpPr>
            <p:spPr>
              <a:xfrm>
                <a:off x="224203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867" y="931969"/>
                    </a:lnTo>
                    <a:lnTo>
                      <a:pt x="916415" y="930978"/>
                    </a:lnTo>
                    <a:lnTo>
                      <a:pt x="915255" y="928441"/>
                    </a:lnTo>
                    <a:lnTo>
                      <a:pt x="914400" y="92656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h4107"/>
              <p:cNvSpPr/>
              <p:nvPr/>
            </p:nvSpPr>
            <p:spPr>
              <a:xfrm>
                <a:off x="225147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h4108"/>
              <p:cNvSpPr/>
              <p:nvPr/>
            </p:nvSpPr>
            <p:spPr>
              <a:xfrm>
                <a:off x="226091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h4109"/>
              <p:cNvSpPr/>
              <p:nvPr/>
            </p:nvSpPr>
            <p:spPr>
              <a:xfrm>
                <a:off x="227035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h4110"/>
              <p:cNvSpPr/>
              <p:nvPr/>
            </p:nvSpPr>
            <p:spPr>
              <a:xfrm>
                <a:off x="227979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h4111"/>
              <p:cNvSpPr/>
              <p:nvPr/>
            </p:nvSpPr>
            <p:spPr>
              <a:xfrm>
                <a:off x="228923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h4112"/>
              <p:cNvSpPr/>
              <p:nvPr/>
            </p:nvSpPr>
            <p:spPr>
              <a:xfrm>
                <a:off x="229867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h4113"/>
              <p:cNvSpPr/>
              <p:nvPr/>
            </p:nvSpPr>
            <p:spPr>
              <a:xfrm>
                <a:off x="230811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h4114"/>
              <p:cNvSpPr/>
              <p:nvPr/>
            </p:nvSpPr>
            <p:spPr>
              <a:xfrm>
                <a:off x="231755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h4115"/>
              <p:cNvSpPr/>
              <p:nvPr/>
            </p:nvSpPr>
            <p:spPr>
              <a:xfrm>
                <a:off x="232699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h4116"/>
              <p:cNvSpPr/>
              <p:nvPr/>
            </p:nvSpPr>
            <p:spPr>
              <a:xfrm>
                <a:off x="233643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h4117"/>
              <p:cNvSpPr/>
              <p:nvPr/>
            </p:nvSpPr>
            <p:spPr>
              <a:xfrm>
                <a:off x="234587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h4118"/>
              <p:cNvSpPr/>
              <p:nvPr/>
            </p:nvSpPr>
            <p:spPr>
              <a:xfrm>
                <a:off x="235531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h4119"/>
              <p:cNvSpPr/>
              <p:nvPr/>
            </p:nvSpPr>
            <p:spPr>
              <a:xfrm>
                <a:off x="236476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h4120"/>
              <p:cNvSpPr/>
              <p:nvPr/>
            </p:nvSpPr>
            <p:spPr>
              <a:xfrm>
                <a:off x="237420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h4121"/>
              <p:cNvSpPr/>
              <p:nvPr/>
            </p:nvSpPr>
            <p:spPr>
              <a:xfrm>
                <a:off x="238364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h4122"/>
              <p:cNvSpPr/>
              <p:nvPr/>
            </p:nvSpPr>
            <p:spPr>
              <a:xfrm>
                <a:off x="239308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h4123"/>
              <p:cNvSpPr/>
              <p:nvPr/>
            </p:nvSpPr>
            <p:spPr>
              <a:xfrm>
                <a:off x="240252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h4124"/>
              <p:cNvSpPr/>
              <p:nvPr/>
            </p:nvSpPr>
            <p:spPr>
              <a:xfrm>
                <a:off x="241196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h4125"/>
              <p:cNvSpPr/>
              <p:nvPr/>
            </p:nvSpPr>
            <p:spPr>
              <a:xfrm>
                <a:off x="242140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h4126"/>
              <p:cNvSpPr/>
              <p:nvPr/>
            </p:nvSpPr>
            <p:spPr>
              <a:xfrm>
                <a:off x="243084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h4127"/>
              <p:cNvSpPr/>
              <p:nvPr/>
            </p:nvSpPr>
            <p:spPr>
              <a:xfrm>
                <a:off x="244028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h4128"/>
              <p:cNvSpPr/>
              <p:nvPr/>
            </p:nvSpPr>
            <p:spPr>
              <a:xfrm>
                <a:off x="244972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h4129"/>
              <p:cNvSpPr/>
              <p:nvPr/>
            </p:nvSpPr>
            <p:spPr>
              <a:xfrm>
                <a:off x="245916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h4130"/>
              <p:cNvSpPr/>
              <p:nvPr/>
            </p:nvSpPr>
            <p:spPr>
              <a:xfrm>
                <a:off x="246860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h4131"/>
              <p:cNvSpPr/>
              <p:nvPr/>
            </p:nvSpPr>
            <p:spPr>
              <a:xfrm>
                <a:off x="247804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h4132"/>
              <p:cNvSpPr/>
              <p:nvPr/>
            </p:nvSpPr>
            <p:spPr>
              <a:xfrm>
                <a:off x="248748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h4133"/>
              <p:cNvSpPr/>
              <p:nvPr/>
            </p:nvSpPr>
            <p:spPr>
              <a:xfrm>
                <a:off x="249692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h4134"/>
              <p:cNvSpPr/>
              <p:nvPr/>
            </p:nvSpPr>
            <p:spPr>
              <a:xfrm>
                <a:off x="250636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h4135"/>
              <p:cNvSpPr/>
              <p:nvPr/>
            </p:nvSpPr>
            <p:spPr>
              <a:xfrm>
                <a:off x="251580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h4136"/>
              <p:cNvSpPr/>
              <p:nvPr/>
            </p:nvSpPr>
            <p:spPr>
              <a:xfrm>
                <a:off x="2534684" y="185153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9" y="896830"/>
                    </a:lnTo>
                    <a:lnTo>
                      <a:pt x="914400" y="897756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h4137"/>
              <p:cNvSpPr/>
              <p:nvPr/>
            </p:nvSpPr>
            <p:spPr>
              <a:xfrm>
                <a:off x="2534684" y="1851536"/>
                <a:ext cx="9184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30" h="914400">
                    <a:moveTo>
                      <a:pt x="914400" y="914400"/>
                    </a:moveTo>
                    <a:lnTo>
                      <a:pt x="914410" y="897796"/>
                    </a:lnTo>
                    <a:lnTo>
                      <a:pt x="914556" y="898400"/>
                    </a:lnTo>
                    <a:lnTo>
                      <a:pt x="914704" y="899011"/>
                    </a:lnTo>
                    <a:lnTo>
                      <a:pt x="914852" y="899622"/>
                    </a:lnTo>
                    <a:lnTo>
                      <a:pt x="915000" y="900233"/>
                    </a:lnTo>
                    <a:lnTo>
                      <a:pt x="915148" y="900844"/>
                    </a:lnTo>
                    <a:lnTo>
                      <a:pt x="915296" y="901455"/>
                    </a:lnTo>
                    <a:lnTo>
                      <a:pt x="915444" y="902066"/>
                    </a:lnTo>
                    <a:lnTo>
                      <a:pt x="915592" y="902676"/>
                    </a:lnTo>
                    <a:lnTo>
                      <a:pt x="915740" y="903287"/>
                    </a:lnTo>
                    <a:lnTo>
                      <a:pt x="915888" y="903898"/>
                    </a:lnTo>
                    <a:lnTo>
                      <a:pt x="916036" y="904509"/>
                    </a:lnTo>
                    <a:lnTo>
                      <a:pt x="916184" y="905120"/>
                    </a:lnTo>
                    <a:lnTo>
                      <a:pt x="918430" y="914400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h4138"/>
              <p:cNvSpPr/>
              <p:nvPr/>
            </p:nvSpPr>
            <p:spPr>
              <a:xfrm>
                <a:off x="3176620" y="183396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74" y="931969"/>
                    </a:lnTo>
                    <a:lnTo>
                      <a:pt x="908962" y="921965"/>
                    </a:lnTo>
                    <a:lnTo>
                      <a:pt x="90811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h4139"/>
              <p:cNvSpPr/>
              <p:nvPr/>
            </p:nvSpPr>
            <p:spPr>
              <a:xfrm>
                <a:off x="317662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h4140"/>
              <p:cNvSpPr/>
              <p:nvPr/>
            </p:nvSpPr>
            <p:spPr>
              <a:xfrm>
                <a:off x="318606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h4141"/>
              <p:cNvSpPr/>
              <p:nvPr/>
            </p:nvSpPr>
            <p:spPr>
              <a:xfrm>
                <a:off x="319550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h4142"/>
              <p:cNvSpPr/>
              <p:nvPr/>
            </p:nvSpPr>
            <p:spPr>
              <a:xfrm>
                <a:off x="320494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h4143"/>
              <p:cNvSpPr/>
              <p:nvPr/>
            </p:nvSpPr>
            <p:spPr>
              <a:xfrm>
                <a:off x="321438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h4144"/>
              <p:cNvSpPr/>
              <p:nvPr/>
            </p:nvSpPr>
            <p:spPr>
              <a:xfrm>
                <a:off x="322382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h4145"/>
              <p:cNvSpPr/>
              <p:nvPr/>
            </p:nvSpPr>
            <p:spPr>
              <a:xfrm>
                <a:off x="323326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h4146"/>
              <p:cNvSpPr/>
              <p:nvPr/>
            </p:nvSpPr>
            <p:spPr>
              <a:xfrm>
                <a:off x="324270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h4147"/>
              <p:cNvSpPr/>
              <p:nvPr/>
            </p:nvSpPr>
            <p:spPr>
              <a:xfrm>
                <a:off x="325214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h4148"/>
              <p:cNvSpPr/>
              <p:nvPr/>
            </p:nvSpPr>
            <p:spPr>
              <a:xfrm>
                <a:off x="326158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h4149"/>
              <p:cNvSpPr/>
              <p:nvPr/>
            </p:nvSpPr>
            <p:spPr>
              <a:xfrm>
                <a:off x="327102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h4150"/>
              <p:cNvSpPr/>
              <p:nvPr/>
            </p:nvSpPr>
            <p:spPr>
              <a:xfrm>
                <a:off x="328046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h4151"/>
              <p:cNvSpPr/>
              <p:nvPr/>
            </p:nvSpPr>
            <p:spPr>
              <a:xfrm>
                <a:off x="328990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h4152"/>
              <p:cNvSpPr/>
              <p:nvPr/>
            </p:nvSpPr>
            <p:spPr>
              <a:xfrm>
                <a:off x="329934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h4153"/>
              <p:cNvSpPr/>
              <p:nvPr/>
            </p:nvSpPr>
            <p:spPr>
              <a:xfrm>
                <a:off x="330878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h4154"/>
              <p:cNvSpPr/>
              <p:nvPr/>
            </p:nvSpPr>
            <p:spPr>
              <a:xfrm>
                <a:off x="331822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h4155"/>
              <p:cNvSpPr/>
              <p:nvPr/>
            </p:nvSpPr>
            <p:spPr>
              <a:xfrm>
                <a:off x="332766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h4156"/>
              <p:cNvSpPr/>
              <p:nvPr/>
            </p:nvSpPr>
            <p:spPr>
              <a:xfrm>
                <a:off x="333710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h4157"/>
              <p:cNvSpPr/>
              <p:nvPr/>
            </p:nvSpPr>
            <p:spPr>
              <a:xfrm>
                <a:off x="334654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h4158"/>
              <p:cNvSpPr/>
              <p:nvPr/>
            </p:nvSpPr>
            <p:spPr>
              <a:xfrm>
                <a:off x="335598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h4159"/>
              <p:cNvSpPr/>
              <p:nvPr/>
            </p:nvSpPr>
            <p:spPr>
              <a:xfrm>
                <a:off x="336542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h4160"/>
              <p:cNvSpPr/>
              <p:nvPr/>
            </p:nvSpPr>
            <p:spPr>
              <a:xfrm>
                <a:off x="337486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h4161"/>
              <p:cNvSpPr/>
              <p:nvPr/>
            </p:nvSpPr>
            <p:spPr>
              <a:xfrm>
                <a:off x="338430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h4162"/>
              <p:cNvSpPr/>
              <p:nvPr/>
            </p:nvSpPr>
            <p:spPr>
              <a:xfrm>
                <a:off x="339374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h4163"/>
              <p:cNvSpPr/>
              <p:nvPr/>
            </p:nvSpPr>
            <p:spPr>
              <a:xfrm>
                <a:off x="3403186" y="18515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022"/>
                    </a:lnTo>
                    <a:lnTo>
                      <a:pt x="921719" y="908110"/>
                    </a:lnTo>
                    <a:lnTo>
                      <a:pt x="920552" y="912474"/>
                    </a:lnTo>
                    <a:lnTo>
                      <a:pt x="920834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h4164"/>
              <p:cNvSpPr/>
              <p:nvPr/>
            </p:nvSpPr>
            <p:spPr>
              <a:xfrm>
                <a:off x="3412626" y="1833966"/>
                <a:ext cx="914870" cy="916591"/>
              </a:xfrm>
              <a:custGeom>
                <a:avLst/>
                <a:gdLst/>
                <a:ahLst/>
                <a:cxnLst/>
                <a:rect l="0" t="0" r="0" b="0"/>
                <a:pathLst>
                  <a:path w="914870" h="916591">
                    <a:moveTo>
                      <a:pt x="914400" y="914400"/>
                    </a:moveTo>
                    <a:lnTo>
                      <a:pt x="914870" y="914400"/>
                    </a:lnTo>
                    <a:lnTo>
                      <a:pt x="914617" y="915660"/>
                    </a:lnTo>
                    <a:lnTo>
                      <a:pt x="914400" y="91659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h4165"/>
              <p:cNvSpPr/>
              <p:nvPr/>
            </p:nvSpPr>
            <p:spPr>
              <a:xfrm>
                <a:off x="2232596" y="1816396"/>
                <a:ext cx="914400" cy="9235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23">
                    <a:moveTo>
                      <a:pt x="914400" y="914400"/>
                    </a:moveTo>
                    <a:lnTo>
                      <a:pt x="914400" y="923523"/>
                    </a:lnTo>
                    <a:lnTo>
                      <a:pt x="914243" y="923182"/>
                    </a:lnTo>
                    <a:lnTo>
                      <a:pt x="913071" y="920628"/>
                    </a:lnTo>
                    <a:lnTo>
                      <a:pt x="910361" y="914400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h4166"/>
              <p:cNvSpPr/>
              <p:nvPr/>
            </p:nvSpPr>
            <p:spPr>
              <a:xfrm>
                <a:off x="223259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272" y="931969"/>
                    </a:lnTo>
                    <a:lnTo>
                      <a:pt x="917732" y="930791"/>
                    </a:lnTo>
                    <a:lnTo>
                      <a:pt x="916569" y="928254"/>
                    </a:lnTo>
                    <a:lnTo>
                      <a:pt x="915406" y="925718"/>
                    </a:lnTo>
                    <a:lnTo>
                      <a:pt x="914400" y="923523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h4167"/>
              <p:cNvSpPr/>
              <p:nvPr/>
            </p:nvSpPr>
            <p:spPr>
              <a:xfrm>
                <a:off x="224203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h4168"/>
              <p:cNvSpPr/>
              <p:nvPr/>
            </p:nvSpPr>
            <p:spPr>
              <a:xfrm>
                <a:off x="225147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h4169"/>
              <p:cNvSpPr/>
              <p:nvPr/>
            </p:nvSpPr>
            <p:spPr>
              <a:xfrm>
                <a:off x="226091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h4170"/>
              <p:cNvSpPr/>
              <p:nvPr/>
            </p:nvSpPr>
            <p:spPr>
              <a:xfrm>
                <a:off x="227035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h4171"/>
              <p:cNvSpPr/>
              <p:nvPr/>
            </p:nvSpPr>
            <p:spPr>
              <a:xfrm>
                <a:off x="227979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h4172"/>
              <p:cNvSpPr/>
              <p:nvPr/>
            </p:nvSpPr>
            <p:spPr>
              <a:xfrm>
                <a:off x="228923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h4173"/>
              <p:cNvSpPr/>
              <p:nvPr/>
            </p:nvSpPr>
            <p:spPr>
              <a:xfrm>
                <a:off x="229867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h4174"/>
              <p:cNvSpPr/>
              <p:nvPr/>
            </p:nvSpPr>
            <p:spPr>
              <a:xfrm>
                <a:off x="230811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4AE56">
                  <a:alpha val="100000"/>
                </a:srgbClr>
              </a:solidFill>
              <a:ln w="5420" cap="flat">
                <a:solidFill>
                  <a:srgbClr val="54AE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h4175"/>
              <p:cNvSpPr/>
              <p:nvPr/>
            </p:nvSpPr>
            <p:spPr>
              <a:xfrm>
                <a:off x="231755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h4176"/>
              <p:cNvSpPr/>
              <p:nvPr/>
            </p:nvSpPr>
            <p:spPr>
              <a:xfrm>
                <a:off x="232699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h4177"/>
              <p:cNvSpPr/>
              <p:nvPr/>
            </p:nvSpPr>
            <p:spPr>
              <a:xfrm>
                <a:off x="233643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h4178"/>
              <p:cNvSpPr/>
              <p:nvPr/>
            </p:nvSpPr>
            <p:spPr>
              <a:xfrm>
                <a:off x="234587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C56">
                  <a:alpha val="100000"/>
                </a:srgbClr>
              </a:solidFill>
              <a:ln w="5420" cap="flat">
                <a:solidFill>
                  <a:srgbClr val="52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h4179"/>
              <p:cNvSpPr/>
              <p:nvPr/>
            </p:nvSpPr>
            <p:spPr>
              <a:xfrm>
                <a:off x="235531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h4180"/>
              <p:cNvSpPr/>
              <p:nvPr/>
            </p:nvSpPr>
            <p:spPr>
              <a:xfrm>
                <a:off x="236476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h4181"/>
              <p:cNvSpPr/>
              <p:nvPr/>
            </p:nvSpPr>
            <p:spPr>
              <a:xfrm>
                <a:off x="237420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h4182"/>
              <p:cNvSpPr/>
              <p:nvPr/>
            </p:nvSpPr>
            <p:spPr>
              <a:xfrm>
                <a:off x="238364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h4183"/>
              <p:cNvSpPr/>
              <p:nvPr/>
            </p:nvSpPr>
            <p:spPr>
              <a:xfrm>
                <a:off x="239308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h4184"/>
              <p:cNvSpPr/>
              <p:nvPr/>
            </p:nvSpPr>
            <p:spPr>
              <a:xfrm>
                <a:off x="240252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h4185"/>
              <p:cNvSpPr/>
              <p:nvPr/>
            </p:nvSpPr>
            <p:spPr>
              <a:xfrm>
                <a:off x="241196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h4186"/>
              <p:cNvSpPr/>
              <p:nvPr/>
            </p:nvSpPr>
            <p:spPr>
              <a:xfrm>
                <a:off x="242140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h4187"/>
              <p:cNvSpPr/>
              <p:nvPr/>
            </p:nvSpPr>
            <p:spPr>
              <a:xfrm>
                <a:off x="243084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659">
                  <a:alpha val="100000"/>
                </a:srgbClr>
              </a:solidFill>
              <a:ln w="5420" cap="flat">
                <a:solidFill>
                  <a:srgbClr val="63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h4188"/>
              <p:cNvSpPr/>
              <p:nvPr/>
            </p:nvSpPr>
            <p:spPr>
              <a:xfrm>
                <a:off x="244028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h4189"/>
              <p:cNvSpPr/>
              <p:nvPr/>
            </p:nvSpPr>
            <p:spPr>
              <a:xfrm>
                <a:off x="244972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h4190"/>
              <p:cNvSpPr/>
              <p:nvPr/>
            </p:nvSpPr>
            <p:spPr>
              <a:xfrm>
                <a:off x="245916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h4191"/>
              <p:cNvSpPr/>
              <p:nvPr/>
            </p:nvSpPr>
            <p:spPr>
              <a:xfrm>
                <a:off x="246860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h4192"/>
              <p:cNvSpPr/>
              <p:nvPr/>
            </p:nvSpPr>
            <p:spPr>
              <a:xfrm>
                <a:off x="247804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h4193"/>
              <p:cNvSpPr/>
              <p:nvPr/>
            </p:nvSpPr>
            <p:spPr>
              <a:xfrm>
                <a:off x="248748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h4194"/>
              <p:cNvSpPr/>
              <p:nvPr/>
            </p:nvSpPr>
            <p:spPr>
              <a:xfrm>
                <a:off x="249692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h4195"/>
              <p:cNvSpPr/>
              <p:nvPr/>
            </p:nvSpPr>
            <p:spPr>
              <a:xfrm>
                <a:off x="250636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h4196"/>
              <p:cNvSpPr/>
              <p:nvPr/>
            </p:nvSpPr>
            <p:spPr>
              <a:xfrm>
                <a:off x="251580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h4197"/>
              <p:cNvSpPr/>
              <p:nvPr/>
            </p:nvSpPr>
            <p:spPr>
              <a:xfrm>
                <a:off x="2525244" y="1833966"/>
                <a:ext cx="9235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732" y="896830"/>
                    </a:lnTo>
                    <a:lnTo>
                      <a:pt x="921252" y="905359"/>
                    </a:lnTo>
                    <a:lnTo>
                      <a:pt x="923599" y="914400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h4198"/>
              <p:cNvSpPr/>
              <p:nvPr/>
            </p:nvSpPr>
            <p:spPr>
              <a:xfrm>
                <a:off x="3176620" y="181639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117" y="931969"/>
                    </a:lnTo>
                    <a:lnTo>
                      <a:pt x="907766" y="928836"/>
                    </a:lnTo>
                    <a:lnTo>
                      <a:pt x="906870" y="918037"/>
                    </a:lnTo>
                    <a:lnTo>
                      <a:pt x="90667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h4199"/>
              <p:cNvSpPr/>
              <p:nvPr/>
            </p:nvSpPr>
            <p:spPr>
              <a:xfrm>
                <a:off x="317662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h4200"/>
              <p:cNvSpPr/>
              <p:nvPr/>
            </p:nvSpPr>
            <p:spPr>
              <a:xfrm>
                <a:off x="318606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h4201"/>
              <p:cNvSpPr/>
              <p:nvPr/>
            </p:nvSpPr>
            <p:spPr>
              <a:xfrm>
                <a:off x="319550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h4202"/>
              <p:cNvSpPr/>
              <p:nvPr/>
            </p:nvSpPr>
            <p:spPr>
              <a:xfrm>
                <a:off x="320494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h4203"/>
              <p:cNvSpPr/>
              <p:nvPr/>
            </p:nvSpPr>
            <p:spPr>
              <a:xfrm>
                <a:off x="321438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h4204"/>
              <p:cNvSpPr/>
              <p:nvPr/>
            </p:nvSpPr>
            <p:spPr>
              <a:xfrm>
                <a:off x="322382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h4205"/>
              <p:cNvSpPr/>
              <p:nvPr/>
            </p:nvSpPr>
            <p:spPr>
              <a:xfrm>
                <a:off x="323326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h4206"/>
              <p:cNvSpPr/>
              <p:nvPr/>
            </p:nvSpPr>
            <p:spPr>
              <a:xfrm>
                <a:off x="324270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h4207"/>
              <p:cNvSpPr/>
              <p:nvPr/>
            </p:nvSpPr>
            <p:spPr>
              <a:xfrm>
                <a:off x="325214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h4208"/>
              <p:cNvSpPr/>
              <p:nvPr/>
            </p:nvSpPr>
            <p:spPr>
              <a:xfrm>
                <a:off x="326158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h4209"/>
              <p:cNvSpPr/>
              <p:nvPr/>
            </p:nvSpPr>
            <p:spPr>
              <a:xfrm>
                <a:off x="327102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h4210"/>
              <p:cNvSpPr/>
              <p:nvPr/>
            </p:nvSpPr>
            <p:spPr>
              <a:xfrm>
                <a:off x="328046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h4211"/>
              <p:cNvSpPr/>
              <p:nvPr/>
            </p:nvSpPr>
            <p:spPr>
              <a:xfrm>
                <a:off x="328990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h4212"/>
              <p:cNvSpPr/>
              <p:nvPr/>
            </p:nvSpPr>
            <p:spPr>
              <a:xfrm>
                <a:off x="329934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h4213"/>
              <p:cNvSpPr/>
              <p:nvPr/>
            </p:nvSpPr>
            <p:spPr>
              <a:xfrm>
                <a:off x="330878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h4214"/>
              <p:cNvSpPr/>
              <p:nvPr/>
            </p:nvSpPr>
            <p:spPr>
              <a:xfrm>
                <a:off x="331822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h4215"/>
              <p:cNvSpPr/>
              <p:nvPr/>
            </p:nvSpPr>
            <p:spPr>
              <a:xfrm>
                <a:off x="332766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h4216"/>
              <p:cNvSpPr/>
              <p:nvPr/>
            </p:nvSpPr>
            <p:spPr>
              <a:xfrm>
                <a:off x="333710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h4217"/>
              <p:cNvSpPr/>
              <p:nvPr/>
            </p:nvSpPr>
            <p:spPr>
              <a:xfrm>
                <a:off x="334654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h4218"/>
              <p:cNvSpPr/>
              <p:nvPr/>
            </p:nvSpPr>
            <p:spPr>
              <a:xfrm>
                <a:off x="335598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h4219"/>
              <p:cNvSpPr/>
              <p:nvPr/>
            </p:nvSpPr>
            <p:spPr>
              <a:xfrm>
                <a:off x="336542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h4220"/>
              <p:cNvSpPr/>
              <p:nvPr/>
            </p:nvSpPr>
            <p:spPr>
              <a:xfrm>
                <a:off x="337486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h4221"/>
              <p:cNvSpPr/>
              <p:nvPr/>
            </p:nvSpPr>
            <p:spPr>
              <a:xfrm>
                <a:off x="338430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h4222"/>
              <p:cNvSpPr/>
              <p:nvPr/>
            </p:nvSpPr>
            <p:spPr>
              <a:xfrm>
                <a:off x="339374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h4223"/>
              <p:cNvSpPr/>
              <p:nvPr/>
            </p:nvSpPr>
            <p:spPr>
              <a:xfrm>
                <a:off x="340318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h4224"/>
              <p:cNvSpPr/>
              <p:nvPr/>
            </p:nvSpPr>
            <p:spPr>
              <a:xfrm>
                <a:off x="3412626" y="1833966"/>
                <a:ext cx="91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3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134" y="896830"/>
                    </a:lnTo>
                    <a:lnTo>
                      <a:pt x="916673" y="905429"/>
                    </a:lnTo>
                    <a:lnTo>
                      <a:pt x="914870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h4225"/>
              <p:cNvSpPr/>
              <p:nvPr/>
            </p:nvSpPr>
            <p:spPr>
              <a:xfrm>
                <a:off x="2223156" y="1798826"/>
                <a:ext cx="914400" cy="9181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128">
                    <a:moveTo>
                      <a:pt x="914400" y="914400"/>
                    </a:moveTo>
                    <a:lnTo>
                      <a:pt x="914400" y="918128"/>
                    </a:lnTo>
                    <a:lnTo>
                      <a:pt x="913098" y="914400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h4226"/>
              <p:cNvSpPr/>
              <p:nvPr/>
            </p:nvSpPr>
            <p:spPr>
              <a:xfrm>
                <a:off x="222315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1" y="931969"/>
                    </a:lnTo>
                    <a:lnTo>
                      <a:pt x="918785" y="929633"/>
                    </a:lnTo>
                    <a:lnTo>
                      <a:pt x="915304" y="920718"/>
                    </a:lnTo>
                    <a:lnTo>
                      <a:pt x="914400" y="91812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h4227"/>
              <p:cNvSpPr/>
              <p:nvPr/>
            </p:nvSpPr>
            <p:spPr>
              <a:xfrm>
                <a:off x="223259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h4228"/>
              <p:cNvSpPr/>
              <p:nvPr/>
            </p:nvSpPr>
            <p:spPr>
              <a:xfrm>
                <a:off x="224203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h4229"/>
              <p:cNvSpPr/>
              <p:nvPr/>
            </p:nvSpPr>
            <p:spPr>
              <a:xfrm>
                <a:off x="225147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h4230"/>
              <p:cNvSpPr/>
              <p:nvPr/>
            </p:nvSpPr>
            <p:spPr>
              <a:xfrm>
                <a:off x="226091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h4231"/>
              <p:cNvSpPr/>
              <p:nvPr/>
            </p:nvSpPr>
            <p:spPr>
              <a:xfrm>
                <a:off x="227035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h4232"/>
              <p:cNvSpPr/>
              <p:nvPr/>
            </p:nvSpPr>
            <p:spPr>
              <a:xfrm>
                <a:off x="227979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h4233"/>
              <p:cNvSpPr/>
              <p:nvPr/>
            </p:nvSpPr>
            <p:spPr>
              <a:xfrm>
                <a:off x="228923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h4234"/>
              <p:cNvSpPr/>
              <p:nvPr/>
            </p:nvSpPr>
            <p:spPr>
              <a:xfrm>
                <a:off x="229867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h4235"/>
              <p:cNvSpPr/>
              <p:nvPr/>
            </p:nvSpPr>
            <p:spPr>
              <a:xfrm>
                <a:off x="230811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h4236"/>
              <p:cNvSpPr/>
              <p:nvPr/>
            </p:nvSpPr>
            <p:spPr>
              <a:xfrm>
                <a:off x="231755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h4237"/>
              <p:cNvSpPr/>
              <p:nvPr/>
            </p:nvSpPr>
            <p:spPr>
              <a:xfrm>
                <a:off x="232699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h4238"/>
              <p:cNvSpPr/>
              <p:nvPr/>
            </p:nvSpPr>
            <p:spPr>
              <a:xfrm>
                <a:off x="233643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h4239"/>
              <p:cNvSpPr/>
              <p:nvPr/>
            </p:nvSpPr>
            <p:spPr>
              <a:xfrm>
                <a:off x="234587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h4240"/>
              <p:cNvSpPr/>
              <p:nvPr/>
            </p:nvSpPr>
            <p:spPr>
              <a:xfrm>
                <a:off x="235531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h4241"/>
              <p:cNvSpPr/>
              <p:nvPr/>
            </p:nvSpPr>
            <p:spPr>
              <a:xfrm>
                <a:off x="236476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h4242"/>
              <p:cNvSpPr/>
              <p:nvPr/>
            </p:nvSpPr>
            <p:spPr>
              <a:xfrm>
                <a:off x="237420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h4243"/>
              <p:cNvSpPr/>
              <p:nvPr/>
            </p:nvSpPr>
            <p:spPr>
              <a:xfrm>
                <a:off x="238364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h4244"/>
              <p:cNvSpPr/>
              <p:nvPr/>
            </p:nvSpPr>
            <p:spPr>
              <a:xfrm>
                <a:off x="239308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h4245"/>
              <p:cNvSpPr/>
              <p:nvPr/>
            </p:nvSpPr>
            <p:spPr>
              <a:xfrm>
                <a:off x="240252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h4246"/>
              <p:cNvSpPr/>
              <p:nvPr/>
            </p:nvSpPr>
            <p:spPr>
              <a:xfrm>
                <a:off x="241196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h4247"/>
              <p:cNvSpPr/>
              <p:nvPr/>
            </p:nvSpPr>
            <p:spPr>
              <a:xfrm>
                <a:off x="242140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h4248"/>
              <p:cNvSpPr/>
              <p:nvPr/>
            </p:nvSpPr>
            <p:spPr>
              <a:xfrm>
                <a:off x="243084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h4249"/>
              <p:cNvSpPr/>
              <p:nvPr/>
            </p:nvSpPr>
            <p:spPr>
              <a:xfrm>
                <a:off x="244028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h4250"/>
              <p:cNvSpPr/>
              <p:nvPr/>
            </p:nvSpPr>
            <p:spPr>
              <a:xfrm>
                <a:off x="244972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h4251"/>
              <p:cNvSpPr/>
              <p:nvPr/>
            </p:nvSpPr>
            <p:spPr>
              <a:xfrm>
                <a:off x="245916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h4252"/>
              <p:cNvSpPr/>
              <p:nvPr/>
            </p:nvSpPr>
            <p:spPr>
              <a:xfrm>
                <a:off x="246860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h4253"/>
              <p:cNvSpPr/>
              <p:nvPr/>
            </p:nvSpPr>
            <p:spPr>
              <a:xfrm>
                <a:off x="247804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h4254"/>
              <p:cNvSpPr/>
              <p:nvPr/>
            </p:nvSpPr>
            <p:spPr>
              <a:xfrm>
                <a:off x="248748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h4255"/>
              <p:cNvSpPr/>
              <p:nvPr/>
            </p:nvSpPr>
            <p:spPr>
              <a:xfrm>
                <a:off x="249692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h4256"/>
              <p:cNvSpPr/>
              <p:nvPr/>
            </p:nvSpPr>
            <p:spPr>
              <a:xfrm>
                <a:off x="250636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h4257"/>
              <p:cNvSpPr/>
              <p:nvPr/>
            </p:nvSpPr>
            <p:spPr>
              <a:xfrm>
                <a:off x="2525244" y="181639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637" y="896830"/>
                    </a:lnTo>
                    <a:lnTo>
                      <a:pt x="914400" y="901540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h4258"/>
              <p:cNvSpPr/>
              <p:nvPr/>
            </p:nvSpPr>
            <p:spPr>
              <a:xfrm>
                <a:off x="2525244" y="1816396"/>
                <a:ext cx="9187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2" h="914400">
                    <a:moveTo>
                      <a:pt x="914400" y="914400"/>
                    </a:moveTo>
                    <a:lnTo>
                      <a:pt x="914400" y="901540"/>
                    </a:lnTo>
                    <a:lnTo>
                      <a:pt x="915226" y="903748"/>
                    </a:lnTo>
                    <a:lnTo>
                      <a:pt x="918375" y="913191"/>
                    </a:lnTo>
                    <a:lnTo>
                      <a:pt x="918732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h4259"/>
              <p:cNvSpPr/>
              <p:nvPr/>
            </p:nvSpPr>
            <p:spPr>
              <a:xfrm>
                <a:off x="3176620" y="179882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671" y="931969"/>
                    </a:lnTo>
                    <a:lnTo>
                      <a:pt x="906276" y="924736"/>
                    </a:lnTo>
                    <a:lnTo>
                      <a:pt x="90600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h4260"/>
              <p:cNvSpPr/>
              <p:nvPr/>
            </p:nvSpPr>
            <p:spPr>
              <a:xfrm>
                <a:off x="317662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h4261"/>
              <p:cNvSpPr/>
              <p:nvPr/>
            </p:nvSpPr>
            <p:spPr>
              <a:xfrm>
                <a:off x="318606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h4262"/>
              <p:cNvSpPr/>
              <p:nvPr/>
            </p:nvSpPr>
            <p:spPr>
              <a:xfrm>
                <a:off x="319550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h4263"/>
              <p:cNvSpPr/>
              <p:nvPr/>
            </p:nvSpPr>
            <p:spPr>
              <a:xfrm>
                <a:off x="320494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h4264"/>
              <p:cNvSpPr/>
              <p:nvPr/>
            </p:nvSpPr>
            <p:spPr>
              <a:xfrm>
                <a:off x="321438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h4265"/>
              <p:cNvSpPr/>
              <p:nvPr/>
            </p:nvSpPr>
            <p:spPr>
              <a:xfrm>
                <a:off x="322382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h4266"/>
              <p:cNvSpPr/>
              <p:nvPr/>
            </p:nvSpPr>
            <p:spPr>
              <a:xfrm>
                <a:off x="323326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h4267"/>
              <p:cNvSpPr/>
              <p:nvPr/>
            </p:nvSpPr>
            <p:spPr>
              <a:xfrm>
                <a:off x="324270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h4268"/>
              <p:cNvSpPr/>
              <p:nvPr/>
            </p:nvSpPr>
            <p:spPr>
              <a:xfrm>
                <a:off x="325214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h4269"/>
              <p:cNvSpPr/>
              <p:nvPr/>
            </p:nvSpPr>
            <p:spPr>
              <a:xfrm>
                <a:off x="326158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h4270"/>
              <p:cNvSpPr/>
              <p:nvPr/>
            </p:nvSpPr>
            <p:spPr>
              <a:xfrm>
                <a:off x="327102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h4271"/>
              <p:cNvSpPr/>
              <p:nvPr/>
            </p:nvSpPr>
            <p:spPr>
              <a:xfrm>
                <a:off x="328046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h4272"/>
              <p:cNvSpPr/>
              <p:nvPr/>
            </p:nvSpPr>
            <p:spPr>
              <a:xfrm>
                <a:off x="328990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h4273"/>
              <p:cNvSpPr/>
              <p:nvPr/>
            </p:nvSpPr>
            <p:spPr>
              <a:xfrm>
                <a:off x="329934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h4274"/>
              <p:cNvSpPr/>
              <p:nvPr/>
            </p:nvSpPr>
            <p:spPr>
              <a:xfrm>
                <a:off x="330878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h4275"/>
              <p:cNvSpPr/>
              <p:nvPr/>
            </p:nvSpPr>
            <p:spPr>
              <a:xfrm>
                <a:off x="331822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h4276"/>
              <p:cNvSpPr/>
              <p:nvPr/>
            </p:nvSpPr>
            <p:spPr>
              <a:xfrm>
                <a:off x="332766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h4277"/>
              <p:cNvSpPr/>
              <p:nvPr/>
            </p:nvSpPr>
            <p:spPr>
              <a:xfrm>
                <a:off x="333710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h4278"/>
              <p:cNvSpPr/>
              <p:nvPr/>
            </p:nvSpPr>
            <p:spPr>
              <a:xfrm>
                <a:off x="334654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h4279"/>
              <p:cNvSpPr/>
              <p:nvPr/>
            </p:nvSpPr>
            <p:spPr>
              <a:xfrm>
                <a:off x="335598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h4280"/>
              <p:cNvSpPr/>
              <p:nvPr/>
            </p:nvSpPr>
            <p:spPr>
              <a:xfrm>
                <a:off x="336542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h4281"/>
              <p:cNvSpPr/>
              <p:nvPr/>
            </p:nvSpPr>
            <p:spPr>
              <a:xfrm>
                <a:off x="337486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h4282"/>
              <p:cNvSpPr/>
              <p:nvPr/>
            </p:nvSpPr>
            <p:spPr>
              <a:xfrm>
                <a:off x="338430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h4283"/>
              <p:cNvSpPr/>
              <p:nvPr/>
            </p:nvSpPr>
            <p:spPr>
              <a:xfrm>
                <a:off x="339374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h4284"/>
              <p:cNvSpPr/>
              <p:nvPr/>
            </p:nvSpPr>
            <p:spPr>
              <a:xfrm>
                <a:off x="340318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h4285"/>
              <p:cNvSpPr/>
              <p:nvPr/>
            </p:nvSpPr>
            <p:spPr>
              <a:xfrm>
                <a:off x="3412626" y="1816396"/>
                <a:ext cx="9204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9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90" y="896830"/>
                    </a:lnTo>
                    <a:lnTo>
                      <a:pt x="919919" y="902010"/>
                    </a:lnTo>
                    <a:lnTo>
                      <a:pt x="918442" y="912583"/>
                    </a:lnTo>
                    <a:lnTo>
                      <a:pt x="918134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h4286"/>
              <p:cNvSpPr/>
              <p:nvPr/>
            </p:nvSpPr>
            <p:spPr>
              <a:xfrm>
                <a:off x="2223156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098" y="931969"/>
                    </a:lnTo>
                    <a:lnTo>
                      <a:pt x="912078" y="929047"/>
                    </a:lnTo>
                    <a:lnTo>
                      <a:pt x="909116" y="919504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h4287"/>
              <p:cNvSpPr/>
              <p:nvPr/>
            </p:nvSpPr>
            <p:spPr>
              <a:xfrm>
                <a:off x="222315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h4288"/>
              <p:cNvSpPr/>
              <p:nvPr/>
            </p:nvSpPr>
            <p:spPr>
              <a:xfrm>
                <a:off x="223259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h4289"/>
              <p:cNvSpPr/>
              <p:nvPr/>
            </p:nvSpPr>
            <p:spPr>
              <a:xfrm>
                <a:off x="224203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h4290"/>
              <p:cNvSpPr/>
              <p:nvPr/>
            </p:nvSpPr>
            <p:spPr>
              <a:xfrm>
                <a:off x="225147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h4291"/>
              <p:cNvSpPr/>
              <p:nvPr/>
            </p:nvSpPr>
            <p:spPr>
              <a:xfrm>
                <a:off x="226091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h4292"/>
              <p:cNvSpPr/>
              <p:nvPr/>
            </p:nvSpPr>
            <p:spPr>
              <a:xfrm>
                <a:off x="227035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h4293"/>
              <p:cNvSpPr/>
              <p:nvPr/>
            </p:nvSpPr>
            <p:spPr>
              <a:xfrm>
                <a:off x="227979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h4294"/>
              <p:cNvSpPr/>
              <p:nvPr/>
            </p:nvSpPr>
            <p:spPr>
              <a:xfrm>
                <a:off x="228923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h4295"/>
              <p:cNvSpPr/>
              <p:nvPr/>
            </p:nvSpPr>
            <p:spPr>
              <a:xfrm>
                <a:off x="229867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h4296"/>
              <p:cNvSpPr/>
              <p:nvPr/>
            </p:nvSpPr>
            <p:spPr>
              <a:xfrm>
                <a:off x="230811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h4297"/>
              <p:cNvSpPr/>
              <p:nvPr/>
            </p:nvSpPr>
            <p:spPr>
              <a:xfrm>
                <a:off x="231755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h4298"/>
              <p:cNvSpPr/>
              <p:nvPr/>
            </p:nvSpPr>
            <p:spPr>
              <a:xfrm>
                <a:off x="232699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h4299"/>
              <p:cNvSpPr/>
              <p:nvPr/>
            </p:nvSpPr>
            <p:spPr>
              <a:xfrm>
                <a:off x="233643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h4300"/>
              <p:cNvSpPr/>
              <p:nvPr/>
            </p:nvSpPr>
            <p:spPr>
              <a:xfrm>
                <a:off x="234587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h4301"/>
              <p:cNvSpPr/>
              <p:nvPr/>
            </p:nvSpPr>
            <p:spPr>
              <a:xfrm>
                <a:off x="235531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h4302"/>
              <p:cNvSpPr/>
              <p:nvPr/>
            </p:nvSpPr>
            <p:spPr>
              <a:xfrm>
                <a:off x="236476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h4303"/>
              <p:cNvSpPr/>
              <p:nvPr/>
            </p:nvSpPr>
            <p:spPr>
              <a:xfrm>
                <a:off x="237420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h4304"/>
              <p:cNvSpPr/>
              <p:nvPr/>
            </p:nvSpPr>
            <p:spPr>
              <a:xfrm>
                <a:off x="238364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h4305"/>
              <p:cNvSpPr/>
              <p:nvPr/>
            </p:nvSpPr>
            <p:spPr>
              <a:xfrm>
                <a:off x="239308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h4306"/>
              <p:cNvSpPr/>
              <p:nvPr/>
            </p:nvSpPr>
            <p:spPr>
              <a:xfrm>
                <a:off x="240252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h4307"/>
              <p:cNvSpPr/>
              <p:nvPr/>
            </p:nvSpPr>
            <p:spPr>
              <a:xfrm>
                <a:off x="241196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h4308"/>
              <p:cNvSpPr/>
              <p:nvPr/>
            </p:nvSpPr>
            <p:spPr>
              <a:xfrm>
                <a:off x="242140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h4309"/>
              <p:cNvSpPr/>
              <p:nvPr/>
            </p:nvSpPr>
            <p:spPr>
              <a:xfrm>
                <a:off x="243084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h4310"/>
              <p:cNvSpPr/>
              <p:nvPr/>
            </p:nvSpPr>
            <p:spPr>
              <a:xfrm>
                <a:off x="244028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h4311"/>
              <p:cNvSpPr/>
              <p:nvPr/>
            </p:nvSpPr>
            <p:spPr>
              <a:xfrm>
                <a:off x="244972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h4312"/>
              <p:cNvSpPr/>
              <p:nvPr/>
            </p:nvSpPr>
            <p:spPr>
              <a:xfrm>
                <a:off x="245916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659">
                  <a:alpha val="100000"/>
                </a:srgbClr>
              </a:solidFill>
              <a:ln w="5420" cap="flat">
                <a:solidFill>
                  <a:srgbClr val="63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h4313"/>
              <p:cNvSpPr/>
              <p:nvPr/>
            </p:nvSpPr>
            <p:spPr>
              <a:xfrm>
                <a:off x="246860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h4314"/>
              <p:cNvSpPr/>
              <p:nvPr/>
            </p:nvSpPr>
            <p:spPr>
              <a:xfrm>
                <a:off x="247804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h4315"/>
              <p:cNvSpPr/>
              <p:nvPr/>
            </p:nvSpPr>
            <p:spPr>
              <a:xfrm>
                <a:off x="248748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h4316"/>
              <p:cNvSpPr/>
              <p:nvPr/>
            </p:nvSpPr>
            <p:spPr>
              <a:xfrm>
                <a:off x="249692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h4317"/>
              <p:cNvSpPr/>
              <p:nvPr/>
            </p:nvSpPr>
            <p:spPr>
              <a:xfrm>
                <a:off x="250636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h4318"/>
              <p:cNvSpPr/>
              <p:nvPr/>
            </p:nvSpPr>
            <p:spPr>
              <a:xfrm>
                <a:off x="2515803" y="1798826"/>
                <a:ext cx="9220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8" h="914400">
                    <a:moveTo>
                      <a:pt x="914399" y="914400"/>
                    </a:moveTo>
                    <a:lnTo>
                      <a:pt x="914520" y="896830"/>
                    </a:lnTo>
                    <a:lnTo>
                      <a:pt x="917588" y="903424"/>
                    </a:lnTo>
                    <a:lnTo>
                      <a:pt x="921254" y="912197"/>
                    </a:lnTo>
                    <a:lnTo>
                      <a:pt x="922078" y="914400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h4319"/>
              <p:cNvSpPr/>
              <p:nvPr/>
            </p:nvSpPr>
            <p:spPr>
              <a:xfrm>
                <a:off x="3176620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000" y="931969"/>
                    </a:lnTo>
                    <a:lnTo>
                      <a:pt x="905985" y="931392"/>
                    </a:lnTo>
                    <a:lnTo>
                      <a:pt x="905998" y="920465"/>
                    </a:lnTo>
                    <a:lnTo>
                      <a:pt x="90617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h4320"/>
              <p:cNvSpPr/>
              <p:nvPr/>
            </p:nvSpPr>
            <p:spPr>
              <a:xfrm>
                <a:off x="317662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h4321"/>
              <p:cNvSpPr/>
              <p:nvPr/>
            </p:nvSpPr>
            <p:spPr>
              <a:xfrm>
                <a:off x="318606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h4322"/>
              <p:cNvSpPr/>
              <p:nvPr/>
            </p:nvSpPr>
            <p:spPr>
              <a:xfrm>
                <a:off x="319550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h4323"/>
              <p:cNvSpPr/>
              <p:nvPr/>
            </p:nvSpPr>
            <p:spPr>
              <a:xfrm>
                <a:off x="320494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h4324"/>
              <p:cNvSpPr/>
              <p:nvPr/>
            </p:nvSpPr>
            <p:spPr>
              <a:xfrm>
                <a:off x="321438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h4325"/>
              <p:cNvSpPr/>
              <p:nvPr/>
            </p:nvSpPr>
            <p:spPr>
              <a:xfrm>
                <a:off x="322382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h4326"/>
              <p:cNvSpPr/>
              <p:nvPr/>
            </p:nvSpPr>
            <p:spPr>
              <a:xfrm>
                <a:off x="323326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h4327"/>
              <p:cNvSpPr/>
              <p:nvPr/>
            </p:nvSpPr>
            <p:spPr>
              <a:xfrm>
                <a:off x="324270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h4328"/>
              <p:cNvSpPr/>
              <p:nvPr/>
            </p:nvSpPr>
            <p:spPr>
              <a:xfrm>
                <a:off x="325214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h4329"/>
              <p:cNvSpPr/>
              <p:nvPr/>
            </p:nvSpPr>
            <p:spPr>
              <a:xfrm>
                <a:off x="326158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h4330"/>
              <p:cNvSpPr/>
              <p:nvPr/>
            </p:nvSpPr>
            <p:spPr>
              <a:xfrm>
                <a:off x="327102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h4331"/>
              <p:cNvSpPr/>
              <p:nvPr/>
            </p:nvSpPr>
            <p:spPr>
              <a:xfrm>
                <a:off x="328046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h4332"/>
              <p:cNvSpPr/>
              <p:nvPr/>
            </p:nvSpPr>
            <p:spPr>
              <a:xfrm>
                <a:off x="328990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h4333"/>
              <p:cNvSpPr/>
              <p:nvPr/>
            </p:nvSpPr>
            <p:spPr>
              <a:xfrm>
                <a:off x="329934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h4334"/>
              <p:cNvSpPr/>
              <p:nvPr/>
            </p:nvSpPr>
            <p:spPr>
              <a:xfrm>
                <a:off x="330878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h4335"/>
              <p:cNvSpPr/>
              <p:nvPr/>
            </p:nvSpPr>
            <p:spPr>
              <a:xfrm>
                <a:off x="331822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h4336"/>
              <p:cNvSpPr/>
              <p:nvPr/>
            </p:nvSpPr>
            <p:spPr>
              <a:xfrm>
                <a:off x="332766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h4337"/>
              <p:cNvSpPr/>
              <p:nvPr/>
            </p:nvSpPr>
            <p:spPr>
              <a:xfrm>
                <a:off x="333710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h4338"/>
              <p:cNvSpPr/>
              <p:nvPr/>
            </p:nvSpPr>
            <p:spPr>
              <a:xfrm>
                <a:off x="334654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h4339"/>
              <p:cNvSpPr/>
              <p:nvPr/>
            </p:nvSpPr>
            <p:spPr>
              <a:xfrm>
                <a:off x="335598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h4340"/>
              <p:cNvSpPr/>
              <p:nvPr/>
            </p:nvSpPr>
            <p:spPr>
              <a:xfrm>
                <a:off x="336542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h4341"/>
              <p:cNvSpPr/>
              <p:nvPr/>
            </p:nvSpPr>
            <p:spPr>
              <a:xfrm>
                <a:off x="337486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h4342"/>
              <p:cNvSpPr/>
              <p:nvPr/>
            </p:nvSpPr>
            <p:spPr>
              <a:xfrm>
                <a:off x="338430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h4343"/>
              <p:cNvSpPr/>
              <p:nvPr/>
            </p:nvSpPr>
            <p:spPr>
              <a:xfrm>
                <a:off x="339374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h4344"/>
              <p:cNvSpPr/>
              <p:nvPr/>
            </p:nvSpPr>
            <p:spPr>
              <a:xfrm>
                <a:off x="340318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h4345"/>
              <p:cNvSpPr/>
              <p:nvPr/>
            </p:nvSpPr>
            <p:spPr>
              <a:xfrm>
                <a:off x="3412626" y="1798826"/>
                <a:ext cx="9220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47" y="896830"/>
                    </a:lnTo>
                    <a:lnTo>
                      <a:pt x="921980" y="898079"/>
                    </a:lnTo>
                    <a:lnTo>
                      <a:pt x="921099" y="908879"/>
                    </a:lnTo>
                    <a:lnTo>
                      <a:pt x="920490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h4346"/>
              <p:cNvSpPr/>
              <p:nvPr/>
            </p:nvSpPr>
            <p:spPr>
              <a:xfrm>
                <a:off x="2213716" y="1763687"/>
                <a:ext cx="914400" cy="9211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135">
                    <a:moveTo>
                      <a:pt x="914400" y="914400"/>
                    </a:moveTo>
                    <a:lnTo>
                      <a:pt x="914400" y="921135"/>
                    </a:lnTo>
                    <a:lnTo>
                      <a:pt x="913971" y="919345"/>
                    </a:lnTo>
                    <a:lnTo>
                      <a:pt x="911812" y="916469"/>
                    </a:lnTo>
                    <a:lnTo>
                      <a:pt x="910418" y="914400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h4347"/>
              <p:cNvSpPr/>
              <p:nvPr/>
            </p:nvSpPr>
            <p:spPr>
              <a:xfrm>
                <a:off x="221371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5866" y="927257"/>
                    </a:lnTo>
                    <a:lnTo>
                      <a:pt x="914400" y="921135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h4348"/>
              <p:cNvSpPr/>
              <p:nvPr/>
            </p:nvSpPr>
            <p:spPr>
              <a:xfrm>
                <a:off x="222315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h4349"/>
              <p:cNvSpPr/>
              <p:nvPr/>
            </p:nvSpPr>
            <p:spPr>
              <a:xfrm>
                <a:off x="223259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h4350"/>
              <p:cNvSpPr/>
              <p:nvPr/>
            </p:nvSpPr>
            <p:spPr>
              <a:xfrm>
                <a:off x="224203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h4351"/>
              <p:cNvSpPr/>
              <p:nvPr/>
            </p:nvSpPr>
            <p:spPr>
              <a:xfrm>
                <a:off x="225147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h4352"/>
              <p:cNvSpPr/>
              <p:nvPr/>
            </p:nvSpPr>
            <p:spPr>
              <a:xfrm>
                <a:off x="226091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h4353"/>
              <p:cNvSpPr/>
              <p:nvPr/>
            </p:nvSpPr>
            <p:spPr>
              <a:xfrm>
                <a:off x="227035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h4354"/>
              <p:cNvSpPr/>
              <p:nvPr/>
            </p:nvSpPr>
            <p:spPr>
              <a:xfrm>
                <a:off x="227979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h4355"/>
              <p:cNvSpPr/>
              <p:nvPr/>
            </p:nvSpPr>
            <p:spPr>
              <a:xfrm>
                <a:off x="228923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h4356"/>
              <p:cNvSpPr/>
              <p:nvPr/>
            </p:nvSpPr>
            <p:spPr>
              <a:xfrm>
                <a:off x="229867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h4357"/>
              <p:cNvSpPr/>
              <p:nvPr/>
            </p:nvSpPr>
            <p:spPr>
              <a:xfrm>
                <a:off x="230811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h4358"/>
              <p:cNvSpPr/>
              <p:nvPr/>
            </p:nvSpPr>
            <p:spPr>
              <a:xfrm>
                <a:off x="231755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h4359"/>
              <p:cNvSpPr/>
              <p:nvPr/>
            </p:nvSpPr>
            <p:spPr>
              <a:xfrm>
                <a:off x="232699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h4360"/>
              <p:cNvSpPr/>
              <p:nvPr/>
            </p:nvSpPr>
            <p:spPr>
              <a:xfrm>
                <a:off x="233643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h4361"/>
              <p:cNvSpPr/>
              <p:nvPr/>
            </p:nvSpPr>
            <p:spPr>
              <a:xfrm>
                <a:off x="234587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h4362"/>
              <p:cNvSpPr/>
              <p:nvPr/>
            </p:nvSpPr>
            <p:spPr>
              <a:xfrm>
                <a:off x="235531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h4363"/>
              <p:cNvSpPr/>
              <p:nvPr/>
            </p:nvSpPr>
            <p:spPr>
              <a:xfrm>
                <a:off x="236476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h4364"/>
              <p:cNvSpPr/>
              <p:nvPr/>
            </p:nvSpPr>
            <p:spPr>
              <a:xfrm>
                <a:off x="237420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h4365"/>
              <p:cNvSpPr/>
              <p:nvPr/>
            </p:nvSpPr>
            <p:spPr>
              <a:xfrm>
                <a:off x="238364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h4366"/>
              <p:cNvSpPr/>
              <p:nvPr/>
            </p:nvSpPr>
            <p:spPr>
              <a:xfrm>
                <a:off x="239308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h4367"/>
              <p:cNvSpPr/>
              <p:nvPr/>
            </p:nvSpPr>
            <p:spPr>
              <a:xfrm>
                <a:off x="240252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h4368"/>
              <p:cNvSpPr/>
              <p:nvPr/>
            </p:nvSpPr>
            <p:spPr>
              <a:xfrm>
                <a:off x="241196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h4369"/>
              <p:cNvSpPr/>
              <p:nvPr/>
            </p:nvSpPr>
            <p:spPr>
              <a:xfrm>
                <a:off x="242140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h4370"/>
              <p:cNvSpPr/>
              <p:nvPr/>
            </p:nvSpPr>
            <p:spPr>
              <a:xfrm>
                <a:off x="243084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h4371"/>
              <p:cNvSpPr/>
              <p:nvPr/>
            </p:nvSpPr>
            <p:spPr>
              <a:xfrm>
                <a:off x="244028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h4372"/>
              <p:cNvSpPr/>
              <p:nvPr/>
            </p:nvSpPr>
            <p:spPr>
              <a:xfrm>
                <a:off x="244972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h4373"/>
              <p:cNvSpPr/>
              <p:nvPr/>
            </p:nvSpPr>
            <p:spPr>
              <a:xfrm>
                <a:off x="245916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h4374"/>
              <p:cNvSpPr/>
              <p:nvPr/>
            </p:nvSpPr>
            <p:spPr>
              <a:xfrm>
                <a:off x="246860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h4375"/>
              <p:cNvSpPr/>
              <p:nvPr/>
            </p:nvSpPr>
            <p:spPr>
              <a:xfrm>
                <a:off x="247804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h4376"/>
              <p:cNvSpPr/>
              <p:nvPr/>
            </p:nvSpPr>
            <p:spPr>
              <a:xfrm>
                <a:off x="248748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h4377"/>
              <p:cNvSpPr/>
              <p:nvPr/>
            </p:nvSpPr>
            <p:spPr>
              <a:xfrm>
                <a:off x="249692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h4378"/>
              <p:cNvSpPr/>
              <p:nvPr/>
            </p:nvSpPr>
            <p:spPr>
              <a:xfrm>
                <a:off x="2515803" y="178125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5069" y="896830"/>
                    </a:lnTo>
                    <a:lnTo>
                      <a:pt x="905175" y="896996"/>
                    </a:lnTo>
                    <a:lnTo>
                      <a:pt x="909537" y="904585"/>
                    </a:lnTo>
                    <a:lnTo>
                      <a:pt x="913679" y="912592"/>
                    </a:lnTo>
                    <a:lnTo>
                      <a:pt x="914399" y="914141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h4379"/>
              <p:cNvSpPr/>
              <p:nvPr/>
            </p:nvSpPr>
            <p:spPr>
              <a:xfrm>
                <a:off x="2515803" y="178125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4399" y="914141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h4380"/>
              <p:cNvSpPr/>
              <p:nvPr/>
            </p:nvSpPr>
            <p:spPr>
              <a:xfrm>
                <a:off x="3176620" y="176368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175" y="931969"/>
                    </a:lnTo>
                    <a:lnTo>
                      <a:pt x="906316" y="927124"/>
                    </a:lnTo>
                    <a:lnTo>
                      <a:pt x="906936" y="916258"/>
                    </a:lnTo>
                    <a:lnTo>
                      <a:pt x="90709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h4381"/>
              <p:cNvSpPr/>
              <p:nvPr/>
            </p:nvSpPr>
            <p:spPr>
              <a:xfrm>
                <a:off x="317662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h4382"/>
              <p:cNvSpPr/>
              <p:nvPr/>
            </p:nvSpPr>
            <p:spPr>
              <a:xfrm>
                <a:off x="318606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h4383"/>
              <p:cNvSpPr/>
              <p:nvPr/>
            </p:nvSpPr>
            <p:spPr>
              <a:xfrm>
                <a:off x="319550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h4384"/>
              <p:cNvSpPr/>
              <p:nvPr/>
            </p:nvSpPr>
            <p:spPr>
              <a:xfrm>
                <a:off x="320494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h4385"/>
              <p:cNvSpPr/>
              <p:nvPr/>
            </p:nvSpPr>
            <p:spPr>
              <a:xfrm>
                <a:off x="321438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h4386"/>
              <p:cNvSpPr/>
              <p:nvPr/>
            </p:nvSpPr>
            <p:spPr>
              <a:xfrm>
                <a:off x="322382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h4387"/>
              <p:cNvSpPr/>
              <p:nvPr/>
            </p:nvSpPr>
            <p:spPr>
              <a:xfrm>
                <a:off x="323326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h4388"/>
              <p:cNvSpPr/>
              <p:nvPr/>
            </p:nvSpPr>
            <p:spPr>
              <a:xfrm>
                <a:off x="324270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h4389"/>
              <p:cNvSpPr/>
              <p:nvPr/>
            </p:nvSpPr>
            <p:spPr>
              <a:xfrm>
                <a:off x="325214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h4390"/>
              <p:cNvSpPr/>
              <p:nvPr/>
            </p:nvSpPr>
            <p:spPr>
              <a:xfrm>
                <a:off x="326158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h4391"/>
              <p:cNvSpPr/>
              <p:nvPr/>
            </p:nvSpPr>
            <p:spPr>
              <a:xfrm>
                <a:off x="327102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h4392"/>
              <p:cNvSpPr/>
              <p:nvPr/>
            </p:nvSpPr>
            <p:spPr>
              <a:xfrm>
                <a:off x="328046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h4393"/>
              <p:cNvSpPr/>
              <p:nvPr/>
            </p:nvSpPr>
            <p:spPr>
              <a:xfrm>
                <a:off x="328990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h4394"/>
              <p:cNvSpPr/>
              <p:nvPr/>
            </p:nvSpPr>
            <p:spPr>
              <a:xfrm>
                <a:off x="329934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h4395"/>
              <p:cNvSpPr/>
              <p:nvPr/>
            </p:nvSpPr>
            <p:spPr>
              <a:xfrm>
                <a:off x="330878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h4396"/>
              <p:cNvSpPr/>
              <p:nvPr/>
            </p:nvSpPr>
            <p:spPr>
              <a:xfrm>
                <a:off x="331822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h4397"/>
              <p:cNvSpPr/>
              <p:nvPr/>
            </p:nvSpPr>
            <p:spPr>
              <a:xfrm>
                <a:off x="332766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h4398"/>
              <p:cNvSpPr/>
              <p:nvPr/>
            </p:nvSpPr>
            <p:spPr>
              <a:xfrm>
                <a:off x="333710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h4399"/>
              <p:cNvSpPr/>
              <p:nvPr/>
            </p:nvSpPr>
            <p:spPr>
              <a:xfrm>
                <a:off x="334654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h4400"/>
              <p:cNvSpPr/>
              <p:nvPr/>
            </p:nvSpPr>
            <p:spPr>
              <a:xfrm>
                <a:off x="335598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h4401"/>
              <p:cNvSpPr/>
              <p:nvPr/>
            </p:nvSpPr>
            <p:spPr>
              <a:xfrm>
                <a:off x="336542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h4402"/>
              <p:cNvSpPr/>
              <p:nvPr/>
            </p:nvSpPr>
            <p:spPr>
              <a:xfrm>
                <a:off x="337486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h4403"/>
              <p:cNvSpPr/>
              <p:nvPr/>
            </p:nvSpPr>
            <p:spPr>
              <a:xfrm>
                <a:off x="338430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h4404"/>
              <p:cNvSpPr/>
              <p:nvPr/>
            </p:nvSpPr>
            <p:spPr>
              <a:xfrm>
                <a:off x="339374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h4405"/>
              <p:cNvSpPr/>
              <p:nvPr/>
            </p:nvSpPr>
            <p:spPr>
              <a:xfrm>
                <a:off x="340318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h4406"/>
              <p:cNvSpPr/>
              <p:nvPr/>
            </p:nvSpPr>
            <p:spPr>
              <a:xfrm>
                <a:off x="3412626" y="1781256"/>
                <a:ext cx="9227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761" y="896830"/>
                    </a:lnTo>
                    <a:lnTo>
                      <a:pt x="922559" y="904778"/>
                    </a:lnTo>
                    <a:lnTo>
                      <a:pt x="922047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h4407"/>
              <p:cNvSpPr/>
              <p:nvPr/>
            </p:nvSpPr>
            <p:spPr>
              <a:xfrm>
                <a:off x="2204275" y="1746117"/>
                <a:ext cx="914400" cy="9234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93">
                    <a:moveTo>
                      <a:pt x="914400" y="914400"/>
                    </a:moveTo>
                    <a:lnTo>
                      <a:pt x="914400" y="923493"/>
                    </a:lnTo>
                    <a:lnTo>
                      <a:pt x="912200" y="919861"/>
                    </a:lnTo>
                    <a:lnTo>
                      <a:pt x="909222" y="91440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h4408"/>
              <p:cNvSpPr/>
              <p:nvPr/>
            </p:nvSpPr>
            <p:spPr>
              <a:xfrm>
                <a:off x="220427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58" y="931969"/>
                    </a:lnTo>
                    <a:lnTo>
                      <a:pt x="916627" y="927170"/>
                    </a:lnTo>
                    <a:lnTo>
                      <a:pt x="914400" y="923493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h4409"/>
              <p:cNvSpPr/>
              <p:nvPr/>
            </p:nvSpPr>
            <p:spPr>
              <a:xfrm>
                <a:off x="221371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h4410"/>
              <p:cNvSpPr/>
              <p:nvPr/>
            </p:nvSpPr>
            <p:spPr>
              <a:xfrm>
                <a:off x="222315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h4411"/>
              <p:cNvSpPr/>
              <p:nvPr/>
            </p:nvSpPr>
            <p:spPr>
              <a:xfrm>
                <a:off x="223259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h4412"/>
              <p:cNvSpPr/>
              <p:nvPr/>
            </p:nvSpPr>
            <p:spPr>
              <a:xfrm>
                <a:off x="224203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h4413"/>
              <p:cNvSpPr/>
              <p:nvPr/>
            </p:nvSpPr>
            <p:spPr>
              <a:xfrm>
                <a:off x="225147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h4414"/>
              <p:cNvSpPr/>
              <p:nvPr/>
            </p:nvSpPr>
            <p:spPr>
              <a:xfrm>
                <a:off x="226091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h4415"/>
              <p:cNvSpPr/>
              <p:nvPr/>
            </p:nvSpPr>
            <p:spPr>
              <a:xfrm>
                <a:off x="227035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h4416"/>
              <p:cNvSpPr/>
              <p:nvPr/>
            </p:nvSpPr>
            <p:spPr>
              <a:xfrm>
                <a:off x="227979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h4417"/>
              <p:cNvSpPr/>
              <p:nvPr/>
            </p:nvSpPr>
            <p:spPr>
              <a:xfrm>
                <a:off x="228923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h4418"/>
              <p:cNvSpPr/>
              <p:nvPr/>
            </p:nvSpPr>
            <p:spPr>
              <a:xfrm>
                <a:off x="229867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39F52">
                  <a:alpha val="100000"/>
                </a:srgbClr>
              </a:solidFill>
              <a:ln w="5420" cap="flat">
                <a:solidFill>
                  <a:srgbClr val="33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h4419"/>
              <p:cNvSpPr/>
              <p:nvPr/>
            </p:nvSpPr>
            <p:spPr>
              <a:xfrm>
                <a:off x="230811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09E52">
                  <a:alpha val="100000"/>
                </a:srgbClr>
              </a:solidFill>
              <a:ln w="5420" cap="flat">
                <a:solidFill>
                  <a:srgbClr val="30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h4420"/>
              <p:cNvSpPr/>
              <p:nvPr/>
            </p:nvSpPr>
            <p:spPr>
              <a:xfrm>
                <a:off x="231755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h4421"/>
              <p:cNvSpPr/>
              <p:nvPr/>
            </p:nvSpPr>
            <p:spPr>
              <a:xfrm>
                <a:off x="232699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h4422"/>
              <p:cNvSpPr/>
              <p:nvPr/>
            </p:nvSpPr>
            <p:spPr>
              <a:xfrm>
                <a:off x="233643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h4423"/>
              <p:cNvSpPr/>
              <p:nvPr/>
            </p:nvSpPr>
            <p:spPr>
              <a:xfrm>
                <a:off x="234587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h4424"/>
              <p:cNvSpPr/>
              <p:nvPr/>
            </p:nvSpPr>
            <p:spPr>
              <a:xfrm>
                <a:off x="235531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h4425"/>
              <p:cNvSpPr/>
              <p:nvPr/>
            </p:nvSpPr>
            <p:spPr>
              <a:xfrm>
                <a:off x="236476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h4426"/>
              <p:cNvSpPr/>
              <p:nvPr/>
            </p:nvSpPr>
            <p:spPr>
              <a:xfrm>
                <a:off x="237420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39F52">
                  <a:alpha val="100000"/>
                </a:srgbClr>
              </a:solidFill>
              <a:ln w="5420" cap="flat">
                <a:solidFill>
                  <a:srgbClr val="33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h4427"/>
              <p:cNvSpPr/>
              <p:nvPr/>
            </p:nvSpPr>
            <p:spPr>
              <a:xfrm>
                <a:off x="238364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h4428"/>
              <p:cNvSpPr/>
              <p:nvPr/>
            </p:nvSpPr>
            <p:spPr>
              <a:xfrm>
                <a:off x="239308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h4429"/>
              <p:cNvSpPr/>
              <p:nvPr/>
            </p:nvSpPr>
            <p:spPr>
              <a:xfrm>
                <a:off x="240252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h4430"/>
              <p:cNvSpPr/>
              <p:nvPr/>
            </p:nvSpPr>
            <p:spPr>
              <a:xfrm>
                <a:off x="241196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h4431"/>
              <p:cNvSpPr/>
              <p:nvPr/>
            </p:nvSpPr>
            <p:spPr>
              <a:xfrm>
                <a:off x="242140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h4432"/>
              <p:cNvSpPr/>
              <p:nvPr/>
            </p:nvSpPr>
            <p:spPr>
              <a:xfrm>
                <a:off x="243084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h4433"/>
              <p:cNvSpPr/>
              <p:nvPr/>
            </p:nvSpPr>
            <p:spPr>
              <a:xfrm>
                <a:off x="244028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h4434"/>
              <p:cNvSpPr/>
              <p:nvPr/>
            </p:nvSpPr>
            <p:spPr>
              <a:xfrm>
                <a:off x="244972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h4435"/>
              <p:cNvSpPr/>
              <p:nvPr/>
            </p:nvSpPr>
            <p:spPr>
              <a:xfrm>
                <a:off x="245916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h4436"/>
              <p:cNvSpPr/>
              <p:nvPr/>
            </p:nvSpPr>
            <p:spPr>
              <a:xfrm>
                <a:off x="246860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h4437"/>
              <p:cNvSpPr/>
              <p:nvPr/>
            </p:nvSpPr>
            <p:spPr>
              <a:xfrm>
                <a:off x="247804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h4438"/>
              <p:cNvSpPr/>
              <p:nvPr/>
            </p:nvSpPr>
            <p:spPr>
              <a:xfrm>
                <a:off x="248748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h4439"/>
              <p:cNvSpPr/>
              <p:nvPr/>
            </p:nvSpPr>
            <p:spPr>
              <a:xfrm>
                <a:off x="2506363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947" y="896830"/>
                    </a:lnTo>
                    <a:lnTo>
                      <a:pt x="910149" y="905489"/>
                    </a:lnTo>
                    <a:lnTo>
                      <a:pt x="910853" y="908681"/>
                    </a:ln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h4440"/>
              <p:cNvSpPr/>
              <p:nvPr/>
            </p:nvSpPr>
            <p:spPr>
              <a:xfrm>
                <a:off x="2506363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h4441"/>
              <p:cNvSpPr/>
              <p:nvPr/>
            </p:nvSpPr>
            <p:spPr>
              <a:xfrm>
                <a:off x="3176620" y="174611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95" y="931969"/>
                    </a:lnTo>
                    <a:lnTo>
                      <a:pt x="907859" y="923036"/>
                    </a:lnTo>
                    <a:lnTo>
                      <a:pt x="90884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h4442"/>
              <p:cNvSpPr/>
              <p:nvPr/>
            </p:nvSpPr>
            <p:spPr>
              <a:xfrm>
                <a:off x="317662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h4443"/>
              <p:cNvSpPr/>
              <p:nvPr/>
            </p:nvSpPr>
            <p:spPr>
              <a:xfrm>
                <a:off x="318606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h4444"/>
              <p:cNvSpPr/>
              <p:nvPr/>
            </p:nvSpPr>
            <p:spPr>
              <a:xfrm>
                <a:off x="319550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h4445"/>
              <p:cNvSpPr/>
              <p:nvPr/>
            </p:nvSpPr>
            <p:spPr>
              <a:xfrm>
                <a:off x="320494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h4446"/>
              <p:cNvSpPr/>
              <p:nvPr/>
            </p:nvSpPr>
            <p:spPr>
              <a:xfrm>
                <a:off x="321438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h4447"/>
              <p:cNvSpPr/>
              <p:nvPr/>
            </p:nvSpPr>
            <p:spPr>
              <a:xfrm>
                <a:off x="322382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h4448"/>
              <p:cNvSpPr/>
              <p:nvPr/>
            </p:nvSpPr>
            <p:spPr>
              <a:xfrm>
                <a:off x="323326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h4449"/>
              <p:cNvSpPr/>
              <p:nvPr/>
            </p:nvSpPr>
            <p:spPr>
              <a:xfrm>
                <a:off x="324270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h4450"/>
              <p:cNvSpPr/>
              <p:nvPr/>
            </p:nvSpPr>
            <p:spPr>
              <a:xfrm>
                <a:off x="325214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h4451"/>
              <p:cNvSpPr/>
              <p:nvPr/>
            </p:nvSpPr>
            <p:spPr>
              <a:xfrm>
                <a:off x="326158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h4452"/>
              <p:cNvSpPr/>
              <p:nvPr/>
            </p:nvSpPr>
            <p:spPr>
              <a:xfrm>
                <a:off x="327102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h4453"/>
              <p:cNvSpPr/>
              <p:nvPr/>
            </p:nvSpPr>
            <p:spPr>
              <a:xfrm>
                <a:off x="328046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h4454"/>
              <p:cNvSpPr/>
              <p:nvPr/>
            </p:nvSpPr>
            <p:spPr>
              <a:xfrm>
                <a:off x="328990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h4455"/>
              <p:cNvSpPr/>
              <p:nvPr/>
            </p:nvSpPr>
            <p:spPr>
              <a:xfrm>
                <a:off x="329934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h4456"/>
              <p:cNvSpPr/>
              <p:nvPr/>
            </p:nvSpPr>
            <p:spPr>
              <a:xfrm>
                <a:off x="330878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h4457"/>
              <p:cNvSpPr/>
              <p:nvPr/>
            </p:nvSpPr>
            <p:spPr>
              <a:xfrm>
                <a:off x="331822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h4458"/>
              <p:cNvSpPr/>
              <p:nvPr/>
            </p:nvSpPr>
            <p:spPr>
              <a:xfrm>
                <a:off x="332766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h4459"/>
              <p:cNvSpPr/>
              <p:nvPr/>
            </p:nvSpPr>
            <p:spPr>
              <a:xfrm>
                <a:off x="333710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h4460"/>
              <p:cNvSpPr/>
              <p:nvPr/>
            </p:nvSpPr>
            <p:spPr>
              <a:xfrm>
                <a:off x="334654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h4461"/>
              <p:cNvSpPr/>
              <p:nvPr/>
            </p:nvSpPr>
            <p:spPr>
              <a:xfrm>
                <a:off x="335598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h4462"/>
              <p:cNvSpPr/>
              <p:nvPr/>
            </p:nvSpPr>
            <p:spPr>
              <a:xfrm>
                <a:off x="336542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h4463"/>
              <p:cNvSpPr/>
              <p:nvPr/>
            </p:nvSpPr>
            <p:spPr>
              <a:xfrm>
                <a:off x="337486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h4464"/>
              <p:cNvSpPr/>
              <p:nvPr/>
            </p:nvSpPr>
            <p:spPr>
              <a:xfrm>
                <a:off x="338430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h4465"/>
              <p:cNvSpPr/>
              <p:nvPr/>
            </p:nvSpPr>
            <p:spPr>
              <a:xfrm>
                <a:off x="339374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h4466"/>
              <p:cNvSpPr/>
              <p:nvPr/>
            </p:nvSpPr>
            <p:spPr>
              <a:xfrm>
                <a:off x="340318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h4467"/>
              <p:cNvSpPr/>
              <p:nvPr/>
            </p:nvSpPr>
            <p:spPr>
              <a:xfrm>
                <a:off x="3412626" y="17636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94"/>
                    </a:lnTo>
                    <a:lnTo>
                      <a:pt x="923080" y="904042"/>
                    </a:lnTo>
                    <a:lnTo>
                      <a:pt x="922913" y="904574"/>
                    </a:lnTo>
                    <a:lnTo>
                      <a:pt x="922896" y="906096"/>
                    </a:lnTo>
                    <a:lnTo>
                      <a:pt x="922866" y="908766"/>
                    </a:lnTo>
                    <a:lnTo>
                      <a:pt x="922836" y="911436"/>
                    </a:lnTo>
                    <a:lnTo>
                      <a:pt x="922761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h4468"/>
              <p:cNvSpPr/>
              <p:nvPr/>
            </p:nvSpPr>
            <p:spPr>
              <a:xfrm>
                <a:off x="3422066" y="1746117"/>
                <a:ext cx="915634" cy="918864"/>
              </a:xfrm>
              <a:custGeom>
                <a:avLst/>
                <a:gdLst/>
                <a:ahLst/>
                <a:cxnLst/>
                <a:rect l="0" t="0" r="0" b="0"/>
                <a:pathLst>
                  <a:path w="915634" h="918864">
                    <a:moveTo>
                      <a:pt x="914400" y="914400"/>
                    </a:moveTo>
                    <a:lnTo>
                      <a:pt x="915634" y="914400"/>
                    </a:lnTo>
                    <a:lnTo>
                      <a:pt x="914400" y="918864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h4469"/>
              <p:cNvSpPr/>
              <p:nvPr/>
            </p:nvSpPr>
            <p:spPr>
              <a:xfrm>
                <a:off x="2194835" y="1728547"/>
                <a:ext cx="914400" cy="9235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42">
                    <a:moveTo>
                      <a:pt x="914400" y="914400"/>
                    </a:moveTo>
                    <a:lnTo>
                      <a:pt x="914400" y="923542"/>
                    </a:lnTo>
                    <a:lnTo>
                      <a:pt x="913433" y="921573"/>
                    </a:lnTo>
                    <a:lnTo>
                      <a:pt x="910262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h4470"/>
              <p:cNvSpPr/>
              <p:nvPr/>
            </p:nvSpPr>
            <p:spPr>
              <a:xfrm>
                <a:off x="219483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62" y="931969"/>
                    </a:lnTo>
                    <a:lnTo>
                      <a:pt x="917425" y="929702"/>
                    </a:lnTo>
                    <a:lnTo>
                      <a:pt x="914400" y="923542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h4471"/>
              <p:cNvSpPr/>
              <p:nvPr/>
            </p:nvSpPr>
            <p:spPr>
              <a:xfrm>
                <a:off x="220427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h4472"/>
              <p:cNvSpPr/>
              <p:nvPr/>
            </p:nvSpPr>
            <p:spPr>
              <a:xfrm>
                <a:off x="221371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h4473"/>
              <p:cNvSpPr/>
              <p:nvPr/>
            </p:nvSpPr>
            <p:spPr>
              <a:xfrm>
                <a:off x="222315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h4474"/>
              <p:cNvSpPr/>
              <p:nvPr/>
            </p:nvSpPr>
            <p:spPr>
              <a:xfrm>
                <a:off x="223259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h4475"/>
              <p:cNvSpPr/>
              <p:nvPr/>
            </p:nvSpPr>
            <p:spPr>
              <a:xfrm>
                <a:off x="224203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h4476"/>
              <p:cNvSpPr/>
              <p:nvPr/>
            </p:nvSpPr>
            <p:spPr>
              <a:xfrm>
                <a:off x="225147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h4477"/>
              <p:cNvSpPr/>
              <p:nvPr/>
            </p:nvSpPr>
            <p:spPr>
              <a:xfrm>
                <a:off x="226091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h4478"/>
              <p:cNvSpPr/>
              <p:nvPr/>
            </p:nvSpPr>
            <p:spPr>
              <a:xfrm>
                <a:off x="227035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h4479"/>
              <p:cNvSpPr/>
              <p:nvPr/>
            </p:nvSpPr>
            <p:spPr>
              <a:xfrm>
                <a:off x="227979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h4480"/>
              <p:cNvSpPr/>
              <p:nvPr/>
            </p:nvSpPr>
            <p:spPr>
              <a:xfrm>
                <a:off x="228923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h4481"/>
              <p:cNvSpPr/>
              <p:nvPr/>
            </p:nvSpPr>
            <p:spPr>
              <a:xfrm>
                <a:off x="229867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C9D52">
                  <a:alpha val="100000"/>
                </a:srgbClr>
              </a:solidFill>
              <a:ln w="5420" cap="flat">
                <a:solidFill>
                  <a:srgbClr val="2C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h4482"/>
              <p:cNvSpPr/>
              <p:nvPr/>
            </p:nvSpPr>
            <p:spPr>
              <a:xfrm>
                <a:off x="230811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89C51">
                  <a:alpha val="100000"/>
                </a:srgbClr>
              </a:solidFill>
              <a:ln w="5420" cap="flat">
                <a:solidFill>
                  <a:srgbClr val="28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h4483"/>
              <p:cNvSpPr/>
              <p:nvPr/>
            </p:nvSpPr>
            <p:spPr>
              <a:xfrm>
                <a:off x="231755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h4484"/>
              <p:cNvSpPr/>
              <p:nvPr/>
            </p:nvSpPr>
            <p:spPr>
              <a:xfrm>
                <a:off x="232699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h4485"/>
              <p:cNvSpPr/>
              <p:nvPr/>
            </p:nvSpPr>
            <p:spPr>
              <a:xfrm>
                <a:off x="233643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29A51">
                  <a:alpha val="100000"/>
                </a:srgbClr>
              </a:solidFill>
              <a:ln w="5420" cap="flat">
                <a:solidFill>
                  <a:srgbClr val="22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h4486"/>
              <p:cNvSpPr/>
              <p:nvPr/>
            </p:nvSpPr>
            <p:spPr>
              <a:xfrm>
                <a:off x="234587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h4487"/>
              <p:cNvSpPr/>
              <p:nvPr/>
            </p:nvSpPr>
            <p:spPr>
              <a:xfrm>
                <a:off x="235531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h4488"/>
              <p:cNvSpPr/>
              <p:nvPr/>
            </p:nvSpPr>
            <p:spPr>
              <a:xfrm>
                <a:off x="236476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89C51">
                  <a:alpha val="100000"/>
                </a:srgbClr>
              </a:solidFill>
              <a:ln w="5420" cap="flat">
                <a:solidFill>
                  <a:srgbClr val="28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h4489"/>
              <p:cNvSpPr/>
              <p:nvPr/>
            </p:nvSpPr>
            <p:spPr>
              <a:xfrm>
                <a:off x="237420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C9D52">
                  <a:alpha val="100000"/>
                </a:srgbClr>
              </a:solidFill>
              <a:ln w="5420" cap="flat">
                <a:solidFill>
                  <a:srgbClr val="2C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h4490"/>
              <p:cNvSpPr/>
              <p:nvPr/>
            </p:nvSpPr>
            <p:spPr>
              <a:xfrm>
                <a:off x="238364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h4491"/>
              <p:cNvSpPr/>
              <p:nvPr/>
            </p:nvSpPr>
            <p:spPr>
              <a:xfrm>
                <a:off x="239308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h4492"/>
              <p:cNvSpPr/>
              <p:nvPr/>
            </p:nvSpPr>
            <p:spPr>
              <a:xfrm>
                <a:off x="240252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h4493"/>
              <p:cNvSpPr/>
              <p:nvPr/>
            </p:nvSpPr>
            <p:spPr>
              <a:xfrm>
                <a:off x="241196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h4494"/>
              <p:cNvSpPr/>
              <p:nvPr/>
            </p:nvSpPr>
            <p:spPr>
              <a:xfrm>
                <a:off x="242140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h4495"/>
              <p:cNvSpPr/>
              <p:nvPr/>
            </p:nvSpPr>
            <p:spPr>
              <a:xfrm>
                <a:off x="243084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h4496"/>
              <p:cNvSpPr/>
              <p:nvPr/>
            </p:nvSpPr>
            <p:spPr>
              <a:xfrm>
                <a:off x="244028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h4497"/>
              <p:cNvSpPr/>
              <p:nvPr/>
            </p:nvSpPr>
            <p:spPr>
              <a:xfrm>
                <a:off x="244972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h4498"/>
              <p:cNvSpPr/>
              <p:nvPr/>
            </p:nvSpPr>
            <p:spPr>
              <a:xfrm>
                <a:off x="245916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h4499"/>
              <p:cNvSpPr/>
              <p:nvPr/>
            </p:nvSpPr>
            <p:spPr>
              <a:xfrm>
                <a:off x="246860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h4500"/>
              <p:cNvSpPr/>
              <p:nvPr/>
            </p:nvSpPr>
            <p:spPr>
              <a:xfrm>
                <a:off x="247804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h4501"/>
              <p:cNvSpPr/>
              <p:nvPr/>
            </p:nvSpPr>
            <p:spPr>
              <a:xfrm>
                <a:off x="2496923" y="174611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02" y="896830"/>
                    </a:lnTo>
                    <a:lnTo>
                      <a:pt x="914212" y="903274"/>
                    </a:lnTo>
                    <a:lnTo>
                      <a:pt x="914399" y="903922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h4502"/>
              <p:cNvSpPr/>
              <p:nvPr/>
            </p:nvSpPr>
            <p:spPr>
              <a:xfrm>
                <a:off x="2496923" y="1746117"/>
                <a:ext cx="9173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88" h="914400">
                    <a:moveTo>
                      <a:pt x="914399" y="914400"/>
                    </a:moveTo>
                    <a:lnTo>
                      <a:pt x="914399" y="903922"/>
                    </a:lnTo>
                    <a:lnTo>
                      <a:pt x="917041" y="913034"/>
                    </a:lnTo>
                    <a:lnTo>
                      <a:pt x="917388" y="914400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h4503"/>
              <p:cNvSpPr/>
              <p:nvPr/>
            </p:nvSpPr>
            <p:spPr>
              <a:xfrm>
                <a:off x="3176620" y="172854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846" y="931969"/>
                    </a:lnTo>
                    <a:lnTo>
                      <a:pt x="909080" y="929918"/>
                    </a:lnTo>
                    <a:lnTo>
                      <a:pt x="910598" y="919362"/>
                    </a:lnTo>
                    <a:lnTo>
                      <a:pt x="91146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h4504"/>
              <p:cNvSpPr/>
              <p:nvPr/>
            </p:nvSpPr>
            <p:spPr>
              <a:xfrm>
                <a:off x="317662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h4505"/>
              <p:cNvSpPr/>
              <p:nvPr/>
            </p:nvSpPr>
            <p:spPr>
              <a:xfrm>
                <a:off x="318606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h4506"/>
              <p:cNvSpPr/>
              <p:nvPr/>
            </p:nvSpPr>
            <p:spPr>
              <a:xfrm>
                <a:off x="319550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h4507"/>
              <p:cNvSpPr/>
              <p:nvPr/>
            </p:nvSpPr>
            <p:spPr>
              <a:xfrm>
                <a:off x="320494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h4508"/>
              <p:cNvSpPr/>
              <p:nvPr/>
            </p:nvSpPr>
            <p:spPr>
              <a:xfrm>
                <a:off x="321438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h4509"/>
              <p:cNvSpPr/>
              <p:nvPr/>
            </p:nvSpPr>
            <p:spPr>
              <a:xfrm>
                <a:off x="322382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h4510"/>
              <p:cNvSpPr/>
              <p:nvPr/>
            </p:nvSpPr>
            <p:spPr>
              <a:xfrm>
                <a:off x="323326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h4511"/>
              <p:cNvSpPr/>
              <p:nvPr/>
            </p:nvSpPr>
            <p:spPr>
              <a:xfrm>
                <a:off x="324270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h4512"/>
              <p:cNvSpPr/>
              <p:nvPr/>
            </p:nvSpPr>
            <p:spPr>
              <a:xfrm>
                <a:off x="325214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h4513"/>
              <p:cNvSpPr/>
              <p:nvPr/>
            </p:nvSpPr>
            <p:spPr>
              <a:xfrm>
                <a:off x="326158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h4514"/>
              <p:cNvSpPr/>
              <p:nvPr/>
            </p:nvSpPr>
            <p:spPr>
              <a:xfrm>
                <a:off x="327102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h4515"/>
              <p:cNvSpPr/>
              <p:nvPr/>
            </p:nvSpPr>
            <p:spPr>
              <a:xfrm>
                <a:off x="328046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h4516"/>
              <p:cNvSpPr/>
              <p:nvPr/>
            </p:nvSpPr>
            <p:spPr>
              <a:xfrm>
                <a:off x="328990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h4517"/>
              <p:cNvSpPr/>
              <p:nvPr/>
            </p:nvSpPr>
            <p:spPr>
              <a:xfrm>
                <a:off x="329934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h4518"/>
              <p:cNvSpPr/>
              <p:nvPr/>
            </p:nvSpPr>
            <p:spPr>
              <a:xfrm>
                <a:off x="330878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h4519"/>
              <p:cNvSpPr/>
              <p:nvPr/>
            </p:nvSpPr>
            <p:spPr>
              <a:xfrm>
                <a:off x="331822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h4520"/>
              <p:cNvSpPr/>
              <p:nvPr/>
            </p:nvSpPr>
            <p:spPr>
              <a:xfrm>
                <a:off x="332766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h4521"/>
              <p:cNvSpPr/>
              <p:nvPr/>
            </p:nvSpPr>
            <p:spPr>
              <a:xfrm>
                <a:off x="333710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h4522"/>
              <p:cNvSpPr/>
              <p:nvPr/>
            </p:nvSpPr>
            <p:spPr>
              <a:xfrm>
                <a:off x="334654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h4523"/>
              <p:cNvSpPr/>
              <p:nvPr/>
            </p:nvSpPr>
            <p:spPr>
              <a:xfrm>
                <a:off x="335598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h4524"/>
              <p:cNvSpPr/>
              <p:nvPr/>
            </p:nvSpPr>
            <p:spPr>
              <a:xfrm>
                <a:off x="336542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h4525"/>
              <p:cNvSpPr/>
              <p:nvPr/>
            </p:nvSpPr>
            <p:spPr>
              <a:xfrm>
                <a:off x="337486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h4526"/>
              <p:cNvSpPr/>
              <p:nvPr/>
            </p:nvSpPr>
            <p:spPr>
              <a:xfrm>
                <a:off x="338430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h4527"/>
              <p:cNvSpPr/>
              <p:nvPr/>
            </p:nvSpPr>
            <p:spPr>
              <a:xfrm>
                <a:off x="339374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h4528"/>
              <p:cNvSpPr/>
              <p:nvPr/>
            </p:nvSpPr>
            <p:spPr>
              <a:xfrm>
                <a:off x="340318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h4529"/>
              <p:cNvSpPr/>
              <p:nvPr/>
            </p:nvSpPr>
            <p:spPr>
              <a:xfrm>
                <a:off x="341262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h4530"/>
              <p:cNvSpPr/>
              <p:nvPr/>
            </p:nvSpPr>
            <p:spPr>
              <a:xfrm>
                <a:off x="3422066" y="1746117"/>
                <a:ext cx="9198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810" y="896830"/>
                    </a:lnTo>
                    <a:lnTo>
                      <a:pt x="918763" y="901834"/>
                    </a:lnTo>
                    <a:lnTo>
                      <a:pt x="916340" y="911847"/>
                    </a:lnTo>
                    <a:lnTo>
                      <a:pt x="915634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h4531"/>
              <p:cNvSpPr/>
              <p:nvPr/>
            </p:nvSpPr>
            <p:spPr>
              <a:xfrm>
                <a:off x="2185395" y="1710977"/>
                <a:ext cx="914400" cy="918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402">
                    <a:moveTo>
                      <a:pt x="914400" y="914400"/>
                    </a:moveTo>
                    <a:lnTo>
                      <a:pt x="914400" y="918402"/>
                    </a:lnTo>
                    <a:lnTo>
                      <a:pt x="912978" y="914400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h4532"/>
              <p:cNvSpPr/>
              <p:nvPr/>
            </p:nvSpPr>
            <p:spPr>
              <a:xfrm>
                <a:off x="218539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02" y="931969"/>
                    </a:lnTo>
                    <a:lnTo>
                      <a:pt x="919114" y="930638"/>
                    </a:lnTo>
                    <a:lnTo>
                      <a:pt x="915598" y="921779"/>
                    </a:lnTo>
                    <a:lnTo>
                      <a:pt x="914400" y="918402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h4533"/>
              <p:cNvSpPr/>
              <p:nvPr/>
            </p:nvSpPr>
            <p:spPr>
              <a:xfrm>
                <a:off x="219483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h4534"/>
              <p:cNvSpPr/>
              <p:nvPr/>
            </p:nvSpPr>
            <p:spPr>
              <a:xfrm>
                <a:off x="220427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h4535"/>
              <p:cNvSpPr/>
              <p:nvPr/>
            </p:nvSpPr>
            <p:spPr>
              <a:xfrm>
                <a:off x="221371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h4536"/>
              <p:cNvSpPr/>
              <p:nvPr/>
            </p:nvSpPr>
            <p:spPr>
              <a:xfrm>
                <a:off x="222315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h4537"/>
              <p:cNvSpPr/>
              <p:nvPr/>
            </p:nvSpPr>
            <p:spPr>
              <a:xfrm>
                <a:off x="223259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h4538"/>
              <p:cNvSpPr/>
              <p:nvPr/>
            </p:nvSpPr>
            <p:spPr>
              <a:xfrm>
                <a:off x="224203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C56">
                  <a:alpha val="100000"/>
                </a:srgbClr>
              </a:solidFill>
              <a:ln w="5420" cap="flat">
                <a:solidFill>
                  <a:srgbClr val="52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h4539"/>
              <p:cNvSpPr/>
              <p:nvPr/>
            </p:nvSpPr>
            <p:spPr>
              <a:xfrm>
                <a:off x="225147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h4540"/>
              <p:cNvSpPr/>
              <p:nvPr/>
            </p:nvSpPr>
            <p:spPr>
              <a:xfrm>
                <a:off x="226091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h4541"/>
              <p:cNvSpPr/>
              <p:nvPr/>
            </p:nvSpPr>
            <p:spPr>
              <a:xfrm>
                <a:off x="227035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h4542"/>
              <p:cNvSpPr/>
              <p:nvPr/>
            </p:nvSpPr>
            <p:spPr>
              <a:xfrm>
                <a:off x="227979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h4543"/>
              <p:cNvSpPr/>
              <p:nvPr/>
            </p:nvSpPr>
            <p:spPr>
              <a:xfrm>
                <a:off x="228923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h4544"/>
              <p:cNvSpPr/>
              <p:nvPr/>
            </p:nvSpPr>
            <p:spPr>
              <a:xfrm>
                <a:off x="229867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89C51">
                  <a:alpha val="100000"/>
                </a:srgbClr>
              </a:solidFill>
              <a:ln w="5420" cap="flat">
                <a:solidFill>
                  <a:srgbClr val="28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h4545"/>
              <p:cNvSpPr/>
              <p:nvPr/>
            </p:nvSpPr>
            <p:spPr>
              <a:xfrm>
                <a:off x="230811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h4546"/>
              <p:cNvSpPr/>
              <p:nvPr/>
            </p:nvSpPr>
            <p:spPr>
              <a:xfrm>
                <a:off x="231755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F9950">
                  <a:alpha val="100000"/>
                </a:srgbClr>
              </a:solidFill>
              <a:ln w="5420" cap="flat">
                <a:solidFill>
                  <a:srgbClr val="1F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h4547"/>
              <p:cNvSpPr/>
              <p:nvPr/>
            </p:nvSpPr>
            <p:spPr>
              <a:xfrm>
                <a:off x="232699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950">
                  <a:alpha val="100000"/>
                </a:srgbClr>
              </a:solidFill>
              <a:ln w="5420" cap="flat">
                <a:solidFill>
                  <a:srgbClr val="1C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h4548"/>
              <p:cNvSpPr/>
              <p:nvPr/>
            </p:nvSpPr>
            <p:spPr>
              <a:xfrm>
                <a:off x="233643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850">
                  <a:alpha val="100000"/>
                </a:srgbClr>
              </a:solidFill>
              <a:ln w="5420" cap="flat">
                <a:solidFill>
                  <a:srgbClr val="1C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h4549"/>
              <p:cNvSpPr/>
              <p:nvPr/>
            </p:nvSpPr>
            <p:spPr>
              <a:xfrm>
                <a:off x="234587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D9950">
                  <a:alpha val="100000"/>
                </a:srgbClr>
              </a:solidFill>
              <a:ln w="5420" cap="flat">
                <a:solidFill>
                  <a:srgbClr val="1D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h4550"/>
              <p:cNvSpPr/>
              <p:nvPr/>
            </p:nvSpPr>
            <p:spPr>
              <a:xfrm>
                <a:off x="235531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09950">
                  <a:alpha val="100000"/>
                </a:srgbClr>
              </a:solidFill>
              <a:ln w="5420" cap="flat">
                <a:solidFill>
                  <a:srgbClr val="20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h4551"/>
              <p:cNvSpPr/>
              <p:nvPr/>
            </p:nvSpPr>
            <p:spPr>
              <a:xfrm>
                <a:off x="236476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h4552"/>
              <p:cNvSpPr/>
              <p:nvPr/>
            </p:nvSpPr>
            <p:spPr>
              <a:xfrm>
                <a:off x="237420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89C51">
                  <a:alpha val="100000"/>
                </a:srgbClr>
              </a:solidFill>
              <a:ln w="5420" cap="flat">
                <a:solidFill>
                  <a:srgbClr val="28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h4553"/>
              <p:cNvSpPr/>
              <p:nvPr/>
            </p:nvSpPr>
            <p:spPr>
              <a:xfrm>
                <a:off x="238364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h4554"/>
              <p:cNvSpPr/>
              <p:nvPr/>
            </p:nvSpPr>
            <p:spPr>
              <a:xfrm>
                <a:off x="239308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3A052">
                  <a:alpha val="100000"/>
                </a:srgbClr>
              </a:solidFill>
              <a:ln w="5420" cap="flat">
                <a:solidFill>
                  <a:srgbClr val="33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h4555"/>
              <p:cNvSpPr/>
              <p:nvPr/>
            </p:nvSpPr>
            <p:spPr>
              <a:xfrm>
                <a:off x="240252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h4556"/>
              <p:cNvSpPr/>
              <p:nvPr/>
            </p:nvSpPr>
            <p:spPr>
              <a:xfrm>
                <a:off x="241196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h4557"/>
              <p:cNvSpPr/>
              <p:nvPr/>
            </p:nvSpPr>
            <p:spPr>
              <a:xfrm>
                <a:off x="242140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h4558"/>
              <p:cNvSpPr/>
              <p:nvPr/>
            </p:nvSpPr>
            <p:spPr>
              <a:xfrm>
                <a:off x="243084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h4559"/>
              <p:cNvSpPr/>
              <p:nvPr/>
            </p:nvSpPr>
            <p:spPr>
              <a:xfrm>
                <a:off x="244028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h4560"/>
              <p:cNvSpPr/>
              <p:nvPr/>
            </p:nvSpPr>
            <p:spPr>
              <a:xfrm>
                <a:off x="244972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h4561"/>
              <p:cNvSpPr/>
              <p:nvPr/>
            </p:nvSpPr>
            <p:spPr>
              <a:xfrm>
                <a:off x="245916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h4562"/>
              <p:cNvSpPr/>
              <p:nvPr/>
            </p:nvSpPr>
            <p:spPr>
              <a:xfrm>
                <a:off x="246860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h4563"/>
              <p:cNvSpPr/>
              <p:nvPr/>
            </p:nvSpPr>
            <p:spPr>
              <a:xfrm>
                <a:off x="247804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h4564"/>
              <p:cNvSpPr/>
              <p:nvPr/>
            </p:nvSpPr>
            <p:spPr>
              <a:xfrm>
                <a:off x="2487483" y="1728547"/>
                <a:ext cx="9215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4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974" y="896830"/>
                    </a:lnTo>
                    <a:lnTo>
                      <a:pt x="917187" y="902219"/>
                    </a:lnTo>
                    <a:lnTo>
                      <a:pt x="920551" y="911373"/>
                    </a:lnTo>
                    <a:lnTo>
                      <a:pt x="921542" y="914400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h4565"/>
              <p:cNvSpPr/>
              <p:nvPr/>
            </p:nvSpPr>
            <p:spPr>
              <a:xfrm>
                <a:off x="3176620" y="172854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461" y="914400"/>
                    </a:lnTo>
                    <a:lnTo>
                      <a:pt x="912407" y="908966"/>
                    </a:lnTo>
                    <a:lnTo>
                      <a:pt x="914400" y="89926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h4566"/>
              <p:cNvSpPr/>
              <p:nvPr/>
            </p:nvSpPr>
            <p:spPr>
              <a:xfrm>
                <a:off x="3186060" y="171097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33"/>
                    </a:lnTo>
                    <a:lnTo>
                      <a:pt x="905063" y="916329"/>
                    </a:lnTo>
                    <a:lnTo>
                      <a:pt x="905185" y="915776"/>
                    </a:lnTo>
                    <a:lnTo>
                      <a:pt x="905309" y="915218"/>
                    </a:lnTo>
                    <a:lnTo>
                      <a:pt x="905433" y="914659"/>
                    </a:lnTo>
                    <a:lnTo>
                      <a:pt x="90549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h4567"/>
              <p:cNvSpPr/>
              <p:nvPr/>
            </p:nvSpPr>
            <p:spPr>
              <a:xfrm>
                <a:off x="318606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h4568"/>
              <p:cNvSpPr/>
              <p:nvPr/>
            </p:nvSpPr>
            <p:spPr>
              <a:xfrm>
                <a:off x="319550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h4569"/>
              <p:cNvSpPr/>
              <p:nvPr/>
            </p:nvSpPr>
            <p:spPr>
              <a:xfrm>
                <a:off x="320494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h4570"/>
              <p:cNvSpPr/>
              <p:nvPr/>
            </p:nvSpPr>
            <p:spPr>
              <a:xfrm>
                <a:off x="321438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h4571"/>
              <p:cNvSpPr/>
              <p:nvPr/>
            </p:nvSpPr>
            <p:spPr>
              <a:xfrm>
                <a:off x="322382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h4572"/>
              <p:cNvSpPr/>
              <p:nvPr/>
            </p:nvSpPr>
            <p:spPr>
              <a:xfrm>
                <a:off x="323326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h4573"/>
              <p:cNvSpPr/>
              <p:nvPr/>
            </p:nvSpPr>
            <p:spPr>
              <a:xfrm>
                <a:off x="324270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h4574"/>
              <p:cNvSpPr/>
              <p:nvPr/>
            </p:nvSpPr>
            <p:spPr>
              <a:xfrm>
                <a:off x="325214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h4575"/>
              <p:cNvSpPr/>
              <p:nvPr/>
            </p:nvSpPr>
            <p:spPr>
              <a:xfrm>
                <a:off x="326158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h4576"/>
              <p:cNvSpPr/>
              <p:nvPr/>
            </p:nvSpPr>
            <p:spPr>
              <a:xfrm>
                <a:off x="327102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h4577"/>
              <p:cNvSpPr/>
              <p:nvPr/>
            </p:nvSpPr>
            <p:spPr>
              <a:xfrm>
                <a:off x="328046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h4578"/>
              <p:cNvSpPr/>
              <p:nvPr/>
            </p:nvSpPr>
            <p:spPr>
              <a:xfrm>
                <a:off x="328990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h4579"/>
              <p:cNvSpPr/>
              <p:nvPr/>
            </p:nvSpPr>
            <p:spPr>
              <a:xfrm>
                <a:off x="329934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h4580"/>
              <p:cNvSpPr/>
              <p:nvPr/>
            </p:nvSpPr>
            <p:spPr>
              <a:xfrm>
                <a:off x="330878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h4581"/>
              <p:cNvSpPr/>
              <p:nvPr/>
            </p:nvSpPr>
            <p:spPr>
              <a:xfrm>
                <a:off x="331822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h4582"/>
              <p:cNvSpPr/>
              <p:nvPr/>
            </p:nvSpPr>
            <p:spPr>
              <a:xfrm>
                <a:off x="332766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h4583"/>
              <p:cNvSpPr/>
              <p:nvPr/>
            </p:nvSpPr>
            <p:spPr>
              <a:xfrm>
                <a:off x="333710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h4584"/>
              <p:cNvSpPr/>
              <p:nvPr/>
            </p:nvSpPr>
            <p:spPr>
              <a:xfrm>
                <a:off x="334654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h4585"/>
              <p:cNvSpPr/>
              <p:nvPr/>
            </p:nvSpPr>
            <p:spPr>
              <a:xfrm>
                <a:off x="335598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h4586"/>
              <p:cNvSpPr/>
              <p:nvPr/>
            </p:nvSpPr>
            <p:spPr>
              <a:xfrm>
                <a:off x="336542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h4587"/>
              <p:cNvSpPr/>
              <p:nvPr/>
            </p:nvSpPr>
            <p:spPr>
              <a:xfrm>
                <a:off x="337486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h4588"/>
              <p:cNvSpPr/>
              <p:nvPr/>
            </p:nvSpPr>
            <p:spPr>
              <a:xfrm>
                <a:off x="338430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h4589"/>
              <p:cNvSpPr/>
              <p:nvPr/>
            </p:nvSpPr>
            <p:spPr>
              <a:xfrm>
                <a:off x="339374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h4590"/>
              <p:cNvSpPr/>
              <p:nvPr/>
            </p:nvSpPr>
            <p:spPr>
              <a:xfrm>
                <a:off x="340318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h4591"/>
              <p:cNvSpPr/>
              <p:nvPr/>
            </p:nvSpPr>
            <p:spPr>
              <a:xfrm>
                <a:off x="341262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h4592"/>
              <p:cNvSpPr/>
              <p:nvPr/>
            </p:nvSpPr>
            <p:spPr>
              <a:xfrm>
                <a:off x="3422066" y="1728547"/>
                <a:ext cx="9230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0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035" y="896830"/>
                    </a:lnTo>
                    <a:lnTo>
                      <a:pt x="922754" y="898743"/>
                    </a:lnTo>
                    <a:lnTo>
                      <a:pt x="920903" y="909170"/>
                    </a:lnTo>
                    <a:lnTo>
                      <a:pt x="91981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h4593"/>
              <p:cNvSpPr/>
              <p:nvPr/>
            </p:nvSpPr>
            <p:spPr>
              <a:xfrm>
                <a:off x="2185395" y="16934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978" y="931969"/>
                    </a:lnTo>
                    <a:lnTo>
                      <a:pt x="912336" y="930161"/>
                    </a:lnTo>
                    <a:lnTo>
                      <a:pt x="909337" y="920668"/>
                    </a:lnTo>
                    <a:lnTo>
                      <a:pt x="907586" y="914400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h4594"/>
              <p:cNvSpPr/>
              <p:nvPr/>
            </p:nvSpPr>
            <p:spPr>
              <a:xfrm>
                <a:off x="218539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h4595"/>
              <p:cNvSpPr/>
              <p:nvPr/>
            </p:nvSpPr>
            <p:spPr>
              <a:xfrm>
                <a:off x="219483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h4596"/>
              <p:cNvSpPr/>
              <p:nvPr/>
            </p:nvSpPr>
            <p:spPr>
              <a:xfrm>
                <a:off x="220427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h4597"/>
              <p:cNvSpPr/>
              <p:nvPr/>
            </p:nvSpPr>
            <p:spPr>
              <a:xfrm>
                <a:off x="221371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h4598"/>
              <p:cNvSpPr/>
              <p:nvPr/>
            </p:nvSpPr>
            <p:spPr>
              <a:xfrm>
                <a:off x="222315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h4599"/>
              <p:cNvSpPr/>
              <p:nvPr/>
            </p:nvSpPr>
            <p:spPr>
              <a:xfrm>
                <a:off x="223259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h4600"/>
              <p:cNvSpPr/>
              <p:nvPr/>
            </p:nvSpPr>
            <p:spPr>
              <a:xfrm>
                <a:off x="224203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h4601"/>
              <p:cNvSpPr/>
              <p:nvPr/>
            </p:nvSpPr>
            <p:spPr>
              <a:xfrm>
                <a:off x="225147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h4602"/>
              <p:cNvSpPr/>
              <p:nvPr/>
            </p:nvSpPr>
            <p:spPr>
              <a:xfrm>
                <a:off x="226091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h4603"/>
              <p:cNvSpPr/>
              <p:nvPr/>
            </p:nvSpPr>
            <p:spPr>
              <a:xfrm>
                <a:off x="227035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h4604"/>
              <p:cNvSpPr/>
              <p:nvPr/>
            </p:nvSpPr>
            <p:spPr>
              <a:xfrm>
                <a:off x="227979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h4605"/>
              <p:cNvSpPr/>
              <p:nvPr/>
            </p:nvSpPr>
            <p:spPr>
              <a:xfrm>
                <a:off x="228923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h4606"/>
              <p:cNvSpPr/>
              <p:nvPr/>
            </p:nvSpPr>
            <p:spPr>
              <a:xfrm>
                <a:off x="229867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99C51">
                  <a:alpha val="100000"/>
                </a:srgbClr>
              </a:solidFill>
              <a:ln w="5420" cap="flat">
                <a:solidFill>
                  <a:srgbClr val="29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h4607"/>
              <p:cNvSpPr/>
              <p:nvPr/>
            </p:nvSpPr>
            <p:spPr>
              <a:xfrm>
                <a:off x="230811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h4608"/>
              <p:cNvSpPr/>
              <p:nvPr/>
            </p:nvSpPr>
            <p:spPr>
              <a:xfrm>
                <a:off x="231755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F9950">
                  <a:alpha val="100000"/>
                </a:srgbClr>
              </a:solidFill>
              <a:ln w="5420" cap="flat">
                <a:solidFill>
                  <a:srgbClr val="1F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h4609"/>
              <p:cNvSpPr/>
              <p:nvPr/>
            </p:nvSpPr>
            <p:spPr>
              <a:xfrm>
                <a:off x="232699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850">
                  <a:alpha val="100000"/>
                </a:srgbClr>
              </a:solidFill>
              <a:ln w="5420" cap="flat">
                <a:solidFill>
                  <a:srgbClr val="1C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h4610"/>
              <p:cNvSpPr/>
              <p:nvPr/>
            </p:nvSpPr>
            <p:spPr>
              <a:xfrm>
                <a:off x="233643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B9850">
                  <a:alpha val="100000"/>
                </a:srgbClr>
              </a:solidFill>
              <a:ln w="5420" cap="flat">
                <a:solidFill>
                  <a:srgbClr val="1B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h4611"/>
              <p:cNvSpPr/>
              <p:nvPr/>
            </p:nvSpPr>
            <p:spPr>
              <a:xfrm>
                <a:off x="234587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950">
                  <a:alpha val="100000"/>
                </a:srgbClr>
              </a:solidFill>
              <a:ln w="5420" cap="flat">
                <a:solidFill>
                  <a:srgbClr val="1C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h4612"/>
              <p:cNvSpPr/>
              <p:nvPr/>
            </p:nvSpPr>
            <p:spPr>
              <a:xfrm>
                <a:off x="235531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F9950">
                  <a:alpha val="100000"/>
                </a:srgbClr>
              </a:solidFill>
              <a:ln w="5420" cap="flat">
                <a:solidFill>
                  <a:srgbClr val="1F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h4613"/>
              <p:cNvSpPr/>
              <p:nvPr/>
            </p:nvSpPr>
            <p:spPr>
              <a:xfrm>
                <a:off x="236476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h4614"/>
              <p:cNvSpPr/>
              <p:nvPr/>
            </p:nvSpPr>
            <p:spPr>
              <a:xfrm>
                <a:off x="237420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99C51">
                  <a:alpha val="100000"/>
                </a:srgbClr>
              </a:solidFill>
              <a:ln w="5420" cap="flat">
                <a:solidFill>
                  <a:srgbClr val="29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h4615"/>
              <p:cNvSpPr/>
              <p:nvPr/>
            </p:nvSpPr>
            <p:spPr>
              <a:xfrm>
                <a:off x="238364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h4616"/>
              <p:cNvSpPr/>
              <p:nvPr/>
            </p:nvSpPr>
            <p:spPr>
              <a:xfrm>
                <a:off x="239308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h4617"/>
              <p:cNvSpPr/>
              <p:nvPr/>
            </p:nvSpPr>
            <p:spPr>
              <a:xfrm>
                <a:off x="240252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h4618"/>
              <p:cNvSpPr/>
              <p:nvPr/>
            </p:nvSpPr>
            <p:spPr>
              <a:xfrm>
                <a:off x="241196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h4619"/>
              <p:cNvSpPr/>
              <p:nvPr/>
            </p:nvSpPr>
            <p:spPr>
              <a:xfrm>
                <a:off x="242140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h4620"/>
              <p:cNvSpPr/>
              <p:nvPr/>
            </p:nvSpPr>
            <p:spPr>
              <a:xfrm>
                <a:off x="243084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h4621"/>
              <p:cNvSpPr/>
              <p:nvPr/>
            </p:nvSpPr>
            <p:spPr>
              <a:xfrm>
                <a:off x="244028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h4622"/>
              <p:cNvSpPr/>
              <p:nvPr/>
            </p:nvSpPr>
            <p:spPr>
              <a:xfrm>
                <a:off x="244972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h4623"/>
              <p:cNvSpPr/>
              <p:nvPr/>
            </p:nvSpPr>
            <p:spPr>
              <a:xfrm>
                <a:off x="245916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h4624"/>
              <p:cNvSpPr/>
              <p:nvPr/>
            </p:nvSpPr>
            <p:spPr>
              <a:xfrm>
                <a:off x="246860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h4625"/>
              <p:cNvSpPr/>
              <p:nvPr/>
            </p:nvSpPr>
            <p:spPr>
              <a:xfrm>
                <a:off x="2487483" y="171097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09" y="896830"/>
                    </a:lnTo>
                    <a:lnTo>
                      <a:pt x="909707" y="902532"/>
                    </a:lnTo>
                    <a:lnTo>
                      <a:pt x="913569" y="910977"/>
                    </a:lnTo>
                    <a:lnTo>
                      <a:pt x="914400" y="91299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h4626"/>
              <p:cNvSpPr/>
              <p:nvPr/>
            </p:nvSpPr>
            <p:spPr>
              <a:xfrm>
                <a:off x="2487483" y="1710977"/>
                <a:ext cx="9149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4" h="914400">
                    <a:moveTo>
                      <a:pt x="914400" y="914400"/>
                    </a:moveTo>
                    <a:lnTo>
                      <a:pt x="914400" y="912999"/>
                    </a:lnTo>
                    <a:lnTo>
                      <a:pt x="914974" y="914400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h4627"/>
              <p:cNvSpPr/>
              <p:nvPr/>
            </p:nvSpPr>
            <p:spPr>
              <a:xfrm>
                <a:off x="3176620" y="1693407"/>
                <a:ext cx="914400" cy="9214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432">
                    <a:moveTo>
                      <a:pt x="914400" y="914400"/>
                    </a:moveTo>
                    <a:lnTo>
                      <a:pt x="914400" y="921432"/>
                    </a:lnTo>
                    <a:lnTo>
                      <a:pt x="911640" y="919468"/>
                    </a:lnTo>
                    <a:lnTo>
                      <a:pt x="906267" y="915037"/>
                    </a:lnTo>
                    <a:lnTo>
                      <a:pt x="905592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h4628"/>
              <p:cNvSpPr/>
              <p:nvPr/>
            </p:nvSpPr>
            <p:spPr>
              <a:xfrm>
                <a:off x="317662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30" y="931969"/>
                    </a:lnTo>
                    <a:lnTo>
                      <a:pt x="914997" y="931670"/>
                    </a:lnTo>
                    <a:lnTo>
                      <a:pt x="915120" y="931111"/>
                    </a:lnTo>
                    <a:lnTo>
                      <a:pt x="915244" y="930553"/>
                    </a:lnTo>
                    <a:lnTo>
                      <a:pt x="915368" y="929994"/>
                    </a:lnTo>
                    <a:lnTo>
                      <a:pt x="915492" y="929435"/>
                    </a:lnTo>
                    <a:lnTo>
                      <a:pt x="915616" y="928877"/>
                    </a:lnTo>
                    <a:lnTo>
                      <a:pt x="915740" y="928318"/>
                    </a:lnTo>
                    <a:lnTo>
                      <a:pt x="915863" y="927759"/>
                    </a:lnTo>
                    <a:lnTo>
                      <a:pt x="915987" y="927200"/>
                    </a:lnTo>
                    <a:lnTo>
                      <a:pt x="916111" y="926642"/>
                    </a:lnTo>
                    <a:lnTo>
                      <a:pt x="916235" y="926083"/>
                    </a:lnTo>
                    <a:lnTo>
                      <a:pt x="916359" y="925524"/>
                    </a:lnTo>
                    <a:lnTo>
                      <a:pt x="916483" y="924966"/>
                    </a:lnTo>
                    <a:lnTo>
                      <a:pt x="916607" y="924407"/>
                    </a:lnTo>
                    <a:lnTo>
                      <a:pt x="916731" y="923848"/>
                    </a:lnTo>
                    <a:lnTo>
                      <a:pt x="916876" y="923194"/>
                    </a:lnTo>
                    <a:lnTo>
                      <a:pt x="914400" y="921432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h4629"/>
              <p:cNvSpPr/>
              <p:nvPr/>
            </p:nvSpPr>
            <p:spPr>
              <a:xfrm>
                <a:off x="318606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h4630"/>
              <p:cNvSpPr/>
              <p:nvPr/>
            </p:nvSpPr>
            <p:spPr>
              <a:xfrm>
                <a:off x="319550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h4631"/>
              <p:cNvSpPr/>
              <p:nvPr/>
            </p:nvSpPr>
            <p:spPr>
              <a:xfrm>
                <a:off x="320494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h4632"/>
              <p:cNvSpPr/>
              <p:nvPr/>
            </p:nvSpPr>
            <p:spPr>
              <a:xfrm>
                <a:off x="321438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h4633"/>
              <p:cNvSpPr/>
              <p:nvPr/>
            </p:nvSpPr>
            <p:spPr>
              <a:xfrm>
                <a:off x="322382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h4634"/>
              <p:cNvSpPr/>
              <p:nvPr/>
            </p:nvSpPr>
            <p:spPr>
              <a:xfrm>
                <a:off x="323326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h4635"/>
              <p:cNvSpPr/>
              <p:nvPr/>
            </p:nvSpPr>
            <p:spPr>
              <a:xfrm>
                <a:off x="324270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h4636"/>
              <p:cNvSpPr/>
              <p:nvPr/>
            </p:nvSpPr>
            <p:spPr>
              <a:xfrm>
                <a:off x="325214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h4637"/>
              <p:cNvSpPr/>
              <p:nvPr/>
            </p:nvSpPr>
            <p:spPr>
              <a:xfrm>
                <a:off x="326158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h4638"/>
              <p:cNvSpPr/>
              <p:nvPr/>
            </p:nvSpPr>
            <p:spPr>
              <a:xfrm>
                <a:off x="327102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h4639"/>
              <p:cNvSpPr/>
              <p:nvPr/>
            </p:nvSpPr>
            <p:spPr>
              <a:xfrm>
                <a:off x="328046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h4640"/>
              <p:cNvSpPr/>
              <p:nvPr/>
            </p:nvSpPr>
            <p:spPr>
              <a:xfrm>
                <a:off x="328990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h4641"/>
              <p:cNvSpPr/>
              <p:nvPr/>
            </p:nvSpPr>
            <p:spPr>
              <a:xfrm>
                <a:off x="329934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h4642"/>
              <p:cNvSpPr/>
              <p:nvPr/>
            </p:nvSpPr>
            <p:spPr>
              <a:xfrm>
                <a:off x="330878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h4643"/>
              <p:cNvSpPr/>
              <p:nvPr/>
            </p:nvSpPr>
            <p:spPr>
              <a:xfrm>
                <a:off x="331822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h4644"/>
              <p:cNvSpPr/>
              <p:nvPr/>
            </p:nvSpPr>
            <p:spPr>
              <a:xfrm>
                <a:off x="332766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h4645"/>
              <p:cNvSpPr/>
              <p:nvPr/>
            </p:nvSpPr>
            <p:spPr>
              <a:xfrm>
                <a:off x="333710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h4646"/>
              <p:cNvSpPr/>
              <p:nvPr/>
            </p:nvSpPr>
            <p:spPr>
              <a:xfrm>
                <a:off x="334654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h4647"/>
              <p:cNvSpPr/>
              <p:nvPr/>
            </p:nvSpPr>
            <p:spPr>
              <a:xfrm>
                <a:off x="335598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h4648"/>
              <p:cNvSpPr/>
              <p:nvPr/>
            </p:nvSpPr>
            <p:spPr>
              <a:xfrm>
                <a:off x="336542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h4649"/>
              <p:cNvSpPr/>
              <p:nvPr/>
            </p:nvSpPr>
            <p:spPr>
              <a:xfrm>
                <a:off x="337486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h4650"/>
              <p:cNvSpPr/>
              <p:nvPr/>
            </p:nvSpPr>
            <p:spPr>
              <a:xfrm>
                <a:off x="338430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h4651"/>
              <p:cNvSpPr/>
              <p:nvPr/>
            </p:nvSpPr>
            <p:spPr>
              <a:xfrm>
                <a:off x="339374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h4652"/>
              <p:cNvSpPr/>
              <p:nvPr/>
            </p:nvSpPr>
            <p:spPr>
              <a:xfrm>
                <a:off x="340318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h4653"/>
              <p:cNvSpPr/>
              <p:nvPr/>
            </p:nvSpPr>
            <p:spPr>
              <a:xfrm>
                <a:off x="341262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h4654"/>
              <p:cNvSpPr/>
              <p:nvPr/>
            </p:nvSpPr>
            <p:spPr>
              <a:xfrm>
                <a:off x="3422066" y="171097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920"/>
                    </a:lnTo>
                    <a:lnTo>
                      <a:pt x="92303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h4655"/>
              <p:cNvSpPr/>
              <p:nvPr/>
            </p:nvSpPr>
            <p:spPr>
              <a:xfrm>
                <a:off x="3431507" y="1693407"/>
                <a:ext cx="918988" cy="926490"/>
              </a:xfrm>
              <a:custGeom>
                <a:avLst/>
                <a:gdLst/>
                <a:ahLst/>
                <a:cxnLst/>
                <a:rect l="0" t="0" r="0" b="0"/>
                <a:pathLst>
                  <a:path w="918988" h="926490">
                    <a:moveTo>
                      <a:pt x="914400" y="914400"/>
                    </a:moveTo>
                    <a:lnTo>
                      <a:pt x="918988" y="914400"/>
                    </a:lnTo>
                    <a:lnTo>
                      <a:pt x="918867" y="914670"/>
                    </a:lnTo>
                    <a:lnTo>
                      <a:pt x="914965" y="922475"/>
                    </a:lnTo>
                    <a:lnTo>
                      <a:pt x="914870" y="923289"/>
                    </a:lnTo>
                    <a:lnTo>
                      <a:pt x="914400" y="92649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h4656"/>
              <p:cNvSpPr/>
              <p:nvPr/>
            </p:nvSpPr>
            <p:spPr>
              <a:xfrm>
                <a:off x="2175955" y="1675838"/>
                <a:ext cx="91440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8">
                    <a:moveTo>
                      <a:pt x="914400" y="914400"/>
                    </a:moveTo>
                    <a:lnTo>
                      <a:pt x="914400" y="921728"/>
                    </a:lnTo>
                    <a:lnTo>
                      <a:pt x="913596" y="918442"/>
                    </a:lnTo>
                    <a:lnTo>
                      <a:pt x="912741" y="914400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h4657"/>
              <p:cNvSpPr/>
              <p:nvPr/>
            </p:nvSpPr>
            <p:spPr>
              <a:xfrm>
                <a:off x="217595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026" y="931969"/>
                    </a:lnTo>
                    <a:lnTo>
                      <a:pt x="916047" y="928466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h4658"/>
              <p:cNvSpPr/>
              <p:nvPr/>
            </p:nvSpPr>
            <p:spPr>
              <a:xfrm>
                <a:off x="218539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h4659"/>
              <p:cNvSpPr/>
              <p:nvPr/>
            </p:nvSpPr>
            <p:spPr>
              <a:xfrm>
                <a:off x="219483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h4660"/>
              <p:cNvSpPr/>
              <p:nvPr/>
            </p:nvSpPr>
            <p:spPr>
              <a:xfrm>
                <a:off x="220427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h4661"/>
              <p:cNvSpPr/>
              <p:nvPr/>
            </p:nvSpPr>
            <p:spPr>
              <a:xfrm>
                <a:off x="221371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h4662"/>
              <p:cNvSpPr/>
              <p:nvPr/>
            </p:nvSpPr>
            <p:spPr>
              <a:xfrm>
                <a:off x="222315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h4663"/>
              <p:cNvSpPr/>
              <p:nvPr/>
            </p:nvSpPr>
            <p:spPr>
              <a:xfrm>
                <a:off x="223259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h4664"/>
              <p:cNvSpPr/>
              <p:nvPr/>
            </p:nvSpPr>
            <p:spPr>
              <a:xfrm>
                <a:off x="224203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h4665"/>
              <p:cNvSpPr/>
              <p:nvPr/>
            </p:nvSpPr>
            <p:spPr>
              <a:xfrm>
                <a:off x="225147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4AE56">
                  <a:alpha val="100000"/>
                </a:srgbClr>
              </a:solidFill>
              <a:ln w="5420" cap="flat">
                <a:solidFill>
                  <a:srgbClr val="54AE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h4666"/>
              <p:cNvSpPr/>
              <p:nvPr/>
            </p:nvSpPr>
            <p:spPr>
              <a:xfrm>
                <a:off x="226091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h4667"/>
              <p:cNvSpPr/>
              <p:nvPr/>
            </p:nvSpPr>
            <p:spPr>
              <a:xfrm>
                <a:off x="227035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h4668"/>
              <p:cNvSpPr/>
              <p:nvPr/>
            </p:nvSpPr>
            <p:spPr>
              <a:xfrm>
                <a:off x="227979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h4669"/>
              <p:cNvSpPr/>
              <p:nvPr/>
            </p:nvSpPr>
            <p:spPr>
              <a:xfrm>
                <a:off x="228923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h4670"/>
              <p:cNvSpPr/>
              <p:nvPr/>
            </p:nvSpPr>
            <p:spPr>
              <a:xfrm>
                <a:off x="229867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h4671"/>
              <p:cNvSpPr/>
              <p:nvPr/>
            </p:nvSpPr>
            <p:spPr>
              <a:xfrm>
                <a:off x="230811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h4672"/>
              <p:cNvSpPr/>
              <p:nvPr/>
            </p:nvSpPr>
            <p:spPr>
              <a:xfrm>
                <a:off x="231755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h4673"/>
              <p:cNvSpPr/>
              <p:nvPr/>
            </p:nvSpPr>
            <p:spPr>
              <a:xfrm>
                <a:off x="232699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h4674"/>
              <p:cNvSpPr/>
              <p:nvPr/>
            </p:nvSpPr>
            <p:spPr>
              <a:xfrm>
                <a:off x="233643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29A51">
                  <a:alpha val="100000"/>
                </a:srgbClr>
              </a:solidFill>
              <a:ln w="5420" cap="flat">
                <a:solidFill>
                  <a:srgbClr val="22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h4675"/>
              <p:cNvSpPr/>
              <p:nvPr/>
            </p:nvSpPr>
            <p:spPr>
              <a:xfrm>
                <a:off x="234587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h4676"/>
              <p:cNvSpPr/>
              <p:nvPr/>
            </p:nvSpPr>
            <p:spPr>
              <a:xfrm>
                <a:off x="235531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h4677"/>
              <p:cNvSpPr/>
              <p:nvPr/>
            </p:nvSpPr>
            <p:spPr>
              <a:xfrm>
                <a:off x="236476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99C51">
                  <a:alpha val="100000"/>
                </a:srgbClr>
              </a:solidFill>
              <a:ln w="5420" cap="flat">
                <a:solidFill>
                  <a:srgbClr val="29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h4678"/>
              <p:cNvSpPr/>
              <p:nvPr/>
            </p:nvSpPr>
            <p:spPr>
              <a:xfrm>
                <a:off x="237420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h4679"/>
              <p:cNvSpPr/>
              <p:nvPr/>
            </p:nvSpPr>
            <p:spPr>
              <a:xfrm>
                <a:off x="238364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h4680"/>
              <p:cNvSpPr/>
              <p:nvPr/>
            </p:nvSpPr>
            <p:spPr>
              <a:xfrm>
                <a:off x="239308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h4681"/>
              <p:cNvSpPr/>
              <p:nvPr/>
            </p:nvSpPr>
            <p:spPr>
              <a:xfrm>
                <a:off x="240252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h4682"/>
              <p:cNvSpPr/>
              <p:nvPr/>
            </p:nvSpPr>
            <p:spPr>
              <a:xfrm>
                <a:off x="241196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h4683"/>
              <p:cNvSpPr/>
              <p:nvPr/>
            </p:nvSpPr>
            <p:spPr>
              <a:xfrm>
                <a:off x="242140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h4684"/>
              <p:cNvSpPr/>
              <p:nvPr/>
            </p:nvSpPr>
            <p:spPr>
              <a:xfrm>
                <a:off x="243084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C56">
                  <a:alpha val="100000"/>
                </a:srgbClr>
              </a:solidFill>
              <a:ln w="5420" cap="flat">
                <a:solidFill>
                  <a:srgbClr val="52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h4685"/>
              <p:cNvSpPr/>
              <p:nvPr/>
            </p:nvSpPr>
            <p:spPr>
              <a:xfrm>
                <a:off x="244028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AF57">
                  <a:alpha val="100000"/>
                </a:srgbClr>
              </a:solidFill>
              <a:ln w="5420" cap="flat">
                <a:solidFill>
                  <a:srgbClr val="58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h4686"/>
              <p:cNvSpPr/>
              <p:nvPr/>
            </p:nvSpPr>
            <p:spPr>
              <a:xfrm>
                <a:off x="244972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h4687"/>
              <p:cNvSpPr/>
              <p:nvPr/>
            </p:nvSpPr>
            <p:spPr>
              <a:xfrm>
                <a:off x="245916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h4688"/>
              <p:cNvSpPr/>
              <p:nvPr/>
            </p:nvSpPr>
            <p:spPr>
              <a:xfrm>
                <a:off x="2478042" y="169340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138" y="896830"/>
                    </a:lnTo>
                    <a:lnTo>
                      <a:pt x="910503" y="898961"/>
                    </a:lnTo>
                    <a:lnTo>
                      <a:pt x="911444" y="905656"/>
                    </a:lnTo>
                    <a:lnTo>
                      <a:pt x="914399" y="91088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h4689"/>
              <p:cNvSpPr/>
              <p:nvPr/>
            </p:nvSpPr>
            <p:spPr>
              <a:xfrm>
                <a:off x="2478042" y="1693407"/>
                <a:ext cx="9162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9" h="914400">
                    <a:moveTo>
                      <a:pt x="914399" y="914400"/>
                    </a:moveTo>
                    <a:lnTo>
                      <a:pt x="914399" y="910889"/>
                    </a:lnTo>
                    <a:lnTo>
                      <a:pt x="915052" y="912045"/>
                    </a:lnTo>
                    <a:lnTo>
                      <a:pt x="916249" y="914400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h4690"/>
              <p:cNvSpPr/>
              <p:nvPr/>
            </p:nvSpPr>
            <p:spPr>
              <a:xfrm>
                <a:off x="3157740" y="1675838"/>
                <a:ext cx="914400" cy="9217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9">
                    <a:moveTo>
                      <a:pt x="914400" y="914400"/>
                    </a:moveTo>
                    <a:lnTo>
                      <a:pt x="914400" y="921729"/>
                    </a:lnTo>
                    <a:lnTo>
                      <a:pt x="909869" y="916291"/>
                    </a:lnTo>
                    <a:lnTo>
                      <a:pt x="908459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h4691"/>
              <p:cNvSpPr/>
              <p:nvPr/>
            </p:nvSpPr>
            <p:spPr>
              <a:xfrm>
                <a:off x="3157740" y="1675838"/>
                <a:ext cx="923840" cy="93137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37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373"/>
                    </a:lnTo>
                    <a:lnTo>
                      <a:pt x="919905" y="927663"/>
                    </a:lnTo>
                    <a:lnTo>
                      <a:pt x="914808" y="922219"/>
                    </a:lnTo>
                    <a:lnTo>
                      <a:pt x="914400" y="92172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h4692"/>
              <p:cNvSpPr/>
              <p:nvPr/>
            </p:nvSpPr>
            <p:spPr>
              <a:xfrm>
                <a:off x="316718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32" y="931969"/>
                    </a:lnTo>
                    <a:lnTo>
                      <a:pt x="914399" y="93137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h4693"/>
              <p:cNvSpPr/>
              <p:nvPr/>
            </p:nvSpPr>
            <p:spPr>
              <a:xfrm>
                <a:off x="317662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h4694"/>
              <p:cNvSpPr/>
              <p:nvPr/>
            </p:nvSpPr>
            <p:spPr>
              <a:xfrm>
                <a:off x="318606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h4695"/>
              <p:cNvSpPr/>
              <p:nvPr/>
            </p:nvSpPr>
            <p:spPr>
              <a:xfrm>
                <a:off x="319550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h4696"/>
              <p:cNvSpPr/>
              <p:nvPr/>
            </p:nvSpPr>
            <p:spPr>
              <a:xfrm>
                <a:off x="320494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h4697"/>
              <p:cNvSpPr/>
              <p:nvPr/>
            </p:nvSpPr>
            <p:spPr>
              <a:xfrm>
                <a:off x="321438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h4698"/>
              <p:cNvSpPr/>
              <p:nvPr/>
            </p:nvSpPr>
            <p:spPr>
              <a:xfrm>
                <a:off x="322382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h4699"/>
              <p:cNvSpPr/>
              <p:nvPr/>
            </p:nvSpPr>
            <p:spPr>
              <a:xfrm>
                <a:off x="323326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h4700"/>
              <p:cNvSpPr/>
              <p:nvPr/>
            </p:nvSpPr>
            <p:spPr>
              <a:xfrm>
                <a:off x="324270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h4701"/>
              <p:cNvSpPr/>
              <p:nvPr/>
            </p:nvSpPr>
            <p:spPr>
              <a:xfrm>
                <a:off x="325214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h4702"/>
              <p:cNvSpPr/>
              <p:nvPr/>
            </p:nvSpPr>
            <p:spPr>
              <a:xfrm>
                <a:off x="326158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h4703"/>
              <p:cNvSpPr/>
              <p:nvPr/>
            </p:nvSpPr>
            <p:spPr>
              <a:xfrm>
                <a:off x="327102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h4704"/>
              <p:cNvSpPr/>
              <p:nvPr/>
            </p:nvSpPr>
            <p:spPr>
              <a:xfrm>
                <a:off x="328046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h4705"/>
              <p:cNvSpPr/>
              <p:nvPr/>
            </p:nvSpPr>
            <p:spPr>
              <a:xfrm>
                <a:off x="328990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h4706"/>
              <p:cNvSpPr/>
              <p:nvPr/>
            </p:nvSpPr>
            <p:spPr>
              <a:xfrm>
                <a:off x="329934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h4707"/>
              <p:cNvSpPr/>
              <p:nvPr/>
            </p:nvSpPr>
            <p:spPr>
              <a:xfrm>
                <a:off x="330878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h4708"/>
              <p:cNvSpPr/>
              <p:nvPr/>
            </p:nvSpPr>
            <p:spPr>
              <a:xfrm>
                <a:off x="331822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h4709"/>
              <p:cNvSpPr/>
              <p:nvPr/>
            </p:nvSpPr>
            <p:spPr>
              <a:xfrm>
                <a:off x="332766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h4710"/>
              <p:cNvSpPr/>
              <p:nvPr/>
            </p:nvSpPr>
            <p:spPr>
              <a:xfrm>
                <a:off x="333710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h4711"/>
              <p:cNvSpPr/>
              <p:nvPr/>
            </p:nvSpPr>
            <p:spPr>
              <a:xfrm>
                <a:off x="334654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h4712"/>
              <p:cNvSpPr/>
              <p:nvPr/>
            </p:nvSpPr>
            <p:spPr>
              <a:xfrm>
                <a:off x="335598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h4713"/>
              <p:cNvSpPr/>
              <p:nvPr/>
            </p:nvSpPr>
            <p:spPr>
              <a:xfrm>
                <a:off x="336542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h4714"/>
              <p:cNvSpPr/>
              <p:nvPr/>
            </p:nvSpPr>
            <p:spPr>
              <a:xfrm>
                <a:off x="337486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h4715"/>
              <p:cNvSpPr/>
              <p:nvPr/>
            </p:nvSpPr>
            <p:spPr>
              <a:xfrm>
                <a:off x="338430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h4716"/>
              <p:cNvSpPr/>
              <p:nvPr/>
            </p:nvSpPr>
            <p:spPr>
              <a:xfrm>
                <a:off x="339374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h4717"/>
              <p:cNvSpPr/>
              <p:nvPr/>
            </p:nvSpPr>
            <p:spPr>
              <a:xfrm>
                <a:off x="340318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h4718"/>
              <p:cNvSpPr/>
              <p:nvPr/>
            </p:nvSpPr>
            <p:spPr>
              <a:xfrm>
                <a:off x="341262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h4719"/>
              <p:cNvSpPr/>
              <p:nvPr/>
            </p:nvSpPr>
            <p:spPr>
              <a:xfrm>
                <a:off x="342206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h4720"/>
              <p:cNvSpPr/>
              <p:nvPr/>
            </p:nvSpPr>
            <p:spPr>
              <a:xfrm>
                <a:off x="3431507" y="169340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313"/>
                    </a:lnTo>
                    <a:lnTo>
                      <a:pt x="922708" y="906121"/>
                    </a:lnTo>
                    <a:lnTo>
                      <a:pt x="91898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h4721"/>
              <p:cNvSpPr/>
              <p:nvPr/>
            </p:nvSpPr>
            <p:spPr>
              <a:xfrm>
                <a:off x="3440947" y="1675838"/>
                <a:ext cx="916997" cy="920883"/>
              </a:xfrm>
              <a:custGeom>
                <a:avLst/>
                <a:gdLst/>
                <a:ahLst/>
                <a:cxnLst/>
                <a:rect l="0" t="0" r="0" b="0"/>
                <a:pathLst>
                  <a:path w="916997" h="920883">
                    <a:moveTo>
                      <a:pt x="914400" y="914400"/>
                    </a:moveTo>
                    <a:lnTo>
                      <a:pt x="916997" y="914400"/>
                    </a:lnTo>
                    <a:lnTo>
                      <a:pt x="916861" y="914775"/>
                    </a:lnTo>
                    <a:lnTo>
                      <a:pt x="914400" y="92088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h4722"/>
              <p:cNvSpPr/>
              <p:nvPr/>
            </p:nvSpPr>
            <p:spPr>
              <a:xfrm>
                <a:off x="2175955" y="165826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41" y="931969"/>
                    </a:lnTo>
                    <a:lnTo>
                      <a:pt x="911429" y="925764"/>
                    </a:lnTo>
                    <a:lnTo>
                      <a:pt x="909552" y="915320"/>
                    </a:lnTo>
                    <a:lnTo>
                      <a:pt x="909415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h4723"/>
              <p:cNvSpPr/>
              <p:nvPr/>
            </p:nvSpPr>
            <p:spPr>
              <a:xfrm>
                <a:off x="217595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h4724"/>
              <p:cNvSpPr/>
              <p:nvPr/>
            </p:nvSpPr>
            <p:spPr>
              <a:xfrm>
                <a:off x="218539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h4725"/>
              <p:cNvSpPr/>
              <p:nvPr/>
            </p:nvSpPr>
            <p:spPr>
              <a:xfrm>
                <a:off x="219483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h4726"/>
              <p:cNvSpPr/>
              <p:nvPr/>
            </p:nvSpPr>
            <p:spPr>
              <a:xfrm>
                <a:off x="220427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h4727"/>
              <p:cNvSpPr/>
              <p:nvPr/>
            </p:nvSpPr>
            <p:spPr>
              <a:xfrm>
                <a:off x="221371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h4728"/>
              <p:cNvSpPr/>
              <p:nvPr/>
            </p:nvSpPr>
            <p:spPr>
              <a:xfrm>
                <a:off x="222315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h4729"/>
              <p:cNvSpPr/>
              <p:nvPr/>
            </p:nvSpPr>
            <p:spPr>
              <a:xfrm>
                <a:off x="223259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h4730"/>
              <p:cNvSpPr/>
              <p:nvPr/>
            </p:nvSpPr>
            <p:spPr>
              <a:xfrm>
                <a:off x="224203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h4731"/>
              <p:cNvSpPr/>
              <p:nvPr/>
            </p:nvSpPr>
            <p:spPr>
              <a:xfrm>
                <a:off x="225147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ph4732"/>
              <p:cNvSpPr/>
              <p:nvPr/>
            </p:nvSpPr>
            <p:spPr>
              <a:xfrm>
                <a:off x="226091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3" name="ph4733"/>
              <p:cNvSpPr/>
              <p:nvPr/>
            </p:nvSpPr>
            <p:spPr>
              <a:xfrm>
                <a:off x="227035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4" name="ph4734"/>
              <p:cNvSpPr/>
              <p:nvPr/>
            </p:nvSpPr>
            <p:spPr>
              <a:xfrm>
                <a:off x="227979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5" name="ph4735"/>
              <p:cNvSpPr/>
              <p:nvPr/>
            </p:nvSpPr>
            <p:spPr>
              <a:xfrm>
                <a:off x="228923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6" name="ph4736"/>
              <p:cNvSpPr/>
              <p:nvPr/>
            </p:nvSpPr>
            <p:spPr>
              <a:xfrm>
                <a:off x="229867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7" name="ph4737"/>
              <p:cNvSpPr/>
              <p:nvPr/>
            </p:nvSpPr>
            <p:spPr>
              <a:xfrm>
                <a:off x="230811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8" name="ph4738"/>
              <p:cNvSpPr/>
              <p:nvPr/>
            </p:nvSpPr>
            <p:spPr>
              <a:xfrm>
                <a:off x="231755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9" name="ph4739"/>
              <p:cNvSpPr/>
              <p:nvPr/>
            </p:nvSpPr>
            <p:spPr>
              <a:xfrm>
                <a:off x="232699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09E52">
                  <a:alpha val="100000"/>
                </a:srgbClr>
              </a:solidFill>
              <a:ln w="5420" cap="flat">
                <a:solidFill>
                  <a:srgbClr val="30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0" name="ph4740"/>
              <p:cNvSpPr/>
              <p:nvPr/>
            </p:nvSpPr>
            <p:spPr>
              <a:xfrm>
                <a:off x="233643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1" name="ph4741"/>
              <p:cNvSpPr/>
              <p:nvPr/>
            </p:nvSpPr>
            <p:spPr>
              <a:xfrm>
                <a:off x="234587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2" name="ph4742"/>
              <p:cNvSpPr/>
              <p:nvPr/>
            </p:nvSpPr>
            <p:spPr>
              <a:xfrm>
                <a:off x="235531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3" name="ph4743"/>
              <p:cNvSpPr/>
              <p:nvPr/>
            </p:nvSpPr>
            <p:spPr>
              <a:xfrm>
                <a:off x="236476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4" name="ph4744"/>
              <p:cNvSpPr/>
              <p:nvPr/>
            </p:nvSpPr>
            <p:spPr>
              <a:xfrm>
                <a:off x="237420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5" name="ph4745"/>
              <p:cNvSpPr/>
              <p:nvPr/>
            </p:nvSpPr>
            <p:spPr>
              <a:xfrm>
                <a:off x="238364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6" name="ph4746"/>
              <p:cNvSpPr/>
              <p:nvPr/>
            </p:nvSpPr>
            <p:spPr>
              <a:xfrm>
                <a:off x="239308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7" name="ph4747"/>
              <p:cNvSpPr/>
              <p:nvPr/>
            </p:nvSpPr>
            <p:spPr>
              <a:xfrm>
                <a:off x="240252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8" name="ph4748"/>
              <p:cNvSpPr/>
              <p:nvPr/>
            </p:nvSpPr>
            <p:spPr>
              <a:xfrm>
                <a:off x="241196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9" name="ph4749"/>
              <p:cNvSpPr/>
              <p:nvPr/>
            </p:nvSpPr>
            <p:spPr>
              <a:xfrm>
                <a:off x="242140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4AD56">
                  <a:alpha val="100000"/>
                </a:srgbClr>
              </a:solidFill>
              <a:ln w="5420" cap="flat">
                <a:solidFill>
                  <a:srgbClr val="54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0" name="ph4750"/>
              <p:cNvSpPr/>
              <p:nvPr/>
            </p:nvSpPr>
            <p:spPr>
              <a:xfrm>
                <a:off x="243084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1" name="ph4751"/>
              <p:cNvSpPr/>
              <p:nvPr/>
            </p:nvSpPr>
            <p:spPr>
              <a:xfrm>
                <a:off x="244028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2" name="ph4752"/>
              <p:cNvSpPr/>
              <p:nvPr/>
            </p:nvSpPr>
            <p:spPr>
              <a:xfrm>
                <a:off x="244972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3" name="ph4753"/>
              <p:cNvSpPr/>
              <p:nvPr/>
            </p:nvSpPr>
            <p:spPr>
              <a:xfrm>
                <a:off x="245916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4" name="ph4754"/>
              <p:cNvSpPr/>
              <p:nvPr/>
            </p:nvSpPr>
            <p:spPr>
              <a:xfrm>
                <a:off x="2468602" y="1675838"/>
                <a:ext cx="919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278" y="896830"/>
                    </a:lnTo>
                    <a:lnTo>
                      <a:pt x="918127" y="905934"/>
                    </a:lnTo>
                    <a:lnTo>
                      <a:pt x="919578" y="914400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5" name="ph4755"/>
              <p:cNvSpPr/>
              <p:nvPr/>
            </p:nvSpPr>
            <p:spPr>
              <a:xfrm>
                <a:off x="3148299" y="1658268"/>
                <a:ext cx="914399" cy="927252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252">
                    <a:moveTo>
                      <a:pt x="914399" y="914400"/>
                    </a:moveTo>
                    <a:lnTo>
                      <a:pt x="914399" y="927252"/>
                    </a:lnTo>
                    <a:lnTo>
                      <a:pt x="909959" y="920616"/>
                    </a:lnTo>
                    <a:lnTo>
                      <a:pt x="906215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6" name="ph4756"/>
              <p:cNvSpPr/>
              <p:nvPr/>
            </p:nvSpPr>
            <p:spPr>
              <a:xfrm>
                <a:off x="314829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99" y="931969"/>
                    </a:lnTo>
                    <a:lnTo>
                      <a:pt x="914542" y="927464"/>
                    </a:lnTo>
                    <a:lnTo>
                      <a:pt x="914399" y="92725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7" name="ph4757"/>
              <p:cNvSpPr/>
              <p:nvPr/>
            </p:nvSpPr>
            <p:spPr>
              <a:xfrm>
                <a:off x="315774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8" name="ph4758"/>
              <p:cNvSpPr/>
              <p:nvPr/>
            </p:nvSpPr>
            <p:spPr>
              <a:xfrm>
                <a:off x="316718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9" name="ph4759"/>
              <p:cNvSpPr/>
              <p:nvPr/>
            </p:nvSpPr>
            <p:spPr>
              <a:xfrm>
                <a:off x="317662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0" name="ph4760"/>
              <p:cNvSpPr/>
              <p:nvPr/>
            </p:nvSpPr>
            <p:spPr>
              <a:xfrm>
                <a:off x="318606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1" name="ph4761"/>
              <p:cNvSpPr/>
              <p:nvPr/>
            </p:nvSpPr>
            <p:spPr>
              <a:xfrm>
                <a:off x="319550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2" name="ph4762"/>
              <p:cNvSpPr/>
              <p:nvPr/>
            </p:nvSpPr>
            <p:spPr>
              <a:xfrm>
                <a:off x="320494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3" name="ph4763"/>
              <p:cNvSpPr/>
              <p:nvPr/>
            </p:nvSpPr>
            <p:spPr>
              <a:xfrm>
                <a:off x="321438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4" name="ph4764"/>
              <p:cNvSpPr/>
              <p:nvPr/>
            </p:nvSpPr>
            <p:spPr>
              <a:xfrm>
                <a:off x="322382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5" name="ph4765"/>
              <p:cNvSpPr/>
              <p:nvPr/>
            </p:nvSpPr>
            <p:spPr>
              <a:xfrm>
                <a:off x="323326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6" name="ph4766"/>
              <p:cNvSpPr/>
              <p:nvPr/>
            </p:nvSpPr>
            <p:spPr>
              <a:xfrm>
                <a:off x="324270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7" name="ph4767"/>
              <p:cNvSpPr/>
              <p:nvPr/>
            </p:nvSpPr>
            <p:spPr>
              <a:xfrm>
                <a:off x="325214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8" name="ph4768"/>
              <p:cNvSpPr/>
              <p:nvPr/>
            </p:nvSpPr>
            <p:spPr>
              <a:xfrm>
                <a:off x="326158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9" name="ph4769"/>
              <p:cNvSpPr/>
              <p:nvPr/>
            </p:nvSpPr>
            <p:spPr>
              <a:xfrm>
                <a:off x="327102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0" name="ph4770"/>
              <p:cNvSpPr/>
              <p:nvPr/>
            </p:nvSpPr>
            <p:spPr>
              <a:xfrm>
                <a:off x="328046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1" name="ph4771"/>
              <p:cNvSpPr/>
              <p:nvPr/>
            </p:nvSpPr>
            <p:spPr>
              <a:xfrm>
                <a:off x="328990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2" name="ph4772"/>
              <p:cNvSpPr/>
              <p:nvPr/>
            </p:nvSpPr>
            <p:spPr>
              <a:xfrm>
                <a:off x="329934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3" name="ph4773"/>
              <p:cNvSpPr/>
              <p:nvPr/>
            </p:nvSpPr>
            <p:spPr>
              <a:xfrm>
                <a:off x="330878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4" name="ph4774"/>
              <p:cNvSpPr/>
              <p:nvPr/>
            </p:nvSpPr>
            <p:spPr>
              <a:xfrm>
                <a:off x="331822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5" name="ph4775"/>
              <p:cNvSpPr/>
              <p:nvPr/>
            </p:nvSpPr>
            <p:spPr>
              <a:xfrm>
                <a:off x="332766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6" name="ph4776"/>
              <p:cNvSpPr/>
              <p:nvPr/>
            </p:nvSpPr>
            <p:spPr>
              <a:xfrm>
                <a:off x="333710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7" name="ph4777"/>
              <p:cNvSpPr/>
              <p:nvPr/>
            </p:nvSpPr>
            <p:spPr>
              <a:xfrm>
                <a:off x="334654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8" name="ph4778"/>
              <p:cNvSpPr/>
              <p:nvPr/>
            </p:nvSpPr>
            <p:spPr>
              <a:xfrm>
                <a:off x="335598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9" name="ph4779"/>
              <p:cNvSpPr/>
              <p:nvPr/>
            </p:nvSpPr>
            <p:spPr>
              <a:xfrm>
                <a:off x="336542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0" name="ph4780"/>
              <p:cNvSpPr/>
              <p:nvPr/>
            </p:nvSpPr>
            <p:spPr>
              <a:xfrm>
                <a:off x="337486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1" name="ph4781"/>
              <p:cNvSpPr/>
              <p:nvPr/>
            </p:nvSpPr>
            <p:spPr>
              <a:xfrm>
                <a:off x="338430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2" name="ph4782"/>
              <p:cNvSpPr/>
              <p:nvPr/>
            </p:nvSpPr>
            <p:spPr>
              <a:xfrm>
                <a:off x="339374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3" name="ph4783"/>
              <p:cNvSpPr/>
              <p:nvPr/>
            </p:nvSpPr>
            <p:spPr>
              <a:xfrm>
                <a:off x="340318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4" name="ph4784"/>
              <p:cNvSpPr/>
              <p:nvPr/>
            </p:nvSpPr>
            <p:spPr>
              <a:xfrm>
                <a:off x="341262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5" name="ph4785"/>
              <p:cNvSpPr/>
              <p:nvPr/>
            </p:nvSpPr>
            <p:spPr>
              <a:xfrm>
                <a:off x="342206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6" name="ph4786"/>
              <p:cNvSpPr/>
              <p:nvPr/>
            </p:nvSpPr>
            <p:spPr>
              <a:xfrm>
                <a:off x="343150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7" name="ph4787"/>
              <p:cNvSpPr/>
              <p:nvPr/>
            </p:nvSpPr>
            <p:spPr>
              <a:xfrm>
                <a:off x="3440947" y="167583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0519"/>
                    </a:lnTo>
                    <a:lnTo>
                      <a:pt x="922420" y="901269"/>
                    </a:lnTo>
                    <a:lnTo>
                      <a:pt x="921383" y="901817"/>
                    </a:lnTo>
                    <a:lnTo>
                      <a:pt x="920196" y="905519"/>
                    </a:lnTo>
                    <a:lnTo>
                      <a:pt x="91699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h4788"/>
              <p:cNvSpPr/>
              <p:nvPr/>
            </p:nvSpPr>
            <p:spPr>
              <a:xfrm>
                <a:off x="3450387" y="1658268"/>
                <a:ext cx="921388" cy="918088"/>
              </a:xfrm>
              <a:custGeom>
                <a:avLst/>
                <a:gdLst/>
                <a:ahLst/>
                <a:cxnLst/>
                <a:rect l="0" t="0" r="0" b="0"/>
                <a:pathLst>
                  <a:path w="921388" h="918088">
                    <a:moveTo>
                      <a:pt x="914400" y="914400"/>
                    </a:moveTo>
                    <a:lnTo>
                      <a:pt x="921388" y="914400"/>
                    </a:lnTo>
                    <a:lnTo>
                      <a:pt x="920163" y="915046"/>
                    </a:lnTo>
                    <a:lnTo>
                      <a:pt x="918726" y="915804"/>
                    </a:lnTo>
                    <a:lnTo>
                      <a:pt x="917289" y="916563"/>
                    </a:lnTo>
                    <a:lnTo>
                      <a:pt x="915852" y="917321"/>
                    </a:lnTo>
                    <a:lnTo>
                      <a:pt x="914400" y="91808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h4789"/>
              <p:cNvSpPr/>
              <p:nvPr/>
            </p:nvSpPr>
            <p:spPr>
              <a:xfrm>
                <a:off x="2175955" y="164069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415" y="931969"/>
                    </a:lnTo>
                    <a:lnTo>
                      <a:pt x="907972" y="922277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h4790"/>
              <p:cNvSpPr/>
              <p:nvPr/>
            </p:nvSpPr>
            <p:spPr>
              <a:xfrm>
                <a:off x="217595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h4791"/>
              <p:cNvSpPr/>
              <p:nvPr/>
            </p:nvSpPr>
            <p:spPr>
              <a:xfrm>
                <a:off x="218539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h4792"/>
              <p:cNvSpPr/>
              <p:nvPr/>
            </p:nvSpPr>
            <p:spPr>
              <a:xfrm>
                <a:off x="219483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h4793"/>
              <p:cNvSpPr/>
              <p:nvPr/>
            </p:nvSpPr>
            <p:spPr>
              <a:xfrm>
                <a:off x="220427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h4794"/>
              <p:cNvSpPr/>
              <p:nvPr/>
            </p:nvSpPr>
            <p:spPr>
              <a:xfrm>
                <a:off x="221371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h4795"/>
              <p:cNvSpPr/>
              <p:nvPr/>
            </p:nvSpPr>
            <p:spPr>
              <a:xfrm>
                <a:off x="222315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h4796"/>
              <p:cNvSpPr/>
              <p:nvPr/>
            </p:nvSpPr>
            <p:spPr>
              <a:xfrm>
                <a:off x="223259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7" name="ph4797"/>
              <p:cNvSpPr/>
              <p:nvPr/>
            </p:nvSpPr>
            <p:spPr>
              <a:xfrm>
                <a:off x="224203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8" name="ph4798"/>
              <p:cNvSpPr/>
              <p:nvPr/>
            </p:nvSpPr>
            <p:spPr>
              <a:xfrm>
                <a:off x="225147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9" name="ph4799"/>
              <p:cNvSpPr/>
              <p:nvPr/>
            </p:nvSpPr>
            <p:spPr>
              <a:xfrm>
                <a:off x="226091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0" name="ph4800"/>
              <p:cNvSpPr/>
              <p:nvPr/>
            </p:nvSpPr>
            <p:spPr>
              <a:xfrm>
                <a:off x="227035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1" name="ph4801"/>
              <p:cNvSpPr/>
              <p:nvPr/>
            </p:nvSpPr>
            <p:spPr>
              <a:xfrm>
                <a:off x="227979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2" name="ph4802"/>
              <p:cNvSpPr/>
              <p:nvPr/>
            </p:nvSpPr>
            <p:spPr>
              <a:xfrm>
                <a:off x="228923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3" name="ph4803"/>
              <p:cNvSpPr/>
              <p:nvPr/>
            </p:nvSpPr>
            <p:spPr>
              <a:xfrm>
                <a:off x="229867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4" name="ph4804"/>
              <p:cNvSpPr/>
              <p:nvPr/>
            </p:nvSpPr>
            <p:spPr>
              <a:xfrm>
                <a:off x="230811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5" name="ph4805"/>
              <p:cNvSpPr/>
              <p:nvPr/>
            </p:nvSpPr>
            <p:spPr>
              <a:xfrm>
                <a:off x="231755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6" name="ph4806"/>
              <p:cNvSpPr/>
              <p:nvPr/>
            </p:nvSpPr>
            <p:spPr>
              <a:xfrm>
                <a:off x="232699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7" name="ph4807"/>
              <p:cNvSpPr/>
              <p:nvPr/>
            </p:nvSpPr>
            <p:spPr>
              <a:xfrm>
                <a:off x="233643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8" name="ph4808"/>
              <p:cNvSpPr/>
              <p:nvPr/>
            </p:nvSpPr>
            <p:spPr>
              <a:xfrm>
                <a:off x="234587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9" name="ph4809"/>
              <p:cNvSpPr/>
              <p:nvPr/>
            </p:nvSpPr>
            <p:spPr>
              <a:xfrm>
                <a:off x="235531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0" name="ph4810"/>
              <p:cNvSpPr/>
              <p:nvPr/>
            </p:nvSpPr>
            <p:spPr>
              <a:xfrm>
                <a:off x="236476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1" name="ph4811"/>
              <p:cNvSpPr/>
              <p:nvPr/>
            </p:nvSpPr>
            <p:spPr>
              <a:xfrm>
                <a:off x="237420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2" name="ph4812"/>
              <p:cNvSpPr/>
              <p:nvPr/>
            </p:nvSpPr>
            <p:spPr>
              <a:xfrm>
                <a:off x="238364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3" name="ph4813"/>
              <p:cNvSpPr/>
              <p:nvPr/>
            </p:nvSpPr>
            <p:spPr>
              <a:xfrm>
                <a:off x="239308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4" name="ph4814"/>
              <p:cNvSpPr/>
              <p:nvPr/>
            </p:nvSpPr>
            <p:spPr>
              <a:xfrm>
                <a:off x="240252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5" name="ph4815"/>
              <p:cNvSpPr/>
              <p:nvPr/>
            </p:nvSpPr>
            <p:spPr>
              <a:xfrm>
                <a:off x="241196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057">
                  <a:alpha val="100000"/>
                </a:srgbClr>
              </a:solidFill>
              <a:ln w="5420" cap="flat">
                <a:solidFill>
                  <a:srgbClr val="5A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6" name="ph4816"/>
              <p:cNvSpPr/>
              <p:nvPr/>
            </p:nvSpPr>
            <p:spPr>
              <a:xfrm>
                <a:off x="242140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7" name="ph4817"/>
              <p:cNvSpPr/>
              <p:nvPr/>
            </p:nvSpPr>
            <p:spPr>
              <a:xfrm>
                <a:off x="243084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8" name="ph4818"/>
              <p:cNvSpPr/>
              <p:nvPr/>
            </p:nvSpPr>
            <p:spPr>
              <a:xfrm>
                <a:off x="244028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9" name="ph4819"/>
              <p:cNvSpPr/>
              <p:nvPr/>
            </p:nvSpPr>
            <p:spPr>
              <a:xfrm>
                <a:off x="244972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0" name="ph4820"/>
              <p:cNvSpPr/>
              <p:nvPr/>
            </p:nvSpPr>
            <p:spPr>
              <a:xfrm>
                <a:off x="2468602" y="165826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959" y="896830"/>
                    </a:lnTo>
                    <a:lnTo>
                      <a:pt x="913608" y="902919"/>
                    </a:lnTo>
                    <a:lnTo>
                      <a:pt x="914400" y="906267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1" name="ph4821"/>
              <p:cNvSpPr/>
              <p:nvPr/>
            </p:nvSpPr>
            <p:spPr>
              <a:xfrm>
                <a:off x="2468602" y="1658268"/>
                <a:ext cx="9162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78" h="914400">
                    <a:moveTo>
                      <a:pt x="914400" y="914400"/>
                    </a:moveTo>
                    <a:lnTo>
                      <a:pt x="914400" y="906267"/>
                    </a:lnTo>
                    <a:lnTo>
                      <a:pt x="916014" y="913100"/>
                    </a:lnTo>
                    <a:lnTo>
                      <a:pt x="916278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2" name="ph4822"/>
              <p:cNvSpPr/>
              <p:nvPr/>
            </p:nvSpPr>
            <p:spPr>
              <a:xfrm>
                <a:off x="3138859" y="1640698"/>
                <a:ext cx="914400" cy="92977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772">
                    <a:moveTo>
                      <a:pt x="914400" y="914400"/>
                    </a:moveTo>
                    <a:lnTo>
                      <a:pt x="914400" y="929772"/>
                    </a:lnTo>
                    <a:lnTo>
                      <a:pt x="910837" y="923210"/>
                    </a:lnTo>
                    <a:lnTo>
                      <a:pt x="906880" y="915122"/>
                    </a:lnTo>
                    <a:lnTo>
                      <a:pt x="906562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3" name="ph4823"/>
              <p:cNvSpPr/>
              <p:nvPr/>
            </p:nvSpPr>
            <p:spPr>
              <a:xfrm>
                <a:off x="313885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5" y="931969"/>
                    </a:lnTo>
                    <a:lnTo>
                      <a:pt x="915014" y="930904"/>
                    </a:lnTo>
                    <a:lnTo>
                      <a:pt x="914400" y="92977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4" name="ph4824"/>
              <p:cNvSpPr/>
              <p:nvPr/>
            </p:nvSpPr>
            <p:spPr>
              <a:xfrm>
                <a:off x="314829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5" name="ph4825"/>
              <p:cNvSpPr/>
              <p:nvPr/>
            </p:nvSpPr>
            <p:spPr>
              <a:xfrm>
                <a:off x="315774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6" name="ph4826"/>
              <p:cNvSpPr/>
              <p:nvPr/>
            </p:nvSpPr>
            <p:spPr>
              <a:xfrm>
                <a:off x="316718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7" name="ph4827"/>
              <p:cNvSpPr/>
              <p:nvPr/>
            </p:nvSpPr>
            <p:spPr>
              <a:xfrm>
                <a:off x="317662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8" name="ph4828"/>
              <p:cNvSpPr/>
              <p:nvPr/>
            </p:nvSpPr>
            <p:spPr>
              <a:xfrm>
                <a:off x="318606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9" name="ph4829"/>
              <p:cNvSpPr/>
              <p:nvPr/>
            </p:nvSpPr>
            <p:spPr>
              <a:xfrm>
                <a:off x="319550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0" name="ph4830"/>
              <p:cNvSpPr/>
              <p:nvPr/>
            </p:nvSpPr>
            <p:spPr>
              <a:xfrm>
                <a:off x="320494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1" name="ph4831"/>
              <p:cNvSpPr/>
              <p:nvPr/>
            </p:nvSpPr>
            <p:spPr>
              <a:xfrm>
                <a:off x="321438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2" name="ph4832"/>
              <p:cNvSpPr/>
              <p:nvPr/>
            </p:nvSpPr>
            <p:spPr>
              <a:xfrm>
                <a:off x="322382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3" name="ph4833"/>
              <p:cNvSpPr/>
              <p:nvPr/>
            </p:nvSpPr>
            <p:spPr>
              <a:xfrm>
                <a:off x="323326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4" name="ph4834"/>
              <p:cNvSpPr/>
              <p:nvPr/>
            </p:nvSpPr>
            <p:spPr>
              <a:xfrm>
                <a:off x="324270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5" name="ph4835"/>
              <p:cNvSpPr/>
              <p:nvPr/>
            </p:nvSpPr>
            <p:spPr>
              <a:xfrm>
                <a:off x="325214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6" name="ph4836"/>
              <p:cNvSpPr/>
              <p:nvPr/>
            </p:nvSpPr>
            <p:spPr>
              <a:xfrm>
                <a:off x="326158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7" name="ph4837"/>
              <p:cNvSpPr/>
              <p:nvPr/>
            </p:nvSpPr>
            <p:spPr>
              <a:xfrm>
                <a:off x="327102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8" name="ph4838"/>
              <p:cNvSpPr/>
              <p:nvPr/>
            </p:nvSpPr>
            <p:spPr>
              <a:xfrm>
                <a:off x="328046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9" name="ph4839"/>
              <p:cNvSpPr/>
              <p:nvPr/>
            </p:nvSpPr>
            <p:spPr>
              <a:xfrm>
                <a:off x="328990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0" name="ph4840"/>
              <p:cNvSpPr/>
              <p:nvPr/>
            </p:nvSpPr>
            <p:spPr>
              <a:xfrm>
                <a:off x="329934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1" name="ph4841"/>
              <p:cNvSpPr/>
              <p:nvPr/>
            </p:nvSpPr>
            <p:spPr>
              <a:xfrm>
                <a:off x="330878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2" name="ph4842"/>
              <p:cNvSpPr/>
              <p:nvPr/>
            </p:nvSpPr>
            <p:spPr>
              <a:xfrm>
                <a:off x="331822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3" name="ph4843"/>
              <p:cNvSpPr/>
              <p:nvPr/>
            </p:nvSpPr>
            <p:spPr>
              <a:xfrm>
                <a:off x="332766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4" name="ph4844"/>
              <p:cNvSpPr/>
              <p:nvPr/>
            </p:nvSpPr>
            <p:spPr>
              <a:xfrm>
                <a:off x="333710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5" name="ph4845"/>
              <p:cNvSpPr/>
              <p:nvPr/>
            </p:nvSpPr>
            <p:spPr>
              <a:xfrm>
                <a:off x="334654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6" name="ph4846"/>
              <p:cNvSpPr/>
              <p:nvPr/>
            </p:nvSpPr>
            <p:spPr>
              <a:xfrm>
                <a:off x="335598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7" name="ph4847"/>
              <p:cNvSpPr/>
              <p:nvPr/>
            </p:nvSpPr>
            <p:spPr>
              <a:xfrm>
                <a:off x="336542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8" name="ph4848"/>
              <p:cNvSpPr/>
              <p:nvPr/>
            </p:nvSpPr>
            <p:spPr>
              <a:xfrm>
                <a:off x="337486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9" name="ph4849"/>
              <p:cNvSpPr/>
              <p:nvPr/>
            </p:nvSpPr>
            <p:spPr>
              <a:xfrm>
                <a:off x="338430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0" name="ph4850"/>
              <p:cNvSpPr/>
              <p:nvPr/>
            </p:nvSpPr>
            <p:spPr>
              <a:xfrm>
                <a:off x="339374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1" name="ph4851"/>
              <p:cNvSpPr/>
              <p:nvPr/>
            </p:nvSpPr>
            <p:spPr>
              <a:xfrm>
                <a:off x="340318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2" name="ph4852"/>
              <p:cNvSpPr/>
              <p:nvPr/>
            </p:nvSpPr>
            <p:spPr>
              <a:xfrm>
                <a:off x="341262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3" name="ph4853"/>
              <p:cNvSpPr/>
              <p:nvPr/>
            </p:nvSpPr>
            <p:spPr>
              <a:xfrm>
                <a:off x="342206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4" name="ph4854"/>
              <p:cNvSpPr/>
              <p:nvPr/>
            </p:nvSpPr>
            <p:spPr>
              <a:xfrm>
                <a:off x="343150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5" name="ph4855"/>
              <p:cNvSpPr/>
              <p:nvPr/>
            </p:nvSpPr>
            <p:spPr>
              <a:xfrm>
                <a:off x="344094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6" name="ph4856"/>
              <p:cNvSpPr/>
              <p:nvPr/>
            </p:nvSpPr>
            <p:spPr>
              <a:xfrm>
                <a:off x="3450387" y="165826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107"/>
                    </a:lnTo>
                    <a:lnTo>
                      <a:pt x="923037" y="913530"/>
                    </a:lnTo>
                    <a:lnTo>
                      <a:pt x="921600" y="914288"/>
                    </a:lnTo>
                    <a:lnTo>
                      <a:pt x="92138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7" name="ph4857"/>
              <p:cNvSpPr/>
              <p:nvPr/>
            </p:nvSpPr>
            <p:spPr>
              <a:xfrm>
                <a:off x="3459827" y="1640698"/>
                <a:ext cx="923840" cy="9306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127"/>
                    </a:lnTo>
                    <a:lnTo>
                      <a:pt x="921816" y="926502"/>
                    </a:lnTo>
                    <a:lnTo>
                      <a:pt x="916477" y="929582"/>
                    </a:lnTo>
                    <a:lnTo>
                      <a:pt x="915035" y="930342"/>
                    </a:lnTo>
                    <a:lnTo>
                      <a:pt x="914400" y="93067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8" name="ph4858"/>
              <p:cNvSpPr/>
              <p:nvPr/>
            </p:nvSpPr>
            <p:spPr>
              <a:xfrm>
                <a:off x="3469268" y="1640698"/>
                <a:ext cx="923840" cy="92512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12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938"/>
                    </a:lnTo>
                    <a:lnTo>
                      <a:pt x="922775" y="918892"/>
                    </a:lnTo>
                    <a:lnTo>
                      <a:pt x="917625" y="922936"/>
                    </a:lnTo>
                    <a:lnTo>
                      <a:pt x="914400" y="92512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9" name="ph4859"/>
              <p:cNvSpPr/>
              <p:nvPr/>
            </p:nvSpPr>
            <p:spPr>
              <a:xfrm>
                <a:off x="3478708" y="1640698"/>
                <a:ext cx="918350" cy="917938"/>
              </a:xfrm>
              <a:custGeom>
                <a:avLst/>
                <a:gdLst/>
                <a:ahLst/>
                <a:cxnLst/>
                <a:rect l="0" t="0" r="0" b="0"/>
                <a:pathLst>
                  <a:path w="918350" h="917938">
                    <a:moveTo>
                      <a:pt x="914400" y="914400"/>
                    </a:moveTo>
                    <a:lnTo>
                      <a:pt x="918350" y="914400"/>
                    </a:lnTo>
                    <a:lnTo>
                      <a:pt x="914400" y="91793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0" name="ph4860"/>
              <p:cNvSpPr/>
              <p:nvPr/>
            </p:nvSpPr>
            <p:spPr>
              <a:xfrm>
                <a:off x="2175955" y="162312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33" y="931969"/>
                    </a:lnTo>
                    <a:lnTo>
                      <a:pt x="906691" y="929095"/>
                    </a:lnTo>
                    <a:lnTo>
                      <a:pt x="905713" y="918233"/>
                    </a:lnTo>
                    <a:lnTo>
                      <a:pt x="905478" y="914400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1" name="ph4861"/>
              <p:cNvSpPr/>
              <p:nvPr/>
            </p:nvSpPr>
            <p:spPr>
              <a:xfrm>
                <a:off x="217595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2" name="ph4862"/>
              <p:cNvSpPr/>
              <p:nvPr/>
            </p:nvSpPr>
            <p:spPr>
              <a:xfrm>
                <a:off x="218539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3" name="ph4863"/>
              <p:cNvSpPr/>
              <p:nvPr/>
            </p:nvSpPr>
            <p:spPr>
              <a:xfrm>
                <a:off x="219483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4" name="ph4864"/>
              <p:cNvSpPr/>
              <p:nvPr/>
            </p:nvSpPr>
            <p:spPr>
              <a:xfrm>
                <a:off x="220427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5" name="ph4865"/>
              <p:cNvSpPr/>
              <p:nvPr/>
            </p:nvSpPr>
            <p:spPr>
              <a:xfrm>
                <a:off x="221371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6" name="ph4866"/>
              <p:cNvSpPr/>
              <p:nvPr/>
            </p:nvSpPr>
            <p:spPr>
              <a:xfrm>
                <a:off x="222315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7" name="ph4867"/>
              <p:cNvSpPr/>
              <p:nvPr/>
            </p:nvSpPr>
            <p:spPr>
              <a:xfrm>
                <a:off x="223259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8" name="ph4868"/>
              <p:cNvSpPr/>
              <p:nvPr/>
            </p:nvSpPr>
            <p:spPr>
              <a:xfrm>
                <a:off x="224203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9" name="ph4869"/>
              <p:cNvSpPr/>
              <p:nvPr/>
            </p:nvSpPr>
            <p:spPr>
              <a:xfrm>
                <a:off x="225147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0" name="ph4870"/>
              <p:cNvSpPr/>
              <p:nvPr/>
            </p:nvSpPr>
            <p:spPr>
              <a:xfrm>
                <a:off x="226091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1" name="ph4871"/>
              <p:cNvSpPr/>
              <p:nvPr/>
            </p:nvSpPr>
            <p:spPr>
              <a:xfrm>
                <a:off x="227035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2" name="ph4872"/>
              <p:cNvSpPr/>
              <p:nvPr/>
            </p:nvSpPr>
            <p:spPr>
              <a:xfrm>
                <a:off x="227979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3" name="ph4873"/>
              <p:cNvSpPr/>
              <p:nvPr/>
            </p:nvSpPr>
            <p:spPr>
              <a:xfrm>
                <a:off x="228923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4" name="ph4874"/>
              <p:cNvSpPr/>
              <p:nvPr/>
            </p:nvSpPr>
            <p:spPr>
              <a:xfrm>
                <a:off x="229867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5" name="ph4875"/>
              <p:cNvSpPr/>
              <p:nvPr/>
            </p:nvSpPr>
            <p:spPr>
              <a:xfrm>
                <a:off x="230811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6" name="ph4876"/>
              <p:cNvSpPr/>
              <p:nvPr/>
            </p:nvSpPr>
            <p:spPr>
              <a:xfrm>
                <a:off x="231755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7" name="ph4877"/>
              <p:cNvSpPr/>
              <p:nvPr/>
            </p:nvSpPr>
            <p:spPr>
              <a:xfrm>
                <a:off x="232699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AF57">
                  <a:alpha val="100000"/>
                </a:srgbClr>
              </a:solidFill>
              <a:ln w="5420" cap="flat">
                <a:solidFill>
                  <a:srgbClr val="58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8" name="ph4878"/>
              <p:cNvSpPr/>
              <p:nvPr/>
            </p:nvSpPr>
            <p:spPr>
              <a:xfrm>
                <a:off x="233643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9" name="ph4879"/>
              <p:cNvSpPr/>
              <p:nvPr/>
            </p:nvSpPr>
            <p:spPr>
              <a:xfrm>
                <a:off x="234587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0" name="ph4880"/>
              <p:cNvSpPr/>
              <p:nvPr/>
            </p:nvSpPr>
            <p:spPr>
              <a:xfrm>
                <a:off x="235531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1" name="ph4881"/>
              <p:cNvSpPr/>
              <p:nvPr/>
            </p:nvSpPr>
            <p:spPr>
              <a:xfrm>
                <a:off x="236476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2" name="ph4882"/>
              <p:cNvSpPr/>
              <p:nvPr/>
            </p:nvSpPr>
            <p:spPr>
              <a:xfrm>
                <a:off x="237420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3" name="ph4883"/>
              <p:cNvSpPr/>
              <p:nvPr/>
            </p:nvSpPr>
            <p:spPr>
              <a:xfrm>
                <a:off x="238364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4" name="ph4884"/>
              <p:cNvSpPr/>
              <p:nvPr/>
            </p:nvSpPr>
            <p:spPr>
              <a:xfrm>
                <a:off x="239308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5" name="ph4885"/>
              <p:cNvSpPr/>
              <p:nvPr/>
            </p:nvSpPr>
            <p:spPr>
              <a:xfrm>
                <a:off x="240252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6" name="ph4886"/>
              <p:cNvSpPr/>
              <p:nvPr/>
            </p:nvSpPr>
            <p:spPr>
              <a:xfrm>
                <a:off x="241196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A">
                  <a:alpha val="100000"/>
                </a:srgbClr>
              </a:solidFill>
              <a:ln w="5420" cap="flat">
                <a:solidFill>
                  <a:srgbClr val="68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7" name="ph4887"/>
              <p:cNvSpPr/>
              <p:nvPr/>
            </p:nvSpPr>
            <p:spPr>
              <a:xfrm>
                <a:off x="242140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8" name="ph4888"/>
              <p:cNvSpPr/>
              <p:nvPr/>
            </p:nvSpPr>
            <p:spPr>
              <a:xfrm>
                <a:off x="243084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9" name="ph4889"/>
              <p:cNvSpPr/>
              <p:nvPr/>
            </p:nvSpPr>
            <p:spPr>
              <a:xfrm>
                <a:off x="244028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0" name="ph4890"/>
              <p:cNvSpPr/>
              <p:nvPr/>
            </p:nvSpPr>
            <p:spPr>
              <a:xfrm>
                <a:off x="244972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1" name="ph4891"/>
              <p:cNvSpPr/>
              <p:nvPr/>
            </p:nvSpPr>
            <p:spPr>
              <a:xfrm>
                <a:off x="2459162" y="1640698"/>
                <a:ext cx="921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9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80" y="896830"/>
                    </a:lnTo>
                    <a:lnTo>
                      <a:pt x="917390" y="900903"/>
                    </a:lnTo>
                    <a:lnTo>
                      <a:pt x="920358" y="910557"/>
                    </a:lnTo>
                    <a:lnTo>
                      <a:pt x="921399" y="914400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2" name="ph4892"/>
              <p:cNvSpPr/>
              <p:nvPr/>
            </p:nvSpPr>
            <p:spPr>
              <a:xfrm>
                <a:off x="3129419" y="1623128"/>
                <a:ext cx="914400" cy="92833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330">
                    <a:moveTo>
                      <a:pt x="914400" y="914400"/>
                    </a:moveTo>
                    <a:lnTo>
                      <a:pt x="914400" y="928330"/>
                    </a:lnTo>
                    <a:lnTo>
                      <a:pt x="912595" y="924233"/>
                    </a:lnTo>
                    <a:lnTo>
                      <a:pt x="909109" y="915426"/>
                    </a:lnTo>
                    <a:lnTo>
                      <a:pt x="908746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3" name="ph4893"/>
              <p:cNvSpPr/>
              <p:nvPr/>
            </p:nvSpPr>
            <p:spPr>
              <a:xfrm>
                <a:off x="312941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03" y="931969"/>
                    </a:lnTo>
                    <a:lnTo>
                      <a:pt x="914400" y="92833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4" name="ph4894"/>
              <p:cNvSpPr/>
              <p:nvPr/>
            </p:nvSpPr>
            <p:spPr>
              <a:xfrm>
                <a:off x="313885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5" name="ph4895"/>
              <p:cNvSpPr/>
              <p:nvPr/>
            </p:nvSpPr>
            <p:spPr>
              <a:xfrm>
                <a:off x="314829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6" name="ph4896"/>
              <p:cNvSpPr/>
              <p:nvPr/>
            </p:nvSpPr>
            <p:spPr>
              <a:xfrm>
                <a:off x="315774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7" name="ph4897"/>
              <p:cNvSpPr/>
              <p:nvPr/>
            </p:nvSpPr>
            <p:spPr>
              <a:xfrm>
                <a:off x="316718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8" name="ph4898"/>
              <p:cNvSpPr/>
              <p:nvPr/>
            </p:nvSpPr>
            <p:spPr>
              <a:xfrm>
                <a:off x="317662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9" name="ph4899"/>
              <p:cNvSpPr/>
              <p:nvPr/>
            </p:nvSpPr>
            <p:spPr>
              <a:xfrm>
                <a:off x="318606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0" name="ph4900"/>
              <p:cNvSpPr/>
              <p:nvPr/>
            </p:nvSpPr>
            <p:spPr>
              <a:xfrm>
                <a:off x="319550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1" name="ph4901"/>
              <p:cNvSpPr/>
              <p:nvPr/>
            </p:nvSpPr>
            <p:spPr>
              <a:xfrm>
                <a:off x="320494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2" name="ph4902"/>
              <p:cNvSpPr/>
              <p:nvPr/>
            </p:nvSpPr>
            <p:spPr>
              <a:xfrm>
                <a:off x="321438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3" name="ph4903"/>
              <p:cNvSpPr/>
              <p:nvPr/>
            </p:nvSpPr>
            <p:spPr>
              <a:xfrm>
                <a:off x="322382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4" name="ph4904"/>
              <p:cNvSpPr/>
              <p:nvPr/>
            </p:nvSpPr>
            <p:spPr>
              <a:xfrm>
                <a:off x="323326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5" name="ph4905"/>
              <p:cNvSpPr/>
              <p:nvPr/>
            </p:nvSpPr>
            <p:spPr>
              <a:xfrm>
                <a:off x="324270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6" name="ph4906"/>
              <p:cNvSpPr/>
              <p:nvPr/>
            </p:nvSpPr>
            <p:spPr>
              <a:xfrm>
                <a:off x="325214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7" name="ph4907"/>
              <p:cNvSpPr/>
              <p:nvPr/>
            </p:nvSpPr>
            <p:spPr>
              <a:xfrm>
                <a:off x="326158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8" name="ph4908"/>
              <p:cNvSpPr/>
              <p:nvPr/>
            </p:nvSpPr>
            <p:spPr>
              <a:xfrm>
                <a:off x="327102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9" name="ph4909"/>
              <p:cNvSpPr/>
              <p:nvPr/>
            </p:nvSpPr>
            <p:spPr>
              <a:xfrm>
                <a:off x="328046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0" name="ph4910"/>
              <p:cNvSpPr/>
              <p:nvPr/>
            </p:nvSpPr>
            <p:spPr>
              <a:xfrm>
                <a:off x="328990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1" name="ph4911"/>
              <p:cNvSpPr/>
              <p:nvPr/>
            </p:nvSpPr>
            <p:spPr>
              <a:xfrm>
                <a:off x="329934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2" name="ph4912"/>
              <p:cNvSpPr/>
              <p:nvPr/>
            </p:nvSpPr>
            <p:spPr>
              <a:xfrm>
                <a:off x="330878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3" name="ph4913"/>
              <p:cNvSpPr/>
              <p:nvPr/>
            </p:nvSpPr>
            <p:spPr>
              <a:xfrm>
                <a:off x="331822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4" name="ph4914"/>
              <p:cNvSpPr/>
              <p:nvPr/>
            </p:nvSpPr>
            <p:spPr>
              <a:xfrm>
                <a:off x="332766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5" name="ph4915"/>
              <p:cNvSpPr/>
              <p:nvPr/>
            </p:nvSpPr>
            <p:spPr>
              <a:xfrm>
                <a:off x="333710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6" name="ph4916"/>
              <p:cNvSpPr/>
              <p:nvPr/>
            </p:nvSpPr>
            <p:spPr>
              <a:xfrm>
                <a:off x="334654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7" name="ph4917"/>
              <p:cNvSpPr/>
              <p:nvPr/>
            </p:nvSpPr>
            <p:spPr>
              <a:xfrm>
                <a:off x="335598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8" name="ph4918"/>
              <p:cNvSpPr/>
              <p:nvPr/>
            </p:nvSpPr>
            <p:spPr>
              <a:xfrm>
                <a:off x="336542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9" name="ph4919"/>
              <p:cNvSpPr/>
              <p:nvPr/>
            </p:nvSpPr>
            <p:spPr>
              <a:xfrm>
                <a:off x="337486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0" name="ph4920"/>
              <p:cNvSpPr/>
              <p:nvPr/>
            </p:nvSpPr>
            <p:spPr>
              <a:xfrm>
                <a:off x="338430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1" name="ph4921"/>
              <p:cNvSpPr/>
              <p:nvPr/>
            </p:nvSpPr>
            <p:spPr>
              <a:xfrm>
                <a:off x="339374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2" name="ph4922"/>
              <p:cNvSpPr/>
              <p:nvPr/>
            </p:nvSpPr>
            <p:spPr>
              <a:xfrm>
                <a:off x="340318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3" name="ph4923"/>
              <p:cNvSpPr/>
              <p:nvPr/>
            </p:nvSpPr>
            <p:spPr>
              <a:xfrm>
                <a:off x="341262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4" name="ph4924"/>
              <p:cNvSpPr/>
              <p:nvPr/>
            </p:nvSpPr>
            <p:spPr>
              <a:xfrm>
                <a:off x="342206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5" name="ph4925"/>
              <p:cNvSpPr/>
              <p:nvPr/>
            </p:nvSpPr>
            <p:spPr>
              <a:xfrm>
                <a:off x="343150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6" name="ph4926"/>
              <p:cNvSpPr/>
              <p:nvPr/>
            </p:nvSpPr>
            <p:spPr>
              <a:xfrm>
                <a:off x="344094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7" name="ph4927"/>
              <p:cNvSpPr/>
              <p:nvPr/>
            </p:nvSpPr>
            <p:spPr>
              <a:xfrm>
                <a:off x="345038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8" name="ph4928"/>
              <p:cNvSpPr/>
              <p:nvPr/>
            </p:nvSpPr>
            <p:spPr>
              <a:xfrm>
                <a:off x="345982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9" name="ph4929"/>
              <p:cNvSpPr/>
              <p:nvPr/>
            </p:nvSpPr>
            <p:spPr>
              <a:xfrm>
                <a:off x="346926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0" name="ph4930"/>
              <p:cNvSpPr/>
              <p:nvPr/>
            </p:nvSpPr>
            <p:spPr>
              <a:xfrm>
                <a:off x="3478708" y="164069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779"/>
                    </a:lnTo>
                    <a:lnTo>
                      <a:pt x="923281" y="909413"/>
                    </a:lnTo>
                    <a:lnTo>
                      <a:pt x="91835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1" name="ph4931"/>
              <p:cNvSpPr/>
              <p:nvPr/>
            </p:nvSpPr>
            <p:spPr>
              <a:xfrm>
                <a:off x="3488148" y="1623128"/>
                <a:ext cx="923840" cy="9263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3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21"/>
                    </a:lnTo>
                    <a:lnTo>
                      <a:pt x="923236" y="915726"/>
                    </a:lnTo>
                    <a:lnTo>
                      <a:pt x="918613" y="921570"/>
                    </a:lnTo>
                    <a:lnTo>
                      <a:pt x="914400" y="92634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2" name="ph4932"/>
              <p:cNvSpPr/>
              <p:nvPr/>
            </p:nvSpPr>
            <p:spPr>
              <a:xfrm>
                <a:off x="3497588" y="1623128"/>
                <a:ext cx="914791" cy="914921"/>
              </a:xfrm>
              <a:custGeom>
                <a:avLst/>
                <a:gdLst/>
                <a:ahLst/>
                <a:cxnLst/>
                <a:rect l="0" t="0" r="0" b="0"/>
                <a:pathLst>
                  <a:path w="914791" h="914921">
                    <a:moveTo>
                      <a:pt x="914400" y="914400"/>
                    </a:moveTo>
                    <a:lnTo>
                      <a:pt x="914791" y="914400"/>
                    </a:lnTo>
                    <a:lnTo>
                      <a:pt x="914400" y="91492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3" name="ph4933"/>
              <p:cNvSpPr/>
              <p:nvPr/>
            </p:nvSpPr>
            <p:spPr>
              <a:xfrm>
                <a:off x="2166515" y="1605559"/>
                <a:ext cx="914400" cy="92237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71">
                    <a:moveTo>
                      <a:pt x="914400" y="914400"/>
                    </a:moveTo>
                    <a:lnTo>
                      <a:pt x="914400" y="922371"/>
                    </a:lnTo>
                    <a:lnTo>
                      <a:pt x="914136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4" name="ph4934"/>
              <p:cNvSpPr/>
              <p:nvPr/>
            </p:nvSpPr>
            <p:spPr>
              <a:xfrm>
                <a:off x="216651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18" y="931969"/>
                    </a:lnTo>
                    <a:lnTo>
                      <a:pt x="914482" y="924861"/>
                    </a:lnTo>
                    <a:lnTo>
                      <a:pt x="914400" y="922371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5" name="ph4935"/>
              <p:cNvSpPr/>
              <p:nvPr/>
            </p:nvSpPr>
            <p:spPr>
              <a:xfrm>
                <a:off x="217595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6" name="ph4936"/>
              <p:cNvSpPr/>
              <p:nvPr/>
            </p:nvSpPr>
            <p:spPr>
              <a:xfrm>
                <a:off x="218539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7" name="ph4937"/>
              <p:cNvSpPr/>
              <p:nvPr/>
            </p:nvSpPr>
            <p:spPr>
              <a:xfrm>
                <a:off x="219483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8" name="ph4938"/>
              <p:cNvSpPr/>
              <p:nvPr/>
            </p:nvSpPr>
            <p:spPr>
              <a:xfrm>
                <a:off x="220427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9" name="ph4939"/>
              <p:cNvSpPr/>
              <p:nvPr/>
            </p:nvSpPr>
            <p:spPr>
              <a:xfrm>
                <a:off x="221371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0" name="ph4940"/>
              <p:cNvSpPr/>
              <p:nvPr/>
            </p:nvSpPr>
            <p:spPr>
              <a:xfrm>
                <a:off x="222315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1" name="ph4941"/>
              <p:cNvSpPr/>
              <p:nvPr/>
            </p:nvSpPr>
            <p:spPr>
              <a:xfrm>
                <a:off x="223259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2" name="ph4942"/>
              <p:cNvSpPr/>
              <p:nvPr/>
            </p:nvSpPr>
            <p:spPr>
              <a:xfrm>
                <a:off x="224203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3" name="ph4943"/>
              <p:cNvSpPr/>
              <p:nvPr/>
            </p:nvSpPr>
            <p:spPr>
              <a:xfrm>
                <a:off x="225147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4" name="ph4944"/>
              <p:cNvSpPr/>
              <p:nvPr/>
            </p:nvSpPr>
            <p:spPr>
              <a:xfrm>
                <a:off x="226091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5" name="ph4945"/>
              <p:cNvSpPr/>
              <p:nvPr/>
            </p:nvSpPr>
            <p:spPr>
              <a:xfrm>
                <a:off x="227035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6" name="ph4946"/>
              <p:cNvSpPr/>
              <p:nvPr/>
            </p:nvSpPr>
            <p:spPr>
              <a:xfrm>
                <a:off x="227979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7" name="ph4947"/>
              <p:cNvSpPr/>
              <p:nvPr/>
            </p:nvSpPr>
            <p:spPr>
              <a:xfrm>
                <a:off x="228923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8" name="ph4948"/>
              <p:cNvSpPr/>
              <p:nvPr/>
            </p:nvSpPr>
            <p:spPr>
              <a:xfrm>
                <a:off x="229867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9" name="ph4949"/>
              <p:cNvSpPr/>
              <p:nvPr/>
            </p:nvSpPr>
            <p:spPr>
              <a:xfrm>
                <a:off x="230811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0" name="ph4950"/>
              <p:cNvSpPr/>
              <p:nvPr/>
            </p:nvSpPr>
            <p:spPr>
              <a:xfrm>
                <a:off x="231755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1" name="ph4951"/>
              <p:cNvSpPr/>
              <p:nvPr/>
            </p:nvSpPr>
            <p:spPr>
              <a:xfrm>
                <a:off x="232699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2" name="ph4952"/>
              <p:cNvSpPr/>
              <p:nvPr/>
            </p:nvSpPr>
            <p:spPr>
              <a:xfrm>
                <a:off x="233643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3" name="ph4953"/>
              <p:cNvSpPr/>
              <p:nvPr/>
            </p:nvSpPr>
            <p:spPr>
              <a:xfrm>
                <a:off x="234587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4" name="ph4954"/>
              <p:cNvSpPr/>
              <p:nvPr/>
            </p:nvSpPr>
            <p:spPr>
              <a:xfrm>
                <a:off x="235531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5" name="ph4955"/>
              <p:cNvSpPr/>
              <p:nvPr/>
            </p:nvSpPr>
            <p:spPr>
              <a:xfrm>
                <a:off x="236476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6" name="ph4956"/>
              <p:cNvSpPr/>
              <p:nvPr/>
            </p:nvSpPr>
            <p:spPr>
              <a:xfrm>
                <a:off x="237420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7" name="ph4957"/>
              <p:cNvSpPr/>
              <p:nvPr/>
            </p:nvSpPr>
            <p:spPr>
              <a:xfrm>
                <a:off x="238364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8" name="ph4958"/>
              <p:cNvSpPr/>
              <p:nvPr/>
            </p:nvSpPr>
            <p:spPr>
              <a:xfrm>
                <a:off x="239308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9" name="ph4959"/>
              <p:cNvSpPr/>
              <p:nvPr/>
            </p:nvSpPr>
            <p:spPr>
              <a:xfrm>
                <a:off x="240252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0" name="ph4960"/>
              <p:cNvSpPr/>
              <p:nvPr/>
            </p:nvSpPr>
            <p:spPr>
              <a:xfrm>
                <a:off x="241196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1" name="ph4961"/>
              <p:cNvSpPr/>
              <p:nvPr/>
            </p:nvSpPr>
            <p:spPr>
              <a:xfrm>
                <a:off x="242140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2" name="ph4962"/>
              <p:cNvSpPr/>
              <p:nvPr/>
            </p:nvSpPr>
            <p:spPr>
              <a:xfrm>
                <a:off x="243084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3" name="ph4963"/>
              <p:cNvSpPr/>
              <p:nvPr/>
            </p:nvSpPr>
            <p:spPr>
              <a:xfrm>
                <a:off x="244028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4" name="ph4964"/>
              <p:cNvSpPr/>
              <p:nvPr/>
            </p:nvSpPr>
            <p:spPr>
              <a:xfrm>
                <a:off x="2459162" y="162312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37" y="896830"/>
                    </a:lnTo>
                    <a:lnTo>
                      <a:pt x="910655" y="900106"/>
                    </a:lnTo>
                    <a:lnTo>
                      <a:pt x="914153" y="909124"/>
                    </a:lnTo>
                    <a:lnTo>
                      <a:pt x="914400" y="909837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5" name="ph4965"/>
              <p:cNvSpPr/>
              <p:nvPr/>
            </p:nvSpPr>
            <p:spPr>
              <a:xfrm>
                <a:off x="2459162" y="1623128"/>
                <a:ext cx="9159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80" h="914400">
                    <a:moveTo>
                      <a:pt x="914400" y="914400"/>
                    </a:moveTo>
                    <a:lnTo>
                      <a:pt x="914400" y="909837"/>
                    </a:lnTo>
                    <a:lnTo>
                      <a:pt x="915980" y="914400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6" name="ph4966"/>
              <p:cNvSpPr/>
              <p:nvPr/>
            </p:nvSpPr>
            <p:spPr>
              <a:xfrm>
                <a:off x="3119979" y="1605559"/>
                <a:ext cx="914400" cy="9209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965">
                    <a:moveTo>
                      <a:pt x="914400" y="914400"/>
                    </a:moveTo>
                    <a:lnTo>
                      <a:pt x="914400" y="920965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7" name="ph4967"/>
              <p:cNvSpPr/>
              <p:nvPr/>
            </p:nvSpPr>
            <p:spPr>
              <a:xfrm>
                <a:off x="311997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186" y="931969"/>
                    </a:lnTo>
                    <a:lnTo>
                      <a:pt x="915314" y="923864"/>
                    </a:lnTo>
                    <a:lnTo>
                      <a:pt x="914400" y="920965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8" name="ph4968"/>
              <p:cNvSpPr/>
              <p:nvPr/>
            </p:nvSpPr>
            <p:spPr>
              <a:xfrm>
                <a:off x="312941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9" name="ph4969"/>
              <p:cNvSpPr/>
              <p:nvPr/>
            </p:nvSpPr>
            <p:spPr>
              <a:xfrm>
                <a:off x="313885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0" name="ph4970"/>
              <p:cNvSpPr/>
              <p:nvPr/>
            </p:nvSpPr>
            <p:spPr>
              <a:xfrm>
                <a:off x="314829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1" name="ph4971"/>
              <p:cNvSpPr/>
              <p:nvPr/>
            </p:nvSpPr>
            <p:spPr>
              <a:xfrm>
                <a:off x="315774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2" name="ph4972"/>
              <p:cNvSpPr/>
              <p:nvPr/>
            </p:nvSpPr>
            <p:spPr>
              <a:xfrm>
                <a:off x="316718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3" name="ph4973"/>
              <p:cNvSpPr/>
              <p:nvPr/>
            </p:nvSpPr>
            <p:spPr>
              <a:xfrm>
                <a:off x="317662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4" name="ph4974"/>
              <p:cNvSpPr/>
              <p:nvPr/>
            </p:nvSpPr>
            <p:spPr>
              <a:xfrm>
                <a:off x="318606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5" name="ph4975"/>
              <p:cNvSpPr/>
              <p:nvPr/>
            </p:nvSpPr>
            <p:spPr>
              <a:xfrm>
                <a:off x="319550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6" name="ph4976"/>
              <p:cNvSpPr/>
              <p:nvPr/>
            </p:nvSpPr>
            <p:spPr>
              <a:xfrm>
                <a:off x="320494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7" name="ph4977"/>
              <p:cNvSpPr/>
              <p:nvPr/>
            </p:nvSpPr>
            <p:spPr>
              <a:xfrm>
                <a:off x="321438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8" name="ph4978"/>
              <p:cNvSpPr/>
              <p:nvPr/>
            </p:nvSpPr>
            <p:spPr>
              <a:xfrm>
                <a:off x="322382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9" name="ph4979"/>
              <p:cNvSpPr/>
              <p:nvPr/>
            </p:nvSpPr>
            <p:spPr>
              <a:xfrm>
                <a:off x="323326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0" name="ph4980"/>
              <p:cNvSpPr/>
              <p:nvPr/>
            </p:nvSpPr>
            <p:spPr>
              <a:xfrm>
                <a:off x="324270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1" name="ph4981"/>
              <p:cNvSpPr/>
              <p:nvPr/>
            </p:nvSpPr>
            <p:spPr>
              <a:xfrm>
                <a:off x="325214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2" name="ph4982"/>
              <p:cNvSpPr/>
              <p:nvPr/>
            </p:nvSpPr>
            <p:spPr>
              <a:xfrm>
                <a:off x="326158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3" name="ph4983"/>
              <p:cNvSpPr/>
              <p:nvPr/>
            </p:nvSpPr>
            <p:spPr>
              <a:xfrm>
                <a:off x="327102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4" name="ph4984"/>
              <p:cNvSpPr/>
              <p:nvPr/>
            </p:nvSpPr>
            <p:spPr>
              <a:xfrm>
                <a:off x="328046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5" name="ph4985"/>
              <p:cNvSpPr/>
              <p:nvPr/>
            </p:nvSpPr>
            <p:spPr>
              <a:xfrm>
                <a:off x="328990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6" name="ph4986"/>
              <p:cNvSpPr/>
              <p:nvPr/>
            </p:nvSpPr>
            <p:spPr>
              <a:xfrm>
                <a:off x="329934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7" name="ph4987"/>
              <p:cNvSpPr/>
              <p:nvPr/>
            </p:nvSpPr>
            <p:spPr>
              <a:xfrm>
                <a:off x="330878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8" name="ph4988"/>
              <p:cNvSpPr/>
              <p:nvPr/>
            </p:nvSpPr>
            <p:spPr>
              <a:xfrm>
                <a:off x="331822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9" name="ph4989"/>
              <p:cNvSpPr/>
              <p:nvPr/>
            </p:nvSpPr>
            <p:spPr>
              <a:xfrm>
                <a:off x="332766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0" name="ph4990"/>
              <p:cNvSpPr/>
              <p:nvPr/>
            </p:nvSpPr>
            <p:spPr>
              <a:xfrm>
                <a:off x="333710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1" name="ph4991"/>
              <p:cNvSpPr/>
              <p:nvPr/>
            </p:nvSpPr>
            <p:spPr>
              <a:xfrm>
                <a:off x="334654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2" name="ph4992"/>
              <p:cNvSpPr/>
              <p:nvPr/>
            </p:nvSpPr>
            <p:spPr>
              <a:xfrm>
                <a:off x="335598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3" name="ph4993"/>
              <p:cNvSpPr/>
              <p:nvPr/>
            </p:nvSpPr>
            <p:spPr>
              <a:xfrm>
                <a:off x="336542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4" name="ph4994"/>
              <p:cNvSpPr/>
              <p:nvPr/>
            </p:nvSpPr>
            <p:spPr>
              <a:xfrm>
                <a:off x="337486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5" name="ph4995"/>
              <p:cNvSpPr/>
              <p:nvPr/>
            </p:nvSpPr>
            <p:spPr>
              <a:xfrm>
                <a:off x="338430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6" name="ph4996"/>
              <p:cNvSpPr/>
              <p:nvPr/>
            </p:nvSpPr>
            <p:spPr>
              <a:xfrm>
                <a:off x="339374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7" name="ph4997"/>
              <p:cNvSpPr/>
              <p:nvPr/>
            </p:nvSpPr>
            <p:spPr>
              <a:xfrm>
                <a:off x="340318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8" name="ph4998"/>
              <p:cNvSpPr/>
              <p:nvPr/>
            </p:nvSpPr>
            <p:spPr>
              <a:xfrm>
                <a:off x="341262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9" name="ph4999"/>
              <p:cNvSpPr/>
              <p:nvPr/>
            </p:nvSpPr>
            <p:spPr>
              <a:xfrm>
                <a:off x="342206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0" name="ph5000"/>
              <p:cNvSpPr/>
              <p:nvPr/>
            </p:nvSpPr>
            <p:spPr>
              <a:xfrm>
                <a:off x="343150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1" name="ph5001"/>
              <p:cNvSpPr/>
              <p:nvPr/>
            </p:nvSpPr>
            <p:spPr>
              <a:xfrm>
                <a:off x="344094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2" name="ph5002"/>
              <p:cNvSpPr/>
              <p:nvPr/>
            </p:nvSpPr>
            <p:spPr>
              <a:xfrm>
                <a:off x="345038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3" name="ph5003"/>
              <p:cNvSpPr/>
              <p:nvPr/>
            </p:nvSpPr>
            <p:spPr>
              <a:xfrm>
                <a:off x="345982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4" name="ph5004"/>
              <p:cNvSpPr/>
              <p:nvPr/>
            </p:nvSpPr>
            <p:spPr>
              <a:xfrm>
                <a:off x="346926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5" name="ph5005"/>
              <p:cNvSpPr/>
              <p:nvPr/>
            </p:nvSpPr>
            <p:spPr>
              <a:xfrm>
                <a:off x="347870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6" name="ph5006"/>
              <p:cNvSpPr/>
              <p:nvPr/>
            </p:nvSpPr>
            <p:spPr>
              <a:xfrm>
                <a:off x="348814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7" name="ph5007"/>
              <p:cNvSpPr/>
              <p:nvPr/>
            </p:nvSpPr>
            <p:spPr>
              <a:xfrm>
                <a:off x="3497588" y="162312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78"/>
                    </a:lnTo>
                    <a:lnTo>
                      <a:pt x="923212" y="907695"/>
                    </a:lnTo>
                    <a:lnTo>
                      <a:pt x="921963" y="908325"/>
                    </a:lnTo>
                    <a:lnTo>
                      <a:pt x="920715" y="908956"/>
                    </a:lnTo>
                    <a:lnTo>
                      <a:pt x="919467" y="909586"/>
                    </a:lnTo>
                    <a:lnTo>
                      <a:pt x="918219" y="910217"/>
                    </a:lnTo>
                    <a:lnTo>
                      <a:pt x="917756" y="910451"/>
                    </a:lnTo>
                    <a:lnTo>
                      <a:pt x="917612" y="910643"/>
                    </a:lnTo>
                    <a:lnTo>
                      <a:pt x="916342" y="912334"/>
                    </a:lnTo>
                    <a:lnTo>
                      <a:pt x="915073" y="914025"/>
                    </a:lnTo>
                    <a:lnTo>
                      <a:pt x="914791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8" name="ph5008"/>
              <p:cNvSpPr/>
              <p:nvPr/>
            </p:nvSpPr>
            <p:spPr>
              <a:xfrm>
                <a:off x="3507029" y="1605559"/>
                <a:ext cx="923840" cy="9249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9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64" y="920227"/>
                    </a:lnTo>
                    <a:lnTo>
                      <a:pt x="922514" y="920856"/>
                    </a:lnTo>
                    <a:lnTo>
                      <a:pt x="921265" y="921485"/>
                    </a:lnTo>
                    <a:lnTo>
                      <a:pt x="920016" y="922115"/>
                    </a:lnTo>
                    <a:lnTo>
                      <a:pt x="918767" y="922745"/>
                    </a:lnTo>
                    <a:lnTo>
                      <a:pt x="917518" y="923375"/>
                    </a:lnTo>
                    <a:lnTo>
                      <a:pt x="916269" y="924005"/>
                    </a:lnTo>
                    <a:lnTo>
                      <a:pt x="915020" y="924635"/>
                    </a:lnTo>
                    <a:lnTo>
                      <a:pt x="914400" y="924948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9" name="ph5009"/>
              <p:cNvSpPr/>
              <p:nvPr/>
            </p:nvSpPr>
            <p:spPr>
              <a:xfrm>
                <a:off x="3516469" y="1605559"/>
                <a:ext cx="923840" cy="92018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8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201"/>
                    </a:lnTo>
                    <a:lnTo>
                      <a:pt x="919327" y="917708"/>
                    </a:lnTo>
                    <a:lnTo>
                      <a:pt x="918073" y="918339"/>
                    </a:lnTo>
                    <a:lnTo>
                      <a:pt x="916823" y="918968"/>
                    </a:lnTo>
                    <a:lnTo>
                      <a:pt x="915573" y="919597"/>
                    </a:lnTo>
                    <a:lnTo>
                      <a:pt x="914400" y="920188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0" name="ph5010"/>
              <p:cNvSpPr/>
              <p:nvPr/>
            </p:nvSpPr>
            <p:spPr>
              <a:xfrm>
                <a:off x="3525909" y="1605559"/>
                <a:ext cx="915793" cy="915201"/>
              </a:xfrm>
              <a:custGeom>
                <a:avLst/>
                <a:gdLst/>
                <a:ahLst/>
                <a:cxnLst/>
                <a:rect l="0" t="0" r="0" b="0"/>
                <a:pathLst>
                  <a:path w="915793" h="915201">
                    <a:moveTo>
                      <a:pt x="914400" y="914400"/>
                    </a:moveTo>
                    <a:lnTo>
                      <a:pt x="915793" y="914400"/>
                    </a:lnTo>
                    <a:lnTo>
                      <a:pt x="915535" y="914571"/>
                    </a:lnTo>
                    <a:lnTo>
                      <a:pt x="914400" y="915201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1" name="ph5011"/>
              <p:cNvSpPr/>
              <p:nvPr/>
            </p:nvSpPr>
            <p:spPr>
              <a:xfrm>
                <a:off x="2166515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136" y="931969"/>
                    </a:lnTo>
                    <a:lnTo>
                      <a:pt x="914118" y="931438"/>
                    </a:lnTo>
                    <a:lnTo>
                      <a:pt x="914064" y="920426"/>
                    </a:lnTo>
                    <a:lnTo>
                      <a:pt x="914203" y="914400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2" name="ph5012"/>
              <p:cNvSpPr/>
              <p:nvPr/>
            </p:nvSpPr>
            <p:spPr>
              <a:xfrm>
                <a:off x="216651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3" name="ph5013"/>
              <p:cNvSpPr/>
              <p:nvPr/>
            </p:nvSpPr>
            <p:spPr>
              <a:xfrm>
                <a:off x="217595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4" name="ph5014"/>
              <p:cNvSpPr/>
              <p:nvPr/>
            </p:nvSpPr>
            <p:spPr>
              <a:xfrm>
                <a:off x="218539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5" name="ph5015"/>
              <p:cNvSpPr/>
              <p:nvPr/>
            </p:nvSpPr>
            <p:spPr>
              <a:xfrm>
                <a:off x="219483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6" name="ph5016"/>
              <p:cNvSpPr/>
              <p:nvPr/>
            </p:nvSpPr>
            <p:spPr>
              <a:xfrm>
                <a:off x="220427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7" name="ph5017"/>
              <p:cNvSpPr/>
              <p:nvPr/>
            </p:nvSpPr>
            <p:spPr>
              <a:xfrm>
                <a:off x="221371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8" name="ph5018"/>
              <p:cNvSpPr/>
              <p:nvPr/>
            </p:nvSpPr>
            <p:spPr>
              <a:xfrm>
                <a:off x="222315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9" name="ph5019"/>
              <p:cNvSpPr/>
              <p:nvPr/>
            </p:nvSpPr>
            <p:spPr>
              <a:xfrm>
                <a:off x="223259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0" name="ph5020"/>
              <p:cNvSpPr/>
              <p:nvPr/>
            </p:nvSpPr>
            <p:spPr>
              <a:xfrm>
                <a:off x="224203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1" name="ph5021"/>
              <p:cNvSpPr/>
              <p:nvPr/>
            </p:nvSpPr>
            <p:spPr>
              <a:xfrm>
                <a:off x="225147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2" name="ph5022"/>
              <p:cNvSpPr/>
              <p:nvPr/>
            </p:nvSpPr>
            <p:spPr>
              <a:xfrm>
                <a:off x="226091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3" name="ph5023"/>
              <p:cNvSpPr/>
              <p:nvPr/>
            </p:nvSpPr>
            <p:spPr>
              <a:xfrm>
                <a:off x="227035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4" name="ph5024"/>
              <p:cNvSpPr/>
              <p:nvPr/>
            </p:nvSpPr>
            <p:spPr>
              <a:xfrm>
                <a:off x="227979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5" name="ph5025"/>
              <p:cNvSpPr/>
              <p:nvPr/>
            </p:nvSpPr>
            <p:spPr>
              <a:xfrm>
                <a:off x="228923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6" name="ph5026"/>
              <p:cNvSpPr/>
              <p:nvPr/>
            </p:nvSpPr>
            <p:spPr>
              <a:xfrm>
                <a:off x="229867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7" name="ph5027"/>
              <p:cNvSpPr/>
              <p:nvPr/>
            </p:nvSpPr>
            <p:spPr>
              <a:xfrm>
                <a:off x="230811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8" name="ph5028"/>
              <p:cNvSpPr/>
              <p:nvPr/>
            </p:nvSpPr>
            <p:spPr>
              <a:xfrm>
                <a:off x="231755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9" name="ph5029"/>
              <p:cNvSpPr/>
              <p:nvPr/>
            </p:nvSpPr>
            <p:spPr>
              <a:xfrm>
                <a:off x="232699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0" name="ph5030"/>
              <p:cNvSpPr/>
              <p:nvPr/>
            </p:nvSpPr>
            <p:spPr>
              <a:xfrm>
                <a:off x="233643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1" name="ph5031"/>
              <p:cNvSpPr/>
              <p:nvPr/>
            </p:nvSpPr>
            <p:spPr>
              <a:xfrm>
                <a:off x="234587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2" name="ph5032"/>
              <p:cNvSpPr/>
              <p:nvPr/>
            </p:nvSpPr>
            <p:spPr>
              <a:xfrm>
                <a:off x="235531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3" name="ph5033"/>
              <p:cNvSpPr/>
              <p:nvPr/>
            </p:nvSpPr>
            <p:spPr>
              <a:xfrm>
                <a:off x="236476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4" name="ph5034"/>
              <p:cNvSpPr/>
              <p:nvPr/>
            </p:nvSpPr>
            <p:spPr>
              <a:xfrm>
                <a:off x="237420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5" name="ph5035"/>
              <p:cNvSpPr/>
              <p:nvPr/>
            </p:nvSpPr>
            <p:spPr>
              <a:xfrm>
                <a:off x="238364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6" name="ph5036"/>
              <p:cNvSpPr/>
              <p:nvPr/>
            </p:nvSpPr>
            <p:spPr>
              <a:xfrm>
                <a:off x="239308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7" name="ph5037"/>
              <p:cNvSpPr/>
              <p:nvPr/>
            </p:nvSpPr>
            <p:spPr>
              <a:xfrm>
                <a:off x="240252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8" name="ph5038"/>
              <p:cNvSpPr/>
              <p:nvPr/>
            </p:nvSpPr>
            <p:spPr>
              <a:xfrm>
                <a:off x="241196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9" name="ph5039"/>
              <p:cNvSpPr/>
              <p:nvPr/>
            </p:nvSpPr>
            <p:spPr>
              <a:xfrm>
                <a:off x="242140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0" name="ph5040"/>
              <p:cNvSpPr/>
              <p:nvPr/>
            </p:nvSpPr>
            <p:spPr>
              <a:xfrm>
                <a:off x="243084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1" name="ph5041"/>
              <p:cNvSpPr/>
              <p:nvPr/>
            </p:nvSpPr>
            <p:spPr>
              <a:xfrm>
                <a:off x="2449722" y="160555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269" y="896830"/>
                    </a:lnTo>
                    <a:lnTo>
                      <a:pt x="912358" y="900731"/>
                    </a:lnTo>
                    <a:lnTo>
                      <a:pt x="914400" y="904971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2" name="ph5042"/>
              <p:cNvSpPr/>
              <p:nvPr/>
            </p:nvSpPr>
            <p:spPr>
              <a:xfrm>
                <a:off x="2449722" y="1605559"/>
                <a:ext cx="9186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77" h="914400">
                    <a:moveTo>
                      <a:pt x="914400" y="914400"/>
                    </a:moveTo>
                    <a:lnTo>
                      <a:pt x="914400" y="904971"/>
                    </a:lnTo>
                    <a:lnTo>
                      <a:pt x="916346" y="909014"/>
                    </a:lnTo>
                    <a:lnTo>
                      <a:pt x="918677" y="914400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3" name="ph5043"/>
              <p:cNvSpPr/>
              <p:nvPr/>
            </p:nvSpPr>
            <p:spPr>
              <a:xfrm>
                <a:off x="3119979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29" y="931969"/>
                    </a:lnTo>
                    <a:lnTo>
                      <a:pt x="909628" y="922297"/>
                    </a:lnTo>
                    <a:lnTo>
                      <a:pt x="907696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4" name="ph5044"/>
              <p:cNvSpPr/>
              <p:nvPr/>
            </p:nvSpPr>
            <p:spPr>
              <a:xfrm>
                <a:off x="311997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5" name="ph5045"/>
              <p:cNvSpPr/>
              <p:nvPr/>
            </p:nvSpPr>
            <p:spPr>
              <a:xfrm>
                <a:off x="312941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6" name="ph5046"/>
              <p:cNvSpPr/>
              <p:nvPr/>
            </p:nvSpPr>
            <p:spPr>
              <a:xfrm>
                <a:off x="313885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7" name="ph5047"/>
              <p:cNvSpPr/>
              <p:nvPr/>
            </p:nvSpPr>
            <p:spPr>
              <a:xfrm>
                <a:off x="314829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8" name="ph5048"/>
              <p:cNvSpPr/>
              <p:nvPr/>
            </p:nvSpPr>
            <p:spPr>
              <a:xfrm>
                <a:off x="315774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9" name="ph5049"/>
              <p:cNvSpPr/>
              <p:nvPr/>
            </p:nvSpPr>
            <p:spPr>
              <a:xfrm>
                <a:off x="316718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0" name="ph5050"/>
              <p:cNvSpPr/>
              <p:nvPr/>
            </p:nvSpPr>
            <p:spPr>
              <a:xfrm>
                <a:off x="317662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1" name="ph5051"/>
              <p:cNvSpPr/>
              <p:nvPr/>
            </p:nvSpPr>
            <p:spPr>
              <a:xfrm>
                <a:off x="318606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2" name="ph5052"/>
              <p:cNvSpPr/>
              <p:nvPr/>
            </p:nvSpPr>
            <p:spPr>
              <a:xfrm>
                <a:off x="319550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3" name="ph5053"/>
              <p:cNvSpPr/>
              <p:nvPr/>
            </p:nvSpPr>
            <p:spPr>
              <a:xfrm>
                <a:off x="320494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4" name="ph5054"/>
              <p:cNvSpPr/>
              <p:nvPr/>
            </p:nvSpPr>
            <p:spPr>
              <a:xfrm>
                <a:off x="321438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5" name="ph5055"/>
              <p:cNvSpPr/>
              <p:nvPr/>
            </p:nvSpPr>
            <p:spPr>
              <a:xfrm>
                <a:off x="322382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6" name="ph5056"/>
              <p:cNvSpPr/>
              <p:nvPr/>
            </p:nvSpPr>
            <p:spPr>
              <a:xfrm>
                <a:off x="323326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7" name="ph5057"/>
              <p:cNvSpPr/>
              <p:nvPr/>
            </p:nvSpPr>
            <p:spPr>
              <a:xfrm>
                <a:off x="324270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8" name="ph5058"/>
              <p:cNvSpPr/>
              <p:nvPr/>
            </p:nvSpPr>
            <p:spPr>
              <a:xfrm>
                <a:off x="325214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9" name="ph5059"/>
              <p:cNvSpPr/>
              <p:nvPr/>
            </p:nvSpPr>
            <p:spPr>
              <a:xfrm>
                <a:off x="326158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0" name="ph5060"/>
              <p:cNvSpPr/>
              <p:nvPr/>
            </p:nvSpPr>
            <p:spPr>
              <a:xfrm>
                <a:off x="327102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1" name="ph5061"/>
              <p:cNvSpPr/>
              <p:nvPr/>
            </p:nvSpPr>
            <p:spPr>
              <a:xfrm>
                <a:off x="328046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2" name="ph5062"/>
              <p:cNvSpPr/>
              <p:nvPr/>
            </p:nvSpPr>
            <p:spPr>
              <a:xfrm>
                <a:off x="328990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3" name="ph5063"/>
              <p:cNvSpPr/>
              <p:nvPr/>
            </p:nvSpPr>
            <p:spPr>
              <a:xfrm>
                <a:off x="329934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4" name="ph5064"/>
              <p:cNvSpPr/>
              <p:nvPr/>
            </p:nvSpPr>
            <p:spPr>
              <a:xfrm>
                <a:off x="330878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5" name="ph5065"/>
              <p:cNvSpPr/>
              <p:nvPr/>
            </p:nvSpPr>
            <p:spPr>
              <a:xfrm>
                <a:off x="331822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6" name="ph5066"/>
              <p:cNvSpPr/>
              <p:nvPr/>
            </p:nvSpPr>
            <p:spPr>
              <a:xfrm>
                <a:off x="332766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7" name="ph5067"/>
              <p:cNvSpPr/>
              <p:nvPr/>
            </p:nvSpPr>
            <p:spPr>
              <a:xfrm>
                <a:off x="333710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8" name="ph5068"/>
              <p:cNvSpPr/>
              <p:nvPr/>
            </p:nvSpPr>
            <p:spPr>
              <a:xfrm>
                <a:off x="334654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9" name="ph5069"/>
              <p:cNvSpPr/>
              <p:nvPr/>
            </p:nvSpPr>
            <p:spPr>
              <a:xfrm>
                <a:off x="335598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0" name="ph5070"/>
              <p:cNvSpPr/>
              <p:nvPr/>
            </p:nvSpPr>
            <p:spPr>
              <a:xfrm>
                <a:off x="336542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1" name="ph5071"/>
              <p:cNvSpPr/>
              <p:nvPr/>
            </p:nvSpPr>
            <p:spPr>
              <a:xfrm>
                <a:off x="337486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2" name="ph5072"/>
              <p:cNvSpPr/>
              <p:nvPr/>
            </p:nvSpPr>
            <p:spPr>
              <a:xfrm>
                <a:off x="338430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3" name="ph5073"/>
              <p:cNvSpPr/>
              <p:nvPr/>
            </p:nvSpPr>
            <p:spPr>
              <a:xfrm>
                <a:off x="339374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4" name="ph5074"/>
              <p:cNvSpPr/>
              <p:nvPr/>
            </p:nvSpPr>
            <p:spPr>
              <a:xfrm>
                <a:off x="340318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5" name="ph5075"/>
              <p:cNvSpPr/>
              <p:nvPr/>
            </p:nvSpPr>
            <p:spPr>
              <a:xfrm>
                <a:off x="341262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6" name="ph5076"/>
              <p:cNvSpPr/>
              <p:nvPr/>
            </p:nvSpPr>
            <p:spPr>
              <a:xfrm>
                <a:off x="342206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7" name="ph5077"/>
              <p:cNvSpPr/>
              <p:nvPr/>
            </p:nvSpPr>
            <p:spPr>
              <a:xfrm>
                <a:off x="343150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8" name="ph5078"/>
              <p:cNvSpPr/>
              <p:nvPr/>
            </p:nvSpPr>
            <p:spPr>
              <a:xfrm>
                <a:off x="344094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9" name="ph5079"/>
              <p:cNvSpPr/>
              <p:nvPr/>
            </p:nvSpPr>
            <p:spPr>
              <a:xfrm>
                <a:off x="345038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0" name="ph5080"/>
              <p:cNvSpPr/>
              <p:nvPr/>
            </p:nvSpPr>
            <p:spPr>
              <a:xfrm>
                <a:off x="345982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1" name="ph5081"/>
              <p:cNvSpPr/>
              <p:nvPr/>
            </p:nvSpPr>
            <p:spPr>
              <a:xfrm>
                <a:off x="346926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2" name="ph5082"/>
              <p:cNvSpPr/>
              <p:nvPr/>
            </p:nvSpPr>
            <p:spPr>
              <a:xfrm>
                <a:off x="347870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3" name="ph5083"/>
              <p:cNvSpPr/>
              <p:nvPr/>
            </p:nvSpPr>
            <p:spPr>
              <a:xfrm>
                <a:off x="348814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4" name="ph5084"/>
              <p:cNvSpPr/>
              <p:nvPr/>
            </p:nvSpPr>
            <p:spPr>
              <a:xfrm>
                <a:off x="349758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5" name="ph5085"/>
              <p:cNvSpPr/>
              <p:nvPr/>
            </p:nvSpPr>
            <p:spPr>
              <a:xfrm>
                <a:off x="350702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6" name="ph5086"/>
              <p:cNvSpPr/>
              <p:nvPr/>
            </p:nvSpPr>
            <p:spPr>
              <a:xfrm>
                <a:off x="351646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7" name="ph5087"/>
              <p:cNvSpPr/>
              <p:nvPr/>
            </p:nvSpPr>
            <p:spPr>
              <a:xfrm>
                <a:off x="3525909" y="160555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984"/>
                    </a:lnTo>
                    <a:lnTo>
                      <a:pt x="922292" y="910365"/>
                    </a:lnTo>
                    <a:lnTo>
                      <a:pt x="921644" y="910460"/>
                    </a:lnTo>
                    <a:lnTo>
                      <a:pt x="921088" y="910891"/>
                    </a:lnTo>
                    <a:lnTo>
                      <a:pt x="91579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8" name="ph5088"/>
              <p:cNvSpPr/>
              <p:nvPr/>
            </p:nvSpPr>
            <p:spPr>
              <a:xfrm>
                <a:off x="3535349" y="1587989"/>
                <a:ext cx="923840" cy="9275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715"/>
                    </a:lnTo>
                    <a:lnTo>
                      <a:pt x="918875" y="926449"/>
                    </a:lnTo>
                    <a:lnTo>
                      <a:pt x="914400" y="927553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9" name="ph5089"/>
              <p:cNvSpPr/>
              <p:nvPr/>
            </p:nvSpPr>
            <p:spPr>
              <a:xfrm>
                <a:off x="3544790" y="1587989"/>
                <a:ext cx="923840" cy="9247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7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265"/>
                    </a:lnTo>
                    <a:lnTo>
                      <a:pt x="921309" y="921685"/>
                    </a:lnTo>
                    <a:lnTo>
                      <a:pt x="915406" y="924363"/>
                    </a:lnTo>
                    <a:lnTo>
                      <a:pt x="914400" y="924715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0" name="ph5090"/>
              <p:cNvSpPr/>
              <p:nvPr/>
            </p:nvSpPr>
            <p:spPr>
              <a:xfrm>
                <a:off x="3554230" y="1587989"/>
                <a:ext cx="923840" cy="92026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26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633"/>
                    </a:lnTo>
                    <a:lnTo>
                      <a:pt x="922803" y="915270"/>
                    </a:lnTo>
                    <a:lnTo>
                      <a:pt x="921099" y="916319"/>
                    </a:lnTo>
                    <a:lnTo>
                      <a:pt x="919395" y="917368"/>
                    </a:lnTo>
                    <a:lnTo>
                      <a:pt x="917686" y="918421"/>
                    </a:lnTo>
                    <a:lnTo>
                      <a:pt x="914400" y="920265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1" name="ph5091"/>
              <p:cNvSpPr/>
              <p:nvPr/>
            </p:nvSpPr>
            <p:spPr>
              <a:xfrm>
                <a:off x="3563670" y="1587989"/>
                <a:ext cx="914779" cy="914633"/>
              </a:xfrm>
              <a:custGeom>
                <a:avLst/>
                <a:gdLst/>
                <a:ahLst/>
                <a:cxnLst/>
                <a:rect l="0" t="0" r="0" b="0"/>
                <a:pathLst>
                  <a:path w="914779" h="914633">
                    <a:moveTo>
                      <a:pt x="914400" y="914400"/>
                    </a:moveTo>
                    <a:lnTo>
                      <a:pt x="914779" y="914400"/>
                    </a:lnTo>
                    <a:lnTo>
                      <a:pt x="914400" y="914633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2" name="ph5092"/>
              <p:cNvSpPr/>
              <p:nvPr/>
            </p:nvSpPr>
            <p:spPr>
              <a:xfrm>
                <a:off x="2166515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3" y="914400"/>
                    </a:lnTo>
                    <a:lnTo>
                      <a:pt x="914318" y="909423"/>
                    </a:lnTo>
                    <a:lnTo>
                      <a:pt x="914340" y="908820"/>
                    </a:lnTo>
                    <a:lnTo>
                      <a:pt x="914363" y="908215"/>
                    </a:lnTo>
                    <a:lnTo>
                      <a:pt x="914385" y="907611"/>
                    </a:lnTo>
                    <a:lnTo>
                      <a:pt x="914400" y="907231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3" name="ph5093"/>
              <p:cNvSpPr/>
              <p:nvPr/>
            </p:nvSpPr>
            <p:spPr>
              <a:xfrm>
                <a:off x="2175955" y="157041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01"/>
                    </a:lnTo>
                    <a:lnTo>
                      <a:pt x="904968" y="924576"/>
                    </a:lnTo>
                    <a:lnTo>
                      <a:pt x="904990" y="923971"/>
                    </a:lnTo>
                    <a:lnTo>
                      <a:pt x="905013" y="923367"/>
                    </a:lnTo>
                    <a:lnTo>
                      <a:pt x="905035" y="922762"/>
                    </a:lnTo>
                    <a:lnTo>
                      <a:pt x="905058" y="922157"/>
                    </a:lnTo>
                    <a:lnTo>
                      <a:pt x="905080" y="921553"/>
                    </a:lnTo>
                    <a:lnTo>
                      <a:pt x="905103" y="920948"/>
                    </a:lnTo>
                    <a:lnTo>
                      <a:pt x="905125" y="920343"/>
                    </a:lnTo>
                    <a:lnTo>
                      <a:pt x="905148" y="919739"/>
                    </a:lnTo>
                    <a:lnTo>
                      <a:pt x="905170" y="919134"/>
                    </a:lnTo>
                    <a:lnTo>
                      <a:pt x="905193" y="918530"/>
                    </a:lnTo>
                    <a:lnTo>
                      <a:pt x="905215" y="917925"/>
                    </a:lnTo>
                    <a:lnTo>
                      <a:pt x="905238" y="917320"/>
                    </a:lnTo>
                    <a:lnTo>
                      <a:pt x="905260" y="916716"/>
                    </a:lnTo>
                    <a:lnTo>
                      <a:pt x="905283" y="916111"/>
                    </a:lnTo>
                    <a:lnTo>
                      <a:pt x="905305" y="915506"/>
                    </a:lnTo>
                    <a:lnTo>
                      <a:pt x="905328" y="914902"/>
                    </a:lnTo>
                    <a:lnTo>
                      <a:pt x="905347" y="91439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4" name="ph5094"/>
              <p:cNvSpPr/>
              <p:nvPr/>
            </p:nvSpPr>
            <p:spPr>
              <a:xfrm>
                <a:off x="217595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5" name="ph5095"/>
              <p:cNvSpPr/>
              <p:nvPr/>
            </p:nvSpPr>
            <p:spPr>
              <a:xfrm>
                <a:off x="218539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6" name="ph5096"/>
              <p:cNvSpPr/>
              <p:nvPr/>
            </p:nvSpPr>
            <p:spPr>
              <a:xfrm>
                <a:off x="219483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7" name="ph5097"/>
              <p:cNvSpPr/>
              <p:nvPr/>
            </p:nvSpPr>
            <p:spPr>
              <a:xfrm>
                <a:off x="220427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8" name="ph5098"/>
              <p:cNvSpPr/>
              <p:nvPr/>
            </p:nvSpPr>
            <p:spPr>
              <a:xfrm>
                <a:off x="221371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9" name="ph5099"/>
              <p:cNvSpPr/>
              <p:nvPr/>
            </p:nvSpPr>
            <p:spPr>
              <a:xfrm>
                <a:off x="222315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0" name="ph5100"/>
              <p:cNvSpPr/>
              <p:nvPr/>
            </p:nvSpPr>
            <p:spPr>
              <a:xfrm>
                <a:off x="223259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1" name="ph5101"/>
              <p:cNvSpPr/>
              <p:nvPr/>
            </p:nvSpPr>
            <p:spPr>
              <a:xfrm>
                <a:off x="224203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2" name="ph5102"/>
              <p:cNvSpPr/>
              <p:nvPr/>
            </p:nvSpPr>
            <p:spPr>
              <a:xfrm>
                <a:off x="225147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3" name="ph5103"/>
              <p:cNvSpPr/>
              <p:nvPr/>
            </p:nvSpPr>
            <p:spPr>
              <a:xfrm>
                <a:off x="226091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4" name="ph5104"/>
              <p:cNvSpPr/>
              <p:nvPr/>
            </p:nvSpPr>
            <p:spPr>
              <a:xfrm>
                <a:off x="227035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5" name="ph5105"/>
              <p:cNvSpPr/>
              <p:nvPr/>
            </p:nvSpPr>
            <p:spPr>
              <a:xfrm>
                <a:off x="227979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6" name="ph5106"/>
              <p:cNvSpPr/>
              <p:nvPr/>
            </p:nvSpPr>
            <p:spPr>
              <a:xfrm>
                <a:off x="228923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7" name="ph5107"/>
              <p:cNvSpPr/>
              <p:nvPr/>
            </p:nvSpPr>
            <p:spPr>
              <a:xfrm>
                <a:off x="229867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8" name="ph5108"/>
              <p:cNvSpPr/>
              <p:nvPr/>
            </p:nvSpPr>
            <p:spPr>
              <a:xfrm>
                <a:off x="230811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9" name="ph5109"/>
              <p:cNvSpPr/>
              <p:nvPr/>
            </p:nvSpPr>
            <p:spPr>
              <a:xfrm>
                <a:off x="231755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0" name="ph5110"/>
              <p:cNvSpPr/>
              <p:nvPr/>
            </p:nvSpPr>
            <p:spPr>
              <a:xfrm>
                <a:off x="232699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1" name="ph5111"/>
              <p:cNvSpPr/>
              <p:nvPr/>
            </p:nvSpPr>
            <p:spPr>
              <a:xfrm>
                <a:off x="233643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2" name="ph5112"/>
              <p:cNvSpPr/>
              <p:nvPr/>
            </p:nvSpPr>
            <p:spPr>
              <a:xfrm>
                <a:off x="234587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3" name="ph5113"/>
              <p:cNvSpPr/>
              <p:nvPr/>
            </p:nvSpPr>
            <p:spPr>
              <a:xfrm>
                <a:off x="235531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4" name="ph5114"/>
              <p:cNvSpPr/>
              <p:nvPr/>
            </p:nvSpPr>
            <p:spPr>
              <a:xfrm>
                <a:off x="236476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5" name="ph5115"/>
              <p:cNvSpPr/>
              <p:nvPr/>
            </p:nvSpPr>
            <p:spPr>
              <a:xfrm>
                <a:off x="237420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6" name="ph5116"/>
              <p:cNvSpPr/>
              <p:nvPr/>
            </p:nvSpPr>
            <p:spPr>
              <a:xfrm>
                <a:off x="238364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7" name="ph5117"/>
              <p:cNvSpPr/>
              <p:nvPr/>
            </p:nvSpPr>
            <p:spPr>
              <a:xfrm>
                <a:off x="239308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8" name="ph5118"/>
              <p:cNvSpPr/>
              <p:nvPr/>
            </p:nvSpPr>
            <p:spPr>
              <a:xfrm>
                <a:off x="240252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9" name="ph5119"/>
              <p:cNvSpPr/>
              <p:nvPr/>
            </p:nvSpPr>
            <p:spPr>
              <a:xfrm>
                <a:off x="241196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0" name="ph5120"/>
              <p:cNvSpPr/>
              <p:nvPr/>
            </p:nvSpPr>
            <p:spPr>
              <a:xfrm>
                <a:off x="242140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1" name="ph5121"/>
              <p:cNvSpPr/>
              <p:nvPr/>
            </p:nvSpPr>
            <p:spPr>
              <a:xfrm>
                <a:off x="2440281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81" y="896830"/>
                    </a:lnTo>
                    <a:lnTo>
                      <a:pt x="913145" y="902967"/>
                    </a:lnTo>
                    <a:lnTo>
                      <a:pt x="914400" y="905076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2" name="ph5122"/>
              <p:cNvSpPr/>
              <p:nvPr/>
            </p:nvSpPr>
            <p:spPr>
              <a:xfrm>
                <a:off x="2440281" y="1587989"/>
                <a:ext cx="919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9" h="914400">
                    <a:moveTo>
                      <a:pt x="914400" y="914400"/>
                    </a:moveTo>
                    <a:lnTo>
                      <a:pt x="914400" y="905076"/>
                    </a:lnTo>
                    <a:lnTo>
                      <a:pt x="917580" y="910422"/>
                    </a:lnTo>
                    <a:lnTo>
                      <a:pt x="919709" y="914400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3" name="ph5123"/>
              <p:cNvSpPr/>
              <p:nvPr/>
            </p:nvSpPr>
            <p:spPr>
              <a:xfrm>
                <a:off x="3110538" y="1570419"/>
                <a:ext cx="914400" cy="9192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98">
                    <a:moveTo>
                      <a:pt x="914400" y="914399"/>
                    </a:moveTo>
                    <a:lnTo>
                      <a:pt x="914400" y="919298"/>
                    </a:lnTo>
                    <a:lnTo>
                      <a:pt x="913517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4" name="ph5124"/>
              <p:cNvSpPr/>
              <p:nvPr/>
            </p:nvSpPr>
            <p:spPr>
              <a:xfrm>
                <a:off x="311053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137" y="931969"/>
                    </a:lnTo>
                    <a:lnTo>
                      <a:pt x="916633" y="929912"/>
                    </a:lnTo>
                    <a:lnTo>
                      <a:pt x="914478" y="919736"/>
                    </a:lnTo>
                    <a:lnTo>
                      <a:pt x="914400" y="919298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5" name="ph5125"/>
              <p:cNvSpPr/>
              <p:nvPr/>
            </p:nvSpPr>
            <p:spPr>
              <a:xfrm>
                <a:off x="311997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6" name="ph5126"/>
              <p:cNvSpPr/>
              <p:nvPr/>
            </p:nvSpPr>
            <p:spPr>
              <a:xfrm>
                <a:off x="312941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7" name="ph5127"/>
              <p:cNvSpPr/>
              <p:nvPr/>
            </p:nvSpPr>
            <p:spPr>
              <a:xfrm>
                <a:off x="313885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8" name="ph5128"/>
              <p:cNvSpPr/>
              <p:nvPr/>
            </p:nvSpPr>
            <p:spPr>
              <a:xfrm>
                <a:off x="314829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9" name="ph5129"/>
              <p:cNvSpPr/>
              <p:nvPr/>
            </p:nvSpPr>
            <p:spPr>
              <a:xfrm>
                <a:off x="315774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0" name="ph5130"/>
              <p:cNvSpPr/>
              <p:nvPr/>
            </p:nvSpPr>
            <p:spPr>
              <a:xfrm>
                <a:off x="316718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1" name="ph5131"/>
              <p:cNvSpPr/>
              <p:nvPr/>
            </p:nvSpPr>
            <p:spPr>
              <a:xfrm>
                <a:off x="317662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2" name="ph5132"/>
              <p:cNvSpPr/>
              <p:nvPr/>
            </p:nvSpPr>
            <p:spPr>
              <a:xfrm>
                <a:off x="318606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3" name="ph5133"/>
              <p:cNvSpPr/>
              <p:nvPr/>
            </p:nvSpPr>
            <p:spPr>
              <a:xfrm>
                <a:off x="319550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4" name="ph5134"/>
              <p:cNvSpPr/>
              <p:nvPr/>
            </p:nvSpPr>
            <p:spPr>
              <a:xfrm>
                <a:off x="320494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5" name="ph5135"/>
              <p:cNvSpPr/>
              <p:nvPr/>
            </p:nvSpPr>
            <p:spPr>
              <a:xfrm>
                <a:off x="321438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6" name="ph5136"/>
              <p:cNvSpPr/>
              <p:nvPr/>
            </p:nvSpPr>
            <p:spPr>
              <a:xfrm>
                <a:off x="322382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7" name="ph5137"/>
              <p:cNvSpPr/>
              <p:nvPr/>
            </p:nvSpPr>
            <p:spPr>
              <a:xfrm>
                <a:off x="323326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8" name="ph5138"/>
              <p:cNvSpPr/>
              <p:nvPr/>
            </p:nvSpPr>
            <p:spPr>
              <a:xfrm>
                <a:off x="324270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9" name="ph5139"/>
              <p:cNvSpPr/>
              <p:nvPr/>
            </p:nvSpPr>
            <p:spPr>
              <a:xfrm>
                <a:off x="325214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0" name="ph5140"/>
              <p:cNvSpPr/>
              <p:nvPr/>
            </p:nvSpPr>
            <p:spPr>
              <a:xfrm>
                <a:off x="326158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1" name="ph5141"/>
              <p:cNvSpPr/>
              <p:nvPr/>
            </p:nvSpPr>
            <p:spPr>
              <a:xfrm>
                <a:off x="327102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2" name="ph5142"/>
              <p:cNvSpPr/>
              <p:nvPr/>
            </p:nvSpPr>
            <p:spPr>
              <a:xfrm>
                <a:off x="328046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3" name="ph5143"/>
              <p:cNvSpPr/>
              <p:nvPr/>
            </p:nvSpPr>
            <p:spPr>
              <a:xfrm>
                <a:off x="328990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4" name="ph5144"/>
              <p:cNvSpPr/>
              <p:nvPr/>
            </p:nvSpPr>
            <p:spPr>
              <a:xfrm>
                <a:off x="329934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5" name="ph5145"/>
              <p:cNvSpPr/>
              <p:nvPr/>
            </p:nvSpPr>
            <p:spPr>
              <a:xfrm>
                <a:off x="330878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6" name="ph5146"/>
              <p:cNvSpPr/>
              <p:nvPr/>
            </p:nvSpPr>
            <p:spPr>
              <a:xfrm>
                <a:off x="331822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7" name="ph5147"/>
              <p:cNvSpPr/>
              <p:nvPr/>
            </p:nvSpPr>
            <p:spPr>
              <a:xfrm>
                <a:off x="332766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8" name="ph5148"/>
              <p:cNvSpPr/>
              <p:nvPr/>
            </p:nvSpPr>
            <p:spPr>
              <a:xfrm>
                <a:off x="333710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9" name="ph5149"/>
              <p:cNvSpPr/>
              <p:nvPr/>
            </p:nvSpPr>
            <p:spPr>
              <a:xfrm>
                <a:off x="334654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0" name="ph5150"/>
              <p:cNvSpPr/>
              <p:nvPr/>
            </p:nvSpPr>
            <p:spPr>
              <a:xfrm>
                <a:off x="335598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1" name="ph5151"/>
              <p:cNvSpPr/>
              <p:nvPr/>
            </p:nvSpPr>
            <p:spPr>
              <a:xfrm>
                <a:off x="336542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2" name="ph5152"/>
              <p:cNvSpPr/>
              <p:nvPr/>
            </p:nvSpPr>
            <p:spPr>
              <a:xfrm>
                <a:off x="337486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3" name="ph5153"/>
              <p:cNvSpPr/>
              <p:nvPr/>
            </p:nvSpPr>
            <p:spPr>
              <a:xfrm>
                <a:off x="338430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4" name="ph5154"/>
              <p:cNvSpPr/>
              <p:nvPr/>
            </p:nvSpPr>
            <p:spPr>
              <a:xfrm>
                <a:off x="339374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5" name="ph5155"/>
              <p:cNvSpPr/>
              <p:nvPr/>
            </p:nvSpPr>
            <p:spPr>
              <a:xfrm>
                <a:off x="340318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6" name="ph5156"/>
              <p:cNvSpPr/>
              <p:nvPr/>
            </p:nvSpPr>
            <p:spPr>
              <a:xfrm>
                <a:off x="341262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7" name="ph5157"/>
              <p:cNvSpPr/>
              <p:nvPr/>
            </p:nvSpPr>
            <p:spPr>
              <a:xfrm>
                <a:off x="342206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8" name="ph5158"/>
              <p:cNvSpPr/>
              <p:nvPr/>
            </p:nvSpPr>
            <p:spPr>
              <a:xfrm>
                <a:off x="343150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9" name="ph5159"/>
              <p:cNvSpPr/>
              <p:nvPr/>
            </p:nvSpPr>
            <p:spPr>
              <a:xfrm>
                <a:off x="344094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0" name="ph5160"/>
              <p:cNvSpPr/>
              <p:nvPr/>
            </p:nvSpPr>
            <p:spPr>
              <a:xfrm>
                <a:off x="345038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1" name="ph5161"/>
              <p:cNvSpPr/>
              <p:nvPr/>
            </p:nvSpPr>
            <p:spPr>
              <a:xfrm>
                <a:off x="345982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2" name="ph5162"/>
              <p:cNvSpPr/>
              <p:nvPr/>
            </p:nvSpPr>
            <p:spPr>
              <a:xfrm>
                <a:off x="346926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3" name="ph5163"/>
              <p:cNvSpPr/>
              <p:nvPr/>
            </p:nvSpPr>
            <p:spPr>
              <a:xfrm>
                <a:off x="347870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4" name="ph5164"/>
              <p:cNvSpPr/>
              <p:nvPr/>
            </p:nvSpPr>
            <p:spPr>
              <a:xfrm>
                <a:off x="348814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5" name="ph5165"/>
              <p:cNvSpPr/>
              <p:nvPr/>
            </p:nvSpPr>
            <p:spPr>
              <a:xfrm>
                <a:off x="349758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6" name="ph5166"/>
              <p:cNvSpPr/>
              <p:nvPr/>
            </p:nvSpPr>
            <p:spPr>
              <a:xfrm>
                <a:off x="350702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7" name="ph5167"/>
              <p:cNvSpPr/>
              <p:nvPr/>
            </p:nvSpPr>
            <p:spPr>
              <a:xfrm>
                <a:off x="351646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8" name="ph5168"/>
              <p:cNvSpPr/>
              <p:nvPr/>
            </p:nvSpPr>
            <p:spPr>
              <a:xfrm>
                <a:off x="352590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9" name="ph5169"/>
              <p:cNvSpPr/>
              <p:nvPr/>
            </p:nvSpPr>
            <p:spPr>
              <a:xfrm>
                <a:off x="353534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0" name="ph5170"/>
              <p:cNvSpPr/>
              <p:nvPr/>
            </p:nvSpPr>
            <p:spPr>
              <a:xfrm>
                <a:off x="354479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1" name="ph5171"/>
              <p:cNvSpPr/>
              <p:nvPr/>
            </p:nvSpPr>
            <p:spPr>
              <a:xfrm>
                <a:off x="355423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2" name="ph5172"/>
              <p:cNvSpPr/>
              <p:nvPr/>
            </p:nvSpPr>
            <p:spPr>
              <a:xfrm>
                <a:off x="3563670" y="158798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831"/>
                    </a:lnTo>
                    <a:lnTo>
                      <a:pt x="923594" y="908982"/>
                    </a:lnTo>
                    <a:lnTo>
                      <a:pt x="921889" y="910029"/>
                    </a:lnTo>
                    <a:lnTo>
                      <a:pt x="920183" y="911077"/>
                    </a:lnTo>
                    <a:lnTo>
                      <a:pt x="918478" y="912125"/>
                    </a:lnTo>
                    <a:lnTo>
                      <a:pt x="916772" y="913173"/>
                    </a:lnTo>
                    <a:lnTo>
                      <a:pt x="915068" y="914222"/>
                    </a:lnTo>
                    <a:lnTo>
                      <a:pt x="914779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3" name="ph5173"/>
              <p:cNvSpPr/>
              <p:nvPr/>
            </p:nvSpPr>
            <p:spPr>
              <a:xfrm>
                <a:off x="3573110" y="1570419"/>
                <a:ext cx="923840" cy="92640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40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612"/>
                    </a:lnTo>
                    <a:lnTo>
                      <a:pt x="922688" y="921317"/>
                    </a:lnTo>
                    <a:lnTo>
                      <a:pt x="920981" y="922364"/>
                    </a:lnTo>
                    <a:lnTo>
                      <a:pt x="919274" y="923410"/>
                    </a:lnTo>
                    <a:lnTo>
                      <a:pt x="917567" y="924457"/>
                    </a:lnTo>
                    <a:lnTo>
                      <a:pt x="915860" y="925504"/>
                    </a:lnTo>
                    <a:lnTo>
                      <a:pt x="914400" y="92640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4" name="ph5174"/>
              <p:cNvSpPr/>
              <p:nvPr/>
            </p:nvSpPr>
            <p:spPr>
              <a:xfrm>
                <a:off x="3582550" y="1570419"/>
                <a:ext cx="923669" cy="920612"/>
              </a:xfrm>
              <a:custGeom>
                <a:avLst/>
                <a:gdLst/>
                <a:ahLst/>
                <a:cxnLst/>
                <a:rect l="0" t="0" r="0" b="0"/>
                <a:pathLst>
                  <a:path w="923669" h="920612">
                    <a:moveTo>
                      <a:pt x="914400" y="914399"/>
                    </a:moveTo>
                    <a:lnTo>
                      <a:pt x="923669" y="914399"/>
                    </a:lnTo>
                    <a:lnTo>
                      <a:pt x="921408" y="916102"/>
                    </a:lnTo>
                    <a:lnTo>
                      <a:pt x="916670" y="919222"/>
                    </a:lnTo>
                    <a:lnTo>
                      <a:pt x="914956" y="920271"/>
                    </a:lnTo>
                    <a:lnTo>
                      <a:pt x="914400" y="92061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5" name="ph5175"/>
              <p:cNvSpPr/>
              <p:nvPr/>
            </p:nvSpPr>
            <p:spPr>
              <a:xfrm>
                <a:off x="2175955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50" y="931867"/>
                    </a:lnTo>
                    <a:lnTo>
                      <a:pt x="905373" y="931262"/>
                    </a:lnTo>
                    <a:lnTo>
                      <a:pt x="905395" y="930658"/>
                    </a:lnTo>
                    <a:lnTo>
                      <a:pt x="905418" y="930053"/>
                    </a:lnTo>
                    <a:lnTo>
                      <a:pt x="905441" y="929448"/>
                    </a:lnTo>
                    <a:lnTo>
                      <a:pt x="905463" y="928844"/>
                    </a:lnTo>
                    <a:lnTo>
                      <a:pt x="905486" y="928239"/>
                    </a:lnTo>
                    <a:lnTo>
                      <a:pt x="905508" y="927635"/>
                    </a:lnTo>
                    <a:lnTo>
                      <a:pt x="905531" y="927030"/>
                    </a:lnTo>
                    <a:lnTo>
                      <a:pt x="905553" y="926425"/>
                    </a:lnTo>
                    <a:lnTo>
                      <a:pt x="905576" y="925821"/>
                    </a:lnTo>
                    <a:lnTo>
                      <a:pt x="905598" y="925216"/>
                    </a:lnTo>
                    <a:lnTo>
                      <a:pt x="905832" y="920589"/>
                    </a:lnTo>
                    <a:lnTo>
                      <a:pt x="905813" y="920436"/>
                    </a:lnTo>
                    <a:lnTo>
                      <a:pt x="905532" y="918209"/>
                    </a:lnTo>
                    <a:lnTo>
                      <a:pt x="905252" y="915983"/>
                    </a:lnTo>
                    <a:lnTo>
                      <a:pt x="905052" y="91439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6" name="ph5176"/>
              <p:cNvSpPr/>
              <p:nvPr/>
            </p:nvSpPr>
            <p:spPr>
              <a:xfrm>
                <a:off x="217595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7" name="ph5177"/>
              <p:cNvSpPr/>
              <p:nvPr/>
            </p:nvSpPr>
            <p:spPr>
              <a:xfrm>
                <a:off x="218539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8" name="ph5178"/>
              <p:cNvSpPr/>
              <p:nvPr/>
            </p:nvSpPr>
            <p:spPr>
              <a:xfrm>
                <a:off x="219483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9" name="ph5179"/>
              <p:cNvSpPr/>
              <p:nvPr/>
            </p:nvSpPr>
            <p:spPr>
              <a:xfrm>
                <a:off x="220427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0" name="ph5180"/>
              <p:cNvSpPr/>
              <p:nvPr/>
            </p:nvSpPr>
            <p:spPr>
              <a:xfrm>
                <a:off x="221371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1" name="ph5181"/>
              <p:cNvSpPr/>
              <p:nvPr/>
            </p:nvSpPr>
            <p:spPr>
              <a:xfrm>
                <a:off x="222315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2" name="ph5182"/>
              <p:cNvSpPr/>
              <p:nvPr/>
            </p:nvSpPr>
            <p:spPr>
              <a:xfrm>
                <a:off x="223259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3" name="ph5183"/>
              <p:cNvSpPr/>
              <p:nvPr/>
            </p:nvSpPr>
            <p:spPr>
              <a:xfrm>
                <a:off x="224203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4" name="ph5184"/>
              <p:cNvSpPr/>
              <p:nvPr/>
            </p:nvSpPr>
            <p:spPr>
              <a:xfrm>
                <a:off x="225147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5" name="ph5185"/>
              <p:cNvSpPr/>
              <p:nvPr/>
            </p:nvSpPr>
            <p:spPr>
              <a:xfrm>
                <a:off x="226091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6" name="ph5186"/>
              <p:cNvSpPr/>
              <p:nvPr/>
            </p:nvSpPr>
            <p:spPr>
              <a:xfrm>
                <a:off x="227035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7" name="ph5187"/>
              <p:cNvSpPr/>
              <p:nvPr/>
            </p:nvSpPr>
            <p:spPr>
              <a:xfrm>
                <a:off x="227979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8" name="ph5188"/>
              <p:cNvSpPr/>
              <p:nvPr/>
            </p:nvSpPr>
            <p:spPr>
              <a:xfrm>
                <a:off x="228923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9" name="ph5189"/>
              <p:cNvSpPr/>
              <p:nvPr/>
            </p:nvSpPr>
            <p:spPr>
              <a:xfrm>
                <a:off x="229867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0" name="ph5190"/>
              <p:cNvSpPr/>
              <p:nvPr/>
            </p:nvSpPr>
            <p:spPr>
              <a:xfrm>
                <a:off x="230811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1" name="ph5191"/>
              <p:cNvSpPr/>
              <p:nvPr/>
            </p:nvSpPr>
            <p:spPr>
              <a:xfrm>
                <a:off x="231755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2" name="ph5192"/>
              <p:cNvSpPr/>
              <p:nvPr/>
            </p:nvSpPr>
            <p:spPr>
              <a:xfrm>
                <a:off x="232699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3" name="ph5193"/>
              <p:cNvSpPr/>
              <p:nvPr/>
            </p:nvSpPr>
            <p:spPr>
              <a:xfrm>
                <a:off x="233643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4" name="ph5194"/>
              <p:cNvSpPr/>
              <p:nvPr/>
            </p:nvSpPr>
            <p:spPr>
              <a:xfrm>
                <a:off x="234587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5" name="ph5195"/>
              <p:cNvSpPr/>
              <p:nvPr/>
            </p:nvSpPr>
            <p:spPr>
              <a:xfrm>
                <a:off x="235531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6" name="ph5196"/>
              <p:cNvSpPr/>
              <p:nvPr/>
            </p:nvSpPr>
            <p:spPr>
              <a:xfrm>
                <a:off x="236476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7" name="ph5197"/>
              <p:cNvSpPr/>
              <p:nvPr/>
            </p:nvSpPr>
            <p:spPr>
              <a:xfrm>
                <a:off x="237420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8" name="ph5198"/>
              <p:cNvSpPr/>
              <p:nvPr/>
            </p:nvSpPr>
            <p:spPr>
              <a:xfrm>
                <a:off x="238364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9" name="ph5199"/>
              <p:cNvSpPr/>
              <p:nvPr/>
            </p:nvSpPr>
            <p:spPr>
              <a:xfrm>
                <a:off x="239308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0" name="ph5200"/>
              <p:cNvSpPr/>
              <p:nvPr/>
            </p:nvSpPr>
            <p:spPr>
              <a:xfrm>
                <a:off x="240252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1" name="ph5201"/>
              <p:cNvSpPr/>
              <p:nvPr/>
            </p:nvSpPr>
            <p:spPr>
              <a:xfrm>
                <a:off x="241196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2" name="ph5202"/>
              <p:cNvSpPr/>
              <p:nvPr/>
            </p:nvSpPr>
            <p:spPr>
              <a:xfrm>
                <a:off x="2430841" y="157041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6937" y="896830"/>
                    </a:lnTo>
                    <a:lnTo>
                      <a:pt x="907436" y="900211"/>
                    </a:lnTo>
                    <a:lnTo>
                      <a:pt x="908101" y="900925"/>
                    </a:lnTo>
                    <a:lnTo>
                      <a:pt x="913112" y="906985"/>
                    </a:lnTo>
                    <a:lnTo>
                      <a:pt x="914400" y="90872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3" name="ph5203"/>
              <p:cNvSpPr/>
              <p:nvPr/>
            </p:nvSpPr>
            <p:spPr>
              <a:xfrm>
                <a:off x="2430841" y="1570419"/>
                <a:ext cx="91852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21" h="914399">
                    <a:moveTo>
                      <a:pt x="914400" y="914399"/>
                    </a:moveTo>
                    <a:lnTo>
                      <a:pt x="914400" y="908728"/>
                    </a:lnTo>
                    <a:lnTo>
                      <a:pt x="917945" y="913529"/>
                    </a:lnTo>
                    <a:lnTo>
                      <a:pt x="918521" y="91439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4" name="ph5204"/>
              <p:cNvSpPr/>
              <p:nvPr/>
            </p:nvSpPr>
            <p:spPr>
              <a:xfrm>
                <a:off x="3110538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3517" y="931969"/>
                    </a:lnTo>
                    <a:lnTo>
                      <a:pt x="912610" y="926935"/>
                    </a:lnTo>
                    <a:lnTo>
                      <a:pt x="911033" y="916398"/>
                    </a:lnTo>
                    <a:lnTo>
                      <a:pt x="910793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5" name="ph5205"/>
              <p:cNvSpPr/>
              <p:nvPr/>
            </p:nvSpPr>
            <p:spPr>
              <a:xfrm>
                <a:off x="311053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6" name="ph5206"/>
              <p:cNvSpPr/>
              <p:nvPr/>
            </p:nvSpPr>
            <p:spPr>
              <a:xfrm>
                <a:off x="311997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7" name="ph5207"/>
              <p:cNvSpPr/>
              <p:nvPr/>
            </p:nvSpPr>
            <p:spPr>
              <a:xfrm>
                <a:off x="312941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8" name="ph5208"/>
              <p:cNvSpPr/>
              <p:nvPr/>
            </p:nvSpPr>
            <p:spPr>
              <a:xfrm>
                <a:off x="313885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9" name="ph5209"/>
              <p:cNvSpPr/>
              <p:nvPr/>
            </p:nvSpPr>
            <p:spPr>
              <a:xfrm>
                <a:off x="314829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0" name="ph5210"/>
              <p:cNvSpPr/>
              <p:nvPr/>
            </p:nvSpPr>
            <p:spPr>
              <a:xfrm>
                <a:off x="315774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1" name="ph5211"/>
              <p:cNvSpPr/>
              <p:nvPr/>
            </p:nvSpPr>
            <p:spPr>
              <a:xfrm>
                <a:off x="316718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2" name="ph5212"/>
              <p:cNvSpPr/>
              <p:nvPr/>
            </p:nvSpPr>
            <p:spPr>
              <a:xfrm>
                <a:off x="317662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3" name="ph5213"/>
              <p:cNvSpPr/>
              <p:nvPr/>
            </p:nvSpPr>
            <p:spPr>
              <a:xfrm>
                <a:off x="318606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4" name="ph5214"/>
              <p:cNvSpPr/>
              <p:nvPr/>
            </p:nvSpPr>
            <p:spPr>
              <a:xfrm>
                <a:off x="319550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5" name="ph5215"/>
              <p:cNvSpPr/>
              <p:nvPr/>
            </p:nvSpPr>
            <p:spPr>
              <a:xfrm>
                <a:off x="320494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6" name="ph5216"/>
              <p:cNvSpPr/>
              <p:nvPr/>
            </p:nvSpPr>
            <p:spPr>
              <a:xfrm>
                <a:off x="321438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7" name="ph5217"/>
              <p:cNvSpPr/>
              <p:nvPr/>
            </p:nvSpPr>
            <p:spPr>
              <a:xfrm>
                <a:off x="322382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8" name="ph5218"/>
              <p:cNvSpPr/>
              <p:nvPr/>
            </p:nvSpPr>
            <p:spPr>
              <a:xfrm>
                <a:off x="323326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9" name="ph5219"/>
              <p:cNvSpPr/>
              <p:nvPr/>
            </p:nvSpPr>
            <p:spPr>
              <a:xfrm>
                <a:off x="324270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0" name="ph5220"/>
              <p:cNvSpPr/>
              <p:nvPr/>
            </p:nvSpPr>
            <p:spPr>
              <a:xfrm>
                <a:off x="325214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1" name="ph5221"/>
              <p:cNvSpPr/>
              <p:nvPr/>
            </p:nvSpPr>
            <p:spPr>
              <a:xfrm>
                <a:off x="326158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2" name="ph5222"/>
              <p:cNvSpPr/>
              <p:nvPr/>
            </p:nvSpPr>
            <p:spPr>
              <a:xfrm>
                <a:off x="327102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3" name="ph5223"/>
              <p:cNvSpPr/>
              <p:nvPr/>
            </p:nvSpPr>
            <p:spPr>
              <a:xfrm>
                <a:off x="328046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4" name="ph5224"/>
              <p:cNvSpPr/>
              <p:nvPr/>
            </p:nvSpPr>
            <p:spPr>
              <a:xfrm>
                <a:off x="328990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5" name="ph5225"/>
              <p:cNvSpPr/>
              <p:nvPr/>
            </p:nvSpPr>
            <p:spPr>
              <a:xfrm>
                <a:off x="329934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6" name="ph5226"/>
              <p:cNvSpPr/>
              <p:nvPr/>
            </p:nvSpPr>
            <p:spPr>
              <a:xfrm>
                <a:off x="330878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7" name="ph5227"/>
              <p:cNvSpPr/>
              <p:nvPr/>
            </p:nvSpPr>
            <p:spPr>
              <a:xfrm>
                <a:off x="331822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8" name="ph5228"/>
              <p:cNvSpPr/>
              <p:nvPr/>
            </p:nvSpPr>
            <p:spPr>
              <a:xfrm>
                <a:off x="332766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9" name="ph5229"/>
              <p:cNvSpPr/>
              <p:nvPr/>
            </p:nvSpPr>
            <p:spPr>
              <a:xfrm>
                <a:off x="333710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0" name="ph5230"/>
              <p:cNvSpPr/>
              <p:nvPr/>
            </p:nvSpPr>
            <p:spPr>
              <a:xfrm>
                <a:off x="334654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1" name="ph5231"/>
              <p:cNvSpPr/>
              <p:nvPr/>
            </p:nvSpPr>
            <p:spPr>
              <a:xfrm>
                <a:off x="335598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2" name="ph5232"/>
              <p:cNvSpPr/>
              <p:nvPr/>
            </p:nvSpPr>
            <p:spPr>
              <a:xfrm>
                <a:off x="336542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3" name="ph5233"/>
              <p:cNvSpPr/>
              <p:nvPr/>
            </p:nvSpPr>
            <p:spPr>
              <a:xfrm>
                <a:off x="337486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4" name="ph5234"/>
              <p:cNvSpPr/>
              <p:nvPr/>
            </p:nvSpPr>
            <p:spPr>
              <a:xfrm>
                <a:off x="338430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5" name="ph5235"/>
              <p:cNvSpPr/>
              <p:nvPr/>
            </p:nvSpPr>
            <p:spPr>
              <a:xfrm>
                <a:off x="339374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6" name="ph5236"/>
              <p:cNvSpPr/>
              <p:nvPr/>
            </p:nvSpPr>
            <p:spPr>
              <a:xfrm>
                <a:off x="340318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7" name="ph5237"/>
              <p:cNvSpPr/>
              <p:nvPr/>
            </p:nvSpPr>
            <p:spPr>
              <a:xfrm>
                <a:off x="341262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8" name="ph5238"/>
              <p:cNvSpPr/>
              <p:nvPr/>
            </p:nvSpPr>
            <p:spPr>
              <a:xfrm>
                <a:off x="342206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9" name="ph5239"/>
              <p:cNvSpPr/>
              <p:nvPr/>
            </p:nvSpPr>
            <p:spPr>
              <a:xfrm>
                <a:off x="343150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0" name="ph5240"/>
              <p:cNvSpPr/>
              <p:nvPr/>
            </p:nvSpPr>
            <p:spPr>
              <a:xfrm>
                <a:off x="344094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1" name="ph5241"/>
              <p:cNvSpPr/>
              <p:nvPr/>
            </p:nvSpPr>
            <p:spPr>
              <a:xfrm>
                <a:off x="345038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2" name="ph5242"/>
              <p:cNvSpPr/>
              <p:nvPr/>
            </p:nvSpPr>
            <p:spPr>
              <a:xfrm>
                <a:off x="345982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3" name="ph5243"/>
              <p:cNvSpPr/>
              <p:nvPr/>
            </p:nvSpPr>
            <p:spPr>
              <a:xfrm>
                <a:off x="346926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4" name="ph5244"/>
              <p:cNvSpPr/>
              <p:nvPr/>
            </p:nvSpPr>
            <p:spPr>
              <a:xfrm>
                <a:off x="347870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5" name="ph5245"/>
              <p:cNvSpPr/>
              <p:nvPr/>
            </p:nvSpPr>
            <p:spPr>
              <a:xfrm>
                <a:off x="348814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6" name="ph5246"/>
              <p:cNvSpPr/>
              <p:nvPr/>
            </p:nvSpPr>
            <p:spPr>
              <a:xfrm>
                <a:off x="349758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7" name="ph5247"/>
              <p:cNvSpPr/>
              <p:nvPr/>
            </p:nvSpPr>
            <p:spPr>
              <a:xfrm>
                <a:off x="350702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8" name="ph5248"/>
              <p:cNvSpPr/>
              <p:nvPr/>
            </p:nvSpPr>
            <p:spPr>
              <a:xfrm>
                <a:off x="351646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9" name="ph5249"/>
              <p:cNvSpPr/>
              <p:nvPr/>
            </p:nvSpPr>
            <p:spPr>
              <a:xfrm>
                <a:off x="352590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0" name="ph5250"/>
              <p:cNvSpPr/>
              <p:nvPr/>
            </p:nvSpPr>
            <p:spPr>
              <a:xfrm>
                <a:off x="353534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1" name="ph5251"/>
              <p:cNvSpPr/>
              <p:nvPr/>
            </p:nvSpPr>
            <p:spPr>
              <a:xfrm>
                <a:off x="354479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2" name="ph5252"/>
              <p:cNvSpPr/>
              <p:nvPr/>
            </p:nvSpPr>
            <p:spPr>
              <a:xfrm>
                <a:off x="355423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3" name="ph5253"/>
              <p:cNvSpPr/>
              <p:nvPr/>
            </p:nvSpPr>
            <p:spPr>
              <a:xfrm>
                <a:off x="356367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4" name="ph5254"/>
              <p:cNvSpPr/>
              <p:nvPr/>
            </p:nvSpPr>
            <p:spPr>
              <a:xfrm>
                <a:off x="357311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5" name="ph5255"/>
              <p:cNvSpPr/>
              <p:nvPr/>
            </p:nvSpPr>
            <p:spPr>
              <a:xfrm>
                <a:off x="3582550" y="157041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71"/>
                    </a:lnTo>
                    <a:lnTo>
                      <a:pt x="923669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6" name="ph5256"/>
              <p:cNvSpPr/>
              <p:nvPr/>
            </p:nvSpPr>
            <p:spPr>
              <a:xfrm>
                <a:off x="3591991" y="1552849"/>
                <a:ext cx="923840" cy="93184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4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3894"/>
                    </a:lnTo>
                    <a:lnTo>
                      <a:pt x="922645" y="924970"/>
                    </a:lnTo>
                    <a:lnTo>
                      <a:pt x="921196" y="926276"/>
                    </a:lnTo>
                    <a:lnTo>
                      <a:pt x="916626" y="930164"/>
                    </a:lnTo>
                    <a:lnTo>
                      <a:pt x="914400" y="93184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7" name="ph5257"/>
              <p:cNvSpPr/>
              <p:nvPr/>
            </p:nvSpPr>
            <p:spPr>
              <a:xfrm>
                <a:off x="3601431" y="1552849"/>
                <a:ext cx="923840" cy="92389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9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5399"/>
                    </a:lnTo>
                    <a:lnTo>
                      <a:pt x="923306" y="915879"/>
                    </a:lnTo>
                    <a:lnTo>
                      <a:pt x="921862" y="917177"/>
                    </a:lnTo>
                    <a:lnTo>
                      <a:pt x="920418" y="918476"/>
                    </a:lnTo>
                    <a:lnTo>
                      <a:pt x="918975" y="919774"/>
                    </a:lnTo>
                    <a:lnTo>
                      <a:pt x="917532" y="921073"/>
                    </a:lnTo>
                    <a:lnTo>
                      <a:pt x="916089" y="922372"/>
                    </a:lnTo>
                    <a:lnTo>
                      <a:pt x="914647" y="923671"/>
                    </a:lnTo>
                    <a:lnTo>
                      <a:pt x="914400" y="92389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8" name="ph5258"/>
              <p:cNvSpPr/>
              <p:nvPr/>
            </p:nvSpPr>
            <p:spPr>
              <a:xfrm>
                <a:off x="3610871" y="1552849"/>
                <a:ext cx="915873" cy="915399"/>
              </a:xfrm>
              <a:custGeom>
                <a:avLst/>
                <a:gdLst/>
                <a:ahLst/>
                <a:cxnLst/>
                <a:rect l="0" t="0" r="0" b="0"/>
                <a:pathLst>
                  <a:path w="915873" h="915399">
                    <a:moveTo>
                      <a:pt x="914400" y="914399"/>
                    </a:moveTo>
                    <a:lnTo>
                      <a:pt x="915873" y="914399"/>
                    </a:lnTo>
                    <a:lnTo>
                      <a:pt x="915119" y="914753"/>
                    </a:lnTo>
                    <a:lnTo>
                      <a:pt x="914400" y="915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9" name="ph5259"/>
              <p:cNvSpPr/>
              <p:nvPr/>
            </p:nvSpPr>
            <p:spPr>
              <a:xfrm>
                <a:off x="2166515" y="1535279"/>
                <a:ext cx="914400" cy="9312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29">
                    <a:moveTo>
                      <a:pt x="914400" y="914400"/>
                    </a:moveTo>
                    <a:lnTo>
                      <a:pt x="914400" y="931229"/>
                    </a:lnTo>
                    <a:lnTo>
                      <a:pt x="914131" y="929099"/>
                    </a:lnTo>
                    <a:lnTo>
                      <a:pt x="913850" y="926873"/>
                    </a:lnTo>
                    <a:lnTo>
                      <a:pt x="913570" y="924646"/>
                    </a:lnTo>
                    <a:lnTo>
                      <a:pt x="913289" y="922420"/>
                    </a:lnTo>
                    <a:lnTo>
                      <a:pt x="913008" y="920193"/>
                    </a:lnTo>
                    <a:lnTo>
                      <a:pt x="912726" y="917967"/>
                    </a:lnTo>
                    <a:lnTo>
                      <a:pt x="912444" y="915732"/>
                    </a:lnTo>
                    <a:lnTo>
                      <a:pt x="912294" y="914400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0" name="ph5260"/>
              <p:cNvSpPr/>
              <p:nvPr/>
            </p:nvSpPr>
            <p:spPr>
              <a:xfrm>
                <a:off x="216651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93" y="931969"/>
                    </a:lnTo>
                    <a:lnTo>
                      <a:pt x="914400" y="93122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1" name="ph5261"/>
              <p:cNvSpPr/>
              <p:nvPr/>
            </p:nvSpPr>
            <p:spPr>
              <a:xfrm>
                <a:off x="217595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2" name="ph5262"/>
              <p:cNvSpPr/>
              <p:nvPr/>
            </p:nvSpPr>
            <p:spPr>
              <a:xfrm>
                <a:off x="218539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3" name="ph5263"/>
              <p:cNvSpPr/>
              <p:nvPr/>
            </p:nvSpPr>
            <p:spPr>
              <a:xfrm>
                <a:off x="219483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4" name="ph5264"/>
              <p:cNvSpPr/>
              <p:nvPr/>
            </p:nvSpPr>
            <p:spPr>
              <a:xfrm>
                <a:off x="220427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5" name="ph5265"/>
              <p:cNvSpPr/>
              <p:nvPr/>
            </p:nvSpPr>
            <p:spPr>
              <a:xfrm>
                <a:off x="221371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6" name="ph5266"/>
              <p:cNvSpPr/>
              <p:nvPr/>
            </p:nvSpPr>
            <p:spPr>
              <a:xfrm>
                <a:off x="222315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7" name="ph5267"/>
              <p:cNvSpPr/>
              <p:nvPr/>
            </p:nvSpPr>
            <p:spPr>
              <a:xfrm>
                <a:off x="223259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8" name="ph5268"/>
              <p:cNvSpPr/>
              <p:nvPr/>
            </p:nvSpPr>
            <p:spPr>
              <a:xfrm>
                <a:off x="224203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9" name="ph5269"/>
              <p:cNvSpPr/>
              <p:nvPr/>
            </p:nvSpPr>
            <p:spPr>
              <a:xfrm>
                <a:off x="225147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0" name="ph5270"/>
              <p:cNvSpPr/>
              <p:nvPr/>
            </p:nvSpPr>
            <p:spPr>
              <a:xfrm>
                <a:off x="226091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1" name="ph5271"/>
              <p:cNvSpPr/>
              <p:nvPr/>
            </p:nvSpPr>
            <p:spPr>
              <a:xfrm>
                <a:off x="227035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2" name="ph5272"/>
              <p:cNvSpPr/>
              <p:nvPr/>
            </p:nvSpPr>
            <p:spPr>
              <a:xfrm>
                <a:off x="227979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3" name="ph5273"/>
              <p:cNvSpPr/>
              <p:nvPr/>
            </p:nvSpPr>
            <p:spPr>
              <a:xfrm>
                <a:off x="228923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4" name="ph5274"/>
              <p:cNvSpPr/>
              <p:nvPr/>
            </p:nvSpPr>
            <p:spPr>
              <a:xfrm>
                <a:off x="229867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5" name="ph5275"/>
              <p:cNvSpPr/>
              <p:nvPr/>
            </p:nvSpPr>
            <p:spPr>
              <a:xfrm>
                <a:off x="230811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6" name="ph5276"/>
              <p:cNvSpPr/>
              <p:nvPr/>
            </p:nvSpPr>
            <p:spPr>
              <a:xfrm>
                <a:off x="231755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7" name="ph5277"/>
              <p:cNvSpPr/>
              <p:nvPr/>
            </p:nvSpPr>
            <p:spPr>
              <a:xfrm>
                <a:off x="232699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8" name="ph5278"/>
              <p:cNvSpPr/>
              <p:nvPr/>
            </p:nvSpPr>
            <p:spPr>
              <a:xfrm>
                <a:off x="233643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9" name="ph5279"/>
              <p:cNvSpPr/>
              <p:nvPr/>
            </p:nvSpPr>
            <p:spPr>
              <a:xfrm>
                <a:off x="234587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0" name="ph5280"/>
              <p:cNvSpPr/>
              <p:nvPr/>
            </p:nvSpPr>
            <p:spPr>
              <a:xfrm>
                <a:off x="235531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1" name="ph5281"/>
              <p:cNvSpPr/>
              <p:nvPr/>
            </p:nvSpPr>
            <p:spPr>
              <a:xfrm>
                <a:off x="236476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2" name="ph5282"/>
              <p:cNvSpPr/>
              <p:nvPr/>
            </p:nvSpPr>
            <p:spPr>
              <a:xfrm>
                <a:off x="237420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3" name="ph5283"/>
              <p:cNvSpPr/>
              <p:nvPr/>
            </p:nvSpPr>
            <p:spPr>
              <a:xfrm>
                <a:off x="238364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4" name="ph5284"/>
              <p:cNvSpPr/>
              <p:nvPr/>
            </p:nvSpPr>
            <p:spPr>
              <a:xfrm>
                <a:off x="239308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5" name="ph5285"/>
              <p:cNvSpPr/>
              <p:nvPr/>
            </p:nvSpPr>
            <p:spPr>
              <a:xfrm>
                <a:off x="240252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6" name="ph5286"/>
              <p:cNvSpPr/>
              <p:nvPr/>
            </p:nvSpPr>
            <p:spPr>
              <a:xfrm>
                <a:off x="2421401" y="1552849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07" y="896830"/>
                    </a:lnTo>
                    <a:lnTo>
                      <a:pt x="913575" y="897626"/>
                    </a:lnTo>
                    <a:lnTo>
                      <a:pt x="914399" y="902244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7" name="ph5287"/>
              <p:cNvSpPr/>
              <p:nvPr/>
            </p:nvSpPr>
            <p:spPr>
              <a:xfrm>
                <a:off x="2421401" y="1552849"/>
                <a:ext cx="916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77" h="914399">
                    <a:moveTo>
                      <a:pt x="914399" y="914399"/>
                    </a:moveTo>
                    <a:lnTo>
                      <a:pt x="914399" y="902244"/>
                    </a:lnTo>
                    <a:lnTo>
                      <a:pt x="915461" y="908190"/>
                    </a:lnTo>
                    <a:lnTo>
                      <a:pt x="916377" y="91439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8" name="ph5288"/>
              <p:cNvSpPr/>
              <p:nvPr/>
            </p:nvSpPr>
            <p:spPr>
              <a:xfrm>
                <a:off x="3110538" y="15352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93" y="931969"/>
                    </a:lnTo>
                    <a:lnTo>
                      <a:pt x="909752" y="923293"/>
                    </a:lnTo>
                    <a:lnTo>
                      <a:pt x="908942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9" name="ph5289"/>
              <p:cNvSpPr/>
              <p:nvPr/>
            </p:nvSpPr>
            <p:spPr>
              <a:xfrm>
                <a:off x="311053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0" name="ph5290"/>
              <p:cNvSpPr/>
              <p:nvPr/>
            </p:nvSpPr>
            <p:spPr>
              <a:xfrm>
                <a:off x="311997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1" name="ph5291"/>
              <p:cNvSpPr/>
              <p:nvPr/>
            </p:nvSpPr>
            <p:spPr>
              <a:xfrm>
                <a:off x="312941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2" name="ph5292"/>
              <p:cNvSpPr/>
              <p:nvPr/>
            </p:nvSpPr>
            <p:spPr>
              <a:xfrm>
                <a:off x="313885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3" name="ph5293"/>
              <p:cNvSpPr/>
              <p:nvPr/>
            </p:nvSpPr>
            <p:spPr>
              <a:xfrm>
                <a:off x="314829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4" name="ph5294"/>
              <p:cNvSpPr/>
              <p:nvPr/>
            </p:nvSpPr>
            <p:spPr>
              <a:xfrm>
                <a:off x="315774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5" name="ph5295"/>
              <p:cNvSpPr/>
              <p:nvPr/>
            </p:nvSpPr>
            <p:spPr>
              <a:xfrm>
                <a:off x="316718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6" name="ph5296"/>
              <p:cNvSpPr/>
              <p:nvPr/>
            </p:nvSpPr>
            <p:spPr>
              <a:xfrm>
                <a:off x="317662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7" name="ph5297"/>
              <p:cNvSpPr/>
              <p:nvPr/>
            </p:nvSpPr>
            <p:spPr>
              <a:xfrm>
                <a:off x="318606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8" name="ph5298"/>
              <p:cNvSpPr/>
              <p:nvPr/>
            </p:nvSpPr>
            <p:spPr>
              <a:xfrm>
                <a:off x="319550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9" name="ph5299"/>
              <p:cNvSpPr/>
              <p:nvPr/>
            </p:nvSpPr>
            <p:spPr>
              <a:xfrm>
                <a:off x="320494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0" name="ph5300"/>
              <p:cNvSpPr/>
              <p:nvPr/>
            </p:nvSpPr>
            <p:spPr>
              <a:xfrm>
                <a:off x="321438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1" name="ph5301"/>
              <p:cNvSpPr/>
              <p:nvPr/>
            </p:nvSpPr>
            <p:spPr>
              <a:xfrm>
                <a:off x="322382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2" name="ph5302"/>
              <p:cNvSpPr/>
              <p:nvPr/>
            </p:nvSpPr>
            <p:spPr>
              <a:xfrm>
                <a:off x="323326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3" name="ph5303"/>
              <p:cNvSpPr/>
              <p:nvPr/>
            </p:nvSpPr>
            <p:spPr>
              <a:xfrm>
                <a:off x="324270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4" name="ph5304"/>
              <p:cNvSpPr/>
              <p:nvPr/>
            </p:nvSpPr>
            <p:spPr>
              <a:xfrm>
                <a:off x="325214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5" name="ph5305"/>
              <p:cNvSpPr/>
              <p:nvPr/>
            </p:nvSpPr>
            <p:spPr>
              <a:xfrm>
                <a:off x="326158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6" name="ph5306"/>
              <p:cNvSpPr/>
              <p:nvPr/>
            </p:nvSpPr>
            <p:spPr>
              <a:xfrm>
                <a:off x="327102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7" name="ph5307"/>
              <p:cNvSpPr/>
              <p:nvPr/>
            </p:nvSpPr>
            <p:spPr>
              <a:xfrm>
                <a:off x="328046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8" name="ph5308"/>
              <p:cNvSpPr/>
              <p:nvPr/>
            </p:nvSpPr>
            <p:spPr>
              <a:xfrm>
                <a:off x="328990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9" name="ph5309"/>
              <p:cNvSpPr/>
              <p:nvPr/>
            </p:nvSpPr>
            <p:spPr>
              <a:xfrm>
                <a:off x="329934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0" name="ph5310"/>
              <p:cNvSpPr/>
              <p:nvPr/>
            </p:nvSpPr>
            <p:spPr>
              <a:xfrm>
                <a:off x="330878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1" name="ph5311"/>
              <p:cNvSpPr/>
              <p:nvPr/>
            </p:nvSpPr>
            <p:spPr>
              <a:xfrm>
                <a:off x="331822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2" name="ph5312"/>
              <p:cNvSpPr/>
              <p:nvPr/>
            </p:nvSpPr>
            <p:spPr>
              <a:xfrm>
                <a:off x="332766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3" name="ph5313"/>
              <p:cNvSpPr/>
              <p:nvPr/>
            </p:nvSpPr>
            <p:spPr>
              <a:xfrm>
                <a:off x="333710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4" name="ph5314"/>
              <p:cNvSpPr/>
              <p:nvPr/>
            </p:nvSpPr>
            <p:spPr>
              <a:xfrm>
                <a:off x="334654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5" name="ph5315"/>
              <p:cNvSpPr/>
              <p:nvPr/>
            </p:nvSpPr>
            <p:spPr>
              <a:xfrm>
                <a:off x="335598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6" name="ph5316"/>
              <p:cNvSpPr/>
              <p:nvPr/>
            </p:nvSpPr>
            <p:spPr>
              <a:xfrm>
                <a:off x="336542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7" name="ph5317"/>
              <p:cNvSpPr/>
              <p:nvPr/>
            </p:nvSpPr>
            <p:spPr>
              <a:xfrm>
                <a:off x="337486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8" name="ph5318"/>
              <p:cNvSpPr/>
              <p:nvPr/>
            </p:nvSpPr>
            <p:spPr>
              <a:xfrm>
                <a:off x="338430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9" name="ph5319"/>
              <p:cNvSpPr/>
              <p:nvPr/>
            </p:nvSpPr>
            <p:spPr>
              <a:xfrm>
                <a:off x="339374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0" name="ph5320"/>
              <p:cNvSpPr/>
              <p:nvPr/>
            </p:nvSpPr>
            <p:spPr>
              <a:xfrm>
                <a:off x="340318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1" name="ph5321"/>
              <p:cNvSpPr/>
              <p:nvPr/>
            </p:nvSpPr>
            <p:spPr>
              <a:xfrm>
                <a:off x="341262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2" name="ph5322"/>
              <p:cNvSpPr/>
              <p:nvPr/>
            </p:nvSpPr>
            <p:spPr>
              <a:xfrm>
                <a:off x="342206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3" name="ph5323"/>
              <p:cNvSpPr/>
              <p:nvPr/>
            </p:nvSpPr>
            <p:spPr>
              <a:xfrm>
                <a:off x="343150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4" name="ph5324"/>
              <p:cNvSpPr/>
              <p:nvPr/>
            </p:nvSpPr>
            <p:spPr>
              <a:xfrm>
                <a:off x="344094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5" name="ph5325"/>
              <p:cNvSpPr/>
              <p:nvPr/>
            </p:nvSpPr>
            <p:spPr>
              <a:xfrm>
                <a:off x="345038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6" name="ph5326"/>
              <p:cNvSpPr/>
              <p:nvPr/>
            </p:nvSpPr>
            <p:spPr>
              <a:xfrm>
                <a:off x="345982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7" name="ph5327"/>
              <p:cNvSpPr/>
              <p:nvPr/>
            </p:nvSpPr>
            <p:spPr>
              <a:xfrm>
                <a:off x="346926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8" name="ph5328"/>
              <p:cNvSpPr/>
              <p:nvPr/>
            </p:nvSpPr>
            <p:spPr>
              <a:xfrm>
                <a:off x="347870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9" name="ph5329"/>
              <p:cNvSpPr/>
              <p:nvPr/>
            </p:nvSpPr>
            <p:spPr>
              <a:xfrm>
                <a:off x="348814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0" name="ph5330"/>
              <p:cNvSpPr/>
              <p:nvPr/>
            </p:nvSpPr>
            <p:spPr>
              <a:xfrm>
                <a:off x="349758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1" name="ph5331"/>
              <p:cNvSpPr/>
              <p:nvPr/>
            </p:nvSpPr>
            <p:spPr>
              <a:xfrm>
                <a:off x="350702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2" name="ph5332"/>
              <p:cNvSpPr/>
              <p:nvPr/>
            </p:nvSpPr>
            <p:spPr>
              <a:xfrm>
                <a:off x="351646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3" name="ph5333"/>
              <p:cNvSpPr/>
              <p:nvPr/>
            </p:nvSpPr>
            <p:spPr>
              <a:xfrm>
                <a:off x="352590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4" name="ph5334"/>
              <p:cNvSpPr/>
              <p:nvPr/>
            </p:nvSpPr>
            <p:spPr>
              <a:xfrm>
                <a:off x="353534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5" name="ph5335"/>
              <p:cNvSpPr/>
              <p:nvPr/>
            </p:nvSpPr>
            <p:spPr>
              <a:xfrm>
                <a:off x="354479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6" name="ph5336"/>
              <p:cNvSpPr/>
              <p:nvPr/>
            </p:nvSpPr>
            <p:spPr>
              <a:xfrm>
                <a:off x="355423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7" name="ph5337"/>
              <p:cNvSpPr/>
              <p:nvPr/>
            </p:nvSpPr>
            <p:spPr>
              <a:xfrm>
                <a:off x="356367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8" name="ph5338"/>
              <p:cNvSpPr/>
              <p:nvPr/>
            </p:nvSpPr>
            <p:spPr>
              <a:xfrm>
                <a:off x="357311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9" name="ph5339"/>
              <p:cNvSpPr/>
              <p:nvPr/>
            </p:nvSpPr>
            <p:spPr>
              <a:xfrm>
                <a:off x="358255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0" name="ph5340"/>
              <p:cNvSpPr/>
              <p:nvPr/>
            </p:nvSpPr>
            <p:spPr>
              <a:xfrm>
                <a:off x="359199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1" name="ph5341"/>
              <p:cNvSpPr/>
              <p:nvPr/>
            </p:nvSpPr>
            <p:spPr>
              <a:xfrm>
                <a:off x="360143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2" name="ph5342"/>
              <p:cNvSpPr/>
              <p:nvPr/>
            </p:nvSpPr>
            <p:spPr>
              <a:xfrm>
                <a:off x="3610871" y="155284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48" y="910713"/>
                    </a:lnTo>
                    <a:lnTo>
                      <a:pt x="922650" y="911226"/>
                    </a:lnTo>
                    <a:lnTo>
                      <a:pt x="921552" y="911740"/>
                    </a:lnTo>
                    <a:lnTo>
                      <a:pt x="920455" y="912254"/>
                    </a:lnTo>
                    <a:lnTo>
                      <a:pt x="919357" y="912768"/>
                    </a:lnTo>
                    <a:lnTo>
                      <a:pt x="918260" y="913281"/>
                    </a:lnTo>
                    <a:lnTo>
                      <a:pt x="917162" y="913795"/>
                    </a:lnTo>
                    <a:lnTo>
                      <a:pt x="916065" y="914310"/>
                    </a:lnTo>
                    <a:lnTo>
                      <a:pt x="915873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3" name="ph5343"/>
              <p:cNvSpPr/>
              <p:nvPr/>
            </p:nvSpPr>
            <p:spPr>
              <a:xfrm>
                <a:off x="3620311" y="1535279"/>
                <a:ext cx="923840" cy="9282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2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829"/>
                    </a:lnTo>
                    <a:lnTo>
                      <a:pt x="923093" y="924178"/>
                    </a:lnTo>
                    <a:lnTo>
                      <a:pt x="921995" y="924691"/>
                    </a:lnTo>
                    <a:lnTo>
                      <a:pt x="920896" y="925203"/>
                    </a:lnTo>
                    <a:lnTo>
                      <a:pt x="919798" y="925716"/>
                    </a:lnTo>
                    <a:lnTo>
                      <a:pt x="918700" y="926229"/>
                    </a:lnTo>
                    <a:lnTo>
                      <a:pt x="917601" y="926743"/>
                    </a:lnTo>
                    <a:lnTo>
                      <a:pt x="916503" y="927256"/>
                    </a:lnTo>
                    <a:lnTo>
                      <a:pt x="915405" y="927769"/>
                    </a:lnTo>
                    <a:lnTo>
                      <a:pt x="914400" y="92824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4" name="ph5344"/>
              <p:cNvSpPr/>
              <p:nvPr/>
            </p:nvSpPr>
            <p:spPr>
              <a:xfrm>
                <a:off x="3629752" y="1535279"/>
                <a:ext cx="923840" cy="9238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9242"/>
                    </a:lnTo>
                    <a:lnTo>
                      <a:pt x="920250" y="921101"/>
                    </a:lnTo>
                    <a:lnTo>
                      <a:pt x="919147" y="921615"/>
                    </a:lnTo>
                    <a:lnTo>
                      <a:pt x="918048" y="922127"/>
                    </a:lnTo>
                    <a:lnTo>
                      <a:pt x="916949" y="922640"/>
                    </a:lnTo>
                    <a:lnTo>
                      <a:pt x="915851" y="923152"/>
                    </a:lnTo>
                    <a:lnTo>
                      <a:pt x="914752" y="923665"/>
                    </a:lnTo>
                    <a:lnTo>
                      <a:pt x="914400" y="92382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5" name="ph5345"/>
              <p:cNvSpPr/>
              <p:nvPr/>
            </p:nvSpPr>
            <p:spPr>
              <a:xfrm>
                <a:off x="3639192" y="1535279"/>
                <a:ext cx="922453" cy="919242"/>
              </a:xfrm>
              <a:custGeom>
                <a:avLst/>
                <a:gdLst/>
                <a:ahLst/>
                <a:cxnLst/>
                <a:rect l="0" t="0" r="0" b="0"/>
                <a:pathLst>
                  <a:path w="922453" h="919242">
                    <a:moveTo>
                      <a:pt x="914400" y="914400"/>
                    </a:moveTo>
                    <a:lnTo>
                      <a:pt x="922453" y="914400"/>
                    </a:lnTo>
                    <a:lnTo>
                      <a:pt x="922098" y="914660"/>
                    </a:lnTo>
                    <a:lnTo>
                      <a:pt x="916499" y="918154"/>
                    </a:lnTo>
                    <a:lnTo>
                      <a:pt x="914400" y="91924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6" name="ph5346"/>
              <p:cNvSpPr/>
              <p:nvPr/>
            </p:nvSpPr>
            <p:spPr>
              <a:xfrm>
                <a:off x="2166515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294" y="931969"/>
                    </a:lnTo>
                    <a:lnTo>
                      <a:pt x="911312" y="923249"/>
                    </a:lnTo>
                    <a:lnTo>
                      <a:pt x="910556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7" name="ph5347"/>
              <p:cNvSpPr/>
              <p:nvPr/>
            </p:nvSpPr>
            <p:spPr>
              <a:xfrm>
                <a:off x="216651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8" name="ph5348"/>
              <p:cNvSpPr/>
              <p:nvPr/>
            </p:nvSpPr>
            <p:spPr>
              <a:xfrm>
                <a:off x="217595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9" name="ph5349"/>
              <p:cNvSpPr/>
              <p:nvPr/>
            </p:nvSpPr>
            <p:spPr>
              <a:xfrm>
                <a:off x="218539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0" name="ph5350"/>
              <p:cNvSpPr/>
              <p:nvPr/>
            </p:nvSpPr>
            <p:spPr>
              <a:xfrm>
                <a:off x="219483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1" name="ph5351"/>
              <p:cNvSpPr/>
              <p:nvPr/>
            </p:nvSpPr>
            <p:spPr>
              <a:xfrm>
                <a:off x="220427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2" name="ph5352"/>
              <p:cNvSpPr/>
              <p:nvPr/>
            </p:nvSpPr>
            <p:spPr>
              <a:xfrm>
                <a:off x="221371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3" name="ph5353"/>
              <p:cNvSpPr/>
              <p:nvPr/>
            </p:nvSpPr>
            <p:spPr>
              <a:xfrm>
                <a:off x="222315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4" name="ph5354"/>
              <p:cNvSpPr/>
              <p:nvPr/>
            </p:nvSpPr>
            <p:spPr>
              <a:xfrm>
                <a:off x="223259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5" name="ph5355"/>
              <p:cNvSpPr/>
              <p:nvPr/>
            </p:nvSpPr>
            <p:spPr>
              <a:xfrm>
                <a:off x="224203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6" name="ph5356"/>
              <p:cNvSpPr/>
              <p:nvPr/>
            </p:nvSpPr>
            <p:spPr>
              <a:xfrm>
                <a:off x="225147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7" name="ph5357"/>
              <p:cNvSpPr/>
              <p:nvPr/>
            </p:nvSpPr>
            <p:spPr>
              <a:xfrm>
                <a:off x="226091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8" name="ph5358"/>
              <p:cNvSpPr/>
              <p:nvPr/>
            </p:nvSpPr>
            <p:spPr>
              <a:xfrm>
                <a:off x="227035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9" name="ph5359"/>
              <p:cNvSpPr/>
              <p:nvPr/>
            </p:nvSpPr>
            <p:spPr>
              <a:xfrm>
                <a:off x="227979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0" name="ph5360"/>
              <p:cNvSpPr/>
              <p:nvPr/>
            </p:nvSpPr>
            <p:spPr>
              <a:xfrm>
                <a:off x="228923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1" name="ph5361"/>
              <p:cNvSpPr/>
              <p:nvPr/>
            </p:nvSpPr>
            <p:spPr>
              <a:xfrm>
                <a:off x="229867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2" name="ph5362"/>
              <p:cNvSpPr/>
              <p:nvPr/>
            </p:nvSpPr>
            <p:spPr>
              <a:xfrm>
                <a:off x="230811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3" name="ph5363"/>
              <p:cNvSpPr/>
              <p:nvPr/>
            </p:nvSpPr>
            <p:spPr>
              <a:xfrm>
                <a:off x="231755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4" name="ph5364"/>
              <p:cNvSpPr/>
              <p:nvPr/>
            </p:nvSpPr>
            <p:spPr>
              <a:xfrm>
                <a:off x="232699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5" name="ph5365"/>
              <p:cNvSpPr/>
              <p:nvPr/>
            </p:nvSpPr>
            <p:spPr>
              <a:xfrm>
                <a:off x="233643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6" name="ph5366"/>
              <p:cNvSpPr/>
              <p:nvPr/>
            </p:nvSpPr>
            <p:spPr>
              <a:xfrm>
                <a:off x="234587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7" name="ph5367"/>
              <p:cNvSpPr/>
              <p:nvPr/>
            </p:nvSpPr>
            <p:spPr>
              <a:xfrm>
                <a:off x="235531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8" name="ph5368"/>
              <p:cNvSpPr/>
              <p:nvPr/>
            </p:nvSpPr>
            <p:spPr>
              <a:xfrm>
                <a:off x="236476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9" name="ph5369"/>
              <p:cNvSpPr/>
              <p:nvPr/>
            </p:nvSpPr>
            <p:spPr>
              <a:xfrm>
                <a:off x="237420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0" name="ph5370"/>
              <p:cNvSpPr/>
              <p:nvPr/>
            </p:nvSpPr>
            <p:spPr>
              <a:xfrm>
                <a:off x="238364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1" name="ph5371"/>
              <p:cNvSpPr/>
              <p:nvPr/>
            </p:nvSpPr>
            <p:spPr>
              <a:xfrm>
                <a:off x="239308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2" name="ph5372"/>
              <p:cNvSpPr/>
              <p:nvPr/>
            </p:nvSpPr>
            <p:spPr>
              <a:xfrm>
                <a:off x="240252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3" name="ph5373"/>
              <p:cNvSpPr/>
              <p:nvPr/>
            </p:nvSpPr>
            <p:spPr>
              <a:xfrm>
                <a:off x="2411961" y="1535279"/>
                <a:ext cx="9228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79" y="896830"/>
                    </a:lnTo>
                    <a:lnTo>
                      <a:pt x="920832" y="904832"/>
                    </a:lnTo>
                    <a:lnTo>
                      <a:pt x="922848" y="914400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4" name="ph5374"/>
              <p:cNvSpPr/>
              <p:nvPr/>
            </p:nvSpPr>
            <p:spPr>
              <a:xfrm>
                <a:off x="3110538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42" y="931969"/>
                    </a:lnTo>
                    <a:lnTo>
                      <a:pt x="908770" y="930078"/>
                    </a:lnTo>
                    <a:lnTo>
                      <a:pt x="908090" y="919214"/>
                    </a:lnTo>
                    <a:lnTo>
                      <a:pt x="907924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5" name="ph5375"/>
              <p:cNvSpPr/>
              <p:nvPr/>
            </p:nvSpPr>
            <p:spPr>
              <a:xfrm>
                <a:off x="311053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6" name="ph5376"/>
              <p:cNvSpPr/>
              <p:nvPr/>
            </p:nvSpPr>
            <p:spPr>
              <a:xfrm>
                <a:off x="311997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7" name="ph5377"/>
              <p:cNvSpPr/>
              <p:nvPr/>
            </p:nvSpPr>
            <p:spPr>
              <a:xfrm>
                <a:off x="312941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8" name="ph5378"/>
              <p:cNvSpPr/>
              <p:nvPr/>
            </p:nvSpPr>
            <p:spPr>
              <a:xfrm>
                <a:off x="313885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9" name="ph5379"/>
              <p:cNvSpPr/>
              <p:nvPr/>
            </p:nvSpPr>
            <p:spPr>
              <a:xfrm>
                <a:off x="314829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0" name="ph5380"/>
              <p:cNvSpPr/>
              <p:nvPr/>
            </p:nvSpPr>
            <p:spPr>
              <a:xfrm>
                <a:off x="315774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1" name="ph5381"/>
              <p:cNvSpPr/>
              <p:nvPr/>
            </p:nvSpPr>
            <p:spPr>
              <a:xfrm>
                <a:off x="316718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2" name="ph5382"/>
              <p:cNvSpPr/>
              <p:nvPr/>
            </p:nvSpPr>
            <p:spPr>
              <a:xfrm>
                <a:off x="317662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3" name="ph5383"/>
              <p:cNvSpPr/>
              <p:nvPr/>
            </p:nvSpPr>
            <p:spPr>
              <a:xfrm>
                <a:off x="318606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4" name="ph5384"/>
              <p:cNvSpPr/>
              <p:nvPr/>
            </p:nvSpPr>
            <p:spPr>
              <a:xfrm>
                <a:off x="319550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5" name="ph5385"/>
              <p:cNvSpPr/>
              <p:nvPr/>
            </p:nvSpPr>
            <p:spPr>
              <a:xfrm>
                <a:off x="320494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6" name="ph5386"/>
              <p:cNvSpPr/>
              <p:nvPr/>
            </p:nvSpPr>
            <p:spPr>
              <a:xfrm>
                <a:off x="321438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7" name="ph5387"/>
              <p:cNvSpPr/>
              <p:nvPr/>
            </p:nvSpPr>
            <p:spPr>
              <a:xfrm>
                <a:off x="322382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8" name="ph5388"/>
              <p:cNvSpPr/>
              <p:nvPr/>
            </p:nvSpPr>
            <p:spPr>
              <a:xfrm>
                <a:off x="323326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9" name="ph5389"/>
              <p:cNvSpPr/>
              <p:nvPr/>
            </p:nvSpPr>
            <p:spPr>
              <a:xfrm>
                <a:off x="324270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0" name="ph5390"/>
              <p:cNvSpPr/>
              <p:nvPr/>
            </p:nvSpPr>
            <p:spPr>
              <a:xfrm>
                <a:off x="325214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1" name="ph5391"/>
              <p:cNvSpPr/>
              <p:nvPr/>
            </p:nvSpPr>
            <p:spPr>
              <a:xfrm>
                <a:off x="326158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2" name="ph5392"/>
              <p:cNvSpPr/>
              <p:nvPr/>
            </p:nvSpPr>
            <p:spPr>
              <a:xfrm>
                <a:off x="327102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3" name="ph5393"/>
              <p:cNvSpPr/>
              <p:nvPr/>
            </p:nvSpPr>
            <p:spPr>
              <a:xfrm>
                <a:off x="328046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4" name="ph5394"/>
              <p:cNvSpPr/>
              <p:nvPr/>
            </p:nvSpPr>
            <p:spPr>
              <a:xfrm>
                <a:off x="328990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5" name="ph5395"/>
              <p:cNvSpPr/>
              <p:nvPr/>
            </p:nvSpPr>
            <p:spPr>
              <a:xfrm>
                <a:off x="329934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6" name="ph5396"/>
              <p:cNvSpPr/>
              <p:nvPr/>
            </p:nvSpPr>
            <p:spPr>
              <a:xfrm>
                <a:off x="330878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7" name="ph5397"/>
              <p:cNvSpPr/>
              <p:nvPr/>
            </p:nvSpPr>
            <p:spPr>
              <a:xfrm>
                <a:off x="331822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8" name="ph5398"/>
              <p:cNvSpPr/>
              <p:nvPr/>
            </p:nvSpPr>
            <p:spPr>
              <a:xfrm>
                <a:off x="332766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9" name="ph5399"/>
              <p:cNvSpPr/>
              <p:nvPr/>
            </p:nvSpPr>
            <p:spPr>
              <a:xfrm>
                <a:off x="333710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0" name="ph5400"/>
              <p:cNvSpPr/>
              <p:nvPr/>
            </p:nvSpPr>
            <p:spPr>
              <a:xfrm>
                <a:off x="334654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1" name="ph5401"/>
              <p:cNvSpPr/>
              <p:nvPr/>
            </p:nvSpPr>
            <p:spPr>
              <a:xfrm>
                <a:off x="335598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2" name="ph5402"/>
              <p:cNvSpPr/>
              <p:nvPr/>
            </p:nvSpPr>
            <p:spPr>
              <a:xfrm>
                <a:off x="336542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3" name="ph5403"/>
              <p:cNvSpPr/>
              <p:nvPr/>
            </p:nvSpPr>
            <p:spPr>
              <a:xfrm>
                <a:off x="337486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4" name="ph5404"/>
              <p:cNvSpPr/>
              <p:nvPr/>
            </p:nvSpPr>
            <p:spPr>
              <a:xfrm>
                <a:off x="338430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5" name="ph5405"/>
              <p:cNvSpPr/>
              <p:nvPr/>
            </p:nvSpPr>
            <p:spPr>
              <a:xfrm>
                <a:off x="339374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6" name="ph5406"/>
              <p:cNvSpPr/>
              <p:nvPr/>
            </p:nvSpPr>
            <p:spPr>
              <a:xfrm>
                <a:off x="340318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7" name="ph5407"/>
              <p:cNvSpPr/>
              <p:nvPr/>
            </p:nvSpPr>
            <p:spPr>
              <a:xfrm>
                <a:off x="341262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8" name="ph5408"/>
              <p:cNvSpPr/>
              <p:nvPr/>
            </p:nvSpPr>
            <p:spPr>
              <a:xfrm>
                <a:off x="342206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9" name="ph5409"/>
              <p:cNvSpPr/>
              <p:nvPr/>
            </p:nvSpPr>
            <p:spPr>
              <a:xfrm>
                <a:off x="343150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0" name="ph5410"/>
              <p:cNvSpPr/>
              <p:nvPr/>
            </p:nvSpPr>
            <p:spPr>
              <a:xfrm>
                <a:off x="344094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1" name="ph5411"/>
              <p:cNvSpPr/>
              <p:nvPr/>
            </p:nvSpPr>
            <p:spPr>
              <a:xfrm>
                <a:off x="345038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2" name="ph5412"/>
              <p:cNvSpPr/>
              <p:nvPr/>
            </p:nvSpPr>
            <p:spPr>
              <a:xfrm>
                <a:off x="345982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3" name="ph5413"/>
              <p:cNvSpPr/>
              <p:nvPr/>
            </p:nvSpPr>
            <p:spPr>
              <a:xfrm>
                <a:off x="346926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4" name="ph5414"/>
              <p:cNvSpPr/>
              <p:nvPr/>
            </p:nvSpPr>
            <p:spPr>
              <a:xfrm>
                <a:off x="347870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5" name="ph5415"/>
              <p:cNvSpPr/>
              <p:nvPr/>
            </p:nvSpPr>
            <p:spPr>
              <a:xfrm>
                <a:off x="348814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6" name="ph5416"/>
              <p:cNvSpPr/>
              <p:nvPr/>
            </p:nvSpPr>
            <p:spPr>
              <a:xfrm>
                <a:off x="349758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7" name="ph5417"/>
              <p:cNvSpPr/>
              <p:nvPr/>
            </p:nvSpPr>
            <p:spPr>
              <a:xfrm>
                <a:off x="350702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8" name="ph5418"/>
              <p:cNvSpPr/>
              <p:nvPr/>
            </p:nvSpPr>
            <p:spPr>
              <a:xfrm>
                <a:off x="351646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9" name="ph5419"/>
              <p:cNvSpPr/>
              <p:nvPr/>
            </p:nvSpPr>
            <p:spPr>
              <a:xfrm>
                <a:off x="352590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0" name="ph5420"/>
              <p:cNvSpPr/>
              <p:nvPr/>
            </p:nvSpPr>
            <p:spPr>
              <a:xfrm>
                <a:off x="353534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1" name="ph5421"/>
              <p:cNvSpPr/>
              <p:nvPr/>
            </p:nvSpPr>
            <p:spPr>
              <a:xfrm>
                <a:off x="354479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2" name="ph5422"/>
              <p:cNvSpPr/>
              <p:nvPr/>
            </p:nvSpPr>
            <p:spPr>
              <a:xfrm>
                <a:off x="355423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3" name="ph5423"/>
              <p:cNvSpPr/>
              <p:nvPr/>
            </p:nvSpPr>
            <p:spPr>
              <a:xfrm>
                <a:off x="356367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4" name="ph5424"/>
              <p:cNvSpPr/>
              <p:nvPr/>
            </p:nvSpPr>
            <p:spPr>
              <a:xfrm>
                <a:off x="357311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5" name="ph5425"/>
              <p:cNvSpPr/>
              <p:nvPr/>
            </p:nvSpPr>
            <p:spPr>
              <a:xfrm>
                <a:off x="358255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6" name="ph5426"/>
              <p:cNvSpPr/>
              <p:nvPr/>
            </p:nvSpPr>
            <p:spPr>
              <a:xfrm>
                <a:off x="359199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7" name="ph5427"/>
              <p:cNvSpPr/>
              <p:nvPr/>
            </p:nvSpPr>
            <p:spPr>
              <a:xfrm>
                <a:off x="360143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8" name="ph5428"/>
              <p:cNvSpPr/>
              <p:nvPr/>
            </p:nvSpPr>
            <p:spPr>
              <a:xfrm>
                <a:off x="361087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9" name="ph5429"/>
              <p:cNvSpPr/>
              <p:nvPr/>
            </p:nvSpPr>
            <p:spPr>
              <a:xfrm>
                <a:off x="362031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0" name="ph5430"/>
              <p:cNvSpPr/>
              <p:nvPr/>
            </p:nvSpPr>
            <p:spPr>
              <a:xfrm>
                <a:off x="362975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1" name="ph5431"/>
              <p:cNvSpPr/>
              <p:nvPr/>
            </p:nvSpPr>
            <p:spPr>
              <a:xfrm>
                <a:off x="3639192" y="153527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381"/>
                    </a:lnTo>
                    <a:lnTo>
                      <a:pt x="92245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2" name="ph5432"/>
              <p:cNvSpPr/>
              <p:nvPr/>
            </p:nvSpPr>
            <p:spPr>
              <a:xfrm>
                <a:off x="3648632" y="1517710"/>
                <a:ext cx="923840" cy="93095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951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331"/>
                    </a:lnTo>
                    <a:lnTo>
                      <a:pt x="923525" y="923636"/>
                    </a:lnTo>
                    <a:lnTo>
                      <a:pt x="918152" y="928197"/>
                    </a:lnTo>
                    <a:lnTo>
                      <a:pt x="914400" y="93095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3" name="ph5433"/>
              <p:cNvSpPr/>
              <p:nvPr/>
            </p:nvSpPr>
            <p:spPr>
              <a:xfrm>
                <a:off x="3658072" y="1517710"/>
                <a:ext cx="923121" cy="923331"/>
              </a:xfrm>
              <a:custGeom>
                <a:avLst/>
                <a:gdLst/>
                <a:ahLst/>
                <a:cxnLst/>
                <a:rect l="0" t="0" r="0" b="0"/>
                <a:pathLst>
                  <a:path w="923121" h="923331">
                    <a:moveTo>
                      <a:pt x="914400" y="914400"/>
                    </a:moveTo>
                    <a:lnTo>
                      <a:pt x="923121" y="914400"/>
                    </a:lnTo>
                    <a:lnTo>
                      <a:pt x="919323" y="918561"/>
                    </a:lnTo>
                    <a:lnTo>
                      <a:pt x="914400" y="92333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4" name="ph5434"/>
              <p:cNvSpPr/>
              <p:nvPr/>
            </p:nvSpPr>
            <p:spPr>
              <a:xfrm>
                <a:off x="2157074" y="1500140"/>
                <a:ext cx="914400" cy="9195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31">
                    <a:moveTo>
                      <a:pt x="914400" y="914400"/>
                    </a:moveTo>
                    <a:lnTo>
                      <a:pt x="914400" y="919531"/>
                    </a:lnTo>
                    <a:lnTo>
                      <a:pt x="911974" y="917627"/>
                    </a:lnTo>
                    <a:lnTo>
                      <a:pt x="908386" y="914400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5" name="ph5435"/>
              <p:cNvSpPr/>
              <p:nvPr/>
            </p:nvSpPr>
            <p:spPr>
              <a:xfrm>
                <a:off x="215707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996" y="931969"/>
                    </a:lnTo>
                    <a:lnTo>
                      <a:pt x="919885" y="930675"/>
                    </a:lnTo>
                    <a:lnTo>
                      <a:pt x="919449" y="923260"/>
                    </a:lnTo>
                    <a:lnTo>
                      <a:pt x="917319" y="921822"/>
                    </a:lnTo>
                    <a:lnTo>
                      <a:pt x="914400" y="919531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6" name="ph5436"/>
              <p:cNvSpPr/>
              <p:nvPr/>
            </p:nvSpPr>
            <p:spPr>
              <a:xfrm>
                <a:off x="216651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7" name="ph5437"/>
              <p:cNvSpPr/>
              <p:nvPr/>
            </p:nvSpPr>
            <p:spPr>
              <a:xfrm>
                <a:off x="217595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8" name="ph5438"/>
              <p:cNvSpPr/>
              <p:nvPr/>
            </p:nvSpPr>
            <p:spPr>
              <a:xfrm>
                <a:off x="218539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9" name="ph5439"/>
              <p:cNvSpPr/>
              <p:nvPr/>
            </p:nvSpPr>
            <p:spPr>
              <a:xfrm>
                <a:off x="219483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0" name="ph5440"/>
              <p:cNvSpPr/>
              <p:nvPr/>
            </p:nvSpPr>
            <p:spPr>
              <a:xfrm>
                <a:off x="220427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1" name="ph5441"/>
              <p:cNvSpPr/>
              <p:nvPr/>
            </p:nvSpPr>
            <p:spPr>
              <a:xfrm>
                <a:off x="221371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2" name="ph5442"/>
              <p:cNvSpPr/>
              <p:nvPr/>
            </p:nvSpPr>
            <p:spPr>
              <a:xfrm>
                <a:off x="222315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3" name="ph5443"/>
              <p:cNvSpPr/>
              <p:nvPr/>
            </p:nvSpPr>
            <p:spPr>
              <a:xfrm>
                <a:off x="223259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4" name="ph5444"/>
              <p:cNvSpPr/>
              <p:nvPr/>
            </p:nvSpPr>
            <p:spPr>
              <a:xfrm>
                <a:off x="224203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5" name="ph5445"/>
              <p:cNvSpPr/>
              <p:nvPr/>
            </p:nvSpPr>
            <p:spPr>
              <a:xfrm>
                <a:off x="225147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6" name="ph5446"/>
              <p:cNvSpPr/>
              <p:nvPr/>
            </p:nvSpPr>
            <p:spPr>
              <a:xfrm>
                <a:off x="226091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7" name="ph5447"/>
              <p:cNvSpPr/>
              <p:nvPr/>
            </p:nvSpPr>
            <p:spPr>
              <a:xfrm>
                <a:off x="227035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8" name="ph5448"/>
              <p:cNvSpPr/>
              <p:nvPr/>
            </p:nvSpPr>
            <p:spPr>
              <a:xfrm>
                <a:off x="227979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9" name="ph5449"/>
              <p:cNvSpPr/>
              <p:nvPr/>
            </p:nvSpPr>
            <p:spPr>
              <a:xfrm>
                <a:off x="228923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0" name="ph5450"/>
              <p:cNvSpPr/>
              <p:nvPr/>
            </p:nvSpPr>
            <p:spPr>
              <a:xfrm>
                <a:off x="229867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1" name="ph5451"/>
              <p:cNvSpPr/>
              <p:nvPr/>
            </p:nvSpPr>
            <p:spPr>
              <a:xfrm>
                <a:off x="230811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2" name="ph5452"/>
              <p:cNvSpPr/>
              <p:nvPr/>
            </p:nvSpPr>
            <p:spPr>
              <a:xfrm>
                <a:off x="231755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3" name="ph5453"/>
              <p:cNvSpPr/>
              <p:nvPr/>
            </p:nvSpPr>
            <p:spPr>
              <a:xfrm>
                <a:off x="232699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4" name="ph5454"/>
              <p:cNvSpPr/>
              <p:nvPr/>
            </p:nvSpPr>
            <p:spPr>
              <a:xfrm>
                <a:off x="233643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5" name="ph5455"/>
              <p:cNvSpPr/>
              <p:nvPr/>
            </p:nvSpPr>
            <p:spPr>
              <a:xfrm>
                <a:off x="234587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6" name="ph5456"/>
              <p:cNvSpPr/>
              <p:nvPr/>
            </p:nvSpPr>
            <p:spPr>
              <a:xfrm>
                <a:off x="235531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7" name="ph5457"/>
              <p:cNvSpPr/>
              <p:nvPr/>
            </p:nvSpPr>
            <p:spPr>
              <a:xfrm>
                <a:off x="236476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8" name="ph5458"/>
              <p:cNvSpPr/>
              <p:nvPr/>
            </p:nvSpPr>
            <p:spPr>
              <a:xfrm>
                <a:off x="237420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9" name="ph5459"/>
              <p:cNvSpPr/>
              <p:nvPr/>
            </p:nvSpPr>
            <p:spPr>
              <a:xfrm>
                <a:off x="238364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0" name="ph5460"/>
              <p:cNvSpPr/>
              <p:nvPr/>
            </p:nvSpPr>
            <p:spPr>
              <a:xfrm>
                <a:off x="239308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1" name="ph5461"/>
              <p:cNvSpPr/>
              <p:nvPr/>
            </p:nvSpPr>
            <p:spPr>
              <a:xfrm>
                <a:off x="2411961" y="1517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843" y="896830"/>
                    </a:lnTo>
                    <a:lnTo>
                      <a:pt x="914400" y="898590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2" name="ph5462"/>
              <p:cNvSpPr/>
              <p:nvPr/>
            </p:nvSpPr>
            <p:spPr>
              <a:xfrm>
                <a:off x="2411961" y="1517710"/>
                <a:ext cx="918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79" h="914400">
                    <a:moveTo>
                      <a:pt x="914400" y="914400"/>
                    </a:moveTo>
                    <a:lnTo>
                      <a:pt x="914400" y="898590"/>
                    </a:lnTo>
                    <a:lnTo>
                      <a:pt x="915601" y="902389"/>
                    </a:lnTo>
                    <a:lnTo>
                      <a:pt x="918359" y="912267"/>
                    </a:lnTo>
                    <a:lnTo>
                      <a:pt x="918879" y="914400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3" name="ph5463"/>
              <p:cNvSpPr/>
              <p:nvPr/>
            </p:nvSpPr>
            <p:spPr>
              <a:xfrm>
                <a:off x="3110538" y="150014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924" y="931969"/>
                    </a:lnTo>
                    <a:lnTo>
                      <a:pt x="907714" y="925868"/>
                    </a:lnTo>
                    <a:lnTo>
                      <a:pt x="907642" y="914931"/>
                    </a:lnTo>
                    <a:lnTo>
                      <a:pt x="907653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4" name="ph5464"/>
              <p:cNvSpPr/>
              <p:nvPr/>
            </p:nvSpPr>
            <p:spPr>
              <a:xfrm>
                <a:off x="311053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5" name="ph5465"/>
              <p:cNvSpPr/>
              <p:nvPr/>
            </p:nvSpPr>
            <p:spPr>
              <a:xfrm>
                <a:off x="311997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6" name="ph5466"/>
              <p:cNvSpPr/>
              <p:nvPr/>
            </p:nvSpPr>
            <p:spPr>
              <a:xfrm>
                <a:off x="312941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7" name="ph5467"/>
              <p:cNvSpPr/>
              <p:nvPr/>
            </p:nvSpPr>
            <p:spPr>
              <a:xfrm>
                <a:off x="313885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8" name="ph5468"/>
              <p:cNvSpPr/>
              <p:nvPr/>
            </p:nvSpPr>
            <p:spPr>
              <a:xfrm>
                <a:off x="314829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9" name="ph5469"/>
              <p:cNvSpPr/>
              <p:nvPr/>
            </p:nvSpPr>
            <p:spPr>
              <a:xfrm>
                <a:off x="315774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0" name="ph5470"/>
              <p:cNvSpPr/>
              <p:nvPr/>
            </p:nvSpPr>
            <p:spPr>
              <a:xfrm>
                <a:off x="316718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1" name="ph5471"/>
              <p:cNvSpPr/>
              <p:nvPr/>
            </p:nvSpPr>
            <p:spPr>
              <a:xfrm>
                <a:off x="317662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2" name="ph5472"/>
              <p:cNvSpPr/>
              <p:nvPr/>
            </p:nvSpPr>
            <p:spPr>
              <a:xfrm>
                <a:off x="318606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3" name="ph5473"/>
              <p:cNvSpPr/>
              <p:nvPr/>
            </p:nvSpPr>
            <p:spPr>
              <a:xfrm>
                <a:off x="319550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4" name="ph5474"/>
              <p:cNvSpPr/>
              <p:nvPr/>
            </p:nvSpPr>
            <p:spPr>
              <a:xfrm>
                <a:off x="320494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5" name="ph5475"/>
              <p:cNvSpPr/>
              <p:nvPr/>
            </p:nvSpPr>
            <p:spPr>
              <a:xfrm>
                <a:off x="321438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6" name="ph5476"/>
              <p:cNvSpPr/>
              <p:nvPr/>
            </p:nvSpPr>
            <p:spPr>
              <a:xfrm>
                <a:off x="322382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7" name="ph5477"/>
              <p:cNvSpPr/>
              <p:nvPr/>
            </p:nvSpPr>
            <p:spPr>
              <a:xfrm>
                <a:off x="323326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8" name="ph5478"/>
              <p:cNvSpPr/>
              <p:nvPr/>
            </p:nvSpPr>
            <p:spPr>
              <a:xfrm>
                <a:off x="324270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9" name="ph5479"/>
              <p:cNvSpPr/>
              <p:nvPr/>
            </p:nvSpPr>
            <p:spPr>
              <a:xfrm>
                <a:off x="325214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0" name="ph5480"/>
              <p:cNvSpPr/>
              <p:nvPr/>
            </p:nvSpPr>
            <p:spPr>
              <a:xfrm>
                <a:off x="326158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1" name="ph5481"/>
              <p:cNvSpPr/>
              <p:nvPr/>
            </p:nvSpPr>
            <p:spPr>
              <a:xfrm>
                <a:off x="327102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2" name="ph5482"/>
              <p:cNvSpPr/>
              <p:nvPr/>
            </p:nvSpPr>
            <p:spPr>
              <a:xfrm>
                <a:off x="328046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3" name="ph5483"/>
              <p:cNvSpPr/>
              <p:nvPr/>
            </p:nvSpPr>
            <p:spPr>
              <a:xfrm>
                <a:off x="328990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4" name="ph5484"/>
              <p:cNvSpPr/>
              <p:nvPr/>
            </p:nvSpPr>
            <p:spPr>
              <a:xfrm>
                <a:off x="329934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5" name="ph5485"/>
              <p:cNvSpPr/>
              <p:nvPr/>
            </p:nvSpPr>
            <p:spPr>
              <a:xfrm>
                <a:off x="330878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6" name="ph5486"/>
              <p:cNvSpPr/>
              <p:nvPr/>
            </p:nvSpPr>
            <p:spPr>
              <a:xfrm>
                <a:off x="331822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7" name="ph5487"/>
              <p:cNvSpPr/>
              <p:nvPr/>
            </p:nvSpPr>
            <p:spPr>
              <a:xfrm>
                <a:off x="332766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8" name="ph5488"/>
              <p:cNvSpPr/>
              <p:nvPr/>
            </p:nvSpPr>
            <p:spPr>
              <a:xfrm>
                <a:off x="333710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9" name="ph5489"/>
              <p:cNvSpPr/>
              <p:nvPr/>
            </p:nvSpPr>
            <p:spPr>
              <a:xfrm>
                <a:off x="334654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0" name="ph5490"/>
              <p:cNvSpPr/>
              <p:nvPr/>
            </p:nvSpPr>
            <p:spPr>
              <a:xfrm>
                <a:off x="335598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1" name="ph5491"/>
              <p:cNvSpPr/>
              <p:nvPr/>
            </p:nvSpPr>
            <p:spPr>
              <a:xfrm>
                <a:off x="336542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2" name="ph5492"/>
              <p:cNvSpPr/>
              <p:nvPr/>
            </p:nvSpPr>
            <p:spPr>
              <a:xfrm>
                <a:off x="337486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3" name="ph5493"/>
              <p:cNvSpPr/>
              <p:nvPr/>
            </p:nvSpPr>
            <p:spPr>
              <a:xfrm>
                <a:off x="338430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4" name="ph5494"/>
              <p:cNvSpPr/>
              <p:nvPr/>
            </p:nvSpPr>
            <p:spPr>
              <a:xfrm>
                <a:off x="339374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5" name="ph5495"/>
              <p:cNvSpPr/>
              <p:nvPr/>
            </p:nvSpPr>
            <p:spPr>
              <a:xfrm>
                <a:off x="340318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6" name="ph5496"/>
              <p:cNvSpPr/>
              <p:nvPr/>
            </p:nvSpPr>
            <p:spPr>
              <a:xfrm>
                <a:off x="341262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7" name="ph5497"/>
              <p:cNvSpPr/>
              <p:nvPr/>
            </p:nvSpPr>
            <p:spPr>
              <a:xfrm>
                <a:off x="342206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8" name="ph5498"/>
              <p:cNvSpPr/>
              <p:nvPr/>
            </p:nvSpPr>
            <p:spPr>
              <a:xfrm>
                <a:off x="343150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9" name="ph5499"/>
              <p:cNvSpPr/>
              <p:nvPr/>
            </p:nvSpPr>
            <p:spPr>
              <a:xfrm>
                <a:off x="344094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0" name="ph5500"/>
              <p:cNvSpPr/>
              <p:nvPr/>
            </p:nvSpPr>
            <p:spPr>
              <a:xfrm>
                <a:off x="345038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1" name="ph5501"/>
              <p:cNvSpPr/>
              <p:nvPr/>
            </p:nvSpPr>
            <p:spPr>
              <a:xfrm>
                <a:off x="345982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2" name="ph5502"/>
              <p:cNvSpPr/>
              <p:nvPr/>
            </p:nvSpPr>
            <p:spPr>
              <a:xfrm>
                <a:off x="346926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3" name="ph5503"/>
              <p:cNvSpPr/>
              <p:nvPr/>
            </p:nvSpPr>
            <p:spPr>
              <a:xfrm>
                <a:off x="347870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4" name="ph5504"/>
              <p:cNvSpPr/>
              <p:nvPr/>
            </p:nvSpPr>
            <p:spPr>
              <a:xfrm>
                <a:off x="348814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5" name="ph5505"/>
              <p:cNvSpPr/>
              <p:nvPr/>
            </p:nvSpPr>
            <p:spPr>
              <a:xfrm>
                <a:off x="349758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6" name="ph5506"/>
              <p:cNvSpPr/>
              <p:nvPr/>
            </p:nvSpPr>
            <p:spPr>
              <a:xfrm>
                <a:off x="350702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7" name="ph5507"/>
              <p:cNvSpPr/>
              <p:nvPr/>
            </p:nvSpPr>
            <p:spPr>
              <a:xfrm>
                <a:off x="351646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8" name="ph5508"/>
              <p:cNvSpPr/>
              <p:nvPr/>
            </p:nvSpPr>
            <p:spPr>
              <a:xfrm>
                <a:off x="352590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9" name="ph5509"/>
              <p:cNvSpPr/>
              <p:nvPr/>
            </p:nvSpPr>
            <p:spPr>
              <a:xfrm>
                <a:off x="353534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0" name="ph5510"/>
              <p:cNvSpPr/>
              <p:nvPr/>
            </p:nvSpPr>
            <p:spPr>
              <a:xfrm>
                <a:off x="354479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1" name="ph5511"/>
              <p:cNvSpPr/>
              <p:nvPr/>
            </p:nvSpPr>
            <p:spPr>
              <a:xfrm>
                <a:off x="355423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2" name="ph5512"/>
              <p:cNvSpPr/>
              <p:nvPr/>
            </p:nvSpPr>
            <p:spPr>
              <a:xfrm>
                <a:off x="356367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3" name="ph5513"/>
              <p:cNvSpPr/>
              <p:nvPr/>
            </p:nvSpPr>
            <p:spPr>
              <a:xfrm>
                <a:off x="357311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4" name="ph5514"/>
              <p:cNvSpPr/>
              <p:nvPr/>
            </p:nvSpPr>
            <p:spPr>
              <a:xfrm>
                <a:off x="358255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5" name="ph5515"/>
              <p:cNvSpPr/>
              <p:nvPr/>
            </p:nvSpPr>
            <p:spPr>
              <a:xfrm>
                <a:off x="359199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6" name="ph5516"/>
              <p:cNvSpPr/>
              <p:nvPr/>
            </p:nvSpPr>
            <p:spPr>
              <a:xfrm>
                <a:off x="360143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7" name="ph5517"/>
              <p:cNvSpPr/>
              <p:nvPr/>
            </p:nvSpPr>
            <p:spPr>
              <a:xfrm>
                <a:off x="361087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8" name="ph5518"/>
              <p:cNvSpPr/>
              <p:nvPr/>
            </p:nvSpPr>
            <p:spPr>
              <a:xfrm>
                <a:off x="362031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9" name="ph5519"/>
              <p:cNvSpPr/>
              <p:nvPr/>
            </p:nvSpPr>
            <p:spPr>
              <a:xfrm>
                <a:off x="362975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0" name="ph5520"/>
              <p:cNvSpPr/>
              <p:nvPr/>
            </p:nvSpPr>
            <p:spPr>
              <a:xfrm>
                <a:off x="363919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1" name="ph5521"/>
              <p:cNvSpPr/>
              <p:nvPr/>
            </p:nvSpPr>
            <p:spPr>
              <a:xfrm>
                <a:off x="364863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2" name="ph5522"/>
              <p:cNvSpPr/>
              <p:nvPr/>
            </p:nvSpPr>
            <p:spPr>
              <a:xfrm>
                <a:off x="3658072" y="15177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612"/>
                    </a:lnTo>
                    <a:lnTo>
                      <a:pt x="923121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3" name="ph5523"/>
              <p:cNvSpPr/>
              <p:nvPr/>
            </p:nvSpPr>
            <p:spPr>
              <a:xfrm>
                <a:off x="3667513" y="1500140"/>
                <a:ext cx="923840" cy="93118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18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130"/>
                    </a:lnTo>
                    <a:lnTo>
                      <a:pt x="921828" y="922592"/>
                    </a:lnTo>
                    <a:lnTo>
                      <a:pt x="920108" y="924588"/>
                    </a:lnTo>
                    <a:lnTo>
                      <a:pt x="918399" y="926573"/>
                    </a:lnTo>
                    <a:lnTo>
                      <a:pt x="916690" y="928558"/>
                    </a:lnTo>
                    <a:lnTo>
                      <a:pt x="914972" y="930554"/>
                    </a:lnTo>
                    <a:lnTo>
                      <a:pt x="914400" y="93118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4" name="ph5524"/>
              <p:cNvSpPr/>
              <p:nvPr/>
            </p:nvSpPr>
            <p:spPr>
              <a:xfrm>
                <a:off x="3676953" y="1500140"/>
                <a:ext cx="918873" cy="920130"/>
              </a:xfrm>
              <a:custGeom>
                <a:avLst/>
                <a:gdLst/>
                <a:ahLst/>
                <a:cxnLst/>
                <a:rect l="0" t="0" r="0" b="0"/>
                <a:pathLst>
                  <a:path w="918873" h="920130">
                    <a:moveTo>
                      <a:pt x="914400" y="914400"/>
                    </a:moveTo>
                    <a:lnTo>
                      <a:pt x="918873" y="914400"/>
                    </a:lnTo>
                    <a:lnTo>
                      <a:pt x="916940" y="917021"/>
                    </a:lnTo>
                    <a:lnTo>
                      <a:pt x="914400" y="92013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5" name="ph5525"/>
              <p:cNvSpPr/>
              <p:nvPr/>
            </p:nvSpPr>
            <p:spPr>
              <a:xfrm>
                <a:off x="2138194" y="1482570"/>
                <a:ext cx="914400" cy="9180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89">
                    <a:moveTo>
                      <a:pt x="914400" y="914400"/>
                    </a:moveTo>
                    <a:lnTo>
                      <a:pt x="914400" y="918089"/>
                    </a:lnTo>
                    <a:lnTo>
                      <a:pt x="911526" y="914400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6" name="ph5526"/>
              <p:cNvSpPr/>
              <p:nvPr/>
            </p:nvSpPr>
            <p:spPr>
              <a:xfrm>
                <a:off x="2138194" y="1482570"/>
                <a:ext cx="923840" cy="92867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67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670"/>
                    </a:lnTo>
                    <a:lnTo>
                      <a:pt x="920545" y="925308"/>
                    </a:lnTo>
                    <a:lnTo>
                      <a:pt x="915608" y="919640"/>
                    </a:lnTo>
                    <a:lnTo>
                      <a:pt x="914400" y="91808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7" name="ph5527"/>
              <p:cNvSpPr/>
              <p:nvPr/>
            </p:nvSpPr>
            <p:spPr>
              <a:xfrm>
                <a:off x="214763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26" y="931969"/>
                    </a:lnTo>
                    <a:lnTo>
                      <a:pt x="916191" y="930498"/>
                    </a:lnTo>
                    <a:lnTo>
                      <a:pt x="914400" y="928670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8" name="ph5528"/>
              <p:cNvSpPr/>
              <p:nvPr/>
            </p:nvSpPr>
            <p:spPr>
              <a:xfrm>
                <a:off x="215707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9" name="ph5529"/>
              <p:cNvSpPr/>
              <p:nvPr/>
            </p:nvSpPr>
            <p:spPr>
              <a:xfrm>
                <a:off x="216651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0" name="ph5530"/>
              <p:cNvSpPr/>
              <p:nvPr/>
            </p:nvSpPr>
            <p:spPr>
              <a:xfrm>
                <a:off x="217595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1" name="ph5531"/>
              <p:cNvSpPr/>
              <p:nvPr/>
            </p:nvSpPr>
            <p:spPr>
              <a:xfrm>
                <a:off x="218539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2" name="ph5532"/>
              <p:cNvSpPr/>
              <p:nvPr/>
            </p:nvSpPr>
            <p:spPr>
              <a:xfrm>
                <a:off x="219483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3" name="ph5533"/>
              <p:cNvSpPr/>
              <p:nvPr/>
            </p:nvSpPr>
            <p:spPr>
              <a:xfrm>
                <a:off x="220427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4" name="ph5534"/>
              <p:cNvSpPr/>
              <p:nvPr/>
            </p:nvSpPr>
            <p:spPr>
              <a:xfrm>
                <a:off x="221371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5" name="ph5535"/>
              <p:cNvSpPr/>
              <p:nvPr/>
            </p:nvSpPr>
            <p:spPr>
              <a:xfrm>
                <a:off x="222315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6" name="ph5536"/>
              <p:cNvSpPr/>
              <p:nvPr/>
            </p:nvSpPr>
            <p:spPr>
              <a:xfrm>
                <a:off x="223259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7" name="ph5537"/>
              <p:cNvSpPr/>
              <p:nvPr/>
            </p:nvSpPr>
            <p:spPr>
              <a:xfrm>
                <a:off x="224203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8" name="ph5538"/>
              <p:cNvSpPr/>
              <p:nvPr/>
            </p:nvSpPr>
            <p:spPr>
              <a:xfrm>
                <a:off x="225147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9" name="ph5539"/>
              <p:cNvSpPr/>
              <p:nvPr/>
            </p:nvSpPr>
            <p:spPr>
              <a:xfrm>
                <a:off x="226091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0" name="ph5540"/>
              <p:cNvSpPr/>
              <p:nvPr/>
            </p:nvSpPr>
            <p:spPr>
              <a:xfrm>
                <a:off x="227035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1" name="ph5541"/>
              <p:cNvSpPr/>
              <p:nvPr/>
            </p:nvSpPr>
            <p:spPr>
              <a:xfrm>
                <a:off x="227979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2" name="ph5542"/>
              <p:cNvSpPr/>
              <p:nvPr/>
            </p:nvSpPr>
            <p:spPr>
              <a:xfrm>
                <a:off x="228923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3" name="ph5543"/>
              <p:cNvSpPr/>
              <p:nvPr/>
            </p:nvSpPr>
            <p:spPr>
              <a:xfrm>
                <a:off x="229867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4" name="ph5544"/>
              <p:cNvSpPr/>
              <p:nvPr/>
            </p:nvSpPr>
            <p:spPr>
              <a:xfrm>
                <a:off x="230811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5" name="ph5545"/>
              <p:cNvSpPr/>
              <p:nvPr/>
            </p:nvSpPr>
            <p:spPr>
              <a:xfrm>
                <a:off x="231755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6" name="ph5546"/>
              <p:cNvSpPr/>
              <p:nvPr/>
            </p:nvSpPr>
            <p:spPr>
              <a:xfrm>
                <a:off x="232699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7" name="ph5547"/>
              <p:cNvSpPr/>
              <p:nvPr/>
            </p:nvSpPr>
            <p:spPr>
              <a:xfrm>
                <a:off x="233643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8" name="ph5548"/>
              <p:cNvSpPr/>
              <p:nvPr/>
            </p:nvSpPr>
            <p:spPr>
              <a:xfrm>
                <a:off x="234587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9" name="ph5549"/>
              <p:cNvSpPr/>
              <p:nvPr/>
            </p:nvSpPr>
            <p:spPr>
              <a:xfrm>
                <a:off x="235531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0" name="ph5550"/>
              <p:cNvSpPr/>
              <p:nvPr/>
            </p:nvSpPr>
            <p:spPr>
              <a:xfrm>
                <a:off x="236476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1" name="ph5551"/>
              <p:cNvSpPr/>
              <p:nvPr/>
            </p:nvSpPr>
            <p:spPr>
              <a:xfrm>
                <a:off x="237420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2" name="ph5552"/>
              <p:cNvSpPr/>
              <p:nvPr/>
            </p:nvSpPr>
            <p:spPr>
              <a:xfrm>
                <a:off x="238364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3" name="ph5553"/>
              <p:cNvSpPr/>
              <p:nvPr/>
            </p:nvSpPr>
            <p:spPr>
              <a:xfrm>
                <a:off x="239308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4" name="ph5554"/>
              <p:cNvSpPr/>
              <p:nvPr/>
            </p:nvSpPr>
            <p:spPr>
              <a:xfrm>
                <a:off x="2402521" y="1500140"/>
                <a:ext cx="9232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83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012" y="896830"/>
                    </a:lnTo>
                    <a:lnTo>
                      <a:pt x="918705" y="901084"/>
                    </a:lnTo>
                    <a:lnTo>
                      <a:pt x="922007" y="910366"/>
                    </a:lnTo>
                    <a:lnTo>
                      <a:pt x="923283" y="914400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5" name="ph5555"/>
              <p:cNvSpPr/>
              <p:nvPr/>
            </p:nvSpPr>
            <p:spPr>
              <a:xfrm>
                <a:off x="3110538" y="148257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653" y="931969"/>
                    </a:lnTo>
                    <a:lnTo>
                      <a:pt x="907875" y="921571"/>
                    </a:lnTo>
                    <a:lnTo>
                      <a:pt x="908229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6" name="ph5556"/>
              <p:cNvSpPr/>
              <p:nvPr/>
            </p:nvSpPr>
            <p:spPr>
              <a:xfrm>
                <a:off x="311053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7" name="ph5557"/>
              <p:cNvSpPr/>
              <p:nvPr/>
            </p:nvSpPr>
            <p:spPr>
              <a:xfrm>
                <a:off x="311997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8" name="ph5558"/>
              <p:cNvSpPr/>
              <p:nvPr/>
            </p:nvSpPr>
            <p:spPr>
              <a:xfrm>
                <a:off x="312941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9" name="ph5559"/>
              <p:cNvSpPr/>
              <p:nvPr/>
            </p:nvSpPr>
            <p:spPr>
              <a:xfrm>
                <a:off x="313885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0" name="ph5560"/>
              <p:cNvSpPr/>
              <p:nvPr/>
            </p:nvSpPr>
            <p:spPr>
              <a:xfrm>
                <a:off x="314829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1" name="ph5561"/>
              <p:cNvSpPr/>
              <p:nvPr/>
            </p:nvSpPr>
            <p:spPr>
              <a:xfrm>
                <a:off x="315774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2" name="ph5562"/>
              <p:cNvSpPr/>
              <p:nvPr/>
            </p:nvSpPr>
            <p:spPr>
              <a:xfrm>
                <a:off x="316718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3" name="ph5563"/>
              <p:cNvSpPr/>
              <p:nvPr/>
            </p:nvSpPr>
            <p:spPr>
              <a:xfrm>
                <a:off x="317662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4" name="ph5564"/>
              <p:cNvSpPr/>
              <p:nvPr/>
            </p:nvSpPr>
            <p:spPr>
              <a:xfrm>
                <a:off x="318606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5" name="ph5565"/>
              <p:cNvSpPr/>
              <p:nvPr/>
            </p:nvSpPr>
            <p:spPr>
              <a:xfrm>
                <a:off x="319550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6" name="ph5566"/>
              <p:cNvSpPr/>
              <p:nvPr/>
            </p:nvSpPr>
            <p:spPr>
              <a:xfrm>
                <a:off x="320494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7" name="ph5567"/>
              <p:cNvSpPr/>
              <p:nvPr/>
            </p:nvSpPr>
            <p:spPr>
              <a:xfrm>
                <a:off x="321438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8" name="ph5568"/>
              <p:cNvSpPr/>
              <p:nvPr/>
            </p:nvSpPr>
            <p:spPr>
              <a:xfrm>
                <a:off x="322382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9" name="ph5569"/>
              <p:cNvSpPr/>
              <p:nvPr/>
            </p:nvSpPr>
            <p:spPr>
              <a:xfrm>
                <a:off x="323326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0" name="ph5570"/>
              <p:cNvSpPr/>
              <p:nvPr/>
            </p:nvSpPr>
            <p:spPr>
              <a:xfrm>
                <a:off x="324270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1" name="ph5571"/>
              <p:cNvSpPr/>
              <p:nvPr/>
            </p:nvSpPr>
            <p:spPr>
              <a:xfrm>
                <a:off x="325214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2" name="ph5572"/>
              <p:cNvSpPr/>
              <p:nvPr/>
            </p:nvSpPr>
            <p:spPr>
              <a:xfrm>
                <a:off x="326158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3" name="ph5573"/>
              <p:cNvSpPr/>
              <p:nvPr/>
            </p:nvSpPr>
            <p:spPr>
              <a:xfrm>
                <a:off x="327102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4" name="ph5574"/>
              <p:cNvSpPr/>
              <p:nvPr/>
            </p:nvSpPr>
            <p:spPr>
              <a:xfrm>
                <a:off x="328046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5" name="ph5575"/>
              <p:cNvSpPr/>
              <p:nvPr/>
            </p:nvSpPr>
            <p:spPr>
              <a:xfrm>
                <a:off x="328990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6" name="ph5576"/>
              <p:cNvSpPr/>
              <p:nvPr/>
            </p:nvSpPr>
            <p:spPr>
              <a:xfrm>
                <a:off x="329934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7" name="ph5577"/>
              <p:cNvSpPr/>
              <p:nvPr/>
            </p:nvSpPr>
            <p:spPr>
              <a:xfrm>
                <a:off x="330878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8" name="ph5578"/>
              <p:cNvSpPr/>
              <p:nvPr/>
            </p:nvSpPr>
            <p:spPr>
              <a:xfrm>
                <a:off x="331822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9" name="ph5579"/>
              <p:cNvSpPr/>
              <p:nvPr/>
            </p:nvSpPr>
            <p:spPr>
              <a:xfrm>
                <a:off x="332766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0" name="ph5580"/>
              <p:cNvSpPr/>
              <p:nvPr/>
            </p:nvSpPr>
            <p:spPr>
              <a:xfrm>
                <a:off x="333710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1" name="ph5581"/>
              <p:cNvSpPr/>
              <p:nvPr/>
            </p:nvSpPr>
            <p:spPr>
              <a:xfrm>
                <a:off x="334654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2" name="ph5582"/>
              <p:cNvSpPr/>
              <p:nvPr/>
            </p:nvSpPr>
            <p:spPr>
              <a:xfrm>
                <a:off x="335598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3" name="ph5583"/>
              <p:cNvSpPr/>
              <p:nvPr/>
            </p:nvSpPr>
            <p:spPr>
              <a:xfrm>
                <a:off x="336542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4" name="ph5584"/>
              <p:cNvSpPr/>
              <p:nvPr/>
            </p:nvSpPr>
            <p:spPr>
              <a:xfrm>
                <a:off x="337486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5" name="ph5585"/>
              <p:cNvSpPr/>
              <p:nvPr/>
            </p:nvSpPr>
            <p:spPr>
              <a:xfrm>
                <a:off x="338430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6" name="ph5586"/>
              <p:cNvSpPr/>
              <p:nvPr/>
            </p:nvSpPr>
            <p:spPr>
              <a:xfrm>
                <a:off x="339374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7" name="ph5587"/>
              <p:cNvSpPr/>
              <p:nvPr/>
            </p:nvSpPr>
            <p:spPr>
              <a:xfrm>
                <a:off x="340318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8" name="ph5588"/>
              <p:cNvSpPr/>
              <p:nvPr/>
            </p:nvSpPr>
            <p:spPr>
              <a:xfrm>
                <a:off x="341262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9" name="ph5589"/>
              <p:cNvSpPr/>
              <p:nvPr/>
            </p:nvSpPr>
            <p:spPr>
              <a:xfrm>
                <a:off x="342206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0" name="ph5590"/>
              <p:cNvSpPr/>
              <p:nvPr/>
            </p:nvSpPr>
            <p:spPr>
              <a:xfrm>
                <a:off x="343150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1" name="ph5591"/>
              <p:cNvSpPr/>
              <p:nvPr/>
            </p:nvSpPr>
            <p:spPr>
              <a:xfrm>
                <a:off x="344094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2" name="ph5592"/>
              <p:cNvSpPr/>
              <p:nvPr/>
            </p:nvSpPr>
            <p:spPr>
              <a:xfrm>
                <a:off x="345038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3" name="ph5593"/>
              <p:cNvSpPr/>
              <p:nvPr/>
            </p:nvSpPr>
            <p:spPr>
              <a:xfrm>
                <a:off x="345982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4" name="ph5594"/>
              <p:cNvSpPr/>
              <p:nvPr/>
            </p:nvSpPr>
            <p:spPr>
              <a:xfrm>
                <a:off x="346926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5" name="ph5595"/>
              <p:cNvSpPr/>
              <p:nvPr/>
            </p:nvSpPr>
            <p:spPr>
              <a:xfrm>
                <a:off x="347870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6" name="ph5596"/>
              <p:cNvSpPr/>
              <p:nvPr/>
            </p:nvSpPr>
            <p:spPr>
              <a:xfrm>
                <a:off x="348814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7" name="ph5597"/>
              <p:cNvSpPr/>
              <p:nvPr/>
            </p:nvSpPr>
            <p:spPr>
              <a:xfrm>
                <a:off x="349758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8" name="ph5598"/>
              <p:cNvSpPr/>
              <p:nvPr/>
            </p:nvSpPr>
            <p:spPr>
              <a:xfrm>
                <a:off x="350702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9" name="ph5599"/>
              <p:cNvSpPr/>
              <p:nvPr/>
            </p:nvSpPr>
            <p:spPr>
              <a:xfrm>
                <a:off x="351646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0" name="ph5600"/>
              <p:cNvSpPr/>
              <p:nvPr/>
            </p:nvSpPr>
            <p:spPr>
              <a:xfrm>
                <a:off x="352590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1" name="ph5601"/>
              <p:cNvSpPr/>
              <p:nvPr/>
            </p:nvSpPr>
            <p:spPr>
              <a:xfrm>
                <a:off x="353534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2" name="ph5602"/>
              <p:cNvSpPr/>
              <p:nvPr/>
            </p:nvSpPr>
            <p:spPr>
              <a:xfrm>
                <a:off x="354479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3" name="ph5603"/>
              <p:cNvSpPr/>
              <p:nvPr/>
            </p:nvSpPr>
            <p:spPr>
              <a:xfrm>
                <a:off x="355423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4" name="ph5604"/>
              <p:cNvSpPr/>
              <p:nvPr/>
            </p:nvSpPr>
            <p:spPr>
              <a:xfrm>
                <a:off x="356367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5" name="ph5605"/>
              <p:cNvSpPr/>
              <p:nvPr/>
            </p:nvSpPr>
            <p:spPr>
              <a:xfrm>
                <a:off x="357311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6" name="ph5606"/>
              <p:cNvSpPr/>
              <p:nvPr/>
            </p:nvSpPr>
            <p:spPr>
              <a:xfrm>
                <a:off x="358255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7" name="ph5607"/>
              <p:cNvSpPr/>
              <p:nvPr/>
            </p:nvSpPr>
            <p:spPr>
              <a:xfrm>
                <a:off x="359199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8" name="ph5608"/>
              <p:cNvSpPr/>
              <p:nvPr/>
            </p:nvSpPr>
            <p:spPr>
              <a:xfrm>
                <a:off x="360143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9" name="ph5609"/>
              <p:cNvSpPr/>
              <p:nvPr/>
            </p:nvSpPr>
            <p:spPr>
              <a:xfrm>
                <a:off x="361087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0" name="ph5610"/>
              <p:cNvSpPr/>
              <p:nvPr/>
            </p:nvSpPr>
            <p:spPr>
              <a:xfrm>
                <a:off x="362031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1" name="ph5611"/>
              <p:cNvSpPr/>
              <p:nvPr/>
            </p:nvSpPr>
            <p:spPr>
              <a:xfrm>
                <a:off x="362975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2" name="ph5612"/>
              <p:cNvSpPr/>
              <p:nvPr/>
            </p:nvSpPr>
            <p:spPr>
              <a:xfrm>
                <a:off x="363919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3" name="ph5613"/>
              <p:cNvSpPr/>
              <p:nvPr/>
            </p:nvSpPr>
            <p:spPr>
              <a:xfrm>
                <a:off x="364863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4" name="ph5614"/>
              <p:cNvSpPr/>
              <p:nvPr/>
            </p:nvSpPr>
            <p:spPr>
              <a:xfrm>
                <a:off x="365807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5" name="ph5615"/>
              <p:cNvSpPr/>
              <p:nvPr/>
            </p:nvSpPr>
            <p:spPr>
              <a:xfrm>
                <a:off x="366751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6" name="ph5616"/>
              <p:cNvSpPr/>
              <p:nvPr/>
            </p:nvSpPr>
            <p:spPr>
              <a:xfrm>
                <a:off x="3676953" y="150014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09"/>
                    </a:lnTo>
                    <a:lnTo>
                      <a:pt x="921343" y="911050"/>
                    </a:lnTo>
                    <a:lnTo>
                      <a:pt x="91887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7" name="ph5617"/>
              <p:cNvSpPr/>
              <p:nvPr/>
            </p:nvSpPr>
            <p:spPr>
              <a:xfrm>
                <a:off x="3686393" y="1482570"/>
                <a:ext cx="920873" cy="924879"/>
              </a:xfrm>
              <a:custGeom>
                <a:avLst/>
                <a:gdLst/>
                <a:ahLst/>
                <a:cxnLst/>
                <a:rect l="0" t="0" r="0" b="0"/>
                <a:pathLst>
                  <a:path w="920873" h="924879">
                    <a:moveTo>
                      <a:pt x="914400" y="914400"/>
                    </a:moveTo>
                    <a:lnTo>
                      <a:pt x="920873" y="914400"/>
                    </a:lnTo>
                    <a:lnTo>
                      <a:pt x="920220" y="915532"/>
                    </a:lnTo>
                    <a:lnTo>
                      <a:pt x="916146" y="922262"/>
                    </a:lnTo>
                    <a:lnTo>
                      <a:pt x="914400" y="92487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8" name="ph5618"/>
              <p:cNvSpPr/>
              <p:nvPr/>
            </p:nvSpPr>
            <p:spPr>
              <a:xfrm>
                <a:off x="2128754" y="1465000"/>
                <a:ext cx="914400" cy="92247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78">
                    <a:moveTo>
                      <a:pt x="914400" y="914400"/>
                    </a:moveTo>
                    <a:lnTo>
                      <a:pt x="914400" y="922478"/>
                    </a:lnTo>
                    <a:lnTo>
                      <a:pt x="911260" y="917493"/>
                    </a:lnTo>
                    <a:lnTo>
                      <a:pt x="909503" y="914400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9" name="ph5619"/>
              <p:cNvSpPr/>
              <p:nvPr/>
            </p:nvSpPr>
            <p:spPr>
              <a:xfrm>
                <a:off x="212875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967" y="931969"/>
                    </a:lnTo>
                    <a:lnTo>
                      <a:pt x="920273" y="931078"/>
                    </a:lnTo>
                    <a:lnTo>
                      <a:pt x="915673" y="924500"/>
                    </a:lnTo>
                    <a:lnTo>
                      <a:pt x="914400" y="922478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0" name="ph5620"/>
              <p:cNvSpPr/>
              <p:nvPr/>
            </p:nvSpPr>
            <p:spPr>
              <a:xfrm>
                <a:off x="213819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1" name="ph5621"/>
              <p:cNvSpPr/>
              <p:nvPr/>
            </p:nvSpPr>
            <p:spPr>
              <a:xfrm>
                <a:off x="214763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2" name="ph5622"/>
              <p:cNvSpPr/>
              <p:nvPr/>
            </p:nvSpPr>
            <p:spPr>
              <a:xfrm>
                <a:off x="215707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3" name="ph5623"/>
              <p:cNvSpPr/>
              <p:nvPr/>
            </p:nvSpPr>
            <p:spPr>
              <a:xfrm>
                <a:off x="216651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4" name="ph5624"/>
              <p:cNvSpPr/>
              <p:nvPr/>
            </p:nvSpPr>
            <p:spPr>
              <a:xfrm>
                <a:off x="217595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5" name="ph5625"/>
              <p:cNvSpPr/>
              <p:nvPr/>
            </p:nvSpPr>
            <p:spPr>
              <a:xfrm>
                <a:off x="218539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6" name="ph5626"/>
              <p:cNvSpPr/>
              <p:nvPr/>
            </p:nvSpPr>
            <p:spPr>
              <a:xfrm>
                <a:off x="219483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7" name="ph5627"/>
              <p:cNvSpPr/>
              <p:nvPr/>
            </p:nvSpPr>
            <p:spPr>
              <a:xfrm>
                <a:off x="220427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8" name="ph5628"/>
              <p:cNvSpPr/>
              <p:nvPr/>
            </p:nvSpPr>
            <p:spPr>
              <a:xfrm>
                <a:off x="221371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9" name="ph5629"/>
              <p:cNvSpPr/>
              <p:nvPr/>
            </p:nvSpPr>
            <p:spPr>
              <a:xfrm>
                <a:off x="222315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0" name="ph5630"/>
              <p:cNvSpPr/>
              <p:nvPr/>
            </p:nvSpPr>
            <p:spPr>
              <a:xfrm>
                <a:off x="223259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1" name="ph5631"/>
              <p:cNvSpPr/>
              <p:nvPr/>
            </p:nvSpPr>
            <p:spPr>
              <a:xfrm>
                <a:off x="224203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2" name="ph5632"/>
              <p:cNvSpPr/>
              <p:nvPr/>
            </p:nvSpPr>
            <p:spPr>
              <a:xfrm>
                <a:off x="225147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3" name="ph5633"/>
              <p:cNvSpPr/>
              <p:nvPr/>
            </p:nvSpPr>
            <p:spPr>
              <a:xfrm>
                <a:off x="226091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4" name="ph5634"/>
              <p:cNvSpPr/>
              <p:nvPr/>
            </p:nvSpPr>
            <p:spPr>
              <a:xfrm>
                <a:off x="227035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5" name="ph5635"/>
              <p:cNvSpPr/>
              <p:nvPr/>
            </p:nvSpPr>
            <p:spPr>
              <a:xfrm>
                <a:off x="227979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6" name="ph5636"/>
              <p:cNvSpPr/>
              <p:nvPr/>
            </p:nvSpPr>
            <p:spPr>
              <a:xfrm>
                <a:off x="228923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7" name="ph5637"/>
              <p:cNvSpPr/>
              <p:nvPr/>
            </p:nvSpPr>
            <p:spPr>
              <a:xfrm>
                <a:off x="229867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8" name="ph5638"/>
              <p:cNvSpPr/>
              <p:nvPr/>
            </p:nvSpPr>
            <p:spPr>
              <a:xfrm>
                <a:off x="230811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9" name="ph5639"/>
              <p:cNvSpPr/>
              <p:nvPr/>
            </p:nvSpPr>
            <p:spPr>
              <a:xfrm>
                <a:off x="231755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0" name="ph5640"/>
              <p:cNvSpPr/>
              <p:nvPr/>
            </p:nvSpPr>
            <p:spPr>
              <a:xfrm>
                <a:off x="232699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1" name="ph5641"/>
              <p:cNvSpPr/>
              <p:nvPr/>
            </p:nvSpPr>
            <p:spPr>
              <a:xfrm>
                <a:off x="233643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2" name="ph5642"/>
              <p:cNvSpPr/>
              <p:nvPr/>
            </p:nvSpPr>
            <p:spPr>
              <a:xfrm>
                <a:off x="234587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3" name="ph5643"/>
              <p:cNvSpPr/>
              <p:nvPr/>
            </p:nvSpPr>
            <p:spPr>
              <a:xfrm>
                <a:off x="235531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4" name="ph5644"/>
              <p:cNvSpPr/>
              <p:nvPr/>
            </p:nvSpPr>
            <p:spPr>
              <a:xfrm>
                <a:off x="236476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5" name="ph5645"/>
              <p:cNvSpPr/>
              <p:nvPr/>
            </p:nvSpPr>
            <p:spPr>
              <a:xfrm>
                <a:off x="237420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6" name="ph5646"/>
              <p:cNvSpPr/>
              <p:nvPr/>
            </p:nvSpPr>
            <p:spPr>
              <a:xfrm>
                <a:off x="238364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7" name="ph5647"/>
              <p:cNvSpPr/>
              <p:nvPr/>
            </p:nvSpPr>
            <p:spPr>
              <a:xfrm>
                <a:off x="2402521" y="148257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399" y="896830"/>
                    </a:lnTo>
                    <a:lnTo>
                      <a:pt x="914399" y="904815"/>
                    </a:lnTo>
                    <a:lnTo>
                      <a:pt x="913804" y="906688"/>
                    </a:lnTo>
                    <a:lnTo>
                      <a:pt x="914399" y="908030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8" name="ph5648"/>
              <p:cNvSpPr/>
              <p:nvPr/>
            </p:nvSpPr>
            <p:spPr>
              <a:xfrm>
                <a:off x="2402521" y="1482570"/>
                <a:ext cx="9170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12" h="914400">
                    <a:moveTo>
                      <a:pt x="914399" y="914400"/>
                    </a:moveTo>
                    <a:lnTo>
                      <a:pt x="914399" y="908030"/>
                    </a:lnTo>
                    <a:lnTo>
                      <a:pt x="915145" y="909709"/>
                    </a:lnTo>
                    <a:lnTo>
                      <a:pt x="917012" y="914400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9" name="ph5649"/>
              <p:cNvSpPr/>
              <p:nvPr/>
            </p:nvSpPr>
            <p:spPr>
              <a:xfrm>
                <a:off x="2402521" y="1465000"/>
                <a:ext cx="916914" cy="922385"/>
              </a:xfrm>
              <a:custGeom>
                <a:avLst/>
                <a:gdLst/>
                <a:ahLst/>
                <a:cxnLst/>
                <a:rect l="0" t="0" r="0" b="0"/>
                <a:pathLst>
                  <a:path w="916914" h="922385">
                    <a:moveTo>
                      <a:pt x="914399" y="914400"/>
                    </a:moveTo>
                    <a:lnTo>
                      <a:pt x="916914" y="914400"/>
                    </a:lnTo>
                    <a:lnTo>
                      <a:pt x="916719" y="915091"/>
                    </a:lnTo>
                    <a:lnTo>
                      <a:pt x="914399" y="922385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0" name="ph5650"/>
              <p:cNvSpPr/>
              <p:nvPr/>
            </p:nvSpPr>
            <p:spPr>
              <a:xfrm>
                <a:off x="3110538" y="146500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229" y="931969"/>
                    </a:lnTo>
                    <a:lnTo>
                      <a:pt x="908412" y="928249"/>
                    </a:lnTo>
                    <a:lnTo>
                      <a:pt x="909252" y="917423"/>
                    </a:lnTo>
                    <a:lnTo>
                      <a:pt x="909574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1" name="ph5651"/>
              <p:cNvSpPr/>
              <p:nvPr/>
            </p:nvSpPr>
            <p:spPr>
              <a:xfrm>
                <a:off x="311053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2" name="ph5652"/>
              <p:cNvSpPr/>
              <p:nvPr/>
            </p:nvSpPr>
            <p:spPr>
              <a:xfrm>
                <a:off x="311997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3" name="ph5653"/>
              <p:cNvSpPr/>
              <p:nvPr/>
            </p:nvSpPr>
            <p:spPr>
              <a:xfrm>
                <a:off x="312941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4" name="ph5654"/>
              <p:cNvSpPr/>
              <p:nvPr/>
            </p:nvSpPr>
            <p:spPr>
              <a:xfrm>
                <a:off x="313885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5" name="ph5655"/>
              <p:cNvSpPr/>
              <p:nvPr/>
            </p:nvSpPr>
            <p:spPr>
              <a:xfrm>
                <a:off x="314829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6" name="ph5656"/>
              <p:cNvSpPr/>
              <p:nvPr/>
            </p:nvSpPr>
            <p:spPr>
              <a:xfrm>
                <a:off x="315774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7" name="ph5657"/>
              <p:cNvSpPr/>
              <p:nvPr/>
            </p:nvSpPr>
            <p:spPr>
              <a:xfrm>
                <a:off x="316718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8" name="ph5658"/>
              <p:cNvSpPr/>
              <p:nvPr/>
            </p:nvSpPr>
            <p:spPr>
              <a:xfrm>
                <a:off x="317662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9" name="ph5659"/>
              <p:cNvSpPr/>
              <p:nvPr/>
            </p:nvSpPr>
            <p:spPr>
              <a:xfrm>
                <a:off x="318606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0" name="ph5660"/>
              <p:cNvSpPr/>
              <p:nvPr/>
            </p:nvSpPr>
            <p:spPr>
              <a:xfrm>
                <a:off x="319550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1" name="ph5661"/>
              <p:cNvSpPr/>
              <p:nvPr/>
            </p:nvSpPr>
            <p:spPr>
              <a:xfrm>
                <a:off x="320494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2" name="ph5662"/>
              <p:cNvSpPr/>
              <p:nvPr/>
            </p:nvSpPr>
            <p:spPr>
              <a:xfrm>
                <a:off x="321438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3" name="ph5663"/>
              <p:cNvSpPr/>
              <p:nvPr/>
            </p:nvSpPr>
            <p:spPr>
              <a:xfrm>
                <a:off x="322382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4" name="ph5664"/>
              <p:cNvSpPr/>
              <p:nvPr/>
            </p:nvSpPr>
            <p:spPr>
              <a:xfrm>
                <a:off x="323326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5" name="ph5665"/>
              <p:cNvSpPr/>
              <p:nvPr/>
            </p:nvSpPr>
            <p:spPr>
              <a:xfrm>
                <a:off x="324270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6" name="ph5666"/>
              <p:cNvSpPr/>
              <p:nvPr/>
            </p:nvSpPr>
            <p:spPr>
              <a:xfrm>
                <a:off x="325214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7" name="ph5667"/>
              <p:cNvSpPr/>
              <p:nvPr/>
            </p:nvSpPr>
            <p:spPr>
              <a:xfrm>
                <a:off x="326158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8" name="ph5668"/>
              <p:cNvSpPr/>
              <p:nvPr/>
            </p:nvSpPr>
            <p:spPr>
              <a:xfrm>
                <a:off x="327102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9" name="ph5669"/>
              <p:cNvSpPr/>
              <p:nvPr/>
            </p:nvSpPr>
            <p:spPr>
              <a:xfrm>
                <a:off x="328046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0" name="ph5670"/>
              <p:cNvSpPr/>
              <p:nvPr/>
            </p:nvSpPr>
            <p:spPr>
              <a:xfrm>
                <a:off x="328990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1" name="ph5671"/>
              <p:cNvSpPr/>
              <p:nvPr/>
            </p:nvSpPr>
            <p:spPr>
              <a:xfrm>
                <a:off x="329934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2" name="ph5672"/>
              <p:cNvSpPr/>
              <p:nvPr/>
            </p:nvSpPr>
            <p:spPr>
              <a:xfrm>
                <a:off x="330878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3" name="ph5673"/>
              <p:cNvSpPr/>
              <p:nvPr/>
            </p:nvSpPr>
            <p:spPr>
              <a:xfrm>
                <a:off x="331822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4" name="ph5674"/>
              <p:cNvSpPr/>
              <p:nvPr/>
            </p:nvSpPr>
            <p:spPr>
              <a:xfrm>
                <a:off x="332766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5" name="ph5675"/>
              <p:cNvSpPr/>
              <p:nvPr/>
            </p:nvSpPr>
            <p:spPr>
              <a:xfrm>
                <a:off x="333710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6" name="ph5676"/>
              <p:cNvSpPr/>
              <p:nvPr/>
            </p:nvSpPr>
            <p:spPr>
              <a:xfrm>
                <a:off x="334654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7" name="ph5677"/>
              <p:cNvSpPr/>
              <p:nvPr/>
            </p:nvSpPr>
            <p:spPr>
              <a:xfrm>
                <a:off x="335598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8" name="ph5678"/>
              <p:cNvSpPr/>
              <p:nvPr/>
            </p:nvSpPr>
            <p:spPr>
              <a:xfrm>
                <a:off x="336542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9" name="ph5679"/>
              <p:cNvSpPr/>
              <p:nvPr/>
            </p:nvSpPr>
            <p:spPr>
              <a:xfrm>
                <a:off x="337486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0" name="ph5680"/>
              <p:cNvSpPr/>
              <p:nvPr/>
            </p:nvSpPr>
            <p:spPr>
              <a:xfrm>
                <a:off x="338430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1" name="ph5681"/>
              <p:cNvSpPr/>
              <p:nvPr/>
            </p:nvSpPr>
            <p:spPr>
              <a:xfrm>
                <a:off x="339374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2" name="ph5682"/>
              <p:cNvSpPr/>
              <p:nvPr/>
            </p:nvSpPr>
            <p:spPr>
              <a:xfrm>
                <a:off x="340318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3" name="ph5683"/>
              <p:cNvSpPr/>
              <p:nvPr/>
            </p:nvSpPr>
            <p:spPr>
              <a:xfrm>
                <a:off x="341262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4" name="ph5684"/>
              <p:cNvSpPr/>
              <p:nvPr/>
            </p:nvSpPr>
            <p:spPr>
              <a:xfrm>
                <a:off x="342206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5" name="ph5685"/>
              <p:cNvSpPr/>
              <p:nvPr/>
            </p:nvSpPr>
            <p:spPr>
              <a:xfrm>
                <a:off x="343150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6" name="ph5686"/>
              <p:cNvSpPr/>
              <p:nvPr/>
            </p:nvSpPr>
            <p:spPr>
              <a:xfrm>
                <a:off x="344094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7" name="ph5687"/>
              <p:cNvSpPr/>
              <p:nvPr/>
            </p:nvSpPr>
            <p:spPr>
              <a:xfrm>
                <a:off x="345038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8" name="ph5688"/>
              <p:cNvSpPr/>
              <p:nvPr/>
            </p:nvSpPr>
            <p:spPr>
              <a:xfrm>
                <a:off x="345982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9" name="ph5689"/>
              <p:cNvSpPr/>
              <p:nvPr/>
            </p:nvSpPr>
            <p:spPr>
              <a:xfrm>
                <a:off x="346926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0" name="ph5690"/>
              <p:cNvSpPr/>
              <p:nvPr/>
            </p:nvSpPr>
            <p:spPr>
              <a:xfrm>
                <a:off x="347870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1" name="ph5691"/>
              <p:cNvSpPr/>
              <p:nvPr/>
            </p:nvSpPr>
            <p:spPr>
              <a:xfrm>
                <a:off x="348814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2" name="ph5692"/>
              <p:cNvSpPr/>
              <p:nvPr/>
            </p:nvSpPr>
            <p:spPr>
              <a:xfrm>
                <a:off x="349758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3" name="ph5693"/>
              <p:cNvSpPr/>
              <p:nvPr/>
            </p:nvSpPr>
            <p:spPr>
              <a:xfrm>
                <a:off x="350702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4" name="ph5694"/>
              <p:cNvSpPr/>
              <p:nvPr/>
            </p:nvSpPr>
            <p:spPr>
              <a:xfrm>
                <a:off x="351646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5" name="ph5695"/>
              <p:cNvSpPr/>
              <p:nvPr/>
            </p:nvSpPr>
            <p:spPr>
              <a:xfrm>
                <a:off x="352590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6" name="ph5696"/>
              <p:cNvSpPr/>
              <p:nvPr/>
            </p:nvSpPr>
            <p:spPr>
              <a:xfrm>
                <a:off x="353534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7" name="ph5697"/>
              <p:cNvSpPr/>
              <p:nvPr/>
            </p:nvSpPr>
            <p:spPr>
              <a:xfrm>
                <a:off x="354479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8" name="ph5698"/>
              <p:cNvSpPr/>
              <p:nvPr/>
            </p:nvSpPr>
            <p:spPr>
              <a:xfrm>
                <a:off x="355423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9" name="ph5699"/>
              <p:cNvSpPr/>
              <p:nvPr/>
            </p:nvSpPr>
            <p:spPr>
              <a:xfrm>
                <a:off x="356367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0" name="ph5700"/>
              <p:cNvSpPr/>
              <p:nvPr/>
            </p:nvSpPr>
            <p:spPr>
              <a:xfrm>
                <a:off x="357311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1" name="ph5701"/>
              <p:cNvSpPr/>
              <p:nvPr/>
            </p:nvSpPr>
            <p:spPr>
              <a:xfrm>
                <a:off x="358255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2" name="ph5702"/>
              <p:cNvSpPr/>
              <p:nvPr/>
            </p:nvSpPr>
            <p:spPr>
              <a:xfrm>
                <a:off x="359199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3" name="ph5703"/>
              <p:cNvSpPr/>
              <p:nvPr/>
            </p:nvSpPr>
            <p:spPr>
              <a:xfrm>
                <a:off x="360143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4" name="ph5704"/>
              <p:cNvSpPr/>
              <p:nvPr/>
            </p:nvSpPr>
            <p:spPr>
              <a:xfrm>
                <a:off x="361087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5" name="ph5705"/>
              <p:cNvSpPr/>
              <p:nvPr/>
            </p:nvSpPr>
            <p:spPr>
              <a:xfrm>
                <a:off x="362031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6" name="ph5706"/>
              <p:cNvSpPr/>
              <p:nvPr/>
            </p:nvSpPr>
            <p:spPr>
              <a:xfrm>
                <a:off x="362975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7" name="ph5707"/>
              <p:cNvSpPr/>
              <p:nvPr/>
            </p:nvSpPr>
            <p:spPr>
              <a:xfrm>
                <a:off x="363919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8" name="ph5708"/>
              <p:cNvSpPr/>
              <p:nvPr/>
            </p:nvSpPr>
            <p:spPr>
              <a:xfrm>
                <a:off x="364863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9" name="ph5709"/>
              <p:cNvSpPr/>
              <p:nvPr/>
            </p:nvSpPr>
            <p:spPr>
              <a:xfrm>
                <a:off x="365807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0" name="ph5710"/>
              <p:cNvSpPr/>
              <p:nvPr/>
            </p:nvSpPr>
            <p:spPr>
              <a:xfrm>
                <a:off x="366751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1" name="ph5711"/>
              <p:cNvSpPr/>
              <p:nvPr/>
            </p:nvSpPr>
            <p:spPr>
              <a:xfrm>
                <a:off x="367695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2" name="ph5712"/>
              <p:cNvSpPr/>
              <p:nvPr/>
            </p:nvSpPr>
            <p:spPr>
              <a:xfrm>
                <a:off x="3686393" y="148257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9342"/>
                    </a:lnTo>
                    <a:lnTo>
                      <a:pt x="922604" y="911400"/>
                    </a:lnTo>
                    <a:lnTo>
                      <a:pt x="921416" y="913459"/>
                    </a:lnTo>
                    <a:lnTo>
                      <a:pt x="92087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3" name="ph5713"/>
              <p:cNvSpPr/>
              <p:nvPr/>
            </p:nvSpPr>
            <p:spPr>
              <a:xfrm>
                <a:off x="3695833" y="1465000"/>
                <a:ext cx="921520" cy="926829"/>
              </a:xfrm>
              <a:custGeom>
                <a:avLst/>
                <a:gdLst/>
                <a:ahLst/>
                <a:cxnLst/>
                <a:rect l="0" t="0" r="0" b="0"/>
                <a:pathLst>
                  <a:path w="921520" h="926829">
                    <a:moveTo>
                      <a:pt x="914400" y="914400"/>
                    </a:moveTo>
                    <a:lnTo>
                      <a:pt x="921520" y="914400"/>
                    </a:lnTo>
                    <a:lnTo>
                      <a:pt x="920307" y="916607"/>
                    </a:lnTo>
                    <a:lnTo>
                      <a:pt x="919109" y="918679"/>
                    </a:lnTo>
                    <a:lnTo>
                      <a:pt x="917919" y="920737"/>
                    </a:lnTo>
                    <a:lnTo>
                      <a:pt x="916729" y="922795"/>
                    </a:lnTo>
                    <a:lnTo>
                      <a:pt x="915540" y="924853"/>
                    </a:lnTo>
                    <a:lnTo>
                      <a:pt x="914400" y="92682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4" name="ph5714"/>
              <p:cNvSpPr/>
              <p:nvPr/>
            </p:nvSpPr>
            <p:spPr>
              <a:xfrm>
                <a:off x="2119313" y="1447430"/>
                <a:ext cx="914400" cy="9235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75">
                    <a:moveTo>
                      <a:pt x="914400" y="914400"/>
                    </a:moveTo>
                    <a:lnTo>
                      <a:pt x="914400" y="923575"/>
                    </a:lnTo>
                    <a:lnTo>
                      <a:pt x="912481" y="919833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5" name="ph5715"/>
              <p:cNvSpPr/>
              <p:nvPr/>
            </p:nvSpPr>
            <p:spPr>
              <a:xfrm>
                <a:off x="211931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943" y="931969"/>
                    </a:lnTo>
                    <a:lnTo>
                      <a:pt x="916486" y="927644"/>
                    </a:lnTo>
                    <a:lnTo>
                      <a:pt x="914400" y="923575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6" name="ph5716"/>
              <p:cNvSpPr/>
              <p:nvPr/>
            </p:nvSpPr>
            <p:spPr>
              <a:xfrm>
                <a:off x="212875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7" name="ph5717"/>
              <p:cNvSpPr/>
              <p:nvPr/>
            </p:nvSpPr>
            <p:spPr>
              <a:xfrm>
                <a:off x="213819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8" name="ph5718"/>
              <p:cNvSpPr/>
              <p:nvPr/>
            </p:nvSpPr>
            <p:spPr>
              <a:xfrm>
                <a:off x="214763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9" name="ph5719"/>
              <p:cNvSpPr/>
              <p:nvPr/>
            </p:nvSpPr>
            <p:spPr>
              <a:xfrm>
                <a:off x="215707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0" name="ph5720"/>
              <p:cNvSpPr/>
              <p:nvPr/>
            </p:nvSpPr>
            <p:spPr>
              <a:xfrm>
                <a:off x="216651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1" name="ph5721"/>
              <p:cNvSpPr/>
              <p:nvPr/>
            </p:nvSpPr>
            <p:spPr>
              <a:xfrm>
                <a:off x="217595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2" name="ph5722"/>
              <p:cNvSpPr/>
              <p:nvPr/>
            </p:nvSpPr>
            <p:spPr>
              <a:xfrm>
                <a:off x="218539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3" name="ph5723"/>
              <p:cNvSpPr/>
              <p:nvPr/>
            </p:nvSpPr>
            <p:spPr>
              <a:xfrm>
                <a:off x="219483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4" name="ph5724"/>
              <p:cNvSpPr/>
              <p:nvPr/>
            </p:nvSpPr>
            <p:spPr>
              <a:xfrm>
                <a:off x="220427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5" name="ph5725"/>
              <p:cNvSpPr/>
              <p:nvPr/>
            </p:nvSpPr>
            <p:spPr>
              <a:xfrm>
                <a:off x="221371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6" name="ph5726"/>
              <p:cNvSpPr/>
              <p:nvPr/>
            </p:nvSpPr>
            <p:spPr>
              <a:xfrm>
                <a:off x="222315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7" name="ph5727"/>
              <p:cNvSpPr/>
              <p:nvPr/>
            </p:nvSpPr>
            <p:spPr>
              <a:xfrm>
                <a:off x="223259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8" name="ph5728"/>
              <p:cNvSpPr/>
              <p:nvPr/>
            </p:nvSpPr>
            <p:spPr>
              <a:xfrm>
                <a:off x="224203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9" name="ph5729"/>
              <p:cNvSpPr/>
              <p:nvPr/>
            </p:nvSpPr>
            <p:spPr>
              <a:xfrm>
                <a:off x="225147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0" name="ph5730"/>
              <p:cNvSpPr/>
              <p:nvPr/>
            </p:nvSpPr>
            <p:spPr>
              <a:xfrm>
                <a:off x="226091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1" name="ph5731"/>
              <p:cNvSpPr/>
              <p:nvPr/>
            </p:nvSpPr>
            <p:spPr>
              <a:xfrm>
                <a:off x="227035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2" name="ph5732"/>
              <p:cNvSpPr/>
              <p:nvPr/>
            </p:nvSpPr>
            <p:spPr>
              <a:xfrm>
                <a:off x="227979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3" name="ph5733"/>
              <p:cNvSpPr/>
              <p:nvPr/>
            </p:nvSpPr>
            <p:spPr>
              <a:xfrm>
                <a:off x="228923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4" name="ph5734"/>
              <p:cNvSpPr/>
              <p:nvPr/>
            </p:nvSpPr>
            <p:spPr>
              <a:xfrm>
                <a:off x="229867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5" name="ph5735"/>
              <p:cNvSpPr/>
              <p:nvPr/>
            </p:nvSpPr>
            <p:spPr>
              <a:xfrm>
                <a:off x="230811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6" name="ph5736"/>
              <p:cNvSpPr/>
              <p:nvPr/>
            </p:nvSpPr>
            <p:spPr>
              <a:xfrm>
                <a:off x="231755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7" name="ph5737"/>
              <p:cNvSpPr/>
              <p:nvPr/>
            </p:nvSpPr>
            <p:spPr>
              <a:xfrm>
                <a:off x="232699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8" name="ph5738"/>
              <p:cNvSpPr/>
              <p:nvPr/>
            </p:nvSpPr>
            <p:spPr>
              <a:xfrm>
                <a:off x="233643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9" name="ph5739"/>
              <p:cNvSpPr/>
              <p:nvPr/>
            </p:nvSpPr>
            <p:spPr>
              <a:xfrm>
                <a:off x="234587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0" name="ph5740"/>
              <p:cNvSpPr/>
              <p:nvPr/>
            </p:nvSpPr>
            <p:spPr>
              <a:xfrm>
                <a:off x="235531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1" name="ph5741"/>
              <p:cNvSpPr/>
              <p:nvPr/>
            </p:nvSpPr>
            <p:spPr>
              <a:xfrm>
                <a:off x="236476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2" name="ph5742"/>
              <p:cNvSpPr/>
              <p:nvPr/>
            </p:nvSpPr>
            <p:spPr>
              <a:xfrm>
                <a:off x="237420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3" name="ph5743"/>
              <p:cNvSpPr/>
              <p:nvPr/>
            </p:nvSpPr>
            <p:spPr>
              <a:xfrm>
                <a:off x="238364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4" name="ph5744"/>
              <p:cNvSpPr/>
              <p:nvPr/>
            </p:nvSpPr>
            <p:spPr>
              <a:xfrm>
                <a:off x="239308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5" name="ph5745"/>
              <p:cNvSpPr/>
              <p:nvPr/>
            </p:nvSpPr>
            <p:spPr>
              <a:xfrm>
                <a:off x="2402521" y="1465000"/>
                <a:ext cx="921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61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1561" y="896830"/>
                    </a:lnTo>
                    <a:lnTo>
                      <a:pt x="919451" y="905383"/>
                    </a:lnTo>
                    <a:lnTo>
                      <a:pt x="916914" y="914400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6" name="ph5746"/>
              <p:cNvSpPr/>
              <p:nvPr/>
            </p:nvSpPr>
            <p:spPr>
              <a:xfrm>
                <a:off x="3110538" y="14474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574" y="931969"/>
                    </a:lnTo>
                    <a:lnTo>
                      <a:pt x="910393" y="924263"/>
                    </a:lnTo>
                    <a:lnTo>
                      <a:pt x="911730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7" name="ph5747"/>
              <p:cNvSpPr/>
              <p:nvPr/>
            </p:nvSpPr>
            <p:spPr>
              <a:xfrm>
                <a:off x="311053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8" name="ph5748"/>
              <p:cNvSpPr/>
              <p:nvPr/>
            </p:nvSpPr>
            <p:spPr>
              <a:xfrm>
                <a:off x="311997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9" name="ph5749"/>
              <p:cNvSpPr/>
              <p:nvPr/>
            </p:nvSpPr>
            <p:spPr>
              <a:xfrm>
                <a:off x="312941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0" name="ph5750"/>
              <p:cNvSpPr/>
              <p:nvPr/>
            </p:nvSpPr>
            <p:spPr>
              <a:xfrm>
                <a:off x="313885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1" name="ph5751"/>
              <p:cNvSpPr/>
              <p:nvPr/>
            </p:nvSpPr>
            <p:spPr>
              <a:xfrm>
                <a:off x="314829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2" name="ph5752"/>
              <p:cNvSpPr/>
              <p:nvPr/>
            </p:nvSpPr>
            <p:spPr>
              <a:xfrm>
                <a:off x="315774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3" name="ph5753"/>
              <p:cNvSpPr/>
              <p:nvPr/>
            </p:nvSpPr>
            <p:spPr>
              <a:xfrm>
                <a:off x="316718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4" name="ph5754"/>
              <p:cNvSpPr/>
              <p:nvPr/>
            </p:nvSpPr>
            <p:spPr>
              <a:xfrm>
                <a:off x="317662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5" name="ph5755"/>
              <p:cNvSpPr/>
              <p:nvPr/>
            </p:nvSpPr>
            <p:spPr>
              <a:xfrm>
                <a:off x="318606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6" name="ph5756"/>
              <p:cNvSpPr/>
              <p:nvPr/>
            </p:nvSpPr>
            <p:spPr>
              <a:xfrm>
                <a:off x="319550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7" name="ph5757"/>
              <p:cNvSpPr/>
              <p:nvPr/>
            </p:nvSpPr>
            <p:spPr>
              <a:xfrm>
                <a:off x="320494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8" name="ph5758"/>
              <p:cNvSpPr/>
              <p:nvPr/>
            </p:nvSpPr>
            <p:spPr>
              <a:xfrm>
                <a:off x="321438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9" name="ph5759"/>
              <p:cNvSpPr/>
              <p:nvPr/>
            </p:nvSpPr>
            <p:spPr>
              <a:xfrm>
                <a:off x="322382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0" name="ph5760"/>
              <p:cNvSpPr/>
              <p:nvPr/>
            </p:nvSpPr>
            <p:spPr>
              <a:xfrm>
                <a:off x="323326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1" name="ph5761"/>
              <p:cNvSpPr/>
              <p:nvPr/>
            </p:nvSpPr>
            <p:spPr>
              <a:xfrm>
                <a:off x="324270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2" name="ph5762"/>
              <p:cNvSpPr/>
              <p:nvPr/>
            </p:nvSpPr>
            <p:spPr>
              <a:xfrm>
                <a:off x="325214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3" name="ph5763"/>
              <p:cNvSpPr/>
              <p:nvPr/>
            </p:nvSpPr>
            <p:spPr>
              <a:xfrm>
                <a:off x="326158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4" name="ph5764"/>
              <p:cNvSpPr/>
              <p:nvPr/>
            </p:nvSpPr>
            <p:spPr>
              <a:xfrm>
                <a:off x="327102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5" name="ph5765"/>
              <p:cNvSpPr/>
              <p:nvPr/>
            </p:nvSpPr>
            <p:spPr>
              <a:xfrm>
                <a:off x="328046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6" name="ph5766"/>
              <p:cNvSpPr/>
              <p:nvPr/>
            </p:nvSpPr>
            <p:spPr>
              <a:xfrm>
                <a:off x="328990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7" name="ph5767"/>
              <p:cNvSpPr/>
              <p:nvPr/>
            </p:nvSpPr>
            <p:spPr>
              <a:xfrm>
                <a:off x="329934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8" name="ph5768"/>
              <p:cNvSpPr/>
              <p:nvPr/>
            </p:nvSpPr>
            <p:spPr>
              <a:xfrm>
                <a:off x="330878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9" name="ph5769"/>
              <p:cNvSpPr/>
              <p:nvPr/>
            </p:nvSpPr>
            <p:spPr>
              <a:xfrm>
                <a:off x="331822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0" name="ph5770"/>
              <p:cNvSpPr/>
              <p:nvPr/>
            </p:nvSpPr>
            <p:spPr>
              <a:xfrm>
                <a:off x="332766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1" name="ph5771"/>
              <p:cNvSpPr/>
              <p:nvPr/>
            </p:nvSpPr>
            <p:spPr>
              <a:xfrm>
                <a:off x="333710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2" name="ph5772"/>
              <p:cNvSpPr/>
              <p:nvPr/>
            </p:nvSpPr>
            <p:spPr>
              <a:xfrm>
                <a:off x="334654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3" name="ph5773"/>
              <p:cNvSpPr/>
              <p:nvPr/>
            </p:nvSpPr>
            <p:spPr>
              <a:xfrm>
                <a:off x="335598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4" name="ph5774"/>
              <p:cNvSpPr/>
              <p:nvPr/>
            </p:nvSpPr>
            <p:spPr>
              <a:xfrm>
                <a:off x="336542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5" name="ph5775"/>
              <p:cNvSpPr/>
              <p:nvPr/>
            </p:nvSpPr>
            <p:spPr>
              <a:xfrm>
                <a:off x="337486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6" name="ph5776"/>
              <p:cNvSpPr/>
              <p:nvPr/>
            </p:nvSpPr>
            <p:spPr>
              <a:xfrm>
                <a:off x="338430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7" name="ph5777"/>
              <p:cNvSpPr/>
              <p:nvPr/>
            </p:nvSpPr>
            <p:spPr>
              <a:xfrm>
                <a:off x="339374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8" name="ph5778"/>
              <p:cNvSpPr/>
              <p:nvPr/>
            </p:nvSpPr>
            <p:spPr>
              <a:xfrm>
                <a:off x="340318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9" name="ph5779"/>
              <p:cNvSpPr/>
              <p:nvPr/>
            </p:nvSpPr>
            <p:spPr>
              <a:xfrm>
                <a:off x="341262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0" name="ph5780"/>
              <p:cNvSpPr/>
              <p:nvPr/>
            </p:nvSpPr>
            <p:spPr>
              <a:xfrm>
                <a:off x="342206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1" name="ph5781"/>
              <p:cNvSpPr/>
              <p:nvPr/>
            </p:nvSpPr>
            <p:spPr>
              <a:xfrm>
                <a:off x="343150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2" name="ph5782"/>
              <p:cNvSpPr/>
              <p:nvPr/>
            </p:nvSpPr>
            <p:spPr>
              <a:xfrm>
                <a:off x="344094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3" name="ph5783"/>
              <p:cNvSpPr/>
              <p:nvPr/>
            </p:nvSpPr>
            <p:spPr>
              <a:xfrm>
                <a:off x="345038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4" name="ph5784"/>
              <p:cNvSpPr/>
              <p:nvPr/>
            </p:nvSpPr>
            <p:spPr>
              <a:xfrm>
                <a:off x="345982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5" name="ph5785"/>
              <p:cNvSpPr/>
              <p:nvPr/>
            </p:nvSpPr>
            <p:spPr>
              <a:xfrm>
                <a:off x="346926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6" name="ph5786"/>
              <p:cNvSpPr/>
              <p:nvPr/>
            </p:nvSpPr>
            <p:spPr>
              <a:xfrm>
                <a:off x="347870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7" name="ph5787"/>
              <p:cNvSpPr/>
              <p:nvPr/>
            </p:nvSpPr>
            <p:spPr>
              <a:xfrm>
                <a:off x="348814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8" name="ph5788"/>
              <p:cNvSpPr/>
              <p:nvPr/>
            </p:nvSpPr>
            <p:spPr>
              <a:xfrm>
                <a:off x="349758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9" name="ph5789"/>
              <p:cNvSpPr/>
              <p:nvPr/>
            </p:nvSpPr>
            <p:spPr>
              <a:xfrm>
                <a:off x="350702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0" name="ph5790"/>
              <p:cNvSpPr/>
              <p:nvPr/>
            </p:nvSpPr>
            <p:spPr>
              <a:xfrm>
                <a:off x="351646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1" name="ph5791"/>
              <p:cNvSpPr/>
              <p:nvPr/>
            </p:nvSpPr>
            <p:spPr>
              <a:xfrm>
                <a:off x="352590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2" name="ph5792"/>
              <p:cNvSpPr/>
              <p:nvPr/>
            </p:nvSpPr>
            <p:spPr>
              <a:xfrm>
                <a:off x="353534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3" name="ph5793"/>
              <p:cNvSpPr/>
              <p:nvPr/>
            </p:nvSpPr>
            <p:spPr>
              <a:xfrm>
                <a:off x="354479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4" name="ph5794"/>
              <p:cNvSpPr/>
              <p:nvPr/>
            </p:nvSpPr>
            <p:spPr>
              <a:xfrm>
                <a:off x="355423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5" name="ph5795"/>
              <p:cNvSpPr/>
              <p:nvPr/>
            </p:nvSpPr>
            <p:spPr>
              <a:xfrm>
                <a:off x="356367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6" name="ph5796"/>
              <p:cNvSpPr/>
              <p:nvPr/>
            </p:nvSpPr>
            <p:spPr>
              <a:xfrm>
                <a:off x="357311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7" name="ph5797"/>
              <p:cNvSpPr/>
              <p:nvPr/>
            </p:nvSpPr>
            <p:spPr>
              <a:xfrm>
                <a:off x="358255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8" name="ph5798"/>
              <p:cNvSpPr/>
              <p:nvPr/>
            </p:nvSpPr>
            <p:spPr>
              <a:xfrm>
                <a:off x="359199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9" name="ph5799"/>
              <p:cNvSpPr/>
              <p:nvPr/>
            </p:nvSpPr>
            <p:spPr>
              <a:xfrm>
                <a:off x="360143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0" name="ph5800"/>
              <p:cNvSpPr/>
              <p:nvPr/>
            </p:nvSpPr>
            <p:spPr>
              <a:xfrm>
                <a:off x="361087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1" name="ph5801"/>
              <p:cNvSpPr/>
              <p:nvPr/>
            </p:nvSpPr>
            <p:spPr>
              <a:xfrm>
                <a:off x="362031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2" name="ph5802"/>
              <p:cNvSpPr/>
              <p:nvPr/>
            </p:nvSpPr>
            <p:spPr>
              <a:xfrm>
                <a:off x="362975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3" name="ph5803"/>
              <p:cNvSpPr/>
              <p:nvPr/>
            </p:nvSpPr>
            <p:spPr>
              <a:xfrm>
                <a:off x="363919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4" name="ph5804"/>
              <p:cNvSpPr/>
              <p:nvPr/>
            </p:nvSpPr>
            <p:spPr>
              <a:xfrm>
                <a:off x="364863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5" name="ph5805"/>
              <p:cNvSpPr/>
              <p:nvPr/>
            </p:nvSpPr>
            <p:spPr>
              <a:xfrm>
                <a:off x="365807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6" name="ph5806"/>
              <p:cNvSpPr/>
              <p:nvPr/>
            </p:nvSpPr>
            <p:spPr>
              <a:xfrm>
                <a:off x="366751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7" name="ph5807"/>
              <p:cNvSpPr/>
              <p:nvPr/>
            </p:nvSpPr>
            <p:spPr>
              <a:xfrm>
                <a:off x="367695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8" name="ph5808"/>
              <p:cNvSpPr/>
              <p:nvPr/>
            </p:nvSpPr>
            <p:spPr>
              <a:xfrm>
                <a:off x="368639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9" name="ph5809"/>
              <p:cNvSpPr/>
              <p:nvPr/>
            </p:nvSpPr>
            <p:spPr>
              <a:xfrm>
                <a:off x="3695833" y="146500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137"/>
                    </a:lnTo>
                    <a:lnTo>
                      <a:pt x="923051" y="911612"/>
                    </a:lnTo>
                    <a:lnTo>
                      <a:pt x="921520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0" name="ph5810"/>
              <p:cNvSpPr/>
              <p:nvPr/>
            </p:nvSpPr>
            <p:spPr>
              <a:xfrm>
                <a:off x="3705274" y="1447430"/>
                <a:ext cx="923840" cy="9287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7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261"/>
                    </a:lnTo>
                    <a:lnTo>
                      <a:pt x="923109" y="922864"/>
                    </a:lnTo>
                    <a:lnTo>
                      <a:pt x="917573" y="926799"/>
                    </a:lnTo>
                    <a:lnTo>
                      <a:pt x="914400" y="928707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1" name="ph5811"/>
              <p:cNvSpPr/>
              <p:nvPr/>
            </p:nvSpPr>
            <p:spPr>
              <a:xfrm>
                <a:off x="3714714" y="1447430"/>
                <a:ext cx="923319" cy="922261"/>
              </a:xfrm>
              <a:custGeom>
                <a:avLst/>
                <a:gdLst/>
                <a:ahLst/>
                <a:cxnLst/>
                <a:rect l="0" t="0" r="0" b="0"/>
                <a:pathLst>
                  <a:path w="923319" h="922261">
                    <a:moveTo>
                      <a:pt x="914400" y="914400"/>
                    </a:moveTo>
                    <a:lnTo>
                      <a:pt x="923319" y="914400"/>
                    </a:lnTo>
                    <a:lnTo>
                      <a:pt x="919086" y="918396"/>
                    </a:lnTo>
                    <a:lnTo>
                      <a:pt x="914400" y="922261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2" name="ph5812"/>
              <p:cNvSpPr/>
              <p:nvPr/>
            </p:nvSpPr>
            <p:spPr>
              <a:xfrm>
                <a:off x="2109873" y="1429861"/>
                <a:ext cx="914400" cy="9207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717">
                    <a:moveTo>
                      <a:pt x="914400" y="914400"/>
                    </a:moveTo>
                    <a:lnTo>
                      <a:pt x="914400" y="920717"/>
                    </a:lnTo>
                    <a:lnTo>
                      <a:pt x="913864" y="919499"/>
                    </a:lnTo>
                    <a:lnTo>
                      <a:pt x="912797" y="917073"/>
                    </a:lnTo>
                    <a:lnTo>
                      <a:pt x="911729" y="914648"/>
                    </a:lnTo>
                    <a:lnTo>
                      <a:pt x="911620" y="914400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3" name="ph5813"/>
              <p:cNvSpPr/>
              <p:nvPr/>
            </p:nvSpPr>
            <p:spPr>
              <a:xfrm>
                <a:off x="210987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407" y="931969"/>
                    </a:lnTo>
                    <a:lnTo>
                      <a:pt x="918136" y="929221"/>
                    </a:lnTo>
                    <a:lnTo>
                      <a:pt x="917063" y="926777"/>
                    </a:lnTo>
                    <a:lnTo>
                      <a:pt x="915997" y="924351"/>
                    </a:lnTo>
                    <a:lnTo>
                      <a:pt x="914931" y="921925"/>
                    </a:lnTo>
                    <a:lnTo>
                      <a:pt x="914400" y="920717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4" name="ph5814"/>
              <p:cNvSpPr/>
              <p:nvPr/>
            </p:nvSpPr>
            <p:spPr>
              <a:xfrm>
                <a:off x="211931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5" name="ph5815"/>
              <p:cNvSpPr/>
              <p:nvPr/>
            </p:nvSpPr>
            <p:spPr>
              <a:xfrm>
                <a:off x="212875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6" name="ph5816"/>
              <p:cNvSpPr/>
              <p:nvPr/>
            </p:nvSpPr>
            <p:spPr>
              <a:xfrm>
                <a:off x="213819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7" name="ph5817"/>
              <p:cNvSpPr/>
              <p:nvPr/>
            </p:nvSpPr>
            <p:spPr>
              <a:xfrm>
                <a:off x="214763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8" name="ph5818"/>
              <p:cNvSpPr/>
              <p:nvPr/>
            </p:nvSpPr>
            <p:spPr>
              <a:xfrm>
                <a:off x="215707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9" name="ph5819"/>
              <p:cNvSpPr/>
              <p:nvPr/>
            </p:nvSpPr>
            <p:spPr>
              <a:xfrm>
                <a:off x="216651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0" name="ph5820"/>
              <p:cNvSpPr/>
              <p:nvPr/>
            </p:nvSpPr>
            <p:spPr>
              <a:xfrm>
                <a:off x="217595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1" name="ph5821"/>
              <p:cNvSpPr/>
              <p:nvPr/>
            </p:nvSpPr>
            <p:spPr>
              <a:xfrm>
                <a:off x="218539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2" name="ph5822"/>
              <p:cNvSpPr/>
              <p:nvPr/>
            </p:nvSpPr>
            <p:spPr>
              <a:xfrm>
                <a:off x="219483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3" name="ph5823"/>
              <p:cNvSpPr/>
              <p:nvPr/>
            </p:nvSpPr>
            <p:spPr>
              <a:xfrm>
                <a:off x="220427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4" name="ph5824"/>
              <p:cNvSpPr/>
              <p:nvPr/>
            </p:nvSpPr>
            <p:spPr>
              <a:xfrm>
                <a:off x="221371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5" name="ph5825"/>
              <p:cNvSpPr/>
              <p:nvPr/>
            </p:nvSpPr>
            <p:spPr>
              <a:xfrm>
                <a:off x="222315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6" name="ph5826"/>
              <p:cNvSpPr/>
              <p:nvPr/>
            </p:nvSpPr>
            <p:spPr>
              <a:xfrm>
                <a:off x="223259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7" name="ph5827"/>
              <p:cNvSpPr/>
              <p:nvPr/>
            </p:nvSpPr>
            <p:spPr>
              <a:xfrm>
                <a:off x="224203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8" name="ph5828"/>
              <p:cNvSpPr/>
              <p:nvPr/>
            </p:nvSpPr>
            <p:spPr>
              <a:xfrm>
                <a:off x="225147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9" name="ph5829"/>
              <p:cNvSpPr/>
              <p:nvPr/>
            </p:nvSpPr>
            <p:spPr>
              <a:xfrm>
                <a:off x="226091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0" name="ph5830"/>
              <p:cNvSpPr/>
              <p:nvPr/>
            </p:nvSpPr>
            <p:spPr>
              <a:xfrm>
                <a:off x="227035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1" name="ph5831"/>
              <p:cNvSpPr/>
              <p:nvPr/>
            </p:nvSpPr>
            <p:spPr>
              <a:xfrm>
                <a:off x="227979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2" name="ph5832"/>
              <p:cNvSpPr/>
              <p:nvPr/>
            </p:nvSpPr>
            <p:spPr>
              <a:xfrm>
                <a:off x="228923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3" name="ph5833"/>
              <p:cNvSpPr/>
              <p:nvPr/>
            </p:nvSpPr>
            <p:spPr>
              <a:xfrm>
                <a:off x="229867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4" name="ph5834"/>
              <p:cNvSpPr/>
              <p:nvPr/>
            </p:nvSpPr>
            <p:spPr>
              <a:xfrm>
                <a:off x="230811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5" name="ph5835"/>
              <p:cNvSpPr/>
              <p:nvPr/>
            </p:nvSpPr>
            <p:spPr>
              <a:xfrm>
                <a:off x="231755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6" name="ph5836"/>
              <p:cNvSpPr/>
              <p:nvPr/>
            </p:nvSpPr>
            <p:spPr>
              <a:xfrm>
                <a:off x="232699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7" name="ph5837"/>
              <p:cNvSpPr/>
              <p:nvPr/>
            </p:nvSpPr>
            <p:spPr>
              <a:xfrm>
                <a:off x="233643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8" name="ph5838"/>
              <p:cNvSpPr/>
              <p:nvPr/>
            </p:nvSpPr>
            <p:spPr>
              <a:xfrm>
                <a:off x="234587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9" name="ph5839"/>
              <p:cNvSpPr/>
              <p:nvPr/>
            </p:nvSpPr>
            <p:spPr>
              <a:xfrm>
                <a:off x="235531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0" name="ph5840"/>
              <p:cNvSpPr/>
              <p:nvPr/>
            </p:nvSpPr>
            <p:spPr>
              <a:xfrm>
                <a:off x="236476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1" name="ph5841"/>
              <p:cNvSpPr/>
              <p:nvPr/>
            </p:nvSpPr>
            <p:spPr>
              <a:xfrm>
                <a:off x="237420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2" name="ph5842"/>
              <p:cNvSpPr/>
              <p:nvPr/>
            </p:nvSpPr>
            <p:spPr>
              <a:xfrm>
                <a:off x="238364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3" name="ph5843"/>
              <p:cNvSpPr/>
              <p:nvPr/>
            </p:nvSpPr>
            <p:spPr>
              <a:xfrm>
                <a:off x="239308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4" name="ph5844"/>
              <p:cNvSpPr/>
              <p:nvPr/>
            </p:nvSpPr>
            <p:spPr>
              <a:xfrm>
                <a:off x="2402521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3950"/>
                    </a:lnTo>
                    <a:lnTo>
                      <a:pt x="921908" y="912993"/>
                    </a:lnTo>
                    <a:lnTo>
                      <a:pt x="921561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5" name="ph5845"/>
              <p:cNvSpPr/>
              <p:nvPr/>
            </p:nvSpPr>
            <p:spPr>
              <a:xfrm>
                <a:off x="2411961" y="1429861"/>
                <a:ext cx="915731" cy="921520"/>
              </a:xfrm>
              <a:custGeom>
                <a:avLst/>
                <a:gdLst/>
                <a:ahLst/>
                <a:cxnLst/>
                <a:rect l="0" t="0" r="0" b="0"/>
                <a:pathLst>
                  <a:path w="915731" h="921520">
                    <a:moveTo>
                      <a:pt x="914400" y="914400"/>
                    </a:moveTo>
                    <a:lnTo>
                      <a:pt x="915731" y="914400"/>
                    </a:lnTo>
                    <a:lnTo>
                      <a:pt x="914643" y="920380"/>
                    </a:lnTo>
                    <a:lnTo>
                      <a:pt x="914400" y="92152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6" name="ph5846"/>
              <p:cNvSpPr/>
              <p:nvPr/>
            </p:nvSpPr>
            <p:spPr>
              <a:xfrm>
                <a:off x="3110538" y="14474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30" y="914400"/>
                    </a:lnTo>
                    <a:lnTo>
                      <a:pt x="911831" y="913657"/>
                    </a:lnTo>
                    <a:lnTo>
                      <a:pt x="913562" y="903205"/>
                    </a:lnTo>
                    <a:lnTo>
                      <a:pt x="914400" y="89895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7" name="ph5847"/>
              <p:cNvSpPr/>
              <p:nvPr/>
            </p:nvSpPr>
            <p:spPr>
              <a:xfrm>
                <a:off x="3119979" y="142986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20"/>
                    </a:lnTo>
                    <a:lnTo>
                      <a:pt x="905376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8" name="ph5848"/>
              <p:cNvSpPr/>
              <p:nvPr/>
            </p:nvSpPr>
            <p:spPr>
              <a:xfrm>
                <a:off x="311997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9" name="ph5849"/>
              <p:cNvSpPr/>
              <p:nvPr/>
            </p:nvSpPr>
            <p:spPr>
              <a:xfrm>
                <a:off x="312941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0" name="ph5850"/>
              <p:cNvSpPr/>
              <p:nvPr/>
            </p:nvSpPr>
            <p:spPr>
              <a:xfrm>
                <a:off x="313885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1" name="ph5851"/>
              <p:cNvSpPr/>
              <p:nvPr/>
            </p:nvSpPr>
            <p:spPr>
              <a:xfrm>
                <a:off x="314829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2" name="ph5852"/>
              <p:cNvSpPr/>
              <p:nvPr/>
            </p:nvSpPr>
            <p:spPr>
              <a:xfrm>
                <a:off x="315774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3" name="ph5853"/>
              <p:cNvSpPr/>
              <p:nvPr/>
            </p:nvSpPr>
            <p:spPr>
              <a:xfrm>
                <a:off x="316718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4" name="ph5854"/>
              <p:cNvSpPr/>
              <p:nvPr/>
            </p:nvSpPr>
            <p:spPr>
              <a:xfrm>
                <a:off x="317662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5" name="ph5855"/>
              <p:cNvSpPr/>
              <p:nvPr/>
            </p:nvSpPr>
            <p:spPr>
              <a:xfrm>
                <a:off x="318606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6" name="ph5856"/>
              <p:cNvSpPr/>
              <p:nvPr/>
            </p:nvSpPr>
            <p:spPr>
              <a:xfrm>
                <a:off x="319550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7" name="ph5857"/>
              <p:cNvSpPr/>
              <p:nvPr/>
            </p:nvSpPr>
            <p:spPr>
              <a:xfrm>
                <a:off x="320494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8" name="ph5858"/>
              <p:cNvSpPr/>
              <p:nvPr/>
            </p:nvSpPr>
            <p:spPr>
              <a:xfrm>
                <a:off x="321438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9" name="ph5859"/>
              <p:cNvSpPr/>
              <p:nvPr/>
            </p:nvSpPr>
            <p:spPr>
              <a:xfrm>
                <a:off x="322382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0" name="ph5860"/>
              <p:cNvSpPr/>
              <p:nvPr/>
            </p:nvSpPr>
            <p:spPr>
              <a:xfrm>
                <a:off x="323326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1" name="ph5861"/>
              <p:cNvSpPr/>
              <p:nvPr/>
            </p:nvSpPr>
            <p:spPr>
              <a:xfrm>
                <a:off x="324270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2" name="ph5862"/>
              <p:cNvSpPr/>
              <p:nvPr/>
            </p:nvSpPr>
            <p:spPr>
              <a:xfrm>
                <a:off x="325214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3" name="ph5863"/>
              <p:cNvSpPr/>
              <p:nvPr/>
            </p:nvSpPr>
            <p:spPr>
              <a:xfrm>
                <a:off x="326158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4" name="ph5864"/>
              <p:cNvSpPr/>
              <p:nvPr/>
            </p:nvSpPr>
            <p:spPr>
              <a:xfrm>
                <a:off x="327102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5" name="ph5865"/>
              <p:cNvSpPr/>
              <p:nvPr/>
            </p:nvSpPr>
            <p:spPr>
              <a:xfrm>
                <a:off x="328046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6" name="ph5866"/>
              <p:cNvSpPr/>
              <p:nvPr/>
            </p:nvSpPr>
            <p:spPr>
              <a:xfrm>
                <a:off x="328990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7" name="ph5867"/>
              <p:cNvSpPr/>
              <p:nvPr/>
            </p:nvSpPr>
            <p:spPr>
              <a:xfrm>
                <a:off x="329934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8" name="ph5868"/>
              <p:cNvSpPr/>
              <p:nvPr/>
            </p:nvSpPr>
            <p:spPr>
              <a:xfrm>
                <a:off x="330878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9" name="ph5869"/>
              <p:cNvSpPr/>
              <p:nvPr/>
            </p:nvSpPr>
            <p:spPr>
              <a:xfrm>
                <a:off x="331822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0" name="ph5870"/>
              <p:cNvSpPr/>
              <p:nvPr/>
            </p:nvSpPr>
            <p:spPr>
              <a:xfrm>
                <a:off x="332766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1" name="ph5871"/>
              <p:cNvSpPr/>
              <p:nvPr/>
            </p:nvSpPr>
            <p:spPr>
              <a:xfrm>
                <a:off x="333710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2" name="ph5872"/>
              <p:cNvSpPr/>
              <p:nvPr/>
            </p:nvSpPr>
            <p:spPr>
              <a:xfrm>
                <a:off x="334654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3" name="ph5873"/>
              <p:cNvSpPr/>
              <p:nvPr/>
            </p:nvSpPr>
            <p:spPr>
              <a:xfrm>
                <a:off x="335598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4" name="ph5874"/>
              <p:cNvSpPr/>
              <p:nvPr/>
            </p:nvSpPr>
            <p:spPr>
              <a:xfrm>
                <a:off x="336542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5" name="ph5875"/>
              <p:cNvSpPr/>
              <p:nvPr/>
            </p:nvSpPr>
            <p:spPr>
              <a:xfrm>
                <a:off x="337486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6" name="ph5876"/>
              <p:cNvSpPr/>
              <p:nvPr/>
            </p:nvSpPr>
            <p:spPr>
              <a:xfrm>
                <a:off x="338430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7" name="ph5877"/>
              <p:cNvSpPr/>
              <p:nvPr/>
            </p:nvSpPr>
            <p:spPr>
              <a:xfrm>
                <a:off x="339374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8" name="ph5878"/>
              <p:cNvSpPr/>
              <p:nvPr/>
            </p:nvSpPr>
            <p:spPr>
              <a:xfrm>
                <a:off x="340318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9" name="ph5879"/>
              <p:cNvSpPr/>
              <p:nvPr/>
            </p:nvSpPr>
            <p:spPr>
              <a:xfrm>
                <a:off x="341262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0" name="ph5880"/>
              <p:cNvSpPr/>
              <p:nvPr/>
            </p:nvSpPr>
            <p:spPr>
              <a:xfrm>
                <a:off x="342206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1" name="ph5881"/>
              <p:cNvSpPr/>
              <p:nvPr/>
            </p:nvSpPr>
            <p:spPr>
              <a:xfrm>
                <a:off x="343150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2" name="ph5882"/>
              <p:cNvSpPr/>
              <p:nvPr/>
            </p:nvSpPr>
            <p:spPr>
              <a:xfrm>
                <a:off x="344094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3" name="ph5883"/>
              <p:cNvSpPr/>
              <p:nvPr/>
            </p:nvSpPr>
            <p:spPr>
              <a:xfrm>
                <a:off x="345038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4" name="ph5884"/>
              <p:cNvSpPr/>
              <p:nvPr/>
            </p:nvSpPr>
            <p:spPr>
              <a:xfrm>
                <a:off x="345982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5" name="ph5885"/>
              <p:cNvSpPr/>
              <p:nvPr/>
            </p:nvSpPr>
            <p:spPr>
              <a:xfrm>
                <a:off x="346926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6" name="ph5886"/>
              <p:cNvSpPr/>
              <p:nvPr/>
            </p:nvSpPr>
            <p:spPr>
              <a:xfrm>
                <a:off x="347870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7" name="ph5887"/>
              <p:cNvSpPr/>
              <p:nvPr/>
            </p:nvSpPr>
            <p:spPr>
              <a:xfrm>
                <a:off x="348814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8" name="ph5888"/>
              <p:cNvSpPr/>
              <p:nvPr/>
            </p:nvSpPr>
            <p:spPr>
              <a:xfrm>
                <a:off x="349758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9" name="ph5889"/>
              <p:cNvSpPr/>
              <p:nvPr/>
            </p:nvSpPr>
            <p:spPr>
              <a:xfrm>
                <a:off x="350702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0" name="ph5890"/>
              <p:cNvSpPr/>
              <p:nvPr/>
            </p:nvSpPr>
            <p:spPr>
              <a:xfrm>
                <a:off x="351646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1" name="ph5891"/>
              <p:cNvSpPr/>
              <p:nvPr/>
            </p:nvSpPr>
            <p:spPr>
              <a:xfrm>
                <a:off x="352590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2" name="ph5892"/>
              <p:cNvSpPr/>
              <p:nvPr/>
            </p:nvSpPr>
            <p:spPr>
              <a:xfrm>
                <a:off x="353534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3" name="ph5893"/>
              <p:cNvSpPr/>
              <p:nvPr/>
            </p:nvSpPr>
            <p:spPr>
              <a:xfrm>
                <a:off x="354479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4" name="ph5894"/>
              <p:cNvSpPr/>
              <p:nvPr/>
            </p:nvSpPr>
            <p:spPr>
              <a:xfrm>
                <a:off x="355423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5" name="ph5895"/>
              <p:cNvSpPr/>
              <p:nvPr/>
            </p:nvSpPr>
            <p:spPr>
              <a:xfrm>
                <a:off x="356367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6" name="ph5896"/>
              <p:cNvSpPr/>
              <p:nvPr/>
            </p:nvSpPr>
            <p:spPr>
              <a:xfrm>
                <a:off x="357311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7" name="ph5897"/>
              <p:cNvSpPr/>
              <p:nvPr/>
            </p:nvSpPr>
            <p:spPr>
              <a:xfrm>
                <a:off x="358255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8" name="ph5898"/>
              <p:cNvSpPr/>
              <p:nvPr/>
            </p:nvSpPr>
            <p:spPr>
              <a:xfrm>
                <a:off x="359199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9" name="ph5899"/>
              <p:cNvSpPr/>
              <p:nvPr/>
            </p:nvSpPr>
            <p:spPr>
              <a:xfrm>
                <a:off x="360143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0" name="ph5900"/>
              <p:cNvSpPr/>
              <p:nvPr/>
            </p:nvSpPr>
            <p:spPr>
              <a:xfrm>
                <a:off x="361087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1" name="ph5901"/>
              <p:cNvSpPr/>
              <p:nvPr/>
            </p:nvSpPr>
            <p:spPr>
              <a:xfrm>
                <a:off x="362031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2" name="ph5902"/>
              <p:cNvSpPr/>
              <p:nvPr/>
            </p:nvSpPr>
            <p:spPr>
              <a:xfrm>
                <a:off x="362975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3" name="ph5903"/>
              <p:cNvSpPr/>
              <p:nvPr/>
            </p:nvSpPr>
            <p:spPr>
              <a:xfrm>
                <a:off x="363919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4" name="ph5904"/>
              <p:cNvSpPr/>
              <p:nvPr/>
            </p:nvSpPr>
            <p:spPr>
              <a:xfrm>
                <a:off x="364863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5" name="ph5905"/>
              <p:cNvSpPr/>
              <p:nvPr/>
            </p:nvSpPr>
            <p:spPr>
              <a:xfrm>
                <a:off x="365807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6" name="ph5906"/>
              <p:cNvSpPr/>
              <p:nvPr/>
            </p:nvSpPr>
            <p:spPr>
              <a:xfrm>
                <a:off x="366751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7" name="ph5907"/>
              <p:cNvSpPr/>
              <p:nvPr/>
            </p:nvSpPr>
            <p:spPr>
              <a:xfrm>
                <a:off x="367695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8" name="ph5908"/>
              <p:cNvSpPr/>
              <p:nvPr/>
            </p:nvSpPr>
            <p:spPr>
              <a:xfrm>
                <a:off x="368639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9" name="ph5909"/>
              <p:cNvSpPr/>
              <p:nvPr/>
            </p:nvSpPr>
            <p:spPr>
              <a:xfrm>
                <a:off x="369583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0" name="ph5910"/>
              <p:cNvSpPr/>
              <p:nvPr/>
            </p:nvSpPr>
            <p:spPr>
              <a:xfrm>
                <a:off x="370527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1" name="ph5911"/>
              <p:cNvSpPr/>
              <p:nvPr/>
            </p:nvSpPr>
            <p:spPr>
              <a:xfrm>
                <a:off x="3714714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907"/>
                    </a:lnTo>
                    <a:lnTo>
                      <a:pt x="923319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2" name="ph5912"/>
              <p:cNvSpPr/>
              <p:nvPr/>
            </p:nvSpPr>
            <p:spPr>
              <a:xfrm>
                <a:off x="3724154" y="1429861"/>
                <a:ext cx="923840" cy="9314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4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939"/>
                    </a:lnTo>
                    <a:lnTo>
                      <a:pt x="920068" y="925479"/>
                    </a:lnTo>
                    <a:lnTo>
                      <a:pt x="914930" y="930976"/>
                    </a:lnTo>
                    <a:lnTo>
                      <a:pt x="914400" y="931477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3" name="ph5913"/>
              <p:cNvSpPr/>
              <p:nvPr/>
            </p:nvSpPr>
            <p:spPr>
              <a:xfrm>
                <a:off x="3733594" y="1429861"/>
                <a:ext cx="919383" cy="920939"/>
              </a:xfrm>
              <a:custGeom>
                <a:avLst/>
                <a:gdLst/>
                <a:ahLst/>
                <a:cxnLst/>
                <a:rect l="0" t="0" r="0" b="0"/>
                <a:pathLst>
                  <a:path w="919383" h="920939">
                    <a:moveTo>
                      <a:pt x="914400" y="914400"/>
                    </a:moveTo>
                    <a:lnTo>
                      <a:pt x="919383" y="914400"/>
                    </a:lnTo>
                    <a:lnTo>
                      <a:pt x="915603" y="919490"/>
                    </a:lnTo>
                    <a:lnTo>
                      <a:pt x="914400" y="92093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4" name="ph5914"/>
              <p:cNvSpPr/>
              <p:nvPr/>
            </p:nvSpPr>
            <p:spPr>
              <a:xfrm>
                <a:off x="2100433" y="1412291"/>
                <a:ext cx="914400" cy="91702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025">
                    <a:moveTo>
                      <a:pt x="914400" y="914399"/>
                    </a:moveTo>
                    <a:lnTo>
                      <a:pt x="914400" y="917025"/>
                    </a:lnTo>
                    <a:lnTo>
                      <a:pt x="913924" y="916179"/>
                    </a:lnTo>
                    <a:lnTo>
                      <a:pt x="912923" y="91439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5" name="ph5915"/>
              <p:cNvSpPr/>
              <p:nvPr/>
            </p:nvSpPr>
            <p:spPr>
              <a:xfrm>
                <a:off x="210043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1060" y="931969"/>
                    </a:lnTo>
                    <a:lnTo>
                      <a:pt x="920102" y="929792"/>
                    </a:lnTo>
                    <a:lnTo>
                      <a:pt x="919033" y="927367"/>
                    </a:lnTo>
                    <a:lnTo>
                      <a:pt x="917964" y="924941"/>
                    </a:lnTo>
                    <a:lnTo>
                      <a:pt x="916895" y="922516"/>
                    </a:lnTo>
                    <a:lnTo>
                      <a:pt x="915825" y="920091"/>
                    </a:lnTo>
                    <a:lnTo>
                      <a:pt x="914738" y="917627"/>
                    </a:lnTo>
                    <a:lnTo>
                      <a:pt x="914400" y="917025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6" name="ph5916"/>
              <p:cNvSpPr/>
              <p:nvPr/>
            </p:nvSpPr>
            <p:spPr>
              <a:xfrm>
                <a:off x="210987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7" name="ph5917"/>
              <p:cNvSpPr/>
              <p:nvPr/>
            </p:nvSpPr>
            <p:spPr>
              <a:xfrm>
                <a:off x="211931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8" name="ph5918"/>
              <p:cNvSpPr/>
              <p:nvPr/>
            </p:nvSpPr>
            <p:spPr>
              <a:xfrm>
                <a:off x="212875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9" name="ph5919"/>
              <p:cNvSpPr/>
              <p:nvPr/>
            </p:nvSpPr>
            <p:spPr>
              <a:xfrm>
                <a:off x="213819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0" name="ph5920"/>
              <p:cNvSpPr/>
              <p:nvPr/>
            </p:nvSpPr>
            <p:spPr>
              <a:xfrm>
                <a:off x="214763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1" name="ph5921"/>
              <p:cNvSpPr/>
              <p:nvPr/>
            </p:nvSpPr>
            <p:spPr>
              <a:xfrm>
                <a:off x="215707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2" name="ph5922"/>
              <p:cNvSpPr/>
              <p:nvPr/>
            </p:nvSpPr>
            <p:spPr>
              <a:xfrm>
                <a:off x="216651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3" name="ph5923"/>
              <p:cNvSpPr/>
              <p:nvPr/>
            </p:nvSpPr>
            <p:spPr>
              <a:xfrm>
                <a:off x="217595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4" name="ph5924"/>
              <p:cNvSpPr/>
              <p:nvPr/>
            </p:nvSpPr>
            <p:spPr>
              <a:xfrm>
                <a:off x="218539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5" name="ph5925"/>
              <p:cNvSpPr/>
              <p:nvPr/>
            </p:nvSpPr>
            <p:spPr>
              <a:xfrm>
                <a:off x="219483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6" name="ph5926"/>
              <p:cNvSpPr/>
              <p:nvPr/>
            </p:nvSpPr>
            <p:spPr>
              <a:xfrm>
                <a:off x="220427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7" name="ph5927"/>
              <p:cNvSpPr/>
              <p:nvPr/>
            </p:nvSpPr>
            <p:spPr>
              <a:xfrm>
                <a:off x="221371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8" name="ph5928"/>
              <p:cNvSpPr/>
              <p:nvPr/>
            </p:nvSpPr>
            <p:spPr>
              <a:xfrm>
                <a:off x="222315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9" name="ph5929"/>
              <p:cNvSpPr/>
              <p:nvPr/>
            </p:nvSpPr>
            <p:spPr>
              <a:xfrm>
                <a:off x="223259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0" name="ph5930"/>
              <p:cNvSpPr/>
              <p:nvPr/>
            </p:nvSpPr>
            <p:spPr>
              <a:xfrm>
                <a:off x="224203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1" name="ph5931"/>
              <p:cNvSpPr/>
              <p:nvPr/>
            </p:nvSpPr>
            <p:spPr>
              <a:xfrm>
                <a:off x="225147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2" name="ph5932"/>
              <p:cNvSpPr/>
              <p:nvPr/>
            </p:nvSpPr>
            <p:spPr>
              <a:xfrm>
                <a:off x="226091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3" name="ph5933"/>
              <p:cNvSpPr/>
              <p:nvPr/>
            </p:nvSpPr>
            <p:spPr>
              <a:xfrm>
                <a:off x="227035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4" name="ph5934"/>
              <p:cNvSpPr/>
              <p:nvPr/>
            </p:nvSpPr>
            <p:spPr>
              <a:xfrm>
                <a:off x="227979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5" name="ph5935"/>
              <p:cNvSpPr/>
              <p:nvPr/>
            </p:nvSpPr>
            <p:spPr>
              <a:xfrm>
                <a:off x="228923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6" name="ph5936"/>
              <p:cNvSpPr/>
              <p:nvPr/>
            </p:nvSpPr>
            <p:spPr>
              <a:xfrm>
                <a:off x="229867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7" name="ph5937"/>
              <p:cNvSpPr/>
              <p:nvPr/>
            </p:nvSpPr>
            <p:spPr>
              <a:xfrm>
                <a:off x="230811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8" name="ph5938"/>
              <p:cNvSpPr/>
              <p:nvPr/>
            </p:nvSpPr>
            <p:spPr>
              <a:xfrm>
                <a:off x="231755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9" name="ph5939"/>
              <p:cNvSpPr/>
              <p:nvPr/>
            </p:nvSpPr>
            <p:spPr>
              <a:xfrm>
                <a:off x="232699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0" name="ph5940"/>
              <p:cNvSpPr/>
              <p:nvPr/>
            </p:nvSpPr>
            <p:spPr>
              <a:xfrm>
                <a:off x="233643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1" name="ph5941"/>
              <p:cNvSpPr/>
              <p:nvPr/>
            </p:nvSpPr>
            <p:spPr>
              <a:xfrm>
                <a:off x="234587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2" name="ph5942"/>
              <p:cNvSpPr/>
              <p:nvPr/>
            </p:nvSpPr>
            <p:spPr>
              <a:xfrm>
                <a:off x="235531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3" name="ph5943"/>
              <p:cNvSpPr/>
              <p:nvPr/>
            </p:nvSpPr>
            <p:spPr>
              <a:xfrm>
                <a:off x="236476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4" name="ph5944"/>
              <p:cNvSpPr/>
              <p:nvPr/>
            </p:nvSpPr>
            <p:spPr>
              <a:xfrm>
                <a:off x="237420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5" name="ph5945"/>
              <p:cNvSpPr/>
              <p:nvPr/>
            </p:nvSpPr>
            <p:spPr>
              <a:xfrm>
                <a:off x="238364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6" name="ph5946"/>
              <p:cNvSpPr/>
              <p:nvPr/>
            </p:nvSpPr>
            <p:spPr>
              <a:xfrm>
                <a:off x="239308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7" name="ph5947"/>
              <p:cNvSpPr/>
              <p:nvPr/>
            </p:nvSpPr>
            <p:spPr>
              <a:xfrm>
                <a:off x="24025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8" name="ph5948"/>
              <p:cNvSpPr/>
              <p:nvPr/>
            </p:nvSpPr>
            <p:spPr>
              <a:xfrm>
                <a:off x="2411961" y="1429861"/>
                <a:ext cx="91844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4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46" y="896830"/>
                    </a:lnTo>
                    <a:lnTo>
                      <a:pt x="918127" y="899451"/>
                    </a:lnTo>
                    <a:lnTo>
                      <a:pt x="916531" y="910000"/>
                    </a:lnTo>
                    <a:lnTo>
                      <a:pt x="915731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9" name="ph5949"/>
              <p:cNvSpPr/>
              <p:nvPr/>
            </p:nvSpPr>
            <p:spPr>
              <a:xfrm>
                <a:off x="3119979" y="141229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76" y="931969"/>
                    </a:lnTo>
                    <a:lnTo>
                      <a:pt x="906143" y="928073"/>
                    </a:lnTo>
                    <a:lnTo>
                      <a:pt x="908447" y="918011"/>
                    </a:lnTo>
                    <a:lnTo>
                      <a:pt x="909396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0" name="ph5950"/>
              <p:cNvSpPr/>
              <p:nvPr/>
            </p:nvSpPr>
            <p:spPr>
              <a:xfrm>
                <a:off x="311997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1" name="ph5951"/>
              <p:cNvSpPr/>
              <p:nvPr/>
            </p:nvSpPr>
            <p:spPr>
              <a:xfrm>
                <a:off x="312941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2" name="ph5952"/>
              <p:cNvSpPr/>
              <p:nvPr/>
            </p:nvSpPr>
            <p:spPr>
              <a:xfrm>
                <a:off x="313885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3" name="ph5953"/>
              <p:cNvSpPr/>
              <p:nvPr/>
            </p:nvSpPr>
            <p:spPr>
              <a:xfrm>
                <a:off x="314829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4" name="ph5954"/>
              <p:cNvSpPr/>
              <p:nvPr/>
            </p:nvSpPr>
            <p:spPr>
              <a:xfrm>
                <a:off x="315774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5" name="ph5955"/>
              <p:cNvSpPr/>
              <p:nvPr/>
            </p:nvSpPr>
            <p:spPr>
              <a:xfrm>
                <a:off x="316718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6" name="ph5956"/>
              <p:cNvSpPr/>
              <p:nvPr/>
            </p:nvSpPr>
            <p:spPr>
              <a:xfrm>
                <a:off x="317662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7" name="ph5957"/>
              <p:cNvSpPr/>
              <p:nvPr/>
            </p:nvSpPr>
            <p:spPr>
              <a:xfrm>
                <a:off x="318606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8" name="ph5958"/>
              <p:cNvSpPr/>
              <p:nvPr/>
            </p:nvSpPr>
            <p:spPr>
              <a:xfrm>
                <a:off x="319550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9" name="ph5959"/>
              <p:cNvSpPr/>
              <p:nvPr/>
            </p:nvSpPr>
            <p:spPr>
              <a:xfrm>
                <a:off x="320494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0" name="ph5960"/>
              <p:cNvSpPr/>
              <p:nvPr/>
            </p:nvSpPr>
            <p:spPr>
              <a:xfrm>
                <a:off x="321438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1" name="ph5961"/>
              <p:cNvSpPr/>
              <p:nvPr/>
            </p:nvSpPr>
            <p:spPr>
              <a:xfrm>
                <a:off x="32238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2" name="ph5962"/>
              <p:cNvSpPr/>
              <p:nvPr/>
            </p:nvSpPr>
            <p:spPr>
              <a:xfrm>
                <a:off x="323326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3" name="ph5963"/>
              <p:cNvSpPr/>
              <p:nvPr/>
            </p:nvSpPr>
            <p:spPr>
              <a:xfrm>
                <a:off x="324270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4" name="ph5964"/>
              <p:cNvSpPr/>
              <p:nvPr/>
            </p:nvSpPr>
            <p:spPr>
              <a:xfrm>
                <a:off x="325214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5" name="ph5965"/>
              <p:cNvSpPr/>
              <p:nvPr/>
            </p:nvSpPr>
            <p:spPr>
              <a:xfrm>
                <a:off x="326158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6" name="ph5966"/>
              <p:cNvSpPr/>
              <p:nvPr/>
            </p:nvSpPr>
            <p:spPr>
              <a:xfrm>
                <a:off x="327102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7" name="ph5967"/>
              <p:cNvSpPr/>
              <p:nvPr/>
            </p:nvSpPr>
            <p:spPr>
              <a:xfrm>
                <a:off x="328046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8" name="ph5968"/>
              <p:cNvSpPr/>
              <p:nvPr/>
            </p:nvSpPr>
            <p:spPr>
              <a:xfrm>
                <a:off x="328990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9" name="ph5969"/>
              <p:cNvSpPr/>
              <p:nvPr/>
            </p:nvSpPr>
            <p:spPr>
              <a:xfrm>
                <a:off x="329934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0" name="ph5970"/>
              <p:cNvSpPr/>
              <p:nvPr/>
            </p:nvSpPr>
            <p:spPr>
              <a:xfrm>
                <a:off x="330878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1" name="ph5971"/>
              <p:cNvSpPr/>
              <p:nvPr/>
            </p:nvSpPr>
            <p:spPr>
              <a:xfrm>
                <a:off x="331822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2" name="ph5972"/>
              <p:cNvSpPr/>
              <p:nvPr/>
            </p:nvSpPr>
            <p:spPr>
              <a:xfrm>
                <a:off x="332766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3" name="ph5973"/>
              <p:cNvSpPr/>
              <p:nvPr/>
            </p:nvSpPr>
            <p:spPr>
              <a:xfrm>
                <a:off x="333710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4" name="ph5974"/>
              <p:cNvSpPr/>
              <p:nvPr/>
            </p:nvSpPr>
            <p:spPr>
              <a:xfrm>
                <a:off x="334654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5" name="ph5975"/>
              <p:cNvSpPr/>
              <p:nvPr/>
            </p:nvSpPr>
            <p:spPr>
              <a:xfrm>
                <a:off x="335598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6" name="ph5976"/>
              <p:cNvSpPr/>
              <p:nvPr/>
            </p:nvSpPr>
            <p:spPr>
              <a:xfrm>
                <a:off x="336542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7" name="ph5977"/>
              <p:cNvSpPr/>
              <p:nvPr/>
            </p:nvSpPr>
            <p:spPr>
              <a:xfrm>
                <a:off x="337486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8" name="ph5978"/>
              <p:cNvSpPr/>
              <p:nvPr/>
            </p:nvSpPr>
            <p:spPr>
              <a:xfrm>
                <a:off x="338430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9" name="ph5979"/>
              <p:cNvSpPr/>
              <p:nvPr/>
            </p:nvSpPr>
            <p:spPr>
              <a:xfrm>
                <a:off x="339374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0" name="ph5980"/>
              <p:cNvSpPr/>
              <p:nvPr/>
            </p:nvSpPr>
            <p:spPr>
              <a:xfrm>
                <a:off x="340318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1" name="ph5981"/>
              <p:cNvSpPr/>
              <p:nvPr/>
            </p:nvSpPr>
            <p:spPr>
              <a:xfrm>
                <a:off x="341262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2" name="ph5982"/>
              <p:cNvSpPr/>
              <p:nvPr/>
            </p:nvSpPr>
            <p:spPr>
              <a:xfrm>
                <a:off x="342206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3" name="ph5983"/>
              <p:cNvSpPr/>
              <p:nvPr/>
            </p:nvSpPr>
            <p:spPr>
              <a:xfrm>
                <a:off x="343150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4" name="ph5984"/>
              <p:cNvSpPr/>
              <p:nvPr/>
            </p:nvSpPr>
            <p:spPr>
              <a:xfrm>
                <a:off x="344094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5" name="ph5985"/>
              <p:cNvSpPr/>
              <p:nvPr/>
            </p:nvSpPr>
            <p:spPr>
              <a:xfrm>
                <a:off x="345038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6" name="ph5986"/>
              <p:cNvSpPr/>
              <p:nvPr/>
            </p:nvSpPr>
            <p:spPr>
              <a:xfrm>
                <a:off x="345982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7" name="ph5987"/>
              <p:cNvSpPr/>
              <p:nvPr/>
            </p:nvSpPr>
            <p:spPr>
              <a:xfrm>
                <a:off x="346926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8" name="ph5988"/>
              <p:cNvSpPr/>
              <p:nvPr/>
            </p:nvSpPr>
            <p:spPr>
              <a:xfrm>
                <a:off x="347870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9" name="ph5989"/>
              <p:cNvSpPr/>
              <p:nvPr/>
            </p:nvSpPr>
            <p:spPr>
              <a:xfrm>
                <a:off x="348814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0" name="ph5990"/>
              <p:cNvSpPr/>
              <p:nvPr/>
            </p:nvSpPr>
            <p:spPr>
              <a:xfrm>
                <a:off x="349758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1" name="ph5991"/>
              <p:cNvSpPr/>
              <p:nvPr/>
            </p:nvSpPr>
            <p:spPr>
              <a:xfrm>
                <a:off x="350702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2" name="ph5992"/>
              <p:cNvSpPr/>
              <p:nvPr/>
            </p:nvSpPr>
            <p:spPr>
              <a:xfrm>
                <a:off x="351646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3" name="ph5993"/>
              <p:cNvSpPr/>
              <p:nvPr/>
            </p:nvSpPr>
            <p:spPr>
              <a:xfrm>
                <a:off x="352590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4" name="ph5994"/>
              <p:cNvSpPr/>
              <p:nvPr/>
            </p:nvSpPr>
            <p:spPr>
              <a:xfrm>
                <a:off x="353534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5" name="ph5995"/>
              <p:cNvSpPr/>
              <p:nvPr/>
            </p:nvSpPr>
            <p:spPr>
              <a:xfrm>
                <a:off x="354479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6" name="ph5996"/>
              <p:cNvSpPr/>
              <p:nvPr/>
            </p:nvSpPr>
            <p:spPr>
              <a:xfrm>
                <a:off x="355423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7" name="ph5997"/>
              <p:cNvSpPr/>
              <p:nvPr/>
            </p:nvSpPr>
            <p:spPr>
              <a:xfrm>
                <a:off x="356367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8" name="ph5998"/>
              <p:cNvSpPr/>
              <p:nvPr/>
            </p:nvSpPr>
            <p:spPr>
              <a:xfrm>
                <a:off x="357311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9" name="ph5999"/>
              <p:cNvSpPr/>
              <p:nvPr/>
            </p:nvSpPr>
            <p:spPr>
              <a:xfrm>
                <a:off x="358255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0" name="ph6000"/>
              <p:cNvSpPr/>
              <p:nvPr/>
            </p:nvSpPr>
            <p:spPr>
              <a:xfrm>
                <a:off x="359199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1" name="ph6001"/>
              <p:cNvSpPr/>
              <p:nvPr/>
            </p:nvSpPr>
            <p:spPr>
              <a:xfrm>
                <a:off x="360143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2" name="ph6002"/>
              <p:cNvSpPr/>
              <p:nvPr/>
            </p:nvSpPr>
            <p:spPr>
              <a:xfrm>
                <a:off x="361087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3" name="ph6003"/>
              <p:cNvSpPr/>
              <p:nvPr/>
            </p:nvSpPr>
            <p:spPr>
              <a:xfrm>
                <a:off x="362031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4" name="ph6004"/>
              <p:cNvSpPr/>
              <p:nvPr/>
            </p:nvSpPr>
            <p:spPr>
              <a:xfrm>
                <a:off x="362975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5" name="ph6005"/>
              <p:cNvSpPr/>
              <p:nvPr/>
            </p:nvSpPr>
            <p:spPr>
              <a:xfrm>
                <a:off x="363919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6" name="ph6006"/>
              <p:cNvSpPr/>
              <p:nvPr/>
            </p:nvSpPr>
            <p:spPr>
              <a:xfrm>
                <a:off x="364863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7" name="ph6007"/>
              <p:cNvSpPr/>
              <p:nvPr/>
            </p:nvSpPr>
            <p:spPr>
              <a:xfrm>
                <a:off x="365807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8" name="ph6008"/>
              <p:cNvSpPr/>
              <p:nvPr/>
            </p:nvSpPr>
            <p:spPr>
              <a:xfrm>
                <a:off x="366751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9" name="ph6009"/>
              <p:cNvSpPr/>
              <p:nvPr/>
            </p:nvSpPr>
            <p:spPr>
              <a:xfrm>
                <a:off x="367695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0" name="ph6010"/>
              <p:cNvSpPr/>
              <p:nvPr/>
            </p:nvSpPr>
            <p:spPr>
              <a:xfrm>
                <a:off x="368639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1" name="ph6011"/>
              <p:cNvSpPr/>
              <p:nvPr/>
            </p:nvSpPr>
            <p:spPr>
              <a:xfrm>
                <a:off x="369583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2" name="ph6012"/>
              <p:cNvSpPr/>
              <p:nvPr/>
            </p:nvSpPr>
            <p:spPr>
              <a:xfrm>
                <a:off x="370527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3" name="ph6013"/>
              <p:cNvSpPr/>
              <p:nvPr/>
            </p:nvSpPr>
            <p:spPr>
              <a:xfrm>
                <a:off x="371471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4" name="ph6014"/>
              <p:cNvSpPr/>
              <p:nvPr/>
            </p:nvSpPr>
            <p:spPr>
              <a:xfrm>
                <a:off x="372415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5" name="ph6015"/>
              <p:cNvSpPr/>
              <p:nvPr/>
            </p:nvSpPr>
            <p:spPr>
              <a:xfrm>
                <a:off x="3733594" y="142986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867"/>
                    </a:lnTo>
                    <a:lnTo>
                      <a:pt x="920404" y="913025"/>
                    </a:lnTo>
                    <a:lnTo>
                      <a:pt x="919383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6" name="ph6016"/>
              <p:cNvSpPr/>
              <p:nvPr/>
            </p:nvSpPr>
            <p:spPr>
              <a:xfrm>
                <a:off x="3743035" y="1412291"/>
                <a:ext cx="921017" cy="925437"/>
              </a:xfrm>
              <a:custGeom>
                <a:avLst/>
                <a:gdLst/>
                <a:ahLst/>
                <a:cxnLst/>
                <a:rect l="0" t="0" r="0" b="0"/>
                <a:pathLst>
                  <a:path w="921017" h="925437">
                    <a:moveTo>
                      <a:pt x="914400" y="914399"/>
                    </a:moveTo>
                    <a:lnTo>
                      <a:pt x="921017" y="914399"/>
                    </a:lnTo>
                    <a:lnTo>
                      <a:pt x="919987" y="916308"/>
                    </a:lnTo>
                    <a:lnTo>
                      <a:pt x="915576" y="923671"/>
                    </a:lnTo>
                    <a:lnTo>
                      <a:pt x="914400" y="92543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7" name="ph6017"/>
              <p:cNvSpPr/>
              <p:nvPr/>
            </p:nvSpPr>
            <p:spPr>
              <a:xfrm>
                <a:off x="2090993" y="1394721"/>
                <a:ext cx="914400" cy="9178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829">
                    <a:moveTo>
                      <a:pt x="914400" y="914400"/>
                    </a:moveTo>
                    <a:lnTo>
                      <a:pt x="914400" y="917829"/>
                    </a:lnTo>
                    <a:lnTo>
                      <a:pt x="914270" y="917600"/>
                    </a:lnTo>
                    <a:lnTo>
                      <a:pt x="913132" y="915582"/>
                    </a:lnTo>
                    <a:lnTo>
                      <a:pt x="912465" y="914400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8" name="ph6018"/>
              <p:cNvSpPr/>
              <p:nvPr/>
            </p:nvSpPr>
            <p:spPr>
              <a:xfrm>
                <a:off x="209099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364" y="931969"/>
                    </a:lnTo>
                    <a:lnTo>
                      <a:pt x="922229" y="931730"/>
                    </a:lnTo>
                    <a:lnTo>
                      <a:pt x="921093" y="929711"/>
                    </a:lnTo>
                    <a:lnTo>
                      <a:pt x="919957" y="927692"/>
                    </a:lnTo>
                    <a:lnTo>
                      <a:pt x="918820" y="925673"/>
                    </a:lnTo>
                    <a:lnTo>
                      <a:pt x="917683" y="923655"/>
                    </a:lnTo>
                    <a:lnTo>
                      <a:pt x="916546" y="921636"/>
                    </a:lnTo>
                    <a:lnTo>
                      <a:pt x="915408" y="919618"/>
                    </a:lnTo>
                    <a:lnTo>
                      <a:pt x="914400" y="91782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9" name="ph6019"/>
              <p:cNvSpPr/>
              <p:nvPr/>
            </p:nvSpPr>
            <p:spPr>
              <a:xfrm>
                <a:off x="210043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D">
                  <a:alpha val="100000"/>
                </a:srgbClr>
              </a:solidFill>
              <a:ln w="5420" cap="flat">
                <a:solidFill>
                  <a:srgbClr val="FFF5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0" name="ph6020"/>
              <p:cNvSpPr/>
              <p:nvPr/>
            </p:nvSpPr>
            <p:spPr>
              <a:xfrm>
                <a:off x="210987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1" name="ph6021"/>
              <p:cNvSpPr/>
              <p:nvPr/>
            </p:nvSpPr>
            <p:spPr>
              <a:xfrm>
                <a:off x="211931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2" name="ph6022"/>
              <p:cNvSpPr/>
              <p:nvPr/>
            </p:nvSpPr>
            <p:spPr>
              <a:xfrm>
                <a:off x="212875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3" name="ph6023"/>
              <p:cNvSpPr/>
              <p:nvPr/>
            </p:nvSpPr>
            <p:spPr>
              <a:xfrm>
                <a:off x="213819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4" name="ph6024"/>
              <p:cNvSpPr/>
              <p:nvPr/>
            </p:nvSpPr>
            <p:spPr>
              <a:xfrm>
                <a:off x="214763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5" name="ph6025"/>
              <p:cNvSpPr/>
              <p:nvPr/>
            </p:nvSpPr>
            <p:spPr>
              <a:xfrm>
                <a:off x="215707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6" name="ph6026"/>
              <p:cNvSpPr/>
              <p:nvPr/>
            </p:nvSpPr>
            <p:spPr>
              <a:xfrm>
                <a:off x="216651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7" name="ph6027"/>
              <p:cNvSpPr/>
              <p:nvPr/>
            </p:nvSpPr>
            <p:spPr>
              <a:xfrm>
                <a:off x="217595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8" name="ph6028"/>
              <p:cNvSpPr/>
              <p:nvPr/>
            </p:nvSpPr>
            <p:spPr>
              <a:xfrm>
                <a:off x="218539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9" name="ph6029"/>
              <p:cNvSpPr/>
              <p:nvPr/>
            </p:nvSpPr>
            <p:spPr>
              <a:xfrm>
                <a:off x="219483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0" name="ph6030"/>
              <p:cNvSpPr/>
              <p:nvPr/>
            </p:nvSpPr>
            <p:spPr>
              <a:xfrm>
                <a:off x="220427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1" name="ph6031"/>
              <p:cNvSpPr/>
              <p:nvPr/>
            </p:nvSpPr>
            <p:spPr>
              <a:xfrm>
                <a:off x="221371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2" name="ph6032"/>
              <p:cNvSpPr/>
              <p:nvPr/>
            </p:nvSpPr>
            <p:spPr>
              <a:xfrm>
                <a:off x="222315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3" name="ph6033"/>
              <p:cNvSpPr/>
              <p:nvPr/>
            </p:nvSpPr>
            <p:spPr>
              <a:xfrm>
                <a:off x="223259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4" name="ph6034"/>
              <p:cNvSpPr/>
              <p:nvPr/>
            </p:nvSpPr>
            <p:spPr>
              <a:xfrm>
                <a:off x="224203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5" name="ph6035"/>
              <p:cNvSpPr/>
              <p:nvPr/>
            </p:nvSpPr>
            <p:spPr>
              <a:xfrm>
                <a:off x="225147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6" name="ph6036"/>
              <p:cNvSpPr/>
              <p:nvPr/>
            </p:nvSpPr>
            <p:spPr>
              <a:xfrm>
                <a:off x="226091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7" name="ph6037"/>
              <p:cNvSpPr/>
              <p:nvPr/>
            </p:nvSpPr>
            <p:spPr>
              <a:xfrm>
                <a:off x="227035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8" name="ph6038"/>
              <p:cNvSpPr/>
              <p:nvPr/>
            </p:nvSpPr>
            <p:spPr>
              <a:xfrm>
                <a:off x="227979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9" name="ph6039"/>
              <p:cNvSpPr/>
              <p:nvPr/>
            </p:nvSpPr>
            <p:spPr>
              <a:xfrm>
                <a:off x="228923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0" name="ph6040"/>
              <p:cNvSpPr/>
              <p:nvPr/>
            </p:nvSpPr>
            <p:spPr>
              <a:xfrm>
                <a:off x="229867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1" name="ph6041"/>
              <p:cNvSpPr/>
              <p:nvPr/>
            </p:nvSpPr>
            <p:spPr>
              <a:xfrm>
                <a:off x="230811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2" name="ph6042"/>
              <p:cNvSpPr/>
              <p:nvPr/>
            </p:nvSpPr>
            <p:spPr>
              <a:xfrm>
                <a:off x="231755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3" name="ph6043"/>
              <p:cNvSpPr/>
              <p:nvPr/>
            </p:nvSpPr>
            <p:spPr>
              <a:xfrm>
                <a:off x="232699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4" name="ph6044"/>
              <p:cNvSpPr/>
              <p:nvPr/>
            </p:nvSpPr>
            <p:spPr>
              <a:xfrm>
                <a:off x="233643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5" name="ph6045"/>
              <p:cNvSpPr/>
              <p:nvPr/>
            </p:nvSpPr>
            <p:spPr>
              <a:xfrm>
                <a:off x="234587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6" name="ph6046"/>
              <p:cNvSpPr/>
              <p:nvPr/>
            </p:nvSpPr>
            <p:spPr>
              <a:xfrm>
                <a:off x="235531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7" name="ph6047"/>
              <p:cNvSpPr/>
              <p:nvPr/>
            </p:nvSpPr>
            <p:spPr>
              <a:xfrm>
                <a:off x="236476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8" name="ph6048"/>
              <p:cNvSpPr/>
              <p:nvPr/>
            </p:nvSpPr>
            <p:spPr>
              <a:xfrm>
                <a:off x="237420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9" name="ph6049"/>
              <p:cNvSpPr/>
              <p:nvPr/>
            </p:nvSpPr>
            <p:spPr>
              <a:xfrm>
                <a:off x="238364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0" name="ph6050"/>
              <p:cNvSpPr/>
              <p:nvPr/>
            </p:nvSpPr>
            <p:spPr>
              <a:xfrm>
                <a:off x="239308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1" name="ph6051"/>
              <p:cNvSpPr/>
              <p:nvPr/>
            </p:nvSpPr>
            <p:spPr>
              <a:xfrm>
                <a:off x="24025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2" name="ph6052"/>
              <p:cNvSpPr/>
              <p:nvPr/>
            </p:nvSpPr>
            <p:spPr>
              <a:xfrm>
                <a:off x="2411961" y="1412291"/>
                <a:ext cx="92030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06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306" y="896830"/>
                    </a:lnTo>
                    <a:lnTo>
                      <a:pt x="919427" y="906332"/>
                    </a:lnTo>
                    <a:lnTo>
                      <a:pt x="918446" y="91439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3" name="ph6053"/>
              <p:cNvSpPr/>
              <p:nvPr/>
            </p:nvSpPr>
            <p:spPr>
              <a:xfrm>
                <a:off x="3119979" y="141229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396" y="914399"/>
                    </a:lnTo>
                    <a:lnTo>
                      <a:pt x="911028" y="908185"/>
                    </a:lnTo>
                    <a:lnTo>
                      <a:pt x="913880" y="898621"/>
                    </a:lnTo>
                    <a:lnTo>
                      <a:pt x="914400" y="89707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4" name="ph6054"/>
              <p:cNvSpPr/>
              <p:nvPr/>
            </p:nvSpPr>
            <p:spPr>
              <a:xfrm>
                <a:off x="3129419" y="139472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643"/>
                    </a:lnTo>
                    <a:lnTo>
                      <a:pt x="905041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5" name="ph6055"/>
              <p:cNvSpPr/>
              <p:nvPr/>
            </p:nvSpPr>
            <p:spPr>
              <a:xfrm>
                <a:off x="312941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6" name="ph6056"/>
              <p:cNvSpPr/>
              <p:nvPr/>
            </p:nvSpPr>
            <p:spPr>
              <a:xfrm>
                <a:off x="313885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7" name="ph6057"/>
              <p:cNvSpPr/>
              <p:nvPr/>
            </p:nvSpPr>
            <p:spPr>
              <a:xfrm>
                <a:off x="314829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8" name="ph6058"/>
              <p:cNvSpPr/>
              <p:nvPr/>
            </p:nvSpPr>
            <p:spPr>
              <a:xfrm>
                <a:off x="315774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9" name="ph6059"/>
              <p:cNvSpPr/>
              <p:nvPr/>
            </p:nvSpPr>
            <p:spPr>
              <a:xfrm>
                <a:off x="316718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0" name="ph6060"/>
              <p:cNvSpPr/>
              <p:nvPr/>
            </p:nvSpPr>
            <p:spPr>
              <a:xfrm>
                <a:off x="317662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1" name="ph6061"/>
              <p:cNvSpPr/>
              <p:nvPr/>
            </p:nvSpPr>
            <p:spPr>
              <a:xfrm>
                <a:off x="318606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2" name="ph6062"/>
              <p:cNvSpPr/>
              <p:nvPr/>
            </p:nvSpPr>
            <p:spPr>
              <a:xfrm>
                <a:off x="319550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3" name="ph6063"/>
              <p:cNvSpPr/>
              <p:nvPr/>
            </p:nvSpPr>
            <p:spPr>
              <a:xfrm>
                <a:off x="320494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4" name="ph6064"/>
              <p:cNvSpPr/>
              <p:nvPr/>
            </p:nvSpPr>
            <p:spPr>
              <a:xfrm>
                <a:off x="321438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5" name="ph6065"/>
              <p:cNvSpPr/>
              <p:nvPr/>
            </p:nvSpPr>
            <p:spPr>
              <a:xfrm>
                <a:off x="32238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6" name="ph6066"/>
              <p:cNvSpPr/>
              <p:nvPr/>
            </p:nvSpPr>
            <p:spPr>
              <a:xfrm>
                <a:off x="323326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7" name="ph6067"/>
              <p:cNvSpPr/>
              <p:nvPr/>
            </p:nvSpPr>
            <p:spPr>
              <a:xfrm>
                <a:off x="324270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8" name="ph6068"/>
              <p:cNvSpPr/>
              <p:nvPr/>
            </p:nvSpPr>
            <p:spPr>
              <a:xfrm>
                <a:off x="325214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9" name="ph6069"/>
              <p:cNvSpPr/>
              <p:nvPr/>
            </p:nvSpPr>
            <p:spPr>
              <a:xfrm>
                <a:off x="326158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0" name="ph6070"/>
              <p:cNvSpPr/>
              <p:nvPr/>
            </p:nvSpPr>
            <p:spPr>
              <a:xfrm>
                <a:off x="327102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1" name="ph6071"/>
              <p:cNvSpPr/>
              <p:nvPr/>
            </p:nvSpPr>
            <p:spPr>
              <a:xfrm>
                <a:off x="328046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2" name="ph6072"/>
              <p:cNvSpPr/>
              <p:nvPr/>
            </p:nvSpPr>
            <p:spPr>
              <a:xfrm>
                <a:off x="328990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3" name="ph6073"/>
              <p:cNvSpPr/>
              <p:nvPr/>
            </p:nvSpPr>
            <p:spPr>
              <a:xfrm>
                <a:off x="329934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4" name="ph6074"/>
              <p:cNvSpPr/>
              <p:nvPr/>
            </p:nvSpPr>
            <p:spPr>
              <a:xfrm>
                <a:off x="330878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5" name="ph6075"/>
              <p:cNvSpPr/>
              <p:nvPr/>
            </p:nvSpPr>
            <p:spPr>
              <a:xfrm>
                <a:off x="331822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6" name="ph6076"/>
              <p:cNvSpPr/>
              <p:nvPr/>
            </p:nvSpPr>
            <p:spPr>
              <a:xfrm>
                <a:off x="332766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7" name="ph6077"/>
              <p:cNvSpPr/>
              <p:nvPr/>
            </p:nvSpPr>
            <p:spPr>
              <a:xfrm>
                <a:off x="333710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8" name="ph6078"/>
              <p:cNvSpPr/>
              <p:nvPr/>
            </p:nvSpPr>
            <p:spPr>
              <a:xfrm>
                <a:off x="334654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9" name="ph6079"/>
              <p:cNvSpPr/>
              <p:nvPr/>
            </p:nvSpPr>
            <p:spPr>
              <a:xfrm>
                <a:off x="335598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0" name="ph6080"/>
              <p:cNvSpPr/>
              <p:nvPr/>
            </p:nvSpPr>
            <p:spPr>
              <a:xfrm>
                <a:off x="336542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1" name="ph6081"/>
              <p:cNvSpPr/>
              <p:nvPr/>
            </p:nvSpPr>
            <p:spPr>
              <a:xfrm>
                <a:off x="337486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2" name="ph6082"/>
              <p:cNvSpPr/>
              <p:nvPr/>
            </p:nvSpPr>
            <p:spPr>
              <a:xfrm>
                <a:off x="338430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3" name="ph6083"/>
              <p:cNvSpPr/>
              <p:nvPr/>
            </p:nvSpPr>
            <p:spPr>
              <a:xfrm>
                <a:off x="339374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4" name="ph6084"/>
              <p:cNvSpPr/>
              <p:nvPr/>
            </p:nvSpPr>
            <p:spPr>
              <a:xfrm>
                <a:off x="340318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5" name="ph6085"/>
              <p:cNvSpPr/>
              <p:nvPr/>
            </p:nvSpPr>
            <p:spPr>
              <a:xfrm>
                <a:off x="341262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6" name="ph6086"/>
              <p:cNvSpPr/>
              <p:nvPr/>
            </p:nvSpPr>
            <p:spPr>
              <a:xfrm>
                <a:off x="342206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7" name="ph6087"/>
              <p:cNvSpPr/>
              <p:nvPr/>
            </p:nvSpPr>
            <p:spPr>
              <a:xfrm>
                <a:off x="343150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8" name="ph6088"/>
              <p:cNvSpPr/>
              <p:nvPr/>
            </p:nvSpPr>
            <p:spPr>
              <a:xfrm>
                <a:off x="344094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9" name="ph6089"/>
              <p:cNvSpPr/>
              <p:nvPr/>
            </p:nvSpPr>
            <p:spPr>
              <a:xfrm>
                <a:off x="345038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0" name="ph6090"/>
              <p:cNvSpPr/>
              <p:nvPr/>
            </p:nvSpPr>
            <p:spPr>
              <a:xfrm>
                <a:off x="345982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1" name="ph6091"/>
              <p:cNvSpPr/>
              <p:nvPr/>
            </p:nvSpPr>
            <p:spPr>
              <a:xfrm>
                <a:off x="346926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2" name="ph6092"/>
              <p:cNvSpPr/>
              <p:nvPr/>
            </p:nvSpPr>
            <p:spPr>
              <a:xfrm>
                <a:off x="347870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3" name="ph6093"/>
              <p:cNvSpPr/>
              <p:nvPr/>
            </p:nvSpPr>
            <p:spPr>
              <a:xfrm>
                <a:off x="348814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4" name="ph6094"/>
              <p:cNvSpPr/>
              <p:nvPr/>
            </p:nvSpPr>
            <p:spPr>
              <a:xfrm>
                <a:off x="349758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5" name="ph6095"/>
              <p:cNvSpPr/>
              <p:nvPr/>
            </p:nvSpPr>
            <p:spPr>
              <a:xfrm>
                <a:off x="350702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6" name="ph6096"/>
              <p:cNvSpPr/>
              <p:nvPr/>
            </p:nvSpPr>
            <p:spPr>
              <a:xfrm>
                <a:off x="351646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7" name="ph6097"/>
              <p:cNvSpPr/>
              <p:nvPr/>
            </p:nvSpPr>
            <p:spPr>
              <a:xfrm>
                <a:off x="352590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8" name="ph6098"/>
              <p:cNvSpPr/>
              <p:nvPr/>
            </p:nvSpPr>
            <p:spPr>
              <a:xfrm>
                <a:off x="353534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9" name="ph6099"/>
              <p:cNvSpPr/>
              <p:nvPr/>
            </p:nvSpPr>
            <p:spPr>
              <a:xfrm>
                <a:off x="354479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0" name="ph6100"/>
              <p:cNvSpPr/>
              <p:nvPr/>
            </p:nvSpPr>
            <p:spPr>
              <a:xfrm>
                <a:off x="355423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1" name="ph6101"/>
              <p:cNvSpPr/>
              <p:nvPr/>
            </p:nvSpPr>
            <p:spPr>
              <a:xfrm>
                <a:off x="356367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2" name="ph6102"/>
              <p:cNvSpPr/>
              <p:nvPr/>
            </p:nvSpPr>
            <p:spPr>
              <a:xfrm>
                <a:off x="357311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3" name="ph6103"/>
              <p:cNvSpPr/>
              <p:nvPr/>
            </p:nvSpPr>
            <p:spPr>
              <a:xfrm>
                <a:off x="358255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4" name="ph6104"/>
              <p:cNvSpPr/>
              <p:nvPr/>
            </p:nvSpPr>
            <p:spPr>
              <a:xfrm>
                <a:off x="359199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5" name="ph6105"/>
              <p:cNvSpPr/>
              <p:nvPr/>
            </p:nvSpPr>
            <p:spPr>
              <a:xfrm>
                <a:off x="360143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6" name="ph6106"/>
              <p:cNvSpPr/>
              <p:nvPr/>
            </p:nvSpPr>
            <p:spPr>
              <a:xfrm>
                <a:off x="361087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7" name="ph6107"/>
              <p:cNvSpPr/>
              <p:nvPr/>
            </p:nvSpPr>
            <p:spPr>
              <a:xfrm>
                <a:off x="362031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8" name="ph6108"/>
              <p:cNvSpPr/>
              <p:nvPr/>
            </p:nvSpPr>
            <p:spPr>
              <a:xfrm>
                <a:off x="362975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9" name="ph6109"/>
              <p:cNvSpPr/>
              <p:nvPr/>
            </p:nvSpPr>
            <p:spPr>
              <a:xfrm>
                <a:off x="363919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0" name="ph6110"/>
              <p:cNvSpPr/>
              <p:nvPr/>
            </p:nvSpPr>
            <p:spPr>
              <a:xfrm>
                <a:off x="364863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1" name="ph6111"/>
              <p:cNvSpPr/>
              <p:nvPr/>
            </p:nvSpPr>
            <p:spPr>
              <a:xfrm>
                <a:off x="365807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2" name="ph6112"/>
              <p:cNvSpPr/>
              <p:nvPr/>
            </p:nvSpPr>
            <p:spPr>
              <a:xfrm>
                <a:off x="366751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3" name="ph6113"/>
              <p:cNvSpPr/>
              <p:nvPr/>
            </p:nvSpPr>
            <p:spPr>
              <a:xfrm>
                <a:off x="367695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4" name="ph6114"/>
              <p:cNvSpPr/>
              <p:nvPr/>
            </p:nvSpPr>
            <p:spPr>
              <a:xfrm>
                <a:off x="368639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5" name="ph6115"/>
              <p:cNvSpPr/>
              <p:nvPr/>
            </p:nvSpPr>
            <p:spPr>
              <a:xfrm>
                <a:off x="369583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6" name="ph6116"/>
              <p:cNvSpPr/>
              <p:nvPr/>
            </p:nvSpPr>
            <p:spPr>
              <a:xfrm>
                <a:off x="370527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7" name="ph6117"/>
              <p:cNvSpPr/>
              <p:nvPr/>
            </p:nvSpPr>
            <p:spPr>
              <a:xfrm>
                <a:off x="371471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8" name="ph6118"/>
              <p:cNvSpPr/>
              <p:nvPr/>
            </p:nvSpPr>
            <p:spPr>
              <a:xfrm>
                <a:off x="372415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9" name="ph6119"/>
              <p:cNvSpPr/>
              <p:nvPr/>
            </p:nvSpPr>
            <p:spPr>
              <a:xfrm>
                <a:off x="373359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0" name="ph6120"/>
              <p:cNvSpPr/>
              <p:nvPr/>
            </p:nvSpPr>
            <p:spPr>
              <a:xfrm>
                <a:off x="3743035" y="1412291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168"/>
                    </a:lnTo>
                    <a:lnTo>
                      <a:pt x="921017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1" name="ph6121"/>
              <p:cNvSpPr/>
              <p:nvPr/>
            </p:nvSpPr>
            <p:spPr>
              <a:xfrm>
                <a:off x="3752475" y="1394721"/>
                <a:ext cx="920257" cy="926738"/>
              </a:xfrm>
              <a:custGeom>
                <a:avLst/>
                <a:gdLst/>
                <a:ahLst/>
                <a:cxnLst/>
                <a:rect l="0" t="0" r="0" b="0"/>
                <a:pathLst>
                  <a:path w="920257" h="926738">
                    <a:moveTo>
                      <a:pt x="914400" y="914400"/>
                    </a:moveTo>
                    <a:lnTo>
                      <a:pt x="920257" y="914400"/>
                    </a:lnTo>
                    <a:lnTo>
                      <a:pt x="918720" y="917915"/>
                    </a:lnTo>
                    <a:lnTo>
                      <a:pt x="914746" y="926095"/>
                    </a:lnTo>
                    <a:lnTo>
                      <a:pt x="914400" y="92673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2" name="ph6122"/>
              <p:cNvSpPr/>
              <p:nvPr/>
            </p:nvSpPr>
            <p:spPr>
              <a:xfrm>
                <a:off x="2081552" y="1377151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2775" y="914400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3" name="ph6123"/>
              <p:cNvSpPr/>
              <p:nvPr/>
            </p:nvSpPr>
            <p:spPr>
              <a:xfrm>
                <a:off x="208155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905" y="931969"/>
                    </a:lnTo>
                    <a:lnTo>
                      <a:pt x="921433" y="931134"/>
                    </a:lnTo>
                    <a:lnTo>
                      <a:pt x="920286" y="929101"/>
                    </a:lnTo>
                    <a:lnTo>
                      <a:pt x="916122" y="921332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4" name="ph6124"/>
              <p:cNvSpPr/>
              <p:nvPr/>
            </p:nvSpPr>
            <p:spPr>
              <a:xfrm>
                <a:off x="209099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5" name="ph6125"/>
              <p:cNvSpPr/>
              <p:nvPr/>
            </p:nvSpPr>
            <p:spPr>
              <a:xfrm>
                <a:off x="210043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6" name="ph6126"/>
              <p:cNvSpPr/>
              <p:nvPr/>
            </p:nvSpPr>
            <p:spPr>
              <a:xfrm>
                <a:off x="210987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7" name="ph6127"/>
              <p:cNvSpPr/>
              <p:nvPr/>
            </p:nvSpPr>
            <p:spPr>
              <a:xfrm>
                <a:off x="211931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8">
                  <a:alpha val="100000"/>
                </a:srgbClr>
              </a:solidFill>
              <a:ln w="5420" cap="flat">
                <a:solidFill>
                  <a:srgbClr val="FFF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8" name="ph6128"/>
              <p:cNvSpPr/>
              <p:nvPr/>
            </p:nvSpPr>
            <p:spPr>
              <a:xfrm>
                <a:off x="212875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9" name="ph6129"/>
              <p:cNvSpPr/>
              <p:nvPr/>
            </p:nvSpPr>
            <p:spPr>
              <a:xfrm>
                <a:off x="213819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0" name="ph6130"/>
              <p:cNvSpPr/>
              <p:nvPr/>
            </p:nvSpPr>
            <p:spPr>
              <a:xfrm>
                <a:off x="214763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1" name="ph6131"/>
              <p:cNvSpPr/>
              <p:nvPr/>
            </p:nvSpPr>
            <p:spPr>
              <a:xfrm>
                <a:off x="215707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2" name="ph6132"/>
              <p:cNvSpPr/>
              <p:nvPr/>
            </p:nvSpPr>
            <p:spPr>
              <a:xfrm>
                <a:off x="216651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3" name="ph6133"/>
              <p:cNvSpPr/>
              <p:nvPr/>
            </p:nvSpPr>
            <p:spPr>
              <a:xfrm>
                <a:off x="217595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4" name="ph6134"/>
              <p:cNvSpPr/>
              <p:nvPr/>
            </p:nvSpPr>
            <p:spPr>
              <a:xfrm>
                <a:off x="218539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5" name="ph6135"/>
              <p:cNvSpPr/>
              <p:nvPr/>
            </p:nvSpPr>
            <p:spPr>
              <a:xfrm>
                <a:off x="219483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6" name="ph6136"/>
              <p:cNvSpPr/>
              <p:nvPr/>
            </p:nvSpPr>
            <p:spPr>
              <a:xfrm>
                <a:off x="220427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7" name="ph6137"/>
              <p:cNvSpPr/>
              <p:nvPr/>
            </p:nvSpPr>
            <p:spPr>
              <a:xfrm>
                <a:off x="221371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8" name="ph6138"/>
              <p:cNvSpPr/>
              <p:nvPr/>
            </p:nvSpPr>
            <p:spPr>
              <a:xfrm>
                <a:off x="222315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9" name="ph6139"/>
              <p:cNvSpPr/>
              <p:nvPr/>
            </p:nvSpPr>
            <p:spPr>
              <a:xfrm>
                <a:off x="223259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0" name="ph6140"/>
              <p:cNvSpPr/>
              <p:nvPr/>
            </p:nvSpPr>
            <p:spPr>
              <a:xfrm>
                <a:off x="224203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1" name="ph6141"/>
              <p:cNvSpPr/>
              <p:nvPr/>
            </p:nvSpPr>
            <p:spPr>
              <a:xfrm>
                <a:off x="225147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2" name="ph6142"/>
              <p:cNvSpPr/>
              <p:nvPr/>
            </p:nvSpPr>
            <p:spPr>
              <a:xfrm>
                <a:off x="226091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3" name="ph6143"/>
              <p:cNvSpPr/>
              <p:nvPr/>
            </p:nvSpPr>
            <p:spPr>
              <a:xfrm>
                <a:off x="227035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4" name="ph6144"/>
              <p:cNvSpPr/>
              <p:nvPr/>
            </p:nvSpPr>
            <p:spPr>
              <a:xfrm>
                <a:off x="227979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5" name="ph6145"/>
              <p:cNvSpPr/>
              <p:nvPr/>
            </p:nvSpPr>
            <p:spPr>
              <a:xfrm>
                <a:off x="228923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6" name="ph6146"/>
              <p:cNvSpPr/>
              <p:nvPr/>
            </p:nvSpPr>
            <p:spPr>
              <a:xfrm>
                <a:off x="229867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7" name="ph6147"/>
              <p:cNvSpPr/>
              <p:nvPr/>
            </p:nvSpPr>
            <p:spPr>
              <a:xfrm>
                <a:off x="230811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8" name="ph6148"/>
              <p:cNvSpPr/>
              <p:nvPr/>
            </p:nvSpPr>
            <p:spPr>
              <a:xfrm>
                <a:off x="231755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9" name="ph6149"/>
              <p:cNvSpPr/>
              <p:nvPr/>
            </p:nvSpPr>
            <p:spPr>
              <a:xfrm>
                <a:off x="232699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0" name="ph6150"/>
              <p:cNvSpPr/>
              <p:nvPr/>
            </p:nvSpPr>
            <p:spPr>
              <a:xfrm>
                <a:off x="233643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1" name="ph6151"/>
              <p:cNvSpPr/>
              <p:nvPr/>
            </p:nvSpPr>
            <p:spPr>
              <a:xfrm>
                <a:off x="234587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2" name="ph6152"/>
              <p:cNvSpPr/>
              <p:nvPr/>
            </p:nvSpPr>
            <p:spPr>
              <a:xfrm>
                <a:off x="235531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3" name="ph6153"/>
              <p:cNvSpPr/>
              <p:nvPr/>
            </p:nvSpPr>
            <p:spPr>
              <a:xfrm>
                <a:off x="23647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4" name="ph6154"/>
              <p:cNvSpPr/>
              <p:nvPr/>
            </p:nvSpPr>
            <p:spPr>
              <a:xfrm>
                <a:off x="237420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D">
                  <a:alpha val="100000"/>
                </a:srgbClr>
              </a:solidFill>
              <a:ln w="5420" cap="flat">
                <a:solidFill>
                  <a:srgbClr val="FFF5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5" name="ph6155"/>
              <p:cNvSpPr/>
              <p:nvPr/>
            </p:nvSpPr>
            <p:spPr>
              <a:xfrm>
                <a:off x="238364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6" name="ph6156"/>
              <p:cNvSpPr/>
              <p:nvPr/>
            </p:nvSpPr>
            <p:spPr>
              <a:xfrm>
                <a:off x="239308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7" name="ph6157"/>
              <p:cNvSpPr/>
              <p:nvPr/>
            </p:nvSpPr>
            <p:spPr>
              <a:xfrm>
                <a:off x="24025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8" name="ph6158"/>
              <p:cNvSpPr/>
              <p:nvPr/>
            </p:nvSpPr>
            <p:spPr>
              <a:xfrm>
                <a:off x="2411961" y="1394721"/>
                <a:ext cx="921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1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315" y="896830"/>
                    </a:lnTo>
                    <a:lnTo>
                      <a:pt x="921122" y="902220"/>
                    </a:lnTo>
                    <a:lnTo>
                      <a:pt x="920426" y="913102"/>
                    </a:lnTo>
                    <a:lnTo>
                      <a:pt x="920306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9" name="ph6159"/>
              <p:cNvSpPr/>
              <p:nvPr/>
            </p:nvSpPr>
            <p:spPr>
              <a:xfrm>
                <a:off x="3129419" y="137715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041" y="931969"/>
                    </a:lnTo>
                    <a:lnTo>
                      <a:pt x="907554" y="924484"/>
                    </a:lnTo>
                    <a:lnTo>
                      <a:pt x="910923" y="915522"/>
                    </a:lnTo>
                    <a:lnTo>
                      <a:pt x="911393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0" name="ph6160"/>
              <p:cNvSpPr/>
              <p:nvPr/>
            </p:nvSpPr>
            <p:spPr>
              <a:xfrm>
                <a:off x="312941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1" name="ph6161"/>
              <p:cNvSpPr/>
              <p:nvPr/>
            </p:nvSpPr>
            <p:spPr>
              <a:xfrm>
                <a:off x="313885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2" name="ph6162"/>
              <p:cNvSpPr/>
              <p:nvPr/>
            </p:nvSpPr>
            <p:spPr>
              <a:xfrm>
                <a:off x="314829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3" name="ph6163"/>
              <p:cNvSpPr/>
              <p:nvPr/>
            </p:nvSpPr>
            <p:spPr>
              <a:xfrm>
                <a:off x="315774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4" name="ph6164"/>
              <p:cNvSpPr/>
              <p:nvPr/>
            </p:nvSpPr>
            <p:spPr>
              <a:xfrm>
                <a:off x="316718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5" name="ph6165"/>
              <p:cNvSpPr/>
              <p:nvPr/>
            </p:nvSpPr>
            <p:spPr>
              <a:xfrm>
                <a:off x="317662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6" name="ph6166"/>
              <p:cNvSpPr/>
              <p:nvPr/>
            </p:nvSpPr>
            <p:spPr>
              <a:xfrm>
                <a:off x="31860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7" name="ph6167"/>
              <p:cNvSpPr/>
              <p:nvPr/>
            </p:nvSpPr>
            <p:spPr>
              <a:xfrm>
                <a:off x="319550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8" name="ph6168"/>
              <p:cNvSpPr/>
              <p:nvPr/>
            </p:nvSpPr>
            <p:spPr>
              <a:xfrm>
                <a:off x="320494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9" name="ph6169"/>
              <p:cNvSpPr/>
              <p:nvPr/>
            </p:nvSpPr>
            <p:spPr>
              <a:xfrm>
                <a:off x="321438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0" name="ph6170"/>
              <p:cNvSpPr/>
              <p:nvPr/>
            </p:nvSpPr>
            <p:spPr>
              <a:xfrm>
                <a:off x="32238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1" name="ph6171"/>
              <p:cNvSpPr/>
              <p:nvPr/>
            </p:nvSpPr>
            <p:spPr>
              <a:xfrm>
                <a:off x="323326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2" name="ph6172"/>
              <p:cNvSpPr/>
              <p:nvPr/>
            </p:nvSpPr>
            <p:spPr>
              <a:xfrm>
                <a:off x="324270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3" name="ph6173"/>
              <p:cNvSpPr/>
              <p:nvPr/>
            </p:nvSpPr>
            <p:spPr>
              <a:xfrm>
                <a:off x="325214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4" name="ph6174"/>
              <p:cNvSpPr/>
              <p:nvPr/>
            </p:nvSpPr>
            <p:spPr>
              <a:xfrm>
                <a:off x="326158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5" name="ph6175"/>
              <p:cNvSpPr/>
              <p:nvPr/>
            </p:nvSpPr>
            <p:spPr>
              <a:xfrm>
                <a:off x="327102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6" name="ph6176"/>
              <p:cNvSpPr/>
              <p:nvPr/>
            </p:nvSpPr>
            <p:spPr>
              <a:xfrm>
                <a:off x="328046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7" name="ph6177"/>
              <p:cNvSpPr/>
              <p:nvPr/>
            </p:nvSpPr>
            <p:spPr>
              <a:xfrm>
                <a:off x="328990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8" name="ph6178"/>
              <p:cNvSpPr/>
              <p:nvPr/>
            </p:nvSpPr>
            <p:spPr>
              <a:xfrm>
                <a:off x="329934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9" name="ph6179"/>
              <p:cNvSpPr/>
              <p:nvPr/>
            </p:nvSpPr>
            <p:spPr>
              <a:xfrm>
                <a:off x="330878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0" name="ph6180"/>
              <p:cNvSpPr/>
              <p:nvPr/>
            </p:nvSpPr>
            <p:spPr>
              <a:xfrm>
                <a:off x="331822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1" name="ph6181"/>
              <p:cNvSpPr/>
              <p:nvPr/>
            </p:nvSpPr>
            <p:spPr>
              <a:xfrm>
                <a:off x="332766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2" name="ph6182"/>
              <p:cNvSpPr/>
              <p:nvPr/>
            </p:nvSpPr>
            <p:spPr>
              <a:xfrm>
                <a:off x="333710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3" name="ph6183"/>
              <p:cNvSpPr/>
              <p:nvPr/>
            </p:nvSpPr>
            <p:spPr>
              <a:xfrm>
                <a:off x="334654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4" name="ph6184"/>
              <p:cNvSpPr/>
              <p:nvPr/>
            </p:nvSpPr>
            <p:spPr>
              <a:xfrm>
                <a:off x="335598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5" name="ph6185"/>
              <p:cNvSpPr/>
              <p:nvPr/>
            </p:nvSpPr>
            <p:spPr>
              <a:xfrm>
                <a:off x="336542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6" name="ph6186"/>
              <p:cNvSpPr/>
              <p:nvPr/>
            </p:nvSpPr>
            <p:spPr>
              <a:xfrm>
                <a:off x="337486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7" name="ph6187"/>
              <p:cNvSpPr/>
              <p:nvPr/>
            </p:nvSpPr>
            <p:spPr>
              <a:xfrm>
                <a:off x="338430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8" name="ph6188"/>
              <p:cNvSpPr/>
              <p:nvPr/>
            </p:nvSpPr>
            <p:spPr>
              <a:xfrm>
                <a:off x="339374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9" name="ph6189"/>
              <p:cNvSpPr/>
              <p:nvPr/>
            </p:nvSpPr>
            <p:spPr>
              <a:xfrm>
                <a:off x="340318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0" name="ph6190"/>
              <p:cNvSpPr/>
              <p:nvPr/>
            </p:nvSpPr>
            <p:spPr>
              <a:xfrm>
                <a:off x="341262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1" name="ph6191"/>
              <p:cNvSpPr/>
              <p:nvPr/>
            </p:nvSpPr>
            <p:spPr>
              <a:xfrm>
                <a:off x="342206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2" name="ph6192"/>
              <p:cNvSpPr/>
              <p:nvPr/>
            </p:nvSpPr>
            <p:spPr>
              <a:xfrm>
                <a:off x="343150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3" name="ph6193"/>
              <p:cNvSpPr/>
              <p:nvPr/>
            </p:nvSpPr>
            <p:spPr>
              <a:xfrm>
                <a:off x="344094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4" name="ph6194"/>
              <p:cNvSpPr/>
              <p:nvPr/>
            </p:nvSpPr>
            <p:spPr>
              <a:xfrm>
                <a:off x="345038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5" name="ph6195"/>
              <p:cNvSpPr/>
              <p:nvPr/>
            </p:nvSpPr>
            <p:spPr>
              <a:xfrm>
                <a:off x="345982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6" name="ph6196"/>
              <p:cNvSpPr/>
              <p:nvPr/>
            </p:nvSpPr>
            <p:spPr>
              <a:xfrm>
                <a:off x="346926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7" name="ph6197"/>
              <p:cNvSpPr/>
              <p:nvPr/>
            </p:nvSpPr>
            <p:spPr>
              <a:xfrm>
                <a:off x="347870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8" name="ph6198"/>
              <p:cNvSpPr/>
              <p:nvPr/>
            </p:nvSpPr>
            <p:spPr>
              <a:xfrm>
                <a:off x="348814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9" name="ph6199"/>
              <p:cNvSpPr/>
              <p:nvPr/>
            </p:nvSpPr>
            <p:spPr>
              <a:xfrm>
                <a:off x="349758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0" name="ph6200"/>
              <p:cNvSpPr/>
              <p:nvPr/>
            </p:nvSpPr>
            <p:spPr>
              <a:xfrm>
                <a:off x="350702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1" name="ph6201"/>
              <p:cNvSpPr/>
              <p:nvPr/>
            </p:nvSpPr>
            <p:spPr>
              <a:xfrm>
                <a:off x="351646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2" name="ph6202"/>
              <p:cNvSpPr/>
              <p:nvPr/>
            </p:nvSpPr>
            <p:spPr>
              <a:xfrm>
                <a:off x="352590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3" name="ph6203"/>
              <p:cNvSpPr/>
              <p:nvPr/>
            </p:nvSpPr>
            <p:spPr>
              <a:xfrm>
                <a:off x="353534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4" name="ph6204"/>
              <p:cNvSpPr/>
              <p:nvPr/>
            </p:nvSpPr>
            <p:spPr>
              <a:xfrm>
                <a:off x="354479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5" name="ph6205"/>
              <p:cNvSpPr/>
              <p:nvPr/>
            </p:nvSpPr>
            <p:spPr>
              <a:xfrm>
                <a:off x="355423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6" name="ph6206"/>
              <p:cNvSpPr/>
              <p:nvPr/>
            </p:nvSpPr>
            <p:spPr>
              <a:xfrm>
                <a:off x="356367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7" name="ph6207"/>
              <p:cNvSpPr/>
              <p:nvPr/>
            </p:nvSpPr>
            <p:spPr>
              <a:xfrm>
                <a:off x="357311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8" name="ph6208"/>
              <p:cNvSpPr/>
              <p:nvPr/>
            </p:nvSpPr>
            <p:spPr>
              <a:xfrm>
                <a:off x="358255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9" name="ph6209"/>
              <p:cNvSpPr/>
              <p:nvPr/>
            </p:nvSpPr>
            <p:spPr>
              <a:xfrm>
                <a:off x="359199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0" name="ph6210"/>
              <p:cNvSpPr/>
              <p:nvPr/>
            </p:nvSpPr>
            <p:spPr>
              <a:xfrm>
                <a:off x="360143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1" name="ph6211"/>
              <p:cNvSpPr/>
              <p:nvPr/>
            </p:nvSpPr>
            <p:spPr>
              <a:xfrm>
                <a:off x="361087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2" name="ph6212"/>
              <p:cNvSpPr/>
              <p:nvPr/>
            </p:nvSpPr>
            <p:spPr>
              <a:xfrm>
                <a:off x="362031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3" name="ph6213"/>
              <p:cNvSpPr/>
              <p:nvPr/>
            </p:nvSpPr>
            <p:spPr>
              <a:xfrm>
                <a:off x="362975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4" name="ph6214"/>
              <p:cNvSpPr/>
              <p:nvPr/>
            </p:nvSpPr>
            <p:spPr>
              <a:xfrm>
                <a:off x="363919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5" name="ph6215"/>
              <p:cNvSpPr/>
              <p:nvPr/>
            </p:nvSpPr>
            <p:spPr>
              <a:xfrm>
                <a:off x="364863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6" name="ph6216"/>
              <p:cNvSpPr/>
              <p:nvPr/>
            </p:nvSpPr>
            <p:spPr>
              <a:xfrm>
                <a:off x="365807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7" name="ph6217"/>
              <p:cNvSpPr/>
              <p:nvPr/>
            </p:nvSpPr>
            <p:spPr>
              <a:xfrm>
                <a:off x="366751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8" name="ph6218"/>
              <p:cNvSpPr/>
              <p:nvPr/>
            </p:nvSpPr>
            <p:spPr>
              <a:xfrm>
                <a:off x="367695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9" name="ph6219"/>
              <p:cNvSpPr/>
              <p:nvPr/>
            </p:nvSpPr>
            <p:spPr>
              <a:xfrm>
                <a:off x="368639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0" name="ph6220"/>
              <p:cNvSpPr/>
              <p:nvPr/>
            </p:nvSpPr>
            <p:spPr>
              <a:xfrm>
                <a:off x="369583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1" name="ph6221"/>
              <p:cNvSpPr/>
              <p:nvPr/>
            </p:nvSpPr>
            <p:spPr>
              <a:xfrm>
                <a:off x="370527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2" name="ph6222"/>
              <p:cNvSpPr/>
              <p:nvPr/>
            </p:nvSpPr>
            <p:spPr>
              <a:xfrm>
                <a:off x="371471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3" name="ph6223"/>
              <p:cNvSpPr/>
              <p:nvPr/>
            </p:nvSpPr>
            <p:spPr>
              <a:xfrm>
                <a:off x="372415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4" name="ph6224"/>
              <p:cNvSpPr/>
              <p:nvPr/>
            </p:nvSpPr>
            <p:spPr>
              <a:xfrm>
                <a:off x="373359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5" name="ph6225"/>
              <p:cNvSpPr/>
              <p:nvPr/>
            </p:nvSpPr>
            <p:spPr>
              <a:xfrm>
                <a:off x="374303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6" name="ph6226"/>
              <p:cNvSpPr/>
              <p:nvPr/>
            </p:nvSpPr>
            <p:spPr>
              <a:xfrm>
                <a:off x="3752475" y="139472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39"/>
                    </a:lnTo>
                    <a:lnTo>
                      <a:pt x="922459" y="909359"/>
                    </a:lnTo>
                    <a:lnTo>
                      <a:pt x="92025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7" name="ph6227"/>
              <p:cNvSpPr/>
              <p:nvPr/>
            </p:nvSpPr>
            <p:spPr>
              <a:xfrm>
                <a:off x="3761915" y="1377151"/>
                <a:ext cx="917782" cy="923409"/>
              </a:xfrm>
              <a:custGeom>
                <a:avLst/>
                <a:gdLst/>
                <a:ahLst/>
                <a:cxnLst/>
                <a:rect l="0" t="0" r="0" b="0"/>
                <a:pathLst>
                  <a:path w="917782" h="923409">
                    <a:moveTo>
                      <a:pt x="914400" y="914400"/>
                    </a:moveTo>
                    <a:lnTo>
                      <a:pt x="917782" y="914400"/>
                    </a:lnTo>
                    <a:lnTo>
                      <a:pt x="916513" y="918021"/>
                    </a:lnTo>
                    <a:lnTo>
                      <a:pt x="914400" y="92340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8" name="ph6228"/>
              <p:cNvSpPr/>
              <p:nvPr/>
            </p:nvSpPr>
            <p:spPr>
              <a:xfrm>
                <a:off x="2081552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75" y="931969"/>
                    </a:lnTo>
                    <a:lnTo>
                      <a:pt x="912181" y="930739"/>
                    </a:lnTo>
                    <a:lnTo>
                      <a:pt x="908473" y="922206"/>
                    </a:lnTo>
                    <a:lnTo>
                      <a:pt x="905428" y="914400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9" name="ph6229"/>
              <p:cNvSpPr/>
              <p:nvPr/>
            </p:nvSpPr>
            <p:spPr>
              <a:xfrm>
                <a:off x="208155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0" name="ph6230"/>
              <p:cNvSpPr/>
              <p:nvPr/>
            </p:nvSpPr>
            <p:spPr>
              <a:xfrm>
                <a:off x="209099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1" name="ph6231"/>
              <p:cNvSpPr/>
              <p:nvPr/>
            </p:nvSpPr>
            <p:spPr>
              <a:xfrm>
                <a:off x="210043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2" name="ph6232"/>
              <p:cNvSpPr/>
              <p:nvPr/>
            </p:nvSpPr>
            <p:spPr>
              <a:xfrm>
                <a:off x="210987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3" name="ph6233"/>
              <p:cNvSpPr/>
              <p:nvPr/>
            </p:nvSpPr>
            <p:spPr>
              <a:xfrm>
                <a:off x="211931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4" name="ph6234"/>
              <p:cNvSpPr/>
              <p:nvPr/>
            </p:nvSpPr>
            <p:spPr>
              <a:xfrm>
                <a:off x="212875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5" name="ph6235"/>
              <p:cNvSpPr/>
              <p:nvPr/>
            </p:nvSpPr>
            <p:spPr>
              <a:xfrm>
                <a:off x="213819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6" name="ph6236"/>
              <p:cNvSpPr/>
              <p:nvPr/>
            </p:nvSpPr>
            <p:spPr>
              <a:xfrm>
                <a:off x="214763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7" name="ph6237"/>
              <p:cNvSpPr/>
              <p:nvPr/>
            </p:nvSpPr>
            <p:spPr>
              <a:xfrm>
                <a:off x="215707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8" name="ph6238"/>
              <p:cNvSpPr/>
              <p:nvPr/>
            </p:nvSpPr>
            <p:spPr>
              <a:xfrm>
                <a:off x="216651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9" name="ph6239"/>
              <p:cNvSpPr/>
              <p:nvPr/>
            </p:nvSpPr>
            <p:spPr>
              <a:xfrm>
                <a:off x="217595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0" name="ph6240"/>
              <p:cNvSpPr/>
              <p:nvPr/>
            </p:nvSpPr>
            <p:spPr>
              <a:xfrm>
                <a:off x="218539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1" name="ph6241"/>
              <p:cNvSpPr/>
              <p:nvPr/>
            </p:nvSpPr>
            <p:spPr>
              <a:xfrm>
                <a:off x="219483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2" name="ph6242"/>
              <p:cNvSpPr/>
              <p:nvPr/>
            </p:nvSpPr>
            <p:spPr>
              <a:xfrm>
                <a:off x="220427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3" name="ph6243"/>
              <p:cNvSpPr/>
              <p:nvPr/>
            </p:nvSpPr>
            <p:spPr>
              <a:xfrm>
                <a:off x="221371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4" name="ph6244"/>
              <p:cNvSpPr/>
              <p:nvPr/>
            </p:nvSpPr>
            <p:spPr>
              <a:xfrm>
                <a:off x="222315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5" name="ph6245"/>
              <p:cNvSpPr/>
              <p:nvPr/>
            </p:nvSpPr>
            <p:spPr>
              <a:xfrm>
                <a:off x="223259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6" name="ph6246"/>
              <p:cNvSpPr/>
              <p:nvPr/>
            </p:nvSpPr>
            <p:spPr>
              <a:xfrm>
                <a:off x="224203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7" name="ph6247"/>
              <p:cNvSpPr/>
              <p:nvPr/>
            </p:nvSpPr>
            <p:spPr>
              <a:xfrm>
                <a:off x="225147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8" name="ph6248"/>
              <p:cNvSpPr/>
              <p:nvPr/>
            </p:nvSpPr>
            <p:spPr>
              <a:xfrm>
                <a:off x="226091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9" name="ph6249"/>
              <p:cNvSpPr/>
              <p:nvPr/>
            </p:nvSpPr>
            <p:spPr>
              <a:xfrm>
                <a:off x="227035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0" name="ph6250"/>
              <p:cNvSpPr/>
              <p:nvPr/>
            </p:nvSpPr>
            <p:spPr>
              <a:xfrm>
                <a:off x="227979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1" name="ph6251"/>
              <p:cNvSpPr/>
              <p:nvPr/>
            </p:nvSpPr>
            <p:spPr>
              <a:xfrm>
                <a:off x="228923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2" name="ph6252"/>
              <p:cNvSpPr/>
              <p:nvPr/>
            </p:nvSpPr>
            <p:spPr>
              <a:xfrm>
                <a:off x="229867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3" name="ph6253"/>
              <p:cNvSpPr/>
              <p:nvPr/>
            </p:nvSpPr>
            <p:spPr>
              <a:xfrm>
                <a:off x="230811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4" name="ph6254"/>
              <p:cNvSpPr/>
              <p:nvPr/>
            </p:nvSpPr>
            <p:spPr>
              <a:xfrm>
                <a:off x="231755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5" name="ph6255"/>
              <p:cNvSpPr/>
              <p:nvPr/>
            </p:nvSpPr>
            <p:spPr>
              <a:xfrm>
                <a:off x="232699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6" name="ph6256"/>
              <p:cNvSpPr/>
              <p:nvPr/>
            </p:nvSpPr>
            <p:spPr>
              <a:xfrm>
                <a:off x="233643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7" name="ph6257"/>
              <p:cNvSpPr/>
              <p:nvPr/>
            </p:nvSpPr>
            <p:spPr>
              <a:xfrm>
                <a:off x="234587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8" name="ph6258"/>
              <p:cNvSpPr/>
              <p:nvPr/>
            </p:nvSpPr>
            <p:spPr>
              <a:xfrm>
                <a:off x="235531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9" name="ph6259"/>
              <p:cNvSpPr/>
              <p:nvPr/>
            </p:nvSpPr>
            <p:spPr>
              <a:xfrm>
                <a:off x="23647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0" name="ph6260"/>
              <p:cNvSpPr/>
              <p:nvPr/>
            </p:nvSpPr>
            <p:spPr>
              <a:xfrm>
                <a:off x="237420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1" name="ph6261"/>
              <p:cNvSpPr/>
              <p:nvPr/>
            </p:nvSpPr>
            <p:spPr>
              <a:xfrm>
                <a:off x="238364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2" name="ph6262"/>
              <p:cNvSpPr/>
              <p:nvPr/>
            </p:nvSpPr>
            <p:spPr>
              <a:xfrm>
                <a:off x="239308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3" name="ph6263"/>
              <p:cNvSpPr/>
              <p:nvPr/>
            </p:nvSpPr>
            <p:spPr>
              <a:xfrm>
                <a:off x="24025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4" name="ph6264"/>
              <p:cNvSpPr/>
              <p:nvPr/>
            </p:nvSpPr>
            <p:spPr>
              <a:xfrm>
                <a:off x="2411961" y="1377151"/>
                <a:ext cx="9216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78" y="896830"/>
                    </a:lnTo>
                    <a:lnTo>
                      <a:pt x="921600" y="897898"/>
                    </a:lnTo>
                    <a:lnTo>
                      <a:pt x="921514" y="908855"/>
                    </a:lnTo>
                    <a:lnTo>
                      <a:pt x="921315" y="914400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5" name="ph6265"/>
              <p:cNvSpPr/>
              <p:nvPr/>
            </p:nvSpPr>
            <p:spPr>
              <a:xfrm>
                <a:off x="3129419" y="137715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93" y="914400"/>
                    </a:lnTo>
                    <a:lnTo>
                      <a:pt x="914400" y="90722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6" name="ph6266"/>
              <p:cNvSpPr/>
              <p:nvPr/>
            </p:nvSpPr>
            <p:spPr>
              <a:xfrm>
                <a:off x="3138859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793"/>
                    </a:lnTo>
                    <a:lnTo>
                      <a:pt x="905096" y="924466"/>
                    </a:lnTo>
                    <a:lnTo>
                      <a:pt x="908946" y="916201"/>
                    </a:lnTo>
                    <a:lnTo>
                      <a:pt x="909877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7" name="ph6267"/>
              <p:cNvSpPr/>
              <p:nvPr/>
            </p:nvSpPr>
            <p:spPr>
              <a:xfrm>
                <a:off x="313885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8" name="ph6268"/>
              <p:cNvSpPr/>
              <p:nvPr/>
            </p:nvSpPr>
            <p:spPr>
              <a:xfrm>
                <a:off x="314829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9" name="ph6269"/>
              <p:cNvSpPr/>
              <p:nvPr/>
            </p:nvSpPr>
            <p:spPr>
              <a:xfrm>
                <a:off x="315774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0" name="ph6270"/>
              <p:cNvSpPr/>
              <p:nvPr/>
            </p:nvSpPr>
            <p:spPr>
              <a:xfrm>
                <a:off x="316718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1" name="ph6271"/>
              <p:cNvSpPr/>
              <p:nvPr/>
            </p:nvSpPr>
            <p:spPr>
              <a:xfrm>
                <a:off x="317662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2" name="ph6272"/>
              <p:cNvSpPr/>
              <p:nvPr/>
            </p:nvSpPr>
            <p:spPr>
              <a:xfrm>
                <a:off x="31860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3" name="ph6273"/>
              <p:cNvSpPr/>
              <p:nvPr/>
            </p:nvSpPr>
            <p:spPr>
              <a:xfrm>
                <a:off x="319550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4" name="ph6274"/>
              <p:cNvSpPr/>
              <p:nvPr/>
            </p:nvSpPr>
            <p:spPr>
              <a:xfrm>
                <a:off x="320494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5" name="ph6275"/>
              <p:cNvSpPr/>
              <p:nvPr/>
            </p:nvSpPr>
            <p:spPr>
              <a:xfrm>
                <a:off x="321438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6" name="ph6276"/>
              <p:cNvSpPr/>
              <p:nvPr/>
            </p:nvSpPr>
            <p:spPr>
              <a:xfrm>
                <a:off x="32238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7" name="ph6277"/>
              <p:cNvSpPr/>
              <p:nvPr/>
            </p:nvSpPr>
            <p:spPr>
              <a:xfrm>
                <a:off x="323326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8" name="ph6278"/>
              <p:cNvSpPr/>
              <p:nvPr/>
            </p:nvSpPr>
            <p:spPr>
              <a:xfrm>
                <a:off x="324270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9" name="ph6279"/>
              <p:cNvSpPr/>
              <p:nvPr/>
            </p:nvSpPr>
            <p:spPr>
              <a:xfrm>
                <a:off x="325214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0" name="ph6280"/>
              <p:cNvSpPr/>
              <p:nvPr/>
            </p:nvSpPr>
            <p:spPr>
              <a:xfrm>
                <a:off x="326158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1" name="ph6281"/>
              <p:cNvSpPr/>
              <p:nvPr/>
            </p:nvSpPr>
            <p:spPr>
              <a:xfrm>
                <a:off x="327102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2" name="ph6282"/>
              <p:cNvSpPr/>
              <p:nvPr/>
            </p:nvSpPr>
            <p:spPr>
              <a:xfrm>
                <a:off x="328046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3" name="ph6283"/>
              <p:cNvSpPr/>
              <p:nvPr/>
            </p:nvSpPr>
            <p:spPr>
              <a:xfrm>
                <a:off x="328990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4" name="ph6284"/>
              <p:cNvSpPr/>
              <p:nvPr/>
            </p:nvSpPr>
            <p:spPr>
              <a:xfrm>
                <a:off x="329934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5" name="ph6285"/>
              <p:cNvSpPr/>
              <p:nvPr/>
            </p:nvSpPr>
            <p:spPr>
              <a:xfrm>
                <a:off x="330878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6" name="ph6286"/>
              <p:cNvSpPr/>
              <p:nvPr/>
            </p:nvSpPr>
            <p:spPr>
              <a:xfrm>
                <a:off x="331822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7" name="ph6287"/>
              <p:cNvSpPr/>
              <p:nvPr/>
            </p:nvSpPr>
            <p:spPr>
              <a:xfrm>
                <a:off x="332766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8" name="ph6288"/>
              <p:cNvSpPr/>
              <p:nvPr/>
            </p:nvSpPr>
            <p:spPr>
              <a:xfrm>
                <a:off x="333710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9" name="ph6289"/>
              <p:cNvSpPr/>
              <p:nvPr/>
            </p:nvSpPr>
            <p:spPr>
              <a:xfrm>
                <a:off x="334654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0" name="ph6290"/>
              <p:cNvSpPr/>
              <p:nvPr/>
            </p:nvSpPr>
            <p:spPr>
              <a:xfrm>
                <a:off x="335598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1" name="ph6291"/>
              <p:cNvSpPr/>
              <p:nvPr/>
            </p:nvSpPr>
            <p:spPr>
              <a:xfrm>
                <a:off x="336542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2" name="ph6292"/>
              <p:cNvSpPr/>
              <p:nvPr/>
            </p:nvSpPr>
            <p:spPr>
              <a:xfrm>
                <a:off x="337486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3" name="ph6293"/>
              <p:cNvSpPr/>
              <p:nvPr/>
            </p:nvSpPr>
            <p:spPr>
              <a:xfrm>
                <a:off x="338430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4" name="ph6294"/>
              <p:cNvSpPr/>
              <p:nvPr/>
            </p:nvSpPr>
            <p:spPr>
              <a:xfrm>
                <a:off x="339374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5" name="ph6295"/>
              <p:cNvSpPr/>
              <p:nvPr/>
            </p:nvSpPr>
            <p:spPr>
              <a:xfrm>
                <a:off x="340318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6" name="ph6296"/>
              <p:cNvSpPr/>
              <p:nvPr/>
            </p:nvSpPr>
            <p:spPr>
              <a:xfrm>
                <a:off x="341262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7" name="ph6297"/>
              <p:cNvSpPr/>
              <p:nvPr/>
            </p:nvSpPr>
            <p:spPr>
              <a:xfrm>
                <a:off x="342206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8" name="ph6298"/>
              <p:cNvSpPr/>
              <p:nvPr/>
            </p:nvSpPr>
            <p:spPr>
              <a:xfrm>
                <a:off x="343150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9" name="ph6299"/>
              <p:cNvSpPr/>
              <p:nvPr/>
            </p:nvSpPr>
            <p:spPr>
              <a:xfrm>
                <a:off x="344094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0" name="ph6300"/>
              <p:cNvSpPr/>
              <p:nvPr/>
            </p:nvSpPr>
            <p:spPr>
              <a:xfrm>
                <a:off x="345038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1" name="ph6301"/>
              <p:cNvSpPr/>
              <p:nvPr/>
            </p:nvSpPr>
            <p:spPr>
              <a:xfrm>
                <a:off x="345982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2" name="ph6302"/>
              <p:cNvSpPr/>
              <p:nvPr/>
            </p:nvSpPr>
            <p:spPr>
              <a:xfrm>
                <a:off x="346926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3" name="ph6303"/>
              <p:cNvSpPr/>
              <p:nvPr/>
            </p:nvSpPr>
            <p:spPr>
              <a:xfrm>
                <a:off x="347870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4" name="ph6304"/>
              <p:cNvSpPr/>
              <p:nvPr/>
            </p:nvSpPr>
            <p:spPr>
              <a:xfrm>
                <a:off x="348814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5" name="ph6305"/>
              <p:cNvSpPr/>
              <p:nvPr/>
            </p:nvSpPr>
            <p:spPr>
              <a:xfrm>
                <a:off x="349758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6" name="ph6306"/>
              <p:cNvSpPr/>
              <p:nvPr/>
            </p:nvSpPr>
            <p:spPr>
              <a:xfrm>
                <a:off x="350702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7" name="ph6307"/>
              <p:cNvSpPr/>
              <p:nvPr/>
            </p:nvSpPr>
            <p:spPr>
              <a:xfrm>
                <a:off x="351646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8" name="ph6308"/>
              <p:cNvSpPr/>
              <p:nvPr/>
            </p:nvSpPr>
            <p:spPr>
              <a:xfrm>
                <a:off x="352590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9" name="ph6309"/>
              <p:cNvSpPr/>
              <p:nvPr/>
            </p:nvSpPr>
            <p:spPr>
              <a:xfrm>
                <a:off x="353534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0" name="ph6310"/>
              <p:cNvSpPr/>
              <p:nvPr/>
            </p:nvSpPr>
            <p:spPr>
              <a:xfrm>
                <a:off x="354479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1" name="ph6311"/>
              <p:cNvSpPr/>
              <p:nvPr/>
            </p:nvSpPr>
            <p:spPr>
              <a:xfrm>
                <a:off x="355423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2" name="ph6312"/>
              <p:cNvSpPr/>
              <p:nvPr/>
            </p:nvSpPr>
            <p:spPr>
              <a:xfrm>
                <a:off x="356367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3" name="ph6313"/>
              <p:cNvSpPr/>
              <p:nvPr/>
            </p:nvSpPr>
            <p:spPr>
              <a:xfrm>
                <a:off x="357311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4" name="ph6314"/>
              <p:cNvSpPr/>
              <p:nvPr/>
            </p:nvSpPr>
            <p:spPr>
              <a:xfrm>
                <a:off x="358255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5" name="ph6315"/>
              <p:cNvSpPr/>
              <p:nvPr/>
            </p:nvSpPr>
            <p:spPr>
              <a:xfrm>
                <a:off x="359199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6" name="ph6316"/>
              <p:cNvSpPr/>
              <p:nvPr/>
            </p:nvSpPr>
            <p:spPr>
              <a:xfrm>
                <a:off x="360143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7" name="ph6317"/>
              <p:cNvSpPr/>
              <p:nvPr/>
            </p:nvSpPr>
            <p:spPr>
              <a:xfrm>
                <a:off x="361087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8" name="ph6318"/>
              <p:cNvSpPr/>
              <p:nvPr/>
            </p:nvSpPr>
            <p:spPr>
              <a:xfrm>
                <a:off x="362031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9" name="ph6319"/>
              <p:cNvSpPr/>
              <p:nvPr/>
            </p:nvSpPr>
            <p:spPr>
              <a:xfrm>
                <a:off x="362975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0" name="ph6320"/>
              <p:cNvSpPr/>
              <p:nvPr/>
            </p:nvSpPr>
            <p:spPr>
              <a:xfrm>
                <a:off x="363919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1" name="ph6321"/>
              <p:cNvSpPr/>
              <p:nvPr/>
            </p:nvSpPr>
            <p:spPr>
              <a:xfrm>
                <a:off x="364863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2" name="ph6322"/>
              <p:cNvSpPr/>
              <p:nvPr/>
            </p:nvSpPr>
            <p:spPr>
              <a:xfrm>
                <a:off x="365807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3" name="ph6323"/>
              <p:cNvSpPr/>
              <p:nvPr/>
            </p:nvSpPr>
            <p:spPr>
              <a:xfrm>
                <a:off x="366751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4" name="ph6324"/>
              <p:cNvSpPr/>
              <p:nvPr/>
            </p:nvSpPr>
            <p:spPr>
              <a:xfrm>
                <a:off x="367695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5" name="ph6325"/>
              <p:cNvSpPr/>
              <p:nvPr/>
            </p:nvSpPr>
            <p:spPr>
              <a:xfrm>
                <a:off x="368639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6" name="ph6326"/>
              <p:cNvSpPr/>
              <p:nvPr/>
            </p:nvSpPr>
            <p:spPr>
              <a:xfrm>
                <a:off x="369583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7" name="ph6327"/>
              <p:cNvSpPr/>
              <p:nvPr/>
            </p:nvSpPr>
            <p:spPr>
              <a:xfrm>
                <a:off x="370527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8" name="ph6328"/>
              <p:cNvSpPr/>
              <p:nvPr/>
            </p:nvSpPr>
            <p:spPr>
              <a:xfrm>
                <a:off x="371471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9" name="ph6329"/>
              <p:cNvSpPr/>
              <p:nvPr/>
            </p:nvSpPr>
            <p:spPr>
              <a:xfrm>
                <a:off x="372415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0" name="ph6330"/>
              <p:cNvSpPr/>
              <p:nvPr/>
            </p:nvSpPr>
            <p:spPr>
              <a:xfrm>
                <a:off x="373359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1" name="ph6331"/>
              <p:cNvSpPr/>
              <p:nvPr/>
            </p:nvSpPr>
            <p:spPr>
              <a:xfrm>
                <a:off x="374303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2" name="ph6332"/>
              <p:cNvSpPr/>
              <p:nvPr/>
            </p:nvSpPr>
            <p:spPr>
              <a:xfrm>
                <a:off x="375247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3" name="ph6333"/>
              <p:cNvSpPr/>
              <p:nvPr/>
            </p:nvSpPr>
            <p:spPr>
              <a:xfrm>
                <a:off x="3761915" y="1377151"/>
                <a:ext cx="923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9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91" y="896830"/>
                    </a:lnTo>
                    <a:lnTo>
                      <a:pt x="922726" y="899247"/>
                    </a:lnTo>
                    <a:lnTo>
                      <a:pt x="919751" y="908785"/>
                    </a:lnTo>
                    <a:lnTo>
                      <a:pt x="917782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4" name="ph6334"/>
              <p:cNvSpPr/>
              <p:nvPr/>
            </p:nvSpPr>
            <p:spPr>
              <a:xfrm>
                <a:off x="2072112" y="1342012"/>
                <a:ext cx="914400" cy="9307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52">
                    <a:moveTo>
                      <a:pt x="914400" y="914399"/>
                    </a:moveTo>
                    <a:lnTo>
                      <a:pt x="914400" y="930752"/>
                    </a:lnTo>
                    <a:lnTo>
                      <a:pt x="912479" y="925248"/>
                    </a:lnTo>
                    <a:lnTo>
                      <a:pt x="910843" y="923002"/>
                    </a:lnTo>
                    <a:lnTo>
                      <a:pt x="906262" y="915992"/>
                    </a:lnTo>
                    <a:lnTo>
                      <a:pt x="905325" y="91439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5" name="ph6335"/>
              <p:cNvSpPr/>
              <p:nvPr/>
            </p:nvSpPr>
            <p:spPr>
              <a:xfrm>
                <a:off x="207211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869" y="931969"/>
                    </a:lnTo>
                    <a:lnTo>
                      <a:pt x="914449" y="930895"/>
                    </a:lnTo>
                    <a:lnTo>
                      <a:pt x="914400" y="930752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6" name="ph6336"/>
              <p:cNvSpPr/>
              <p:nvPr/>
            </p:nvSpPr>
            <p:spPr>
              <a:xfrm>
                <a:off x="208155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7" name="ph6337"/>
              <p:cNvSpPr/>
              <p:nvPr/>
            </p:nvSpPr>
            <p:spPr>
              <a:xfrm>
                <a:off x="209099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8" name="ph6338"/>
              <p:cNvSpPr/>
              <p:nvPr/>
            </p:nvSpPr>
            <p:spPr>
              <a:xfrm>
                <a:off x="210043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9" name="ph6339"/>
              <p:cNvSpPr/>
              <p:nvPr/>
            </p:nvSpPr>
            <p:spPr>
              <a:xfrm>
                <a:off x="210987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0" name="ph6340"/>
              <p:cNvSpPr/>
              <p:nvPr/>
            </p:nvSpPr>
            <p:spPr>
              <a:xfrm>
                <a:off x="211931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1" name="ph6341"/>
              <p:cNvSpPr/>
              <p:nvPr/>
            </p:nvSpPr>
            <p:spPr>
              <a:xfrm>
                <a:off x="212875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2" name="ph6342"/>
              <p:cNvSpPr/>
              <p:nvPr/>
            </p:nvSpPr>
            <p:spPr>
              <a:xfrm>
                <a:off x="213819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3" name="ph6343"/>
              <p:cNvSpPr/>
              <p:nvPr/>
            </p:nvSpPr>
            <p:spPr>
              <a:xfrm>
                <a:off x="214763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4" name="ph6344"/>
              <p:cNvSpPr/>
              <p:nvPr/>
            </p:nvSpPr>
            <p:spPr>
              <a:xfrm>
                <a:off x="215707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5" name="ph6345"/>
              <p:cNvSpPr/>
              <p:nvPr/>
            </p:nvSpPr>
            <p:spPr>
              <a:xfrm>
                <a:off x="216651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6" name="ph6346"/>
              <p:cNvSpPr/>
              <p:nvPr/>
            </p:nvSpPr>
            <p:spPr>
              <a:xfrm>
                <a:off x="217595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7" name="ph6347"/>
              <p:cNvSpPr/>
              <p:nvPr/>
            </p:nvSpPr>
            <p:spPr>
              <a:xfrm>
                <a:off x="218539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8" name="ph6348"/>
              <p:cNvSpPr/>
              <p:nvPr/>
            </p:nvSpPr>
            <p:spPr>
              <a:xfrm>
                <a:off x="219483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9" name="ph6349"/>
              <p:cNvSpPr/>
              <p:nvPr/>
            </p:nvSpPr>
            <p:spPr>
              <a:xfrm>
                <a:off x="220427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0" name="ph6350"/>
              <p:cNvSpPr/>
              <p:nvPr/>
            </p:nvSpPr>
            <p:spPr>
              <a:xfrm>
                <a:off x="221371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1" name="ph6351"/>
              <p:cNvSpPr/>
              <p:nvPr/>
            </p:nvSpPr>
            <p:spPr>
              <a:xfrm>
                <a:off x="222315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2" name="ph6352"/>
              <p:cNvSpPr/>
              <p:nvPr/>
            </p:nvSpPr>
            <p:spPr>
              <a:xfrm>
                <a:off x="223259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3" name="ph6353"/>
              <p:cNvSpPr/>
              <p:nvPr/>
            </p:nvSpPr>
            <p:spPr>
              <a:xfrm>
                <a:off x="224203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4" name="ph6354"/>
              <p:cNvSpPr/>
              <p:nvPr/>
            </p:nvSpPr>
            <p:spPr>
              <a:xfrm>
                <a:off x="225147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5" name="ph6355"/>
              <p:cNvSpPr/>
              <p:nvPr/>
            </p:nvSpPr>
            <p:spPr>
              <a:xfrm>
                <a:off x="226091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6" name="ph6356"/>
              <p:cNvSpPr/>
              <p:nvPr/>
            </p:nvSpPr>
            <p:spPr>
              <a:xfrm>
                <a:off x="227035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7" name="ph6357"/>
              <p:cNvSpPr/>
              <p:nvPr/>
            </p:nvSpPr>
            <p:spPr>
              <a:xfrm>
                <a:off x="227979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8" name="ph6358"/>
              <p:cNvSpPr/>
              <p:nvPr/>
            </p:nvSpPr>
            <p:spPr>
              <a:xfrm>
                <a:off x="228923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9" name="ph6359"/>
              <p:cNvSpPr/>
              <p:nvPr/>
            </p:nvSpPr>
            <p:spPr>
              <a:xfrm>
                <a:off x="229867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0" name="ph6360"/>
              <p:cNvSpPr/>
              <p:nvPr/>
            </p:nvSpPr>
            <p:spPr>
              <a:xfrm>
                <a:off x="230811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1" name="ph6361"/>
              <p:cNvSpPr/>
              <p:nvPr/>
            </p:nvSpPr>
            <p:spPr>
              <a:xfrm>
                <a:off x="231755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2" name="ph6362"/>
              <p:cNvSpPr/>
              <p:nvPr/>
            </p:nvSpPr>
            <p:spPr>
              <a:xfrm>
                <a:off x="232699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3" name="ph6363"/>
              <p:cNvSpPr/>
              <p:nvPr/>
            </p:nvSpPr>
            <p:spPr>
              <a:xfrm>
                <a:off x="233643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4" name="ph6364"/>
              <p:cNvSpPr/>
              <p:nvPr/>
            </p:nvSpPr>
            <p:spPr>
              <a:xfrm>
                <a:off x="234587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5" name="ph6365"/>
              <p:cNvSpPr/>
              <p:nvPr/>
            </p:nvSpPr>
            <p:spPr>
              <a:xfrm>
                <a:off x="235531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6" name="ph6366"/>
              <p:cNvSpPr/>
              <p:nvPr/>
            </p:nvSpPr>
            <p:spPr>
              <a:xfrm>
                <a:off x="23647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7" name="ph6367"/>
              <p:cNvSpPr/>
              <p:nvPr/>
            </p:nvSpPr>
            <p:spPr>
              <a:xfrm>
                <a:off x="237420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8" name="ph6368"/>
              <p:cNvSpPr/>
              <p:nvPr/>
            </p:nvSpPr>
            <p:spPr>
              <a:xfrm>
                <a:off x="238364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9" name="ph6369"/>
              <p:cNvSpPr/>
              <p:nvPr/>
            </p:nvSpPr>
            <p:spPr>
              <a:xfrm>
                <a:off x="239308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0" name="ph6370"/>
              <p:cNvSpPr/>
              <p:nvPr/>
            </p:nvSpPr>
            <p:spPr>
              <a:xfrm>
                <a:off x="24025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1" name="ph6371"/>
              <p:cNvSpPr/>
              <p:nvPr/>
            </p:nvSpPr>
            <p:spPr>
              <a:xfrm>
                <a:off x="2411961" y="1359581"/>
                <a:ext cx="921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117" y="896830"/>
                    </a:lnTo>
                    <a:lnTo>
                      <a:pt x="921127" y="897125"/>
                    </a:lnTo>
                    <a:lnTo>
                      <a:pt x="921138" y="897447"/>
                    </a:lnTo>
                    <a:lnTo>
                      <a:pt x="921149" y="897768"/>
                    </a:lnTo>
                    <a:lnTo>
                      <a:pt x="921160" y="898089"/>
                    </a:lnTo>
                    <a:lnTo>
                      <a:pt x="921171" y="898411"/>
                    </a:lnTo>
                    <a:lnTo>
                      <a:pt x="921182" y="898732"/>
                    </a:lnTo>
                    <a:lnTo>
                      <a:pt x="921193" y="899053"/>
                    </a:lnTo>
                    <a:lnTo>
                      <a:pt x="921204" y="899375"/>
                    </a:lnTo>
                    <a:lnTo>
                      <a:pt x="921215" y="899696"/>
                    </a:lnTo>
                    <a:lnTo>
                      <a:pt x="921226" y="900017"/>
                    </a:lnTo>
                    <a:lnTo>
                      <a:pt x="921237" y="900339"/>
                    </a:lnTo>
                    <a:lnTo>
                      <a:pt x="921248" y="900660"/>
                    </a:lnTo>
                    <a:lnTo>
                      <a:pt x="921259" y="900981"/>
                    </a:lnTo>
                    <a:lnTo>
                      <a:pt x="921270" y="901303"/>
                    </a:lnTo>
                    <a:lnTo>
                      <a:pt x="921281" y="901624"/>
                    </a:lnTo>
                    <a:lnTo>
                      <a:pt x="921292" y="901945"/>
                    </a:lnTo>
                    <a:lnTo>
                      <a:pt x="921303" y="902267"/>
                    </a:lnTo>
                    <a:lnTo>
                      <a:pt x="921314" y="902588"/>
                    </a:lnTo>
                    <a:lnTo>
                      <a:pt x="921325" y="902909"/>
                    </a:lnTo>
                    <a:lnTo>
                      <a:pt x="921336" y="903231"/>
                    </a:lnTo>
                    <a:lnTo>
                      <a:pt x="921346" y="903552"/>
                    </a:lnTo>
                    <a:lnTo>
                      <a:pt x="921357" y="903873"/>
                    </a:lnTo>
                    <a:lnTo>
                      <a:pt x="921368" y="904195"/>
                    </a:lnTo>
                    <a:lnTo>
                      <a:pt x="921379" y="904516"/>
                    </a:lnTo>
                    <a:lnTo>
                      <a:pt x="921578" y="914400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2" name="ph6372"/>
              <p:cNvSpPr/>
              <p:nvPr/>
            </p:nvSpPr>
            <p:spPr>
              <a:xfrm>
                <a:off x="3138859" y="135958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877" y="914400"/>
                    </a:lnTo>
                    <a:lnTo>
                      <a:pt x="913020" y="908318"/>
                    </a:lnTo>
                    <a:lnTo>
                      <a:pt x="914400" y="90591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3" name="ph6373"/>
              <p:cNvSpPr/>
              <p:nvPr/>
            </p:nvSpPr>
            <p:spPr>
              <a:xfrm>
                <a:off x="3148299" y="134201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3483"/>
                    </a:lnTo>
                    <a:lnTo>
                      <a:pt x="907869" y="918409"/>
                    </a:lnTo>
                    <a:lnTo>
                      <a:pt x="910421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4" name="ph6374"/>
              <p:cNvSpPr/>
              <p:nvPr/>
            </p:nvSpPr>
            <p:spPr>
              <a:xfrm>
                <a:off x="314829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5" name="ph6375"/>
              <p:cNvSpPr/>
              <p:nvPr/>
            </p:nvSpPr>
            <p:spPr>
              <a:xfrm>
                <a:off x="315774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6" name="ph6376"/>
              <p:cNvSpPr/>
              <p:nvPr/>
            </p:nvSpPr>
            <p:spPr>
              <a:xfrm>
                <a:off x="316718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7" name="ph6377"/>
              <p:cNvSpPr/>
              <p:nvPr/>
            </p:nvSpPr>
            <p:spPr>
              <a:xfrm>
                <a:off x="317662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8" name="ph6378"/>
              <p:cNvSpPr/>
              <p:nvPr/>
            </p:nvSpPr>
            <p:spPr>
              <a:xfrm>
                <a:off x="31860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9" name="ph6379"/>
              <p:cNvSpPr/>
              <p:nvPr/>
            </p:nvSpPr>
            <p:spPr>
              <a:xfrm>
                <a:off x="319550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0" name="ph6380"/>
              <p:cNvSpPr/>
              <p:nvPr/>
            </p:nvSpPr>
            <p:spPr>
              <a:xfrm>
                <a:off x="320494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1" name="ph6381"/>
              <p:cNvSpPr/>
              <p:nvPr/>
            </p:nvSpPr>
            <p:spPr>
              <a:xfrm>
                <a:off x="321438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2" name="ph6382"/>
              <p:cNvSpPr/>
              <p:nvPr/>
            </p:nvSpPr>
            <p:spPr>
              <a:xfrm>
                <a:off x="32238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3" name="ph6383"/>
              <p:cNvSpPr/>
              <p:nvPr/>
            </p:nvSpPr>
            <p:spPr>
              <a:xfrm>
                <a:off x="323326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4" name="ph6384"/>
              <p:cNvSpPr/>
              <p:nvPr/>
            </p:nvSpPr>
            <p:spPr>
              <a:xfrm>
                <a:off x="324270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5" name="ph6385"/>
              <p:cNvSpPr/>
              <p:nvPr/>
            </p:nvSpPr>
            <p:spPr>
              <a:xfrm>
                <a:off x="325214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6" name="ph6386"/>
              <p:cNvSpPr/>
              <p:nvPr/>
            </p:nvSpPr>
            <p:spPr>
              <a:xfrm>
                <a:off x="326158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7" name="ph6387"/>
              <p:cNvSpPr/>
              <p:nvPr/>
            </p:nvSpPr>
            <p:spPr>
              <a:xfrm>
                <a:off x="327102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8" name="ph6388"/>
              <p:cNvSpPr/>
              <p:nvPr/>
            </p:nvSpPr>
            <p:spPr>
              <a:xfrm>
                <a:off x="328046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9" name="ph6389"/>
              <p:cNvSpPr/>
              <p:nvPr/>
            </p:nvSpPr>
            <p:spPr>
              <a:xfrm>
                <a:off x="328990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0" name="ph6390"/>
              <p:cNvSpPr/>
              <p:nvPr/>
            </p:nvSpPr>
            <p:spPr>
              <a:xfrm>
                <a:off x="329934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1" name="ph6391"/>
              <p:cNvSpPr/>
              <p:nvPr/>
            </p:nvSpPr>
            <p:spPr>
              <a:xfrm>
                <a:off x="330878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2" name="ph6392"/>
              <p:cNvSpPr/>
              <p:nvPr/>
            </p:nvSpPr>
            <p:spPr>
              <a:xfrm>
                <a:off x="331822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3" name="ph6393"/>
              <p:cNvSpPr/>
              <p:nvPr/>
            </p:nvSpPr>
            <p:spPr>
              <a:xfrm>
                <a:off x="332766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4" name="ph6394"/>
              <p:cNvSpPr/>
              <p:nvPr/>
            </p:nvSpPr>
            <p:spPr>
              <a:xfrm>
                <a:off x="333710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5" name="ph6395"/>
              <p:cNvSpPr/>
              <p:nvPr/>
            </p:nvSpPr>
            <p:spPr>
              <a:xfrm>
                <a:off x="334654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6" name="ph6396"/>
              <p:cNvSpPr/>
              <p:nvPr/>
            </p:nvSpPr>
            <p:spPr>
              <a:xfrm>
                <a:off x="335598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7" name="ph6397"/>
              <p:cNvSpPr/>
              <p:nvPr/>
            </p:nvSpPr>
            <p:spPr>
              <a:xfrm>
                <a:off x="336542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8" name="ph6398"/>
              <p:cNvSpPr/>
              <p:nvPr/>
            </p:nvSpPr>
            <p:spPr>
              <a:xfrm>
                <a:off x="337486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9" name="ph6399"/>
              <p:cNvSpPr/>
              <p:nvPr/>
            </p:nvSpPr>
            <p:spPr>
              <a:xfrm>
                <a:off x="338430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0" name="ph6400"/>
              <p:cNvSpPr/>
              <p:nvPr/>
            </p:nvSpPr>
            <p:spPr>
              <a:xfrm>
                <a:off x="339374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1" name="ph6401"/>
              <p:cNvSpPr/>
              <p:nvPr/>
            </p:nvSpPr>
            <p:spPr>
              <a:xfrm>
                <a:off x="340318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2" name="ph6402"/>
              <p:cNvSpPr/>
              <p:nvPr/>
            </p:nvSpPr>
            <p:spPr>
              <a:xfrm>
                <a:off x="341262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3" name="ph6403"/>
              <p:cNvSpPr/>
              <p:nvPr/>
            </p:nvSpPr>
            <p:spPr>
              <a:xfrm>
                <a:off x="342206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4" name="ph6404"/>
              <p:cNvSpPr/>
              <p:nvPr/>
            </p:nvSpPr>
            <p:spPr>
              <a:xfrm>
                <a:off x="343150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5" name="ph6405"/>
              <p:cNvSpPr/>
              <p:nvPr/>
            </p:nvSpPr>
            <p:spPr>
              <a:xfrm>
                <a:off x="344094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6" name="ph6406"/>
              <p:cNvSpPr/>
              <p:nvPr/>
            </p:nvSpPr>
            <p:spPr>
              <a:xfrm>
                <a:off x="345038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7" name="ph6407"/>
              <p:cNvSpPr/>
              <p:nvPr/>
            </p:nvSpPr>
            <p:spPr>
              <a:xfrm>
                <a:off x="345982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8" name="ph6408"/>
              <p:cNvSpPr/>
              <p:nvPr/>
            </p:nvSpPr>
            <p:spPr>
              <a:xfrm>
                <a:off x="346926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9" name="ph6409"/>
              <p:cNvSpPr/>
              <p:nvPr/>
            </p:nvSpPr>
            <p:spPr>
              <a:xfrm>
                <a:off x="347870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0" name="ph6410"/>
              <p:cNvSpPr/>
              <p:nvPr/>
            </p:nvSpPr>
            <p:spPr>
              <a:xfrm>
                <a:off x="348814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1" name="ph6411"/>
              <p:cNvSpPr/>
              <p:nvPr/>
            </p:nvSpPr>
            <p:spPr>
              <a:xfrm>
                <a:off x="349758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2" name="ph6412"/>
              <p:cNvSpPr/>
              <p:nvPr/>
            </p:nvSpPr>
            <p:spPr>
              <a:xfrm>
                <a:off x="350702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3" name="ph6413"/>
              <p:cNvSpPr/>
              <p:nvPr/>
            </p:nvSpPr>
            <p:spPr>
              <a:xfrm>
                <a:off x="351646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4" name="ph6414"/>
              <p:cNvSpPr/>
              <p:nvPr/>
            </p:nvSpPr>
            <p:spPr>
              <a:xfrm>
                <a:off x="352590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5" name="ph6415"/>
              <p:cNvSpPr/>
              <p:nvPr/>
            </p:nvSpPr>
            <p:spPr>
              <a:xfrm>
                <a:off x="353534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6" name="ph6416"/>
              <p:cNvSpPr/>
              <p:nvPr/>
            </p:nvSpPr>
            <p:spPr>
              <a:xfrm>
                <a:off x="354479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7" name="ph6417"/>
              <p:cNvSpPr/>
              <p:nvPr/>
            </p:nvSpPr>
            <p:spPr>
              <a:xfrm>
                <a:off x="355423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8" name="ph6418"/>
              <p:cNvSpPr/>
              <p:nvPr/>
            </p:nvSpPr>
            <p:spPr>
              <a:xfrm>
                <a:off x="356367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9" name="ph6419"/>
              <p:cNvSpPr/>
              <p:nvPr/>
            </p:nvSpPr>
            <p:spPr>
              <a:xfrm>
                <a:off x="357311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0" name="ph6420"/>
              <p:cNvSpPr/>
              <p:nvPr/>
            </p:nvSpPr>
            <p:spPr>
              <a:xfrm>
                <a:off x="358255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1" name="ph6421"/>
              <p:cNvSpPr/>
              <p:nvPr/>
            </p:nvSpPr>
            <p:spPr>
              <a:xfrm>
                <a:off x="359199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2" name="ph6422"/>
              <p:cNvSpPr/>
              <p:nvPr/>
            </p:nvSpPr>
            <p:spPr>
              <a:xfrm>
                <a:off x="360143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3" name="ph6423"/>
              <p:cNvSpPr/>
              <p:nvPr/>
            </p:nvSpPr>
            <p:spPr>
              <a:xfrm>
                <a:off x="361087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4" name="ph6424"/>
              <p:cNvSpPr/>
              <p:nvPr/>
            </p:nvSpPr>
            <p:spPr>
              <a:xfrm>
                <a:off x="362031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5" name="ph6425"/>
              <p:cNvSpPr/>
              <p:nvPr/>
            </p:nvSpPr>
            <p:spPr>
              <a:xfrm>
                <a:off x="362975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6" name="ph6426"/>
              <p:cNvSpPr/>
              <p:nvPr/>
            </p:nvSpPr>
            <p:spPr>
              <a:xfrm>
                <a:off x="363919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7" name="ph6427"/>
              <p:cNvSpPr/>
              <p:nvPr/>
            </p:nvSpPr>
            <p:spPr>
              <a:xfrm>
                <a:off x="364863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8" name="ph6428"/>
              <p:cNvSpPr/>
              <p:nvPr/>
            </p:nvSpPr>
            <p:spPr>
              <a:xfrm>
                <a:off x="365807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9" name="ph6429"/>
              <p:cNvSpPr/>
              <p:nvPr/>
            </p:nvSpPr>
            <p:spPr>
              <a:xfrm>
                <a:off x="366751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0" name="ph6430"/>
              <p:cNvSpPr/>
              <p:nvPr/>
            </p:nvSpPr>
            <p:spPr>
              <a:xfrm>
                <a:off x="367695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1" name="ph6431"/>
              <p:cNvSpPr/>
              <p:nvPr/>
            </p:nvSpPr>
            <p:spPr>
              <a:xfrm>
                <a:off x="368639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2" name="ph6432"/>
              <p:cNvSpPr/>
              <p:nvPr/>
            </p:nvSpPr>
            <p:spPr>
              <a:xfrm>
                <a:off x="369583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3" name="ph6433"/>
              <p:cNvSpPr/>
              <p:nvPr/>
            </p:nvSpPr>
            <p:spPr>
              <a:xfrm>
                <a:off x="370527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4" name="ph6434"/>
              <p:cNvSpPr/>
              <p:nvPr/>
            </p:nvSpPr>
            <p:spPr>
              <a:xfrm>
                <a:off x="371471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5" name="ph6435"/>
              <p:cNvSpPr/>
              <p:nvPr/>
            </p:nvSpPr>
            <p:spPr>
              <a:xfrm>
                <a:off x="372415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6" name="ph6436"/>
              <p:cNvSpPr/>
              <p:nvPr/>
            </p:nvSpPr>
            <p:spPr>
              <a:xfrm>
                <a:off x="373359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7" name="ph6437"/>
              <p:cNvSpPr/>
              <p:nvPr/>
            </p:nvSpPr>
            <p:spPr>
              <a:xfrm>
                <a:off x="374303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8" name="ph6438"/>
              <p:cNvSpPr/>
              <p:nvPr/>
            </p:nvSpPr>
            <p:spPr>
              <a:xfrm>
                <a:off x="375247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9" name="ph6439"/>
              <p:cNvSpPr/>
              <p:nvPr/>
            </p:nvSpPr>
            <p:spPr>
              <a:xfrm>
                <a:off x="3761915" y="135958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770"/>
                    </a:lnTo>
                    <a:lnTo>
                      <a:pt x="92339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0" name="ph6440"/>
              <p:cNvSpPr/>
              <p:nvPr/>
            </p:nvSpPr>
            <p:spPr>
              <a:xfrm>
                <a:off x="3771355" y="1342012"/>
                <a:ext cx="918411" cy="930340"/>
              </a:xfrm>
              <a:custGeom>
                <a:avLst/>
                <a:gdLst/>
                <a:ahLst/>
                <a:cxnLst/>
                <a:rect l="0" t="0" r="0" b="0"/>
                <a:pathLst>
                  <a:path w="918411" h="930340">
                    <a:moveTo>
                      <a:pt x="914400" y="914399"/>
                    </a:moveTo>
                    <a:lnTo>
                      <a:pt x="918411" y="914507"/>
                    </a:lnTo>
                    <a:lnTo>
                      <a:pt x="915988" y="924572"/>
                    </a:lnTo>
                    <a:lnTo>
                      <a:pt x="914400" y="93034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1" name="ph6441"/>
              <p:cNvSpPr/>
              <p:nvPr/>
            </p:nvSpPr>
            <p:spPr>
              <a:xfrm>
                <a:off x="2062672" y="1324442"/>
                <a:ext cx="914400" cy="93134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7">
                    <a:moveTo>
                      <a:pt x="914400" y="914399"/>
                    </a:moveTo>
                    <a:lnTo>
                      <a:pt x="914400" y="931347"/>
                    </a:lnTo>
                    <a:lnTo>
                      <a:pt x="911324" y="926116"/>
                    </a:lnTo>
                    <a:lnTo>
                      <a:pt x="907161" y="918254"/>
                    </a:lnTo>
                    <a:lnTo>
                      <a:pt x="905323" y="91439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2" name="ph6442"/>
              <p:cNvSpPr/>
              <p:nvPr/>
            </p:nvSpPr>
            <p:spPr>
              <a:xfrm>
                <a:off x="206267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765" y="931969"/>
                    </a:lnTo>
                    <a:lnTo>
                      <a:pt x="914400" y="931347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3" name="ph6443"/>
              <p:cNvSpPr/>
              <p:nvPr/>
            </p:nvSpPr>
            <p:spPr>
              <a:xfrm>
                <a:off x="207211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4" name="ph6444"/>
              <p:cNvSpPr/>
              <p:nvPr/>
            </p:nvSpPr>
            <p:spPr>
              <a:xfrm>
                <a:off x="208155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5" name="ph6445"/>
              <p:cNvSpPr/>
              <p:nvPr/>
            </p:nvSpPr>
            <p:spPr>
              <a:xfrm>
                <a:off x="209099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6" name="ph6446"/>
              <p:cNvSpPr/>
              <p:nvPr/>
            </p:nvSpPr>
            <p:spPr>
              <a:xfrm>
                <a:off x="210043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7" name="ph6447"/>
              <p:cNvSpPr/>
              <p:nvPr/>
            </p:nvSpPr>
            <p:spPr>
              <a:xfrm>
                <a:off x="210987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8" name="ph6448"/>
              <p:cNvSpPr/>
              <p:nvPr/>
            </p:nvSpPr>
            <p:spPr>
              <a:xfrm>
                <a:off x="211931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9" name="ph6449"/>
              <p:cNvSpPr/>
              <p:nvPr/>
            </p:nvSpPr>
            <p:spPr>
              <a:xfrm>
                <a:off x="212875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0" name="ph6450"/>
              <p:cNvSpPr/>
              <p:nvPr/>
            </p:nvSpPr>
            <p:spPr>
              <a:xfrm>
                <a:off x="213819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1" name="ph6451"/>
              <p:cNvSpPr/>
              <p:nvPr/>
            </p:nvSpPr>
            <p:spPr>
              <a:xfrm>
                <a:off x="214763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2" name="ph6452"/>
              <p:cNvSpPr/>
              <p:nvPr/>
            </p:nvSpPr>
            <p:spPr>
              <a:xfrm>
                <a:off x="215707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3" name="ph6453"/>
              <p:cNvSpPr/>
              <p:nvPr/>
            </p:nvSpPr>
            <p:spPr>
              <a:xfrm>
                <a:off x="216651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4" name="ph6454"/>
              <p:cNvSpPr/>
              <p:nvPr/>
            </p:nvSpPr>
            <p:spPr>
              <a:xfrm>
                <a:off x="217595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5" name="ph6455"/>
              <p:cNvSpPr/>
              <p:nvPr/>
            </p:nvSpPr>
            <p:spPr>
              <a:xfrm>
                <a:off x="218539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6" name="ph6456"/>
              <p:cNvSpPr/>
              <p:nvPr/>
            </p:nvSpPr>
            <p:spPr>
              <a:xfrm>
                <a:off x="219483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7" name="ph6457"/>
              <p:cNvSpPr/>
              <p:nvPr/>
            </p:nvSpPr>
            <p:spPr>
              <a:xfrm>
                <a:off x="220427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8" name="ph6458"/>
              <p:cNvSpPr/>
              <p:nvPr/>
            </p:nvSpPr>
            <p:spPr>
              <a:xfrm>
                <a:off x="221371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9" name="ph6459"/>
              <p:cNvSpPr/>
              <p:nvPr/>
            </p:nvSpPr>
            <p:spPr>
              <a:xfrm>
                <a:off x="222315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0" name="ph6460"/>
              <p:cNvSpPr/>
              <p:nvPr/>
            </p:nvSpPr>
            <p:spPr>
              <a:xfrm>
                <a:off x="223259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1" name="ph6461"/>
              <p:cNvSpPr/>
              <p:nvPr/>
            </p:nvSpPr>
            <p:spPr>
              <a:xfrm>
                <a:off x="224203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2" name="ph6462"/>
              <p:cNvSpPr/>
              <p:nvPr/>
            </p:nvSpPr>
            <p:spPr>
              <a:xfrm>
                <a:off x="225147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3" name="ph6463"/>
              <p:cNvSpPr/>
              <p:nvPr/>
            </p:nvSpPr>
            <p:spPr>
              <a:xfrm>
                <a:off x="226091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4" name="ph6464"/>
              <p:cNvSpPr/>
              <p:nvPr/>
            </p:nvSpPr>
            <p:spPr>
              <a:xfrm>
                <a:off x="227035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5" name="ph6465"/>
              <p:cNvSpPr/>
              <p:nvPr/>
            </p:nvSpPr>
            <p:spPr>
              <a:xfrm>
                <a:off x="227979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6" name="ph6466"/>
              <p:cNvSpPr/>
              <p:nvPr/>
            </p:nvSpPr>
            <p:spPr>
              <a:xfrm>
                <a:off x="228923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7" name="ph6467"/>
              <p:cNvSpPr/>
              <p:nvPr/>
            </p:nvSpPr>
            <p:spPr>
              <a:xfrm>
                <a:off x="229867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8" name="ph6468"/>
              <p:cNvSpPr/>
              <p:nvPr/>
            </p:nvSpPr>
            <p:spPr>
              <a:xfrm>
                <a:off x="230811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9" name="ph6469"/>
              <p:cNvSpPr/>
              <p:nvPr/>
            </p:nvSpPr>
            <p:spPr>
              <a:xfrm>
                <a:off x="231755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0" name="ph6470"/>
              <p:cNvSpPr/>
              <p:nvPr/>
            </p:nvSpPr>
            <p:spPr>
              <a:xfrm>
                <a:off x="232699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1" name="ph6471"/>
              <p:cNvSpPr/>
              <p:nvPr/>
            </p:nvSpPr>
            <p:spPr>
              <a:xfrm>
                <a:off x="233643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2" name="ph6472"/>
              <p:cNvSpPr/>
              <p:nvPr/>
            </p:nvSpPr>
            <p:spPr>
              <a:xfrm>
                <a:off x="234587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3" name="ph6473"/>
              <p:cNvSpPr/>
              <p:nvPr/>
            </p:nvSpPr>
            <p:spPr>
              <a:xfrm>
                <a:off x="235531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4" name="ph6474"/>
              <p:cNvSpPr/>
              <p:nvPr/>
            </p:nvSpPr>
            <p:spPr>
              <a:xfrm>
                <a:off x="23647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5" name="ph6475"/>
              <p:cNvSpPr/>
              <p:nvPr/>
            </p:nvSpPr>
            <p:spPr>
              <a:xfrm>
                <a:off x="237420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6" name="ph6476"/>
              <p:cNvSpPr/>
              <p:nvPr/>
            </p:nvSpPr>
            <p:spPr>
              <a:xfrm>
                <a:off x="238364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7" name="ph6477"/>
              <p:cNvSpPr/>
              <p:nvPr/>
            </p:nvSpPr>
            <p:spPr>
              <a:xfrm>
                <a:off x="23930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8" name="ph6478"/>
              <p:cNvSpPr/>
              <p:nvPr/>
            </p:nvSpPr>
            <p:spPr>
              <a:xfrm>
                <a:off x="24025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9" name="ph6479"/>
              <p:cNvSpPr/>
              <p:nvPr/>
            </p:nvSpPr>
            <p:spPr>
              <a:xfrm>
                <a:off x="2411961" y="1342012"/>
                <a:ext cx="92111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117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191" y="896830"/>
                    </a:lnTo>
                    <a:lnTo>
                      <a:pt x="920492" y="900727"/>
                    </a:lnTo>
                    <a:lnTo>
                      <a:pt x="921028" y="911804"/>
                    </a:lnTo>
                    <a:lnTo>
                      <a:pt x="921039" y="912124"/>
                    </a:lnTo>
                    <a:lnTo>
                      <a:pt x="921050" y="912446"/>
                    </a:lnTo>
                    <a:lnTo>
                      <a:pt x="921061" y="912767"/>
                    </a:lnTo>
                    <a:lnTo>
                      <a:pt x="921072" y="913088"/>
                    </a:lnTo>
                    <a:lnTo>
                      <a:pt x="921083" y="913410"/>
                    </a:lnTo>
                    <a:lnTo>
                      <a:pt x="921094" y="913731"/>
                    </a:lnTo>
                    <a:lnTo>
                      <a:pt x="921105" y="914052"/>
                    </a:lnTo>
                    <a:lnTo>
                      <a:pt x="921117" y="91439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0" name="ph6480"/>
              <p:cNvSpPr/>
              <p:nvPr/>
            </p:nvSpPr>
            <p:spPr>
              <a:xfrm>
                <a:off x="3148299" y="1342012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10421" y="914399"/>
                    </a:lnTo>
                    <a:lnTo>
                      <a:pt x="912360" y="911355"/>
                    </a:lnTo>
                    <a:lnTo>
                      <a:pt x="914399" y="908474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1" name="ph6481"/>
              <p:cNvSpPr/>
              <p:nvPr/>
            </p:nvSpPr>
            <p:spPr>
              <a:xfrm>
                <a:off x="3157740" y="132444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044"/>
                    </a:lnTo>
                    <a:lnTo>
                      <a:pt x="907601" y="922313"/>
                    </a:lnTo>
                    <a:lnTo>
                      <a:pt x="912461" y="916162"/>
                    </a:lnTo>
                    <a:lnTo>
                      <a:pt x="914022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2" name="ph6482"/>
              <p:cNvSpPr/>
              <p:nvPr/>
            </p:nvSpPr>
            <p:spPr>
              <a:xfrm>
                <a:off x="315774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3" name="ph6483"/>
              <p:cNvSpPr/>
              <p:nvPr/>
            </p:nvSpPr>
            <p:spPr>
              <a:xfrm>
                <a:off x="31671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4" name="ph6484"/>
              <p:cNvSpPr/>
              <p:nvPr/>
            </p:nvSpPr>
            <p:spPr>
              <a:xfrm>
                <a:off x="317662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5" name="ph6485"/>
              <p:cNvSpPr/>
              <p:nvPr/>
            </p:nvSpPr>
            <p:spPr>
              <a:xfrm>
                <a:off x="31860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6" name="ph6486"/>
              <p:cNvSpPr/>
              <p:nvPr/>
            </p:nvSpPr>
            <p:spPr>
              <a:xfrm>
                <a:off x="319550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7" name="ph6487"/>
              <p:cNvSpPr/>
              <p:nvPr/>
            </p:nvSpPr>
            <p:spPr>
              <a:xfrm>
                <a:off x="320494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8" name="ph6488"/>
              <p:cNvSpPr/>
              <p:nvPr/>
            </p:nvSpPr>
            <p:spPr>
              <a:xfrm>
                <a:off x="321438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9" name="ph6489"/>
              <p:cNvSpPr/>
              <p:nvPr/>
            </p:nvSpPr>
            <p:spPr>
              <a:xfrm>
                <a:off x="32238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0" name="ph6490"/>
              <p:cNvSpPr/>
              <p:nvPr/>
            </p:nvSpPr>
            <p:spPr>
              <a:xfrm>
                <a:off x="323326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1" name="ph6491"/>
              <p:cNvSpPr/>
              <p:nvPr/>
            </p:nvSpPr>
            <p:spPr>
              <a:xfrm>
                <a:off x="324270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2" name="ph6492"/>
              <p:cNvSpPr/>
              <p:nvPr/>
            </p:nvSpPr>
            <p:spPr>
              <a:xfrm>
                <a:off x="325214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3" name="ph6493"/>
              <p:cNvSpPr/>
              <p:nvPr/>
            </p:nvSpPr>
            <p:spPr>
              <a:xfrm>
                <a:off x="326158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4" name="ph6494"/>
              <p:cNvSpPr/>
              <p:nvPr/>
            </p:nvSpPr>
            <p:spPr>
              <a:xfrm>
                <a:off x="327102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5" name="ph6495"/>
              <p:cNvSpPr/>
              <p:nvPr/>
            </p:nvSpPr>
            <p:spPr>
              <a:xfrm>
                <a:off x="328046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6" name="ph6496"/>
              <p:cNvSpPr/>
              <p:nvPr/>
            </p:nvSpPr>
            <p:spPr>
              <a:xfrm>
                <a:off x="328990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7" name="ph6497"/>
              <p:cNvSpPr/>
              <p:nvPr/>
            </p:nvSpPr>
            <p:spPr>
              <a:xfrm>
                <a:off x="329934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8" name="ph6498"/>
              <p:cNvSpPr/>
              <p:nvPr/>
            </p:nvSpPr>
            <p:spPr>
              <a:xfrm>
                <a:off x="330878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9" name="ph6499"/>
              <p:cNvSpPr/>
              <p:nvPr/>
            </p:nvSpPr>
            <p:spPr>
              <a:xfrm>
                <a:off x="331822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0" name="ph6500"/>
              <p:cNvSpPr/>
              <p:nvPr/>
            </p:nvSpPr>
            <p:spPr>
              <a:xfrm>
                <a:off x="332766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1" name="ph6501"/>
              <p:cNvSpPr/>
              <p:nvPr/>
            </p:nvSpPr>
            <p:spPr>
              <a:xfrm>
                <a:off x="333710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2" name="ph6502"/>
              <p:cNvSpPr/>
              <p:nvPr/>
            </p:nvSpPr>
            <p:spPr>
              <a:xfrm>
                <a:off x="334654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3" name="ph6503"/>
              <p:cNvSpPr/>
              <p:nvPr/>
            </p:nvSpPr>
            <p:spPr>
              <a:xfrm>
                <a:off x="335598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4" name="ph6504"/>
              <p:cNvSpPr/>
              <p:nvPr/>
            </p:nvSpPr>
            <p:spPr>
              <a:xfrm>
                <a:off x="336542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5" name="ph6505"/>
              <p:cNvSpPr/>
              <p:nvPr/>
            </p:nvSpPr>
            <p:spPr>
              <a:xfrm>
                <a:off x="337486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6" name="ph6506"/>
              <p:cNvSpPr/>
              <p:nvPr/>
            </p:nvSpPr>
            <p:spPr>
              <a:xfrm>
                <a:off x="338430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7" name="ph6507"/>
              <p:cNvSpPr/>
              <p:nvPr/>
            </p:nvSpPr>
            <p:spPr>
              <a:xfrm>
                <a:off x="339374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8" name="ph6508"/>
              <p:cNvSpPr/>
              <p:nvPr/>
            </p:nvSpPr>
            <p:spPr>
              <a:xfrm>
                <a:off x="340318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9" name="ph6509"/>
              <p:cNvSpPr/>
              <p:nvPr/>
            </p:nvSpPr>
            <p:spPr>
              <a:xfrm>
                <a:off x="341262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0" name="ph6510"/>
              <p:cNvSpPr/>
              <p:nvPr/>
            </p:nvSpPr>
            <p:spPr>
              <a:xfrm>
                <a:off x="342206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1" name="ph6511"/>
              <p:cNvSpPr/>
              <p:nvPr/>
            </p:nvSpPr>
            <p:spPr>
              <a:xfrm>
                <a:off x="343150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2" name="ph6512"/>
              <p:cNvSpPr/>
              <p:nvPr/>
            </p:nvSpPr>
            <p:spPr>
              <a:xfrm>
                <a:off x="344094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3" name="ph6513"/>
              <p:cNvSpPr/>
              <p:nvPr/>
            </p:nvSpPr>
            <p:spPr>
              <a:xfrm>
                <a:off x="345038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4" name="ph6514"/>
              <p:cNvSpPr/>
              <p:nvPr/>
            </p:nvSpPr>
            <p:spPr>
              <a:xfrm>
                <a:off x="345982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5" name="ph6515"/>
              <p:cNvSpPr/>
              <p:nvPr/>
            </p:nvSpPr>
            <p:spPr>
              <a:xfrm>
                <a:off x="346926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6" name="ph6516"/>
              <p:cNvSpPr/>
              <p:nvPr/>
            </p:nvSpPr>
            <p:spPr>
              <a:xfrm>
                <a:off x="347870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7" name="ph6517"/>
              <p:cNvSpPr/>
              <p:nvPr/>
            </p:nvSpPr>
            <p:spPr>
              <a:xfrm>
                <a:off x="348814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8" name="ph6518"/>
              <p:cNvSpPr/>
              <p:nvPr/>
            </p:nvSpPr>
            <p:spPr>
              <a:xfrm>
                <a:off x="349758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9" name="ph6519"/>
              <p:cNvSpPr/>
              <p:nvPr/>
            </p:nvSpPr>
            <p:spPr>
              <a:xfrm>
                <a:off x="350702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0" name="ph6520"/>
              <p:cNvSpPr/>
              <p:nvPr/>
            </p:nvSpPr>
            <p:spPr>
              <a:xfrm>
                <a:off x="351646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1" name="ph6521"/>
              <p:cNvSpPr/>
              <p:nvPr/>
            </p:nvSpPr>
            <p:spPr>
              <a:xfrm>
                <a:off x="352590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2" name="ph6522"/>
              <p:cNvSpPr/>
              <p:nvPr/>
            </p:nvSpPr>
            <p:spPr>
              <a:xfrm>
                <a:off x="353534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3" name="ph6523"/>
              <p:cNvSpPr/>
              <p:nvPr/>
            </p:nvSpPr>
            <p:spPr>
              <a:xfrm>
                <a:off x="354479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4" name="ph6524"/>
              <p:cNvSpPr/>
              <p:nvPr/>
            </p:nvSpPr>
            <p:spPr>
              <a:xfrm>
                <a:off x="355423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5" name="ph6525"/>
              <p:cNvSpPr/>
              <p:nvPr/>
            </p:nvSpPr>
            <p:spPr>
              <a:xfrm>
                <a:off x="356367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6" name="ph6526"/>
              <p:cNvSpPr/>
              <p:nvPr/>
            </p:nvSpPr>
            <p:spPr>
              <a:xfrm>
                <a:off x="357311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7" name="ph6527"/>
              <p:cNvSpPr/>
              <p:nvPr/>
            </p:nvSpPr>
            <p:spPr>
              <a:xfrm>
                <a:off x="358255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8" name="ph6528"/>
              <p:cNvSpPr/>
              <p:nvPr/>
            </p:nvSpPr>
            <p:spPr>
              <a:xfrm>
                <a:off x="359199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9" name="ph6529"/>
              <p:cNvSpPr/>
              <p:nvPr/>
            </p:nvSpPr>
            <p:spPr>
              <a:xfrm>
                <a:off x="360143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0" name="ph6530"/>
              <p:cNvSpPr/>
              <p:nvPr/>
            </p:nvSpPr>
            <p:spPr>
              <a:xfrm>
                <a:off x="361087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1" name="ph6531"/>
              <p:cNvSpPr/>
              <p:nvPr/>
            </p:nvSpPr>
            <p:spPr>
              <a:xfrm>
                <a:off x="362031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2" name="ph6532"/>
              <p:cNvSpPr/>
              <p:nvPr/>
            </p:nvSpPr>
            <p:spPr>
              <a:xfrm>
                <a:off x="362975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3" name="ph6533"/>
              <p:cNvSpPr/>
              <p:nvPr/>
            </p:nvSpPr>
            <p:spPr>
              <a:xfrm>
                <a:off x="363919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4" name="ph6534"/>
              <p:cNvSpPr/>
              <p:nvPr/>
            </p:nvSpPr>
            <p:spPr>
              <a:xfrm>
                <a:off x="364863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5" name="ph6535"/>
              <p:cNvSpPr/>
              <p:nvPr/>
            </p:nvSpPr>
            <p:spPr>
              <a:xfrm>
                <a:off x="365807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6" name="ph6536"/>
              <p:cNvSpPr/>
              <p:nvPr/>
            </p:nvSpPr>
            <p:spPr>
              <a:xfrm>
                <a:off x="366751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7" name="ph6537"/>
              <p:cNvSpPr/>
              <p:nvPr/>
            </p:nvSpPr>
            <p:spPr>
              <a:xfrm>
                <a:off x="367695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8" name="ph6538"/>
              <p:cNvSpPr/>
              <p:nvPr/>
            </p:nvSpPr>
            <p:spPr>
              <a:xfrm>
                <a:off x="368639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9" name="ph6539"/>
              <p:cNvSpPr/>
              <p:nvPr/>
            </p:nvSpPr>
            <p:spPr>
              <a:xfrm>
                <a:off x="369583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0" name="ph6540"/>
              <p:cNvSpPr/>
              <p:nvPr/>
            </p:nvSpPr>
            <p:spPr>
              <a:xfrm>
                <a:off x="370527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1" name="ph6541"/>
              <p:cNvSpPr/>
              <p:nvPr/>
            </p:nvSpPr>
            <p:spPr>
              <a:xfrm>
                <a:off x="371471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2" name="ph6542"/>
              <p:cNvSpPr/>
              <p:nvPr/>
            </p:nvSpPr>
            <p:spPr>
              <a:xfrm>
                <a:off x="372415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3" name="ph6543"/>
              <p:cNvSpPr/>
              <p:nvPr/>
            </p:nvSpPr>
            <p:spPr>
              <a:xfrm>
                <a:off x="373359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4" name="ph6544"/>
              <p:cNvSpPr/>
              <p:nvPr/>
            </p:nvSpPr>
            <p:spPr>
              <a:xfrm>
                <a:off x="374303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5" name="ph6545"/>
              <p:cNvSpPr/>
              <p:nvPr/>
            </p:nvSpPr>
            <p:spPr>
              <a:xfrm>
                <a:off x="375247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6" name="ph6546"/>
              <p:cNvSpPr/>
              <p:nvPr/>
            </p:nvSpPr>
            <p:spPr>
              <a:xfrm>
                <a:off x="376191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7" name="ph6547"/>
              <p:cNvSpPr/>
              <p:nvPr/>
            </p:nvSpPr>
            <p:spPr>
              <a:xfrm>
                <a:off x="3771355" y="1342012"/>
                <a:ext cx="92184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4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49" y="896830"/>
                    </a:lnTo>
                    <a:lnTo>
                      <a:pt x="920548" y="904221"/>
                    </a:lnTo>
                    <a:lnTo>
                      <a:pt x="918433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8" name="ph6548"/>
              <p:cNvSpPr/>
              <p:nvPr/>
            </p:nvSpPr>
            <p:spPr>
              <a:xfrm>
                <a:off x="2053232" y="1306872"/>
                <a:ext cx="914400" cy="9312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06">
                    <a:moveTo>
                      <a:pt x="914400" y="914400"/>
                    </a:moveTo>
                    <a:lnTo>
                      <a:pt x="914400" y="931206"/>
                    </a:lnTo>
                    <a:lnTo>
                      <a:pt x="912665" y="927568"/>
                    </a:lnTo>
                    <a:lnTo>
                      <a:pt x="908966" y="918939"/>
                    </a:lnTo>
                    <a:lnTo>
                      <a:pt x="907221" y="914400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9" name="ph6549"/>
              <p:cNvSpPr/>
              <p:nvPr/>
            </p:nvSpPr>
            <p:spPr>
              <a:xfrm>
                <a:off x="205323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763" y="931969"/>
                    </a:lnTo>
                    <a:lnTo>
                      <a:pt x="914400" y="931206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0" name="ph6550"/>
              <p:cNvSpPr/>
              <p:nvPr/>
            </p:nvSpPr>
            <p:spPr>
              <a:xfrm>
                <a:off x="206267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1" name="ph6551"/>
              <p:cNvSpPr/>
              <p:nvPr/>
            </p:nvSpPr>
            <p:spPr>
              <a:xfrm>
                <a:off x="207211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2" name="ph6552"/>
              <p:cNvSpPr/>
              <p:nvPr/>
            </p:nvSpPr>
            <p:spPr>
              <a:xfrm>
                <a:off x="208155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3" name="ph6553"/>
              <p:cNvSpPr/>
              <p:nvPr/>
            </p:nvSpPr>
            <p:spPr>
              <a:xfrm>
                <a:off x="209099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4" name="ph6554"/>
              <p:cNvSpPr/>
              <p:nvPr/>
            </p:nvSpPr>
            <p:spPr>
              <a:xfrm>
                <a:off x="210043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5" name="ph6555"/>
              <p:cNvSpPr/>
              <p:nvPr/>
            </p:nvSpPr>
            <p:spPr>
              <a:xfrm>
                <a:off x="210987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6" name="ph6556"/>
              <p:cNvSpPr/>
              <p:nvPr/>
            </p:nvSpPr>
            <p:spPr>
              <a:xfrm>
                <a:off x="211931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7" name="ph6557"/>
              <p:cNvSpPr/>
              <p:nvPr/>
            </p:nvSpPr>
            <p:spPr>
              <a:xfrm>
                <a:off x="212875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8" name="ph6558"/>
              <p:cNvSpPr/>
              <p:nvPr/>
            </p:nvSpPr>
            <p:spPr>
              <a:xfrm>
                <a:off x="213819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9" name="ph6559"/>
              <p:cNvSpPr/>
              <p:nvPr/>
            </p:nvSpPr>
            <p:spPr>
              <a:xfrm>
                <a:off x="214763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0" name="ph6560"/>
              <p:cNvSpPr/>
              <p:nvPr/>
            </p:nvSpPr>
            <p:spPr>
              <a:xfrm>
                <a:off x="215707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1" name="ph6561"/>
              <p:cNvSpPr/>
              <p:nvPr/>
            </p:nvSpPr>
            <p:spPr>
              <a:xfrm>
                <a:off x="216651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2" name="ph6562"/>
              <p:cNvSpPr/>
              <p:nvPr/>
            </p:nvSpPr>
            <p:spPr>
              <a:xfrm>
                <a:off x="217595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3" name="ph6563"/>
              <p:cNvSpPr/>
              <p:nvPr/>
            </p:nvSpPr>
            <p:spPr>
              <a:xfrm>
                <a:off x="218539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4" name="ph6564"/>
              <p:cNvSpPr/>
              <p:nvPr/>
            </p:nvSpPr>
            <p:spPr>
              <a:xfrm>
                <a:off x="219483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5" name="ph6565"/>
              <p:cNvSpPr/>
              <p:nvPr/>
            </p:nvSpPr>
            <p:spPr>
              <a:xfrm>
                <a:off x="220427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6" name="ph6566"/>
              <p:cNvSpPr/>
              <p:nvPr/>
            </p:nvSpPr>
            <p:spPr>
              <a:xfrm>
                <a:off x="221371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7" name="ph6567"/>
              <p:cNvSpPr/>
              <p:nvPr/>
            </p:nvSpPr>
            <p:spPr>
              <a:xfrm>
                <a:off x="222315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8" name="ph6568"/>
              <p:cNvSpPr/>
              <p:nvPr/>
            </p:nvSpPr>
            <p:spPr>
              <a:xfrm>
                <a:off x="223259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9" name="ph6569"/>
              <p:cNvSpPr/>
              <p:nvPr/>
            </p:nvSpPr>
            <p:spPr>
              <a:xfrm>
                <a:off x="224203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0" name="ph6570"/>
              <p:cNvSpPr/>
              <p:nvPr/>
            </p:nvSpPr>
            <p:spPr>
              <a:xfrm>
                <a:off x="225147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1" name="ph6571"/>
              <p:cNvSpPr/>
              <p:nvPr/>
            </p:nvSpPr>
            <p:spPr>
              <a:xfrm>
                <a:off x="226091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2" name="ph6572"/>
              <p:cNvSpPr/>
              <p:nvPr/>
            </p:nvSpPr>
            <p:spPr>
              <a:xfrm>
                <a:off x="227035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3" name="ph6573"/>
              <p:cNvSpPr/>
              <p:nvPr/>
            </p:nvSpPr>
            <p:spPr>
              <a:xfrm>
                <a:off x="227979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4" name="ph6574"/>
              <p:cNvSpPr/>
              <p:nvPr/>
            </p:nvSpPr>
            <p:spPr>
              <a:xfrm>
                <a:off x="228923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5" name="ph6575"/>
              <p:cNvSpPr/>
              <p:nvPr/>
            </p:nvSpPr>
            <p:spPr>
              <a:xfrm>
                <a:off x="229867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6" name="ph6576"/>
              <p:cNvSpPr/>
              <p:nvPr/>
            </p:nvSpPr>
            <p:spPr>
              <a:xfrm>
                <a:off x="230811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7" name="ph6577"/>
              <p:cNvSpPr/>
              <p:nvPr/>
            </p:nvSpPr>
            <p:spPr>
              <a:xfrm>
                <a:off x="231755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8" name="ph6578"/>
              <p:cNvSpPr/>
              <p:nvPr/>
            </p:nvSpPr>
            <p:spPr>
              <a:xfrm>
                <a:off x="232699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9" name="ph6579"/>
              <p:cNvSpPr/>
              <p:nvPr/>
            </p:nvSpPr>
            <p:spPr>
              <a:xfrm>
                <a:off x="233643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0" name="ph6580"/>
              <p:cNvSpPr/>
              <p:nvPr/>
            </p:nvSpPr>
            <p:spPr>
              <a:xfrm>
                <a:off x="234587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1" name="ph6581"/>
              <p:cNvSpPr/>
              <p:nvPr/>
            </p:nvSpPr>
            <p:spPr>
              <a:xfrm>
                <a:off x="235531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2" name="ph6582"/>
              <p:cNvSpPr/>
              <p:nvPr/>
            </p:nvSpPr>
            <p:spPr>
              <a:xfrm>
                <a:off x="23647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3" name="ph6583"/>
              <p:cNvSpPr/>
              <p:nvPr/>
            </p:nvSpPr>
            <p:spPr>
              <a:xfrm>
                <a:off x="237420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4" name="ph6584"/>
              <p:cNvSpPr/>
              <p:nvPr/>
            </p:nvSpPr>
            <p:spPr>
              <a:xfrm>
                <a:off x="238364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5" name="ph6585"/>
              <p:cNvSpPr/>
              <p:nvPr/>
            </p:nvSpPr>
            <p:spPr>
              <a:xfrm>
                <a:off x="239308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6" name="ph6586"/>
              <p:cNvSpPr/>
              <p:nvPr/>
            </p:nvSpPr>
            <p:spPr>
              <a:xfrm>
                <a:off x="24025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7" name="ph6587"/>
              <p:cNvSpPr/>
              <p:nvPr/>
            </p:nvSpPr>
            <p:spPr>
              <a:xfrm>
                <a:off x="2411961" y="1324442"/>
                <a:ext cx="92019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191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8530" y="896830"/>
                    </a:lnTo>
                    <a:lnTo>
                      <a:pt x="919642" y="907288"/>
                    </a:lnTo>
                    <a:lnTo>
                      <a:pt x="920191" y="91439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8" name="ph6588"/>
              <p:cNvSpPr/>
              <p:nvPr/>
            </p:nvSpPr>
            <p:spPr>
              <a:xfrm>
                <a:off x="3157740" y="132444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4022" y="914399"/>
                    </a:lnTo>
                    <a:lnTo>
                      <a:pt x="914400" y="91397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9" name="ph6589"/>
              <p:cNvSpPr/>
              <p:nvPr/>
            </p:nvSpPr>
            <p:spPr>
              <a:xfrm>
                <a:off x="3167180" y="1324442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4959" y="914399"/>
                    </a:lnTo>
                    <a:lnTo>
                      <a:pt x="904959" y="913973"/>
                    </a:lnTo>
                    <a:lnTo>
                      <a:pt x="908046" y="910489"/>
                    </a:lnTo>
                    <a:lnTo>
                      <a:pt x="913221" y="905308"/>
                    </a:lnTo>
                    <a:lnTo>
                      <a:pt x="914399" y="904271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0" name="ph6590"/>
              <p:cNvSpPr/>
              <p:nvPr/>
            </p:nvSpPr>
            <p:spPr>
              <a:xfrm>
                <a:off x="3176620" y="130687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1841"/>
                    </a:lnTo>
                    <a:lnTo>
                      <a:pt x="909095" y="918203"/>
                    </a:lnTo>
                    <a:lnTo>
                      <a:pt x="914071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1" name="ph6591"/>
              <p:cNvSpPr/>
              <p:nvPr/>
            </p:nvSpPr>
            <p:spPr>
              <a:xfrm>
                <a:off x="317662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2" name="ph6592"/>
              <p:cNvSpPr/>
              <p:nvPr/>
            </p:nvSpPr>
            <p:spPr>
              <a:xfrm>
                <a:off x="31860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3" name="ph6593"/>
              <p:cNvSpPr/>
              <p:nvPr/>
            </p:nvSpPr>
            <p:spPr>
              <a:xfrm>
                <a:off x="319550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4" name="ph6594"/>
              <p:cNvSpPr/>
              <p:nvPr/>
            </p:nvSpPr>
            <p:spPr>
              <a:xfrm>
                <a:off x="320494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5" name="ph6595"/>
              <p:cNvSpPr/>
              <p:nvPr/>
            </p:nvSpPr>
            <p:spPr>
              <a:xfrm>
                <a:off x="321438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6" name="ph6596"/>
              <p:cNvSpPr/>
              <p:nvPr/>
            </p:nvSpPr>
            <p:spPr>
              <a:xfrm>
                <a:off x="32238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7" name="ph6597"/>
              <p:cNvSpPr/>
              <p:nvPr/>
            </p:nvSpPr>
            <p:spPr>
              <a:xfrm>
                <a:off x="323326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8" name="ph6598"/>
              <p:cNvSpPr/>
              <p:nvPr/>
            </p:nvSpPr>
            <p:spPr>
              <a:xfrm>
                <a:off x="324270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9" name="ph6599"/>
              <p:cNvSpPr/>
              <p:nvPr/>
            </p:nvSpPr>
            <p:spPr>
              <a:xfrm>
                <a:off x="325214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0" name="ph6600"/>
              <p:cNvSpPr/>
              <p:nvPr/>
            </p:nvSpPr>
            <p:spPr>
              <a:xfrm>
                <a:off x="326158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1" name="ph6601"/>
              <p:cNvSpPr/>
              <p:nvPr/>
            </p:nvSpPr>
            <p:spPr>
              <a:xfrm>
                <a:off x="327102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2" name="ph6602"/>
              <p:cNvSpPr/>
              <p:nvPr/>
            </p:nvSpPr>
            <p:spPr>
              <a:xfrm>
                <a:off x="328046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3" name="ph6603"/>
              <p:cNvSpPr/>
              <p:nvPr/>
            </p:nvSpPr>
            <p:spPr>
              <a:xfrm>
                <a:off x="328990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4" name="ph6604"/>
              <p:cNvSpPr/>
              <p:nvPr/>
            </p:nvSpPr>
            <p:spPr>
              <a:xfrm>
                <a:off x="329934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5" name="ph6605"/>
              <p:cNvSpPr/>
              <p:nvPr/>
            </p:nvSpPr>
            <p:spPr>
              <a:xfrm>
                <a:off x="330878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6" name="ph6606"/>
              <p:cNvSpPr/>
              <p:nvPr/>
            </p:nvSpPr>
            <p:spPr>
              <a:xfrm>
                <a:off x="331822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7" name="ph6607"/>
              <p:cNvSpPr/>
              <p:nvPr/>
            </p:nvSpPr>
            <p:spPr>
              <a:xfrm>
                <a:off x="332766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8" name="ph6608"/>
              <p:cNvSpPr/>
              <p:nvPr/>
            </p:nvSpPr>
            <p:spPr>
              <a:xfrm>
                <a:off x="333710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9" name="ph6609"/>
              <p:cNvSpPr/>
              <p:nvPr/>
            </p:nvSpPr>
            <p:spPr>
              <a:xfrm>
                <a:off x="334654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0" name="ph6610"/>
              <p:cNvSpPr/>
              <p:nvPr/>
            </p:nvSpPr>
            <p:spPr>
              <a:xfrm>
                <a:off x="335598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1" name="ph6611"/>
              <p:cNvSpPr/>
              <p:nvPr/>
            </p:nvSpPr>
            <p:spPr>
              <a:xfrm>
                <a:off x="336542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2" name="ph6612"/>
              <p:cNvSpPr/>
              <p:nvPr/>
            </p:nvSpPr>
            <p:spPr>
              <a:xfrm>
                <a:off x="337486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3" name="ph6613"/>
              <p:cNvSpPr/>
              <p:nvPr/>
            </p:nvSpPr>
            <p:spPr>
              <a:xfrm>
                <a:off x="338430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4" name="ph6614"/>
              <p:cNvSpPr/>
              <p:nvPr/>
            </p:nvSpPr>
            <p:spPr>
              <a:xfrm>
                <a:off x="339374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5" name="ph6615"/>
              <p:cNvSpPr/>
              <p:nvPr/>
            </p:nvSpPr>
            <p:spPr>
              <a:xfrm>
                <a:off x="340318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6" name="ph6616"/>
              <p:cNvSpPr/>
              <p:nvPr/>
            </p:nvSpPr>
            <p:spPr>
              <a:xfrm>
                <a:off x="341262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7" name="ph6617"/>
              <p:cNvSpPr/>
              <p:nvPr/>
            </p:nvSpPr>
            <p:spPr>
              <a:xfrm>
                <a:off x="342206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8" name="ph6618"/>
              <p:cNvSpPr/>
              <p:nvPr/>
            </p:nvSpPr>
            <p:spPr>
              <a:xfrm>
                <a:off x="343150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9" name="ph6619"/>
              <p:cNvSpPr/>
              <p:nvPr/>
            </p:nvSpPr>
            <p:spPr>
              <a:xfrm>
                <a:off x="344094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0" name="ph6620"/>
              <p:cNvSpPr/>
              <p:nvPr/>
            </p:nvSpPr>
            <p:spPr>
              <a:xfrm>
                <a:off x="345038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1" name="ph6621"/>
              <p:cNvSpPr/>
              <p:nvPr/>
            </p:nvSpPr>
            <p:spPr>
              <a:xfrm>
                <a:off x="345982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2" name="ph6622"/>
              <p:cNvSpPr/>
              <p:nvPr/>
            </p:nvSpPr>
            <p:spPr>
              <a:xfrm>
                <a:off x="346926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3" name="ph6623"/>
              <p:cNvSpPr/>
              <p:nvPr/>
            </p:nvSpPr>
            <p:spPr>
              <a:xfrm>
                <a:off x="347870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4" name="ph6624"/>
              <p:cNvSpPr/>
              <p:nvPr/>
            </p:nvSpPr>
            <p:spPr>
              <a:xfrm>
                <a:off x="348814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5" name="ph6625"/>
              <p:cNvSpPr/>
              <p:nvPr/>
            </p:nvSpPr>
            <p:spPr>
              <a:xfrm>
                <a:off x="349758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6" name="ph6626"/>
              <p:cNvSpPr/>
              <p:nvPr/>
            </p:nvSpPr>
            <p:spPr>
              <a:xfrm>
                <a:off x="350702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7" name="ph6627"/>
              <p:cNvSpPr/>
              <p:nvPr/>
            </p:nvSpPr>
            <p:spPr>
              <a:xfrm>
                <a:off x="351646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8" name="ph6628"/>
              <p:cNvSpPr/>
              <p:nvPr/>
            </p:nvSpPr>
            <p:spPr>
              <a:xfrm>
                <a:off x="352590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9" name="ph6629"/>
              <p:cNvSpPr/>
              <p:nvPr/>
            </p:nvSpPr>
            <p:spPr>
              <a:xfrm>
                <a:off x="353534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0" name="ph6630"/>
              <p:cNvSpPr/>
              <p:nvPr/>
            </p:nvSpPr>
            <p:spPr>
              <a:xfrm>
                <a:off x="354479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1" name="ph6631"/>
              <p:cNvSpPr/>
              <p:nvPr/>
            </p:nvSpPr>
            <p:spPr>
              <a:xfrm>
                <a:off x="355423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2" name="ph6632"/>
              <p:cNvSpPr/>
              <p:nvPr/>
            </p:nvSpPr>
            <p:spPr>
              <a:xfrm>
                <a:off x="356367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3" name="ph6633"/>
              <p:cNvSpPr/>
              <p:nvPr/>
            </p:nvSpPr>
            <p:spPr>
              <a:xfrm>
                <a:off x="357311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4" name="ph6634"/>
              <p:cNvSpPr/>
              <p:nvPr/>
            </p:nvSpPr>
            <p:spPr>
              <a:xfrm>
                <a:off x="358255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5" name="ph6635"/>
              <p:cNvSpPr/>
              <p:nvPr/>
            </p:nvSpPr>
            <p:spPr>
              <a:xfrm>
                <a:off x="359199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6" name="ph6636"/>
              <p:cNvSpPr/>
              <p:nvPr/>
            </p:nvSpPr>
            <p:spPr>
              <a:xfrm>
                <a:off x="360143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7" name="ph6637"/>
              <p:cNvSpPr/>
              <p:nvPr/>
            </p:nvSpPr>
            <p:spPr>
              <a:xfrm>
                <a:off x="361087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8" name="ph6638"/>
              <p:cNvSpPr/>
              <p:nvPr/>
            </p:nvSpPr>
            <p:spPr>
              <a:xfrm>
                <a:off x="362031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9" name="ph6639"/>
              <p:cNvSpPr/>
              <p:nvPr/>
            </p:nvSpPr>
            <p:spPr>
              <a:xfrm>
                <a:off x="362975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0" name="ph6640"/>
              <p:cNvSpPr/>
              <p:nvPr/>
            </p:nvSpPr>
            <p:spPr>
              <a:xfrm>
                <a:off x="363919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1" name="ph6641"/>
              <p:cNvSpPr/>
              <p:nvPr/>
            </p:nvSpPr>
            <p:spPr>
              <a:xfrm>
                <a:off x="364863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2" name="ph6642"/>
              <p:cNvSpPr/>
              <p:nvPr/>
            </p:nvSpPr>
            <p:spPr>
              <a:xfrm>
                <a:off x="365807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3" name="ph6643"/>
              <p:cNvSpPr/>
              <p:nvPr/>
            </p:nvSpPr>
            <p:spPr>
              <a:xfrm>
                <a:off x="366751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4" name="ph6644"/>
              <p:cNvSpPr/>
              <p:nvPr/>
            </p:nvSpPr>
            <p:spPr>
              <a:xfrm>
                <a:off x="367695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5" name="ph6645"/>
              <p:cNvSpPr/>
              <p:nvPr/>
            </p:nvSpPr>
            <p:spPr>
              <a:xfrm>
                <a:off x="368639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6" name="ph6646"/>
              <p:cNvSpPr/>
              <p:nvPr/>
            </p:nvSpPr>
            <p:spPr>
              <a:xfrm>
                <a:off x="369583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7" name="ph6647"/>
              <p:cNvSpPr/>
              <p:nvPr/>
            </p:nvSpPr>
            <p:spPr>
              <a:xfrm>
                <a:off x="370527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8" name="ph6648"/>
              <p:cNvSpPr/>
              <p:nvPr/>
            </p:nvSpPr>
            <p:spPr>
              <a:xfrm>
                <a:off x="371471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9" name="ph6649"/>
              <p:cNvSpPr/>
              <p:nvPr/>
            </p:nvSpPr>
            <p:spPr>
              <a:xfrm>
                <a:off x="372415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0" name="ph6650"/>
              <p:cNvSpPr/>
              <p:nvPr/>
            </p:nvSpPr>
            <p:spPr>
              <a:xfrm>
                <a:off x="373359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1" name="ph6651"/>
              <p:cNvSpPr/>
              <p:nvPr/>
            </p:nvSpPr>
            <p:spPr>
              <a:xfrm>
                <a:off x="374303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2" name="ph6652"/>
              <p:cNvSpPr/>
              <p:nvPr/>
            </p:nvSpPr>
            <p:spPr>
              <a:xfrm>
                <a:off x="375247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3" name="ph6653"/>
              <p:cNvSpPr/>
              <p:nvPr/>
            </p:nvSpPr>
            <p:spPr>
              <a:xfrm>
                <a:off x="376191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4" name="ph6654"/>
              <p:cNvSpPr/>
              <p:nvPr/>
            </p:nvSpPr>
            <p:spPr>
              <a:xfrm>
                <a:off x="3771355" y="1324442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360"/>
                    </a:lnTo>
                    <a:lnTo>
                      <a:pt x="922393" y="911310"/>
                    </a:lnTo>
                    <a:lnTo>
                      <a:pt x="921849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5" name="ph6655"/>
              <p:cNvSpPr/>
              <p:nvPr/>
            </p:nvSpPr>
            <p:spPr>
              <a:xfrm>
                <a:off x="3780796" y="1306872"/>
                <a:ext cx="914944" cy="918930"/>
              </a:xfrm>
              <a:custGeom>
                <a:avLst/>
                <a:gdLst/>
                <a:ahLst/>
                <a:cxnLst/>
                <a:rect l="0" t="0" r="0" b="0"/>
                <a:pathLst>
                  <a:path w="914944" h="918930">
                    <a:moveTo>
                      <a:pt x="914400" y="914400"/>
                    </a:moveTo>
                    <a:lnTo>
                      <a:pt x="914944" y="914400"/>
                    </a:lnTo>
                    <a:lnTo>
                      <a:pt x="914501" y="918234"/>
                    </a:lnTo>
                    <a:lnTo>
                      <a:pt x="914400" y="91893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6" name="ph6656"/>
              <p:cNvSpPr/>
              <p:nvPr/>
            </p:nvSpPr>
            <p:spPr>
              <a:xfrm>
                <a:off x="2043791" y="1289302"/>
                <a:ext cx="914400" cy="925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912">
                    <a:moveTo>
                      <a:pt x="914400" y="914400"/>
                    </a:moveTo>
                    <a:lnTo>
                      <a:pt x="914400" y="925912"/>
                    </a:lnTo>
                    <a:lnTo>
                      <a:pt x="911762" y="918230"/>
                    </a:lnTo>
                    <a:lnTo>
                      <a:pt x="910594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7" name="ph6657"/>
              <p:cNvSpPr/>
              <p:nvPr/>
            </p:nvSpPr>
            <p:spPr>
              <a:xfrm>
                <a:off x="204379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662" y="931969"/>
                    </a:lnTo>
                    <a:lnTo>
                      <a:pt x="914956" y="927531"/>
                    </a:lnTo>
                    <a:lnTo>
                      <a:pt x="914400" y="925912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8" name="ph6658"/>
              <p:cNvSpPr/>
              <p:nvPr/>
            </p:nvSpPr>
            <p:spPr>
              <a:xfrm>
                <a:off x="205323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9" name="ph6659"/>
              <p:cNvSpPr/>
              <p:nvPr/>
            </p:nvSpPr>
            <p:spPr>
              <a:xfrm>
                <a:off x="206267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0" name="ph6660"/>
              <p:cNvSpPr/>
              <p:nvPr/>
            </p:nvSpPr>
            <p:spPr>
              <a:xfrm>
                <a:off x="207211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1" name="ph6661"/>
              <p:cNvSpPr/>
              <p:nvPr/>
            </p:nvSpPr>
            <p:spPr>
              <a:xfrm>
                <a:off x="208155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2" name="ph6662"/>
              <p:cNvSpPr/>
              <p:nvPr/>
            </p:nvSpPr>
            <p:spPr>
              <a:xfrm>
                <a:off x="209099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3" name="ph6663"/>
              <p:cNvSpPr/>
              <p:nvPr/>
            </p:nvSpPr>
            <p:spPr>
              <a:xfrm>
                <a:off x="210043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4" name="ph6664"/>
              <p:cNvSpPr/>
              <p:nvPr/>
            </p:nvSpPr>
            <p:spPr>
              <a:xfrm>
                <a:off x="210987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5" name="ph6665"/>
              <p:cNvSpPr/>
              <p:nvPr/>
            </p:nvSpPr>
            <p:spPr>
              <a:xfrm>
                <a:off x="211931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6" name="ph6666"/>
              <p:cNvSpPr/>
              <p:nvPr/>
            </p:nvSpPr>
            <p:spPr>
              <a:xfrm>
                <a:off x="212875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7" name="ph6667"/>
              <p:cNvSpPr/>
              <p:nvPr/>
            </p:nvSpPr>
            <p:spPr>
              <a:xfrm>
                <a:off x="213819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8" name="ph6668"/>
              <p:cNvSpPr/>
              <p:nvPr/>
            </p:nvSpPr>
            <p:spPr>
              <a:xfrm>
                <a:off x="214763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9" name="ph6669"/>
              <p:cNvSpPr/>
              <p:nvPr/>
            </p:nvSpPr>
            <p:spPr>
              <a:xfrm>
                <a:off x="215707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0" name="ph6670"/>
              <p:cNvSpPr/>
              <p:nvPr/>
            </p:nvSpPr>
            <p:spPr>
              <a:xfrm>
                <a:off x="216651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1" name="ph6671"/>
              <p:cNvSpPr/>
              <p:nvPr/>
            </p:nvSpPr>
            <p:spPr>
              <a:xfrm>
                <a:off x="217595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2" name="ph6672"/>
              <p:cNvSpPr/>
              <p:nvPr/>
            </p:nvSpPr>
            <p:spPr>
              <a:xfrm>
                <a:off x="218539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3" name="ph6673"/>
              <p:cNvSpPr/>
              <p:nvPr/>
            </p:nvSpPr>
            <p:spPr>
              <a:xfrm>
                <a:off x="219483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4" name="ph6674"/>
              <p:cNvSpPr/>
              <p:nvPr/>
            </p:nvSpPr>
            <p:spPr>
              <a:xfrm>
                <a:off x="220427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5" name="ph6675"/>
              <p:cNvSpPr/>
              <p:nvPr/>
            </p:nvSpPr>
            <p:spPr>
              <a:xfrm>
                <a:off x="221371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6" name="ph6676"/>
              <p:cNvSpPr/>
              <p:nvPr/>
            </p:nvSpPr>
            <p:spPr>
              <a:xfrm>
                <a:off x="222315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7" name="ph6677"/>
              <p:cNvSpPr/>
              <p:nvPr/>
            </p:nvSpPr>
            <p:spPr>
              <a:xfrm>
                <a:off x="223259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8" name="ph6678"/>
              <p:cNvSpPr/>
              <p:nvPr/>
            </p:nvSpPr>
            <p:spPr>
              <a:xfrm>
                <a:off x="224203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9" name="ph6679"/>
              <p:cNvSpPr/>
              <p:nvPr/>
            </p:nvSpPr>
            <p:spPr>
              <a:xfrm>
                <a:off x="225147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0" name="ph6680"/>
              <p:cNvSpPr/>
              <p:nvPr/>
            </p:nvSpPr>
            <p:spPr>
              <a:xfrm>
                <a:off x="226091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1" name="ph6681"/>
              <p:cNvSpPr/>
              <p:nvPr/>
            </p:nvSpPr>
            <p:spPr>
              <a:xfrm>
                <a:off x="227035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2" name="ph6682"/>
              <p:cNvSpPr/>
              <p:nvPr/>
            </p:nvSpPr>
            <p:spPr>
              <a:xfrm>
                <a:off x="227979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3" name="ph6683"/>
              <p:cNvSpPr/>
              <p:nvPr/>
            </p:nvSpPr>
            <p:spPr>
              <a:xfrm>
                <a:off x="228923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4" name="ph6684"/>
              <p:cNvSpPr/>
              <p:nvPr/>
            </p:nvSpPr>
            <p:spPr>
              <a:xfrm>
                <a:off x="229867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5" name="ph6685"/>
              <p:cNvSpPr/>
              <p:nvPr/>
            </p:nvSpPr>
            <p:spPr>
              <a:xfrm>
                <a:off x="230811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6" name="ph6686"/>
              <p:cNvSpPr/>
              <p:nvPr/>
            </p:nvSpPr>
            <p:spPr>
              <a:xfrm>
                <a:off x="231755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7" name="ph6687"/>
              <p:cNvSpPr/>
              <p:nvPr/>
            </p:nvSpPr>
            <p:spPr>
              <a:xfrm>
                <a:off x="232699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8" name="ph6688"/>
              <p:cNvSpPr/>
              <p:nvPr/>
            </p:nvSpPr>
            <p:spPr>
              <a:xfrm>
                <a:off x="233643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9" name="ph6689"/>
              <p:cNvSpPr/>
              <p:nvPr/>
            </p:nvSpPr>
            <p:spPr>
              <a:xfrm>
                <a:off x="234587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0" name="ph6690"/>
              <p:cNvSpPr/>
              <p:nvPr/>
            </p:nvSpPr>
            <p:spPr>
              <a:xfrm>
                <a:off x="235531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1" name="ph6691"/>
              <p:cNvSpPr/>
              <p:nvPr/>
            </p:nvSpPr>
            <p:spPr>
              <a:xfrm>
                <a:off x="236476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2" name="ph6692"/>
              <p:cNvSpPr/>
              <p:nvPr/>
            </p:nvSpPr>
            <p:spPr>
              <a:xfrm>
                <a:off x="237420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3" name="ph6693"/>
              <p:cNvSpPr/>
              <p:nvPr/>
            </p:nvSpPr>
            <p:spPr>
              <a:xfrm>
                <a:off x="238364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4" name="ph6694"/>
              <p:cNvSpPr/>
              <p:nvPr/>
            </p:nvSpPr>
            <p:spPr>
              <a:xfrm>
                <a:off x="239308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5" name="ph6695"/>
              <p:cNvSpPr/>
              <p:nvPr/>
            </p:nvSpPr>
            <p:spPr>
              <a:xfrm>
                <a:off x="24025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6" name="ph6696"/>
              <p:cNvSpPr/>
              <p:nvPr/>
            </p:nvSpPr>
            <p:spPr>
              <a:xfrm>
                <a:off x="2411961" y="1306872"/>
                <a:ext cx="9185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58" y="896830"/>
                    </a:lnTo>
                    <a:lnTo>
                      <a:pt x="917014" y="903166"/>
                    </a:lnTo>
                    <a:lnTo>
                      <a:pt x="918482" y="913947"/>
                    </a:lnTo>
                    <a:lnTo>
                      <a:pt x="918530" y="914400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7" name="ph6697"/>
              <p:cNvSpPr/>
              <p:nvPr/>
            </p:nvSpPr>
            <p:spPr>
              <a:xfrm>
                <a:off x="3176620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71" y="914400"/>
                    </a:lnTo>
                    <a:lnTo>
                      <a:pt x="914400" y="91414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8" name="ph6698"/>
              <p:cNvSpPr/>
              <p:nvPr/>
            </p:nvSpPr>
            <p:spPr>
              <a:xfrm>
                <a:off x="3186060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4149"/>
                    </a:lnTo>
                    <a:lnTo>
                      <a:pt x="905091" y="914048"/>
                    </a:lnTo>
                    <a:lnTo>
                      <a:pt x="910636" y="910423"/>
                    </a:lnTo>
                    <a:lnTo>
                      <a:pt x="914400" y="908364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9" name="ph6699"/>
              <p:cNvSpPr/>
              <p:nvPr/>
            </p:nvSpPr>
            <p:spPr>
              <a:xfrm>
                <a:off x="3195501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364"/>
                    </a:lnTo>
                    <a:lnTo>
                      <a:pt x="906834" y="907339"/>
                    </a:lnTo>
                    <a:lnTo>
                      <a:pt x="907133" y="907190"/>
                    </a:lnTo>
                    <a:lnTo>
                      <a:pt x="907434" y="907041"/>
                    </a:lnTo>
                    <a:lnTo>
                      <a:pt x="907736" y="906892"/>
                    </a:lnTo>
                    <a:lnTo>
                      <a:pt x="908037" y="906743"/>
                    </a:lnTo>
                    <a:lnTo>
                      <a:pt x="908338" y="906594"/>
                    </a:lnTo>
                    <a:lnTo>
                      <a:pt x="908640" y="906445"/>
                    </a:lnTo>
                    <a:lnTo>
                      <a:pt x="908941" y="906296"/>
                    </a:lnTo>
                    <a:lnTo>
                      <a:pt x="909242" y="906146"/>
                    </a:lnTo>
                    <a:lnTo>
                      <a:pt x="909544" y="905997"/>
                    </a:lnTo>
                    <a:lnTo>
                      <a:pt x="909845" y="905848"/>
                    </a:lnTo>
                    <a:lnTo>
                      <a:pt x="910147" y="905699"/>
                    </a:lnTo>
                    <a:lnTo>
                      <a:pt x="910448" y="905550"/>
                    </a:lnTo>
                    <a:lnTo>
                      <a:pt x="910749" y="905401"/>
                    </a:lnTo>
                    <a:lnTo>
                      <a:pt x="911051" y="905252"/>
                    </a:lnTo>
                    <a:lnTo>
                      <a:pt x="911352" y="905103"/>
                    </a:lnTo>
                    <a:lnTo>
                      <a:pt x="911654" y="904954"/>
                    </a:lnTo>
                    <a:lnTo>
                      <a:pt x="911955" y="904805"/>
                    </a:lnTo>
                    <a:lnTo>
                      <a:pt x="912256" y="904656"/>
                    </a:lnTo>
                    <a:lnTo>
                      <a:pt x="912558" y="904507"/>
                    </a:lnTo>
                    <a:lnTo>
                      <a:pt x="912859" y="904358"/>
                    </a:lnTo>
                    <a:lnTo>
                      <a:pt x="913161" y="904209"/>
                    </a:lnTo>
                    <a:lnTo>
                      <a:pt x="913462" y="904060"/>
                    </a:lnTo>
                    <a:lnTo>
                      <a:pt x="913764" y="903911"/>
                    </a:lnTo>
                    <a:lnTo>
                      <a:pt x="914065" y="903762"/>
                    </a:lnTo>
                    <a:lnTo>
                      <a:pt x="914400" y="903597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0" name="ph6700"/>
              <p:cNvSpPr/>
              <p:nvPr/>
            </p:nvSpPr>
            <p:spPr>
              <a:xfrm>
                <a:off x="3204941" y="130687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3597"/>
                    </a:lnTo>
                    <a:lnTo>
                      <a:pt x="905228" y="903464"/>
                    </a:lnTo>
                    <a:lnTo>
                      <a:pt x="905529" y="903315"/>
                    </a:lnTo>
                    <a:lnTo>
                      <a:pt x="905831" y="903166"/>
                    </a:lnTo>
                    <a:lnTo>
                      <a:pt x="906132" y="903017"/>
                    </a:lnTo>
                    <a:lnTo>
                      <a:pt x="906434" y="902868"/>
                    </a:lnTo>
                    <a:lnTo>
                      <a:pt x="906735" y="902719"/>
                    </a:lnTo>
                    <a:lnTo>
                      <a:pt x="907037" y="902570"/>
                    </a:lnTo>
                    <a:lnTo>
                      <a:pt x="907338" y="902421"/>
                    </a:lnTo>
                    <a:lnTo>
                      <a:pt x="907640" y="902272"/>
                    </a:lnTo>
                    <a:lnTo>
                      <a:pt x="907942" y="902123"/>
                    </a:lnTo>
                    <a:lnTo>
                      <a:pt x="908243" y="901974"/>
                    </a:lnTo>
                    <a:lnTo>
                      <a:pt x="908545" y="901826"/>
                    </a:lnTo>
                    <a:lnTo>
                      <a:pt x="908846" y="901677"/>
                    </a:lnTo>
                    <a:lnTo>
                      <a:pt x="909148" y="901528"/>
                    </a:lnTo>
                    <a:lnTo>
                      <a:pt x="909449" y="901379"/>
                    </a:lnTo>
                    <a:lnTo>
                      <a:pt x="909751" y="901230"/>
                    </a:lnTo>
                    <a:lnTo>
                      <a:pt x="910053" y="901081"/>
                    </a:lnTo>
                    <a:lnTo>
                      <a:pt x="910354" y="900932"/>
                    </a:lnTo>
                    <a:lnTo>
                      <a:pt x="910656" y="900783"/>
                    </a:lnTo>
                    <a:lnTo>
                      <a:pt x="910957" y="900635"/>
                    </a:lnTo>
                    <a:lnTo>
                      <a:pt x="911259" y="900486"/>
                    </a:lnTo>
                    <a:lnTo>
                      <a:pt x="911561" y="900337"/>
                    </a:lnTo>
                    <a:lnTo>
                      <a:pt x="911862" y="900188"/>
                    </a:lnTo>
                    <a:lnTo>
                      <a:pt x="912164" y="900039"/>
                    </a:lnTo>
                    <a:lnTo>
                      <a:pt x="912466" y="899890"/>
                    </a:lnTo>
                    <a:lnTo>
                      <a:pt x="912767" y="899742"/>
                    </a:lnTo>
                    <a:lnTo>
                      <a:pt x="913069" y="899593"/>
                    </a:lnTo>
                    <a:lnTo>
                      <a:pt x="913371" y="899444"/>
                    </a:lnTo>
                    <a:lnTo>
                      <a:pt x="913672" y="899295"/>
                    </a:lnTo>
                    <a:lnTo>
                      <a:pt x="913974" y="899146"/>
                    </a:lnTo>
                    <a:lnTo>
                      <a:pt x="914399" y="898937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1" name="ph6701"/>
              <p:cNvSpPr/>
              <p:nvPr/>
            </p:nvSpPr>
            <p:spPr>
              <a:xfrm>
                <a:off x="3214381" y="128930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6506"/>
                    </a:lnTo>
                    <a:lnTo>
                      <a:pt x="905137" y="916419"/>
                    </a:lnTo>
                    <a:lnTo>
                      <a:pt x="905439" y="916270"/>
                    </a:lnTo>
                    <a:lnTo>
                      <a:pt x="905741" y="916121"/>
                    </a:lnTo>
                    <a:lnTo>
                      <a:pt x="906042" y="915972"/>
                    </a:lnTo>
                    <a:lnTo>
                      <a:pt x="906344" y="915824"/>
                    </a:lnTo>
                    <a:lnTo>
                      <a:pt x="906646" y="915675"/>
                    </a:lnTo>
                    <a:lnTo>
                      <a:pt x="906948" y="915526"/>
                    </a:lnTo>
                    <a:lnTo>
                      <a:pt x="907249" y="915378"/>
                    </a:lnTo>
                    <a:lnTo>
                      <a:pt x="909452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2" name="ph6702"/>
              <p:cNvSpPr/>
              <p:nvPr/>
            </p:nvSpPr>
            <p:spPr>
              <a:xfrm>
                <a:off x="321438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3" name="ph6703"/>
              <p:cNvSpPr/>
              <p:nvPr/>
            </p:nvSpPr>
            <p:spPr>
              <a:xfrm>
                <a:off x="32238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4" name="ph6704"/>
              <p:cNvSpPr/>
              <p:nvPr/>
            </p:nvSpPr>
            <p:spPr>
              <a:xfrm>
                <a:off x="323326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5" name="ph6705"/>
              <p:cNvSpPr/>
              <p:nvPr/>
            </p:nvSpPr>
            <p:spPr>
              <a:xfrm>
                <a:off x="324270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6" name="ph6706"/>
              <p:cNvSpPr/>
              <p:nvPr/>
            </p:nvSpPr>
            <p:spPr>
              <a:xfrm>
                <a:off x="325214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7" name="ph6707"/>
              <p:cNvSpPr/>
              <p:nvPr/>
            </p:nvSpPr>
            <p:spPr>
              <a:xfrm>
                <a:off x="326158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8" name="ph6708"/>
              <p:cNvSpPr/>
              <p:nvPr/>
            </p:nvSpPr>
            <p:spPr>
              <a:xfrm>
                <a:off x="327102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9" name="ph6709"/>
              <p:cNvSpPr/>
              <p:nvPr/>
            </p:nvSpPr>
            <p:spPr>
              <a:xfrm>
                <a:off x="328046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0" name="ph6710"/>
              <p:cNvSpPr/>
              <p:nvPr/>
            </p:nvSpPr>
            <p:spPr>
              <a:xfrm>
                <a:off x="328990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1" name="ph6711"/>
              <p:cNvSpPr/>
              <p:nvPr/>
            </p:nvSpPr>
            <p:spPr>
              <a:xfrm>
                <a:off x="329934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2" name="ph6712"/>
              <p:cNvSpPr/>
              <p:nvPr/>
            </p:nvSpPr>
            <p:spPr>
              <a:xfrm>
                <a:off x="330878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3" name="ph6713"/>
              <p:cNvSpPr/>
              <p:nvPr/>
            </p:nvSpPr>
            <p:spPr>
              <a:xfrm>
                <a:off x="331822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4" name="ph6714"/>
              <p:cNvSpPr/>
              <p:nvPr/>
            </p:nvSpPr>
            <p:spPr>
              <a:xfrm>
                <a:off x="332766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5" name="ph6715"/>
              <p:cNvSpPr/>
              <p:nvPr/>
            </p:nvSpPr>
            <p:spPr>
              <a:xfrm>
                <a:off x="333710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6" name="ph6716"/>
              <p:cNvSpPr/>
              <p:nvPr/>
            </p:nvSpPr>
            <p:spPr>
              <a:xfrm>
                <a:off x="334654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7" name="ph6717"/>
              <p:cNvSpPr/>
              <p:nvPr/>
            </p:nvSpPr>
            <p:spPr>
              <a:xfrm>
                <a:off x="335598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8" name="ph6718"/>
              <p:cNvSpPr/>
              <p:nvPr/>
            </p:nvSpPr>
            <p:spPr>
              <a:xfrm>
                <a:off x="336542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9" name="ph6719"/>
              <p:cNvSpPr/>
              <p:nvPr/>
            </p:nvSpPr>
            <p:spPr>
              <a:xfrm>
                <a:off x="337486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0" name="ph6720"/>
              <p:cNvSpPr/>
              <p:nvPr/>
            </p:nvSpPr>
            <p:spPr>
              <a:xfrm>
                <a:off x="338430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1" name="ph6721"/>
              <p:cNvSpPr/>
              <p:nvPr/>
            </p:nvSpPr>
            <p:spPr>
              <a:xfrm>
                <a:off x="339374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2" name="ph6722"/>
              <p:cNvSpPr/>
              <p:nvPr/>
            </p:nvSpPr>
            <p:spPr>
              <a:xfrm>
                <a:off x="340318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3" name="ph6723"/>
              <p:cNvSpPr/>
              <p:nvPr/>
            </p:nvSpPr>
            <p:spPr>
              <a:xfrm>
                <a:off x="341262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4" name="ph6724"/>
              <p:cNvSpPr/>
              <p:nvPr/>
            </p:nvSpPr>
            <p:spPr>
              <a:xfrm>
                <a:off x="342206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5" name="ph6725"/>
              <p:cNvSpPr/>
              <p:nvPr/>
            </p:nvSpPr>
            <p:spPr>
              <a:xfrm>
                <a:off x="343150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6" name="ph6726"/>
              <p:cNvSpPr/>
              <p:nvPr/>
            </p:nvSpPr>
            <p:spPr>
              <a:xfrm>
                <a:off x="344094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7" name="ph6727"/>
              <p:cNvSpPr/>
              <p:nvPr/>
            </p:nvSpPr>
            <p:spPr>
              <a:xfrm>
                <a:off x="345038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8" name="ph6728"/>
              <p:cNvSpPr/>
              <p:nvPr/>
            </p:nvSpPr>
            <p:spPr>
              <a:xfrm>
                <a:off x="345982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9" name="ph6729"/>
              <p:cNvSpPr/>
              <p:nvPr/>
            </p:nvSpPr>
            <p:spPr>
              <a:xfrm>
                <a:off x="346926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0" name="ph6730"/>
              <p:cNvSpPr/>
              <p:nvPr/>
            </p:nvSpPr>
            <p:spPr>
              <a:xfrm>
                <a:off x="347870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1" name="ph6731"/>
              <p:cNvSpPr/>
              <p:nvPr/>
            </p:nvSpPr>
            <p:spPr>
              <a:xfrm>
                <a:off x="348814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2" name="ph6732"/>
              <p:cNvSpPr/>
              <p:nvPr/>
            </p:nvSpPr>
            <p:spPr>
              <a:xfrm>
                <a:off x="349758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3" name="ph6733"/>
              <p:cNvSpPr/>
              <p:nvPr/>
            </p:nvSpPr>
            <p:spPr>
              <a:xfrm>
                <a:off x="350702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4" name="ph6734"/>
              <p:cNvSpPr/>
              <p:nvPr/>
            </p:nvSpPr>
            <p:spPr>
              <a:xfrm>
                <a:off x="351646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5" name="ph6735"/>
              <p:cNvSpPr/>
              <p:nvPr/>
            </p:nvSpPr>
            <p:spPr>
              <a:xfrm>
                <a:off x="352590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6" name="ph6736"/>
              <p:cNvSpPr/>
              <p:nvPr/>
            </p:nvSpPr>
            <p:spPr>
              <a:xfrm>
                <a:off x="353534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7" name="ph6737"/>
              <p:cNvSpPr/>
              <p:nvPr/>
            </p:nvSpPr>
            <p:spPr>
              <a:xfrm>
                <a:off x="354479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8" name="ph6738"/>
              <p:cNvSpPr/>
              <p:nvPr/>
            </p:nvSpPr>
            <p:spPr>
              <a:xfrm>
                <a:off x="355423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9" name="ph6739"/>
              <p:cNvSpPr/>
              <p:nvPr/>
            </p:nvSpPr>
            <p:spPr>
              <a:xfrm>
                <a:off x="356367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0" name="ph6740"/>
              <p:cNvSpPr/>
              <p:nvPr/>
            </p:nvSpPr>
            <p:spPr>
              <a:xfrm>
                <a:off x="357311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1" name="ph6741"/>
              <p:cNvSpPr/>
              <p:nvPr/>
            </p:nvSpPr>
            <p:spPr>
              <a:xfrm>
                <a:off x="358255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2" name="ph6742"/>
              <p:cNvSpPr/>
              <p:nvPr/>
            </p:nvSpPr>
            <p:spPr>
              <a:xfrm>
                <a:off x="359199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3" name="ph6743"/>
              <p:cNvSpPr/>
              <p:nvPr/>
            </p:nvSpPr>
            <p:spPr>
              <a:xfrm>
                <a:off x="360143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4" name="ph6744"/>
              <p:cNvSpPr/>
              <p:nvPr/>
            </p:nvSpPr>
            <p:spPr>
              <a:xfrm>
                <a:off x="361087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5" name="ph6745"/>
              <p:cNvSpPr/>
              <p:nvPr/>
            </p:nvSpPr>
            <p:spPr>
              <a:xfrm>
                <a:off x="362031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6" name="ph6746"/>
              <p:cNvSpPr/>
              <p:nvPr/>
            </p:nvSpPr>
            <p:spPr>
              <a:xfrm>
                <a:off x="362975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7" name="ph6747"/>
              <p:cNvSpPr/>
              <p:nvPr/>
            </p:nvSpPr>
            <p:spPr>
              <a:xfrm>
                <a:off x="363919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8" name="ph6748"/>
              <p:cNvSpPr/>
              <p:nvPr/>
            </p:nvSpPr>
            <p:spPr>
              <a:xfrm>
                <a:off x="364863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9" name="ph6749"/>
              <p:cNvSpPr/>
              <p:nvPr/>
            </p:nvSpPr>
            <p:spPr>
              <a:xfrm>
                <a:off x="365807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0" name="ph6750"/>
              <p:cNvSpPr/>
              <p:nvPr/>
            </p:nvSpPr>
            <p:spPr>
              <a:xfrm>
                <a:off x="366751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1" name="ph6751"/>
              <p:cNvSpPr/>
              <p:nvPr/>
            </p:nvSpPr>
            <p:spPr>
              <a:xfrm>
                <a:off x="367695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2" name="ph6752"/>
              <p:cNvSpPr/>
              <p:nvPr/>
            </p:nvSpPr>
            <p:spPr>
              <a:xfrm>
                <a:off x="368639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3" name="ph6753"/>
              <p:cNvSpPr/>
              <p:nvPr/>
            </p:nvSpPr>
            <p:spPr>
              <a:xfrm>
                <a:off x="369583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4" name="ph6754"/>
              <p:cNvSpPr/>
              <p:nvPr/>
            </p:nvSpPr>
            <p:spPr>
              <a:xfrm>
                <a:off x="370527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5" name="ph6755"/>
              <p:cNvSpPr/>
              <p:nvPr/>
            </p:nvSpPr>
            <p:spPr>
              <a:xfrm>
                <a:off x="371471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6" name="ph6756"/>
              <p:cNvSpPr/>
              <p:nvPr/>
            </p:nvSpPr>
            <p:spPr>
              <a:xfrm>
                <a:off x="372415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7" name="ph6757"/>
              <p:cNvSpPr/>
              <p:nvPr/>
            </p:nvSpPr>
            <p:spPr>
              <a:xfrm>
                <a:off x="373359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8" name="ph6758"/>
              <p:cNvSpPr/>
              <p:nvPr/>
            </p:nvSpPr>
            <p:spPr>
              <a:xfrm>
                <a:off x="374303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9" name="ph6759"/>
              <p:cNvSpPr/>
              <p:nvPr/>
            </p:nvSpPr>
            <p:spPr>
              <a:xfrm>
                <a:off x="375247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0" name="ph6760"/>
              <p:cNvSpPr/>
              <p:nvPr/>
            </p:nvSpPr>
            <p:spPr>
              <a:xfrm>
                <a:off x="376191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1" name="ph6761"/>
              <p:cNvSpPr/>
              <p:nvPr/>
            </p:nvSpPr>
            <p:spPr>
              <a:xfrm>
                <a:off x="377135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2" name="ph6762"/>
              <p:cNvSpPr/>
              <p:nvPr/>
            </p:nvSpPr>
            <p:spPr>
              <a:xfrm>
                <a:off x="3780796" y="130687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809"/>
                    </a:lnTo>
                    <a:lnTo>
                      <a:pt x="922167" y="905486"/>
                    </a:lnTo>
                    <a:lnTo>
                      <a:pt x="916870" y="910155"/>
                    </a:lnTo>
                    <a:lnTo>
                      <a:pt x="915296" y="911361"/>
                    </a:lnTo>
                    <a:lnTo>
                      <a:pt x="914944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3" name="ph6763"/>
              <p:cNvSpPr/>
              <p:nvPr/>
            </p:nvSpPr>
            <p:spPr>
              <a:xfrm>
                <a:off x="3790236" y="1289302"/>
                <a:ext cx="920969" cy="921379"/>
              </a:xfrm>
              <a:custGeom>
                <a:avLst/>
                <a:gdLst/>
                <a:ahLst/>
                <a:cxnLst/>
                <a:rect l="0" t="0" r="0" b="0"/>
                <a:pathLst>
                  <a:path w="920969" h="921379">
                    <a:moveTo>
                      <a:pt x="914400" y="914400"/>
                    </a:moveTo>
                    <a:lnTo>
                      <a:pt x="920969" y="914400"/>
                    </a:lnTo>
                    <a:lnTo>
                      <a:pt x="917887" y="917883"/>
                    </a:lnTo>
                    <a:lnTo>
                      <a:pt x="914400" y="92137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4" name="ph6764"/>
              <p:cNvSpPr/>
              <p:nvPr/>
            </p:nvSpPr>
            <p:spPr>
              <a:xfrm>
                <a:off x="2043791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594" y="931969"/>
                    </a:lnTo>
                    <a:lnTo>
                      <a:pt x="908834" y="926200"/>
                    </a:lnTo>
                    <a:lnTo>
                      <a:pt x="906180" y="916329"/>
                    </a:lnTo>
                    <a:lnTo>
                      <a:pt x="905728" y="914400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5" name="ph6765"/>
              <p:cNvSpPr/>
              <p:nvPr/>
            </p:nvSpPr>
            <p:spPr>
              <a:xfrm>
                <a:off x="204379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6" name="ph6766"/>
              <p:cNvSpPr/>
              <p:nvPr/>
            </p:nvSpPr>
            <p:spPr>
              <a:xfrm>
                <a:off x="205323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7" name="ph6767"/>
              <p:cNvSpPr/>
              <p:nvPr/>
            </p:nvSpPr>
            <p:spPr>
              <a:xfrm>
                <a:off x="206267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8" name="ph6768"/>
              <p:cNvSpPr/>
              <p:nvPr/>
            </p:nvSpPr>
            <p:spPr>
              <a:xfrm>
                <a:off x="207211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9" name="ph6769"/>
              <p:cNvSpPr/>
              <p:nvPr/>
            </p:nvSpPr>
            <p:spPr>
              <a:xfrm>
                <a:off x="208155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0" name="ph6770"/>
              <p:cNvSpPr/>
              <p:nvPr/>
            </p:nvSpPr>
            <p:spPr>
              <a:xfrm>
                <a:off x="209099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1" name="ph6771"/>
              <p:cNvSpPr/>
              <p:nvPr/>
            </p:nvSpPr>
            <p:spPr>
              <a:xfrm>
                <a:off x="210043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2" name="ph6772"/>
              <p:cNvSpPr/>
              <p:nvPr/>
            </p:nvSpPr>
            <p:spPr>
              <a:xfrm>
                <a:off x="210987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3" name="ph6773"/>
              <p:cNvSpPr/>
              <p:nvPr/>
            </p:nvSpPr>
            <p:spPr>
              <a:xfrm>
                <a:off x="211931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4" name="ph6774"/>
              <p:cNvSpPr/>
              <p:nvPr/>
            </p:nvSpPr>
            <p:spPr>
              <a:xfrm>
                <a:off x="212875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5" name="ph6775"/>
              <p:cNvSpPr/>
              <p:nvPr/>
            </p:nvSpPr>
            <p:spPr>
              <a:xfrm>
                <a:off x="213819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6" name="ph6776"/>
              <p:cNvSpPr/>
              <p:nvPr/>
            </p:nvSpPr>
            <p:spPr>
              <a:xfrm>
                <a:off x="214763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7" name="ph6777"/>
              <p:cNvSpPr/>
              <p:nvPr/>
            </p:nvSpPr>
            <p:spPr>
              <a:xfrm>
                <a:off x="215707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8" name="ph6778"/>
              <p:cNvSpPr/>
              <p:nvPr/>
            </p:nvSpPr>
            <p:spPr>
              <a:xfrm>
                <a:off x="216651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9" name="ph6779"/>
              <p:cNvSpPr/>
              <p:nvPr/>
            </p:nvSpPr>
            <p:spPr>
              <a:xfrm>
                <a:off x="217595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0" name="ph6780"/>
              <p:cNvSpPr/>
              <p:nvPr/>
            </p:nvSpPr>
            <p:spPr>
              <a:xfrm>
                <a:off x="218539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1" name="ph6781"/>
              <p:cNvSpPr/>
              <p:nvPr/>
            </p:nvSpPr>
            <p:spPr>
              <a:xfrm>
                <a:off x="219483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2" name="ph6782"/>
              <p:cNvSpPr/>
              <p:nvPr/>
            </p:nvSpPr>
            <p:spPr>
              <a:xfrm>
                <a:off x="220427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3" name="ph6783"/>
              <p:cNvSpPr/>
              <p:nvPr/>
            </p:nvSpPr>
            <p:spPr>
              <a:xfrm>
                <a:off x="221371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4" name="ph6784"/>
              <p:cNvSpPr/>
              <p:nvPr/>
            </p:nvSpPr>
            <p:spPr>
              <a:xfrm>
                <a:off x="222315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5" name="ph6785"/>
              <p:cNvSpPr/>
              <p:nvPr/>
            </p:nvSpPr>
            <p:spPr>
              <a:xfrm>
                <a:off x="223259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6" name="ph6786"/>
              <p:cNvSpPr/>
              <p:nvPr/>
            </p:nvSpPr>
            <p:spPr>
              <a:xfrm>
                <a:off x="224203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7" name="ph6787"/>
              <p:cNvSpPr/>
              <p:nvPr/>
            </p:nvSpPr>
            <p:spPr>
              <a:xfrm>
                <a:off x="225147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8" name="ph6788"/>
              <p:cNvSpPr/>
              <p:nvPr/>
            </p:nvSpPr>
            <p:spPr>
              <a:xfrm>
                <a:off x="226091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9" name="ph6789"/>
              <p:cNvSpPr/>
              <p:nvPr/>
            </p:nvSpPr>
            <p:spPr>
              <a:xfrm>
                <a:off x="227035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0" name="ph6790"/>
              <p:cNvSpPr/>
              <p:nvPr/>
            </p:nvSpPr>
            <p:spPr>
              <a:xfrm>
                <a:off x="227979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1" name="ph6791"/>
              <p:cNvSpPr/>
              <p:nvPr/>
            </p:nvSpPr>
            <p:spPr>
              <a:xfrm>
                <a:off x="228923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2" name="ph6792"/>
              <p:cNvSpPr/>
              <p:nvPr/>
            </p:nvSpPr>
            <p:spPr>
              <a:xfrm>
                <a:off x="229867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3" name="ph6793"/>
              <p:cNvSpPr/>
              <p:nvPr/>
            </p:nvSpPr>
            <p:spPr>
              <a:xfrm>
                <a:off x="230811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4" name="ph6794"/>
              <p:cNvSpPr/>
              <p:nvPr/>
            </p:nvSpPr>
            <p:spPr>
              <a:xfrm>
                <a:off x="231755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5" name="ph6795"/>
              <p:cNvSpPr/>
              <p:nvPr/>
            </p:nvSpPr>
            <p:spPr>
              <a:xfrm>
                <a:off x="232699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6" name="ph6796"/>
              <p:cNvSpPr/>
              <p:nvPr/>
            </p:nvSpPr>
            <p:spPr>
              <a:xfrm>
                <a:off x="233643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7" name="ph6797"/>
              <p:cNvSpPr/>
              <p:nvPr/>
            </p:nvSpPr>
            <p:spPr>
              <a:xfrm>
                <a:off x="234587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8" name="ph6798"/>
              <p:cNvSpPr/>
              <p:nvPr/>
            </p:nvSpPr>
            <p:spPr>
              <a:xfrm>
                <a:off x="235531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9" name="ph6799"/>
              <p:cNvSpPr/>
              <p:nvPr/>
            </p:nvSpPr>
            <p:spPr>
              <a:xfrm>
                <a:off x="236476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0" name="ph6800"/>
              <p:cNvSpPr/>
              <p:nvPr/>
            </p:nvSpPr>
            <p:spPr>
              <a:xfrm>
                <a:off x="237420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1" name="ph6801"/>
              <p:cNvSpPr/>
              <p:nvPr/>
            </p:nvSpPr>
            <p:spPr>
              <a:xfrm>
                <a:off x="238364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2" name="ph6802"/>
              <p:cNvSpPr/>
              <p:nvPr/>
            </p:nvSpPr>
            <p:spPr>
              <a:xfrm>
                <a:off x="239308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3" name="ph6803"/>
              <p:cNvSpPr/>
              <p:nvPr/>
            </p:nvSpPr>
            <p:spPr>
              <a:xfrm>
                <a:off x="241196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514" y="896830"/>
                    </a:lnTo>
                    <a:lnTo>
                      <a:pt x="913174" y="899681"/>
                    </a:lnTo>
                    <a:lnTo>
                      <a:pt x="914400" y="905861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4" name="ph6804"/>
              <p:cNvSpPr/>
              <p:nvPr/>
            </p:nvSpPr>
            <p:spPr>
              <a:xfrm>
                <a:off x="2411961" y="1289302"/>
                <a:ext cx="9159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8" h="914400">
                    <a:moveTo>
                      <a:pt x="914400" y="914400"/>
                    </a:moveTo>
                    <a:lnTo>
                      <a:pt x="914400" y="905861"/>
                    </a:lnTo>
                    <a:lnTo>
                      <a:pt x="915243" y="910114"/>
                    </a:lnTo>
                    <a:lnTo>
                      <a:pt x="915958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5" name="ph6805"/>
              <p:cNvSpPr/>
              <p:nvPr/>
            </p:nvSpPr>
            <p:spPr>
              <a:xfrm>
                <a:off x="3214381" y="128930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452" y="914400"/>
                    </a:lnTo>
                    <a:lnTo>
                      <a:pt x="912686" y="912964"/>
                    </a:lnTo>
                    <a:lnTo>
                      <a:pt x="914399" y="912367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6" name="ph6806"/>
              <p:cNvSpPr/>
              <p:nvPr/>
            </p:nvSpPr>
            <p:spPr>
              <a:xfrm>
                <a:off x="322382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367"/>
                    </a:lnTo>
                    <a:lnTo>
                      <a:pt x="908740" y="911052"/>
                    </a:lnTo>
                    <a:lnTo>
                      <a:pt x="914400" y="909627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7" name="ph6807"/>
              <p:cNvSpPr/>
              <p:nvPr/>
            </p:nvSpPr>
            <p:spPr>
              <a:xfrm>
                <a:off x="323326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627"/>
                    </a:lnTo>
                    <a:lnTo>
                      <a:pt x="910406" y="908752"/>
                    </a:lnTo>
                    <a:lnTo>
                      <a:pt x="914400" y="908478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8" name="ph6808"/>
              <p:cNvSpPr/>
              <p:nvPr/>
            </p:nvSpPr>
            <p:spPr>
              <a:xfrm>
                <a:off x="324270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478"/>
                    </a:lnTo>
                    <a:lnTo>
                      <a:pt x="906551" y="908369"/>
                    </a:lnTo>
                    <a:lnTo>
                      <a:pt x="912140" y="908499"/>
                    </a:lnTo>
                    <a:lnTo>
                      <a:pt x="912618" y="908532"/>
                    </a:lnTo>
                    <a:lnTo>
                      <a:pt x="913097" y="908566"/>
                    </a:lnTo>
                    <a:lnTo>
                      <a:pt x="913577" y="908599"/>
                    </a:lnTo>
                    <a:lnTo>
                      <a:pt x="914057" y="908632"/>
                    </a:lnTo>
                    <a:lnTo>
                      <a:pt x="914400" y="908656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9" name="ph6809"/>
              <p:cNvSpPr/>
              <p:nvPr/>
            </p:nvSpPr>
            <p:spPr>
              <a:xfrm>
                <a:off x="325214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56"/>
                    </a:lnTo>
                    <a:lnTo>
                      <a:pt x="905096" y="908665"/>
                    </a:lnTo>
                    <a:lnTo>
                      <a:pt x="905576" y="908699"/>
                    </a:lnTo>
                    <a:lnTo>
                      <a:pt x="906055" y="908732"/>
                    </a:lnTo>
                    <a:lnTo>
                      <a:pt x="906535" y="908765"/>
                    </a:lnTo>
                    <a:lnTo>
                      <a:pt x="907014" y="908799"/>
                    </a:lnTo>
                    <a:lnTo>
                      <a:pt x="907494" y="908832"/>
                    </a:lnTo>
                    <a:lnTo>
                      <a:pt x="907974" y="908866"/>
                    </a:lnTo>
                    <a:lnTo>
                      <a:pt x="908453" y="908899"/>
                    </a:lnTo>
                    <a:lnTo>
                      <a:pt x="908933" y="908932"/>
                    </a:lnTo>
                    <a:lnTo>
                      <a:pt x="909412" y="908966"/>
                    </a:lnTo>
                    <a:lnTo>
                      <a:pt x="909892" y="908999"/>
                    </a:lnTo>
                    <a:lnTo>
                      <a:pt x="910372" y="909033"/>
                    </a:lnTo>
                    <a:lnTo>
                      <a:pt x="910851" y="909066"/>
                    </a:lnTo>
                    <a:lnTo>
                      <a:pt x="911331" y="909100"/>
                    </a:lnTo>
                    <a:lnTo>
                      <a:pt x="911810" y="909133"/>
                    </a:lnTo>
                    <a:lnTo>
                      <a:pt x="912290" y="909167"/>
                    </a:lnTo>
                    <a:lnTo>
                      <a:pt x="912770" y="909201"/>
                    </a:lnTo>
                    <a:lnTo>
                      <a:pt x="913249" y="909234"/>
                    </a:lnTo>
                    <a:lnTo>
                      <a:pt x="913729" y="909268"/>
                    </a:lnTo>
                    <a:lnTo>
                      <a:pt x="914208" y="909301"/>
                    </a:lnTo>
                    <a:lnTo>
                      <a:pt x="914400" y="909315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0" name="ph6810"/>
              <p:cNvSpPr/>
              <p:nvPr/>
            </p:nvSpPr>
            <p:spPr>
              <a:xfrm>
                <a:off x="326158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15"/>
                    </a:lnTo>
                    <a:lnTo>
                      <a:pt x="905248" y="909335"/>
                    </a:lnTo>
                    <a:lnTo>
                      <a:pt x="905727" y="909369"/>
                    </a:lnTo>
                    <a:lnTo>
                      <a:pt x="906207" y="909402"/>
                    </a:lnTo>
                    <a:lnTo>
                      <a:pt x="906686" y="909436"/>
                    </a:lnTo>
                    <a:lnTo>
                      <a:pt x="907166" y="909470"/>
                    </a:lnTo>
                    <a:lnTo>
                      <a:pt x="907645" y="909504"/>
                    </a:lnTo>
                    <a:lnTo>
                      <a:pt x="908125" y="909537"/>
                    </a:lnTo>
                    <a:lnTo>
                      <a:pt x="908605" y="909571"/>
                    </a:lnTo>
                    <a:lnTo>
                      <a:pt x="909084" y="909605"/>
                    </a:lnTo>
                    <a:lnTo>
                      <a:pt x="909564" y="909639"/>
                    </a:lnTo>
                    <a:lnTo>
                      <a:pt x="910043" y="909673"/>
                    </a:lnTo>
                    <a:lnTo>
                      <a:pt x="910523" y="909706"/>
                    </a:lnTo>
                    <a:lnTo>
                      <a:pt x="911002" y="909740"/>
                    </a:lnTo>
                    <a:lnTo>
                      <a:pt x="911482" y="909774"/>
                    </a:lnTo>
                    <a:lnTo>
                      <a:pt x="911961" y="909808"/>
                    </a:lnTo>
                    <a:lnTo>
                      <a:pt x="912441" y="909842"/>
                    </a:lnTo>
                    <a:lnTo>
                      <a:pt x="912920" y="909876"/>
                    </a:lnTo>
                    <a:lnTo>
                      <a:pt x="913400" y="909910"/>
                    </a:lnTo>
                    <a:lnTo>
                      <a:pt x="913879" y="909944"/>
                    </a:lnTo>
                    <a:lnTo>
                      <a:pt x="914400" y="909981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1" name="ph6811"/>
              <p:cNvSpPr/>
              <p:nvPr/>
            </p:nvSpPr>
            <p:spPr>
              <a:xfrm>
                <a:off x="327102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1"/>
                    </a:lnTo>
                    <a:lnTo>
                      <a:pt x="905398" y="910012"/>
                    </a:lnTo>
                    <a:lnTo>
                      <a:pt x="905878" y="910046"/>
                    </a:lnTo>
                    <a:lnTo>
                      <a:pt x="906357" y="910080"/>
                    </a:lnTo>
                    <a:lnTo>
                      <a:pt x="906837" y="910114"/>
                    </a:lnTo>
                    <a:lnTo>
                      <a:pt x="907316" y="910148"/>
                    </a:lnTo>
                    <a:lnTo>
                      <a:pt x="907796" y="910182"/>
                    </a:lnTo>
                    <a:lnTo>
                      <a:pt x="908275" y="910216"/>
                    </a:lnTo>
                    <a:lnTo>
                      <a:pt x="908755" y="910250"/>
                    </a:lnTo>
                    <a:lnTo>
                      <a:pt x="909234" y="910284"/>
                    </a:lnTo>
                    <a:lnTo>
                      <a:pt x="909714" y="910319"/>
                    </a:lnTo>
                    <a:lnTo>
                      <a:pt x="910193" y="910353"/>
                    </a:lnTo>
                    <a:lnTo>
                      <a:pt x="910673" y="910387"/>
                    </a:lnTo>
                    <a:lnTo>
                      <a:pt x="914400" y="91065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2" name="ph6812"/>
              <p:cNvSpPr/>
              <p:nvPr/>
            </p:nvSpPr>
            <p:spPr>
              <a:xfrm>
                <a:off x="328046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653"/>
                    </a:lnTo>
                    <a:lnTo>
                      <a:pt x="914400" y="911326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3" name="ph6813"/>
              <p:cNvSpPr/>
              <p:nvPr/>
            </p:nvSpPr>
            <p:spPr>
              <a:xfrm>
                <a:off x="328990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26"/>
                    </a:lnTo>
                    <a:lnTo>
                      <a:pt x="914400" y="9120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4" name="ph6814"/>
              <p:cNvSpPr/>
              <p:nvPr/>
            </p:nvSpPr>
            <p:spPr>
              <a:xfrm>
                <a:off x="329934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00"/>
                    </a:lnTo>
                    <a:lnTo>
                      <a:pt x="914400" y="912673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5" name="ph6815"/>
              <p:cNvSpPr/>
              <p:nvPr/>
            </p:nvSpPr>
            <p:spPr>
              <a:xfrm>
                <a:off x="330878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673"/>
                    </a:lnTo>
                    <a:lnTo>
                      <a:pt x="914400" y="912474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6" name="ph6816"/>
              <p:cNvSpPr/>
              <p:nvPr/>
            </p:nvSpPr>
            <p:spPr>
              <a:xfrm>
                <a:off x="331822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474"/>
                    </a:lnTo>
                    <a:lnTo>
                      <a:pt x="914400" y="912274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7" name="ph6817"/>
              <p:cNvSpPr/>
              <p:nvPr/>
            </p:nvSpPr>
            <p:spPr>
              <a:xfrm>
                <a:off x="332766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274"/>
                    </a:lnTo>
                    <a:lnTo>
                      <a:pt x="914400" y="912075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8" name="ph6818"/>
              <p:cNvSpPr/>
              <p:nvPr/>
            </p:nvSpPr>
            <p:spPr>
              <a:xfrm>
                <a:off x="333710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75"/>
                    </a:lnTo>
                    <a:lnTo>
                      <a:pt x="913851" y="911830"/>
                    </a:lnTo>
                    <a:lnTo>
                      <a:pt x="914223" y="911516"/>
                    </a:lnTo>
                    <a:lnTo>
                      <a:pt x="914400" y="911367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9" name="ph6819"/>
              <p:cNvSpPr/>
              <p:nvPr/>
            </p:nvSpPr>
            <p:spPr>
              <a:xfrm>
                <a:off x="334654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67"/>
                    </a:lnTo>
                    <a:lnTo>
                      <a:pt x="905155" y="911203"/>
                    </a:lnTo>
                    <a:lnTo>
                      <a:pt x="905526" y="910889"/>
                    </a:lnTo>
                    <a:lnTo>
                      <a:pt x="905898" y="910575"/>
                    </a:lnTo>
                    <a:lnTo>
                      <a:pt x="910960" y="906577"/>
                    </a:lnTo>
                    <a:lnTo>
                      <a:pt x="914400" y="90421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0" name="ph6820"/>
              <p:cNvSpPr/>
              <p:nvPr/>
            </p:nvSpPr>
            <p:spPr>
              <a:xfrm>
                <a:off x="3355985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219"/>
                    </a:lnTo>
                    <a:lnTo>
                      <a:pt x="906680" y="903040"/>
                    </a:lnTo>
                    <a:lnTo>
                      <a:pt x="911926" y="899974"/>
                    </a:lnTo>
                    <a:lnTo>
                      <a:pt x="914400" y="89865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1" name="ph6821"/>
              <p:cNvSpPr/>
              <p:nvPr/>
            </p:nvSpPr>
            <p:spPr>
              <a:xfrm>
                <a:off x="3365425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20"/>
                    </a:lnTo>
                    <a:lnTo>
                      <a:pt x="908360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2" name="ph6822"/>
              <p:cNvSpPr/>
              <p:nvPr/>
            </p:nvSpPr>
            <p:spPr>
              <a:xfrm>
                <a:off x="336542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3" name="ph6823"/>
              <p:cNvSpPr/>
              <p:nvPr/>
            </p:nvSpPr>
            <p:spPr>
              <a:xfrm>
                <a:off x="337486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4" name="ph6824"/>
              <p:cNvSpPr/>
              <p:nvPr/>
            </p:nvSpPr>
            <p:spPr>
              <a:xfrm>
                <a:off x="338430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5" name="ph6825"/>
              <p:cNvSpPr/>
              <p:nvPr/>
            </p:nvSpPr>
            <p:spPr>
              <a:xfrm>
                <a:off x="339374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6" name="ph6826"/>
              <p:cNvSpPr/>
              <p:nvPr/>
            </p:nvSpPr>
            <p:spPr>
              <a:xfrm>
                <a:off x="340318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7" name="ph6827"/>
              <p:cNvSpPr/>
              <p:nvPr/>
            </p:nvSpPr>
            <p:spPr>
              <a:xfrm>
                <a:off x="341262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8" name="ph6828"/>
              <p:cNvSpPr/>
              <p:nvPr/>
            </p:nvSpPr>
            <p:spPr>
              <a:xfrm>
                <a:off x="342206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9" name="ph6829"/>
              <p:cNvSpPr/>
              <p:nvPr/>
            </p:nvSpPr>
            <p:spPr>
              <a:xfrm>
                <a:off x="343150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0" name="ph6830"/>
              <p:cNvSpPr/>
              <p:nvPr/>
            </p:nvSpPr>
            <p:spPr>
              <a:xfrm>
                <a:off x="344094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1" name="ph6831"/>
              <p:cNvSpPr/>
              <p:nvPr/>
            </p:nvSpPr>
            <p:spPr>
              <a:xfrm>
                <a:off x="345038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2" name="ph6832"/>
              <p:cNvSpPr/>
              <p:nvPr/>
            </p:nvSpPr>
            <p:spPr>
              <a:xfrm>
                <a:off x="345982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3" name="ph6833"/>
              <p:cNvSpPr/>
              <p:nvPr/>
            </p:nvSpPr>
            <p:spPr>
              <a:xfrm>
                <a:off x="346926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4" name="ph6834"/>
              <p:cNvSpPr/>
              <p:nvPr/>
            </p:nvSpPr>
            <p:spPr>
              <a:xfrm>
                <a:off x="347870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5" name="ph6835"/>
              <p:cNvSpPr/>
              <p:nvPr/>
            </p:nvSpPr>
            <p:spPr>
              <a:xfrm>
                <a:off x="348814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6" name="ph6836"/>
              <p:cNvSpPr/>
              <p:nvPr/>
            </p:nvSpPr>
            <p:spPr>
              <a:xfrm>
                <a:off x="349758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7" name="ph6837"/>
              <p:cNvSpPr/>
              <p:nvPr/>
            </p:nvSpPr>
            <p:spPr>
              <a:xfrm>
                <a:off x="350702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8" name="ph6838"/>
              <p:cNvSpPr/>
              <p:nvPr/>
            </p:nvSpPr>
            <p:spPr>
              <a:xfrm>
                <a:off x="351646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9" name="ph6839"/>
              <p:cNvSpPr/>
              <p:nvPr/>
            </p:nvSpPr>
            <p:spPr>
              <a:xfrm>
                <a:off x="352590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0" name="ph6840"/>
              <p:cNvSpPr/>
              <p:nvPr/>
            </p:nvSpPr>
            <p:spPr>
              <a:xfrm>
                <a:off x="353534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1" name="ph6841"/>
              <p:cNvSpPr/>
              <p:nvPr/>
            </p:nvSpPr>
            <p:spPr>
              <a:xfrm>
                <a:off x="354479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2" name="ph6842"/>
              <p:cNvSpPr/>
              <p:nvPr/>
            </p:nvSpPr>
            <p:spPr>
              <a:xfrm>
                <a:off x="355423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3" name="ph6843"/>
              <p:cNvSpPr/>
              <p:nvPr/>
            </p:nvSpPr>
            <p:spPr>
              <a:xfrm>
                <a:off x="356367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4" name="ph6844"/>
              <p:cNvSpPr/>
              <p:nvPr/>
            </p:nvSpPr>
            <p:spPr>
              <a:xfrm>
                <a:off x="357311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5" name="ph6845"/>
              <p:cNvSpPr/>
              <p:nvPr/>
            </p:nvSpPr>
            <p:spPr>
              <a:xfrm>
                <a:off x="358255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6" name="ph6846"/>
              <p:cNvSpPr/>
              <p:nvPr/>
            </p:nvSpPr>
            <p:spPr>
              <a:xfrm>
                <a:off x="359199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7" name="ph6847"/>
              <p:cNvSpPr/>
              <p:nvPr/>
            </p:nvSpPr>
            <p:spPr>
              <a:xfrm>
                <a:off x="360143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8" name="ph6848"/>
              <p:cNvSpPr/>
              <p:nvPr/>
            </p:nvSpPr>
            <p:spPr>
              <a:xfrm>
                <a:off x="361087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9" name="ph6849"/>
              <p:cNvSpPr/>
              <p:nvPr/>
            </p:nvSpPr>
            <p:spPr>
              <a:xfrm>
                <a:off x="362031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0" name="ph6850"/>
              <p:cNvSpPr/>
              <p:nvPr/>
            </p:nvSpPr>
            <p:spPr>
              <a:xfrm>
                <a:off x="362975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1" name="ph6851"/>
              <p:cNvSpPr/>
              <p:nvPr/>
            </p:nvSpPr>
            <p:spPr>
              <a:xfrm>
                <a:off x="363919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2" name="ph6852"/>
              <p:cNvSpPr/>
              <p:nvPr/>
            </p:nvSpPr>
            <p:spPr>
              <a:xfrm>
                <a:off x="364863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3" name="ph6853"/>
              <p:cNvSpPr/>
              <p:nvPr/>
            </p:nvSpPr>
            <p:spPr>
              <a:xfrm>
                <a:off x="365807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4" name="ph6854"/>
              <p:cNvSpPr/>
              <p:nvPr/>
            </p:nvSpPr>
            <p:spPr>
              <a:xfrm>
                <a:off x="366751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5" name="ph6855"/>
              <p:cNvSpPr/>
              <p:nvPr/>
            </p:nvSpPr>
            <p:spPr>
              <a:xfrm>
                <a:off x="367695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6" name="ph6856"/>
              <p:cNvSpPr/>
              <p:nvPr/>
            </p:nvSpPr>
            <p:spPr>
              <a:xfrm>
                <a:off x="368639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7" name="ph6857"/>
              <p:cNvSpPr/>
              <p:nvPr/>
            </p:nvSpPr>
            <p:spPr>
              <a:xfrm>
                <a:off x="369583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8" name="ph6858"/>
              <p:cNvSpPr/>
              <p:nvPr/>
            </p:nvSpPr>
            <p:spPr>
              <a:xfrm>
                <a:off x="370527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9" name="ph6859"/>
              <p:cNvSpPr/>
              <p:nvPr/>
            </p:nvSpPr>
            <p:spPr>
              <a:xfrm>
                <a:off x="371471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0" name="ph6860"/>
              <p:cNvSpPr/>
              <p:nvPr/>
            </p:nvSpPr>
            <p:spPr>
              <a:xfrm>
                <a:off x="372415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1" name="ph6861"/>
              <p:cNvSpPr/>
              <p:nvPr/>
            </p:nvSpPr>
            <p:spPr>
              <a:xfrm>
                <a:off x="373359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2" name="ph6862"/>
              <p:cNvSpPr/>
              <p:nvPr/>
            </p:nvSpPr>
            <p:spPr>
              <a:xfrm>
                <a:off x="374303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3" name="ph6863"/>
              <p:cNvSpPr/>
              <p:nvPr/>
            </p:nvSpPr>
            <p:spPr>
              <a:xfrm>
                <a:off x="375247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4" name="ph6864"/>
              <p:cNvSpPr/>
              <p:nvPr/>
            </p:nvSpPr>
            <p:spPr>
              <a:xfrm>
                <a:off x="376191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5" name="ph6865"/>
              <p:cNvSpPr/>
              <p:nvPr/>
            </p:nvSpPr>
            <p:spPr>
              <a:xfrm>
                <a:off x="377135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6" name="ph6866"/>
              <p:cNvSpPr/>
              <p:nvPr/>
            </p:nvSpPr>
            <p:spPr>
              <a:xfrm>
                <a:off x="378079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7" name="ph6867"/>
              <p:cNvSpPr/>
              <p:nvPr/>
            </p:nvSpPr>
            <p:spPr>
              <a:xfrm>
                <a:off x="3790236" y="128930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027"/>
                    </a:lnTo>
                    <a:lnTo>
                      <a:pt x="922897" y="912220"/>
                    </a:lnTo>
                    <a:lnTo>
                      <a:pt x="920969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8" name="ph6868"/>
              <p:cNvSpPr/>
              <p:nvPr/>
            </p:nvSpPr>
            <p:spPr>
              <a:xfrm>
                <a:off x="3799676" y="1271733"/>
                <a:ext cx="923840" cy="9285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5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694"/>
                    </a:lnTo>
                    <a:lnTo>
                      <a:pt x="922972" y="917057"/>
                    </a:lnTo>
                    <a:lnTo>
                      <a:pt x="918303" y="923653"/>
                    </a:lnTo>
                    <a:lnTo>
                      <a:pt x="914400" y="928597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9" name="ph6869"/>
              <p:cNvSpPr/>
              <p:nvPr/>
            </p:nvSpPr>
            <p:spPr>
              <a:xfrm>
                <a:off x="3809116" y="1271733"/>
                <a:ext cx="915223" cy="915694"/>
              </a:xfrm>
              <a:custGeom>
                <a:avLst/>
                <a:gdLst/>
                <a:ahLst/>
                <a:cxnLst/>
                <a:rect l="0" t="0" r="0" b="0"/>
                <a:pathLst>
                  <a:path w="915223" h="915694">
                    <a:moveTo>
                      <a:pt x="914400" y="914400"/>
                    </a:moveTo>
                    <a:lnTo>
                      <a:pt x="915223" y="914400"/>
                    </a:lnTo>
                    <a:lnTo>
                      <a:pt x="914400" y="915694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0" name="ph6870"/>
              <p:cNvSpPr/>
              <p:nvPr/>
            </p:nvSpPr>
            <p:spPr>
              <a:xfrm>
                <a:off x="2034351" y="1254163"/>
                <a:ext cx="914400" cy="92869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92">
                    <a:moveTo>
                      <a:pt x="914400" y="914400"/>
                    </a:moveTo>
                    <a:lnTo>
                      <a:pt x="914400" y="928692"/>
                    </a:lnTo>
                    <a:lnTo>
                      <a:pt x="913248" y="923782"/>
                    </a:lnTo>
                    <a:lnTo>
                      <a:pt x="911355" y="914400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1" name="ph6871"/>
              <p:cNvSpPr/>
              <p:nvPr/>
            </p:nvSpPr>
            <p:spPr>
              <a:xfrm>
                <a:off x="203435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168" y="931969"/>
                    </a:lnTo>
                    <a:lnTo>
                      <a:pt x="914400" y="928692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2" name="ph6872"/>
              <p:cNvSpPr/>
              <p:nvPr/>
            </p:nvSpPr>
            <p:spPr>
              <a:xfrm>
                <a:off x="204379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3" name="ph6873"/>
              <p:cNvSpPr/>
              <p:nvPr/>
            </p:nvSpPr>
            <p:spPr>
              <a:xfrm>
                <a:off x="205323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4" name="ph6874"/>
              <p:cNvSpPr/>
              <p:nvPr/>
            </p:nvSpPr>
            <p:spPr>
              <a:xfrm>
                <a:off x="206267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5" name="ph6875"/>
              <p:cNvSpPr/>
              <p:nvPr/>
            </p:nvSpPr>
            <p:spPr>
              <a:xfrm>
                <a:off x="207211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6" name="ph6876"/>
              <p:cNvSpPr/>
              <p:nvPr/>
            </p:nvSpPr>
            <p:spPr>
              <a:xfrm>
                <a:off x="208155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7" name="ph6877"/>
              <p:cNvSpPr/>
              <p:nvPr/>
            </p:nvSpPr>
            <p:spPr>
              <a:xfrm>
                <a:off x="209099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8" name="ph6878"/>
              <p:cNvSpPr/>
              <p:nvPr/>
            </p:nvSpPr>
            <p:spPr>
              <a:xfrm>
                <a:off x="210043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9" name="ph6879"/>
              <p:cNvSpPr/>
              <p:nvPr/>
            </p:nvSpPr>
            <p:spPr>
              <a:xfrm>
                <a:off x="210987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0" name="ph6880"/>
              <p:cNvSpPr/>
              <p:nvPr/>
            </p:nvSpPr>
            <p:spPr>
              <a:xfrm>
                <a:off x="211931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1" name="ph6881"/>
              <p:cNvSpPr/>
              <p:nvPr/>
            </p:nvSpPr>
            <p:spPr>
              <a:xfrm>
                <a:off x="212875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2" name="ph6882"/>
              <p:cNvSpPr/>
              <p:nvPr/>
            </p:nvSpPr>
            <p:spPr>
              <a:xfrm>
                <a:off x="213819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3" name="ph6883"/>
              <p:cNvSpPr/>
              <p:nvPr/>
            </p:nvSpPr>
            <p:spPr>
              <a:xfrm>
                <a:off x="214763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4" name="ph6884"/>
              <p:cNvSpPr/>
              <p:nvPr/>
            </p:nvSpPr>
            <p:spPr>
              <a:xfrm>
                <a:off x="215707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5" name="ph6885"/>
              <p:cNvSpPr/>
              <p:nvPr/>
            </p:nvSpPr>
            <p:spPr>
              <a:xfrm>
                <a:off x="216651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6" name="ph6886"/>
              <p:cNvSpPr/>
              <p:nvPr/>
            </p:nvSpPr>
            <p:spPr>
              <a:xfrm>
                <a:off x="217595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7" name="ph6887"/>
              <p:cNvSpPr/>
              <p:nvPr/>
            </p:nvSpPr>
            <p:spPr>
              <a:xfrm>
                <a:off x="218539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8" name="ph6888"/>
              <p:cNvSpPr/>
              <p:nvPr/>
            </p:nvSpPr>
            <p:spPr>
              <a:xfrm>
                <a:off x="219483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9" name="ph6889"/>
              <p:cNvSpPr/>
              <p:nvPr/>
            </p:nvSpPr>
            <p:spPr>
              <a:xfrm>
                <a:off x="220427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0" name="ph6890"/>
              <p:cNvSpPr/>
              <p:nvPr/>
            </p:nvSpPr>
            <p:spPr>
              <a:xfrm>
                <a:off x="221371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1" name="ph6891"/>
              <p:cNvSpPr/>
              <p:nvPr/>
            </p:nvSpPr>
            <p:spPr>
              <a:xfrm>
                <a:off x="222315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2" name="ph6892"/>
              <p:cNvSpPr/>
              <p:nvPr/>
            </p:nvSpPr>
            <p:spPr>
              <a:xfrm>
                <a:off x="223259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3" name="ph6893"/>
              <p:cNvSpPr/>
              <p:nvPr/>
            </p:nvSpPr>
            <p:spPr>
              <a:xfrm>
                <a:off x="224203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4" name="ph6894"/>
              <p:cNvSpPr/>
              <p:nvPr/>
            </p:nvSpPr>
            <p:spPr>
              <a:xfrm>
                <a:off x="225147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5" name="ph6895"/>
              <p:cNvSpPr/>
              <p:nvPr/>
            </p:nvSpPr>
            <p:spPr>
              <a:xfrm>
                <a:off x="226091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6" name="ph6896"/>
              <p:cNvSpPr/>
              <p:nvPr/>
            </p:nvSpPr>
            <p:spPr>
              <a:xfrm>
                <a:off x="227035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7" name="ph6897"/>
              <p:cNvSpPr/>
              <p:nvPr/>
            </p:nvSpPr>
            <p:spPr>
              <a:xfrm>
                <a:off x="227979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8" name="ph6898"/>
              <p:cNvSpPr/>
              <p:nvPr/>
            </p:nvSpPr>
            <p:spPr>
              <a:xfrm>
                <a:off x="228923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9" name="ph6899"/>
              <p:cNvSpPr/>
              <p:nvPr/>
            </p:nvSpPr>
            <p:spPr>
              <a:xfrm>
                <a:off x="229867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0" name="ph6900"/>
              <p:cNvSpPr/>
              <p:nvPr/>
            </p:nvSpPr>
            <p:spPr>
              <a:xfrm>
                <a:off x="230811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1" name="ph6901"/>
              <p:cNvSpPr/>
              <p:nvPr/>
            </p:nvSpPr>
            <p:spPr>
              <a:xfrm>
                <a:off x="231755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2" name="ph6902"/>
              <p:cNvSpPr/>
              <p:nvPr/>
            </p:nvSpPr>
            <p:spPr>
              <a:xfrm>
                <a:off x="232699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3" name="ph6903"/>
              <p:cNvSpPr/>
              <p:nvPr/>
            </p:nvSpPr>
            <p:spPr>
              <a:xfrm>
                <a:off x="233643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4" name="ph6904"/>
              <p:cNvSpPr/>
              <p:nvPr/>
            </p:nvSpPr>
            <p:spPr>
              <a:xfrm>
                <a:off x="234587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5" name="ph6905"/>
              <p:cNvSpPr/>
              <p:nvPr/>
            </p:nvSpPr>
            <p:spPr>
              <a:xfrm>
                <a:off x="235531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6" name="ph6906"/>
              <p:cNvSpPr/>
              <p:nvPr/>
            </p:nvSpPr>
            <p:spPr>
              <a:xfrm>
                <a:off x="236476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7" name="ph6907"/>
              <p:cNvSpPr/>
              <p:nvPr/>
            </p:nvSpPr>
            <p:spPr>
              <a:xfrm>
                <a:off x="237420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8" name="ph6908"/>
              <p:cNvSpPr/>
              <p:nvPr/>
            </p:nvSpPr>
            <p:spPr>
              <a:xfrm>
                <a:off x="238364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9" name="ph6909"/>
              <p:cNvSpPr/>
              <p:nvPr/>
            </p:nvSpPr>
            <p:spPr>
              <a:xfrm>
                <a:off x="239308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0" name="ph6910"/>
              <p:cNvSpPr/>
              <p:nvPr/>
            </p:nvSpPr>
            <p:spPr>
              <a:xfrm>
                <a:off x="2402521" y="1271733"/>
                <a:ext cx="9219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54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536" y="896830"/>
                    </a:lnTo>
                    <a:lnTo>
                      <a:pt x="917603" y="897065"/>
                    </a:lnTo>
                    <a:lnTo>
                      <a:pt x="920251" y="907035"/>
                    </a:lnTo>
                    <a:lnTo>
                      <a:pt x="921954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1" name="ph6911"/>
              <p:cNvSpPr/>
              <p:nvPr/>
            </p:nvSpPr>
            <p:spPr>
              <a:xfrm>
                <a:off x="3365425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60" y="914400"/>
                    </a:lnTo>
                    <a:lnTo>
                      <a:pt x="914400" y="911167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2" name="ph6912"/>
              <p:cNvSpPr/>
              <p:nvPr/>
            </p:nvSpPr>
            <p:spPr>
              <a:xfrm>
                <a:off x="3374865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167"/>
                    </a:lnTo>
                    <a:lnTo>
                      <a:pt x="914400" y="90611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3" name="ph6913"/>
              <p:cNvSpPr/>
              <p:nvPr/>
            </p:nvSpPr>
            <p:spPr>
              <a:xfrm>
                <a:off x="3384305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114"/>
                    </a:lnTo>
                    <a:lnTo>
                      <a:pt x="911463" y="902620"/>
                    </a:lnTo>
                    <a:lnTo>
                      <a:pt x="911789" y="902187"/>
                    </a:lnTo>
                    <a:lnTo>
                      <a:pt x="912115" y="901755"/>
                    </a:lnTo>
                    <a:lnTo>
                      <a:pt x="912441" y="901322"/>
                    </a:lnTo>
                    <a:lnTo>
                      <a:pt x="912767" y="900889"/>
                    </a:lnTo>
                    <a:lnTo>
                      <a:pt x="913094" y="900457"/>
                    </a:lnTo>
                    <a:lnTo>
                      <a:pt x="913420" y="900024"/>
                    </a:lnTo>
                    <a:lnTo>
                      <a:pt x="913746" y="899592"/>
                    </a:lnTo>
                    <a:lnTo>
                      <a:pt x="914072" y="899159"/>
                    </a:lnTo>
                    <a:lnTo>
                      <a:pt x="914400" y="898725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4" name="ph6914"/>
              <p:cNvSpPr/>
              <p:nvPr/>
            </p:nvSpPr>
            <p:spPr>
              <a:xfrm>
                <a:off x="3393746" y="125416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95"/>
                    </a:lnTo>
                    <a:lnTo>
                      <a:pt x="905285" y="915864"/>
                    </a:lnTo>
                    <a:lnTo>
                      <a:pt x="905611" y="915432"/>
                    </a:lnTo>
                    <a:lnTo>
                      <a:pt x="905937" y="914999"/>
                    </a:lnTo>
                    <a:lnTo>
                      <a:pt x="906264" y="914567"/>
                    </a:lnTo>
                    <a:lnTo>
                      <a:pt x="906390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5" name="ph6915"/>
              <p:cNvSpPr/>
              <p:nvPr/>
            </p:nvSpPr>
            <p:spPr>
              <a:xfrm>
                <a:off x="339374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6" name="ph6916"/>
              <p:cNvSpPr/>
              <p:nvPr/>
            </p:nvSpPr>
            <p:spPr>
              <a:xfrm>
                <a:off x="340318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7" name="ph6917"/>
              <p:cNvSpPr/>
              <p:nvPr/>
            </p:nvSpPr>
            <p:spPr>
              <a:xfrm>
                <a:off x="341262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8" name="ph6918"/>
              <p:cNvSpPr/>
              <p:nvPr/>
            </p:nvSpPr>
            <p:spPr>
              <a:xfrm>
                <a:off x="342206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9" name="ph6919"/>
              <p:cNvSpPr/>
              <p:nvPr/>
            </p:nvSpPr>
            <p:spPr>
              <a:xfrm>
                <a:off x="343150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0" name="ph6920"/>
              <p:cNvSpPr/>
              <p:nvPr/>
            </p:nvSpPr>
            <p:spPr>
              <a:xfrm>
                <a:off x="344094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1" name="ph6921"/>
              <p:cNvSpPr/>
              <p:nvPr/>
            </p:nvSpPr>
            <p:spPr>
              <a:xfrm>
                <a:off x="345038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2" name="ph6922"/>
              <p:cNvSpPr/>
              <p:nvPr/>
            </p:nvSpPr>
            <p:spPr>
              <a:xfrm>
                <a:off x="345982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3" name="ph6923"/>
              <p:cNvSpPr/>
              <p:nvPr/>
            </p:nvSpPr>
            <p:spPr>
              <a:xfrm>
                <a:off x="346926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4" name="ph6924"/>
              <p:cNvSpPr/>
              <p:nvPr/>
            </p:nvSpPr>
            <p:spPr>
              <a:xfrm>
                <a:off x="347870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5" name="ph6925"/>
              <p:cNvSpPr/>
              <p:nvPr/>
            </p:nvSpPr>
            <p:spPr>
              <a:xfrm>
                <a:off x="348814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6" name="ph6926"/>
              <p:cNvSpPr/>
              <p:nvPr/>
            </p:nvSpPr>
            <p:spPr>
              <a:xfrm>
                <a:off x="349758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7" name="ph6927"/>
              <p:cNvSpPr/>
              <p:nvPr/>
            </p:nvSpPr>
            <p:spPr>
              <a:xfrm>
                <a:off x="350702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8" name="ph6928"/>
              <p:cNvSpPr/>
              <p:nvPr/>
            </p:nvSpPr>
            <p:spPr>
              <a:xfrm>
                <a:off x="351646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9" name="ph6929"/>
              <p:cNvSpPr/>
              <p:nvPr/>
            </p:nvSpPr>
            <p:spPr>
              <a:xfrm>
                <a:off x="352590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0" name="ph6930"/>
              <p:cNvSpPr/>
              <p:nvPr/>
            </p:nvSpPr>
            <p:spPr>
              <a:xfrm>
                <a:off x="353534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1" name="ph6931"/>
              <p:cNvSpPr/>
              <p:nvPr/>
            </p:nvSpPr>
            <p:spPr>
              <a:xfrm>
                <a:off x="354479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2" name="ph6932"/>
              <p:cNvSpPr/>
              <p:nvPr/>
            </p:nvSpPr>
            <p:spPr>
              <a:xfrm>
                <a:off x="355423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3" name="ph6933"/>
              <p:cNvSpPr/>
              <p:nvPr/>
            </p:nvSpPr>
            <p:spPr>
              <a:xfrm>
                <a:off x="356367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4" name="ph6934"/>
              <p:cNvSpPr/>
              <p:nvPr/>
            </p:nvSpPr>
            <p:spPr>
              <a:xfrm>
                <a:off x="357311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5" name="ph6935"/>
              <p:cNvSpPr/>
              <p:nvPr/>
            </p:nvSpPr>
            <p:spPr>
              <a:xfrm>
                <a:off x="358255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6" name="ph6936"/>
              <p:cNvSpPr/>
              <p:nvPr/>
            </p:nvSpPr>
            <p:spPr>
              <a:xfrm>
                <a:off x="359199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7" name="ph6937"/>
              <p:cNvSpPr/>
              <p:nvPr/>
            </p:nvSpPr>
            <p:spPr>
              <a:xfrm>
                <a:off x="360143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8" name="ph6938"/>
              <p:cNvSpPr/>
              <p:nvPr/>
            </p:nvSpPr>
            <p:spPr>
              <a:xfrm>
                <a:off x="361087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9" name="ph6939"/>
              <p:cNvSpPr/>
              <p:nvPr/>
            </p:nvSpPr>
            <p:spPr>
              <a:xfrm>
                <a:off x="362031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0" name="ph6940"/>
              <p:cNvSpPr/>
              <p:nvPr/>
            </p:nvSpPr>
            <p:spPr>
              <a:xfrm>
                <a:off x="362975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1" name="ph6941"/>
              <p:cNvSpPr/>
              <p:nvPr/>
            </p:nvSpPr>
            <p:spPr>
              <a:xfrm>
                <a:off x="363919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2" name="ph6942"/>
              <p:cNvSpPr/>
              <p:nvPr/>
            </p:nvSpPr>
            <p:spPr>
              <a:xfrm>
                <a:off x="364863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3" name="ph6943"/>
              <p:cNvSpPr/>
              <p:nvPr/>
            </p:nvSpPr>
            <p:spPr>
              <a:xfrm>
                <a:off x="365807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4" name="ph6944"/>
              <p:cNvSpPr/>
              <p:nvPr/>
            </p:nvSpPr>
            <p:spPr>
              <a:xfrm>
                <a:off x="366751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5" name="ph6945"/>
              <p:cNvSpPr/>
              <p:nvPr/>
            </p:nvSpPr>
            <p:spPr>
              <a:xfrm>
                <a:off x="367695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6" name="ph6946"/>
              <p:cNvSpPr/>
              <p:nvPr/>
            </p:nvSpPr>
            <p:spPr>
              <a:xfrm>
                <a:off x="368639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7" name="ph6947"/>
              <p:cNvSpPr/>
              <p:nvPr/>
            </p:nvSpPr>
            <p:spPr>
              <a:xfrm>
                <a:off x="369583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8" name="ph6948"/>
              <p:cNvSpPr/>
              <p:nvPr/>
            </p:nvSpPr>
            <p:spPr>
              <a:xfrm>
                <a:off x="370527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9" name="ph6949"/>
              <p:cNvSpPr/>
              <p:nvPr/>
            </p:nvSpPr>
            <p:spPr>
              <a:xfrm>
                <a:off x="371471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0" name="ph6950"/>
              <p:cNvSpPr/>
              <p:nvPr/>
            </p:nvSpPr>
            <p:spPr>
              <a:xfrm>
                <a:off x="372415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1" name="ph6951"/>
              <p:cNvSpPr/>
              <p:nvPr/>
            </p:nvSpPr>
            <p:spPr>
              <a:xfrm>
                <a:off x="373359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2" name="ph6952"/>
              <p:cNvSpPr/>
              <p:nvPr/>
            </p:nvSpPr>
            <p:spPr>
              <a:xfrm>
                <a:off x="374303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3" name="ph6953"/>
              <p:cNvSpPr/>
              <p:nvPr/>
            </p:nvSpPr>
            <p:spPr>
              <a:xfrm>
                <a:off x="375247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4" name="ph6954"/>
              <p:cNvSpPr/>
              <p:nvPr/>
            </p:nvSpPr>
            <p:spPr>
              <a:xfrm>
                <a:off x="376191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5" name="ph6955"/>
              <p:cNvSpPr/>
              <p:nvPr/>
            </p:nvSpPr>
            <p:spPr>
              <a:xfrm>
                <a:off x="377135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6" name="ph6956"/>
              <p:cNvSpPr/>
              <p:nvPr/>
            </p:nvSpPr>
            <p:spPr>
              <a:xfrm>
                <a:off x="378079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7" name="ph6957"/>
              <p:cNvSpPr/>
              <p:nvPr/>
            </p:nvSpPr>
            <p:spPr>
              <a:xfrm>
                <a:off x="379023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8" name="ph6958"/>
              <p:cNvSpPr/>
              <p:nvPr/>
            </p:nvSpPr>
            <p:spPr>
              <a:xfrm>
                <a:off x="379967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9" name="ph6959"/>
              <p:cNvSpPr/>
              <p:nvPr/>
            </p:nvSpPr>
            <p:spPr>
              <a:xfrm>
                <a:off x="3809116" y="127173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563"/>
                    </a:lnTo>
                    <a:lnTo>
                      <a:pt x="922288" y="902563"/>
                    </a:lnTo>
                    <a:lnTo>
                      <a:pt x="918011" y="910021"/>
                    </a:lnTo>
                    <a:lnTo>
                      <a:pt x="915223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0" name="ph6960"/>
              <p:cNvSpPr/>
              <p:nvPr/>
            </p:nvSpPr>
            <p:spPr>
              <a:xfrm>
                <a:off x="3818556" y="1254163"/>
                <a:ext cx="915813" cy="917133"/>
              </a:xfrm>
              <a:custGeom>
                <a:avLst/>
                <a:gdLst/>
                <a:ahLst/>
                <a:cxnLst/>
                <a:rect l="0" t="0" r="0" b="0"/>
                <a:pathLst>
                  <a:path w="915813" h="917133">
                    <a:moveTo>
                      <a:pt x="914400" y="914400"/>
                    </a:moveTo>
                    <a:lnTo>
                      <a:pt x="915813" y="914400"/>
                    </a:lnTo>
                    <a:lnTo>
                      <a:pt x="914400" y="917133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1" name="ph6961"/>
              <p:cNvSpPr/>
              <p:nvPr/>
            </p:nvSpPr>
            <p:spPr>
              <a:xfrm>
                <a:off x="2034351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55" y="931969"/>
                    </a:lnTo>
                    <a:lnTo>
                      <a:pt x="911163" y="931018"/>
                    </a:lnTo>
                    <a:lnTo>
                      <a:pt x="909372" y="920496"/>
                    </a:lnTo>
                    <a:lnTo>
                      <a:pt x="908520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2" name="ph6962"/>
              <p:cNvSpPr/>
              <p:nvPr/>
            </p:nvSpPr>
            <p:spPr>
              <a:xfrm>
                <a:off x="203435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3" name="ph6963"/>
              <p:cNvSpPr/>
              <p:nvPr/>
            </p:nvSpPr>
            <p:spPr>
              <a:xfrm>
                <a:off x="204379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4" name="ph6964"/>
              <p:cNvSpPr/>
              <p:nvPr/>
            </p:nvSpPr>
            <p:spPr>
              <a:xfrm>
                <a:off x="205323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5" name="ph6965"/>
              <p:cNvSpPr/>
              <p:nvPr/>
            </p:nvSpPr>
            <p:spPr>
              <a:xfrm>
                <a:off x="206267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6" name="ph6966"/>
              <p:cNvSpPr/>
              <p:nvPr/>
            </p:nvSpPr>
            <p:spPr>
              <a:xfrm>
                <a:off x="207211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7" name="ph6967"/>
              <p:cNvSpPr/>
              <p:nvPr/>
            </p:nvSpPr>
            <p:spPr>
              <a:xfrm>
                <a:off x="208155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8" name="ph6968"/>
              <p:cNvSpPr/>
              <p:nvPr/>
            </p:nvSpPr>
            <p:spPr>
              <a:xfrm>
                <a:off x="209099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9" name="ph6969"/>
              <p:cNvSpPr/>
              <p:nvPr/>
            </p:nvSpPr>
            <p:spPr>
              <a:xfrm>
                <a:off x="210043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0" name="ph6970"/>
              <p:cNvSpPr/>
              <p:nvPr/>
            </p:nvSpPr>
            <p:spPr>
              <a:xfrm>
                <a:off x="210987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1" name="ph6971"/>
              <p:cNvSpPr/>
              <p:nvPr/>
            </p:nvSpPr>
            <p:spPr>
              <a:xfrm>
                <a:off x="211931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2" name="ph6972"/>
              <p:cNvSpPr/>
              <p:nvPr/>
            </p:nvSpPr>
            <p:spPr>
              <a:xfrm>
                <a:off x="212875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3" name="ph6973"/>
              <p:cNvSpPr/>
              <p:nvPr/>
            </p:nvSpPr>
            <p:spPr>
              <a:xfrm>
                <a:off x="213819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4" name="ph6974"/>
              <p:cNvSpPr/>
              <p:nvPr/>
            </p:nvSpPr>
            <p:spPr>
              <a:xfrm>
                <a:off x="214763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5" name="ph6975"/>
              <p:cNvSpPr/>
              <p:nvPr/>
            </p:nvSpPr>
            <p:spPr>
              <a:xfrm>
                <a:off x="215707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6" name="ph6976"/>
              <p:cNvSpPr/>
              <p:nvPr/>
            </p:nvSpPr>
            <p:spPr>
              <a:xfrm>
                <a:off x="216651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7" name="ph6977"/>
              <p:cNvSpPr/>
              <p:nvPr/>
            </p:nvSpPr>
            <p:spPr>
              <a:xfrm>
                <a:off x="217595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8" name="ph6978"/>
              <p:cNvSpPr/>
              <p:nvPr/>
            </p:nvSpPr>
            <p:spPr>
              <a:xfrm>
                <a:off x="218539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9" name="ph6979"/>
              <p:cNvSpPr/>
              <p:nvPr/>
            </p:nvSpPr>
            <p:spPr>
              <a:xfrm>
                <a:off x="219483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0" name="ph6980"/>
              <p:cNvSpPr/>
              <p:nvPr/>
            </p:nvSpPr>
            <p:spPr>
              <a:xfrm>
                <a:off x="220427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1" name="ph6981"/>
              <p:cNvSpPr/>
              <p:nvPr/>
            </p:nvSpPr>
            <p:spPr>
              <a:xfrm>
                <a:off x="221371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2" name="ph6982"/>
              <p:cNvSpPr/>
              <p:nvPr/>
            </p:nvSpPr>
            <p:spPr>
              <a:xfrm>
                <a:off x="222315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3" name="ph6983"/>
              <p:cNvSpPr/>
              <p:nvPr/>
            </p:nvSpPr>
            <p:spPr>
              <a:xfrm>
                <a:off x="223259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4" name="ph6984"/>
              <p:cNvSpPr/>
              <p:nvPr/>
            </p:nvSpPr>
            <p:spPr>
              <a:xfrm>
                <a:off x="224203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5" name="ph6985"/>
              <p:cNvSpPr/>
              <p:nvPr/>
            </p:nvSpPr>
            <p:spPr>
              <a:xfrm>
                <a:off x="225147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6" name="ph6986"/>
              <p:cNvSpPr/>
              <p:nvPr/>
            </p:nvSpPr>
            <p:spPr>
              <a:xfrm>
                <a:off x="226091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7" name="ph6987"/>
              <p:cNvSpPr/>
              <p:nvPr/>
            </p:nvSpPr>
            <p:spPr>
              <a:xfrm>
                <a:off x="227035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8" name="ph6988"/>
              <p:cNvSpPr/>
              <p:nvPr/>
            </p:nvSpPr>
            <p:spPr>
              <a:xfrm>
                <a:off x="227979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9" name="ph6989"/>
              <p:cNvSpPr/>
              <p:nvPr/>
            </p:nvSpPr>
            <p:spPr>
              <a:xfrm>
                <a:off x="228923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0" name="ph6990"/>
              <p:cNvSpPr/>
              <p:nvPr/>
            </p:nvSpPr>
            <p:spPr>
              <a:xfrm>
                <a:off x="229867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1" name="ph6991"/>
              <p:cNvSpPr/>
              <p:nvPr/>
            </p:nvSpPr>
            <p:spPr>
              <a:xfrm>
                <a:off x="230811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2" name="ph6992"/>
              <p:cNvSpPr/>
              <p:nvPr/>
            </p:nvSpPr>
            <p:spPr>
              <a:xfrm>
                <a:off x="231755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3" name="ph6993"/>
              <p:cNvSpPr/>
              <p:nvPr/>
            </p:nvSpPr>
            <p:spPr>
              <a:xfrm>
                <a:off x="232699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4" name="ph6994"/>
              <p:cNvSpPr/>
              <p:nvPr/>
            </p:nvSpPr>
            <p:spPr>
              <a:xfrm>
                <a:off x="233643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5" name="ph6995"/>
              <p:cNvSpPr/>
              <p:nvPr/>
            </p:nvSpPr>
            <p:spPr>
              <a:xfrm>
                <a:off x="234587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6" name="ph6996"/>
              <p:cNvSpPr/>
              <p:nvPr/>
            </p:nvSpPr>
            <p:spPr>
              <a:xfrm>
                <a:off x="235531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7" name="ph6997"/>
              <p:cNvSpPr/>
              <p:nvPr/>
            </p:nvSpPr>
            <p:spPr>
              <a:xfrm>
                <a:off x="236476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8" name="ph6998"/>
              <p:cNvSpPr/>
              <p:nvPr/>
            </p:nvSpPr>
            <p:spPr>
              <a:xfrm>
                <a:off x="237420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9" name="ph6999"/>
              <p:cNvSpPr/>
              <p:nvPr/>
            </p:nvSpPr>
            <p:spPr>
              <a:xfrm>
                <a:off x="238364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0" name="ph7000"/>
              <p:cNvSpPr/>
              <p:nvPr/>
            </p:nvSpPr>
            <p:spPr>
              <a:xfrm>
                <a:off x="2402521" y="125416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476" y="896830"/>
                    </a:lnTo>
                    <a:lnTo>
                      <a:pt x="913681" y="900819"/>
                    </a:lnTo>
                    <a:lnTo>
                      <a:pt x="913802" y="901246"/>
                    </a:lnTo>
                    <a:lnTo>
                      <a:pt x="913925" y="901678"/>
                    </a:lnTo>
                    <a:lnTo>
                      <a:pt x="914048" y="902110"/>
                    </a:lnTo>
                    <a:lnTo>
                      <a:pt x="914170" y="902541"/>
                    </a:lnTo>
                    <a:lnTo>
                      <a:pt x="914293" y="902973"/>
                    </a:lnTo>
                    <a:lnTo>
                      <a:pt x="914399" y="903348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1" name="ph7001"/>
              <p:cNvSpPr/>
              <p:nvPr/>
            </p:nvSpPr>
            <p:spPr>
              <a:xfrm>
                <a:off x="2402521" y="1254163"/>
                <a:ext cx="9175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36" h="914400">
                    <a:moveTo>
                      <a:pt x="914399" y="914400"/>
                    </a:moveTo>
                    <a:lnTo>
                      <a:pt x="914416" y="903405"/>
                    </a:lnTo>
                    <a:lnTo>
                      <a:pt x="914539" y="903837"/>
                    </a:lnTo>
                    <a:lnTo>
                      <a:pt x="914661" y="904269"/>
                    </a:lnTo>
                    <a:lnTo>
                      <a:pt x="914784" y="904701"/>
                    </a:lnTo>
                    <a:lnTo>
                      <a:pt x="914907" y="905133"/>
                    </a:lnTo>
                    <a:lnTo>
                      <a:pt x="915029" y="905565"/>
                    </a:lnTo>
                    <a:lnTo>
                      <a:pt x="915152" y="905997"/>
                    </a:lnTo>
                    <a:lnTo>
                      <a:pt x="915275" y="906429"/>
                    </a:lnTo>
                    <a:lnTo>
                      <a:pt x="915397" y="906861"/>
                    </a:lnTo>
                    <a:lnTo>
                      <a:pt x="915520" y="907292"/>
                    </a:lnTo>
                    <a:lnTo>
                      <a:pt x="915642" y="907724"/>
                    </a:lnTo>
                    <a:lnTo>
                      <a:pt x="915765" y="908156"/>
                    </a:lnTo>
                    <a:lnTo>
                      <a:pt x="915888" y="908588"/>
                    </a:lnTo>
                    <a:lnTo>
                      <a:pt x="916010" y="909020"/>
                    </a:lnTo>
                    <a:lnTo>
                      <a:pt x="916133" y="909452"/>
                    </a:lnTo>
                    <a:lnTo>
                      <a:pt x="916255" y="909884"/>
                    </a:lnTo>
                    <a:lnTo>
                      <a:pt x="916378" y="910316"/>
                    </a:lnTo>
                    <a:lnTo>
                      <a:pt x="916500" y="910748"/>
                    </a:lnTo>
                    <a:lnTo>
                      <a:pt x="916623" y="911180"/>
                    </a:lnTo>
                    <a:lnTo>
                      <a:pt x="916745" y="911612"/>
                    </a:lnTo>
                    <a:lnTo>
                      <a:pt x="916868" y="912044"/>
                    </a:lnTo>
                    <a:lnTo>
                      <a:pt x="916990" y="912475"/>
                    </a:lnTo>
                    <a:lnTo>
                      <a:pt x="917113" y="912907"/>
                    </a:lnTo>
                    <a:lnTo>
                      <a:pt x="917235" y="913339"/>
                    </a:lnTo>
                    <a:lnTo>
                      <a:pt x="917358" y="913771"/>
                    </a:lnTo>
                    <a:lnTo>
                      <a:pt x="917480" y="914203"/>
                    </a:lnTo>
                    <a:lnTo>
                      <a:pt x="917536" y="914400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2" name="ph7002"/>
              <p:cNvSpPr/>
              <p:nvPr/>
            </p:nvSpPr>
            <p:spPr>
              <a:xfrm>
                <a:off x="3393746" y="12541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390" y="914400"/>
                    </a:lnTo>
                    <a:lnTo>
                      <a:pt x="906590" y="914134"/>
                    </a:lnTo>
                    <a:lnTo>
                      <a:pt x="911312" y="908205"/>
                    </a:lnTo>
                    <a:lnTo>
                      <a:pt x="914400" y="90473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3" name="ph7003"/>
              <p:cNvSpPr/>
              <p:nvPr/>
            </p:nvSpPr>
            <p:spPr>
              <a:xfrm>
                <a:off x="3403186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04"/>
                    </a:lnTo>
                    <a:lnTo>
                      <a:pt x="906747" y="920294"/>
                    </a:lnTo>
                    <a:lnTo>
                      <a:pt x="911765" y="915277"/>
                    </a:lnTo>
                    <a:lnTo>
                      <a:pt x="912759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4" name="ph7004"/>
              <p:cNvSpPr/>
              <p:nvPr/>
            </p:nvSpPr>
            <p:spPr>
              <a:xfrm>
                <a:off x="340318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5" name="ph7005"/>
              <p:cNvSpPr/>
              <p:nvPr/>
            </p:nvSpPr>
            <p:spPr>
              <a:xfrm>
                <a:off x="341262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6" name="ph7006"/>
              <p:cNvSpPr/>
              <p:nvPr/>
            </p:nvSpPr>
            <p:spPr>
              <a:xfrm>
                <a:off x="342206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7" name="ph7007"/>
              <p:cNvSpPr/>
              <p:nvPr/>
            </p:nvSpPr>
            <p:spPr>
              <a:xfrm>
                <a:off x="343150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8" name="ph7008"/>
              <p:cNvSpPr/>
              <p:nvPr/>
            </p:nvSpPr>
            <p:spPr>
              <a:xfrm>
                <a:off x="344094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9" name="ph7009"/>
              <p:cNvSpPr/>
              <p:nvPr/>
            </p:nvSpPr>
            <p:spPr>
              <a:xfrm>
                <a:off x="345038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0" name="ph7010"/>
              <p:cNvSpPr/>
              <p:nvPr/>
            </p:nvSpPr>
            <p:spPr>
              <a:xfrm>
                <a:off x="345982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1" name="ph7011"/>
              <p:cNvSpPr/>
              <p:nvPr/>
            </p:nvSpPr>
            <p:spPr>
              <a:xfrm>
                <a:off x="346926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2" name="ph7012"/>
              <p:cNvSpPr/>
              <p:nvPr/>
            </p:nvSpPr>
            <p:spPr>
              <a:xfrm>
                <a:off x="347870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3" name="ph7013"/>
              <p:cNvSpPr/>
              <p:nvPr/>
            </p:nvSpPr>
            <p:spPr>
              <a:xfrm>
                <a:off x="348814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4" name="ph7014"/>
              <p:cNvSpPr/>
              <p:nvPr/>
            </p:nvSpPr>
            <p:spPr>
              <a:xfrm>
                <a:off x="349758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5" name="ph7015"/>
              <p:cNvSpPr/>
              <p:nvPr/>
            </p:nvSpPr>
            <p:spPr>
              <a:xfrm>
                <a:off x="350702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6" name="ph7016"/>
              <p:cNvSpPr/>
              <p:nvPr/>
            </p:nvSpPr>
            <p:spPr>
              <a:xfrm>
                <a:off x="351646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7" name="ph7017"/>
              <p:cNvSpPr/>
              <p:nvPr/>
            </p:nvSpPr>
            <p:spPr>
              <a:xfrm>
                <a:off x="352590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8" name="ph7018"/>
              <p:cNvSpPr/>
              <p:nvPr/>
            </p:nvSpPr>
            <p:spPr>
              <a:xfrm>
                <a:off x="353534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9" name="ph7019"/>
              <p:cNvSpPr/>
              <p:nvPr/>
            </p:nvSpPr>
            <p:spPr>
              <a:xfrm>
                <a:off x="354479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0" name="ph7020"/>
              <p:cNvSpPr/>
              <p:nvPr/>
            </p:nvSpPr>
            <p:spPr>
              <a:xfrm>
                <a:off x="355423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1" name="ph7021"/>
              <p:cNvSpPr/>
              <p:nvPr/>
            </p:nvSpPr>
            <p:spPr>
              <a:xfrm>
                <a:off x="356367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2" name="ph7022"/>
              <p:cNvSpPr/>
              <p:nvPr/>
            </p:nvSpPr>
            <p:spPr>
              <a:xfrm>
                <a:off x="357311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3" name="ph7023"/>
              <p:cNvSpPr/>
              <p:nvPr/>
            </p:nvSpPr>
            <p:spPr>
              <a:xfrm>
                <a:off x="358255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4" name="ph7024"/>
              <p:cNvSpPr/>
              <p:nvPr/>
            </p:nvSpPr>
            <p:spPr>
              <a:xfrm>
                <a:off x="359199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5" name="ph7025"/>
              <p:cNvSpPr/>
              <p:nvPr/>
            </p:nvSpPr>
            <p:spPr>
              <a:xfrm>
                <a:off x="360143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6" name="ph7026"/>
              <p:cNvSpPr/>
              <p:nvPr/>
            </p:nvSpPr>
            <p:spPr>
              <a:xfrm>
                <a:off x="361087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7" name="ph7027"/>
              <p:cNvSpPr/>
              <p:nvPr/>
            </p:nvSpPr>
            <p:spPr>
              <a:xfrm>
                <a:off x="362031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8" name="ph7028"/>
              <p:cNvSpPr/>
              <p:nvPr/>
            </p:nvSpPr>
            <p:spPr>
              <a:xfrm>
                <a:off x="362975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9" name="ph7029"/>
              <p:cNvSpPr/>
              <p:nvPr/>
            </p:nvSpPr>
            <p:spPr>
              <a:xfrm>
                <a:off x="363919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0" name="ph7030"/>
              <p:cNvSpPr/>
              <p:nvPr/>
            </p:nvSpPr>
            <p:spPr>
              <a:xfrm>
                <a:off x="364863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1" name="ph7031"/>
              <p:cNvSpPr/>
              <p:nvPr/>
            </p:nvSpPr>
            <p:spPr>
              <a:xfrm>
                <a:off x="365807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2" name="ph7032"/>
              <p:cNvSpPr/>
              <p:nvPr/>
            </p:nvSpPr>
            <p:spPr>
              <a:xfrm>
                <a:off x="366751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3" name="ph7033"/>
              <p:cNvSpPr/>
              <p:nvPr/>
            </p:nvSpPr>
            <p:spPr>
              <a:xfrm>
                <a:off x="367695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4" name="ph7034"/>
              <p:cNvSpPr/>
              <p:nvPr/>
            </p:nvSpPr>
            <p:spPr>
              <a:xfrm>
                <a:off x="368639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5" name="ph7035"/>
              <p:cNvSpPr/>
              <p:nvPr/>
            </p:nvSpPr>
            <p:spPr>
              <a:xfrm>
                <a:off x="369583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6" name="ph7036"/>
              <p:cNvSpPr/>
              <p:nvPr/>
            </p:nvSpPr>
            <p:spPr>
              <a:xfrm>
                <a:off x="370527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7" name="ph7037"/>
              <p:cNvSpPr/>
              <p:nvPr/>
            </p:nvSpPr>
            <p:spPr>
              <a:xfrm>
                <a:off x="371471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8" name="ph7038"/>
              <p:cNvSpPr/>
              <p:nvPr/>
            </p:nvSpPr>
            <p:spPr>
              <a:xfrm>
                <a:off x="372415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9" name="ph7039"/>
              <p:cNvSpPr/>
              <p:nvPr/>
            </p:nvSpPr>
            <p:spPr>
              <a:xfrm>
                <a:off x="373359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0" name="ph7040"/>
              <p:cNvSpPr/>
              <p:nvPr/>
            </p:nvSpPr>
            <p:spPr>
              <a:xfrm>
                <a:off x="374303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1" name="ph7041"/>
              <p:cNvSpPr/>
              <p:nvPr/>
            </p:nvSpPr>
            <p:spPr>
              <a:xfrm>
                <a:off x="375247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2" name="ph7042"/>
              <p:cNvSpPr/>
              <p:nvPr/>
            </p:nvSpPr>
            <p:spPr>
              <a:xfrm>
                <a:off x="376191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3" name="ph7043"/>
              <p:cNvSpPr/>
              <p:nvPr/>
            </p:nvSpPr>
            <p:spPr>
              <a:xfrm>
                <a:off x="377135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4" name="ph7044"/>
              <p:cNvSpPr/>
              <p:nvPr/>
            </p:nvSpPr>
            <p:spPr>
              <a:xfrm>
                <a:off x="378079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5" name="ph7045"/>
              <p:cNvSpPr/>
              <p:nvPr/>
            </p:nvSpPr>
            <p:spPr>
              <a:xfrm>
                <a:off x="379023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6" name="ph7046"/>
              <p:cNvSpPr/>
              <p:nvPr/>
            </p:nvSpPr>
            <p:spPr>
              <a:xfrm>
                <a:off x="379967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7" name="ph7047"/>
              <p:cNvSpPr/>
              <p:nvPr/>
            </p:nvSpPr>
            <p:spPr>
              <a:xfrm>
                <a:off x="380911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8" name="ph7048"/>
              <p:cNvSpPr/>
              <p:nvPr/>
            </p:nvSpPr>
            <p:spPr>
              <a:xfrm>
                <a:off x="3818556" y="1254163"/>
                <a:ext cx="9237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7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75" y="896830"/>
                    </a:lnTo>
                    <a:lnTo>
                      <a:pt x="920754" y="904033"/>
                    </a:lnTo>
                    <a:lnTo>
                      <a:pt x="916913" y="912273"/>
                    </a:lnTo>
                    <a:lnTo>
                      <a:pt x="915813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9" name="ph7049"/>
              <p:cNvSpPr/>
              <p:nvPr/>
            </p:nvSpPr>
            <p:spPr>
              <a:xfrm>
                <a:off x="2034351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520" y="931969"/>
                    </a:lnTo>
                    <a:lnTo>
                      <a:pt x="907879" y="927383"/>
                    </a:lnTo>
                    <a:lnTo>
                      <a:pt x="906688" y="916570"/>
                    </a:lnTo>
                    <a:lnTo>
                      <a:pt x="90651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0" name="ph7050"/>
              <p:cNvSpPr/>
              <p:nvPr/>
            </p:nvSpPr>
            <p:spPr>
              <a:xfrm>
                <a:off x="203435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1" name="ph7051"/>
              <p:cNvSpPr/>
              <p:nvPr/>
            </p:nvSpPr>
            <p:spPr>
              <a:xfrm>
                <a:off x="204379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2" name="ph7052"/>
              <p:cNvSpPr/>
              <p:nvPr/>
            </p:nvSpPr>
            <p:spPr>
              <a:xfrm>
                <a:off x="205323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3" name="ph7053"/>
              <p:cNvSpPr/>
              <p:nvPr/>
            </p:nvSpPr>
            <p:spPr>
              <a:xfrm>
                <a:off x="206267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4" name="ph7054"/>
              <p:cNvSpPr/>
              <p:nvPr/>
            </p:nvSpPr>
            <p:spPr>
              <a:xfrm>
                <a:off x="207211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5" name="ph7055"/>
              <p:cNvSpPr/>
              <p:nvPr/>
            </p:nvSpPr>
            <p:spPr>
              <a:xfrm>
                <a:off x="208155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6" name="ph7056"/>
              <p:cNvSpPr/>
              <p:nvPr/>
            </p:nvSpPr>
            <p:spPr>
              <a:xfrm>
                <a:off x="209099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7" name="ph7057"/>
              <p:cNvSpPr/>
              <p:nvPr/>
            </p:nvSpPr>
            <p:spPr>
              <a:xfrm>
                <a:off x="210043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8" name="ph7058"/>
              <p:cNvSpPr/>
              <p:nvPr/>
            </p:nvSpPr>
            <p:spPr>
              <a:xfrm>
                <a:off x="210987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9" name="ph7059"/>
              <p:cNvSpPr/>
              <p:nvPr/>
            </p:nvSpPr>
            <p:spPr>
              <a:xfrm>
                <a:off x="211931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0" name="ph7060"/>
              <p:cNvSpPr/>
              <p:nvPr/>
            </p:nvSpPr>
            <p:spPr>
              <a:xfrm>
                <a:off x="212875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1" name="ph7061"/>
              <p:cNvSpPr/>
              <p:nvPr/>
            </p:nvSpPr>
            <p:spPr>
              <a:xfrm>
                <a:off x="213819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2" name="ph7062"/>
              <p:cNvSpPr/>
              <p:nvPr/>
            </p:nvSpPr>
            <p:spPr>
              <a:xfrm>
                <a:off x="214763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3" name="ph7063"/>
              <p:cNvSpPr/>
              <p:nvPr/>
            </p:nvSpPr>
            <p:spPr>
              <a:xfrm>
                <a:off x="215707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4" name="ph7064"/>
              <p:cNvSpPr/>
              <p:nvPr/>
            </p:nvSpPr>
            <p:spPr>
              <a:xfrm>
                <a:off x="216651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5" name="ph7065"/>
              <p:cNvSpPr/>
              <p:nvPr/>
            </p:nvSpPr>
            <p:spPr>
              <a:xfrm>
                <a:off x="217595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6" name="ph7066"/>
              <p:cNvSpPr/>
              <p:nvPr/>
            </p:nvSpPr>
            <p:spPr>
              <a:xfrm>
                <a:off x="218539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7" name="ph7067"/>
              <p:cNvSpPr/>
              <p:nvPr/>
            </p:nvSpPr>
            <p:spPr>
              <a:xfrm>
                <a:off x="219483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8" name="ph7068"/>
              <p:cNvSpPr/>
              <p:nvPr/>
            </p:nvSpPr>
            <p:spPr>
              <a:xfrm>
                <a:off x="220427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9" name="ph7069"/>
              <p:cNvSpPr/>
              <p:nvPr/>
            </p:nvSpPr>
            <p:spPr>
              <a:xfrm>
                <a:off x="221371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0" name="ph7070"/>
              <p:cNvSpPr/>
              <p:nvPr/>
            </p:nvSpPr>
            <p:spPr>
              <a:xfrm>
                <a:off x="222315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1" name="ph7071"/>
              <p:cNvSpPr/>
              <p:nvPr/>
            </p:nvSpPr>
            <p:spPr>
              <a:xfrm>
                <a:off x="223259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2" name="ph7072"/>
              <p:cNvSpPr/>
              <p:nvPr/>
            </p:nvSpPr>
            <p:spPr>
              <a:xfrm>
                <a:off x="224203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3" name="ph7073"/>
              <p:cNvSpPr/>
              <p:nvPr/>
            </p:nvSpPr>
            <p:spPr>
              <a:xfrm>
                <a:off x="225147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4" name="ph7074"/>
              <p:cNvSpPr/>
              <p:nvPr/>
            </p:nvSpPr>
            <p:spPr>
              <a:xfrm>
                <a:off x="226091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5" name="ph7075"/>
              <p:cNvSpPr/>
              <p:nvPr/>
            </p:nvSpPr>
            <p:spPr>
              <a:xfrm>
                <a:off x="227035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6" name="ph7076"/>
              <p:cNvSpPr/>
              <p:nvPr/>
            </p:nvSpPr>
            <p:spPr>
              <a:xfrm>
                <a:off x="227979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7" name="ph7077"/>
              <p:cNvSpPr/>
              <p:nvPr/>
            </p:nvSpPr>
            <p:spPr>
              <a:xfrm>
                <a:off x="228923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8" name="ph7078"/>
              <p:cNvSpPr/>
              <p:nvPr/>
            </p:nvSpPr>
            <p:spPr>
              <a:xfrm>
                <a:off x="229867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9" name="ph7079"/>
              <p:cNvSpPr/>
              <p:nvPr/>
            </p:nvSpPr>
            <p:spPr>
              <a:xfrm>
                <a:off x="230811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2">
                  <a:alpha val="100000"/>
                </a:srgbClr>
              </a:solidFill>
              <a:ln w="5420" cap="flat">
                <a:solidFill>
                  <a:srgbClr val="FFF8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0" name="ph7080"/>
              <p:cNvSpPr/>
              <p:nvPr/>
            </p:nvSpPr>
            <p:spPr>
              <a:xfrm>
                <a:off x="231755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1" name="ph7081"/>
              <p:cNvSpPr/>
              <p:nvPr/>
            </p:nvSpPr>
            <p:spPr>
              <a:xfrm>
                <a:off x="232699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2" name="ph7082"/>
              <p:cNvSpPr/>
              <p:nvPr/>
            </p:nvSpPr>
            <p:spPr>
              <a:xfrm>
                <a:off x="233643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3" name="ph7083"/>
              <p:cNvSpPr/>
              <p:nvPr/>
            </p:nvSpPr>
            <p:spPr>
              <a:xfrm>
                <a:off x="234587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4" name="ph7084"/>
              <p:cNvSpPr/>
              <p:nvPr/>
            </p:nvSpPr>
            <p:spPr>
              <a:xfrm>
                <a:off x="235531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5" name="ph7085"/>
              <p:cNvSpPr/>
              <p:nvPr/>
            </p:nvSpPr>
            <p:spPr>
              <a:xfrm>
                <a:off x="236476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6" name="ph7086"/>
              <p:cNvSpPr/>
              <p:nvPr/>
            </p:nvSpPr>
            <p:spPr>
              <a:xfrm>
                <a:off x="237420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7" name="ph7087"/>
              <p:cNvSpPr/>
              <p:nvPr/>
            </p:nvSpPr>
            <p:spPr>
              <a:xfrm>
                <a:off x="238364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8" name="ph7088"/>
              <p:cNvSpPr/>
              <p:nvPr/>
            </p:nvSpPr>
            <p:spPr>
              <a:xfrm>
                <a:off x="2393080" y="1236593"/>
                <a:ext cx="92191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1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036" y="896830"/>
                    </a:lnTo>
                    <a:lnTo>
                      <a:pt x="917199" y="899899"/>
                    </a:lnTo>
                    <a:lnTo>
                      <a:pt x="920287" y="909003"/>
                    </a:lnTo>
                    <a:lnTo>
                      <a:pt x="921917" y="914400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9" name="ph7089"/>
              <p:cNvSpPr/>
              <p:nvPr/>
            </p:nvSpPr>
            <p:spPr>
              <a:xfrm>
                <a:off x="3403186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759" y="914400"/>
                    </a:lnTo>
                    <a:lnTo>
                      <a:pt x="914400" y="91295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0" name="ph7090"/>
              <p:cNvSpPr/>
              <p:nvPr/>
            </p:nvSpPr>
            <p:spPr>
              <a:xfrm>
                <a:off x="3412626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952"/>
                    </a:lnTo>
                    <a:lnTo>
                      <a:pt x="907471" y="910736"/>
                    </a:lnTo>
                    <a:lnTo>
                      <a:pt x="912734" y="906681"/>
                    </a:lnTo>
                    <a:lnTo>
                      <a:pt x="914400" y="905577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1" name="ph7091"/>
              <p:cNvSpPr/>
              <p:nvPr/>
            </p:nvSpPr>
            <p:spPr>
              <a:xfrm>
                <a:off x="3422066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577"/>
                    </a:lnTo>
                    <a:lnTo>
                      <a:pt x="908660" y="903125"/>
                    </a:lnTo>
                    <a:lnTo>
                      <a:pt x="914115" y="900074"/>
                    </a:lnTo>
                    <a:lnTo>
                      <a:pt x="914400" y="89993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2" name="ph7092"/>
              <p:cNvSpPr/>
              <p:nvPr/>
            </p:nvSpPr>
            <p:spPr>
              <a:xfrm>
                <a:off x="3431507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499"/>
                    </a:lnTo>
                    <a:lnTo>
                      <a:pt x="911055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3" name="ph7093"/>
              <p:cNvSpPr/>
              <p:nvPr/>
            </p:nvSpPr>
            <p:spPr>
              <a:xfrm>
                <a:off x="343150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4" name="ph7094"/>
              <p:cNvSpPr/>
              <p:nvPr/>
            </p:nvSpPr>
            <p:spPr>
              <a:xfrm>
                <a:off x="344094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5" name="ph7095"/>
              <p:cNvSpPr/>
              <p:nvPr/>
            </p:nvSpPr>
            <p:spPr>
              <a:xfrm>
                <a:off x="345038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6" name="ph7096"/>
              <p:cNvSpPr/>
              <p:nvPr/>
            </p:nvSpPr>
            <p:spPr>
              <a:xfrm>
                <a:off x="345982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7" name="ph7097"/>
              <p:cNvSpPr/>
              <p:nvPr/>
            </p:nvSpPr>
            <p:spPr>
              <a:xfrm>
                <a:off x="346926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8" name="ph7098"/>
              <p:cNvSpPr/>
              <p:nvPr/>
            </p:nvSpPr>
            <p:spPr>
              <a:xfrm>
                <a:off x="347870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9" name="ph7099"/>
              <p:cNvSpPr/>
              <p:nvPr/>
            </p:nvSpPr>
            <p:spPr>
              <a:xfrm>
                <a:off x="348814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0" name="ph7100"/>
              <p:cNvSpPr/>
              <p:nvPr/>
            </p:nvSpPr>
            <p:spPr>
              <a:xfrm>
                <a:off x="349758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1" name="ph7101"/>
              <p:cNvSpPr/>
              <p:nvPr/>
            </p:nvSpPr>
            <p:spPr>
              <a:xfrm>
                <a:off x="350702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2" name="ph7102"/>
              <p:cNvSpPr/>
              <p:nvPr/>
            </p:nvSpPr>
            <p:spPr>
              <a:xfrm>
                <a:off x="351646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3" name="ph7103"/>
              <p:cNvSpPr/>
              <p:nvPr/>
            </p:nvSpPr>
            <p:spPr>
              <a:xfrm>
                <a:off x="352590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4" name="ph7104"/>
              <p:cNvSpPr/>
              <p:nvPr/>
            </p:nvSpPr>
            <p:spPr>
              <a:xfrm>
                <a:off x="353534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5" name="ph7105"/>
              <p:cNvSpPr/>
              <p:nvPr/>
            </p:nvSpPr>
            <p:spPr>
              <a:xfrm>
                <a:off x="354479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6" name="ph7106"/>
              <p:cNvSpPr/>
              <p:nvPr/>
            </p:nvSpPr>
            <p:spPr>
              <a:xfrm>
                <a:off x="355423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7" name="ph7107"/>
              <p:cNvSpPr/>
              <p:nvPr/>
            </p:nvSpPr>
            <p:spPr>
              <a:xfrm>
                <a:off x="356367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8" name="ph7108"/>
              <p:cNvSpPr/>
              <p:nvPr/>
            </p:nvSpPr>
            <p:spPr>
              <a:xfrm>
                <a:off x="357311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9" name="ph7109"/>
              <p:cNvSpPr/>
              <p:nvPr/>
            </p:nvSpPr>
            <p:spPr>
              <a:xfrm>
                <a:off x="358255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0" name="ph7110"/>
              <p:cNvSpPr/>
              <p:nvPr/>
            </p:nvSpPr>
            <p:spPr>
              <a:xfrm>
                <a:off x="359199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1" name="ph7111"/>
              <p:cNvSpPr/>
              <p:nvPr/>
            </p:nvSpPr>
            <p:spPr>
              <a:xfrm>
                <a:off x="360143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2" name="ph7112"/>
              <p:cNvSpPr/>
              <p:nvPr/>
            </p:nvSpPr>
            <p:spPr>
              <a:xfrm>
                <a:off x="361087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3" name="ph7113"/>
              <p:cNvSpPr/>
              <p:nvPr/>
            </p:nvSpPr>
            <p:spPr>
              <a:xfrm>
                <a:off x="362031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4" name="ph7114"/>
              <p:cNvSpPr/>
              <p:nvPr/>
            </p:nvSpPr>
            <p:spPr>
              <a:xfrm>
                <a:off x="362975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5" name="ph7115"/>
              <p:cNvSpPr/>
              <p:nvPr/>
            </p:nvSpPr>
            <p:spPr>
              <a:xfrm>
                <a:off x="363919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6" name="ph7116"/>
              <p:cNvSpPr/>
              <p:nvPr/>
            </p:nvSpPr>
            <p:spPr>
              <a:xfrm>
                <a:off x="364863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7" name="ph7117"/>
              <p:cNvSpPr/>
              <p:nvPr/>
            </p:nvSpPr>
            <p:spPr>
              <a:xfrm>
                <a:off x="365807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8" name="ph7118"/>
              <p:cNvSpPr/>
              <p:nvPr/>
            </p:nvSpPr>
            <p:spPr>
              <a:xfrm>
                <a:off x="366751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9" name="ph7119"/>
              <p:cNvSpPr/>
              <p:nvPr/>
            </p:nvSpPr>
            <p:spPr>
              <a:xfrm>
                <a:off x="367695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0" name="ph7120"/>
              <p:cNvSpPr/>
              <p:nvPr/>
            </p:nvSpPr>
            <p:spPr>
              <a:xfrm>
                <a:off x="368639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1" name="ph7121"/>
              <p:cNvSpPr/>
              <p:nvPr/>
            </p:nvSpPr>
            <p:spPr>
              <a:xfrm>
                <a:off x="369583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2" name="ph7122"/>
              <p:cNvSpPr/>
              <p:nvPr/>
            </p:nvSpPr>
            <p:spPr>
              <a:xfrm>
                <a:off x="370527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3" name="ph7123"/>
              <p:cNvSpPr/>
              <p:nvPr/>
            </p:nvSpPr>
            <p:spPr>
              <a:xfrm>
                <a:off x="371471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4" name="ph7124"/>
              <p:cNvSpPr/>
              <p:nvPr/>
            </p:nvSpPr>
            <p:spPr>
              <a:xfrm>
                <a:off x="372415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5" name="ph7125"/>
              <p:cNvSpPr/>
              <p:nvPr/>
            </p:nvSpPr>
            <p:spPr>
              <a:xfrm>
                <a:off x="373359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6" name="ph7126"/>
              <p:cNvSpPr/>
              <p:nvPr/>
            </p:nvSpPr>
            <p:spPr>
              <a:xfrm>
                <a:off x="374303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7" name="ph7127"/>
              <p:cNvSpPr/>
              <p:nvPr/>
            </p:nvSpPr>
            <p:spPr>
              <a:xfrm>
                <a:off x="375247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8" name="ph7128"/>
              <p:cNvSpPr/>
              <p:nvPr/>
            </p:nvSpPr>
            <p:spPr>
              <a:xfrm>
                <a:off x="376191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9" name="ph7129"/>
              <p:cNvSpPr/>
              <p:nvPr/>
            </p:nvSpPr>
            <p:spPr>
              <a:xfrm>
                <a:off x="377135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0" name="ph7130"/>
              <p:cNvSpPr/>
              <p:nvPr/>
            </p:nvSpPr>
            <p:spPr>
              <a:xfrm>
                <a:off x="378079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1" name="ph7131"/>
              <p:cNvSpPr/>
              <p:nvPr/>
            </p:nvSpPr>
            <p:spPr>
              <a:xfrm>
                <a:off x="379023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2" name="ph7132"/>
              <p:cNvSpPr/>
              <p:nvPr/>
            </p:nvSpPr>
            <p:spPr>
              <a:xfrm>
                <a:off x="379967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3" name="ph7133"/>
              <p:cNvSpPr/>
              <p:nvPr/>
            </p:nvSpPr>
            <p:spPr>
              <a:xfrm>
                <a:off x="380911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4" name="ph7134"/>
              <p:cNvSpPr/>
              <p:nvPr/>
            </p:nvSpPr>
            <p:spPr>
              <a:xfrm>
                <a:off x="3818556" y="123659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45"/>
                    </a:lnTo>
                    <a:lnTo>
                      <a:pt x="923775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5" name="ph7135"/>
              <p:cNvSpPr/>
              <p:nvPr/>
            </p:nvSpPr>
            <p:spPr>
              <a:xfrm>
                <a:off x="3827997" y="1219023"/>
                <a:ext cx="920718" cy="931814"/>
              </a:xfrm>
              <a:custGeom>
                <a:avLst/>
                <a:gdLst/>
                <a:ahLst/>
                <a:cxnLst/>
                <a:rect l="0" t="0" r="0" b="0"/>
                <a:pathLst>
                  <a:path w="920718" h="931814">
                    <a:moveTo>
                      <a:pt x="914400" y="914400"/>
                    </a:moveTo>
                    <a:lnTo>
                      <a:pt x="920718" y="914400"/>
                    </a:lnTo>
                    <a:lnTo>
                      <a:pt x="918283" y="921638"/>
                    </a:lnTo>
                    <a:lnTo>
                      <a:pt x="914920" y="930573"/>
                    </a:lnTo>
                    <a:lnTo>
                      <a:pt x="914400" y="931814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6" name="ph7136"/>
              <p:cNvSpPr/>
              <p:nvPr/>
            </p:nvSpPr>
            <p:spPr>
              <a:xfrm>
                <a:off x="2034351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12" y="931969"/>
                    </a:lnTo>
                    <a:lnTo>
                      <a:pt x="905803" y="923225"/>
                    </a:lnTo>
                    <a:lnTo>
                      <a:pt x="905340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7" name="ph7137"/>
              <p:cNvSpPr/>
              <p:nvPr/>
            </p:nvSpPr>
            <p:spPr>
              <a:xfrm>
                <a:off x="203435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8" name="ph7138"/>
              <p:cNvSpPr/>
              <p:nvPr/>
            </p:nvSpPr>
            <p:spPr>
              <a:xfrm>
                <a:off x="204379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9" name="ph7139"/>
              <p:cNvSpPr/>
              <p:nvPr/>
            </p:nvSpPr>
            <p:spPr>
              <a:xfrm>
                <a:off x="205323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0" name="ph7140"/>
              <p:cNvSpPr/>
              <p:nvPr/>
            </p:nvSpPr>
            <p:spPr>
              <a:xfrm>
                <a:off x="206267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1" name="ph7141"/>
              <p:cNvSpPr/>
              <p:nvPr/>
            </p:nvSpPr>
            <p:spPr>
              <a:xfrm>
                <a:off x="207211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2" name="ph7142"/>
              <p:cNvSpPr/>
              <p:nvPr/>
            </p:nvSpPr>
            <p:spPr>
              <a:xfrm>
                <a:off x="208155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3" name="ph7143"/>
              <p:cNvSpPr/>
              <p:nvPr/>
            </p:nvSpPr>
            <p:spPr>
              <a:xfrm>
                <a:off x="209099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4" name="ph7144"/>
              <p:cNvSpPr/>
              <p:nvPr/>
            </p:nvSpPr>
            <p:spPr>
              <a:xfrm>
                <a:off x="210043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5" name="ph7145"/>
              <p:cNvSpPr/>
              <p:nvPr/>
            </p:nvSpPr>
            <p:spPr>
              <a:xfrm>
                <a:off x="210987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6" name="ph7146"/>
              <p:cNvSpPr/>
              <p:nvPr/>
            </p:nvSpPr>
            <p:spPr>
              <a:xfrm>
                <a:off x="211931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7" name="ph7147"/>
              <p:cNvSpPr/>
              <p:nvPr/>
            </p:nvSpPr>
            <p:spPr>
              <a:xfrm>
                <a:off x="212875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8" name="ph7148"/>
              <p:cNvSpPr/>
              <p:nvPr/>
            </p:nvSpPr>
            <p:spPr>
              <a:xfrm>
                <a:off x="213819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9" name="ph7149"/>
              <p:cNvSpPr/>
              <p:nvPr/>
            </p:nvSpPr>
            <p:spPr>
              <a:xfrm>
                <a:off x="214763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0" name="ph7150"/>
              <p:cNvSpPr/>
              <p:nvPr/>
            </p:nvSpPr>
            <p:spPr>
              <a:xfrm>
                <a:off x="215707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1" name="ph7151"/>
              <p:cNvSpPr/>
              <p:nvPr/>
            </p:nvSpPr>
            <p:spPr>
              <a:xfrm>
                <a:off x="216651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2" name="ph7152"/>
              <p:cNvSpPr/>
              <p:nvPr/>
            </p:nvSpPr>
            <p:spPr>
              <a:xfrm>
                <a:off x="217595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3" name="ph7153"/>
              <p:cNvSpPr/>
              <p:nvPr/>
            </p:nvSpPr>
            <p:spPr>
              <a:xfrm>
                <a:off x="218539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4" name="ph7154"/>
              <p:cNvSpPr/>
              <p:nvPr/>
            </p:nvSpPr>
            <p:spPr>
              <a:xfrm>
                <a:off x="219483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5" name="ph7155"/>
              <p:cNvSpPr/>
              <p:nvPr/>
            </p:nvSpPr>
            <p:spPr>
              <a:xfrm>
                <a:off x="220427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6" name="ph7156"/>
              <p:cNvSpPr/>
              <p:nvPr/>
            </p:nvSpPr>
            <p:spPr>
              <a:xfrm>
                <a:off x="221371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7" name="ph7157"/>
              <p:cNvSpPr/>
              <p:nvPr/>
            </p:nvSpPr>
            <p:spPr>
              <a:xfrm>
                <a:off x="222315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2">
                  <a:alpha val="100000"/>
                </a:srgbClr>
              </a:solidFill>
              <a:ln w="5420" cap="flat">
                <a:solidFill>
                  <a:srgbClr val="FFF8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8" name="ph7158"/>
              <p:cNvSpPr/>
              <p:nvPr/>
            </p:nvSpPr>
            <p:spPr>
              <a:xfrm>
                <a:off x="223259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9" name="ph7159"/>
              <p:cNvSpPr/>
              <p:nvPr/>
            </p:nvSpPr>
            <p:spPr>
              <a:xfrm>
                <a:off x="224203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2">
                  <a:alpha val="100000"/>
                </a:srgbClr>
              </a:solidFill>
              <a:ln w="5420" cap="flat">
                <a:solidFill>
                  <a:srgbClr val="FFF8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0" name="ph7160"/>
              <p:cNvSpPr/>
              <p:nvPr/>
            </p:nvSpPr>
            <p:spPr>
              <a:xfrm>
                <a:off x="225147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1" name="ph7161"/>
              <p:cNvSpPr/>
              <p:nvPr/>
            </p:nvSpPr>
            <p:spPr>
              <a:xfrm>
                <a:off x="226091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2" name="ph7162"/>
              <p:cNvSpPr/>
              <p:nvPr/>
            </p:nvSpPr>
            <p:spPr>
              <a:xfrm>
                <a:off x="227035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3" name="ph7163"/>
              <p:cNvSpPr/>
              <p:nvPr/>
            </p:nvSpPr>
            <p:spPr>
              <a:xfrm>
                <a:off x="227979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4" name="ph7164"/>
              <p:cNvSpPr/>
              <p:nvPr/>
            </p:nvSpPr>
            <p:spPr>
              <a:xfrm>
                <a:off x="228923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5" name="ph7165"/>
              <p:cNvSpPr/>
              <p:nvPr/>
            </p:nvSpPr>
            <p:spPr>
              <a:xfrm>
                <a:off x="229867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6" name="ph7166"/>
              <p:cNvSpPr/>
              <p:nvPr/>
            </p:nvSpPr>
            <p:spPr>
              <a:xfrm>
                <a:off x="230811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7" name="ph7167"/>
              <p:cNvSpPr/>
              <p:nvPr/>
            </p:nvSpPr>
            <p:spPr>
              <a:xfrm>
                <a:off x="231755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8" name="ph7168"/>
              <p:cNvSpPr/>
              <p:nvPr/>
            </p:nvSpPr>
            <p:spPr>
              <a:xfrm>
                <a:off x="232699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9" name="ph7169"/>
              <p:cNvSpPr/>
              <p:nvPr/>
            </p:nvSpPr>
            <p:spPr>
              <a:xfrm>
                <a:off x="233643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0" name="ph7170"/>
              <p:cNvSpPr/>
              <p:nvPr/>
            </p:nvSpPr>
            <p:spPr>
              <a:xfrm>
                <a:off x="234587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1" name="ph7171"/>
              <p:cNvSpPr/>
              <p:nvPr/>
            </p:nvSpPr>
            <p:spPr>
              <a:xfrm>
                <a:off x="235531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2" name="ph7172"/>
              <p:cNvSpPr/>
              <p:nvPr/>
            </p:nvSpPr>
            <p:spPr>
              <a:xfrm>
                <a:off x="236476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3" name="ph7173"/>
              <p:cNvSpPr/>
              <p:nvPr/>
            </p:nvSpPr>
            <p:spPr>
              <a:xfrm>
                <a:off x="237420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4" name="ph7174"/>
              <p:cNvSpPr/>
              <p:nvPr/>
            </p:nvSpPr>
            <p:spPr>
              <a:xfrm>
                <a:off x="2393080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18" y="896830"/>
                    </a:lnTo>
                    <a:lnTo>
                      <a:pt x="910294" y="900198"/>
                    </a:lnTo>
                    <a:lnTo>
                      <a:pt x="913865" y="908669"/>
                    </a:lnTo>
                    <a:lnTo>
                      <a:pt x="914400" y="910080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5" name="ph7175"/>
              <p:cNvSpPr/>
              <p:nvPr/>
            </p:nvSpPr>
            <p:spPr>
              <a:xfrm>
                <a:off x="2393080" y="1219023"/>
                <a:ext cx="916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36" h="914400">
                    <a:moveTo>
                      <a:pt x="914400" y="914400"/>
                    </a:moveTo>
                    <a:lnTo>
                      <a:pt x="914400" y="910080"/>
                    </a:lnTo>
                    <a:lnTo>
                      <a:pt x="916036" y="914400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6" name="ph7176"/>
              <p:cNvSpPr/>
              <p:nvPr/>
            </p:nvSpPr>
            <p:spPr>
              <a:xfrm>
                <a:off x="3431507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55" y="914400"/>
                    </a:lnTo>
                    <a:lnTo>
                      <a:pt x="914400" y="91269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7" name="ph7177"/>
              <p:cNvSpPr/>
              <p:nvPr/>
            </p:nvSpPr>
            <p:spPr>
              <a:xfrm>
                <a:off x="3440947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269"/>
                    </a:lnTo>
                    <a:lnTo>
                      <a:pt x="909156" y="928078"/>
                    </a:lnTo>
                    <a:lnTo>
                      <a:pt x="910298" y="917076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8" name="ph7178"/>
              <p:cNvSpPr/>
              <p:nvPr/>
            </p:nvSpPr>
            <p:spPr>
              <a:xfrm>
                <a:off x="344094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9" name="ph7179"/>
              <p:cNvSpPr/>
              <p:nvPr/>
            </p:nvSpPr>
            <p:spPr>
              <a:xfrm>
                <a:off x="345038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0" name="ph7180"/>
              <p:cNvSpPr/>
              <p:nvPr/>
            </p:nvSpPr>
            <p:spPr>
              <a:xfrm>
                <a:off x="345982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1" name="ph7181"/>
              <p:cNvSpPr/>
              <p:nvPr/>
            </p:nvSpPr>
            <p:spPr>
              <a:xfrm>
                <a:off x="346926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2" name="ph7182"/>
              <p:cNvSpPr/>
              <p:nvPr/>
            </p:nvSpPr>
            <p:spPr>
              <a:xfrm>
                <a:off x="347870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3" name="ph7183"/>
              <p:cNvSpPr/>
              <p:nvPr/>
            </p:nvSpPr>
            <p:spPr>
              <a:xfrm>
                <a:off x="348814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4" name="ph7184"/>
              <p:cNvSpPr/>
              <p:nvPr/>
            </p:nvSpPr>
            <p:spPr>
              <a:xfrm>
                <a:off x="349758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5" name="ph7185"/>
              <p:cNvSpPr/>
              <p:nvPr/>
            </p:nvSpPr>
            <p:spPr>
              <a:xfrm>
                <a:off x="350702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6" name="ph7186"/>
              <p:cNvSpPr/>
              <p:nvPr/>
            </p:nvSpPr>
            <p:spPr>
              <a:xfrm>
                <a:off x="351646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7" name="ph7187"/>
              <p:cNvSpPr/>
              <p:nvPr/>
            </p:nvSpPr>
            <p:spPr>
              <a:xfrm>
                <a:off x="352590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8" name="ph7188"/>
              <p:cNvSpPr/>
              <p:nvPr/>
            </p:nvSpPr>
            <p:spPr>
              <a:xfrm>
                <a:off x="353534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9" name="ph7189"/>
              <p:cNvSpPr/>
              <p:nvPr/>
            </p:nvSpPr>
            <p:spPr>
              <a:xfrm>
                <a:off x="354479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0" name="ph7190"/>
              <p:cNvSpPr/>
              <p:nvPr/>
            </p:nvSpPr>
            <p:spPr>
              <a:xfrm>
                <a:off x="355423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1" name="ph7191"/>
              <p:cNvSpPr/>
              <p:nvPr/>
            </p:nvSpPr>
            <p:spPr>
              <a:xfrm>
                <a:off x="356367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2" name="ph7192"/>
              <p:cNvSpPr/>
              <p:nvPr/>
            </p:nvSpPr>
            <p:spPr>
              <a:xfrm>
                <a:off x="357311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3" name="ph7193"/>
              <p:cNvSpPr/>
              <p:nvPr/>
            </p:nvSpPr>
            <p:spPr>
              <a:xfrm>
                <a:off x="358255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4" name="ph7194"/>
              <p:cNvSpPr/>
              <p:nvPr/>
            </p:nvSpPr>
            <p:spPr>
              <a:xfrm>
                <a:off x="359199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5" name="ph7195"/>
              <p:cNvSpPr/>
              <p:nvPr/>
            </p:nvSpPr>
            <p:spPr>
              <a:xfrm>
                <a:off x="360143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6" name="ph7196"/>
              <p:cNvSpPr/>
              <p:nvPr/>
            </p:nvSpPr>
            <p:spPr>
              <a:xfrm>
                <a:off x="361087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7" name="ph7197"/>
              <p:cNvSpPr/>
              <p:nvPr/>
            </p:nvSpPr>
            <p:spPr>
              <a:xfrm>
                <a:off x="362031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8" name="ph7198"/>
              <p:cNvSpPr/>
              <p:nvPr/>
            </p:nvSpPr>
            <p:spPr>
              <a:xfrm>
                <a:off x="362975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9" name="ph7199"/>
              <p:cNvSpPr/>
              <p:nvPr/>
            </p:nvSpPr>
            <p:spPr>
              <a:xfrm>
                <a:off x="363919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0" name="ph7200"/>
              <p:cNvSpPr/>
              <p:nvPr/>
            </p:nvSpPr>
            <p:spPr>
              <a:xfrm>
                <a:off x="364863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1" name="ph7201"/>
              <p:cNvSpPr/>
              <p:nvPr/>
            </p:nvSpPr>
            <p:spPr>
              <a:xfrm>
                <a:off x="365807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2" name="ph7202"/>
              <p:cNvSpPr/>
              <p:nvPr/>
            </p:nvSpPr>
            <p:spPr>
              <a:xfrm>
                <a:off x="366751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3" name="ph7203"/>
              <p:cNvSpPr/>
              <p:nvPr/>
            </p:nvSpPr>
            <p:spPr>
              <a:xfrm>
                <a:off x="367695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4" name="ph7204"/>
              <p:cNvSpPr/>
              <p:nvPr/>
            </p:nvSpPr>
            <p:spPr>
              <a:xfrm>
                <a:off x="368639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5" name="ph7205"/>
              <p:cNvSpPr/>
              <p:nvPr/>
            </p:nvSpPr>
            <p:spPr>
              <a:xfrm>
                <a:off x="369583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6" name="ph7206"/>
              <p:cNvSpPr/>
              <p:nvPr/>
            </p:nvSpPr>
            <p:spPr>
              <a:xfrm>
                <a:off x="370527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7" name="ph7207"/>
              <p:cNvSpPr/>
              <p:nvPr/>
            </p:nvSpPr>
            <p:spPr>
              <a:xfrm>
                <a:off x="371471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8" name="ph7208"/>
              <p:cNvSpPr/>
              <p:nvPr/>
            </p:nvSpPr>
            <p:spPr>
              <a:xfrm>
                <a:off x="372415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9" name="ph7209"/>
              <p:cNvSpPr/>
              <p:nvPr/>
            </p:nvSpPr>
            <p:spPr>
              <a:xfrm>
                <a:off x="373359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0" name="ph7210"/>
              <p:cNvSpPr/>
              <p:nvPr/>
            </p:nvSpPr>
            <p:spPr>
              <a:xfrm>
                <a:off x="374303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1" name="ph7211"/>
              <p:cNvSpPr/>
              <p:nvPr/>
            </p:nvSpPr>
            <p:spPr>
              <a:xfrm>
                <a:off x="375247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2" name="ph7212"/>
              <p:cNvSpPr/>
              <p:nvPr/>
            </p:nvSpPr>
            <p:spPr>
              <a:xfrm>
                <a:off x="376191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3" name="ph7213"/>
              <p:cNvSpPr/>
              <p:nvPr/>
            </p:nvSpPr>
            <p:spPr>
              <a:xfrm>
                <a:off x="377135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4" name="ph7214"/>
              <p:cNvSpPr/>
              <p:nvPr/>
            </p:nvSpPr>
            <p:spPr>
              <a:xfrm>
                <a:off x="378079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5" name="ph7215"/>
              <p:cNvSpPr/>
              <p:nvPr/>
            </p:nvSpPr>
            <p:spPr>
              <a:xfrm>
                <a:off x="379023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6" name="ph7216"/>
              <p:cNvSpPr/>
              <p:nvPr/>
            </p:nvSpPr>
            <p:spPr>
              <a:xfrm>
                <a:off x="379967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7" name="ph7217"/>
              <p:cNvSpPr/>
              <p:nvPr/>
            </p:nvSpPr>
            <p:spPr>
              <a:xfrm>
                <a:off x="380911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8" name="ph7218"/>
              <p:cNvSpPr/>
              <p:nvPr/>
            </p:nvSpPr>
            <p:spPr>
              <a:xfrm>
                <a:off x="381855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9" name="ph7219"/>
              <p:cNvSpPr/>
              <p:nvPr/>
            </p:nvSpPr>
            <p:spPr>
              <a:xfrm>
                <a:off x="3827997" y="121902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204"/>
                    </a:lnTo>
                    <a:lnTo>
                      <a:pt x="921393" y="912392"/>
                    </a:lnTo>
                    <a:lnTo>
                      <a:pt x="920718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0" name="ph7220"/>
              <p:cNvSpPr/>
              <p:nvPr/>
            </p:nvSpPr>
            <p:spPr>
              <a:xfrm>
                <a:off x="3837437" y="1201453"/>
                <a:ext cx="916390" cy="921773"/>
              </a:xfrm>
              <a:custGeom>
                <a:avLst/>
                <a:gdLst/>
                <a:ahLst/>
                <a:cxnLst/>
                <a:rect l="0" t="0" r="0" b="0"/>
                <a:pathLst>
                  <a:path w="916390" h="921773">
                    <a:moveTo>
                      <a:pt x="914400" y="914400"/>
                    </a:moveTo>
                    <a:lnTo>
                      <a:pt x="916390" y="914400"/>
                    </a:lnTo>
                    <a:lnTo>
                      <a:pt x="914802" y="920428"/>
                    </a:lnTo>
                    <a:lnTo>
                      <a:pt x="914400" y="921773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1" name="ph7221"/>
              <p:cNvSpPr/>
              <p:nvPr/>
            </p:nvSpPr>
            <p:spPr>
              <a:xfrm>
                <a:off x="2034351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40" y="931969"/>
                    </a:lnTo>
                    <a:lnTo>
                      <a:pt x="905226" y="929809"/>
                    </a:lnTo>
                    <a:lnTo>
                      <a:pt x="904959" y="918782"/>
                    </a:lnTo>
                    <a:lnTo>
                      <a:pt x="904976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2" name="ph7222"/>
              <p:cNvSpPr/>
              <p:nvPr/>
            </p:nvSpPr>
            <p:spPr>
              <a:xfrm>
                <a:off x="203435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3" name="ph7223"/>
              <p:cNvSpPr/>
              <p:nvPr/>
            </p:nvSpPr>
            <p:spPr>
              <a:xfrm>
                <a:off x="204379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4" name="ph7224"/>
              <p:cNvSpPr/>
              <p:nvPr/>
            </p:nvSpPr>
            <p:spPr>
              <a:xfrm>
                <a:off x="205323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5" name="ph7225"/>
              <p:cNvSpPr/>
              <p:nvPr/>
            </p:nvSpPr>
            <p:spPr>
              <a:xfrm>
                <a:off x="206267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6" name="ph7226"/>
              <p:cNvSpPr/>
              <p:nvPr/>
            </p:nvSpPr>
            <p:spPr>
              <a:xfrm>
                <a:off x="207211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7" name="ph7227"/>
              <p:cNvSpPr/>
              <p:nvPr/>
            </p:nvSpPr>
            <p:spPr>
              <a:xfrm>
                <a:off x="208155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8" name="ph7228"/>
              <p:cNvSpPr/>
              <p:nvPr/>
            </p:nvSpPr>
            <p:spPr>
              <a:xfrm>
                <a:off x="209099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9" name="ph7229"/>
              <p:cNvSpPr/>
              <p:nvPr/>
            </p:nvSpPr>
            <p:spPr>
              <a:xfrm>
                <a:off x="210043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0" name="ph7230"/>
              <p:cNvSpPr/>
              <p:nvPr/>
            </p:nvSpPr>
            <p:spPr>
              <a:xfrm>
                <a:off x="210987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1" name="ph7231"/>
              <p:cNvSpPr/>
              <p:nvPr/>
            </p:nvSpPr>
            <p:spPr>
              <a:xfrm>
                <a:off x="211931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2" name="ph7232"/>
              <p:cNvSpPr/>
              <p:nvPr/>
            </p:nvSpPr>
            <p:spPr>
              <a:xfrm>
                <a:off x="212875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3" name="ph7233"/>
              <p:cNvSpPr/>
              <p:nvPr/>
            </p:nvSpPr>
            <p:spPr>
              <a:xfrm>
                <a:off x="213819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4" name="ph7234"/>
              <p:cNvSpPr/>
              <p:nvPr/>
            </p:nvSpPr>
            <p:spPr>
              <a:xfrm>
                <a:off x="214763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5" name="ph7235"/>
              <p:cNvSpPr/>
              <p:nvPr/>
            </p:nvSpPr>
            <p:spPr>
              <a:xfrm>
                <a:off x="215707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6" name="ph7236"/>
              <p:cNvSpPr/>
              <p:nvPr/>
            </p:nvSpPr>
            <p:spPr>
              <a:xfrm>
                <a:off x="216651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7" name="ph7237"/>
              <p:cNvSpPr/>
              <p:nvPr/>
            </p:nvSpPr>
            <p:spPr>
              <a:xfrm>
                <a:off x="217595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8" name="ph7238"/>
              <p:cNvSpPr/>
              <p:nvPr/>
            </p:nvSpPr>
            <p:spPr>
              <a:xfrm>
                <a:off x="218539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9" name="ph7239"/>
              <p:cNvSpPr/>
              <p:nvPr/>
            </p:nvSpPr>
            <p:spPr>
              <a:xfrm>
                <a:off x="219483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0" name="ph7240"/>
              <p:cNvSpPr/>
              <p:nvPr/>
            </p:nvSpPr>
            <p:spPr>
              <a:xfrm>
                <a:off x="220427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1" name="ph7241"/>
              <p:cNvSpPr/>
              <p:nvPr/>
            </p:nvSpPr>
            <p:spPr>
              <a:xfrm>
                <a:off x="221371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2" name="ph7242"/>
              <p:cNvSpPr/>
              <p:nvPr/>
            </p:nvSpPr>
            <p:spPr>
              <a:xfrm>
                <a:off x="222315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3" name="ph7243"/>
              <p:cNvSpPr/>
              <p:nvPr/>
            </p:nvSpPr>
            <p:spPr>
              <a:xfrm>
                <a:off x="223259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4" name="ph7244"/>
              <p:cNvSpPr/>
              <p:nvPr/>
            </p:nvSpPr>
            <p:spPr>
              <a:xfrm>
                <a:off x="224203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5" name="ph7245"/>
              <p:cNvSpPr/>
              <p:nvPr/>
            </p:nvSpPr>
            <p:spPr>
              <a:xfrm>
                <a:off x="225147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6" name="ph7246"/>
              <p:cNvSpPr/>
              <p:nvPr/>
            </p:nvSpPr>
            <p:spPr>
              <a:xfrm>
                <a:off x="226091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7" name="ph7247"/>
              <p:cNvSpPr/>
              <p:nvPr/>
            </p:nvSpPr>
            <p:spPr>
              <a:xfrm>
                <a:off x="227035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8" name="ph7248"/>
              <p:cNvSpPr/>
              <p:nvPr/>
            </p:nvSpPr>
            <p:spPr>
              <a:xfrm>
                <a:off x="227979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9" name="ph7249"/>
              <p:cNvSpPr/>
              <p:nvPr/>
            </p:nvSpPr>
            <p:spPr>
              <a:xfrm>
                <a:off x="228923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0" name="ph7250"/>
              <p:cNvSpPr/>
              <p:nvPr/>
            </p:nvSpPr>
            <p:spPr>
              <a:xfrm>
                <a:off x="229867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1" name="ph7251"/>
              <p:cNvSpPr/>
              <p:nvPr/>
            </p:nvSpPr>
            <p:spPr>
              <a:xfrm>
                <a:off x="230811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2" name="ph7252"/>
              <p:cNvSpPr/>
              <p:nvPr/>
            </p:nvSpPr>
            <p:spPr>
              <a:xfrm>
                <a:off x="231755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3" name="ph7253"/>
              <p:cNvSpPr/>
              <p:nvPr/>
            </p:nvSpPr>
            <p:spPr>
              <a:xfrm>
                <a:off x="232699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4" name="ph7254"/>
              <p:cNvSpPr/>
              <p:nvPr/>
            </p:nvSpPr>
            <p:spPr>
              <a:xfrm>
                <a:off x="233643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5" name="ph7255"/>
              <p:cNvSpPr/>
              <p:nvPr/>
            </p:nvSpPr>
            <p:spPr>
              <a:xfrm>
                <a:off x="234587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6" name="ph7256"/>
              <p:cNvSpPr/>
              <p:nvPr/>
            </p:nvSpPr>
            <p:spPr>
              <a:xfrm>
                <a:off x="235531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7" name="ph7257"/>
              <p:cNvSpPr/>
              <p:nvPr/>
            </p:nvSpPr>
            <p:spPr>
              <a:xfrm>
                <a:off x="236476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8" name="ph7258"/>
              <p:cNvSpPr/>
              <p:nvPr/>
            </p:nvSpPr>
            <p:spPr>
              <a:xfrm>
                <a:off x="2383640" y="120145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10" y="896830"/>
                    </a:lnTo>
                    <a:lnTo>
                      <a:pt x="911919" y="901898"/>
                    </a:lnTo>
                    <a:lnTo>
                      <a:pt x="914399" y="906684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9" name="ph7259"/>
              <p:cNvSpPr/>
              <p:nvPr/>
            </p:nvSpPr>
            <p:spPr>
              <a:xfrm>
                <a:off x="2383640" y="1201453"/>
                <a:ext cx="9181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9" h="914400">
                    <a:moveTo>
                      <a:pt x="914399" y="914400"/>
                    </a:moveTo>
                    <a:lnTo>
                      <a:pt x="914399" y="906684"/>
                    </a:lnTo>
                    <a:lnTo>
                      <a:pt x="915936" y="909647"/>
                    </a:lnTo>
                    <a:lnTo>
                      <a:pt x="918159" y="914400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0" name="ph7260"/>
              <p:cNvSpPr/>
              <p:nvPr/>
            </p:nvSpPr>
            <p:spPr>
              <a:xfrm>
                <a:off x="3440947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656" y="931969"/>
                    </a:lnTo>
                    <a:lnTo>
                      <a:pt x="911752" y="923773"/>
                    </a:lnTo>
                    <a:lnTo>
                      <a:pt x="91329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1" name="ph7261"/>
              <p:cNvSpPr/>
              <p:nvPr/>
            </p:nvSpPr>
            <p:spPr>
              <a:xfrm>
                <a:off x="344094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2" name="ph7262"/>
              <p:cNvSpPr/>
              <p:nvPr/>
            </p:nvSpPr>
            <p:spPr>
              <a:xfrm>
                <a:off x="345038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3" name="ph7263"/>
              <p:cNvSpPr/>
              <p:nvPr/>
            </p:nvSpPr>
            <p:spPr>
              <a:xfrm>
                <a:off x="345982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4" name="ph7264"/>
              <p:cNvSpPr/>
              <p:nvPr/>
            </p:nvSpPr>
            <p:spPr>
              <a:xfrm>
                <a:off x="346926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5" name="ph7265"/>
              <p:cNvSpPr/>
              <p:nvPr/>
            </p:nvSpPr>
            <p:spPr>
              <a:xfrm>
                <a:off x="347870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6" name="ph7266"/>
              <p:cNvSpPr/>
              <p:nvPr/>
            </p:nvSpPr>
            <p:spPr>
              <a:xfrm>
                <a:off x="348814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7" name="ph7267"/>
              <p:cNvSpPr/>
              <p:nvPr/>
            </p:nvSpPr>
            <p:spPr>
              <a:xfrm>
                <a:off x="349758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8" name="ph7268"/>
              <p:cNvSpPr/>
              <p:nvPr/>
            </p:nvSpPr>
            <p:spPr>
              <a:xfrm>
                <a:off x="350702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9" name="ph7269"/>
              <p:cNvSpPr/>
              <p:nvPr/>
            </p:nvSpPr>
            <p:spPr>
              <a:xfrm>
                <a:off x="351646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0" name="ph7270"/>
              <p:cNvSpPr/>
              <p:nvPr/>
            </p:nvSpPr>
            <p:spPr>
              <a:xfrm>
                <a:off x="352590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1" name="ph7271"/>
              <p:cNvSpPr/>
              <p:nvPr/>
            </p:nvSpPr>
            <p:spPr>
              <a:xfrm>
                <a:off x="353534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2" name="ph7272"/>
              <p:cNvSpPr/>
              <p:nvPr/>
            </p:nvSpPr>
            <p:spPr>
              <a:xfrm>
                <a:off x="354479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3" name="ph7273"/>
              <p:cNvSpPr/>
              <p:nvPr/>
            </p:nvSpPr>
            <p:spPr>
              <a:xfrm>
                <a:off x="355423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4" name="ph7274"/>
              <p:cNvSpPr/>
              <p:nvPr/>
            </p:nvSpPr>
            <p:spPr>
              <a:xfrm>
                <a:off x="356367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5" name="ph7275"/>
              <p:cNvSpPr/>
              <p:nvPr/>
            </p:nvSpPr>
            <p:spPr>
              <a:xfrm>
                <a:off x="357311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6" name="ph7276"/>
              <p:cNvSpPr/>
              <p:nvPr/>
            </p:nvSpPr>
            <p:spPr>
              <a:xfrm>
                <a:off x="358255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7" name="ph7277"/>
              <p:cNvSpPr/>
              <p:nvPr/>
            </p:nvSpPr>
            <p:spPr>
              <a:xfrm>
                <a:off x="359199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8" name="ph7278"/>
              <p:cNvSpPr/>
              <p:nvPr/>
            </p:nvSpPr>
            <p:spPr>
              <a:xfrm>
                <a:off x="360143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9" name="ph7279"/>
              <p:cNvSpPr/>
              <p:nvPr/>
            </p:nvSpPr>
            <p:spPr>
              <a:xfrm>
                <a:off x="361087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0" name="ph7280"/>
              <p:cNvSpPr/>
              <p:nvPr/>
            </p:nvSpPr>
            <p:spPr>
              <a:xfrm>
                <a:off x="362031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1" name="ph7281"/>
              <p:cNvSpPr/>
              <p:nvPr/>
            </p:nvSpPr>
            <p:spPr>
              <a:xfrm>
                <a:off x="362975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2" name="ph7282"/>
              <p:cNvSpPr/>
              <p:nvPr/>
            </p:nvSpPr>
            <p:spPr>
              <a:xfrm>
                <a:off x="363919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3" name="ph7283"/>
              <p:cNvSpPr/>
              <p:nvPr/>
            </p:nvSpPr>
            <p:spPr>
              <a:xfrm>
                <a:off x="364863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4" name="ph7284"/>
              <p:cNvSpPr/>
              <p:nvPr/>
            </p:nvSpPr>
            <p:spPr>
              <a:xfrm>
                <a:off x="365807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5" name="ph7285"/>
              <p:cNvSpPr/>
              <p:nvPr/>
            </p:nvSpPr>
            <p:spPr>
              <a:xfrm>
                <a:off x="366751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6" name="ph7286"/>
              <p:cNvSpPr/>
              <p:nvPr/>
            </p:nvSpPr>
            <p:spPr>
              <a:xfrm>
                <a:off x="367695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7" name="ph7287"/>
              <p:cNvSpPr/>
              <p:nvPr/>
            </p:nvSpPr>
            <p:spPr>
              <a:xfrm>
                <a:off x="368639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8" name="ph7288"/>
              <p:cNvSpPr/>
              <p:nvPr/>
            </p:nvSpPr>
            <p:spPr>
              <a:xfrm>
                <a:off x="369583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9" name="ph7289"/>
              <p:cNvSpPr/>
              <p:nvPr/>
            </p:nvSpPr>
            <p:spPr>
              <a:xfrm>
                <a:off x="370527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0" name="ph7290"/>
              <p:cNvSpPr/>
              <p:nvPr/>
            </p:nvSpPr>
            <p:spPr>
              <a:xfrm>
                <a:off x="371471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1" name="ph7291"/>
              <p:cNvSpPr/>
              <p:nvPr/>
            </p:nvSpPr>
            <p:spPr>
              <a:xfrm>
                <a:off x="372415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2" name="ph7292"/>
              <p:cNvSpPr/>
              <p:nvPr/>
            </p:nvSpPr>
            <p:spPr>
              <a:xfrm>
                <a:off x="373359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3" name="ph7293"/>
              <p:cNvSpPr/>
              <p:nvPr/>
            </p:nvSpPr>
            <p:spPr>
              <a:xfrm>
                <a:off x="374303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4" name="ph7294"/>
              <p:cNvSpPr/>
              <p:nvPr/>
            </p:nvSpPr>
            <p:spPr>
              <a:xfrm>
                <a:off x="375247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5" name="ph7295"/>
              <p:cNvSpPr/>
              <p:nvPr/>
            </p:nvSpPr>
            <p:spPr>
              <a:xfrm>
                <a:off x="376191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6" name="ph7296"/>
              <p:cNvSpPr/>
              <p:nvPr/>
            </p:nvSpPr>
            <p:spPr>
              <a:xfrm>
                <a:off x="377135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7" name="ph7297"/>
              <p:cNvSpPr/>
              <p:nvPr/>
            </p:nvSpPr>
            <p:spPr>
              <a:xfrm>
                <a:off x="378079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8" name="ph7298"/>
              <p:cNvSpPr/>
              <p:nvPr/>
            </p:nvSpPr>
            <p:spPr>
              <a:xfrm>
                <a:off x="379023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9" name="ph7299"/>
              <p:cNvSpPr/>
              <p:nvPr/>
            </p:nvSpPr>
            <p:spPr>
              <a:xfrm>
                <a:off x="379967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0" name="ph7300"/>
              <p:cNvSpPr/>
              <p:nvPr/>
            </p:nvSpPr>
            <p:spPr>
              <a:xfrm>
                <a:off x="380911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1" name="ph7301"/>
              <p:cNvSpPr/>
              <p:nvPr/>
            </p:nvSpPr>
            <p:spPr>
              <a:xfrm>
                <a:off x="381855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2" name="ph7302"/>
              <p:cNvSpPr/>
              <p:nvPr/>
            </p:nvSpPr>
            <p:spPr>
              <a:xfrm>
                <a:off x="382799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3" name="ph7303"/>
              <p:cNvSpPr/>
              <p:nvPr/>
            </p:nvSpPr>
            <p:spPr>
              <a:xfrm>
                <a:off x="3837437" y="1201453"/>
                <a:ext cx="9204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31" y="896830"/>
                    </a:lnTo>
                    <a:lnTo>
                      <a:pt x="919686" y="900602"/>
                    </a:lnTo>
                    <a:lnTo>
                      <a:pt x="917382" y="910633"/>
                    </a:lnTo>
                    <a:lnTo>
                      <a:pt x="916390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4" name="ph7304"/>
              <p:cNvSpPr/>
              <p:nvPr/>
            </p:nvSpPr>
            <p:spPr>
              <a:xfrm>
                <a:off x="2034351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76" y="931969"/>
                    </a:lnTo>
                    <a:lnTo>
                      <a:pt x="905003" y="925314"/>
                    </a:lnTo>
                    <a:lnTo>
                      <a:pt x="905353" y="914400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5" name="ph7305"/>
              <p:cNvSpPr/>
              <p:nvPr/>
            </p:nvSpPr>
            <p:spPr>
              <a:xfrm>
                <a:off x="203435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6" name="ph7306"/>
              <p:cNvSpPr/>
              <p:nvPr/>
            </p:nvSpPr>
            <p:spPr>
              <a:xfrm>
                <a:off x="204379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7" name="ph7307"/>
              <p:cNvSpPr/>
              <p:nvPr/>
            </p:nvSpPr>
            <p:spPr>
              <a:xfrm>
                <a:off x="205323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8" name="ph7308"/>
              <p:cNvSpPr/>
              <p:nvPr/>
            </p:nvSpPr>
            <p:spPr>
              <a:xfrm>
                <a:off x="206267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9" name="ph7309"/>
              <p:cNvSpPr/>
              <p:nvPr/>
            </p:nvSpPr>
            <p:spPr>
              <a:xfrm>
                <a:off x="207211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0" name="ph7310"/>
              <p:cNvSpPr/>
              <p:nvPr/>
            </p:nvSpPr>
            <p:spPr>
              <a:xfrm>
                <a:off x="208155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1" name="ph7311"/>
              <p:cNvSpPr/>
              <p:nvPr/>
            </p:nvSpPr>
            <p:spPr>
              <a:xfrm>
                <a:off x="209099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2" name="ph7312"/>
              <p:cNvSpPr/>
              <p:nvPr/>
            </p:nvSpPr>
            <p:spPr>
              <a:xfrm>
                <a:off x="210043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3" name="ph7313"/>
              <p:cNvSpPr/>
              <p:nvPr/>
            </p:nvSpPr>
            <p:spPr>
              <a:xfrm>
                <a:off x="210987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4" name="ph7314"/>
              <p:cNvSpPr/>
              <p:nvPr/>
            </p:nvSpPr>
            <p:spPr>
              <a:xfrm>
                <a:off x="211931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5" name="ph7315"/>
              <p:cNvSpPr/>
              <p:nvPr/>
            </p:nvSpPr>
            <p:spPr>
              <a:xfrm>
                <a:off x="212875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6" name="ph7316"/>
              <p:cNvSpPr/>
              <p:nvPr/>
            </p:nvSpPr>
            <p:spPr>
              <a:xfrm>
                <a:off x="213819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7" name="ph7317"/>
              <p:cNvSpPr/>
              <p:nvPr/>
            </p:nvSpPr>
            <p:spPr>
              <a:xfrm>
                <a:off x="214763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8" name="ph7318"/>
              <p:cNvSpPr/>
              <p:nvPr/>
            </p:nvSpPr>
            <p:spPr>
              <a:xfrm>
                <a:off x="215707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9" name="ph7319"/>
              <p:cNvSpPr/>
              <p:nvPr/>
            </p:nvSpPr>
            <p:spPr>
              <a:xfrm>
                <a:off x="216651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0" name="ph7320"/>
              <p:cNvSpPr/>
              <p:nvPr/>
            </p:nvSpPr>
            <p:spPr>
              <a:xfrm>
                <a:off x="217595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1" name="ph7321"/>
              <p:cNvSpPr/>
              <p:nvPr/>
            </p:nvSpPr>
            <p:spPr>
              <a:xfrm>
                <a:off x="218539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2" name="ph7322"/>
              <p:cNvSpPr/>
              <p:nvPr/>
            </p:nvSpPr>
            <p:spPr>
              <a:xfrm>
                <a:off x="219483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3" name="ph7323"/>
              <p:cNvSpPr/>
              <p:nvPr/>
            </p:nvSpPr>
            <p:spPr>
              <a:xfrm>
                <a:off x="220427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4" name="ph7324"/>
              <p:cNvSpPr/>
              <p:nvPr/>
            </p:nvSpPr>
            <p:spPr>
              <a:xfrm>
                <a:off x="221371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5" name="ph7325"/>
              <p:cNvSpPr/>
              <p:nvPr/>
            </p:nvSpPr>
            <p:spPr>
              <a:xfrm>
                <a:off x="222315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6" name="ph7326"/>
              <p:cNvSpPr/>
              <p:nvPr/>
            </p:nvSpPr>
            <p:spPr>
              <a:xfrm>
                <a:off x="223259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7" name="ph7327"/>
              <p:cNvSpPr/>
              <p:nvPr/>
            </p:nvSpPr>
            <p:spPr>
              <a:xfrm>
                <a:off x="224203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8" name="ph7328"/>
              <p:cNvSpPr/>
              <p:nvPr/>
            </p:nvSpPr>
            <p:spPr>
              <a:xfrm>
                <a:off x="225147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9" name="ph7329"/>
              <p:cNvSpPr/>
              <p:nvPr/>
            </p:nvSpPr>
            <p:spPr>
              <a:xfrm>
                <a:off x="226091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0" name="ph7330"/>
              <p:cNvSpPr/>
              <p:nvPr/>
            </p:nvSpPr>
            <p:spPr>
              <a:xfrm>
                <a:off x="227035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1" name="ph7331"/>
              <p:cNvSpPr/>
              <p:nvPr/>
            </p:nvSpPr>
            <p:spPr>
              <a:xfrm>
                <a:off x="227979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2" name="ph7332"/>
              <p:cNvSpPr/>
              <p:nvPr/>
            </p:nvSpPr>
            <p:spPr>
              <a:xfrm>
                <a:off x="228923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3" name="ph7333"/>
              <p:cNvSpPr/>
              <p:nvPr/>
            </p:nvSpPr>
            <p:spPr>
              <a:xfrm>
                <a:off x="229867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4" name="ph7334"/>
              <p:cNvSpPr/>
              <p:nvPr/>
            </p:nvSpPr>
            <p:spPr>
              <a:xfrm>
                <a:off x="230811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5" name="ph7335"/>
              <p:cNvSpPr/>
              <p:nvPr/>
            </p:nvSpPr>
            <p:spPr>
              <a:xfrm>
                <a:off x="231755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6" name="ph7336"/>
              <p:cNvSpPr/>
              <p:nvPr/>
            </p:nvSpPr>
            <p:spPr>
              <a:xfrm>
                <a:off x="232699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7" name="ph7337"/>
              <p:cNvSpPr/>
              <p:nvPr/>
            </p:nvSpPr>
            <p:spPr>
              <a:xfrm>
                <a:off x="233643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8" name="ph7338"/>
              <p:cNvSpPr/>
              <p:nvPr/>
            </p:nvSpPr>
            <p:spPr>
              <a:xfrm>
                <a:off x="234587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9" name="ph7339"/>
              <p:cNvSpPr/>
              <p:nvPr/>
            </p:nvSpPr>
            <p:spPr>
              <a:xfrm>
                <a:off x="235531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0" name="ph7340"/>
              <p:cNvSpPr/>
              <p:nvPr/>
            </p:nvSpPr>
            <p:spPr>
              <a:xfrm>
                <a:off x="2374200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681" y="896830"/>
                    </a:lnTo>
                    <a:lnTo>
                      <a:pt x="908111" y="898647"/>
                    </a:lnTo>
                    <a:lnTo>
                      <a:pt x="912716" y="905164"/>
                    </a:lnTo>
                    <a:lnTo>
                      <a:pt x="914400" y="907810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1" name="ph7341"/>
              <p:cNvSpPr/>
              <p:nvPr/>
            </p:nvSpPr>
            <p:spPr>
              <a:xfrm>
                <a:off x="2374200" y="1183884"/>
                <a:ext cx="918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14400">
                    <a:moveTo>
                      <a:pt x="914400" y="914400"/>
                    </a:moveTo>
                    <a:lnTo>
                      <a:pt x="914400" y="907810"/>
                    </a:lnTo>
                    <a:lnTo>
                      <a:pt x="917136" y="912111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2" name="ph7342"/>
              <p:cNvSpPr/>
              <p:nvPr/>
            </p:nvSpPr>
            <p:spPr>
              <a:xfrm>
                <a:off x="3440947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295" y="914400"/>
                    </a:lnTo>
                    <a:lnTo>
                      <a:pt x="913515" y="913059"/>
                    </a:lnTo>
                    <a:lnTo>
                      <a:pt x="914400" y="90855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3" name="ph7343"/>
              <p:cNvSpPr/>
              <p:nvPr/>
            </p:nvSpPr>
            <p:spPr>
              <a:xfrm>
                <a:off x="3450387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123"/>
                    </a:lnTo>
                    <a:lnTo>
                      <a:pt x="906141" y="920104"/>
                    </a:lnTo>
                    <a:lnTo>
                      <a:pt x="90744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4" name="ph7344"/>
              <p:cNvSpPr/>
              <p:nvPr/>
            </p:nvSpPr>
            <p:spPr>
              <a:xfrm>
                <a:off x="345038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5" name="ph7345"/>
              <p:cNvSpPr/>
              <p:nvPr/>
            </p:nvSpPr>
            <p:spPr>
              <a:xfrm>
                <a:off x="345982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6" name="ph7346"/>
              <p:cNvSpPr/>
              <p:nvPr/>
            </p:nvSpPr>
            <p:spPr>
              <a:xfrm>
                <a:off x="346926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7" name="ph7347"/>
              <p:cNvSpPr/>
              <p:nvPr/>
            </p:nvSpPr>
            <p:spPr>
              <a:xfrm>
                <a:off x="347870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8" name="ph7348"/>
              <p:cNvSpPr/>
              <p:nvPr/>
            </p:nvSpPr>
            <p:spPr>
              <a:xfrm>
                <a:off x="348814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9" name="ph7349"/>
              <p:cNvSpPr/>
              <p:nvPr/>
            </p:nvSpPr>
            <p:spPr>
              <a:xfrm>
                <a:off x="349758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0" name="ph7350"/>
              <p:cNvSpPr/>
              <p:nvPr/>
            </p:nvSpPr>
            <p:spPr>
              <a:xfrm>
                <a:off x="350702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1" name="ph7351"/>
              <p:cNvSpPr/>
              <p:nvPr/>
            </p:nvSpPr>
            <p:spPr>
              <a:xfrm>
                <a:off x="351646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2" name="ph7352"/>
              <p:cNvSpPr/>
              <p:nvPr/>
            </p:nvSpPr>
            <p:spPr>
              <a:xfrm>
                <a:off x="352590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3" name="ph7353"/>
              <p:cNvSpPr/>
              <p:nvPr/>
            </p:nvSpPr>
            <p:spPr>
              <a:xfrm>
                <a:off x="353534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4" name="ph7354"/>
              <p:cNvSpPr/>
              <p:nvPr/>
            </p:nvSpPr>
            <p:spPr>
              <a:xfrm>
                <a:off x="354479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5" name="ph7355"/>
              <p:cNvSpPr/>
              <p:nvPr/>
            </p:nvSpPr>
            <p:spPr>
              <a:xfrm>
                <a:off x="355423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6" name="ph7356"/>
              <p:cNvSpPr/>
              <p:nvPr/>
            </p:nvSpPr>
            <p:spPr>
              <a:xfrm>
                <a:off x="356367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7" name="ph7357"/>
              <p:cNvSpPr/>
              <p:nvPr/>
            </p:nvSpPr>
            <p:spPr>
              <a:xfrm>
                <a:off x="357311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8" name="ph7358"/>
              <p:cNvSpPr/>
              <p:nvPr/>
            </p:nvSpPr>
            <p:spPr>
              <a:xfrm>
                <a:off x="358255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9" name="ph7359"/>
              <p:cNvSpPr/>
              <p:nvPr/>
            </p:nvSpPr>
            <p:spPr>
              <a:xfrm>
                <a:off x="359199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0" name="ph7360"/>
              <p:cNvSpPr/>
              <p:nvPr/>
            </p:nvSpPr>
            <p:spPr>
              <a:xfrm>
                <a:off x="360143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1" name="ph7361"/>
              <p:cNvSpPr/>
              <p:nvPr/>
            </p:nvSpPr>
            <p:spPr>
              <a:xfrm>
                <a:off x="361087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2" name="ph7362"/>
              <p:cNvSpPr/>
              <p:nvPr/>
            </p:nvSpPr>
            <p:spPr>
              <a:xfrm>
                <a:off x="362031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3" name="ph7363"/>
              <p:cNvSpPr/>
              <p:nvPr/>
            </p:nvSpPr>
            <p:spPr>
              <a:xfrm>
                <a:off x="362975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4" name="ph7364"/>
              <p:cNvSpPr/>
              <p:nvPr/>
            </p:nvSpPr>
            <p:spPr>
              <a:xfrm>
                <a:off x="363919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5" name="ph7365"/>
              <p:cNvSpPr/>
              <p:nvPr/>
            </p:nvSpPr>
            <p:spPr>
              <a:xfrm>
                <a:off x="364863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6" name="ph7366"/>
              <p:cNvSpPr/>
              <p:nvPr/>
            </p:nvSpPr>
            <p:spPr>
              <a:xfrm>
                <a:off x="365807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7" name="ph7367"/>
              <p:cNvSpPr/>
              <p:nvPr/>
            </p:nvSpPr>
            <p:spPr>
              <a:xfrm>
                <a:off x="366751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8" name="ph7368"/>
              <p:cNvSpPr/>
              <p:nvPr/>
            </p:nvSpPr>
            <p:spPr>
              <a:xfrm>
                <a:off x="367695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9" name="ph7369"/>
              <p:cNvSpPr/>
              <p:nvPr/>
            </p:nvSpPr>
            <p:spPr>
              <a:xfrm>
                <a:off x="368639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0" name="ph7370"/>
              <p:cNvSpPr/>
              <p:nvPr/>
            </p:nvSpPr>
            <p:spPr>
              <a:xfrm>
                <a:off x="369583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1" name="ph7371"/>
              <p:cNvSpPr/>
              <p:nvPr/>
            </p:nvSpPr>
            <p:spPr>
              <a:xfrm>
                <a:off x="370527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2" name="ph7372"/>
              <p:cNvSpPr/>
              <p:nvPr/>
            </p:nvSpPr>
            <p:spPr>
              <a:xfrm>
                <a:off x="371471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3" name="ph7373"/>
              <p:cNvSpPr/>
              <p:nvPr/>
            </p:nvSpPr>
            <p:spPr>
              <a:xfrm>
                <a:off x="372415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4" name="ph7374"/>
              <p:cNvSpPr/>
              <p:nvPr/>
            </p:nvSpPr>
            <p:spPr>
              <a:xfrm>
                <a:off x="373359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5" name="ph7375"/>
              <p:cNvSpPr/>
              <p:nvPr/>
            </p:nvSpPr>
            <p:spPr>
              <a:xfrm>
                <a:off x="374303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6" name="ph7376"/>
              <p:cNvSpPr/>
              <p:nvPr/>
            </p:nvSpPr>
            <p:spPr>
              <a:xfrm>
                <a:off x="375247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7" name="ph7377"/>
              <p:cNvSpPr/>
              <p:nvPr/>
            </p:nvSpPr>
            <p:spPr>
              <a:xfrm>
                <a:off x="376191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8" name="ph7378"/>
              <p:cNvSpPr/>
              <p:nvPr/>
            </p:nvSpPr>
            <p:spPr>
              <a:xfrm>
                <a:off x="377135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9" name="ph7379"/>
              <p:cNvSpPr/>
              <p:nvPr/>
            </p:nvSpPr>
            <p:spPr>
              <a:xfrm>
                <a:off x="378079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0" name="ph7380"/>
              <p:cNvSpPr/>
              <p:nvPr/>
            </p:nvSpPr>
            <p:spPr>
              <a:xfrm>
                <a:off x="379023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1" name="ph7381"/>
              <p:cNvSpPr/>
              <p:nvPr/>
            </p:nvSpPr>
            <p:spPr>
              <a:xfrm>
                <a:off x="379967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2" name="ph7382"/>
              <p:cNvSpPr/>
              <p:nvPr/>
            </p:nvSpPr>
            <p:spPr>
              <a:xfrm>
                <a:off x="380911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3" name="ph7383"/>
              <p:cNvSpPr/>
              <p:nvPr/>
            </p:nvSpPr>
            <p:spPr>
              <a:xfrm>
                <a:off x="381855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4" name="ph7384"/>
              <p:cNvSpPr/>
              <p:nvPr/>
            </p:nvSpPr>
            <p:spPr>
              <a:xfrm>
                <a:off x="382799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5" name="ph7385"/>
              <p:cNvSpPr/>
              <p:nvPr/>
            </p:nvSpPr>
            <p:spPr>
              <a:xfrm>
                <a:off x="3837437" y="1183884"/>
                <a:ext cx="9235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548" y="896830"/>
                    </a:lnTo>
                    <a:lnTo>
                      <a:pt x="923444" y="897513"/>
                    </a:lnTo>
                    <a:lnTo>
                      <a:pt x="921709" y="907933"/>
                    </a:lnTo>
                    <a:lnTo>
                      <a:pt x="920431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6" name="ph7386"/>
              <p:cNvSpPr/>
              <p:nvPr/>
            </p:nvSpPr>
            <p:spPr>
              <a:xfrm>
                <a:off x="2034351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56" y="931865"/>
                    </a:lnTo>
                    <a:lnTo>
                      <a:pt x="906019" y="920896"/>
                    </a:lnTo>
                    <a:lnTo>
                      <a:pt x="906598" y="914400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7" name="ph7387"/>
              <p:cNvSpPr/>
              <p:nvPr/>
            </p:nvSpPr>
            <p:spPr>
              <a:xfrm>
                <a:off x="203435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8" name="ph7388"/>
              <p:cNvSpPr/>
              <p:nvPr/>
            </p:nvSpPr>
            <p:spPr>
              <a:xfrm>
                <a:off x="204379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9" name="ph7389"/>
              <p:cNvSpPr/>
              <p:nvPr/>
            </p:nvSpPr>
            <p:spPr>
              <a:xfrm>
                <a:off x="205323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0" name="ph7390"/>
              <p:cNvSpPr/>
              <p:nvPr/>
            </p:nvSpPr>
            <p:spPr>
              <a:xfrm>
                <a:off x="206267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1" name="ph7391"/>
              <p:cNvSpPr/>
              <p:nvPr/>
            </p:nvSpPr>
            <p:spPr>
              <a:xfrm>
                <a:off x="207211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2" name="ph7392"/>
              <p:cNvSpPr/>
              <p:nvPr/>
            </p:nvSpPr>
            <p:spPr>
              <a:xfrm>
                <a:off x="208155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3" name="ph7393"/>
              <p:cNvSpPr/>
              <p:nvPr/>
            </p:nvSpPr>
            <p:spPr>
              <a:xfrm>
                <a:off x="209099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4" name="ph7394"/>
              <p:cNvSpPr/>
              <p:nvPr/>
            </p:nvSpPr>
            <p:spPr>
              <a:xfrm>
                <a:off x="210043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5" name="ph7395"/>
              <p:cNvSpPr/>
              <p:nvPr/>
            </p:nvSpPr>
            <p:spPr>
              <a:xfrm>
                <a:off x="210987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6" name="ph7396"/>
              <p:cNvSpPr/>
              <p:nvPr/>
            </p:nvSpPr>
            <p:spPr>
              <a:xfrm>
                <a:off x="211931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7" name="ph7397"/>
              <p:cNvSpPr/>
              <p:nvPr/>
            </p:nvSpPr>
            <p:spPr>
              <a:xfrm>
                <a:off x="212875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8" name="ph7398"/>
              <p:cNvSpPr/>
              <p:nvPr/>
            </p:nvSpPr>
            <p:spPr>
              <a:xfrm>
                <a:off x="213819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9" name="ph7399"/>
              <p:cNvSpPr/>
              <p:nvPr/>
            </p:nvSpPr>
            <p:spPr>
              <a:xfrm>
                <a:off x="214763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0" name="ph7400"/>
              <p:cNvSpPr/>
              <p:nvPr/>
            </p:nvSpPr>
            <p:spPr>
              <a:xfrm>
                <a:off x="215707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1" name="ph7401"/>
              <p:cNvSpPr/>
              <p:nvPr/>
            </p:nvSpPr>
            <p:spPr>
              <a:xfrm>
                <a:off x="216651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2" name="ph7402"/>
              <p:cNvSpPr/>
              <p:nvPr/>
            </p:nvSpPr>
            <p:spPr>
              <a:xfrm>
                <a:off x="217595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3" name="ph7403"/>
              <p:cNvSpPr/>
              <p:nvPr/>
            </p:nvSpPr>
            <p:spPr>
              <a:xfrm>
                <a:off x="218539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4" name="ph7404"/>
              <p:cNvSpPr/>
              <p:nvPr/>
            </p:nvSpPr>
            <p:spPr>
              <a:xfrm>
                <a:off x="219483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5" name="ph7405"/>
              <p:cNvSpPr/>
              <p:nvPr/>
            </p:nvSpPr>
            <p:spPr>
              <a:xfrm>
                <a:off x="220427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6" name="ph7406"/>
              <p:cNvSpPr/>
              <p:nvPr/>
            </p:nvSpPr>
            <p:spPr>
              <a:xfrm>
                <a:off x="221371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7" name="ph7407"/>
              <p:cNvSpPr/>
              <p:nvPr/>
            </p:nvSpPr>
            <p:spPr>
              <a:xfrm>
                <a:off x="222315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8" name="ph7408"/>
              <p:cNvSpPr/>
              <p:nvPr/>
            </p:nvSpPr>
            <p:spPr>
              <a:xfrm>
                <a:off x="223259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9" name="ph7409"/>
              <p:cNvSpPr/>
              <p:nvPr/>
            </p:nvSpPr>
            <p:spPr>
              <a:xfrm>
                <a:off x="224203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0" name="ph7410"/>
              <p:cNvSpPr/>
              <p:nvPr/>
            </p:nvSpPr>
            <p:spPr>
              <a:xfrm>
                <a:off x="225147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1" name="ph7411"/>
              <p:cNvSpPr/>
              <p:nvPr/>
            </p:nvSpPr>
            <p:spPr>
              <a:xfrm>
                <a:off x="226091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2" name="ph7412"/>
              <p:cNvSpPr/>
              <p:nvPr/>
            </p:nvSpPr>
            <p:spPr>
              <a:xfrm>
                <a:off x="227035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3" name="ph7413"/>
              <p:cNvSpPr/>
              <p:nvPr/>
            </p:nvSpPr>
            <p:spPr>
              <a:xfrm>
                <a:off x="227979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4" name="ph7414"/>
              <p:cNvSpPr/>
              <p:nvPr/>
            </p:nvSpPr>
            <p:spPr>
              <a:xfrm>
                <a:off x="228923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5" name="ph7415"/>
              <p:cNvSpPr/>
              <p:nvPr/>
            </p:nvSpPr>
            <p:spPr>
              <a:xfrm>
                <a:off x="229867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6" name="ph7416"/>
              <p:cNvSpPr/>
              <p:nvPr/>
            </p:nvSpPr>
            <p:spPr>
              <a:xfrm>
                <a:off x="230811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7" name="ph7417"/>
              <p:cNvSpPr/>
              <p:nvPr/>
            </p:nvSpPr>
            <p:spPr>
              <a:xfrm>
                <a:off x="231755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8" name="ph7418"/>
              <p:cNvSpPr/>
              <p:nvPr/>
            </p:nvSpPr>
            <p:spPr>
              <a:xfrm>
                <a:off x="232699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9" name="ph7419"/>
              <p:cNvSpPr/>
              <p:nvPr/>
            </p:nvSpPr>
            <p:spPr>
              <a:xfrm>
                <a:off x="233643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0" name="ph7420"/>
              <p:cNvSpPr/>
              <p:nvPr/>
            </p:nvSpPr>
            <p:spPr>
              <a:xfrm>
                <a:off x="2355319" y="116631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99" y="896830"/>
                    </a:lnTo>
                    <a:lnTo>
                      <a:pt x="912191" y="899402"/>
                    </a:lnTo>
                    <a:lnTo>
                      <a:pt x="914400" y="901632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1" name="ph7421"/>
              <p:cNvSpPr/>
              <p:nvPr/>
            </p:nvSpPr>
            <p:spPr>
              <a:xfrm>
                <a:off x="2364760" y="116631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1632"/>
                    </a:lnTo>
                    <a:lnTo>
                      <a:pt x="907836" y="904535"/>
                    </a:lnTo>
                    <a:lnTo>
                      <a:pt x="912774" y="910145"/>
                    </a:lnTo>
                    <a:lnTo>
                      <a:pt x="914399" y="91221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2" name="ph7422"/>
              <p:cNvSpPr/>
              <p:nvPr/>
            </p:nvSpPr>
            <p:spPr>
              <a:xfrm>
                <a:off x="2364760" y="1166314"/>
                <a:ext cx="9161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122" h="914400">
                    <a:moveTo>
                      <a:pt x="914399" y="914400"/>
                    </a:moveTo>
                    <a:lnTo>
                      <a:pt x="914399" y="912211"/>
                    </a:lnTo>
                    <a:lnTo>
                      <a:pt x="91612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3" name="ph7423"/>
              <p:cNvSpPr/>
              <p:nvPr/>
            </p:nvSpPr>
            <p:spPr>
              <a:xfrm>
                <a:off x="3450387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449" y="931969"/>
                    </a:lnTo>
                    <a:lnTo>
                      <a:pt x="908504" y="927369"/>
                    </a:lnTo>
                    <a:lnTo>
                      <a:pt x="911159" y="917312"/>
                    </a:lnTo>
                    <a:lnTo>
                      <a:pt x="912034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4" name="ph7424"/>
              <p:cNvSpPr/>
              <p:nvPr/>
            </p:nvSpPr>
            <p:spPr>
              <a:xfrm>
                <a:off x="345038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5" name="ph7425"/>
              <p:cNvSpPr/>
              <p:nvPr/>
            </p:nvSpPr>
            <p:spPr>
              <a:xfrm>
                <a:off x="345982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6" name="ph7426"/>
              <p:cNvSpPr/>
              <p:nvPr/>
            </p:nvSpPr>
            <p:spPr>
              <a:xfrm>
                <a:off x="346926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7" name="ph7427"/>
              <p:cNvSpPr/>
              <p:nvPr/>
            </p:nvSpPr>
            <p:spPr>
              <a:xfrm>
                <a:off x="347870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8" name="ph7428"/>
              <p:cNvSpPr/>
              <p:nvPr/>
            </p:nvSpPr>
            <p:spPr>
              <a:xfrm>
                <a:off x="348814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9" name="ph7429"/>
              <p:cNvSpPr/>
              <p:nvPr/>
            </p:nvSpPr>
            <p:spPr>
              <a:xfrm>
                <a:off x="349758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0" name="ph7430"/>
              <p:cNvSpPr/>
              <p:nvPr/>
            </p:nvSpPr>
            <p:spPr>
              <a:xfrm>
                <a:off x="350702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1" name="ph7431"/>
              <p:cNvSpPr/>
              <p:nvPr/>
            </p:nvSpPr>
            <p:spPr>
              <a:xfrm>
                <a:off x="351646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2" name="ph7432"/>
              <p:cNvSpPr/>
              <p:nvPr/>
            </p:nvSpPr>
            <p:spPr>
              <a:xfrm>
                <a:off x="352590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3" name="ph7433"/>
              <p:cNvSpPr/>
              <p:nvPr/>
            </p:nvSpPr>
            <p:spPr>
              <a:xfrm>
                <a:off x="353534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4" name="ph7434"/>
              <p:cNvSpPr/>
              <p:nvPr/>
            </p:nvSpPr>
            <p:spPr>
              <a:xfrm>
                <a:off x="354479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5" name="ph7435"/>
              <p:cNvSpPr/>
              <p:nvPr/>
            </p:nvSpPr>
            <p:spPr>
              <a:xfrm>
                <a:off x="355423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6" name="ph7436"/>
              <p:cNvSpPr/>
              <p:nvPr/>
            </p:nvSpPr>
            <p:spPr>
              <a:xfrm>
                <a:off x="356367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7" name="ph7437"/>
              <p:cNvSpPr/>
              <p:nvPr/>
            </p:nvSpPr>
            <p:spPr>
              <a:xfrm>
                <a:off x="357311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8" name="ph7438"/>
              <p:cNvSpPr/>
              <p:nvPr/>
            </p:nvSpPr>
            <p:spPr>
              <a:xfrm>
                <a:off x="358255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9" name="ph7439"/>
              <p:cNvSpPr/>
              <p:nvPr/>
            </p:nvSpPr>
            <p:spPr>
              <a:xfrm>
                <a:off x="359199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0" name="ph7440"/>
              <p:cNvSpPr/>
              <p:nvPr/>
            </p:nvSpPr>
            <p:spPr>
              <a:xfrm>
                <a:off x="360143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1" name="ph7441"/>
              <p:cNvSpPr/>
              <p:nvPr/>
            </p:nvSpPr>
            <p:spPr>
              <a:xfrm>
                <a:off x="361087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2" name="ph7442"/>
              <p:cNvSpPr/>
              <p:nvPr/>
            </p:nvSpPr>
            <p:spPr>
              <a:xfrm>
                <a:off x="362031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3" name="ph7443"/>
              <p:cNvSpPr/>
              <p:nvPr/>
            </p:nvSpPr>
            <p:spPr>
              <a:xfrm>
                <a:off x="362975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4" name="ph7444"/>
              <p:cNvSpPr/>
              <p:nvPr/>
            </p:nvSpPr>
            <p:spPr>
              <a:xfrm>
                <a:off x="363919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5" name="ph7445"/>
              <p:cNvSpPr/>
              <p:nvPr/>
            </p:nvSpPr>
            <p:spPr>
              <a:xfrm>
                <a:off x="364863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6" name="ph7446"/>
              <p:cNvSpPr/>
              <p:nvPr/>
            </p:nvSpPr>
            <p:spPr>
              <a:xfrm>
                <a:off x="365807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7" name="ph7447"/>
              <p:cNvSpPr/>
              <p:nvPr/>
            </p:nvSpPr>
            <p:spPr>
              <a:xfrm>
                <a:off x="366751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8" name="ph7448"/>
              <p:cNvSpPr/>
              <p:nvPr/>
            </p:nvSpPr>
            <p:spPr>
              <a:xfrm>
                <a:off x="367695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9" name="ph7449"/>
              <p:cNvSpPr/>
              <p:nvPr/>
            </p:nvSpPr>
            <p:spPr>
              <a:xfrm>
                <a:off x="368639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0" name="ph7450"/>
              <p:cNvSpPr/>
              <p:nvPr/>
            </p:nvSpPr>
            <p:spPr>
              <a:xfrm>
                <a:off x="369583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1" name="ph7451"/>
              <p:cNvSpPr/>
              <p:nvPr/>
            </p:nvSpPr>
            <p:spPr>
              <a:xfrm>
                <a:off x="370527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2" name="ph7452"/>
              <p:cNvSpPr/>
              <p:nvPr/>
            </p:nvSpPr>
            <p:spPr>
              <a:xfrm>
                <a:off x="371471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3" name="ph7453"/>
              <p:cNvSpPr/>
              <p:nvPr/>
            </p:nvSpPr>
            <p:spPr>
              <a:xfrm>
                <a:off x="372415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4" name="ph7454"/>
              <p:cNvSpPr/>
              <p:nvPr/>
            </p:nvSpPr>
            <p:spPr>
              <a:xfrm>
                <a:off x="373359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5" name="ph7455"/>
              <p:cNvSpPr/>
              <p:nvPr/>
            </p:nvSpPr>
            <p:spPr>
              <a:xfrm>
                <a:off x="374303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6" name="ph7456"/>
              <p:cNvSpPr/>
              <p:nvPr/>
            </p:nvSpPr>
            <p:spPr>
              <a:xfrm>
                <a:off x="375247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7" name="ph7457"/>
              <p:cNvSpPr/>
              <p:nvPr/>
            </p:nvSpPr>
            <p:spPr>
              <a:xfrm>
                <a:off x="376191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8" name="ph7458"/>
              <p:cNvSpPr/>
              <p:nvPr/>
            </p:nvSpPr>
            <p:spPr>
              <a:xfrm>
                <a:off x="377135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9" name="ph7459"/>
              <p:cNvSpPr/>
              <p:nvPr/>
            </p:nvSpPr>
            <p:spPr>
              <a:xfrm>
                <a:off x="378079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0" name="ph7460"/>
              <p:cNvSpPr/>
              <p:nvPr/>
            </p:nvSpPr>
            <p:spPr>
              <a:xfrm>
                <a:off x="379023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1" name="ph7461"/>
              <p:cNvSpPr/>
              <p:nvPr/>
            </p:nvSpPr>
            <p:spPr>
              <a:xfrm>
                <a:off x="379967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2" name="ph7462"/>
              <p:cNvSpPr/>
              <p:nvPr/>
            </p:nvSpPr>
            <p:spPr>
              <a:xfrm>
                <a:off x="380911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3" name="ph7463"/>
              <p:cNvSpPr/>
              <p:nvPr/>
            </p:nvSpPr>
            <p:spPr>
              <a:xfrm>
                <a:off x="381855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4" name="ph7464"/>
              <p:cNvSpPr/>
              <p:nvPr/>
            </p:nvSpPr>
            <p:spPr>
              <a:xfrm>
                <a:off x="382799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5" name="ph7465"/>
              <p:cNvSpPr/>
              <p:nvPr/>
            </p:nvSpPr>
            <p:spPr>
              <a:xfrm>
                <a:off x="3837437" y="116631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71"/>
                    </a:lnTo>
                    <a:lnTo>
                      <a:pt x="923548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6" name="ph7466"/>
              <p:cNvSpPr/>
              <p:nvPr/>
            </p:nvSpPr>
            <p:spPr>
              <a:xfrm>
                <a:off x="3846877" y="1148744"/>
                <a:ext cx="916772" cy="930041"/>
              </a:xfrm>
              <a:custGeom>
                <a:avLst/>
                <a:gdLst/>
                <a:ahLst/>
                <a:cxnLst/>
                <a:rect l="0" t="0" r="0" b="0"/>
                <a:pathLst>
                  <a:path w="916772" h="930041">
                    <a:moveTo>
                      <a:pt x="914400" y="914400"/>
                    </a:moveTo>
                    <a:lnTo>
                      <a:pt x="916772" y="914400"/>
                    </a:lnTo>
                    <a:lnTo>
                      <a:pt x="916334" y="917284"/>
                    </a:lnTo>
                    <a:lnTo>
                      <a:pt x="915868" y="920355"/>
                    </a:lnTo>
                    <a:lnTo>
                      <a:pt x="915402" y="923426"/>
                    </a:lnTo>
                    <a:lnTo>
                      <a:pt x="914936" y="926497"/>
                    </a:lnTo>
                    <a:lnTo>
                      <a:pt x="914471" y="929568"/>
                    </a:lnTo>
                    <a:lnTo>
                      <a:pt x="914400" y="93004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7" name="ph7467"/>
              <p:cNvSpPr/>
              <p:nvPr/>
            </p:nvSpPr>
            <p:spPr>
              <a:xfrm>
                <a:off x="2034351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98" y="931969"/>
                    </a:lnTo>
                    <a:lnTo>
                      <a:pt x="906990" y="927576"/>
                    </a:lnTo>
                    <a:lnTo>
                      <a:pt x="908265" y="916797"/>
                    </a:lnTo>
                    <a:lnTo>
                      <a:pt x="908621" y="914400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8" name="ph7468"/>
              <p:cNvSpPr/>
              <p:nvPr/>
            </p:nvSpPr>
            <p:spPr>
              <a:xfrm>
                <a:off x="203435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9" name="ph7469"/>
              <p:cNvSpPr/>
              <p:nvPr/>
            </p:nvSpPr>
            <p:spPr>
              <a:xfrm>
                <a:off x="204379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0" name="ph7470"/>
              <p:cNvSpPr/>
              <p:nvPr/>
            </p:nvSpPr>
            <p:spPr>
              <a:xfrm>
                <a:off x="205323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1" name="ph7471"/>
              <p:cNvSpPr/>
              <p:nvPr/>
            </p:nvSpPr>
            <p:spPr>
              <a:xfrm>
                <a:off x="206267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2" name="ph7472"/>
              <p:cNvSpPr/>
              <p:nvPr/>
            </p:nvSpPr>
            <p:spPr>
              <a:xfrm>
                <a:off x="207211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3" name="ph7473"/>
              <p:cNvSpPr/>
              <p:nvPr/>
            </p:nvSpPr>
            <p:spPr>
              <a:xfrm>
                <a:off x="208155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4" name="ph7474"/>
              <p:cNvSpPr/>
              <p:nvPr/>
            </p:nvSpPr>
            <p:spPr>
              <a:xfrm>
                <a:off x="209099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5" name="ph7475"/>
              <p:cNvSpPr/>
              <p:nvPr/>
            </p:nvSpPr>
            <p:spPr>
              <a:xfrm>
                <a:off x="210043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6" name="ph7476"/>
              <p:cNvSpPr/>
              <p:nvPr/>
            </p:nvSpPr>
            <p:spPr>
              <a:xfrm>
                <a:off x="210987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7" name="ph7477"/>
              <p:cNvSpPr/>
              <p:nvPr/>
            </p:nvSpPr>
            <p:spPr>
              <a:xfrm>
                <a:off x="211931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8" name="ph7478"/>
              <p:cNvSpPr/>
              <p:nvPr/>
            </p:nvSpPr>
            <p:spPr>
              <a:xfrm>
                <a:off x="212875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9" name="ph7479"/>
              <p:cNvSpPr/>
              <p:nvPr/>
            </p:nvSpPr>
            <p:spPr>
              <a:xfrm>
                <a:off x="213819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0" name="ph7480"/>
              <p:cNvSpPr/>
              <p:nvPr/>
            </p:nvSpPr>
            <p:spPr>
              <a:xfrm>
                <a:off x="214763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1" name="ph7481"/>
              <p:cNvSpPr/>
              <p:nvPr/>
            </p:nvSpPr>
            <p:spPr>
              <a:xfrm>
                <a:off x="215707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2" name="ph7482"/>
              <p:cNvSpPr/>
              <p:nvPr/>
            </p:nvSpPr>
            <p:spPr>
              <a:xfrm>
                <a:off x="216651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3" name="ph7483"/>
              <p:cNvSpPr/>
              <p:nvPr/>
            </p:nvSpPr>
            <p:spPr>
              <a:xfrm>
                <a:off x="217595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4" name="ph7484"/>
              <p:cNvSpPr/>
              <p:nvPr/>
            </p:nvSpPr>
            <p:spPr>
              <a:xfrm>
                <a:off x="218539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5" name="ph7485"/>
              <p:cNvSpPr/>
              <p:nvPr/>
            </p:nvSpPr>
            <p:spPr>
              <a:xfrm>
                <a:off x="219483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6" name="ph7486"/>
              <p:cNvSpPr/>
              <p:nvPr/>
            </p:nvSpPr>
            <p:spPr>
              <a:xfrm>
                <a:off x="220427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7" name="ph7487"/>
              <p:cNvSpPr/>
              <p:nvPr/>
            </p:nvSpPr>
            <p:spPr>
              <a:xfrm>
                <a:off x="221371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8" name="ph7488"/>
              <p:cNvSpPr/>
              <p:nvPr/>
            </p:nvSpPr>
            <p:spPr>
              <a:xfrm>
                <a:off x="222315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9" name="ph7489"/>
              <p:cNvSpPr/>
              <p:nvPr/>
            </p:nvSpPr>
            <p:spPr>
              <a:xfrm>
                <a:off x="223259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0" name="ph7490"/>
              <p:cNvSpPr/>
              <p:nvPr/>
            </p:nvSpPr>
            <p:spPr>
              <a:xfrm>
                <a:off x="224203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1" name="ph7491"/>
              <p:cNvSpPr/>
              <p:nvPr/>
            </p:nvSpPr>
            <p:spPr>
              <a:xfrm>
                <a:off x="225147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2" name="ph7492"/>
              <p:cNvSpPr/>
              <p:nvPr/>
            </p:nvSpPr>
            <p:spPr>
              <a:xfrm>
                <a:off x="226091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3" name="ph7493"/>
              <p:cNvSpPr/>
              <p:nvPr/>
            </p:nvSpPr>
            <p:spPr>
              <a:xfrm>
                <a:off x="227035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4" name="ph7494"/>
              <p:cNvSpPr/>
              <p:nvPr/>
            </p:nvSpPr>
            <p:spPr>
              <a:xfrm>
                <a:off x="227979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5" name="ph7495"/>
              <p:cNvSpPr/>
              <p:nvPr/>
            </p:nvSpPr>
            <p:spPr>
              <a:xfrm>
                <a:off x="228923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6" name="ph7496"/>
              <p:cNvSpPr/>
              <p:nvPr/>
            </p:nvSpPr>
            <p:spPr>
              <a:xfrm>
                <a:off x="229867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7" name="ph7497"/>
              <p:cNvSpPr/>
              <p:nvPr/>
            </p:nvSpPr>
            <p:spPr>
              <a:xfrm>
                <a:off x="230811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8" name="ph7498"/>
              <p:cNvSpPr/>
              <p:nvPr/>
            </p:nvSpPr>
            <p:spPr>
              <a:xfrm>
                <a:off x="2326999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669" y="896838"/>
                    </a:lnTo>
                    <a:lnTo>
                      <a:pt x="913349" y="898877"/>
                    </a:lnTo>
                    <a:lnTo>
                      <a:pt x="914400" y="899358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9" name="ph7499"/>
              <p:cNvSpPr/>
              <p:nvPr/>
            </p:nvSpPr>
            <p:spPr>
              <a:xfrm>
                <a:off x="2336439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358"/>
                    </a:lnTo>
                    <a:lnTo>
                      <a:pt x="909526" y="901452"/>
                    </a:lnTo>
                    <a:lnTo>
                      <a:pt x="914400" y="90418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0" name="ph7500"/>
              <p:cNvSpPr/>
              <p:nvPr/>
            </p:nvSpPr>
            <p:spPr>
              <a:xfrm>
                <a:off x="2345879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186"/>
                    </a:lnTo>
                    <a:lnTo>
                      <a:pt x="905625" y="904559"/>
                    </a:lnTo>
                    <a:lnTo>
                      <a:pt x="911071" y="908187"/>
                    </a:lnTo>
                    <a:lnTo>
                      <a:pt x="914400" y="910768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1" name="ph7501"/>
              <p:cNvSpPr/>
              <p:nvPr/>
            </p:nvSpPr>
            <p:spPr>
              <a:xfrm>
                <a:off x="2345879" y="1148744"/>
                <a:ext cx="91873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9" h="914400">
                    <a:moveTo>
                      <a:pt x="914400" y="914400"/>
                    </a:moveTo>
                    <a:lnTo>
                      <a:pt x="914400" y="910768"/>
                    </a:lnTo>
                    <a:lnTo>
                      <a:pt x="916411" y="912329"/>
                    </a:lnTo>
                    <a:lnTo>
                      <a:pt x="918739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2" name="ph7502"/>
              <p:cNvSpPr/>
              <p:nvPr/>
            </p:nvSpPr>
            <p:spPr>
              <a:xfrm>
                <a:off x="3450387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34" y="914400"/>
                    </a:lnTo>
                    <a:lnTo>
                      <a:pt x="914096" y="907532"/>
                    </a:lnTo>
                    <a:lnTo>
                      <a:pt x="914400" y="90663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3" name="ph7503"/>
              <p:cNvSpPr/>
              <p:nvPr/>
            </p:nvSpPr>
            <p:spPr>
              <a:xfrm>
                <a:off x="3459827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207"/>
                    </a:lnTo>
                    <a:lnTo>
                      <a:pt x="907869" y="915625"/>
                    </a:lnTo>
                    <a:lnTo>
                      <a:pt x="90833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4" name="ph7504"/>
              <p:cNvSpPr/>
              <p:nvPr/>
            </p:nvSpPr>
            <p:spPr>
              <a:xfrm>
                <a:off x="345982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5" name="ph7505"/>
              <p:cNvSpPr/>
              <p:nvPr/>
            </p:nvSpPr>
            <p:spPr>
              <a:xfrm>
                <a:off x="346926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6" name="ph7506"/>
              <p:cNvSpPr/>
              <p:nvPr/>
            </p:nvSpPr>
            <p:spPr>
              <a:xfrm>
                <a:off x="347870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7" name="ph7507"/>
              <p:cNvSpPr/>
              <p:nvPr/>
            </p:nvSpPr>
            <p:spPr>
              <a:xfrm>
                <a:off x="348814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8" name="ph7508"/>
              <p:cNvSpPr/>
              <p:nvPr/>
            </p:nvSpPr>
            <p:spPr>
              <a:xfrm>
                <a:off x="349758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9" name="ph7509"/>
              <p:cNvSpPr/>
              <p:nvPr/>
            </p:nvSpPr>
            <p:spPr>
              <a:xfrm>
                <a:off x="350702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0" name="ph7510"/>
              <p:cNvSpPr/>
              <p:nvPr/>
            </p:nvSpPr>
            <p:spPr>
              <a:xfrm>
                <a:off x="351646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1" name="ph7511"/>
              <p:cNvSpPr/>
              <p:nvPr/>
            </p:nvSpPr>
            <p:spPr>
              <a:xfrm>
                <a:off x="352590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2" name="ph7512"/>
              <p:cNvSpPr/>
              <p:nvPr/>
            </p:nvSpPr>
            <p:spPr>
              <a:xfrm>
                <a:off x="353534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3" name="ph7513"/>
              <p:cNvSpPr/>
              <p:nvPr/>
            </p:nvSpPr>
            <p:spPr>
              <a:xfrm>
                <a:off x="354479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4" name="ph7514"/>
              <p:cNvSpPr/>
              <p:nvPr/>
            </p:nvSpPr>
            <p:spPr>
              <a:xfrm>
                <a:off x="355423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5" name="ph7515"/>
              <p:cNvSpPr/>
              <p:nvPr/>
            </p:nvSpPr>
            <p:spPr>
              <a:xfrm>
                <a:off x="356367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6" name="ph7516"/>
              <p:cNvSpPr/>
              <p:nvPr/>
            </p:nvSpPr>
            <p:spPr>
              <a:xfrm>
                <a:off x="357311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7" name="ph7517"/>
              <p:cNvSpPr/>
              <p:nvPr/>
            </p:nvSpPr>
            <p:spPr>
              <a:xfrm>
                <a:off x="358255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8" name="ph7518"/>
              <p:cNvSpPr/>
              <p:nvPr/>
            </p:nvSpPr>
            <p:spPr>
              <a:xfrm>
                <a:off x="359199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9" name="ph7519"/>
              <p:cNvSpPr/>
              <p:nvPr/>
            </p:nvSpPr>
            <p:spPr>
              <a:xfrm>
                <a:off x="360143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0" name="ph7520"/>
              <p:cNvSpPr/>
              <p:nvPr/>
            </p:nvSpPr>
            <p:spPr>
              <a:xfrm>
                <a:off x="361087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1" name="ph7521"/>
              <p:cNvSpPr/>
              <p:nvPr/>
            </p:nvSpPr>
            <p:spPr>
              <a:xfrm>
                <a:off x="362031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2" name="ph7522"/>
              <p:cNvSpPr/>
              <p:nvPr/>
            </p:nvSpPr>
            <p:spPr>
              <a:xfrm>
                <a:off x="362975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3" name="ph7523"/>
              <p:cNvSpPr/>
              <p:nvPr/>
            </p:nvSpPr>
            <p:spPr>
              <a:xfrm>
                <a:off x="363919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4" name="ph7524"/>
              <p:cNvSpPr/>
              <p:nvPr/>
            </p:nvSpPr>
            <p:spPr>
              <a:xfrm>
                <a:off x="364863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5" name="ph7525"/>
              <p:cNvSpPr/>
              <p:nvPr/>
            </p:nvSpPr>
            <p:spPr>
              <a:xfrm>
                <a:off x="365807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6" name="ph7526"/>
              <p:cNvSpPr/>
              <p:nvPr/>
            </p:nvSpPr>
            <p:spPr>
              <a:xfrm>
                <a:off x="366751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7" name="ph7527"/>
              <p:cNvSpPr/>
              <p:nvPr/>
            </p:nvSpPr>
            <p:spPr>
              <a:xfrm>
                <a:off x="367695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8" name="ph7528"/>
              <p:cNvSpPr/>
              <p:nvPr/>
            </p:nvSpPr>
            <p:spPr>
              <a:xfrm>
                <a:off x="368639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9" name="ph7529"/>
              <p:cNvSpPr/>
              <p:nvPr/>
            </p:nvSpPr>
            <p:spPr>
              <a:xfrm>
                <a:off x="369583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0" name="ph7530"/>
              <p:cNvSpPr/>
              <p:nvPr/>
            </p:nvSpPr>
            <p:spPr>
              <a:xfrm>
                <a:off x="370527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1" name="ph7531"/>
              <p:cNvSpPr/>
              <p:nvPr/>
            </p:nvSpPr>
            <p:spPr>
              <a:xfrm>
                <a:off x="371471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2" name="ph7532"/>
              <p:cNvSpPr/>
              <p:nvPr/>
            </p:nvSpPr>
            <p:spPr>
              <a:xfrm>
                <a:off x="372415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3" name="ph7533"/>
              <p:cNvSpPr/>
              <p:nvPr/>
            </p:nvSpPr>
            <p:spPr>
              <a:xfrm>
                <a:off x="373359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4" name="ph7534"/>
              <p:cNvSpPr/>
              <p:nvPr/>
            </p:nvSpPr>
            <p:spPr>
              <a:xfrm>
                <a:off x="374303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5" name="ph7535"/>
              <p:cNvSpPr/>
              <p:nvPr/>
            </p:nvSpPr>
            <p:spPr>
              <a:xfrm>
                <a:off x="375247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6" name="ph7536"/>
              <p:cNvSpPr/>
              <p:nvPr/>
            </p:nvSpPr>
            <p:spPr>
              <a:xfrm>
                <a:off x="376191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7" name="ph7537"/>
              <p:cNvSpPr/>
              <p:nvPr/>
            </p:nvSpPr>
            <p:spPr>
              <a:xfrm>
                <a:off x="377135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8" name="ph7538"/>
              <p:cNvSpPr/>
              <p:nvPr/>
            </p:nvSpPr>
            <p:spPr>
              <a:xfrm>
                <a:off x="378079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9" name="ph7539"/>
              <p:cNvSpPr/>
              <p:nvPr/>
            </p:nvSpPr>
            <p:spPr>
              <a:xfrm>
                <a:off x="379023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0" name="ph7540"/>
              <p:cNvSpPr/>
              <p:nvPr/>
            </p:nvSpPr>
            <p:spPr>
              <a:xfrm>
                <a:off x="379967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1" name="ph7541"/>
              <p:cNvSpPr/>
              <p:nvPr/>
            </p:nvSpPr>
            <p:spPr>
              <a:xfrm>
                <a:off x="380911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2" name="ph7542"/>
              <p:cNvSpPr/>
              <p:nvPr/>
            </p:nvSpPr>
            <p:spPr>
              <a:xfrm>
                <a:off x="381855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3" name="ph7543"/>
              <p:cNvSpPr/>
              <p:nvPr/>
            </p:nvSpPr>
            <p:spPr>
              <a:xfrm>
                <a:off x="382799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4" name="ph7544"/>
              <p:cNvSpPr/>
              <p:nvPr/>
            </p:nvSpPr>
            <p:spPr>
              <a:xfrm>
                <a:off x="383743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5" name="ph7545"/>
              <p:cNvSpPr/>
              <p:nvPr/>
            </p:nvSpPr>
            <p:spPr>
              <a:xfrm>
                <a:off x="3846877" y="1148744"/>
                <a:ext cx="9192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25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258" y="896830"/>
                    </a:lnTo>
                    <a:lnTo>
                      <a:pt x="919208" y="897292"/>
                    </a:lnTo>
                    <a:lnTo>
                      <a:pt x="917735" y="908058"/>
                    </a:lnTo>
                    <a:lnTo>
                      <a:pt x="917266" y="911143"/>
                    </a:lnTo>
                    <a:lnTo>
                      <a:pt x="916800" y="914214"/>
                    </a:lnTo>
                    <a:lnTo>
                      <a:pt x="91677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6" name="ph7546"/>
              <p:cNvSpPr/>
              <p:nvPr/>
            </p:nvSpPr>
            <p:spPr>
              <a:xfrm>
                <a:off x="2034351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621" y="931969"/>
                    </a:lnTo>
                    <a:lnTo>
                      <a:pt x="909842" y="923725"/>
                    </a:lnTo>
                    <a:lnTo>
                      <a:pt x="911511" y="91439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7" name="ph7547"/>
              <p:cNvSpPr/>
              <p:nvPr/>
            </p:nvSpPr>
            <p:spPr>
              <a:xfrm>
                <a:off x="203435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8" name="ph7548"/>
              <p:cNvSpPr/>
              <p:nvPr/>
            </p:nvSpPr>
            <p:spPr>
              <a:xfrm>
                <a:off x="204379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9" name="ph7549"/>
              <p:cNvSpPr/>
              <p:nvPr/>
            </p:nvSpPr>
            <p:spPr>
              <a:xfrm>
                <a:off x="205323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0" name="ph7550"/>
              <p:cNvSpPr/>
              <p:nvPr/>
            </p:nvSpPr>
            <p:spPr>
              <a:xfrm>
                <a:off x="206267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1" name="ph7551"/>
              <p:cNvSpPr/>
              <p:nvPr/>
            </p:nvSpPr>
            <p:spPr>
              <a:xfrm>
                <a:off x="207211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2" name="ph7552"/>
              <p:cNvSpPr/>
              <p:nvPr/>
            </p:nvSpPr>
            <p:spPr>
              <a:xfrm>
                <a:off x="208155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3" name="ph7553"/>
              <p:cNvSpPr/>
              <p:nvPr/>
            </p:nvSpPr>
            <p:spPr>
              <a:xfrm>
                <a:off x="209099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4" name="ph7554"/>
              <p:cNvSpPr/>
              <p:nvPr/>
            </p:nvSpPr>
            <p:spPr>
              <a:xfrm>
                <a:off x="210043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5" name="ph7555"/>
              <p:cNvSpPr/>
              <p:nvPr/>
            </p:nvSpPr>
            <p:spPr>
              <a:xfrm>
                <a:off x="210987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6" name="ph7556"/>
              <p:cNvSpPr/>
              <p:nvPr/>
            </p:nvSpPr>
            <p:spPr>
              <a:xfrm>
                <a:off x="211931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7" name="ph7557"/>
              <p:cNvSpPr/>
              <p:nvPr/>
            </p:nvSpPr>
            <p:spPr>
              <a:xfrm>
                <a:off x="212875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8" name="ph7558"/>
              <p:cNvSpPr/>
              <p:nvPr/>
            </p:nvSpPr>
            <p:spPr>
              <a:xfrm>
                <a:off x="213819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9" name="ph7559"/>
              <p:cNvSpPr/>
              <p:nvPr/>
            </p:nvSpPr>
            <p:spPr>
              <a:xfrm>
                <a:off x="214763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0" name="ph7560"/>
              <p:cNvSpPr/>
              <p:nvPr/>
            </p:nvSpPr>
            <p:spPr>
              <a:xfrm>
                <a:off x="215707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1" name="ph7561"/>
              <p:cNvSpPr/>
              <p:nvPr/>
            </p:nvSpPr>
            <p:spPr>
              <a:xfrm>
                <a:off x="216651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2" name="ph7562"/>
              <p:cNvSpPr/>
              <p:nvPr/>
            </p:nvSpPr>
            <p:spPr>
              <a:xfrm>
                <a:off x="217595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3" name="ph7563"/>
              <p:cNvSpPr/>
              <p:nvPr/>
            </p:nvSpPr>
            <p:spPr>
              <a:xfrm>
                <a:off x="218539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4" name="ph7564"/>
              <p:cNvSpPr/>
              <p:nvPr/>
            </p:nvSpPr>
            <p:spPr>
              <a:xfrm>
                <a:off x="219483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5" name="ph7565"/>
              <p:cNvSpPr/>
              <p:nvPr/>
            </p:nvSpPr>
            <p:spPr>
              <a:xfrm>
                <a:off x="220427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6" name="ph7566"/>
              <p:cNvSpPr/>
              <p:nvPr/>
            </p:nvSpPr>
            <p:spPr>
              <a:xfrm>
                <a:off x="221371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7" name="ph7567"/>
              <p:cNvSpPr/>
              <p:nvPr/>
            </p:nvSpPr>
            <p:spPr>
              <a:xfrm>
                <a:off x="222315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8" name="ph7568"/>
              <p:cNvSpPr/>
              <p:nvPr/>
            </p:nvSpPr>
            <p:spPr>
              <a:xfrm>
                <a:off x="223259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9" name="ph7569"/>
              <p:cNvSpPr/>
              <p:nvPr/>
            </p:nvSpPr>
            <p:spPr>
              <a:xfrm>
                <a:off x="224203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0" name="ph7570"/>
              <p:cNvSpPr/>
              <p:nvPr/>
            </p:nvSpPr>
            <p:spPr>
              <a:xfrm>
                <a:off x="225147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1" name="ph7571"/>
              <p:cNvSpPr/>
              <p:nvPr/>
            </p:nvSpPr>
            <p:spPr>
              <a:xfrm>
                <a:off x="226091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2" name="ph7572"/>
              <p:cNvSpPr/>
              <p:nvPr/>
            </p:nvSpPr>
            <p:spPr>
              <a:xfrm>
                <a:off x="2279797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87" y="896830"/>
                    </a:lnTo>
                    <a:lnTo>
                      <a:pt x="908514" y="900233"/>
                    </a:lnTo>
                    <a:lnTo>
                      <a:pt x="910495" y="900746"/>
                    </a:lnTo>
                    <a:lnTo>
                      <a:pt x="910840" y="900852"/>
                    </a:lnTo>
                    <a:lnTo>
                      <a:pt x="911187" y="900958"/>
                    </a:lnTo>
                    <a:lnTo>
                      <a:pt x="911534" y="901064"/>
                    </a:lnTo>
                    <a:lnTo>
                      <a:pt x="911881" y="901170"/>
                    </a:lnTo>
                    <a:lnTo>
                      <a:pt x="912228" y="901276"/>
                    </a:lnTo>
                    <a:lnTo>
                      <a:pt x="912575" y="901383"/>
                    </a:lnTo>
                    <a:lnTo>
                      <a:pt x="912922" y="901489"/>
                    </a:lnTo>
                    <a:lnTo>
                      <a:pt x="913270" y="901595"/>
                    </a:lnTo>
                    <a:lnTo>
                      <a:pt x="913617" y="901701"/>
                    </a:lnTo>
                    <a:lnTo>
                      <a:pt x="913964" y="901808"/>
                    </a:lnTo>
                    <a:lnTo>
                      <a:pt x="914400" y="90194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3" name="ph7573"/>
              <p:cNvSpPr/>
              <p:nvPr/>
            </p:nvSpPr>
            <p:spPr>
              <a:xfrm>
                <a:off x="2289238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941"/>
                    </a:lnTo>
                    <a:lnTo>
                      <a:pt x="905217" y="902020"/>
                    </a:lnTo>
                    <a:lnTo>
                      <a:pt x="905564" y="902126"/>
                    </a:lnTo>
                    <a:lnTo>
                      <a:pt x="905911" y="902233"/>
                    </a:lnTo>
                    <a:lnTo>
                      <a:pt x="906258" y="902339"/>
                    </a:lnTo>
                    <a:lnTo>
                      <a:pt x="906605" y="902445"/>
                    </a:lnTo>
                    <a:lnTo>
                      <a:pt x="906952" y="902551"/>
                    </a:lnTo>
                    <a:lnTo>
                      <a:pt x="907299" y="902658"/>
                    </a:lnTo>
                    <a:lnTo>
                      <a:pt x="907646" y="902764"/>
                    </a:lnTo>
                    <a:lnTo>
                      <a:pt x="907993" y="902870"/>
                    </a:lnTo>
                    <a:lnTo>
                      <a:pt x="908340" y="902977"/>
                    </a:lnTo>
                    <a:lnTo>
                      <a:pt x="908687" y="903083"/>
                    </a:lnTo>
                    <a:lnTo>
                      <a:pt x="909034" y="903189"/>
                    </a:lnTo>
                    <a:lnTo>
                      <a:pt x="909381" y="903296"/>
                    </a:lnTo>
                    <a:lnTo>
                      <a:pt x="909728" y="903402"/>
                    </a:lnTo>
                    <a:lnTo>
                      <a:pt x="910075" y="903509"/>
                    </a:lnTo>
                    <a:lnTo>
                      <a:pt x="910422" y="903615"/>
                    </a:lnTo>
                    <a:lnTo>
                      <a:pt x="910769" y="903721"/>
                    </a:lnTo>
                    <a:lnTo>
                      <a:pt x="911116" y="903828"/>
                    </a:lnTo>
                    <a:lnTo>
                      <a:pt x="911463" y="903934"/>
                    </a:lnTo>
                    <a:lnTo>
                      <a:pt x="911809" y="904041"/>
                    </a:lnTo>
                    <a:lnTo>
                      <a:pt x="912156" y="904147"/>
                    </a:lnTo>
                    <a:lnTo>
                      <a:pt x="912503" y="904254"/>
                    </a:lnTo>
                    <a:lnTo>
                      <a:pt x="912850" y="904360"/>
                    </a:lnTo>
                    <a:lnTo>
                      <a:pt x="913197" y="904466"/>
                    </a:lnTo>
                    <a:lnTo>
                      <a:pt x="913544" y="904573"/>
                    </a:lnTo>
                    <a:lnTo>
                      <a:pt x="913891" y="904679"/>
                    </a:lnTo>
                    <a:lnTo>
                      <a:pt x="914238" y="904786"/>
                    </a:lnTo>
                    <a:lnTo>
                      <a:pt x="914400" y="90483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4" name="ph7574"/>
              <p:cNvSpPr/>
              <p:nvPr/>
            </p:nvSpPr>
            <p:spPr>
              <a:xfrm>
                <a:off x="2298678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836"/>
                    </a:lnTo>
                    <a:lnTo>
                      <a:pt x="905144" y="904892"/>
                    </a:lnTo>
                    <a:lnTo>
                      <a:pt x="905491" y="904999"/>
                    </a:lnTo>
                    <a:lnTo>
                      <a:pt x="905838" y="905105"/>
                    </a:lnTo>
                    <a:lnTo>
                      <a:pt x="906185" y="905212"/>
                    </a:lnTo>
                    <a:lnTo>
                      <a:pt x="906531" y="905319"/>
                    </a:lnTo>
                    <a:lnTo>
                      <a:pt x="906878" y="905425"/>
                    </a:lnTo>
                    <a:lnTo>
                      <a:pt x="907225" y="905532"/>
                    </a:lnTo>
                    <a:lnTo>
                      <a:pt x="907572" y="905638"/>
                    </a:lnTo>
                    <a:lnTo>
                      <a:pt x="907919" y="905745"/>
                    </a:lnTo>
                    <a:lnTo>
                      <a:pt x="908265" y="905851"/>
                    </a:lnTo>
                    <a:lnTo>
                      <a:pt x="908612" y="905958"/>
                    </a:lnTo>
                    <a:lnTo>
                      <a:pt x="908959" y="906065"/>
                    </a:lnTo>
                    <a:lnTo>
                      <a:pt x="909306" y="906171"/>
                    </a:lnTo>
                    <a:lnTo>
                      <a:pt x="909653" y="906278"/>
                    </a:lnTo>
                    <a:lnTo>
                      <a:pt x="909999" y="906384"/>
                    </a:lnTo>
                    <a:lnTo>
                      <a:pt x="910346" y="906491"/>
                    </a:lnTo>
                    <a:lnTo>
                      <a:pt x="910693" y="906598"/>
                    </a:lnTo>
                    <a:lnTo>
                      <a:pt x="911040" y="906704"/>
                    </a:lnTo>
                    <a:lnTo>
                      <a:pt x="911386" y="906811"/>
                    </a:lnTo>
                    <a:lnTo>
                      <a:pt x="911733" y="906918"/>
                    </a:lnTo>
                    <a:lnTo>
                      <a:pt x="912080" y="907024"/>
                    </a:lnTo>
                    <a:lnTo>
                      <a:pt x="912427" y="907131"/>
                    </a:lnTo>
                    <a:lnTo>
                      <a:pt x="912773" y="907238"/>
                    </a:lnTo>
                    <a:lnTo>
                      <a:pt x="913120" y="907344"/>
                    </a:lnTo>
                    <a:lnTo>
                      <a:pt x="913467" y="907451"/>
                    </a:lnTo>
                    <a:lnTo>
                      <a:pt x="913813" y="907558"/>
                    </a:lnTo>
                    <a:lnTo>
                      <a:pt x="914160" y="907665"/>
                    </a:lnTo>
                    <a:lnTo>
                      <a:pt x="914400" y="907738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5" name="ph7575"/>
              <p:cNvSpPr/>
              <p:nvPr/>
            </p:nvSpPr>
            <p:spPr>
              <a:xfrm>
                <a:off x="2308118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6" y="907771"/>
                    </a:lnTo>
                    <a:lnTo>
                      <a:pt x="905413" y="907878"/>
                    </a:lnTo>
                    <a:lnTo>
                      <a:pt x="905760" y="907985"/>
                    </a:lnTo>
                    <a:lnTo>
                      <a:pt x="906106" y="908092"/>
                    </a:lnTo>
                    <a:lnTo>
                      <a:pt x="906453" y="908198"/>
                    </a:lnTo>
                    <a:lnTo>
                      <a:pt x="906800" y="908305"/>
                    </a:lnTo>
                    <a:lnTo>
                      <a:pt x="907146" y="908412"/>
                    </a:lnTo>
                    <a:lnTo>
                      <a:pt x="907493" y="908519"/>
                    </a:lnTo>
                    <a:lnTo>
                      <a:pt x="907840" y="908626"/>
                    </a:lnTo>
                    <a:lnTo>
                      <a:pt x="908186" y="908733"/>
                    </a:lnTo>
                    <a:lnTo>
                      <a:pt x="908533" y="908839"/>
                    </a:lnTo>
                    <a:lnTo>
                      <a:pt x="908880" y="908946"/>
                    </a:lnTo>
                    <a:lnTo>
                      <a:pt x="909226" y="909053"/>
                    </a:lnTo>
                    <a:lnTo>
                      <a:pt x="909573" y="909160"/>
                    </a:lnTo>
                    <a:lnTo>
                      <a:pt x="909919" y="909267"/>
                    </a:lnTo>
                    <a:lnTo>
                      <a:pt x="910266" y="909374"/>
                    </a:lnTo>
                    <a:lnTo>
                      <a:pt x="910613" y="909481"/>
                    </a:lnTo>
                    <a:lnTo>
                      <a:pt x="910959" y="909587"/>
                    </a:lnTo>
                    <a:lnTo>
                      <a:pt x="911306" y="909694"/>
                    </a:lnTo>
                    <a:lnTo>
                      <a:pt x="911652" y="909801"/>
                    </a:lnTo>
                    <a:lnTo>
                      <a:pt x="911999" y="909908"/>
                    </a:lnTo>
                    <a:lnTo>
                      <a:pt x="912345" y="910015"/>
                    </a:lnTo>
                    <a:lnTo>
                      <a:pt x="912692" y="910122"/>
                    </a:lnTo>
                    <a:lnTo>
                      <a:pt x="913039" y="910229"/>
                    </a:lnTo>
                    <a:lnTo>
                      <a:pt x="913385" y="910336"/>
                    </a:lnTo>
                    <a:lnTo>
                      <a:pt x="913732" y="910443"/>
                    </a:lnTo>
                    <a:lnTo>
                      <a:pt x="914078" y="910550"/>
                    </a:lnTo>
                    <a:lnTo>
                      <a:pt x="914400" y="91064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6" name="ph7576"/>
              <p:cNvSpPr/>
              <p:nvPr/>
            </p:nvSpPr>
            <p:spPr>
              <a:xfrm>
                <a:off x="2317558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84" y="910657"/>
                    </a:lnTo>
                    <a:lnTo>
                      <a:pt x="905331" y="910764"/>
                    </a:lnTo>
                    <a:lnTo>
                      <a:pt x="905677" y="910871"/>
                    </a:lnTo>
                    <a:lnTo>
                      <a:pt x="906024" y="910978"/>
                    </a:lnTo>
                    <a:lnTo>
                      <a:pt x="906370" y="911085"/>
                    </a:lnTo>
                    <a:lnTo>
                      <a:pt x="906717" y="911192"/>
                    </a:lnTo>
                    <a:lnTo>
                      <a:pt x="907063" y="911299"/>
                    </a:lnTo>
                    <a:lnTo>
                      <a:pt x="907410" y="911406"/>
                    </a:lnTo>
                    <a:lnTo>
                      <a:pt x="907756" y="911513"/>
                    </a:lnTo>
                    <a:lnTo>
                      <a:pt x="908103" y="911620"/>
                    </a:lnTo>
                    <a:lnTo>
                      <a:pt x="908449" y="911727"/>
                    </a:lnTo>
                    <a:lnTo>
                      <a:pt x="908796" y="911834"/>
                    </a:lnTo>
                    <a:lnTo>
                      <a:pt x="909142" y="911942"/>
                    </a:lnTo>
                    <a:lnTo>
                      <a:pt x="909489" y="912049"/>
                    </a:lnTo>
                    <a:lnTo>
                      <a:pt x="909835" y="912156"/>
                    </a:lnTo>
                    <a:lnTo>
                      <a:pt x="910181" y="912263"/>
                    </a:lnTo>
                    <a:lnTo>
                      <a:pt x="910528" y="912370"/>
                    </a:lnTo>
                    <a:lnTo>
                      <a:pt x="910874" y="912477"/>
                    </a:lnTo>
                    <a:lnTo>
                      <a:pt x="911221" y="912584"/>
                    </a:lnTo>
                    <a:lnTo>
                      <a:pt x="911567" y="912692"/>
                    </a:lnTo>
                    <a:lnTo>
                      <a:pt x="911914" y="912799"/>
                    </a:lnTo>
                    <a:lnTo>
                      <a:pt x="912260" y="912906"/>
                    </a:lnTo>
                    <a:lnTo>
                      <a:pt x="912606" y="913013"/>
                    </a:lnTo>
                    <a:lnTo>
                      <a:pt x="912953" y="913120"/>
                    </a:lnTo>
                    <a:lnTo>
                      <a:pt x="913299" y="913228"/>
                    </a:lnTo>
                    <a:lnTo>
                      <a:pt x="913645" y="913335"/>
                    </a:lnTo>
                    <a:lnTo>
                      <a:pt x="913992" y="913442"/>
                    </a:lnTo>
                    <a:lnTo>
                      <a:pt x="914400" y="913568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7" name="ph7577"/>
              <p:cNvSpPr/>
              <p:nvPr/>
            </p:nvSpPr>
            <p:spPr>
              <a:xfrm>
                <a:off x="2317558" y="1131174"/>
                <a:ext cx="9170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3" h="914400">
                    <a:moveTo>
                      <a:pt x="914400" y="914400"/>
                    </a:moveTo>
                    <a:lnTo>
                      <a:pt x="914400" y="913568"/>
                    </a:lnTo>
                    <a:lnTo>
                      <a:pt x="914684" y="913656"/>
                    </a:lnTo>
                    <a:lnTo>
                      <a:pt x="915031" y="913764"/>
                    </a:lnTo>
                    <a:lnTo>
                      <a:pt x="915377" y="913871"/>
                    </a:lnTo>
                    <a:lnTo>
                      <a:pt x="915724" y="913978"/>
                    </a:lnTo>
                    <a:lnTo>
                      <a:pt x="916070" y="914086"/>
                    </a:lnTo>
                    <a:lnTo>
                      <a:pt x="916416" y="914193"/>
                    </a:lnTo>
                    <a:lnTo>
                      <a:pt x="916762" y="914300"/>
                    </a:lnTo>
                    <a:lnTo>
                      <a:pt x="917083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8" name="ph7578"/>
              <p:cNvSpPr/>
              <p:nvPr/>
            </p:nvSpPr>
            <p:spPr>
              <a:xfrm>
                <a:off x="3459827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35" y="914400"/>
                    </a:lnTo>
                    <a:lnTo>
                      <a:pt x="911347" y="906480"/>
                    </a:lnTo>
                    <a:lnTo>
                      <a:pt x="914400" y="8992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9" name="ph7579"/>
              <p:cNvSpPr/>
              <p:nvPr/>
            </p:nvSpPr>
            <p:spPr>
              <a:xfrm>
                <a:off x="3469268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68"/>
                    </a:lnTo>
                    <a:lnTo>
                      <a:pt x="905642" y="915262"/>
                    </a:lnTo>
                    <a:lnTo>
                      <a:pt x="906050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0" name="ph7580"/>
              <p:cNvSpPr/>
              <p:nvPr/>
            </p:nvSpPr>
            <p:spPr>
              <a:xfrm>
                <a:off x="346926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1" name="ph7581"/>
              <p:cNvSpPr/>
              <p:nvPr/>
            </p:nvSpPr>
            <p:spPr>
              <a:xfrm>
                <a:off x="347870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2" name="ph7582"/>
              <p:cNvSpPr/>
              <p:nvPr/>
            </p:nvSpPr>
            <p:spPr>
              <a:xfrm>
                <a:off x="348814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3" name="ph7583"/>
              <p:cNvSpPr/>
              <p:nvPr/>
            </p:nvSpPr>
            <p:spPr>
              <a:xfrm>
                <a:off x="349758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4" name="ph7584"/>
              <p:cNvSpPr/>
              <p:nvPr/>
            </p:nvSpPr>
            <p:spPr>
              <a:xfrm>
                <a:off x="350702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5" name="ph7585"/>
              <p:cNvSpPr/>
              <p:nvPr/>
            </p:nvSpPr>
            <p:spPr>
              <a:xfrm>
                <a:off x="351646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6" name="ph7586"/>
              <p:cNvSpPr/>
              <p:nvPr/>
            </p:nvSpPr>
            <p:spPr>
              <a:xfrm>
                <a:off x="352590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7" name="ph7587"/>
              <p:cNvSpPr/>
              <p:nvPr/>
            </p:nvSpPr>
            <p:spPr>
              <a:xfrm>
                <a:off x="353534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8" name="ph7588"/>
              <p:cNvSpPr/>
              <p:nvPr/>
            </p:nvSpPr>
            <p:spPr>
              <a:xfrm>
                <a:off x="354479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9" name="ph7589"/>
              <p:cNvSpPr/>
              <p:nvPr/>
            </p:nvSpPr>
            <p:spPr>
              <a:xfrm>
                <a:off x="355423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0" name="ph7590"/>
              <p:cNvSpPr/>
              <p:nvPr/>
            </p:nvSpPr>
            <p:spPr>
              <a:xfrm>
                <a:off x="356367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1" name="ph7591"/>
              <p:cNvSpPr/>
              <p:nvPr/>
            </p:nvSpPr>
            <p:spPr>
              <a:xfrm>
                <a:off x="357311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2" name="ph7592"/>
              <p:cNvSpPr/>
              <p:nvPr/>
            </p:nvSpPr>
            <p:spPr>
              <a:xfrm>
                <a:off x="358255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3" name="ph7593"/>
              <p:cNvSpPr/>
              <p:nvPr/>
            </p:nvSpPr>
            <p:spPr>
              <a:xfrm>
                <a:off x="359199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4" name="ph7594"/>
              <p:cNvSpPr/>
              <p:nvPr/>
            </p:nvSpPr>
            <p:spPr>
              <a:xfrm>
                <a:off x="360143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5" name="ph7595"/>
              <p:cNvSpPr/>
              <p:nvPr/>
            </p:nvSpPr>
            <p:spPr>
              <a:xfrm>
                <a:off x="361087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6" name="ph7596"/>
              <p:cNvSpPr/>
              <p:nvPr/>
            </p:nvSpPr>
            <p:spPr>
              <a:xfrm>
                <a:off x="362031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7" name="ph7597"/>
              <p:cNvSpPr/>
              <p:nvPr/>
            </p:nvSpPr>
            <p:spPr>
              <a:xfrm>
                <a:off x="362975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8" name="ph7598"/>
              <p:cNvSpPr/>
              <p:nvPr/>
            </p:nvSpPr>
            <p:spPr>
              <a:xfrm>
                <a:off x="363919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9" name="ph7599"/>
              <p:cNvSpPr/>
              <p:nvPr/>
            </p:nvSpPr>
            <p:spPr>
              <a:xfrm>
                <a:off x="364863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0" name="ph7600"/>
              <p:cNvSpPr/>
              <p:nvPr/>
            </p:nvSpPr>
            <p:spPr>
              <a:xfrm>
                <a:off x="365807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1" name="ph7601"/>
              <p:cNvSpPr/>
              <p:nvPr/>
            </p:nvSpPr>
            <p:spPr>
              <a:xfrm>
                <a:off x="366751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2" name="ph7602"/>
              <p:cNvSpPr/>
              <p:nvPr/>
            </p:nvSpPr>
            <p:spPr>
              <a:xfrm>
                <a:off x="367695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3" name="ph7603"/>
              <p:cNvSpPr/>
              <p:nvPr/>
            </p:nvSpPr>
            <p:spPr>
              <a:xfrm>
                <a:off x="368639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4" name="ph7604"/>
              <p:cNvSpPr/>
              <p:nvPr/>
            </p:nvSpPr>
            <p:spPr>
              <a:xfrm>
                <a:off x="369583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5" name="ph7605"/>
              <p:cNvSpPr/>
              <p:nvPr/>
            </p:nvSpPr>
            <p:spPr>
              <a:xfrm>
                <a:off x="370527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6" name="ph7606"/>
              <p:cNvSpPr/>
              <p:nvPr/>
            </p:nvSpPr>
            <p:spPr>
              <a:xfrm>
                <a:off x="371471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7" name="ph7607"/>
              <p:cNvSpPr/>
              <p:nvPr/>
            </p:nvSpPr>
            <p:spPr>
              <a:xfrm>
                <a:off x="372415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8" name="ph7608"/>
              <p:cNvSpPr/>
              <p:nvPr/>
            </p:nvSpPr>
            <p:spPr>
              <a:xfrm>
                <a:off x="373359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9" name="ph7609"/>
              <p:cNvSpPr/>
              <p:nvPr/>
            </p:nvSpPr>
            <p:spPr>
              <a:xfrm>
                <a:off x="374303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0" name="ph7610"/>
              <p:cNvSpPr/>
              <p:nvPr/>
            </p:nvSpPr>
            <p:spPr>
              <a:xfrm>
                <a:off x="375247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1" name="ph7611"/>
              <p:cNvSpPr/>
              <p:nvPr/>
            </p:nvSpPr>
            <p:spPr>
              <a:xfrm>
                <a:off x="376191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2" name="ph7612"/>
              <p:cNvSpPr/>
              <p:nvPr/>
            </p:nvSpPr>
            <p:spPr>
              <a:xfrm>
                <a:off x="377135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3" name="ph7613"/>
              <p:cNvSpPr/>
              <p:nvPr/>
            </p:nvSpPr>
            <p:spPr>
              <a:xfrm>
                <a:off x="378079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4" name="ph7614"/>
              <p:cNvSpPr/>
              <p:nvPr/>
            </p:nvSpPr>
            <p:spPr>
              <a:xfrm>
                <a:off x="379023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5" name="ph7615"/>
              <p:cNvSpPr/>
              <p:nvPr/>
            </p:nvSpPr>
            <p:spPr>
              <a:xfrm>
                <a:off x="379967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6" name="ph7616"/>
              <p:cNvSpPr/>
              <p:nvPr/>
            </p:nvSpPr>
            <p:spPr>
              <a:xfrm>
                <a:off x="380911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7" name="ph7617"/>
              <p:cNvSpPr/>
              <p:nvPr/>
            </p:nvSpPr>
            <p:spPr>
              <a:xfrm>
                <a:off x="381855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8" name="ph7618"/>
              <p:cNvSpPr/>
              <p:nvPr/>
            </p:nvSpPr>
            <p:spPr>
              <a:xfrm>
                <a:off x="382799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9" name="ph7619"/>
              <p:cNvSpPr/>
              <p:nvPr/>
            </p:nvSpPr>
            <p:spPr>
              <a:xfrm>
                <a:off x="383743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0" name="ph7620"/>
              <p:cNvSpPr/>
              <p:nvPr/>
            </p:nvSpPr>
            <p:spPr>
              <a:xfrm>
                <a:off x="3846877" y="1131174"/>
                <a:ext cx="9209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30" y="896830"/>
                    </a:lnTo>
                    <a:lnTo>
                      <a:pt x="920374" y="903967"/>
                    </a:lnTo>
                    <a:lnTo>
                      <a:pt x="919258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1" name="ph7621"/>
              <p:cNvSpPr/>
              <p:nvPr/>
            </p:nvSpPr>
            <p:spPr>
              <a:xfrm>
                <a:off x="2034351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1511" y="931969"/>
                    </a:lnTo>
                    <a:lnTo>
                      <a:pt x="911716" y="930823"/>
                    </a:lnTo>
                    <a:lnTo>
                      <a:pt x="911844" y="930215"/>
                    </a:lnTo>
                    <a:lnTo>
                      <a:pt x="911909" y="928593"/>
                    </a:lnTo>
                    <a:lnTo>
                      <a:pt x="912658" y="917657"/>
                    </a:lnTo>
                    <a:lnTo>
                      <a:pt x="912974" y="91439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2" name="ph7622"/>
              <p:cNvSpPr/>
              <p:nvPr/>
            </p:nvSpPr>
            <p:spPr>
              <a:xfrm>
                <a:off x="203435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3" name="ph7623"/>
              <p:cNvSpPr/>
              <p:nvPr/>
            </p:nvSpPr>
            <p:spPr>
              <a:xfrm>
                <a:off x="204379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4" name="ph7624"/>
              <p:cNvSpPr/>
              <p:nvPr/>
            </p:nvSpPr>
            <p:spPr>
              <a:xfrm>
                <a:off x="205323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5" name="ph7625"/>
              <p:cNvSpPr/>
              <p:nvPr/>
            </p:nvSpPr>
            <p:spPr>
              <a:xfrm>
                <a:off x="206267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6" name="ph7626"/>
              <p:cNvSpPr/>
              <p:nvPr/>
            </p:nvSpPr>
            <p:spPr>
              <a:xfrm>
                <a:off x="207211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7" name="ph7627"/>
              <p:cNvSpPr/>
              <p:nvPr/>
            </p:nvSpPr>
            <p:spPr>
              <a:xfrm>
                <a:off x="208155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8" name="ph7628"/>
              <p:cNvSpPr/>
              <p:nvPr/>
            </p:nvSpPr>
            <p:spPr>
              <a:xfrm>
                <a:off x="209099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9" name="ph7629"/>
              <p:cNvSpPr/>
              <p:nvPr/>
            </p:nvSpPr>
            <p:spPr>
              <a:xfrm>
                <a:off x="210043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0" name="ph7630"/>
              <p:cNvSpPr/>
              <p:nvPr/>
            </p:nvSpPr>
            <p:spPr>
              <a:xfrm>
                <a:off x="210987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1" name="ph7631"/>
              <p:cNvSpPr/>
              <p:nvPr/>
            </p:nvSpPr>
            <p:spPr>
              <a:xfrm>
                <a:off x="211931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2" name="ph7632"/>
              <p:cNvSpPr/>
              <p:nvPr/>
            </p:nvSpPr>
            <p:spPr>
              <a:xfrm>
                <a:off x="212875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3" name="ph7633"/>
              <p:cNvSpPr/>
              <p:nvPr/>
            </p:nvSpPr>
            <p:spPr>
              <a:xfrm>
                <a:off x="213819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4" name="ph7634"/>
              <p:cNvSpPr/>
              <p:nvPr/>
            </p:nvSpPr>
            <p:spPr>
              <a:xfrm>
                <a:off x="214763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5" name="ph7635"/>
              <p:cNvSpPr/>
              <p:nvPr/>
            </p:nvSpPr>
            <p:spPr>
              <a:xfrm>
                <a:off x="215707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6" name="ph7636"/>
              <p:cNvSpPr/>
              <p:nvPr/>
            </p:nvSpPr>
            <p:spPr>
              <a:xfrm>
                <a:off x="216651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7" name="ph7637"/>
              <p:cNvSpPr/>
              <p:nvPr/>
            </p:nvSpPr>
            <p:spPr>
              <a:xfrm>
                <a:off x="217595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8" name="ph7638"/>
              <p:cNvSpPr/>
              <p:nvPr/>
            </p:nvSpPr>
            <p:spPr>
              <a:xfrm>
                <a:off x="218539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9" name="ph7639"/>
              <p:cNvSpPr/>
              <p:nvPr/>
            </p:nvSpPr>
            <p:spPr>
              <a:xfrm>
                <a:off x="219483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0" name="ph7640"/>
              <p:cNvSpPr/>
              <p:nvPr/>
            </p:nvSpPr>
            <p:spPr>
              <a:xfrm>
                <a:off x="220427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1" name="ph7641"/>
              <p:cNvSpPr/>
              <p:nvPr/>
            </p:nvSpPr>
            <p:spPr>
              <a:xfrm>
                <a:off x="221371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2" name="ph7642"/>
              <p:cNvSpPr/>
              <p:nvPr/>
            </p:nvSpPr>
            <p:spPr>
              <a:xfrm>
                <a:off x="222315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3" name="ph7643"/>
              <p:cNvSpPr/>
              <p:nvPr/>
            </p:nvSpPr>
            <p:spPr>
              <a:xfrm>
                <a:off x="223259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4" name="ph7644"/>
              <p:cNvSpPr/>
              <p:nvPr/>
            </p:nvSpPr>
            <p:spPr>
              <a:xfrm>
                <a:off x="224203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5" name="ph7645"/>
              <p:cNvSpPr/>
              <p:nvPr/>
            </p:nvSpPr>
            <p:spPr>
              <a:xfrm>
                <a:off x="225147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6" name="ph7646"/>
              <p:cNvSpPr/>
              <p:nvPr/>
            </p:nvSpPr>
            <p:spPr>
              <a:xfrm>
                <a:off x="226091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7" name="ph7647"/>
              <p:cNvSpPr/>
              <p:nvPr/>
            </p:nvSpPr>
            <p:spPr>
              <a:xfrm>
                <a:off x="2270357" y="1113604"/>
                <a:ext cx="9175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4750" y="896830"/>
                    </a:lnTo>
                    <a:lnTo>
                      <a:pt x="915404" y="900276"/>
                    </a:lnTo>
                    <a:lnTo>
                      <a:pt x="917157" y="911440"/>
                    </a:lnTo>
                    <a:lnTo>
                      <a:pt x="917528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8" name="ph7648"/>
              <p:cNvSpPr/>
              <p:nvPr/>
            </p:nvSpPr>
            <p:spPr>
              <a:xfrm>
                <a:off x="3469268" y="111360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050" y="914399"/>
                    </a:lnTo>
                    <a:lnTo>
                      <a:pt x="909622" y="906855"/>
                    </a:lnTo>
                    <a:lnTo>
                      <a:pt x="913837" y="898854"/>
                    </a:lnTo>
                    <a:lnTo>
                      <a:pt x="914400" y="89789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9" name="ph7649"/>
              <p:cNvSpPr/>
              <p:nvPr/>
            </p:nvSpPr>
            <p:spPr>
              <a:xfrm>
                <a:off x="3478708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464"/>
                    </a:lnTo>
                    <a:lnTo>
                      <a:pt x="905583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0" name="ph7650"/>
              <p:cNvSpPr/>
              <p:nvPr/>
            </p:nvSpPr>
            <p:spPr>
              <a:xfrm>
                <a:off x="347870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1" name="ph7651"/>
              <p:cNvSpPr/>
              <p:nvPr/>
            </p:nvSpPr>
            <p:spPr>
              <a:xfrm>
                <a:off x="348814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2" name="ph7652"/>
              <p:cNvSpPr/>
              <p:nvPr/>
            </p:nvSpPr>
            <p:spPr>
              <a:xfrm>
                <a:off x="349758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3" name="ph7653"/>
              <p:cNvSpPr/>
              <p:nvPr/>
            </p:nvSpPr>
            <p:spPr>
              <a:xfrm>
                <a:off x="350702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4" name="ph7654"/>
              <p:cNvSpPr/>
              <p:nvPr/>
            </p:nvSpPr>
            <p:spPr>
              <a:xfrm>
                <a:off x="351646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5" name="ph7655"/>
              <p:cNvSpPr/>
              <p:nvPr/>
            </p:nvSpPr>
            <p:spPr>
              <a:xfrm>
                <a:off x="352590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6" name="ph7656"/>
              <p:cNvSpPr/>
              <p:nvPr/>
            </p:nvSpPr>
            <p:spPr>
              <a:xfrm>
                <a:off x="353534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7" name="ph7657"/>
              <p:cNvSpPr/>
              <p:nvPr/>
            </p:nvSpPr>
            <p:spPr>
              <a:xfrm>
                <a:off x="354479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8" name="ph7658"/>
              <p:cNvSpPr/>
              <p:nvPr/>
            </p:nvSpPr>
            <p:spPr>
              <a:xfrm>
                <a:off x="355423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9" name="ph7659"/>
              <p:cNvSpPr/>
              <p:nvPr/>
            </p:nvSpPr>
            <p:spPr>
              <a:xfrm>
                <a:off x="356367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0" name="ph7660"/>
              <p:cNvSpPr/>
              <p:nvPr/>
            </p:nvSpPr>
            <p:spPr>
              <a:xfrm>
                <a:off x="357311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1" name="ph7661"/>
              <p:cNvSpPr/>
              <p:nvPr/>
            </p:nvSpPr>
            <p:spPr>
              <a:xfrm>
                <a:off x="358255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2" name="ph7662"/>
              <p:cNvSpPr/>
              <p:nvPr/>
            </p:nvSpPr>
            <p:spPr>
              <a:xfrm>
                <a:off x="359199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3" name="ph7663"/>
              <p:cNvSpPr/>
              <p:nvPr/>
            </p:nvSpPr>
            <p:spPr>
              <a:xfrm>
                <a:off x="360143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4" name="ph7664"/>
              <p:cNvSpPr/>
              <p:nvPr/>
            </p:nvSpPr>
            <p:spPr>
              <a:xfrm>
                <a:off x="361087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5" name="ph7665"/>
              <p:cNvSpPr/>
              <p:nvPr/>
            </p:nvSpPr>
            <p:spPr>
              <a:xfrm>
                <a:off x="362031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6" name="ph7666"/>
              <p:cNvSpPr/>
              <p:nvPr/>
            </p:nvSpPr>
            <p:spPr>
              <a:xfrm>
                <a:off x="362975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7" name="ph7667"/>
              <p:cNvSpPr/>
              <p:nvPr/>
            </p:nvSpPr>
            <p:spPr>
              <a:xfrm>
                <a:off x="363919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8" name="ph7668"/>
              <p:cNvSpPr/>
              <p:nvPr/>
            </p:nvSpPr>
            <p:spPr>
              <a:xfrm>
                <a:off x="364863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9" name="ph7669"/>
              <p:cNvSpPr/>
              <p:nvPr/>
            </p:nvSpPr>
            <p:spPr>
              <a:xfrm>
                <a:off x="365807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0" name="ph7670"/>
              <p:cNvSpPr/>
              <p:nvPr/>
            </p:nvSpPr>
            <p:spPr>
              <a:xfrm>
                <a:off x="366751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1" name="ph7671"/>
              <p:cNvSpPr/>
              <p:nvPr/>
            </p:nvSpPr>
            <p:spPr>
              <a:xfrm>
                <a:off x="367695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2" name="ph7672"/>
              <p:cNvSpPr/>
              <p:nvPr/>
            </p:nvSpPr>
            <p:spPr>
              <a:xfrm>
                <a:off x="368639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3" name="ph7673"/>
              <p:cNvSpPr/>
              <p:nvPr/>
            </p:nvSpPr>
            <p:spPr>
              <a:xfrm>
                <a:off x="369583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4" name="ph7674"/>
              <p:cNvSpPr/>
              <p:nvPr/>
            </p:nvSpPr>
            <p:spPr>
              <a:xfrm>
                <a:off x="370527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5" name="ph7675"/>
              <p:cNvSpPr/>
              <p:nvPr/>
            </p:nvSpPr>
            <p:spPr>
              <a:xfrm>
                <a:off x="371471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6" name="ph7676"/>
              <p:cNvSpPr/>
              <p:nvPr/>
            </p:nvSpPr>
            <p:spPr>
              <a:xfrm>
                <a:off x="372415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7" name="ph7677"/>
              <p:cNvSpPr/>
              <p:nvPr/>
            </p:nvSpPr>
            <p:spPr>
              <a:xfrm>
                <a:off x="373359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8" name="ph7678"/>
              <p:cNvSpPr/>
              <p:nvPr/>
            </p:nvSpPr>
            <p:spPr>
              <a:xfrm>
                <a:off x="374303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9" name="ph7679"/>
              <p:cNvSpPr/>
              <p:nvPr/>
            </p:nvSpPr>
            <p:spPr>
              <a:xfrm>
                <a:off x="375247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0" name="ph7680"/>
              <p:cNvSpPr/>
              <p:nvPr/>
            </p:nvSpPr>
            <p:spPr>
              <a:xfrm>
                <a:off x="376191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1" name="ph7681"/>
              <p:cNvSpPr/>
              <p:nvPr/>
            </p:nvSpPr>
            <p:spPr>
              <a:xfrm>
                <a:off x="377135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2" name="ph7682"/>
              <p:cNvSpPr/>
              <p:nvPr/>
            </p:nvSpPr>
            <p:spPr>
              <a:xfrm>
                <a:off x="378079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3" name="ph7683"/>
              <p:cNvSpPr/>
              <p:nvPr/>
            </p:nvSpPr>
            <p:spPr>
              <a:xfrm>
                <a:off x="379023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4" name="ph7684"/>
              <p:cNvSpPr/>
              <p:nvPr/>
            </p:nvSpPr>
            <p:spPr>
              <a:xfrm>
                <a:off x="379967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5" name="ph7685"/>
              <p:cNvSpPr/>
              <p:nvPr/>
            </p:nvSpPr>
            <p:spPr>
              <a:xfrm>
                <a:off x="380911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6" name="ph7686"/>
              <p:cNvSpPr/>
              <p:nvPr/>
            </p:nvSpPr>
            <p:spPr>
              <a:xfrm>
                <a:off x="381855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7" name="ph7687"/>
              <p:cNvSpPr/>
              <p:nvPr/>
            </p:nvSpPr>
            <p:spPr>
              <a:xfrm>
                <a:off x="382799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8" name="ph7688"/>
              <p:cNvSpPr/>
              <p:nvPr/>
            </p:nvSpPr>
            <p:spPr>
              <a:xfrm>
                <a:off x="383743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9" name="ph7689"/>
              <p:cNvSpPr/>
              <p:nvPr/>
            </p:nvSpPr>
            <p:spPr>
              <a:xfrm>
                <a:off x="3846877" y="1113604"/>
                <a:ext cx="92182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2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29" y="896830"/>
                    </a:lnTo>
                    <a:lnTo>
                      <a:pt x="921774" y="899480"/>
                    </a:lnTo>
                    <a:lnTo>
                      <a:pt x="921230" y="910543"/>
                    </a:lnTo>
                    <a:lnTo>
                      <a:pt x="920930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0" name="ph7690"/>
              <p:cNvSpPr/>
              <p:nvPr/>
            </p:nvSpPr>
            <p:spPr>
              <a:xfrm>
                <a:off x="2034351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974" y="914399"/>
                    </a:lnTo>
                    <a:lnTo>
                      <a:pt x="913712" y="906808"/>
                    </a:lnTo>
                    <a:lnTo>
                      <a:pt x="914400" y="901376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1" name="ph7691"/>
              <p:cNvSpPr/>
              <p:nvPr/>
            </p:nvSpPr>
            <p:spPr>
              <a:xfrm>
                <a:off x="2043791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946"/>
                    </a:lnTo>
                    <a:lnTo>
                      <a:pt x="905535" y="914400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2" name="ph7692"/>
              <p:cNvSpPr/>
              <p:nvPr/>
            </p:nvSpPr>
            <p:spPr>
              <a:xfrm>
                <a:off x="204379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3" name="ph7693"/>
              <p:cNvSpPr/>
              <p:nvPr/>
            </p:nvSpPr>
            <p:spPr>
              <a:xfrm>
                <a:off x="205323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4" name="ph7694"/>
              <p:cNvSpPr/>
              <p:nvPr/>
            </p:nvSpPr>
            <p:spPr>
              <a:xfrm>
                <a:off x="206267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5" name="ph7695"/>
              <p:cNvSpPr/>
              <p:nvPr/>
            </p:nvSpPr>
            <p:spPr>
              <a:xfrm>
                <a:off x="207211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6" name="ph7696"/>
              <p:cNvSpPr/>
              <p:nvPr/>
            </p:nvSpPr>
            <p:spPr>
              <a:xfrm>
                <a:off x="208155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7" name="ph7697"/>
              <p:cNvSpPr/>
              <p:nvPr/>
            </p:nvSpPr>
            <p:spPr>
              <a:xfrm>
                <a:off x="209099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8" name="ph7698"/>
              <p:cNvSpPr/>
              <p:nvPr/>
            </p:nvSpPr>
            <p:spPr>
              <a:xfrm>
                <a:off x="210043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9" name="ph7699"/>
              <p:cNvSpPr/>
              <p:nvPr/>
            </p:nvSpPr>
            <p:spPr>
              <a:xfrm>
                <a:off x="210987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0" name="ph7700"/>
              <p:cNvSpPr/>
              <p:nvPr/>
            </p:nvSpPr>
            <p:spPr>
              <a:xfrm>
                <a:off x="211931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1" name="ph7701"/>
              <p:cNvSpPr/>
              <p:nvPr/>
            </p:nvSpPr>
            <p:spPr>
              <a:xfrm>
                <a:off x="212875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2" name="ph7702"/>
              <p:cNvSpPr/>
              <p:nvPr/>
            </p:nvSpPr>
            <p:spPr>
              <a:xfrm>
                <a:off x="213819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3" name="ph7703"/>
              <p:cNvSpPr/>
              <p:nvPr/>
            </p:nvSpPr>
            <p:spPr>
              <a:xfrm>
                <a:off x="214763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4" name="ph7704"/>
              <p:cNvSpPr/>
              <p:nvPr/>
            </p:nvSpPr>
            <p:spPr>
              <a:xfrm>
                <a:off x="215707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5" name="ph7705"/>
              <p:cNvSpPr/>
              <p:nvPr/>
            </p:nvSpPr>
            <p:spPr>
              <a:xfrm>
                <a:off x="216651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6" name="ph7706"/>
              <p:cNvSpPr/>
              <p:nvPr/>
            </p:nvSpPr>
            <p:spPr>
              <a:xfrm>
                <a:off x="217595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7" name="ph7707"/>
              <p:cNvSpPr/>
              <p:nvPr/>
            </p:nvSpPr>
            <p:spPr>
              <a:xfrm>
                <a:off x="218539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8" name="ph7708"/>
              <p:cNvSpPr/>
              <p:nvPr/>
            </p:nvSpPr>
            <p:spPr>
              <a:xfrm>
                <a:off x="219483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9" name="ph7709"/>
              <p:cNvSpPr/>
              <p:nvPr/>
            </p:nvSpPr>
            <p:spPr>
              <a:xfrm>
                <a:off x="220427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0" name="ph7710"/>
              <p:cNvSpPr/>
              <p:nvPr/>
            </p:nvSpPr>
            <p:spPr>
              <a:xfrm>
                <a:off x="221371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1" name="ph7711"/>
              <p:cNvSpPr/>
              <p:nvPr/>
            </p:nvSpPr>
            <p:spPr>
              <a:xfrm>
                <a:off x="222315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2" name="ph7712"/>
              <p:cNvSpPr/>
              <p:nvPr/>
            </p:nvSpPr>
            <p:spPr>
              <a:xfrm>
                <a:off x="223259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3" name="ph7713"/>
              <p:cNvSpPr/>
              <p:nvPr/>
            </p:nvSpPr>
            <p:spPr>
              <a:xfrm>
                <a:off x="224203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4" name="ph7714"/>
              <p:cNvSpPr/>
              <p:nvPr/>
            </p:nvSpPr>
            <p:spPr>
              <a:xfrm>
                <a:off x="225147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5" name="ph7715"/>
              <p:cNvSpPr/>
              <p:nvPr/>
            </p:nvSpPr>
            <p:spPr>
              <a:xfrm>
                <a:off x="2270357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2396" y="896830"/>
                    </a:lnTo>
                    <a:lnTo>
                      <a:pt x="912784" y="902020"/>
                    </a:lnTo>
                    <a:lnTo>
                      <a:pt x="912976" y="905200"/>
                    </a:lnTo>
                    <a:lnTo>
                      <a:pt x="913056" y="905586"/>
                    </a:lnTo>
                    <a:lnTo>
                      <a:pt x="913145" y="906017"/>
                    </a:lnTo>
                    <a:lnTo>
                      <a:pt x="913234" y="906448"/>
                    </a:lnTo>
                    <a:lnTo>
                      <a:pt x="913323" y="906878"/>
                    </a:lnTo>
                    <a:lnTo>
                      <a:pt x="914400" y="912552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6" name="ph7716"/>
              <p:cNvSpPr/>
              <p:nvPr/>
            </p:nvSpPr>
            <p:spPr>
              <a:xfrm>
                <a:off x="2270357" y="1096035"/>
                <a:ext cx="91475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750" h="914399">
                    <a:moveTo>
                      <a:pt x="914400" y="914399"/>
                    </a:moveTo>
                    <a:lnTo>
                      <a:pt x="914400" y="912552"/>
                    </a:lnTo>
                    <a:lnTo>
                      <a:pt x="914750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7" name="ph7717"/>
              <p:cNvSpPr/>
              <p:nvPr/>
            </p:nvSpPr>
            <p:spPr>
              <a:xfrm>
                <a:off x="3478708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583" y="914399"/>
                    </a:lnTo>
                    <a:lnTo>
                      <a:pt x="908834" y="908851"/>
                    </a:lnTo>
                    <a:lnTo>
                      <a:pt x="913481" y="901727"/>
                    </a:lnTo>
                    <a:lnTo>
                      <a:pt x="914400" y="90046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8" name="ph7718"/>
              <p:cNvSpPr/>
              <p:nvPr/>
            </p:nvSpPr>
            <p:spPr>
              <a:xfrm>
                <a:off x="3488148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035"/>
                    </a:lnTo>
                    <a:lnTo>
                      <a:pt x="90760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9" name="ph7719"/>
              <p:cNvSpPr/>
              <p:nvPr/>
            </p:nvSpPr>
            <p:spPr>
              <a:xfrm>
                <a:off x="348814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0" name="ph7720"/>
              <p:cNvSpPr/>
              <p:nvPr/>
            </p:nvSpPr>
            <p:spPr>
              <a:xfrm>
                <a:off x="349758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1" name="ph7721"/>
              <p:cNvSpPr/>
              <p:nvPr/>
            </p:nvSpPr>
            <p:spPr>
              <a:xfrm>
                <a:off x="350702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2" name="ph7722"/>
              <p:cNvSpPr/>
              <p:nvPr/>
            </p:nvSpPr>
            <p:spPr>
              <a:xfrm>
                <a:off x="351646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3" name="ph7723"/>
              <p:cNvSpPr/>
              <p:nvPr/>
            </p:nvSpPr>
            <p:spPr>
              <a:xfrm>
                <a:off x="352590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4" name="ph7724"/>
              <p:cNvSpPr/>
              <p:nvPr/>
            </p:nvSpPr>
            <p:spPr>
              <a:xfrm>
                <a:off x="353534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5" name="ph7725"/>
              <p:cNvSpPr/>
              <p:nvPr/>
            </p:nvSpPr>
            <p:spPr>
              <a:xfrm>
                <a:off x="354479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6" name="ph7726"/>
              <p:cNvSpPr/>
              <p:nvPr/>
            </p:nvSpPr>
            <p:spPr>
              <a:xfrm>
                <a:off x="355423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7" name="ph7727"/>
              <p:cNvSpPr/>
              <p:nvPr/>
            </p:nvSpPr>
            <p:spPr>
              <a:xfrm>
                <a:off x="356367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8" name="ph7728"/>
              <p:cNvSpPr/>
              <p:nvPr/>
            </p:nvSpPr>
            <p:spPr>
              <a:xfrm>
                <a:off x="357311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9" name="ph7729"/>
              <p:cNvSpPr/>
              <p:nvPr/>
            </p:nvSpPr>
            <p:spPr>
              <a:xfrm>
                <a:off x="358255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0" name="ph7730"/>
              <p:cNvSpPr/>
              <p:nvPr/>
            </p:nvSpPr>
            <p:spPr>
              <a:xfrm>
                <a:off x="359199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1" name="ph7731"/>
              <p:cNvSpPr/>
              <p:nvPr/>
            </p:nvSpPr>
            <p:spPr>
              <a:xfrm>
                <a:off x="360143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2" name="ph7732"/>
              <p:cNvSpPr/>
              <p:nvPr/>
            </p:nvSpPr>
            <p:spPr>
              <a:xfrm>
                <a:off x="361087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3" name="ph7733"/>
              <p:cNvSpPr/>
              <p:nvPr/>
            </p:nvSpPr>
            <p:spPr>
              <a:xfrm>
                <a:off x="362031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4" name="ph7734"/>
              <p:cNvSpPr/>
              <p:nvPr/>
            </p:nvSpPr>
            <p:spPr>
              <a:xfrm>
                <a:off x="362975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5" name="ph7735"/>
              <p:cNvSpPr/>
              <p:nvPr/>
            </p:nvSpPr>
            <p:spPr>
              <a:xfrm>
                <a:off x="363919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6" name="ph7736"/>
              <p:cNvSpPr/>
              <p:nvPr/>
            </p:nvSpPr>
            <p:spPr>
              <a:xfrm>
                <a:off x="364863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7" name="ph7737"/>
              <p:cNvSpPr/>
              <p:nvPr/>
            </p:nvSpPr>
            <p:spPr>
              <a:xfrm>
                <a:off x="365807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8" name="ph7738"/>
              <p:cNvSpPr/>
              <p:nvPr/>
            </p:nvSpPr>
            <p:spPr>
              <a:xfrm>
                <a:off x="366751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9" name="ph7739"/>
              <p:cNvSpPr/>
              <p:nvPr/>
            </p:nvSpPr>
            <p:spPr>
              <a:xfrm>
                <a:off x="367695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0" name="ph7740"/>
              <p:cNvSpPr/>
              <p:nvPr/>
            </p:nvSpPr>
            <p:spPr>
              <a:xfrm>
                <a:off x="368639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1" name="ph7741"/>
              <p:cNvSpPr/>
              <p:nvPr/>
            </p:nvSpPr>
            <p:spPr>
              <a:xfrm>
                <a:off x="369583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2" name="ph7742"/>
              <p:cNvSpPr/>
              <p:nvPr/>
            </p:nvSpPr>
            <p:spPr>
              <a:xfrm>
                <a:off x="370527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3" name="ph7743"/>
              <p:cNvSpPr/>
              <p:nvPr/>
            </p:nvSpPr>
            <p:spPr>
              <a:xfrm>
                <a:off x="371471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4" name="ph7744"/>
              <p:cNvSpPr/>
              <p:nvPr/>
            </p:nvSpPr>
            <p:spPr>
              <a:xfrm>
                <a:off x="372415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5" name="ph7745"/>
              <p:cNvSpPr/>
              <p:nvPr/>
            </p:nvSpPr>
            <p:spPr>
              <a:xfrm>
                <a:off x="373359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6" name="ph7746"/>
              <p:cNvSpPr/>
              <p:nvPr/>
            </p:nvSpPr>
            <p:spPr>
              <a:xfrm>
                <a:off x="374303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7" name="ph7747"/>
              <p:cNvSpPr/>
              <p:nvPr/>
            </p:nvSpPr>
            <p:spPr>
              <a:xfrm>
                <a:off x="375247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8" name="ph7748"/>
              <p:cNvSpPr/>
              <p:nvPr/>
            </p:nvSpPr>
            <p:spPr>
              <a:xfrm>
                <a:off x="376191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9" name="ph7749"/>
              <p:cNvSpPr/>
              <p:nvPr/>
            </p:nvSpPr>
            <p:spPr>
              <a:xfrm>
                <a:off x="377135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0" name="ph7750"/>
              <p:cNvSpPr/>
              <p:nvPr/>
            </p:nvSpPr>
            <p:spPr>
              <a:xfrm>
                <a:off x="378079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1" name="ph7751"/>
              <p:cNvSpPr/>
              <p:nvPr/>
            </p:nvSpPr>
            <p:spPr>
              <a:xfrm>
                <a:off x="379023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2" name="ph7752"/>
              <p:cNvSpPr/>
              <p:nvPr/>
            </p:nvSpPr>
            <p:spPr>
              <a:xfrm>
                <a:off x="379967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3" name="ph7753"/>
              <p:cNvSpPr/>
              <p:nvPr/>
            </p:nvSpPr>
            <p:spPr>
              <a:xfrm>
                <a:off x="380911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4" name="ph7754"/>
              <p:cNvSpPr/>
              <p:nvPr/>
            </p:nvSpPr>
            <p:spPr>
              <a:xfrm>
                <a:off x="381855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5" name="ph7755"/>
              <p:cNvSpPr/>
              <p:nvPr/>
            </p:nvSpPr>
            <p:spPr>
              <a:xfrm>
                <a:off x="382799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6" name="ph7756"/>
              <p:cNvSpPr/>
              <p:nvPr/>
            </p:nvSpPr>
            <p:spPr>
              <a:xfrm>
                <a:off x="383743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7" name="ph7757"/>
              <p:cNvSpPr/>
              <p:nvPr/>
            </p:nvSpPr>
            <p:spPr>
              <a:xfrm>
                <a:off x="3846877" y="1096035"/>
                <a:ext cx="92200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4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935" y="896830"/>
                    </a:lnTo>
                    <a:lnTo>
                      <a:pt x="922004" y="905949"/>
                    </a:lnTo>
                    <a:lnTo>
                      <a:pt x="921829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8" name="ph7758"/>
              <p:cNvSpPr/>
              <p:nvPr/>
            </p:nvSpPr>
            <p:spPr>
              <a:xfrm>
                <a:off x="2043791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5" y="931969"/>
                    </a:lnTo>
                    <a:lnTo>
                      <a:pt x="905630" y="931217"/>
                    </a:lnTo>
                    <a:lnTo>
                      <a:pt x="907287" y="920633"/>
                    </a:lnTo>
                    <a:lnTo>
                      <a:pt x="908456" y="914400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9" name="ph7759"/>
              <p:cNvSpPr/>
              <p:nvPr/>
            </p:nvSpPr>
            <p:spPr>
              <a:xfrm>
                <a:off x="204379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0" name="ph7760"/>
              <p:cNvSpPr/>
              <p:nvPr/>
            </p:nvSpPr>
            <p:spPr>
              <a:xfrm>
                <a:off x="205323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1" name="ph7761"/>
              <p:cNvSpPr/>
              <p:nvPr/>
            </p:nvSpPr>
            <p:spPr>
              <a:xfrm>
                <a:off x="206267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2" name="ph7762"/>
              <p:cNvSpPr/>
              <p:nvPr/>
            </p:nvSpPr>
            <p:spPr>
              <a:xfrm>
                <a:off x="207211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3" name="ph7763"/>
              <p:cNvSpPr/>
              <p:nvPr/>
            </p:nvSpPr>
            <p:spPr>
              <a:xfrm>
                <a:off x="208155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4" name="ph7764"/>
              <p:cNvSpPr/>
              <p:nvPr/>
            </p:nvSpPr>
            <p:spPr>
              <a:xfrm>
                <a:off x="209099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5" name="ph7765"/>
              <p:cNvSpPr/>
              <p:nvPr/>
            </p:nvSpPr>
            <p:spPr>
              <a:xfrm>
                <a:off x="210043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6" name="ph7766"/>
              <p:cNvSpPr/>
              <p:nvPr/>
            </p:nvSpPr>
            <p:spPr>
              <a:xfrm>
                <a:off x="210987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7" name="ph7767"/>
              <p:cNvSpPr/>
              <p:nvPr/>
            </p:nvSpPr>
            <p:spPr>
              <a:xfrm>
                <a:off x="211931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8" name="ph7768"/>
              <p:cNvSpPr/>
              <p:nvPr/>
            </p:nvSpPr>
            <p:spPr>
              <a:xfrm>
                <a:off x="212875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9" name="ph7769"/>
              <p:cNvSpPr/>
              <p:nvPr/>
            </p:nvSpPr>
            <p:spPr>
              <a:xfrm>
                <a:off x="213819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0" name="ph7770"/>
              <p:cNvSpPr/>
              <p:nvPr/>
            </p:nvSpPr>
            <p:spPr>
              <a:xfrm>
                <a:off x="214763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1" name="ph7771"/>
              <p:cNvSpPr/>
              <p:nvPr/>
            </p:nvSpPr>
            <p:spPr>
              <a:xfrm>
                <a:off x="215707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2" name="ph7772"/>
              <p:cNvSpPr/>
              <p:nvPr/>
            </p:nvSpPr>
            <p:spPr>
              <a:xfrm>
                <a:off x="216651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3" name="ph7773"/>
              <p:cNvSpPr/>
              <p:nvPr/>
            </p:nvSpPr>
            <p:spPr>
              <a:xfrm>
                <a:off x="217595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4" name="ph7774"/>
              <p:cNvSpPr/>
              <p:nvPr/>
            </p:nvSpPr>
            <p:spPr>
              <a:xfrm>
                <a:off x="218539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5" name="ph7775"/>
              <p:cNvSpPr/>
              <p:nvPr/>
            </p:nvSpPr>
            <p:spPr>
              <a:xfrm>
                <a:off x="219483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6" name="ph7776"/>
              <p:cNvSpPr/>
              <p:nvPr/>
            </p:nvSpPr>
            <p:spPr>
              <a:xfrm>
                <a:off x="220427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7" name="ph7777"/>
              <p:cNvSpPr/>
              <p:nvPr/>
            </p:nvSpPr>
            <p:spPr>
              <a:xfrm>
                <a:off x="221371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8" name="ph7778"/>
              <p:cNvSpPr/>
              <p:nvPr/>
            </p:nvSpPr>
            <p:spPr>
              <a:xfrm>
                <a:off x="222315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9" name="ph7779"/>
              <p:cNvSpPr/>
              <p:nvPr/>
            </p:nvSpPr>
            <p:spPr>
              <a:xfrm>
                <a:off x="223259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0" name="ph7780"/>
              <p:cNvSpPr/>
              <p:nvPr/>
            </p:nvSpPr>
            <p:spPr>
              <a:xfrm>
                <a:off x="224203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1" name="ph7781"/>
              <p:cNvSpPr/>
              <p:nvPr/>
            </p:nvSpPr>
            <p:spPr>
              <a:xfrm>
                <a:off x="225147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2" name="ph7782"/>
              <p:cNvSpPr/>
              <p:nvPr/>
            </p:nvSpPr>
            <p:spPr>
              <a:xfrm>
                <a:off x="2260917" y="1078465"/>
                <a:ext cx="9218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3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151" y="896830"/>
                    </a:lnTo>
                    <a:lnTo>
                      <a:pt x="920288" y="897862"/>
                    </a:lnTo>
                    <a:lnTo>
                      <a:pt x="921409" y="908679"/>
                    </a:lnTo>
                    <a:lnTo>
                      <a:pt x="921836" y="914400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3" name="ph7783"/>
              <p:cNvSpPr/>
              <p:nvPr/>
            </p:nvSpPr>
            <p:spPr>
              <a:xfrm>
                <a:off x="3488148" y="107846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606" y="914400"/>
                    </a:lnTo>
                    <a:lnTo>
                      <a:pt x="908885" y="912643"/>
                    </a:lnTo>
                    <a:lnTo>
                      <a:pt x="913911" y="906477"/>
                    </a:lnTo>
                    <a:lnTo>
                      <a:pt x="914400" y="90594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4" name="ph7784"/>
              <p:cNvSpPr/>
              <p:nvPr/>
            </p:nvSpPr>
            <p:spPr>
              <a:xfrm>
                <a:off x="3497588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516"/>
                    </a:lnTo>
                    <a:lnTo>
                      <a:pt x="909667" y="918387"/>
                    </a:lnTo>
                    <a:lnTo>
                      <a:pt x="91381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5" name="ph7785"/>
              <p:cNvSpPr/>
              <p:nvPr/>
            </p:nvSpPr>
            <p:spPr>
              <a:xfrm>
                <a:off x="349758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6" name="ph7786"/>
              <p:cNvSpPr/>
              <p:nvPr/>
            </p:nvSpPr>
            <p:spPr>
              <a:xfrm>
                <a:off x="350702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7" name="ph7787"/>
              <p:cNvSpPr/>
              <p:nvPr/>
            </p:nvSpPr>
            <p:spPr>
              <a:xfrm>
                <a:off x="351646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8" name="ph7788"/>
              <p:cNvSpPr/>
              <p:nvPr/>
            </p:nvSpPr>
            <p:spPr>
              <a:xfrm>
                <a:off x="352590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9" name="ph7789"/>
              <p:cNvSpPr/>
              <p:nvPr/>
            </p:nvSpPr>
            <p:spPr>
              <a:xfrm>
                <a:off x="353534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0" name="ph7790"/>
              <p:cNvSpPr/>
              <p:nvPr/>
            </p:nvSpPr>
            <p:spPr>
              <a:xfrm>
                <a:off x="354479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1" name="ph7791"/>
              <p:cNvSpPr/>
              <p:nvPr/>
            </p:nvSpPr>
            <p:spPr>
              <a:xfrm>
                <a:off x="355423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2" name="ph7792"/>
              <p:cNvSpPr/>
              <p:nvPr/>
            </p:nvSpPr>
            <p:spPr>
              <a:xfrm>
                <a:off x="356367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3" name="ph7793"/>
              <p:cNvSpPr/>
              <p:nvPr/>
            </p:nvSpPr>
            <p:spPr>
              <a:xfrm>
                <a:off x="357311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4" name="ph7794"/>
              <p:cNvSpPr/>
              <p:nvPr/>
            </p:nvSpPr>
            <p:spPr>
              <a:xfrm>
                <a:off x="358255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5" name="ph7795"/>
              <p:cNvSpPr/>
              <p:nvPr/>
            </p:nvSpPr>
            <p:spPr>
              <a:xfrm>
                <a:off x="359199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6" name="ph7796"/>
              <p:cNvSpPr/>
              <p:nvPr/>
            </p:nvSpPr>
            <p:spPr>
              <a:xfrm>
                <a:off x="360143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7" name="ph7797"/>
              <p:cNvSpPr/>
              <p:nvPr/>
            </p:nvSpPr>
            <p:spPr>
              <a:xfrm>
                <a:off x="361087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8" name="ph7798"/>
              <p:cNvSpPr/>
              <p:nvPr/>
            </p:nvSpPr>
            <p:spPr>
              <a:xfrm>
                <a:off x="362031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9" name="ph7799"/>
              <p:cNvSpPr/>
              <p:nvPr/>
            </p:nvSpPr>
            <p:spPr>
              <a:xfrm>
                <a:off x="362975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0" name="ph7800"/>
              <p:cNvSpPr/>
              <p:nvPr/>
            </p:nvSpPr>
            <p:spPr>
              <a:xfrm>
                <a:off x="363919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1" name="ph7801"/>
              <p:cNvSpPr/>
              <p:nvPr/>
            </p:nvSpPr>
            <p:spPr>
              <a:xfrm>
                <a:off x="364863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2" name="ph7802"/>
              <p:cNvSpPr/>
              <p:nvPr/>
            </p:nvSpPr>
            <p:spPr>
              <a:xfrm>
                <a:off x="365807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3" name="ph7803"/>
              <p:cNvSpPr/>
              <p:nvPr/>
            </p:nvSpPr>
            <p:spPr>
              <a:xfrm>
                <a:off x="366751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4" name="ph7804"/>
              <p:cNvSpPr/>
              <p:nvPr/>
            </p:nvSpPr>
            <p:spPr>
              <a:xfrm>
                <a:off x="367695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5" name="ph7805"/>
              <p:cNvSpPr/>
              <p:nvPr/>
            </p:nvSpPr>
            <p:spPr>
              <a:xfrm>
                <a:off x="368639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6" name="ph7806"/>
              <p:cNvSpPr/>
              <p:nvPr/>
            </p:nvSpPr>
            <p:spPr>
              <a:xfrm>
                <a:off x="369583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7" name="ph7807"/>
              <p:cNvSpPr/>
              <p:nvPr/>
            </p:nvSpPr>
            <p:spPr>
              <a:xfrm>
                <a:off x="370527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8" name="ph7808"/>
              <p:cNvSpPr/>
              <p:nvPr/>
            </p:nvSpPr>
            <p:spPr>
              <a:xfrm>
                <a:off x="371471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9" name="ph7809"/>
              <p:cNvSpPr/>
              <p:nvPr/>
            </p:nvSpPr>
            <p:spPr>
              <a:xfrm>
                <a:off x="372415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0" name="ph7810"/>
              <p:cNvSpPr/>
              <p:nvPr/>
            </p:nvSpPr>
            <p:spPr>
              <a:xfrm>
                <a:off x="373359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1" name="ph7811"/>
              <p:cNvSpPr/>
              <p:nvPr/>
            </p:nvSpPr>
            <p:spPr>
              <a:xfrm>
                <a:off x="374303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2" name="ph7812"/>
              <p:cNvSpPr/>
              <p:nvPr/>
            </p:nvSpPr>
            <p:spPr>
              <a:xfrm>
                <a:off x="375247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3" name="ph7813"/>
              <p:cNvSpPr/>
              <p:nvPr/>
            </p:nvSpPr>
            <p:spPr>
              <a:xfrm>
                <a:off x="376191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4" name="ph7814"/>
              <p:cNvSpPr/>
              <p:nvPr/>
            </p:nvSpPr>
            <p:spPr>
              <a:xfrm>
                <a:off x="377135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5" name="ph7815"/>
              <p:cNvSpPr/>
              <p:nvPr/>
            </p:nvSpPr>
            <p:spPr>
              <a:xfrm>
                <a:off x="378079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6" name="ph7816"/>
              <p:cNvSpPr/>
              <p:nvPr/>
            </p:nvSpPr>
            <p:spPr>
              <a:xfrm>
                <a:off x="379023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7" name="ph7817"/>
              <p:cNvSpPr/>
              <p:nvPr/>
            </p:nvSpPr>
            <p:spPr>
              <a:xfrm>
                <a:off x="379967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8" name="ph7818"/>
              <p:cNvSpPr/>
              <p:nvPr/>
            </p:nvSpPr>
            <p:spPr>
              <a:xfrm>
                <a:off x="380911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9" name="ph7819"/>
              <p:cNvSpPr/>
              <p:nvPr/>
            </p:nvSpPr>
            <p:spPr>
              <a:xfrm>
                <a:off x="381855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0" name="ph7820"/>
              <p:cNvSpPr/>
              <p:nvPr/>
            </p:nvSpPr>
            <p:spPr>
              <a:xfrm>
                <a:off x="382799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1" name="ph7821"/>
              <p:cNvSpPr/>
              <p:nvPr/>
            </p:nvSpPr>
            <p:spPr>
              <a:xfrm>
                <a:off x="383743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2" name="ph7822"/>
              <p:cNvSpPr/>
              <p:nvPr/>
            </p:nvSpPr>
            <p:spPr>
              <a:xfrm>
                <a:off x="3846877" y="1078465"/>
                <a:ext cx="921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31" y="896830"/>
                    </a:lnTo>
                    <a:lnTo>
                      <a:pt x="921521" y="901327"/>
                    </a:lnTo>
                    <a:lnTo>
                      <a:pt x="921920" y="912411"/>
                    </a:lnTo>
                    <a:lnTo>
                      <a:pt x="921935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3" name="ph7823"/>
              <p:cNvSpPr/>
              <p:nvPr/>
            </p:nvSpPr>
            <p:spPr>
              <a:xfrm>
                <a:off x="2043791" y="104332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456" y="931969"/>
                    </a:lnTo>
                    <a:lnTo>
                      <a:pt x="909239" y="927794"/>
                    </a:lnTo>
                    <a:lnTo>
                      <a:pt x="911481" y="917590"/>
                    </a:lnTo>
                    <a:lnTo>
                      <a:pt x="912289" y="91439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4" name="ph7824"/>
              <p:cNvSpPr/>
              <p:nvPr/>
            </p:nvSpPr>
            <p:spPr>
              <a:xfrm>
                <a:off x="204379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5" name="ph7825"/>
              <p:cNvSpPr/>
              <p:nvPr/>
            </p:nvSpPr>
            <p:spPr>
              <a:xfrm>
                <a:off x="205323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6" name="ph7826"/>
              <p:cNvSpPr/>
              <p:nvPr/>
            </p:nvSpPr>
            <p:spPr>
              <a:xfrm>
                <a:off x="206267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7" name="ph7827"/>
              <p:cNvSpPr/>
              <p:nvPr/>
            </p:nvSpPr>
            <p:spPr>
              <a:xfrm>
                <a:off x="207211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8" name="ph7828"/>
              <p:cNvSpPr/>
              <p:nvPr/>
            </p:nvSpPr>
            <p:spPr>
              <a:xfrm>
                <a:off x="208155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9" name="ph7829"/>
              <p:cNvSpPr/>
              <p:nvPr/>
            </p:nvSpPr>
            <p:spPr>
              <a:xfrm>
                <a:off x="209099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0" name="ph7830"/>
              <p:cNvSpPr/>
              <p:nvPr/>
            </p:nvSpPr>
            <p:spPr>
              <a:xfrm>
                <a:off x="210043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1" name="ph7831"/>
              <p:cNvSpPr/>
              <p:nvPr/>
            </p:nvSpPr>
            <p:spPr>
              <a:xfrm>
                <a:off x="210987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2" name="ph7832"/>
              <p:cNvSpPr/>
              <p:nvPr/>
            </p:nvSpPr>
            <p:spPr>
              <a:xfrm>
                <a:off x="211931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3" name="ph7833"/>
              <p:cNvSpPr/>
              <p:nvPr/>
            </p:nvSpPr>
            <p:spPr>
              <a:xfrm>
                <a:off x="212875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4" name="ph7834"/>
              <p:cNvSpPr/>
              <p:nvPr/>
            </p:nvSpPr>
            <p:spPr>
              <a:xfrm>
                <a:off x="213819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5" name="ph7835"/>
              <p:cNvSpPr/>
              <p:nvPr/>
            </p:nvSpPr>
            <p:spPr>
              <a:xfrm>
                <a:off x="214763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6" name="ph7836"/>
              <p:cNvSpPr/>
              <p:nvPr/>
            </p:nvSpPr>
            <p:spPr>
              <a:xfrm>
                <a:off x="215707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7" name="ph7837"/>
              <p:cNvSpPr/>
              <p:nvPr/>
            </p:nvSpPr>
            <p:spPr>
              <a:xfrm>
                <a:off x="216651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8" name="ph7838"/>
              <p:cNvSpPr/>
              <p:nvPr/>
            </p:nvSpPr>
            <p:spPr>
              <a:xfrm>
                <a:off x="217595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9" name="ph7839"/>
              <p:cNvSpPr/>
              <p:nvPr/>
            </p:nvSpPr>
            <p:spPr>
              <a:xfrm>
                <a:off x="218539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0" name="ph7840"/>
              <p:cNvSpPr/>
              <p:nvPr/>
            </p:nvSpPr>
            <p:spPr>
              <a:xfrm>
                <a:off x="219483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1" name="ph7841"/>
              <p:cNvSpPr/>
              <p:nvPr/>
            </p:nvSpPr>
            <p:spPr>
              <a:xfrm>
                <a:off x="220427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2" name="ph7842"/>
              <p:cNvSpPr/>
              <p:nvPr/>
            </p:nvSpPr>
            <p:spPr>
              <a:xfrm>
                <a:off x="221371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3" name="ph7843"/>
              <p:cNvSpPr/>
              <p:nvPr/>
            </p:nvSpPr>
            <p:spPr>
              <a:xfrm>
                <a:off x="222315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4" name="ph7844"/>
              <p:cNvSpPr/>
              <p:nvPr/>
            </p:nvSpPr>
            <p:spPr>
              <a:xfrm>
                <a:off x="223259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5" name="ph7845"/>
              <p:cNvSpPr/>
              <p:nvPr/>
            </p:nvSpPr>
            <p:spPr>
              <a:xfrm>
                <a:off x="224203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6" name="ph7846"/>
              <p:cNvSpPr/>
              <p:nvPr/>
            </p:nvSpPr>
            <p:spPr>
              <a:xfrm>
                <a:off x="225147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7" name="ph7847"/>
              <p:cNvSpPr/>
              <p:nvPr/>
            </p:nvSpPr>
            <p:spPr>
              <a:xfrm>
                <a:off x="2260917" y="1060895"/>
                <a:ext cx="9201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5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575" y="896830"/>
                    </a:lnTo>
                    <a:lnTo>
                      <a:pt x="918866" y="904738"/>
                    </a:lnTo>
                    <a:lnTo>
                      <a:pt x="920151" y="914400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8" name="ph7848"/>
              <p:cNvSpPr/>
              <p:nvPr/>
            </p:nvSpPr>
            <p:spPr>
              <a:xfrm>
                <a:off x="3469268" y="1043325"/>
                <a:ext cx="914400" cy="9146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9">
                    <a:moveTo>
                      <a:pt x="914400" y="914399"/>
                    </a:moveTo>
                    <a:lnTo>
                      <a:pt x="914400" y="914649"/>
                    </a:lnTo>
                    <a:lnTo>
                      <a:pt x="913660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9" name="ph7849"/>
              <p:cNvSpPr/>
              <p:nvPr/>
            </p:nvSpPr>
            <p:spPr>
              <a:xfrm>
                <a:off x="3469268" y="1043325"/>
                <a:ext cx="923840" cy="9172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24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765" y="917249"/>
                    </a:lnTo>
                    <a:lnTo>
                      <a:pt x="917999" y="915865"/>
                    </a:lnTo>
                    <a:lnTo>
                      <a:pt x="914400" y="91464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0" name="ph7850"/>
              <p:cNvSpPr/>
              <p:nvPr/>
            </p:nvSpPr>
            <p:spPr>
              <a:xfrm>
                <a:off x="3478708" y="1043325"/>
                <a:ext cx="923840" cy="91825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57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8257"/>
                    </a:lnTo>
                    <a:lnTo>
                      <a:pt x="920121" y="918080"/>
                    </a:lnTo>
                    <a:lnTo>
                      <a:pt x="914400" y="91725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1" name="ph7851"/>
              <p:cNvSpPr/>
              <p:nvPr/>
            </p:nvSpPr>
            <p:spPr>
              <a:xfrm>
                <a:off x="3497588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19" y="914400"/>
                    </a:lnTo>
                    <a:lnTo>
                      <a:pt x="914400" y="913842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2" name="ph7852"/>
              <p:cNvSpPr/>
              <p:nvPr/>
            </p:nvSpPr>
            <p:spPr>
              <a:xfrm>
                <a:off x="3488148" y="1043325"/>
                <a:ext cx="923840" cy="9183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356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931"/>
                    </a:lnTo>
                    <a:lnTo>
                      <a:pt x="922305" y="918078"/>
                    </a:lnTo>
                    <a:lnTo>
                      <a:pt x="916493" y="918356"/>
                    </a:lnTo>
                    <a:lnTo>
                      <a:pt x="914400" y="91825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3" name="ph7853"/>
              <p:cNvSpPr/>
              <p:nvPr/>
            </p:nvSpPr>
            <p:spPr>
              <a:xfrm>
                <a:off x="3507029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842"/>
                    </a:lnTo>
                    <a:lnTo>
                      <a:pt x="905577" y="913249"/>
                    </a:lnTo>
                    <a:lnTo>
                      <a:pt x="911066" y="908647"/>
                    </a:lnTo>
                    <a:lnTo>
                      <a:pt x="914400" y="90624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4" name="ph7854"/>
              <p:cNvSpPr/>
              <p:nvPr/>
            </p:nvSpPr>
            <p:spPr>
              <a:xfrm>
                <a:off x="3497588" y="1043325"/>
                <a:ext cx="923840" cy="9179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9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030"/>
                    </a:lnTo>
                    <a:lnTo>
                      <a:pt x="922390" y="917168"/>
                    </a:lnTo>
                    <a:lnTo>
                      <a:pt x="920485" y="917349"/>
                    </a:lnTo>
                    <a:lnTo>
                      <a:pt x="918581" y="917531"/>
                    </a:lnTo>
                    <a:lnTo>
                      <a:pt x="916677" y="917713"/>
                    </a:lnTo>
                    <a:lnTo>
                      <a:pt x="914773" y="917895"/>
                    </a:lnTo>
                    <a:lnTo>
                      <a:pt x="914400" y="91793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5" name="ph7855"/>
              <p:cNvSpPr/>
              <p:nvPr/>
            </p:nvSpPr>
            <p:spPr>
              <a:xfrm>
                <a:off x="350702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lnTo>
                      <a:pt x="914400" y="923810"/>
                    </a:lnTo>
                    <a:lnTo>
                      <a:pt x="916679" y="922164"/>
                    </a:lnTo>
                    <a:lnTo>
                      <a:pt x="916972" y="921969"/>
                    </a:lnTo>
                    <a:lnTo>
                      <a:pt x="917268" y="921772"/>
                    </a:lnTo>
                    <a:lnTo>
                      <a:pt x="917563" y="921575"/>
                    </a:lnTo>
                    <a:lnTo>
                      <a:pt x="917859" y="921378"/>
                    </a:lnTo>
                    <a:lnTo>
                      <a:pt x="918155" y="921181"/>
                    </a:lnTo>
                    <a:lnTo>
                      <a:pt x="918450" y="920985"/>
                    </a:lnTo>
                    <a:lnTo>
                      <a:pt x="918746" y="920788"/>
                    </a:lnTo>
                    <a:lnTo>
                      <a:pt x="919042" y="920591"/>
                    </a:lnTo>
                    <a:lnTo>
                      <a:pt x="919337" y="920394"/>
                    </a:lnTo>
                    <a:lnTo>
                      <a:pt x="919633" y="920198"/>
                    </a:lnTo>
                    <a:lnTo>
                      <a:pt x="919929" y="920001"/>
                    </a:lnTo>
                    <a:lnTo>
                      <a:pt x="920225" y="919804"/>
                    </a:lnTo>
                    <a:lnTo>
                      <a:pt x="920520" y="919607"/>
                    </a:lnTo>
                    <a:lnTo>
                      <a:pt x="920816" y="919411"/>
                    </a:lnTo>
                    <a:lnTo>
                      <a:pt x="921112" y="919214"/>
                    </a:lnTo>
                    <a:lnTo>
                      <a:pt x="921408" y="919017"/>
                    </a:lnTo>
                    <a:lnTo>
                      <a:pt x="921703" y="918821"/>
                    </a:lnTo>
                    <a:lnTo>
                      <a:pt x="921999" y="918624"/>
                    </a:lnTo>
                    <a:lnTo>
                      <a:pt x="922221" y="918476"/>
                    </a:lnTo>
                    <a:lnTo>
                      <a:pt x="921052" y="916983"/>
                    </a:lnTo>
                    <a:lnTo>
                      <a:pt x="920560" y="916355"/>
                    </a:lnTo>
                    <a:lnTo>
                      <a:pt x="918667" y="916625"/>
                    </a:lnTo>
                    <a:lnTo>
                      <a:pt x="916758" y="916806"/>
                    </a:lnTo>
                    <a:lnTo>
                      <a:pt x="914854" y="916987"/>
                    </a:lnTo>
                    <a:lnTo>
                      <a:pt x="914400" y="91703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6" name="ph7856"/>
              <p:cNvSpPr/>
              <p:nvPr/>
            </p:nvSpPr>
            <p:spPr>
              <a:xfrm>
                <a:off x="351646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7" name="ph7857"/>
              <p:cNvSpPr/>
              <p:nvPr/>
            </p:nvSpPr>
            <p:spPr>
              <a:xfrm>
                <a:off x="352590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8" name="ph7858"/>
              <p:cNvSpPr/>
              <p:nvPr/>
            </p:nvSpPr>
            <p:spPr>
              <a:xfrm>
                <a:off x="353534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9" name="ph7859"/>
              <p:cNvSpPr/>
              <p:nvPr/>
            </p:nvSpPr>
            <p:spPr>
              <a:xfrm>
                <a:off x="354479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0" name="ph7860"/>
              <p:cNvSpPr/>
              <p:nvPr/>
            </p:nvSpPr>
            <p:spPr>
              <a:xfrm>
                <a:off x="355423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1" name="ph7861"/>
              <p:cNvSpPr/>
              <p:nvPr/>
            </p:nvSpPr>
            <p:spPr>
              <a:xfrm>
                <a:off x="356367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2" name="ph7862"/>
              <p:cNvSpPr/>
              <p:nvPr/>
            </p:nvSpPr>
            <p:spPr>
              <a:xfrm>
                <a:off x="357311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3" name="ph7863"/>
              <p:cNvSpPr/>
              <p:nvPr/>
            </p:nvSpPr>
            <p:spPr>
              <a:xfrm>
                <a:off x="358255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4" name="ph7864"/>
              <p:cNvSpPr/>
              <p:nvPr/>
            </p:nvSpPr>
            <p:spPr>
              <a:xfrm>
                <a:off x="359199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5" name="ph7865"/>
              <p:cNvSpPr/>
              <p:nvPr/>
            </p:nvSpPr>
            <p:spPr>
              <a:xfrm>
                <a:off x="360143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6" name="ph7866"/>
              <p:cNvSpPr/>
              <p:nvPr/>
            </p:nvSpPr>
            <p:spPr>
              <a:xfrm>
                <a:off x="361087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7" name="ph7867"/>
              <p:cNvSpPr/>
              <p:nvPr/>
            </p:nvSpPr>
            <p:spPr>
              <a:xfrm>
                <a:off x="362031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8" name="ph7868"/>
              <p:cNvSpPr/>
              <p:nvPr/>
            </p:nvSpPr>
            <p:spPr>
              <a:xfrm>
                <a:off x="362975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9" name="ph7869"/>
              <p:cNvSpPr/>
              <p:nvPr/>
            </p:nvSpPr>
            <p:spPr>
              <a:xfrm>
                <a:off x="363919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0" name="ph7870"/>
              <p:cNvSpPr/>
              <p:nvPr/>
            </p:nvSpPr>
            <p:spPr>
              <a:xfrm>
                <a:off x="364863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1" name="ph7871"/>
              <p:cNvSpPr/>
              <p:nvPr/>
            </p:nvSpPr>
            <p:spPr>
              <a:xfrm>
                <a:off x="365807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2" name="ph7872"/>
              <p:cNvSpPr/>
              <p:nvPr/>
            </p:nvSpPr>
            <p:spPr>
              <a:xfrm>
                <a:off x="366751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3" name="ph7873"/>
              <p:cNvSpPr/>
              <p:nvPr/>
            </p:nvSpPr>
            <p:spPr>
              <a:xfrm>
                <a:off x="367695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4" name="ph7874"/>
              <p:cNvSpPr/>
              <p:nvPr/>
            </p:nvSpPr>
            <p:spPr>
              <a:xfrm>
                <a:off x="368639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5" name="ph7875"/>
              <p:cNvSpPr/>
              <p:nvPr/>
            </p:nvSpPr>
            <p:spPr>
              <a:xfrm>
                <a:off x="369583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6" name="ph7876"/>
              <p:cNvSpPr/>
              <p:nvPr/>
            </p:nvSpPr>
            <p:spPr>
              <a:xfrm>
                <a:off x="370527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7" name="ph7877"/>
              <p:cNvSpPr/>
              <p:nvPr/>
            </p:nvSpPr>
            <p:spPr>
              <a:xfrm>
                <a:off x="371471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8" name="ph7878"/>
              <p:cNvSpPr/>
              <p:nvPr/>
            </p:nvSpPr>
            <p:spPr>
              <a:xfrm>
                <a:off x="372415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9" name="ph7879"/>
              <p:cNvSpPr/>
              <p:nvPr/>
            </p:nvSpPr>
            <p:spPr>
              <a:xfrm>
                <a:off x="373359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0" name="ph7880"/>
              <p:cNvSpPr/>
              <p:nvPr/>
            </p:nvSpPr>
            <p:spPr>
              <a:xfrm>
                <a:off x="374303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1" name="ph7881"/>
              <p:cNvSpPr/>
              <p:nvPr/>
            </p:nvSpPr>
            <p:spPr>
              <a:xfrm>
                <a:off x="375247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2" name="ph7882"/>
              <p:cNvSpPr/>
              <p:nvPr/>
            </p:nvSpPr>
            <p:spPr>
              <a:xfrm>
                <a:off x="376191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3" name="ph7883"/>
              <p:cNvSpPr/>
              <p:nvPr/>
            </p:nvSpPr>
            <p:spPr>
              <a:xfrm>
                <a:off x="377135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4" name="ph7884"/>
              <p:cNvSpPr/>
              <p:nvPr/>
            </p:nvSpPr>
            <p:spPr>
              <a:xfrm>
                <a:off x="378079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5" name="ph7885"/>
              <p:cNvSpPr/>
              <p:nvPr/>
            </p:nvSpPr>
            <p:spPr>
              <a:xfrm>
                <a:off x="379023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6" name="ph7886"/>
              <p:cNvSpPr/>
              <p:nvPr/>
            </p:nvSpPr>
            <p:spPr>
              <a:xfrm>
                <a:off x="379967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7" name="ph7887"/>
              <p:cNvSpPr/>
              <p:nvPr/>
            </p:nvSpPr>
            <p:spPr>
              <a:xfrm>
                <a:off x="380911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8" name="ph7888"/>
              <p:cNvSpPr/>
              <p:nvPr/>
            </p:nvSpPr>
            <p:spPr>
              <a:xfrm>
                <a:off x="381855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9" name="ph7889"/>
              <p:cNvSpPr/>
              <p:nvPr/>
            </p:nvSpPr>
            <p:spPr>
              <a:xfrm>
                <a:off x="382799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0" name="ph7890"/>
              <p:cNvSpPr/>
              <p:nvPr/>
            </p:nvSpPr>
            <p:spPr>
              <a:xfrm>
                <a:off x="383743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1" name="ph7891"/>
              <p:cNvSpPr/>
              <p:nvPr/>
            </p:nvSpPr>
            <p:spPr>
              <a:xfrm>
                <a:off x="3846877" y="1060895"/>
                <a:ext cx="921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786" y="896922"/>
                    </a:lnTo>
                    <a:lnTo>
                      <a:pt x="920809" y="907867"/>
                    </a:lnTo>
                    <a:lnTo>
                      <a:pt x="921231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2" name="ph7892"/>
              <p:cNvSpPr/>
              <p:nvPr/>
            </p:nvSpPr>
            <p:spPr>
              <a:xfrm>
                <a:off x="2043791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289" y="914399"/>
                    </a:lnTo>
                    <a:lnTo>
                      <a:pt x="914007" y="907617"/>
                    </a:lnTo>
                    <a:lnTo>
                      <a:pt x="914400" y="906257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3" name="ph7893"/>
              <p:cNvSpPr/>
              <p:nvPr/>
            </p:nvSpPr>
            <p:spPr>
              <a:xfrm>
                <a:off x="2053232" y="10257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826"/>
                    </a:lnTo>
                    <a:lnTo>
                      <a:pt x="907369" y="915474"/>
                    </a:lnTo>
                    <a:lnTo>
                      <a:pt x="907719" y="91439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4" name="ph7894"/>
              <p:cNvSpPr/>
              <p:nvPr/>
            </p:nvSpPr>
            <p:spPr>
              <a:xfrm>
                <a:off x="205323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5" name="ph7895"/>
              <p:cNvSpPr/>
              <p:nvPr/>
            </p:nvSpPr>
            <p:spPr>
              <a:xfrm>
                <a:off x="206267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6" name="ph7896"/>
              <p:cNvSpPr/>
              <p:nvPr/>
            </p:nvSpPr>
            <p:spPr>
              <a:xfrm>
                <a:off x="207211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7" name="ph7897"/>
              <p:cNvSpPr/>
              <p:nvPr/>
            </p:nvSpPr>
            <p:spPr>
              <a:xfrm>
                <a:off x="208155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8" name="ph7898"/>
              <p:cNvSpPr/>
              <p:nvPr/>
            </p:nvSpPr>
            <p:spPr>
              <a:xfrm>
                <a:off x="209099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9" name="ph7899"/>
              <p:cNvSpPr/>
              <p:nvPr/>
            </p:nvSpPr>
            <p:spPr>
              <a:xfrm>
                <a:off x="210043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0" name="ph7900"/>
              <p:cNvSpPr/>
              <p:nvPr/>
            </p:nvSpPr>
            <p:spPr>
              <a:xfrm>
                <a:off x="210987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1" name="ph7901"/>
              <p:cNvSpPr/>
              <p:nvPr/>
            </p:nvSpPr>
            <p:spPr>
              <a:xfrm>
                <a:off x="211931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2" name="ph7902"/>
              <p:cNvSpPr/>
              <p:nvPr/>
            </p:nvSpPr>
            <p:spPr>
              <a:xfrm>
                <a:off x="212875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3" name="ph7903"/>
              <p:cNvSpPr/>
              <p:nvPr/>
            </p:nvSpPr>
            <p:spPr>
              <a:xfrm>
                <a:off x="213819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4" name="ph7904"/>
              <p:cNvSpPr/>
              <p:nvPr/>
            </p:nvSpPr>
            <p:spPr>
              <a:xfrm>
                <a:off x="214763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5" name="ph7905"/>
              <p:cNvSpPr/>
              <p:nvPr/>
            </p:nvSpPr>
            <p:spPr>
              <a:xfrm>
                <a:off x="215707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6" name="ph7906"/>
              <p:cNvSpPr/>
              <p:nvPr/>
            </p:nvSpPr>
            <p:spPr>
              <a:xfrm>
                <a:off x="216651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7" name="ph7907"/>
              <p:cNvSpPr/>
              <p:nvPr/>
            </p:nvSpPr>
            <p:spPr>
              <a:xfrm>
                <a:off x="217595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8" name="ph7908"/>
              <p:cNvSpPr/>
              <p:nvPr/>
            </p:nvSpPr>
            <p:spPr>
              <a:xfrm>
                <a:off x="218539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9" name="ph7909"/>
              <p:cNvSpPr/>
              <p:nvPr/>
            </p:nvSpPr>
            <p:spPr>
              <a:xfrm>
                <a:off x="219483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0" name="ph7910"/>
              <p:cNvSpPr/>
              <p:nvPr/>
            </p:nvSpPr>
            <p:spPr>
              <a:xfrm>
                <a:off x="220427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1" name="ph7911"/>
              <p:cNvSpPr/>
              <p:nvPr/>
            </p:nvSpPr>
            <p:spPr>
              <a:xfrm>
                <a:off x="221371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2" name="ph7912"/>
              <p:cNvSpPr/>
              <p:nvPr/>
            </p:nvSpPr>
            <p:spPr>
              <a:xfrm>
                <a:off x="222315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3" name="ph7913"/>
              <p:cNvSpPr/>
              <p:nvPr/>
            </p:nvSpPr>
            <p:spPr>
              <a:xfrm>
                <a:off x="223259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4" name="ph7914"/>
              <p:cNvSpPr/>
              <p:nvPr/>
            </p:nvSpPr>
            <p:spPr>
              <a:xfrm>
                <a:off x="224203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5" name="ph7915"/>
              <p:cNvSpPr/>
              <p:nvPr/>
            </p:nvSpPr>
            <p:spPr>
              <a:xfrm>
                <a:off x="2260917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092" y="896830"/>
                    </a:lnTo>
                    <a:lnTo>
                      <a:pt x="914400" y="898183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6" name="ph7916"/>
              <p:cNvSpPr/>
              <p:nvPr/>
            </p:nvSpPr>
            <p:spPr>
              <a:xfrm>
                <a:off x="2260917" y="1043325"/>
                <a:ext cx="9175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75" h="914399">
                    <a:moveTo>
                      <a:pt x="914400" y="914399"/>
                    </a:moveTo>
                    <a:lnTo>
                      <a:pt x="914400" y="898183"/>
                    </a:lnTo>
                    <a:lnTo>
                      <a:pt x="915131" y="901409"/>
                    </a:lnTo>
                    <a:lnTo>
                      <a:pt x="917145" y="911768"/>
                    </a:lnTo>
                    <a:lnTo>
                      <a:pt x="917575" y="91439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7" name="ph7917"/>
              <p:cNvSpPr/>
              <p:nvPr/>
            </p:nvSpPr>
            <p:spPr>
              <a:xfrm>
                <a:off x="3440947" y="1025756"/>
                <a:ext cx="914400" cy="9148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75">
                    <a:moveTo>
                      <a:pt x="914400" y="914399"/>
                    </a:moveTo>
                    <a:lnTo>
                      <a:pt x="914400" y="914875"/>
                    </a:lnTo>
                    <a:lnTo>
                      <a:pt x="913852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8" name="ph7918"/>
              <p:cNvSpPr/>
              <p:nvPr/>
            </p:nvSpPr>
            <p:spPr>
              <a:xfrm>
                <a:off x="3440947" y="1025756"/>
                <a:ext cx="923840" cy="92245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45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454"/>
                    </a:lnTo>
                    <a:lnTo>
                      <a:pt x="918474" y="918409"/>
                    </a:lnTo>
                    <a:lnTo>
                      <a:pt x="914400" y="91487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9" name="ph7919"/>
              <p:cNvSpPr/>
              <p:nvPr/>
            </p:nvSpPr>
            <p:spPr>
              <a:xfrm>
                <a:off x="3450387" y="1025756"/>
                <a:ext cx="923840" cy="9281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1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8131"/>
                    </a:lnTo>
                    <a:lnTo>
                      <a:pt x="919916" y="926014"/>
                    </a:lnTo>
                    <a:lnTo>
                      <a:pt x="914400" y="92245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0" name="ph7920"/>
              <p:cNvSpPr/>
              <p:nvPr/>
            </p:nvSpPr>
            <p:spPr>
              <a:xfrm>
                <a:off x="345982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100" y="931969"/>
                    </a:lnTo>
                    <a:lnTo>
                      <a:pt x="921719" y="931503"/>
                    </a:lnTo>
                    <a:lnTo>
                      <a:pt x="916059" y="929027"/>
                    </a:lnTo>
                    <a:lnTo>
                      <a:pt x="914400" y="92813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1" name="ph7921"/>
              <p:cNvSpPr/>
              <p:nvPr/>
            </p:nvSpPr>
            <p:spPr>
              <a:xfrm>
                <a:off x="346926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2" name="ph7922"/>
              <p:cNvSpPr/>
              <p:nvPr/>
            </p:nvSpPr>
            <p:spPr>
              <a:xfrm>
                <a:off x="347870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3" name="ph7923"/>
              <p:cNvSpPr/>
              <p:nvPr/>
            </p:nvSpPr>
            <p:spPr>
              <a:xfrm>
                <a:off x="348814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4" name="ph7924"/>
              <p:cNvSpPr/>
              <p:nvPr/>
            </p:nvSpPr>
            <p:spPr>
              <a:xfrm>
                <a:off x="349758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5" name="ph7925"/>
              <p:cNvSpPr/>
              <p:nvPr/>
            </p:nvSpPr>
            <p:spPr>
              <a:xfrm>
                <a:off x="350702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6" name="ph7926"/>
              <p:cNvSpPr/>
              <p:nvPr/>
            </p:nvSpPr>
            <p:spPr>
              <a:xfrm>
                <a:off x="351646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7" name="ph7927"/>
              <p:cNvSpPr/>
              <p:nvPr/>
            </p:nvSpPr>
            <p:spPr>
              <a:xfrm>
                <a:off x="352590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8" name="ph7928"/>
              <p:cNvSpPr/>
              <p:nvPr/>
            </p:nvSpPr>
            <p:spPr>
              <a:xfrm>
                <a:off x="353534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9" name="ph7929"/>
              <p:cNvSpPr/>
              <p:nvPr/>
            </p:nvSpPr>
            <p:spPr>
              <a:xfrm>
                <a:off x="354479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0" name="ph7930"/>
              <p:cNvSpPr/>
              <p:nvPr/>
            </p:nvSpPr>
            <p:spPr>
              <a:xfrm>
                <a:off x="355423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1" name="ph7931"/>
              <p:cNvSpPr/>
              <p:nvPr/>
            </p:nvSpPr>
            <p:spPr>
              <a:xfrm>
                <a:off x="356367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2" name="ph7932"/>
              <p:cNvSpPr/>
              <p:nvPr/>
            </p:nvSpPr>
            <p:spPr>
              <a:xfrm>
                <a:off x="357311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3" name="ph7933"/>
              <p:cNvSpPr/>
              <p:nvPr/>
            </p:nvSpPr>
            <p:spPr>
              <a:xfrm>
                <a:off x="358255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4" name="ph7934"/>
              <p:cNvSpPr/>
              <p:nvPr/>
            </p:nvSpPr>
            <p:spPr>
              <a:xfrm>
                <a:off x="359199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5" name="ph7935"/>
              <p:cNvSpPr/>
              <p:nvPr/>
            </p:nvSpPr>
            <p:spPr>
              <a:xfrm>
                <a:off x="360143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6" name="ph7936"/>
              <p:cNvSpPr/>
              <p:nvPr/>
            </p:nvSpPr>
            <p:spPr>
              <a:xfrm>
                <a:off x="361087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7" name="ph7937"/>
              <p:cNvSpPr/>
              <p:nvPr/>
            </p:nvSpPr>
            <p:spPr>
              <a:xfrm>
                <a:off x="362031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8" name="ph7938"/>
              <p:cNvSpPr/>
              <p:nvPr/>
            </p:nvSpPr>
            <p:spPr>
              <a:xfrm>
                <a:off x="362975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9" name="ph7939"/>
              <p:cNvSpPr/>
              <p:nvPr/>
            </p:nvSpPr>
            <p:spPr>
              <a:xfrm>
                <a:off x="363919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0" name="ph7940"/>
              <p:cNvSpPr/>
              <p:nvPr/>
            </p:nvSpPr>
            <p:spPr>
              <a:xfrm>
                <a:off x="364863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1" name="ph7941"/>
              <p:cNvSpPr/>
              <p:nvPr/>
            </p:nvSpPr>
            <p:spPr>
              <a:xfrm>
                <a:off x="365807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2" name="ph7942"/>
              <p:cNvSpPr/>
              <p:nvPr/>
            </p:nvSpPr>
            <p:spPr>
              <a:xfrm>
                <a:off x="366751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3" name="ph7943"/>
              <p:cNvSpPr/>
              <p:nvPr/>
            </p:nvSpPr>
            <p:spPr>
              <a:xfrm>
                <a:off x="367695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4" name="ph7944"/>
              <p:cNvSpPr/>
              <p:nvPr/>
            </p:nvSpPr>
            <p:spPr>
              <a:xfrm>
                <a:off x="368639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5" name="ph7945"/>
              <p:cNvSpPr/>
              <p:nvPr/>
            </p:nvSpPr>
            <p:spPr>
              <a:xfrm>
                <a:off x="369583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6" name="ph7946"/>
              <p:cNvSpPr/>
              <p:nvPr/>
            </p:nvSpPr>
            <p:spPr>
              <a:xfrm>
                <a:off x="370527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7" name="ph7947"/>
              <p:cNvSpPr/>
              <p:nvPr/>
            </p:nvSpPr>
            <p:spPr>
              <a:xfrm>
                <a:off x="371471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8" name="ph7948"/>
              <p:cNvSpPr/>
              <p:nvPr/>
            </p:nvSpPr>
            <p:spPr>
              <a:xfrm>
                <a:off x="372415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9" name="ph7949"/>
              <p:cNvSpPr/>
              <p:nvPr/>
            </p:nvSpPr>
            <p:spPr>
              <a:xfrm>
                <a:off x="373359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0" name="ph7950"/>
              <p:cNvSpPr/>
              <p:nvPr/>
            </p:nvSpPr>
            <p:spPr>
              <a:xfrm>
                <a:off x="374303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1" name="ph7951"/>
              <p:cNvSpPr/>
              <p:nvPr/>
            </p:nvSpPr>
            <p:spPr>
              <a:xfrm>
                <a:off x="375247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2" name="ph7952"/>
              <p:cNvSpPr/>
              <p:nvPr/>
            </p:nvSpPr>
            <p:spPr>
              <a:xfrm>
                <a:off x="376191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3" name="ph7953"/>
              <p:cNvSpPr/>
              <p:nvPr/>
            </p:nvSpPr>
            <p:spPr>
              <a:xfrm>
                <a:off x="377135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4" name="ph7954"/>
              <p:cNvSpPr/>
              <p:nvPr/>
            </p:nvSpPr>
            <p:spPr>
              <a:xfrm>
                <a:off x="378079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5" name="ph7955"/>
              <p:cNvSpPr/>
              <p:nvPr/>
            </p:nvSpPr>
            <p:spPr>
              <a:xfrm>
                <a:off x="379023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6" name="ph7956"/>
              <p:cNvSpPr/>
              <p:nvPr/>
            </p:nvSpPr>
            <p:spPr>
              <a:xfrm>
                <a:off x="379967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7" name="ph7957"/>
              <p:cNvSpPr/>
              <p:nvPr/>
            </p:nvSpPr>
            <p:spPr>
              <a:xfrm>
                <a:off x="380911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8" name="ph7958"/>
              <p:cNvSpPr/>
              <p:nvPr/>
            </p:nvSpPr>
            <p:spPr>
              <a:xfrm>
                <a:off x="381855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9" name="ph7959"/>
              <p:cNvSpPr/>
              <p:nvPr/>
            </p:nvSpPr>
            <p:spPr>
              <a:xfrm>
                <a:off x="382799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0" name="ph7960"/>
              <p:cNvSpPr/>
              <p:nvPr/>
            </p:nvSpPr>
            <p:spPr>
              <a:xfrm>
                <a:off x="383743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1" name="ph7961"/>
              <p:cNvSpPr/>
              <p:nvPr/>
            </p:nvSpPr>
            <p:spPr>
              <a:xfrm>
                <a:off x="3846877" y="1043325"/>
                <a:ext cx="919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775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7409" y="896830"/>
                    </a:lnTo>
                    <a:lnTo>
                      <a:pt x="918455" y="903663"/>
                    </a:lnTo>
                    <a:lnTo>
                      <a:pt x="919775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2" name="ph7962"/>
              <p:cNvSpPr/>
              <p:nvPr/>
            </p:nvSpPr>
            <p:spPr>
              <a:xfrm>
                <a:off x="2053232" y="100818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7719" y="931969"/>
                    </a:lnTo>
                    <a:lnTo>
                      <a:pt x="910440" y="923617"/>
                    </a:lnTo>
                    <a:lnTo>
                      <a:pt x="913813" y="91439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3" name="ph7963"/>
              <p:cNvSpPr/>
              <p:nvPr/>
            </p:nvSpPr>
            <p:spPr>
              <a:xfrm>
                <a:off x="205323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4" name="ph7964"/>
              <p:cNvSpPr/>
              <p:nvPr/>
            </p:nvSpPr>
            <p:spPr>
              <a:xfrm>
                <a:off x="206267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5" name="ph7965"/>
              <p:cNvSpPr/>
              <p:nvPr/>
            </p:nvSpPr>
            <p:spPr>
              <a:xfrm>
                <a:off x="207211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6" name="ph7966"/>
              <p:cNvSpPr/>
              <p:nvPr/>
            </p:nvSpPr>
            <p:spPr>
              <a:xfrm>
                <a:off x="208155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7" name="ph7967"/>
              <p:cNvSpPr/>
              <p:nvPr/>
            </p:nvSpPr>
            <p:spPr>
              <a:xfrm>
                <a:off x="209099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8" name="ph7968"/>
              <p:cNvSpPr/>
              <p:nvPr/>
            </p:nvSpPr>
            <p:spPr>
              <a:xfrm>
                <a:off x="210043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9" name="ph7969"/>
              <p:cNvSpPr/>
              <p:nvPr/>
            </p:nvSpPr>
            <p:spPr>
              <a:xfrm>
                <a:off x="210987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0" name="ph7970"/>
              <p:cNvSpPr/>
              <p:nvPr/>
            </p:nvSpPr>
            <p:spPr>
              <a:xfrm>
                <a:off x="211931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1" name="ph7971"/>
              <p:cNvSpPr/>
              <p:nvPr/>
            </p:nvSpPr>
            <p:spPr>
              <a:xfrm>
                <a:off x="212875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2" name="ph7972"/>
              <p:cNvSpPr/>
              <p:nvPr/>
            </p:nvSpPr>
            <p:spPr>
              <a:xfrm>
                <a:off x="213819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3" name="ph7973"/>
              <p:cNvSpPr/>
              <p:nvPr/>
            </p:nvSpPr>
            <p:spPr>
              <a:xfrm>
                <a:off x="214763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4" name="ph7974"/>
              <p:cNvSpPr/>
              <p:nvPr/>
            </p:nvSpPr>
            <p:spPr>
              <a:xfrm>
                <a:off x="215707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5" name="ph7975"/>
              <p:cNvSpPr/>
              <p:nvPr/>
            </p:nvSpPr>
            <p:spPr>
              <a:xfrm>
                <a:off x="216651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6" name="ph7976"/>
              <p:cNvSpPr/>
              <p:nvPr/>
            </p:nvSpPr>
            <p:spPr>
              <a:xfrm>
                <a:off x="217595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7" name="ph7977"/>
              <p:cNvSpPr/>
              <p:nvPr/>
            </p:nvSpPr>
            <p:spPr>
              <a:xfrm>
                <a:off x="218539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8" name="ph7978"/>
              <p:cNvSpPr/>
              <p:nvPr/>
            </p:nvSpPr>
            <p:spPr>
              <a:xfrm>
                <a:off x="219483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9" name="ph7979"/>
              <p:cNvSpPr/>
              <p:nvPr/>
            </p:nvSpPr>
            <p:spPr>
              <a:xfrm>
                <a:off x="220427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0" name="ph7980"/>
              <p:cNvSpPr/>
              <p:nvPr/>
            </p:nvSpPr>
            <p:spPr>
              <a:xfrm>
                <a:off x="221371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1" name="ph7981"/>
              <p:cNvSpPr/>
              <p:nvPr/>
            </p:nvSpPr>
            <p:spPr>
              <a:xfrm>
                <a:off x="222315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2" name="ph7982"/>
              <p:cNvSpPr/>
              <p:nvPr/>
            </p:nvSpPr>
            <p:spPr>
              <a:xfrm>
                <a:off x="223259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3" name="ph7983"/>
              <p:cNvSpPr/>
              <p:nvPr/>
            </p:nvSpPr>
            <p:spPr>
              <a:xfrm>
                <a:off x="224203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4" name="ph7984"/>
              <p:cNvSpPr/>
              <p:nvPr/>
            </p:nvSpPr>
            <p:spPr>
              <a:xfrm>
                <a:off x="2251477" y="1025756"/>
                <a:ext cx="923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33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067" y="896830"/>
                    </a:lnTo>
                    <a:lnTo>
                      <a:pt x="919686" y="898919"/>
                    </a:lnTo>
                    <a:lnTo>
                      <a:pt x="922269" y="908830"/>
                    </a:lnTo>
                    <a:lnTo>
                      <a:pt x="923533" y="91439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5" name="ph7985"/>
              <p:cNvSpPr/>
              <p:nvPr/>
            </p:nvSpPr>
            <p:spPr>
              <a:xfrm>
                <a:off x="3422066" y="1008186"/>
                <a:ext cx="914400" cy="91528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84">
                    <a:moveTo>
                      <a:pt x="914400" y="914399"/>
                    </a:moveTo>
                    <a:lnTo>
                      <a:pt x="914400" y="915284"/>
                    </a:lnTo>
                    <a:lnTo>
                      <a:pt x="910401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6" name="ph7986"/>
              <p:cNvSpPr/>
              <p:nvPr/>
            </p:nvSpPr>
            <p:spPr>
              <a:xfrm>
                <a:off x="3422066" y="1008186"/>
                <a:ext cx="923840" cy="922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880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880"/>
                    </a:lnTo>
                    <a:lnTo>
                      <a:pt x="921958" y="920787"/>
                    </a:lnTo>
                    <a:lnTo>
                      <a:pt x="917963" y="915806"/>
                    </a:lnTo>
                    <a:lnTo>
                      <a:pt x="915211" y="915463"/>
                    </a:lnTo>
                    <a:lnTo>
                      <a:pt x="914400" y="91528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7" name="ph7987"/>
              <p:cNvSpPr/>
              <p:nvPr/>
            </p:nvSpPr>
            <p:spPr>
              <a:xfrm>
                <a:off x="343150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292" y="931969"/>
                    </a:lnTo>
                    <a:lnTo>
                      <a:pt x="922645" y="931408"/>
                    </a:lnTo>
                    <a:lnTo>
                      <a:pt x="917508" y="926339"/>
                    </a:lnTo>
                    <a:lnTo>
                      <a:pt x="914400" y="92288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8" name="ph7988"/>
              <p:cNvSpPr/>
              <p:nvPr/>
            </p:nvSpPr>
            <p:spPr>
              <a:xfrm>
                <a:off x="344094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9" name="ph7989"/>
              <p:cNvSpPr/>
              <p:nvPr/>
            </p:nvSpPr>
            <p:spPr>
              <a:xfrm>
                <a:off x="345038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0" name="ph7990"/>
              <p:cNvSpPr/>
              <p:nvPr/>
            </p:nvSpPr>
            <p:spPr>
              <a:xfrm>
                <a:off x="345982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1" name="ph7991"/>
              <p:cNvSpPr/>
              <p:nvPr/>
            </p:nvSpPr>
            <p:spPr>
              <a:xfrm>
                <a:off x="346926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2" name="ph7992"/>
              <p:cNvSpPr/>
              <p:nvPr/>
            </p:nvSpPr>
            <p:spPr>
              <a:xfrm>
                <a:off x="347870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3" name="ph7993"/>
              <p:cNvSpPr/>
              <p:nvPr/>
            </p:nvSpPr>
            <p:spPr>
              <a:xfrm>
                <a:off x="348814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4" name="ph7994"/>
              <p:cNvSpPr/>
              <p:nvPr/>
            </p:nvSpPr>
            <p:spPr>
              <a:xfrm>
                <a:off x="349758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5" name="ph7995"/>
              <p:cNvSpPr/>
              <p:nvPr/>
            </p:nvSpPr>
            <p:spPr>
              <a:xfrm>
                <a:off x="350702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6" name="ph7996"/>
              <p:cNvSpPr/>
              <p:nvPr/>
            </p:nvSpPr>
            <p:spPr>
              <a:xfrm>
                <a:off x="351646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7" name="ph7997"/>
              <p:cNvSpPr/>
              <p:nvPr/>
            </p:nvSpPr>
            <p:spPr>
              <a:xfrm>
                <a:off x="352590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8" name="ph7998"/>
              <p:cNvSpPr/>
              <p:nvPr/>
            </p:nvSpPr>
            <p:spPr>
              <a:xfrm>
                <a:off x="353534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9" name="ph7999"/>
              <p:cNvSpPr/>
              <p:nvPr/>
            </p:nvSpPr>
            <p:spPr>
              <a:xfrm>
                <a:off x="354479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0" name="ph8000"/>
              <p:cNvSpPr/>
              <p:nvPr/>
            </p:nvSpPr>
            <p:spPr>
              <a:xfrm>
                <a:off x="355423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1" name="ph8001"/>
              <p:cNvSpPr/>
              <p:nvPr/>
            </p:nvSpPr>
            <p:spPr>
              <a:xfrm>
                <a:off x="356367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2" name="ph8002"/>
              <p:cNvSpPr/>
              <p:nvPr/>
            </p:nvSpPr>
            <p:spPr>
              <a:xfrm>
                <a:off x="357311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3" name="ph8003"/>
              <p:cNvSpPr/>
              <p:nvPr/>
            </p:nvSpPr>
            <p:spPr>
              <a:xfrm>
                <a:off x="358255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4" name="ph8004"/>
              <p:cNvSpPr/>
              <p:nvPr/>
            </p:nvSpPr>
            <p:spPr>
              <a:xfrm>
                <a:off x="359199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5" name="ph8005"/>
              <p:cNvSpPr/>
              <p:nvPr/>
            </p:nvSpPr>
            <p:spPr>
              <a:xfrm>
                <a:off x="360143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6" name="ph8006"/>
              <p:cNvSpPr/>
              <p:nvPr/>
            </p:nvSpPr>
            <p:spPr>
              <a:xfrm>
                <a:off x="361087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7" name="ph8007"/>
              <p:cNvSpPr/>
              <p:nvPr/>
            </p:nvSpPr>
            <p:spPr>
              <a:xfrm>
                <a:off x="362031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8" name="ph8008"/>
              <p:cNvSpPr/>
              <p:nvPr/>
            </p:nvSpPr>
            <p:spPr>
              <a:xfrm>
                <a:off x="362975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9" name="ph8009"/>
              <p:cNvSpPr/>
              <p:nvPr/>
            </p:nvSpPr>
            <p:spPr>
              <a:xfrm>
                <a:off x="363919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0" name="ph8010"/>
              <p:cNvSpPr/>
              <p:nvPr/>
            </p:nvSpPr>
            <p:spPr>
              <a:xfrm>
                <a:off x="364863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1" name="ph8011"/>
              <p:cNvSpPr/>
              <p:nvPr/>
            </p:nvSpPr>
            <p:spPr>
              <a:xfrm>
                <a:off x="365807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2" name="ph8012"/>
              <p:cNvSpPr/>
              <p:nvPr/>
            </p:nvSpPr>
            <p:spPr>
              <a:xfrm>
                <a:off x="366751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3" name="ph8013"/>
              <p:cNvSpPr/>
              <p:nvPr/>
            </p:nvSpPr>
            <p:spPr>
              <a:xfrm>
                <a:off x="367695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4" name="ph8014"/>
              <p:cNvSpPr/>
              <p:nvPr/>
            </p:nvSpPr>
            <p:spPr>
              <a:xfrm>
                <a:off x="368639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5" name="ph8015"/>
              <p:cNvSpPr/>
              <p:nvPr/>
            </p:nvSpPr>
            <p:spPr>
              <a:xfrm>
                <a:off x="369583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6" name="ph8016"/>
              <p:cNvSpPr/>
              <p:nvPr/>
            </p:nvSpPr>
            <p:spPr>
              <a:xfrm>
                <a:off x="370527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7" name="ph8017"/>
              <p:cNvSpPr/>
              <p:nvPr/>
            </p:nvSpPr>
            <p:spPr>
              <a:xfrm>
                <a:off x="371471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8" name="ph8018"/>
              <p:cNvSpPr/>
              <p:nvPr/>
            </p:nvSpPr>
            <p:spPr>
              <a:xfrm>
                <a:off x="372415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9" name="ph8019"/>
              <p:cNvSpPr/>
              <p:nvPr/>
            </p:nvSpPr>
            <p:spPr>
              <a:xfrm>
                <a:off x="373359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0" name="ph8020"/>
              <p:cNvSpPr/>
              <p:nvPr/>
            </p:nvSpPr>
            <p:spPr>
              <a:xfrm>
                <a:off x="374303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1" name="ph8021"/>
              <p:cNvSpPr/>
              <p:nvPr/>
            </p:nvSpPr>
            <p:spPr>
              <a:xfrm>
                <a:off x="375247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2" name="ph8022"/>
              <p:cNvSpPr/>
              <p:nvPr/>
            </p:nvSpPr>
            <p:spPr>
              <a:xfrm>
                <a:off x="376191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3" name="ph8023"/>
              <p:cNvSpPr/>
              <p:nvPr/>
            </p:nvSpPr>
            <p:spPr>
              <a:xfrm>
                <a:off x="377135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4" name="ph8024"/>
              <p:cNvSpPr/>
              <p:nvPr/>
            </p:nvSpPr>
            <p:spPr>
              <a:xfrm>
                <a:off x="378079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5" name="ph8025"/>
              <p:cNvSpPr/>
              <p:nvPr/>
            </p:nvSpPr>
            <p:spPr>
              <a:xfrm>
                <a:off x="379023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6" name="ph8026"/>
              <p:cNvSpPr/>
              <p:nvPr/>
            </p:nvSpPr>
            <p:spPr>
              <a:xfrm>
                <a:off x="379967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7" name="ph8027"/>
              <p:cNvSpPr/>
              <p:nvPr/>
            </p:nvSpPr>
            <p:spPr>
              <a:xfrm>
                <a:off x="380911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8" name="ph8028"/>
              <p:cNvSpPr/>
              <p:nvPr/>
            </p:nvSpPr>
            <p:spPr>
              <a:xfrm>
                <a:off x="381855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9" name="ph8029"/>
              <p:cNvSpPr/>
              <p:nvPr/>
            </p:nvSpPr>
            <p:spPr>
              <a:xfrm>
                <a:off x="382799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0" name="ph8030"/>
              <p:cNvSpPr/>
              <p:nvPr/>
            </p:nvSpPr>
            <p:spPr>
              <a:xfrm>
                <a:off x="3846877" y="10257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188" y="896830"/>
                    </a:lnTo>
                    <a:lnTo>
                      <a:pt x="914400" y="897807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1" name="ph8031"/>
              <p:cNvSpPr/>
              <p:nvPr/>
            </p:nvSpPr>
            <p:spPr>
              <a:xfrm>
                <a:off x="3846877" y="1025756"/>
                <a:ext cx="9174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09" h="914399">
                    <a:moveTo>
                      <a:pt x="914400" y="914399"/>
                    </a:moveTo>
                    <a:lnTo>
                      <a:pt x="914400" y="897807"/>
                    </a:lnTo>
                    <a:lnTo>
                      <a:pt x="914883" y="900040"/>
                    </a:lnTo>
                    <a:lnTo>
                      <a:pt x="916819" y="910549"/>
                    </a:lnTo>
                    <a:lnTo>
                      <a:pt x="917409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2" name="ph8032"/>
              <p:cNvSpPr/>
              <p:nvPr/>
            </p:nvSpPr>
            <p:spPr>
              <a:xfrm>
                <a:off x="2053232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813" y="914399"/>
                    </a:lnTo>
                    <a:lnTo>
                      <a:pt x="914400" y="912963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3" name="ph8033"/>
              <p:cNvSpPr/>
              <p:nvPr/>
            </p:nvSpPr>
            <p:spPr>
              <a:xfrm>
                <a:off x="2062672" y="99061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533"/>
                    </a:lnTo>
                    <a:lnTo>
                      <a:pt x="907915" y="923292"/>
                    </a:lnTo>
                    <a:lnTo>
                      <a:pt x="911739" y="914874"/>
                    </a:lnTo>
                    <a:lnTo>
                      <a:pt x="911967" y="914400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4" name="ph8034"/>
              <p:cNvSpPr/>
              <p:nvPr/>
            </p:nvSpPr>
            <p:spPr>
              <a:xfrm>
                <a:off x="206267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5" name="ph8035"/>
              <p:cNvSpPr/>
              <p:nvPr/>
            </p:nvSpPr>
            <p:spPr>
              <a:xfrm>
                <a:off x="207211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6" name="ph8036"/>
              <p:cNvSpPr/>
              <p:nvPr/>
            </p:nvSpPr>
            <p:spPr>
              <a:xfrm>
                <a:off x="208155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7" name="ph8037"/>
              <p:cNvSpPr/>
              <p:nvPr/>
            </p:nvSpPr>
            <p:spPr>
              <a:xfrm>
                <a:off x="209099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8" name="ph8038"/>
              <p:cNvSpPr/>
              <p:nvPr/>
            </p:nvSpPr>
            <p:spPr>
              <a:xfrm>
                <a:off x="210043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9" name="ph8039"/>
              <p:cNvSpPr/>
              <p:nvPr/>
            </p:nvSpPr>
            <p:spPr>
              <a:xfrm>
                <a:off x="210987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0" name="ph8040"/>
              <p:cNvSpPr/>
              <p:nvPr/>
            </p:nvSpPr>
            <p:spPr>
              <a:xfrm>
                <a:off x="211931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1" name="ph8041"/>
              <p:cNvSpPr/>
              <p:nvPr/>
            </p:nvSpPr>
            <p:spPr>
              <a:xfrm>
                <a:off x="212875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2" name="ph8042"/>
              <p:cNvSpPr/>
              <p:nvPr/>
            </p:nvSpPr>
            <p:spPr>
              <a:xfrm>
                <a:off x="213819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3" name="ph8043"/>
              <p:cNvSpPr/>
              <p:nvPr/>
            </p:nvSpPr>
            <p:spPr>
              <a:xfrm>
                <a:off x="214763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4" name="ph8044"/>
              <p:cNvSpPr/>
              <p:nvPr/>
            </p:nvSpPr>
            <p:spPr>
              <a:xfrm>
                <a:off x="215707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5" name="ph8045"/>
              <p:cNvSpPr/>
              <p:nvPr/>
            </p:nvSpPr>
            <p:spPr>
              <a:xfrm>
                <a:off x="216651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6" name="ph8046"/>
              <p:cNvSpPr/>
              <p:nvPr/>
            </p:nvSpPr>
            <p:spPr>
              <a:xfrm>
                <a:off x="217595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7" name="ph8047"/>
              <p:cNvSpPr/>
              <p:nvPr/>
            </p:nvSpPr>
            <p:spPr>
              <a:xfrm>
                <a:off x="218539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8" name="ph8048"/>
              <p:cNvSpPr/>
              <p:nvPr/>
            </p:nvSpPr>
            <p:spPr>
              <a:xfrm>
                <a:off x="219483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9" name="ph8049"/>
              <p:cNvSpPr/>
              <p:nvPr/>
            </p:nvSpPr>
            <p:spPr>
              <a:xfrm>
                <a:off x="220427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0" name="ph8050"/>
              <p:cNvSpPr/>
              <p:nvPr/>
            </p:nvSpPr>
            <p:spPr>
              <a:xfrm>
                <a:off x="221371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1" name="ph8051"/>
              <p:cNvSpPr/>
              <p:nvPr/>
            </p:nvSpPr>
            <p:spPr>
              <a:xfrm>
                <a:off x="222315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2" name="ph8052"/>
              <p:cNvSpPr/>
              <p:nvPr/>
            </p:nvSpPr>
            <p:spPr>
              <a:xfrm>
                <a:off x="223259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3" name="ph8053"/>
              <p:cNvSpPr/>
              <p:nvPr/>
            </p:nvSpPr>
            <p:spPr>
              <a:xfrm>
                <a:off x="2251477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56" y="896830"/>
                    </a:lnTo>
                    <a:lnTo>
                      <a:pt x="913702" y="897487"/>
                    </a:lnTo>
                    <a:lnTo>
                      <a:pt x="914400" y="899574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4" name="ph8054"/>
              <p:cNvSpPr/>
              <p:nvPr/>
            </p:nvSpPr>
            <p:spPr>
              <a:xfrm>
                <a:off x="2251477" y="1008186"/>
                <a:ext cx="91906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067" h="914399">
                    <a:moveTo>
                      <a:pt x="914400" y="914399"/>
                    </a:moveTo>
                    <a:lnTo>
                      <a:pt x="914400" y="899574"/>
                    </a:lnTo>
                    <a:lnTo>
                      <a:pt x="916827" y="906842"/>
                    </a:lnTo>
                    <a:lnTo>
                      <a:pt x="919067" y="91439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5" name="ph8055"/>
              <p:cNvSpPr/>
              <p:nvPr/>
            </p:nvSpPr>
            <p:spPr>
              <a:xfrm>
                <a:off x="3393746" y="990616"/>
                <a:ext cx="914400" cy="92059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6">
                    <a:moveTo>
                      <a:pt x="914400" y="914400"/>
                    </a:moveTo>
                    <a:lnTo>
                      <a:pt x="914400" y="920596"/>
                    </a:lnTo>
                    <a:lnTo>
                      <a:pt x="909739" y="917175"/>
                    </a:lnTo>
                    <a:lnTo>
                      <a:pt x="906463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6" name="ph8056"/>
              <p:cNvSpPr/>
              <p:nvPr/>
            </p:nvSpPr>
            <p:spPr>
              <a:xfrm>
                <a:off x="3393746" y="990616"/>
                <a:ext cx="923840" cy="9262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253"/>
                    </a:lnTo>
                    <a:lnTo>
                      <a:pt x="920690" y="924614"/>
                    </a:lnTo>
                    <a:lnTo>
                      <a:pt x="915163" y="921157"/>
                    </a:lnTo>
                    <a:lnTo>
                      <a:pt x="914400" y="92059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7" name="ph8057"/>
              <p:cNvSpPr/>
              <p:nvPr/>
            </p:nvSpPr>
            <p:spPr>
              <a:xfrm>
                <a:off x="3403186" y="990616"/>
                <a:ext cx="923840" cy="9303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329"/>
                    </a:lnTo>
                    <a:lnTo>
                      <a:pt x="922554" y="929919"/>
                    </a:lnTo>
                    <a:lnTo>
                      <a:pt x="916865" y="927537"/>
                    </a:lnTo>
                    <a:lnTo>
                      <a:pt x="914400" y="92625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8" name="ph8058"/>
              <p:cNvSpPr/>
              <p:nvPr/>
            </p:nvSpPr>
            <p:spPr>
              <a:xfrm>
                <a:off x="341262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42" y="931969"/>
                    </a:lnTo>
                    <a:lnTo>
                      <a:pt x="918861" y="931752"/>
                    </a:lnTo>
                    <a:lnTo>
                      <a:pt x="914400" y="93032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9" name="ph8059"/>
              <p:cNvSpPr/>
              <p:nvPr/>
            </p:nvSpPr>
            <p:spPr>
              <a:xfrm>
                <a:off x="342206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0" name="ph8060"/>
              <p:cNvSpPr/>
              <p:nvPr/>
            </p:nvSpPr>
            <p:spPr>
              <a:xfrm>
                <a:off x="343150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1" name="ph8061"/>
              <p:cNvSpPr/>
              <p:nvPr/>
            </p:nvSpPr>
            <p:spPr>
              <a:xfrm>
                <a:off x="344094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2" name="ph8062"/>
              <p:cNvSpPr/>
              <p:nvPr/>
            </p:nvSpPr>
            <p:spPr>
              <a:xfrm>
                <a:off x="345038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3" name="ph8063"/>
              <p:cNvSpPr/>
              <p:nvPr/>
            </p:nvSpPr>
            <p:spPr>
              <a:xfrm>
                <a:off x="345982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4" name="ph8064"/>
              <p:cNvSpPr/>
              <p:nvPr/>
            </p:nvSpPr>
            <p:spPr>
              <a:xfrm>
                <a:off x="346926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5" name="ph8065"/>
              <p:cNvSpPr/>
              <p:nvPr/>
            </p:nvSpPr>
            <p:spPr>
              <a:xfrm>
                <a:off x="347870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6" name="ph8066"/>
              <p:cNvSpPr/>
              <p:nvPr/>
            </p:nvSpPr>
            <p:spPr>
              <a:xfrm>
                <a:off x="348814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7" name="ph8067"/>
              <p:cNvSpPr/>
              <p:nvPr/>
            </p:nvSpPr>
            <p:spPr>
              <a:xfrm>
                <a:off x="349758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8" name="ph8068"/>
              <p:cNvSpPr/>
              <p:nvPr/>
            </p:nvSpPr>
            <p:spPr>
              <a:xfrm>
                <a:off x="350702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9" name="ph8069"/>
              <p:cNvSpPr/>
              <p:nvPr/>
            </p:nvSpPr>
            <p:spPr>
              <a:xfrm>
                <a:off x="351646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0" name="ph8070"/>
              <p:cNvSpPr/>
              <p:nvPr/>
            </p:nvSpPr>
            <p:spPr>
              <a:xfrm>
                <a:off x="352590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1" name="ph8071"/>
              <p:cNvSpPr/>
              <p:nvPr/>
            </p:nvSpPr>
            <p:spPr>
              <a:xfrm>
                <a:off x="353534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2" name="ph8072"/>
              <p:cNvSpPr/>
              <p:nvPr/>
            </p:nvSpPr>
            <p:spPr>
              <a:xfrm>
                <a:off x="354479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3" name="ph8073"/>
              <p:cNvSpPr/>
              <p:nvPr/>
            </p:nvSpPr>
            <p:spPr>
              <a:xfrm>
                <a:off x="355423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4" name="ph8074"/>
              <p:cNvSpPr/>
              <p:nvPr/>
            </p:nvSpPr>
            <p:spPr>
              <a:xfrm>
                <a:off x="356367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5" name="ph8075"/>
              <p:cNvSpPr/>
              <p:nvPr/>
            </p:nvSpPr>
            <p:spPr>
              <a:xfrm>
                <a:off x="357311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6" name="ph8076"/>
              <p:cNvSpPr/>
              <p:nvPr/>
            </p:nvSpPr>
            <p:spPr>
              <a:xfrm>
                <a:off x="358255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7" name="ph8077"/>
              <p:cNvSpPr/>
              <p:nvPr/>
            </p:nvSpPr>
            <p:spPr>
              <a:xfrm>
                <a:off x="359199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8" name="ph8078"/>
              <p:cNvSpPr/>
              <p:nvPr/>
            </p:nvSpPr>
            <p:spPr>
              <a:xfrm>
                <a:off x="360143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9" name="ph8079"/>
              <p:cNvSpPr/>
              <p:nvPr/>
            </p:nvSpPr>
            <p:spPr>
              <a:xfrm>
                <a:off x="361087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0" name="ph8080"/>
              <p:cNvSpPr/>
              <p:nvPr/>
            </p:nvSpPr>
            <p:spPr>
              <a:xfrm>
                <a:off x="362031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1" name="ph8081"/>
              <p:cNvSpPr/>
              <p:nvPr/>
            </p:nvSpPr>
            <p:spPr>
              <a:xfrm>
                <a:off x="362975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2" name="ph8082"/>
              <p:cNvSpPr/>
              <p:nvPr/>
            </p:nvSpPr>
            <p:spPr>
              <a:xfrm>
                <a:off x="363919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3" name="ph8083"/>
              <p:cNvSpPr/>
              <p:nvPr/>
            </p:nvSpPr>
            <p:spPr>
              <a:xfrm>
                <a:off x="364863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4" name="ph8084"/>
              <p:cNvSpPr/>
              <p:nvPr/>
            </p:nvSpPr>
            <p:spPr>
              <a:xfrm>
                <a:off x="365807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5" name="ph8085"/>
              <p:cNvSpPr/>
              <p:nvPr/>
            </p:nvSpPr>
            <p:spPr>
              <a:xfrm>
                <a:off x="366751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6" name="ph8086"/>
              <p:cNvSpPr/>
              <p:nvPr/>
            </p:nvSpPr>
            <p:spPr>
              <a:xfrm>
                <a:off x="367695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7" name="ph8087"/>
              <p:cNvSpPr/>
              <p:nvPr/>
            </p:nvSpPr>
            <p:spPr>
              <a:xfrm>
                <a:off x="368639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8" name="ph8088"/>
              <p:cNvSpPr/>
              <p:nvPr/>
            </p:nvSpPr>
            <p:spPr>
              <a:xfrm>
                <a:off x="369583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9" name="ph8089"/>
              <p:cNvSpPr/>
              <p:nvPr/>
            </p:nvSpPr>
            <p:spPr>
              <a:xfrm>
                <a:off x="370527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0" name="ph8090"/>
              <p:cNvSpPr/>
              <p:nvPr/>
            </p:nvSpPr>
            <p:spPr>
              <a:xfrm>
                <a:off x="371471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1" name="ph8091"/>
              <p:cNvSpPr/>
              <p:nvPr/>
            </p:nvSpPr>
            <p:spPr>
              <a:xfrm>
                <a:off x="372415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2" name="ph8092"/>
              <p:cNvSpPr/>
              <p:nvPr/>
            </p:nvSpPr>
            <p:spPr>
              <a:xfrm>
                <a:off x="373359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3" name="ph8093"/>
              <p:cNvSpPr/>
              <p:nvPr/>
            </p:nvSpPr>
            <p:spPr>
              <a:xfrm>
                <a:off x="374303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4" name="ph8094"/>
              <p:cNvSpPr/>
              <p:nvPr/>
            </p:nvSpPr>
            <p:spPr>
              <a:xfrm>
                <a:off x="375247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5" name="ph8095"/>
              <p:cNvSpPr/>
              <p:nvPr/>
            </p:nvSpPr>
            <p:spPr>
              <a:xfrm>
                <a:off x="376191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6" name="ph8096"/>
              <p:cNvSpPr/>
              <p:nvPr/>
            </p:nvSpPr>
            <p:spPr>
              <a:xfrm>
                <a:off x="377135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7" name="ph8097"/>
              <p:cNvSpPr/>
              <p:nvPr/>
            </p:nvSpPr>
            <p:spPr>
              <a:xfrm>
                <a:off x="378079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8" name="ph8098"/>
              <p:cNvSpPr/>
              <p:nvPr/>
            </p:nvSpPr>
            <p:spPr>
              <a:xfrm>
                <a:off x="379023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9" name="ph8099"/>
              <p:cNvSpPr/>
              <p:nvPr/>
            </p:nvSpPr>
            <p:spPr>
              <a:xfrm>
                <a:off x="379967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0" name="ph8100"/>
              <p:cNvSpPr/>
              <p:nvPr/>
            </p:nvSpPr>
            <p:spPr>
              <a:xfrm>
                <a:off x="380911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1" name="ph8101"/>
              <p:cNvSpPr/>
              <p:nvPr/>
            </p:nvSpPr>
            <p:spPr>
              <a:xfrm>
                <a:off x="381855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2" name="ph8102"/>
              <p:cNvSpPr/>
              <p:nvPr/>
            </p:nvSpPr>
            <p:spPr>
              <a:xfrm>
                <a:off x="382799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3" name="ph8103"/>
              <p:cNvSpPr/>
              <p:nvPr/>
            </p:nvSpPr>
            <p:spPr>
              <a:xfrm>
                <a:off x="3837437" y="1008186"/>
                <a:ext cx="9236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88" y="896916"/>
                    </a:lnTo>
                    <a:lnTo>
                      <a:pt x="919573" y="897235"/>
                    </a:lnTo>
                    <a:lnTo>
                      <a:pt x="922092" y="907306"/>
                    </a:lnTo>
                    <a:lnTo>
                      <a:pt x="923628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4" name="ph8104"/>
              <p:cNvSpPr/>
              <p:nvPr/>
            </p:nvSpPr>
            <p:spPr>
              <a:xfrm>
                <a:off x="2062672" y="99061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967" y="914400"/>
                    </a:lnTo>
                    <a:lnTo>
                      <a:pt x="912104" y="914113"/>
                    </a:lnTo>
                    <a:lnTo>
                      <a:pt x="912287" y="913730"/>
                    </a:lnTo>
                    <a:lnTo>
                      <a:pt x="912471" y="913347"/>
                    </a:lnTo>
                    <a:lnTo>
                      <a:pt x="912654" y="912964"/>
                    </a:lnTo>
                    <a:lnTo>
                      <a:pt x="912838" y="912581"/>
                    </a:lnTo>
                    <a:lnTo>
                      <a:pt x="913021" y="912198"/>
                    </a:lnTo>
                    <a:lnTo>
                      <a:pt x="913205" y="911815"/>
                    </a:lnTo>
                    <a:lnTo>
                      <a:pt x="913388" y="911432"/>
                    </a:lnTo>
                    <a:lnTo>
                      <a:pt x="913572" y="911049"/>
                    </a:lnTo>
                    <a:lnTo>
                      <a:pt x="913756" y="910666"/>
                    </a:lnTo>
                    <a:lnTo>
                      <a:pt x="913939" y="910283"/>
                    </a:lnTo>
                    <a:lnTo>
                      <a:pt x="914123" y="909900"/>
                    </a:lnTo>
                    <a:lnTo>
                      <a:pt x="914307" y="909517"/>
                    </a:lnTo>
                    <a:lnTo>
                      <a:pt x="914400" y="909323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5" name="ph8105"/>
              <p:cNvSpPr/>
              <p:nvPr/>
            </p:nvSpPr>
            <p:spPr>
              <a:xfrm>
                <a:off x="2072112" y="97304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893"/>
                    </a:lnTo>
                    <a:lnTo>
                      <a:pt x="905050" y="926703"/>
                    </a:lnTo>
                    <a:lnTo>
                      <a:pt x="905234" y="926320"/>
                    </a:lnTo>
                    <a:lnTo>
                      <a:pt x="905417" y="925937"/>
                    </a:lnTo>
                    <a:lnTo>
                      <a:pt x="905601" y="925554"/>
                    </a:lnTo>
                    <a:lnTo>
                      <a:pt x="905785" y="925171"/>
                    </a:lnTo>
                    <a:lnTo>
                      <a:pt x="905968" y="924788"/>
                    </a:lnTo>
                    <a:lnTo>
                      <a:pt x="906152" y="924405"/>
                    </a:lnTo>
                    <a:lnTo>
                      <a:pt x="906336" y="924022"/>
                    </a:lnTo>
                    <a:lnTo>
                      <a:pt x="906520" y="923639"/>
                    </a:lnTo>
                    <a:lnTo>
                      <a:pt x="906703" y="923256"/>
                    </a:lnTo>
                    <a:lnTo>
                      <a:pt x="906887" y="922873"/>
                    </a:lnTo>
                    <a:lnTo>
                      <a:pt x="907071" y="922490"/>
                    </a:lnTo>
                    <a:lnTo>
                      <a:pt x="907255" y="922107"/>
                    </a:lnTo>
                    <a:lnTo>
                      <a:pt x="907439" y="921724"/>
                    </a:lnTo>
                    <a:lnTo>
                      <a:pt x="907622" y="921341"/>
                    </a:lnTo>
                    <a:lnTo>
                      <a:pt x="907806" y="920958"/>
                    </a:lnTo>
                    <a:lnTo>
                      <a:pt x="907990" y="920575"/>
                    </a:lnTo>
                    <a:lnTo>
                      <a:pt x="908174" y="920192"/>
                    </a:lnTo>
                    <a:lnTo>
                      <a:pt x="908358" y="919809"/>
                    </a:lnTo>
                    <a:lnTo>
                      <a:pt x="908542" y="919426"/>
                    </a:lnTo>
                    <a:lnTo>
                      <a:pt x="908726" y="919043"/>
                    </a:lnTo>
                    <a:lnTo>
                      <a:pt x="908910" y="918660"/>
                    </a:lnTo>
                    <a:lnTo>
                      <a:pt x="909093" y="918277"/>
                    </a:lnTo>
                    <a:lnTo>
                      <a:pt x="909277" y="917894"/>
                    </a:lnTo>
                    <a:lnTo>
                      <a:pt x="909461" y="917511"/>
                    </a:lnTo>
                    <a:lnTo>
                      <a:pt x="909645" y="917128"/>
                    </a:lnTo>
                    <a:lnTo>
                      <a:pt x="909829" y="916745"/>
                    </a:lnTo>
                    <a:lnTo>
                      <a:pt x="910013" y="916362"/>
                    </a:lnTo>
                    <a:lnTo>
                      <a:pt x="910197" y="915979"/>
                    </a:lnTo>
                    <a:lnTo>
                      <a:pt x="910381" y="915596"/>
                    </a:lnTo>
                    <a:lnTo>
                      <a:pt x="910565" y="915213"/>
                    </a:lnTo>
                    <a:lnTo>
                      <a:pt x="910749" y="914830"/>
                    </a:lnTo>
                    <a:lnTo>
                      <a:pt x="910956" y="914400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6" name="ph8106"/>
              <p:cNvSpPr/>
              <p:nvPr/>
            </p:nvSpPr>
            <p:spPr>
              <a:xfrm>
                <a:off x="207211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7" name="ph8107"/>
              <p:cNvSpPr/>
              <p:nvPr/>
            </p:nvSpPr>
            <p:spPr>
              <a:xfrm>
                <a:off x="208155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8" name="ph8108"/>
              <p:cNvSpPr/>
              <p:nvPr/>
            </p:nvSpPr>
            <p:spPr>
              <a:xfrm>
                <a:off x="209099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9" name="ph8109"/>
              <p:cNvSpPr/>
              <p:nvPr/>
            </p:nvSpPr>
            <p:spPr>
              <a:xfrm>
                <a:off x="210043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0" name="ph8110"/>
              <p:cNvSpPr/>
              <p:nvPr/>
            </p:nvSpPr>
            <p:spPr>
              <a:xfrm>
                <a:off x="210987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1" name="ph8111"/>
              <p:cNvSpPr/>
              <p:nvPr/>
            </p:nvSpPr>
            <p:spPr>
              <a:xfrm>
                <a:off x="211931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2" name="ph8112"/>
              <p:cNvSpPr/>
              <p:nvPr/>
            </p:nvSpPr>
            <p:spPr>
              <a:xfrm>
                <a:off x="212875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3" name="ph8113"/>
              <p:cNvSpPr/>
              <p:nvPr/>
            </p:nvSpPr>
            <p:spPr>
              <a:xfrm>
                <a:off x="213819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4" name="ph8114"/>
              <p:cNvSpPr/>
              <p:nvPr/>
            </p:nvSpPr>
            <p:spPr>
              <a:xfrm>
                <a:off x="214763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5" name="ph8115"/>
              <p:cNvSpPr/>
              <p:nvPr/>
            </p:nvSpPr>
            <p:spPr>
              <a:xfrm>
                <a:off x="215707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6" name="ph8116"/>
              <p:cNvSpPr/>
              <p:nvPr/>
            </p:nvSpPr>
            <p:spPr>
              <a:xfrm>
                <a:off x="216651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7" name="ph8117"/>
              <p:cNvSpPr/>
              <p:nvPr/>
            </p:nvSpPr>
            <p:spPr>
              <a:xfrm>
                <a:off x="217595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8" name="ph8118"/>
              <p:cNvSpPr/>
              <p:nvPr/>
            </p:nvSpPr>
            <p:spPr>
              <a:xfrm>
                <a:off x="218539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9" name="ph8119"/>
              <p:cNvSpPr/>
              <p:nvPr/>
            </p:nvSpPr>
            <p:spPr>
              <a:xfrm>
                <a:off x="219483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0" name="ph8120"/>
              <p:cNvSpPr/>
              <p:nvPr/>
            </p:nvSpPr>
            <p:spPr>
              <a:xfrm>
                <a:off x="220427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1" name="ph8121"/>
              <p:cNvSpPr/>
              <p:nvPr/>
            </p:nvSpPr>
            <p:spPr>
              <a:xfrm>
                <a:off x="221371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2" name="ph8122"/>
              <p:cNvSpPr/>
              <p:nvPr/>
            </p:nvSpPr>
            <p:spPr>
              <a:xfrm>
                <a:off x="222315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3" name="ph8123"/>
              <p:cNvSpPr/>
              <p:nvPr/>
            </p:nvSpPr>
            <p:spPr>
              <a:xfrm>
                <a:off x="223259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4" name="ph8124"/>
              <p:cNvSpPr/>
              <p:nvPr/>
            </p:nvSpPr>
            <p:spPr>
              <a:xfrm>
                <a:off x="2242036" y="990616"/>
                <a:ext cx="9228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899" y="896830"/>
                    </a:lnTo>
                    <a:lnTo>
                      <a:pt x="916127" y="897320"/>
                    </a:lnTo>
                    <a:lnTo>
                      <a:pt x="919759" y="906017"/>
                    </a:lnTo>
                    <a:lnTo>
                      <a:pt x="922897" y="914400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5" name="ph8125"/>
              <p:cNvSpPr/>
              <p:nvPr/>
            </p:nvSpPr>
            <p:spPr>
              <a:xfrm>
                <a:off x="3374865" y="973046"/>
                <a:ext cx="914400" cy="9213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332">
                    <a:moveTo>
                      <a:pt x="914400" y="914400"/>
                    </a:moveTo>
                    <a:lnTo>
                      <a:pt x="914322" y="921332"/>
                    </a:lnTo>
                    <a:lnTo>
                      <a:pt x="913052" y="920028"/>
                    </a:lnTo>
                    <a:lnTo>
                      <a:pt x="911781" y="918725"/>
                    </a:lnTo>
                    <a:lnTo>
                      <a:pt x="910511" y="917422"/>
                    </a:lnTo>
                    <a:lnTo>
                      <a:pt x="909240" y="916119"/>
                    </a:lnTo>
                    <a:lnTo>
                      <a:pt x="907969" y="914816"/>
                    </a:lnTo>
                    <a:lnTo>
                      <a:pt x="90756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6" name="ph8126"/>
              <p:cNvSpPr/>
              <p:nvPr/>
            </p:nvSpPr>
            <p:spPr>
              <a:xfrm>
                <a:off x="3374865" y="973046"/>
                <a:ext cx="923840" cy="93069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9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695"/>
                    </a:lnTo>
                    <a:lnTo>
                      <a:pt x="923312" y="930248"/>
                    </a:lnTo>
                    <a:lnTo>
                      <a:pt x="918136" y="925250"/>
                    </a:lnTo>
                    <a:lnTo>
                      <a:pt x="916861" y="923939"/>
                    </a:lnTo>
                    <a:lnTo>
                      <a:pt x="915591" y="922635"/>
                    </a:lnTo>
                    <a:lnTo>
                      <a:pt x="914400" y="921412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7" name="ph8127"/>
              <p:cNvSpPr/>
              <p:nvPr/>
            </p:nvSpPr>
            <p:spPr>
              <a:xfrm>
                <a:off x="338430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903" y="931969"/>
                    </a:lnTo>
                    <a:lnTo>
                      <a:pt x="914400" y="930695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8" name="ph8128"/>
              <p:cNvSpPr/>
              <p:nvPr/>
            </p:nvSpPr>
            <p:spPr>
              <a:xfrm>
                <a:off x="339374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9" name="ph8129"/>
              <p:cNvSpPr/>
              <p:nvPr/>
            </p:nvSpPr>
            <p:spPr>
              <a:xfrm>
                <a:off x="340318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0" name="ph8130"/>
              <p:cNvSpPr/>
              <p:nvPr/>
            </p:nvSpPr>
            <p:spPr>
              <a:xfrm>
                <a:off x="341262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1" name="ph8131"/>
              <p:cNvSpPr/>
              <p:nvPr/>
            </p:nvSpPr>
            <p:spPr>
              <a:xfrm>
                <a:off x="342206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2" name="ph8132"/>
              <p:cNvSpPr/>
              <p:nvPr/>
            </p:nvSpPr>
            <p:spPr>
              <a:xfrm>
                <a:off x="343150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3" name="ph8133"/>
              <p:cNvSpPr/>
              <p:nvPr/>
            </p:nvSpPr>
            <p:spPr>
              <a:xfrm>
                <a:off x="344094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4" name="ph8134"/>
              <p:cNvSpPr/>
              <p:nvPr/>
            </p:nvSpPr>
            <p:spPr>
              <a:xfrm>
                <a:off x="345038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5" name="ph8135"/>
              <p:cNvSpPr/>
              <p:nvPr/>
            </p:nvSpPr>
            <p:spPr>
              <a:xfrm>
                <a:off x="345982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6" name="ph8136"/>
              <p:cNvSpPr/>
              <p:nvPr/>
            </p:nvSpPr>
            <p:spPr>
              <a:xfrm>
                <a:off x="346926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7" name="ph8137"/>
              <p:cNvSpPr/>
              <p:nvPr/>
            </p:nvSpPr>
            <p:spPr>
              <a:xfrm>
                <a:off x="347870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8" name="ph8138"/>
              <p:cNvSpPr/>
              <p:nvPr/>
            </p:nvSpPr>
            <p:spPr>
              <a:xfrm>
                <a:off x="348814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9" name="ph8139"/>
              <p:cNvSpPr/>
              <p:nvPr/>
            </p:nvSpPr>
            <p:spPr>
              <a:xfrm>
                <a:off x="349758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0" name="ph8140"/>
              <p:cNvSpPr/>
              <p:nvPr/>
            </p:nvSpPr>
            <p:spPr>
              <a:xfrm>
                <a:off x="350702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1" name="ph8141"/>
              <p:cNvSpPr/>
              <p:nvPr/>
            </p:nvSpPr>
            <p:spPr>
              <a:xfrm>
                <a:off x="351646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2" name="ph8142"/>
              <p:cNvSpPr/>
              <p:nvPr/>
            </p:nvSpPr>
            <p:spPr>
              <a:xfrm>
                <a:off x="352590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3" name="ph8143"/>
              <p:cNvSpPr/>
              <p:nvPr/>
            </p:nvSpPr>
            <p:spPr>
              <a:xfrm>
                <a:off x="353534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4" name="ph8144"/>
              <p:cNvSpPr/>
              <p:nvPr/>
            </p:nvSpPr>
            <p:spPr>
              <a:xfrm>
                <a:off x="354479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5" name="ph8145"/>
              <p:cNvSpPr/>
              <p:nvPr/>
            </p:nvSpPr>
            <p:spPr>
              <a:xfrm>
                <a:off x="355423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6" name="ph8146"/>
              <p:cNvSpPr/>
              <p:nvPr/>
            </p:nvSpPr>
            <p:spPr>
              <a:xfrm>
                <a:off x="356367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7" name="ph8147"/>
              <p:cNvSpPr/>
              <p:nvPr/>
            </p:nvSpPr>
            <p:spPr>
              <a:xfrm>
                <a:off x="357311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8" name="ph8148"/>
              <p:cNvSpPr/>
              <p:nvPr/>
            </p:nvSpPr>
            <p:spPr>
              <a:xfrm>
                <a:off x="358255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9" name="ph8149"/>
              <p:cNvSpPr/>
              <p:nvPr/>
            </p:nvSpPr>
            <p:spPr>
              <a:xfrm>
                <a:off x="359199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0" name="ph8150"/>
              <p:cNvSpPr/>
              <p:nvPr/>
            </p:nvSpPr>
            <p:spPr>
              <a:xfrm>
                <a:off x="360143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1" name="ph8151"/>
              <p:cNvSpPr/>
              <p:nvPr/>
            </p:nvSpPr>
            <p:spPr>
              <a:xfrm>
                <a:off x="361087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2" name="ph8152"/>
              <p:cNvSpPr/>
              <p:nvPr/>
            </p:nvSpPr>
            <p:spPr>
              <a:xfrm>
                <a:off x="362031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3" name="ph8153"/>
              <p:cNvSpPr/>
              <p:nvPr/>
            </p:nvSpPr>
            <p:spPr>
              <a:xfrm>
                <a:off x="362975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4" name="ph8154"/>
              <p:cNvSpPr/>
              <p:nvPr/>
            </p:nvSpPr>
            <p:spPr>
              <a:xfrm>
                <a:off x="363919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5" name="ph8155"/>
              <p:cNvSpPr/>
              <p:nvPr/>
            </p:nvSpPr>
            <p:spPr>
              <a:xfrm>
                <a:off x="364863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6" name="ph8156"/>
              <p:cNvSpPr/>
              <p:nvPr/>
            </p:nvSpPr>
            <p:spPr>
              <a:xfrm>
                <a:off x="365807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7" name="ph8157"/>
              <p:cNvSpPr/>
              <p:nvPr/>
            </p:nvSpPr>
            <p:spPr>
              <a:xfrm>
                <a:off x="366751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8" name="ph8158"/>
              <p:cNvSpPr/>
              <p:nvPr/>
            </p:nvSpPr>
            <p:spPr>
              <a:xfrm>
                <a:off x="367695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9" name="ph8159"/>
              <p:cNvSpPr/>
              <p:nvPr/>
            </p:nvSpPr>
            <p:spPr>
              <a:xfrm>
                <a:off x="368639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0" name="ph8160"/>
              <p:cNvSpPr/>
              <p:nvPr/>
            </p:nvSpPr>
            <p:spPr>
              <a:xfrm>
                <a:off x="369583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1" name="ph8161"/>
              <p:cNvSpPr/>
              <p:nvPr/>
            </p:nvSpPr>
            <p:spPr>
              <a:xfrm>
                <a:off x="370527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2" name="ph8162"/>
              <p:cNvSpPr/>
              <p:nvPr/>
            </p:nvSpPr>
            <p:spPr>
              <a:xfrm>
                <a:off x="371471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3" name="ph8163"/>
              <p:cNvSpPr/>
              <p:nvPr/>
            </p:nvSpPr>
            <p:spPr>
              <a:xfrm>
                <a:off x="372415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4" name="ph8164"/>
              <p:cNvSpPr/>
              <p:nvPr/>
            </p:nvSpPr>
            <p:spPr>
              <a:xfrm>
                <a:off x="373359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5" name="ph8165"/>
              <p:cNvSpPr/>
              <p:nvPr/>
            </p:nvSpPr>
            <p:spPr>
              <a:xfrm>
                <a:off x="374303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6" name="ph8166"/>
              <p:cNvSpPr/>
              <p:nvPr/>
            </p:nvSpPr>
            <p:spPr>
              <a:xfrm>
                <a:off x="375247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7" name="ph8167"/>
              <p:cNvSpPr/>
              <p:nvPr/>
            </p:nvSpPr>
            <p:spPr>
              <a:xfrm>
                <a:off x="376191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8" name="ph8168"/>
              <p:cNvSpPr/>
              <p:nvPr/>
            </p:nvSpPr>
            <p:spPr>
              <a:xfrm>
                <a:off x="377135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9" name="ph8169"/>
              <p:cNvSpPr/>
              <p:nvPr/>
            </p:nvSpPr>
            <p:spPr>
              <a:xfrm>
                <a:off x="378079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0" name="ph8170"/>
              <p:cNvSpPr/>
              <p:nvPr/>
            </p:nvSpPr>
            <p:spPr>
              <a:xfrm>
                <a:off x="379023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1" name="ph8171"/>
              <p:cNvSpPr/>
              <p:nvPr/>
            </p:nvSpPr>
            <p:spPr>
              <a:xfrm>
                <a:off x="379967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2" name="ph8172"/>
              <p:cNvSpPr/>
              <p:nvPr/>
            </p:nvSpPr>
            <p:spPr>
              <a:xfrm>
                <a:off x="380911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3" name="ph8173"/>
              <p:cNvSpPr/>
              <p:nvPr/>
            </p:nvSpPr>
            <p:spPr>
              <a:xfrm>
                <a:off x="381855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4" name="ph8174"/>
              <p:cNvSpPr/>
              <p:nvPr/>
            </p:nvSpPr>
            <p:spPr>
              <a:xfrm>
                <a:off x="382799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5" name="ph8175"/>
              <p:cNvSpPr/>
              <p:nvPr/>
            </p:nvSpPr>
            <p:spPr>
              <a:xfrm>
                <a:off x="3837437" y="990616"/>
                <a:ext cx="91946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56" y="896830"/>
                    </a:lnTo>
                    <a:lnTo>
                      <a:pt x="914793" y="896967"/>
                    </a:lnTo>
                    <a:lnTo>
                      <a:pt x="914878" y="897285"/>
                    </a:lnTo>
                    <a:lnTo>
                      <a:pt x="914964" y="897604"/>
                    </a:lnTo>
                    <a:lnTo>
                      <a:pt x="915049" y="897922"/>
                    </a:lnTo>
                    <a:lnTo>
                      <a:pt x="915135" y="898241"/>
                    </a:lnTo>
                    <a:lnTo>
                      <a:pt x="915220" y="898559"/>
                    </a:lnTo>
                    <a:lnTo>
                      <a:pt x="915305" y="898878"/>
                    </a:lnTo>
                    <a:lnTo>
                      <a:pt x="915391" y="899196"/>
                    </a:lnTo>
                    <a:lnTo>
                      <a:pt x="915476" y="899515"/>
                    </a:lnTo>
                    <a:lnTo>
                      <a:pt x="915562" y="899833"/>
                    </a:lnTo>
                    <a:lnTo>
                      <a:pt x="915647" y="900152"/>
                    </a:lnTo>
                    <a:lnTo>
                      <a:pt x="915733" y="900470"/>
                    </a:lnTo>
                    <a:lnTo>
                      <a:pt x="915818" y="900789"/>
                    </a:lnTo>
                    <a:lnTo>
                      <a:pt x="915904" y="901107"/>
                    </a:lnTo>
                    <a:lnTo>
                      <a:pt x="915989" y="901426"/>
                    </a:lnTo>
                    <a:lnTo>
                      <a:pt x="916075" y="901745"/>
                    </a:lnTo>
                    <a:lnTo>
                      <a:pt x="916160" y="902063"/>
                    </a:lnTo>
                    <a:lnTo>
                      <a:pt x="916245" y="902382"/>
                    </a:lnTo>
                    <a:lnTo>
                      <a:pt x="916331" y="902700"/>
                    </a:lnTo>
                    <a:lnTo>
                      <a:pt x="916416" y="903019"/>
                    </a:lnTo>
                    <a:lnTo>
                      <a:pt x="916502" y="903337"/>
                    </a:lnTo>
                    <a:lnTo>
                      <a:pt x="916587" y="903656"/>
                    </a:lnTo>
                    <a:lnTo>
                      <a:pt x="916672" y="903974"/>
                    </a:lnTo>
                    <a:lnTo>
                      <a:pt x="916758" y="904293"/>
                    </a:lnTo>
                    <a:lnTo>
                      <a:pt x="916843" y="904611"/>
                    </a:lnTo>
                    <a:lnTo>
                      <a:pt x="916929" y="904930"/>
                    </a:lnTo>
                    <a:lnTo>
                      <a:pt x="917014" y="905248"/>
                    </a:lnTo>
                    <a:lnTo>
                      <a:pt x="917099" y="905567"/>
                    </a:lnTo>
                    <a:lnTo>
                      <a:pt x="917185" y="905885"/>
                    </a:lnTo>
                    <a:lnTo>
                      <a:pt x="917270" y="906204"/>
                    </a:lnTo>
                    <a:lnTo>
                      <a:pt x="917355" y="906523"/>
                    </a:lnTo>
                    <a:lnTo>
                      <a:pt x="917441" y="906841"/>
                    </a:lnTo>
                    <a:lnTo>
                      <a:pt x="917526" y="907160"/>
                    </a:lnTo>
                    <a:lnTo>
                      <a:pt x="917611" y="907478"/>
                    </a:lnTo>
                    <a:lnTo>
                      <a:pt x="917697" y="907797"/>
                    </a:lnTo>
                    <a:lnTo>
                      <a:pt x="917782" y="908115"/>
                    </a:lnTo>
                    <a:lnTo>
                      <a:pt x="917867" y="908434"/>
                    </a:lnTo>
                    <a:lnTo>
                      <a:pt x="917953" y="908752"/>
                    </a:lnTo>
                    <a:lnTo>
                      <a:pt x="918038" y="909071"/>
                    </a:lnTo>
                    <a:lnTo>
                      <a:pt x="918123" y="909389"/>
                    </a:lnTo>
                    <a:lnTo>
                      <a:pt x="918209" y="909708"/>
                    </a:lnTo>
                    <a:lnTo>
                      <a:pt x="918294" y="910026"/>
                    </a:lnTo>
                    <a:lnTo>
                      <a:pt x="918379" y="910345"/>
                    </a:lnTo>
                    <a:lnTo>
                      <a:pt x="918465" y="910664"/>
                    </a:lnTo>
                    <a:lnTo>
                      <a:pt x="918550" y="910982"/>
                    </a:lnTo>
                    <a:lnTo>
                      <a:pt x="918635" y="911301"/>
                    </a:lnTo>
                    <a:lnTo>
                      <a:pt x="918721" y="911619"/>
                    </a:lnTo>
                    <a:lnTo>
                      <a:pt x="918806" y="911938"/>
                    </a:lnTo>
                    <a:lnTo>
                      <a:pt x="918891" y="912256"/>
                    </a:lnTo>
                    <a:lnTo>
                      <a:pt x="918976" y="912575"/>
                    </a:lnTo>
                    <a:lnTo>
                      <a:pt x="919062" y="912893"/>
                    </a:lnTo>
                    <a:lnTo>
                      <a:pt x="919147" y="913212"/>
                    </a:lnTo>
                    <a:lnTo>
                      <a:pt x="919232" y="913530"/>
                    </a:lnTo>
                    <a:lnTo>
                      <a:pt x="919317" y="913849"/>
                    </a:lnTo>
                    <a:lnTo>
                      <a:pt x="919403" y="914168"/>
                    </a:lnTo>
                    <a:lnTo>
                      <a:pt x="919465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6" name="ph8176"/>
              <p:cNvSpPr/>
              <p:nvPr/>
            </p:nvSpPr>
            <p:spPr>
              <a:xfrm>
                <a:off x="2072112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956" y="914400"/>
                    </a:lnTo>
                    <a:lnTo>
                      <a:pt x="911117" y="914064"/>
                    </a:lnTo>
                    <a:lnTo>
                      <a:pt x="911301" y="913681"/>
                    </a:lnTo>
                    <a:lnTo>
                      <a:pt x="911485" y="913298"/>
                    </a:lnTo>
                    <a:lnTo>
                      <a:pt x="911670" y="912915"/>
                    </a:lnTo>
                    <a:lnTo>
                      <a:pt x="911854" y="912532"/>
                    </a:lnTo>
                    <a:lnTo>
                      <a:pt x="912038" y="912150"/>
                    </a:lnTo>
                    <a:lnTo>
                      <a:pt x="912222" y="911767"/>
                    </a:lnTo>
                    <a:lnTo>
                      <a:pt x="912406" y="911384"/>
                    </a:lnTo>
                    <a:lnTo>
                      <a:pt x="912590" y="911001"/>
                    </a:lnTo>
                    <a:lnTo>
                      <a:pt x="912774" y="910618"/>
                    </a:lnTo>
                    <a:lnTo>
                      <a:pt x="912958" y="910235"/>
                    </a:lnTo>
                    <a:lnTo>
                      <a:pt x="913143" y="909852"/>
                    </a:lnTo>
                    <a:lnTo>
                      <a:pt x="913327" y="909469"/>
                    </a:lnTo>
                    <a:lnTo>
                      <a:pt x="913511" y="909086"/>
                    </a:lnTo>
                    <a:lnTo>
                      <a:pt x="913695" y="908703"/>
                    </a:lnTo>
                    <a:lnTo>
                      <a:pt x="913879" y="908320"/>
                    </a:lnTo>
                    <a:lnTo>
                      <a:pt x="914064" y="907937"/>
                    </a:lnTo>
                    <a:lnTo>
                      <a:pt x="914400" y="907275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7" name="ph8177"/>
              <p:cNvSpPr/>
              <p:nvPr/>
            </p:nvSpPr>
            <p:spPr>
              <a:xfrm>
                <a:off x="2081552" y="95547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45"/>
                    </a:lnTo>
                    <a:lnTo>
                      <a:pt x="908686" y="917495"/>
                    </a:lnTo>
                    <a:lnTo>
                      <a:pt x="910428" y="91439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8" name="ph8178"/>
              <p:cNvSpPr/>
              <p:nvPr/>
            </p:nvSpPr>
            <p:spPr>
              <a:xfrm>
                <a:off x="208155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9" name="ph8179"/>
              <p:cNvSpPr/>
              <p:nvPr/>
            </p:nvSpPr>
            <p:spPr>
              <a:xfrm>
                <a:off x="209099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0" name="ph8180"/>
              <p:cNvSpPr/>
              <p:nvPr/>
            </p:nvSpPr>
            <p:spPr>
              <a:xfrm>
                <a:off x="210043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1" name="ph8181"/>
              <p:cNvSpPr/>
              <p:nvPr/>
            </p:nvSpPr>
            <p:spPr>
              <a:xfrm>
                <a:off x="210987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2" name="ph8182"/>
              <p:cNvSpPr/>
              <p:nvPr/>
            </p:nvSpPr>
            <p:spPr>
              <a:xfrm>
                <a:off x="211931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3" name="ph8183"/>
              <p:cNvSpPr/>
              <p:nvPr/>
            </p:nvSpPr>
            <p:spPr>
              <a:xfrm>
                <a:off x="212875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4" name="ph8184"/>
              <p:cNvSpPr/>
              <p:nvPr/>
            </p:nvSpPr>
            <p:spPr>
              <a:xfrm>
                <a:off x="213819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5" name="ph8185"/>
              <p:cNvSpPr/>
              <p:nvPr/>
            </p:nvSpPr>
            <p:spPr>
              <a:xfrm>
                <a:off x="214763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6" name="ph8186"/>
              <p:cNvSpPr/>
              <p:nvPr/>
            </p:nvSpPr>
            <p:spPr>
              <a:xfrm>
                <a:off x="215707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7" name="ph8187"/>
              <p:cNvSpPr/>
              <p:nvPr/>
            </p:nvSpPr>
            <p:spPr>
              <a:xfrm>
                <a:off x="216651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8" name="ph8188"/>
              <p:cNvSpPr/>
              <p:nvPr/>
            </p:nvSpPr>
            <p:spPr>
              <a:xfrm>
                <a:off x="217595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9" name="ph8189"/>
              <p:cNvSpPr/>
              <p:nvPr/>
            </p:nvSpPr>
            <p:spPr>
              <a:xfrm>
                <a:off x="218539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0">
                  <a:alpha val="100000"/>
                </a:srgbClr>
              </a:solidFill>
              <a:ln w="5420" cap="flat">
                <a:solidFill>
                  <a:srgbClr val="F5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0" name="ph8190"/>
              <p:cNvSpPr/>
              <p:nvPr/>
            </p:nvSpPr>
            <p:spPr>
              <a:xfrm>
                <a:off x="219483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1" name="ph8191"/>
              <p:cNvSpPr/>
              <p:nvPr/>
            </p:nvSpPr>
            <p:spPr>
              <a:xfrm>
                <a:off x="220427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2" name="ph8192"/>
              <p:cNvSpPr/>
              <p:nvPr/>
            </p:nvSpPr>
            <p:spPr>
              <a:xfrm>
                <a:off x="221371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3" name="ph8193"/>
              <p:cNvSpPr/>
              <p:nvPr/>
            </p:nvSpPr>
            <p:spPr>
              <a:xfrm>
                <a:off x="222315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4" name="ph8194"/>
              <p:cNvSpPr/>
              <p:nvPr/>
            </p:nvSpPr>
            <p:spPr>
              <a:xfrm>
                <a:off x="2242036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134" y="896830"/>
                    </a:lnTo>
                    <a:lnTo>
                      <a:pt x="908155" y="898612"/>
                    </a:lnTo>
                    <a:lnTo>
                      <a:pt x="912255" y="906557"/>
                    </a:lnTo>
                    <a:lnTo>
                      <a:pt x="914400" y="911173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5" name="ph8195"/>
              <p:cNvSpPr/>
              <p:nvPr/>
            </p:nvSpPr>
            <p:spPr>
              <a:xfrm>
                <a:off x="2242036" y="973046"/>
                <a:ext cx="9158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99" h="914400">
                    <a:moveTo>
                      <a:pt x="914400" y="914400"/>
                    </a:moveTo>
                    <a:lnTo>
                      <a:pt x="914400" y="911173"/>
                    </a:lnTo>
                    <a:lnTo>
                      <a:pt x="915899" y="914400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6" name="ph8196"/>
              <p:cNvSpPr/>
              <p:nvPr/>
            </p:nvSpPr>
            <p:spPr>
              <a:xfrm>
                <a:off x="3355985" y="955476"/>
                <a:ext cx="914400" cy="91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02">
                    <a:moveTo>
                      <a:pt x="914400" y="914399"/>
                    </a:moveTo>
                    <a:lnTo>
                      <a:pt x="914400" y="919502"/>
                    </a:lnTo>
                    <a:lnTo>
                      <a:pt x="911644" y="916512"/>
                    </a:lnTo>
                    <a:lnTo>
                      <a:pt x="909909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7" name="ph8197"/>
              <p:cNvSpPr/>
              <p:nvPr/>
            </p:nvSpPr>
            <p:spPr>
              <a:xfrm>
                <a:off x="3355985" y="955476"/>
                <a:ext cx="923840" cy="92930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302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9302"/>
                    </a:lnTo>
                    <a:lnTo>
                      <a:pt x="923034" y="928477"/>
                    </a:lnTo>
                    <a:lnTo>
                      <a:pt x="921762" y="927175"/>
                    </a:lnTo>
                    <a:lnTo>
                      <a:pt x="920489" y="925873"/>
                    </a:lnTo>
                    <a:lnTo>
                      <a:pt x="919216" y="924570"/>
                    </a:lnTo>
                    <a:lnTo>
                      <a:pt x="917943" y="923268"/>
                    </a:lnTo>
                    <a:lnTo>
                      <a:pt x="916663" y="921959"/>
                    </a:lnTo>
                    <a:lnTo>
                      <a:pt x="914400" y="91950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8" name="ph8198"/>
              <p:cNvSpPr/>
              <p:nvPr/>
            </p:nvSpPr>
            <p:spPr>
              <a:xfrm>
                <a:off x="336542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003" y="931969"/>
                    </a:lnTo>
                    <a:lnTo>
                      <a:pt x="916138" y="931083"/>
                    </a:lnTo>
                    <a:lnTo>
                      <a:pt x="914866" y="929780"/>
                    </a:lnTo>
                    <a:lnTo>
                      <a:pt x="914400" y="92930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9" name="ph8199"/>
              <p:cNvSpPr/>
              <p:nvPr/>
            </p:nvSpPr>
            <p:spPr>
              <a:xfrm>
                <a:off x="337486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0" name="ph8200"/>
              <p:cNvSpPr/>
              <p:nvPr/>
            </p:nvSpPr>
            <p:spPr>
              <a:xfrm>
                <a:off x="338430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1" name="ph8201"/>
              <p:cNvSpPr/>
              <p:nvPr/>
            </p:nvSpPr>
            <p:spPr>
              <a:xfrm>
                <a:off x="339374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2" name="ph8202"/>
              <p:cNvSpPr/>
              <p:nvPr/>
            </p:nvSpPr>
            <p:spPr>
              <a:xfrm>
                <a:off x="340318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3" name="ph8203"/>
              <p:cNvSpPr/>
              <p:nvPr/>
            </p:nvSpPr>
            <p:spPr>
              <a:xfrm>
                <a:off x="341262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4" name="ph8204"/>
              <p:cNvSpPr/>
              <p:nvPr/>
            </p:nvSpPr>
            <p:spPr>
              <a:xfrm>
                <a:off x="342206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5" name="ph8205"/>
              <p:cNvSpPr/>
              <p:nvPr/>
            </p:nvSpPr>
            <p:spPr>
              <a:xfrm>
                <a:off x="343150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6" name="ph8206"/>
              <p:cNvSpPr/>
              <p:nvPr/>
            </p:nvSpPr>
            <p:spPr>
              <a:xfrm>
                <a:off x="344094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7" name="ph8207"/>
              <p:cNvSpPr/>
              <p:nvPr/>
            </p:nvSpPr>
            <p:spPr>
              <a:xfrm>
                <a:off x="345038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8" name="ph8208"/>
              <p:cNvSpPr/>
              <p:nvPr/>
            </p:nvSpPr>
            <p:spPr>
              <a:xfrm>
                <a:off x="345982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9" name="ph8209"/>
              <p:cNvSpPr/>
              <p:nvPr/>
            </p:nvSpPr>
            <p:spPr>
              <a:xfrm>
                <a:off x="346926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0" name="ph8210"/>
              <p:cNvSpPr/>
              <p:nvPr/>
            </p:nvSpPr>
            <p:spPr>
              <a:xfrm>
                <a:off x="347870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1" name="ph8211"/>
              <p:cNvSpPr/>
              <p:nvPr/>
            </p:nvSpPr>
            <p:spPr>
              <a:xfrm>
                <a:off x="348814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2" name="ph8212"/>
              <p:cNvSpPr/>
              <p:nvPr/>
            </p:nvSpPr>
            <p:spPr>
              <a:xfrm>
                <a:off x="349758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3" name="ph8213"/>
              <p:cNvSpPr/>
              <p:nvPr/>
            </p:nvSpPr>
            <p:spPr>
              <a:xfrm>
                <a:off x="350702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4" name="ph8214"/>
              <p:cNvSpPr/>
              <p:nvPr/>
            </p:nvSpPr>
            <p:spPr>
              <a:xfrm>
                <a:off x="351646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5" name="ph8215"/>
              <p:cNvSpPr/>
              <p:nvPr/>
            </p:nvSpPr>
            <p:spPr>
              <a:xfrm>
                <a:off x="352590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6" name="ph8216"/>
              <p:cNvSpPr/>
              <p:nvPr/>
            </p:nvSpPr>
            <p:spPr>
              <a:xfrm>
                <a:off x="353534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7" name="ph8217"/>
              <p:cNvSpPr/>
              <p:nvPr/>
            </p:nvSpPr>
            <p:spPr>
              <a:xfrm>
                <a:off x="354479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8" name="ph8218"/>
              <p:cNvSpPr/>
              <p:nvPr/>
            </p:nvSpPr>
            <p:spPr>
              <a:xfrm>
                <a:off x="355423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9" name="ph8219"/>
              <p:cNvSpPr/>
              <p:nvPr/>
            </p:nvSpPr>
            <p:spPr>
              <a:xfrm>
                <a:off x="356367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0" name="ph8220"/>
              <p:cNvSpPr/>
              <p:nvPr/>
            </p:nvSpPr>
            <p:spPr>
              <a:xfrm>
                <a:off x="357311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1" name="ph8221"/>
              <p:cNvSpPr/>
              <p:nvPr/>
            </p:nvSpPr>
            <p:spPr>
              <a:xfrm>
                <a:off x="358255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2" name="ph8222"/>
              <p:cNvSpPr/>
              <p:nvPr/>
            </p:nvSpPr>
            <p:spPr>
              <a:xfrm>
                <a:off x="359199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3" name="ph8223"/>
              <p:cNvSpPr/>
              <p:nvPr/>
            </p:nvSpPr>
            <p:spPr>
              <a:xfrm>
                <a:off x="360143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4" name="ph8224"/>
              <p:cNvSpPr/>
              <p:nvPr/>
            </p:nvSpPr>
            <p:spPr>
              <a:xfrm>
                <a:off x="361087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5" name="ph8225"/>
              <p:cNvSpPr/>
              <p:nvPr/>
            </p:nvSpPr>
            <p:spPr>
              <a:xfrm>
                <a:off x="362031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6" name="ph8226"/>
              <p:cNvSpPr/>
              <p:nvPr/>
            </p:nvSpPr>
            <p:spPr>
              <a:xfrm>
                <a:off x="362975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7" name="ph8227"/>
              <p:cNvSpPr/>
              <p:nvPr/>
            </p:nvSpPr>
            <p:spPr>
              <a:xfrm>
                <a:off x="363919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8" name="ph8228"/>
              <p:cNvSpPr/>
              <p:nvPr/>
            </p:nvSpPr>
            <p:spPr>
              <a:xfrm>
                <a:off x="364863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9" name="ph8229"/>
              <p:cNvSpPr/>
              <p:nvPr/>
            </p:nvSpPr>
            <p:spPr>
              <a:xfrm>
                <a:off x="365807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0" name="ph8230"/>
              <p:cNvSpPr/>
              <p:nvPr/>
            </p:nvSpPr>
            <p:spPr>
              <a:xfrm>
                <a:off x="366751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1" name="ph8231"/>
              <p:cNvSpPr/>
              <p:nvPr/>
            </p:nvSpPr>
            <p:spPr>
              <a:xfrm>
                <a:off x="367695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2" name="ph8232"/>
              <p:cNvSpPr/>
              <p:nvPr/>
            </p:nvSpPr>
            <p:spPr>
              <a:xfrm>
                <a:off x="368639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3" name="ph8233"/>
              <p:cNvSpPr/>
              <p:nvPr/>
            </p:nvSpPr>
            <p:spPr>
              <a:xfrm>
                <a:off x="369583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4" name="ph8234"/>
              <p:cNvSpPr/>
              <p:nvPr/>
            </p:nvSpPr>
            <p:spPr>
              <a:xfrm>
                <a:off x="370527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5" name="ph8235"/>
              <p:cNvSpPr/>
              <p:nvPr/>
            </p:nvSpPr>
            <p:spPr>
              <a:xfrm>
                <a:off x="371471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6" name="ph8236"/>
              <p:cNvSpPr/>
              <p:nvPr/>
            </p:nvSpPr>
            <p:spPr>
              <a:xfrm>
                <a:off x="372415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7" name="ph8237"/>
              <p:cNvSpPr/>
              <p:nvPr/>
            </p:nvSpPr>
            <p:spPr>
              <a:xfrm>
                <a:off x="373359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8" name="ph8238"/>
              <p:cNvSpPr/>
              <p:nvPr/>
            </p:nvSpPr>
            <p:spPr>
              <a:xfrm>
                <a:off x="374303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9" name="ph8239"/>
              <p:cNvSpPr/>
              <p:nvPr/>
            </p:nvSpPr>
            <p:spPr>
              <a:xfrm>
                <a:off x="375247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0" name="ph8240"/>
              <p:cNvSpPr/>
              <p:nvPr/>
            </p:nvSpPr>
            <p:spPr>
              <a:xfrm>
                <a:off x="376191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1" name="ph8241"/>
              <p:cNvSpPr/>
              <p:nvPr/>
            </p:nvSpPr>
            <p:spPr>
              <a:xfrm>
                <a:off x="377135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2" name="ph8242"/>
              <p:cNvSpPr/>
              <p:nvPr/>
            </p:nvSpPr>
            <p:spPr>
              <a:xfrm>
                <a:off x="378079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3" name="ph8243"/>
              <p:cNvSpPr/>
              <p:nvPr/>
            </p:nvSpPr>
            <p:spPr>
              <a:xfrm>
                <a:off x="379023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4" name="ph8244"/>
              <p:cNvSpPr/>
              <p:nvPr/>
            </p:nvSpPr>
            <p:spPr>
              <a:xfrm>
                <a:off x="379967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5" name="ph8245"/>
              <p:cNvSpPr/>
              <p:nvPr/>
            </p:nvSpPr>
            <p:spPr>
              <a:xfrm>
                <a:off x="380911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6" name="ph8246"/>
              <p:cNvSpPr/>
              <p:nvPr/>
            </p:nvSpPr>
            <p:spPr>
              <a:xfrm>
                <a:off x="381855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7" name="ph8247"/>
              <p:cNvSpPr/>
              <p:nvPr/>
            </p:nvSpPr>
            <p:spPr>
              <a:xfrm>
                <a:off x="3837437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033" y="896830"/>
                    </a:lnTo>
                    <a:lnTo>
                      <a:pt x="910083" y="897018"/>
                    </a:lnTo>
                    <a:lnTo>
                      <a:pt x="910169" y="897336"/>
                    </a:lnTo>
                    <a:lnTo>
                      <a:pt x="910255" y="897655"/>
                    </a:lnTo>
                    <a:lnTo>
                      <a:pt x="910340" y="897973"/>
                    </a:lnTo>
                    <a:lnTo>
                      <a:pt x="910426" y="898292"/>
                    </a:lnTo>
                    <a:lnTo>
                      <a:pt x="910512" y="898610"/>
                    </a:lnTo>
                    <a:lnTo>
                      <a:pt x="910598" y="898929"/>
                    </a:lnTo>
                    <a:lnTo>
                      <a:pt x="910683" y="899247"/>
                    </a:lnTo>
                    <a:lnTo>
                      <a:pt x="910769" y="899566"/>
                    </a:lnTo>
                    <a:lnTo>
                      <a:pt x="910855" y="899884"/>
                    </a:lnTo>
                    <a:lnTo>
                      <a:pt x="910940" y="900203"/>
                    </a:lnTo>
                    <a:lnTo>
                      <a:pt x="911026" y="900521"/>
                    </a:lnTo>
                    <a:lnTo>
                      <a:pt x="911112" y="900840"/>
                    </a:lnTo>
                    <a:lnTo>
                      <a:pt x="911198" y="901158"/>
                    </a:lnTo>
                    <a:lnTo>
                      <a:pt x="911283" y="901477"/>
                    </a:lnTo>
                    <a:lnTo>
                      <a:pt x="911369" y="901795"/>
                    </a:lnTo>
                    <a:lnTo>
                      <a:pt x="911455" y="902114"/>
                    </a:lnTo>
                    <a:lnTo>
                      <a:pt x="911540" y="902432"/>
                    </a:lnTo>
                    <a:lnTo>
                      <a:pt x="911626" y="902751"/>
                    </a:lnTo>
                    <a:lnTo>
                      <a:pt x="911712" y="903069"/>
                    </a:lnTo>
                    <a:lnTo>
                      <a:pt x="911797" y="903388"/>
                    </a:lnTo>
                    <a:lnTo>
                      <a:pt x="911883" y="903706"/>
                    </a:lnTo>
                    <a:lnTo>
                      <a:pt x="911969" y="904025"/>
                    </a:lnTo>
                    <a:lnTo>
                      <a:pt x="912054" y="904343"/>
                    </a:lnTo>
                    <a:lnTo>
                      <a:pt x="912140" y="904662"/>
                    </a:lnTo>
                    <a:lnTo>
                      <a:pt x="912226" y="904981"/>
                    </a:lnTo>
                    <a:lnTo>
                      <a:pt x="912311" y="905299"/>
                    </a:lnTo>
                    <a:lnTo>
                      <a:pt x="912397" y="905618"/>
                    </a:lnTo>
                    <a:lnTo>
                      <a:pt x="912482" y="905936"/>
                    </a:lnTo>
                    <a:lnTo>
                      <a:pt x="912568" y="906255"/>
                    </a:lnTo>
                    <a:lnTo>
                      <a:pt x="912654" y="906573"/>
                    </a:lnTo>
                    <a:lnTo>
                      <a:pt x="912739" y="906892"/>
                    </a:lnTo>
                    <a:lnTo>
                      <a:pt x="912825" y="907210"/>
                    </a:lnTo>
                    <a:lnTo>
                      <a:pt x="912910" y="907529"/>
                    </a:lnTo>
                    <a:lnTo>
                      <a:pt x="912996" y="907847"/>
                    </a:lnTo>
                    <a:lnTo>
                      <a:pt x="913082" y="908166"/>
                    </a:lnTo>
                    <a:lnTo>
                      <a:pt x="913167" y="908484"/>
                    </a:lnTo>
                    <a:lnTo>
                      <a:pt x="913253" y="908803"/>
                    </a:lnTo>
                    <a:lnTo>
                      <a:pt x="913338" y="909121"/>
                    </a:lnTo>
                    <a:lnTo>
                      <a:pt x="913424" y="909440"/>
                    </a:lnTo>
                    <a:lnTo>
                      <a:pt x="913510" y="909758"/>
                    </a:lnTo>
                    <a:lnTo>
                      <a:pt x="913595" y="910077"/>
                    </a:lnTo>
                    <a:lnTo>
                      <a:pt x="913681" y="910395"/>
                    </a:lnTo>
                    <a:lnTo>
                      <a:pt x="913766" y="910714"/>
                    </a:lnTo>
                    <a:lnTo>
                      <a:pt x="913852" y="911032"/>
                    </a:lnTo>
                    <a:lnTo>
                      <a:pt x="913937" y="911351"/>
                    </a:lnTo>
                    <a:lnTo>
                      <a:pt x="914023" y="911670"/>
                    </a:lnTo>
                    <a:lnTo>
                      <a:pt x="914108" y="911988"/>
                    </a:lnTo>
                    <a:lnTo>
                      <a:pt x="914194" y="912307"/>
                    </a:lnTo>
                    <a:lnTo>
                      <a:pt x="914279" y="912625"/>
                    </a:lnTo>
                    <a:lnTo>
                      <a:pt x="914365" y="912944"/>
                    </a:lnTo>
                    <a:lnTo>
                      <a:pt x="914400" y="913072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8" name="ph8248"/>
              <p:cNvSpPr/>
              <p:nvPr/>
            </p:nvSpPr>
            <p:spPr>
              <a:xfrm>
                <a:off x="3837437" y="973046"/>
                <a:ext cx="914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56" h="914400">
                    <a:moveTo>
                      <a:pt x="914400" y="914400"/>
                    </a:moveTo>
                    <a:lnTo>
                      <a:pt x="914400" y="913072"/>
                    </a:lnTo>
                    <a:lnTo>
                      <a:pt x="914451" y="913262"/>
                    </a:lnTo>
                    <a:lnTo>
                      <a:pt x="914536" y="913581"/>
                    </a:lnTo>
                    <a:lnTo>
                      <a:pt x="914622" y="913899"/>
                    </a:lnTo>
                    <a:lnTo>
                      <a:pt x="914707" y="914218"/>
                    </a:lnTo>
                    <a:lnTo>
                      <a:pt x="914756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9" name="ph8249"/>
              <p:cNvSpPr/>
              <p:nvPr/>
            </p:nvSpPr>
            <p:spPr>
              <a:xfrm>
                <a:off x="2081552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28" y="914399"/>
                    </a:lnTo>
                    <a:lnTo>
                      <a:pt x="912967" y="909889"/>
                    </a:lnTo>
                    <a:lnTo>
                      <a:pt x="914400" y="90759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0" name="ph8250"/>
              <p:cNvSpPr/>
              <p:nvPr/>
            </p:nvSpPr>
            <p:spPr>
              <a:xfrm>
                <a:off x="2090993" y="9379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169"/>
                    </a:lnTo>
                    <a:lnTo>
                      <a:pt x="908016" y="920279"/>
                    </a:lnTo>
                    <a:lnTo>
                      <a:pt x="912107" y="91439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1" name="ph8251"/>
              <p:cNvSpPr/>
              <p:nvPr/>
            </p:nvSpPr>
            <p:spPr>
              <a:xfrm>
                <a:off x="209099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2" name="ph8252"/>
              <p:cNvSpPr/>
              <p:nvPr/>
            </p:nvSpPr>
            <p:spPr>
              <a:xfrm>
                <a:off x="210043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3" name="ph8253"/>
              <p:cNvSpPr/>
              <p:nvPr/>
            </p:nvSpPr>
            <p:spPr>
              <a:xfrm>
                <a:off x="210987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4" name="ph8254"/>
              <p:cNvSpPr/>
              <p:nvPr/>
            </p:nvSpPr>
            <p:spPr>
              <a:xfrm>
                <a:off x="211931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5" name="ph8255"/>
              <p:cNvSpPr/>
              <p:nvPr/>
            </p:nvSpPr>
            <p:spPr>
              <a:xfrm>
                <a:off x="212875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6" name="ph8256"/>
              <p:cNvSpPr/>
              <p:nvPr/>
            </p:nvSpPr>
            <p:spPr>
              <a:xfrm>
                <a:off x="213819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7" name="ph8257"/>
              <p:cNvSpPr/>
              <p:nvPr/>
            </p:nvSpPr>
            <p:spPr>
              <a:xfrm>
                <a:off x="214763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8" name="ph8258"/>
              <p:cNvSpPr/>
              <p:nvPr/>
            </p:nvSpPr>
            <p:spPr>
              <a:xfrm>
                <a:off x="215707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9" name="ph8259"/>
              <p:cNvSpPr/>
              <p:nvPr/>
            </p:nvSpPr>
            <p:spPr>
              <a:xfrm>
                <a:off x="216651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0" name="ph8260"/>
              <p:cNvSpPr/>
              <p:nvPr/>
            </p:nvSpPr>
            <p:spPr>
              <a:xfrm>
                <a:off x="217595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1" name="ph8261"/>
              <p:cNvSpPr/>
              <p:nvPr/>
            </p:nvSpPr>
            <p:spPr>
              <a:xfrm>
                <a:off x="218539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2" name="ph8262"/>
              <p:cNvSpPr/>
              <p:nvPr/>
            </p:nvSpPr>
            <p:spPr>
              <a:xfrm>
                <a:off x="219483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3" name="ph8263"/>
              <p:cNvSpPr/>
              <p:nvPr/>
            </p:nvSpPr>
            <p:spPr>
              <a:xfrm>
                <a:off x="220427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4" name="ph8264"/>
              <p:cNvSpPr/>
              <p:nvPr/>
            </p:nvSpPr>
            <p:spPr>
              <a:xfrm>
                <a:off x="221371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5" name="ph8265"/>
              <p:cNvSpPr/>
              <p:nvPr/>
            </p:nvSpPr>
            <p:spPr>
              <a:xfrm>
                <a:off x="2232596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5416" y="896830"/>
                    </a:lnTo>
                    <a:lnTo>
                      <a:pt x="908754" y="901541"/>
                    </a:lnTo>
                    <a:lnTo>
                      <a:pt x="913277" y="908646"/>
                    </a:lnTo>
                    <a:lnTo>
                      <a:pt x="914400" y="910605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6" name="ph8266"/>
              <p:cNvSpPr/>
              <p:nvPr/>
            </p:nvSpPr>
            <p:spPr>
              <a:xfrm>
                <a:off x="2232596" y="955476"/>
                <a:ext cx="9165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74" h="914399">
                    <a:moveTo>
                      <a:pt x="914400" y="914399"/>
                    </a:moveTo>
                    <a:lnTo>
                      <a:pt x="914400" y="910605"/>
                    </a:lnTo>
                    <a:lnTo>
                      <a:pt x="916574" y="91439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7" name="ph8267"/>
              <p:cNvSpPr/>
              <p:nvPr/>
            </p:nvSpPr>
            <p:spPr>
              <a:xfrm>
                <a:off x="3346544" y="937907"/>
                <a:ext cx="914400" cy="92568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86">
                    <a:moveTo>
                      <a:pt x="914400" y="914399"/>
                    </a:moveTo>
                    <a:lnTo>
                      <a:pt x="914400" y="925686"/>
                    </a:lnTo>
                    <a:lnTo>
                      <a:pt x="911530" y="921787"/>
                    </a:lnTo>
                    <a:lnTo>
                      <a:pt x="907019" y="914972"/>
                    </a:lnTo>
                    <a:lnTo>
                      <a:pt x="906677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8" name="ph8268"/>
              <p:cNvSpPr/>
              <p:nvPr/>
            </p:nvSpPr>
            <p:spPr>
              <a:xfrm>
                <a:off x="334654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9349" y="931969"/>
                    </a:lnTo>
                    <a:lnTo>
                      <a:pt x="916222" y="928162"/>
                    </a:lnTo>
                    <a:lnTo>
                      <a:pt x="914400" y="925686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9" name="ph8269"/>
              <p:cNvSpPr/>
              <p:nvPr/>
            </p:nvSpPr>
            <p:spPr>
              <a:xfrm>
                <a:off x="335598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0" name="ph8270"/>
              <p:cNvSpPr/>
              <p:nvPr/>
            </p:nvSpPr>
            <p:spPr>
              <a:xfrm>
                <a:off x="336542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1" name="ph8271"/>
              <p:cNvSpPr/>
              <p:nvPr/>
            </p:nvSpPr>
            <p:spPr>
              <a:xfrm>
                <a:off x="337486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2" name="ph8272"/>
              <p:cNvSpPr/>
              <p:nvPr/>
            </p:nvSpPr>
            <p:spPr>
              <a:xfrm>
                <a:off x="338430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3" name="ph8273"/>
              <p:cNvSpPr/>
              <p:nvPr/>
            </p:nvSpPr>
            <p:spPr>
              <a:xfrm>
                <a:off x="339374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4" name="ph8274"/>
              <p:cNvSpPr/>
              <p:nvPr/>
            </p:nvSpPr>
            <p:spPr>
              <a:xfrm>
                <a:off x="340318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5" name="ph8275"/>
              <p:cNvSpPr/>
              <p:nvPr/>
            </p:nvSpPr>
            <p:spPr>
              <a:xfrm>
                <a:off x="341262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6" name="ph8276"/>
              <p:cNvSpPr/>
              <p:nvPr/>
            </p:nvSpPr>
            <p:spPr>
              <a:xfrm>
                <a:off x="342206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7" name="ph8277"/>
              <p:cNvSpPr/>
              <p:nvPr/>
            </p:nvSpPr>
            <p:spPr>
              <a:xfrm>
                <a:off x="343150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8" name="ph8278"/>
              <p:cNvSpPr/>
              <p:nvPr/>
            </p:nvSpPr>
            <p:spPr>
              <a:xfrm>
                <a:off x="344094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9" name="ph8279"/>
              <p:cNvSpPr/>
              <p:nvPr/>
            </p:nvSpPr>
            <p:spPr>
              <a:xfrm>
                <a:off x="345038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0" name="ph8280"/>
              <p:cNvSpPr/>
              <p:nvPr/>
            </p:nvSpPr>
            <p:spPr>
              <a:xfrm>
                <a:off x="345982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1" name="ph8281"/>
              <p:cNvSpPr/>
              <p:nvPr/>
            </p:nvSpPr>
            <p:spPr>
              <a:xfrm>
                <a:off x="346926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2" name="ph8282"/>
              <p:cNvSpPr/>
              <p:nvPr/>
            </p:nvSpPr>
            <p:spPr>
              <a:xfrm>
                <a:off x="347870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3" name="ph8283"/>
              <p:cNvSpPr/>
              <p:nvPr/>
            </p:nvSpPr>
            <p:spPr>
              <a:xfrm>
                <a:off x="348814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4" name="ph8284"/>
              <p:cNvSpPr/>
              <p:nvPr/>
            </p:nvSpPr>
            <p:spPr>
              <a:xfrm>
                <a:off x="349758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5" name="ph8285"/>
              <p:cNvSpPr/>
              <p:nvPr/>
            </p:nvSpPr>
            <p:spPr>
              <a:xfrm>
                <a:off x="350702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6" name="ph8286"/>
              <p:cNvSpPr/>
              <p:nvPr/>
            </p:nvSpPr>
            <p:spPr>
              <a:xfrm>
                <a:off x="351646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7" name="ph8287"/>
              <p:cNvSpPr/>
              <p:nvPr/>
            </p:nvSpPr>
            <p:spPr>
              <a:xfrm>
                <a:off x="352590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8" name="ph8288"/>
              <p:cNvSpPr/>
              <p:nvPr/>
            </p:nvSpPr>
            <p:spPr>
              <a:xfrm>
                <a:off x="353534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9" name="ph8289"/>
              <p:cNvSpPr/>
              <p:nvPr/>
            </p:nvSpPr>
            <p:spPr>
              <a:xfrm>
                <a:off x="354479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0" name="ph8290"/>
              <p:cNvSpPr/>
              <p:nvPr/>
            </p:nvSpPr>
            <p:spPr>
              <a:xfrm>
                <a:off x="355423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1" name="ph8291"/>
              <p:cNvSpPr/>
              <p:nvPr/>
            </p:nvSpPr>
            <p:spPr>
              <a:xfrm>
                <a:off x="356367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2" name="ph8292"/>
              <p:cNvSpPr/>
              <p:nvPr/>
            </p:nvSpPr>
            <p:spPr>
              <a:xfrm>
                <a:off x="357311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3" name="ph8293"/>
              <p:cNvSpPr/>
              <p:nvPr/>
            </p:nvSpPr>
            <p:spPr>
              <a:xfrm>
                <a:off x="358255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4" name="ph8294"/>
              <p:cNvSpPr/>
              <p:nvPr/>
            </p:nvSpPr>
            <p:spPr>
              <a:xfrm>
                <a:off x="359199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5" name="ph8295"/>
              <p:cNvSpPr/>
              <p:nvPr/>
            </p:nvSpPr>
            <p:spPr>
              <a:xfrm>
                <a:off x="360143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6" name="ph8296"/>
              <p:cNvSpPr/>
              <p:nvPr/>
            </p:nvSpPr>
            <p:spPr>
              <a:xfrm>
                <a:off x="361087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7" name="ph8297"/>
              <p:cNvSpPr/>
              <p:nvPr/>
            </p:nvSpPr>
            <p:spPr>
              <a:xfrm>
                <a:off x="362031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8" name="ph8298"/>
              <p:cNvSpPr/>
              <p:nvPr/>
            </p:nvSpPr>
            <p:spPr>
              <a:xfrm>
                <a:off x="362975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9" name="ph8299"/>
              <p:cNvSpPr/>
              <p:nvPr/>
            </p:nvSpPr>
            <p:spPr>
              <a:xfrm>
                <a:off x="363919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0" name="ph8300"/>
              <p:cNvSpPr/>
              <p:nvPr/>
            </p:nvSpPr>
            <p:spPr>
              <a:xfrm>
                <a:off x="364863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1" name="ph8301"/>
              <p:cNvSpPr/>
              <p:nvPr/>
            </p:nvSpPr>
            <p:spPr>
              <a:xfrm>
                <a:off x="365807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2" name="ph8302"/>
              <p:cNvSpPr/>
              <p:nvPr/>
            </p:nvSpPr>
            <p:spPr>
              <a:xfrm>
                <a:off x="366751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3" name="ph8303"/>
              <p:cNvSpPr/>
              <p:nvPr/>
            </p:nvSpPr>
            <p:spPr>
              <a:xfrm>
                <a:off x="367695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4" name="ph8304"/>
              <p:cNvSpPr/>
              <p:nvPr/>
            </p:nvSpPr>
            <p:spPr>
              <a:xfrm>
                <a:off x="368639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5" name="ph8305"/>
              <p:cNvSpPr/>
              <p:nvPr/>
            </p:nvSpPr>
            <p:spPr>
              <a:xfrm>
                <a:off x="369583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6" name="ph8306"/>
              <p:cNvSpPr/>
              <p:nvPr/>
            </p:nvSpPr>
            <p:spPr>
              <a:xfrm>
                <a:off x="370527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7" name="ph8307"/>
              <p:cNvSpPr/>
              <p:nvPr/>
            </p:nvSpPr>
            <p:spPr>
              <a:xfrm>
                <a:off x="371471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8" name="ph8308"/>
              <p:cNvSpPr/>
              <p:nvPr/>
            </p:nvSpPr>
            <p:spPr>
              <a:xfrm>
                <a:off x="372415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9" name="ph8309"/>
              <p:cNvSpPr/>
              <p:nvPr/>
            </p:nvSpPr>
            <p:spPr>
              <a:xfrm>
                <a:off x="373359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0" name="ph8310"/>
              <p:cNvSpPr/>
              <p:nvPr/>
            </p:nvSpPr>
            <p:spPr>
              <a:xfrm>
                <a:off x="374303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1" name="ph8311"/>
              <p:cNvSpPr/>
              <p:nvPr/>
            </p:nvSpPr>
            <p:spPr>
              <a:xfrm>
                <a:off x="375247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2" name="ph8312"/>
              <p:cNvSpPr/>
              <p:nvPr/>
            </p:nvSpPr>
            <p:spPr>
              <a:xfrm>
                <a:off x="376191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3" name="ph8313"/>
              <p:cNvSpPr/>
              <p:nvPr/>
            </p:nvSpPr>
            <p:spPr>
              <a:xfrm>
                <a:off x="377135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4" name="ph8314"/>
              <p:cNvSpPr/>
              <p:nvPr/>
            </p:nvSpPr>
            <p:spPr>
              <a:xfrm>
                <a:off x="378079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5" name="ph8315"/>
              <p:cNvSpPr/>
              <p:nvPr/>
            </p:nvSpPr>
            <p:spPr>
              <a:xfrm>
                <a:off x="379023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6" name="ph8316"/>
              <p:cNvSpPr/>
              <p:nvPr/>
            </p:nvSpPr>
            <p:spPr>
              <a:xfrm>
                <a:off x="379967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7" name="ph8317"/>
              <p:cNvSpPr/>
              <p:nvPr/>
            </p:nvSpPr>
            <p:spPr>
              <a:xfrm>
                <a:off x="380911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8" name="ph8318"/>
              <p:cNvSpPr/>
              <p:nvPr/>
            </p:nvSpPr>
            <p:spPr>
              <a:xfrm>
                <a:off x="381855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9" name="ph8319"/>
              <p:cNvSpPr/>
              <p:nvPr/>
            </p:nvSpPr>
            <p:spPr>
              <a:xfrm>
                <a:off x="3827997" y="955476"/>
                <a:ext cx="9194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3" h="914399">
                    <a:moveTo>
                      <a:pt x="914400" y="914399"/>
                    </a:moveTo>
                    <a:lnTo>
                      <a:pt x="914423" y="896830"/>
                    </a:lnTo>
                    <a:lnTo>
                      <a:pt x="915130" y="898990"/>
                    </a:lnTo>
                    <a:lnTo>
                      <a:pt x="918066" y="909177"/>
                    </a:lnTo>
                    <a:lnTo>
                      <a:pt x="918151" y="909491"/>
                    </a:lnTo>
                    <a:lnTo>
                      <a:pt x="918236" y="909810"/>
                    </a:lnTo>
                    <a:lnTo>
                      <a:pt x="918322" y="910128"/>
                    </a:lnTo>
                    <a:lnTo>
                      <a:pt x="918408" y="910447"/>
                    </a:lnTo>
                    <a:lnTo>
                      <a:pt x="918494" y="910765"/>
                    </a:lnTo>
                    <a:lnTo>
                      <a:pt x="918580" y="911084"/>
                    </a:lnTo>
                    <a:lnTo>
                      <a:pt x="918666" y="911402"/>
                    </a:lnTo>
                    <a:lnTo>
                      <a:pt x="918751" y="911721"/>
                    </a:lnTo>
                    <a:lnTo>
                      <a:pt x="918837" y="912039"/>
                    </a:lnTo>
                    <a:lnTo>
                      <a:pt x="918923" y="912358"/>
                    </a:lnTo>
                    <a:lnTo>
                      <a:pt x="919009" y="912676"/>
                    </a:lnTo>
                    <a:lnTo>
                      <a:pt x="919094" y="912995"/>
                    </a:lnTo>
                    <a:lnTo>
                      <a:pt x="919180" y="913313"/>
                    </a:lnTo>
                    <a:lnTo>
                      <a:pt x="919266" y="913632"/>
                    </a:lnTo>
                    <a:lnTo>
                      <a:pt x="919352" y="913950"/>
                    </a:lnTo>
                    <a:lnTo>
                      <a:pt x="919438" y="914269"/>
                    </a:lnTo>
                    <a:lnTo>
                      <a:pt x="919473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0" name="ph8320"/>
              <p:cNvSpPr/>
              <p:nvPr/>
            </p:nvSpPr>
            <p:spPr>
              <a:xfrm>
                <a:off x="2090993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07" y="914399"/>
                    </a:lnTo>
                    <a:lnTo>
                      <a:pt x="912701" y="913546"/>
                    </a:lnTo>
                    <a:lnTo>
                      <a:pt x="914400" y="91135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1" name="ph8321"/>
              <p:cNvSpPr/>
              <p:nvPr/>
            </p:nvSpPr>
            <p:spPr>
              <a:xfrm>
                <a:off x="2100433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11359"/>
                    </a:lnTo>
                    <a:lnTo>
                      <a:pt x="908128" y="907277"/>
                    </a:lnTo>
                    <a:lnTo>
                      <a:pt x="913165" y="901490"/>
                    </a:lnTo>
                    <a:lnTo>
                      <a:pt x="914400" y="900232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2" name="ph8322"/>
              <p:cNvSpPr/>
              <p:nvPr/>
            </p:nvSpPr>
            <p:spPr>
              <a:xfrm>
                <a:off x="2109873" y="92033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802"/>
                    </a:lnTo>
                    <a:lnTo>
                      <a:pt x="908299" y="914400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3" name="ph8323"/>
              <p:cNvSpPr/>
              <p:nvPr/>
            </p:nvSpPr>
            <p:spPr>
              <a:xfrm>
                <a:off x="210987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4" name="ph8324"/>
              <p:cNvSpPr/>
              <p:nvPr/>
            </p:nvSpPr>
            <p:spPr>
              <a:xfrm>
                <a:off x="211931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5" name="ph8325"/>
              <p:cNvSpPr/>
              <p:nvPr/>
            </p:nvSpPr>
            <p:spPr>
              <a:xfrm>
                <a:off x="212875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6" name="ph8326"/>
              <p:cNvSpPr/>
              <p:nvPr/>
            </p:nvSpPr>
            <p:spPr>
              <a:xfrm>
                <a:off x="213819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7" name="ph8327"/>
              <p:cNvSpPr/>
              <p:nvPr/>
            </p:nvSpPr>
            <p:spPr>
              <a:xfrm>
                <a:off x="214763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8" name="ph8328"/>
              <p:cNvSpPr/>
              <p:nvPr/>
            </p:nvSpPr>
            <p:spPr>
              <a:xfrm>
                <a:off x="215707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9" name="ph8329"/>
              <p:cNvSpPr/>
              <p:nvPr/>
            </p:nvSpPr>
            <p:spPr>
              <a:xfrm>
                <a:off x="216651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0" name="ph8330"/>
              <p:cNvSpPr/>
              <p:nvPr/>
            </p:nvSpPr>
            <p:spPr>
              <a:xfrm>
                <a:off x="217595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1" name="ph8331"/>
              <p:cNvSpPr/>
              <p:nvPr/>
            </p:nvSpPr>
            <p:spPr>
              <a:xfrm>
                <a:off x="218539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2" name="ph8332"/>
              <p:cNvSpPr/>
              <p:nvPr/>
            </p:nvSpPr>
            <p:spPr>
              <a:xfrm>
                <a:off x="219483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3" name="ph8333"/>
              <p:cNvSpPr/>
              <p:nvPr/>
            </p:nvSpPr>
            <p:spPr>
              <a:xfrm>
                <a:off x="2213716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9217" y="896830"/>
                    </a:lnTo>
                    <a:lnTo>
                      <a:pt x="912958" y="900562"/>
                    </a:lnTo>
                    <a:lnTo>
                      <a:pt x="914400" y="902186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4" name="ph8334"/>
              <p:cNvSpPr/>
              <p:nvPr/>
            </p:nvSpPr>
            <p:spPr>
              <a:xfrm>
                <a:off x="2223156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2186"/>
                    </a:lnTo>
                    <a:lnTo>
                      <a:pt x="908582" y="906266"/>
                    </a:lnTo>
                    <a:lnTo>
                      <a:pt x="913478" y="912455"/>
                    </a:lnTo>
                    <a:lnTo>
                      <a:pt x="914400" y="913755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5" name="ph8335"/>
              <p:cNvSpPr/>
              <p:nvPr/>
            </p:nvSpPr>
            <p:spPr>
              <a:xfrm>
                <a:off x="2223156" y="937907"/>
                <a:ext cx="9148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56" h="914399">
                    <a:moveTo>
                      <a:pt x="914400" y="914399"/>
                    </a:moveTo>
                    <a:lnTo>
                      <a:pt x="914400" y="913755"/>
                    </a:lnTo>
                    <a:lnTo>
                      <a:pt x="914856" y="91439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6" name="ph8336"/>
              <p:cNvSpPr/>
              <p:nvPr/>
            </p:nvSpPr>
            <p:spPr>
              <a:xfrm>
                <a:off x="3337104" y="920337"/>
                <a:ext cx="914400" cy="9290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090">
                    <a:moveTo>
                      <a:pt x="914400" y="914400"/>
                    </a:moveTo>
                    <a:lnTo>
                      <a:pt x="914400" y="929090"/>
                    </a:lnTo>
                    <a:lnTo>
                      <a:pt x="912142" y="925305"/>
                    </a:lnTo>
                    <a:lnTo>
                      <a:pt x="908030" y="917666"/>
                    </a:lnTo>
                    <a:lnTo>
                      <a:pt x="90644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7" name="ph8337"/>
              <p:cNvSpPr/>
              <p:nvPr/>
            </p:nvSpPr>
            <p:spPr>
              <a:xfrm>
                <a:off x="333710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118" y="931969"/>
                    </a:lnTo>
                    <a:lnTo>
                      <a:pt x="914400" y="92909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8" name="ph8338"/>
              <p:cNvSpPr/>
              <p:nvPr/>
            </p:nvSpPr>
            <p:spPr>
              <a:xfrm>
                <a:off x="334654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9" name="ph8339"/>
              <p:cNvSpPr/>
              <p:nvPr/>
            </p:nvSpPr>
            <p:spPr>
              <a:xfrm>
                <a:off x="335598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0" name="ph8340"/>
              <p:cNvSpPr/>
              <p:nvPr/>
            </p:nvSpPr>
            <p:spPr>
              <a:xfrm>
                <a:off x="336542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1" name="ph8341"/>
              <p:cNvSpPr/>
              <p:nvPr/>
            </p:nvSpPr>
            <p:spPr>
              <a:xfrm>
                <a:off x="337486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2" name="ph8342"/>
              <p:cNvSpPr/>
              <p:nvPr/>
            </p:nvSpPr>
            <p:spPr>
              <a:xfrm>
                <a:off x="338430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3" name="ph8343"/>
              <p:cNvSpPr/>
              <p:nvPr/>
            </p:nvSpPr>
            <p:spPr>
              <a:xfrm>
                <a:off x="339374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4" name="ph8344"/>
              <p:cNvSpPr/>
              <p:nvPr/>
            </p:nvSpPr>
            <p:spPr>
              <a:xfrm>
                <a:off x="340318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5" name="ph8345"/>
              <p:cNvSpPr/>
              <p:nvPr/>
            </p:nvSpPr>
            <p:spPr>
              <a:xfrm>
                <a:off x="341262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6" name="ph8346"/>
              <p:cNvSpPr/>
              <p:nvPr/>
            </p:nvSpPr>
            <p:spPr>
              <a:xfrm>
                <a:off x="342206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7" name="ph8347"/>
              <p:cNvSpPr/>
              <p:nvPr/>
            </p:nvSpPr>
            <p:spPr>
              <a:xfrm>
                <a:off x="343150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8" name="ph8348"/>
              <p:cNvSpPr/>
              <p:nvPr/>
            </p:nvSpPr>
            <p:spPr>
              <a:xfrm>
                <a:off x="344094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9" name="ph8349"/>
              <p:cNvSpPr/>
              <p:nvPr/>
            </p:nvSpPr>
            <p:spPr>
              <a:xfrm>
                <a:off x="345038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0" name="ph8350"/>
              <p:cNvSpPr/>
              <p:nvPr/>
            </p:nvSpPr>
            <p:spPr>
              <a:xfrm>
                <a:off x="345982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1" name="ph8351"/>
              <p:cNvSpPr/>
              <p:nvPr/>
            </p:nvSpPr>
            <p:spPr>
              <a:xfrm>
                <a:off x="346926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2" name="ph8352"/>
              <p:cNvSpPr/>
              <p:nvPr/>
            </p:nvSpPr>
            <p:spPr>
              <a:xfrm>
                <a:off x="347870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3" name="ph8353"/>
              <p:cNvSpPr/>
              <p:nvPr/>
            </p:nvSpPr>
            <p:spPr>
              <a:xfrm>
                <a:off x="348814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4" name="ph8354"/>
              <p:cNvSpPr/>
              <p:nvPr/>
            </p:nvSpPr>
            <p:spPr>
              <a:xfrm>
                <a:off x="349758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5" name="ph8355"/>
              <p:cNvSpPr/>
              <p:nvPr/>
            </p:nvSpPr>
            <p:spPr>
              <a:xfrm>
                <a:off x="350702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6" name="ph8356"/>
              <p:cNvSpPr/>
              <p:nvPr/>
            </p:nvSpPr>
            <p:spPr>
              <a:xfrm>
                <a:off x="351646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7" name="ph8357"/>
              <p:cNvSpPr/>
              <p:nvPr/>
            </p:nvSpPr>
            <p:spPr>
              <a:xfrm>
                <a:off x="352590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8" name="ph8358"/>
              <p:cNvSpPr/>
              <p:nvPr/>
            </p:nvSpPr>
            <p:spPr>
              <a:xfrm>
                <a:off x="353534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9" name="ph8359"/>
              <p:cNvSpPr/>
              <p:nvPr/>
            </p:nvSpPr>
            <p:spPr>
              <a:xfrm>
                <a:off x="354479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0" name="ph8360"/>
              <p:cNvSpPr/>
              <p:nvPr/>
            </p:nvSpPr>
            <p:spPr>
              <a:xfrm>
                <a:off x="355423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1" name="ph8361"/>
              <p:cNvSpPr/>
              <p:nvPr/>
            </p:nvSpPr>
            <p:spPr>
              <a:xfrm>
                <a:off x="356367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2" name="ph8362"/>
              <p:cNvSpPr/>
              <p:nvPr/>
            </p:nvSpPr>
            <p:spPr>
              <a:xfrm>
                <a:off x="357311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3" name="ph8363"/>
              <p:cNvSpPr/>
              <p:nvPr/>
            </p:nvSpPr>
            <p:spPr>
              <a:xfrm>
                <a:off x="358255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4" name="ph8364"/>
              <p:cNvSpPr/>
              <p:nvPr/>
            </p:nvSpPr>
            <p:spPr>
              <a:xfrm>
                <a:off x="359199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5" name="ph8365"/>
              <p:cNvSpPr/>
              <p:nvPr/>
            </p:nvSpPr>
            <p:spPr>
              <a:xfrm>
                <a:off x="360143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6" name="ph8366"/>
              <p:cNvSpPr/>
              <p:nvPr/>
            </p:nvSpPr>
            <p:spPr>
              <a:xfrm>
                <a:off x="361087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7" name="ph8367"/>
              <p:cNvSpPr/>
              <p:nvPr/>
            </p:nvSpPr>
            <p:spPr>
              <a:xfrm>
                <a:off x="362031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8" name="ph8368"/>
              <p:cNvSpPr/>
              <p:nvPr/>
            </p:nvSpPr>
            <p:spPr>
              <a:xfrm>
                <a:off x="362975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9" name="ph8369"/>
              <p:cNvSpPr/>
              <p:nvPr/>
            </p:nvSpPr>
            <p:spPr>
              <a:xfrm>
                <a:off x="363919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0" name="ph8370"/>
              <p:cNvSpPr/>
              <p:nvPr/>
            </p:nvSpPr>
            <p:spPr>
              <a:xfrm>
                <a:off x="364863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1" name="ph8371"/>
              <p:cNvSpPr/>
              <p:nvPr/>
            </p:nvSpPr>
            <p:spPr>
              <a:xfrm>
                <a:off x="365807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2" name="ph8372"/>
              <p:cNvSpPr/>
              <p:nvPr/>
            </p:nvSpPr>
            <p:spPr>
              <a:xfrm>
                <a:off x="366751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3" name="ph8373"/>
              <p:cNvSpPr/>
              <p:nvPr/>
            </p:nvSpPr>
            <p:spPr>
              <a:xfrm>
                <a:off x="367695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4" name="ph8374"/>
              <p:cNvSpPr/>
              <p:nvPr/>
            </p:nvSpPr>
            <p:spPr>
              <a:xfrm>
                <a:off x="368639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5" name="ph8375"/>
              <p:cNvSpPr/>
              <p:nvPr/>
            </p:nvSpPr>
            <p:spPr>
              <a:xfrm>
                <a:off x="369583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6" name="ph8376"/>
              <p:cNvSpPr/>
              <p:nvPr/>
            </p:nvSpPr>
            <p:spPr>
              <a:xfrm>
                <a:off x="370527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7" name="ph8377"/>
              <p:cNvSpPr/>
              <p:nvPr/>
            </p:nvSpPr>
            <p:spPr>
              <a:xfrm>
                <a:off x="371471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8" name="ph8378"/>
              <p:cNvSpPr/>
              <p:nvPr/>
            </p:nvSpPr>
            <p:spPr>
              <a:xfrm>
                <a:off x="372415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9" name="ph8379"/>
              <p:cNvSpPr/>
              <p:nvPr/>
            </p:nvSpPr>
            <p:spPr>
              <a:xfrm>
                <a:off x="373359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0" name="ph8380"/>
              <p:cNvSpPr/>
              <p:nvPr/>
            </p:nvSpPr>
            <p:spPr>
              <a:xfrm>
                <a:off x="374303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1" name="ph8381"/>
              <p:cNvSpPr/>
              <p:nvPr/>
            </p:nvSpPr>
            <p:spPr>
              <a:xfrm>
                <a:off x="375247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2" name="ph8382"/>
              <p:cNvSpPr/>
              <p:nvPr/>
            </p:nvSpPr>
            <p:spPr>
              <a:xfrm>
                <a:off x="376191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3" name="ph8383"/>
              <p:cNvSpPr/>
              <p:nvPr/>
            </p:nvSpPr>
            <p:spPr>
              <a:xfrm>
                <a:off x="377135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4" name="ph8384"/>
              <p:cNvSpPr/>
              <p:nvPr/>
            </p:nvSpPr>
            <p:spPr>
              <a:xfrm>
                <a:off x="378079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5" name="ph8385"/>
              <p:cNvSpPr/>
              <p:nvPr/>
            </p:nvSpPr>
            <p:spPr>
              <a:xfrm>
                <a:off x="379023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6" name="ph8386"/>
              <p:cNvSpPr/>
              <p:nvPr/>
            </p:nvSpPr>
            <p:spPr>
              <a:xfrm>
                <a:off x="379967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7" name="ph8387"/>
              <p:cNvSpPr/>
              <p:nvPr/>
            </p:nvSpPr>
            <p:spPr>
              <a:xfrm>
                <a:off x="380911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8" name="ph8388"/>
              <p:cNvSpPr/>
              <p:nvPr/>
            </p:nvSpPr>
            <p:spPr>
              <a:xfrm>
                <a:off x="3827997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245" y="896830"/>
                    </a:lnTo>
                    <a:lnTo>
                      <a:pt x="908382" y="897161"/>
                    </a:lnTo>
                    <a:lnTo>
                      <a:pt x="911899" y="90668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9" name="ph8389"/>
              <p:cNvSpPr/>
              <p:nvPr/>
            </p:nvSpPr>
            <p:spPr>
              <a:xfrm>
                <a:off x="2109873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299" y="914400"/>
                    </a:lnTo>
                    <a:lnTo>
                      <a:pt x="908916" y="913771"/>
                    </a:lnTo>
                    <a:lnTo>
                      <a:pt x="914250" y="908993"/>
                    </a:lnTo>
                    <a:lnTo>
                      <a:pt x="914400" y="908876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0" name="ph8390"/>
              <p:cNvSpPr/>
              <p:nvPr/>
            </p:nvSpPr>
            <p:spPr>
              <a:xfrm>
                <a:off x="2119313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876"/>
                    </a:lnTo>
                    <a:lnTo>
                      <a:pt x="910270" y="904740"/>
                    </a:lnTo>
                    <a:lnTo>
                      <a:pt x="914400" y="901986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1" name="ph8391"/>
              <p:cNvSpPr/>
              <p:nvPr/>
            </p:nvSpPr>
            <p:spPr>
              <a:xfrm>
                <a:off x="2128754" y="90276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556"/>
                    </a:lnTo>
                    <a:lnTo>
                      <a:pt x="906401" y="918594"/>
                    </a:lnTo>
                    <a:lnTo>
                      <a:pt x="912070" y="915425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2" name="ph8392"/>
              <p:cNvSpPr/>
              <p:nvPr/>
            </p:nvSpPr>
            <p:spPr>
              <a:xfrm>
                <a:off x="212875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3" name="ph8393"/>
              <p:cNvSpPr/>
              <p:nvPr/>
            </p:nvSpPr>
            <p:spPr>
              <a:xfrm>
                <a:off x="213819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4" name="ph8394"/>
              <p:cNvSpPr/>
              <p:nvPr/>
            </p:nvSpPr>
            <p:spPr>
              <a:xfrm>
                <a:off x="214763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5" name="ph8395"/>
              <p:cNvSpPr/>
              <p:nvPr/>
            </p:nvSpPr>
            <p:spPr>
              <a:xfrm>
                <a:off x="215707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6" name="ph8396"/>
              <p:cNvSpPr/>
              <p:nvPr/>
            </p:nvSpPr>
            <p:spPr>
              <a:xfrm>
                <a:off x="216651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7" name="ph8397"/>
              <p:cNvSpPr/>
              <p:nvPr/>
            </p:nvSpPr>
            <p:spPr>
              <a:xfrm>
                <a:off x="2185395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06" y="896830"/>
                    </a:lnTo>
                    <a:lnTo>
                      <a:pt x="913953" y="897375"/>
                    </a:lnTo>
                    <a:lnTo>
                      <a:pt x="914400" y="897616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8" name="ph8398"/>
              <p:cNvSpPr/>
              <p:nvPr/>
            </p:nvSpPr>
            <p:spPr>
              <a:xfrm>
                <a:off x="2194835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616"/>
                    </a:lnTo>
                    <a:lnTo>
                      <a:pt x="910196" y="900451"/>
                    </a:lnTo>
                    <a:lnTo>
                      <a:pt x="914400" y="903176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9" name="ph8399"/>
              <p:cNvSpPr/>
              <p:nvPr/>
            </p:nvSpPr>
            <p:spPr>
              <a:xfrm>
                <a:off x="2204275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176"/>
                    </a:lnTo>
                    <a:lnTo>
                      <a:pt x="906346" y="904075"/>
                    </a:lnTo>
                    <a:lnTo>
                      <a:pt x="911826" y="908238"/>
                    </a:lnTo>
                    <a:lnTo>
                      <a:pt x="914400" y="910492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0" name="ph8400"/>
              <p:cNvSpPr/>
              <p:nvPr/>
            </p:nvSpPr>
            <p:spPr>
              <a:xfrm>
                <a:off x="2204275" y="920337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492"/>
                    </a:lnTo>
                    <a:lnTo>
                      <a:pt x="917181" y="91292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1" name="ph8401"/>
              <p:cNvSpPr/>
              <p:nvPr/>
            </p:nvSpPr>
            <p:spPr>
              <a:xfrm>
                <a:off x="3327664" y="902767"/>
                <a:ext cx="914400" cy="92891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6">
                    <a:moveTo>
                      <a:pt x="914400" y="914400"/>
                    </a:moveTo>
                    <a:lnTo>
                      <a:pt x="914400" y="928916"/>
                    </a:lnTo>
                    <a:lnTo>
                      <a:pt x="913573" y="927215"/>
                    </a:lnTo>
                    <a:lnTo>
                      <a:pt x="909903" y="918833"/>
                    </a:lnTo>
                    <a:lnTo>
                      <a:pt x="908157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2" name="ph8402"/>
              <p:cNvSpPr/>
              <p:nvPr/>
            </p:nvSpPr>
            <p:spPr>
              <a:xfrm>
                <a:off x="332766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3" y="931969"/>
                    </a:lnTo>
                    <a:lnTo>
                      <a:pt x="914400" y="928916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3" name="ph8403"/>
              <p:cNvSpPr/>
              <p:nvPr/>
            </p:nvSpPr>
            <p:spPr>
              <a:xfrm>
                <a:off x="333710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4" name="ph8404"/>
              <p:cNvSpPr/>
              <p:nvPr/>
            </p:nvSpPr>
            <p:spPr>
              <a:xfrm>
                <a:off x="334654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5" name="ph8405"/>
              <p:cNvSpPr/>
              <p:nvPr/>
            </p:nvSpPr>
            <p:spPr>
              <a:xfrm>
                <a:off x="335598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6" name="ph8406"/>
              <p:cNvSpPr/>
              <p:nvPr/>
            </p:nvSpPr>
            <p:spPr>
              <a:xfrm>
                <a:off x="336542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7" name="ph8407"/>
              <p:cNvSpPr/>
              <p:nvPr/>
            </p:nvSpPr>
            <p:spPr>
              <a:xfrm>
                <a:off x="337486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8" name="ph8408"/>
              <p:cNvSpPr/>
              <p:nvPr/>
            </p:nvSpPr>
            <p:spPr>
              <a:xfrm>
                <a:off x="338430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9" name="ph8409"/>
              <p:cNvSpPr/>
              <p:nvPr/>
            </p:nvSpPr>
            <p:spPr>
              <a:xfrm>
                <a:off x="339374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0" name="ph8410"/>
              <p:cNvSpPr/>
              <p:nvPr/>
            </p:nvSpPr>
            <p:spPr>
              <a:xfrm>
                <a:off x="340318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1" name="ph8411"/>
              <p:cNvSpPr/>
              <p:nvPr/>
            </p:nvSpPr>
            <p:spPr>
              <a:xfrm>
                <a:off x="341262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2" name="ph8412"/>
              <p:cNvSpPr/>
              <p:nvPr/>
            </p:nvSpPr>
            <p:spPr>
              <a:xfrm>
                <a:off x="342206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3" name="ph8413"/>
              <p:cNvSpPr/>
              <p:nvPr/>
            </p:nvSpPr>
            <p:spPr>
              <a:xfrm>
                <a:off x="343150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4" name="ph8414"/>
              <p:cNvSpPr/>
              <p:nvPr/>
            </p:nvSpPr>
            <p:spPr>
              <a:xfrm>
                <a:off x="344094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5" name="ph8415"/>
              <p:cNvSpPr/>
              <p:nvPr/>
            </p:nvSpPr>
            <p:spPr>
              <a:xfrm>
                <a:off x="345038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6" name="ph8416"/>
              <p:cNvSpPr/>
              <p:nvPr/>
            </p:nvSpPr>
            <p:spPr>
              <a:xfrm>
                <a:off x="345982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7" name="ph8417"/>
              <p:cNvSpPr/>
              <p:nvPr/>
            </p:nvSpPr>
            <p:spPr>
              <a:xfrm>
                <a:off x="346926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8" name="ph8418"/>
              <p:cNvSpPr/>
              <p:nvPr/>
            </p:nvSpPr>
            <p:spPr>
              <a:xfrm>
                <a:off x="347870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9" name="ph8419"/>
              <p:cNvSpPr/>
              <p:nvPr/>
            </p:nvSpPr>
            <p:spPr>
              <a:xfrm>
                <a:off x="348814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0" name="ph8420"/>
              <p:cNvSpPr/>
              <p:nvPr/>
            </p:nvSpPr>
            <p:spPr>
              <a:xfrm>
                <a:off x="349758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1" name="ph8421"/>
              <p:cNvSpPr/>
              <p:nvPr/>
            </p:nvSpPr>
            <p:spPr>
              <a:xfrm>
                <a:off x="350702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2" name="ph8422"/>
              <p:cNvSpPr/>
              <p:nvPr/>
            </p:nvSpPr>
            <p:spPr>
              <a:xfrm>
                <a:off x="351646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3" name="ph8423"/>
              <p:cNvSpPr/>
              <p:nvPr/>
            </p:nvSpPr>
            <p:spPr>
              <a:xfrm>
                <a:off x="352590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4" name="ph8424"/>
              <p:cNvSpPr/>
              <p:nvPr/>
            </p:nvSpPr>
            <p:spPr>
              <a:xfrm>
                <a:off x="353534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5" name="ph8425"/>
              <p:cNvSpPr/>
              <p:nvPr/>
            </p:nvSpPr>
            <p:spPr>
              <a:xfrm>
                <a:off x="354479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6" name="ph8426"/>
              <p:cNvSpPr/>
              <p:nvPr/>
            </p:nvSpPr>
            <p:spPr>
              <a:xfrm>
                <a:off x="355423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7" name="ph8427"/>
              <p:cNvSpPr/>
              <p:nvPr/>
            </p:nvSpPr>
            <p:spPr>
              <a:xfrm>
                <a:off x="356367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8" name="ph8428"/>
              <p:cNvSpPr/>
              <p:nvPr/>
            </p:nvSpPr>
            <p:spPr>
              <a:xfrm>
                <a:off x="357311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9" name="ph8429"/>
              <p:cNvSpPr/>
              <p:nvPr/>
            </p:nvSpPr>
            <p:spPr>
              <a:xfrm>
                <a:off x="358255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0" name="ph8430"/>
              <p:cNvSpPr/>
              <p:nvPr/>
            </p:nvSpPr>
            <p:spPr>
              <a:xfrm>
                <a:off x="359199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1" name="ph8431"/>
              <p:cNvSpPr/>
              <p:nvPr/>
            </p:nvSpPr>
            <p:spPr>
              <a:xfrm>
                <a:off x="360143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2" name="ph8432"/>
              <p:cNvSpPr/>
              <p:nvPr/>
            </p:nvSpPr>
            <p:spPr>
              <a:xfrm>
                <a:off x="361087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3" name="ph8433"/>
              <p:cNvSpPr/>
              <p:nvPr/>
            </p:nvSpPr>
            <p:spPr>
              <a:xfrm>
                <a:off x="362031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4" name="ph8434"/>
              <p:cNvSpPr/>
              <p:nvPr/>
            </p:nvSpPr>
            <p:spPr>
              <a:xfrm>
                <a:off x="362975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5" name="ph8435"/>
              <p:cNvSpPr/>
              <p:nvPr/>
            </p:nvSpPr>
            <p:spPr>
              <a:xfrm>
                <a:off x="363919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6" name="ph8436"/>
              <p:cNvSpPr/>
              <p:nvPr/>
            </p:nvSpPr>
            <p:spPr>
              <a:xfrm>
                <a:off x="364863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7" name="ph8437"/>
              <p:cNvSpPr/>
              <p:nvPr/>
            </p:nvSpPr>
            <p:spPr>
              <a:xfrm>
                <a:off x="365807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8" name="ph8438"/>
              <p:cNvSpPr/>
              <p:nvPr/>
            </p:nvSpPr>
            <p:spPr>
              <a:xfrm>
                <a:off x="366751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9" name="ph8439"/>
              <p:cNvSpPr/>
              <p:nvPr/>
            </p:nvSpPr>
            <p:spPr>
              <a:xfrm>
                <a:off x="367695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0" name="ph8440"/>
              <p:cNvSpPr/>
              <p:nvPr/>
            </p:nvSpPr>
            <p:spPr>
              <a:xfrm>
                <a:off x="368639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1" name="ph8441"/>
              <p:cNvSpPr/>
              <p:nvPr/>
            </p:nvSpPr>
            <p:spPr>
              <a:xfrm>
                <a:off x="369583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2" name="ph8442"/>
              <p:cNvSpPr/>
              <p:nvPr/>
            </p:nvSpPr>
            <p:spPr>
              <a:xfrm>
                <a:off x="370527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3" name="ph8443"/>
              <p:cNvSpPr/>
              <p:nvPr/>
            </p:nvSpPr>
            <p:spPr>
              <a:xfrm>
                <a:off x="371471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4" name="ph8444"/>
              <p:cNvSpPr/>
              <p:nvPr/>
            </p:nvSpPr>
            <p:spPr>
              <a:xfrm>
                <a:off x="372415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5" name="ph8445"/>
              <p:cNvSpPr/>
              <p:nvPr/>
            </p:nvSpPr>
            <p:spPr>
              <a:xfrm>
                <a:off x="373359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6" name="ph8446"/>
              <p:cNvSpPr/>
              <p:nvPr/>
            </p:nvSpPr>
            <p:spPr>
              <a:xfrm>
                <a:off x="374303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7" name="ph8447"/>
              <p:cNvSpPr/>
              <p:nvPr/>
            </p:nvSpPr>
            <p:spPr>
              <a:xfrm>
                <a:off x="375247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8" name="ph8448"/>
              <p:cNvSpPr/>
              <p:nvPr/>
            </p:nvSpPr>
            <p:spPr>
              <a:xfrm>
                <a:off x="376191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9" name="ph8449"/>
              <p:cNvSpPr/>
              <p:nvPr/>
            </p:nvSpPr>
            <p:spPr>
              <a:xfrm>
                <a:off x="377135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0" name="ph8450"/>
              <p:cNvSpPr/>
              <p:nvPr/>
            </p:nvSpPr>
            <p:spPr>
              <a:xfrm>
                <a:off x="378079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1" name="ph8451"/>
              <p:cNvSpPr/>
              <p:nvPr/>
            </p:nvSpPr>
            <p:spPr>
              <a:xfrm>
                <a:off x="379023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2" name="ph8452"/>
              <p:cNvSpPr/>
              <p:nvPr/>
            </p:nvSpPr>
            <p:spPr>
              <a:xfrm>
                <a:off x="379967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3" name="ph8453"/>
              <p:cNvSpPr/>
              <p:nvPr/>
            </p:nvSpPr>
            <p:spPr>
              <a:xfrm>
                <a:off x="3818556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978" y="896830"/>
                    </a:lnTo>
                    <a:lnTo>
                      <a:pt x="914030" y="905577"/>
                    </a:lnTo>
                    <a:lnTo>
                      <a:pt x="914400" y="906468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4" name="ph8454"/>
              <p:cNvSpPr/>
              <p:nvPr/>
            </p:nvSpPr>
            <p:spPr>
              <a:xfrm>
                <a:off x="3818556" y="920337"/>
                <a:ext cx="917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85" h="914400">
                    <a:moveTo>
                      <a:pt x="914400" y="914400"/>
                    </a:moveTo>
                    <a:lnTo>
                      <a:pt x="914400" y="906468"/>
                    </a:lnTo>
                    <a:lnTo>
                      <a:pt x="917685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5" name="ph8455"/>
              <p:cNvSpPr/>
              <p:nvPr/>
            </p:nvSpPr>
            <p:spPr>
              <a:xfrm>
                <a:off x="2138194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366"/>
                    </a:lnTo>
                    <a:lnTo>
                      <a:pt x="908380" y="912811"/>
                    </a:lnTo>
                    <a:lnTo>
                      <a:pt x="914195" y="910760"/>
                    </a:lnTo>
                    <a:lnTo>
                      <a:pt x="914400" y="910708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6" name="ph8456"/>
              <p:cNvSpPr/>
              <p:nvPr/>
            </p:nvSpPr>
            <p:spPr>
              <a:xfrm>
                <a:off x="2147634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708"/>
                    </a:lnTo>
                    <a:lnTo>
                      <a:pt x="910620" y="909277"/>
                    </a:lnTo>
                    <a:lnTo>
                      <a:pt x="914400" y="908693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7" name="ph8457"/>
              <p:cNvSpPr/>
              <p:nvPr/>
            </p:nvSpPr>
            <p:spPr>
              <a:xfrm>
                <a:off x="2157074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93"/>
                    </a:lnTo>
                    <a:lnTo>
                      <a:pt x="907078" y="908366"/>
                    </a:lnTo>
                    <a:lnTo>
                      <a:pt x="912995" y="908029"/>
                    </a:lnTo>
                    <a:lnTo>
                      <a:pt x="914400" y="908086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8" name="ph8458"/>
              <p:cNvSpPr/>
              <p:nvPr/>
            </p:nvSpPr>
            <p:spPr>
              <a:xfrm>
                <a:off x="2166515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086"/>
                    </a:lnTo>
                    <a:lnTo>
                      <a:pt x="909472" y="908269"/>
                    </a:lnTo>
                    <a:lnTo>
                      <a:pt x="914400" y="908948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9" name="ph8459"/>
              <p:cNvSpPr/>
              <p:nvPr/>
            </p:nvSpPr>
            <p:spPr>
              <a:xfrm>
                <a:off x="2175955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948"/>
                    </a:lnTo>
                    <a:lnTo>
                      <a:pt x="905934" y="909083"/>
                    </a:lnTo>
                    <a:lnTo>
                      <a:pt x="911806" y="910470"/>
                    </a:lnTo>
                    <a:lnTo>
                      <a:pt x="914400" y="911340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0" name="ph8460"/>
              <p:cNvSpPr/>
              <p:nvPr/>
            </p:nvSpPr>
            <p:spPr>
              <a:xfrm>
                <a:off x="2175955" y="902767"/>
                <a:ext cx="9221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47" h="914400">
                    <a:moveTo>
                      <a:pt x="914400" y="914400"/>
                    </a:moveTo>
                    <a:lnTo>
                      <a:pt x="914400" y="911340"/>
                    </a:lnTo>
                    <a:lnTo>
                      <a:pt x="917631" y="912425"/>
                    </a:lnTo>
                    <a:lnTo>
                      <a:pt x="922147" y="914400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1" name="ph8461"/>
              <p:cNvSpPr/>
              <p:nvPr/>
            </p:nvSpPr>
            <p:spPr>
              <a:xfrm>
                <a:off x="3318224" y="885197"/>
                <a:ext cx="914400" cy="92340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4">
                    <a:moveTo>
                      <a:pt x="914400" y="914400"/>
                    </a:moveTo>
                    <a:lnTo>
                      <a:pt x="914400" y="923404"/>
                    </a:lnTo>
                    <a:lnTo>
                      <a:pt x="912719" y="918643"/>
                    </a:lnTo>
                    <a:lnTo>
                      <a:pt x="911384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2" name="ph8462"/>
              <p:cNvSpPr/>
              <p:nvPr/>
            </p:nvSpPr>
            <p:spPr>
              <a:xfrm>
                <a:off x="331822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598" y="931969"/>
                    </a:lnTo>
                    <a:lnTo>
                      <a:pt x="915909" y="927681"/>
                    </a:lnTo>
                    <a:lnTo>
                      <a:pt x="914400" y="92340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3" name="ph8463"/>
              <p:cNvSpPr/>
              <p:nvPr/>
            </p:nvSpPr>
            <p:spPr>
              <a:xfrm>
                <a:off x="332766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4" name="ph8464"/>
              <p:cNvSpPr/>
              <p:nvPr/>
            </p:nvSpPr>
            <p:spPr>
              <a:xfrm>
                <a:off x="333710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5" name="ph8465"/>
              <p:cNvSpPr/>
              <p:nvPr/>
            </p:nvSpPr>
            <p:spPr>
              <a:xfrm>
                <a:off x="334654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6" name="ph8466"/>
              <p:cNvSpPr/>
              <p:nvPr/>
            </p:nvSpPr>
            <p:spPr>
              <a:xfrm>
                <a:off x="335598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7" name="ph8467"/>
              <p:cNvSpPr/>
              <p:nvPr/>
            </p:nvSpPr>
            <p:spPr>
              <a:xfrm>
                <a:off x="336542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8" name="ph8468"/>
              <p:cNvSpPr/>
              <p:nvPr/>
            </p:nvSpPr>
            <p:spPr>
              <a:xfrm>
                <a:off x="337486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9" name="ph8469"/>
              <p:cNvSpPr/>
              <p:nvPr/>
            </p:nvSpPr>
            <p:spPr>
              <a:xfrm>
                <a:off x="338430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0" name="ph8470"/>
              <p:cNvSpPr/>
              <p:nvPr/>
            </p:nvSpPr>
            <p:spPr>
              <a:xfrm>
                <a:off x="339374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1" name="ph8471"/>
              <p:cNvSpPr/>
              <p:nvPr/>
            </p:nvSpPr>
            <p:spPr>
              <a:xfrm>
                <a:off x="340318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2" name="ph8472"/>
              <p:cNvSpPr/>
              <p:nvPr/>
            </p:nvSpPr>
            <p:spPr>
              <a:xfrm>
                <a:off x="341262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3" name="ph8473"/>
              <p:cNvSpPr/>
              <p:nvPr/>
            </p:nvSpPr>
            <p:spPr>
              <a:xfrm>
                <a:off x="342206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4" name="ph8474"/>
              <p:cNvSpPr/>
              <p:nvPr/>
            </p:nvSpPr>
            <p:spPr>
              <a:xfrm>
                <a:off x="343150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5" name="ph8475"/>
              <p:cNvSpPr/>
              <p:nvPr/>
            </p:nvSpPr>
            <p:spPr>
              <a:xfrm>
                <a:off x="344094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6" name="ph8476"/>
              <p:cNvSpPr/>
              <p:nvPr/>
            </p:nvSpPr>
            <p:spPr>
              <a:xfrm>
                <a:off x="345038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7" name="ph8477"/>
              <p:cNvSpPr/>
              <p:nvPr/>
            </p:nvSpPr>
            <p:spPr>
              <a:xfrm>
                <a:off x="345982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8" name="ph8478"/>
              <p:cNvSpPr/>
              <p:nvPr/>
            </p:nvSpPr>
            <p:spPr>
              <a:xfrm>
                <a:off x="346926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9" name="ph8479"/>
              <p:cNvSpPr/>
              <p:nvPr/>
            </p:nvSpPr>
            <p:spPr>
              <a:xfrm>
                <a:off x="347870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0" name="ph8480"/>
              <p:cNvSpPr/>
              <p:nvPr/>
            </p:nvSpPr>
            <p:spPr>
              <a:xfrm>
                <a:off x="348814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1" name="ph8481"/>
              <p:cNvSpPr/>
              <p:nvPr/>
            </p:nvSpPr>
            <p:spPr>
              <a:xfrm>
                <a:off x="349758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2" name="ph8482"/>
              <p:cNvSpPr/>
              <p:nvPr/>
            </p:nvSpPr>
            <p:spPr>
              <a:xfrm>
                <a:off x="350702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3" name="ph8483"/>
              <p:cNvSpPr/>
              <p:nvPr/>
            </p:nvSpPr>
            <p:spPr>
              <a:xfrm>
                <a:off x="351646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4" name="ph8484"/>
              <p:cNvSpPr/>
              <p:nvPr/>
            </p:nvSpPr>
            <p:spPr>
              <a:xfrm>
                <a:off x="352590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5" name="ph8485"/>
              <p:cNvSpPr/>
              <p:nvPr/>
            </p:nvSpPr>
            <p:spPr>
              <a:xfrm>
                <a:off x="353534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6" name="ph8486"/>
              <p:cNvSpPr/>
              <p:nvPr/>
            </p:nvSpPr>
            <p:spPr>
              <a:xfrm>
                <a:off x="354479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7" name="ph8487"/>
              <p:cNvSpPr/>
              <p:nvPr/>
            </p:nvSpPr>
            <p:spPr>
              <a:xfrm>
                <a:off x="355423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8" name="ph8488"/>
              <p:cNvSpPr/>
              <p:nvPr/>
            </p:nvSpPr>
            <p:spPr>
              <a:xfrm>
                <a:off x="356367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9" name="ph8489"/>
              <p:cNvSpPr/>
              <p:nvPr/>
            </p:nvSpPr>
            <p:spPr>
              <a:xfrm>
                <a:off x="357311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0" name="ph8490"/>
              <p:cNvSpPr/>
              <p:nvPr/>
            </p:nvSpPr>
            <p:spPr>
              <a:xfrm>
                <a:off x="358255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1" name="ph8491"/>
              <p:cNvSpPr/>
              <p:nvPr/>
            </p:nvSpPr>
            <p:spPr>
              <a:xfrm>
                <a:off x="359199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2" name="ph8492"/>
              <p:cNvSpPr/>
              <p:nvPr/>
            </p:nvSpPr>
            <p:spPr>
              <a:xfrm>
                <a:off x="360143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3" name="ph8493"/>
              <p:cNvSpPr/>
              <p:nvPr/>
            </p:nvSpPr>
            <p:spPr>
              <a:xfrm>
                <a:off x="361087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4" name="ph8494"/>
              <p:cNvSpPr/>
              <p:nvPr/>
            </p:nvSpPr>
            <p:spPr>
              <a:xfrm>
                <a:off x="362031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5" name="ph8495"/>
              <p:cNvSpPr/>
              <p:nvPr/>
            </p:nvSpPr>
            <p:spPr>
              <a:xfrm>
                <a:off x="362975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6" name="ph8496"/>
              <p:cNvSpPr/>
              <p:nvPr/>
            </p:nvSpPr>
            <p:spPr>
              <a:xfrm>
                <a:off x="363919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7" name="ph8497"/>
              <p:cNvSpPr/>
              <p:nvPr/>
            </p:nvSpPr>
            <p:spPr>
              <a:xfrm>
                <a:off x="364863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8" name="ph8498"/>
              <p:cNvSpPr/>
              <p:nvPr/>
            </p:nvSpPr>
            <p:spPr>
              <a:xfrm>
                <a:off x="365807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9" name="ph8499"/>
              <p:cNvSpPr/>
              <p:nvPr/>
            </p:nvSpPr>
            <p:spPr>
              <a:xfrm>
                <a:off x="366751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0" name="ph8500"/>
              <p:cNvSpPr/>
              <p:nvPr/>
            </p:nvSpPr>
            <p:spPr>
              <a:xfrm>
                <a:off x="367695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1" name="ph8501"/>
              <p:cNvSpPr/>
              <p:nvPr/>
            </p:nvSpPr>
            <p:spPr>
              <a:xfrm>
                <a:off x="368639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2" name="ph8502"/>
              <p:cNvSpPr/>
              <p:nvPr/>
            </p:nvSpPr>
            <p:spPr>
              <a:xfrm>
                <a:off x="369583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3" name="ph8503"/>
              <p:cNvSpPr/>
              <p:nvPr/>
            </p:nvSpPr>
            <p:spPr>
              <a:xfrm>
                <a:off x="370527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4" name="ph8504"/>
              <p:cNvSpPr/>
              <p:nvPr/>
            </p:nvSpPr>
            <p:spPr>
              <a:xfrm>
                <a:off x="371471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5" name="ph8505"/>
              <p:cNvSpPr/>
              <p:nvPr/>
            </p:nvSpPr>
            <p:spPr>
              <a:xfrm>
                <a:off x="372415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6" name="ph8506"/>
              <p:cNvSpPr/>
              <p:nvPr/>
            </p:nvSpPr>
            <p:spPr>
              <a:xfrm>
                <a:off x="373359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7" name="ph8507"/>
              <p:cNvSpPr/>
              <p:nvPr/>
            </p:nvSpPr>
            <p:spPr>
              <a:xfrm>
                <a:off x="374303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8" name="ph8508"/>
              <p:cNvSpPr/>
              <p:nvPr/>
            </p:nvSpPr>
            <p:spPr>
              <a:xfrm>
                <a:off x="375247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9" name="ph8509"/>
              <p:cNvSpPr/>
              <p:nvPr/>
            </p:nvSpPr>
            <p:spPr>
              <a:xfrm>
                <a:off x="376191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0" name="ph8510"/>
              <p:cNvSpPr/>
              <p:nvPr/>
            </p:nvSpPr>
            <p:spPr>
              <a:xfrm>
                <a:off x="377135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1" name="ph8511"/>
              <p:cNvSpPr/>
              <p:nvPr/>
            </p:nvSpPr>
            <p:spPr>
              <a:xfrm>
                <a:off x="378079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2" name="ph8512"/>
              <p:cNvSpPr/>
              <p:nvPr/>
            </p:nvSpPr>
            <p:spPr>
              <a:xfrm>
                <a:off x="379023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3" name="ph8513"/>
              <p:cNvSpPr/>
              <p:nvPr/>
            </p:nvSpPr>
            <p:spPr>
              <a:xfrm>
                <a:off x="3809116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3" y="896830"/>
                    </a:lnTo>
                    <a:lnTo>
                      <a:pt x="910561" y="898191"/>
                    </a:lnTo>
                    <a:lnTo>
                      <a:pt x="914400" y="90484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4" name="ph8514"/>
              <p:cNvSpPr/>
              <p:nvPr/>
            </p:nvSpPr>
            <p:spPr>
              <a:xfrm>
                <a:off x="3809116" y="902767"/>
                <a:ext cx="9194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18" h="914400">
                    <a:moveTo>
                      <a:pt x="914400" y="914400"/>
                    </a:moveTo>
                    <a:lnTo>
                      <a:pt x="914400" y="904841"/>
                    </a:lnTo>
                    <a:lnTo>
                      <a:pt x="915107" y="906066"/>
                    </a:lnTo>
                    <a:lnTo>
                      <a:pt x="919418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5" name="ph8515"/>
              <p:cNvSpPr/>
              <p:nvPr/>
            </p:nvSpPr>
            <p:spPr>
              <a:xfrm>
                <a:off x="3318224" y="86762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84" y="931969"/>
                    </a:lnTo>
                    <a:lnTo>
                      <a:pt x="909783" y="926883"/>
                    </a:lnTo>
                    <a:lnTo>
                      <a:pt x="907107" y="917284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6" name="ph8516"/>
              <p:cNvSpPr/>
              <p:nvPr/>
            </p:nvSpPr>
            <p:spPr>
              <a:xfrm>
                <a:off x="331822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7" name="ph8517"/>
              <p:cNvSpPr/>
              <p:nvPr/>
            </p:nvSpPr>
            <p:spPr>
              <a:xfrm>
                <a:off x="332766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8" name="ph8518"/>
              <p:cNvSpPr/>
              <p:nvPr/>
            </p:nvSpPr>
            <p:spPr>
              <a:xfrm>
                <a:off x="333710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9" name="ph8519"/>
              <p:cNvSpPr/>
              <p:nvPr/>
            </p:nvSpPr>
            <p:spPr>
              <a:xfrm>
                <a:off x="334654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0" name="ph8520"/>
              <p:cNvSpPr/>
              <p:nvPr/>
            </p:nvSpPr>
            <p:spPr>
              <a:xfrm>
                <a:off x="335598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1" name="ph8521"/>
              <p:cNvSpPr/>
              <p:nvPr/>
            </p:nvSpPr>
            <p:spPr>
              <a:xfrm>
                <a:off x="336542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2" name="ph8522"/>
              <p:cNvSpPr/>
              <p:nvPr/>
            </p:nvSpPr>
            <p:spPr>
              <a:xfrm>
                <a:off x="337486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3" name="ph8523"/>
              <p:cNvSpPr/>
              <p:nvPr/>
            </p:nvSpPr>
            <p:spPr>
              <a:xfrm>
                <a:off x="338430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4" name="ph8524"/>
              <p:cNvSpPr/>
              <p:nvPr/>
            </p:nvSpPr>
            <p:spPr>
              <a:xfrm>
                <a:off x="339374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5" name="ph8525"/>
              <p:cNvSpPr/>
              <p:nvPr/>
            </p:nvSpPr>
            <p:spPr>
              <a:xfrm>
                <a:off x="340318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6" name="ph8526"/>
              <p:cNvSpPr/>
              <p:nvPr/>
            </p:nvSpPr>
            <p:spPr>
              <a:xfrm>
                <a:off x="341262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7" name="ph8527"/>
              <p:cNvSpPr/>
              <p:nvPr/>
            </p:nvSpPr>
            <p:spPr>
              <a:xfrm>
                <a:off x="342206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8" name="ph8528"/>
              <p:cNvSpPr/>
              <p:nvPr/>
            </p:nvSpPr>
            <p:spPr>
              <a:xfrm>
                <a:off x="343150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9" name="ph8529"/>
              <p:cNvSpPr/>
              <p:nvPr/>
            </p:nvSpPr>
            <p:spPr>
              <a:xfrm>
                <a:off x="344094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0" name="ph8530"/>
              <p:cNvSpPr/>
              <p:nvPr/>
            </p:nvSpPr>
            <p:spPr>
              <a:xfrm>
                <a:off x="345038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1" name="ph8531"/>
              <p:cNvSpPr/>
              <p:nvPr/>
            </p:nvSpPr>
            <p:spPr>
              <a:xfrm>
                <a:off x="345982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2" name="ph8532"/>
              <p:cNvSpPr/>
              <p:nvPr/>
            </p:nvSpPr>
            <p:spPr>
              <a:xfrm>
                <a:off x="346926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3" name="ph8533"/>
              <p:cNvSpPr/>
              <p:nvPr/>
            </p:nvSpPr>
            <p:spPr>
              <a:xfrm>
                <a:off x="347870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4" name="ph8534"/>
              <p:cNvSpPr/>
              <p:nvPr/>
            </p:nvSpPr>
            <p:spPr>
              <a:xfrm>
                <a:off x="348814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5" name="ph8535"/>
              <p:cNvSpPr/>
              <p:nvPr/>
            </p:nvSpPr>
            <p:spPr>
              <a:xfrm>
                <a:off x="349758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6" name="ph8536"/>
              <p:cNvSpPr/>
              <p:nvPr/>
            </p:nvSpPr>
            <p:spPr>
              <a:xfrm>
                <a:off x="350702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7" name="ph8537"/>
              <p:cNvSpPr/>
              <p:nvPr/>
            </p:nvSpPr>
            <p:spPr>
              <a:xfrm>
                <a:off x="351646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8" name="ph8538"/>
              <p:cNvSpPr/>
              <p:nvPr/>
            </p:nvSpPr>
            <p:spPr>
              <a:xfrm>
                <a:off x="352590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9" name="ph8539"/>
              <p:cNvSpPr/>
              <p:nvPr/>
            </p:nvSpPr>
            <p:spPr>
              <a:xfrm>
                <a:off x="353534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0" name="ph8540"/>
              <p:cNvSpPr/>
              <p:nvPr/>
            </p:nvSpPr>
            <p:spPr>
              <a:xfrm>
                <a:off x="354479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1" name="ph8541"/>
              <p:cNvSpPr/>
              <p:nvPr/>
            </p:nvSpPr>
            <p:spPr>
              <a:xfrm>
                <a:off x="355423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2" name="ph8542"/>
              <p:cNvSpPr/>
              <p:nvPr/>
            </p:nvSpPr>
            <p:spPr>
              <a:xfrm>
                <a:off x="356367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3" name="ph8543"/>
              <p:cNvSpPr/>
              <p:nvPr/>
            </p:nvSpPr>
            <p:spPr>
              <a:xfrm>
                <a:off x="357311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4" name="ph8544"/>
              <p:cNvSpPr/>
              <p:nvPr/>
            </p:nvSpPr>
            <p:spPr>
              <a:xfrm>
                <a:off x="358255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5" name="ph8545"/>
              <p:cNvSpPr/>
              <p:nvPr/>
            </p:nvSpPr>
            <p:spPr>
              <a:xfrm>
                <a:off x="359199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6" name="ph8546"/>
              <p:cNvSpPr/>
              <p:nvPr/>
            </p:nvSpPr>
            <p:spPr>
              <a:xfrm>
                <a:off x="360143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7" name="ph8547"/>
              <p:cNvSpPr/>
              <p:nvPr/>
            </p:nvSpPr>
            <p:spPr>
              <a:xfrm>
                <a:off x="361087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8" name="ph8548"/>
              <p:cNvSpPr/>
              <p:nvPr/>
            </p:nvSpPr>
            <p:spPr>
              <a:xfrm>
                <a:off x="362031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9" name="ph8549"/>
              <p:cNvSpPr/>
              <p:nvPr/>
            </p:nvSpPr>
            <p:spPr>
              <a:xfrm>
                <a:off x="362975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0" name="ph8550"/>
              <p:cNvSpPr/>
              <p:nvPr/>
            </p:nvSpPr>
            <p:spPr>
              <a:xfrm>
                <a:off x="363919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1" name="ph8551"/>
              <p:cNvSpPr/>
              <p:nvPr/>
            </p:nvSpPr>
            <p:spPr>
              <a:xfrm>
                <a:off x="364863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2" name="ph8552"/>
              <p:cNvSpPr/>
              <p:nvPr/>
            </p:nvSpPr>
            <p:spPr>
              <a:xfrm>
                <a:off x="365807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3" name="ph8553"/>
              <p:cNvSpPr/>
              <p:nvPr/>
            </p:nvSpPr>
            <p:spPr>
              <a:xfrm>
                <a:off x="366751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4" name="ph8554"/>
              <p:cNvSpPr/>
              <p:nvPr/>
            </p:nvSpPr>
            <p:spPr>
              <a:xfrm>
                <a:off x="367695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5" name="ph8555"/>
              <p:cNvSpPr/>
              <p:nvPr/>
            </p:nvSpPr>
            <p:spPr>
              <a:xfrm>
                <a:off x="368639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6" name="ph8556"/>
              <p:cNvSpPr/>
              <p:nvPr/>
            </p:nvSpPr>
            <p:spPr>
              <a:xfrm>
                <a:off x="369583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7" name="ph8557"/>
              <p:cNvSpPr/>
              <p:nvPr/>
            </p:nvSpPr>
            <p:spPr>
              <a:xfrm>
                <a:off x="370527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8" name="ph8558"/>
              <p:cNvSpPr/>
              <p:nvPr/>
            </p:nvSpPr>
            <p:spPr>
              <a:xfrm>
                <a:off x="371471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9" name="ph8559"/>
              <p:cNvSpPr/>
              <p:nvPr/>
            </p:nvSpPr>
            <p:spPr>
              <a:xfrm>
                <a:off x="372415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0" name="ph8560"/>
              <p:cNvSpPr/>
              <p:nvPr/>
            </p:nvSpPr>
            <p:spPr>
              <a:xfrm>
                <a:off x="373359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1" name="ph8561"/>
              <p:cNvSpPr/>
              <p:nvPr/>
            </p:nvSpPr>
            <p:spPr>
              <a:xfrm>
                <a:off x="374303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2" name="ph8562"/>
              <p:cNvSpPr/>
              <p:nvPr/>
            </p:nvSpPr>
            <p:spPr>
              <a:xfrm>
                <a:off x="375247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3" name="ph8563"/>
              <p:cNvSpPr/>
              <p:nvPr/>
            </p:nvSpPr>
            <p:spPr>
              <a:xfrm>
                <a:off x="376191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4" name="ph8564"/>
              <p:cNvSpPr/>
              <p:nvPr/>
            </p:nvSpPr>
            <p:spPr>
              <a:xfrm>
                <a:off x="377135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5" name="ph8565"/>
              <p:cNvSpPr/>
              <p:nvPr/>
            </p:nvSpPr>
            <p:spPr>
              <a:xfrm>
                <a:off x="378079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6" name="ph8566"/>
              <p:cNvSpPr/>
              <p:nvPr/>
            </p:nvSpPr>
            <p:spPr>
              <a:xfrm>
                <a:off x="3799676" y="88519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719" y="896830"/>
                    </a:lnTo>
                    <a:lnTo>
                      <a:pt x="911003" y="897341"/>
                    </a:lnTo>
                    <a:lnTo>
                      <a:pt x="914400" y="904193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7" name="ph8567"/>
              <p:cNvSpPr/>
              <p:nvPr/>
            </p:nvSpPr>
            <p:spPr>
              <a:xfrm>
                <a:off x="3799676" y="885197"/>
                <a:ext cx="9191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3" h="914400">
                    <a:moveTo>
                      <a:pt x="914400" y="914400"/>
                    </a:moveTo>
                    <a:lnTo>
                      <a:pt x="914400" y="904193"/>
                    </a:lnTo>
                    <a:lnTo>
                      <a:pt x="915317" y="906043"/>
                    </a:lnTo>
                    <a:lnTo>
                      <a:pt x="918779" y="913866"/>
                    </a:lnTo>
                    <a:lnTo>
                      <a:pt x="919123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8" name="ph8568"/>
              <p:cNvSpPr/>
              <p:nvPr/>
            </p:nvSpPr>
            <p:spPr>
              <a:xfrm>
                <a:off x="3308784" y="850058"/>
                <a:ext cx="914400" cy="92607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6">
                    <a:moveTo>
                      <a:pt x="914400" y="914400"/>
                    </a:moveTo>
                    <a:lnTo>
                      <a:pt x="914400" y="926076"/>
                    </a:lnTo>
                    <a:lnTo>
                      <a:pt x="914139" y="925013"/>
                    </a:lnTo>
                    <a:lnTo>
                      <a:pt x="912006" y="914955"/>
                    </a:lnTo>
                    <a:lnTo>
                      <a:pt x="911905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9" name="ph8569"/>
              <p:cNvSpPr/>
              <p:nvPr/>
            </p:nvSpPr>
            <p:spPr>
              <a:xfrm>
                <a:off x="330878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41" y="931969"/>
                    </a:lnTo>
                    <a:lnTo>
                      <a:pt x="914400" y="926076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0" name="ph8570"/>
              <p:cNvSpPr/>
              <p:nvPr/>
            </p:nvSpPr>
            <p:spPr>
              <a:xfrm>
                <a:off x="331822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1" name="ph8571"/>
              <p:cNvSpPr/>
              <p:nvPr/>
            </p:nvSpPr>
            <p:spPr>
              <a:xfrm>
                <a:off x="332766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2" name="ph8572"/>
              <p:cNvSpPr/>
              <p:nvPr/>
            </p:nvSpPr>
            <p:spPr>
              <a:xfrm>
                <a:off x="333710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3" name="ph8573"/>
              <p:cNvSpPr/>
              <p:nvPr/>
            </p:nvSpPr>
            <p:spPr>
              <a:xfrm>
                <a:off x="334654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4" name="ph8574"/>
              <p:cNvSpPr/>
              <p:nvPr/>
            </p:nvSpPr>
            <p:spPr>
              <a:xfrm>
                <a:off x="335598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5" name="ph8575"/>
              <p:cNvSpPr/>
              <p:nvPr/>
            </p:nvSpPr>
            <p:spPr>
              <a:xfrm>
                <a:off x="336542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6" name="ph8576"/>
              <p:cNvSpPr/>
              <p:nvPr/>
            </p:nvSpPr>
            <p:spPr>
              <a:xfrm>
                <a:off x="337486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7" name="ph8577"/>
              <p:cNvSpPr/>
              <p:nvPr/>
            </p:nvSpPr>
            <p:spPr>
              <a:xfrm>
                <a:off x="338430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8" name="ph8578"/>
              <p:cNvSpPr/>
              <p:nvPr/>
            </p:nvSpPr>
            <p:spPr>
              <a:xfrm>
                <a:off x="339374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9" name="ph8579"/>
              <p:cNvSpPr/>
              <p:nvPr/>
            </p:nvSpPr>
            <p:spPr>
              <a:xfrm>
                <a:off x="340318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0" name="ph8580"/>
              <p:cNvSpPr/>
              <p:nvPr/>
            </p:nvSpPr>
            <p:spPr>
              <a:xfrm>
                <a:off x="341262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1" name="ph8581"/>
              <p:cNvSpPr/>
              <p:nvPr/>
            </p:nvSpPr>
            <p:spPr>
              <a:xfrm>
                <a:off x="342206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2" name="ph8582"/>
              <p:cNvSpPr/>
              <p:nvPr/>
            </p:nvSpPr>
            <p:spPr>
              <a:xfrm>
                <a:off x="343150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3" name="ph8583"/>
              <p:cNvSpPr/>
              <p:nvPr/>
            </p:nvSpPr>
            <p:spPr>
              <a:xfrm>
                <a:off x="344094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4" name="ph8584"/>
              <p:cNvSpPr/>
              <p:nvPr/>
            </p:nvSpPr>
            <p:spPr>
              <a:xfrm>
                <a:off x="345038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5" name="ph8585"/>
              <p:cNvSpPr/>
              <p:nvPr/>
            </p:nvSpPr>
            <p:spPr>
              <a:xfrm>
                <a:off x="345982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6" name="ph8586"/>
              <p:cNvSpPr/>
              <p:nvPr/>
            </p:nvSpPr>
            <p:spPr>
              <a:xfrm>
                <a:off x="346926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7" name="ph8587"/>
              <p:cNvSpPr/>
              <p:nvPr/>
            </p:nvSpPr>
            <p:spPr>
              <a:xfrm>
                <a:off x="347870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8" name="ph8588"/>
              <p:cNvSpPr/>
              <p:nvPr/>
            </p:nvSpPr>
            <p:spPr>
              <a:xfrm>
                <a:off x="348814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9" name="ph8589"/>
              <p:cNvSpPr/>
              <p:nvPr/>
            </p:nvSpPr>
            <p:spPr>
              <a:xfrm>
                <a:off x="349758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0" name="ph8590"/>
              <p:cNvSpPr/>
              <p:nvPr/>
            </p:nvSpPr>
            <p:spPr>
              <a:xfrm>
                <a:off x="350702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1" name="ph8591"/>
              <p:cNvSpPr/>
              <p:nvPr/>
            </p:nvSpPr>
            <p:spPr>
              <a:xfrm>
                <a:off x="351646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2" name="ph8592"/>
              <p:cNvSpPr/>
              <p:nvPr/>
            </p:nvSpPr>
            <p:spPr>
              <a:xfrm>
                <a:off x="352590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3" name="ph8593"/>
              <p:cNvSpPr/>
              <p:nvPr/>
            </p:nvSpPr>
            <p:spPr>
              <a:xfrm>
                <a:off x="353534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4" name="ph8594"/>
              <p:cNvSpPr/>
              <p:nvPr/>
            </p:nvSpPr>
            <p:spPr>
              <a:xfrm>
                <a:off x="354479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5" name="ph8595"/>
              <p:cNvSpPr/>
              <p:nvPr/>
            </p:nvSpPr>
            <p:spPr>
              <a:xfrm>
                <a:off x="355423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6" name="ph8596"/>
              <p:cNvSpPr/>
              <p:nvPr/>
            </p:nvSpPr>
            <p:spPr>
              <a:xfrm>
                <a:off x="356367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7" name="ph8597"/>
              <p:cNvSpPr/>
              <p:nvPr/>
            </p:nvSpPr>
            <p:spPr>
              <a:xfrm>
                <a:off x="357311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8" name="ph8598"/>
              <p:cNvSpPr/>
              <p:nvPr/>
            </p:nvSpPr>
            <p:spPr>
              <a:xfrm>
                <a:off x="358255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9" name="ph8599"/>
              <p:cNvSpPr/>
              <p:nvPr/>
            </p:nvSpPr>
            <p:spPr>
              <a:xfrm>
                <a:off x="359199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0" name="ph8600"/>
              <p:cNvSpPr/>
              <p:nvPr/>
            </p:nvSpPr>
            <p:spPr>
              <a:xfrm>
                <a:off x="360143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1" name="ph8601"/>
              <p:cNvSpPr/>
              <p:nvPr/>
            </p:nvSpPr>
            <p:spPr>
              <a:xfrm>
                <a:off x="361087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2" name="ph8602"/>
              <p:cNvSpPr/>
              <p:nvPr/>
            </p:nvSpPr>
            <p:spPr>
              <a:xfrm>
                <a:off x="362031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3" name="ph8603"/>
              <p:cNvSpPr/>
              <p:nvPr/>
            </p:nvSpPr>
            <p:spPr>
              <a:xfrm>
                <a:off x="362975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4" name="ph8604"/>
              <p:cNvSpPr/>
              <p:nvPr/>
            </p:nvSpPr>
            <p:spPr>
              <a:xfrm>
                <a:off x="363919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5" name="ph8605"/>
              <p:cNvSpPr/>
              <p:nvPr/>
            </p:nvSpPr>
            <p:spPr>
              <a:xfrm>
                <a:off x="364863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6" name="ph8606"/>
              <p:cNvSpPr/>
              <p:nvPr/>
            </p:nvSpPr>
            <p:spPr>
              <a:xfrm>
                <a:off x="365807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7" name="ph8607"/>
              <p:cNvSpPr/>
              <p:nvPr/>
            </p:nvSpPr>
            <p:spPr>
              <a:xfrm>
                <a:off x="366751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8" name="ph8608"/>
              <p:cNvSpPr/>
              <p:nvPr/>
            </p:nvSpPr>
            <p:spPr>
              <a:xfrm>
                <a:off x="367695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9" name="ph8609"/>
              <p:cNvSpPr/>
              <p:nvPr/>
            </p:nvSpPr>
            <p:spPr>
              <a:xfrm>
                <a:off x="368639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0" name="ph8610"/>
              <p:cNvSpPr/>
              <p:nvPr/>
            </p:nvSpPr>
            <p:spPr>
              <a:xfrm>
                <a:off x="369583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1" name="ph8611"/>
              <p:cNvSpPr/>
              <p:nvPr/>
            </p:nvSpPr>
            <p:spPr>
              <a:xfrm>
                <a:off x="370527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2" name="ph8612"/>
              <p:cNvSpPr/>
              <p:nvPr/>
            </p:nvSpPr>
            <p:spPr>
              <a:xfrm>
                <a:off x="371471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3" name="ph8613"/>
              <p:cNvSpPr/>
              <p:nvPr/>
            </p:nvSpPr>
            <p:spPr>
              <a:xfrm>
                <a:off x="372415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4" name="ph8614"/>
              <p:cNvSpPr/>
              <p:nvPr/>
            </p:nvSpPr>
            <p:spPr>
              <a:xfrm>
                <a:off x="373359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5" name="ph8615"/>
              <p:cNvSpPr/>
              <p:nvPr/>
            </p:nvSpPr>
            <p:spPr>
              <a:xfrm>
                <a:off x="374303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6" name="ph8616"/>
              <p:cNvSpPr/>
              <p:nvPr/>
            </p:nvSpPr>
            <p:spPr>
              <a:xfrm>
                <a:off x="375247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7" name="ph8617"/>
              <p:cNvSpPr/>
              <p:nvPr/>
            </p:nvSpPr>
            <p:spPr>
              <a:xfrm>
                <a:off x="376191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8" name="ph8618"/>
              <p:cNvSpPr/>
              <p:nvPr/>
            </p:nvSpPr>
            <p:spPr>
              <a:xfrm>
                <a:off x="377135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9" name="ph8619"/>
              <p:cNvSpPr/>
              <p:nvPr/>
            </p:nvSpPr>
            <p:spPr>
              <a:xfrm>
                <a:off x="3790236" y="86762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9" y="896836"/>
                    </a:lnTo>
                    <a:lnTo>
                      <a:pt x="909885" y="897135"/>
                    </a:lnTo>
                    <a:lnTo>
                      <a:pt x="910081" y="897433"/>
                    </a:lnTo>
                    <a:lnTo>
                      <a:pt x="910278" y="897731"/>
                    </a:lnTo>
                    <a:lnTo>
                      <a:pt x="910474" y="898030"/>
                    </a:lnTo>
                    <a:lnTo>
                      <a:pt x="910670" y="898328"/>
                    </a:lnTo>
                    <a:lnTo>
                      <a:pt x="910866" y="898627"/>
                    </a:lnTo>
                    <a:lnTo>
                      <a:pt x="911062" y="898925"/>
                    </a:lnTo>
                    <a:lnTo>
                      <a:pt x="914400" y="90429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0" name="ph8620"/>
              <p:cNvSpPr/>
              <p:nvPr/>
            </p:nvSpPr>
            <p:spPr>
              <a:xfrm>
                <a:off x="3790236" y="867627"/>
                <a:ext cx="9201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60" h="914400">
                    <a:moveTo>
                      <a:pt x="914400" y="914400"/>
                    </a:moveTo>
                    <a:lnTo>
                      <a:pt x="914400" y="904299"/>
                    </a:lnTo>
                    <a:lnTo>
                      <a:pt x="915873" y="906672"/>
                    </a:lnTo>
                    <a:lnTo>
                      <a:pt x="920160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1" name="ph8621"/>
              <p:cNvSpPr/>
              <p:nvPr/>
            </p:nvSpPr>
            <p:spPr>
              <a:xfrm>
                <a:off x="3308784" y="83248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905" y="931969"/>
                    </a:lnTo>
                    <a:lnTo>
                      <a:pt x="910152" y="922277"/>
                    </a:lnTo>
                    <a:lnTo>
                      <a:pt x="908965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2" name="ph8622"/>
              <p:cNvSpPr/>
              <p:nvPr/>
            </p:nvSpPr>
            <p:spPr>
              <a:xfrm>
                <a:off x="330878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3" name="ph8623"/>
              <p:cNvSpPr/>
              <p:nvPr/>
            </p:nvSpPr>
            <p:spPr>
              <a:xfrm>
                <a:off x="331822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4" name="ph8624"/>
              <p:cNvSpPr/>
              <p:nvPr/>
            </p:nvSpPr>
            <p:spPr>
              <a:xfrm>
                <a:off x="332766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5" name="ph8625"/>
              <p:cNvSpPr/>
              <p:nvPr/>
            </p:nvSpPr>
            <p:spPr>
              <a:xfrm>
                <a:off x="333710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6" name="ph8626"/>
              <p:cNvSpPr/>
              <p:nvPr/>
            </p:nvSpPr>
            <p:spPr>
              <a:xfrm>
                <a:off x="334654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7" name="ph8627"/>
              <p:cNvSpPr/>
              <p:nvPr/>
            </p:nvSpPr>
            <p:spPr>
              <a:xfrm>
                <a:off x="335598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8" name="ph8628"/>
              <p:cNvSpPr/>
              <p:nvPr/>
            </p:nvSpPr>
            <p:spPr>
              <a:xfrm>
                <a:off x="336542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9" name="ph8629"/>
              <p:cNvSpPr/>
              <p:nvPr/>
            </p:nvSpPr>
            <p:spPr>
              <a:xfrm>
                <a:off x="337486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0" name="ph8630"/>
              <p:cNvSpPr/>
              <p:nvPr/>
            </p:nvSpPr>
            <p:spPr>
              <a:xfrm>
                <a:off x="338430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1" name="ph8631"/>
              <p:cNvSpPr/>
              <p:nvPr/>
            </p:nvSpPr>
            <p:spPr>
              <a:xfrm>
                <a:off x="339374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2" name="ph8632"/>
              <p:cNvSpPr/>
              <p:nvPr/>
            </p:nvSpPr>
            <p:spPr>
              <a:xfrm>
                <a:off x="340318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3" name="ph8633"/>
              <p:cNvSpPr/>
              <p:nvPr/>
            </p:nvSpPr>
            <p:spPr>
              <a:xfrm>
                <a:off x="341262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4" name="ph8634"/>
              <p:cNvSpPr/>
              <p:nvPr/>
            </p:nvSpPr>
            <p:spPr>
              <a:xfrm>
                <a:off x="342206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5" name="ph8635"/>
              <p:cNvSpPr/>
              <p:nvPr/>
            </p:nvSpPr>
            <p:spPr>
              <a:xfrm>
                <a:off x="343150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6" name="ph8636"/>
              <p:cNvSpPr/>
              <p:nvPr/>
            </p:nvSpPr>
            <p:spPr>
              <a:xfrm>
                <a:off x="344094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7" name="ph8637"/>
              <p:cNvSpPr/>
              <p:nvPr/>
            </p:nvSpPr>
            <p:spPr>
              <a:xfrm>
                <a:off x="345038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8" name="ph8638"/>
              <p:cNvSpPr/>
              <p:nvPr/>
            </p:nvSpPr>
            <p:spPr>
              <a:xfrm>
                <a:off x="345982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9" name="ph8639"/>
              <p:cNvSpPr/>
              <p:nvPr/>
            </p:nvSpPr>
            <p:spPr>
              <a:xfrm>
                <a:off x="346926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0" name="ph8640"/>
              <p:cNvSpPr/>
              <p:nvPr/>
            </p:nvSpPr>
            <p:spPr>
              <a:xfrm>
                <a:off x="347870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1" name="ph8641"/>
              <p:cNvSpPr/>
              <p:nvPr/>
            </p:nvSpPr>
            <p:spPr>
              <a:xfrm>
                <a:off x="348814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2" name="ph8642"/>
              <p:cNvSpPr/>
              <p:nvPr/>
            </p:nvSpPr>
            <p:spPr>
              <a:xfrm>
                <a:off x="349758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3" name="ph8643"/>
              <p:cNvSpPr/>
              <p:nvPr/>
            </p:nvSpPr>
            <p:spPr>
              <a:xfrm>
                <a:off x="350702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4" name="ph8644"/>
              <p:cNvSpPr/>
              <p:nvPr/>
            </p:nvSpPr>
            <p:spPr>
              <a:xfrm>
                <a:off x="351646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5" name="ph8645"/>
              <p:cNvSpPr/>
              <p:nvPr/>
            </p:nvSpPr>
            <p:spPr>
              <a:xfrm>
                <a:off x="352590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6" name="ph8646"/>
              <p:cNvSpPr/>
              <p:nvPr/>
            </p:nvSpPr>
            <p:spPr>
              <a:xfrm>
                <a:off x="353534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7" name="ph8647"/>
              <p:cNvSpPr/>
              <p:nvPr/>
            </p:nvSpPr>
            <p:spPr>
              <a:xfrm>
                <a:off x="354479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8" name="ph8648"/>
              <p:cNvSpPr/>
              <p:nvPr/>
            </p:nvSpPr>
            <p:spPr>
              <a:xfrm>
                <a:off x="355423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9" name="ph8649"/>
              <p:cNvSpPr/>
              <p:nvPr/>
            </p:nvSpPr>
            <p:spPr>
              <a:xfrm>
                <a:off x="356367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0" name="ph8650"/>
              <p:cNvSpPr/>
              <p:nvPr/>
            </p:nvSpPr>
            <p:spPr>
              <a:xfrm>
                <a:off x="357311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1" name="ph8651"/>
              <p:cNvSpPr/>
              <p:nvPr/>
            </p:nvSpPr>
            <p:spPr>
              <a:xfrm>
                <a:off x="358255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2" name="ph8652"/>
              <p:cNvSpPr/>
              <p:nvPr/>
            </p:nvSpPr>
            <p:spPr>
              <a:xfrm>
                <a:off x="359199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3" name="ph8653"/>
              <p:cNvSpPr/>
              <p:nvPr/>
            </p:nvSpPr>
            <p:spPr>
              <a:xfrm>
                <a:off x="360143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4" name="ph8654"/>
              <p:cNvSpPr/>
              <p:nvPr/>
            </p:nvSpPr>
            <p:spPr>
              <a:xfrm>
                <a:off x="361087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5" name="ph8655"/>
              <p:cNvSpPr/>
              <p:nvPr/>
            </p:nvSpPr>
            <p:spPr>
              <a:xfrm>
                <a:off x="362031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6" name="ph8656"/>
              <p:cNvSpPr/>
              <p:nvPr/>
            </p:nvSpPr>
            <p:spPr>
              <a:xfrm>
                <a:off x="362975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7" name="ph8657"/>
              <p:cNvSpPr/>
              <p:nvPr/>
            </p:nvSpPr>
            <p:spPr>
              <a:xfrm>
                <a:off x="363919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8" name="ph8658"/>
              <p:cNvSpPr/>
              <p:nvPr/>
            </p:nvSpPr>
            <p:spPr>
              <a:xfrm>
                <a:off x="364863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9" name="ph8659"/>
              <p:cNvSpPr/>
              <p:nvPr/>
            </p:nvSpPr>
            <p:spPr>
              <a:xfrm>
                <a:off x="365807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0" name="ph8660"/>
              <p:cNvSpPr/>
              <p:nvPr/>
            </p:nvSpPr>
            <p:spPr>
              <a:xfrm>
                <a:off x="366751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1" name="ph8661"/>
              <p:cNvSpPr/>
              <p:nvPr/>
            </p:nvSpPr>
            <p:spPr>
              <a:xfrm>
                <a:off x="367695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2" name="ph8662"/>
              <p:cNvSpPr/>
              <p:nvPr/>
            </p:nvSpPr>
            <p:spPr>
              <a:xfrm>
                <a:off x="368639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3" name="ph8663"/>
              <p:cNvSpPr/>
              <p:nvPr/>
            </p:nvSpPr>
            <p:spPr>
              <a:xfrm>
                <a:off x="369583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4" name="ph8664"/>
              <p:cNvSpPr/>
              <p:nvPr/>
            </p:nvSpPr>
            <p:spPr>
              <a:xfrm>
                <a:off x="370527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5" name="ph8665"/>
              <p:cNvSpPr/>
              <p:nvPr/>
            </p:nvSpPr>
            <p:spPr>
              <a:xfrm>
                <a:off x="371471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6" name="ph8666"/>
              <p:cNvSpPr/>
              <p:nvPr/>
            </p:nvSpPr>
            <p:spPr>
              <a:xfrm>
                <a:off x="372415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7" name="ph8667"/>
              <p:cNvSpPr/>
              <p:nvPr/>
            </p:nvSpPr>
            <p:spPr>
              <a:xfrm>
                <a:off x="373359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8" name="ph8668"/>
              <p:cNvSpPr/>
              <p:nvPr/>
            </p:nvSpPr>
            <p:spPr>
              <a:xfrm>
                <a:off x="374303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9" name="ph8669"/>
              <p:cNvSpPr/>
              <p:nvPr/>
            </p:nvSpPr>
            <p:spPr>
              <a:xfrm>
                <a:off x="375247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0" name="ph8670"/>
              <p:cNvSpPr/>
              <p:nvPr/>
            </p:nvSpPr>
            <p:spPr>
              <a:xfrm>
                <a:off x="376191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1" name="ph8671"/>
              <p:cNvSpPr/>
              <p:nvPr/>
            </p:nvSpPr>
            <p:spPr>
              <a:xfrm>
                <a:off x="3780796" y="85005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528" y="896830"/>
                    </a:lnTo>
                    <a:lnTo>
                      <a:pt x="907931" y="897407"/>
                    </a:lnTo>
                    <a:lnTo>
                      <a:pt x="908125" y="897702"/>
                    </a:lnTo>
                    <a:lnTo>
                      <a:pt x="908322" y="898000"/>
                    </a:lnTo>
                    <a:lnTo>
                      <a:pt x="908518" y="898298"/>
                    </a:lnTo>
                    <a:lnTo>
                      <a:pt x="908715" y="898596"/>
                    </a:lnTo>
                    <a:lnTo>
                      <a:pt x="908912" y="898895"/>
                    </a:lnTo>
                    <a:lnTo>
                      <a:pt x="909109" y="899193"/>
                    </a:lnTo>
                    <a:lnTo>
                      <a:pt x="909305" y="899491"/>
                    </a:lnTo>
                    <a:lnTo>
                      <a:pt x="909502" y="899789"/>
                    </a:lnTo>
                    <a:lnTo>
                      <a:pt x="909699" y="900088"/>
                    </a:lnTo>
                    <a:lnTo>
                      <a:pt x="909895" y="900386"/>
                    </a:lnTo>
                    <a:lnTo>
                      <a:pt x="910092" y="900684"/>
                    </a:lnTo>
                    <a:lnTo>
                      <a:pt x="910289" y="900982"/>
                    </a:lnTo>
                    <a:lnTo>
                      <a:pt x="910486" y="901281"/>
                    </a:lnTo>
                    <a:lnTo>
                      <a:pt x="910682" y="901579"/>
                    </a:lnTo>
                    <a:lnTo>
                      <a:pt x="910879" y="901877"/>
                    </a:lnTo>
                    <a:lnTo>
                      <a:pt x="911075" y="902175"/>
                    </a:lnTo>
                    <a:lnTo>
                      <a:pt x="911272" y="902474"/>
                    </a:lnTo>
                    <a:lnTo>
                      <a:pt x="911469" y="902772"/>
                    </a:lnTo>
                    <a:lnTo>
                      <a:pt x="911665" y="903070"/>
                    </a:lnTo>
                    <a:lnTo>
                      <a:pt x="911862" y="903368"/>
                    </a:lnTo>
                    <a:lnTo>
                      <a:pt x="912059" y="903667"/>
                    </a:lnTo>
                    <a:lnTo>
                      <a:pt x="912255" y="903965"/>
                    </a:lnTo>
                    <a:lnTo>
                      <a:pt x="912452" y="904263"/>
                    </a:lnTo>
                    <a:lnTo>
                      <a:pt x="912648" y="904561"/>
                    </a:lnTo>
                    <a:lnTo>
                      <a:pt x="912845" y="904860"/>
                    </a:lnTo>
                    <a:lnTo>
                      <a:pt x="913041" y="905158"/>
                    </a:lnTo>
                    <a:lnTo>
                      <a:pt x="913238" y="905456"/>
                    </a:lnTo>
                    <a:lnTo>
                      <a:pt x="913434" y="905755"/>
                    </a:lnTo>
                    <a:lnTo>
                      <a:pt x="913631" y="906053"/>
                    </a:lnTo>
                    <a:lnTo>
                      <a:pt x="913827" y="906351"/>
                    </a:lnTo>
                    <a:lnTo>
                      <a:pt x="914024" y="906649"/>
                    </a:lnTo>
                    <a:lnTo>
                      <a:pt x="914220" y="906948"/>
                    </a:lnTo>
                    <a:lnTo>
                      <a:pt x="914400" y="90722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2" name="ph8672"/>
              <p:cNvSpPr/>
              <p:nvPr/>
            </p:nvSpPr>
            <p:spPr>
              <a:xfrm>
                <a:off x="3780796" y="850058"/>
                <a:ext cx="9191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5" h="914400">
                    <a:moveTo>
                      <a:pt x="914400" y="914400"/>
                    </a:moveTo>
                    <a:lnTo>
                      <a:pt x="914417" y="907246"/>
                    </a:lnTo>
                    <a:lnTo>
                      <a:pt x="914613" y="907544"/>
                    </a:lnTo>
                    <a:lnTo>
                      <a:pt x="914810" y="907843"/>
                    </a:lnTo>
                    <a:lnTo>
                      <a:pt x="915006" y="908141"/>
                    </a:lnTo>
                    <a:lnTo>
                      <a:pt x="915203" y="908439"/>
                    </a:lnTo>
                    <a:lnTo>
                      <a:pt x="915399" y="908738"/>
                    </a:lnTo>
                    <a:lnTo>
                      <a:pt x="915595" y="909036"/>
                    </a:lnTo>
                    <a:lnTo>
                      <a:pt x="915792" y="909334"/>
                    </a:lnTo>
                    <a:lnTo>
                      <a:pt x="915988" y="909633"/>
                    </a:lnTo>
                    <a:lnTo>
                      <a:pt x="916185" y="909931"/>
                    </a:lnTo>
                    <a:lnTo>
                      <a:pt x="916381" y="910229"/>
                    </a:lnTo>
                    <a:lnTo>
                      <a:pt x="916577" y="910528"/>
                    </a:lnTo>
                    <a:lnTo>
                      <a:pt x="916774" y="910826"/>
                    </a:lnTo>
                    <a:lnTo>
                      <a:pt x="916970" y="911124"/>
                    </a:lnTo>
                    <a:lnTo>
                      <a:pt x="917166" y="911423"/>
                    </a:lnTo>
                    <a:lnTo>
                      <a:pt x="917363" y="911721"/>
                    </a:lnTo>
                    <a:lnTo>
                      <a:pt x="917559" y="912019"/>
                    </a:lnTo>
                    <a:lnTo>
                      <a:pt x="917755" y="912318"/>
                    </a:lnTo>
                    <a:lnTo>
                      <a:pt x="917952" y="912616"/>
                    </a:lnTo>
                    <a:lnTo>
                      <a:pt x="918148" y="912914"/>
                    </a:lnTo>
                    <a:lnTo>
                      <a:pt x="918344" y="913213"/>
                    </a:lnTo>
                    <a:lnTo>
                      <a:pt x="918540" y="913511"/>
                    </a:lnTo>
                    <a:lnTo>
                      <a:pt x="918737" y="913809"/>
                    </a:lnTo>
                    <a:lnTo>
                      <a:pt x="918933" y="914108"/>
                    </a:lnTo>
                    <a:lnTo>
                      <a:pt x="919125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3" name="ph8673"/>
              <p:cNvSpPr/>
              <p:nvPr/>
            </p:nvSpPr>
            <p:spPr>
              <a:xfrm>
                <a:off x="3308784" y="81491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65" y="931969"/>
                    </a:lnTo>
                    <a:lnTo>
                      <a:pt x="908583" y="929435"/>
                    </a:lnTo>
                    <a:lnTo>
                      <a:pt x="907303" y="918888"/>
                    </a:lnTo>
                    <a:lnTo>
                      <a:pt x="906887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4" name="ph8674"/>
              <p:cNvSpPr/>
              <p:nvPr/>
            </p:nvSpPr>
            <p:spPr>
              <a:xfrm>
                <a:off x="330878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5" name="ph8675"/>
              <p:cNvSpPr/>
              <p:nvPr/>
            </p:nvSpPr>
            <p:spPr>
              <a:xfrm>
                <a:off x="331822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6" name="ph8676"/>
              <p:cNvSpPr/>
              <p:nvPr/>
            </p:nvSpPr>
            <p:spPr>
              <a:xfrm>
                <a:off x="332766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7" name="ph8677"/>
              <p:cNvSpPr/>
              <p:nvPr/>
            </p:nvSpPr>
            <p:spPr>
              <a:xfrm>
                <a:off x="333710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8" name="ph8678"/>
              <p:cNvSpPr/>
              <p:nvPr/>
            </p:nvSpPr>
            <p:spPr>
              <a:xfrm>
                <a:off x="334654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9" name="ph8679"/>
              <p:cNvSpPr/>
              <p:nvPr/>
            </p:nvSpPr>
            <p:spPr>
              <a:xfrm>
                <a:off x="335598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0" name="ph8680"/>
              <p:cNvSpPr/>
              <p:nvPr/>
            </p:nvSpPr>
            <p:spPr>
              <a:xfrm>
                <a:off x="336542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1" name="ph8681"/>
              <p:cNvSpPr/>
              <p:nvPr/>
            </p:nvSpPr>
            <p:spPr>
              <a:xfrm>
                <a:off x="337486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2" name="ph8682"/>
              <p:cNvSpPr/>
              <p:nvPr/>
            </p:nvSpPr>
            <p:spPr>
              <a:xfrm>
                <a:off x="338430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3" name="ph8683"/>
              <p:cNvSpPr/>
              <p:nvPr/>
            </p:nvSpPr>
            <p:spPr>
              <a:xfrm>
                <a:off x="339374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4" name="ph8684"/>
              <p:cNvSpPr/>
              <p:nvPr/>
            </p:nvSpPr>
            <p:spPr>
              <a:xfrm>
                <a:off x="340318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5" name="ph8685"/>
              <p:cNvSpPr/>
              <p:nvPr/>
            </p:nvSpPr>
            <p:spPr>
              <a:xfrm>
                <a:off x="341262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6" name="ph8686"/>
              <p:cNvSpPr/>
              <p:nvPr/>
            </p:nvSpPr>
            <p:spPr>
              <a:xfrm>
                <a:off x="342206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7" name="ph8687"/>
              <p:cNvSpPr/>
              <p:nvPr/>
            </p:nvSpPr>
            <p:spPr>
              <a:xfrm>
                <a:off x="343150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8" name="ph8688"/>
              <p:cNvSpPr/>
              <p:nvPr/>
            </p:nvSpPr>
            <p:spPr>
              <a:xfrm>
                <a:off x="344094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9" name="ph8689"/>
              <p:cNvSpPr/>
              <p:nvPr/>
            </p:nvSpPr>
            <p:spPr>
              <a:xfrm>
                <a:off x="345038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0" name="ph8690"/>
              <p:cNvSpPr/>
              <p:nvPr/>
            </p:nvSpPr>
            <p:spPr>
              <a:xfrm>
                <a:off x="345982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1" name="ph8691"/>
              <p:cNvSpPr/>
              <p:nvPr/>
            </p:nvSpPr>
            <p:spPr>
              <a:xfrm>
                <a:off x="346926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2" name="ph8692"/>
              <p:cNvSpPr/>
              <p:nvPr/>
            </p:nvSpPr>
            <p:spPr>
              <a:xfrm>
                <a:off x="347870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3" name="ph8693"/>
              <p:cNvSpPr/>
              <p:nvPr/>
            </p:nvSpPr>
            <p:spPr>
              <a:xfrm>
                <a:off x="348814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4" name="ph8694"/>
              <p:cNvSpPr/>
              <p:nvPr/>
            </p:nvSpPr>
            <p:spPr>
              <a:xfrm>
                <a:off x="349758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5" name="ph8695"/>
              <p:cNvSpPr/>
              <p:nvPr/>
            </p:nvSpPr>
            <p:spPr>
              <a:xfrm>
                <a:off x="350702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6" name="ph8696"/>
              <p:cNvSpPr/>
              <p:nvPr/>
            </p:nvSpPr>
            <p:spPr>
              <a:xfrm>
                <a:off x="351646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7" name="ph8697"/>
              <p:cNvSpPr/>
              <p:nvPr/>
            </p:nvSpPr>
            <p:spPr>
              <a:xfrm>
                <a:off x="352590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8" name="ph8698"/>
              <p:cNvSpPr/>
              <p:nvPr/>
            </p:nvSpPr>
            <p:spPr>
              <a:xfrm>
                <a:off x="353534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9" name="ph8699"/>
              <p:cNvSpPr/>
              <p:nvPr/>
            </p:nvSpPr>
            <p:spPr>
              <a:xfrm>
                <a:off x="354479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0" name="ph8700"/>
              <p:cNvSpPr/>
              <p:nvPr/>
            </p:nvSpPr>
            <p:spPr>
              <a:xfrm>
                <a:off x="355423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1" name="ph8701"/>
              <p:cNvSpPr/>
              <p:nvPr/>
            </p:nvSpPr>
            <p:spPr>
              <a:xfrm>
                <a:off x="356367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2" name="ph8702"/>
              <p:cNvSpPr/>
              <p:nvPr/>
            </p:nvSpPr>
            <p:spPr>
              <a:xfrm>
                <a:off x="357311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3" name="ph8703"/>
              <p:cNvSpPr/>
              <p:nvPr/>
            </p:nvSpPr>
            <p:spPr>
              <a:xfrm>
                <a:off x="358255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4" name="ph8704"/>
              <p:cNvSpPr/>
              <p:nvPr/>
            </p:nvSpPr>
            <p:spPr>
              <a:xfrm>
                <a:off x="359199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5" name="ph8705"/>
              <p:cNvSpPr/>
              <p:nvPr/>
            </p:nvSpPr>
            <p:spPr>
              <a:xfrm>
                <a:off x="360143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6" name="ph8706"/>
              <p:cNvSpPr/>
              <p:nvPr/>
            </p:nvSpPr>
            <p:spPr>
              <a:xfrm>
                <a:off x="361087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7" name="ph8707"/>
              <p:cNvSpPr/>
              <p:nvPr/>
            </p:nvSpPr>
            <p:spPr>
              <a:xfrm>
                <a:off x="362031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8" name="ph8708"/>
              <p:cNvSpPr/>
              <p:nvPr/>
            </p:nvSpPr>
            <p:spPr>
              <a:xfrm>
                <a:off x="362975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9" name="ph8709"/>
              <p:cNvSpPr/>
              <p:nvPr/>
            </p:nvSpPr>
            <p:spPr>
              <a:xfrm>
                <a:off x="363919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0" name="ph8710"/>
              <p:cNvSpPr/>
              <p:nvPr/>
            </p:nvSpPr>
            <p:spPr>
              <a:xfrm>
                <a:off x="364863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1" name="ph8711"/>
              <p:cNvSpPr/>
              <p:nvPr/>
            </p:nvSpPr>
            <p:spPr>
              <a:xfrm>
                <a:off x="365807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2" name="ph8712"/>
              <p:cNvSpPr/>
              <p:nvPr/>
            </p:nvSpPr>
            <p:spPr>
              <a:xfrm>
                <a:off x="366751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3" name="ph8713"/>
              <p:cNvSpPr/>
              <p:nvPr/>
            </p:nvSpPr>
            <p:spPr>
              <a:xfrm>
                <a:off x="367695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4" name="ph8714"/>
              <p:cNvSpPr/>
              <p:nvPr/>
            </p:nvSpPr>
            <p:spPr>
              <a:xfrm>
                <a:off x="368639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5" name="ph8715"/>
              <p:cNvSpPr/>
              <p:nvPr/>
            </p:nvSpPr>
            <p:spPr>
              <a:xfrm>
                <a:off x="369583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6" name="ph8716"/>
              <p:cNvSpPr/>
              <p:nvPr/>
            </p:nvSpPr>
            <p:spPr>
              <a:xfrm>
                <a:off x="370527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7" name="ph8717"/>
              <p:cNvSpPr/>
              <p:nvPr/>
            </p:nvSpPr>
            <p:spPr>
              <a:xfrm>
                <a:off x="371471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8" name="ph8718"/>
              <p:cNvSpPr/>
              <p:nvPr/>
            </p:nvSpPr>
            <p:spPr>
              <a:xfrm>
                <a:off x="372415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9" name="ph8719"/>
              <p:cNvSpPr/>
              <p:nvPr/>
            </p:nvSpPr>
            <p:spPr>
              <a:xfrm>
                <a:off x="373359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0" name="ph8720"/>
              <p:cNvSpPr/>
              <p:nvPr/>
            </p:nvSpPr>
            <p:spPr>
              <a:xfrm>
                <a:off x="374303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1" name="ph8721"/>
              <p:cNvSpPr/>
              <p:nvPr/>
            </p:nvSpPr>
            <p:spPr>
              <a:xfrm>
                <a:off x="3761915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70" y="896830"/>
                    </a:lnTo>
                    <a:lnTo>
                      <a:pt x="914400" y="898702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2" name="ph8722"/>
              <p:cNvSpPr/>
              <p:nvPr/>
            </p:nvSpPr>
            <p:spPr>
              <a:xfrm>
                <a:off x="3771355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702"/>
                    </a:lnTo>
                    <a:lnTo>
                      <a:pt x="907833" y="902002"/>
                    </a:lnTo>
                    <a:lnTo>
                      <a:pt x="912693" y="908258"/>
                    </a:lnTo>
                    <a:lnTo>
                      <a:pt x="914400" y="91071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3" name="ph8723"/>
              <p:cNvSpPr/>
              <p:nvPr/>
            </p:nvSpPr>
            <p:spPr>
              <a:xfrm>
                <a:off x="3771355" y="832488"/>
                <a:ext cx="9169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9" h="914400">
                    <a:moveTo>
                      <a:pt x="914400" y="914400"/>
                    </a:moveTo>
                    <a:lnTo>
                      <a:pt x="914400" y="910710"/>
                    </a:lnTo>
                    <a:lnTo>
                      <a:pt x="916969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4" name="ph8724"/>
              <p:cNvSpPr/>
              <p:nvPr/>
            </p:nvSpPr>
            <p:spPr>
              <a:xfrm>
                <a:off x="3308784" y="7973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6887" y="931969"/>
                    </a:lnTo>
                    <a:lnTo>
                      <a:pt x="906316" y="925802"/>
                    </a:lnTo>
                    <a:lnTo>
                      <a:pt x="905623" y="915066"/>
                    </a:lnTo>
                    <a:lnTo>
                      <a:pt x="905598" y="91439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5" name="ph8725"/>
              <p:cNvSpPr/>
              <p:nvPr/>
            </p:nvSpPr>
            <p:spPr>
              <a:xfrm>
                <a:off x="330878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6" name="ph8726"/>
              <p:cNvSpPr/>
              <p:nvPr/>
            </p:nvSpPr>
            <p:spPr>
              <a:xfrm>
                <a:off x="331822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7" name="ph8727"/>
              <p:cNvSpPr/>
              <p:nvPr/>
            </p:nvSpPr>
            <p:spPr>
              <a:xfrm>
                <a:off x="332766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8" name="ph8728"/>
              <p:cNvSpPr/>
              <p:nvPr/>
            </p:nvSpPr>
            <p:spPr>
              <a:xfrm>
                <a:off x="333710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9" name="ph8729"/>
              <p:cNvSpPr/>
              <p:nvPr/>
            </p:nvSpPr>
            <p:spPr>
              <a:xfrm>
                <a:off x="334654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0" name="ph8730"/>
              <p:cNvSpPr/>
              <p:nvPr/>
            </p:nvSpPr>
            <p:spPr>
              <a:xfrm>
                <a:off x="335598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1" name="ph8731"/>
              <p:cNvSpPr/>
              <p:nvPr/>
            </p:nvSpPr>
            <p:spPr>
              <a:xfrm>
                <a:off x="336542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2" name="ph8732"/>
              <p:cNvSpPr/>
              <p:nvPr/>
            </p:nvSpPr>
            <p:spPr>
              <a:xfrm>
                <a:off x="337486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3" name="ph8733"/>
              <p:cNvSpPr/>
              <p:nvPr/>
            </p:nvSpPr>
            <p:spPr>
              <a:xfrm>
                <a:off x="338430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4" name="ph8734"/>
              <p:cNvSpPr/>
              <p:nvPr/>
            </p:nvSpPr>
            <p:spPr>
              <a:xfrm>
                <a:off x="339374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5" name="ph8735"/>
              <p:cNvSpPr/>
              <p:nvPr/>
            </p:nvSpPr>
            <p:spPr>
              <a:xfrm>
                <a:off x="340318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6" name="ph8736"/>
              <p:cNvSpPr/>
              <p:nvPr/>
            </p:nvSpPr>
            <p:spPr>
              <a:xfrm>
                <a:off x="341262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7" name="ph8737"/>
              <p:cNvSpPr/>
              <p:nvPr/>
            </p:nvSpPr>
            <p:spPr>
              <a:xfrm>
                <a:off x="342206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8" name="ph8738"/>
              <p:cNvSpPr/>
              <p:nvPr/>
            </p:nvSpPr>
            <p:spPr>
              <a:xfrm>
                <a:off x="343150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9" name="ph8739"/>
              <p:cNvSpPr/>
              <p:nvPr/>
            </p:nvSpPr>
            <p:spPr>
              <a:xfrm>
                <a:off x="344094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0" name="ph8740"/>
              <p:cNvSpPr/>
              <p:nvPr/>
            </p:nvSpPr>
            <p:spPr>
              <a:xfrm>
                <a:off x="345038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1" name="ph8741"/>
              <p:cNvSpPr/>
              <p:nvPr/>
            </p:nvSpPr>
            <p:spPr>
              <a:xfrm>
                <a:off x="345982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2" name="ph8742"/>
              <p:cNvSpPr/>
              <p:nvPr/>
            </p:nvSpPr>
            <p:spPr>
              <a:xfrm>
                <a:off x="346926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3" name="ph8743"/>
              <p:cNvSpPr/>
              <p:nvPr/>
            </p:nvSpPr>
            <p:spPr>
              <a:xfrm>
                <a:off x="347870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4" name="ph8744"/>
              <p:cNvSpPr/>
              <p:nvPr/>
            </p:nvSpPr>
            <p:spPr>
              <a:xfrm>
                <a:off x="348814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5" name="ph8745"/>
              <p:cNvSpPr/>
              <p:nvPr/>
            </p:nvSpPr>
            <p:spPr>
              <a:xfrm>
                <a:off x="349758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6" name="ph8746"/>
              <p:cNvSpPr/>
              <p:nvPr/>
            </p:nvSpPr>
            <p:spPr>
              <a:xfrm>
                <a:off x="350702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7" name="ph8747"/>
              <p:cNvSpPr/>
              <p:nvPr/>
            </p:nvSpPr>
            <p:spPr>
              <a:xfrm>
                <a:off x="351646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8" name="ph8748"/>
              <p:cNvSpPr/>
              <p:nvPr/>
            </p:nvSpPr>
            <p:spPr>
              <a:xfrm>
                <a:off x="352590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9" name="ph8749"/>
              <p:cNvSpPr/>
              <p:nvPr/>
            </p:nvSpPr>
            <p:spPr>
              <a:xfrm>
                <a:off x="353534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0" name="ph8750"/>
              <p:cNvSpPr/>
              <p:nvPr/>
            </p:nvSpPr>
            <p:spPr>
              <a:xfrm>
                <a:off x="354479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1" name="ph8751"/>
              <p:cNvSpPr/>
              <p:nvPr/>
            </p:nvSpPr>
            <p:spPr>
              <a:xfrm>
                <a:off x="355423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2" name="ph8752"/>
              <p:cNvSpPr/>
              <p:nvPr/>
            </p:nvSpPr>
            <p:spPr>
              <a:xfrm>
                <a:off x="356367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3" name="ph8753"/>
              <p:cNvSpPr/>
              <p:nvPr/>
            </p:nvSpPr>
            <p:spPr>
              <a:xfrm>
                <a:off x="357311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4" name="ph8754"/>
              <p:cNvSpPr/>
              <p:nvPr/>
            </p:nvSpPr>
            <p:spPr>
              <a:xfrm>
                <a:off x="358255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5" name="ph8755"/>
              <p:cNvSpPr/>
              <p:nvPr/>
            </p:nvSpPr>
            <p:spPr>
              <a:xfrm>
                <a:off x="359199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6" name="ph8756"/>
              <p:cNvSpPr/>
              <p:nvPr/>
            </p:nvSpPr>
            <p:spPr>
              <a:xfrm>
                <a:off x="360143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7" name="ph8757"/>
              <p:cNvSpPr/>
              <p:nvPr/>
            </p:nvSpPr>
            <p:spPr>
              <a:xfrm>
                <a:off x="361087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8" name="ph8758"/>
              <p:cNvSpPr/>
              <p:nvPr/>
            </p:nvSpPr>
            <p:spPr>
              <a:xfrm>
                <a:off x="362031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9" name="ph8759"/>
              <p:cNvSpPr/>
              <p:nvPr/>
            </p:nvSpPr>
            <p:spPr>
              <a:xfrm>
                <a:off x="362975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0" name="ph8760"/>
              <p:cNvSpPr/>
              <p:nvPr/>
            </p:nvSpPr>
            <p:spPr>
              <a:xfrm>
                <a:off x="363919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1" name="ph8761"/>
              <p:cNvSpPr/>
              <p:nvPr/>
            </p:nvSpPr>
            <p:spPr>
              <a:xfrm>
                <a:off x="364863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2" name="ph8762"/>
              <p:cNvSpPr/>
              <p:nvPr/>
            </p:nvSpPr>
            <p:spPr>
              <a:xfrm>
                <a:off x="365807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3" name="ph8763"/>
              <p:cNvSpPr/>
              <p:nvPr/>
            </p:nvSpPr>
            <p:spPr>
              <a:xfrm>
                <a:off x="366751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4" name="ph8764"/>
              <p:cNvSpPr/>
              <p:nvPr/>
            </p:nvSpPr>
            <p:spPr>
              <a:xfrm>
                <a:off x="367695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5" name="ph8765"/>
              <p:cNvSpPr/>
              <p:nvPr/>
            </p:nvSpPr>
            <p:spPr>
              <a:xfrm>
                <a:off x="368639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6" name="ph8766"/>
              <p:cNvSpPr/>
              <p:nvPr/>
            </p:nvSpPr>
            <p:spPr>
              <a:xfrm>
                <a:off x="369583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7" name="ph8767"/>
              <p:cNvSpPr/>
              <p:nvPr/>
            </p:nvSpPr>
            <p:spPr>
              <a:xfrm>
                <a:off x="370527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8" name="ph8768"/>
              <p:cNvSpPr/>
              <p:nvPr/>
            </p:nvSpPr>
            <p:spPr>
              <a:xfrm>
                <a:off x="371471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9" name="ph8769"/>
              <p:cNvSpPr/>
              <p:nvPr/>
            </p:nvSpPr>
            <p:spPr>
              <a:xfrm>
                <a:off x="372415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0" name="ph8770"/>
              <p:cNvSpPr/>
              <p:nvPr/>
            </p:nvSpPr>
            <p:spPr>
              <a:xfrm>
                <a:off x="373359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1" name="ph8771"/>
              <p:cNvSpPr/>
              <p:nvPr/>
            </p:nvSpPr>
            <p:spPr>
              <a:xfrm>
                <a:off x="3752475" y="8149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005" y="896830"/>
                    </a:lnTo>
                    <a:lnTo>
                      <a:pt x="909508" y="902447"/>
                    </a:lnTo>
                    <a:lnTo>
                      <a:pt x="911176" y="903746"/>
                    </a:lnTo>
                    <a:lnTo>
                      <a:pt x="914400" y="90663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2" name="ph8772"/>
              <p:cNvSpPr/>
              <p:nvPr/>
            </p:nvSpPr>
            <p:spPr>
              <a:xfrm>
                <a:off x="3752475" y="814918"/>
                <a:ext cx="9222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10" h="914400">
                    <a:moveTo>
                      <a:pt x="914400" y="914400"/>
                    </a:moveTo>
                    <a:lnTo>
                      <a:pt x="914400" y="906634"/>
                    </a:lnTo>
                    <a:lnTo>
                      <a:pt x="916501" y="908516"/>
                    </a:lnTo>
                    <a:lnTo>
                      <a:pt x="921684" y="913796"/>
                    </a:lnTo>
                    <a:lnTo>
                      <a:pt x="92221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3" name="ph8773"/>
              <p:cNvSpPr/>
              <p:nvPr/>
            </p:nvSpPr>
            <p:spPr>
              <a:xfrm>
                <a:off x="3308784" y="7797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98" y="931969"/>
                    </a:lnTo>
                    <a:lnTo>
                      <a:pt x="905226" y="921848"/>
                    </a:lnTo>
                    <a:lnTo>
                      <a:pt x="905158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4" name="ph8774"/>
              <p:cNvSpPr/>
              <p:nvPr/>
            </p:nvSpPr>
            <p:spPr>
              <a:xfrm>
                <a:off x="330878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5" name="ph8775"/>
              <p:cNvSpPr/>
              <p:nvPr/>
            </p:nvSpPr>
            <p:spPr>
              <a:xfrm>
                <a:off x="331822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6" name="ph8776"/>
              <p:cNvSpPr/>
              <p:nvPr/>
            </p:nvSpPr>
            <p:spPr>
              <a:xfrm>
                <a:off x="332766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7" name="ph8777"/>
              <p:cNvSpPr/>
              <p:nvPr/>
            </p:nvSpPr>
            <p:spPr>
              <a:xfrm>
                <a:off x="333710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8" name="ph8778"/>
              <p:cNvSpPr/>
              <p:nvPr/>
            </p:nvSpPr>
            <p:spPr>
              <a:xfrm>
                <a:off x="334654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9" name="ph8779"/>
              <p:cNvSpPr/>
              <p:nvPr/>
            </p:nvSpPr>
            <p:spPr>
              <a:xfrm>
                <a:off x="335598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0" name="ph8780"/>
              <p:cNvSpPr/>
              <p:nvPr/>
            </p:nvSpPr>
            <p:spPr>
              <a:xfrm>
                <a:off x="336542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1" name="ph8781"/>
              <p:cNvSpPr/>
              <p:nvPr/>
            </p:nvSpPr>
            <p:spPr>
              <a:xfrm>
                <a:off x="337486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2" name="ph8782"/>
              <p:cNvSpPr/>
              <p:nvPr/>
            </p:nvSpPr>
            <p:spPr>
              <a:xfrm>
                <a:off x="338430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3" name="ph8783"/>
              <p:cNvSpPr/>
              <p:nvPr/>
            </p:nvSpPr>
            <p:spPr>
              <a:xfrm>
                <a:off x="339374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4" name="ph8784"/>
              <p:cNvSpPr/>
              <p:nvPr/>
            </p:nvSpPr>
            <p:spPr>
              <a:xfrm>
                <a:off x="340318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5" name="ph8785"/>
              <p:cNvSpPr/>
              <p:nvPr/>
            </p:nvSpPr>
            <p:spPr>
              <a:xfrm>
                <a:off x="341262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6" name="ph8786"/>
              <p:cNvSpPr/>
              <p:nvPr/>
            </p:nvSpPr>
            <p:spPr>
              <a:xfrm>
                <a:off x="342206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7" name="ph8787"/>
              <p:cNvSpPr/>
              <p:nvPr/>
            </p:nvSpPr>
            <p:spPr>
              <a:xfrm>
                <a:off x="343150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8" name="ph8788"/>
              <p:cNvSpPr/>
              <p:nvPr/>
            </p:nvSpPr>
            <p:spPr>
              <a:xfrm>
                <a:off x="344094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9" name="ph8789"/>
              <p:cNvSpPr/>
              <p:nvPr/>
            </p:nvSpPr>
            <p:spPr>
              <a:xfrm>
                <a:off x="345038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0" name="ph8790"/>
              <p:cNvSpPr/>
              <p:nvPr/>
            </p:nvSpPr>
            <p:spPr>
              <a:xfrm>
                <a:off x="345982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1" name="ph8791"/>
              <p:cNvSpPr/>
              <p:nvPr/>
            </p:nvSpPr>
            <p:spPr>
              <a:xfrm>
                <a:off x="346926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2" name="ph8792"/>
              <p:cNvSpPr/>
              <p:nvPr/>
            </p:nvSpPr>
            <p:spPr>
              <a:xfrm>
                <a:off x="347870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3" name="ph8793"/>
              <p:cNvSpPr/>
              <p:nvPr/>
            </p:nvSpPr>
            <p:spPr>
              <a:xfrm>
                <a:off x="348814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4" name="ph8794"/>
              <p:cNvSpPr/>
              <p:nvPr/>
            </p:nvSpPr>
            <p:spPr>
              <a:xfrm>
                <a:off x="349758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5" name="ph8795"/>
              <p:cNvSpPr/>
              <p:nvPr/>
            </p:nvSpPr>
            <p:spPr>
              <a:xfrm>
                <a:off x="350702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6" name="ph8796"/>
              <p:cNvSpPr/>
              <p:nvPr/>
            </p:nvSpPr>
            <p:spPr>
              <a:xfrm>
                <a:off x="351646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7" name="ph8797"/>
              <p:cNvSpPr/>
              <p:nvPr/>
            </p:nvSpPr>
            <p:spPr>
              <a:xfrm>
                <a:off x="352590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8" name="ph8798"/>
              <p:cNvSpPr/>
              <p:nvPr/>
            </p:nvSpPr>
            <p:spPr>
              <a:xfrm>
                <a:off x="353534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9" name="ph8799"/>
              <p:cNvSpPr/>
              <p:nvPr/>
            </p:nvSpPr>
            <p:spPr>
              <a:xfrm>
                <a:off x="354479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0" name="ph8800"/>
              <p:cNvSpPr/>
              <p:nvPr/>
            </p:nvSpPr>
            <p:spPr>
              <a:xfrm>
                <a:off x="355423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1" name="ph8801"/>
              <p:cNvSpPr/>
              <p:nvPr/>
            </p:nvSpPr>
            <p:spPr>
              <a:xfrm>
                <a:off x="356367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2" name="ph8802"/>
              <p:cNvSpPr/>
              <p:nvPr/>
            </p:nvSpPr>
            <p:spPr>
              <a:xfrm>
                <a:off x="357311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3" name="ph8803"/>
              <p:cNvSpPr/>
              <p:nvPr/>
            </p:nvSpPr>
            <p:spPr>
              <a:xfrm>
                <a:off x="358255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4" name="ph8804"/>
              <p:cNvSpPr/>
              <p:nvPr/>
            </p:nvSpPr>
            <p:spPr>
              <a:xfrm>
                <a:off x="359199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5" name="ph8805"/>
              <p:cNvSpPr/>
              <p:nvPr/>
            </p:nvSpPr>
            <p:spPr>
              <a:xfrm>
                <a:off x="360143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6" name="ph8806"/>
              <p:cNvSpPr/>
              <p:nvPr/>
            </p:nvSpPr>
            <p:spPr>
              <a:xfrm>
                <a:off x="361087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7" name="ph8807"/>
              <p:cNvSpPr/>
              <p:nvPr/>
            </p:nvSpPr>
            <p:spPr>
              <a:xfrm>
                <a:off x="362031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8" name="ph8808"/>
              <p:cNvSpPr/>
              <p:nvPr/>
            </p:nvSpPr>
            <p:spPr>
              <a:xfrm>
                <a:off x="362975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9" name="ph8809"/>
              <p:cNvSpPr/>
              <p:nvPr/>
            </p:nvSpPr>
            <p:spPr>
              <a:xfrm>
                <a:off x="363919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0" name="ph8810"/>
              <p:cNvSpPr/>
              <p:nvPr/>
            </p:nvSpPr>
            <p:spPr>
              <a:xfrm>
                <a:off x="364863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1" name="ph8811"/>
              <p:cNvSpPr/>
              <p:nvPr/>
            </p:nvSpPr>
            <p:spPr>
              <a:xfrm>
                <a:off x="365807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2" name="ph8812"/>
              <p:cNvSpPr/>
              <p:nvPr/>
            </p:nvSpPr>
            <p:spPr>
              <a:xfrm>
                <a:off x="366751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3" name="ph8813"/>
              <p:cNvSpPr/>
              <p:nvPr/>
            </p:nvSpPr>
            <p:spPr>
              <a:xfrm>
                <a:off x="367695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4" name="ph8814"/>
              <p:cNvSpPr/>
              <p:nvPr/>
            </p:nvSpPr>
            <p:spPr>
              <a:xfrm>
                <a:off x="368639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5" name="ph8815"/>
              <p:cNvSpPr/>
              <p:nvPr/>
            </p:nvSpPr>
            <p:spPr>
              <a:xfrm>
                <a:off x="369583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6" name="ph8816"/>
              <p:cNvSpPr/>
              <p:nvPr/>
            </p:nvSpPr>
            <p:spPr>
              <a:xfrm>
                <a:off x="370527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7" name="ph8817"/>
              <p:cNvSpPr/>
              <p:nvPr/>
            </p:nvSpPr>
            <p:spPr>
              <a:xfrm>
                <a:off x="371471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8" name="ph8818"/>
              <p:cNvSpPr/>
              <p:nvPr/>
            </p:nvSpPr>
            <p:spPr>
              <a:xfrm>
                <a:off x="372415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9" name="ph8819"/>
              <p:cNvSpPr/>
              <p:nvPr/>
            </p:nvSpPr>
            <p:spPr>
              <a:xfrm>
                <a:off x="3743035" y="797348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7239" y="896830"/>
                    </a:lnTo>
                    <a:lnTo>
                      <a:pt x="907952" y="898001"/>
                    </a:lnTo>
                    <a:lnTo>
                      <a:pt x="912155" y="905658"/>
                    </a:lnTo>
                    <a:lnTo>
                      <a:pt x="914400" y="91019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0" name="ph8820"/>
              <p:cNvSpPr/>
              <p:nvPr/>
            </p:nvSpPr>
            <p:spPr>
              <a:xfrm>
                <a:off x="3743035" y="797348"/>
                <a:ext cx="91644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446" h="914399">
                    <a:moveTo>
                      <a:pt x="914400" y="914399"/>
                    </a:moveTo>
                    <a:lnTo>
                      <a:pt x="914400" y="910195"/>
                    </a:lnTo>
                    <a:lnTo>
                      <a:pt x="916139" y="913710"/>
                    </a:lnTo>
                    <a:lnTo>
                      <a:pt x="916446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1" name="ph8821"/>
              <p:cNvSpPr/>
              <p:nvPr/>
            </p:nvSpPr>
            <p:spPr>
              <a:xfrm>
                <a:off x="3299343" y="762209"/>
                <a:ext cx="914400" cy="9241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144">
                    <a:moveTo>
                      <a:pt x="914400" y="914400"/>
                    </a:moveTo>
                    <a:lnTo>
                      <a:pt x="914400" y="924144"/>
                    </a:lnTo>
                    <a:lnTo>
                      <a:pt x="914350" y="923939"/>
                    </a:lnTo>
                    <a:lnTo>
                      <a:pt x="912346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2" name="ph8822"/>
              <p:cNvSpPr/>
              <p:nvPr/>
            </p:nvSpPr>
            <p:spPr>
              <a:xfrm>
                <a:off x="329934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599" y="931969"/>
                    </a:lnTo>
                    <a:lnTo>
                      <a:pt x="914568" y="928606"/>
                    </a:lnTo>
                    <a:lnTo>
                      <a:pt x="914633" y="925106"/>
                    </a:lnTo>
                    <a:lnTo>
                      <a:pt x="914400" y="924144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3" name="ph8823"/>
              <p:cNvSpPr/>
              <p:nvPr/>
            </p:nvSpPr>
            <p:spPr>
              <a:xfrm>
                <a:off x="330878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4" name="ph8824"/>
              <p:cNvSpPr/>
              <p:nvPr/>
            </p:nvSpPr>
            <p:spPr>
              <a:xfrm>
                <a:off x="331822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5" name="ph8825"/>
              <p:cNvSpPr/>
              <p:nvPr/>
            </p:nvSpPr>
            <p:spPr>
              <a:xfrm>
                <a:off x="332766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6" name="ph8826"/>
              <p:cNvSpPr/>
              <p:nvPr/>
            </p:nvSpPr>
            <p:spPr>
              <a:xfrm>
                <a:off x="333710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7" name="ph8827"/>
              <p:cNvSpPr/>
              <p:nvPr/>
            </p:nvSpPr>
            <p:spPr>
              <a:xfrm>
                <a:off x="334654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8" name="ph8828"/>
              <p:cNvSpPr/>
              <p:nvPr/>
            </p:nvSpPr>
            <p:spPr>
              <a:xfrm>
                <a:off x="335598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9" name="ph8829"/>
              <p:cNvSpPr/>
              <p:nvPr/>
            </p:nvSpPr>
            <p:spPr>
              <a:xfrm>
                <a:off x="336542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0" name="ph8830"/>
              <p:cNvSpPr/>
              <p:nvPr/>
            </p:nvSpPr>
            <p:spPr>
              <a:xfrm>
                <a:off x="337486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1" name="ph8831"/>
              <p:cNvSpPr/>
              <p:nvPr/>
            </p:nvSpPr>
            <p:spPr>
              <a:xfrm>
                <a:off x="338430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2" name="ph8832"/>
              <p:cNvSpPr/>
              <p:nvPr/>
            </p:nvSpPr>
            <p:spPr>
              <a:xfrm>
                <a:off x="339374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3" name="ph8833"/>
              <p:cNvSpPr/>
              <p:nvPr/>
            </p:nvSpPr>
            <p:spPr>
              <a:xfrm>
                <a:off x="340318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4" name="ph8834"/>
              <p:cNvSpPr/>
              <p:nvPr/>
            </p:nvSpPr>
            <p:spPr>
              <a:xfrm>
                <a:off x="341262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5" name="ph8835"/>
              <p:cNvSpPr/>
              <p:nvPr/>
            </p:nvSpPr>
            <p:spPr>
              <a:xfrm>
                <a:off x="342206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6" name="ph8836"/>
              <p:cNvSpPr/>
              <p:nvPr/>
            </p:nvSpPr>
            <p:spPr>
              <a:xfrm>
                <a:off x="343150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7" name="ph8837"/>
              <p:cNvSpPr/>
              <p:nvPr/>
            </p:nvSpPr>
            <p:spPr>
              <a:xfrm>
                <a:off x="344094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8" name="ph8838"/>
              <p:cNvSpPr/>
              <p:nvPr/>
            </p:nvSpPr>
            <p:spPr>
              <a:xfrm>
                <a:off x="345038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9" name="ph8839"/>
              <p:cNvSpPr/>
              <p:nvPr/>
            </p:nvSpPr>
            <p:spPr>
              <a:xfrm>
                <a:off x="345982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0" name="ph8840"/>
              <p:cNvSpPr/>
              <p:nvPr/>
            </p:nvSpPr>
            <p:spPr>
              <a:xfrm>
                <a:off x="346926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1" name="ph8841"/>
              <p:cNvSpPr/>
              <p:nvPr/>
            </p:nvSpPr>
            <p:spPr>
              <a:xfrm>
                <a:off x="347870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2" name="ph8842"/>
              <p:cNvSpPr/>
              <p:nvPr/>
            </p:nvSpPr>
            <p:spPr>
              <a:xfrm>
                <a:off x="348814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3" name="ph8843"/>
              <p:cNvSpPr/>
              <p:nvPr/>
            </p:nvSpPr>
            <p:spPr>
              <a:xfrm>
                <a:off x="349758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4" name="ph8844"/>
              <p:cNvSpPr/>
              <p:nvPr/>
            </p:nvSpPr>
            <p:spPr>
              <a:xfrm>
                <a:off x="350702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5" name="ph8845"/>
              <p:cNvSpPr/>
              <p:nvPr/>
            </p:nvSpPr>
            <p:spPr>
              <a:xfrm>
                <a:off x="351646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6" name="ph8846"/>
              <p:cNvSpPr/>
              <p:nvPr/>
            </p:nvSpPr>
            <p:spPr>
              <a:xfrm>
                <a:off x="352590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7" name="ph8847"/>
              <p:cNvSpPr/>
              <p:nvPr/>
            </p:nvSpPr>
            <p:spPr>
              <a:xfrm>
                <a:off x="353534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8" name="ph8848"/>
              <p:cNvSpPr/>
              <p:nvPr/>
            </p:nvSpPr>
            <p:spPr>
              <a:xfrm>
                <a:off x="354479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9" name="ph8849"/>
              <p:cNvSpPr/>
              <p:nvPr/>
            </p:nvSpPr>
            <p:spPr>
              <a:xfrm>
                <a:off x="355423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0" name="ph8850"/>
              <p:cNvSpPr/>
              <p:nvPr/>
            </p:nvSpPr>
            <p:spPr>
              <a:xfrm>
                <a:off x="356367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1" name="ph8851"/>
              <p:cNvSpPr/>
              <p:nvPr/>
            </p:nvSpPr>
            <p:spPr>
              <a:xfrm>
                <a:off x="357311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2" name="ph8852"/>
              <p:cNvSpPr/>
              <p:nvPr/>
            </p:nvSpPr>
            <p:spPr>
              <a:xfrm>
                <a:off x="358255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3" name="ph8853"/>
              <p:cNvSpPr/>
              <p:nvPr/>
            </p:nvSpPr>
            <p:spPr>
              <a:xfrm>
                <a:off x="359199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4" name="ph8854"/>
              <p:cNvSpPr/>
              <p:nvPr/>
            </p:nvSpPr>
            <p:spPr>
              <a:xfrm>
                <a:off x="360143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5" name="ph8855"/>
              <p:cNvSpPr/>
              <p:nvPr/>
            </p:nvSpPr>
            <p:spPr>
              <a:xfrm>
                <a:off x="361087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6" name="ph8856"/>
              <p:cNvSpPr/>
              <p:nvPr/>
            </p:nvSpPr>
            <p:spPr>
              <a:xfrm>
                <a:off x="362031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7" name="ph8857"/>
              <p:cNvSpPr/>
              <p:nvPr/>
            </p:nvSpPr>
            <p:spPr>
              <a:xfrm>
                <a:off x="362975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8" name="ph8858"/>
              <p:cNvSpPr/>
              <p:nvPr/>
            </p:nvSpPr>
            <p:spPr>
              <a:xfrm>
                <a:off x="363919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9" name="ph8859"/>
              <p:cNvSpPr/>
              <p:nvPr/>
            </p:nvSpPr>
            <p:spPr>
              <a:xfrm>
                <a:off x="364863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0" name="ph8860"/>
              <p:cNvSpPr/>
              <p:nvPr/>
            </p:nvSpPr>
            <p:spPr>
              <a:xfrm>
                <a:off x="365807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1" name="ph8861"/>
              <p:cNvSpPr/>
              <p:nvPr/>
            </p:nvSpPr>
            <p:spPr>
              <a:xfrm>
                <a:off x="366751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2" name="ph8862"/>
              <p:cNvSpPr/>
              <p:nvPr/>
            </p:nvSpPr>
            <p:spPr>
              <a:xfrm>
                <a:off x="367695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3" name="ph8863"/>
              <p:cNvSpPr/>
              <p:nvPr/>
            </p:nvSpPr>
            <p:spPr>
              <a:xfrm>
                <a:off x="368639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4" name="ph8864"/>
              <p:cNvSpPr/>
              <p:nvPr/>
            </p:nvSpPr>
            <p:spPr>
              <a:xfrm>
                <a:off x="369583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5" name="ph8865"/>
              <p:cNvSpPr/>
              <p:nvPr/>
            </p:nvSpPr>
            <p:spPr>
              <a:xfrm>
                <a:off x="370527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6" name="ph8866"/>
              <p:cNvSpPr/>
              <p:nvPr/>
            </p:nvSpPr>
            <p:spPr>
              <a:xfrm>
                <a:off x="3724154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274" y="896830"/>
                    </a:lnTo>
                    <a:lnTo>
                      <a:pt x="914400" y="89699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7" name="ph8867"/>
              <p:cNvSpPr/>
              <p:nvPr/>
            </p:nvSpPr>
            <p:spPr>
              <a:xfrm>
                <a:off x="3733594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997"/>
                    </a:lnTo>
                    <a:lnTo>
                      <a:pt x="908375" y="901525"/>
                    </a:lnTo>
                    <a:lnTo>
                      <a:pt x="912982" y="908330"/>
                    </a:lnTo>
                    <a:lnTo>
                      <a:pt x="914400" y="91065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8" name="ph8868"/>
              <p:cNvSpPr/>
              <p:nvPr/>
            </p:nvSpPr>
            <p:spPr>
              <a:xfrm>
                <a:off x="3733594" y="779779"/>
                <a:ext cx="9166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79" h="914400">
                    <a:moveTo>
                      <a:pt x="914400" y="914400"/>
                    </a:moveTo>
                    <a:lnTo>
                      <a:pt x="914400" y="910657"/>
                    </a:lnTo>
                    <a:lnTo>
                      <a:pt x="91667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9" name="ph8869"/>
              <p:cNvSpPr/>
              <p:nvPr/>
            </p:nvSpPr>
            <p:spPr>
              <a:xfrm>
                <a:off x="3299343" y="74463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46" y="931969"/>
                    </a:lnTo>
                    <a:lnTo>
                      <a:pt x="912250" y="931510"/>
                    </a:lnTo>
                    <a:lnTo>
                      <a:pt x="910426" y="921325"/>
                    </a:lnTo>
                    <a:lnTo>
                      <a:pt x="909393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0" name="ph8870"/>
              <p:cNvSpPr/>
              <p:nvPr/>
            </p:nvSpPr>
            <p:spPr>
              <a:xfrm>
                <a:off x="329934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1" name="ph8871"/>
              <p:cNvSpPr/>
              <p:nvPr/>
            </p:nvSpPr>
            <p:spPr>
              <a:xfrm>
                <a:off x="330878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2" name="ph8872"/>
              <p:cNvSpPr/>
              <p:nvPr/>
            </p:nvSpPr>
            <p:spPr>
              <a:xfrm>
                <a:off x="331822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3" name="ph8873"/>
              <p:cNvSpPr/>
              <p:nvPr/>
            </p:nvSpPr>
            <p:spPr>
              <a:xfrm>
                <a:off x="332766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4" name="ph8874"/>
              <p:cNvSpPr/>
              <p:nvPr/>
            </p:nvSpPr>
            <p:spPr>
              <a:xfrm>
                <a:off x="333710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5" name="ph8875"/>
              <p:cNvSpPr/>
              <p:nvPr/>
            </p:nvSpPr>
            <p:spPr>
              <a:xfrm>
                <a:off x="334654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6" name="ph8876"/>
              <p:cNvSpPr/>
              <p:nvPr/>
            </p:nvSpPr>
            <p:spPr>
              <a:xfrm>
                <a:off x="335598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7" name="ph8877"/>
              <p:cNvSpPr/>
              <p:nvPr/>
            </p:nvSpPr>
            <p:spPr>
              <a:xfrm>
                <a:off x="336542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8" name="ph8878"/>
              <p:cNvSpPr/>
              <p:nvPr/>
            </p:nvSpPr>
            <p:spPr>
              <a:xfrm>
                <a:off x="337486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9" name="ph8879"/>
              <p:cNvSpPr/>
              <p:nvPr/>
            </p:nvSpPr>
            <p:spPr>
              <a:xfrm>
                <a:off x="338430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0" name="ph8880"/>
              <p:cNvSpPr/>
              <p:nvPr/>
            </p:nvSpPr>
            <p:spPr>
              <a:xfrm>
                <a:off x="339374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1" name="ph8881"/>
              <p:cNvSpPr/>
              <p:nvPr/>
            </p:nvSpPr>
            <p:spPr>
              <a:xfrm>
                <a:off x="340318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2" name="ph8882"/>
              <p:cNvSpPr/>
              <p:nvPr/>
            </p:nvSpPr>
            <p:spPr>
              <a:xfrm>
                <a:off x="341262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3" name="ph8883"/>
              <p:cNvSpPr/>
              <p:nvPr/>
            </p:nvSpPr>
            <p:spPr>
              <a:xfrm>
                <a:off x="342206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4" name="ph8884"/>
              <p:cNvSpPr/>
              <p:nvPr/>
            </p:nvSpPr>
            <p:spPr>
              <a:xfrm>
                <a:off x="343150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5" name="ph8885"/>
              <p:cNvSpPr/>
              <p:nvPr/>
            </p:nvSpPr>
            <p:spPr>
              <a:xfrm>
                <a:off x="344094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6" name="ph8886"/>
              <p:cNvSpPr/>
              <p:nvPr/>
            </p:nvSpPr>
            <p:spPr>
              <a:xfrm>
                <a:off x="345038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7" name="ph8887"/>
              <p:cNvSpPr/>
              <p:nvPr/>
            </p:nvSpPr>
            <p:spPr>
              <a:xfrm>
                <a:off x="345982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8" name="ph8888"/>
              <p:cNvSpPr/>
              <p:nvPr/>
            </p:nvSpPr>
            <p:spPr>
              <a:xfrm>
                <a:off x="346926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9" name="ph8889"/>
              <p:cNvSpPr/>
              <p:nvPr/>
            </p:nvSpPr>
            <p:spPr>
              <a:xfrm>
                <a:off x="347870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0" name="ph8890"/>
              <p:cNvSpPr/>
              <p:nvPr/>
            </p:nvSpPr>
            <p:spPr>
              <a:xfrm>
                <a:off x="348814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1" name="ph8891"/>
              <p:cNvSpPr/>
              <p:nvPr/>
            </p:nvSpPr>
            <p:spPr>
              <a:xfrm>
                <a:off x="349758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2" name="ph8892"/>
              <p:cNvSpPr/>
              <p:nvPr/>
            </p:nvSpPr>
            <p:spPr>
              <a:xfrm>
                <a:off x="350702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3" name="ph8893"/>
              <p:cNvSpPr/>
              <p:nvPr/>
            </p:nvSpPr>
            <p:spPr>
              <a:xfrm>
                <a:off x="351646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4" name="ph8894"/>
              <p:cNvSpPr/>
              <p:nvPr/>
            </p:nvSpPr>
            <p:spPr>
              <a:xfrm>
                <a:off x="352590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5" name="ph8895"/>
              <p:cNvSpPr/>
              <p:nvPr/>
            </p:nvSpPr>
            <p:spPr>
              <a:xfrm>
                <a:off x="353534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6" name="ph8896"/>
              <p:cNvSpPr/>
              <p:nvPr/>
            </p:nvSpPr>
            <p:spPr>
              <a:xfrm>
                <a:off x="354479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7" name="ph8897"/>
              <p:cNvSpPr/>
              <p:nvPr/>
            </p:nvSpPr>
            <p:spPr>
              <a:xfrm>
                <a:off x="355423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8" name="ph8898"/>
              <p:cNvSpPr/>
              <p:nvPr/>
            </p:nvSpPr>
            <p:spPr>
              <a:xfrm>
                <a:off x="356367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9" name="ph8899"/>
              <p:cNvSpPr/>
              <p:nvPr/>
            </p:nvSpPr>
            <p:spPr>
              <a:xfrm>
                <a:off x="357311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0" name="ph8900"/>
              <p:cNvSpPr/>
              <p:nvPr/>
            </p:nvSpPr>
            <p:spPr>
              <a:xfrm>
                <a:off x="358255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1" name="ph8901"/>
              <p:cNvSpPr/>
              <p:nvPr/>
            </p:nvSpPr>
            <p:spPr>
              <a:xfrm>
                <a:off x="359199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2" name="ph8902"/>
              <p:cNvSpPr/>
              <p:nvPr/>
            </p:nvSpPr>
            <p:spPr>
              <a:xfrm>
                <a:off x="360143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3" name="ph8903"/>
              <p:cNvSpPr/>
              <p:nvPr/>
            </p:nvSpPr>
            <p:spPr>
              <a:xfrm>
                <a:off x="361087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4" name="ph8904"/>
              <p:cNvSpPr/>
              <p:nvPr/>
            </p:nvSpPr>
            <p:spPr>
              <a:xfrm>
                <a:off x="362031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5" name="ph8905"/>
              <p:cNvSpPr/>
              <p:nvPr/>
            </p:nvSpPr>
            <p:spPr>
              <a:xfrm>
                <a:off x="362975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6" name="ph8906"/>
              <p:cNvSpPr/>
              <p:nvPr/>
            </p:nvSpPr>
            <p:spPr>
              <a:xfrm>
                <a:off x="363919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7" name="ph8907"/>
              <p:cNvSpPr/>
              <p:nvPr/>
            </p:nvSpPr>
            <p:spPr>
              <a:xfrm>
                <a:off x="364863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8" name="ph8908"/>
              <p:cNvSpPr/>
              <p:nvPr/>
            </p:nvSpPr>
            <p:spPr>
              <a:xfrm>
                <a:off x="365807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9" name="ph8909"/>
              <p:cNvSpPr/>
              <p:nvPr/>
            </p:nvSpPr>
            <p:spPr>
              <a:xfrm>
                <a:off x="366751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0" name="ph8910"/>
              <p:cNvSpPr/>
              <p:nvPr/>
            </p:nvSpPr>
            <p:spPr>
              <a:xfrm>
                <a:off x="367695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1" name="ph8911"/>
              <p:cNvSpPr/>
              <p:nvPr/>
            </p:nvSpPr>
            <p:spPr>
              <a:xfrm>
                <a:off x="368639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2" name="ph8912"/>
              <p:cNvSpPr/>
              <p:nvPr/>
            </p:nvSpPr>
            <p:spPr>
              <a:xfrm>
                <a:off x="369583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3" name="ph8913"/>
              <p:cNvSpPr/>
              <p:nvPr/>
            </p:nvSpPr>
            <p:spPr>
              <a:xfrm>
                <a:off x="3714714" y="76220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702" y="896834"/>
                    </a:lnTo>
                    <a:lnTo>
                      <a:pt x="908171" y="897298"/>
                    </a:lnTo>
                    <a:lnTo>
                      <a:pt x="908639" y="897762"/>
                    </a:lnTo>
                    <a:lnTo>
                      <a:pt x="909108" y="898226"/>
                    </a:lnTo>
                    <a:lnTo>
                      <a:pt x="909576" y="898689"/>
                    </a:lnTo>
                    <a:lnTo>
                      <a:pt x="910045" y="899153"/>
                    </a:lnTo>
                    <a:lnTo>
                      <a:pt x="910513" y="899617"/>
                    </a:lnTo>
                    <a:lnTo>
                      <a:pt x="910982" y="900081"/>
                    </a:lnTo>
                    <a:lnTo>
                      <a:pt x="911450" y="900545"/>
                    </a:lnTo>
                    <a:lnTo>
                      <a:pt x="911918" y="901009"/>
                    </a:lnTo>
                    <a:lnTo>
                      <a:pt x="912387" y="901473"/>
                    </a:lnTo>
                    <a:lnTo>
                      <a:pt x="914400" y="90359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4" name="ph8914"/>
              <p:cNvSpPr/>
              <p:nvPr/>
            </p:nvSpPr>
            <p:spPr>
              <a:xfrm>
                <a:off x="3714714" y="762209"/>
                <a:ext cx="9237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14" h="914400">
                    <a:moveTo>
                      <a:pt x="914400" y="914400"/>
                    </a:moveTo>
                    <a:lnTo>
                      <a:pt x="914400" y="903593"/>
                    </a:lnTo>
                    <a:lnTo>
                      <a:pt x="917505" y="906865"/>
                    </a:lnTo>
                    <a:lnTo>
                      <a:pt x="922465" y="912744"/>
                    </a:lnTo>
                    <a:lnTo>
                      <a:pt x="923714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5" name="ph8915"/>
              <p:cNvSpPr/>
              <p:nvPr/>
            </p:nvSpPr>
            <p:spPr>
              <a:xfrm>
                <a:off x="3299343" y="7270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9393" y="931969"/>
                    </a:lnTo>
                    <a:lnTo>
                      <a:pt x="908884" y="928551"/>
                    </a:lnTo>
                    <a:lnTo>
                      <a:pt x="907626" y="918074"/>
                    </a:lnTo>
                    <a:lnTo>
                      <a:pt x="907289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6" name="ph8916"/>
              <p:cNvSpPr/>
              <p:nvPr/>
            </p:nvSpPr>
            <p:spPr>
              <a:xfrm>
                <a:off x="329934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7" name="ph8917"/>
              <p:cNvSpPr/>
              <p:nvPr/>
            </p:nvSpPr>
            <p:spPr>
              <a:xfrm>
                <a:off x="330878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8" name="ph8918"/>
              <p:cNvSpPr/>
              <p:nvPr/>
            </p:nvSpPr>
            <p:spPr>
              <a:xfrm>
                <a:off x="331822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9" name="ph8919"/>
              <p:cNvSpPr/>
              <p:nvPr/>
            </p:nvSpPr>
            <p:spPr>
              <a:xfrm>
                <a:off x="332766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0" name="ph8920"/>
              <p:cNvSpPr/>
              <p:nvPr/>
            </p:nvSpPr>
            <p:spPr>
              <a:xfrm>
                <a:off x="333710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1" name="ph8921"/>
              <p:cNvSpPr/>
              <p:nvPr/>
            </p:nvSpPr>
            <p:spPr>
              <a:xfrm>
                <a:off x="334654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2" name="ph8922"/>
              <p:cNvSpPr/>
              <p:nvPr/>
            </p:nvSpPr>
            <p:spPr>
              <a:xfrm>
                <a:off x="335598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3" name="ph8923"/>
              <p:cNvSpPr/>
              <p:nvPr/>
            </p:nvSpPr>
            <p:spPr>
              <a:xfrm>
                <a:off x="336542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4" name="ph8924"/>
              <p:cNvSpPr/>
              <p:nvPr/>
            </p:nvSpPr>
            <p:spPr>
              <a:xfrm>
                <a:off x="337486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5" name="ph8925"/>
              <p:cNvSpPr/>
              <p:nvPr/>
            </p:nvSpPr>
            <p:spPr>
              <a:xfrm>
                <a:off x="338430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6" name="ph8926"/>
              <p:cNvSpPr/>
              <p:nvPr/>
            </p:nvSpPr>
            <p:spPr>
              <a:xfrm>
                <a:off x="339374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7" name="ph8927"/>
              <p:cNvSpPr/>
              <p:nvPr/>
            </p:nvSpPr>
            <p:spPr>
              <a:xfrm>
                <a:off x="340318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8" name="ph8928"/>
              <p:cNvSpPr/>
              <p:nvPr/>
            </p:nvSpPr>
            <p:spPr>
              <a:xfrm>
                <a:off x="341262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9" name="ph8929"/>
              <p:cNvSpPr/>
              <p:nvPr/>
            </p:nvSpPr>
            <p:spPr>
              <a:xfrm>
                <a:off x="342206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0" name="ph8930"/>
              <p:cNvSpPr/>
              <p:nvPr/>
            </p:nvSpPr>
            <p:spPr>
              <a:xfrm>
                <a:off x="343150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1" name="ph8931"/>
              <p:cNvSpPr/>
              <p:nvPr/>
            </p:nvSpPr>
            <p:spPr>
              <a:xfrm>
                <a:off x="344094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2" name="ph8932"/>
              <p:cNvSpPr/>
              <p:nvPr/>
            </p:nvSpPr>
            <p:spPr>
              <a:xfrm>
                <a:off x="345038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3" name="ph8933"/>
              <p:cNvSpPr/>
              <p:nvPr/>
            </p:nvSpPr>
            <p:spPr>
              <a:xfrm>
                <a:off x="345982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4" name="ph8934"/>
              <p:cNvSpPr/>
              <p:nvPr/>
            </p:nvSpPr>
            <p:spPr>
              <a:xfrm>
                <a:off x="346926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5" name="ph8935"/>
              <p:cNvSpPr/>
              <p:nvPr/>
            </p:nvSpPr>
            <p:spPr>
              <a:xfrm>
                <a:off x="347870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6" name="ph8936"/>
              <p:cNvSpPr/>
              <p:nvPr/>
            </p:nvSpPr>
            <p:spPr>
              <a:xfrm>
                <a:off x="348814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7" name="ph8937"/>
              <p:cNvSpPr/>
              <p:nvPr/>
            </p:nvSpPr>
            <p:spPr>
              <a:xfrm>
                <a:off x="349758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8" name="ph8938"/>
              <p:cNvSpPr/>
              <p:nvPr/>
            </p:nvSpPr>
            <p:spPr>
              <a:xfrm>
                <a:off x="350702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9" name="ph8939"/>
              <p:cNvSpPr/>
              <p:nvPr/>
            </p:nvSpPr>
            <p:spPr>
              <a:xfrm>
                <a:off x="351646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0" name="ph8940"/>
              <p:cNvSpPr/>
              <p:nvPr/>
            </p:nvSpPr>
            <p:spPr>
              <a:xfrm>
                <a:off x="352590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1" name="ph8941"/>
              <p:cNvSpPr/>
              <p:nvPr/>
            </p:nvSpPr>
            <p:spPr>
              <a:xfrm>
                <a:off x="353534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2" name="ph8942"/>
              <p:cNvSpPr/>
              <p:nvPr/>
            </p:nvSpPr>
            <p:spPr>
              <a:xfrm>
                <a:off x="354479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3" name="ph8943"/>
              <p:cNvSpPr/>
              <p:nvPr/>
            </p:nvSpPr>
            <p:spPr>
              <a:xfrm>
                <a:off x="355423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4" name="ph8944"/>
              <p:cNvSpPr/>
              <p:nvPr/>
            </p:nvSpPr>
            <p:spPr>
              <a:xfrm>
                <a:off x="356367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5" name="ph8945"/>
              <p:cNvSpPr/>
              <p:nvPr/>
            </p:nvSpPr>
            <p:spPr>
              <a:xfrm>
                <a:off x="357311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6" name="ph8946"/>
              <p:cNvSpPr/>
              <p:nvPr/>
            </p:nvSpPr>
            <p:spPr>
              <a:xfrm>
                <a:off x="358255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7" name="ph8947"/>
              <p:cNvSpPr/>
              <p:nvPr/>
            </p:nvSpPr>
            <p:spPr>
              <a:xfrm>
                <a:off x="359199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8" name="ph8948"/>
              <p:cNvSpPr/>
              <p:nvPr/>
            </p:nvSpPr>
            <p:spPr>
              <a:xfrm>
                <a:off x="360143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9" name="ph8949"/>
              <p:cNvSpPr/>
              <p:nvPr/>
            </p:nvSpPr>
            <p:spPr>
              <a:xfrm>
                <a:off x="361087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0" name="ph8950"/>
              <p:cNvSpPr/>
              <p:nvPr/>
            </p:nvSpPr>
            <p:spPr>
              <a:xfrm>
                <a:off x="362031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1" name="ph8951"/>
              <p:cNvSpPr/>
              <p:nvPr/>
            </p:nvSpPr>
            <p:spPr>
              <a:xfrm>
                <a:off x="362975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2" name="ph8952"/>
              <p:cNvSpPr/>
              <p:nvPr/>
            </p:nvSpPr>
            <p:spPr>
              <a:xfrm>
                <a:off x="363919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3" name="ph8953"/>
              <p:cNvSpPr/>
              <p:nvPr/>
            </p:nvSpPr>
            <p:spPr>
              <a:xfrm>
                <a:off x="364863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4" name="ph8954"/>
              <p:cNvSpPr/>
              <p:nvPr/>
            </p:nvSpPr>
            <p:spPr>
              <a:xfrm>
                <a:off x="365807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5" name="ph8955"/>
              <p:cNvSpPr/>
              <p:nvPr/>
            </p:nvSpPr>
            <p:spPr>
              <a:xfrm>
                <a:off x="366751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6" name="ph8956"/>
              <p:cNvSpPr/>
              <p:nvPr/>
            </p:nvSpPr>
            <p:spPr>
              <a:xfrm>
                <a:off x="367695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7" name="ph8957"/>
              <p:cNvSpPr/>
              <p:nvPr/>
            </p:nvSpPr>
            <p:spPr>
              <a:xfrm>
                <a:off x="3695833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85" y="896830"/>
                    </a:lnTo>
                    <a:lnTo>
                      <a:pt x="909218" y="897256"/>
                    </a:lnTo>
                    <a:lnTo>
                      <a:pt x="909688" y="897719"/>
                    </a:lnTo>
                    <a:lnTo>
                      <a:pt x="910158" y="898182"/>
                    </a:lnTo>
                    <a:lnTo>
                      <a:pt x="910628" y="898646"/>
                    </a:lnTo>
                    <a:lnTo>
                      <a:pt x="911098" y="899109"/>
                    </a:lnTo>
                    <a:lnTo>
                      <a:pt x="911567" y="899572"/>
                    </a:lnTo>
                    <a:lnTo>
                      <a:pt x="912037" y="900035"/>
                    </a:lnTo>
                    <a:lnTo>
                      <a:pt x="912507" y="900499"/>
                    </a:lnTo>
                    <a:lnTo>
                      <a:pt x="912977" y="900962"/>
                    </a:lnTo>
                    <a:lnTo>
                      <a:pt x="913446" y="901425"/>
                    </a:lnTo>
                    <a:lnTo>
                      <a:pt x="913916" y="901888"/>
                    </a:lnTo>
                    <a:lnTo>
                      <a:pt x="914400" y="90236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8" name="ph8958"/>
              <p:cNvSpPr/>
              <p:nvPr/>
            </p:nvSpPr>
            <p:spPr>
              <a:xfrm>
                <a:off x="3705274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2365"/>
                    </a:lnTo>
                    <a:lnTo>
                      <a:pt x="905415" y="902815"/>
                    </a:lnTo>
                    <a:lnTo>
                      <a:pt x="905885" y="903278"/>
                    </a:lnTo>
                    <a:lnTo>
                      <a:pt x="906354" y="903742"/>
                    </a:lnTo>
                    <a:lnTo>
                      <a:pt x="906824" y="904205"/>
                    </a:lnTo>
                    <a:lnTo>
                      <a:pt x="907293" y="904669"/>
                    </a:lnTo>
                    <a:lnTo>
                      <a:pt x="907762" y="905132"/>
                    </a:lnTo>
                    <a:lnTo>
                      <a:pt x="908232" y="905596"/>
                    </a:lnTo>
                    <a:lnTo>
                      <a:pt x="908701" y="906059"/>
                    </a:lnTo>
                    <a:lnTo>
                      <a:pt x="909170" y="906522"/>
                    </a:lnTo>
                    <a:lnTo>
                      <a:pt x="909640" y="906986"/>
                    </a:lnTo>
                    <a:lnTo>
                      <a:pt x="910109" y="907449"/>
                    </a:lnTo>
                    <a:lnTo>
                      <a:pt x="910578" y="907913"/>
                    </a:lnTo>
                    <a:lnTo>
                      <a:pt x="911047" y="908377"/>
                    </a:lnTo>
                    <a:lnTo>
                      <a:pt x="911516" y="908840"/>
                    </a:lnTo>
                    <a:lnTo>
                      <a:pt x="911985" y="909304"/>
                    </a:lnTo>
                    <a:lnTo>
                      <a:pt x="912454" y="909767"/>
                    </a:lnTo>
                    <a:lnTo>
                      <a:pt x="912923" y="910231"/>
                    </a:lnTo>
                    <a:lnTo>
                      <a:pt x="913392" y="910694"/>
                    </a:lnTo>
                    <a:lnTo>
                      <a:pt x="913861" y="911158"/>
                    </a:lnTo>
                    <a:lnTo>
                      <a:pt x="914400" y="91169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9" name="ph8959"/>
              <p:cNvSpPr/>
              <p:nvPr/>
            </p:nvSpPr>
            <p:spPr>
              <a:xfrm>
                <a:off x="3705274" y="744639"/>
                <a:ext cx="9171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8" h="914400">
                    <a:moveTo>
                      <a:pt x="914400" y="914400"/>
                    </a:moveTo>
                    <a:lnTo>
                      <a:pt x="914400" y="911691"/>
                    </a:lnTo>
                    <a:lnTo>
                      <a:pt x="914799" y="912085"/>
                    </a:lnTo>
                    <a:lnTo>
                      <a:pt x="915268" y="912549"/>
                    </a:lnTo>
                    <a:lnTo>
                      <a:pt x="915736" y="913013"/>
                    </a:lnTo>
                    <a:lnTo>
                      <a:pt x="916205" y="913477"/>
                    </a:lnTo>
                    <a:lnTo>
                      <a:pt x="916674" y="913940"/>
                    </a:lnTo>
                    <a:lnTo>
                      <a:pt x="91713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0" name="ph8960"/>
              <p:cNvSpPr/>
              <p:nvPr/>
            </p:nvSpPr>
            <p:spPr>
              <a:xfrm>
                <a:off x="3299343" y="7094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289" y="931969"/>
                    </a:lnTo>
                    <a:lnTo>
                      <a:pt x="906656" y="925061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1" name="ph8961"/>
              <p:cNvSpPr/>
              <p:nvPr/>
            </p:nvSpPr>
            <p:spPr>
              <a:xfrm>
                <a:off x="329934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2" name="ph8962"/>
              <p:cNvSpPr/>
              <p:nvPr/>
            </p:nvSpPr>
            <p:spPr>
              <a:xfrm>
                <a:off x="330878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3" name="ph8963"/>
              <p:cNvSpPr/>
              <p:nvPr/>
            </p:nvSpPr>
            <p:spPr>
              <a:xfrm>
                <a:off x="331822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4" name="ph8964"/>
              <p:cNvSpPr/>
              <p:nvPr/>
            </p:nvSpPr>
            <p:spPr>
              <a:xfrm>
                <a:off x="332766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5" name="ph8965"/>
              <p:cNvSpPr/>
              <p:nvPr/>
            </p:nvSpPr>
            <p:spPr>
              <a:xfrm>
                <a:off x="333710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6" name="ph8966"/>
              <p:cNvSpPr/>
              <p:nvPr/>
            </p:nvSpPr>
            <p:spPr>
              <a:xfrm>
                <a:off x="334654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7" name="ph8967"/>
              <p:cNvSpPr/>
              <p:nvPr/>
            </p:nvSpPr>
            <p:spPr>
              <a:xfrm>
                <a:off x="335598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8" name="ph8968"/>
              <p:cNvSpPr/>
              <p:nvPr/>
            </p:nvSpPr>
            <p:spPr>
              <a:xfrm>
                <a:off x="336542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9" name="ph8969"/>
              <p:cNvSpPr/>
              <p:nvPr/>
            </p:nvSpPr>
            <p:spPr>
              <a:xfrm>
                <a:off x="337486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0" name="ph8970"/>
              <p:cNvSpPr/>
              <p:nvPr/>
            </p:nvSpPr>
            <p:spPr>
              <a:xfrm>
                <a:off x="338430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1" name="ph8971"/>
              <p:cNvSpPr/>
              <p:nvPr/>
            </p:nvSpPr>
            <p:spPr>
              <a:xfrm>
                <a:off x="339374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2" name="ph8972"/>
              <p:cNvSpPr/>
              <p:nvPr/>
            </p:nvSpPr>
            <p:spPr>
              <a:xfrm>
                <a:off x="340318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3" name="ph8973"/>
              <p:cNvSpPr/>
              <p:nvPr/>
            </p:nvSpPr>
            <p:spPr>
              <a:xfrm>
                <a:off x="341262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4" name="ph8974"/>
              <p:cNvSpPr/>
              <p:nvPr/>
            </p:nvSpPr>
            <p:spPr>
              <a:xfrm>
                <a:off x="342206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5" name="ph8975"/>
              <p:cNvSpPr/>
              <p:nvPr/>
            </p:nvSpPr>
            <p:spPr>
              <a:xfrm>
                <a:off x="343150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6" name="ph8976"/>
              <p:cNvSpPr/>
              <p:nvPr/>
            </p:nvSpPr>
            <p:spPr>
              <a:xfrm>
                <a:off x="344094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7" name="ph8977"/>
              <p:cNvSpPr/>
              <p:nvPr/>
            </p:nvSpPr>
            <p:spPr>
              <a:xfrm>
                <a:off x="345038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8" name="ph8978"/>
              <p:cNvSpPr/>
              <p:nvPr/>
            </p:nvSpPr>
            <p:spPr>
              <a:xfrm>
                <a:off x="345982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9" name="ph8979"/>
              <p:cNvSpPr/>
              <p:nvPr/>
            </p:nvSpPr>
            <p:spPr>
              <a:xfrm>
                <a:off x="346926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0" name="ph8980"/>
              <p:cNvSpPr/>
              <p:nvPr/>
            </p:nvSpPr>
            <p:spPr>
              <a:xfrm>
                <a:off x="347870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1" name="ph8981"/>
              <p:cNvSpPr/>
              <p:nvPr/>
            </p:nvSpPr>
            <p:spPr>
              <a:xfrm>
                <a:off x="348814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2" name="ph8982"/>
              <p:cNvSpPr/>
              <p:nvPr/>
            </p:nvSpPr>
            <p:spPr>
              <a:xfrm>
                <a:off x="349758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3" name="ph8983"/>
              <p:cNvSpPr/>
              <p:nvPr/>
            </p:nvSpPr>
            <p:spPr>
              <a:xfrm>
                <a:off x="350702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4" name="ph8984"/>
              <p:cNvSpPr/>
              <p:nvPr/>
            </p:nvSpPr>
            <p:spPr>
              <a:xfrm>
                <a:off x="351646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5" name="ph8985"/>
              <p:cNvSpPr/>
              <p:nvPr/>
            </p:nvSpPr>
            <p:spPr>
              <a:xfrm>
                <a:off x="352590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6" name="ph8986"/>
              <p:cNvSpPr/>
              <p:nvPr/>
            </p:nvSpPr>
            <p:spPr>
              <a:xfrm>
                <a:off x="353534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7" name="ph8987"/>
              <p:cNvSpPr/>
              <p:nvPr/>
            </p:nvSpPr>
            <p:spPr>
              <a:xfrm>
                <a:off x="354479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8" name="ph8988"/>
              <p:cNvSpPr/>
              <p:nvPr/>
            </p:nvSpPr>
            <p:spPr>
              <a:xfrm>
                <a:off x="355423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9" name="ph8989"/>
              <p:cNvSpPr/>
              <p:nvPr/>
            </p:nvSpPr>
            <p:spPr>
              <a:xfrm>
                <a:off x="356367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0" name="ph8990"/>
              <p:cNvSpPr/>
              <p:nvPr/>
            </p:nvSpPr>
            <p:spPr>
              <a:xfrm>
                <a:off x="357311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1" name="ph8991"/>
              <p:cNvSpPr/>
              <p:nvPr/>
            </p:nvSpPr>
            <p:spPr>
              <a:xfrm>
                <a:off x="358255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2" name="ph8992"/>
              <p:cNvSpPr/>
              <p:nvPr/>
            </p:nvSpPr>
            <p:spPr>
              <a:xfrm>
                <a:off x="359199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3" name="ph8993"/>
              <p:cNvSpPr/>
              <p:nvPr/>
            </p:nvSpPr>
            <p:spPr>
              <a:xfrm>
                <a:off x="360143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4" name="ph8994"/>
              <p:cNvSpPr/>
              <p:nvPr/>
            </p:nvSpPr>
            <p:spPr>
              <a:xfrm>
                <a:off x="361087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5" name="ph8995"/>
              <p:cNvSpPr/>
              <p:nvPr/>
            </p:nvSpPr>
            <p:spPr>
              <a:xfrm>
                <a:off x="362031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6" name="ph8996"/>
              <p:cNvSpPr/>
              <p:nvPr/>
            </p:nvSpPr>
            <p:spPr>
              <a:xfrm>
                <a:off x="362975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7" name="ph8997"/>
              <p:cNvSpPr/>
              <p:nvPr/>
            </p:nvSpPr>
            <p:spPr>
              <a:xfrm>
                <a:off x="363919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8" name="ph8998"/>
              <p:cNvSpPr/>
              <p:nvPr/>
            </p:nvSpPr>
            <p:spPr>
              <a:xfrm>
                <a:off x="364863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9" name="ph8999"/>
              <p:cNvSpPr/>
              <p:nvPr/>
            </p:nvSpPr>
            <p:spPr>
              <a:xfrm>
                <a:off x="365807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0" name="ph9000"/>
              <p:cNvSpPr/>
              <p:nvPr/>
            </p:nvSpPr>
            <p:spPr>
              <a:xfrm>
                <a:off x="3676953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122" y="896830"/>
                    </a:lnTo>
                    <a:lnTo>
                      <a:pt x="909106" y="897503"/>
                    </a:lnTo>
                    <a:lnTo>
                      <a:pt x="914400" y="90173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1" name="ph9001"/>
              <p:cNvSpPr/>
              <p:nvPr/>
            </p:nvSpPr>
            <p:spPr>
              <a:xfrm>
                <a:off x="3686393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1737"/>
                    </a:lnTo>
                    <a:lnTo>
                      <a:pt x="905235" y="901957"/>
                    </a:lnTo>
                    <a:lnTo>
                      <a:pt x="910667" y="906959"/>
                    </a:lnTo>
                    <a:lnTo>
                      <a:pt x="911133" y="907418"/>
                    </a:lnTo>
                    <a:lnTo>
                      <a:pt x="911604" y="907880"/>
                    </a:lnTo>
                    <a:lnTo>
                      <a:pt x="912074" y="908343"/>
                    </a:lnTo>
                    <a:lnTo>
                      <a:pt x="912545" y="908806"/>
                    </a:lnTo>
                    <a:lnTo>
                      <a:pt x="913015" y="909269"/>
                    </a:lnTo>
                    <a:lnTo>
                      <a:pt x="913486" y="909732"/>
                    </a:lnTo>
                    <a:lnTo>
                      <a:pt x="913956" y="910195"/>
                    </a:lnTo>
                    <a:lnTo>
                      <a:pt x="914400" y="910632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2" name="ph9002"/>
              <p:cNvSpPr/>
              <p:nvPr/>
            </p:nvSpPr>
            <p:spPr>
              <a:xfrm>
                <a:off x="3686393" y="727069"/>
                <a:ext cx="91822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225" h="914399">
                    <a:moveTo>
                      <a:pt x="914400" y="914399"/>
                    </a:moveTo>
                    <a:lnTo>
                      <a:pt x="914427" y="910658"/>
                    </a:lnTo>
                    <a:lnTo>
                      <a:pt x="914897" y="911121"/>
                    </a:lnTo>
                    <a:lnTo>
                      <a:pt x="915367" y="911584"/>
                    </a:lnTo>
                    <a:lnTo>
                      <a:pt x="915837" y="912047"/>
                    </a:lnTo>
                    <a:lnTo>
                      <a:pt x="916308" y="912510"/>
                    </a:lnTo>
                    <a:lnTo>
                      <a:pt x="916778" y="912973"/>
                    </a:lnTo>
                    <a:lnTo>
                      <a:pt x="917248" y="913437"/>
                    </a:lnTo>
                    <a:lnTo>
                      <a:pt x="917718" y="913900"/>
                    </a:lnTo>
                    <a:lnTo>
                      <a:pt x="918225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3" name="ph9003"/>
              <p:cNvSpPr/>
              <p:nvPr/>
            </p:nvSpPr>
            <p:spPr>
              <a:xfrm>
                <a:off x="3299343" y="6919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977" y="931969"/>
                    </a:lnTo>
                    <a:lnTo>
                      <a:pt x="905590" y="921259"/>
                    </a:lnTo>
                    <a:lnTo>
                      <a:pt x="905531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4" name="ph9004"/>
              <p:cNvSpPr/>
              <p:nvPr/>
            </p:nvSpPr>
            <p:spPr>
              <a:xfrm>
                <a:off x="329934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5" name="ph9005"/>
              <p:cNvSpPr/>
              <p:nvPr/>
            </p:nvSpPr>
            <p:spPr>
              <a:xfrm>
                <a:off x="330878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6" name="ph9006"/>
              <p:cNvSpPr/>
              <p:nvPr/>
            </p:nvSpPr>
            <p:spPr>
              <a:xfrm>
                <a:off x="331822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7" name="ph9007"/>
              <p:cNvSpPr/>
              <p:nvPr/>
            </p:nvSpPr>
            <p:spPr>
              <a:xfrm>
                <a:off x="332766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8" name="ph9008"/>
              <p:cNvSpPr/>
              <p:nvPr/>
            </p:nvSpPr>
            <p:spPr>
              <a:xfrm>
                <a:off x="333710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9" name="ph9009"/>
              <p:cNvSpPr/>
              <p:nvPr/>
            </p:nvSpPr>
            <p:spPr>
              <a:xfrm>
                <a:off x="334654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0" name="ph9010"/>
              <p:cNvSpPr/>
              <p:nvPr/>
            </p:nvSpPr>
            <p:spPr>
              <a:xfrm>
                <a:off x="335598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1" name="ph9011"/>
              <p:cNvSpPr/>
              <p:nvPr/>
            </p:nvSpPr>
            <p:spPr>
              <a:xfrm>
                <a:off x="336542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2" name="ph9012"/>
              <p:cNvSpPr/>
              <p:nvPr/>
            </p:nvSpPr>
            <p:spPr>
              <a:xfrm>
                <a:off x="337486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3" name="ph9013"/>
              <p:cNvSpPr/>
              <p:nvPr/>
            </p:nvSpPr>
            <p:spPr>
              <a:xfrm>
                <a:off x="338430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4" name="ph9014"/>
              <p:cNvSpPr/>
              <p:nvPr/>
            </p:nvSpPr>
            <p:spPr>
              <a:xfrm>
                <a:off x="339374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5" name="ph9015"/>
              <p:cNvSpPr/>
              <p:nvPr/>
            </p:nvSpPr>
            <p:spPr>
              <a:xfrm>
                <a:off x="340318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6" name="ph9016"/>
              <p:cNvSpPr/>
              <p:nvPr/>
            </p:nvSpPr>
            <p:spPr>
              <a:xfrm>
                <a:off x="341262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7" name="ph9017"/>
              <p:cNvSpPr/>
              <p:nvPr/>
            </p:nvSpPr>
            <p:spPr>
              <a:xfrm>
                <a:off x="342206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8" name="ph9018"/>
              <p:cNvSpPr/>
              <p:nvPr/>
            </p:nvSpPr>
            <p:spPr>
              <a:xfrm>
                <a:off x="343150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9" name="ph9019"/>
              <p:cNvSpPr/>
              <p:nvPr/>
            </p:nvSpPr>
            <p:spPr>
              <a:xfrm>
                <a:off x="344094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0" name="ph9020"/>
              <p:cNvSpPr/>
              <p:nvPr/>
            </p:nvSpPr>
            <p:spPr>
              <a:xfrm>
                <a:off x="345038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1" name="ph9021"/>
              <p:cNvSpPr/>
              <p:nvPr/>
            </p:nvSpPr>
            <p:spPr>
              <a:xfrm>
                <a:off x="345982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2" name="ph9022"/>
              <p:cNvSpPr/>
              <p:nvPr/>
            </p:nvSpPr>
            <p:spPr>
              <a:xfrm>
                <a:off x="346926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3" name="ph9023"/>
              <p:cNvSpPr/>
              <p:nvPr/>
            </p:nvSpPr>
            <p:spPr>
              <a:xfrm>
                <a:off x="347870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4" name="ph9024"/>
              <p:cNvSpPr/>
              <p:nvPr/>
            </p:nvSpPr>
            <p:spPr>
              <a:xfrm>
                <a:off x="348814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5" name="ph9025"/>
              <p:cNvSpPr/>
              <p:nvPr/>
            </p:nvSpPr>
            <p:spPr>
              <a:xfrm>
                <a:off x="349758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6" name="ph9026"/>
              <p:cNvSpPr/>
              <p:nvPr/>
            </p:nvSpPr>
            <p:spPr>
              <a:xfrm>
                <a:off x="350702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7" name="ph9027"/>
              <p:cNvSpPr/>
              <p:nvPr/>
            </p:nvSpPr>
            <p:spPr>
              <a:xfrm>
                <a:off x="351646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8" name="ph9028"/>
              <p:cNvSpPr/>
              <p:nvPr/>
            </p:nvSpPr>
            <p:spPr>
              <a:xfrm>
                <a:off x="352590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9" name="ph9029"/>
              <p:cNvSpPr/>
              <p:nvPr/>
            </p:nvSpPr>
            <p:spPr>
              <a:xfrm>
                <a:off x="353534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0" name="ph9030"/>
              <p:cNvSpPr/>
              <p:nvPr/>
            </p:nvSpPr>
            <p:spPr>
              <a:xfrm>
                <a:off x="354479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1" name="ph9031"/>
              <p:cNvSpPr/>
              <p:nvPr/>
            </p:nvSpPr>
            <p:spPr>
              <a:xfrm>
                <a:off x="355423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2" name="ph9032"/>
              <p:cNvSpPr/>
              <p:nvPr/>
            </p:nvSpPr>
            <p:spPr>
              <a:xfrm>
                <a:off x="356367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3" name="ph9033"/>
              <p:cNvSpPr/>
              <p:nvPr/>
            </p:nvSpPr>
            <p:spPr>
              <a:xfrm>
                <a:off x="357311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4" name="ph9034"/>
              <p:cNvSpPr/>
              <p:nvPr/>
            </p:nvSpPr>
            <p:spPr>
              <a:xfrm>
                <a:off x="358255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5" name="ph9035"/>
              <p:cNvSpPr/>
              <p:nvPr/>
            </p:nvSpPr>
            <p:spPr>
              <a:xfrm>
                <a:off x="359199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6" name="ph9036"/>
              <p:cNvSpPr/>
              <p:nvPr/>
            </p:nvSpPr>
            <p:spPr>
              <a:xfrm>
                <a:off x="360143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7" name="ph9037"/>
              <p:cNvSpPr/>
              <p:nvPr/>
            </p:nvSpPr>
            <p:spPr>
              <a:xfrm>
                <a:off x="361087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8" name="ph9038"/>
              <p:cNvSpPr/>
              <p:nvPr/>
            </p:nvSpPr>
            <p:spPr>
              <a:xfrm>
                <a:off x="362031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9" name="ph9039"/>
              <p:cNvSpPr/>
              <p:nvPr/>
            </p:nvSpPr>
            <p:spPr>
              <a:xfrm>
                <a:off x="3639192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95" y="896830"/>
                    </a:lnTo>
                    <a:lnTo>
                      <a:pt x="914400" y="89965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0" name="ph9040"/>
              <p:cNvSpPr/>
              <p:nvPr/>
            </p:nvSpPr>
            <p:spPr>
              <a:xfrm>
                <a:off x="3648632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657"/>
                    </a:lnTo>
                    <a:lnTo>
                      <a:pt x="905444" y="900278"/>
                    </a:lnTo>
                    <a:lnTo>
                      <a:pt x="914117" y="902967"/>
                    </a:lnTo>
                    <a:lnTo>
                      <a:pt x="914400" y="9030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1" name="ph9041"/>
              <p:cNvSpPr/>
              <p:nvPr/>
            </p:nvSpPr>
            <p:spPr>
              <a:xfrm>
                <a:off x="3658072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069"/>
                    </a:lnTo>
                    <a:lnTo>
                      <a:pt x="910626" y="905118"/>
                    </a:lnTo>
                    <a:lnTo>
                      <a:pt x="914400" y="90687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2" name="ph9042"/>
              <p:cNvSpPr/>
              <p:nvPr/>
            </p:nvSpPr>
            <p:spPr>
              <a:xfrm>
                <a:off x="3667513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877"/>
                    </a:lnTo>
                    <a:lnTo>
                      <a:pt x="907066" y="907858"/>
                    </a:lnTo>
                    <a:lnTo>
                      <a:pt x="912858" y="911180"/>
                    </a:lnTo>
                    <a:lnTo>
                      <a:pt x="914400" y="91223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3" name="ph9043"/>
              <p:cNvSpPr/>
              <p:nvPr/>
            </p:nvSpPr>
            <p:spPr>
              <a:xfrm>
                <a:off x="3667513" y="709499"/>
                <a:ext cx="9175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62" h="914400">
                    <a:moveTo>
                      <a:pt x="914400" y="914400"/>
                    </a:moveTo>
                    <a:lnTo>
                      <a:pt x="914400" y="912235"/>
                    </a:lnTo>
                    <a:lnTo>
                      <a:pt x="917562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4" name="ph9044"/>
              <p:cNvSpPr/>
              <p:nvPr/>
            </p:nvSpPr>
            <p:spPr>
              <a:xfrm>
                <a:off x="3299343" y="67436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1" y="931969"/>
                    </a:lnTo>
                    <a:lnTo>
                      <a:pt x="905497" y="928095"/>
                    </a:lnTo>
                    <a:lnTo>
                      <a:pt x="905698" y="917366"/>
                    </a:lnTo>
                    <a:lnTo>
                      <a:pt x="905835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5" name="ph9045"/>
              <p:cNvSpPr/>
              <p:nvPr/>
            </p:nvSpPr>
            <p:spPr>
              <a:xfrm>
                <a:off x="329934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6" name="ph9046"/>
              <p:cNvSpPr/>
              <p:nvPr/>
            </p:nvSpPr>
            <p:spPr>
              <a:xfrm>
                <a:off x="330878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7" name="ph9047"/>
              <p:cNvSpPr/>
              <p:nvPr/>
            </p:nvSpPr>
            <p:spPr>
              <a:xfrm>
                <a:off x="331822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8" name="ph9048"/>
              <p:cNvSpPr/>
              <p:nvPr/>
            </p:nvSpPr>
            <p:spPr>
              <a:xfrm>
                <a:off x="332766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9" name="ph9049"/>
              <p:cNvSpPr/>
              <p:nvPr/>
            </p:nvSpPr>
            <p:spPr>
              <a:xfrm>
                <a:off x="333710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0" name="ph9050"/>
              <p:cNvSpPr/>
              <p:nvPr/>
            </p:nvSpPr>
            <p:spPr>
              <a:xfrm>
                <a:off x="334654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1" name="ph9051"/>
              <p:cNvSpPr/>
              <p:nvPr/>
            </p:nvSpPr>
            <p:spPr>
              <a:xfrm>
                <a:off x="335598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2" name="ph9052"/>
              <p:cNvSpPr/>
              <p:nvPr/>
            </p:nvSpPr>
            <p:spPr>
              <a:xfrm>
                <a:off x="336542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3" name="ph9053"/>
              <p:cNvSpPr/>
              <p:nvPr/>
            </p:nvSpPr>
            <p:spPr>
              <a:xfrm>
                <a:off x="337486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4" name="ph9054"/>
              <p:cNvSpPr/>
              <p:nvPr/>
            </p:nvSpPr>
            <p:spPr>
              <a:xfrm>
                <a:off x="338430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5" name="ph9055"/>
              <p:cNvSpPr/>
              <p:nvPr/>
            </p:nvSpPr>
            <p:spPr>
              <a:xfrm>
                <a:off x="339374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6" name="ph9056"/>
              <p:cNvSpPr/>
              <p:nvPr/>
            </p:nvSpPr>
            <p:spPr>
              <a:xfrm>
                <a:off x="340318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7" name="ph9057"/>
              <p:cNvSpPr/>
              <p:nvPr/>
            </p:nvSpPr>
            <p:spPr>
              <a:xfrm>
                <a:off x="341262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8" name="ph9058"/>
              <p:cNvSpPr/>
              <p:nvPr/>
            </p:nvSpPr>
            <p:spPr>
              <a:xfrm>
                <a:off x="342206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9" name="ph9059"/>
              <p:cNvSpPr/>
              <p:nvPr/>
            </p:nvSpPr>
            <p:spPr>
              <a:xfrm>
                <a:off x="343150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0" name="ph9060"/>
              <p:cNvSpPr/>
              <p:nvPr/>
            </p:nvSpPr>
            <p:spPr>
              <a:xfrm>
                <a:off x="344094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1" name="ph9061"/>
              <p:cNvSpPr/>
              <p:nvPr/>
            </p:nvSpPr>
            <p:spPr>
              <a:xfrm>
                <a:off x="345038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2" name="ph9062"/>
              <p:cNvSpPr/>
              <p:nvPr/>
            </p:nvSpPr>
            <p:spPr>
              <a:xfrm>
                <a:off x="345982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3" name="ph9063"/>
              <p:cNvSpPr/>
              <p:nvPr/>
            </p:nvSpPr>
            <p:spPr>
              <a:xfrm>
                <a:off x="346926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4" name="ph9064"/>
              <p:cNvSpPr/>
              <p:nvPr/>
            </p:nvSpPr>
            <p:spPr>
              <a:xfrm>
                <a:off x="347870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5" name="ph9065"/>
              <p:cNvSpPr/>
              <p:nvPr/>
            </p:nvSpPr>
            <p:spPr>
              <a:xfrm>
                <a:off x="348814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6" name="ph9066"/>
              <p:cNvSpPr/>
              <p:nvPr/>
            </p:nvSpPr>
            <p:spPr>
              <a:xfrm>
                <a:off x="349758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7" name="ph9067"/>
              <p:cNvSpPr/>
              <p:nvPr/>
            </p:nvSpPr>
            <p:spPr>
              <a:xfrm>
                <a:off x="350702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8" name="ph9068"/>
              <p:cNvSpPr/>
              <p:nvPr/>
            </p:nvSpPr>
            <p:spPr>
              <a:xfrm>
                <a:off x="351646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9" name="ph9069"/>
              <p:cNvSpPr/>
              <p:nvPr/>
            </p:nvSpPr>
            <p:spPr>
              <a:xfrm>
                <a:off x="352590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0" name="ph9070"/>
              <p:cNvSpPr/>
              <p:nvPr/>
            </p:nvSpPr>
            <p:spPr>
              <a:xfrm>
                <a:off x="353534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1" name="ph9071"/>
              <p:cNvSpPr/>
              <p:nvPr/>
            </p:nvSpPr>
            <p:spPr>
              <a:xfrm>
                <a:off x="354479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2" name="ph9072"/>
              <p:cNvSpPr/>
              <p:nvPr/>
            </p:nvSpPr>
            <p:spPr>
              <a:xfrm>
                <a:off x="355423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3" name="ph9073"/>
              <p:cNvSpPr/>
              <p:nvPr/>
            </p:nvSpPr>
            <p:spPr>
              <a:xfrm>
                <a:off x="356367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4" name="ph9074"/>
              <p:cNvSpPr/>
              <p:nvPr/>
            </p:nvSpPr>
            <p:spPr>
              <a:xfrm>
                <a:off x="357311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5" name="ph9075"/>
              <p:cNvSpPr/>
              <p:nvPr/>
            </p:nvSpPr>
            <p:spPr>
              <a:xfrm>
                <a:off x="358255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6" name="ph9076"/>
              <p:cNvSpPr/>
              <p:nvPr/>
            </p:nvSpPr>
            <p:spPr>
              <a:xfrm>
                <a:off x="359199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7" name="ph9077"/>
              <p:cNvSpPr/>
              <p:nvPr/>
            </p:nvSpPr>
            <p:spPr>
              <a:xfrm>
                <a:off x="360143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8" name="ph9078"/>
              <p:cNvSpPr/>
              <p:nvPr/>
            </p:nvSpPr>
            <p:spPr>
              <a:xfrm>
                <a:off x="361087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9" name="ph9079"/>
              <p:cNvSpPr/>
              <p:nvPr/>
            </p:nvSpPr>
            <p:spPr>
              <a:xfrm>
                <a:off x="3629752" y="6919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4" y="896830"/>
                    </a:lnTo>
                    <a:lnTo>
                      <a:pt x="914400" y="898115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0" name="ph9080"/>
              <p:cNvSpPr/>
              <p:nvPr/>
            </p:nvSpPr>
            <p:spPr>
              <a:xfrm>
                <a:off x="3629752" y="691930"/>
                <a:ext cx="9216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35" h="914400">
                    <a:moveTo>
                      <a:pt x="914400" y="914400"/>
                    </a:moveTo>
                    <a:lnTo>
                      <a:pt x="914400" y="898115"/>
                    </a:lnTo>
                    <a:lnTo>
                      <a:pt x="915320" y="899948"/>
                    </a:lnTo>
                    <a:lnTo>
                      <a:pt x="919205" y="908568"/>
                    </a:lnTo>
                    <a:lnTo>
                      <a:pt x="921480" y="914201"/>
                    </a:lnTo>
                    <a:lnTo>
                      <a:pt x="92163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1" name="ph9081"/>
              <p:cNvSpPr/>
              <p:nvPr/>
            </p:nvSpPr>
            <p:spPr>
              <a:xfrm>
                <a:off x="3741834" y="1793312"/>
                <a:ext cx="930016" cy="1227704"/>
              </a:xfrm>
              <a:custGeom>
                <a:avLst/>
                <a:gdLst/>
                <a:ahLst/>
                <a:cxnLst/>
                <a:rect l="0" t="0" r="0" b="0"/>
                <a:pathLst>
                  <a:path w="930016" h="1227704">
                    <a:moveTo>
                      <a:pt x="914400" y="914400"/>
                    </a:moveTo>
                    <a:lnTo>
                      <a:pt x="905217" y="939176"/>
                    </a:lnTo>
                    <a:lnTo>
                      <a:pt x="892569" y="943362"/>
                    </a:lnTo>
                    <a:lnTo>
                      <a:pt x="880437" y="951615"/>
                    </a:lnTo>
                    <a:lnTo>
                      <a:pt x="876104" y="1030010"/>
                    </a:lnTo>
                    <a:lnTo>
                      <a:pt x="898193" y="1059796"/>
                    </a:lnTo>
                    <a:lnTo>
                      <a:pt x="886060" y="1063966"/>
                    </a:lnTo>
                    <a:lnTo>
                      <a:pt x="874961" y="1072888"/>
                    </a:lnTo>
                    <a:lnTo>
                      <a:pt x="867032" y="1086082"/>
                    </a:lnTo>
                    <a:lnTo>
                      <a:pt x="858920" y="1114479"/>
                    </a:lnTo>
                    <a:lnTo>
                      <a:pt x="828442" y="1130573"/>
                    </a:lnTo>
                    <a:lnTo>
                      <a:pt x="816900" y="1142481"/>
                    </a:lnTo>
                    <a:lnTo>
                      <a:pt x="799881" y="1168973"/>
                    </a:lnTo>
                    <a:lnTo>
                      <a:pt x="791013" y="1207424"/>
                    </a:lnTo>
                    <a:lnTo>
                      <a:pt x="773773" y="1223827"/>
                    </a:lnTo>
                    <a:lnTo>
                      <a:pt x="754413" y="1227704"/>
                    </a:lnTo>
                    <a:lnTo>
                      <a:pt x="765771" y="1196202"/>
                    </a:lnTo>
                    <a:lnTo>
                      <a:pt x="780650" y="1170534"/>
                    </a:lnTo>
                    <a:lnTo>
                      <a:pt x="766343" y="1152930"/>
                    </a:lnTo>
                    <a:lnTo>
                      <a:pt x="757732" y="1125374"/>
                    </a:lnTo>
                    <a:lnTo>
                      <a:pt x="746614" y="1104236"/>
                    </a:lnTo>
                    <a:lnTo>
                      <a:pt x="755464" y="1080626"/>
                    </a:lnTo>
                    <a:lnTo>
                      <a:pt x="751113" y="1041935"/>
                    </a:lnTo>
                    <a:lnTo>
                      <a:pt x="752551" y="1004170"/>
                    </a:lnTo>
                    <a:lnTo>
                      <a:pt x="765458" y="985108"/>
                    </a:lnTo>
                    <a:lnTo>
                      <a:pt x="780245" y="969562"/>
                    </a:lnTo>
                    <a:lnTo>
                      <a:pt x="803274" y="933822"/>
                    </a:lnTo>
                    <a:lnTo>
                      <a:pt x="828239" y="907914"/>
                    </a:lnTo>
                    <a:lnTo>
                      <a:pt x="863068" y="896263"/>
                    </a:lnTo>
                    <a:lnTo>
                      <a:pt x="878796" y="907004"/>
                    </a:lnTo>
                    <a:lnTo>
                      <a:pt x="885581" y="883446"/>
                    </a:lnTo>
                    <a:lnTo>
                      <a:pt x="896810" y="878076"/>
                    </a:lnTo>
                    <a:lnTo>
                      <a:pt x="907356" y="883515"/>
                    </a:lnTo>
                    <a:lnTo>
                      <a:pt x="930016" y="9060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2" name="ph9082"/>
              <p:cNvSpPr/>
              <p:nvPr/>
            </p:nvSpPr>
            <p:spPr>
              <a:xfrm>
                <a:off x="3266688" y="2345679"/>
                <a:ext cx="10353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5334" h="914400">
                    <a:moveTo>
                      <a:pt x="914400" y="914400"/>
                    </a:moveTo>
                    <a:lnTo>
                      <a:pt x="905807" y="913147"/>
                    </a:lnTo>
                    <a:lnTo>
                      <a:pt x="900073" y="889555"/>
                    </a:lnTo>
                    <a:lnTo>
                      <a:pt x="898727" y="828850"/>
                    </a:lnTo>
                    <a:lnTo>
                      <a:pt x="902157" y="798858"/>
                    </a:lnTo>
                    <a:lnTo>
                      <a:pt x="943329" y="690676"/>
                    </a:lnTo>
                    <a:lnTo>
                      <a:pt x="961711" y="681840"/>
                    </a:lnTo>
                    <a:lnTo>
                      <a:pt x="987561" y="615542"/>
                    </a:lnTo>
                    <a:lnTo>
                      <a:pt x="994531" y="586047"/>
                    </a:lnTo>
                    <a:lnTo>
                      <a:pt x="1005741" y="559486"/>
                    </a:lnTo>
                    <a:lnTo>
                      <a:pt x="1012360" y="535740"/>
                    </a:lnTo>
                    <a:lnTo>
                      <a:pt x="1017910" y="526148"/>
                    </a:lnTo>
                    <a:lnTo>
                      <a:pt x="1029969" y="530644"/>
                    </a:lnTo>
                    <a:lnTo>
                      <a:pt x="1035334" y="535019"/>
                    </a:lnTo>
                    <a:lnTo>
                      <a:pt x="1022630" y="548848"/>
                    </a:lnTo>
                    <a:lnTo>
                      <a:pt x="1024105" y="566847"/>
                    </a:lnTo>
                    <a:lnTo>
                      <a:pt x="1023220" y="574311"/>
                    </a:lnTo>
                    <a:lnTo>
                      <a:pt x="991157" y="652603"/>
                    </a:lnTo>
                    <a:lnTo>
                      <a:pt x="982583" y="703442"/>
                    </a:lnTo>
                    <a:lnTo>
                      <a:pt x="971207" y="715847"/>
                    </a:lnTo>
                    <a:lnTo>
                      <a:pt x="924098" y="89671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3" name="ph9083"/>
              <p:cNvSpPr/>
              <p:nvPr/>
            </p:nvSpPr>
            <p:spPr>
              <a:xfrm>
                <a:off x="2321447" y="1407686"/>
                <a:ext cx="2334160" cy="2166470"/>
              </a:xfrm>
              <a:custGeom>
                <a:avLst/>
                <a:gdLst/>
                <a:ahLst/>
                <a:cxnLst/>
                <a:rect l="0" t="0" r="0" b="0"/>
                <a:pathLst>
                  <a:path w="2334160" h="2166470">
                    <a:moveTo>
                      <a:pt x="914400" y="914400"/>
                    </a:moveTo>
                    <a:lnTo>
                      <a:pt x="928154" y="920199"/>
                    </a:lnTo>
                    <a:lnTo>
                      <a:pt x="946887" y="908583"/>
                    </a:lnTo>
                    <a:lnTo>
                      <a:pt x="959997" y="876051"/>
                    </a:lnTo>
                    <a:lnTo>
                      <a:pt x="967482" y="827237"/>
                    </a:lnTo>
                    <a:lnTo>
                      <a:pt x="976222" y="780739"/>
                    </a:lnTo>
                    <a:lnTo>
                      <a:pt x="965878" y="730998"/>
                    </a:lnTo>
                    <a:lnTo>
                      <a:pt x="954834" y="687313"/>
                    </a:lnTo>
                    <a:lnTo>
                      <a:pt x="954060" y="674479"/>
                    </a:lnTo>
                    <a:lnTo>
                      <a:pt x="983044" y="637624"/>
                    </a:lnTo>
                    <a:lnTo>
                      <a:pt x="991913" y="607649"/>
                    </a:lnTo>
                    <a:lnTo>
                      <a:pt x="1001519" y="579115"/>
                    </a:lnTo>
                    <a:lnTo>
                      <a:pt x="1012121" y="569404"/>
                    </a:lnTo>
                    <a:lnTo>
                      <a:pt x="1027904" y="567190"/>
                    </a:lnTo>
                    <a:lnTo>
                      <a:pt x="1046286" y="561820"/>
                    </a:lnTo>
                    <a:lnTo>
                      <a:pt x="1069463" y="542723"/>
                    </a:lnTo>
                    <a:lnTo>
                      <a:pt x="1090242" y="517140"/>
                    </a:lnTo>
                    <a:lnTo>
                      <a:pt x="1106117" y="493685"/>
                    </a:lnTo>
                    <a:lnTo>
                      <a:pt x="1111501" y="447273"/>
                    </a:lnTo>
                    <a:lnTo>
                      <a:pt x="1111723" y="423955"/>
                    </a:lnTo>
                    <a:lnTo>
                      <a:pt x="1118711" y="406643"/>
                    </a:lnTo>
                    <a:lnTo>
                      <a:pt x="1125477" y="372825"/>
                    </a:lnTo>
                    <a:lnTo>
                      <a:pt x="1118895" y="339469"/>
                    </a:lnTo>
                    <a:lnTo>
                      <a:pt x="1098410" y="288870"/>
                    </a:lnTo>
                    <a:lnTo>
                      <a:pt x="1073740" y="217716"/>
                    </a:lnTo>
                    <a:lnTo>
                      <a:pt x="1069963" y="179814"/>
                    </a:lnTo>
                    <a:lnTo>
                      <a:pt x="1998100" y="179814"/>
                    </a:lnTo>
                    <a:lnTo>
                      <a:pt x="1998552" y="184790"/>
                    </a:lnTo>
                    <a:lnTo>
                      <a:pt x="1996671" y="196732"/>
                    </a:lnTo>
                    <a:lnTo>
                      <a:pt x="2011016" y="245821"/>
                    </a:lnTo>
                    <a:lnTo>
                      <a:pt x="2007679" y="263031"/>
                    </a:lnTo>
                    <a:lnTo>
                      <a:pt x="2005743" y="284958"/>
                    </a:lnTo>
                    <a:lnTo>
                      <a:pt x="2026301" y="306028"/>
                    </a:lnTo>
                    <a:lnTo>
                      <a:pt x="2044647" y="305685"/>
                    </a:lnTo>
                    <a:lnTo>
                      <a:pt x="2063232" y="305359"/>
                    </a:lnTo>
                    <a:lnTo>
                      <a:pt x="2070331" y="310644"/>
                    </a:lnTo>
                    <a:lnTo>
                      <a:pt x="2077448" y="325554"/>
                    </a:lnTo>
                    <a:lnTo>
                      <a:pt x="2083182" y="343158"/>
                    </a:lnTo>
                    <a:lnTo>
                      <a:pt x="2098486" y="341700"/>
                    </a:lnTo>
                    <a:lnTo>
                      <a:pt x="2122916" y="327373"/>
                    </a:lnTo>
                    <a:lnTo>
                      <a:pt x="2138810" y="323959"/>
                    </a:lnTo>
                    <a:lnTo>
                      <a:pt x="2149301" y="351497"/>
                    </a:lnTo>
                    <a:lnTo>
                      <a:pt x="2177843" y="387872"/>
                    </a:lnTo>
                    <a:lnTo>
                      <a:pt x="2194455" y="404172"/>
                    </a:lnTo>
                    <a:lnTo>
                      <a:pt x="2222684" y="412751"/>
                    </a:lnTo>
                    <a:lnTo>
                      <a:pt x="2252424" y="442109"/>
                    </a:lnTo>
                    <a:lnTo>
                      <a:pt x="2248257" y="477488"/>
                    </a:lnTo>
                    <a:lnTo>
                      <a:pt x="2260666" y="489310"/>
                    </a:lnTo>
                    <a:lnTo>
                      <a:pt x="2295754" y="503277"/>
                    </a:lnTo>
                    <a:lnTo>
                      <a:pt x="2308162" y="522116"/>
                    </a:lnTo>
                    <a:lnTo>
                      <a:pt x="2314118" y="538176"/>
                    </a:lnTo>
                    <a:lnTo>
                      <a:pt x="2323355" y="551491"/>
                    </a:lnTo>
                    <a:lnTo>
                      <a:pt x="2334160" y="591726"/>
                    </a:lnTo>
                    <a:lnTo>
                      <a:pt x="2330399" y="616520"/>
                    </a:lnTo>
                    <a:lnTo>
                      <a:pt x="2316257" y="625047"/>
                    </a:lnTo>
                    <a:lnTo>
                      <a:pt x="2282865" y="651608"/>
                    </a:lnTo>
                    <a:lnTo>
                      <a:pt x="2267986" y="671442"/>
                    </a:lnTo>
                    <a:lnTo>
                      <a:pt x="2256315" y="683796"/>
                    </a:lnTo>
                    <a:lnTo>
                      <a:pt x="2223145" y="710288"/>
                    </a:lnTo>
                    <a:lnTo>
                      <a:pt x="2210994" y="715041"/>
                    </a:lnTo>
                    <a:lnTo>
                      <a:pt x="2199360" y="728819"/>
                    </a:lnTo>
                    <a:lnTo>
                      <a:pt x="2188113" y="734841"/>
                    </a:lnTo>
                    <a:lnTo>
                      <a:pt x="2178046" y="731375"/>
                    </a:lnTo>
                    <a:lnTo>
                      <a:pt x="2140414" y="756323"/>
                    </a:lnTo>
                    <a:lnTo>
                      <a:pt x="2143345" y="766978"/>
                    </a:lnTo>
                    <a:lnTo>
                      <a:pt x="2172201" y="771491"/>
                    </a:lnTo>
                    <a:lnTo>
                      <a:pt x="2186914" y="766137"/>
                    </a:lnTo>
                    <a:lnTo>
                      <a:pt x="2198235" y="753595"/>
                    </a:lnTo>
                    <a:lnTo>
                      <a:pt x="2210607" y="750712"/>
                    </a:lnTo>
                    <a:lnTo>
                      <a:pt x="2221891" y="753080"/>
                    </a:lnTo>
                    <a:lnTo>
                      <a:pt x="2233857" y="743197"/>
                    </a:lnTo>
                    <a:lnTo>
                      <a:pt x="2243242" y="739251"/>
                    </a:lnTo>
                    <a:lnTo>
                      <a:pt x="2252941" y="743986"/>
                    </a:lnTo>
                    <a:lnTo>
                      <a:pt x="2263764" y="767681"/>
                    </a:lnTo>
                    <a:lnTo>
                      <a:pt x="2241306" y="780018"/>
                    </a:lnTo>
                    <a:lnTo>
                      <a:pt x="2225376" y="780584"/>
                    </a:lnTo>
                    <a:lnTo>
                      <a:pt x="2217595" y="819447"/>
                    </a:lnTo>
                    <a:lnTo>
                      <a:pt x="2207952" y="836142"/>
                    </a:lnTo>
                    <a:lnTo>
                      <a:pt x="2201038" y="844172"/>
                    </a:lnTo>
                    <a:lnTo>
                      <a:pt x="2165692" y="860712"/>
                    </a:lnTo>
                    <a:lnTo>
                      <a:pt x="2142368" y="881679"/>
                    </a:lnTo>
                    <a:lnTo>
                      <a:pt x="2114877" y="898563"/>
                    </a:lnTo>
                    <a:lnTo>
                      <a:pt x="2102874" y="894891"/>
                    </a:lnTo>
                    <a:lnTo>
                      <a:pt x="2084786" y="912049"/>
                    </a:lnTo>
                    <a:lnTo>
                      <a:pt x="2044592" y="932364"/>
                    </a:lnTo>
                    <a:lnTo>
                      <a:pt x="2023996" y="959731"/>
                    </a:lnTo>
                    <a:lnTo>
                      <a:pt x="1977772" y="984215"/>
                    </a:lnTo>
                    <a:lnTo>
                      <a:pt x="1954227" y="1004136"/>
                    </a:lnTo>
                    <a:lnTo>
                      <a:pt x="1890266" y="1005182"/>
                    </a:lnTo>
                    <a:lnTo>
                      <a:pt x="1829181" y="1000807"/>
                    </a:lnTo>
                    <a:lnTo>
                      <a:pt x="1810005" y="1010278"/>
                    </a:lnTo>
                    <a:lnTo>
                      <a:pt x="1829605" y="1013212"/>
                    </a:lnTo>
                    <a:lnTo>
                      <a:pt x="1843341" y="1022512"/>
                    </a:lnTo>
                    <a:lnTo>
                      <a:pt x="1859806" y="1018634"/>
                    </a:lnTo>
                    <a:lnTo>
                      <a:pt x="1898508" y="1023284"/>
                    </a:lnTo>
                    <a:lnTo>
                      <a:pt x="1918421" y="1028346"/>
                    </a:lnTo>
                    <a:lnTo>
                      <a:pt x="1943976" y="1060912"/>
                    </a:lnTo>
                    <a:lnTo>
                      <a:pt x="1925187" y="1072493"/>
                    </a:lnTo>
                    <a:lnTo>
                      <a:pt x="1892644" y="1081381"/>
                    </a:lnTo>
                    <a:lnTo>
                      <a:pt x="1904850" y="1127570"/>
                    </a:lnTo>
                    <a:lnTo>
                      <a:pt x="1914917" y="1158712"/>
                    </a:lnTo>
                    <a:lnTo>
                      <a:pt x="1901734" y="1177500"/>
                    </a:lnTo>
                    <a:lnTo>
                      <a:pt x="1900757" y="1262981"/>
                    </a:lnTo>
                    <a:lnTo>
                      <a:pt x="1882264" y="1264611"/>
                    </a:lnTo>
                    <a:lnTo>
                      <a:pt x="1874409" y="1299974"/>
                    </a:lnTo>
                    <a:lnTo>
                      <a:pt x="1880236" y="1318007"/>
                    </a:lnTo>
                    <a:lnTo>
                      <a:pt x="1879775" y="1359890"/>
                    </a:lnTo>
                    <a:lnTo>
                      <a:pt x="1883628" y="1385695"/>
                    </a:lnTo>
                    <a:lnTo>
                      <a:pt x="1892700" y="1409459"/>
                    </a:lnTo>
                    <a:lnTo>
                      <a:pt x="1888662" y="1434235"/>
                    </a:lnTo>
                    <a:lnTo>
                      <a:pt x="1859419" y="1492229"/>
                    </a:lnTo>
                    <a:lnTo>
                      <a:pt x="1860083" y="1519442"/>
                    </a:lnTo>
                    <a:lnTo>
                      <a:pt x="1865338" y="1535605"/>
                    </a:lnTo>
                    <a:lnTo>
                      <a:pt x="1869228" y="1561445"/>
                    </a:lnTo>
                    <a:lnTo>
                      <a:pt x="1855934" y="1611117"/>
                    </a:lnTo>
                    <a:lnTo>
                      <a:pt x="1846549" y="1652622"/>
                    </a:lnTo>
                    <a:lnTo>
                      <a:pt x="1835394" y="1687556"/>
                    </a:lnTo>
                    <a:lnTo>
                      <a:pt x="1810429" y="1729473"/>
                    </a:lnTo>
                    <a:lnTo>
                      <a:pt x="1798002" y="1760803"/>
                    </a:lnTo>
                    <a:lnTo>
                      <a:pt x="1768926" y="1858570"/>
                    </a:lnTo>
                    <a:lnTo>
                      <a:pt x="1754507" y="1877975"/>
                    </a:lnTo>
                    <a:lnTo>
                      <a:pt x="1736825" y="1892886"/>
                    </a:lnTo>
                    <a:lnTo>
                      <a:pt x="1717115" y="1879091"/>
                    </a:lnTo>
                    <a:lnTo>
                      <a:pt x="1699046" y="1871575"/>
                    </a:lnTo>
                    <a:lnTo>
                      <a:pt x="1676975" y="1872485"/>
                    </a:lnTo>
                    <a:lnTo>
                      <a:pt x="1642404" y="1883792"/>
                    </a:lnTo>
                    <a:lnTo>
                      <a:pt x="1590409" y="1876277"/>
                    </a:lnTo>
                    <a:lnTo>
                      <a:pt x="1539594" y="1879897"/>
                    </a:lnTo>
                    <a:lnTo>
                      <a:pt x="1526743" y="1889660"/>
                    </a:lnTo>
                    <a:lnTo>
                      <a:pt x="1534450" y="1925143"/>
                    </a:lnTo>
                    <a:lnTo>
                      <a:pt x="1515717" y="1929792"/>
                    </a:lnTo>
                    <a:lnTo>
                      <a:pt x="1497408" y="1919704"/>
                    </a:lnTo>
                    <a:lnTo>
                      <a:pt x="1481293" y="1931748"/>
                    </a:lnTo>
                    <a:lnTo>
                      <a:pt x="1467834" y="1944960"/>
                    </a:lnTo>
                    <a:lnTo>
                      <a:pt x="1441394" y="1976308"/>
                    </a:lnTo>
                    <a:lnTo>
                      <a:pt x="1432543" y="1995611"/>
                    </a:lnTo>
                    <a:lnTo>
                      <a:pt x="1430257" y="2031968"/>
                    </a:lnTo>
                    <a:lnTo>
                      <a:pt x="1444141" y="2064569"/>
                    </a:lnTo>
                    <a:lnTo>
                      <a:pt x="1456457" y="2102745"/>
                    </a:lnTo>
                    <a:lnTo>
                      <a:pt x="1424744" y="2148814"/>
                    </a:lnTo>
                    <a:lnTo>
                      <a:pt x="1407044" y="2150376"/>
                    </a:lnTo>
                    <a:lnTo>
                      <a:pt x="1355380" y="2137593"/>
                    </a:lnTo>
                    <a:lnTo>
                      <a:pt x="1263817" y="2166470"/>
                    </a:lnTo>
                    <a:lnTo>
                      <a:pt x="1181584" y="2143633"/>
                    </a:lnTo>
                    <a:lnTo>
                      <a:pt x="1191928" y="2118959"/>
                    </a:lnTo>
                    <a:lnTo>
                      <a:pt x="1191577" y="2100823"/>
                    </a:lnTo>
                    <a:lnTo>
                      <a:pt x="1196224" y="2072924"/>
                    </a:lnTo>
                    <a:lnTo>
                      <a:pt x="1198990" y="2044391"/>
                    </a:lnTo>
                    <a:lnTo>
                      <a:pt x="1198215" y="2025294"/>
                    </a:lnTo>
                    <a:lnTo>
                      <a:pt x="1192186" y="2004945"/>
                    </a:lnTo>
                    <a:lnTo>
                      <a:pt x="1171904" y="1978315"/>
                    </a:lnTo>
                    <a:lnTo>
                      <a:pt x="1126215" y="1888442"/>
                    </a:lnTo>
                    <a:lnTo>
                      <a:pt x="1112700" y="1850505"/>
                    </a:lnTo>
                    <a:lnTo>
                      <a:pt x="1103296" y="1834703"/>
                    </a:lnTo>
                    <a:lnTo>
                      <a:pt x="1110063" y="1833845"/>
                    </a:lnTo>
                    <a:lnTo>
                      <a:pt x="1147695" y="1854212"/>
                    </a:lnTo>
                    <a:lnTo>
                      <a:pt x="1156472" y="1851706"/>
                    </a:lnTo>
                    <a:lnTo>
                      <a:pt x="1165691" y="1844054"/>
                    </a:lnTo>
                    <a:lnTo>
                      <a:pt x="1154462" y="1814903"/>
                    </a:lnTo>
                    <a:lnTo>
                      <a:pt x="1144819" y="1801708"/>
                    </a:lnTo>
                    <a:lnTo>
                      <a:pt x="1138273" y="1781976"/>
                    </a:lnTo>
                    <a:lnTo>
                      <a:pt x="1160307" y="1776640"/>
                    </a:lnTo>
                    <a:lnTo>
                      <a:pt x="1176219" y="1777824"/>
                    </a:lnTo>
                    <a:lnTo>
                      <a:pt x="1187945" y="1755622"/>
                    </a:lnTo>
                    <a:lnTo>
                      <a:pt x="1181178" y="1719727"/>
                    </a:lnTo>
                    <a:lnTo>
                      <a:pt x="1164086" y="1708677"/>
                    </a:lnTo>
                    <a:lnTo>
                      <a:pt x="1149815" y="1703873"/>
                    </a:lnTo>
                    <a:lnTo>
                      <a:pt x="1122454" y="1647492"/>
                    </a:lnTo>
                    <a:lnTo>
                      <a:pt x="1093912" y="1618289"/>
                    </a:lnTo>
                    <a:lnTo>
                      <a:pt x="1043004" y="1505647"/>
                    </a:lnTo>
                    <a:lnTo>
                      <a:pt x="1024382" y="1428333"/>
                    </a:lnTo>
                    <a:lnTo>
                      <a:pt x="1007069" y="1435677"/>
                    </a:lnTo>
                    <a:lnTo>
                      <a:pt x="998661" y="1401995"/>
                    </a:lnTo>
                    <a:lnTo>
                      <a:pt x="992632" y="1370099"/>
                    </a:lnTo>
                    <a:lnTo>
                      <a:pt x="991433" y="1346644"/>
                    </a:lnTo>
                    <a:lnTo>
                      <a:pt x="964293" y="1333209"/>
                    </a:lnTo>
                    <a:lnTo>
                      <a:pt x="963186" y="1316772"/>
                    </a:lnTo>
                    <a:lnTo>
                      <a:pt x="958300" y="1243421"/>
                    </a:lnTo>
                    <a:lnTo>
                      <a:pt x="929187" y="1233573"/>
                    </a:lnTo>
                    <a:lnTo>
                      <a:pt x="910362" y="1192410"/>
                    </a:lnTo>
                    <a:lnTo>
                      <a:pt x="907006" y="1114530"/>
                    </a:lnTo>
                    <a:lnTo>
                      <a:pt x="887830" y="1100358"/>
                    </a:lnTo>
                    <a:lnTo>
                      <a:pt x="872398" y="1104287"/>
                    </a:lnTo>
                    <a:lnTo>
                      <a:pt x="873117" y="1084984"/>
                    </a:lnTo>
                    <a:lnTo>
                      <a:pt x="876804" y="1066865"/>
                    </a:lnTo>
                    <a:lnTo>
                      <a:pt x="867788" y="995076"/>
                    </a:lnTo>
                    <a:lnTo>
                      <a:pt x="864783" y="929550"/>
                    </a:lnTo>
                    <a:lnTo>
                      <a:pt x="857463" y="909767"/>
                    </a:lnTo>
                    <a:lnTo>
                      <a:pt x="853315" y="886604"/>
                    </a:lnTo>
                    <a:lnTo>
                      <a:pt x="857039" y="866597"/>
                    </a:lnTo>
                    <a:lnTo>
                      <a:pt x="862497" y="855101"/>
                    </a:lnTo>
                    <a:lnTo>
                      <a:pt x="881285" y="852082"/>
                    </a:lnTo>
                    <a:lnTo>
                      <a:pt x="898838" y="8697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4" name="ph9084"/>
              <p:cNvSpPr/>
              <p:nvPr/>
            </p:nvSpPr>
            <p:spPr>
              <a:xfrm>
                <a:off x="3769141" y="1776394"/>
                <a:ext cx="9508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851" h="914400">
                    <a:moveTo>
                      <a:pt x="914400" y="914400"/>
                    </a:moveTo>
                    <a:lnTo>
                      <a:pt x="904609" y="912735"/>
                    </a:lnTo>
                    <a:lnTo>
                      <a:pt x="895685" y="896555"/>
                    </a:lnTo>
                    <a:lnTo>
                      <a:pt x="913736" y="871848"/>
                    </a:lnTo>
                    <a:lnTo>
                      <a:pt x="941356" y="873186"/>
                    </a:lnTo>
                    <a:lnTo>
                      <a:pt x="950851" y="878333"/>
                    </a:lnTo>
                    <a:lnTo>
                      <a:pt x="917792" y="8924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5" name="ph9085"/>
              <p:cNvSpPr/>
              <p:nvPr/>
            </p:nvSpPr>
            <p:spPr>
              <a:xfrm>
                <a:off x="3624421" y="1369012"/>
                <a:ext cx="935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5861" h="914400">
                    <a:moveTo>
                      <a:pt x="914400" y="914400"/>
                    </a:moveTo>
                    <a:lnTo>
                      <a:pt x="910251" y="913336"/>
                    </a:lnTo>
                    <a:lnTo>
                      <a:pt x="915414" y="897018"/>
                    </a:lnTo>
                    <a:lnTo>
                      <a:pt x="919249" y="889967"/>
                    </a:lnTo>
                    <a:lnTo>
                      <a:pt x="931971" y="883378"/>
                    </a:lnTo>
                    <a:lnTo>
                      <a:pt x="935861" y="884527"/>
                    </a:lnTo>
                    <a:lnTo>
                      <a:pt x="922770" y="91105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6" name="ph9086"/>
              <p:cNvSpPr/>
              <p:nvPr/>
            </p:nvSpPr>
            <p:spPr>
              <a:xfrm>
                <a:off x="3661887" y="1222242"/>
                <a:ext cx="93859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8590" h="914399">
                    <a:moveTo>
                      <a:pt x="914400" y="914399"/>
                    </a:moveTo>
                    <a:lnTo>
                      <a:pt x="909643" y="900141"/>
                    </a:lnTo>
                    <a:lnTo>
                      <a:pt x="911542" y="897344"/>
                    </a:lnTo>
                    <a:lnTo>
                      <a:pt x="914787" y="883275"/>
                    </a:lnTo>
                    <a:lnTo>
                      <a:pt x="923950" y="875554"/>
                    </a:lnTo>
                    <a:lnTo>
                      <a:pt x="938590" y="880186"/>
                    </a:lnTo>
                    <a:lnTo>
                      <a:pt x="938498" y="883704"/>
                    </a:lnTo>
                    <a:lnTo>
                      <a:pt x="924504" y="895097"/>
                    </a:lnTo>
                    <a:lnTo>
                      <a:pt x="919138" y="9027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7" name="ph9087"/>
              <p:cNvSpPr/>
              <p:nvPr/>
            </p:nvSpPr>
            <p:spPr>
              <a:xfrm>
                <a:off x="3917530" y="2980371"/>
                <a:ext cx="928689" cy="915639"/>
              </a:xfrm>
              <a:custGeom>
                <a:avLst/>
                <a:gdLst/>
                <a:ahLst/>
                <a:cxnLst/>
                <a:rect l="0" t="0" r="0" b="0"/>
                <a:pathLst>
                  <a:path w="928689" h="915639">
                    <a:moveTo>
                      <a:pt x="914400" y="914400"/>
                    </a:moveTo>
                    <a:lnTo>
                      <a:pt x="861519" y="909801"/>
                    </a:lnTo>
                    <a:lnTo>
                      <a:pt x="853997" y="905546"/>
                    </a:lnTo>
                    <a:lnTo>
                      <a:pt x="883092" y="875451"/>
                    </a:lnTo>
                    <a:lnTo>
                      <a:pt x="902046" y="844172"/>
                    </a:lnTo>
                    <a:lnTo>
                      <a:pt x="918142" y="803353"/>
                    </a:lnTo>
                    <a:lnTo>
                      <a:pt x="919857" y="775077"/>
                    </a:lnTo>
                    <a:lnTo>
                      <a:pt x="923877" y="743197"/>
                    </a:lnTo>
                    <a:lnTo>
                      <a:pt x="928689" y="740822"/>
                    </a:lnTo>
                    <a:lnTo>
                      <a:pt x="928689" y="91563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8" name="ph9088"/>
              <p:cNvSpPr/>
              <p:nvPr/>
            </p:nvSpPr>
            <p:spPr>
              <a:xfrm>
                <a:off x="2934122" y="3126437"/>
                <a:ext cx="1912096" cy="920834"/>
              </a:xfrm>
              <a:custGeom>
                <a:avLst/>
                <a:gdLst/>
                <a:ahLst/>
                <a:cxnLst/>
                <a:rect l="0" t="0" r="0" b="0"/>
                <a:pathLst>
                  <a:path w="1912096" h="920834">
                    <a:moveTo>
                      <a:pt x="914400" y="914400"/>
                    </a:moveTo>
                    <a:lnTo>
                      <a:pt x="1022520" y="871676"/>
                    </a:lnTo>
                    <a:lnTo>
                      <a:pt x="1137997" y="831595"/>
                    </a:lnTo>
                    <a:lnTo>
                      <a:pt x="1164953" y="827237"/>
                    </a:lnTo>
                    <a:lnTo>
                      <a:pt x="1192057" y="818795"/>
                    </a:lnTo>
                    <a:lnTo>
                      <a:pt x="1202069" y="803799"/>
                    </a:lnTo>
                    <a:lnTo>
                      <a:pt x="1212062" y="793762"/>
                    </a:lnTo>
                    <a:lnTo>
                      <a:pt x="1227790" y="767321"/>
                    </a:lnTo>
                    <a:lnTo>
                      <a:pt x="1262564" y="726228"/>
                    </a:lnTo>
                    <a:lnTo>
                      <a:pt x="1324054" y="711266"/>
                    </a:lnTo>
                    <a:lnTo>
                      <a:pt x="1347010" y="691775"/>
                    </a:lnTo>
                    <a:lnTo>
                      <a:pt x="1395133" y="664476"/>
                    </a:lnTo>
                    <a:lnTo>
                      <a:pt x="1504839" y="633849"/>
                    </a:lnTo>
                    <a:lnTo>
                      <a:pt x="1550657" y="627123"/>
                    </a:lnTo>
                    <a:lnTo>
                      <a:pt x="1595553" y="626300"/>
                    </a:lnTo>
                    <a:lnTo>
                      <a:pt x="1635527" y="650458"/>
                    </a:lnTo>
                    <a:lnTo>
                      <a:pt x="1677842" y="680279"/>
                    </a:lnTo>
                    <a:lnTo>
                      <a:pt x="1685457" y="698277"/>
                    </a:lnTo>
                    <a:lnTo>
                      <a:pt x="1662557" y="687056"/>
                    </a:lnTo>
                    <a:lnTo>
                      <a:pt x="1629184" y="660272"/>
                    </a:lnTo>
                    <a:lnTo>
                      <a:pt x="1616849" y="659140"/>
                    </a:lnTo>
                    <a:lnTo>
                      <a:pt x="1645336" y="740606"/>
                    </a:lnTo>
                    <a:lnTo>
                      <a:pt x="1660916" y="769414"/>
                    </a:lnTo>
                    <a:lnTo>
                      <a:pt x="1692408" y="790965"/>
                    </a:lnTo>
                    <a:lnTo>
                      <a:pt x="1718811" y="798223"/>
                    </a:lnTo>
                    <a:lnTo>
                      <a:pt x="1800159" y="785165"/>
                    </a:lnTo>
                    <a:lnTo>
                      <a:pt x="1829052" y="768110"/>
                    </a:lnTo>
                    <a:lnTo>
                      <a:pt x="1837404" y="759480"/>
                    </a:lnTo>
                    <a:lnTo>
                      <a:pt x="1844927" y="763735"/>
                    </a:lnTo>
                    <a:lnTo>
                      <a:pt x="1897807" y="768333"/>
                    </a:lnTo>
                    <a:lnTo>
                      <a:pt x="1912096" y="769573"/>
                    </a:lnTo>
                    <a:lnTo>
                      <a:pt x="1912096" y="920834"/>
                    </a:lnTo>
                    <a:lnTo>
                      <a:pt x="902154" y="92083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9" name="ph9089"/>
              <p:cNvSpPr/>
              <p:nvPr/>
            </p:nvSpPr>
            <p:spPr>
              <a:xfrm>
                <a:off x="2480788" y="711003"/>
                <a:ext cx="966136" cy="1884401"/>
              </a:xfrm>
              <a:custGeom>
                <a:avLst/>
                <a:gdLst/>
                <a:ahLst/>
                <a:cxnLst/>
                <a:rect l="0" t="0" r="0" b="0"/>
                <a:pathLst>
                  <a:path w="966136" h="1884401">
                    <a:moveTo>
                      <a:pt x="914400" y="914400"/>
                    </a:moveTo>
                    <a:lnTo>
                      <a:pt x="939070" y="985554"/>
                    </a:lnTo>
                    <a:lnTo>
                      <a:pt x="959554" y="1036153"/>
                    </a:lnTo>
                    <a:lnTo>
                      <a:pt x="966136" y="1069508"/>
                    </a:lnTo>
                    <a:lnTo>
                      <a:pt x="959370" y="1103326"/>
                    </a:lnTo>
                    <a:lnTo>
                      <a:pt x="952382" y="1120639"/>
                    </a:lnTo>
                    <a:lnTo>
                      <a:pt x="952160" y="1143956"/>
                    </a:lnTo>
                    <a:lnTo>
                      <a:pt x="946777" y="1190369"/>
                    </a:lnTo>
                    <a:lnTo>
                      <a:pt x="930901" y="1213824"/>
                    </a:lnTo>
                    <a:lnTo>
                      <a:pt x="910122" y="1239406"/>
                    </a:lnTo>
                    <a:lnTo>
                      <a:pt x="886945" y="1258503"/>
                    </a:lnTo>
                    <a:lnTo>
                      <a:pt x="868563" y="1263874"/>
                    </a:lnTo>
                    <a:lnTo>
                      <a:pt x="852780" y="1266087"/>
                    </a:lnTo>
                    <a:lnTo>
                      <a:pt x="842178" y="1275798"/>
                    </a:lnTo>
                    <a:lnTo>
                      <a:pt x="832572" y="1304332"/>
                    </a:lnTo>
                    <a:lnTo>
                      <a:pt x="823703" y="1334307"/>
                    </a:lnTo>
                    <a:lnTo>
                      <a:pt x="794719" y="1371162"/>
                    </a:lnTo>
                    <a:lnTo>
                      <a:pt x="795493" y="1383997"/>
                    </a:lnTo>
                    <a:lnTo>
                      <a:pt x="806537" y="1427681"/>
                    </a:lnTo>
                    <a:lnTo>
                      <a:pt x="816881" y="1477422"/>
                    </a:lnTo>
                    <a:lnTo>
                      <a:pt x="808141" y="1523920"/>
                    </a:lnTo>
                    <a:lnTo>
                      <a:pt x="800656" y="1572735"/>
                    </a:lnTo>
                    <a:lnTo>
                      <a:pt x="787546" y="1605266"/>
                    </a:lnTo>
                    <a:lnTo>
                      <a:pt x="768813" y="1616882"/>
                    </a:lnTo>
                    <a:lnTo>
                      <a:pt x="755059" y="1611083"/>
                    </a:lnTo>
                    <a:lnTo>
                      <a:pt x="739497" y="1566455"/>
                    </a:lnTo>
                    <a:lnTo>
                      <a:pt x="739147" y="1556194"/>
                    </a:lnTo>
                    <a:lnTo>
                      <a:pt x="735275" y="1542554"/>
                    </a:lnTo>
                    <a:lnTo>
                      <a:pt x="691134" y="1528965"/>
                    </a:lnTo>
                    <a:lnTo>
                      <a:pt x="683335" y="1529462"/>
                    </a:lnTo>
                    <a:lnTo>
                      <a:pt x="665985" y="1521501"/>
                    </a:lnTo>
                    <a:lnTo>
                      <a:pt x="655807" y="1519253"/>
                    </a:lnTo>
                    <a:lnTo>
                      <a:pt x="634935" y="1514655"/>
                    </a:lnTo>
                    <a:lnTo>
                      <a:pt x="617585" y="1475277"/>
                    </a:lnTo>
                    <a:lnTo>
                      <a:pt x="599147" y="1442523"/>
                    </a:lnTo>
                    <a:lnTo>
                      <a:pt x="596529" y="1428831"/>
                    </a:lnTo>
                    <a:lnTo>
                      <a:pt x="597156" y="1367576"/>
                    </a:lnTo>
                    <a:lnTo>
                      <a:pt x="591514" y="1340330"/>
                    </a:lnTo>
                    <a:lnTo>
                      <a:pt x="589781" y="1310629"/>
                    </a:lnTo>
                    <a:lnTo>
                      <a:pt x="578183" y="1334788"/>
                    </a:lnTo>
                    <a:lnTo>
                      <a:pt x="584913" y="1372981"/>
                    </a:lnTo>
                    <a:lnTo>
                      <a:pt x="570605" y="1389007"/>
                    </a:lnTo>
                    <a:lnTo>
                      <a:pt x="552554" y="1396797"/>
                    </a:lnTo>
                    <a:lnTo>
                      <a:pt x="554251" y="1419171"/>
                    </a:lnTo>
                    <a:lnTo>
                      <a:pt x="561663" y="1423409"/>
                    </a:lnTo>
                    <a:lnTo>
                      <a:pt x="563212" y="1446641"/>
                    </a:lnTo>
                    <a:lnTo>
                      <a:pt x="558823" y="1481025"/>
                    </a:lnTo>
                    <a:lnTo>
                      <a:pt x="523293" y="1557481"/>
                    </a:lnTo>
                    <a:lnTo>
                      <a:pt x="516121" y="1565700"/>
                    </a:lnTo>
                    <a:lnTo>
                      <a:pt x="511253" y="1576029"/>
                    </a:lnTo>
                    <a:lnTo>
                      <a:pt x="493073" y="1569166"/>
                    </a:lnTo>
                    <a:lnTo>
                      <a:pt x="469749" y="1590459"/>
                    </a:lnTo>
                    <a:lnTo>
                      <a:pt x="447661" y="1593873"/>
                    </a:lnTo>
                    <a:lnTo>
                      <a:pt x="439659" y="1569783"/>
                    </a:lnTo>
                    <a:lnTo>
                      <a:pt x="408499" y="1537904"/>
                    </a:lnTo>
                    <a:lnTo>
                      <a:pt x="393785" y="1539688"/>
                    </a:lnTo>
                    <a:lnTo>
                      <a:pt x="406987" y="1555422"/>
                    </a:lnTo>
                    <a:lnTo>
                      <a:pt x="420004" y="1575875"/>
                    </a:lnTo>
                    <a:lnTo>
                      <a:pt x="412610" y="1589412"/>
                    </a:lnTo>
                    <a:lnTo>
                      <a:pt x="405346" y="1598249"/>
                    </a:lnTo>
                    <a:lnTo>
                      <a:pt x="392623" y="1602830"/>
                    </a:lnTo>
                    <a:lnTo>
                      <a:pt x="347100" y="1629596"/>
                    </a:lnTo>
                    <a:lnTo>
                      <a:pt x="363307" y="1647578"/>
                    </a:lnTo>
                    <a:lnTo>
                      <a:pt x="349552" y="1667996"/>
                    </a:lnTo>
                    <a:lnTo>
                      <a:pt x="333640" y="1670998"/>
                    </a:lnTo>
                    <a:lnTo>
                      <a:pt x="325159" y="1680538"/>
                    </a:lnTo>
                    <a:lnTo>
                      <a:pt x="322209" y="1693493"/>
                    </a:lnTo>
                    <a:lnTo>
                      <a:pt x="275063" y="1730399"/>
                    </a:lnTo>
                    <a:lnTo>
                      <a:pt x="198214" y="1825060"/>
                    </a:lnTo>
                    <a:lnTo>
                      <a:pt x="158719" y="1851809"/>
                    </a:lnTo>
                    <a:lnTo>
                      <a:pt x="131136" y="1879623"/>
                    </a:lnTo>
                    <a:lnTo>
                      <a:pt x="106835" y="1878936"/>
                    </a:lnTo>
                    <a:lnTo>
                      <a:pt x="99773" y="1884401"/>
                    </a:lnTo>
                    <a:lnTo>
                      <a:pt x="99773" y="876497"/>
                    </a:lnTo>
                    <a:lnTo>
                      <a:pt x="910622" y="87649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0" name="ph9090"/>
              <p:cNvSpPr/>
              <p:nvPr/>
            </p:nvSpPr>
            <p:spPr>
              <a:xfrm>
                <a:off x="1836750" y="3132768"/>
                <a:ext cx="1322376" cy="914502"/>
              </a:xfrm>
              <a:custGeom>
                <a:avLst/>
                <a:gdLst/>
                <a:ahLst/>
                <a:cxnLst/>
                <a:rect l="0" t="0" r="0" b="0"/>
                <a:pathLst>
                  <a:path w="1322376" h="914502">
                    <a:moveTo>
                      <a:pt x="914400" y="914400"/>
                    </a:moveTo>
                    <a:lnTo>
                      <a:pt x="914990" y="822862"/>
                    </a:lnTo>
                    <a:lnTo>
                      <a:pt x="904591" y="809238"/>
                    </a:lnTo>
                    <a:lnTo>
                      <a:pt x="891149" y="804503"/>
                    </a:lnTo>
                    <a:lnTo>
                      <a:pt x="882778" y="810765"/>
                    </a:lnTo>
                    <a:lnTo>
                      <a:pt x="865576" y="810851"/>
                    </a:lnTo>
                    <a:lnTo>
                      <a:pt x="861962" y="790124"/>
                    </a:lnTo>
                    <a:lnTo>
                      <a:pt x="866166" y="774768"/>
                    </a:lnTo>
                    <a:lnTo>
                      <a:pt x="900737" y="764267"/>
                    </a:lnTo>
                    <a:lnTo>
                      <a:pt x="923526" y="750197"/>
                    </a:lnTo>
                    <a:lnTo>
                      <a:pt x="924540" y="725336"/>
                    </a:lnTo>
                    <a:lnTo>
                      <a:pt x="910140" y="705793"/>
                    </a:lnTo>
                    <a:lnTo>
                      <a:pt x="892901" y="669950"/>
                    </a:lnTo>
                    <a:lnTo>
                      <a:pt x="872638" y="636251"/>
                    </a:lnTo>
                    <a:lnTo>
                      <a:pt x="870443" y="597080"/>
                    </a:lnTo>
                    <a:lnTo>
                      <a:pt x="905660" y="597852"/>
                    </a:lnTo>
                    <a:lnTo>
                      <a:pt x="914289" y="599327"/>
                    </a:lnTo>
                    <a:lnTo>
                      <a:pt x="967704" y="617686"/>
                    </a:lnTo>
                    <a:lnTo>
                      <a:pt x="980758" y="630572"/>
                    </a:lnTo>
                    <a:lnTo>
                      <a:pt x="997186" y="631172"/>
                    </a:lnTo>
                    <a:lnTo>
                      <a:pt x="1026779" y="619179"/>
                    </a:lnTo>
                    <a:lnTo>
                      <a:pt x="1048886" y="613912"/>
                    </a:lnTo>
                    <a:lnTo>
                      <a:pt x="1057460" y="621307"/>
                    </a:lnTo>
                    <a:lnTo>
                      <a:pt x="1069500" y="624412"/>
                    </a:lnTo>
                    <a:lnTo>
                      <a:pt x="1072284" y="624412"/>
                    </a:lnTo>
                    <a:lnTo>
                      <a:pt x="1073445" y="630864"/>
                    </a:lnTo>
                    <a:lnTo>
                      <a:pt x="1101084" y="640198"/>
                    </a:lnTo>
                    <a:lnTo>
                      <a:pt x="1112700" y="655074"/>
                    </a:lnTo>
                    <a:lnTo>
                      <a:pt x="1125606" y="677688"/>
                    </a:lnTo>
                    <a:lnTo>
                      <a:pt x="1126860" y="710237"/>
                    </a:lnTo>
                    <a:lnTo>
                      <a:pt x="1110340" y="733657"/>
                    </a:lnTo>
                    <a:lnTo>
                      <a:pt x="1096622" y="748482"/>
                    </a:lnTo>
                    <a:lnTo>
                      <a:pt x="1148506" y="742871"/>
                    </a:lnTo>
                    <a:lnTo>
                      <a:pt x="1153669" y="756306"/>
                    </a:lnTo>
                    <a:lnTo>
                      <a:pt x="1161524" y="770804"/>
                    </a:lnTo>
                    <a:lnTo>
                      <a:pt x="1189476" y="760475"/>
                    </a:lnTo>
                    <a:lnTo>
                      <a:pt x="1259540" y="803370"/>
                    </a:lnTo>
                    <a:lnTo>
                      <a:pt x="1301910" y="782489"/>
                    </a:lnTo>
                    <a:lnTo>
                      <a:pt x="1312752" y="781271"/>
                    </a:lnTo>
                    <a:lnTo>
                      <a:pt x="1322376" y="815930"/>
                    </a:lnTo>
                    <a:lnTo>
                      <a:pt x="1311848" y="850846"/>
                    </a:lnTo>
                    <a:lnTo>
                      <a:pt x="1274493" y="888096"/>
                    </a:lnTo>
                    <a:lnTo>
                      <a:pt x="1282772" y="911054"/>
                    </a:lnTo>
                    <a:lnTo>
                      <a:pt x="1290845" y="9145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1" name="ph9091"/>
              <p:cNvSpPr/>
              <p:nvPr/>
            </p:nvSpPr>
            <p:spPr>
              <a:xfrm>
                <a:off x="2252268" y="3129645"/>
                <a:ext cx="922329" cy="917625"/>
              </a:xfrm>
              <a:custGeom>
                <a:avLst/>
                <a:gdLst/>
                <a:ahLst/>
                <a:cxnLst/>
                <a:rect l="0" t="0" r="0" b="0"/>
                <a:pathLst>
                  <a:path w="922329" h="917625">
                    <a:moveTo>
                      <a:pt x="914400" y="914399"/>
                    </a:moveTo>
                    <a:lnTo>
                      <a:pt x="922329" y="917625"/>
                    </a:lnTo>
                    <a:lnTo>
                      <a:pt x="891087" y="91762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2" name="ph9092"/>
              <p:cNvSpPr/>
              <p:nvPr/>
            </p:nvSpPr>
            <p:spPr>
              <a:xfrm>
                <a:off x="2364850" y="3092978"/>
                <a:ext cx="1315922" cy="954292"/>
              </a:xfrm>
              <a:custGeom>
                <a:avLst/>
                <a:gdLst/>
                <a:ahLst/>
                <a:cxnLst/>
                <a:rect l="0" t="0" r="0" b="0"/>
                <a:pathLst>
                  <a:path w="1315922" h="954292">
                    <a:moveTo>
                      <a:pt x="914400" y="914399"/>
                    </a:moveTo>
                    <a:lnTo>
                      <a:pt x="932469" y="903178"/>
                    </a:lnTo>
                    <a:lnTo>
                      <a:pt x="991950" y="895148"/>
                    </a:lnTo>
                    <a:lnTo>
                      <a:pt x="1002773" y="874919"/>
                    </a:lnTo>
                    <a:lnTo>
                      <a:pt x="1026871" y="854570"/>
                    </a:lnTo>
                    <a:lnTo>
                      <a:pt x="1042396" y="832350"/>
                    </a:lnTo>
                    <a:lnTo>
                      <a:pt x="1079567" y="790056"/>
                    </a:lnTo>
                    <a:lnTo>
                      <a:pt x="1118028" y="797674"/>
                    </a:lnTo>
                    <a:lnTo>
                      <a:pt x="1140486" y="805772"/>
                    </a:lnTo>
                    <a:lnTo>
                      <a:pt x="1165137" y="809856"/>
                    </a:lnTo>
                    <a:lnTo>
                      <a:pt x="1187576" y="854947"/>
                    </a:lnTo>
                    <a:lnTo>
                      <a:pt x="1244328" y="904791"/>
                    </a:lnTo>
                    <a:lnTo>
                      <a:pt x="1296471" y="900450"/>
                    </a:lnTo>
                    <a:lnTo>
                      <a:pt x="1314983" y="947600"/>
                    </a:lnTo>
                    <a:lnTo>
                      <a:pt x="1315922" y="954292"/>
                    </a:lnTo>
                    <a:lnTo>
                      <a:pt x="879902" y="9542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3" name="ph9093"/>
              <p:cNvSpPr/>
              <p:nvPr/>
            </p:nvSpPr>
            <p:spPr>
              <a:xfrm>
                <a:off x="2748802" y="3022030"/>
                <a:ext cx="914400" cy="9388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850">
                    <a:moveTo>
                      <a:pt x="914400" y="914399"/>
                    </a:moveTo>
                    <a:lnTo>
                      <a:pt x="909329" y="926444"/>
                    </a:lnTo>
                    <a:lnTo>
                      <a:pt x="888107" y="906404"/>
                    </a:lnTo>
                    <a:lnTo>
                      <a:pt x="866793" y="906678"/>
                    </a:lnTo>
                    <a:lnTo>
                      <a:pt x="854052" y="937546"/>
                    </a:lnTo>
                    <a:lnTo>
                      <a:pt x="844575" y="938850"/>
                    </a:lnTo>
                    <a:lnTo>
                      <a:pt x="811663" y="910813"/>
                    </a:lnTo>
                    <a:lnTo>
                      <a:pt x="806390" y="897139"/>
                    </a:lnTo>
                    <a:lnTo>
                      <a:pt x="805302" y="885763"/>
                    </a:lnTo>
                    <a:lnTo>
                      <a:pt x="810004" y="846385"/>
                    </a:lnTo>
                    <a:lnTo>
                      <a:pt x="809137" y="833997"/>
                    </a:lnTo>
                    <a:lnTo>
                      <a:pt x="819481" y="820459"/>
                    </a:lnTo>
                    <a:lnTo>
                      <a:pt x="821085" y="800899"/>
                    </a:lnTo>
                    <a:lnTo>
                      <a:pt x="839375" y="780275"/>
                    </a:lnTo>
                    <a:lnTo>
                      <a:pt x="855601" y="779503"/>
                    </a:lnTo>
                    <a:lnTo>
                      <a:pt x="860763" y="796970"/>
                    </a:lnTo>
                    <a:lnTo>
                      <a:pt x="868526" y="808998"/>
                    </a:lnTo>
                    <a:lnTo>
                      <a:pt x="895869" y="822484"/>
                    </a:lnTo>
                    <a:lnTo>
                      <a:pt x="899944" y="828610"/>
                    </a:lnTo>
                    <a:lnTo>
                      <a:pt x="902415" y="837086"/>
                    </a:lnTo>
                    <a:lnTo>
                      <a:pt x="889693" y="853695"/>
                    </a:lnTo>
                    <a:lnTo>
                      <a:pt x="885378" y="862205"/>
                    </a:lnTo>
                    <a:lnTo>
                      <a:pt x="889416" y="875845"/>
                    </a:lnTo>
                    <a:lnTo>
                      <a:pt x="909679" y="89075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4" name="ph9094"/>
              <p:cNvSpPr/>
              <p:nvPr/>
            </p:nvSpPr>
            <p:spPr>
              <a:xfrm>
                <a:off x="2774910" y="3120122"/>
                <a:ext cx="959190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59190" h="927148">
                    <a:moveTo>
                      <a:pt x="914400" y="914400"/>
                    </a:moveTo>
                    <a:lnTo>
                      <a:pt x="905844" y="906215"/>
                    </a:lnTo>
                    <a:lnTo>
                      <a:pt x="904572" y="894531"/>
                    </a:lnTo>
                    <a:lnTo>
                      <a:pt x="905955" y="882434"/>
                    </a:lnTo>
                    <a:lnTo>
                      <a:pt x="945818" y="915000"/>
                    </a:lnTo>
                    <a:lnTo>
                      <a:pt x="959190" y="927148"/>
                    </a:lnTo>
                    <a:lnTo>
                      <a:pt x="922903" y="9271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5" name="ph9095"/>
              <p:cNvSpPr/>
              <p:nvPr/>
            </p:nvSpPr>
            <p:spPr>
              <a:xfrm>
                <a:off x="2256988" y="2986685"/>
                <a:ext cx="9433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3384" h="914400">
                    <a:moveTo>
                      <a:pt x="914400" y="914400"/>
                    </a:moveTo>
                    <a:lnTo>
                      <a:pt x="903337" y="900347"/>
                    </a:lnTo>
                    <a:lnTo>
                      <a:pt x="892200" y="896778"/>
                    </a:lnTo>
                    <a:lnTo>
                      <a:pt x="898193" y="879449"/>
                    </a:lnTo>
                    <a:lnTo>
                      <a:pt x="906029" y="873152"/>
                    </a:lnTo>
                    <a:lnTo>
                      <a:pt x="934091" y="884442"/>
                    </a:lnTo>
                    <a:lnTo>
                      <a:pt x="942905" y="906541"/>
                    </a:lnTo>
                    <a:lnTo>
                      <a:pt x="943384" y="9137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6" name="ph9096"/>
              <p:cNvSpPr/>
              <p:nvPr/>
            </p:nvSpPr>
            <p:spPr>
              <a:xfrm>
                <a:off x="1719908" y="2863319"/>
                <a:ext cx="9795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9522" h="914400">
                    <a:moveTo>
                      <a:pt x="914400" y="914400"/>
                    </a:moveTo>
                    <a:lnTo>
                      <a:pt x="916483" y="864779"/>
                    </a:lnTo>
                    <a:lnTo>
                      <a:pt x="937152" y="811915"/>
                    </a:lnTo>
                    <a:lnTo>
                      <a:pt x="945892" y="813099"/>
                    </a:lnTo>
                    <a:lnTo>
                      <a:pt x="936949" y="827374"/>
                    </a:lnTo>
                    <a:lnTo>
                      <a:pt x="934368" y="837377"/>
                    </a:lnTo>
                    <a:lnTo>
                      <a:pt x="930736" y="857366"/>
                    </a:lnTo>
                    <a:lnTo>
                      <a:pt x="932377" y="867747"/>
                    </a:lnTo>
                    <a:lnTo>
                      <a:pt x="979522" y="870595"/>
                    </a:lnTo>
                    <a:lnTo>
                      <a:pt x="974046" y="879860"/>
                    </a:lnTo>
                    <a:lnTo>
                      <a:pt x="926237" y="886106"/>
                    </a:lnTo>
                    <a:lnTo>
                      <a:pt x="918751" y="9074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7" name="ph9097"/>
              <p:cNvSpPr/>
              <p:nvPr/>
            </p:nvSpPr>
            <p:spPr>
              <a:xfrm>
                <a:off x="1769801" y="2891046"/>
                <a:ext cx="9217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56" h="914399">
                    <a:moveTo>
                      <a:pt x="914400" y="914399"/>
                    </a:moveTo>
                    <a:lnTo>
                      <a:pt x="896441" y="913387"/>
                    </a:lnTo>
                    <a:lnTo>
                      <a:pt x="886355" y="905289"/>
                    </a:lnTo>
                    <a:lnTo>
                      <a:pt x="889619" y="896658"/>
                    </a:lnTo>
                    <a:lnTo>
                      <a:pt x="899151" y="890069"/>
                    </a:lnTo>
                    <a:lnTo>
                      <a:pt x="907043" y="889057"/>
                    </a:lnTo>
                    <a:lnTo>
                      <a:pt x="919027" y="893124"/>
                    </a:lnTo>
                    <a:lnTo>
                      <a:pt x="921756" y="9057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8" name="ph9098"/>
              <p:cNvSpPr/>
              <p:nvPr/>
            </p:nvSpPr>
            <p:spPr>
              <a:xfrm>
                <a:off x="3931819" y="901131"/>
                <a:ext cx="914400" cy="10090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9042">
                    <a:moveTo>
                      <a:pt x="914400" y="914400"/>
                    </a:moveTo>
                    <a:lnTo>
                      <a:pt x="914400" y="1005493"/>
                    </a:lnTo>
                    <a:lnTo>
                      <a:pt x="876602" y="1009042"/>
                    </a:lnTo>
                    <a:lnTo>
                      <a:pt x="866442" y="1002985"/>
                    </a:lnTo>
                    <a:lnTo>
                      <a:pt x="852522" y="955887"/>
                    </a:lnTo>
                    <a:lnTo>
                      <a:pt x="855287" y="943722"/>
                    </a:lnTo>
                    <a:lnTo>
                      <a:pt x="864654" y="938540"/>
                    </a:lnTo>
                    <a:lnTo>
                      <a:pt x="872674" y="937425"/>
                    </a:lnTo>
                    <a:lnTo>
                      <a:pt x="873854" y="962784"/>
                    </a:lnTo>
                    <a:lnTo>
                      <a:pt x="885636" y="960262"/>
                    </a:lnTo>
                    <a:lnTo>
                      <a:pt x="889324" y="943550"/>
                    </a:lnTo>
                    <a:lnTo>
                      <a:pt x="890154" y="931780"/>
                    </a:lnTo>
                    <a:lnTo>
                      <a:pt x="886964" y="925843"/>
                    </a:lnTo>
                    <a:lnTo>
                      <a:pt x="878962" y="921245"/>
                    </a:lnTo>
                    <a:lnTo>
                      <a:pt x="874334" y="913352"/>
                    </a:lnTo>
                    <a:lnTo>
                      <a:pt x="880990" y="900655"/>
                    </a:lnTo>
                    <a:lnTo>
                      <a:pt x="893306" y="895165"/>
                    </a:lnTo>
                    <a:lnTo>
                      <a:pt x="903927" y="912134"/>
                    </a:lnTo>
                    <a:lnTo>
                      <a:pt x="912427" y="9143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9" name="ph9099"/>
              <p:cNvSpPr/>
              <p:nvPr/>
            </p:nvSpPr>
            <p:spPr>
              <a:xfrm>
                <a:off x="3869038" y="966605"/>
                <a:ext cx="914400" cy="9248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832">
                    <a:moveTo>
                      <a:pt x="914400" y="914400"/>
                    </a:moveTo>
                    <a:lnTo>
                      <a:pt x="907172" y="912426"/>
                    </a:lnTo>
                    <a:lnTo>
                      <a:pt x="901622" y="915120"/>
                    </a:lnTo>
                    <a:lnTo>
                      <a:pt x="897861" y="924832"/>
                    </a:lnTo>
                    <a:lnTo>
                      <a:pt x="889674" y="921348"/>
                    </a:lnTo>
                    <a:lnTo>
                      <a:pt x="886374" y="907433"/>
                    </a:lnTo>
                    <a:lnTo>
                      <a:pt x="892477" y="886604"/>
                    </a:lnTo>
                    <a:lnTo>
                      <a:pt x="907098" y="885814"/>
                    </a:lnTo>
                    <a:lnTo>
                      <a:pt x="913422" y="90652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0" name="ph9100"/>
              <p:cNvSpPr/>
              <p:nvPr/>
            </p:nvSpPr>
            <p:spPr>
              <a:xfrm>
                <a:off x="2529225" y="2540783"/>
                <a:ext cx="921424" cy="1234997"/>
              </a:xfrm>
              <a:custGeom>
                <a:avLst/>
                <a:gdLst/>
                <a:ahLst/>
                <a:cxnLst/>
                <a:rect l="0" t="0" r="0" b="0"/>
                <a:pathLst>
                  <a:path w="921424" h="1234997">
                    <a:moveTo>
                      <a:pt x="914400" y="914399"/>
                    </a:moveTo>
                    <a:lnTo>
                      <a:pt x="909495" y="924643"/>
                    </a:lnTo>
                    <a:lnTo>
                      <a:pt x="902286" y="931386"/>
                    </a:lnTo>
                    <a:lnTo>
                      <a:pt x="883424" y="938541"/>
                    </a:lnTo>
                    <a:lnTo>
                      <a:pt x="867088" y="948527"/>
                    </a:lnTo>
                    <a:lnTo>
                      <a:pt x="852522" y="966079"/>
                    </a:lnTo>
                    <a:lnTo>
                      <a:pt x="847156" y="991164"/>
                    </a:lnTo>
                    <a:lnTo>
                      <a:pt x="858551" y="1009523"/>
                    </a:lnTo>
                    <a:lnTo>
                      <a:pt x="879275" y="1019578"/>
                    </a:lnTo>
                    <a:lnTo>
                      <a:pt x="884548" y="1054529"/>
                    </a:lnTo>
                    <a:lnTo>
                      <a:pt x="867438" y="1071773"/>
                    </a:lnTo>
                    <a:lnTo>
                      <a:pt x="823537" y="1088982"/>
                    </a:lnTo>
                    <a:lnTo>
                      <a:pt x="818928" y="1130522"/>
                    </a:lnTo>
                    <a:lnTo>
                      <a:pt x="820347" y="1163259"/>
                    </a:lnTo>
                    <a:lnTo>
                      <a:pt x="819555" y="1187057"/>
                    </a:lnTo>
                    <a:lnTo>
                      <a:pt x="816070" y="1219983"/>
                    </a:lnTo>
                    <a:lnTo>
                      <a:pt x="780558" y="1234997"/>
                    </a:lnTo>
                    <a:lnTo>
                      <a:pt x="757640" y="1184844"/>
                    </a:lnTo>
                    <a:lnTo>
                      <a:pt x="757437" y="1164769"/>
                    </a:lnTo>
                    <a:lnTo>
                      <a:pt x="750597" y="1141331"/>
                    </a:lnTo>
                    <a:lnTo>
                      <a:pt x="749306" y="1121359"/>
                    </a:lnTo>
                    <a:lnTo>
                      <a:pt x="741193" y="1089411"/>
                    </a:lnTo>
                    <a:lnTo>
                      <a:pt x="707599" y="1080763"/>
                    </a:lnTo>
                    <a:lnTo>
                      <a:pt x="694564" y="1079631"/>
                    </a:lnTo>
                    <a:lnTo>
                      <a:pt x="676328" y="1085568"/>
                    </a:lnTo>
                    <a:lnTo>
                      <a:pt x="671811" y="1083251"/>
                    </a:lnTo>
                    <a:lnTo>
                      <a:pt x="649981" y="1039619"/>
                    </a:lnTo>
                    <a:lnTo>
                      <a:pt x="653576" y="991473"/>
                    </a:lnTo>
                    <a:lnTo>
                      <a:pt x="641923" y="967177"/>
                    </a:lnTo>
                    <a:lnTo>
                      <a:pt x="640319" y="956179"/>
                    </a:lnTo>
                    <a:lnTo>
                      <a:pt x="640596" y="943997"/>
                    </a:lnTo>
                    <a:lnTo>
                      <a:pt x="631026" y="933960"/>
                    </a:lnTo>
                    <a:lnTo>
                      <a:pt x="619410" y="928641"/>
                    </a:lnTo>
                    <a:lnTo>
                      <a:pt x="613768" y="901548"/>
                    </a:lnTo>
                    <a:lnTo>
                      <a:pt x="627118" y="894977"/>
                    </a:lnTo>
                    <a:lnTo>
                      <a:pt x="660121" y="898151"/>
                    </a:lnTo>
                    <a:lnTo>
                      <a:pt x="669765" y="896298"/>
                    </a:lnTo>
                    <a:lnTo>
                      <a:pt x="678596" y="890653"/>
                    </a:lnTo>
                    <a:lnTo>
                      <a:pt x="705295" y="846111"/>
                    </a:lnTo>
                    <a:lnTo>
                      <a:pt x="704520" y="836296"/>
                    </a:lnTo>
                    <a:lnTo>
                      <a:pt x="707378" y="823565"/>
                    </a:lnTo>
                    <a:lnTo>
                      <a:pt x="736270" y="818847"/>
                    </a:lnTo>
                    <a:lnTo>
                      <a:pt x="749140" y="836056"/>
                    </a:lnTo>
                    <a:lnTo>
                      <a:pt x="746559" y="863612"/>
                    </a:lnTo>
                    <a:lnTo>
                      <a:pt x="748200" y="898923"/>
                    </a:lnTo>
                    <a:lnTo>
                      <a:pt x="765697" y="908531"/>
                    </a:lnTo>
                    <a:lnTo>
                      <a:pt x="772519" y="909938"/>
                    </a:lnTo>
                    <a:lnTo>
                      <a:pt x="779802" y="883858"/>
                    </a:lnTo>
                    <a:lnTo>
                      <a:pt x="784910" y="871179"/>
                    </a:lnTo>
                    <a:lnTo>
                      <a:pt x="791842" y="864109"/>
                    </a:lnTo>
                    <a:lnTo>
                      <a:pt x="794202" y="840277"/>
                    </a:lnTo>
                    <a:lnTo>
                      <a:pt x="790091" y="825727"/>
                    </a:lnTo>
                    <a:lnTo>
                      <a:pt x="781333" y="814883"/>
                    </a:lnTo>
                    <a:lnTo>
                      <a:pt x="814042" y="785371"/>
                    </a:lnTo>
                    <a:lnTo>
                      <a:pt x="847894" y="762002"/>
                    </a:lnTo>
                    <a:lnTo>
                      <a:pt x="867585" y="760784"/>
                    </a:lnTo>
                    <a:lnTo>
                      <a:pt x="887406" y="766498"/>
                    </a:lnTo>
                    <a:lnTo>
                      <a:pt x="905826" y="774390"/>
                    </a:lnTo>
                    <a:lnTo>
                      <a:pt x="915819" y="781185"/>
                    </a:lnTo>
                    <a:lnTo>
                      <a:pt x="921424" y="792097"/>
                    </a:lnTo>
                    <a:lnTo>
                      <a:pt x="909071" y="818109"/>
                    </a:lnTo>
                    <a:lnTo>
                      <a:pt x="905641" y="832350"/>
                    </a:lnTo>
                    <a:lnTo>
                      <a:pt x="913939" y="8792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1" name="ph9101"/>
              <p:cNvSpPr/>
              <p:nvPr/>
            </p:nvSpPr>
            <p:spPr>
              <a:xfrm>
                <a:off x="1991850" y="2734135"/>
                <a:ext cx="1141187" cy="1029805"/>
              </a:xfrm>
              <a:custGeom>
                <a:avLst/>
                <a:gdLst/>
                <a:ahLst/>
                <a:cxnLst/>
                <a:rect l="0" t="0" r="0" b="0"/>
                <a:pathLst>
                  <a:path w="1141187" h="1029805">
                    <a:moveTo>
                      <a:pt x="914400" y="1023045"/>
                    </a:moveTo>
                    <a:lnTo>
                      <a:pt x="902360" y="1019939"/>
                    </a:lnTo>
                    <a:lnTo>
                      <a:pt x="893786" y="1012544"/>
                    </a:lnTo>
                    <a:lnTo>
                      <a:pt x="871679" y="1017812"/>
                    </a:lnTo>
                    <a:lnTo>
                      <a:pt x="842086" y="1029805"/>
                    </a:lnTo>
                    <a:lnTo>
                      <a:pt x="825658" y="1029205"/>
                    </a:lnTo>
                    <a:lnTo>
                      <a:pt x="812603" y="1016319"/>
                    </a:lnTo>
                    <a:lnTo>
                      <a:pt x="759189" y="997960"/>
                    </a:lnTo>
                    <a:lnTo>
                      <a:pt x="750560" y="996484"/>
                    </a:lnTo>
                    <a:lnTo>
                      <a:pt x="715269" y="995678"/>
                    </a:lnTo>
                    <a:lnTo>
                      <a:pt x="713592" y="966681"/>
                    </a:lnTo>
                    <a:lnTo>
                      <a:pt x="709222" y="945731"/>
                    </a:lnTo>
                    <a:lnTo>
                      <a:pt x="696887" y="914555"/>
                    </a:lnTo>
                    <a:lnTo>
                      <a:pt x="715177" y="907040"/>
                    </a:lnTo>
                    <a:lnTo>
                      <a:pt x="711637" y="846283"/>
                    </a:lnTo>
                    <a:lnTo>
                      <a:pt x="704999" y="814781"/>
                    </a:lnTo>
                    <a:lnTo>
                      <a:pt x="653908" y="782421"/>
                    </a:lnTo>
                    <a:lnTo>
                      <a:pt x="613658" y="750971"/>
                    </a:lnTo>
                    <a:lnTo>
                      <a:pt x="622951" y="645071"/>
                    </a:lnTo>
                    <a:lnTo>
                      <a:pt x="626915" y="616538"/>
                    </a:lnTo>
                    <a:lnTo>
                      <a:pt x="611648" y="561186"/>
                    </a:lnTo>
                    <a:lnTo>
                      <a:pt x="613234" y="497478"/>
                    </a:lnTo>
                    <a:lnTo>
                      <a:pt x="619669" y="397087"/>
                    </a:lnTo>
                    <a:lnTo>
                      <a:pt x="632465" y="393158"/>
                    </a:lnTo>
                    <a:lnTo>
                      <a:pt x="641849" y="393638"/>
                    </a:lnTo>
                    <a:lnTo>
                      <a:pt x="678043" y="411654"/>
                    </a:lnTo>
                    <a:lnTo>
                      <a:pt x="693107" y="413456"/>
                    </a:lnTo>
                    <a:lnTo>
                      <a:pt x="703432" y="429550"/>
                    </a:lnTo>
                    <a:lnTo>
                      <a:pt x="715528" y="436173"/>
                    </a:lnTo>
                    <a:lnTo>
                      <a:pt x="724286" y="419084"/>
                    </a:lnTo>
                    <a:lnTo>
                      <a:pt x="727697" y="389863"/>
                    </a:lnTo>
                    <a:lnTo>
                      <a:pt x="756386" y="352047"/>
                    </a:lnTo>
                    <a:lnTo>
                      <a:pt x="776483" y="338081"/>
                    </a:lnTo>
                    <a:lnTo>
                      <a:pt x="790183" y="331389"/>
                    </a:lnTo>
                    <a:lnTo>
                      <a:pt x="804011" y="346642"/>
                    </a:lnTo>
                    <a:lnTo>
                      <a:pt x="814595" y="363783"/>
                    </a:lnTo>
                    <a:lnTo>
                      <a:pt x="817102" y="326276"/>
                    </a:lnTo>
                    <a:lnTo>
                      <a:pt x="825639" y="254830"/>
                    </a:lnTo>
                    <a:lnTo>
                      <a:pt x="798369" y="243609"/>
                    </a:lnTo>
                    <a:lnTo>
                      <a:pt x="776152" y="253286"/>
                    </a:lnTo>
                    <a:lnTo>
                      <a:pt x="754118" y="298566"/>
                    </a:lnTo>
                    <a:lnTo>
                      <a:pt x="734463" y="355479"/>
                    </a:lnTo>
                    <a:lnTo>
                      <a:pt x="702584" y="360712"/>
                    </a:lnTo>
                    <a:lnTo>
                      <a:pt x="677140" y="376823"/>
                    </a:lnTo>
                    <a:lnTo>
                      <a:pt x="654166" y="360111"/>
                    </a:lnTo>
                    <a:lnTo>
                      <a:pt x="639360" y="345390"/>
                    </a:lnTo>
                    <a:lnTo>
                      <a:pt x="638992" y="323839"/>
                    </a:lnTo>
                    <a:lnTo>
                      <a:pt x="642347" y="310834"/>
                    </a:lnTo>
                    <a:lnTo>
                      <a:pt x="669340" y="264421"/>
                    </a:lnTo>
                    <a:lnTo>
                      <a:pt x="705497" y="219845"/>
                    </a:lnTo>
                    <a:lnTo>
                      <a:pt x="741931" y="220274"/>
                    </a:lnTo>
                    <a:lnTo>
                      <a:pt x="768500" y="206033"/>
                    </a:lnTo>
                    <a:lnTo>
                      <a:pt x="784375" y="204334"/>
                    </a:lnTo>
                    <a:lnTo>
                      <a:pt x="833936" y="207457"/>
                    </a:lnTo>
                    <a:lnTo>
                      <a:pt x="859381" y="197694"/>
                    </a:lnTo>
                    <a:lnTo>
                      <a:pt x="882170" y="177259"/>
                    </a:lnTo>
                    <a:lnTo>
                      <a:pt x="931418" y="90834"/>
                    </a:lnTo>
                    <a:lnTo>
                      <a:pt x="959204" y="54802"/>
                    </a:lnTo>
                    <a:lnTo>
                      <a:pt x="1015237" y="42122"/>
                    </a:lnTo>
                    <a:lnTo>
                      <a:pt x="1067011" y="531"/>
                    </a:lnTo>
                    <a:lnTo>
                      <a:pt x="1081484" y="0"/>
                    </a:lnTo>
                    <a:lnTo>
                      <a:pt x="1057128" y="31004"/>
                    </a:lnTo>
                    <a:lnTo>
                      <a:pt x="1053219" y="42997"/>
                    </a:lnTo>
                    <a:lnTo>
                      <a:pt x="1050269" y="61391"/>
                    </a:lnTo>
                    <a:lnTo>
                      <a:pt x="1067730" y="101335"/>
                    </a:lnTo>
                    <a:lnTo>
                      <a:pt x="1064042" y="125647"/>
                    </a:lnTo>
                    <a:lnTo>
                      <a:pt x="1065277" y="173484"/>
                    </a:lnTo>
                    <a:lnTo>
                      <a:pt x="1048812" y="198415"/>
                    </a:lnTo>
                    <a:lnTo>
                      <a:pt x="1030227" y="251450"/>
                    </a:lnTo>
                    <a:lnTo>
                      <a:pt x="1022225" y="259257"/>
                    </a:lnTo>
                    <a:lnTo>
                      <a:pt x="1020510" y="321163"/>
                    </a:lnTo>
                    <a:lnTo>
                      <a:pt x="1022335" y="335936"/>
                    </a:lnTo>
                    <a:lnTo>
                      <a:pt x="1019699" y="392300"/>
                    </a:lnTo>
                    <a:lnTo>
                      <a:pt x="1038745" y="415377"/>
                    </a:lnTo>
                    <a:lnTo>
                      <a:pt x="1058879" y="427439"/>
                    </a:lnTo>
                    <a:lnTo>
                      <a:pt x="1126030" y="427011"/>
                    </a:lnTo>
                    <a:lnTo>
                      <a:pt x="1133000" y="437151"/>
                    </a:lnTo>
                    <a:lnTo>
                      <a:pt x="1141187" y="454583"/>
                    </a:lnTo>
                    <a:lnTo>
                      <a:pt x="1135194" y="484181"/>
                    </a:lnTo>
                    <a:lnTo>
                      <a:pt x="1128022" y="506504"/>
                    </a:lnTo>
                    <a:lnTo>
                      <a:pt x="1108570" y="525309"/>
                    </a:lnTo>
                    <a:lnTo>
                      <a:pt x="1083605" y="539327"/>
                    </a:lnTo>
                    <a:lnTo>
                      <a:pt x="1068080" y="539944"/>
                    </a:lnTo>
                    <a:lnTo>
                      <a:pt x="1046932" y="513298"/>
                    </a:lnTo>
                    <a:lnTo>
                      <a:pt x="1036883" y="521946"/>
                    </a:lnTo>
                    <a:lnTo>
                      <a:pt x="1026502" y="535535"/>
                    </a:lnTo>
                    <a:lnTo>
                      <a:pt x="1009115" y="608456"/>
                    </a:lnTo>
                    <a:lnTo>
                      <a:pt x="1000874" y="657717"/>
                    </a:lnTo>
                    <a:lnTo>
                      <a:pt x="996412" y="661715"/>
                    </a:lnTo>
                    <a:lnTo>
                      <a:pt x="986584" y="654457"/>
                    </a:lnTo>
                    <a:lnTo>
                      <a:pt x="969603" y="653891"/>
                    </a:lnTo>
                    <a:lnTo>
                      <a:pt x="948141" y="665575"/>
                    </a:lnTo>
                    <a:lnTo>
                      <a:pt x="959148" y="676025"/>
                    </a:lnTo>
                    <a:lnTo>
                      <a:pt x="970783" y="694178"/>
                    </a:lnTo>
                    <a:lnTo>
                      <a:pt x="966136" y="703271"/>
                    </a:lnTo>
                    <a:lnTo>
                      <a:pt x="947256" y="713103"/>
                    </a:lnTo>
                    <a:lnTo>
                      <a:pt x="930514" y="732989"/>
                    </a:lnTo>
                    <a:lnTo>
                      <a:pt x="923508" y="748037"/>
                    </a:lnTo>
                    <a:lnTo>
                      <a:pt x="902396" y="765847"/>
                    </a:lnTo>
                    <a:lnTo>
                      <a:pt x="889121" y="788427"/>
                    </a:lnTo>
                    <a:lnTo>
                      <a:pt x="895630" y="816411"/>
                    </a:lnTo>
                    <a:lnTo>
                      <a:pt x="898395" y="840981"/>
                    </a:lnTo>
                    <a:lnTo>
                      <a:pt x="904203" y="868125"/>
                    </a:lnTo>
                    <a:lnTo>
                      <a:pt x="898967" y="889796"/>
                    </a:lnTo>
                    <a:lnTo>
                      <a:pt x="872822" y="920886"/>
                    </a:lnTo>
                    <a:lnTo>
                      <a:pt x="863179" y="947841"/>
                    </a:lnTo>
                    <a:lnTo>
                      <a:pt x="885581" y="947498"/>
                    </a:lnTo>
                    <a:lnTo>
                      <a:pt x="899373" y="953727"/>
                    </a:lnTo>
                    <a:lnTo>
                      <a:pt x="907448" y="961688"/>
                    </a:lnTo>
                    <a:lnTo>
                      <a:pt x="915782" y="972978"/>
                    </a:lnTo>
                    <a:lnTo>
                      <a:pt x="910675" y="986927"/>
                    </a:lnTo>
                    <a:lnTo>
                      <a:pt x="917184" y="10230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2" name="ph9102"/>
              <p:cNvSpPr/>
              <p:nvPr/>
            </p:nvSpPr>
            <p:spPr>
              <a:xfrm>
                <a:off x="2173445" y="2585531"/>
                <a:ext cx="939401" cy="1093203"/>
              </a:xfrm>
              <a:custGeom>
                <a:avLst/>
                <a:gdLst/>
                <a:ahLst/>
                <a:cxnLst/>
                <a:rect l="0" t="0" r="0" b="0"/>
                <a:pathLst>
                  <a:path w="939401" h="1093203">
                    <a:moveTo>
                      <a:pt x="914400" y="914400"/>
                    </a:moveTo>
                    <a:lnTo>
                      <a:pt x="924079" y="953503"/>
                    </a:lnTo>
                    <a:lnTo>
                      <a:pt x="939401" y="997238"/>
                    </a:lnTo>
                    <a:lnTo>
                      <a:pt x="933003" y="1015546"/>
                    </a:lnTo>
                    <a:lnTo>
                      <a:pt x="937355" y="1039001"/>
                    </a:lnTo>
                    <a:lnTo>
                      <a:pt x="932985" y="1063468"/>
                    </a:lnTo>
                    <a:lnTo>
                      <a:pt x="902507" y="1091916"/>
                    </a:lnTo>
                    <a:lnTo>
                      <a:pt x="868323" y="1093203"/>
                    </a:lnTo>
                    <a:lnTo>
                      <a:pt x="832793" y="1079459"/>
                    </a:lnTo>
                    <a:lnTo>
                      <a:pt x="782605" y="1053002"/>
                    </a:lnTo>
                    <a:lnTo>
                      <a:pt x="778567" y="1038143"/>
                    </a:lnTo>
                    <a:lnTo>
                      <a:pt x="771524" y="1029907"/>
                    </a:lnTo>
                    <a:lnTo>
                      <a:pt x="758101" y="984816"/>
                    </a:lnTo>
                    <a:lnTo>
                      <a:pt x="758414" y="929207"/>
                    </a:lnTo>
                    <a:lnTo>
                      <a:pt x="783637" y="922241"/>
                    </a:lnTo>
                    <a:lnTo>
                      <a:pt x="838749" y="895697"/>
                    </a:lnTo>
                    <a:lnTo>
                      <a:pt x="851489" y="899867"/>
                    </a:lnTo>
                    <a:lnTo>
                      <a:pt x="864783" y="913439"/>
                    </a:lnTo>
                    <a:lnTo>
                      <a:pt x="880086" y="914245"/>
                    </a:lnTo>
                    <a:lnTo>
                      <a:pt x="902304" y="894994"/>
                    </a:lnTo>
                    <a:lnTo>
                      <a:pt x="906526" y="8960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3" name="ph9103"/>
              <p:cNvSpPr/>
              <p:nvPr/>
            </p:nvSpPr>
            <p:spPr>
              <a:xfrm>
                <a:off x="2334225" y="2841356"/>
                <a:ext cx="957360" cy="984936"/>
              </a:xfrm>
              <a:custGeom>
                <a:avLst/>
                <a:gdLst/>
                <a:ahLst/>
                <a:cxnLst/>
                <a:rect l="0" t="0" r="0" b="0"/>
                <a:pathLst>
                  <a:path w="957360" h="984936">
                    <a:moveTo>
                      <a:pt x="914400" y="914400"/>
                    </a:moveTo>
                    <a:lnTo>
                      <a:pt x="937004" y="913147"/>
                    </a:lnTo>
                    <a:lnTo>
                      <a:pt x="952382" y="922189"/>
                    </a:lnTo>
                    <a:lnTo>
                      <a:pt x="956051" y="936156"/>
                    </a:lnTo>
                    <a:lnTo>
                      <a:pt x="957360" y="967160"/>
                    </a:lnTo>
                    <a:lnTo>
                      <a:pt x="941208" y="976203"/>
                    </a:lnTo>
                    <a:lnTo>
                      <a:pt x="923379" y="973131"/>
                    </a:lnTo>
                    <a:lnTo>
                      <a:pt x="899114" y="984936"/>
                    </a:lnTo>
                    <a:lnTo>
                      <a:pt x="819462" y="934251"/>
                    </a:lnTo>
                    <a:lnTo>
                      <a:pt x="820624" y="891991"/>
                    </a:lnTo>
                    <a:lnTo>
                      <a:pt x="823814" y="875399"/>
                    </a:lnTo>
                    <a:lnTo>
                      <a:pt x="861556" y="871453"/>
                    </a:lnTo>
                    <a:lnTo>
                      <a:pt x="880990" y="8925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4" name="ph9104"/>
              <p:cNvSpPr/>
              <p:nvPr/>
            </p:nvSpPr>
            <p:spPr>
              <a:xfrm>
                <a:off x="2173999" y="2871057"/>
                <a:ext cx="9637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63740" h="914400">
                    <a:moveTo>
                      <a:pt x="914400" y="914400"/>
                    </a:moveTo>
                    <a:lnTo>
                      <a:pt x="903023" y="885934"/>
                    </a:lnTo>
                    <a:lnTo>
                      <a:pt x="901548" y="877029"/>
                    </a:lnTo>
                    <a:lnTo>
                      <a:pt x="914916" y="858808"/>
                    </a:lnTo>
                    <a:lnTo>
                      <a:pt x="923563" y="838167"/>
                    </a:lnTo>
                    <a:lnTo>
                      <a:pt x="945928" y="806476"/>
                    </a:lnTo>
                    <a:lnTo>
                      <a:pt x="958817" y="769346"/>
                    </a:lnTo>
                    <a:lnTo>
                      <a:pt x="963740" y="769929"/>
                    </a:lnTo>
                    <a:lnTo>
                      <a:pt x="958024" y="802993"/>
                    </a:lnTo>
                    <a:lnTo>
                      <a:pt x="928652" y="895217"/>
                    </a:lnTo>
                    <a:lnTo>
                      <a:pt x="922770" y="9124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5" name="ph9105"/>
              <p:cNvSpPr/>
              <p:nvPr/>
            </p:nvSpPr>
            <p:spPr>
              <a:xfrm>
                <a:off x="2517867" y="2798736"/>
                <a:ext cx="921609" cy="934920"/>
              </a:xfrm>
              <a:custGeom>
                <a:avLst/>
                <a:gdLst/>
                <a:ahLst/>
                <a:cxnLst/>
                <a:rect l="0" t="0" r="0" b="0"/>
                <a:pathLst>
                  <a:path w="921609" h="934920">
                    <a:moveTo>
                      <a:pt x="914400" y="914400"/>
                    </a:moveTo>
                    <a:lnTo>
                      <a:pt x="885415" y="910556"/>
                    </a:lnTo>
                    <a:lnTo>
                      <a:pt x="852743" y="934920"/>
                    </a:lnTo>
                    <a:lnTo>
                      <a:pt x="840353" y="927217"/>
                    </a:lnTo>
                    <a:lnTo>
                      <a:pt x="845036" y="911654"/>
                    </a:lnTo>
                    <a:lnTo>
                      <a:pt x="848447" y="905992"/>
                    </a:lnTo>
                    <a:lnTo>
                      <a:pt x="859436" y="899386"/>
                    </a:lnTo>
                    <a:lnTo>
                      <a:pt x="866774" y="889726"/>
                    </a:lnTo>
                    <a:lnTo>
                      <a:pt x="869651" y="874610"/>
                    </a:lnTo>
                    <a:lnTo>
                      <a:pt x="876454" y="882760"/>
                    </a:lnTo>
                    <a:lnTo>
                      <a:pt x="896681" y="886175"/>
                    </a:lnTo>
                    <a:lnTo>
                      <a:pt x="906563" y="890996"/>
                    </a:lnTo>
                    <a:lnTo>
                      <a:pt x="914824" y="898082"/>
                    </a:lnTo>
                    <a:lnTo>
                      <a:pt x="921609" y="9091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6" name="ph9106"/>
              <p:cNvSpPr/>
              <p:nvPr/>
            </p:nvSpPr>
            <p:spPr>
              <a:xfrm>
                <a:off x="2529298" y="2586800"/>
                <a:ext cx="9321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2174" h="914399">
                    <a:moveTo>
                      <a:pt x="914400" y="914399"/>
                    </a:moveTo>
                    <a:lnTo>
                      <a:pt x="910491" y="913610"/>
                    </a:lnTo>
                    <a:lnTo>
                      <a:pt x="904720" y="893106"/>
                    </a:lnTo>
                    <a:lnTo>
                      <a:pt x="914086" y="880633"/>
                    </a:lnTo>
                    <a:lnTo>
                      <a:pt x="919617" y="870046"/>
                    </a:lnTo>
                    <a:lnTo>
                      <a:pt x="923545" y="870355"/>
                    </a:lnTo>
                    <a:lnTo>
                      <a:pt x="928910" y="881799"/>
                    </a:lnTo>
                    <a:lnTo>
                      <a:pt x="932174" y="89945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7" name="ph9107"/>
              <p:cNvSpPr/>
              <p:nvPr/>
            </p:nvSpPr>
            <p:spPr>
              <a:xfrm>
                <a:off x="2122557" y="2838697"/>
                <a:ext cx="93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938" h="914400">
                    <a:moveTo>
                      <a:pt x="914400" y="914400"/>
                    </a:moveTo>
                    <a:lnTo>
                      <a:pt x="899907" y="906747"/>
                    </a:lnTo>
                    <a:lnTo>
                      <a:pt x="876325" y="877922"/>
                    </a:lnTo>
                    <a:lnTo>
                      <a:pt x="873357" y="870269"/>
                    </a:lnTo>
                    <a:lnTo>
                      <a:pt x="885747" y="875159"/>
                    </a:lnTo>
                    <a:lnTo>
                      <a:pt x="901124" y="890224"/>
                    </a:lnTo>
                    <a:lnTo>
                      <a:pt x="913717" y="893432"/>
                    </a:lnTo>
                    <a:lnTo>
                      <a:pt x="930938" y="906181"/>
                    </a:lnTo>
                    <a:lnTo>
                      <a:pt x="927066" y="9107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8" name="ph9108"/>
              <p:cNvSpPr/>
              <p:nvPr/>
            </p:nvSpPr>
            <p:spPr>
              <a:xfrm>
                <a:off x="2035677" y="2826292"/>
                <a:ext cx="934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4054" h="914400">
                    <a:moveTo>
                      <a:pt x="914400" y="914400"/>
                    </a:moveTo>
                    <a:lnTo>
                      <a:pt x="904351" y="905906"/>
                    </a:lnTo>
                    <a:lnTo>
                      <a:pt x="885913" y="902612"/>
                    </a:lnTo>
                    <a:lnTo>
                      <a:pt x="879294" y="848530"/>
                    </a:lnTo>
                    <a:lnTo>
                      <a:pt x="881193" y="845321"/>
                    </a:lnTo>
                    <a:lnTo>
                      <a:pt x="890467" y="849113"/>
                    </a:lnTo>
                    <a:lnTo>
                      <a:pt x="922273" y="874336"/>
                    </a:lnTo>
                    <a:lnTo>
                      <a:pt x="933391" y="901943"/>
                    </a:lnTo>
                    <a:lnTo>
                      <a:pt x="934054" y="9095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9" name="ph9109"/>
              <p:cNvSpPr/>
              <p:nvPr/>
            </p:nvSpPr>
            <p:spPr>
              <a:xfrm>
                <a:off x="2155229" y="2512626"/>
                <a:ext cx="9278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878" h="914400">
                    <a:moveTo>
                      <a:pt x="914400" y="914400"/>
                    </a:moveTo>
                    <a:lnTo>
                      <a:pt x="902433" y="907828"/>
                    </a:lnTo>
                    <a:lnTo>
                      <a:pt x="901179" y="885094"/>
                    </a:lnTo>
                    <a:lnTo>
                      <a:pt x="905715" y="864676"/>
                    </a:lnTo>
                    <a:lnTo>
                      <a:pt x="900387" y="846420"/>
                    </a:lnTo>
                    <a:lnTo>
                      <a:pt x="906250" y="834683"/>
                    </a:lnTo>
                    <a:lnTo>
                      <a:pt x="923084" y="862016"/>
                    </a:lnTo>
                    <a:lnTo>
                      <a:pt x="927878" y="874867"/>
                    </a:lnTo>
                    <a:lnTo>
                      <a:pt x="921387" y="890224"/>
                    </a:lnTo>
                    <a:lnTo>
                      <a:pt x="917608" y="90808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0" name="ph9110"/>
              <p:cNvSpPr/>
              <p:nvPr/>
            </p:nvSpPr>
            <p:spPr>
              <a:xfrm>
                <a:off x="2234733" y="1998178"/>
                <a:ext cx="9451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5191" h="914400">
                    <a:moveTo>
                      <a:pt x="914400" y="914400"/>
                    </a:moveTo>
                    <a:lnTo>
                      <a:pt x="888420" y="902749"/>
                    </a:lnTo>
                    <a:lnTo>
                      <a:pt x="899889" y="886466"/>
                    </a:lnTo>
                    <a:lnTo>
                      <a:pt x="928431" y="878968"/>
                    </a:lnTo>
                    <a:lnTo>
                      <a:pt x="945191" y="881439"/>
                    </a:lnTo>
                    <a:lnTo>
                      <a:pt x="926753" y="897602"/>
                    </a:lnTo>
                    <a:lnTo>
                      <a:pt x="922088" y="9061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1" name="ph9111"/>
              <p:cNvSpPr/>
              <p:nvPr/>
            </p:nvSpPr>
            <p:spPr>
              <a:xfrm>
                <a:off x="2997383" y="2779742"/>
                <a:ext cx="9306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99" h="914400">
                    <a:moveTo>
                      <a:pt x="914400" y="914400"/>
                    </a:moveTo>
                    <a:lnTo>
                      <a:pt x="883202" y="904551"/>
                    </a:lnTo>
                    <a:lnTo>
                      <a:pt x="845183" y="880204"/>
                    </a:lnTo>
                    <a:lnTo>
                      <a:pt x="850752" y="832487"/>
                    </a:lnTo>
                    <a:lnTo>
                      <a:pt x="860505" y="811863"/>
                    </a:lnTo>
                    <a:lnTo>
                      <a:pt x="929851" y="865345"/>
                    </a:lnTo>
                    <a:lnTo>
                      <a:pt x="930699" y="885505"/>
                    </a:lnTo>
                    <a:lnTo>
                      <a:pt x="921369" y="90844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2" name="pt9112"/>
              <p:cNvSpPr/>
              <p:nvPr/>
            </p:nvSpPr>
            <p:spPr>
              <a:xfrm>
                <a:off x="3110108" y="2274708"/>
                <a:ext cx="117405" cy="117405"/>
              </a:xfrm>
              <a:prstGeom prst="ellipse">
                <a:avLst/>
              </a:prstGeom>
              <a:solidFill>
                <a:srgbClr val="FEE49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3" name="pt9113"/>
              <p:cNvSpPr/>
              <p:nvPr/>
            </p:nvSpPr>
            <p:spPr>
              <a:xfrm>
                <a:off x="3195572" y="2564527"/>
                <a:ext cx="117405" cy="117405"/>
              </a:xfrm>
              <a:prstGeom prst="ellipse">
                <a:avLst/>
              </a:prstGeom>
              <a:solidFill>
                <a:srgbClr val="1A985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4" name="pt9114"/>
              <p:cNvSpPr/>
              <p:nvPr/>
            </p:nvSpPr>
            <p:spPr>
              <a:xfrm>
                <a:off x="3381187" y="3216587"/>
                <a:ext cx="117405" cy="117405"/>
              </a:xfrm>
              <a:prstGeom prst="ellipse">
                <a:avLst/>
              </a:prstGeom>
              <a:solidFill>
                <a:srgbClr val="B2DE7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5" name="pt9115"/>
              <p:cNvSpPr/>
              <p:nvPr/>
            </p:nvSpPr>
            <p:spPr>
              <a:xfrm>
                <a:off x="3447359" y="3371770"/>
                <a:ext cx="117405" cy="117405"/>
              </a:xfrm>
              <a:prstGeom prst="ellipse">
                <a:avLst/>
              </a:prstGeom>
              <a:solidFill>
                <a:srgbClr val="ECF7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6" name="pt9116"/>
              <p:cNvSpPr/>
              <p:nvPr/>
            </p:nvSpPr>
            <p:spPr>
              <a:xfrm>
                <a:off x="3462647" y="3498030"/>
                <a:ext cx="117405" cy="117405"/>
              </a:xfrm>
              <a:prstGeom prst="ellipse">
                <a:avLst/>
              </a:prstGeom>
              <a:solidFill>
                <a:srgbClr val="D9EF8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7" name="pt9117"/>
              <p:cNvSpPr/>
              <p:nvPr/>
            </p:nvSpPr>
            <p:spPr>
              <a:xfrm>
                <a:off x="4098739" y="3055813"/>
                <a:ext cx="117405" cy="117405"/>
              </a:xfrm>
              <a:prstGeom prst="ellipse">
                <a:avLst/>
              </a:prstGeom>
              <a:solidFill>
                <a:srgbClr val="FFFF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8" name="pt9118"/>
              <p:cNvSpPr/>
              <p:nvPr/>
            </p:nvSpPr>
            <p:spPr>
              <a:xfrm>
                <a:off x="4170243" y="2690108"/>
                <a:ext cx="117405" cy="117405"/>
              </a:xfrm>
              <a:prstGeom prst="ellipse">
                <a:avLst/>
              </a:prstGeom>
              <a:solidFill>
                <a:srgbClr val="FFFF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9" name="pt9119"/>
              <p:cNvSpPr/>
              <p:nvPr/>
            </p:nvSpPr>
            <p:spPr>
              <a:xfrm>
                <a:off x="4613567" y="1938229"/>
                <a:ext cx="117405" cy="117405"/>
              </a:xfrm>
              <a:prstGeom prst="ellipse">
                <a:avLst/>
              </a:prstGeom>
              <a:solidFill>
                <a:srgbClr val="FFFF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0" name="pl9120"/>
              <p:cNvSpPr/>
              <p:nvPr/>
            </p:nvSpPr>
            <p:spPr>
              <a:xfrm>
                <a:off x="3511731" y="3329334"/>
                <a:ext cx="40919" cy="88831"/>
              </a:xfrm>
              <a:custGeom>
                <a:avLst/>
                <a:gdLst/>
                <a:ahLst/>
                <a:cxnLst/>
                <a:rect l="0" t="0" r="0" b="0"/>
                <a:pathLst>
                  <a:path w="40919" h="88831">
                    <a:moveTo>
                      <a:pt x="40919" y="0"/>
                    </a:moveTo>
                    <a:lnTo>
                      <a:pt x="0" y="88831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3" name="pg9123"/>
              <p:cNvSpPr/>
              <p:nvPr/>
            </p:nvSpPr>
            <p:spPr>
              <a:xfrm>
                <a:off x="3009326" y="2682681"/>
                <a:ext cx="236829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36829" h="156088">
                    <a:moveTo>
                      <a:pt x="27431" y="156088"/>
                    </a:moveTo>
                    <a:lnTo>
                      <a:pt x="209397" y="156088"/>
                    </a:lnTo>
                    <a:lnTo>
                      <a:pt x="208293" y="156065"/>
                    </a:lnTo>
                    <a:lnTo>
                      <a:pt x="212704" y="155888"/>
                    </a:lnTo>
                    <a:lnTo>
                      <a:pt x="217029" y="155005"/>
                    </a:lnTo>
                    <a:lnTo>
                      <a:pt x="221157" y="153439"/>
                    </a:lnTo>
                    <a:lnTo>
                      <a:pt x="224980" y="151232"/>
                    </a:lnTo>
                    <a:lnTo>
                      <a:pt x="228400" y="148440"/>
                    </a:lnTo>
                    <a:lnTo>
                      <a:pt x="231327" y="145135"/>
                    </a:lnTo>
                    <a:lnTo>
                      <a:pt x="233687" y="141404"/>
                    </a:lnTo>
                    <a:lnTo>
                      <a:pt x="235417" y="137342"/>
                    </a:lnTo>
                    <a:lnTo>
                      <a:pt x="236474" y="133056"/>
                    </a:lnTo>
                    <a:lnTo>
                      <a:pt x="236829" y="128656"/>
                    </a:lnTo>
                    <a:lnTo>
                      <a:pt x="236829" y="27432"/>
                    </a:lnTo>
                    <a:lnTo>
                      <a:pt x="236474" y="23031"/>
                    </a:lnTo>
                    <a:lnTo>
                      <a:pt x="235417" y="18745"/>
                    </a:lnTo>
                    <a:lnTo>
                      <a:pt x="233687" y="14683"/>
                    </a:lnTo>
                    <a:lnTo>
                      <a:pt x="231327" y="10952"/>
                    </a:lnTo>
                    <a:lnTo>
                      <a:pt x="228400" y="7647"/>
                    </a:lnTo>
                    <a:lnTo>
                      <a:pt x="224980" y="4855"/>
                    </a:lnTo>
                    <a:lnTo>
                      <a:pt x="221157" y="2648"/>
                    </a:lnTo>
                    <a:lnTo>
                      <a:pt x="217029" y="1083"/>
                    </a:lnTo>
                    <a:lnTo>
                      <a:pt x="212704" y="200"/>
                    </a:lnTo>
                    <a:lnTo>
                      <a:pt x="209397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4" name="tx9124"/>
              <p:cNvSpPr/>
              <p:nvPr/>
            </p:nvSpPr>
            <p:spPr>
              <a:xfrm>
                <a:off x="3055046" y="2728401"/>
                <a:ext cx="145389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9125" name="pg9125"/>
              <p:cNvSpPr/>
              <p:nvPr/>
            </p:nvSpPr>
            <p:spPr>
              <a:xfrm>
                <a:off x="3164134" y="3059030"/>
                <a:ext cx="297088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97088" h="156088">
                    <a:moveTo>
                      <a:pt x="27431" y="156088"/>
                    </a:moveTo>
                    <a:lnTo>
                      <a:pt x="269656" y="156088"/>
                    </a:lnTo>
                    <a:lnTo>
                      <a:pt x="268551" y="156065"/>
                    </a:lnTo>
                    <a:lnTo>
                      <a:pt x="272963" y="155888"/>
                    </a:lnTo>
                    <a:lnTo>
                      <a:pt x="277288" y="155005"/>
                    </a:lnTo>
                    <a:lnTo>
                      <a:pt x="281416" y="153439"/>
                    </a:lnTo>
                    <a:lnTo>
                      <a:pt x="285239" y="151232"/>
                    </a:lnTo>
                    <a:lnTo>
                      <a:pt x="288659" y="148440"/>
                    </a:lnTo>
                    <a:lnTo>
                      <a:pt x="291586" y="145135"/>
                    </a:lnTo>
                    <a:lnTo>
                      <a:pt x="293946" y="141404"/>
                    </a:lnTo>
                    <a:lnTo>
                      <a:pt x="295676" y="137342"/>
                    </a:lnTo>
                    <a:lnTo>
                      <a:pt x="296733" y="133056"/>
                    </a:lnTo>
                    <a:lnTo>
                      <a:pt x="297088" y="128656"/>
                    </a:lnTo>
                    <a:lnTo>
                      <a:pt x="297088" y="27432"/>
                    </a:lnTo>
                    <a:lnTo>
                      <a:pt x="296733" y="23031"/>
                    </a:lnTo>
                    <a:lnTo>
                      <a:pt x="295676" y="18745"/>
                    </a:lnTo>
                    <a:lnTo>
                      <a:pt x="293946" y="14683"/>
                    </a:lnTo>
                    <a:lnTo>
                      <a:pt x="291586" y="10952"/>
                    </a:lnTo>
                    <a:lnTo>
                      <a:pt x="288659" y="7647"/>
                    </a:lnTo>
                    <a:lnTo>
                      <a:pt x="285239" y="4855"/>
                    </a:lnTo>
                    <a:lnTo>
                      <a:pt x="281416" y="2648"/>
                    </a:lnTo>
                    <a:lnTo>
                      <a:pt x="277288" y="1083"/>
                    </a:lnTo>
                    <a:lnTo>
                      <a:pt x="272963" y="200"/>
                    </a:lnTo>
                    <a:lnTo>
                      <a:pt x="269656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6" name="tx9126"/>
              <p:cNvSpPr/>
              <p:nvPr/>
            </p:nvSpPr>
            <p:spPr>
              <a:xfrm>
                <a:off x="3209854" y="3104750"/>
                <a:ext cx="205648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9127" name="pg9127"/>
              <p:cNvSpPr/>
              <p:nvPr/>
            </p:nvSpPr>
            <p:spPr>
              <a:xfrm>
                <a:off x="3552651" y="3214840"/>
                <a:ext cx="276971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76971" h="156088">
                    <a:moveTo>
                      <a:pt x="27431" y="156088"/>
                    </a:moveTo>
                    <a:lnTo>
                      <a:pt x="249539" y="156088"/>
                    </a:lnTo>
                    <a:lnTo>
                      <a:pt x="248435" y="156065"/>
                    </a:lnTo>
                    <a:lnTo>
                      <a:pt x="252846" y="155888"/>
                    </a:lnTo>
                    <a:lnTo>
                      <a:pt x="257171" y="155005"/>
                    </a:lnTo>
                    <a:lnTo>
                      <a:pt x="261299" y="153439"/>
                    </a:lnTo>
                    <a:lnTo>
                      <a:pt x="265122" y="151232"/>
                    </a:lnTo>
                    <a:lnTo>
                      <a:pt x="268542" y="148440"/>
                    </a:lnTo>
                    <a:lnTo>
                      <a:pt x="271470" y="145135"/>
                    </a:lnTo>
                    <a:lnTo>
                      <a:pt x="273829" y="141404"/>
                    </a:lnTo>
                    <a:lnTo>
                      <a:pt x="275560" y="137342"/>
                    </a:lnTo>
                    <a:lnTo>
                      <a:pt x="276616" y="133056"/>
                    </a:lnTo>
                    <a:lnTo>
                      <a:pt x="276971" y="128656"/>
                    </a:lnTo>
                    <a:lnTo>
                      <a:pt x="276971" y="27431"/>
                    </a:lnTo>
                    <a:lnTo>
                      <a:pt x="276616" y="23031"/>
                    </a:lnTo>
                    <a:lnTo>
                      <a:pt x="275560" y="18745"/>
                    </a:lnTo>
                    <a:lnTo>
                      <a:pt x="273829" y="14683"/>
                    </a:lnTo>
                    <a:lnTo>
                      <a:pt x="271470" y="10952"/>
                    </a:lnTo>
                    <a:lnTo>
                      <a:pt x="268542" y="7647"/>
                    </a:lnTo>
                    <a:lnTo>
                      <a:pt x="265122" y="4855"/>
                    </a:lnTo>
                    <a:lnTo>
                      <a:pt x="261299" y="2648"/>
                    </a:lnTo>
                    <a:lnTo>
                      <a:pt x="257171" y="1083"/>
                    </a:lnTo>
                    <a:lnTo>
                      <a:pt x="252846" y="200"/>
                    </a:lnTo>
                    <a:lnTo>
                      <a:pt x="24953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8" name="tx9128"/>
              <p:cNvSpPr/>
              <p:nvPr/>
            </p:nvSpPr>
            <p:spPr>
              <a:xfrm>
                <a:off x="3598371" y="3260560"/>
                <a:ext cx="185531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9129" name="pg9129"/>
              <p:cNvSpPr/>
              <p:nvPr/>
            </p:nvSpPr>
            <p:spPr>
              <a:xfrm>
                <a:off x="3506923" y="3616060"/>
                <a:ext cx="282000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82000" h="156088">
                    <a:moveTo>
                      <a:pt x="27431" y="156088"/>
                    </a:moveTo>
                    <a:lnTo>
                      <a:pt x="254568" y="156088"/>
                    </a:lnTo>
                    <a:lnTo>
                      <a:pt x="253464" y="156065"/>
                    </a:lnTo>
                    <a:lnTo>
                      <a:pt x="257875" y="155888"/>
                    </a:lnTo>
                    <a:lnTo>
                      <a:pt x="262201" y="155005"/>
                    </a:lnTo>
                    <a:lnTo>
                      <a:pt x="266328" y="153439"/>
                    </a:lnTo>
                    <a:lnTo>
                      <a:pt x="270152" y="151232"/>
                    </a:lnTo>
                    <a:lnTo>
                      <a:pt x="273571" y="148440"/>
                    </a:lnTo>
                    <a:lnTo>
                      <a:pt x="276499" y="145135"/>
                    </a:lnTo>
                    <a:lnTo>
                      <a:pt x="278858" y="141404"/>
                    </a:lnTo>
                    <a:lnTo>
                      <a:pt x="280589" y="137342"/>
                    </a:lnTo>
                    <a:lnTo>
                      <a:pt x="281645" y="133056"/>
                    </a:lnTo>
                    <a:lnTo>
                      <a:pt x="282000" y="128656"/>
                    </a:lnTo>
                    <a:lnTo>
                      <a:pt x="282000" y="27431"/>
                    </a:lnTo>
                    <a:lnTo>
                      <a:pt x="281645" y="23031"/>
                    </a:lnTo>
                    <a:lnTo>
                      <a:pt x="280589" y="18745"/>
                    </a:lnTo>
                    <a:lnTo>
                      <a:pt x="278858" y="14683"/>
                    </a:lnTo>
                    <a:lnTo>
                      <a:pt x="276499" y="10952"/>
                    </a:lnTo>
                    <a:lnTo>
                      <a:pt x="273571" y="7647"/>
                    </a:lnTo>
                    <a:lnTo>
                      <a:pt x="270152" y="4855"/>
                    </a:lnTo>
                    <a:lnTo>
                      <a:pt x="266328" y="2648"/>
                    </a:lnTo>
                    <a:lnTo>
                      <a:pt x="262201" y="1083"/>
                    </a:lnTo>
                    <a:lnTo>
                      <a:pt x="257875" y="200"/>
                    </a:lnTo>
                    <a:lnTo>
                      <a:pt x="25456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0" name="tx9130"/>
              <p:cNvSpPr/>
              <p:nvPr/>
            </p:nvSpPr>
            <p:spPr>
              <a:xfrm>
                <a:off x="3552643" y="3661780"/>
                <a:ext cx="190560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9131" name="pg9131"/>
              <p:cNvSpPr/>
              <p:nvPr/>
            </p:nvSpPr>
            <p:spPr>
              <a:xfrm>
                <a:off x="3921177" y="3174238"/>
                <a:ext cx="261975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61975" h="156088">
                    <a:moveTo>
                      <a:pt x="27431" y="156088"/>
                    </a:moveTo>
                    <a:lnTo>
                      <a:pt x="234543" y="156088"/>
                    </a:lnTo>
                    <a:lnTo>
                      <a:pt x="233439" y="156065"/>
                    </a:lnTo>
                    <a:lnTo>
                      <a:pt x="237850" y="155888"/>
                    </a:lnTo>
                    <a:lnTo>
                      <a:pt x="242175" y="155005"/>
                    </a:lnTo>
                    <a:lnTo>
                      <a:pt x="246303" y="153439"/>
                    </a:lnTo>
                    <a:lnTo>
                      <a:pt x="250126" y="151232"/>
                    </a:lnTo>
                    <a:lnTo>
                      <a:pt x="253546" y="148440"/>
                    </a:lnTo>
                    <a:lnTo>
                      <a:pt x="256473" y="145135"/>
                    </a:lnTo>
                    <a:lnTo>
                      <a:pt x="258833" y="141404"/>
                    </a:lnTo>
                    <a:lnTo>
                      <a:pt x="260563" y="137342"/>
                    </a:lnTo>
                    <a:lnTo>
                      <a:pt x="261620" y="133056"/>
                    </a:lnTo>
                    <a:lnTo>
                      <a:pt x="261975" y="128656"/>
                    </a:lnTo>
                    <a:lnTo>
                      <a:pt x="261975" y="27432"/>
                    </a:lnTo>
                    <a:lnTo>
                      <a:pt x="261620" y="23031"/>
                    </a:lnTo>
                    <a:lnTo>
                      <a:pt x="260563" y="18745"/>
                    </a:lnTo>
                    <a:lnTo>
                      <a:pt x="258833" y="14683"/>
                    </a:lnTo>
                    <a:lnTo>
                      <a:pt x="256473" y="10952"/>
                    </a:lnTo>
                    <a:lnTo>
                      <a:pt x="253546" y="7647"/>
                    </a:lnTo>
                    <a:lnTo>
                      <a:pt x="250126" y="4855"/>
                    </a:lnTo>
                    <a:lnTo>
                      <a:pt x="246303" y="2648"/>
                    </a:lnTo>
                    <a:lnTo>
                      <a:pt x="242175" y="1083"/>
                    </a:lnTo>
                    <a:lnTo>
                      <a:pt x="237850" y="200"/>
                    </a:lnTo>
                    <a:lnTo>
                      <a:pt x="23454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2" name="tx9132"/>
              <p:cNvSpPr/>
              <p:nvPr/>
            </p:nvSpPr>
            <p:spPr>
              <a:xfrm>
                <a:off x="3966897" y="3219958"/>
                <a:ext cx="170535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9133" name="pg9133"/>
              <p:cNvSpPr/>
              <p:nvPr/>
            </p:nvSpPr>
            <p:spPr>
              <a:xfrm>
                <a:off x="3955991" y="2808538"/>
                <a:ext cx="292059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92059" h="156088">
                    <a:moveTo>
                      <a:pt x="27431" y="156088"/>
                    </a:moveTo>
                    <a:lnTo>
                      <a:pt x="264627" y="156088"/>
                    </a:lnTo>
                    <a:lnTo>
                      <a:pt x="263522" y="156065"/>
                    </a:lnTo>
                    <a:lnTo>
                      <a:pt x="267933" y="155888"/>
                    </a:lnTo>
                    <a:lnTo>
                      <a:pt x="272259" y="155005"/>
                    </a:lnTo>
                    <a:lnTo>
                      <a:pt x="276387" y="153439"/>
                    </a:lnTo>
                    <a:lnTo>
                      <a:pt x="280210" y="151232"/>
                    </a:lnTo>
                    <a:lnTo>
                      <a:pt x="283630" y="148440"/>
                    </a:lnTo>
                    <a:lnTo>
                      <a:pt x="286557" y="145135"/>
                    </a:lnTo>
                    <a:lnTo>
                      <a:pt x="288917" y="141404"/>
                    </a:lnTo>
                    <a:lnTo>
                      <a:pt x="290647" y="137342"/>
                    </a:lnTo>
                    <a:lnTo>
                      <a:pt x="291704" y="133056"/>
                    </a:lnTo>
                    <a:lnTo>
                      <a:pt x="292059" y="128656"/>
                    </a:lnTo>
                    <a:lnTo>
                      <a:pt x="292059" y="27431"/>
                    </a:lnTo>
                    <a:lnTo>
                      <a:pt x="291704" y="23031"/>
                    </a:lnTo>
                    <a:lnTo>
                      <a:pt x="290647" y="18745"/>
                    </a:lnTo>
                    <a:lnTo>
                      <a:pt x="288917" y="14683"/>
                    </a:lnTo>
                    <a:lnTo>
                      <a:pt x="286557" y="10952"/>
                    </a:lnTo>
                    <a:lnTo>
                      <a:pt x="283630" y="7647"/>
                    </a:lnTo>
                    <a:lnTo>
                      <a:pt x="280210" y="4855"/>
                    </a:lnTo>
                    <a:lnTo>
                      <a:pt x="276387" y="2648"/>
                    </a:lnTo>
                    <a:lnTo>
                      <a:pt x="272259" y="1083"/>
                    </a:lnTo>
                    <a:lnTo>
                      <a:pt x="267933" y="200"/>
                    </a:lnTo>
                    <a:lnTo>
                      <a:pt x="264627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4" name="tx9134"/>
              <p:cNvSpPr/>
              <p:nvPr/>
            </p:nvSpPr>
            <p:spPr>
              <a:xfrm>
                <a:off x="4001711" y="2854258"/>
                <a:ext cx="200619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  <p:sp>
            <p:nvSpPr>
              <p:cNvPr id="9135" name="pg9135"/>
              <p:cNvSpPr/>
              <p:nvPr/>
            </p:nvSpPr>
            <p:spPr>
              <a:xfrm>
                <a:off x="4646777" y="1781087"/>
                <a:ext cx="267004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67004" h="156088">
                    <a:moveTo>
                      <a:pt x="27432" y="156088"/>
                    </a:moveTo>
                    <a:lnTo>
                      <a:pt x="239572" y="156088"/>
                    </a:lnTo>
                    <a:lnTo>
                      <a:pt x="238468" y="156065"/>
                    </a:lnTo>
                    <a:lnTo>
                      <a:pt x="242879" y="155888"/>
                    </a:lnTo>
                    <a:lnTo>
                      <a:pt x="247204" y="155005"/>
                    </a:lnTo>
                    <a:lnTo>
                      <a:pt x="251332" y="153439"/>
                    </a:lnTo>
                    <a:lnTo>
                      <a:pt x="255155" y="151232"/>
                    </a:lnTo>
                    <a:lnTo>
                      <a:pt x="258575" y="148440"/>
                    </a:lnTo>
                    <a:lnTo>
                      <a:pt x="261503" y="145135"/>
                    </a:lnTo>
                    <a:lnTo>
                      <a:pt x="263862" y="141404"/>
                    </a:lnTo>
                    <a:lnTo>
                      <a:pt x="265593" y="137342"/>
                    </a:lnTo>
                    <a:lnTo>
                      <a:pt x="266649" y="133056"/>
                    </a:lnTo>
                    <a:lnTo>
                      <a:pt x="267004" y="128656"/>
                    </a:lnTo>
                    <a:lnTo>
                      <a:pt x="267004" y="27432"/>
                    </a:lnTo>
                    <a:lnTo>
                      <a:pt x="266649" y="23031"/>
                    </a:lnTo>
                    <a:lnTo>
                      <a:pt x="265593" y="18745"/>
                    </a:lnTo>
                    <a:lnTo>
                      <a:pt x="263862" y="14683"/>
                    </a:lnTo>
                    <a:lnTo>
                      <a:pt x="261503" y="10952"/>
                    </a:lnTo>
                    <a:lnTo>
                      <a:pt x="258575" y="7647"/>
                    </a:lnTo>
                    <a:lnTo>
                      <a:pt x="255155" y="4855"/>
                    </a:lnTo>
                    <a:lnTo>
                      <a:pt x="251332" y="2648"/>
                    </a:lnTo>
                    <a:lnTo>
                      <a:pt x="247204" y="1083"/>
                    </a:lnTo>
                    <a:lnTo>
                      <a:pt x="242879" y="200"/>
                    </a:lnTo>
                    <a:lnTo>
                      <a:pt x="239572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6" name="tx9136"/>
              <p:cNvSpPr/>
              <p:nvPr/>
            </p:nvSpPr>
            <p:spPr>
              <a:xfrm>
                <a:off x="4692497" y="1826807"/>
                <a:ext cx="175564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9137" name="tx913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38" name="tx913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39" name="tx913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0" name="tx914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1" name="tx914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2" name="tx914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3" name="tx914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4" name="tx914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5" name="tx914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6" name="tx914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7" name="tx914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48" name="tx914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49" name="tx914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0" name="tx915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1" name="tx915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2" name="tx915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3" name="tx915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4" name="tx915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5" name="tx915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6" name="tx915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7" name="tx915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58" name="tx915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59" name="tx915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0" name="tx916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1" name="tx916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2" name="tx916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3" name="tx916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4" name="tx916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5" name="tx916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6" name="tx916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7" name="tx916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68" name="tx916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69" name="tx916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0" name="tx917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1" name="tx917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2" name="tx917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3" name="tx917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4" name="tx917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5" name="tx917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6" name="tx917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7" name="tx917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78" name="tx917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79" name="tx917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0" name="tx918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1" name="tx918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2" name="tx918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3" name="tx918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4" name="tx918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5" name="tx918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6" name="tx918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7" name="tx918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88" name="tx918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89" name="tx918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0" name="tx919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1" name="tx919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2" name="tx919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3" name="tx919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4" name="tx919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5" name="tx919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6" name="tx919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7" name="tx919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198" name="tx919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199" name="tx919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0" name="tx920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1" name="tx920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2" name="tx920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3" name="tx920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4" name="tx920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5" name="tx920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6" name="tx920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7" name="tx920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08" name="tx920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09" name="tx920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0" name="tx921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1" name="tx921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2" name="tx921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3" name="tx921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4" name="tx921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5" name="tx921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6" name="tx921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7" name="tx921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18" name="tx921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19" name="tx921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0" name="tx922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1" name="tx922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2" name="tx922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3" name="tx922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4" name="tx922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5" name="tx922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6" name="tx922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7" name="tx922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28" name="tx922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29" name="tx922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0" name="tx923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1" name="tx923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2" name="tx923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3" name="tx923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4" name="tx923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5" name="tx923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6" name="tx923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7" name="tx923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38" name="tx923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39" name="tx923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0" name="tx924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1" name="tx924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2" name="tx924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3" name="tx924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4" name="tx924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5" name="tx924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6" name="tx924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7" name="tx924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48" name="tx924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49" name="tx924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0" name="tx925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1" name="tx925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2" name="tx925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3" name="tx925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4" name="tx925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5" name="tx925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6" name="tx925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7" name="tx925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58" name="tx925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59" name="tx925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0" name="tx926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1" name="tx926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2" name="tx926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3" name="tx926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4" name="tx926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5" name="tx926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6" name="tx926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7" name="tx926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68" name="tx926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69" name="tx926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0" name="tx927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1" name="tx927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2" name="tx927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3" name="tx927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4" name="tx927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5" name="tx927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6" name="tx927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7" name="tx927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78" name="tx927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79" name="tx927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0" name="tx928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1" name="tx928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2" name="tx928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3" name="tx928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4" name="tx928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5" name="tx928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6" name="tx928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7" name="tx928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88" name="tx928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89" name="tx928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0" name="tx929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1" name="tx929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2" name="tx929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3" name="tx929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4" name="tx929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5" name="tx929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6" name="tx929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7" name="tx929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298" name="tx929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299" name="tx929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0" name="tx930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1" name="tx930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2" name="tx930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3" name="tx930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4" name="tx930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5" name="tx930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6" name="tx930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7" name="tx930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08" name="tx930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09" name="tx930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0" name="tx931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1" name="tx931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2" name="tx931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3" name="tx931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4" name="tx931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5" name="tx931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6" name="tx931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7" name="tx931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18" name="tx931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19" name="tx931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0" name="tx932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1" name="tx932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2" name="tx932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3" name="tx932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4" name="tx932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5" name="tx932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6" name="tx932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7" name="tx932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28" name="tx932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29" name="tx932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0" name="tx933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1" name="tx933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2" name="tx933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3" name="tx933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4" name="tx933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5" name="tx933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6" name="tx933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7" name="tx933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38" name="tx933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39" name="tx933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0" name="tx934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1" name="tx934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2" name="tx934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3" name="tx934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4" name="tx934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5" name="tx934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6" name="tx934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7" name="tx934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48" name="tx934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49" name="tx934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0" name="tx935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1" name="tx935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2" name="tx935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3" name="tx935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4" name="tx935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5" name="tx935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6" name="tx935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7" name="tx935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58" name="tx935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59" name="tx935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0" name="tx936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1" name="tx936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2" name="tx936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3" name="tx936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4" name="tx936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5" name="tx936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6" name="tx936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7" name="tx936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68" name="tx936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69" name="tx936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0" name="tx937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1" name="tx937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2" name="tx937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3" name="tx937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4" name="tx937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5" name="tx937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6" name="tx937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7" name="tx937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78" name="tx937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79" name="tx937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0" name="tx938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1" name="tx938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2" name="tx938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3" name="tx938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4" name="tx938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5" name="tx938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6" name="tx938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7" name="tx938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88" name="tx938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89" name="tx938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0" name="tx939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1" name="tx939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2" name="tx939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3" name="tx939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4" name="tx939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5" name="tx939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6" name="tx939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7" name="tx939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398" name="tx939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399" name="tx939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0" name="tx940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1" name="tx940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2" name="tx940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3" name="tx940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4" name="tx940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5" name="tx940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6" name="tx940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7" name="tx940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08" name="tx940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09" name="tx940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0" name="tx941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1" name="tx941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2" name="tx941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3" name="tx941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4" name="tx941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5" name="tx941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6" name="tx941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7" name="tx941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18" name="tx941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19" name="tx941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0" name="tx942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1" name="tx942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2" name="tx942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3" name="tx942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4" name="tx942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5" name="tx942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6" name="tx942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7" name="tx942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28" name="tx942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29" name="tx942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0" name="tx943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1" name="tx943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2" name="tx943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3" name="tx943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4" name="tx943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5" name="tx943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6" name="tx943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7" name="tx943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38" name="tx943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39" name="tx943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0" name="tx944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1" name="tx944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2" name="tx944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3" name="tx944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4" name="tx944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5" name="tx944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6" name="tx944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7" name="tx944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48" name="tx944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49" name="tx944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0" name="tx945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1" name="tx945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2" name="tx945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3" name="tx945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4" name="tx945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5" name="tx945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6" name="tx945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7" name="tx945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58" name="tx945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59" name="tx945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0" name="tx946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1" name="tx946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2" name="tx946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3" name="tx946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4" name="tx946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5" name="tx946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6" name="tx946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7" name="tx946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68" name="tx946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69" name="tx946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0" name="tx947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1" name="tx947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2" name="tx947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3" name="tx947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4" name="tx947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5" name="tx947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6" name="tx947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7" name="tx947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78" name="tx947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79" name="tx947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0" name="tx948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1" name="tx948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2" name="tx948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3" name="tx948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4" name="tx948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5" name="tx948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6" name="tx948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7" name="tx948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88" name="tx948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89" name="tx948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0" name="tx949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1" name="tx949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2" name="tx949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3" name="tx949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4" name="tx949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5" name="tx949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6" name="tx949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7" name="tx949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498" name="tx949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499" name="tx949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0" name="tx950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1" name="tx950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2" name="tx950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3" name="tx950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4" name="tx950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5" name="tx950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6" name="tx950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7" name="tx950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08" name="tx950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09" name="tx950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0" name="tx951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1" name="tx951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2" name="tx951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3" name="tx951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4" name="tx951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5" name="tx951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6" name="tx951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7" name="tx951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18" name="tx951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19" name="tx951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0" name="tx952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1" name="tx952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2" name="tx952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3" name="tx952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4" name="tx952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5" name="tx952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6" name="tx952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7" name="tx952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28" name="tx952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29" name="tx952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0" name="tx953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1" name="tx953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2" name="tx953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3" name="tx953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4" name="tx953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5" name="tx953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6" name="tx953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7" name="tx953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38" name="tx953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39" name="tx953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0" name="tx954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1" name="tx954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2" name="tx954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3" name="tx954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4" name="tx954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5" name="tx954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6" name="tx954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7" name="tx954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48" name="tx954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49" name="tx954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0" name="tx955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1" name="tx955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2" name="tx955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3" name="tx955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4" name="tx955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5" name="tx955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6" name="tx955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7" name="tx955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58" name="tx955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59" name="tx955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0" name="tx956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1" name="tx956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2" name="tx956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3" name="tx956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4" name="tx956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5" name="tx956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6" name="tx956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7" name="tx956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68" name="tx956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69" name="tx956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0" name="tx957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1" name="tx957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2" name="tx957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3" name="tx957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4" name="tx957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5" name="tx957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6" name="tx957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7" name="tx957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78" name="tx957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79" name="tx957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0" name="tx958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1" name="tx958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2" name="tx958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3" name="tx958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4" name="tx958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5" name="tx958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6" name="tx958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7" name="tx958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88" name="tx958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89" name="tx958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0" name="tx959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1" name="tx959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2" name="tx959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3" name="tx959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4" name="tx959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5" name="tx959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6" name="tx959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7" name="tx959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598" name="tx959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599" name="tx959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0" name="tx960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1" name="tx960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2" name="tx960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3" name="tx960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4" name="tx960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5" name="tx960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6" name="tx960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7" name="tx960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08" name="tx960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09" name="tx960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0" name="tx961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1" name="tx9611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2" name="tx9612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3" name="tx9613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4" name="tx9614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5" name="tx9615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6" name="tx9616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7" name="tx9617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18" name="tx9618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19" name="tx9619"/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9620" name="tx9620"/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1" name="tx962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2" name="tx962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3" name="tx962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4" name="tx962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5" name="tx962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6" name="tx962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7" name="tx962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28" name="tx962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29" name="tx962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0" name="tx963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1" name="tx963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2" name="tx963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3" name="tx963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4" name="tx963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5" name="tx963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6" name="tx963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7" name="tx963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38" name="tx963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39" name="tx963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0" name="tx964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1" name="tx964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2" name="tx964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3" name="tx964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4" name="tx964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5" name="tx964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6" name="tx964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7" name="tx964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48" name="tx964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49" name="tx964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0" name="tx965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1" name="tx965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2" name="tx965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3" name="tx965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4" name="tx965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5" name="tx965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6" name="tx965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7" name="tx965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58" name="tx965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59" name="tx965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0" name="tx966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1" name="tx966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2" name="tx966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3" name="tx966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4" name="tx966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5" name="tx966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6" name="tx966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7" name="tx966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68" name="tx966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69" name="tx966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0" name="tx967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1" name="tx967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2" name="tx967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3" name="tx967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4" name="tx967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5" name="tx967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6" name="tx967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7" name="tx967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78" name="tx967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79" name="tx967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0" name="tx968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1" name="tx968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2" name="tx968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3" name="tx968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4" name="tx968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5" name="tx968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6" name="tx968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7" name="tx968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88" name="tx968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89" name="tx968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0" name="tx969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1" name="tx969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2" name="tx969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3" name="tx969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4" name="tx969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5" name="tx969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6" name="tx969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7" name="tx969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698" name="tx969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699" name="tx969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0" name="tx970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1" name="tx970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2" name="tx970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3" name="tx970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4" name="tx970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5" name="tx970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6" name="tx970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7" name="tx970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08" name="tx970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09" name="tx970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0" name="tx971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1" name="tx971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2" name="tx971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3" name="tx971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4" name="tx971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5" name="tx971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6" name="tx971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7" name="tx971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18" name="tx971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19" name="tx971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0" name="tx972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1" name="tx972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2" name="tx972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3" name="tx972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4" name="tx972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5" name="tx972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6" name="tx972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7" name="tx972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28" name="tx972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29" name="tx972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0" name="tx973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1" name="tx973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2" name="tx973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3" name="tx973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4" name="tx973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5" name="tx973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6" name="tx973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7" name="tx973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38" name="tx973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39" name="tx973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0" name="tx974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1" name="tx974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2" name="tx974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3" name="tx974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4" name="tx974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5" name="tx974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6" name="tx974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7" name="tx974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48" name="tx974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49" name="tx974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0" name="tx975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1" name="tx975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2" name="tx975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3" name="tx975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4" name="tx975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5" name="tx975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6" name="tx975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7" name="tx975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58" name="tx975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59" name="tx975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0" name="tx976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1" name="tx976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2" name="tx976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3" name="tx976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4" name="tx976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5" name="tx976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6" name="tx976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7" name="tx976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68" name="tx976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69" name="tx976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0" name="tx977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1" name="tx977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2" name="tx977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3" name="tx977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4" name="tx977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5" name="tx977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6" name="tx977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7" name="tx977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78" name="tx977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79" name="tx977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0" name="tx978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1" name="tx978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2" name="tx978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3" name="tx978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4" name="tx978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5" name="tx978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6" name="tx978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7" name="tx978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88" name="tx978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89" name="tx978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0" name="tx979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1" name="tx979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2" name="tx979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3" name="tx979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4" name="tx979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5" name="tx979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6" name="tx979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7" name="tx979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798" name="tx979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799" name="tx979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0" name="tx980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1" name="tx980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2" name="tx980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3" name="tx980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4" name="tx980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5" name="tx980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6" name="tx980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7" name="tx980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08" name="tx980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09" name="tx980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0" name="tx981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1" name="tx981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2" name="tx981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3" name="tx981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4" name="tx981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5" name="tx981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6" name="tx981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7" name="tx981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18" name="tx981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19" name="tx981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0" name="tx982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1" name="tx982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2" name="tx982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3" name="tx982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4" name="tx982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5" name="tx982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6" name="tx982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7" name="tx982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28" name="tx982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29" name="tx982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0" name="tx983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1" name="tx983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2" name="tx983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3" name="tx983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4" name="tx983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5" name="tx983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6" name="tx983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7" name="tx983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38" name="tx983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39" name="tx983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0" name="tx984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1" name="tx984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2" name="tx984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3" name="tx984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4" name="tx984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5" name="tx984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6" name="tx984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7" name="tx984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48" name="tx984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49" name="tx984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0" name="tx985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1" name="tx985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2" name="tx985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3" name="tx985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4" name="tx985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5" name="tx985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6" name="tx985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7" name="tx985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58" name="tx985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59" name="tx985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0" name="tx986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1" name="tx986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2" name="tx986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3" name="tx986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4" name="tx986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5" name="tx986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6" name="tx986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7" name="tx986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68" name="tx986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69" name="tx986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0" name="tx987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1" name="tx987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2" name="tx987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3" name="tx987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4" name="tx987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5" name="tx987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6" name="tx987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7" name="tx987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78" name="tx987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79" name="tx987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0" name="tx988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1" name="tx988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2" name="tx988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3" name="tx988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4" name="tx988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5" name="tx988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6" name="tx988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7" name="tx988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88" name="tx988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89" name="tx988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0" name="tx989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1" name="tx989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2" name="tx989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3" name="tx989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4" name="tx989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5" name="tx989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6" name="tx989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7" name="tx989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898" name="tx989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899" name="tx989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0" name="tx990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1" name="tx990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2" name="tx990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3" name="tx990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4" name="tx990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5" name="tx990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6" name="tx990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7" name="tx990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08" name="tx990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09" name="tx990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0" name="tx991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1" name="tx991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2" name="tx991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3" name="tx991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4" name="tx991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5" name="tx991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6" name="tx991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7" name="tx991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18" name="tx991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19" name="tx991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0" name="tx992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1" name="tx992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2" name="tx992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3" name="tx992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4" name="tx992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5" name="tx992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6" name="tx992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7" name="tx992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28" name="tx992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29" name="tx992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0" name="tx993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1" name="tx993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2" name="tx993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3" name="tx993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4" name="tx993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5" name="tx993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6" name="tx993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7" name="tx993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38" name="tx993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39" name="tx993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0" name="tx994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1" name="tx994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2" name="tx994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3" name="tx994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4" name="tx994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5" name="tx994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6" name="tx994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7" name="tx994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48" name="tx994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49" name="tx994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0" name="tx995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1" name="tx995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2" name="tx995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3" name="tx995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4" name="tx995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5" name="tx995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6" name="tx995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7" name="tx995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58" name="tx995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59" name="tx995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0" name="tx996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1" name="tx996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2" name="tx996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3" name="tx996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4" name="tx996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5" name="tx996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6" name="tx996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7" name="tx996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68" name="tx996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69" name="tx996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0" name="tx997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1" name="tx997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2" name="tx997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3" name="tx997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4" name="tx997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5" name="tx997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6" name="tx997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7" name="tx997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78" name="tx997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79" name="tx997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0" name="tx998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1" name="tx998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2" name="tx998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3" name="tx998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4" name="tx998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5" name="tx998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6" name="tx998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7" name="tx998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88" name="tx998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89" name="tx998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0" name="tx999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1" name="tx999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2" name="tx999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3" name="tx999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4" name="tx999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5" name="tx999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6" name="tx999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7" name="tx999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9998" name="tx999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9999" name="tx999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0" name="tx1000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1" name="tx1000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2" name="tx1000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3" name="tx1000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4" name="tx1000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5" name="tx1000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6" name="tx1000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7" name="tx1000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08" name="tx1000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09" name="tx1000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0" name="tx1001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1" name="tx1001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2" name="tx1001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3" name="tx1001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4" name="tx1001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5" name="tx1001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6" name="tx1001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7" name="tx1001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18" name="tx1001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19" name="tx1001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0" name="tx1002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1" name="tx1002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2" name="tx1002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3" name="tx1002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4" name="tx1002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5" name="tx1002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6" name="tx1002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7" name="tx1002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28" name="tx1002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29" name="tx1002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0" name="tx1003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1" name="tx1003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2" name="tx1003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3" name="tx1003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4" name="tx1003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5" name="tx1003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6" name="tx1003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7" name="tx1003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38" name="tx1003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39" name="tx1003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0" name="tx1004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1" name="tx1004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2" name="tx1004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3" name="tx1004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4" name="tx1004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5" name="tx1004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6" name="tx1004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7" name="tx1004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48" name="tx1004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49" name="tx1004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0" name="tx1005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1" name="tx1005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2" name="tx1005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3" name="tx1005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4" name="tx1005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5" name="tx1005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6" name="tx1005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7" name="tx1005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58" name="tx1005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59" name="tx1005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0" name="tx1006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1" name="tx1006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2" name="tx1006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3" name="tx1006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4" name="tx1006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5" name="tx1006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6" name="tx1006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7" name="tx1006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68" name="tx1006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69" name="tx1006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0" name="tx1007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1" name="tx1007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2" name="tx1007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3" name="tx1007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4" name="tx1007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5" name="tx1007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6" name="tx1007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7" name="tx1007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78" name="tx1007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79" name="tx1007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0" name="tx1008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1" name="tx1008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2" name="tx1008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3" name="tx1008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4" name="tx1008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5" name="tx1008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6" name="tx1008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7" name="tx1008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88" name="tx1008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89" name="tx1008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0" name="tx1009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1" name="tx1009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2" name="tx1009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3" name="tx1009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4" name="tx1009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5" name="tx10095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6" name="tx10096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7" name="tx10097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098" name="tx10098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099" name="tx10099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0" name="tx10100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1" name="tx10101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2" name="tx10102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3" name="tx10103"/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0104" name="tx10104"/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0105" name="rc10105"/>
              <p:cNvSpPr/>
              <p:nvPr/>
            </p:nvSpPr>
            <p:spPr>
              <a:xfrm>
                <a:off x="2467279" y="1464512"/>
                <a:ext cx="2492223" cy="2705747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6" name="tx10106"/>
              <p:cNvSpPr/>
              <p:nvPr/>
            </p:nvSpPr>
            <p:spPr>
              <a:xfrm>
                <a:off x="2154926" y="40065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10107" name="tx10107"/>
              <p:cNvSpPr/>
              <p:nvPr/>
            </p:nvSpPr>
            <p:spPr>
              <a:xfrm>
                <a:off x="2279284" y="39881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08" name="tx10108"/>
              <p:cNvSpPr/>
              <p:nvPr/>
            </p:nvSpPr>
            <p:spPr>
              <a:xfrm>
                <a:off x="2323999" y="40065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09" name="tx10109"/>
              <p:cNvSpPr/>
              <p:nvPr/>
            </p:nvSpPr>
            <p:spPr>
              <a:xfrm>
                <a:off x="2154926" y="36551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10110" name="tx10110"/>
              <p:cNvSpPr/>
              <p:nvPr/>
            </p:nvSpPr>
            <p:spPr>
              <a:xfrm>
                <a:off x="2279284" y="36367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1" name="tx10111"/>
              <p:cNvSpPr/>
              <p:nvPr/>
            </p:nvSpPr>
            <p:spPr>
              <a:xfrm>
                <a:off x="2323999" y="36551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2" name="tx10112"/>
              <p:cNvSpPr/>
              <p:nvPr/>
            </p:nvSpPr>
            <p:spPr>
              <a:xfrm>
                <a:off x="2154926" y="330397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10113" name="tx10113"/>
              <p:cNvSpPr/>
              <p:nvPr/>
            </p:nvSpPr>
            <p:spPr>
              <a:xfrm>
                <a:off x="2279284" y="3285501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4" name="tx10114"/>
              <p:cNvSpPr/>
              <p:nvPr/>
            </p:nvSpPr>
            <p:spPr>
              <a:xfrm>
                <a:off x="2323999" y="330397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5" name="tx10115"/>
              <p:cNvSpPr/>
              <p:nvPr/>
            </p:nvSpPr>
            <p:spPr>
              <a:xfrm>
                <a:off x="2154926" y="29523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10116" name="tx10116"/>
              <p:cNvSpPr/>
              <p:nvPr/>
            </p:nvSpPr>
            <p:spPr>
              <a:xfrm>
                <a:off x="2279284" y="29339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17" name="tx10117"/>
              <p:cNvSpPr/>
              <p:nvPr/>
            </p:nvSpPr>
            <p:spPr>
              <a:xfrm>
                <a:off x="2323999" y="29523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18" name="tx10118"/>
              <p:cNvSpPr/>
              <p:nvPr/>
            </p:nvSpPr>
            <p:spPr>
              <a:xfrm>
                <a:off x="2154926" y="26011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10119" name="tx10119"/>
              <p:cNvSpPr/>
              <p:nvPr/>
            </p:nvSpPr>
            <p:spPr>
              <a:xfrm>
                <a:off x="2279284" y="25827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0" name="tx10120"/>
              <p:cNvSpPr/>
              <p:nvPr/>
            </p:nvSpPr>
            <p:spPr>
              <a:xfrm>
                <a:off x="2323999" y="26011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1" name="tx10121"/>
              <p:cNvSpPr/>
              <p:nvPr/>
            </p:nvSpPr>
            <p:spPr>
              <a:xfrm>
                <a:off x="2154926" y="22497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10122" name="tx10122"/>
              <p:cNvSpPr/>
              <p:nvPr/>
            </p:nvSpPr>
            <p:spPr>
              <a:xfrm>
                <a:off x="2279284" y="22313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3" name="tx10123"/>
              <p:cNvSpPr/>
              <p:nvPr/>
            </p:nvSpPr>
            <p:spPr>
              <a:xfrm>
                <a:off x="2323999" y="22497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4" name="tx10124"/>
              <p:cNvSpPr/>
              <p:nvPr/>
            </p:nvSpPr>
            <p:spPr>
              <a:xfrm>
                <a:off x="2154926" y="1898388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10125" name="tx10125"/>
              <p:cNvSpPr/>
              <p:nvPr/>
            </p:nvSpPr>
            <p:spPr>
              <a:xfrm>
                <a:off x="2279284" y="187991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6" name="tx10126"/>
              <p:cNvSpPr/>
              <p:nvPr/>
            </p:nvSpPr>
            <p:spPr>
              <a:xfrm>
                <a:off x="2323999" y="1898388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27" name="tx10127"/>
              <p:cNvSpPr/>
              <p:nvPr/>
            </p:nvSpPr>
            <p:spPr>
              <a:xfrm>
                <a:off x="2154926" y="15469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10128" name="tx10128"/>
              <p:cNvSpPr/>
              <p:nvPr/>
            </p:nvSpPr>
            <p:spPr>
              <a:xfrm>
                <a:off x="2279284" y="15285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29" name="tx10129"/>
              <p:cNvSpPr/>
              <p:nvPr/>
            </p:nvSpPr>
            <p:spPr>
              <a:xfrm>
                <a:off x="2323999" y="15469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10130" name="pl10130"/>
              <p:cNvSpPr/>
              <p:nvPr/>
            </p:nvSpPr>
            <p:spPr>
              <a:xfrm>
                <a:off x="2432484" y="404727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1" name="pl10131"/>
              <p:cNvSpPr/>
              <p:nvPr/>
            </p:nvSpPr>
            <p:spPr>
              <a:xfrm>
                <a:off x="2432484" y="369587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2" name="pl10132"/>
              <p:cNvSpPr/>
              <p:nvPr/>
            </p:nvSpPr>
            <p:spPr>
              <a:xfrm>
                <a:off x="2432484" y="3344479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3" name="pl10133"/>
              <p:cNvSpPr/>
              <p:nvPr/>
            </p:nvSpPr>
            <p:spPr>
              <a:xfrm>
                <a:off x="2432484" y="299308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4" name="pl10134"/>
              <p:cNvSpPr/>
              <p:nvPr/>
            </p:nvSpPr>
            <p:spPr>
              <a:xfrm>
                <a:off x="2432484" y="2641688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5" name="pl10135"/>
              <p:cNvSpPr/>
              <p:nvPr/>
            </p:nvSpPr>
            <p:spPr>
              <a:xfrm>
                <a:off x="2432484" y="229029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6" name="pl10136"/>
              <p:cNvSpPr/>
              <p:nvPr/>
            </p:nvSpPr>
            <p:spPr>
              <a:xfrm>
                <a:off x="2432484" y="1938896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7" name="pl10137"/>
              <p:cNvSpPr/>
              <p:nvPr/>
            </p:nvSpPr>
            <p:spPr>
              <a:xfrm>
                <a:off x="2432484" y="158750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8" name="pl10138"/>
              <p:cNvSpPr/>
              <p:nvPr/>
            </p:nvSpPr>
            <p:spPr>
              <a:xfrm>
                <a:off x="2580562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9" name="pl10139"/>
              <p:cNvSpPr/>
              <p:nvPr/>
            </p:nvSpPr>
            <p:spPr>
              <a:xfrm>
                <a:off x="2958171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0" name="pl10140"/>
              <p:cNvSpPr/>
              <p:nvPr/>
            </p:nvSpPr>
            <p:spPr>
              <a:xfrm>
                <a:off x="3335781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1" name="pl10141"/>
              <p:cNvSpPr/>
              <p:nvPr/>
            </p:nvSpPr>
            <p:spPr>
              <a:xfrm>
                <a:off x="3713390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2" name="pl10142"/>
              <p:cNvSpPr/>
              <p:nvPr/>
            </p:nvSpPr>
            <p:spPr>
              <a:xfrm>
                <a:off x="4091000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3" name="pl10143"/>
              <p:cNvSpPr/>
              <p:nvPr/>
            </p:nvSpPr>
            <p:spPr>
              <a:xfrm>
                <a:off x="4468610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4" name="pl10144"/>
              <p:cNvSpPr/>
              <p:nvPr/>
            </p:nvSpPr>
            <p:spPr>
              <a:xfrm>
                <a:off x="484621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5" name="tx10145"/>
              <p:cNvSpPr/>
              <p:nvPr/>
            </p:nvSpPr>
            <p:spPr>
              <a:xfrm>
                <a:off x="2474308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10146" name="tx10146"/>
              <p:cNvSpPr/>
              <p:nvPr/>
            </p:nvSpPr>
            <p:spPr>
              <a:xfrm>
                <a:off x="2567577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47" name="tx10147"/>
              <p:cNvSpPr/>
              <p:nvPr/>
            </p:nvSpPr>
            <p:spPr>
              <a:xfrm>
                <a:off x="2612291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48" name="tx10148"/>
              <p:cNvSpPr/>
              <p:nvPr/>
            </p:nvSpPr>
            <p:spPr>
              <a:xfrm>
                <a:off x="2836373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10149" name="tx10149"/>
              <p:cNvSpPr/>
              <p:nvPr/>
            </p:nvSpPr>
            <p:spPr>
              <a:xfrm>
                <a:off x="2960732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0" name="tx10150"/>
              <p:cNvSpPr/>
              <p:nvPr/>
            </p:nvSpPr>
            <p:spPr>
              <a:xfrm>
                <a:off x="3005446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1" name="tx10151"/>
              <p:cNvSpPr/>
              <p:nvPr/>
            </p:nvSpPr>
            <p:spPr>
              <a:xfrm>
                <a:off x="3213983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10152" name="tx10152"/>
              <p:cNvSpPr/>
              <p:nvPr/>
            </p:nvSpPr>
            <p:spPr>
              <a:xfrm>
                <a:off x="3338341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3" name="tx10153"/>
              <p:cNvSpPr/>
              <p:nvPr/>
            </p:nvSpPr>
            <p:spPr>
              <a:xfrm>
                <a:off x="3383055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4" name="tx10154"/>
              <p:cNvSpPr/>
              <p:nvPr/>
            </p:nvSpPr>
            <p:spPr>
              <a:xfrm>
                <a:off x="3591592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10155" name="tx10155"/>
              <p:cNvSpPr/>
              <p:nvPr/>
            </p:nvSpPr>
            <p:spPr>
              <a:xfrm>
                <a:off x="3715951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6" name="tx10156"/>
              <p:cNvSpPr/>
              <p:nvPr/>
            </p:nvSpPr>
            <p:spPr>
              <a:xfrm>
                <a:off x="3760665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57" name="tx10157"/>
              <p:cNvSpPr/>
              <p:nvPr/>
            </p:nvSpPr>
            <p:spPr>
              <a:xfrm>
                <a:off x="3969202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10158" name="tx10158"/>
              <p:cNvSpPr/>
              <p:nvPr/>
            </p:nvSpPr>
            <p:spPr>
              <a:xfrm>
                <a:off x="4093560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59" name="tx10159"/>
              <p:cNvSpPr/>
              <p:nvPr/>
            </p:nvSpPr>
            <p:spPr>
              <a:xfrm>
                <a:off x="4138274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0" name="tx10160"/>
              <p:cNvSpPr/>
              <p:nvPr/>
            </p:nvSpPr>
            <p:spPr>
              <a:xfrm>
                <a:off x="4346812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10161" name="tx10161"/>
              <p:cNvSpPr/>
              <p:nvPr/>
            </p:nvSpPr>
            <p:spPr>
              <a:xfrm>
                <a:off x="4471170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2" name="tx10162"/>
              <p:cNvSpPr/>
              <p:nvPr/>
            </p:nvSpPr>
            <p:spPr>
              <a:xfrm>
                <a:off x="4515884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3" name="tx10163"/>
              <p:cNvSpPr/>
              <p:nvPr/>
            </p:nvSpPr>
            <p:spPr>
              <a:xfrm>
                <a:off x="4724421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10164" name="tx10164"/>
              <p:cNvSpPr/>
              <p:nvPr/>
            </p:nvSpPr>
            <p:spPr>
              <a:xfrm>
                <a:off x="4848779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10165" name="tx10165"/>
              <p:cNvSpPr/>
              <p:nvPr/>
            </p:nvSpPr>
            <p:spPr>
              <a:xfrm>
                <a:off x="4893494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10166" name="tx10166"/>
              <p:cNvSpPr/>
              <p:nvPr/>
            </p:nvSpPr>
            <p:spPr>
              <a:xfrm>
                <a:off x="3406426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10167" name="tx10167"/>
              <p:cNvSpPr/>
              <p:nvPr/>
            </p:nvSpPr>
            <p:spPr>
              <a:xfrm rot="-5400000">
                <a:off x="1791999" y="2767368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10168" name="rc10168"/>
              <p:cNvSpPr/>
              <p:nvPr/>
            </p:nvSpPr>
            <p:spPr>
              <a:xfrm>
                <a:off x="5098680" y="2024185"/>
                <a:ext cx="683066" cy="158640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9" name="tx10169"/>
              <p:cNvSpPr/>
              <p:nvPr/>
            </p:nvSpPr>
            <p:spPr>
              <a:xfrm>
                <a:off x="5168269" y="2108496"/>
                <a:ext cx="535746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Survival </a:t>
                </a:r>
              </a:p>
            </p:txBody>
          </p:sp>
          <p:sp>
            <p:nvSpPr>
              <p:cNvPr id="10170" name="tx10170"/>
              <p:cNvSpPr/>
              <p:nvPr/>
            </p:nvSpPr>
            <p:spPr>
              <a:xfrm>
                <a:off x="5168269" y="2259372"/>
                <a:ext cx="37033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Offset</a:t>
                </a:r>
              </a:p>
            </p:txBody>
          </p:sp>
          <p:pic>
            <p:nvPicPr>
              <p:cNvPr id="10171" name="pic10171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68269" y="2443718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10172" name="pl10172"/>
              <p:cNvSpPr/>
              <p:nvPr/>
            </p:nvSpPr>
            <p:spPr>
              <a:xfrm>
                <a:off x="5343834" y="353916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3" name="pl10173"/>
              <p:cNvSpPr/>
              <p:nvPr/>
            </p:nvSpPr>
            <p:spPr>
              <a:xfrm>
                <a:off x="5343834" y="326576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4" name="pl10174"/>
              <p:cNvSpPr/>
              <p:nvPr/>
            </p:nvSpPr>
            <p:spPr>
              <a:xfrm>
                <a:off x="5343834" y="2992358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5" name="pl10175"/>
              <p:cNvSpPr/>
              <p:nvPr/>
            </p:nvSpPr>
            <p:spPr>
              <a:xfrm>
                <a:off x="5343834" y="271895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6" name="pl10176"/>
              <p:cNvSpPr/>
              <p:nvPr/>
            </p:nvSpPr>
            <p:spPr>
              <a:xfrm>
                <a:off x="5343834" y="244554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7" name="pl10177"/>
              <p:cNvSpPr/>
              <p:nvPr/>
            </p:nvSpPr>
            <p:spPr>
              <a:xfrm>
                <a:off x="5168269" y="353916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8" name="pl10178"/>
              <p:cNvSpPr/>
              <p:nvPr/>
            </p:nvSpPr>
            <p:spPr>
              <a:xfrm>
                <a:off x="5168269" y="326576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9" name="pl10179"/>
              <p:cNvSpPr/>
              <p:nvPr/>
            </p:nvSpPr>
            <p:spPr>
              <a:xfrm>
                <a:off x="5168269" y="2992358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0" name="pl10180"/>
              <p:cNvSpPr/>
              <p:nvPr/>
            </p:nvSpPr>
            <p:spPr>
              <a:xfrm>
                <a:off x="5168269" y="271895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1" name="pl10181"/>
              <p:cNvSpPr/>
              <p:nvPr/>
            </p:nvSpPr>
            <p:spPr>
              <a:xfrm>
                <a:off x="5168269" y="244554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2" name="tx10182"/>
              <p:cNvSpPr/>
              <p:nvPr/>
            </p:nvSpPr>
            <p:spPr>
              <a:xfrm>
                <a:off x="5457314" y="3499164"/>
                <a:ext cx="25484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-1.00</a:t>
                </a:r>
              </a:p>
            </p:txBody>
          </p:sp>
          <p:sp>
            <p:nvSpPr>
              <p:cNvPr id="10183" name="tx10183"/>
              <p:cNvSpPr/>
              <p:nvPr/>
            </p:nvSpPr>
            <p:spPr>
              <a:xfrm>
                <a:off x="5457314" y="3225758"/>
                <a:ext cx="25484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-0.75</a:t>
                </a:r>
              </a:p>
            </p:txBody>
          </p:sp>
          <p:sp>
            <p:nvSpPr>
              <p:cNvPr id="10184" name="tx10184"/>
              <p:cNvSpPr/>
              <p:nvPr/>
            </p:nvSpPr>
            <p:spPr>
              <a:xfrm>
                <a:off x="5457314" y="2952353"/>
                <a:ext cx="25484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-0.50</a:t>
                </a:r>
              </a:p>
            </p:txBody>
          </p:sp>
          <p:sp>
            <p:nvSpPr>
              <p:cNvPr id="10185" name="tx10185"/>
              <p:cNvSpPr/>
              <p:nvPr/>
            </p:nvSpPr>
            <p:spPr>
              <a:xfrm>
                <a:off x="5457314" y="2678947"/>
                <a:ext cx="25484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-0.25</a:t>
                </a:r>
              </a:p>
            </p:txBody>
          </p:sp>
          <p:sp>
            <p:nvSpPr>
              <p:cNvPr id="10186" name="tx10186"/>
              <p:cNvSpPr/>
              <p:nvPr/>
            </p:nvSpPr>
            <p:spPr>
              <a:xfrm>
                <a:off x="5457314" y="2405542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0.00</a:t>
                </a:r>
              </a:p>
            </p:txBody>
          </p:sp>
          <p:sp>
            <p:nvSpPr>
              <p:cNvPr id="10187" name="tx10187"/>
              <p:cNvSpPr/>
              <p:nvPr/>
            </p:nvSpPr>
            <p:spPr>
              <a:xfrm>
                <a:off x="2467279" y="1265444"/>
                <a:ext cx="1732147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Current to Future Treatment</a:t>
                </a:r>
              </a:p>
            </p:txBody>
          </p:sp>
          <p:sp>
            <p:nvSpPr>
              <p:cNvPr id="10188" name="tx10188"/>
              <p:cNvSpPr/>
              <p:nvPr/>
            </p:nvSpPr>
            <p:spPr>
              <a:xfrm>
                <a:off x="2467279" y="983989"/>
                <a:ext cx="1863181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(C) Survival Offset</a:t>
                </a:r>
              </a:p>
            </p:txBody>
          </p:sp>
        </p:grpSp>
        <p:sp>
          <p:nvSpPr>
            <p:cNvPr id="10189" name="pg9121">
              <a:extLst>
                <a:ext uri="{FF2B5EF4-FFF2-40B4-BE49-F238E27FC236}">
                  <a16:creationId xmlns:a16="http://schemas.microsoft.com/office/drawing/2014/main" id="{29B628D0-0EB0-3922-DDB9-38DE059E5BBC}"/>
                </a:ext>
              </a:extLst>
            </p:cNvPr>
            <p:cNvSpPr/>
            <p:nvPr/>
          </p:nvSpPr>
          <p:spPr>
            <a:xfrm>
              <a:off x="3172968" y="2117420"/>
              <a:ext cx="253563" cy="156088"/>
            </a:xfrm>
            <a:custGeom>
              <a:avLst/>
              <a:gdLst/>
              <a:ahLst/>
              <a:cxnLst/>
              <a:rect l="0" t="0" r="0" b="0"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0" name="tx9122">
              <a:extLst>
                <a:ext uri="{FF2B5EF4-FFF2-40B4-BE49-F238E27FC236}">
                  <a16:creationId xmlns:a16="http://schemas.microsoft.com/office/drawing/2014/main" id="{0BE8ED44-1571-A3F8-883E-E2176C8C3E67}"/>
                </a:ext>
              </a:extLst>
            </p:cNvPr>
            <p:cNvSpPr/>
            <p:nvPr/>
          </p:nvSpPr>
          <p:spPr>
            <a:xfrm>
              <a:off x="3218688" y="2163140"/>
              <a:ext cx="162123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233C035D-DD9B-C2BF-1469-6B052A4CA89F}"/>
              </a:ext>
            </a:extLst>
          </p:cNvPr>
          <p:cNvGrpSpPr/>
          <p:nvPr/>
        </p:nvGrpSpPr>
        <p:grpSpPr>
          <a:xfrm>
            <a:off x="191344" y="1340768"/>
            <a:ext cx="4094211" cy="3897640"/>
            <a:chOff x="1738516" y="674360"/>
            <a:chExt cx="4094211" cy="3897640"/>
          </a:xfrm>
        </p:grpSpPr>
        <p:sp>
          <p:nvSpPr>
            <p:cNvPr id="5" name="rc4">
              <a:extLst>
                <a:ext uri="{FF2B5EF4-FFF2-40B4-BE49-F238E27FC236}">
                  <a16:creationId xmlns:a16="http://schemas.microsoft.com/office/drawing/2014/main" id="{8D7C4312-8A5F-92C8-4194-5DFABC312C2F}"/>
                </a:ext>
              </a:extLst>
            </p:cNvPr>
            <p:cNvSpPr/>
            <p:nvPr/>
          </p:nvSpPr>
          <p:spPr>
            <a:xfrm>
              <a:off x="1939671" y="914400"/>
              <a:ext cx="3893056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" name="rc5">
              <a:extLst>
                <a:ext uri="{FF2B5EF4-FFF2-40B4-BE49-F238E27FC236}">
                  <a16:creationId xmlns:a16="http://schemas.microsoft.com/office/drawing/2014/main" id="{3585415F-B05A-18CE-699E-BDF9038E54B1}"/>
                </a:ext>
              </a:extLst>
            </p:cNvPr>
            <p:cNvSpPr/>
            <p:nvPr/>
          </p:nvSpPr>
          <p:spPr>
            <a:xfrm>
              <a:off x="2485887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" name="pl6">
              <a:extLst>
                <a:ext uri="{FF2B5EF4-FFF2-40B4-BE49-F238E27FC236}">
                  <a16:creationId xmlns:a16="http://schemas.microsoft.com/office/drawing/2014/main" id="{3C61A694-D145-93BE-2DB0-1B5DFDBFF872}"/>
                </a:ext>
              </a:extLst>
            </p:cNvPr>
            <p:cNvSpPr/>
            <p:nvPr/>
          </p:nvSpPr>
          <p:spPr>
            <a:xfrm>
              <a:off x="2599170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7">
              <a:extLst>
                <a:ext uri="{FF2B5EF4-FFF2-40B4-BE49-F238E27FC236}">
                  <a16:creationId xmlns:a16="http://schemas.microsoft.com/office/drawing/2014/main" id="{45E56F1D-D7E7-7583-59A3-BACC8C257FEB}"/>
                </a:ext>
              </a:extLst>
            </p:cNvPr>
            <p:cNvSpPr/>
            <p:nvPr/>
          </p:nvSpPr>
          <p:spPr>
            <a:xfrm>
              <a:off x="2976779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8">
              <a:extLst>
                <a:ext uri="{FF2B5EF4-FFF2-40B4-BE49-F238E27FC236}">
                  <a16:creationId xmlns:a16="http://schemas.microsoft.com/office/drawing/2014/main" id="{A993FF12-080A-A898-9AEE-121ABD2C940B}"/>
                </a:ext>
              </a:extLst>
            </p:cNvPr>
            <p:cNvSpPr/>
            <p:nvPr/>
          </p:nvSpPr>
          <p:spPr>
            <a:xfrm>
              <a:off x="3354389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9">
              <a:extLst>
                <a:ext uri="{FF2B5EF4-FFF2-40B4-BE49-F238E27FC236}">
                  <a16:creationId xmlns:a16="http://schemas.microsoft.com/office/drawing/2014/main" id="{F24383DD-54B2-4A99-31BE-AC73E9879985}"/>
                </a:ext>
              </a:extLst>
            </p:cNvPr>
            <p:cNvSpPr/>
            <p:nvPr/>
          </p:nvSpPr>
          <p:spPr>
            <a:xfrm>
              <a:off x="3731998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0">
              <a:extLst>
                <a:ext uri="{FF2B5EF4-FFF2-40B4-BE49-F238E27FC236}">
                  <a16:creationId xmlns:a16="http://schemas.microsoft.com/office/drawing/2014/main" id="{E1EEF24D-BB8B-796C-D59D-A62926D68931}"/>
                </a:ext>
              </a:extLst>
            </p:cNvPr>
            <p:cNvSpPr/>
            <p:nvPr/>
          </p:nvSpPr>
          <p:spPr>
            <a:xfrm>
              <a:off x="4109608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1">
              <a:extLst>
                <a:ext uri="{FF2B5EF4-FFF2-40B4-BE49-F238E27FC236}">
                  <a16:creationId xmlns:a16="http://schemas.microsoft.com/office/drawing/2014/main" id="{C497DEFA-F100-2607-876B-35A81F487A23}"/>
                </a:ext>
              </a:extLst>
            </p:cNvPr>
            <p:cNvSpPr/>
            <p:nvPr/>
          </p:nvSpPr>
          <p:spPr>
            <a:xfrm>
              <a:off x="4487218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2">
              <a:extLst>
                <a:ext uri="{FF2B5EF4-FFF2-40B4-BE49-F238E27FC236}">
                  <a16:creationId xmlns:a16="http://schemas.microsoft.com/office/drawing/2014/main" id="{AFD28612-C67B-2C58-E42A-B9A0AFDBD274}"/>
                </a:ext>
              </a:extLst>
            </p:cNvPr>
            <p:cNvSpPr/>
            <p:nvPr/>
          </p:nvSpPr>
          <p:spPr>
            <a:xfrm>
              <a:off x="4864827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3">
              <a:extLst>
                <a:ext uri="{FF2B5EF4-FFF2-40B4-BE49-F238E27FC236}">
                  <a16:creationId xmlns:a16="http://schemas.microsoft.com/office/drawing/2014/main" id="{B3368D0E-511B-5EFA-C870-5891C7E5A825}"/>
                </a:ext>
              </a:extLst>
            </p:cNvPr>
            <p:cNvSpPr/>
            <p:nvPr/>
          </p:nvSpPr>
          <p:spPr>
            <a:xfrm>
              <a:off x="2485887" y="404727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4">
              <a:extLst>
                <a:ext uri="{FF2B5EF4-FFF2-40B4-BE49-F238E27FC236}">
                  <a16:creationId xmlns:a16="http://schemas.microsoft.com/office/drawing/2014/main" id="{E5B0123E-4820-A6EC-FBBA-5E3796F74190}"/>
                </a:ext>
              </a:extLst>
            </p:cNvPr>
            <p:cNvSpPr/>
            <p:nvPr/>
          </p:nvSpPr>
          <p:spPr>
            <a:xfrm>
              <a:off x="2485887" y="3695875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5">
              <a:extLst>
                <a:ext uri="{FF2B5EF4-FFF2-40B4-BE49-F238E27FC236}">
                  <a16:creationId xmlns:a16="http://schemas.microsoft.com/office/drawing/2014/main" id="{CDA9AD1D-3035-F505-9448-5332AC31D87C}"/>
                </a:ext>
              </a:extLst>
            </p:cNvPr>
            <p:cNvSpPr/>
            <p:nvPr/>
          </p:nvSpPr>
          <p:spPr>
            <a:xfrm>
              <a:off x="2485887" y="3344479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6">
              <a:extLst>
                <a:ext uri="{FF2B5EF4-FFF2-40B4-BE49-F238E27FC236}">
                  <a16:creationId xmlns:a16="http://schemas.microsoft.com/office/drawing/2014/main" id="{0AF9A31E-739D-0C65-8E69-869F3FAA49A4}"/>
                </a:ext>
              </a:extLst>
            </p:cNvPr>
            <p:cNvSpPr/>
            <p:nvPr/>
          </p:nvSpPr>
          <p:spPr>
            <a:xfrm>
              <a:off x="2485887" y="2993084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7">
              <a:extLst>
                <a:ext uri="{FF2B5EF4-FFF2-40B4-BE49-F238E27FC236}">
                  <a16:creationId xmlns:a16="http://schemas.microsoft.com/office/drawing/2014/main" id="{A743E069-00CC-A65B-2956-7C1F0B173CC7}"/>
                </a:ext>
              </a:extLst>
            </p:cNvPr>
            <p:cNvSpPr/>
            <p:nvPr/>
          </p:nvSpPr>
          <p:spPr>
            <a:xfrm>
              <a:off x="2485887" y="2641688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8">
              <a:extLst>
                <a:ext uri="{FF2B5EF4-FFF2-40B4-BE49-F238E27FC236}">
                  <a16:creationId xmlns:a16="http://schemas.microsoft.com/office/drawing/2014/main" id="{438D77E1-3849-2D12-E53D-04B74FC2E1CF}"/>
                </a:ext>
              </a:extLst>
            </p:cNvPr>
            <p:cNvSpPr/>
            <p:nvPr/>
          </p:nvSpPr>
          <p:spPr>
            <a:xfrm>
              <a:off x="2485887" y="2290292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19">
              <a:extLst>
                <a:ext uri="{FF2B5EF4-FFF2-40B4-BE49-F238E27FC236}">
                  <a16:creationId xmlns:a16="http://schemas.microsoft.com/office/drawing/2014/main" id="{721ABE26-D4E6-F5E7-ECFE-599F96D91841}"/>
                </a:ext>
              </a:extLst>
            </p:cNvPr>
            <p:cNvSpPr/>
            <p:nvPr/>
          </p:nvSpPr>
          <p:spPr>
            <a:xfrm>
              <a:off x="2485887" y="1938896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0">
              <a:extLst>
                <a:ext uri="{FF2B5EF4-FFF2-40B4-BE49-F238E27FC236}">
                  <a16:creationId xmlns:a16="http://schemas.microsoft.com/office/drawing/2014/main" id="{664A0758-5311-B7DC-B4B9-EF2703E87D23}"/>
                </a:ext>
              </a:extLst>
            </p:cNvPr>
            <p:cNvSpPr/>
            <p:nvPr/>
          </p:nvSpPr>
          <p:spPr>
            <a:xfrm>
              <a:off x="2485887" y="158750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1">
              <a:extLst>
                <a:ext uri="{FF2B5EF4-FFF2-40B4-BE49-F238E27FC236}">
                  <a16:creationId xmlns:a16="http://schemas.microsoft.com/office/drawing/2014/main" id="{E7D7D25D-3704-7B8A-3BB2-2AE5D97AB789}"/>
                </a:ext>
              </a:extLst>
            </p:cNvPr>
            <p:cNvSpPr/>
            <p:nvPr/>
          </p:nvSpPr>
          <p:spPr>
            <a:xfrm>
              <a:off x="2619374" y="2853013"/>
              <a:ext cx="914399" cy="914776"/>
            </a:xfrm>
            <a:custGeom>
              <a:avLst/>
              <a:gdLst/>
              <a:ahLst/>
              <a:cxnLst/>
              <a:rect l="0" t="0" r="0" b="0"/>
              <a:pathLst>
                <a:path w="914399" h="914776">
                  <a:moveTo>
                    <a:pt x="914399" y="914400"/>
                  </a:moveTo>
                  <a:lnTo>
                    <a:pt x="914399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2">
              <a:extLst>
                <a:ext uri="{FF2B5EF4-FFF2-40B4-BE49-F238E27FC236}">
                  <a16:creationId xmlns:a16="http://schemas.microsoft.com/office/drawing/2014/main" id="{7AC5CF7E-6FC6-B6D9-E125-1A08DAECDAA9}"/>
                </a:ext>
              </a:extLst>
            </p:cNvPr>
            <p:cNvSpPr/>
            <p:nvPr/>
          </p:nvSpPr>
          <p:spPr>
            <a:xfrm>
              <a:off x="2619374" y="2853013"/>
              <a:ext cx="923840" cy="917386"/>
            </a:xfrm>
            <a:custGeom>
              <a:avLst/>
              <a:gdLst/>
              <a:ahLst/>
              <a:cxnLst/>
              <a:rect l="0" t="0" r="0" b="0"/>
              <a:pathLst>
                <a:path w="923840" h="917386">
                  <a:moveTo>
                    <a:pt x="914399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399" y="914776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3">
              <a:extLst>
                <a:ext uri="{FF2B5EF4-FFF2-40B4-BE49-F238E27FC236}">
                  <a16:creationId xmlns:a16="http://schemas.microsoft.com/office/drawing/2014/main" id="{2154FE63-91A0-1367-A945-8EA0AB1994D5}"/>
                </a:ext>
              </a:extLst>
            </p:cNvPr>
            <p:cNvSpPr/>
            <p:nvPr/>
          </p:nvSpPr>
          <p:spPr>
            <a:xfrm>
              <a:off x="2628814" y="2853013"/>
              <a:ext cx="923840" cy="920015"/>
            </a:xfrm>
            <a:custGeom>
              <a:avLst/>
              <a:gdLst/>
              <a:ahLst/>
              <a:cxnLst/>
              <a:rect l="0" t="0" r="0" b="0"/>
              <a:pathLst>
                <a:path w="923840" h="920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400" y="917391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4">
              <a:extLst>
                <a:ext uri="{FF2B5EF4-FFF2-40B4-BE49-F238E27FC236}">
                  <a16:creationId xmlns:a16="http://schemas.microsoft.com/office/drawing/2014/main" id="{0525F4C1-B0FA-6151-AE1D-A711A901E92F}"/>
                </a:ext>
              </a:extLst>
            </p:cNvPr>
            <p:cNvSpPr/>
            <p:nvPr/>
          </p:nvSpPr>
          <p:spPr>
            <a:xfrm>
              <a:off x="2638254" y="2853013"/>
              <a:ext cx="923840" cy="922646"/>
            </a:xfrm>
            <a:custGeom>
              <a:avLst/>
              <a:gdLst/>
              <a:ahLst/>
              <a:cxnLst/>
              <a:rect l="0" t="0" r="0" b="0"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5">
              <a:extLst>
                <a:ext uri="{FF2B5EF4-FFF2-40B4-BE49-F238E27FC236}">
                  <a16:creationId xmlns:a16="http://schemas.microsoft.com/office/drawing/2014/main" id="{C2C69348-8106-5D6A-9DBC-2807D3B1F415}"/>
                </a:ext>
              </a:extLst>
            </p:cNvPr>
            <p:cNvSpPr/>
            <p:nvPr/>
          </p:nvSpPr>
          <p:spPr>
            <a:xfrm>
              <a:off x="2647694" y="2853013"/>
              <a:ext cx="923840" cy="925286"/>
            </a:xfrm>
            <a:custGeom>
              <a:avLst/>
              <a:gdLst/>
              <a:ahLst/>
              <a:cxnLst/>
              <a:rect l="0" t="0" r="0" b="0"/>
              <a:pathLst>
                <a:path w="923840" h="9252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400" y="922646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6">
              <a:extLst>
                <a:ext uri="{FF2B5EF4-FFF2-40B4-BE49-F238E27FC236}">
                  <a16:creationId xmlns:a16="http://schemas.microsoft.com/office/drawing/2014/main" id="{04FF8CB0-9DD6-8110-F794-349C1A3BBBFA}"/>
                </a:ext>
              </a:extLst>
            </p:cNvPr>
            <p:cNvSpPr/>
            <p:nvPr/>
          </p:nvSpPr>
          <p:spPr>
            <a:xfrm>
              <a:off x="2657135" y="2853013"/>
              <a:ext cx="923840" cy="927934"/>
            </a:xfrm>
            <a:custGeom>
              <a:avLst/>
              <a:gdLst/>
              <a:ahLst/>
              <a:cxnLst/>
              <a:rect l="0" t="0" r="0" b="0"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7">
              <a:extLst>
                <a:ext uri="{FF2B5EF4-FFF2-40B4-BE49-F238E27FC236}">
                  <a16:creationId xmlns:a16="http://schemas.microsoft.com/office/drawing/2014/main" id="{74DDCB58-F92D-EA39-0C31-9FB983BDD4F6}"/>
                </a:ext>
              </a:extLst>
            </p:cNvPr>
            <p:cNvSpPr/>
            <p:nvPr/>
          </p:nvSpPr>
          <p:spPr>
            <a:xfrm>
              <a:off x="2666575" y="2853013"/>
              <a:ext cx="923840" cy="930413"/>
            </a:xfrm>
            <a:custGeom>
              <a:avLst/>
              <a:gdLst/>
              <a:ahLst/>
              <a:cxnLst/>
              <a:rect l="0" t="0" r="0" b="0"/>
              <a:pathLst>
                <a:path w="923840" h="9304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400" y="927934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8">
              <a:extLst>
                <a:ext uri="{FF2B5EF4-FFF2-40B4-BE49-F238E27FC236}">
                  <a16:creationId xmlns:a16="http://schemas.microsoft.com/office/drawing/2014/main" id="{DF2EA7A1-6CFC-83B0-D57F-DF76A7F6B44A}"/>
                </a:ext>
              </a:extLst>
            </p:cNvPr>
            <p:cNvSpPr/>
            <p:nvPr/>
          </p:nvSpPr>
          <p:spPr>
            <a:xfrm>
              <a:off x="2676015" y="2853013"/>
              <a:ext cx="923840" cy="931809"/>
            </a:xfrm>
            <a:custGeom>
              <a:avLst/>
              <a:gdLst/>
              <a:ahLst/>
              <a:cxnLst/>
              <a:rect l="0" t="0" r="0" b="0"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29">
              <a:extLst>
                <a:ext uri="{FF2B5EF4-FFF2-40B4-BE49-F238E27FC236}">
                  <a16:creationId xmlns:a16="http://schemas.microsoft.com/office/drawing/2014/main" id="{686331CF-F160-2A2F-40BF-D1C19FD9D54C}"/>
                </a:ext>
              </a:extLst>
            </p:cNvPr>
            <p:cNvSpPr/>
            <p:nvPr/>
          </p:nvSpPr>
          <p:spPr>
            <a:xfrm>
              <a:off x="2685455" y="28530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400" y="93180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0">
              <a:extLst>
                <a:ext uri="{FF2B5EF4-FFF2-40B4-BE49-F238E27FC236}">
                  <a16:creationId xmlns:a16="http://schemas.microsoft.com/office/drawing/2014/main" id="{7FC3A538-38E9-E019-EF8A-9D76840F5A60}"/>
                </a:ext>
              </a:extLst>
            </p:cNvPr>
            <p:cNvSpPr/>
            <p:nvPr/>
          </p:nvSpPr>
          <p:spPr>
            <a:xfrm>
              <a:off x="2694896" y="2853013"/>
              <a:ext cx="923840" cy="931676"/>
            </a:xfrm>
            <a:custGeom>
              <a:avLst/>
              <a:gdLst/>
              <a:ahLst/>
              <a:cxnLst/>
              <a:rect l="0" t="0" r="0" b="0"/>
              <a:pathLst>
                <a:path w="923840" h="93167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399" y="931676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1">
              <a:extLst>
                <a:ext uri="{FF2B5EF4-FFF2-40B4-BE49-F238E27FC236}">
                  <a16:creationId xmlns:a16="http://schemas.microsoft.com/office/drawing/2014/main" id="{4A1CCEF8-629B-0733-5D62-33C88A9104D2}"/>
                </a:ext>
              </a:extLst>
            </p:cNvPr>
            <p:cNvSpPr/>
            <p:nvPr/>
          </p:nvSpPr>
          <p:spPr>
            <a:xfrm>
              <a:off x="2704336" y="2853013"/>
              <a:ext cx="923840" cy="930096"/>
            </a:xfrm>
            <a:custGeom>
              <a:avLst/>
              <a:gdLst/>
              <a:ahLst/>
              <a:cxnLst/>
              <a:rect l="0" t="0" r="0" b="0"/>
              <a:pathLst>
                <a:path w="923840" h="93009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400" y="930096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2">
              <a:extLst>
                <a:ext uri="{FF2B5EF4-FFF2-40B4-BE49-F238E27FC236}">
                  <a16:creationId xmlns:a16="http://schemas.microsoft.com/office/drawing/2014/main" id="{8C011E0A-54A0-DAB2-8AEE-C8B24CC742DA}"/>
                </a:ext>
              </a:extLst>
            </p:cNvPr>
            <p:cNvSpPr/>
            <p:nvPr/>
          </p:nvSpPr>
          <p:spPr>
            <a:xfrm>
              <a:off x="2713776" y="2853013"/>
              <a:ext cx="923840" cy="927299"/>
            </a:xfrm>
            <a:custGeom>
              <a:avLst/>
              <a:gdLst/>
              <a:ahLst/>
              <a:cxnLst/>
              <a:rect l="0" t="0" r="0" b="0"/>
              <a:pathLst>
                <a:path w="923840" h="92729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399" y="92729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3">
              <a:extLst>
                <a:ext uri="{FF2B5EF4-FFF2-40B4-BE49-F238E27FC236}">
                  <a16:creationId xmlns:a16="http://schemas.microsoft.com/office/drawing/2014/main" id="{C94AD8B5-364E-E4FC-1E34-27D01484071B}"/>
                </a:ext>
              </a:extLst>
            </p:cNvPr>
            <p:cNvSpPr/>
            <p:nvPr/>
          </p:nvSpPr>
          <p:spPr>
            <a:xfrm>
              <a:off x="2723216" y="2853013"/>
              <a:ext cx="923840" cy="924290"/>
            </a:xfrm>
            <a:custGeom>
              <a:avLst/>
              <a:gdLst/>
              <a:ahLst/>
              <a:cxnLst/>
              <a:rect l="0" t="0" r="0" b="0"/>
              <a:pathLst>
                <a:path w="923840" h="9242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400" y="92429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4">
              <a:extLst>
                <a:ext uri="{FF2B5EF4-FFF2-40B4-BE49-F238E27FC236}">
                  <a16:creationId xmlns:a16="http://schemas.microsoft.com/office/drawing/2014/main" id="{52A40F74-E7BC-03A0-22D4-136771DC8DA6}"/>
                </a:ext>
              </a:extLst>
            </p:cNvPr>
            <p:cNvSpPr/>
            <p:nvPr/>
          </p:nvSpPr>
          <p:spPr>
            <a:xfrm>
              <a:off x="2732656" y="2853013"/>
              <a:ext cx="923840" cy="921289"/>
            </a:xfrm>
            <a:custGeom>
              <a:avLst/>
              <a:gdLst/>
              <a:ahLst/>
              <a:cxnLst/>
              <a:rect l="0" t="0" r="0" b="0"/>
              <a:pathLst>
                <a:path w="923840" h="92128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399" y="92128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5">
              <a:extLst>
                <a:ext uri="{FF2B5EF4-FFF2-40B4-BE49-F238E27FC236}">
                  <a16:creationId xmlns:a16="http://schemas.microsoft.com/office/drawing/2014/main" id="{6C599601-6C42-220B-97B4-8D716CE971FB}"/>
                </a:ext>
              </a:extLst>
            </p:cNvPr>
            <p:cNvSpPr/>
            <p:nvPr/>
          </p:nvSpPr>
          <p:spPr>
            <a:xfrm>
              <a:off x="2742097" y="2853013"/>
              <a:ext cx="923840" cy="918297"/>
            </a:xfrm>
            <a:custGeom>
              <a:avLst/>
              <a:gdLst/>
              <a:ahLst/>
              <a:cxnLst/>
              <a:rect l="0" t="0" r="0" b="0"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6">
              <a:extLst>
                <a:ext uri="{FF2B5EF4-FFF2-40B4-BE49-F238E27FC236}">
                  <a16:creationId xmlns:a16="http://schemas.microsoft.com/office/drawing/2014/main" id="{9F6C8B5E-4335-5967-1054-56A99ACE7B3F}"/>
                </a:ext>
              </a:extLst>
            </p:cNvPr>
            <p:cNvSpPr/>
            <p:nvPr/>
          </p:nvSpPr>
          <p:spPr>
            <a:xfrm>
              <a:off x="2751537" y="2853013"/>
              <a:ext cx="917295" cy="915313"/>
            </a:xfrm>
            <a:custGeom>
              <a:avLst/>
              <a:gdLst/>
              <a:ahLst/>
              <a:cxnLst/>
              <a:rect l="0" t="0" r="0" b="0"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7">
              <a:extLst>
                <a:ext uri="{FF2B5EF4-FFF2-40B4-BE49-F238E27FC236}">
                  <a16:creationId xmlns:a16="http://schemas.microsoft.com/office/drawing/2014/main" id="{8F8FFE5B-6861-2CA8-9137-FC4690D49AA1}"/>
                </a:ext>
              </a:extLst>
            </p:cNvPr>
            <p:cNvSpPr/>
            <p:nvPr/>
          </p:nvSpPr>
          <p:spPr>
            <a:xfrm>
              <a:off x="2827059" y="2853013"/>
              <a:ext cx="914399" cy="915533"/>
            </a:xfrm>
            <a:custGeom>
              <a:avLst/>
              <a:gdLst/>
              <a:ahLst/>
              <a:cxnLst/>
              <a:rect l="0" t="0" r="0" b="0"/>
              <a:pathLst>
                <a:path w="914399" h="915533">
                  <a:moveTo>
                    <a:pt x="914399" y="914400"/>
                  </a:moveTo>
                  <a:lnTo>
                    <a:pt x="914399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8">
              <a:extLst>
                <a:ext uri="{FF2B5EF4-FFF2-40B4-BE49-F238E27FC236}">
                  <a16:creationId xmlns:a16="http://schemas.microsoft.com/office/drawing/2014/main" id="{2ABC9261-4070-4446-6068-BCA59F38F07D}"/>
                </a:ext>
              </a:extLst>
            </p:cNvPr>
            <p:cNvSpPr/>
            <p:nvPr/>
          </p:nvSpPr>
          <p:spPr>
            <a:xfrm>
              <a:off x="2827059" y="2853013"/>
              <a:ext cx="923840" cy="915869"/>
            </a:xfrm>
            <a:custGeom>
              <a:avLst/>
              <a:gdLst/>
              <a:ahLst/>
              <a:cxnLst/>
              <a:rect l="0" t="0" r="0" b="0"/>
              <a:pathLst>
                <a:path w="923840" h="9158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399" y="915533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39">
              <a:extLst>
                <a:ext uri="{FF2B5EF4-FFF2-40B4-BE49-F238E27FC236}">
                  <a16:creationId xmlns:a16="http://schemas.microsoft.com/office/drawing/2014/main" id="{6DE2117C-8F81-FFCD-45AF-AFF70E749DB1}"/>
                </a:ext>
              </a:extLst>
            </p:cNvPr>
            <p:cNvSpPr/>
            <p:nvPr/>
          </p:nvSpPr>
          <p:spPr>
            <a:xfrm>
              <a:off x="2836499" y="2853013"/>
              <a:ext cx="923840" cy="915698"/>
            </a:xfrm>
            <a:custGeom>
              <a:avLst/>
              <a:gdLst/>
              <a:ahLst/>
              <a:cxnLst/>
              <a:rect l="0" t="0" r="0" b="0"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0">
              <a:extLst>
                <a:ext uri="{FF2B5EF4-FFF2-40B4-BE49-F238E27FC236}">
                  <a16:creationId xmlns:a16="http://schemas.microsoft.com/office/drawing/2014/main" id="{CCA10ADE-1C05-E74A-20B0-F00DB7C6F0B5}"/>
                </a:ext>
              </a:extLst>
            </p:cNvPr>
            <p:cNvSpPr/>
            <p:nvPr/>
          </p:nvSpPr>
          <p:spPr>
            <a:xfrm>
              <a:off x="2845939" y="2853013"/>
              <a:ext cx="920667" cy="914951"/>
            </a:xfrm>
            <a:custGeom>
              <a:avLst/>
              <a:gdLst/>
              <a:ahLst/>
              <a:cxnLst/>
              <a:rect l="0" t="0" r="0" b="0"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1">
              <a:extLst>
                <a:ext uri="{FF2B5EF4-FFF2-40B4-BE49-F238E27FC236}">
                  <a16:creationId xmlns:a16="http://schemas.microsoft.com/office/drawing/2014/main" id="{14F0B5E3-D0D2-2110-0DBD-44C110F658AC}"/>
                </a:ext>
              </a:extLst>
            </p:cNvPr>
            <p:cNvSpPr/>
            <p:nvPr/>
          </p:nvSpPr>
          <p:spPr>
            <a:xfrm>
              <a:off x="2572172" y="2835444"/>
              <a:ext cx="914400" cy="916302"/>
            </a:xfrm>
            <a:custGeom>
              <a:avLst/>
              <a:gdLst/>
              <a:ahLst/>
              <a:cxnLst/>
              <a:rect l="0" t="0" r="0" b="0"/>
              <a:pathLst>
                <a:path w="914400" h="916302">
                  <a:moveTo>
                    <a:pt x="914400" y="914400"/>
                  </a:moveTo>
                  <a:lnTo>
                    <a:pt x="914400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2">
              <a:extLst>
                <a:ext uri="{FF2B5EF4-FFF2-40B4-BE49-F238E27FC236}">
                  <a16:creationId xmlns:a16="http://schemas.microsoft.com/office/drawing/2014/main" id="{6F108168-F85C-F2B0-DAB1-813329B83DA3}"/>
                </a:ext>
              </a:extLst>
            </p:cNvPr>
            <p:cNvSpPr/>
            <p:nvPr/>
          </p:nvSpPr>
          <p:spPr>
            <a:xfrm>
              <a:off x="2572172" y="2835444"/>
              <a:ext cx="923840" cy="921175"/>
            </a:xfrm>
            <a:custGeom>
              <a:avLst/>
              <a:gdLst/>
              <a:ahLst/>
              <a:cxnLst/>
              <a:rect l="0" t="0" r="0" b="0"/>
              <a:pathLst>
                <a:path w="923840" h="92117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400" y="916302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3">
              <a:extLst>
                <a:ext uri="{FF2B5EF4-FFF2-40B4-BE49-F238E27FC236}">
                  <a16:creationId xmlns:a16="http://schemas.microsoft.com/office/drawing/2014/main" id="{505C599B-366B-C096-4E81-0242EE48F217}"/>
                </a:ext>
              </a:extLst>
            </p:cNvPr>
            <p:cNvSpPr/>
            <p:nvPr/>
          </p:nvSpPr>
          <p:spPr>
            <a:xfrm>
              <a:off x="2581613" y="2835444"/>
              <a:ext cx="923840" cy="924550"/>
            </a:xfrm>
            <a:custGeom>
              <a:avLst/>
              <a:gdLst/>
              <a:ahLst/>
              <a:cxnLst/>
              <a:rect l="0" t="0" r="0" b="0"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4">
              <a:extLst>
                <a:ext uri="{FF2B5EF4-FFF2-40B4-BE49-F238E27FC236}">
                  <a16:creationId xmlns:a16="http://schemas.microsoft.com/office/drawing/2014/main" id="{E05EA82F-1713-1D82-0F2E-05DDA2E2B428}"/>
                </a:ext>
              </a:extLst>
            </p:cNvPr>
            <p:cNvSpPr/>
            <p:nvPr/>
          </p:nvSpPr>
          <p:spPr>
            <a:xfrm>
              <a:off x="2591053" y="2835444"/>
              <a:ext cx="923840" cy="927140"/>
            </a:xfrm>
            <a:custGeom>
              <a:avLst/>
              <a:gdLst/>
              <a:ahLst/>
              <a:cxnLst/>
              <a:rect l="0" t="0" r="0" b="0"/>
              <a:pathLst>
                <a:path w="923840" h="9271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400" y="92455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5">
              <a:extLst>
                <a:ext uri="{FF2B5EF4-FFF2-40B4-BE49-F238E27FC236}">
                  <a16:creationId xmlns:a16="http://schemas.microsoft.com/office/drawing/2014/main" id="{9A037C4C-5F41-1B73-CD82-41E9103AC9BC}"/>
                </a:ext>
              </a:extLst>
            </p:cNvPr>
            <p:cNvSpPr/>
            <p:nvPr/>
          </p:nvSpPr>
          <p:spPr>
            <a:xfrm>
              <a:off x="2600493" y="2835444"/>
              <a:ext cx="923840" cy="929739"/>
            </a:xfrm>
            <a:custGeom>
              <a:avLst/>
              <a:gdLst/>
              <a:ahLst/>
              <a:cxnLst/>
              <a:rect l="0" t="0" r="0" b="0"/>
              <a:pathLst>
                <a:path w="923840" h="92973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399" y="92714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6">
              <a:extLst>
                <a:ext uri="{FF2B5EF4-FFF2-40B4-BE49-F238E27FC236}">
                  <a16:creationId xmlns:a16="http://schemas.microsoft.com/office/drawing/2014/main" id="{FFCC62ED-239D-7029-4E77-C2A0235B9A00}"/>
                </a:ext>
              </a:extLst>
            </p:cNvPr>
            <p:cNvSpPr/>
            <p:nvPr/>
          </p:nvSpPr>
          <p:spPr>
            <a:xfrm>
              <a:off x="260993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400" y="92973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7">
              <a:extLst>
                <a:ext uri="{FF2B5EF4-FFF2-40B4-BE49-F238E27FC236}">
                  <a16:creationId xmlns:a16="http://schemas.microsoft.com/office/drawing/2014/main" id="{694C1FB8-F5E6-E0BD-8949-21A522BBFD71}"/>
                </a:ext>
              </a:extLst>
            </p:cNvPr>
            <p:cNvSpPr/>
            <p:nvPr/>
          </p:nvSpPr>
          <p:spPr>
            <a:xfrm>
              <a:off x="261937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8">
              <a:extLst>
                <a:ext uri="{FF2B5EF4-FFF2-40B4-BE49-F238E27FC236}">
                  <a16:creationId xmlns:a16="http://schemas.microsoft.com/office/drawing/2014/main" id="{6000C4B7-8D9E-B435-C05D-7B4ACACDDE2D}"/>
                </a:ext>
              </a:extLst>
            </p:cNvPr>
            <p:cNvSpPr/>
            <p:nvPr/>
          </p:nvSpPr>
          <p:spPr>
            <a:xfrm>
              <a:off x="262881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49">
              <a:extLst>
                <a:ext uri="{FF2B5EF4-FFF2-40B4-BE49-F238E27FC236}">
                  <a16:creationId xmlns:a16="http://schemas.microsoft.com/office/drawing/2014/main" id="{CBED5879-E934-4F22-2A4D-CC69BAFC7AD7}"/>
                </a:ext>
              </a:extLst>
            </p:cNvPr>
            <p:cNvSpPr/>
            <p:nvPr/>
          </p:nvSpPr>
          <p:spPr>
            <a:xfrm>
              <a:off x="263825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0">
              <a:extLst>
                <a:ext uri="{FF2B5EF4-FFF2-40B4-BE49-F238E27FC236}">
                  <a16:creationId xmlns:a16="http://schemas.microsoft.com/office/drawing/2014/main" id="{757CD08A-CA14-6AF4-B218-2EAE9931BC93}"/>
                </a:ext>
              </a:extLst>
            </p:cNvPr>
            <p:cNvSpPr/>
            <p:nvPr/>
          </p:nvSpPr>
          <p:spPr>
            <a:xfrm>
              <a:off x="264769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1">
              <a:extLst>
                <a:ext uri="{FF2B5EF4-FFF2-40B4-BE49-F238E27FC236}">
                  <a16:creationId xmlns:a16="http://schemas.microsoft.com/office/drawing/2014/main" id="{476988A3-5651-86C5-7162-A11638C95AD4}"/>
                </a:ext>
              </a:extLst>
            </p:cNvPr>
            <p:cNvSpPr/>
            <p:nvPr/>
          </p:nvSpPr>
          <p:spPr>
            <a:xfrm>
              <a:off x="2657135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2">
              <a:extLst>
                <a:ext uri="{FF2B5EF4-FFF2-40B4-BE49-F238E27FC236}">
                  <a16:creationId xmlns:a16="http://schemas.microsoft.com/office/drawing/2014/main" id="{8472C0CB-EB73-6C1A-9DBC-7B8B7AEC87E3}"/>
                </a:ext>
              </a:extLst>
            </p:cNvPr>
            <p:cNvSpPr/>
            <p:nvPr/>
          </p:nvSpPr>
          <p:spPr>
            <a:xfrm>
              <a:off x="2666575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3">
              <a:extLst>
                <a:ext uri="{FF2B5EF4-FFF2-40B4-BE49-F238E27FC236}">
                  <a16:creationId xmlns:a16="http://schemas.microsoft.com/office/drawing/2014/main" id="{D6C0FC57-AED5-6FB6-4844-1767417D1687}"/>
                </a:ext>
              </a:extLst>
            </p:cNvPr>
            <p:cNvSpPr/>
            <p:nvPr/>
          </p:nvSpPr>
          <p:spPr>
            <a:xfrm>
              <a:off x="2676015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4">
              <a:extLst>
                <a:ext uri="{FF2B5EF4-FFF2-40B4-BE49-F238E27FC236}">
                  <a16:creationId xmlns:a16="http://schemas.microsoft.com/office/drawing/2014/main" id="{D42F7622-6B7D-5436-8BD0-126F395A1CD0}"/>
                </a:ext>
              </a:extLst>
            </p:cNvPr>
            <p:cNvSpPr/>
            <p:nvPr/>
          </p:nvSpPr>
          <p:spPr>
            <a:xfrm>
              <a:off x="2685455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5">
              <a:extLst>
                <a:ext uri="{FF2B5EF4-FFF2-40B4-BE49-F238E27FC236}">
                  <a16:creationId xmlns:a16="http://schemas.microsoft.com/office/drawing/2014/main" id="{AAB76CD0-FD06-958D-84F4-FE7F8B93F48E}"/>
                </a:ext>
              </a:extLst>
            </p:cNvPr>
            <p:cNvSpPr/>
            <p:nvPr/>
          </p:nvSpPr>
          <p:spPr>
            <a:xfrm>
              <a:off x="269489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6">
              <a:extLst>
                <a:ext uri="{FF2B5EF4-FFF2-40B4-BE49-F238E27FC236}">
                  <a16:creationId xmlns:a16="http://schemas.microsoft.com/office/drawing/2014/main" id="{79B6EA83-0B53-9194-35E7-CAA0C17FBCDF}"/>
                </a:ext>
              </a:extLst>
            </p:cNvPr>
            <p:cNvSpPr/>
            <p:nvPr/>
          </p:nvSpPr>
          <p:spPr>
            <a:xfrm>
              <a:off x="270433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7">
              <a:extLst>
                <a:ext uri="{FF2B5EF4-FFF2-40B4-BE49-F238E27FC236}">
                  <a16:creationId xmlns:a16="http://schemas.microsoft.com/office/drawing/2014/main" id="{1B004800-576C-680D-4D40-EC3AE2ABDE18}"/>
                </a:ext>
              </a:extLst>
            </p:cNvPr>
            <p:cNvSpPr/>
            <p:nvPr/>
          </p:nvSpPr>
          <p:spPr>
            <a:xfrm>
              <a:off x="271377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8">
              <a:extLst>
                <a:ext uri="{FF2B5EF4-FFF2-40B4-BE49-F238E27FC236}">
                  <a16:creationId xmlns:a16="http://schemas.microsoft.com/office/drawing/2014/main" id="{465534BF-75C7-E59A-C67C-7F33B07F708D}"/>
                </a:ext>
              </a:extLst>
            </p:cNvPr>
            <p:cNvSpPr/>
            <p:nvPr/>
          </p:nvSpPr>
          <p:spPr>
            <a:xfrm>
              <a:off x="272321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59">
              <a:extLst>
                <a:ext uri="{FF2B5EF4-FFF2-40B4-BE49-F238E27FC236}">
                  <a16:creationId xmlns:a16="http://schemas.microsoft.com/office/drawing/2014/main" id="{20A71195-2609-DF57-9C55-86F31C8F32FE}"/>
                </a:ext>
              </a:extLst>
            </p:cNvPr>
            <p:cNvSpPr/>
            <p:nvPr/>
          </p:nvSpPr>
          <p:spPr>
            <a:xfrm>
              <a:off x="273265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0">
              <a:extLst>
                <a:ext uri="{FF2B5EF4-FFF2-40B4-BE49-F238E27FC236}">
                  <a16:creationId xmlns:a16="http://schemas.microsoft.com/office/drawing/2014/main" id="{66C5502B-793E-FB61-7E25-77C276D854F7}"/>
                </a:ext>
              </a:extLst>
            </p:cNvPr>
            <p:cNvSpPr/>
            <p:nvPr/>
          </p:nvSpPr>
          <p:spPr>
            <a:xfrm>
              <a:off x="2742097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1">
              <a:extLst>
                <a:ext uri="{FF2B5EF4-FFF2-40B4-BE49-F238E27FC236}">
                  <a16:creationId xmlns:a16="http://schemas.microsoft.com/office/drawing/2014/main" id="{37D4EA01-5CAC-1D9D-3A03-2387B411EDBD}"/>
                </a:ext>
              </a:extLst>
            </p:cNvPr>
            <p:cNvSpPr/>
            <p:nvPr/>
          </p:nvSpPr>
          <p:spPr>
            <a:xfrm>
              <a:off x="2751537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2">
              <a:extLst>
                <a:ext uri="{FF2B5EF4-FFF2-40B4-BE49-F238E27FC236}">
                  <a16:creationId xmlns:a16="http://schemas.microsoft.com/office/drawing/2014/main" id="{7E717BDA-A7C9-2E03-CF2F-F19BF7E26FB1}"/>
                </a:ext>
              </a:extLst>
            </p:cNvPr>
            <p:cNvSpPr/>
            <p:nvPr/>
          </p:nvSpPr>
          <p:spPr>
            <a:xfrm>
              <a:off x="2760977" y="2835444"/>
              <a:ext cx="923840" cy="929907"/>
            </a:xfrm>
            <a:custGeom>
              <a:avLst/>
              <a:gdLst/>
              <a:ahLst/>
              <a:cxnLst/>
              <a:rect l="0" t="0" r="0" b="0"/>
              <a:pathLst>
                <a:path w="923840" h="9299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400" y="929907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3">
              <a:extLst>
                <a:ext uri="{FF2B5EF4-FFF2-40B4-BE49-F238E27FC236}">
                  <a16:creationId xmlns:a16="http://schemas.microsoft.com/office/drawing/2014/main" id="{C967E262-2E4B-EFCC-63FD-86F643A52CC6}"/>
                </a:ext>
              </a:extLst>
            </p:cNvPr>
            <p:cNvSpPr/>
            <p:nvPr/>
          </p:nvSpPr>
          <p:spPr>
            <a:xfrm>
              <a:off x="2770417" y="2835444"/>
              <a:ext cx="923840" cy="926940"/>
            </a:xfrm>
            <a:custGeom>
              <a:avLst/>
              <a:gdLst/>
              <a:ahLst/>
              <a:cxnLst/>
              <a:rect l="0" t="0" r="0" b="0"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4">
              <a:extLst>
                <a:ext uri="{FF2B5EF4-FFF2-40B4-BE49-F238E27FC236}">
                  <a16:creationId xmlns:a16="http://schemas.microsoft.com/office/drawing/2014/main" id="{8A741F43-4C86-7DF5-4264-F1CDB59B085F}"/>
                </a:ext>
              </a:extLst>
            </p:cNvPr>
            <p:cNvSpPr/>
            <p:nvPr/>
          </p:nvSpPr>
          <p:spPr>
            <a:xfrm>
              <a:off x="2779858" y="2835444"/>
              <a:ext cx="923840" cy="924542"/>
            </a:xfrm>
            <a:custGeom>
              <a:avLst/>
              <a:gdLst/>
              <a:ahLst/>
              <a:cxnLst/>
              <a:rect l="0" t="0" r="0" b="0"/>
              <a:pathLst>
                <a:path w="923840" h="92454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400" y="923982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5">
              <a:extLst>
                <a:ext uri="{FF2B5EF4-FFF2-40B4-BE49-F238E27FC236}">
                  <a16:creationId xmlns:a16="http://schemas.microsoft.com/office/drawing/2014/main" id="{0D6576DE-C146-A586-54CF-1D8F450B9CD8}"/>
                </a:ext>
              </a:extLst>
            </p:cNvPr>
            <p:cNvSpPr/>
            <p:nvPr/>
          </p:nvSpPr>
          <p:spPr>
            <a:xfrm>
              <a:off x="2789298" y="2835444"/>
              <a:ext cx="923840" cy="926880"/>
            </a:xfrm>
            <a:custGeom>
              <a:avLst/>
              <a:gdLst/>
              <a:ahLst/>
              <a:cxnLst/>
              <a:rect l="0" t="0" r="0" b="0"/>
              <a:pathLst>
                <a:path w="923840" h="92688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399" y="924542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6">
              <a:extLst>
                <a:ext uri="{FF2B5EF4-FFF2-40B4-BE49-F238E27FC236}">
                  <a16:creationId xmlns:a16="http://schemas.microsoft.com/office/drawing/2014/main" id="{8FFD57D6-5AF0-2690-239A-3D7258DD4815}"/>
                </a:ext>
              </a:extLst>
            </p:cNvPr>
            <p:cNvSpPr/>
            <p:nvPr/>
          </p:nvSpPr>
          <p:spPr>
            <a:xfrm>
              <a:off x="2798738" y="2835444"/>
              <a:ext cx="923840" cy="929225"/>
            </a:xfrm>
            <a:custGeom>
              <a:avLst/>
              <a:gdLst/>
              <a:ahLst/>
              <a:cxnLst/>
              <a:rect l="0" t="0" r="0" b="0"/>
              <a:pathLst>
                <a:path w="923840" h="92922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400" y="92688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7">
              <a:extLst>
                <a:ext uri="{FF2B5EF4-FFF2-40B4-BE49-F238E27FC236}">
                  <a16:creationId xmlns:a16="http://schemas.microsoft.com/office/drawing/2014/main" id="{3C06A935-CD09-DA40-6E47-75B1D1B2AE3C}"/>
                </a:ext>
              </a:extLst>
            </p:cNvPr>
            <p:cNvSpPr/>
            <p:nvPr/>
          </p:nvSpPr>
          <p:spPr>
            <a:xfrm>
              <a:off x="2808178" y="2835444"/>
              <a:ext cx="923840" cy="931579"/>
            </a:xfrm>
            <a:custGeom>
              <a:avLst/>
              <a:gdLst/>
              <a:ahLst/>
              <a:cxnLst/>
              <a:rect l="0" t="0" r="0" b="0"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8">
              <a:extLst>
                <a:ext uri="{FF2B5EF4-FFF2-40B4-BE49-F238E27FC236}">
                  <a16:creationId xmlns:a16="http://schemas.microsoft.com/office/drawing/2014/main" id="{F1D44281-E014-E22B-3462-F38A9F18BEA5}"/>
                </a:ext>
              </a:extLst>
            </p:cNvPr>
            <p:cNvSpPr/>
            <p:nvPr/>
          </p:nvSpPr>
          <p:spPr>
            <a:xfrm>
              <a:off x="2817619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400" y="93157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69">
              <a:extLst>
                <a:ext uri="{FF2B5EF4-FFF2-40B4-BE49-F238E27FC236}">
                  <a16:creationId xmlns:a16="http://schemas.microsoft.com/office/drawing/2014/main" id="{E132B7A3-E3D1-3538-F879-E5904A363F74}"/>
                </a:ext>
              </a:extLst>
            </p:cNvPr>
            <p:cNvSpPr/>
            <p:nvPr/>
          </p:nvSpPr>
          <p:spPr>
            <a:xfrm>
              <a:off x="2827059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0">
              <a:extLst>
                <a:ext uri="{FF2B5EF4-FFF2-40B4-BE49-F238E27FC236}">
                  <a16:creationId xmlns:a16="http://schemas.microsoft.com/office/drawing/2014/main" id="{ADEB9A64-523F-2B2C-E64C-35960ED7B9E1}"/>
                </a:ext>
              </a:extLst>
            </p:cNvPr>
            <p:cNvSpPr/>
            <p:nvPr/>
          </p:nvSpPr>
          <p:spPr>
            <a:xfrm>
              <a:off x="2836499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1">
              <a:extLst>
                <a:ext uri="{FF2B5EF4-FFF2-40B4-BE49-F238E27FC236}">
                  <a16:creationId xmlns:a16="http://schemas.microsoft.com/office/drawing/2014/main" id="{954E5C6F-FC83-61F7-B19D-832A61A42AEB}"/>
                </a:ext>
              </a:extLst>
            </p:cNvPr>
            <p:cNvSpPr/>
            <p:nvPr/>
          </p:nvSpPr>
          <p:spPr>
            <a:xfrm>
              <a:off x="2845939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2">
              <a:extLst>
                <a:ext uri="{FF2B5EF4-FFF2-40B4-BE49-F238E27FC236}">
                  <a16:creationId xmlns:a16="http://schemas.microsoft.com/office/drawing/2014/main" id="{D3B67EF2-457D-C88B-253A-9750B9565C4F}"/>
                </a:ext>
              </a:extLst>
            </p:cNvPr>
            <p:cNvSpPr/>
            <p:nvPr/>
          </p:nvSpPr>
          <p:spPr>
            <a:xfrm>
              <a:off x="2855380" y="2835444"/>
              <a:ext cx="923840" cy="931691"/>
            </a:xfrm>
            <a:custGeom>
              <a:avLst/>
              <a:gdLst/>
              <a:ahLst/>
              <a:cxnLst/>
              <a:rect l="0" t="0" r="0" b="0"/>
              <a:pathLst>
                <a:path w="923840" h="93169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400" y="931691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3">
              <a:extLst>
                <a:ext uri="{FF2B5EF4-FFF2-40B4-BE49-F238E27FC236}">
                  <a16:creationId xmlns:a16="http://schemas.microsoft.com/office/drawing/2014/main" id="{643AA036-33D7-3413-405C-F62E9B9C54D2}"/>
                </a:ext>
              </a:extLst>
            </p:cNvPr>
            <p:cNvSpPr/>
            <p:nvPr/>
          </p:nvSpPr>
          <p:spPr>
            <a:xfrm>
              <a:off x="2864820" y="2835444"/>
              <a:ext cx="923840" cy="930110"/>
            </a:xfrm>
            <a:custGeom>
              <a:avLst/>
              <a:gdLst/>
              <a:ahLst/>
              <a:cxnLst/>
              <a:rect l="0" t="0" r="0" b="0"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4">
              <a:extLst>
                <a:ext uri="{FF2B5EF4-FFF2-40B4-BE49-F238E27FC236}">
                  <a16:creationId xmlns:a16="http://schemas.microsoft.com/office/drawing/2014/main" id="{70AAF075-711A-7CA6-3058-493D8CD4C3EB}"/>
                </a:ext>
              </a:extLst>
            </p:cNvPr>
            <p:cNvSpPr/>
            <p:nvPr/>
          </p:nvSpPr>
          <p:spPr>
            <a:xfrm>
              <a:off x="2874260" y="2835444"/>
              <a:ext cx="923840" cy="927117"/>
            </a:xfrm>
            <a:custGeom>
              <a:avLst/>
              <a:gdLst/>
              <a:ahLst/>
              <a:cxnLst/>
              <a:rect l="0" t="0" r="0" b="0"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5">
              <a:extLst>
                <a:ext uri="{FF2B5EF4-FFF2-40B4-BE49-F238E27FC236}">
                  <a16:creationId xmlns:a16="http://schemas.microsoft.com/office/drawing/2014/main" id="{77E22026-BE24-00A0-4BF6-D50807F6E48D}"/>
                </a:ext>
              </a:extLst>
            </p:cNvPr>
            <p:cNvSpPr/>
            <p:nvPr/>
          </p:nvSpPr>
          <p:spPr>
            <a:xfrm>
              <a:off x="2883700" y="2835444"/>
              <a:ext cx="923840" cy="922549"/>
            </a:xfrm>
            <a:custGeom>
              <a:avLst/>
              <a:gdLst/>
              <a:ahLst/>
              <a:cxnLst/>
              <a:rect l="0" t="0" r="0" b="0"/>
              <a:pathLst>
                <a:path w="923840" h="92254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399" y="92254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6">
              <a:extLst>
                <a:ext uri="{FF2B5EF4-FFF2-40B4-BE49-F238E27FC236}">
                  <a16:creationId xmlns:a16="http://schemas.microsoft.com/office/drawing/2014/main" id="{24679CD5-F95D-0510-57F8-A525053B7EB2}"/>
                </a:ext>
              </a:extLst>
            </p:cNvPr>
            <p:cNvSpPr/>
            <p:nvPr/>
          </p:nvSpPr>
          <p:spPr>
            <a:xfrm>
              <a:off x="2893141" y="2835444"/>
              <a:ext cx="916821" cy="916240"/>
            </a:xfrm>
            <a:custGeom>
              <a:avLst/>
              <a:gdLst/>
              <a:ahLst/>
              <a:cxnLst/>
              <a:rect l="0" t="0" r="0" b="0"/>
              <a:pathLst>
                <a:path w="916821" h="916240">
                  <a:moveTo>
                    <a:pt x="914400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400" y="91624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7">
              <a:extLst>
                <a:ext uri="{FF2B5EF4-FFF2-40B4-BE49-F238E27FC236}">
                  <a16:creationId xmlns:a16="http://schemas.microsoft.com/office/drawing/2014/main" id="{2A395C3D-EDC9-15B2-0FBB-1F253939E72F}"/>
                </a:ext>
              </a:extLst>
            </p:cNvPr>
            <p:cNvSpPr/>
            <p:nvPr/>
          </p:nvSpPr>
          <p:spPr>
            <a:xfrm>
              <a:off x="2553292" y="2817874"/>
              <a:ext cx="914400" cy="918773"/>
            </a:xfrm>
            <a:custGeom>
              <a:avLst/>
              <a:gdLst/>
              <a:ahLst/>
              <a:cxnLst/>
              <a:rect l="0" t="0" r="0" b="0"/>
              <a:pathLst>
                <a:path w="914400" h="918773">
                  <a:moveTo>
                    <a:pt x="914400" y="914400"/>
                  </a:moveTo>
                  <a:lnTo>
                    <a:pt x="914400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8">
              <a:extLst>
                <a:ext uri="{FF2B5EF4-FFF2-40B4-BE49-F238E27FC236}">
                  <a16:creationId xmlns:a16="http://schemas.microsoft.com/office/drawing/2014/main" id="{49AE44C7-FDD3-9BBE-AF65-09BEEAFD0172}"/>
                </a:ext>
              </a:extLst>
            </p:cNvPr>
            <p:cNvSpPr/>
            <p:nvPr/>
          </p:nvSpPr>
          <p:spPr>
            <a:xfrm>
              <a:off x="2553292" y="2817874"/>
              <a:ext cx="923840" cy="927310"/>
            </a:xfrm>
            <a:custGeom>
              <a:avLst/>
              <a:gdLst/>
              <a:ahLst/>
              <a:cxnLst/>
              <a:rect l="0" t="0" r="0" b="0"/>
              <a:pathLst>
                <a:path w="923840" h="9273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400" y="918773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79">
              <a:extLst>
                <a:ext uri="{FF2B5EF4-FFF2-40B4-BE49-F238E27FC236}">
                  <a16:creationId xmlns:a16="http://schemas.microsoft.com/office/drawing/2014/main" id="{A8461E9A-5546-0CCD-28A0-8B9526AD3500}"/>
                </a:ext>
              </a:extLst>
            </p:cNvPr>
            <p:cNvSpPr/>
            <p:nvPr/>
          </p:nvSpPr>
          <p:spPr>
            <a:xfrm>
              <a:off x="256273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0">
              <a:extLst>
                <a:ext uri="{FF2B5EF4-FFF2-40B4-BE49-F238E27FC236}">
                  <a16:creationId xmlns:a16="http://schemas.microsoft.com/office/drawing/2014/main" id="{322D6BB8-2CDB-B6D0-C1D1-B354B3E0B3AB}"/>
                </a:ext>
              </a:extLst>
            </p:cNvPr>
            <p:cNvSpPr/>
            <p:nvPr/>
          </p:nvSpPr>
          <p:spPr>
            <a:xfrm>
              <a:off x="257217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1">
              <a:extLst>
                <a:ext uri="{FF2B5EF4-FFF2-40B4-BE49-F238E27FC236}">
                  <a16:creationId xmlns:a16="http://schemas.microsoft.com/office/drawing/2014/main" id="{27BDE166-90B3-1E4A-1179-0C3696DC5A35}"/>
                </a:ext>
              </a:extLst>
            </p:cNvPr>
            <p:cNvSpPr/>
            <p:nvPr/>
          </p:nvSpPr>
          <p:spPr>
            <a:xfrm>
              <a:off x="258161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2">
              <a:extLst>
                <a:ext uri="{FF2B5EF4-FFF2-40B4-BE49-F238E27FC236}">
                  <a16:creationId xmlns:a16="http://schemas.microsoft.com/office/drawing/2014/main" id="{9A27845E-D750-1E7F-C116-109DB85F9102}"/>
                </a:ext>
              </a:extLst>
            </p:cNvPr>
            <p:cNvSpPr/>
            <p:nvPr/>
          </p:nvSpPr>
          <p:spPr>
            <a:xfrm>
              <a:off x="259105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3">
              <a:extLst>
                <a:ext uri="{FF2B5EF4-FFF2-40B4-BE49-F238E27FC236}">
                  <a16:creationId xmlns:a16="http://schemas.microsoft.com/office/drawing/2014/main" id="{3B2C9A20-6DE3-050A-A87D-6C89B5B1AEE1}"/>
                </a:ext>
              </a:extLst>
            </p:cNvPr>
            <p:cNvSpPr/>
            <p:nvPr/>
          </p:nvSpPr>
          <p:spPr>
            <a:xfrm>
              <a:off x="260049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4">
              <a:extLst>
                <a:ext uri="{FF2B5EF4-FFF2-40B4-BE49-F238E27FC236}">
                  <a16:creationId xmlns:a16="http://schemas.microsoft.com/office/drawing/2014/main" id="{B92D8961-D493-2C77-0609-021E7437739C}"/>
                </a:ext>
              </a:extLst>
            </p:cNvPr>
            <p:cNvSpPr/>
            <p:nvPr/>
          </p:nvSpPr>
          <p:spPr>
            <a:xfrm>
              <a:off x="260993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5">
              <a:extLst>
                <a:ext uri="{FF2B5EF4-FFF2-40B4-BE49-F238E27FC236}">
                  <a16:creationId xmlns:a16="http://schemas.microsoft.com/office/drawing/2014/main" id="{4A59549A-489D-DDC9-95AC-3F583EE06765}"/>
                </a:ext>
              </a:extLst>
            </p:cNvPr>
            <p:cNvSpPr/>
            <p:nvPr/>
          </p:nvSpPr>
          <p:spPr>
            <a:xfrm>
              <a:off x="261937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6">
              <a:extLst>
                <a:ext uri="{FF2B5EF4-FFF2-40B4-BE49-F238E27FC236}">
                  <a16:creationId xmlns:a16="http://schemas.microsoft.com/office/drawing/2014/main" id="{906BFE8A-E17B-3FA7-C5A2-65AA34351324}"/>
                </a:ext>
              </a:extLst>
            </p:cNvPr>
            <p:cNvSpPr/>
            <p:nvPr/>
          </p:nvSpPr>
          <p:spPr>
            <a:xfrm>
              <a:off x="262881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7">
              <a:extLst>
                <a:ext uri="{FF2B5EF4-FFF2-40B4-BE49-F238E27FC236}">
                  <a16:creationId xmlns:a16="http://schemas.microsoft.com/office/drawing/2014/main" id="{C2A99527-B8CF-C27B-30E2-7C4EA1CD01B1}"/>
                </a:ext>
              </a:extLst>
            </p:cNvPr>
            <p:cNvSpPr/>
            <p:nvPr/>
          </p:nvSpPr>
          <p:spPr>
            <a:xfrm>
              <a:off x="263825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8">
              <a:extLst>
                <a:ext uri="{FF2B5EF4-FFF2-40B4-BE49-F238E27FC236}">
                  <a16:creationId xmlns:a16="http://schemas.microsoft.com/office/drawing/2014/main" id="{2727B9DB-E4A7-7D05-AA6A-11755ACA6025}"/>
                </a:ext>
              </a:extLst>
            </p:cNvPr>
            <p:cNvSpPr/>
            <p:nvPr/>
          </p:nvSpPr>
          <p:spPr>
            <a:xfrm>
              <a:off x="264769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89">
              <a:extLst>
                <a:ext uri="{FF2B5EF4-FFF2-40B4-BE49-F238E27FC236}">
                  <a16:creationId xmlns:a16="http://schemas.microsoft.com/office/drawing/2014/main" id="{261895A6-AEDC-2D87-FC92-47C1CFA60224}"/>
                </a:ext>
              </a:extLst>
            </p:cNvPr>
            <p:cNvSpPr/>
            <p:nvPr/>
          </p:nvSpPr>
          <p:spPr>
            <a:xfrm>
              <a:off x="265713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0">
              <a:extLst>
                <a:ext uri="{FF2B5EF4-FFF2-40B4-BE49-F238E27FC236}">
                  <a16:creationId xmlns:a16="http://schemas.microsoft.com/office/drawing/2014/main" id="{C6DD8730-2B0B-F9CA-AB03-4517F4D5CB7C}"/>
                </a:ext>
              </a:extLst>
            </p:cNvPr>
            <p:cNvSpPr/>
            <p:nvPr/>
          </p:nvSpPr>
          <p:spPr>
            <a:xfrm>
              <a:off x="266657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1">
              <a:extLst>
                <a:ext uri="{FF2B5EF4-FFF2-40B4-BE49-F238E27FC236}">
                  <a16:creationId xmlns:a16="http://schemas.microsoft.com/office/drawing/2014/main" id="{812E61CE-7809-B9C0-D759-0FD7939166CE}"/>
                </a:ext>
              </a:extLst>
            </p:cNvPr>
            <p:cNvSpPr/>
            <p:nvPr/>
          </p:nvSpPr>
          <p:spPr>
            <a:xfrm>
              <a:off x="267601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2">
              <a:extLst>
                <a:ext uri="{FF2B5EF4-FFF2-40B4-BE49-F238E27FC236}">
                  <a16:creationId xmlns:a16="http://schemas.microsoft.com/office/drawing/2014/main" id="{15C1DD71-2FE2-339C-C1E1-03438E7CB37D}"/>
                </a:ext>
              </a:extLst>
            </p:cNvPr>
            <p:cNvSpPr/>
            <p:nvPr/>
          </p:nvSpPr>
          <p:spPr>
            <a:xfrm>
              <a:off x="268545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3">
              <a:extLst>
                <a:ext uri="{FF2B5EF4-FFF2-40B4-BE49-F238E27FC236}">
                  <a16:creationId xmlns:a16="http://schemas.microsoft.com/office/drawing/2014/main" id="{FFE1C0C8-A4AE-19BF-C623-66E91D369EAB}"/>
                </a:ext>
              </a:extLst>
            </p:cNvPr>
            <p:cNvSpPr/>
            <p:nvPr/>
          </p:nvSpPr>
          <p:spPr>
            <a:xfrm>
              <a:off x="269489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4">
              <a:extLst>
                <a:ext uri="{FF2B5EF4-FFF2-40B4-BE49-F238E27FC236}">
                  <a16:creationId xmlns:a16="http://schemas.microsoft.com/office/drawing/2014/main" id="{94F201F8-29F2-F849-8FFB-10E3F63F86D1}"/>
                </a:ext>
              </a:extLst>
            </p:cNvPr>
            <p:cNvSpPr/>
            <p:nvPr/>
          </p:nvSpPr>
          <p:spPr>
            <a:xfrm>
              <a:off x="270433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5">
              <a:extLst>
                <a:ext uri="{FF2B5EF4-FFF2-40B4-BE49-F238E27FC236}">
                  <a16:creationId xmlns:a16="http://schemas.microsoft.com/office/drawing/2014/main" id="{584D57CC-C71E-E139-3CEF-73F04E1C6DCB}"/>
                </a:ext>
              </a:extLst>
            </p:cNvPr>
            <p:cNvSpPr/>
            <p:nvPr/>
          </p:nvSpPr>
          <p:spPr>
            <a:xfrm>
              <a:off x="271377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6">
              <a:extLst>
                <a:ext uri="{FF2B5EF4-FFF2-40B4-BE49-F238E27FC236}">
                  <a16:creationId xmlns:a16="http://schemas.microsoft.com/office/drawing/2014/main" id="{C0E9816C-5FD6-2A7F-3FF2-F78A4EB7E60C}"/>
                </a:ext>
              </a:extLst>
            </p:cNvPr>
            <p:cNvSpPr/>
            <p:nvPr/>
          </p:nvSpPr>
          <p:spPr>
            <a:xfrm>
              <a:off x="272321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7">
              <a:extLst>
                <a:ext uri="{FF2B5EF4-FFF2-40B4-BE49-F238E27FC236}">
                  <a16:creationId xmlns:a16="http://schemas.microsoft.com/office/drawing/2014/main" id="{BB4D23F4-5D2A-8087-D084-CCD3F18E920A}"/>
                </a:ext>
              </a:extLst>
            </p:cNvPr>
            <p:cNvSpPr/>
            <p:nvPr/>
          </p:nvSpPr>
          <p:spPr>
            <a:xfrm>
              <a:off x="273265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8">
              <a:extLst>
                <a:ext uri="{FF2B5EF4-FFF2-40B4-BE49-F238E27FC236}">
                  <a16:creationId xmlns:a16="http://schemas.microsoft.com/office/drawing/2014/main" id="{350F79C6-1B0D-F377-0D04-00EE7A4F6B0A}"/>
                </a:ext>
              </a:extLst>
            </p:cNvPr>
            <p:cNvSpPr/>
            <p:nvPr/>
          </p:nvSpPr>
          <p:spPr>
            <a:xfrm>
              <a:off x="274209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99">
              <a:extLst>
                <a:ext uri="{FF2B5EF4-FFF2-40B4-BE49-F238E27FC236}">
                  <a16:creationId xmlns:a16="http://schemas.microsoft.com/office/drawing/2014/main" id="{D0FFB1F7-3030-D69F-A4E7-457B6C820EC3}"/>
                </a:ext>
              </a:extLst>
            </p:cNvPr>
            <p:cNvSpPr/>
            <p:nvPr/>
          </p:nvSpPr>
          <p:spPr>
            <a:xfrm>
              <a:off x="275153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0">
              <a:extLst>
                <a:ext uri="{FF2B5EF4-FFF2-40B4-BE49-F238E27FC236}">
                  <a16:creationId xmlns:a16="http://schemas.microsoft.com/office/drawing/2014/main" id="{325D8B74-31CF-3B0B-5349-26B138E59D3A}"/>
                </a:ext>
              </a:extLst>
            </p:cNvPr>
            <p:cNvSpPr/>
            <p:nvPr/>
          </p:nvSpPr>
          <p:spPr>
            <a:xfrm>
              <a:off x="276097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1">
              <a:extLst>
                <a:ext uri="{FF2B5EF4-FFF2-40B4-BE49-F238E27FC236}">
                  <a16:creationId xmlns:a16="http://schemas.microsoft.com/office/drawing/2014/main" id="{20585CE8-D122-6C25-8720-BF0756591F30}"/>
                </a:ext>
              </a:extLst>
            </p:cNvPr>
            <p:cNvSpPr/>
            <p:nvPr/>
          </p:nvSpPr>
          <p:spPr>
            <a:xfrm>
              <a:off x="277041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2">
              <a:extLst>
                <a:ext uri="{FF2B5EF4-FFF2-40B4-BE49-F238E27FC236}">
                  <a16:creationId xmlns:a16="http://schemas.microsoft.com/office/drawing/2014/main" id="{AADFE9D7-36B8-A959-5CDE-BFDF3F08A54D}"/>
                </a:ext>
              </a:extLst>
            </p:cNvPr>
            <p:cNvSpPr/>
            <p:nvPr/>
          </p:nvSpPr>
          <p:spPr>
            <a:xfrm>
              <a:off x="277985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3">
              <a:extLst>
                <a:ext uri="{FF2B5EF4-FFF2-40B4-BE49-F238E27FC236}">
                  <a16:creationId xmlns:a16="http://schemas.microsoft.com/office/drawing/2014/main" id="{76F0E601-8FC3-0AFB-0047-CF3CD0BC06CD}"/>
                </a:ext>
              </a:extLst>
            </p:cNvPr>
            <p:cNvSpPr/>
            <p:nvPr/>
          </p:nvSpPr>
          <p:spPr>
            <a:xfrm>
              <a:off x="278929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4">
              <a:extLst>
                <a:ext uri="{FF2B5EF4-FFF2-40B4-BE49-F238E27FC236}">
                  <a16:creationId xmlns:a16="http://schemas.microsoft.com/office/drawing/2014/main" id="{F519F6DD-81EC-FEDC-A18B-F72712C0E9CD}"/>
                </a:ext>
              </a:extLst>
            </p:cNvPr>
            <p:cNvSpPr/>
            <p:nvPr/>
          </p:nvSpPr>
          <p:spPr>
            <a:xfrm>
              <a:off x="279873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5">
              <a:extLst>
                <a:ext uri="{FF2B5EF4-FFF2-40B4-BE49-F238E27FC236}">
                  <a16:creationId xmlns:a16="http://schemas.microsoft.com/office/drawing/2014/main" id="{225BB770-74A0-7762-07A3-4340543B960B}"/>
                </a:ext>
              </a:extLst>
            </p:cNvPr>
            <p:cNvSpPr/>
            <p:nvPr/>
          </p:nvSpPr>
          <p:spPr>
            <a:xfrm>
              <a:off x="280817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6">
              <a:extLst>
                <a:ext uri="{FF2B5EF4-FFF2-40B4-BE49-F238E27FC236}">
                  <a16:creationId xmlns:a16="http://schemas.microsoft.com/office/drawing/2014/main" id="{56316E5A-6FEB-AFCE-FA62-E583944699F4}"/>
                </a:ext>
              </a:extLst>
            </p:cNvPr>
            <p:cNvSpPr/>
            <p:nvPr/>
          </p:nvSpPr>
          <p:spPr>
            <a:xfrm>
              <a:off x="281761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7">
              <a:extLst>
                <a:ext uri="{FF2B5EF4-FFF2-40B4-BE49-F238E27FC236}">
                  <a16:creationId xmlns:a16="http://schemas.microsoft.com/office/drawing/2014/main" id="{4B403A0B-04F6-B180-340B-B1D3EE7C4054}"/>
                </a:ext>
              </a:extLst>
            </p:cNvPr>
            <p:cNvSpPr/>
            <p:nvPr/>
          </p:nvSpPr>
          <p:spPr>
            <a:xfrm>
              <a:off x="282705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8">
              <a:extLst>
                <a:ext uri="{FF2B5EF4-FFF2-40B4-BE49-F238E27FC236}">
                  <a16:creationId xmlns:a16="http://schemas.microsoft.com/office/drawing/2014/main" id="{D3E587AC-6686-A66F-40E7-4FDF7E746D16}"/>
                </a:ext>
              </a:extLst>
            </p:cNvPr>
            <p:cNvSpPr/>
            <p:nvPr/>
          </p:nvSpPr>
          <p:spPr>
            <a:xfrm>
              <a:off x="283649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09">
              <a:extLst>
                <a:ext uri="{FF2B5EF4-FFF2-40B4-BE49-F238E27FC236}">
                  <a16:creationId xmlns:a16="http://schemas.microsoft.com/office/drawing/2014/main" id="{F13D0E2D-0DBA-6021-0625-315D16F6B9A0}"/>
                </a:ext>
              </a:extLst>
            </p:cNvPr>
            <p:cNvSpPr/>
            <p:nvPr/>
          </p:nvSpPr>
          <p:spPr>
            <a:xfrm>
              <a:off x="284593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0">
              <a:extLst>
                <a:ext uri="{FF2B5EF4-FFF2-40B4-BE49-F238E27FC236}">
                  <a16:creationId xmlns:a16="http://schemas.microsoft.com/office/drawing/2014/main" id="{5908B24F-14E5-81F2-A595-0586EE0F1A31}"/>
                </a:ext>
              </a:extLst>
            </p:cNvPr>
            <p:cNvSpPr/>
            <p:nvPr/>
          </p:nvSpPr>
          <p:spPr>
            <a:xfrm>
              <a:off x="285538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1">
              <a:extLst>
                <a:ext uri="{FF2B5EF4-FFF2-40B4-BE49-F238E27FC236}">
                  <a16:creationId xmlns:a16="http://schemas.microsoft.com/office/drawing/2014/main" id="{BF67B896-6D5A-C65A-A86A-199F44DA81E6}"/>
                </a:ext>
              </a:extLst>
            </p:cNvPr>
            <p:cNvSpPr/>
            <p:nvPr/>
          </p:nvSpPr>
          <p:spPr>
            <a:xfrm>
              <a:off x="286482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2">
              <a:extLst>
                <a:ext uri="{FF2B5EF4-FFF2-40B4-BE49-F238E27FC236}">
                  <a16:creationId xmlns:a16="http://schemas.microsoft.com/office/drawing/2014/main" id="{9A052D8D-F6DB-4ACB-FD23-86E0EC0A6A2C}"/>
                </a:ext>
              </a:extLst>
            </p:cNvPr>
            <p:cNvSpPr/>
            <p:nvPr/>
          </p:nvSpPr>
          <p:spPr>
            <a:xfrm>
              <a:off x="287426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3">
              <a:extLst>
                <a:ext uri="{FF2B5EF4-FFF2-40B4-BE49-F238E27FC236}">
                  <a16:creationId xmlns:a16="http://schemas.microsoft.com/office/drawing/2014/main" id="{889531EC-ABEA-3EAF-B7EF-EFA86AF81A98}"/>
                </a:ext>
              </a:extLst>
            </p:cNvPr>
            <p:cNvSpPr/>
            <p:nvPr/>
          </p:nvSpPr>
          <p:spPr>
            <a:xfrm>
              <a:off x="288370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4">
              <a:extLst>
                <a:ext uri="{FF2B5EF4-FFF2-40B4-BE49-F238E27FC236}">
                  <a16:creationId xmlns:a16="http://schemas.microsoft.com/office/drawing/2014/main" id="{E7DB7B97-0219-3531-891C-1BCE01417FD8}"/>
                </a:ext>
              </a:extLst>
            </p:cNvPr>
            <p:cNvSpPr/>
            <p:nvPr/>
          </p:nvSpPr>
          <p:spPr>
            <a:xfrm>
              <a:off x="2893141" y="283544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5">
              <a:extLst>
                <a:ext uri="{FF2B5EF4-FFF2-40B4-BE49-F238E27FC236}">
                  <a16:creationId xmlns:a16="http://schemas.microsoft.com/office/drawing/2014/main" id="{567DB902-17C7-7639-FC96-EDD8C63B7BC3}"/>
                </a:ext>
              </a:extLst>
            </p:cNvPr>
            <p:cNvSpPr/>
            <p:nvPr/>
          </p:nvSpPr>
          <p:spPr>
            <a:xfrm>
              <a:off x="2902581" y="2817874"/>
              <a:ext cx="923840" cy="925690"/>
            </a:xfrm>
            <a:custGeom>
              <a:avLst/>
              <a:gdLst/>
              <a:ahLst/>
              <a:cxnLst/>
              <a:rect l="0" t="0" r="0" b="0"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6">
              <a:extLst>
                <a:ext uri="{FF2B5EF4-FFF2-40B4-BE49-F238E27FC236}">
                  <a16:creationId xmlns:a16="http://schemas.microsoft.com/office/drawing/2014/main" id="{1C2CA871-9408-351C-0607-B878998FFD6E}"/>
                </a:ext>
              </a:extLst>
            </p:cNvPr>
            <p:cNvSpPr/>
            <p:nvPr/>
          </p:nvSpPr>
          <p:spPr>
            <a:xfrm>
              <a:off x="2912021" y="2817874"/>
              <a:ext cx="915269" cy="915478"/>
            </a:xfrm>
            <a:custGeom>
              <a:avLst/>
              <a:gdLst/>
              <a:ahLst/>
              <a:cxnLst/>
              <a:rect l="0" t="0" r="0" b="0"/>
              <a:pathLst>
                <a:path w="915269" h="915478">
                  <a:moveTo>
                    <a:pt x="914400" y="914400"/>
                  </a:moveTo>
                  <a:lnTo>
                    <a:pt x="915269" y="914400"/>
                  </a:lnTo>
                  <a:lnTo>
                    <a:pt x="914400" y="91547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7">
              <a:extLst>
                <a:ext uri="{FF2B5EF4-FFF2-40B4-BE49-F238E27FC236}">
                  <a16:creationId xmlns:a16="http://schemas.microsoft.com/office/drawing/2014/main" id="{7990DA5B-A78C-B6B1-CF85-546D5B4CF705}"/>
                </a:ext>
              </a:extLst>
            </p:cNvPr>
            <p:cNvSpPr/>
            <p:nvPr/>
          </p:nvSpPr>
          <p:spPr>
            <a:xfrm>
              <a:off x="2543852" y="2800304"/>
              <a:ext cx="914399" cy="925671"/>
            </a:xfrm>
            <a:custGeom>
              <a:avLst/>
              <a:gdLst/>
              <a:ahLst/>
              <a:cxnLst/>
              <a:rect l="0" t="0" r="0" b="0"/>
              <a:pathLst>
                <a:path w="914399" h="925671">
                  <a:moveTo>
                    <a:pt x="914399" y="914400"/>
                  </a:moveTo>
                  <a:lnTo>
                    <a:pt x="914399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8">
              <a:extLst>
                <a:ext uri="{FF2B5EF4-FFF2-40B4-BE49-F238E27FC236}">
                  <a16:creationId xmlns:a16="http://schemas.microsoft.com/office/drawing/2014/main" id="{33A7C673-61A1-52CD-E4DB-3E8A561E21F0}"/>
                </a:ext>
              </a:extLst>
            </p:cNvPr>
            <p:cNvSpPr/>
            <p:nvPr/>
          </p:nvSpPr>
          <p:spPr>
            <a:xfrm>
              <a:off x="254385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399" y="925671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19">
              <a:extLst>
                <a:ext uri="{FF2B5EF4-FFF2-40B4-BE49-F238E27FC236}">
                  <a16:creationId xmlns:a16="http://schemas.microsoft.com/office/drawing/2014/main" id="{31F941BE-F433-5E27-4797-D6662D459C7C}"/>
                </a:ext>
              </a:extLst>
            </p:cNvPr>
            <p:cNvSpPr/>
            <p:nvPr/>
          </p:nvSpPr>
          <p:spPr>
            <a:xfrm>
              <a:off x="255329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0">
              <a:extLst>
                <a:ext uri="{FF2B5EF4-FFF2-40B4-BE49-F238E27FC236}">
                  <a16:creationId xmlns:a16="http://schemas.microsoft.com/office/drawing/2014/main" id="{64DECDD9-A008-1222-FCAB-0D49904EE039}"/>
                </a:ext>
              </a:extLst>
            </p:cNvPr>
            <p:cNvSpPr/>
            <p:nvPr/>
          </p:nvSpPr>
          <p:spPr>
            <a:xfrm>
              <a:off x="256273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1">
              <a:extLst>
                <a:ext uri="{FF2B5EF4-FFF2-40B4-BE49-F238E27FC236}">
                  <a16:creationId xmlns:a16="http://schemas.microsoft.com/office/drawing/2014/main" id="{6037E727-91E8-F2AF-3412-66E5743408C4}"/>
                </a:ext>
              </a:extLst>
            </p:cNvPr>
            <p:cNvSpPr/>
            <p:nvPr/>
          </p:nvSpPr>
          <p:spPr>
            <a:xfrm>
              <a:off x="257217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2">
              <a:extLst>
                <a:ext uri="{FF2B5EF4-FFF2-40B4-BE49-F238E27FC236}">
                  <a16:creationId xmlns:a16="http://schemas.microsoft.com/office/drawing/2014/main" id="{89D32408-16EB-37E3-04B1-F69FA2C9C3F0}"/>
                </a:ext>
              </a:extLst>
            </p:cNvPr>
            <p:cNvSpPr/>
            <p:nvPr/>
          </p:nvSpPr>
          <p:spPr>
            <a:xfrm>
              <a:off x="258161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3">
              <a:extLst>
                <a:ext uri="{FF2B5EF4-FFF2-40B4-BE49-F238E27FC236}">
                  <a16:creationId xmlns:a16="http://schemas.microsoft.com/office/drawing/2014/main" id="{6DF2A6EE-9CC0-BD84-F87B-53C266B94C90}"/>
                </a:ext>
              </a:extLst>
            </p:cNvPr>
            <p:cNvSpPr/>
            <p:nvPr/>
          </p:nvSpPr>
          <p:spPr>
            <a:xfrm>
              <a:off x="259105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4">
              <a:extLst>
                <a:ext uri="{FF2B5EF4-FFF2-40B4-BE49-F238E27FC236}">
                  <a16:creationId xmlns:a16="http://schemas.microsoft.com/office/drawing/2014/main" id="{F77FC972-D88F-B8E0-9E41-86C11D434E2A}"/>
                </a:ext>
              </a:extLst>
            </p:cNvPr>
            <p:cNvSpPr/>
            <p:nvPr/>
          </p:nvSpPr>
          <p:spPr>
            <a:xfrm>
              <a:off x="260049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5">
              <a:extLst>
                <a:ext uri="{FF2B5EF4-FFF2-40B4-BE49-F238E27FC236}">
                  <a16:creationId xmlns:a16="http://schemas.microsoft.com/office/drawing/2014/main" id="{EA1C60A7-48E6-D092-1EE8-BA8C2CC6ED52}"/>
                </a:ext>
              </a:extLst>
            </p:cNvPr>
            <p:cNvSpPr/>
            <p:nvPr/>
          </p:nvSpPr>
          <p:spPr>
            <a:xfrm>
              <a:off x="260993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6">
              <a:extLst>
                <a:ext uri="{FF2B5EF4-FFF2-40B4-BE49-F238E27FC236}">
                  <a16:creationId xmlns:a16="http://schemas.microsoft.com/office/drawing/2014/main" id="{BFEEB945-BBB8-8D74-A709-84FD702D4F85}"/>
                </a:ext>
              </a:extLst>
            </p:cNvPr>
            <p:cNvSpPr/>
            <p:nvPr/>
          </p:nvSpPr>
          <p:spPr>
            <a:xfrm>
              <a:off x="261937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7">
              <a:extLst>
                <a:ext uri="{FF2B5EF4-FFF2-40B4-BE49-F238E27FC236}">
                  <a16:creationId xmlns:a16="http://schemas.microsoft.com/office/drawing/2014/main" id="{FB78B2A1-B153-244D-62DC-A2F7E6CFC4D3}"/>
                </a:ext>
              </a:extLst>
            </p:cNvPr>
            <p:cNvSpPr/>
            <p:nvPr/>
          </p:nvSpPr>
          <p:spPr>
            <a:xfrm>
              <a:off x="262881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8">
              <a:extLst>
                <a:ext uri="{FF2B5EF4-FFF2-40B4-BE49-F238E27FC236}">
                  <a16:creationId xmlns:a16="http://schemas.microsoft.com/office/drawing/2014/main" id="{B2F22569-BE1C-B41C-7FDE-7420457E7386}"/>
                </a:ext>
              </a:extLst>
            </p:cNvPr>
            <p:cNvSpPr/>
            <p:nvPr/>
          </p:nvSpPr>
          <p:spPr>
            <a:xfrm>
              <a:off x="263825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29">
              <a:extLst>
                <a:ext uri="{FF2B5EF4-FFF2-40B4-BE49-F238E27FC236}">
                  <a16:creationId xmlns:a16="http://schemas.microsoft.com/office/drawing/2014/main" id="{6EAA7164-D28E-201D-37C9-86AE8FE6E4F5}"/>
                </a:ext>
              </a:extLst>
            </p:cNvPr>
            <p:cNvSpPr/>
            <p:nvPr/>
          </p:nvSpPr>
          <p:spPr>
            <a:xfrm>
              <a:off x="264769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0">
              <a:extLst>
                <a:ext uri="{FF2B5EF4-FFF2-40B4-BE49-F238E27FC236}">
                  <a16:creationId xmlns:a16="http://schemas.microsoft.com/office/drawing/2014/main" id="{544818C5-4DE6-86B4-211E-70F7AA4E0288}"/>
                </a:ext>
              </a:extLst>
            </p:cNvPr>
            <p:cNvSpPr/>
            <p:nvPr/>
          </p:nvSpPr>
          <p:spPr>
            <a:xfrm>
              <a:off x="265713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1">
              <a:extLst>
                <a:ext uri="{FF2B5EF4-FFF2-40B4-BE49-F238E27FC236}">
                  <a16:creationId xmlns:a16="http://schemas.microsoft.com/office/drawing/2014/main" id="{90B62BAD-2F67-20A7-3AEB-D695244CAD97}"/>
                </a:ext>
              </a:extLst>
            </p:cNvPr>
            <p:cNvSpPr/>
            <p:nvPr/>
          </p:nvSpPr>
          <p:spPr>
            <a:xfrm>
              <a:off x="266657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2">
              <a:extLst>
                <a:ext uri="{FF2B5EF4-FFF2-40B4-BE49-F238E27FC236}">
                  <a16:creationId xmlns:a16="http://schemas.microsoft.com/office/drawing/2014/main" id="{3DC9B5B1-EA45-D75C-0EB4-13D165F2BBFE}"/>
                </a:ext>
              </a:extLst>
            </p:cNvPr>
            <p:cNvSpPr/>
            <p:nvPr/>
          </p:nvSpPr>
          <p:spPr>
            <a:xfrm>
              <a:off x="267601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3">
              <a:extLst>
                <a:ext uri="{FF2B5EF4-FFF2-40B4-BE49-F238E27FC236}">
                  <a16:creationId xmlns:a16="http://schemas.microsoft.com/office/drawing/2014/main" id="{E99C672A-4CBB-4D8D-A556-375443B74749}"/>
                </a:ext>
              </a:extLst>
            </p:cNvPr>
            <p:cNvSpPr/>
            <p:nvPr/>
          </p:nvSpPr>
          <p:spPr>
            <a:xfrm>
              <a:off x="268545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4">
              <a:extLst>
                <a:ext uri="{FF2B5EF4-FFF2-40B4-BE49-F238E27FC236}">
                  <a16:creationId xmlns:a16="http://schemas.microsoft.com/office/drawing/2014/main" id="{ACC0EE6A-5F8F-753C-8496-38E5D9120840}"/>
                </a:ext>
              </a:extLst>
            </p:cNvPr>
            <p:cNvSpPr/>
            <p:nvPr/>
          </p:nvSpPr>
          <p:spPr>
            <a:xfrm>
              <a:off x="269489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5">
              <a:extLst>
                <a:ext uri="{FF2B5EF4-FFF2-40B4-BE49-F238E27FC236}">
                  <a16:creationId xmlns:a16="http://schemas.microsoft.com/office/drawing/2014/main" id="{87CC3D44-BC10-0196-0AA7-7A70D1A33B45}"/>
                </a:ext>
              </a:extLst>
            </p:cNvPr>
            <p:cNvSpPr/>
            <p:nvPr/>
          </p:nvSpPr>
          <p:spPr>
            <a:xfrm>
              <a:off x="270433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6">
              <a:extLst>
                <a:ext uri="{FF2B5EF4-FFF2-40B4-BE49-F238E27FC236}">
                  <a16:creationId xmlns:a16="http://schemas.microsoft.com/office/drawing/2014/main" id="{C9590C9E-0CF2-42CA-6EA6-825BEF4DA69A}"/>
                </a:ext>
              </a:extLst>
            </p:cNvPr>
            <p:cNvSpPr/>
            <p:nvPr/>
          </p:nvSpPr>
          <p:spPr>
            <a:xfrm>
              <a:off x="271377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7">
              <a:extLst>
                <a:ext uri="{FF2B5EF4-FFF2-40B4-BE49-F238E27FC236}">
                  <a16:creationId xmlns:a16="http://schemas.microsoft.com/office/drawing/2014/main" id="{197EF49A-68A8-7B3F-AE3F-4ADAA180ED46}"/>
                </a:ext>
              </a:extLst>
            </p:cNvPr>
            <p:cNvSpPr/>
            <p:nvPr/>
          </p:nvSpPr>
          <p:spPr>
            <a:xfrm>
              <a:off x="272321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8">
              <a:extLst>
                <a:ext uri="{FF2B5EF4-FFF2-40B4-BE49-F238E27FC236}">
                  <a16:creationId xmlns:a16="http://schemas.microsoft.com/office/drawing/2014/main" id="{DCCB9F09-2F02-1408-96FF-D1F7057D3D65}"/>
                </a:ext>
              </a:extLst>
            </p:cNvPr>
            <p:cNvSpPr/>
            <p:nvPr/>
          </p:nvSpPr>
          <p:spPr>
            <a:xfrm>
              <a:off x="273265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39">
              <a:extLst>
                <a:ext uri="{FF2B5EF4-FFF2-40B4-BE49-F238E27FC236}">
                  <a16:creationId xmlns:a16="http://schemas.microsoft.com/office/drawing/2014/main" id="{50D1C080-5A28-A0C0-327C-809357DBB26C}"/>
                </a:ext>
              </a:extLst>
            </p:cNvPr>
            <p:cNvSpPr/>
            <p:nvPr/>
          </p:nvSpPr>
          <p:spPr>
            <a:xfrm>
              <a:off x="274209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0">
              <a:extLst>
                <a:ext uri="{FF2B5EF4-FFF2-40B4-BE49-F238E27FC236}">
                  <a16:creationId xmlns:a16="http://schemas.microsoft.com/office/drawing/2014/main" id="{76E3C0A4-B92C-FC09-B48C-5548E0465096}"/>
                </a:ext>
              </a:extLst>
            </p:cNvPr>
            <p:cNvSpPr/>
            <p:nvPr/>
          </p:nvSpPr>
          <p:spPr>
            <a:xfrm>
              <a:off x="275153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1">
              <a:extLst>
                <a:ext uri="{FF2B5EF4-FFF2-40B4-BE49-F238E27FC236}">
                  <a16:creationId xmlns:a16="http://schemas.microsoft.com/office/drawing/2014/main" id="{3598315F-0CD0-9A20-DCA7-D91FE65365CB}"/>
                </a:ext>
              </a:extLst>
            </p:cNvPr>
            <p:cNvSpPr/>
            <p:nvPr/>
          </p:nvSpPr>
          <p:spPr>
            <a:xfrm>
              <a:off x="276097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2">
              <a:extLst>
                <a:ext uri="{FF2B5EF4-FFF2-40B4-BE49-F238E27FC236}">
                  <a16:creationId xmlns:a16="http://schemas.microsoft.com/office/drawing/2014/main" id="{02EA59C4-9540-8533-89D1-823479828A68}"/>
                </a:ext>
              </a:extLst>
            </p:cNvPr>
            <p:cNvSpPr/>
            <p:nvPr/>
          </p:nvSpPr>
          <p:spPr>
            <a:xfrm>
              <a:off x="277041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3">
              <a:extLst>
                <a:ext uri="{FF2B5EF4-FFF2-40B4-BE49-F238E27FC236}">
                  <a16:creationId xmlns:a16="http://schemas.microsoft.com/office/drawing/2014/main" id="{30581A68-CC32-8667-3D13-A800F983978C}"/>
                </a:ext>
              </a:extLst>
            </p:cNvPr>
            <p:cNvSpPr/>
            <p:nvPr/>
          </p:nvSpPr>
          <p:spPr>
            <a:xfrm>
              <a:off x="277985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4">
              <a:extLst>
                <a:ext uri="{FF2B5EF4-FFF2-40B4-BE49-F238E27FC236}">
                  <a16:creationId xmlns:a16="http://schemas.microsoft.com/office/drawing/2014/main" id="{72F60434-0610-4868-0693-4AD7F53DA38C}"/>
                </a:ext>
              </a:extLst>
            </p:cNvPr>
            <p:cNvSpPr/>
            <p:nvPr/>
          </p:nvSpPr>
          <p:spPr>
            <a:xfrm>
              <a:off x="278929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5">
              <a:extLst>
                <a:ext uri="{FF2B5EF4-FFF2-40B4-BE49-F238E27FC236}">
                  <a16:creationId xmlns:a16="http://schemas.microsoft.com/office/drawing/2014/main" id="{45481596-06EC-20D4-E84D-B722D52443DC}"/>
                </a:ext>
              </a:extLst>
            </p:cNvPr>
            <p:cNvSpPr/>
            <p:nvPr/>
          </p:nvSpPr>
          <p:spPr>
            <a:xfrm>
              <a:off x="279873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6">
              <a:extLst>
                <a:ext uri="{FF2B5EF4-FFF2-40B4-BE49-F238E27FC236}">
                  <a16:creationId xmlns:a16="http://schemas.microsoft.com/office/drawing/2014/main" id="{C5E6030D-564C-F13A-2EF1-2048589486A4}"/>
                </a:ext>
              </a:extLst>
            </p:cNvPr>
            <p:cNvSpPr/>
            <p:nvPr/>
          </p:nvSpPr>
          <p:spPr>
            <a:xfrm>
              <a:off x="280817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7">
              <a:extLst>
                <a:ext uri="{FF2B5EF4-FFF2-40B4-BE49-F238E27FC236}">
                  <a16:creationId xmlns:a16="http://schemas.microsoft.com/office/drawing/2014/main" id="{70928087-67A1-2AB4-4314-2DFC6983A0B0}"/>
                </a:ext>
              </a:extLst>
            </p:cNvPr>
            <p:cNvSpPr/>
            <p:nvPr/>
          </p:nvSpPr>
          <p:spPr>
            <a:xfrm>
              <a:off x="281761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8">
              <a:extLst>
                <a:ext uri="{FF2B5EF4-FFF2-40B4-BE49-F238E27FC236}">
                  <a16:creationId xmlns:a16="http://schemas.microsoft.com/office/drawing/2014/main" id="{C6727F8C-E059-C459-2C6F-06AD03BF52FA}"/>
                </a:ext>
              </a:extLst>
            </p:cNvPr>
            <p:cNvSpPr/>
            <p:nvPr/>
          </p:nvSpPr>
          <p:spPr>
            <a:xfrm>
              <a:off x="282705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49">
              <a:extLst>
                <a:ext uri="{FF2B5EF4-FFF2-40B4-BE49-F238E27FC236}">
                  <a16:creationId xmlns:a16="http://schemas.microsoft.com/office/drawing/2014/main" id="{DB6BEC5D-9815-30B2-CCB5-091D2479FC18}"/>
                </a:ext>
              </a:extLst>
            </p:cNvPr>
            <p:cNvSpPr/>
            <p:nvPr/>
          </p:nvSpPr>
          <p:spPr>
            <a:xfrm>
              <a:off x="283649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0">
              <a:extLst>
                <a:ext uri="{FF2B5EF4-FFF2-40B4-BE49-F238E27FC236}">
                  <a16:creationId xmlns:a16="http://schemas.microsoft.com/office/drawing/2014/main" id="{1D7D35EC-1024-4B88-CD79-F6FEB9E6CC3A}"/>
                </a:ext>
              </a:extLst>
            </p:cNvPr>
            <p:cNvSpPr/>
            <p:nvPr/>
          </p:nvSpPr>
          <p:spPr>
            <a:xfrm>
              <a:off x="284593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1">
              <a:extLst>
                <a:ext uri="{FF2B5EF4-FFF2-40B4-BE49-F238E27FC236}">
                  <a16:creationId xmlns:a16="http://schemas.microsoft.com/office/drawing/2014/main" id="{AA12A8F6-7774-6664-8405-23596F77F121}"/>
                </a:ext>
              </a:extLst>
            </p:cNvPr>
            <p:cNvSpPr/>
            <p:nvPr/>
          </p:nvSpPr>
          <p:spPr>
            <a:xfrm>
              <a:off x="285538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2">
              <a:extLst>
                <a:ext uri="{FF2B5EF4-FFF2-40B4-BE49-F238E27FC236}">
                  <a16:creationId xmlns:a16="http://schemas.microsoft.com/office/drawing/2014/main" id="{81553803-B40C-6863-2DC1-C36D0DFFA7F4}"/>
                </a:ext>
              </a:extLst>
            </p:cNvPr>
            <p:cNvSpPr/>
            <p:nvPr/>
          </p:nvSpPr>
          <p:spPr>
            <a:xfrm>
              <a:off x="286482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3">
              <a:extLst>
                <a:ext uri="{FF2B5EF4-FFF2-40B4-BE49-F238E27FC236}">
                  <a16:creationId xmlns:a16="http://schemas.microsoft.com/office/drawing/2014/main" id="{22666420-B629-B69B-A52E-02C98C76FDF2}"/>
                </a:ext>
              </a:extLst>
            </p:cNvPr>
            <p:cNvSpPr/>
            <p:nvPr/>
          </p:nvSpPr>
          <p:spPr>
            <a:xfrm>
              <a:off x="287426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4">
              <a:extLst>
                <a:ext uri="{FF2B5EF4-FFF2-40B4-BE49-F238E27FC236}">
                  <a16:creationId xmlns:a16="http://schemas.microsoft.com/office/drawing/2014/main" id="{D6B64F34-DBD3-1F7B-9003-7297FABCDCE7}"/>
                </a:ext>
              </a:extLst>
            </p:cNvPr>
            <p:cNvSpPr/>
            <p:nvPr/>
          </p:nvSpPr>
          <p:spPr>
            <a:xfrm>
              <a:off x="288370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5">
              <a:extLst>
                <a:ext uri="{FF2B5EF4-FFF2-40B4-BE49-F238E27FC236}">
                  <a16:creationId xmlns:a16="http://schemas.microsoft.com/office/drawing/2014/main" id="{911DE0A2-4320-848E-8EA4-E5FBEE68C06F}"/>
                </a:ext>
              </a:extLst>
            </p:cNvPr>
            <p:cNvSpPr/>
            <p:nvPr/>
          </p:nvSpPr>
          <p:spPr>
            <a:xfrm>
              <a:off x="289314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6">
              <a:extLst>
                <a:ext uri="{FF2B5EF4-FFF2-40B4-BE49-F238E27FC236}">
                  <a16:creationId xmlns:a16="http://schemas.microsoft.com/office/drawing/2014/main" id="{08D1815B-8C10-595E-B38B-F2FD81AC22F3}"/>
                </a:ext>
              </a:extLst>
            </p:cNvPr>
            <p:cNvSpPr/>
            <p:nvPr/>
          </p:nvSpPr>
          <p:spPr>
            <a:xfrm>
              <a:off x="290258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7">
              <a:extLst>
                <a:ext uri="{FF2B5EF4-FFF2-40B4-BE49-F238E27FC236}">
                  <a16:creationId xmlns:a16="http://schemas.microsoft.com/office/drawing/2014/main" id="{060048FD-19DD-E32E-EFD8-5A1713D91BB0}"/>
                </a:ext>
              </a:extLst>
            </p:cNvPr>
            <p:cNvSpPr/>
            <p:nvPr/>
          </p:nvSpPr>
          <p:spPr>
            <a:xfrm>
              <a:off x="2912021" y="281787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8">
              <a:extLst>
                <a:ext uri="{FF2B5EF4-FFF2-40B4-BE49-F238E27FC236}">
                  <a16:creationId xmlns:a16="http://schemas.microsoft.com/office/drawing/2014/main" id="{5C42D0AB-FD81-BCA8-B7FE-85C71DBC2719}"/>
                </a:ext>
              </a:extLst>
            </p:cNvPr>
            <p:cNvSpPr/>
            <p:nvPr/>
          </p:nvSpPr>
          <p:spPr>
            <a:xfrm>
              <a:off x="2921461" y="2800304"/>
              <a:ext cx="918528" cy="920417"/>
            </a:xfrm>
            <a:custGeom>
              <a:avLst/>
              <a:gdLst/>
              <a:ahLst/>
              <a:cxnLst/>
              <a:rect l="0" t="0" r="0" b="0"/>
              <a:pathLst>
                <a:path w="918528" h="920417">
                  <a:moveTo>
                    <a:pt x="914399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399" y="920417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59">
              <a:extLst>
                <a:ext uri="{FF2B5EF4-FFF2-40B4-BE49-F238E27FC236}">
                  <a16:creationId xmlns:a16="http://schemas.microsoft.com/office/drawing/2014/main" id="{8608C40A-45C0-7DF8-6D7A-F5237A979BF9}"/>
                </a:ext>
              </a:extLst>
            </p:cNvPr>
            <p:cNvSpPr/>
            <p:nvPr/>
          </p:nvSpPr>
          <p:spPr>
            <a:xfrm>
              <a:off x="2534411" y="2782734"/>
              <a:ext cx="914400" cy="929987"/>
            </a:xfrm>
            <a:custGeom>
              <a:avLst/>
              <a:gdLst/>
              <a:ahLst/>
              <a:cxnLst/>
              <a:rect l="0" t="0" r="0" b="0"/>
              <a:pathLst>
                <a:path w="914400" h="929987">
                  <a:moveTo>
                    <a:pt x="914400" y="914399"/>
                  </a:moveTo>
                  <a:lnTo>
                    <a:pt x="914400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0">
              <a:extLst>
                <a:ext uri="{FF2B5EF4-FFF2-40B4-BE49-F238E27FC236}">
                  <a16:creationId xmlns:a16="http://schemas.microsoft.com/office/drawing/2014/main" id="{74D395C9-E32E-84E9-2244-1E17F9EEC833}"/>
                </a:ext>
              </a:extLst>
            </p:cNvPr>
            <p:cNvSpPr/>
            <p:nvPr/>
          </p:nvSpPr>
          <p:spPr>
            <a:xfrm>
              <a:off x="253441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400" y="929987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1">
              <a:extLst>
                <a:ext uri="{FF2B5EF4-FFF2-40B4-BE49-F238E27FC236}">
                  <a16:creationId xmlns:a16="http://schemas.microsoft.com/office/drawing/2014/main" id="{5A1CEAF1-56B2-DD3C-2A61-22E64C59F059}"/>
                </a:ext>
              </a:extLst>
            </p:cNvPr>
            <p:cNvSpPr/>
            <p:nvPr/>
          </p:nvSpPr>
          <p:spPr>
            <a:xfrm>
              <a:off x="254385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2">
              <a:extLst>
                <a:ext uri="{FF2B5EF4-FFF2-40B4-BE49-F238E27FC236}">
                  <a16:creationId xmlns:a16="http://schemas.microsoft.com/office/drawing/2014/main" id="{253FD29E-8B5E-0458-6047-8A1A696E2C31}"/>
                </a:ext>
              </a:extLst>
            </p:cNvPr>
            <p:cNvSpPr/>
            <p:nvPr/>
          </p:nvSpPr>
          <p:spPr>
            <a:xfrm>
              <a:off x="255329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3">
              <a:extLst>
                <a:ext uri="{FF2B5EF4-FFF2-40B4-BE49-F238E27FC236}">
                  <a16:creationId xmlns:a16="http://schemas.microsoft.com/office/drawing/2014/main" id="{B58D0E5A-A60C-6040-0676-A5821C7BA5AA}"/>
                </a:ext>
              </a:extLst>
            </p:cNvPr>
            <p:cNvSpPr/>
            <p:nvPr/>
          </p:nvSpPr>
          <p:spPr>
            <a:xfrm>
              <a:off x="256273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4">
              <a:extLst>
                <a:ext uri="{FF2B5EF4-FFF2-40B4-BE49-F238E27FC236}">
                  <a16:creationId xmlns:a16="http://schemas.microsoft.com/office/drawing/2014/main" id="{546D6756-045A-606A-50A9-0DA1B2291F4B}"/>
                </a:ext>
              </a:extLst>
            </p:cNvPr>
            <p:cNvSpPr/>
            <p:nvPr/>
          </p:nvSpPr>
          <p:spPr>
            <a:xfrm>
              <a:off x="257217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5">
              <a:extLst>
                <a:ext uri="{FF2B5EF4-FFF2-40B4-BE49-F238E27FC236}">
                  <a16:creationId xmlns:a16="http://schemas.microsoft.com/office/drawing/2014/main" id="{7BE72841-0D65-0857-3F1F-B16852515C60}"/>
                </a:ext>
              </a:extLst>
            </p:cNvPr>
            <p:cNvSpPr/>
            <p:nvPr/>
          </p:nvSpPr>
          <p:spPr>
            <a:xfrm>
              <a:off x="258161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6">
              <a:extLst>
                <a:ext uri="{FF2B5EF4-FFF2-40B4-BE49-F238E27FC236}">
                  <a16:creationId xmlns:a16="http://schemas.microsoft.com/office/drawing/2014/main" id="{CBDD8D13-9087-6C77-8D16-05766332CA10}"/>
                </a:ext>
              </a:extLst>
            </p:cNvPr>
            <p:cNvSpPr/>
            <p:nvPr/>
          </p:nvSpPr>
          <p:spPr>
            <a:xfrm>
              <a:off x="259105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7">
              <a:extLst>
                <a:ext uri="{FF2B5EF4-FFF2-40B4-BE49-F238E27FC236}">
                  <a16:creationId xmlns:a16="http://schemas.microsoft.com/office/drawing/2014/main" id="{82A61325-27B6-EA17-7065-44CA9E2F56CA}"/>
                </a:ext>
              </a:extLst>
            </p:cNvPr>
            <p:cNvSpPr/>
            <p:nvPr/>
          </p:nvSpPr>
          <p:spPr>
            <a:xfrm>
              <a:off x="260049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8">
              <a:extLst>
                <a:ext uri="{FF2B5EF4-FFF2-40B4-BE49-F238E27FC236}">
                  <a16:creationId xmlns:a16="http://schemas.microsoft.com/office/drawing/2014/main" id="{211EB52E-20EC-57E6-8748-C3370FE339E2}"/>
                </a:ext>
              </a:extLst>
            </p:cNvPr>
            <p:cNvSpPr/>
            <p:nvPr/>
          </p:nvSpPr>
          <p:spPr>
            <a:xfrm>
              <a:off x="260993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69">
              <a:extLst>
                <a:ext uri="{FF2B5EF4-FFF2-40B4-BE49-F238E27FC236}">
                  <a16:creationId xmlns:a16="http://schemas.microsoft.com/office/drawing/2014/main" id="{123534DA-362C-3EE4-78C9-99B25BEFBC51}"/>
                </a:ext>
              </a:extLst>
            </p:cNvPr>
            <p:cNvSpPr/>
            <p:nvPr/>
          </p:nvSpPr>
          <p:spPr>
            <a:xfrm>
              <a:off x="261937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0">
              <a:extLst>
                <a:ext uri="{FF2B5EF4-FFF2-40B4-BE49-F238E27FC236}">
                  <a16:creationId xmlns:a16="http://schemas.microsoft.com/office/drawing/2014/main" id="{E613C81F-7548-4C29-55B5-DF01A8C8C3CD}"/>
                </a:ext>
              </a:extLst>
            </p:cNvPr>
            <p:cNvSpPr/>
            <p:nvPr/>
          </p:nvSpPr>
          <p:spPr>
            <a:xfrm>
              <a:off x="262881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1">
              <a:extLst>
                <a:ext uri="{FF2B5EF4-FFF2-40B4-BE49-F238E27FC236}">
                  <a16:creationId xmlns:a16="http://schemas.microsoft.com/office/drawing/2014/main" id="{AFD427D1-5D1E-6E8F-3DE3-D6322D91FFC6}"/>
                </a:ext>
              </a:extLst>
            </p:cNvPr>
            <p:cNvSpPr/>
            <p:nvPr/>
          </p:nvSpPr>
          <p:spPr>
            <a:xfrm>
              <a:off x="263825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2">
              <a:extLst>
                <a:ext uri="{FF2B5EF4-FFF2-40B4-BE49-F238E27FC236}">
                  <a16:creationId xmlns:a16="http://schemas.microsoft.com/office/drawing/2014/main" id="{499FAA2F-DAB7-07BE-FC52-D637D4F0A697}"/>
                </a:ext>
              </a:extLst>
            </p:cNvPr>
            <p:cNvSpPr/>
            <p:nvPr/>
          </p:nvSpPr>
          <p:spPr>
            <a:xfrm>
              <a:off x="264769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3">
              <a:extLst>
                <a:ext uri="{FF2B5EF4-FFF2-40B4-BE49-F238E27FC236}">
                  <a16:creationId xmlns:a16="http://schemas.microsoft.com/office/drawing/2014/main" id="{EB271967-30FE-8E15-DED4-70CFF457FB05}"/>
                </a:ext>
              </a:extLst>
            </p:cNvPr>
            <p:cNvSpPr/>
            <p:nvPr/>
          </p:nvSpPr>
          <p:spPr>
            <a:xfrm>
              <a:off x="265713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4">
              <a:extLst>
                <a:ext uri="{FF2B5EF4-FFF2-40B4-BE49-F238E27FC236}">
                  <a16:creationId xmlns:a16="http://schemas.microsoft.com/office/drawing/2014/main" id="{0B98FCBE-A074-29C8-3A28-7E09889FBACD}"/>
                </a:ext>
              </a:extLst>
            </p:cNvPr>
            <p:cNvSpPr/>
            <p:nvPr/>
          </p:nvSpPr>
          <p:spPr>
            <a:xfrm>
              <a:off x="266657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5">
              <a:extLst>
                <a:ext uri="{FF2B5EF4-FFF2-40B4-BE49-F238E27FC236}">
                  <a16:creationId xmlns:a16="http://schemas.microsoft.com/office/drawing/2014/main" id="{711B2F95-F378-7883-00ED-903F15CC8CC6}"/>
                </a:ext>
              </a:extLst>
            </p:cNvPr>
            <p:cNvSpPr/>
            <p:nvPr/>
          </p:nvSpPr>
          <p:spPr>
            <a:xfrm>
              <a:off x="267601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6">
              <a:extLst>
                <a:ext uri="{FF2B5EF4-FFF2-40B4-BE49-F238E27FC236}">
                  <a16:creationId xmlns:a16="http://schemas.microsoft.com/office/drawing/2014/main" id="{AF35FAF2-748C-B417-9F9B-50B5B9061EE6}"/>
                </a:ext>
              </a:extLst>
            </p:cNvPr>
            <p:cNvSpPr/>
            <p:nvPr/>
          </p:nvSpPr>
          <p:spPr>
            <a:xfrm>
              <a:off x="268545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7">
              <a:extLst>
                <a:ext uri="{FF2B5EF4-FFF2-40B4-BE49-F238E27FC236}">
                  <a16:creationId xmlns:a16="http://schemas.microsoft.com/office/drawing/2014/main" id="{EC9C13DC-1A4E-C18E-8392-915F791A37BD}"/>
                </a:ext>
              </a:extLst>
            </p:cNvPr>
            <p:cNvSpPr/>
            <p:nvPr/>
          </p:nvSpPr>
          <p:spPr>
            <a:xfrm>
              <a:off x="269489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8">
              <a:extLst>
                <a:ext uri="{FF2B5EF4-FFF2-40B4-BE49-F238E27FC236}">
                  <a16:creationId xmlns:a16="http://schemas.microsoft.com/office/drawing/2014/main" id="{AE81BBB2-9E40-33BE-3285-F0267932A30A}"/>
                </a:ext>
              </a:extLst>
            </p:cNvPr>
            <p:cNvSpPr/>
            <p:nvPr/>
          </p:nvSpPr>
          <p:spPr>
            <a:xfrm>
              <a:off x="270433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79">
              <a:extLst>
                <a:ext uri="{FF2B5EF4-FFF2-40B4-BE49-F238E27FC236}">
                  <a16:creationId xmlns:a16="http://schemas.microsoft.com/office/drawing/2014/main" id="{F9F98A4F-C3BA-20C3-B7F4-260D7C4E89D9}"/>
                </a:ext>
              </a:extLst>
            </p:cNvPr>
            <p:cNvSpPr/>
            <p:nvPr/>
          </p:nvSpPr>
          <p:spPr>
            <a:xfrm>
              <a:off x="271377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0">
              <a:extLst>
                <a:ext uri="{FF2B5EF4-FFF2-40B4-BE49-F238E27FC236}">
                  <a16:creationId xmlns:a16="http://schemas.microsoft.com/office/drawing/2014/main" id="{569A8954-9473-64F0-3301-9AED96287A7B}"/>
                </a:ext>
              </a:extLst>
            </p:cNvPr>
            <p:cNvSpPr/>
            <p:nvPr/>
          </p:nvSpPr>
          <p:spPr>
            <a:xfrm>
              <a:off x="272321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1">
              <a:extLst>
                <a:ext uri="{FF2B5EF4-FFF2-40B4-BE49-F238E27FC236}">
                  <a16:creationId xmlns:a16="http://schemas.microsoft.com/office/drawing/2014/main" id="{4D43E73F-4E6F-6531-2334-6E1228FC59A9}"/>
                </a:ext>
              </a:extLst>
            </p:cNvPr>
            <p:cNvSpPr/>
            <p:nvPr/>
          </p:nvSpPr>
          <p:spPr>
            <a:xfrm>
              <a:off x="273265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2">
              <a:extLst>
                <a:ext uri="{FF2B5EF4-FFF2-40B4-BE49-F238E27FC236}">
                  <a16:creationId xmlns:a16="http://schemas.microsoft.com/office/drawing/2014/main" id="{8F03667C-987A-AB0E-2B2A-4BBB81B6D833}"/>
                </a:ext>
              </a:extLst>
            </p:cNvPr>
            <p:cNvSpPr/>
            <p:nvPr/>
          </p:nvSpPr>
          <p:spPr>
            <a:xfrm>
              <a:off x="274209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3">
              <a:extLst>
                <a:ext uri="{FF2B5EF4-FFF2-40B4-BE49-F238E27FC236}">
                  <a16:creationId xmlns:a16="http://schemas.microsoft.com/office/drawing/2014/main" id="{F38BA90A-CD90-6111-5F70-E26600E0104E}"/>
                </a:ext>
              </a:extLst>
            </p:cNvPr>
            <p:cNvSpPr/>
            <p:nvPr/>
          </p:nvSpPr>
          <p:spPr>
            <a:xfrm>
              <a:off x="275153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4">
              <a:extLst>
                <a:ext uri="{FF2B5EF4-FFF2-40B4-BE49-F238E27FC236}">
                  <a16:creationId xmlns:a16="http://schemas.microsoft.com/office/drawing/2014/main" id="{A4785D59-DC6F-58E4-099F-6EF202B86D25}"/>
                </a:ext>
              </a:extLst>
            </p:cNvPr>
            <p:cNvSpPr/>
            <p:nvPr/>
          </p:nvSpPr>
          <p:spPr>
            <a:xfrm>
              <a:off x="276097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5">
              <a:extLst>
                <a:ext uri="{FF2B5EF4-FFF2-40B4-BE49-F238E27FC236}">
                  <a16:creationId xmlns:a16="http://schemas.microsoft.com/office/drawing/2014/main" id="{23B3E4F3-5CBB-9F76-37BA-6CF1B142F86E}"/>
                </a:ext>
              </a:extLst>
            </p:cNvPr>
            <p:cNvSpPr/>
            <p:nvPr/>
          </p:nvSpPr>
          <p:spPr>
            <a:xfrm>
              <a:off x="277041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6">
              <a:extLst>
                <a:ext uri="{FF2B5EF4-FFF2-40B4-BE49-F238E27FC236}">
                  <a16:creationId xmlns:a16="http://schemas.microsoft.com/office/drawing/2014/main" id="{E25E915E-AF52-4E60-CD14-53E47D2E2AF2}"/>
                </a:ext>
              </a:extLst>
            </p:cNvPr>
            <p:cNvSpPr/>
            <p:nvPr/>
          </p:nvSpPr>
          <p:spPr>
            <a:xfrm>
              <a:off x="277985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7">
              <a:extLst>
                <a:ext uri="{FF2B5EF4-FFF2-40B4-BE49-F238E27FC236}">
                  <a16:creationId xmlns:a16="http://schemas.microsoft.com/office/drawing/2014/main" id="{EA761632-4895-2CF8-7431-4686D26E897F}"/>
                </a:ext>
              </a:extLst>
            </p:cNvPr>
            <p:cNvSpPr/>
            <p:nvPr/>
          </p:nvSpPr>
          <p:spPr>
            <a:xfrm>
              <a:off x="278929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8">
              <a:extLst>
                <a:ext uri="{FF2B5EF4-FFF2-40B4-BE49-F238E27FC236}">
                  <a16:creationId xmlns:a16="http://schemas.microsoft.com/office/drawing/2014/main" id="{52032697-083B-06B7-DFCB-3B29C390ED96}"/>
                </a:ext>
              </a:extLst>
            </p:cNvPr>
            <p:cNvSpPr/>
            <p:nvPr/>
          </p:nvSpPr>
          <p:spPr>
            <a:xfrm>
              <a:off x="279873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89">
              <a:extLst>
                <a:ext uri="{FF2B5EF4-FFF2-40B4-BE49-F238E27FC236}">
                  <a16:creationId xmlns:a16="http://schemas.microsoft.com/office/drawing/2014/main" id="{8C00046E-8472-5B14-D1F6-5897460D7E68}"/>
                </a:ext>
              </a:extLst>
            </p:cNvPr>
            <p:cNvSpPr/>
            <p:nvPr/>
          </p:nvSpPr>
          <p:spPr>
            <a:xfrm>
              <a:off x="280817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0">
              <a:extLst>
                <a:ext uri="{FF2B5EF4-FFF2-40B4-BE49-F238E27FC236}">
                  <a16:creationId xmlns:a16="http://schemas.microsoft.com/office/drawing/2014/main" id="{AB76D3D5-4DDF-6E51-DE2F-D87509EA68AC}"/>
                </a:ext>
              </a:extLst>
            </p:cNvPr>
            <p:cNvSpPr/>
            <p:nvPr/>
          </p:nvSpPr>
          <p:spPr>
            <a:xfrm>
              <a:off x="281761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1">
              <a:extLst>
                <a:ext uri="{FF2B5EF4-FFF2-40B4-BE49-F238E27FC236}">
                  <a16:creationId xmlns:a16="http://schemas.microsoft.com/office/drawing/2014/main" id="{B0B6EB0B-3456-20D8-8DB9-7ACCE3DADFD7}"/>
                </a:ext>
              </a:extLst>
            </p:cNvPr>
            <p:cNvSpPr/>
            <p:nvPr/>
          </p:nvSpPr>
          <p:spPr>
            <a:xfrm>
              <a:off x="282705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2">
              <a:extLst>
                <a:ext uri="{FF2B5EF4-FFF2-40B4-BE49-F238E27FC236}">
                  <a16:creationId xmlns:a16="http://schemas.microsoft.com/office/drawing/2014/main" id="{6D840366-1121-D542-8AC1-9B60346302A1}"/>
                </a:ext>
              </a:extLst>
            </p:cNvPr>
            <p:cNvSpPr/>
            <p:nvPr/>
          </p:nvSpPr>
          <p:spPr>
            <a:xfrm>
              <a:off x="283649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3">
              <a:extLst>
                <a:ext uri="{FF2B5EF4-FFF2-40B4-BE49-F238E27FC236}">
                  <a16:creationId xmlns:a16="http://schemas.microsoft.com/office/drawing/2014/main" id="{09E75AF6-E1BD-E30F-8E35-23C4F12BF929}"/>
                </a:ext>
              </a:extLst>
            </p:cNvPr>
            <p:cNvSpPr/>
            <p:nvPr/>
          </p:nvSpPr>
          <p:spPr>
            <a:xfrm>
              <a:off x="284593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4">
              <a:extLst>
                <a:ext uri="{FF2B5EF4-FFF2-40B4-BE49-F238E27FC236}">
                  <a16:creationId xmlns:a16="http://schemas.microsoft.com/office/drawing/2014/main" id="{74ED0462-6666-1153-D269-3261933A3332}"/>
                </a:ext>
              </a:extLst>
            </p:cNvPr>
            <p:cNvSpPr/>
            <p:nvPr/>
          </p:nvSpPr>
          <p:spPr>
            <a:xfrm>
              <a:off x="285538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5">
              <a:extLst>
                <a:ext uri="{FF2B5EF4-FFF2-40B4-BE49-F238E27FC236}">
                  <a16:creationId xmlns:a16="http://schemas.microsoft.com/office/drawing/2014/main" id="{2D2E721E-F1EE-0330-8825-FDABDD50CADB}"/>
                </a:ext>
              </a:extLst>
            </p:cNvPr>
            <p:cNvSpPr/>
            <p:nvPr/>
          </p:nvSpPr>
          <p:spPr>
            <a:xfrm>
              <a:off x="286482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6">
              <a:extLst>
                <a:ext uri="{FF2B5EF4-FFF2-40B4-BE49-F238E27FC236}">
                  <a16:creationId xmlns:a16="http://schemas.microsoft.com/office/drawing/2014/main" id="{9462BAD1-DC34-1CFA-226C-8DACD8C89162}"/>
                </a:ext>
              </a:extLst>
            </p:cNvPr>
            <p:cNvSpPr/>
            <p:nvPr/>
          </p:nvSpPr>
          <p:spPr>
            <a:xfrm>
              <a:off x="287426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7">
              <a:extLst>
                <a:ext uri="{FF2B5EF4-FFF2-40B4-BE49-F238E27FC236}">
                  <a16:creationId xmlns:a16="http://schemas.microsoft.com/office/drawing/2014/main" id="{CC51E888-F666-D216-5C2F-DB5F75D39B32}"/>
                </a:ext>
              </a:extLst>
            </p:cNvPr>
            <p:cNvSpPr/>
            <p:nvPr/>
          </p:nvSpPr>
          <p:spPr>
            <a:xfrm>
              <a:off x="288370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8">
              <a:extLst>
                <a:ext uri="{FF2B5EF4-FFF2-40B4-BE49-F238E27FC236}">
                  <a16:creationId xmlns:a16="http://schemas.microsoft.com/office/drawing/2014/main" id="{1F83DC9C-0E68-CC99-6D4D-792A24FDEB39}"/>
                </a:ext>
              </a:extLst>
            </p:cNvPr>
            <p:cNvSpPr/>
            <p:nvPr/>
          </p:nvSpPr>
          <p:spPr>
            <a:xfrm>
              <a:off x="289314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199">
              <a:extLst>
                <a:ext uri="{FF2B5EF4-FFF2-40B4-BE49-F238E27FC236}">
                  <a16:creationId xmlns:a16="http://schemas.microsoft.com/office/drawing/2014/main" id="{361D4E33-A141-A947-212D-F7347F3C6D19}"/>
                </a:ext>
              </a:extLst>
            </p:cNvPr>
            <p:cNvSpPr/>
            <p:nvPr/>
          </p:nvSpPr>
          <p:spPr>
            <a:xfrm>
              <a:off x="290258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0">
              <a:extLst>
                <a:ext uri="{FF2B5EF4-FFF2-40B4-BE49-F238E27FC236}">
                  <a16:creationId xmlns:a16="http://schemas.microsoft.com/office/drawing/2014/main" id="{08AD5A8C-3333-7E42-D040-7EC01D25F509}"/>
                </a:ext>
              </a:extLst>
            </p:cNvPr>
            <p:cNvSpPr/>
            <p:nvPr/>
          </p:nvSpPr>
          <p:spPr>
            <a:xfrm>
              <a:off x="291202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1">
              <a:extLst>
                <a:ext uri="{FF2B5EF4-FFF2-40B4-BE49-F238E27FC236}">
                  <a16:creationId xmlns:a16="http://schemas.microsoft.com/office/drawing/2014/main" id="{3F039BFB-A949-9E56-5413-D38C05E6302F}"/>
                </a:ext>
              </a:extLst>
            </p:cNvPr>
            <p:cNvSpPr/>
            <p:nvPr/>
          </p:nvSpPr>
          <p:spPr>
            <a:xfrm>
              <a:off x="2921461" y="280030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2">
              <a:extLst>
                <a:ext uri="{FF2B5EF4-FFF2-40B4-BE49-F238E27FC236}">
                  <a16:creationId xmlns:a16="http://schemas.microsoft.com/office/drawing/2014/main" id="{ED75D21E-BDF3-2AEC-CAD9-329C290B6116}"/>
                </a:ext>
              </a:extLst>
            </p:cNvPr>
            <p:cNvSpPr/>
            <p:nvPr/>
          </p:nvSpPr>
          <p:spPr>
            <a:xfrm>
              <a:off x="2930902" y="2782734"/>
              <a:ext cx="921168" cy="924237"/>
            </a:xfrm>
            <a:custGeom>
              <a:avLst/>
              <a:gdLst/>
              <a:ahLst/>
              <a:cxnLst/>
              <a:rect l="0" t="0" r="0" b="0"/>
              <a:pathLst>
                <a:path w="921168" h="924237">
                  <a:moveTo>
                    <a:pt x="914400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400" y="924237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3">
              <a:extLst>
                <a:ext uri="{FF2B5EF4-FFF2-40B4-BE49-F238E27FC236}">
                  <a16:creationId xmlns:a16="http://schemas.microsoft.com/office/drawing/2014/main" id="{30583395-9F0C-293B-9CC0-3A2897911ADF}"/>
                </a:ext>
              </a:extLst>
            </p:cNvPr>
            <p:cNvSpPr/>
            <p:nvPr/>
          </p:nvSpPr>
          <p:spPr>
            <a:xfrm>
              <a:off x="2524971" y="2765164"/>
              <a:ext cx="914400" cy="931026"/>
            </a:xfrm>
            <a:custGeom>
              <a:avLst/>
              <a:gdLst/>
              <a:ahLst/>
              <a:cxnLst/>
              <a:rect l="0" t="0" r="0" b="0"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4">
              <a:extLst>
                <a:ext uri="{FF2B5EF4-FFF2-40B4-BE49-F238E27FC236}">
                  <a16:creationId xmlns:a16="http://schemas.microsoft.com/office/drawing/2014/main" id="{33F189E7-3EFB-B54A-29B3-8E3F07FCA454}"/>
                </a:ext>
              </a:extLst>
            </p:cNvPr>
            <p:cNvSpPr/>
            <p:nvPr/>
          </p:nvSpPr>
          <p:spPr>
            <a:xfrm>
              <a:off x="252497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5">
              <a:extLst>
                <a:ext uri="{FF2B5EF4-FFF2-40B4-BE49-F238E27FC236}">
                  <a16:creationId xmlns:a16="http://schemas.microsoft.com/office/drawing/2014/main" id="{FF2F29F5-F12D-550C-5BB9-AD2CBF9B61DC}"/>
                </a:ext>
              </a:extLst>
            </p:cNvPr>
            <p:cNvSpPr/>
            <p:nvPr/>
          </p:nvSpPr>
          <p:spPr>
            <a:xfrm>
              <a:off x="253441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6">
              <a:extLst>
                <a:ext uri="{FF2B5EF4-FFF2-40B4-BE49-F238E27FC236}">
                  <a16:creationId xmlns:a16="http://schemas.microsoft.com/office/drawing/2014/main" id="{D1168E05-1FAD-413C-84A0-F308D2768491}"/>
                </a:ext>
              </a:extLst>
            </p:cNvPr>
            <p:cNvSpPr/>
            <p:nvPr/>
          </p:nvSpPr>
          <p:spPr>
            <a:xfrm>
              <a:off x="254385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7">
              <a:extLst>
                <a:ext uri="{FF2B5EF4-FFF2-40B4-BE49-F238E27FC236}">
                  <a16:creationId xmlns:a16="http://schemas.microsoft.com/office/drawing/2014/main" id="{DD836B31-7B81-1EA4-DDA4-81BB48445692}"/>
                </a:ext>
              </a:extLst>
            </p:cNvPr>
            <p:cNvSpPr/>
            <p:nvPr/>
          </p:nvSpPr>
          <p:spPr>
            <a:xfrm>
              <a:off x="255329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8">
              <a:extLst>
                <a:ext uri="{FF2B5EF4-FFF2-40B4-BE49-F238E27FC236}">
                  <a16:creationId xmlns:a16="http://schemas.microsoft.com/office/drawing/2014/main" id="{96F29A73-FE9F-F8BA-4321-8A99DBAEA2E3}"/>
                </a:ext>
              </a:extLst>
            </p:cNvPr>
            <p:cNvSpPr/>
            <p:nvPr/>
          </p:nvSpPr>
          <p:spPr>
            <a:xfrm>
              <a:off x="256273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09">
              <a:extLst>
                <a:ext uri="{FF2B5EF4-FFF2-40B4-BE49-F238E27FC236}">
                  <a16:creationId xmlns:a16="http://schemas.microsoft.com/office/drawing/2014/main" id="{E9B8B1CC-16E6-E6E2-1576-3837712E2C2C}"/>
                </a:ext>
              </a:extLst>
            </p:cNvPr>
            <p:cNvSpPr/>
            <p:nvPr/>
          </p:nvSpPr>
          <p:spPr>
            <a:xfrm>
              <a:off x="257217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0">
              <a:extLst>
                <a:ext uri="{FF2B5EF4-FFF2-40B4-BE49-F238E27FC236}">
                  <a16:creationId xmlns:a16="http://schemas.microsoft.com/office/drawing/2014/main" id="{FDE0A611-CD72-E773-319B-2E0A91EED72C}"/>
                </a:ext>
              </a:extLst>
            </p:cNvPr>
            <p:cNvSpPr/>
            <p:nvPr/>
          </p:nvSpPr>
          <p:spPr>
            <a:xfrm>
              <a:off x="258161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1">
              <a:extLst>
                <a:ext uri="{FF2B5EF4-FFF2-40B4-BE49-F238E27FC236}">
                  <a16:creationId xmlns:a16="http://schemas.microsoft.com/office/drawing/2014/main" id="{7C8F2BC7-6BA8-1683-FAE3-09E72F5CF49E}"/>
                </a:ext>
              </a:extLst>
            </p:cNvPr>
            <p:cNvSpPr/>
            <p:nvPr/>
          </p:nvSpPr>
          <p:spPr>
            <a:xfrm>
              <a:off x="259105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2">
              <a:extLst>
                <a:ext uri="{FF2B5EF4-FFF2-40B4-BE49-F238E27FC236}">
                  <a16:creationId xmlns:a16="http://schemas.microsoft.com/office/drawing/2014/main" id="{3D5FF8AB-9577-CC96-6DCA-C5FB3D9559F3}"/>
                </a:ext>
              </a:extLst>
            </p:cNvPr>
            <p:cNvSpPr/>
            <p:nvPr/>
          </p:nvSpPr>
          <p:spPr>
            <a:xfrm>
              <a:off x="260049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3">
              <a:extLst>
                <a:ext uri="{FF2B5EF4-FFF2-40B4-BE49-F238E27FC236}">
                  <a16:creationId xmlns:a16="http://schemas.microsoft.com/office/drawing/2014/main" id="{A55D942E-3220-0C50-9F69-F9F5E2292DAA}"/>
                </a:ext>
              </a:extLst>
            </p:cNvPr>
            <p:cNvSpPr/>
            <p:nvPr/>
          </p:nvSpPr>
          <p:spPr>
            <a:xfrm>
              <a:off x="260993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4">
              <a:extLst>
                <a:ext uri="{FF2B5EF4-FFF2-40B4-BE49-F238E27FC236}">
                  <a16:creationId xmlns:a16="http://schemas.microsoft.com/office/drawing/2014/main" id="{E94DCBDC-AB3E-C5D3-B813-E60EF28CB0F9}"/>
                </a:ext>
              </a:extLst>
            </p:cNvPr>
            <p:cNvSpPr/>
            <p:nvPr/>
          </p:nvSpPr>
          <p:spPr>
            <a:xfrm>
              <a:off x="261937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5">
              <a:extLst>
                <a:ext uri="{FF2B5EF4-FFF2-40B4-BE49-F238E27FC236}">
                  <a16:creationId xmlns:a16="http://schemas.microsoft.com/office/drawing/2014/main" id="{50E9B817-E7D5-AA56-DA9D-B02B25B703BE}"/>
                </a:ext>
              </a:extLst>
            </p:cNvPr>
            <p:cNvSpPr/>
            <p:nvPr/>
          </p:nvSpPr>
          <p:spPr>
            <a:xfrm>
              <a:off x="262881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6">
              <a:extLst>
                <a:ext uri="{FF2B5EF4-FFF2-40B4-BE49-F238E27FC236}">
                  <a16:creationId xmlns:a16="http://schemas.microsoft.com/office/drawing/2014/main" id="{51B67350-D913-D562-1846-83903DEF13BF}"/>
                </a:ext>
              </a:extLst>
            </p:cNvPr>
            <p:cNvSpPr/>
            <p:nvPr/>
          </p:nvSpPr>
          <p:spPr>
            <a:xfrm>
              <a:off x="263825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7">
              <a:extLst>
                <a:ext uri="{FF2B5EF4-FFF2-40B4-BE49-F238E27FC236}">
                  <a16:creationId xmlns:a16="http://schemas.microsoft.com/office/drawing/2014/main" id="{C28D7DF2-7E42-53A8-9444-64A19F6B83EF}"/>
                </a:ext>
              </a:extLst>
            </p:cNvPr>
            <p:cNvSpPr/>
            <p:nvPr/>
          </p:nvSpPr>
          <p:spPr>
            <a:xfrm>
              <a:off x="264769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8">
              <a:extLst>
                <a:ext uri="{FF2B5EF4-FFF2-40B4-BE49-F238E27FC236}">
                  <a16:creationId xmlns:a16="http://schemas.microsoft.com/office/drawing/2014/main" id="{A5365372-6999-CA81-FE89-005A8FC364C4}"/>
                </a:ext>
              </a:extLst>
            </p:cNvPr>
            <p:cNvSpPr/>
            <p:nvPr/>
          </p:nvSpPr>
          <p:spPr>
            <a:xfrm>
              <a:off x="265713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19">
              <a:extLst>
                <a:ext uri="{FF2B5EF4-FFF2-40B4-BE49-F238E27FC236}">
                  <a16:creationId xmlns:a16="http://schemas.microsoft.com/office/drawing/2014/main" id="{6220B312-3533-7915-EF90-E0C0CA98B392}"/>
                </a:ext>
              </a:extLst>
            </p:cNvPr>
            <p:cNvSpPr/>
            <p:nvPr/>
          </p:nvSpPr>
          <p:spPr>
            <a:xfrm>
              <a:off x="266657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0">
              <a:extLst>
                <a:ext uri="{FF2B5EF4-FFF2-40B4-BE49-F238E27FC236}">
                  <a16:creationId xmlns:a16="http://schemas.microsoft.com/office/drawing/2014/main" id="{0E3F6284-4C11-51A2-53D5-8AA4E4BEAEFD}"/>
                </a:ext>
              </a:extLst>
            </p:cNvPr>
            <p:cNvSpPr/>
            <p:nvPr/>
          </p:nvSpPr>
          <p:spPr>
            <a:xfrm>
              <a:off x="267601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1">
              <a:extLst>
                <a:ext uri="{FF2B5EF4-FFF2-40B4-BE49-F238E27FC236}">
                  <a16:creationId xmlns:a16="http://schemas.microsoft.com/office/drawing/2014/main" id="{D37A72B0-AA5C-F958-2CAF-6449C2C8D235}"/>
                </a:ext>
              </a:extLst>
            </p:cNvPr>
            <p:cNvSpPr/>
            <p:nvPr/>
          </p:nvSpPr>
          <p:spPr>
            <a:xfrm>
              <a:off x="268545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2">
              <a:extLst>
                <a:ext uri="{FF2B5EF4-FFF2-40B4-BE49-F238E27FC236}">
                  <a16:creationId xmlns:a16="http://schemas.microsoft.com/office/drawing/2014/main" id="{757C786B-A605-67C6-5B8B-6C59423E98B4}"/>
                </a:ext>
              </a:extLst>
            </p:cNvPr>
            <p:cNvSpPr/>
            <p:nvPr/>
          </p:nvSpPr>
          <p:spPr>
            <a:xfrm>
              <a:off x="269489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3">
              <a:extLst>
                <a:ext uri="{FF2B5EF4-FFF2-40B4-BE49-F238E27FC236}">
                  <a16:creationId xmlns:a16="http://schemas.microsoft.com/office/drawing/2014/main" id="{05EC0955-0CED-FACE-712B-60B88A0A1619}"/>
                </a:ext>
              </a:extLst>
            </p:cNvPr>
            <p:cNvSpPr/>
            <p:nvPr/>
          </p:nvSpPr>
          <p:spPr>
            <a:xfrm>
              <a:off x="270433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4">
              <a:extLst>
                <a:ext uri="{FF2B5EF4-FFF2-40B4-BE49-F238E27FC236}">
                  <a16:creationId xmlns:a16="http://schemas.microsoft.com/office/drawing/2014/main" id="{C891D20C-2721-3063-72EE-1817E32D48AE}"/>
                </a:ext>
              </a:extLst>
            </p:cNvPr>
            <p:cNvSpPr/>
            <p:nvPr/>
          </p:nvSpPr>
          <p:spPr>
            <a:xfrm>
              <a:off x="271377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5">
              <a:extLst>
                <a:ext uri="{FF2B5EF4-FFF2-40B4-BE49-F238E27FC236}">
                  <a16:creationId xmlns:a16="http://schemas.microsoft.com/office/drawing/2014/main" id="{A75E2364-2C16-5DAF-DC89-EE0F84011984}"/>
                </a:ext>
              </a:extLst>
            </p:cNvPr>
            <p:cNvSpPr/>
            <p:nvPr/>
          </p:nvSpPr>
          <p:spPr>
            <a:xfrm>
              <a:off x="272321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6">
              <a:extLst>
                <a:ext uri="{FF2B5EF4-FFF2-40B4-BE49-F238E27FC236}">
                  <a16:creationId xmlns:a16="http://schemas.microsoft.com/office/drawing/2014/main" id="{D340BC98-4ADE-F2E8-983D-94AB1D44141A}"/>
                </a:ext>
              </a:extLst>
            </p:cNvPr>
            <p:cNvSpPr/>
            <p:nvPr/>
          </p:nvSpPr>
          <p:spPr>
            <a:xfrm>
              <a:off x="273265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7">
              <a:extLst>
                <a:ext uri="{FF2B5EF4-FFF2-40B4-BE49-F238E27FC236}">
                  <a16:creationId xmlns:a16="http://schemas.microsoft.com/office/drawing/2014/main" id="{355E0F42-7EC7-1BD1-B878-0109AFED2553}"/>
                </a:ext>
              </a:extLst>
            </p:cNvPr>
            <p:cNvSpPr/>
            <p:nvPr/>
          </p:nvSpPr>
          <p:spPr>
            <a:xfrm>
              <a:off x="274209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8">
              <a:extLst>
                <a:ext uri="{FF2B5EF4-FFF2-40B4-BE49-F238E27FC236}">
                  <a16:creationId xmlns:a16="http://schemas.microsoft.com/office/drawing/2014/main" id="{3A046535-EEC9-D409-5D2D-10F746BA8426}"/>
                </a:ext>
              </a:extLst>
            </p:cNvPr>
            <p:cNvSpPr/>
            <p:nvPr/>
          </p:nvSpPr>
          <p:spPr>
            <a:xfrm>
              <a:off x="275153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29">
              <a:extLst>
                <a:ext uri="{FF2B5EF4-FFF2-40B4-BE49-F238E27FC236}">
                  <a16:creationId xmlns:a16="http://schemas.microsoft.com/office/drawing/2014/main" id="{B0AF536C-E229-CCDB-8517-2304ACD8B16B}"/>
                </a:ext>
              </a:extLst>
            </p:cNvPr>
            <p:cNvSpPr/>
            <p:nvPr/>
          </p:nvSpPr>
          <p:spPr>
            <a:xfrm>
              <a:off x="276097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0">
              <a:extLst>
                <a:ext uri="{FF2B5EF4-FFF2-40B4-BE49-F238E27FC236}">
                  <a16:creationId xmlns:a16="http://schemas.microsoft.com/office/drawing/2014/main" id="{0FB6285B-8A60-4320-99B3-AB9C59400D80}"/>
                </a:ext>
              </a:extLst>
            </p:cNvPr>
            <p:cNvSpPr/>
            <p:nvPr/>
          </p:nvSpPr>
          <p:spPr>
            <a:xfrm>
              <a:off x="277041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1">
              <a:extLst>
                <a:ext uri="{FF2B5EF4-FFF2-40B4-BE49-F238E27FC236}">
                  <a16:creationId xmlns:a16="http://schemas.microsoft.com/office/drawing/2014/main" id="{06EBD8E3-5426-DAD2-CE3D-307DAFE3A3BD}"/>
                </a:ext>
              </a:extLst>
            </p:cNvPr>
            <p:cNvSpPr/>
            <p:nvPr/>
          </p:nvSpPr>
          <p:spPr>
            <a:xfrm>
              <a:off x="277985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2">
              <a:extLst>
                <a:ext uri="{FF2B5EF4-FFF2-40B4-BE49-F238E27FC236}">
                  <a16:creationId xmlns:a16="http://schemas.microsoft.com/office/drawing/2014/main" id="{1463B9CC-EA0C-3EDE-557B-9D20A2FF48B8}"/>
                </a:ext>
              </a:extLst>
            </p:cNvPr>
            <p:cNvSpPr/>
            <p:nvPr/>
          </p:nvSpPr>
          <p:spPr>
            <a:xfrm>
              <a:off x="278929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3">
              <a:extLst>
                <a:ext uri="{FF2B5EF4-FFF2-40B4-BE49-F238E27FC236}">
                  <a16:creationId xmlns:a16="http://schemas.microsoft.com/office/drawing/2014/main" id="{2F709051-555D-1AEE-7F0D-8E43CFCF4BE0}"/>
                </a:ext>
              </a:extLst>
            </p:cNvPr>
            <p:cNvSpPr/>
            <p:nvPr/>
          </p:nvSpPr>
          <p:spPr>
            <a:xfrm>
              <a:off x="279873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4">
              <a:extLst>
                <a:ext uri="{FF2B5EF4-FFF2-40B4-BE49-F238E27FC236}">
                  <a16:creationId xmlns:a16="http://schemas.microsoft.com/office/drawing/2014/main" id="{4EB75252-0BF2-9F54-5EB3-68BD824FDB2A}"/>
                </a:ext>
              </a:extLst>
            </p:cNvPr>
            <p:cNvSpPr/>
            <p:nvPr/>
          </p:nvSpPr>
          <p:spPr>
            <a:xfrm>
              <a:off x="280817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5">
              <a:extLst>
                <a:ext uri="{FF2B5EF4-FFF2-40B4-BE49-F238E27FC236}">
                  <a16:creationId xmlns:a16="http://schemas.microsoft.com/office/drawing/2014/main" id="{A6A2DE20-72BA-77B2-45ED-CFB091090B08}"/>
                </a:ext>
              </a:extLst>
            </p:cNvPr>
            <p:cNvSpPr/>
            <p:nvPr/>
          </p:nvSpPr>
          <p:spPr>
            <a:xfrm>
              <a:off x="281761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6">
              <a:extLst>
                <a:ext uri="{FF2B5EF4-FFF2-40B4-BE49-F238E27FC236}">
                  <a16:creationId xmlns:a16="http://schemas.microsoft.com/office/drawing/2014/main" id="{24694E58-0299-DCA7-812C-2B66CCDB7278}"/>
                </a:ext>
              </a:extLst>
            </p:cNvPr>
            <p:cNvSpPr/>
            <p:nvPr/>
          </p:nvSpPr>
          <p:spPr>
            <a:xfrm>
              <a:off x="282705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7">
              <a:extLst>
                <a:ext uri="{FF2B5EF4-FFF2-40B4-BE49-F238E27FC236}">
                  <a16:creationId xmlns:a16="http://schemas.microsoft.com/office/drawing/2014/main" id="{0DCFA47F-8EF1-5A44-C1C0-260245DE6288}"/>
                </a:ext>
              </a:extLst>
            </p:cNvPr>
            <p:cNvSpPr/>
            <p:nvPr/>
          </p:nvSpPr>
          <p:spPr>
            <a:xfrm>
              <a:off x="283649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8">
              <a:extLst>
                <a:ext uri="{FF2B5EF4-FFF2-40B4-BE49-F238E27FC236}">
                  <a16:creationId xmlns:a16="http://schemas.microsoft.com/office/drawing/2014/main" id="{0E84959E-6E71-1E31-7849-5A3DB94CFA62}"/>
                </a:ext>
              </a:extLst>
            </p:cNvPr>
            <p:cNvSpPr/>
            <p:nvPr/>
          </p:nvSpPr>
          <p:spPr>
            <a:xfrm>
              <a:off x="284593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39">
              <a:extLst>
                <a:ext uri="{FF2B5EF4-FFF2-40B4-BE49-F238E27FC236}">
                  <a16:creationId xmlns:a16="http://schemas.microsoft.com/office/drawing/2014/main" id="{4039CB05-CBC6-3159-4FA8-8250B874BAFC}"/>
                </a:ext>
              </a:extLst>
            </p:cNvPr>
            <p:cNvSpPr/>
            <p:nvPr/>
          </p:nvSpPr>
          <p:spPr>
            <a:xfrm>
              <a:off x="285538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0">
              <a:extLst>
                <a:ext uri="{FF2B5EF4-FFF2-40B4-BE49-F238E27FC236}">
                  <a16:creationId xmlns:a16="http://schemas.microsoft.com/office/drawing/2014/main" id="{1790C570-8F46-9598-8946-B063DE161579}"/>
                </a:ext>
              </a:extLst>
            </p:cNvPr>
            <p:cNvSpPr/>
            <p:nvPr/>
          </p:nvSpPr>
          <p:spPr>
            <a:xfrm>
              <a:off x="286482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1">
              <a:extLst>
                <a:ext uri="{FF2B5EF4-FFF2-40B4-BE49-F238E27FC236}">
                  <a16:creationId xmlns:a16="http://schemas.microsoft.com/office/drawing/2014/main" id="{09C9C5C9-8AC5-1186-B171-5857002AD6B6}"/>
                </a:ext>
              </a:extLst>
            </p:cNvPr>
            <p:cNvSpPr/>
            <p:nvPr/>
          </p:nvSpPr>
          <p:spPr>
            <a:xfrm>
              <a:off x="287426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2">
              <a:extLst>
                <a:ext uri="{FF2B5EF4-FFF2-40B4-BE49-F238E27FC236}">
                  <a16:creationId xmlns:a16="http://schemas.microsoft.com/office/drawing/2014/main" id="{8FC2A27E-DD3E-0918-1965-116286BF3FD6}"/>
                </a:ext>
              </a:extLst>
            </p:cNvPr>
            <p:cNvSpPr/>
            <p:nvPr/>
          </p:nvSpPr>
          <p:spPr>
            <a:xfrm>
              <a:off x="288370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3">
              <a:extLst>
                <a:ext uri="{FF2B5EF4-FFF2-40B4-BE49-F238E27FC236}">
                  <a16:creationId xmlns:a16="http://schemas.microsoft.com/office/drawing/2014/main" id="{B43E77E9-DE0A-F5EA-2448-01D5CF865D95}"/>
                </a:ext>
              </a:extLst>
            </p:cNvPr>
            <p:cNvSpPr/>
            <p:nvPr/>
          </p:nvSpPr>
          <p:spPr>
            <a:xfrm>
              <a:off x="289314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4">
              <a:extLst>
                <a:ext uri="{FF2B5EF4-FFF2-40B4-BE49-F238E27FC236}">
                  <a16:creationId xmlns:a16="http://schemas.microsoft.com/office/drawing/2014/main" id="{F7597D76-215D-C2A4-7289-98D630DF4A2E}"/>
                </a:ext>
              </a:extLst>
            </p:cNvPr>
            <p:cNvSpPr/>
            <p:nvPr/>
          </p:nvSpPr>
          <p:spPr>
            <a:xfrm>
              <a:off x="290258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5">
              <a:extLst>
                <a:ext uri="{FF2B5EF4-FFF2-40B4-BE49-F238E27FC236}">
                  <a16:creationId xmlns:a16="http://schemas.microsoft.com/office/drawing/2014/main" id="{D539AD08-A063-3D13-CFED-21E33BED8FF5}"/>
                </a:ext>
              </a:extLst>
            </p:cNvPr>
            <p:cNvSpPr/>
            <p:nvPr/>
          </p:nvSpPr>
          <p:spPr>
            <a:xfrm>
              <a:off x="291202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6">
              <a:extLst>
                <a:ext uri="{FF2B5EF4-FFF2-40B4-BE49-F238E27FC236}">
                  <a16:creationId xmlns:a16="http://schemas.microsoft.com/office/drawing/2014/main" id="{0A67F701-8F11-86C1-8F32-4C05A3B59F11}"/>
                </a:ext>
              </a:extLst>
            </p:cNvPr>
            <p:cNvSpPr/>
            <p:nvPr/>
          </p:nvSpPr>
          <p:spPr>
            <a:xfrm>
              <a:off x="292146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7">
              <a:extLst>
                <a:ext uri="{FF2B5EF4-FFF2-40B4-BE49-F238E27FC236}">
                  <a16:creationId xmlns:a16="http://schemas.microsoft.com/office/drawing/2014/main" id="{5E4064C7-1CC2-DAD7-0A16-3A490E6E582B}"/>
                </a:ext>
              </a:extLst>
            </p:cNvPr>
            <p:cNvSpPr/>
            <p:nvPr/>
          </p:nvSpPr>
          <p:spPr>
            <a:xfrm>
              <a:off x="2930902" y="2782734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8">
              <a:extLst>
                <a:ext uri="{FF2B5EF4-FFF2-40B4-BE49-F238E27FC236}">
                  <a16:creationId xmlns:a16="http://schemas.microsoft.com/office/drawing/2014/main" id="{D848A629-F8D6-3D4F-AF74-2981CE1303CE}"/>
                </a:ext>
              </a:extLst>
            </p:cNvPr>
            <p:cNvSpPr/>
            <p:nvPr/>
          </p:nvSpPr>
          <p:spPr>
            <a:xfrm>
              <a:off x="2940342" y="2765164"/>
              <a:ext cx="923840" cy="928092"/>
            </a:xfrm>
            <a:custGeom>
              <a:avLst/>
              <a:gdLst/>
              <a:ahLst/>
              <a:cxnLst/>
              <a:rect l="0" t="0" r="0" b="0"/>
              <a:pathLst>
                <a:path w="923840" h="928092">
                  <a:moveTo>
                    <a:pt x="914399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399" y="928092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49">
              <a:extLst>
                <a:ext uri="{FF2B5EF4-FFF2-40B4-BE49-F238E27FC236}">
                  <a16:creationId xmlns:a16="http://schemas.microsoft.com/office/drawing/2014/main" id="{1113DE14-DA81-8343-B115-BD493E293192}"/>
                </a:ext>
              </a:extLst>
            </p:cNvPr>
            <p:cNvSpPr/>
            <p:nvPr/>
          </p:nvSpPr>
          <p:spPr>
            <a:xfrm>
              <a:off x="2515531" y="2747595"/>
              <a:ext cx="914400" cy="927394"/>
            </a:xfrm>
            <a:custGeom>
              <a:avLst/>
              <a:gdLst/>
              <a:ahLst/>
              <a:cxnLst/>
              <a:rect l="0" t="0" r="0" b="0"/>
              <a:pathLst>
                <a:path w="914400" h="927394">
                  <a:moveTo>
                    <a:pt x="914400" y="914400"/>
                  </a:moveTo>
                  <a:lnTo>
                    <a:pt x="914400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0">
              <a:extLst>
                <a:ext uri="{FF2B5EF4-FFF2-40B4-BE49-F238E27FC236}">
                  <a16:creationId xmlns:a16="http://schemas.microsoft.com/office/drawing/2014/main" id="{3D58E31F-D15D-51D3-443D-F577959D4D8E}"/>
                </a:ext>
              </a:extLst>
            </p:cNvPr>
            <p:cNvSpPr/>
            <p:nvPr/>
          </p:nvSpPr>
          <p:spPr>
            <a:xfrm>
              <a:off x="251553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400" y="927394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1">
              <a:extLst>
                <a:ext uri="{FF2B5EF4-FFF2-40B4-BE49-F238E27FC236}">
                  <a16:creationId xmlns:a16="http://schemas.microsoft.com/office/drawing/2014/main" id="{E5CE9F6B-25A8-A512-D3FF-2083C74DC3A4}"/>
                </a:ext>
              </a:extLst>
            </p:cNvPr>
            <p:cNvSpPr/>
            <p:nvPr/>
          </p:nvSpPr>
          <p:spPr>
            <a:xfrm>
              <a:off x="252497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2">
              <a:extLst>
                <a:ext uri="{FF2B5EF4-FFF2-40B4-BE49-F238E27FC236}">
                  <a16:creationId xmlns:a16="http://schemas.microsoft.com/office/drawing/2014/main" id="{81EE6F07-DC2D-2540-1636-2AE7CCA0FCA5}"/>
                </a:ext>
              </a:extLst>
            </p:cNvPr>
            <p:cNvSpPr/>
            <p:nvPr/>
          </p:nvSpPr>
          <p:spPr>
            <a:xfrm>
              <a:off x="253441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3">
              <a:extLst>
                <a:ext uri="{FF2B5EF4-FFF2-40B4-BE49-F238E27FC236}">
                  <a16:creationId xmlns:a16="http://schemas.microsoft.com/office/drawing/2014/main" id="{8991E74C-426B-D16E-E43D-9DFEEF4B36F0}"/>
                </a:ext>
              </a:extLst>
            </p:cNvPr>
            <p:cNvSpPr/>
            <p:nvPr/>
          </p:nvSpPr>
          <p:spPr>
            <a:xfrm>
              <a:off x="254385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4">
              <a:extLst>
                <a:ext uri="{FF2B5EF4-FFF2-40B4-BE49-F238E27FC236}">
                  <a16:creationId xmlns:a16="http://schemas.microsoft.com/office/drawing/2014/main" id="{2C3EFC5F-64DA-F754-6650-C34D871CCFA1}"/>
                </a:ext>
              </a:extLst>
            </p:cNvPr>
            <p:cNvSpPr/>
            <p:nvPr/>
          </p:nvSpPr>
          <p:spPr>
            <a:xfrm>
              <a:off x="255329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5">
              <a:extLst>
                <a:ext uri="{FF2B5EF4-FFF2-40B4-BE49-F238E27FC236}">
                  <a16:creationId xmlns:a16="http://schemas.microsoft.com/office/drawing/2014/main" id="{0EF12138-25F3-875D-EEFC-FA5CB27E7C76}"/>
                </a:ext>
              </a:extLst>
            </p:cNvPr>
            <p:cNvSpPr/>
            <p:nvPr/>
          </p:nvSpPr>
          <p:spPr>
            <a:xfrm>
              <a:off x="256273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6">
              <a:extLst>
                <a:ext uri="{FF2B5EF4-FFF2-40B4-BE49-F238E27FC236}">
                  <a16:creationId xmlns:a16="http://schemas.microsoft.com/office/drawing/2014/main" id="{58D129FD-7501-590D-7F28-9DC24C8C3F03}"/>
                </a:ext>
              </a:extLst>
            </p:cNvPr>
            <p:cNvSpPr/>
            <p:nvPr/>
          </p:nvSpPr>
          <p:spPr>
            <a:xfrm>
              <a:off x="257217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7">
              <a:extLst>
                <a:ext uri="{FF2B5EF4-FFF2-40B4-BE49-F238E27FC236}">
                  <a16:creationId xmlns:a16="http://schemas.microsoft.com/office/drawing/2014/main" id="{BBDF26CF-7E10-CE88-725C-48AA9914AA3D}"/>
                </a:ext>
              </a:extLst>
            </p:cNvPr>
            <p:cNvSpPr/>
            <p:nvPr/>
          </p:nvSpPr>
          <p:spPr>
            <a:xfrm>
              <a:off x="258161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8">
              <a:extLst>
                <a:ext uri="{FF2B5EF4-FFF2-40B4-BE49-F238E27FC236}">
                  <a16:creationId xmlns:a16="http://schemas.microsoft.com/office/drawing/2014/main" id="{3E3BA324-0A59-F457-0514-40A6E6E58C27}"/>
                </a:ext>
              </a:extLst>
            </p:cNvPr>
            <p:cNvSpPr/>
            <p:nvPr/>
          </p:nvSpPr>
          <p:spPr>
            <a:xfrm>
              <a:off x="259105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59">
              <a:extLst>
                <a:ext uri="{FF2B5EF4-FFF2-40B4-BE49-F238E27FC236}">
                  <a16:creationId xmlns:a16="http://schemas.microsoft.com/office/drawing/2014/main" id="{32F30EF9-3282-43B6-A61B-4165D7C4674A}"/>
                </a:ext>
              </a:extLst>
            </p:cNvPr>
            <p:cNvSpPr/>
            <p:nvPr/>
          </p:nvSpPr>
          <p:spPr>
            <a:xfrm>
              <a:off x="260049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0">
              <a:extLst>
                <a:ext uri="{FF2B5EF4-FFF2-40B4-BE49-F238E27FC236}">
                  <a16:creationId xmlns:a16="http://schemas.microsoft.com/office/drawing/2014/main" id="{27B20100-F634-4AAE-DCE7-17DA5A13AE5F}"/>
                </a:ext>
              </a:extLst>
            </p:cNvPr>
            <p:cNvSpPr/>
            <p:nvPr/>
          </p:nvSpPr>
          <p:spPr>
            <a:xfrm>
              <a:off x="260993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1">
              <a:extLst>
                <a:ext uri="{FF2B5EF4-FFF2-40B4-BE49-F238E27FC236}">
                  <a16:creationId xmlns:a16="http://schemas.microsoft.com/office/drawing/2014/main" id="{4F9F633E-4FBA-125C-EA04-6E5127A4B927}"/>
                </a:ext>
              </a:extLst>
            </p:cNvPr>
            <p:cNvSpPr/>
            <p:nvPr/>
          </p:nvSpPr>
          <p:spPr>
            <a:xfrm>
              <a:off x="261937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2">
              <a:extLst>
                <a:ext uri="{FF2B5EF4-FFF2-40B4-BE49-F238E27FC236}">
                  <a16:creationId xmlns:a16="http://schemas.microsoft.com/office/drawing/2014/main" id="{04BDDB4E-BDC2-5190-463D-BD2C3C05BFB5}"/>
                </a:ext>
              </a:extLst>
            </p:cNvPr>
            <p:cNvSpPr/>
            <p:nvPr/>
          </p:nvSpPr>
          <p:spPr>
            <a:xfrm>
              <a:off x="262881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3">
              <a:extLst>
                <a:ext uri="{FF2B5EF4-FFF2-40B4-BE49-F238E27FC236}">
                  <a16:creationId xmlns:a16="http://schemas.microsoft.com/office/drawing/2014/main" id="{CDA7FCB3-13C5-33C0-B272-3073AC41EFDF}"/>
                </a:ext>
              </a:extLst>
            </p:cNvPr>
            <p:cNvSpPr/>
            <p:nvPr/>
          </p:nvSpPr>
          <p:spPr>
            <a:xfrm>
              <a:off x="263825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E">
                <a:alpha val="100000"/>
              </a:srgbClr>
            </a:solidFill>
            <a:ln w="5420" cap="flat">
              <a:solidFill>
                <a:srgbClr val="FEE1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4">
              <a:extLst>
                <a:ext uri="{FF2B5EF4-FFF2-40B4-BE49-F238E27FC236}">
                  <a16:creationId xmlns:a16="http://schemas.microsoft.com/office/drawing/2014/main" id="{EFFA3BC9-B379-A3CB-3386-F3BCBBF11DA6}"/>
                </a:ext>
              </a:extLst>
            </p:cNvPr>
            <p:cNvSpPr/>
            <p:nvPr/>
          </p:nvSpPr>
          <p:spPr>
            <a:xfrm>
              <a:off x="264769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5">
              <a:extLst>
                <a:ext uri="{FF2B5EF4-FFF2-40B4-BE49-F238E27FC236}">
                  <a16:creationId xmlns:a16="http://schemas.microsoft.com/office/drawing/2014/main" id="{01523230-930D-5AED-8AD2-64A0CACC6951}"/>
                </a:ext>
              </a:extLst>
            </p:cNvPr>
            <p:cNvSpPr/>
            <p:nvPr/>
          </p:nvSpPr>
          <p:spPr>
            <a:xfrm>
              <a:off x="265713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6">
              <a:extLst>
                <a:ext uri="{FF2B5EF4-FFF2-40B4-BE49-F238E27FC236}">
                  <a16:creationId xmlns:a16="http://schemas.microsoft.com/office/drawing/2014/main" id="{3B2AAAE4-0AE4-124F-37D1-0CD8677A1684}"/>
                </a:ext>
              </a:extLst>
            </p:cNvPr>
            <p:cNvSpPr/>
            <p:nvPr/>
          </p:nvSpPr>
          <p:spPr>
            <a:xfrm>
              <a:off x="266657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7">
              <a:extLst>
                <a:ext uri="{FF2B5EF4-FFF2-40B4-BE49-F238E27FC236}">
                  <a16:creationId xmlns:a16="http://schemas.microsoft.com/office/drawing/2014/main" id="{BD5CC965-F538-2B64-E356-6009A6B700F2}"/>
                </a:ext>
              </a:extLst>
            </p:cNvPr>
            <p:cNvSpPr/>
            <p:nvPr/>
          </p:nvSpPr>
          <p:spPr>
            <a:xfrm>
              <a:off x="267601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8">
              <a:extLst>
                <a:ext uri="{FF2B5EF4-FFF2-40B4-BE49-F238E27FC236}">
                  <a16:creationId xmlns:a16="http://schemas.microsoft.com/office/drawing/2014/main" id="{57D4C6B3-DE86-8806-D5AB-A8F4B8F58215}"/>
                </a:ext>
              </a:extLst>
            </p:cNvPr>
            <p:cNvSpPr/>
            <p:nvPr/>
          </p:nvSpPr>
          <p:spPr>
            <a:xfrm>
              <a:off x="268545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69">
              <a:extLst>
                <a:ext uri="{FF2B5EF4-FFF2-40B4-BE49-F238E27FC236}">
                  <a16:creationId xmlns:a16="http://schemas.microsoft.com/office/drawing/2014/main" id="{8501B095-474F-02D3-A666-158DA8A3C4FB}"/>
                </a:ext>
              </a:extLst>
            </p:cNvPr>
            <p:cNvSpPr/>
            <p:nvPr/>
          </p:nvSpPr>
          <p:spPr>
            <a:xfrm>
              <a:off x="269489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0">
              <a:extLst>
                <a:ext uri="{FF2B5EF4-FFF2-40B4-BE49-F238E27FC236}">
                  <a16:creationId xmlns:a16="http://schemas.microsoft.com/office/drawing/2014/main" id="{EB1E04C8-8FFF-DBE0-E629-0639798A3D82}"/>
                </a:ext>
              </a:extLst>
            </p:cNvPr>
            <p:cNvSpPr/>
            <p:nvPr/>
          </p:nvSpPr>
          <p:spPr>
            <a:xfrm>
              <a:off x="270433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1">
              <a:extLst>
                <a:ext uri="{FF2B5EF4-FFF2-40B4-BE49-F238E27FC236}">
                  <a16:creationId xmlns:a16="http://schemas.microsoft.com/office/drawing/2014/main" id="{13769C9B-55CE-F055-9359-9B4A897F81B7}"/>
                </a:ext>
              </a:extLst>
            </p:cNvPr>
            <p:cNvSpPr/>
            <p:nvPr/>
          </p:nvSpPr>
          <p:spPr>
            <a:xfrm>
              <a:off x="271377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2">
              <a:extLst>
                <a:ext uri="{FF2B5EF4-FFF2-40B4-BE49-F238E27FC236}">
                  <a16:creationId xmlns:a16="http://schemas.microsoft.com/office/drawing/2014/main" id="{4FB42D1F-837E-C3E8-89F3-3E6314815DA9}"/>
                </a:ext>
              </a:extLst>
            </p:cNvPr>
            <p:cNvSpPr/>
            <p:nvPr/>
          </p:nvSpPr>
          <p:spPr>
            <a:xfrm>
              <a:off x="272321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3">
              <a:extLst>
                <a:ext uri="{FF2B5EF4-FFF2-40B4-BE49-F238E27FC236}">
                  <a16:creationId xmlns:a16="http://schemas.microsoft.com/office/drawing/2014/main" id="{5DD60102-DE22-67C8-1AE4-CF17DE0CBA4D}"/>
                </a:ext>
              </a:extLst>
            </p:cNvPr>
            <p:cNvSpPr/>
            <p:nvPr/>
          </p:nvSpPr>
          <p:spPr>
            <a:xfrm>
              <a:off x="273265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4">
              <a:extLst>
                <a:ext uri="{FF2B5EF4-FFF2-40B4-BE49-F238E27FC236}">
                  <a16:creationId xmlns:a16="http://schemas.microsoft.com/office/drawing/2014/main" id="{08D9E6A4-4B28-BBE9-1598-79C5DA1D146E}"/>
                </a:ext>
              </a:extLst>
            </p:cNvPr>
            <p:cNvSpPr/>
            <p:nvPr/>
          </p:nvSpPr>
          <p:spPr>
            <a:xfrm>
              <a:off x="274209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5">
              <a:extLst>
                <a:ext uri="{FF2B5EF4-FFF2-40B4-BE49-F238E27FC236}">
                  <a16:creationId xmlns:a16="http://schemas.microsoft.com/office/drawing/2014/main" id="{3CDAC07F-C075-2F1E-40EC-C7B71786D4FE}"/>
                </a:ext>
              </a:extLst>
            </p:cNvPr>
            <p:cNvSpPr/>
            <p:nvPr/>
          </p:nvSpPr>
          <p:spPr>
            <a:xfrm>
              <a:off x="275153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6">
              <a:extLst>
                <a:ext uri="{FF2B5EF4-FFF2-40B4-BE49-F238E27FC236}">
                  <a16:creationId xmlns:a16="http://schemas.microsoft.com/office/drawing/2014/main" id="{8A9C2E83-7C21-89F5-8617-4A8AE51D24AB}"/>
                </a:ext>
              </a:extLst>
            </p:cNvPr>
            <p:cNvSpPr/>
            <p:nvPr/>
          </p:nvSpPr>
          <p:spPr>
            <a:xfrm>
              <a:off x="276097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7">
              <a:extLst>
                <a:ext uri="{FF2B5EF4-FFF2-40B4-BE49-F238E27FC236}">
                  <a16:creationId xmlns:a16="http://schemas.microsoft.com/office/drawing/2014/main" id="{F464919A-A3A5-FFEA-FCF3-0901134C0022}"/>
                </a:ext>
              </a:extLst>
            </p:cNvPr>
            <p:cNvSpPr/>
            <p:nvPr/>
          </p:nvSpPr>
          <p:spPr>
            <a:xfrm>
              <a:off x="277041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8">
              <a:extLst>
                <a:ext uri="{FF2B5EF4-FFF2-40B4-BE49-F238E27FC236}">
                  <a16:creationId xmlns:a16="http://schemas.microsoft.com/office/drawing/2014/main" id="{1FCF1539-1109-BA1F-DC93-14F907465070}"/>
                </a:ext>
              </a:extLst>
            </p:cNvPr>
            <p:cNvSpPr/>
            <p:nvPr/>
          </p:nvSpPr>
          <p:spPr>
            <a:xfrm>
              <a:off x="277985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79">
              <a:extLst>
                <a:ext uri="{FF2B5EF4-FFF2-40B4-BE49-F238E27FC236}">
                  <a16:creationId xmlns:a16="http://schemas.microsoft.com/office/drawing/2014/main" id="{08160A2B-5036-39C1-DCFD-749558AA1F0A}"/>
                </a:ext>
              </a:extLst>
            </p:cNvPr>
            <p:cNvSpPr/>
            <p:nvPr/>
          </p:nvSpPr>
          <p:spPr>
            <a:xfrm>
              <a:off x="278929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0">
              <a:extLst>
                <a:ext uri="{FF2B5EF4-FFF2-40B4-BE49-F238E27FC236}">
                  <a16:creationId xmlns:a16="http://schemas.microsoft.com/office/drawing/2014/main" id="{FEB4AAFD-B549-3B41-98B8-56B42B3CDA51}"/>
                </a:ext>
              </a:extLst>
            </p:cNvPr>
            <p:cNvSpPr/>
            <p:nvPr/>
          </p:nvSpPr>
          <p:spPr>
            <a:xfrm>
              <a:off x="279873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1">
              <a:extLst>
                <a:ext uri="{FF2B5EF4-FFF2-40B4-BE49-F238E27FC236}">
                  <a16:creationId xmlns:a16="http://schemas.microsoft.com/office/drawing/2014/main" id="{70B8D3D4-A26D-FD91-C773-CB55E16F6120}"/>
                </a:ext>
              </a:extLst>
            </p:cNvPr>
            <p:cNvSpPr/>
            <p:nvPr/>
          </p:nvSpPr>
          <p:spPr>
            <a:xfrm>
              <a:off x="280817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2">
              <a:extLst>
                <a:ext uri="{FF2B5EF4-FFF2-40B4-BE49-F238E27FC236}">
                  <a16:creationId xmlns:a16="http://schemas.microsoft.com/office/drawing/2014/main" id="{82C87B29-7F7E-0A8B-C87E-149CD1F5092A}"/>
                </a:ext>
              </a:extLst>
            </p:cNvPr>
            <p:cNvSpPr/>
            <p:nvPr/>
          </p:nvSpPr>
          <p:spPr>
            <a:xfrm>
              <a:off x="281761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3">
              <a:extLst>
                <a:ext uri="{FF2B5EF4-FFF2-40B4-BE49-F238E27FC236}">
                  <a16:creationId xmlns:a16="http://schemas.microsoft.com/office/drawing/2014/main" id="{6416364A-B91D-7ABE-DAEA-0DA0642CADF8}"/>
                </a:ext>
              </a:extLst>
            </p:cNvPr>
            <p:cNvSpPr/>
            <p:nvPr/>
          </p:nvSpPr>
          <p:spPr>
            <a:xfrm>
              <a:off x="282705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4">
              <a:extLst>
                <a:ext uri="{FF2B5EF4-FFF2-40B4-BE49-F238E27FC236}">
                  <a16:creationId xmlns:a16="http://schemas.microsoft.com/office/drawing/2014/main" id="{4774F4EC-5B8A-7696-687D-32DC88B38178}"/>
                </a:ext>
              </a:extLst>
            </p:cNvPr>
            <p:cNvSpPr/>
            <p:nvPr/>
          </p:nvSpPr>
          <p:spPr>
            <a:xfrm>
              <a:off x="283649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5">
              <a:extLst>
                <a:ext uri="{FF2B5EF4-FFF2-40B4-BE49-F238E27FC236}">
                  <a16:creationId xmlns:a16="http://schemas.microsoft.com/office/drawing/2014/main" id="{1ECEE517-AEC4-2A22-3396-141EB5917B0D}"/>
                </a:ext>
              </a:extLst>
            </p:cNvPr>
            <p:cNvSpPr/>
            <p:nvPr/>
          </p:nvSpPr>
          <p:spPr>
            <a:xfrm>
              <a:off x="284593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6">
              <a:extLst>
                <a:ext uri="{FF2B5EF4-FFF2-40B4-BE49-F238E27FC236}">
                  <a16:creationId xmlns:a16="http://schemas.microsoft.com/office/drawing/2014/main" id="{4D267960-BB21-7A05-A698-EC91570BBE93}"/>
                </a:ext>
              </a:extLst>
            </p:cNvPr>
            <p:cNvSpPr/>
            <p:nvPr/>
          </p:nvSpPr>
          <p:spPr>
            <a:xfrm>
              <a:off x="285538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7">
              <a:extLst>
                <a:ext uri="{FF2B5EF4-FFF2-40B4-BE49-F238E27FC236}">
                  <a16:creationId xmlns:a16="http://schemas.microsoft.com/office/drawing/2014/main" id="{7299F76C-09C7-E5DF-250D-E1030ED7C92A}"/>
                </a:ext>
              </a:extLst>
            </p:cNvPr>
            <p:cNvSpPr/>
            <p:nvPr/>
          </p:nvSpPr>
          <p:spPr>
            <a:xfrm>
              <a:off x="286482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8">
              <a:extLst>
                <a:ext uri="{FF2B5EF4-FFF2-40B4-BE49-F238E27FC236}">
                  <a16:creationId xmlns:a16="http://schemas.microsoft.com/office/drawing/2014/main" id="{68BE9C32-1E7F-ECF0-1756-2490DA531531}"/>
                </a:ext>
              </a:extLst>
            </p:cNvPr>
            <p:cNvSpPr/>
            <p:nvPr/>
          </p:nvSpPr>
          <p:spPr>
            <a:xfrm>
              <a:off x="287426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89">
              <a:extLst>
                <a:ext uri="{FF2B5EF4-FFF2-40B4-BE49-F238E27FC236}">
                  <a16:creationId xmlns:a16="http://schemas.microsoft.com/office/drawing/2014/main" id="{B2078C0D-C3F9-208F-EB98-B9451C37BE72}"/>
                </a:ext>
              </a:extLst>
            </p:cNvPr>
            <p:cNvSpPr/>
            <p:nvPr/>
          </p:nvSpPr>
          <p:spPr>
            <a:xfrm>
              <a:off x="288370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0">
              <a:extLst>
                <a:ext uri="{FF2B5EF4-FFF2-40B4-BE49-F238E27FC236}">
                  <a16:creationId xmlns:a16="http://schemas.microsoft.com/office/drawing/2014/main" id="{F5A64F6A-676D-5D1A-41CE-F75CF06FF784}"/>
                </a:ext>
              </a:extLst>
            </p:cNvPr>
            <p:cNvSpPr/>
            <p:nvPr/>
          </p:nvSpPr>
          <p:spPr>
            <a:xfrm>
              <a:off x="289314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1">
              <a:extLst>
                <a:ext uri="{FF2B5EF4-FFF2-40B4-BE49-F238E27FC236}">
                  <a16:creationId xmlns:a16="http://schemas.microsoft.com/office/drawing/2014/main" id="{3307C5C4-090B-F657-8F66-B9E2183D2C23}"/>
                </a:ext>
              </a:extLst>
            </p:cNvPr>
            <p:cNvSpPr/>
            <p:nvPr/>
          </p:nvSpPr>
          <p:spPr>
            <a:xfrm>
              <a:off x="290258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2">
              <a:extLst>
                <a:ext uri="{FF2B5EF4-FFF2-40B4-BE49-F238E27FC236}">
                  <a16:creationId xmlns:a16="http://schemas.microsoft.com/office/drawing/2014/main" id="{314F8266-D147-4B0A-67E4-F44CD9D23CD6}"/>
                </a:ext>
              </a:extLst>
            </p:cNvPr>
            <p:cNvSpPr/>
            <p:nvPr/>
          </p:nvSpPr>
          <p:spPr>
            <a:xfrm>
              <a:off x="291202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3">
              <a:extLst>
                <a:ext uri="{FF2B5EF4-FFF2-40B4-BE49-F238E27FC236}">
                  <a16:creationId xmlns:a16="http://schemas.microsoft.com/office/drawing/2014/main" id="{2B4AEF36-6B2B-ECC1-9A51-A70785A2FD00}"/>
                </a:ext>
              </a:extLst>
            </p:cNvPr>
            <p:cNvSpPr/>
            <p:nvPr/>
          </p:nvSpPr>
          <p:spPr>
            <a:xfrm>
              <a:off x="292146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4">
              <a:extLst>
                <a:ext uri="{FF2B5EF4-FFF2-40B4-BE49-F238E27FC236}">
                  <a16:creationId xmlns:a16="http://schemas.microsoft.com/office/drawing/2014/main" id="{591F1D3D-5BE6-3023-949F-2BA7B5DEF7DA}"/>
                </a:ext>
              </a:extLst>
            </p:cNvPr>
            <p:cNvSpPr/>
            <p:nvPr/>
          </p:nvSpPr>
          <p:spPr>
            <a:xfrm>
              <a:off x="293090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5">
              <a:extLst>
                <a:ext uri="{FF2B5EF4-FFF2-40B4-BE49-F238E27FC236}">
                  <a16:creationId xmlns:a16="http://schemas.microsoft.com/office/drawing/2014/main" id="{5D206EDE-15E1-6F3B-606A-470360EDFD87}"/>
                </a:ext>
              </a:extLst>
            </p:cNvPr>
            <p:cNvSpPr/>
            <p:nvPr/>
          </p:nvSpPr>
          <p:spPr>
            <a:xfrm>
              <a:off x="294034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6">
              <a:extLst>
                <a:ext uri="{FF2B5EF4-FFF2-40B4-BE49-F238E27FC236}">
                  <a16:creationId xmlns:a16="http://schemas.microsoft.com/office/drawing/2014/main" id="{400B0CB4-DC1A-BA75-7CD9-E10A10DE580B}"/>
                </a:ext>
              </a:extLst>
            </p:cNvPr>
            <p:cNvSpPr/>
            <p:nvPr/>
          </p:nvSpPr>
          <p:spPr>
            <a:xfrm>
              <a:off x="2949782" y="27651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7">
              <a:extLst>
                <a:ext uri="{FF2B5EF4-FFF2-40B4-BE49-F238E27FC236}">
                  <a16:creationId xmlns:a16="http://schemas.microsoft.com/office/drawing/2014/main" id="{FBD26713-380F-6E20-A622-FF8DB2828A23}"/>
                </a:ext>
              </a:extLst>
            </p:cNvPr>
            <p:cNvSpPr/>
            <p:nvPr/>
          </p:nvSpPr>
          <p:spPr>
            <a:xfrm>
              <a:off x="2959222" y="2747595"/>
              <a:ext cx="916023" cy="917211"/>
            </a:xfrm>
            <a:custGeom>
              <a:avLst/>
              <a:gdLst/>
              <a:ahLst/>
              <a:cxnLst/>
              <a:rect l="0" t="0" r="0" b="0"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8">
              <a:extLst>
                <a:ext uri="{FF2B5EF4-FFF2-40B4-BE49-F238E27FC236}">
                  <a16:creationId xmlns:a16="http://schemas.microsoft.com/office/drawing/2014/main" id="{24362561-B99F-89AB-632E-308376AACFDA}"/>
                </a:ext>
              </a:extLst>
            </p:cNvPr>
            <p:cNvSpPr/>
            <p:nvPr/>
          </p:nvSpPr>
          <p:spPr>
            <a:xfrm>
              <a:off x="2506091" y="2730025"/>
              <a:ext cx="914399" cy="916080"/>
            </a:xfrm>
            <a:custGeom>
              <a:avLst/>
              <a:gdLst/>
              <a:ahLst/>
              <a:cxnLst/>
              <a:rect l="0" t="0" r="0" b="0"/>
              <a:pathLst>
                <a:path w="914399" h="916080">
                  <a:moveTo>
                    <a:pt x="914399" y="914400"/>
                  </a:moveTo>
                  <a:lnTo>
                    <a:pt x="914399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299">
              <a:extLst>
                <a:ext uri="{FF2B5EF4-FFF2-40B4-BE49-F238E27FC236}">
                  <a16:creationId xmlns:a16="http://schemas.microsoft.com/office/drawing/2014/main" id="{1D641BFE-8D62-BBCB-A744-1DDA53112D39}"/>
                </a:ext>
              </a:extLst>
            </p:cNvPr>
            <p:cNvSpPr/>
            <p:nvPr/>
          </p:nvSpPr>
          <p:spPr>
            <a:xfrm>
              <a:off x="250609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399" y="91608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0">
              <a:extLst>
                <a:ext uri="{FF2B5EF4-FFF2-40B4-BE49-F238E27FC236}">
                  <a16:creationId xmlns:a16="http://schemas.microsoft.com/office/drawing/2014/main" id="{35216902-FE94-92AA-54D4-1DD65DB38734}"/>
                </a:ext>
              </a:extLst>
            </p:cNvPr>
            <p:cNvSpPr/>
            <p:nvPr/>
          </p:nvSpPr>
          <p:spPr>
            <a:xfrm>
              <a:off x="251553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1">
              <a:extLst>
                <a:ext uri="{FF2B5EF4-FFF2-40B4-BE49-F238E27FC236}">
                  <a16:creationId xmlns:a16="http://schemas.microsoft.com/office/drawing/2014/main" id="{5B2BF6C0-DD4E-F0B9-EB76-8D98251EDE20}"/>
                </a:ext>
              </a:extLst>
            </p:cNvPr>
            <p:cNvSpPr/>
            <p:nvPr/>
          </p:nvSpPr>
          <p:spPr>
            <a:xfrm>
              <a:off x="252497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2">
              <a:extLst>
                <a:ext uri="{FF2B5EF4-FFF2-40B4-BE49-F238E27FC236}">
                  <a16:creationId xmlns:a16="http://schemas.microsoft.com/office/drawing/2014/main" id="{56D3D8AF-A93C-AFB3-9FAF-508CD832A41E}"/>
                </a:ext>
              </a:extLst>
            </p:cNvPr>
            <p:cNvSpPr/>
            <p:nvPr/>
          </p:nvSpPr>
          <p:spPr>
            <a:xfrm>
              <a:off x="253441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3">
              <a:extLst>
                <a:ext uri="{FF2B5EF4-FFF2-40B4-BE49-F238E27FC236}">
                  <a16:creationId xmlns:a16="http://schemas.microsoft.com/office/drawing/2014/main" id="{E5C07C02-56DE-54EB-D352-D3088020EF4B}"/>
                </a:ext>
              </a:extLst>
            </p:cNvPr>
            <p:cNvSpPr/>
            <p:nvPr/>
          </p:nvSpPr>
          <p:spPr>
            <a:xfrm>
              <a:off x="254385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4">
              <a:extLst>
                <a:ext uri="{FF2B5EF4-FFF2-40B4-BE49-F238E27FC236}">
                  <a16:creationId xmlns:a16="http://schemas.microsoft.com/office/drawing/2014/main" id="{AF011857-36D3-BB7A-8ACE-DCA00863DA7C}"/>
                </a:ext>
              </a:extLst>
            </p:cNvPr>
            <p:cNvSpPr/>
            <p:nvPr/>
          </p:nvSpPr>
          <p:spPr>
            <a:xfrm>
              <a:off x="255329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5">
              <a:extLst>
                <a:ext uri="{FF2B5EF4-FFF2-40B4-BE49-F238E27FC236}">
                  <a16:creationId xmlns:a16="http://schemas.microsoft.com/office/drawing/2014/main" id="{73AC1434-13C1-0DDD-1906-71FF972AD17C}"/>
                </a:ext>
              </a:extLst>
            </p:cNvPr>
            <p:cNvSpPr/>
            <p:nvPr/>
          </p:nvSpPr>
          <p:spPr>
            <a:xfrm>
              <a:off x="256273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6">
              <a:extLst>
                <a:ext uri="{FF2B5EF4-FFF2-40B4-BE49-F238E27FC236}">
                  <a16:creationId xmlns:a16="http://schemas.microsoft.com/office/drawing/2014/main" id="{B70FB745-5654-45EE-FB04-DEEA67382541}"/>
                </a:ext>
              </a:extLst>
            </p:cNvPr>
            <p:cNvSpPr/>
            <p:nvPr/>
          </p:nvSpPr>
          <p:spPr>
            <a:xfrm>
              <a:off x="257217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7">
              <a:extLst>
                <a:ext uri="{FF2B5EF4-FFF2-40B4-BE49-F238E27FC236}">
                  <a16:creationId xmlns:a16="http://schemas.microsoft.com/office/drawing/2014/main" id="{664772F5-DADA-042B-4D7C-1E60B1C08E72}"/>
                </a:ext>
              </a:extLst>
            </p:cNvPr>
            <p:cNvSpPr/>
            <p:nvPr/>
          </p:nvSpPr>
          <p:spPr>
            <a:xfrm>
              <a:off x="258161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8">
              <a:extLst>
                <a:ext uri="{FF2B5EF4-FFF2-40B4-BE49-F238E27FC236}">
                  <a16:creationId xmlns:a16="http://schemas.microsoft.com/office/drawing/2014/main" id="{8CE055A5-F6E6-E5F8-9FD9-0CB1C3192475}"/>
                </a:ext>
              </a:extLst>
            </p:cNvPr>
            <p:cNvSpPr/>
            <p:nvPr/>
          </p:nvSpPr>
          <p:spPr>
            <a:xfrm>
              <a:off x="259105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09">
              <a:extLst>
                <a:ext uri="{FF2B5EF4-FFF2-40B4-BE49-F238E27FC236}">
                  <a16:creationId xmlns:a16="http://schemas.microsoft.com/office/drawing/2014/main" id="{E00012D7-B96B-8C6A-575B-74BA48B46288}"/>
                </a:ext>
              </a:extLst>
            </p:cNvPr>
            <p:cNvSpPr/>
            <p:nvPr/>
          </p:nvSpPr>
          <p:spPr>
            <a:xfrm>
              <a:off x="260049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0">
              <a:extLst>
                <a:ext uri="{FF2B5EF4-FFF2-40B4-BE49-F238E27FC236}">
                  <a16:creationId xmlns:a16="http://schemas.microsoft.com/office/drawing/2014/main" id="{FA853F7E-EBBA-B47B-BFBE-42BEDB0BDB22}"/>
                </a:ext>
              </a:extLst>
            </p:cNvPr>
            <p:cNvSpPr/>
            <p:nvPr/>
          </p:nvSpPr>
          <p:spPr>
            <a:xfrm>
              <a:off x="260993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1">
              <a:extLst>
                <a:ext uri="{FF2B5EF4-FFF2-40B4-BE49-F238E27FC236}">
                  <a16:creationId xmlns:a16="http://schemas.microsoft.com/office/drawing/2014/main" id="{6DE7685E-07DC-1F8D-499A-AEA54F7918A0}"/>
                </a:ext>
              </a:extLst>
            </p:cNvPr>
            <p:cNvSpPr/>
            <p:nvPr/>
          </p:nvSpPr>
          <p:spPr>
            <a:xfrm>
              <a:off x="261937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2">
              <a:extLst>
                <a:ext uri="{FF2B5EF4-FFF2-40B4-BE49-F238E27FC236}">
                  <a16:creationId xmlns:a16="http://schemas.microsoft.com/office/drawing/2014/main" id="{F4605506-3629-ACC7-4137-062F5058FEB4}"/>
                </a:ext>
              </a:extLst>
            </p:cNvPr>
            <p:cNvSpPr/>
            <p:nvPr/>
          </p:nvSpPr>
          <p:spPr>
            <a:xfrm>
              <a:off x="262881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3">
              <a:extLst>
                <a:ext uri="{FF2B5EF4-FFF2-40B4-BE49-F238E27FC236}">
                  <a16:creationId xmlns:a16="http://schemas.microsoft.com/office/drawing/2014/main" id="{8D924F8A-7BF6-956F-B950-1B38ECD25CAA}"/>
                </a:ext>
              </a:extLst>
            </p:cNvPr>
            <p:cNvSpPr/>
            <p:nvPr/>
          </p:nvSpPr>
          <p:spPr>
            <a:xfrm>
              <a:off x="263825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4">
              <a:extLst>
                <a:ext uri="{FF2B5EF4-FFF2-40B4-BE49-F238E27FC236}">
                  <a16:creationId xmlns:a16="http://schemas.microsoft.com/office/drawing/2014/main" id="{9C592F5F-F0E8-0937-5986-86653053C86E}"/>
                </a:ext>
              </a:extLst>
            </p:cNvPr>
            <p:cNvSpPr/>
            <p:nvPr/>
          </p:nvSpPr>
          <p:spPr>
            <a:xfrm>
              <a:off x="264769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5">
              <a:extLst>
                <a:ext uri="{FF2B5EF4-FFF2-40B4-BE49-F238E27FC236}">
                  <a16:creationId xmlns:a16="http://schemas.microsoft.com/office/drawing/2014/main" id="{DAE3C4D2-1483-CE2F-1238-9F338CC6CCCD}"/>
                </a:ext>
              </a:extLst>
            </p:cNvPr>
            <p:cNvSpPr/>
            <p:nvPr/>
          </p:nvSpPr>
          <p:spPr>
            <a:xfrm>
              <a:off x="265713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6">
              <a:extLst>
                <a:ext uri="{FF2B5EF4-FFF2-40B4-BE49-F238E27FC236}">
                  <a16:creationId xmlns:a16="http://schemas.microsoft.com/office/drawing/2014/main" id="{91EE2320-91DE-1312-AEC1-E5551CC3DC2F}"/>
                </a:ext>
              </a:extLst>
            </p:cNvPr>
            <p:cNvSpPr/>
            <p:nvPr/>
          </p:nvSpPr>
          <p:spPr>
            <a:xfrm>
              <a:off x="266657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7">
              <a:extLst>
                <a:ext uri="{FF2B5EF4-FFF2-40B4-BE49-F238E27FC236}">
                  <a16:creationId xmlns:a16="http://schemas.microsoft.com/office/drawing/2014/main" id="{8B2EB32C-DF9B-7EC9-254E-81A3848B32B4}"/>
                </a:ext>
              </a:extLst>
            </p:cNvPr>
            <p:cNvSpPr/>
            <p:nvPr/>
          </p:nvSpPr>
          <p:spPr>
            <a:xfrm>
              <a:off x="267601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8">
              <a:extLst>
                <a:ext uri="{FF2B5EF4-FFF2-40B4-BE49-F238E27FC236}">
                  <a16:creationId xmlns:a16="http://schemas.microsoft.com/office/drawing/2014/main" id="{E462BD75-F5F2-437D-DA78-74C1CE857A6C}"/>
                </a:ext>
              </a:extLst>
            </p:cNvPr>
            <p:cNvSpPr/>
            <p:nvPr/>
          </p:nvSpPr>
          <p:spPr>
            <a:xfrm>
              <a:off x="268545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19">
              <a:extLst>
                <a:ext uri="{FF2B5EF4-FFF2-40B4-BE49-F238E27FC236}">
                  <a16:creationId xmlns:a16="http://schemas.microsoft.com/office/drawing/2014/main" id="{90586646-8FC7-3DE6-96A9-88BFB22B04EF}"/>
                </a:ext>
              </a:extLst>
            </p:cNvPr>
            <p:cNvSpPr/>
            <p:nvPr/>
          </p:nvSpPr>
          <p:spPr>
            <a:xfrm>
              <a:off x="269489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0">
              <a:extLst>
                <a:ext uri="{FF2B5EF4-FFF2-40B4-BE49-F238E27FC236}">
                  <a16:creationId xmlns:a16="http://schemas.microsoft.com/office/drawing/2014/main" id="{5496B69D-CE7E-ABBF-FDF0-A00DB8366D0E}"/>
                </a:ext>
              </a:extLst>
            </p:cNvPr>
            <p:cNvSpPr/>
            <p:nvPr/>
          </p:nvSpPr>
          <p:spPr>
            <a:xfrm>
              <a:off x="270433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1">
              <a:extLst>
                <a:ext uri="{FF2B5EF4-FFF2-40B4-BE49-F238E27FC236}">
                  <a16:creationId xmlns:a16="http://schemas.microsoft.com/office/drawing/2014/main" id="{74EC9274-3E24-0B26-747F-E3C7B4B93A83}"/>
                </a:ext>
              </a:extLst>
            </p:cNvPr>
            <p:cNvSpPr/>
            <p:nvPr/>
          </p:nvSpPr>
          <p:spPr>
            <a:xfrm>
              <a:off x="271377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2">
              <a:extLst>
                <a:ext uri="{FF2B5EF4-FFF2-40B4-BE49-F238E27FC236}">
                  <a16:creationId xmlns:a16="http://schemas.microsoft.com/office/drawing/2014/main" id="{50D0CA79-F3F2-C728-83C5-0701308E7651}"/>
                </a:ext>
              </a:extLst>
            </p:cNvPr>
            <p:cNvSpPr/>
            <p:nvPr/>
          </p:nvSpPr>
          <p:spPr>
            <a:xfrm>
              <a:off x="272321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3">
              <a:extLst>
                <a:ext uri="{FF2B5EF4-FFF2-40B4-BE49-F238E27FC236}">
                  <a16:creationId xmlns:a16="http://schemas.microsoft.com/office/drawing/2014/main" id="{A7E3F401-40B5-611D-1350-8B6C913CD324}"/>
                </a:ext>
              </a:extLst>
            </p:cNvPr>
            <p:cNvSpPr/>
            <p:nvPr/>
          </p:nvSpPr>
          <p:spPr>
            <a:xfrm>
              <a:off x="273265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4">
              <a:extLst>
                <a:ext uri="{FF2B5EF4-FFF2-40B4-BE49-F238E27FC236}">
                  <a16:creationId xmlns:a16="http://schemas.microsoft.com/office/drawing/2014/main" id="{3D12389A-D105-7D9C-C352-0967D9720D16}"/>
                </a:ext>
              </a:extLst>
            </p:cNvPr>
            <p:cNvSpPr/>
            <p:nvPr/>
          </p:nvSpPr>
          <p:spPr>
            <a:xfrm>
              <a:off x="274209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5">
              <a:extLst>
                <a:ext uri="{FF2B5EF4-FFF2-40B4-BE49-F238E27FC236}">
                  <a16:creationId xmlns:a16="http://schemas.microsoft.com/office/drawing/2014/main" id="{6C046FC7-8F92-9C75-C83C-CAD0439A619F}"/>
                </a:ext>
              </a:extLst>
            </p:cNvPr>
            <p:cNvSpPr/>
            <p:nvPr/>
          </p:nvSpPr>
          <p:spPr>
            <a:xfrm>
              <a:off x="275153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6">
              <a:extLst>
                <a:ext uri="{FF2B5EF4-FFF2-40B4-BE49-F238E27FC236}">
                  <a16:creationId xmlns:a16="http://schemas.microsoft.com/office/drawing/2014/main" id="{E5E7E6F8-30F1-736F-B287-8B0A7F862818}"/>
                </a:ext>
              </a:extLst>
            </p:cNvPr>
            <p:cNvSpPr/>
            <p:nvPr/>
          </p:nvSpPr>
          <p:spPr>
            <a:xfrm>
              <a:off x="276097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7">
              <a:extLst>
                <a:ext uri="{FF2B5EF4-FFF2-40B4-BE49-F238E27FC236}">
                  <a16:creationId xmlns:a16="http://schemas.microsoft.com/office/drawing/2014/main" id="{2B8CE19B-E9CC-06D7-7095-A3B5567A0594}"/>
                </a:ext>
              </a:extLst>
            </p:cNvPr>
            <p:cNvSpPr/>
            <p:nvPr/>
          </p:nvSpPr>
          <p:spPr>
            <a:xfrm>
              <a:off x="277041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8">
              <a:extLst>
                <a:ext uri="{FF2B5EF4-FFF2-40B4-BE49-F238E27FC236}">
                  <a16:creationId xmlns:a16="http://schemas.microsoft.com/office/drawing/2014/main" id="{580D641C-433A-C4F7-CE7E-CCDBE4294EF0}"/>
                </a:ext>
              </a:extLst>
            </p:cNvPr>
            <p:cNvSpPr/>
            <p:nvPr/>
          </p:nvSpPr>
          <p:spPr>
            <a:xfrm>
              <a:off x="277985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29">
              <a:extLst>
                <a:ext uri="{FF2B5EF4-FFF2-40B4-BE49-F238E27FC236}">
                  <a16:creationId xmlns:a16="http://schemas.microsoft.com/office/drawing/2014/main" id="{92D235EE-3984-98C2-A164-4565729E1250}"/>
                </a:ext>
              </a:extLst>
            </p:cNvPr>
            <p:cNvSpPr/>
            <p:nvPr/>
          </p:nvSpPr>
          <p:spPr>
            <a:xfrm>
              <a:off x="278929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0">
              <a:extLst>
                <a:ext uri="{FF2B5EF4-FFF2-40B4-BE49-F238E27FC236}">
                  <a16:creationId xmlns:a16="http://schemas.microsoft.com/office/drawing/2014/main" id="{A4A72B3E-4884-6239-A6AF-0471503AF582}"/>
                </a:ext>
              </a:extLst>
            </p:cNvPr>
            <p:cNvSpPr/>
            <p:nvPr/>
          </p:nvSpPr>
          <p:spPr>
            <a:xfrm>
              <a:off x="279873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1">
              <a:extLst>
                <a:ext uri="{FF2B5EF4-FFF2-40B4-BE49-F238E27FC236}">
                  <a16:creationId xmlns:a16="http://schemas.microsoft.com/office/drawing/2014/main" id="{0C021652-2A1A-76E8-6118-E75DFAC3EDDA}"/>
                </a:ext>
              </a:extLst>
            </p:cNvPr>
            <p:cNvSpPr/>
            <p:nvPr/>
          </p:nvSpPr>
          <p:spPr>
            <a:xfrm>
              <a:off x="280817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2">
              <a:extLst>
                <a:ext uri="{FF2B5EF4-FFF2-40B4-BE49-F238E27FC236}">
                  <a16:creationId xmlns:a16="http://schemas.microsoft.com/office/drawing/2014/main" id="{A99B9714-C95C-A2F6-DBC9-A9E77E70791E}"/>
                </a:ext>
              </a:extLst>
            </p:cNvPr>
            <p:cNvSpPr/>
            <p:nvPr/>
          </p:nvSpPr>
          <p:spPr>
            <a:xfrm>
              <a:off x="281761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3">
              <a:extLst>
                <a:ext uri="{FF2B5EF4-FFF2-40B4-BE49-F238E27FC236}">
                  <a16:creationId xmlns:a16="http://schemas.microsoft.com/office/drawing/2014/main" id="{C67BA668-4693-CDA4-38BB-8D3208DC04C6}"/>
                </a:ext>
              </a:extLst>
            </p:cNvPr>
            <p:cNvSpPr/>
            <p:nvPr/>
          </p:nvSpPr>
          <p:spPr>
            <a:xfrm>
              <a:off x="282705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4">
              <a:extLst>
                <a:ext uri="{FF2B5EF4-FFF2-40B4-BE49-F238E27FC236}">
                  <a16:creationId xmlns:a16="http://schemas.microsoft.com/office/drawing/2014/main" id="{0D2CC77C-1CC5-5BDF-1511-2B1FBB96FE22}"/>
                </a:ext>
              </a:extLst>
            </p:cNvPr>
            <p:cNvSpPr/>
            <p:nvPr/>
          </p:nvSpPr>
          <p:spPr>
            <a:xfrm>
              <a:off x="283649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5">
              <a:extLst>
                <a:ext uri="{FF2B5EF4-FFF2-40B4-BE49-F238E27FC236}">
                  <a16:creationId xmlns:a16="http://schemas.microsoft.com/office/drawing/2014/main" id="{B726991D-5E52-C9C4-886C-38E8C9C63DDB}"/>
                </a:ext>
              </a:extLst>
            </p:cNvPr>
            <p:cNvSpPr/>
            <p:nvPr/>
          </p:nvSpPr>
          <p:spPr>
            <a:xfrm>
              <a:off x="284593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6">
              <a:extLst>
                <a:ext uri="{FF2B5EF4-FFF2-40B4-BE49-F238E27FC236}">
                  <a16:creationId xmlns:a16="http://schemas.microsoft.com/office/drawing/2014/main" id="{5762F79D-0EBA-067B-E706-F97FDD931737}"/>
                </a:ext>
              </a:extLst>
            </p:cNvPr>
            <p:cNvSpPr/>
            <p:nvPr/>
          </p:nvSpPr>
          <p:spPr>
            <a:xfrm>
              <a:off x="285538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7">
              <a:extLst>
                <a:ext uri="{FF2B5EF4-FFF2-40B4-BE49-F238E27FC236}">
                  <a16:creationId xmlns:a16="http://schemas.microsoft.com/office/drawing/2014/main" id="{21730E3D-2096-5A02-4E24-7001648F820B}"/>
                </a:ext>
              </a:extLst>
            </p:cNvPr>
            <p:cNvSpPr/>
            <p:nvPr/>
          </p:nvSpPr>
          <p:spPr>
            <a:xfrm>
              <a:off x="286482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8">
              <a:extLst>
                <a:ext uri="{FF2B5EF4-FFF2-40B4-BE49-F238E27FC236}">
                  <a16:creationId xmlns:a16="http://schemas.microsoft.com/office/drawing/2014/main" id="{E85EDC41-631D-E2CF-BFF9-3DFEDDAB33AE}"/>
                </a:ext>
              </a:extLst>
            </p:cNvPr>
            <p:cNvSpPr/>
            <p:nvPr/>
          </p:nvSpPr>
          <p:spPr>
            <a:xfrm>
              <a:off x="287426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39">
              <a:extLst>
                <a:ext uri="{FF2B5EF4-FFF2-40B4-BE49-F238E27FC236}">
                  <a16:creationId xmlns:a16="http://schemas.microsoft.com/office/drawing/2014/main" id="{9DD7598A-B805-3412-6C20-E9624BDCDF3E}"/>
                </a:ext>
              </a:extLst>
            </p:cNvPr>
            <p:cNvSpPr/>
            <p:nvPr/>
          </p:nvSpPr>
          <p:spPr>
            <a:xfrm>
              <a:off x="288370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0">
              <a:extLst>
                <a:ext uri="{FF2B5EF4-FFF2-40B4-BE49-F238E27FC236}">
                  <a16:creationId xmlns:a16="http://schemas.microsoft.com/office/drawing/2014/main" id="{28FB97C0-4435-AB82-3441-2F2730D7EE43}"/>
                </a:ext>
              </a:extLst>
            </p:cNvPr>
            <p:cNvSpPr/>
            <p:nvPr/>
          </p:nvSpPr>
          <p:spPr>
            <a:xfrm>
              <a:off x="289314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1">
              <a:extLst>
                <a:ext uri="{FF2B5EF4-FFF2-40B4-BE49-F238E27FC236}">
                  <a16:creationId xmlns:a16="http://schemas.microsoft.com/office/drawing/2014/main" id="{DBFB5228-3F26-D17B-799A-39E4E095F529}"/>
                </a:ext>
              </a:extLst>
            </p:cNvPr>
            <p:cNvSpPr/>
            <p:nvPr/>
          </p:nvSpPr>
          <p:spPr>
            <a:xfrm>
              <a:off x="290258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2">
              <a:extLst>
                <a:ext uri="{FF2B5EF4-FFF2-40B4-BE49-F238E27FC236}">
                  <a16:creationId xmlns:a16="http://schemas.microsoft.com/office/drawing/2014/main" id="{4933F960-098D-62EA-674D-0665A202BB97}"/>
                </a:ext>
              </a:extLst>
            </p:cNvPr>
            <p:cNvSpPr/>
            <p:nvPr/>
          </p:nvSpPr>
          <p:spPr>
            <a:xfrm>
              <a:off x="291202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3">
              <a:extLst>
                <a:ext uri="{FF2B5EF4-FFF2-40B4-BE49-F238E27FC236}">
                  <a16:creationId xmlns:a16="http://schemas.microsoft.com/office/drawing/2014/main" id="{AC353A69-D3C8-FDAE-CA65-7E9180D616F7}"/>
                </a:ext>
              </a:extLst>
            </p:cNvPr>
            <p:cNvSpPr/>
            <p:nvPr/>
          </p:nvSpPr>
          <p:spPr>
            <a:xfrm>
              <a:off x="292146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4">
              <a:extLst>
                <a:ext uri="{FF2B5EF4-FFF2-40B4-BE49-F238E27FC236}">
                  <a16:creationId xmlns:a16="http://schemas.microsoft.com/office/drawing/2014/main" id="{F6B592BD-5B51-8BD2-9C8B-88D2B5C1649E}"/>
                </a:ext>
              </a:extLst>
            </p:cNvPr>
            <p:cNvSpPr/>
            <p:nvPr/>
          </p:nvSpPr>
          <p:spPr>
            <a:xfrm>
              <a:off x="293090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5">
              <a:extLst>
                <a:ext uri="{FF2B5EF4-FFF2-40B4-BE49-F238E27FC236}">
                  <a16:creationId xmlns:a16="http://schemas.microsoft.com/office/drawing/2014/main" id="{2B3750AD-AD50-2F1F-EE8F-76CE6563A023}"/>
                </a:ext>
              </a:extLst>
            </p:cNvPr>
            <p:cNvSpPr/>
            <p:nvPr/>
          </p:nvSpPr>
          <p:spPr>
            <a:xfrm>
              <a:off x="294034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6">
              <a:extLst>
                <a:ext uri="{FF2B5EF4-FFF2-40B4-BE49-F238E27FC236}">
                  <a16:creationId xmlns:a16="http://schemas.microsoft.com/office/drawing/2014/main" id="{65054D01-E730-111D-A59E-2FDB8CFC50ED}"/>
                </a:ext>
              </a:extLst>
            </p:cNvPr>
            <p:cNvSpPr/>
            <p:nvPr/>
          </p:nvSpPr>
          <p:spPr>
            <a:xfrm>
              <a:off x="294978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7">
              <a:extLst>
                <a:ext uri="{FF2B5EF4-FFF2-40B4-BE49-F238E27FC236}">
                  <a16:creationId xmlns:a16="http://schemas.microsoft.com/office/drawing/2014/main" id="{70276BC4-1644-DB52-616A-C381FC3C1440}"/>
                </a:ext>
              </a:extLst>
            </p:cNvPr>
            <p:cNvSpPr/>
            <p:nvPr/>
          </p:nvSpPr>
          <p:spPr>
            <a:xfrm>
              <a:off x="2959222" y="274759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8">
              <a:extLst>
                <a:ext uri="{FF2B5EF4-FFF2-40B4-BE49-F238E27FC236}">
                  <a16:creationId xmlns:a16="http://schemas.microsoft.com/office/drawing/2014/main" id="{0442FBD4-5C0D-F9B7-EDCE-1D497F451DC9}"/>
                </a:ext>
              </a:extLst>
            </p:cNvPr>
            <p:cNvSpPr/>
            <p:nvPr/>
          </p:nvSpPr>
          <p:spPr>
            <a:xfrm>
              <a:off x="2968662" y="2730025"/>
              <a:ext cx="915274" cy="916425"/>
            </a:xfrm>
            <a:custGeom>
              <a:avLst/>
              <a:gdLst/>
              <a:ahLst/>
              <a:cxnLst/>
              <a:rect l="0" t="0" r="0" b="0"/>
              <a:pathLst>
                <a:path w="915274" h="916425">
                  <a:moveTo>
                    <a:pt x="914400" y="914400"/>
                  </a:moveTo>
                  <a:lnTo>
                    <a:pt x="915274" y="914400"/>
                  </a:lnTo>
                  <a:lnTo>
                    <a:pt x="914400" y="916425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49">
              <a:extLst>
                <a:ext uri="{FF2B5EF4-FFF2-40B4-BE49-F238E27FC236}">
                  <a16:creationId xmlns:a16="http://schemas.microsoft.com/office/drawing/2014/main" id="{C67EE253-7BC2-0C78-D46F-9A186B7F5D62}"/>
                </a:ext>
              </a:extLst>
            </p:cNvPr>
            <p:cNvSpPr/>
            <p:nvPr/>
          </p:nvSpPr>
          <p:spPr>
            <a:xfrm>
              <a:off x="2506091" y="271245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0">
              <a:extLst>
                <a:ext uri="{FF2B5EF4-FFF2-40B4-BE49-F238E27FC236}">
                  <a16:creationId xmlns:a16="http://schemas.microsoft.com/office/drawing/2014/main" id="{1F1BAE79-EA43-537A-7264-CF5A98BBE6A8}"/>
                </a:ext>
              </a:extLst>
            </p:cNvPr>
            <p:cNvSpPr/>
            <p:nvPr/>
          </p:nvSpPr>
          <p:spPr>
            <a:xfrm>
              <a:off x="250609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1">
              <a:extLst>
                <a:ext uri="{FF2B5EF4-FFF2-40B4-BE49-F238E27FC236}">
                  <a16:creationId xmlns:a16="http://schemas.microsoft.com/office/drawing/2014/main" id="{26B833E8-87C9-34AB-525C-AB1E93B00DF1}"/>
                </a:ext>
              </a:extLst>
            </p:cNvPr>
            <p:cNvSpPr/>
            <p:nvPr/>
          </p:nvSpPr>
          <p:spPr>
            <a:xfrm>
              <a:off x="251553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2">
              <a:extLst>
                <a:ext uri="{FF2B5EF4-FFF2-40B4-BE49-F238E27FC236}">
                  <a16:creationId xmlns:a16="http://schemas.microsoft.com/office/drawing/2014/main" id="{FD61808F-0CA8-A084-0D2F-988E703D6AE9}"/>
                </a:ext>
              </a:extLst>
            </p:cNvPr>
            <p:cNvSpPr/>
            <p:nvPr/>
          </p:nvSpPr>
          <p:spPr>
            <a:xfrm>
              <a:off x="252497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3">
              <a:extLst>
                <a:ext uri="{FF2B5EF4-FFF2-40B4-BE49-F238E27FC236}">
                  <a16:creationId xmlns:a16="http://schemas.microsoft.com/office/drawing/2014/main" id="{65BDD1F9-C389-7CD9-E6A6-70AA29E391DC}"/>
                </a:ext>
              </a:extLst>
            </p:cNvPr>
            <p:cNvSpPr/>
            <p:nvPr/>
          </p:nvSpPr>
          <p:spPr>
            <a:xfrm>
              <a:off x="253441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4">
              <a:extLst>
                <a:ext uri="{FF2B5EF4-FFF2-40B4-BE49-F238E27FC236}">
                  <a16:creationId xmlns:a16="http://schemas.microsoft.com/office/drawing/2014/main" id="{1AFFA485-0550-85DA-0040-843B9C19390C}"/>
                </a:ext>
              </a:extLst>
            </p:cNvPr>
            <p:cNvSpPr/>
            <p:nvPr/>
          </p:nvSpPr>
          <p:spPr>
            <a:xfrm>
              <a:off x="254385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5">
              <a:extLst>
                <a:ext uri="{FF2B5EF4-FFF2-40B4-BE49-F238E27FC236}">
                  <a16:creationId xmlns:a16="http://schemas.microsoft.com/office/drawing/2014/main" id="{31CA77A7-5C21-6453-5313-B5F73F24BE30}"/>
                </a:ext>
              </a:extLst>
            </p:cNvPr>
            <p:cNvSpPr/>
            <p:nvPr/>
          </p:nvSpPr>
          <p:spPr>
            <a:xfrm>
              <a:off x="255329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6">
              <a:extLst>
                <a:ext uri="{FF2B5EF4-FFF2-40B4-BE49-F238E27FC236}">
                  <a16:creationId xmlns:a16="http://schemas.microsoft.com/office/drawing/2014/main" id="{DEB30EA1-897B-95F3-0121-EA1D5C70B463}"/>
                </a:ext>
              </a:extLst>
            </p:cNvPr>
            <p:cNvSpPr/>
            <p:nvPr/>
          </p:nvSpPr>
          <p:spPr>
            <a:xfrm>
              <a:off x="256273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7">
              <a:extLst>
                <a:ext uri="{FF2B5EF4-FFF2-40B4-BE49-F238E27FC236}">
                  <a16:creationId xmlns:a16="http://schemas.microsoft.com/office/drawing/2014/main" id="{5E5C2C2A-7827-259F-FC63-86D3DEAB8F87}"/>
                </a:ext>
              </a:extLst>
            </p:cNvPr>
            <p:cNvSpPr/>
            <p:nvPr/>
          </p:nvSpPr>
          <p:spPr>
            <a:xfrm>
              <a:off x="257217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8">
              <a:extLst>
                <a:ext uri="{FF2B5EF4-FFF2-40B4-BE49-F238E27FC236}">
                  <a16:creationId xmlns:a16="http://schemas.microsoft.com/office/drawing/2014/main" id="{3E0877EB-2DC0-C0C8-7C79-B139720CE93F}"/>
                </a:ext>
              </a:extLst>
            </p:cNvPr>
            <p:cNvSpPr/>
            <p:nvPr/>
          </p:nvSpPr>
          <p:spPr>
            <a:xfrm>
              <a:off x="258161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59">
              <a:extLst>
                <a:ext uri="{FF2B5EF4-FFF2-40B4-BE49-F238E27FC236}">
                  <a16:creationId xmlns:a16="http://schemas.microsoft.com/office/drawing/2014/main" id="{EF906DC8-8BC0-EB89-A3C2-3288F19005BC}"/>
                </a:ext>
              </a:extLst>
            </p:cNvPr>
            <p:cNvSpPr/>
            <p:nvPr/>
          </p:nvSpPr>
          <p:spPr>
            <a:xfrm>
              <a:off x="259105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0">
              <a:extLst>
                <a:ext uri="{FF2B5EF4-FFF2-40B4-BE49-F238E27FC236}">
                  <a16:creationId xmlns:a16="http://schemas.microsoft.com/office/drawing/2014/main" id="{600E2604-4959-D0AF-C281-558BD27BF61D}"/>
                </a:ext>
              </a:extLst>
            </p:cNvPr>
            <p:cNvSpPr/>
            <p:nvPr/>
          </p:nvSpPr>
          <p:spPr>
            <a:xfrm>
              <a:off x="260049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1">
              <a:extLst>
                <a:ext uri="{FF2B5EF4-FFF2-40B4-BE49-F238E27FC236}">
                  <a16:creationId xmlns:a16="http://schemas.microsoft.com/office/drawing/2014/main" id="{10B52F07-752E-F616-09A4-84D2A422DB8E}"/>
                </a:ext>
              </a:extLst>
            </p:cNvPr>
            <p:cNvSpPr/>
            <p:nvPr/>
          </p:nvSpPr>
          <p:spPr>
            <a:xfrm>
              <a:off x="260993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2">
              <a:extLst>
                <a:ext uri="{FF2B5EF4-FFF2-40B4-BE49-F238E27FC236}">
                  <a16:creationId xmlns:a16="http://schemas.microsoft.com/office/drawing/2014/main" id="{B7F41734-D27E-0A5E-FBBF-2C2FE5BADAA5}"/>
                </a:ext>
              </a:extLst>
            </p:cNvPr>
            <p:cNvSpPr/>
            <p:nvPr/>
          </p:nvSpPr>
          <p:spPr>
            <a:xfrm>
              <a:off x="261937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3">
              <a:extLst>
                <a:ext uri="{FF2B5EF4-FFF2-40B4-BE49-F238E27FC236}">
                  <a16:creationId xmlns:a16="http://schemas.microsoft.com/office/drawing/2014/main" id="{ECA64851-072D-9192-9950-4DB347EE1E69}"/>
                </a:ext>
              </a:extLst>
            </p:cNvPr>
            <p:cNvSpPr/>
            <p:nvPr/>
          </p:nvSpPr>
          <p:spPr>
            <a:xfrm>
              <a:off x="262881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4">
              <a:extLst>
                <a:ext uri="{FF2B5EF4-FFF2-40B4-BE49-F238E27FC236}">
                  <a16:creationId xmlns:a16="http://schemas.microsoft.com/office/drawing/2014/main" id="{A7E6080C-330C-9EE1-D9C9-E28BA16FEFDA}"/>
                </a:ext>
              </a:extLst>
            </p:cNvPr>
            <p:cNvSpPr/>
            <p:nvPr/>
          </p:nvSpPr>
          <p:spPr>
            <a:xfrm>
              <a:off x="263825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5">
              <a:extLst>
                <a:ext uri="{FF2B5EF4-FFF2-40B4-BE49-F238E27FC236}">
                  <a16:creationId xmlns:a16="http://schemas.microsoft.com/office/drawing/2014/main" id="{7E5DDBE2-0415-F44B-0441-2F00FA6003F5}"/>
                </a:ext>
              </a:extLst>
            </p:cNvPr>
            <p:cNvSpPr/>
            <p:nvPr/>
          </p:nvSpPr>
          <p:spPr>
            <a:xfrm>
              <a:off x="264769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6">
              <a:extLst>
                <a:ext uri="{FF2B5EF4-FFF2-40B4-BE49-F238E27FC236}">
                  <a16:creationId xmlns:a16="http://schemas.microsoft.com/office/drawing/2014/main" id="{F482651A-80E2-7713-42C9-028DA1BE3D02}"/>
                </a:ext>
              </a:extLst>
            </p:cNvPr>
            <p:cNvSpPr/>
            <p:nvPr/>
          </p:nvSpPr>
          <p:spPr>
            <a:xfrm>
              <a:off x="265713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7">
              <a:extLst>
                <a:ext uri="{FF2B5EF4-FFF2-40B4-BE49-F238E27FC236}">
                  <a16:creationId xmlns:a16="http://schemas.microsoft.com/office/drawing/2014/main" id="{EAF31B58-19B4-10C0-117E-249D14A22E13}"/>
                </a:ext>
              </a:extLst>
            </p:cNvPr>
            <p:cNvSpPr/>
            <p:nvPr/>
          </p:nvSpPr>
          <p:spPr>
            <a:xfrm>
              <a:off x="266657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8">
              <a:extLst>
                <a:ext uri="{FF2B5EF4-FFF2-40B4-BE49-F238E27FC236}">
                  <a16:creationId xmlns:a16="http://schemas.microsoft.com/office/drawing/2014/main" id="{427A4176-6ECB-833F-93F7-A660E677BDC1}"/>
                </a:ext>
              </a:extLst>
            </p:cNvPr>
            <p:cNvSpPr/>
            <p:nvPr/>
          </p:nvSpPr>
          <p:spPr>
            <a:xfrm>
              <a:off x="267601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69">
              <a:extLst>
                <a:ext uri="{FF2B5EF4-FFF2-40B4-BE49-F238E27FC236}">
                  <a16:creationId xmlns:a16="http://schemas.microsoft.com/office/drawing/2014/main" id="{32C29F15-961A-ECD0-4D02-09F419F432F6}"/>
                </a:ext>
              </a:extLst>
            </p:cNvPr>
            <p:cNvSpPr/>
            <p:nvPr/>
          </p:nvSpPr>
          <p:spPr>
            <a:xfrm>
              <a:off x="268545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0">
              <a:extLst>
                <a:ext uri="{FF2B5EF4-FFF2-40B4-BE49-F238E27FC236}">
                  <a16:creationId xmlns:a16="http://schemas.microsoft.com/office/drawing/2014/main" id="{8D1A5797-9485-4F50-A59D-5E6A757CDBE2}"/>
                </a:ext>
              </a:extLst>
            </p:cNvPr>
            <p:cNvSpPr/>
            <p:nvPr/>
          </p:nvSpPr>
          <p:spPr>
            <a:xfrm>
              <a:off x="269489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1">
              <a:extLst>
                <a:ext uri="{FF2B5EF4-FFF2-40B4-BE49-F238E27FC236}">
                  <a16:creationId xmlns:a16="http://schemas.microsoft.com/office/drawing/2014/main" id="{21C219BE-9741-03E6-70DA-4793BC525195}"/>
                </a:ext>
              </a:extLst>
            </p:cNvPr>
            <p:cNvSpPr/>
            <p:nvPr/>
          </p:nvSpPr>
          <p:spPr>
            <a:xfrm>
              <a:off x="270433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2">
              <a:extLst>
                <a:ext uri="{FF2B5EF4-FFF2-40B4-BE49-F238E27FC236}">
                  <a16:creationId xmlns:a16="http://schemas.microsoft.com/office/drawing/2014/main" id="{2FDAC469-DBD8-5424-0DF3-865B2D506E68}"/>
                </a:ext>
              </a:extLst>
            </p:cNvPr>
            <p:cNvSpPr/>
            <p:nvPr/>
          </p:nvSpPr>
          <p:spPr>
            <a:xfrm>
              <a:off x="271377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3">
              <a:extLst>
                <a:ext uri="{FF2B5EF4-FFF2-40B4-BE49-F238E27FC236}">
                  <a16:creationId xmlns:a16="http://schemas.microsoft.com/office/drawing/2014/main" id="{F1DBBAF2-819B-2FBE-2429-4438612E342F}"/>
                </a:ext>
              </a:extLst>
            </p:cNvPr>
            <p:cNvSpPr/>
            <p:nvPr/>
          </p:nvSpPr>
          <p:spPr>
            <a:xfrm>
              <a:off x="272321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4">
              <a:extLst>
                <a:ext uri="{FF2B5EF4-FFF2-40B4-BE49-F238E27FC236}">
                  <a16:creationId xmlns:a16="http://schemas.microsoft.com/office/drawing/2014/main" id="{8421087F-2129-CC03-B4AC-B0A2B91A19F4}"/>
                </a:ext>
              </a:extLst>
            </p:cNvPr>
            <p:cNvSpPr/>
            <p:nvPr/>
          </p:nvSpPr>
          <p:spPr>
            <a:xfrm>
              <a:off x="273265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5">
              <a:extLst>
                <a:ext uri="{FF2B5EF4-FFF2-40B4-BE49-F238E27FC236}">
                  <a16:creationId xmlns:a16="http://schemas.microsoft.com/office/drawing/2014/main" id="{0E414DC8-63D6-987B-4E0E-ACADC9358A8A}"/>
                </a:ext>
              </a:extLst>
            </p:cNvPr>
            <p:cNvSpPr/>
            <p:nvPr/>
          </p:nvSpPr>
          <p:spPr>
            <a:xfrm>
              <a:off x="274209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6">
              <a:extLst>
                <a:ext uri="{FF2B5EF4-FFF2-40B4-BE49-F238E27FC236}">
                  <a16:creationId xmlns:a16="http://schemas.microsoft.com/office/drawing/2014/main" id="{CB42C42A-DC0A-FAF2-AA72-75521489399F}"/>
                </a:ext>
              </a:extLst>
            </p:cNvPr>
            <p:cNvSpPr/>
            <p:nvPr/>
          </p:nvSpPr>
          <p:spPr>
            <a:xfrm>
              <a:off x="275153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7">
              <a:extLst>
                <a:ext uri="{FF2B5EF4-FFF2-40B4-BE49-F238E27FC236}">
                  <a16:creationId xmlns:a16="http://schemas.microsoft.com/office/drawing/2014/main" id="{4B2B8347-8E39-E3D4-E926-B2B0DF482215}"/>
                </a:ext>
              </a:extLst>
            </p:cNvPr>
            <p:cNvSpPr/>
            <p:nvPr/>
          </p:nvSpPr>
          <p:spPr>
            <a:xfrm>
              <a:off x="276097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8">
              <a:extLst>
                <a:ext uri="{FF2B5EF4-FFF2-40B4-BE49-F238E27FC236}">
                  <a16:creationId xmlns:a16="http://schemas.microsoft.com/office/drawing/2014/main" id="{F04CC9AA-C59D-F4A2-06FA-E0A0FEB6EC99}"/>
                </a:ext>
              </a:extLst>
            </p:cNvPr>
            <p:cNvSpPr/>
            <p:nvPr/>
          </p:nvSpPr>
          <p:spPr>
            <a:xfrm>
              <a:off x="277041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79">
              <a:extLst>
                <a:ext uri="{FF2B5EF4-FFF2-40B4-BE49-F238E27FC236}">
                  <a16:creationId xmlns:a16="http://schemas.microsoft.com/office/drawing/2014/main" id="{582C156C-1C31-5A0C-C138-32C019B9647F}"/>
                </a:ext>
              </a:extLst>
            </p:cNvPr>
            <p:cNvSpPr/>
            <p:nvPr/>
          </p:nvSpPr>
          <p:spPr>
            <a:xfrm>
              <a:off x="277985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0">
              <a:extLst>
                <a:ext uri="{FF2B5EF4-FFF2-40B4-BE49-F238E27FC236}">
                  <a16:creationId xmlns:a16="http://schemas.microsoft.com/office/drawing/2014/main" id="{4621A6EB-60CF-FEEC-324F-827105742B1A}"/>
                </a:ext>
              </a:extLst>
            </p:cNvPr>
            <p:cNvSpPr/>
            <p:nvPr/>
          </p:nvSpPr>
          <p:spPr>
            <a:xfrm>
              <a:off x="278929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1">
              <a:extLst>
                <a:ext uri="{FF2B5EF4-FFF2-40B4-BE49-F238E27FC236}">
                  <a16:creationId xmlns:a16="http://schemas.microsoft.com/office/drawing/2014/main" id="{AB552AA8-DC5D-3AB6-7E59-1A21FD90D9FC}"/>
                </a:ext>
              </a:extLst>
            </p:cNvPr>
            <p:cNvSpPr/>
            <p:nvPr/>
          </p:nvSpPr>
          <p:spPr>
            <a:xfrm>
              <a:off x="279873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2">
              <a:extLst>
                <a:ext uri="{FF2B5EF4-FFF2-40B4-BE49-F238E27FC236}">
                  <a16:creationId xmlns:a16="http://schemas.microsoft.com/office/drawing/2014/main" id="{8BCC15C8-6916-AF8D-46AF-114DE2FF07F6}"/>
                </a:ext>
              </a:extLst>
            </p:cNvPr>
            <p:cNvSpPr/>
            <p:nvPr/>
          </p:nvSpPr>
          <p:spPr>
            <a:xfrm>
              <a:off x="280817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3">
              <a:extLst>
                <a:ext uri="{FF2B5EF4-FFF2-40B4-BE49-F238E27FC236}">
                  <a16:creationId xmlns:a16="http://schemas.microsoft.com/office/drawing/2014/main" id="{A6200192-08D9-6F64-A498-FB41636580B3}"/>
                </a:ext>
              </a:extLst>
            </p:cNvPr>
            <p:cNvSpPr/>
            <p:nvPr/>
          </p:nvSpPr>
          <p:spPr>
            <a:xfrm>
              <a:off x="281761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4">
              <a:extLst>
                <a:ext uri="{FF2B5EF4-FFF2-40B4-BE49-F238E27FC236}">
                  <a16:creationId xmlns:a16="http://schemas.microsoft.com/office/drawing/2014/main" id="{D544F610-D855-E059-9E01-C9C3241A6FBB}"/>
                </a:ext>
              </a:extLst>
            </p:cNvPr>
            <p:cNvSpPr/>
            <p:nvPr/>
          </p:nvSpPr>
          <p:spPr>
            <a:xfrm>
              <a:off x="282705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5">
              <a:extLst>
                <a:ext uri="{FF2B5EF4-FFF2-40B4-BE49-F238E27FC236}">
                  <a16:creationId xmlns:a16="http://schemas.microsoft.com/office/drawing/2014/main" id="{364DF801-A07E-C50E-7545-2335C7D593C2}"/>
                </a:ext>
              </a:extLst>
            </p:cNvPr>
            <p:cNvSpPr/>
            <p:nvPr/>
          </p:nvSpPr>
          <p:spPr>
            <a:xfrm>
              <a:off x="283649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6">
              <a:extLst>
                <a:ext uri="{FF2B5EF4-FFF2-40B4-BE49-F238E27FC236}">
                  <a16:creationId xmlns:a16="http://schemas.microsoft.com/office/drawing/2014/main" id="{94E423C4-9F07-EF35-B66D-2AEC62A758D6}"/>
                </a:ext>
              </a:extLst>
            </p:cNvPr>
            <p:cNvSpPr/>
            <p:nvPr/>
          </p:nvSpPr>
          <p:spPr>
            <a:xfrm>
              <a:off x="284593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7">
              <a:extLst>
                <a:ext uri="{FF2B5EF4-FFF2-40B4-BE49-F238E27FC236}">
                  <a16:creationId xmlns:a16="http://schemas.microsoft.com/office/drawing/2014/main" id="{EC87C948-DEB3-BA27-93AD-787F98FFB511}"/>
                </a:ext>
              </a:extLst>
            </p:cNvPr>
            <p:cNvSpPr/>
            <p:nvPr/>
          </p:nvSpPr>
          <p:spPr>
            <a:xfrm>
              <a:off x="285538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8">
              <a:extLst>
                <a:ext uri="{FF2B5EF4-FFF2-40B4-BE49-F238E27FC236}">
                  <a16:creationId xmlns:a16="http://schemas.microsoft.com/office/drawing/2014/main" id="{A9B44650-072D-86A8-8836-B5E76E154D23}"/>
                </a:ext>
              </a:extLst>
            </p:cNvPr>
            <p:cNvSpPr/>
            <p:nvPr/>
          </p:nvSpPr>
          <p:spPr>
            <a:xfrm>
              <a:off x="286482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89">
              <a:extLst>
                <a:ext uri="{FF2B5EF4-FFF2-40B4-BE49-F238E27FC236}">
                  <a16:creationId xmlns:a16="http://schemas.microsoft.com/office/drawing/2014/main" id="{D47186B4-B5EE-D5E7-3F5E-C78CD031A973}"/>
                </a:ext>
              </a:extLst>
            </p:cNvPr>
            <p:cNvSpPr/>
            <p:nvPr/>
          </p:nvSpPr>
          <p:spPr>
            <a:xfrm>
              <a:off x="287426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0">
              <a:extLst>
                <a:ext uri="{FF2B5EF4-FFF2-40B4-BE49-F238E27FC236}">
                  <a16:creationId xmlns:a16="http://schemas.microsoft.com/office/drawing/2014/main" id="{B784B01F-20CC-4BF3-CEB8-3461EE11C122}"/>
                </a:ext>
              </a:extLst>
            </p:cNvPr>
            <p:cNvSpPr/>
            <p:nvPr/>
          </p:nvSpPr>
          <p:spPr>
            <a:xfrm>
              <a:off x="288370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1">
              <a:extLst>
                <a:ext uri="{FF2B5EF4-FFF2-40B4-BE49-F238E27FC236}">
                  <a16:creationId xmlns:a16="http://schemas.microsoft.com/office/drawing/2014/main" id="{A6EFB1D1-AE36-5BD5-93D0-6FD94300FE1A}"/>
                </a:ext>
              </a:extLst>
            </p:cNvPr>
            <p:cNvSpPr/>
            <p:nvPr/>
          </p:nvSpPr>
          <p:spPr>
            <a:xfrm>
              <a:off x="289314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2">
              <a:extLst>
                <a:ext uri="{FF2B5EF4-FFF2-40B4-BE49-F238E27FC236}">
                  <a16:creationId xmlns:a16="http://schemas.microsoft.com/office/drawing/2014/main" id="{A69E11AF-116A-A062-A1B5-C16280C12874}"/>
                </a:ext>
              </a:extLst>
            </p:cNvPr>
            <p:cNvSpPr/>
            <p:nvPr/>
          </p:nvSpPr>
          <p:spPr>
            <a:xfrm>
              <a:off x="290258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3">
              <a:extLst>
                <a:ext uri="{FF2B5EF4-FFF2-40B4-BE49-F238E27FC236}">
                  <a16:creationId xmlns:a16="http://schemas.microsoft.com/office/drawing/2014/main" id="{064ACCF1-6844-C62C-C285-24DF60780FFD}"/>
                </a:ext>
              </a:extLst>
            </p:cNvPr>
            <p:cNvSpPr/>
            <p:nvPr/>
          </p:nvSpPr>
          <p:spPr>
            <a:xfrm>
              <a:off x="291202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4">
              <a:extLst>
                <a:ext uri="{FF2B5EF4-FFF2-40B4-BE49-F238E27FC236}">
                  <a16:creationId xmlns:a16="http://schemas.microsoft.com/office/drawing/2014/main" id="{23B6130F-4F90-EE50-D4C3-EAC8AB20A32B}"/>
                </a:ext>
              </a:extLst>
            </p:cNvPr>
            <p:cNvSpPr/>
            <p:nvPr/>
          </p:nvSpPr>
          <p:spPr>
            <a:xfrm>
              <a:off x="292146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5">
              <a:extLst>
                <a:ext uri="{FF2B5EF4-FFF2-40B4-BE49-F238E27FC236}">
                  <a16:creationId xmlns:a16="http://schemas.microsoft.com/office/drawing/2014/main" id="{63D02FC0-C7AD-BB3D-0CA9-8BED4F532F81}"/>
                </a:ext>
              </a:extLst>
            </p:cNvPr>
            <p:cNvSpPr/>
            <p:nvPr/>
          </p:nvSpPr>
          <p:spPr>
            <a:xfrm>
              <a:off x="293090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6">
              <a:extLst>
                <a:ext uri="{FF2B5EF4-FFF2-40B4-BE49-F238E27FC236}">
                  <a16:creationId xmlns:a16="http://schemas.microsoft.com/office/drawing/2014/main" id="{65747610-D3E1-4BF0-F259-0669BD1AE527}"/>
                </a:ext>
              </a:extLst>
            </p:cNvPr>
            <p:cNvSpPr/>
            <p:nvPr/>
          </p:nvSpPr>
          <p:spPr>
            <a:xfrm>
              <a:off x="294034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7">
              <a:extLst>
                <a:ext uri="{FF2B5EF4-FFF2-40B4-BE49-F238E27FC236}">
                  <a16:creationId xmlns:a16="http://schemas.microsoft.com/office/drawing/2014/main" id="{1EB55C9C-2C44-50DD-0971-654EA7A86770}"/>
                </a:ext>
              </a:extLst>
            </p:cNvPr>
            <p:cNvSpPr/>
            <p:nvPr/>
          </p:nvSpPr>
          <p:spPr>
            <a:xfrm>
              <a:off x="294978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8">
              <a:extLst>
                <a:ext uri="{FF2B5EF4-FFF2-40B4-BE49-F238E27FC236}">
                  <a16:creationId xmlns:a16="http://schemas.microsoft.com/office/drawing/2014/main" id="{83D6E1A8-6914-CC9C-486E-B37E9823D299}"/>
                </a:ext>
              </a:extLst>
            </p:cNvPr>
            <p:cNvSpPr/>
            <p:nvPr/>
          </p:nvSpPr>
          <p:spPr>
            <a:xfrm>
              <a:off x="295922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399">
              <a:extLst>
                <a:ext uri="{FF2B5EF4-FFF2-40B4-BE49-F238E27FC236}">
                  <a16:creationId xmlns:a16="http://schemas.microsoft.com/office/drawing/2014/main" id="{554C7B00-F7EB-EDED-452B-87D6E9F74E18}"/>
                </a:ext>
              </a:extLst>
            </p:cNvPr>
            <p:cNvSpPr/>
            <p:nvPr/>
          </p:nvSpPr>
          <p:spPr>
            <a:xfrm>
              <a:off x="2968662" y="2730025"/>
              <a:ext cx="922259" cy="914400"/>
            </a:xfrm>
            <a:custGeom>
              <a:avLst/>
              <a:gdLst/>
              <a:ahLst/>
              <a:cxnLst/>
              <a:rect l="0" t="0" r="0" b="0"/>
              <a:pathLst>
                <a:path w="92225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0">
              <a:extLst>
                <a:ext uri="{FF2B5EF4-FFF2-40B4-BE49-F238E27FC236}">
                  <a16:creationId xmlns:a16="http://schemas.microsoft.com/office/drawing/2014/main" id="{5D966697-21DA-1054-159A-BDBE1AC808FA}"/>
                </a:ext>
              </a:extLst>
            </p:cNvPr>
            <p:cNvSpPr/>
            <p:nvPr/>
          </p:nvSpPr>
          <p:spPr>
            <a:xfrm>
              <a:off x="2506091" y="269488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1">
              <a:extLst>
                <a:ext uri="{FF2B5EF4-FFF2-40B4-BE49-F238E27FC236}">
                  <a16:creationId xmlns:a16="http://schemas.microsoft.com/office/drawing/2014/main" id="{5DD092B0-126D-968F-14F1-401229D867EE}"/>
                </a:ext>
              </a:extLst>
            </p:cNvPr>
            <p:cNvSpPr/>
            <p:nvPr/>
          </p:nvSpPr>
          <p:spPr>
            <a:xfrm>
              <a:off x="250609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2">
              <a:extLst>
                <a:ext uri="{FF2B5EF4-FFF2-40B4-BE49-F238E27FC236}">
                  <a16:creationId xmlns:a16="http://schemas.microsoft.com/office/drawing/2014/main" id="{4DFD1840-1412-7C0F-6592-8A5DE217E1BA}"/>
                </a:ext>
              </a:extLst>
            </p:cNvPr>
            <p:cNvSpPr/>
            <p:nvPr/>
          </p:nvSpPr>
          <p:spPr>
            <a:xfrm>
              <a:off x="251553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3">
              <a:extLst>
                <a:ext uri="{FF2B5EF4-FFF2-40B4-BE49-F238E27FC236}">
                  <a16:creationId xmlns:a16="http://schemas.microsoft.com/office/drawing/2014/main" id="{5A7EBC2F-5592-3178-255E-1BF5CC1B4081}"/>
                </a:ext>
              </a:extLst>
            </p:cNvPr>
            <p:cNvSpPr/>
            <p:nvPr/>
          </p:nvSpPr>
          <p:spPr>
            <a:xfrm>
              <a:off x="252497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4">
              <a:extLst>
                <a:ext uri="{FF2B5EF4-FFF2-40B4-BE49-F238E27FC236}">
                  <a16:creationId xmlns:a16="http://schemas.microsoft.com/office/drawing/2014/main" id="{CD996C21-456B-0A53-774F-92874B1F1C78}"/>
                </a:ext>
              </a:extLst>
            </p:cNvPr>
            <p:cNvSpPr/>
            <p:nvPr/>
          </p:nvSpPr>
          <p:spPr>
            <a:xfrm>
              <a:off x="253441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5">
              <a:extLst>
                <a:ext uri="{FF2B5EF4-FFF2-40B4-BE49-F238E27FC236}">
                  <a16:creationId xmlns:a16="http://schemas.microsoft.com/office/drawing/2014/main" id="{5F48B7C9-4AA2-88BC-B0A4-46DD965C72DE}"/>
                </a:ext>
              </a:extLst>
            </p:cNvPr>
            <p:cNvSpPr/>
            <p:nvPr/>
          </p:nvSpPr>
          <p:spPr>
            <a:xfrm>
              <a:off x="254385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6">
              <a:extLst>
                <a:ext uri="{FF2B5EF4-FFF2-40B4-BE49-F238E27FC236}">
                  <a16:creationId xmlns:a16="http://schemas.microsoft.com/office/drawing/2014/main" id="{9CEFF6EE-9FDC-2F39-D874-51ABEF835357}"/>
                </a:ext>
              </a:extLst>
            </p:cNvPr>
            <p:cNvSpPr/>
            <p:nvPr/>
          </p:nvSpPr>
          <p:spPr>
            <a:xfrm>
              <a:off x="255329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7">
              <a:extLst>
                <a:ext uri="{FF2B5EF4-FFF2-40B4-BE49-F238E27FC236}">
                  <a16:creationId xmlns:a16="http://schemas.microsoft.com/office/drawing/2014/main" id="{4BAD827F-5367-2102-EDCB-8151D49D65B9}"/>
                </a:ext>
              </a:extLst>
            </p:cNvPr>
            <p:cNvSpPr/>
            <p:nvPr/>
          </p:nvSpPr>
          <p:spPr>
            <a:xfrm>
              <a:off x="256273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8">
              <a:extLst>
                <a:ext uri="{FF2B5EF4-FFF2-40B4-BE49-F238E27FC236}">
                  <a16:creationId xmlns:a16="http://schemas.microsoft.com/office/drawing/2014/main" id="{6A6BE7DA-0A97-0F13-9B30-F000D59E0843}"/>
                </a:ext>
              </a:extLst>
            </p:cNvPr>
            <p:cNvSpPr/>
            <p:nvPr/>
          </p:nvSpPr>
          <p:spPr>
            <a:xfrm>
              <a:off x="257217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09">
              <a:extLst>
                <a:ext uri="{FF2B5EF4-FFF2-40B4-BE49-F238E27FC236}">
                  <a16:creationId xmlns:a16="http://schemas.microsoft.com/office/drawing/2014/main" id="{F08EC687-455D-A05D-8635-C7750C922B9F}"/>
                </a:ext>
              </a:extLst>
            </p:cNvPr>
            <p:cNvSpPr/>
            <p:nvPr/>
          </p:nvSpPr>
          <p:spPr>
            <a:xfrm>
              <a:off x="258161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0">
              <a:extLst>
                <a:ext uri="{FF2B5EF4-FFF2-40B4-BE49-F238E27FC236}">
                  <a16:creationId xmlns:a16="http://schemas.microsoft.com/office/drawing/2014/main" id="{2EA6F748-869D-7F97-F649-ADB9D76C28DB}"/>
                </a:ext>
              </a:extLst>
            </p:cNvPr>
            <p:cNvSpPr/>
            <p:nvPr/>
          </p:nvSpPr>
          <p:spPr>
            <a:xfrm>
              <a:off x="259105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1">
              <a:extLst>
                <a:ext uri="{FF2B5EF4-FFF2-40B4-BE49-F238E27FC236}">
                  <a16:creationId xmlns:a16="http://schemas.microsoft.com/office/drawing/2014/main" id="{D378DC37-1CA5-512E-A4C8-C02B6E066886}"/>
                </a:ext>
              </a:extLst>
            </p:cNvPr>
            <p:cNvSpPr/>
            <p:nvPr/>
          </p:nvSpPr>
          <p:spPr>
            <a:xfrm>
              <a:off x="260049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2">
              <a:extLst>
                <a:ext uri="{FF2B5EF4-FFF2-40B4-BE49-F238E27FC236}">
                  <a16:creationId xmlns:a16="http://schemas.microsoft.com/office/drawing/2014/main" id="{C717E5EF-0CC5-B311-B622-6FC064B444D0}"/>
                </a:ext>
              </a:extLst>
            </p:cNvPr>
            <p:cNvSpPr/>
            <p:nvPr/>
          </p:nvSpPr>
          <p:spPr>
            <a:xfrm>
              <a:off x="260993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3">
              <a:extLst>
                <a:ext uri="{FF2B5EF4-FFF2-40B4-BE49-F238E27FC236}">
                  <a16:creationId xmlns:a16="http://schemas.microsoft.com/office/drawing/2014/main" id="{AFDB615C-B292-5F4B-9DC3-8FBBB3ACA2DF}"/>
                </a:ext>
              </a:extLst>
            </p:cNvPr>
            <p:cNvSpPr/>
            <p:nvPr/>
          </p:nvSpPr>
          <p:spPr>
            <a:xfrm>
              <a:off x="261937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4">
              <a:extLst>
                <a:ext uri="{FF2B5EF4-FFF2-40B4-BE49-F238E27FC236}">
                  <a16:creationId xmlns:a16="http://schemas.microsoft.com/office/drawing/2014/main" id="{1C198228-0CD5-4459-F6ED-7B1FEA63724D}"/>
                </a:ext>
              </a:extLst>
            </p:cNvPr>
            <p:cNvSpPr/>
            <p:nvPr/>
          </p:nvSpPr>
          <p:spPr>
            <a:xfrm>
              <a:off x="262881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5">
              <a:extLst>
                <a:ext uri="{FF2B5EF4-FFF2-40B4-BE49-F238E27FC236}">
                  <a16:creationId xmlns:a16="http://schemas.microsoft.com/office/drawing/2014/main" id="{558EE14E-B32F-B04A-CB50-405E90CC5059}"/>
                </a:ext>
              </a:extLst>
            </p:cNvPr>
            <p:cNvSpPr/>
            <p:nvPr/>
          </p:nvSpPr>
          <p:spPr>
            <a:xfrm>
              <a:off x="263825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6">
              <a:extLst>
                <a:ext uri="{FF2B5EF4-FFF2-40B4-BE49-F238E27FC236}">
                  <a16:creationId xmlns:a16="http://schemas.microsoft.com/office/drawing/2014/main" id="{CA4E16E0-DAE0-F273-11C9-03DCA90119E5}"/>
                </a:ext>
              </a:extLst>
            </p:cNvPr>
            <p:cNvSpPr/>
            <p:nvPr/>
          </p:nvSpPr>
          <p:spPr>
            <a:xfrm>
              <a:off x="264769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7">
              <a:extLst>
                <a:ext uri="{FF2B5EF4-FFF2-40B4-BE49-F238E27FC236}">
                  <a16:creationId xmlns:a16="http://schemas.microsoft.com/office/drawing/2014/main" id="{3B567620-314C-87D7-F724-674DF73847D6}"/>
                </a:ext>
              </a:extLst>
            </p:cNvPr>
            <p:cNvSpPr/>
            <p:nvPr/>
          </p:nvSpPr>
          <p:spPr>
            <a:xfrm>
              <a:off x="265713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8">
              <a:extLst>
                <a:ext uri="{FF2B5EF4-FFF2-40B4-BE49-F238E27FC236}">
                  <a16:creationId xmlns:a16="http://schemas.microsoft.com/office/drawing/2014/main" id="{6D5AE26C-A417-1975-E99D-BB68F7981B32}"/>
                </a:ext>
              </a:extLst>
            </p:cNvPr>
            <p:cNvSpPr/>
            <p:nvPr/>
          </p:nvSpPr>
          <p:spPr>
            <a:xfrm>
              <a:off x="266657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19">
              <a:extLst>
                <a:ext uri="{FF2B5EF4-FFF2-40B4-BE49-F238E27FC236}">
                  <a16:creationId xmlns:a16="http://schemas.microsoft.com/office/drawing/2014/main" id="{106800CC-D164-9AB7-D59B-ECB9811F5F50}"/>
                </a:ext>
              </a:extLst>
            </p:cNvPr>
            <p:cNvSpPr/>
            <p:nvPr/>
          </p:nvSpPr>
          <p:spPr>
            <a:xfrm>
              <a:off x="267601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0">
              <a:extLst>
                <a:ext uri="{FF2B5EF4-FFF2-40B4-BE49-F238E27FC236}">
                  <a16:creationId xmlns:a16="http://schemas.microsoft.com/office/drawing/2014/main" id="{70A3B97C-0EC5-FF60-B82A-031E7879AD7C}"/>
                </a:ext>
              </a:extLst>
            </p:cNvPr>
            <p:cNvSpPr/>
            <p:nvPr/>
          </p:nvSpPr>
          <p:spPr>
            <a:xfrm>
              <a:off x="268545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1">
              <a:extLst>
                <a:ext uri="{FF2B5EF4-FFF2-40B4-BE49-F238E27FC236}">
                  <a16:creationId xmlns:a16="http://schemas.microsoft.com/office/drawing/2014/main" id="{8C375AFF-C601-2252-5BF3-54C80790CE4F}"/>
                </a:ext>
              </a:extLst>
            </p:cNvPr>
            <p:cNvSpPr/>
            <p:nvPr/>
          </p:nvSpPr>
          <p:spPr>
            <a:xfrm>
              <a:off x="269489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2">
              <a:extLst>
                <a:ext uri="{FF2B5EF4-FFF2-40B4-BE49-F238E27FC236}">
                  <a16:creationId xmlns:a16="http://schemas.microsoft.com/office/drawing/2014/main" id="{998484BF-C4BC-F091-115F-4973424BA7DD}"/>
                </a:ext>
              </a:extLst>
            </p:cNvPr>
            <p:cNvSpPr/>
            <p:nvPr/>
          </p:nvSpPr>
          <p:spPr>
            <a:xfrm>
              <a:off x="270433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3">
              <a:extLst>
                <a:ext uri="{FF2B5EF4-FFF2-40B4-BE49-F238E27FC236}">
                  <a16:creationId xmlns:a16="http://schemas.microsoft.com/office/drawing/2014/main" id="{BBA5AAF1-ECBE-2DA5-4451-96C3B4BDF345}"/>
                </a:ext>
              </a:extLst>
            </p:cNvPr>
            <p:cNvSpPr/>
            <p:nvPr/>
          </p:nvSpPr>
          <p:spPr>
            <a:xfrm>
              <a:off x="271377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4">
              <a:extLst>
                <a:ext uri="{FF2B5EF4-FFF2-40B4-BE49-F238E27FC236}">
                  <a16:creationId xmlns:a16="http://schemas.microsoft.com/office/drawing/2014/main" id="{5B73CF2C-84CD-E90B-2323-D686E1D04EC2}"/>
                </a:ext>
              </a:extLst>
            </p:cNvPr>
            <p:cNvSpPr/>
            <p:nvPr/>
          </p:nvSpPr>
          <p:spPr>
            <a:xfrm>
              <a:off x="272321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5">
              <a:extLst>
                <a:ext uri="{FF2B5EF4-FFF2-40B4-BE49-F238E27FC236}">
                  <a16:creationId xmlns:a16="http://schemas.microsoft.com/office/drawing/2014/main" id="{4BE8EBEE-2F4A-6253-C22D-1C52CDD37128}"/>
                </a:ext>
              </a:extLst>
            </p:cNvPr>
            <p:cNvSpPr/>
            <p:nvPr/>
          </p:nvSpPr>
          <p:spPr>
            <a:xfrm>
              <a:off x="273265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6">
              <a:extLst>
                <a:ext uri="{FF2B5EF4-FFF2-40B4-BE49-F238E27FC236}">
                  <a16:creationId xmlns:a16="http://schemas.microsoft.com/office/drawing/2014/main" id="{7939C977-5A0D-819A-8632-77D048EC6C66}"/>
                </a:ext>
              </a:extLst>
            </p:cNvPr>
            <p:cNvSpPr/>
            <p:nvPr/>
          </p:nvSpPr>
          <p:spPr>
            <a:xfrm>
              <a:off x="274209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7">
              <a:extLst>
                <a:ext uri="{FF2B5EF4-FFF2-40B4-BE49-F238E27FC236}">
                  <a16:creationId xmlns:a16="http://schemas.microsoft.com/office/drawing/2014/main" id="{2F6022E8-CE73-268C-52D9-61F011FD311C}"/>
                </a:ext>
              </a:extLst>
            </p:cNvPr>
            <p:cNvSpPr/>
            <p:nvPr/>
          </p:nvSpPr>
          <p:spPr>
            <a:xfrm>
              <a:off x="275153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8">
              <a:extLst>
                <a:ext uri="{FF2B5EF4-FFF2-40B4-BE49-F238E27FC236}">
                  <a16:creationId xmlns:a16="http://schemas.microsoft.com/office/drawing/2014/main" id="{70F936C3-B3E1-896C-58A1-603B7034CE80}"/>
                </a:ext>
              </a:extLst>
            </p:cNvPr>
            <p:cNvSpPr/>
            <p:nvPr/>
          </p:nvSpPr>
          <p:spPr>
            <a:xfrm>
              <a:off x="276097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29">
              <a:extLst>
                <a:ext uri="{FF2B5EF4-FFF2-40B4-BE49-F238E27FC236}">
                  <a16:creationId xmlns:a16="http://schemas.microsoft.com/office/drawing/2014/main" id="{D7F7C33D-FE26-5490-D6A2-26B55413BA94}"/>
                </a:ext>
              </a:extLst>
            </p:cNvPr>
            <p:cNvSpPr/>
            <p:nvPr/>
          </p:nvSpPr>
          <p:spPr>
            <a:xfrm>
              <a:off x="277041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0">
              <a:extLst>
                <a:ext uri="{FF2B5EF4-FFF2-40B4-BE49-F238E27FC236}">
                  <a16:creationId xmlns:a16="http://schemas.microsoft.com/office/drawing/2014/main" id="{E6229FCD-06C4-9F39-7F29-CC6AAA2997C5}"/>
                </a:ext>
              </a:extLst>
            </p:cNvPr>
            <p:cNvSpPr/>
            <p:nvPr/>
          </p:nvSpPr>
          <p:spPr>
            <a:xfrm>
              <a:off x="277985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1">
              <a:extLst>
                <a:ext uri="{FF2B5EF4-FFF2-40B4-BE49-F238E27FC236}">
                  <a16:creationId xmlns:a16="http://schemas.microsoft.com/office/drawing/2014/main" id="{25C14739-790F-0E71-B821-ED20CBC76543}"/>
                </a:ext>
              </a:extLst>
            </p:cNvPr>
            <p:cNvSpPr/>
            <p:nvPr/>
          </p:nvSpPr>
          <p:spPr>
            <a:xfrm>
              <a:off x="278929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2">
              <a:extLst>
                <a:ext uri="{FF2B5EF4-FFF2-40B4-BE49-F238E27FC236}">
                  <a16:creationId xmlns:a16="http://schemas.microsoft.com/office/drawing/2014/main" id="{1E992C2B-1116-FF9A-78EA-FBA673976A33}"/>
                </a:ext>
              </a:extLst>
            </p:cNvPr>
            <p:cNvSpPr/>
            <p:nvPr/>
          </p:nvSpPr>
          <p:spPr>
            <a:xfrm>
              <a:off x="279873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3">
              <a:extLst>
                <a:ext uri="{FF2B5EF4-FFF2-40B4-BE49-F238E27FC236}">
                  <a16:creationId xmlns:a16="http://schemas.microsoft.com/office/drawing/2014/main" id="{9A44AE4A-EE8B-4F43-2736-8E97585A5B28}"/>
                </a:ext>
              </a:extLst>
            </p:cNvPr>
            <p:cNvSpPr/>
            <p:nvPr/>
          </p:nvSpPr>
          <p:spPr>
            <a:xfrm>
              <a:off x="280817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4">
              <a:extLst>
                <a:ext uri="{FF2B5EF4-FFF2-40B4-BE49-F238E27FC236}">
                  <a16:creationId xmlns:a16="http://schemas.microsoft.com/office/drawing/2014/main" id="{1D2001E5-389B-C1FC-13E4-5A2C221B7F9C}"/>
                </a:ext>
              </a:extLst>
            </p:cNvPr>
            <p:cNvSpPr/>
            <p:nvPr/>
          </p:nvSpPr>
          <p:spPr>
            <a:xfrm>
              <a:off x="281761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5">
              <a:extLst>
                <a:ext uri="{FF2B5EF4-FFF2-40B4-BE49-F238E27FC236}">
                  <a16:creationId xmlns:a16="http://schemas.microsoft.com/office/drawing/2014/main" id="{189FEF75-231C-E88F-0B93-11BBEB9BCD72}"/>
                </a:ext>
              </a:extLst>
            </p:cNvPr>
            <p:cNvSpPr/>
            <p:nvPr/>
          </p:nvSpPr>
          <p:spPr>
            <a:xfrm>
              <a:off x="282705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6">
              <a:extLst>
                <a:ext uri="{FF2B5EF4-FFF2-40B4-BE49-F238E27FC236}">
                  <a16:creationId xmlns:a16="http://schemas.microsoft.com/office/drawing/2014/main" id="{344C2A0B-5F32-B225-9117-246565E7E089}"/>
                </a:ext>
              </a:extLst>
            </p:cNvPr>
            <p:cNvSpPr/>
            <p:nvPr/>
          </p:nvSpPr>
          <p:spPr>
            <a:xfrm>
              <a:off x="283649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7">
              <a:extLst>
                <a:ext uri="{FF2B5EF4-FFF2-40B4-BE49-F238E27FC236}">
                  <a16:creationId xmlns:a16="http://schemas.microsoft.com/office/drawing/2014/main" id="{91DB8FB9-9FFE-F2AC-0DA9-963D92D5634F}"/>
                </a:ext>
              </a:extLst>
            </p:cNvPr>
            <p:cNvSpPr/>
            <p:nvPr/>
          </p:nvSpPr>
          <p:spPr>
            <a:xfrm>
              <a:off x="284593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8">
              <a:extLst>
                <a:ext uri="{FF2B5EF4-FFF2-40B4-BE49-F238E27FC236}">
                  <a16:creationId xmlns:a16="http://schemas.microsoft.com/office/drawing/2014/main" id="{0F7FBC18-4D7B-80A9-61DC-AE068E1104F0}"/>
                </a:ext>
              </a:extLst>
            </p:cNvPr>
            <p:cNvSpPr/>
            <p:nvPr/>
          </p:nvSpPr>
          <p:spPr>
            <a:xfrm>
              <a:off x="285538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39">
              <a:extLst>
                <a:ext uri="{FF2B5EF4-FFF2-40B4-BE49-F238E27FC236}">
                  <a16:creationId xmlns:a16="http://schemas.microsoft.com/office/drawing/2014/main" id="{DA8ED147-EEFF-573E-9D48-6A7B2DC9376D}"/>
                </a:ext>
              </a:extLst>
            </p:cNvPr>
            <p:cNvSpPr/>
            <p:nvPr/>
          </p:nvSpPr>
          <p:spPr>
            <a:xfrm>
              <a:off x="286482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0">
              <a:extLst>
                <a:ext uri="{FF2B5EF4-FFF2-40B4-BE49-F238E27FC236}">
                  <a16:creationId xmlns:a16="http://schemas.microsoft.com/office/drawing/2014/main" id="{ABA594F8-09C0-C204-8A82-D37C4C979C25}"/>
                </a:ext>
              </a:extLst>
            </p:cNvPr>
            <p:cNvSpPr/>
            <p:nvPr/>
          </p:nvSpPr>
          <p:spPr>
            <a:xfrm>
              <a:off x="287426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1">
              <a:extLst>
                <a:ext uri="{FF2B5EF4-FFF2-40B4-BE49-F238E27FC236}">
                  <a16:creationId xmlns:a16="http://schemas.microsoft.com/office/drawing/2014/main" id="{AD7E8B0D-9AC0-2192-2689-0E8E50195808}"/>
                </a:ext>
              </a:extLst>
            </p:cNvPr>
            <p:cNvSpPr/>
            <p:nvPr/>
          </p:nvSpPr>
          <p:spPr>
            <a:xfrm>
              <a:off x="288370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2">
              <a:extLst>
                <a:ext uri="{FF2B5EF4-FFF2-40B4-BE49-F238E27FC236}">
                  <a16:creationId xmlns:a16="http://schemas.microsoft.com/office/drawing/2014/main" id="{A9456F56-990F-8006-E347-53DA39DE7D10}"/>
                </a:ext>
              </a:extLst>
            </p:cNvPr>
            <p:cNvSpPr/>
            <p:nvPr/>
          </p:nvSpPr>
          <p:spPr>
            <a:xfrm>
              <a:off x="289314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3">
              <a:extLst>
                <a:ext uri="{FF2B5EF4-FFF2-40B4-BE49-F238E27FC236}">
                  <a16:creationId xmlns:a16="http://schemas.microsoft.com/office/drawing/2014/main" id="{1A207A9D-4BBE-FC56-CBF6-A99FB0F52051}"/>
                </a:ext>
              </a:extLst>
            </p:cNvPr>
            <p:cNvSpPr/>
            <p:nvPr/>
          </p:nvSpPr>
          <p:spPr>
            <a:xfrm>
              <a:off x="290258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4">
              <a:extLst>
                <a:ext uri="{FF2B5EF4-FFF2-40B4-BE49-F238E27FC236}">
                  <a16:creationId xmlns:a16="http://schemas.microsoft.com/office/drawing/2014/main" id="{3E8807DC-9A4B-DB7C-6289-16FAF3022060}"/>
                </a:ext>
              </a:extLst>
            </p:cNvPr>
            <p:cNvSpPr/>
            <p:nvPr/>
          </p:nvSpPr>
          <p:spPr>
            <a:xfrm>
              <a:off x="291202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5">
              <a:extLst>
                <a:ext uri="{FF2B5EF4-FFF2-40B4-BE49-F238E27FC236}">
                  <a16:creationId xmlns:a16="http://schemas.microsoft.com/office/drawing/2014/main" id="{260DD5FD-B673-60BD-769C-5C2EAC494360}"/>
                </a:ext>
              </a:extLst>
            </p:cNvPr>
            <p:cNvSpPr/>
            <p:nvPr/>
          </p:nvSpPr>
          <p:spPr>
            <a:xfrm>
              <a:off x="292146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6">
              <a:extLst>
                <a:ext uri="{FF2B5EF4-FFF2-40B4-BE49-F238E27FC236}">
                  <a16:creationId xmlns:a16="http://schemas.microsoft.com/office/drawing/2014/main" id="{0202D81F-85E3-0452-4C3A-598C71E5A944}"/>
                </a:ext>
              </a:extLst>
            </p:cNvPr>
            <p:cNvSpPr/>
            <p:nvPr/>
          </p:nvSpPr>
          <p:spPr>
            <a:xfrm>
              <a:off x="293090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7">
              <a:extLst>
                <a:ext uri="{FF2B5EF4-FFF2-40B4-BE49-F238E27FC236}">
                  <a16:creationId xmlns:a16="http://schemas.microsoft.com/office/drawing/2014/main" id="{69585B62-C338-A6A5-B8B9-31F18B4787C0}"/>
                </a:ext>
              </a:extLst>
            </p:cNvPr>
            <p:cNvSpPr/>
            <p:nvPr/>
          </p:nvSpPr>
          <p:spPr>
            <a:xfrm>
              <a:off x="294034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8">
              <a:extLst>
                <a:ext uri="{FF2B5EF4-FFF2-40B4-BE49-F238E27FC236}">
                  <a16:creationId xmlns:a16="http://schemas.microsoft.com/office/drawing/2014/main" id="{E8F7B7F5-0B41-36EF-68D7-1920AEC75600}"/>
                </a:ext>
              </a:extLst>
            </p:cNvPr>
            <p:cNvSpPr/>
            <p:nvPr/>
          </p:nvSpPr>
          <p:spPr>
            <a:xfrm>
              <a:off x="294978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49">
              <a:extLst>
                <a:ext uri="{FF2B5EF4-FFF2-40B4-BE49-F238E27FC236}">
                  <a16:creationId xmlns:a16="http://schemas.microsoft.com/office/drawing/2014/main" id="{F347BE35-0A93-50AE-B13D-D398CA7E6FFD}"/>
                </a:ext>
              </a:extLst>
            </p:cNvPr>
            <p:cNvSpPr/>
            <p:nvPr/>
          </p:nvSpPr>
          <p:spPr>
            <a:xfrm>
              <a:off x="295922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0">
              <a:extLst>
                <a:ext uri="{FF2B5EF4-FFF2-40B4-BE49-F238E27FC236}">
                  <a16:creationId xmlns:a16="http://schemas.microsoft.com/office/drawing/2014/main" id="{A62F24D2-3BCE-99AA-558C-51856D67B888}"/>
                </a:ext>
              </a:extLst>
            </p:cNvPr>
            <p:cNvSpPr/>
            <p:nvPr/>
          </p:nvSpPr>
          <p:spPr>
            <a:xfrm>
              <a:off x="2968662" y="271245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1">
              <a:extLst>
                <a:ext uri="{FF2B5EF4-FFF2-40B4-BE49-F238E27FC236}">
                  <a16:creationId xmlns:a16="http://schemas.microsoft.com/office/drawing/2014/main" id="{2F1AE3AC-4C4B-2FD0-F675-ECDF66EC5878}"/>
                </a:ext>
              </a:extLst>
            </p:cNvPr>
            <p:cNvSpPr/>
            <p:nvPr/>
          </p:nvSpPr>
          <p:spPr>
            <a:xfrm>
              <a:off x="2978103" y="2694885"/>
              <a:ext cx="918447" cy="927415"/>
            </a:xfrm>
            <a:custGeom>
              <a:avLst/>
              <a:gdLst/>
              <a:ahLst/>
              <a:cxnLst/>
              <a:rect l="0" t="0" r="0" b="0"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2">
              <a:extLst>
                <a:ext uri="{FF2B5EF4-FFF2-40B4-BE49-F238E27FC236}">
                  <a16:creationId xmlns:a16="http://schemas.microsoft.com/office/drawing/2014/main" id="{EC4DEC14-BF7D-75CF-7958-A9B39994B415}"/>
                </a:ext>
              </a:extLst>
            </p:cNvPr>
            <p:cNvSpPr/>
            <p:nvPr/>
          </p:nvSpPr>
          <p:spPr>
            <a:xfrm>
              <a:off x="2496650" y="2677316"/>
              <a:ext cx="914400" cy="919549"/>
            </a:xfrm>
            <a:custGeom>
              <a:avLst/>
              <a:gdLst/>
              <a:ahLst/>
              <a:cxnLst/>
              <a:rect l="0" t="0" r="0" b="0"/>
              <a:pathLst>
                <a:path w="914400" h="919549">
                  <a:moveTo>
                    <a:pt x="914400" y="914400"/>
                  </a:moveTo>
                  <a:lnTo>
                    <a:pt x="914400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3">
              <a:extLst>
                <a:ext uri="{FF2B5EF4-FFF2-40B4-BE49-F238E27FC236}">
                  <a16:creationId xmlns:a16="http://schemas.microsoft.com/office/drawing/2014/main" id="{D858EE75-A723-99DE-09A2-01D27B704236}"/>
                </a:ext>
              </a:extLst>
            </p:cNvPr>
            <p:cNvSpPr/>
            <p:nvPr/>
          </p:nvSpPr>
          <p:spPr>
            <a:xfrm>
              <a:off x="249665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400" y="91954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4">
              <a:extLst>
                <a:ext uri="{FF2B5EF4-FFF2-40B4-BE49-F238E27FC236}">
                  <a16:creationId xmlns:a16="http://schemas.microsoft.com/office/drawing/2014/main" id="{0567C473-D426-3633-5E86-943891A0114E}"/>
                </a:ext>
              </a:extLst>
            </p:cNvPr>
            <p:cNvSpPr/>
            <p:nvPr/>
          </p:nvSpPr>
          <p:spPr>
            <a:xfrm>
              <a:off x="250609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5">
              <a:extLst>
                <a:ext uri="{FF2B5EF4-FFF2-40B4-BE49-F238E27FC236}">
                  <a16:creationId xmlns:a16="http://schemas.microsoft.com/office/drawing/2014/main" id="{651B771C-582F-BF8A-97BD-5034788B12E9}"/>
                </a:ext>
              </a:extLst>
            </p:cNvPr>
            <p:cNvSpPr/>
            <p:nvPr/>
          </p:nvSpPr>
          <p:spPr>
            <a:xfrm>
              <a:off x="251553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6">
              <a:extLst>
                <a:ext uri="{FF2B5EF4-FFF2-40B4-BE49-F238E27FC236}">
                  <a16:creationId xmlns:a16="http://schemas.microsoft.com/office/drawing/2014/main" id="{F16FA767-4EC8-9D79-A7CB-56ED21C01ED2}"/>
                </a:ext>
              </a:extLst>
            </p:cNvPr>
            <p:cNvSpPr/>
            <p:nvPr/>
          </p:nvSpPr>
          <p:spPr>
            <a:xfrm>
              <a:off x="252497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7">
              <a:extLst>
                <a:ext uri="{FF2B5EF4-FFF2-40B4-BE49-F238E27FC236}">
                  <a16:creationId xmlns:a16="http://schemas.microsoft.com/office/drawing/2014/main" id="{0CEEFA9B-CB93-3F6D-0579-FC325CED6BC0}"/>
                </a:ext>
              </a:extLst>
            </p:cNvPr>
            <p:cNvSpPr/>
            <p:nvPr/>
          </p:nvSpPr>
          <p:spPr>
            <a:xfrm>
              <a:off x="253441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8">
              <a:extLst>
                <a:ext uri="{FF2B5EF4-FFF2-40B4-BE49-F238E27FC236}">
                  <a16:creationId xmlns:a16="http://schemas.microsoft.com/office/drawing/2014/main" id="{410D19F5-95B7-A339-4279-5DC150BC3AA5}"/>
                </a:ext>
              </a:extLst>
            </p:cNvPr>
            <p:cNvSpPr/>
            <p:nvPr/>
          </p:nvSpPr>
          <p:spPr>
            <a:xfrm>
              <a:off x="254385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59">
              <a:extLst>
                <a:ext uri="{FF2B5EF4-FFF2-40B4-BE49-F238E27FC236}">
                  <a16:creationId xmlns:a16="http://schemas.microsoft.com/office/drawing/2014/main" id="{70A51A95-657B-129D-5500-1CD4C85B7CC0}"/>
                </a:ext>
              </a:extLst>
            </p:cNvPr>
            <p:cNvSpPr/>
            <p:nvPr/>
          </p:nvSpPr>
          <p:spPr>
            <a:xfrm>
              <a:off x="255329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0">
              <a:extLst>
                <a:ext uri="{FF2B5EF4-FFF2-40B4-BE49-F238E27FC236}">
                  <a16:creationId xmlns:a16="http://schemas.microsoft.com/office/drawing/2014/main" id="{ADA42EDA-7E4D-23B6-D7F7-1190F7733949}"/>
                </a:ext>
              </a:extLst>
            </p:cNvPr>
            <p:cNvSpPr/>
            <p:nvPr/>
          </p:nvSpPr>
          <p:spPr>
            <a:xfrm>
              <a:off x="256273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1">
              <a:extLst>
                <a:ext uri="{FF2B5EF4-FFF2-40B4-BE49-F238E27FC236}">
                  <a16:creationId xmlns:a16="http://schemas.microsoft.com/office/drawing/2014/main" id="{99605707-F6A8-1553-6427-F3990B44C150}"/>
                </a:ext>
              </a:extLst>
            </p:cNvPr>
            <p:cNvSpPr/>
            <p:nvPr/>
          </p:nvSpPr>
          <p:spPr>
            <a:xfrm>
              <a:off x="257217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2">
              <a:extLst>
                <a:ext uri="{FF2B5EF4-FFF2-40B4-BE49-F238E27FC236}">
                  <a16:creationId xmlns:a16="http://schemas.microsoft.com/office/drawing/2014/main" id="{43D5E924-39ED-AF27-603B-2B80CA001E70}"/>
                </a:ext>
              </a:extLst>
            </p:cNvPr>
            <p:cNvSpPr/>
            <p:nvPr/>
          </p:nvSpPr>
          <p:spPr>
            <a:xfrm>
              <a:off x="258161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3">
              <a:extLst>
                <a:ext uri="{FF2B5EF4-FFF2-40B4-BE49-F238E27FC236}">
                  <a16:creationId xmlns:a16="http://schemas.microsoft.com/office/drawing/2014/main" id="{2233305B-5641-5B3D-88CF-C9796D91D8F7}"/>
                </a:ext>
              </a:extLst>
            </p:cNvPr>
            <p:cNvSpPr/>
            <p:nvPr/>
          </p:nvSpPr>
          <p:spPr>
            <a:xfrm>
              <a:off x="259105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4">
              <a:extLst>
                <a:ext uri="{FF2B5EF4-FFF2-40B4-BE49-F238E27FC236}">
                  <a16:creationId xmlns:a16="http://schemas.microsoft.com/office/drawing/2014/main" id="{59FDFC9D-C3FB-697C-F4C5-86E30FD9B545}"/>
                </a:ext>
              </a:extLst>
            </p:cNvPr>
            <p:cNvSpPr/>
            <p:nvPr/>
          </p:nvSpPr>
          <p:spPr>
            <a:xfrm>
              <a:off x="260049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5">
              <a:extLst>
                <a:ext uri="{FF2B5EF4-FFF2-40B4-BE49-F238E27FC236}">
                  <a16:creationId xmlns:a16="http://schemas.microsoft.com/office/drawing/2014/main" id="{C007931B-B270-7EE7-AE0E-5688D674A995}"/>
                </a:ext>
              </a:extLst>
            </p:cNvPr>
            <p:cNvSpPr/>
            <p:nvPr/>
          </p:nvSpPr>
          <p:spPr>
            <a:xfrm>
              <a:off x="260993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6">
              <a:extLst>
                <a:ext uri="{FF2B5EF4-FFF2-40B4-BE49-F238E27FC236}">
                  <a16:creationId xmlns:a16="http://schemas.microsoft.com/office/drawing/2014/main" id="{42D52626-6660-10BB-F67E-341732CACA9C}"/>
                </a:ext>
              </a:extLst>
            </p:cNvPr>
            <p:cNvSpPr/>
            <p:nvPr/>
          </p:nvSpPr>
          <p:spPr>
            <a:xfrm>
              <a:off x="261937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7">
              <a:extLst>
                <a:ext uri="{FF2B5EF4-FFF2-40B4-BE49-F238E27FC236}">
                  <a16:creationId xmlns:a16="http://schemas.microsoft.com/office/drawing/2014/main" id="{0C6759C7-9C68-CF9F-BFF1-AA881287F5B2}"/>
                </a:ext>
              </a:extLst>
            </p:cNvPr>
            <p:cNvSpPr/>
            <p:nvPr/>
          </p:nvSpPr>
          <p:spPr>
            <a:xfrm>
              <a:off x="262881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8">
              <a:extLst>
                <a:ext uri="{FF2B5EF4-FFF2-40B4-BE49-F238E27FC236}">
                  <a16:creationId xmlns:a16="http://schemas.microsoft.com/office/drawing/2014/main" id="{74034060-27DA-BB65-9E5A-DE87CED3657E}"/>
                </a:ext>
              </a:extLst>
            </p:cNvPr>
            <p:cNvSpPr/>
            <p:nvPr/>
          </p:nvSpPr>
          <p:spPr>
            <a:xfrm>
              <a:off x="263825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69">
              <a:extLst>
                <a:ext uri="{FF2B5EF4-FFF2-40B4-BE49-F238E27FC236}">
                  <a16:creationId xmlns:a16="http://schemas.microsoft.com/office/drawing/2014/main" id="{7C323898-2C22-39E4-3602-DC68A8591AA4}"/>
                </a:ext>
              </a:extLst>
            </p:cNvPr>
            <p:cNvSpPr/>
            <p:nvPr/>
          </p:nvSpPr>
          <p:spPr>
            <a:xfrm>
              <a:off x="264769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0">
              <a:extLst>
                <a:ext uri="{FF2B5EF4-FFF2-40B4-BE49-F238E27FC236}">
                  <a16:creationId xmlns:a16="http://schemas.microsoft.com/office/drawing/2014/main" id="{448E0D42-D7FB-ECE8-3155-104A340CED75}"/>
                </a:ext>
              </a:extLst>
            </p:cNvPr>
            <p:cNvSpPr/>
            <p:nvPr/>
          </p:nvSpPr>
          <p:spPr>
            <a:xfrm>
              <a:off x="265713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1">
              <a:extLst>
                <a:ext uri="{FF2B5EF4-FFF2-40B4-BE49-F238E27FC236}">
                  <a16:creationId xmlns:a16="http://schemas.microsoft.com/office/drawing/2014/main" id="{B59AE619-040F-2A3F-9B83-6019BA7B2263}"/>
                </a:ext>
              </a:extLst>
            </p:cNvPr>
            <p:cNvSpPr/>
            <p:nvPr/>
          </p:nvSpPr>
          <p:spPr>
            <a:xfrm>
              <a:off x="266657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2">
              <a:extLst>
                <a:ext uri="{FF2B5EF4-FFF2-40B4-BE49-F238E27FC236}">
                  <a16:creationId xmlns:a16="http://schemas.microsoft.com/office/drawing/2014/main" id="{1779318E-6F6B-F14E-B02E-936795B19151}"/>
                </a:ext>
              </a:extLst>
            </p:cNvPr>
            <p:cNvSpPr/>
            <p:nvPr/>
          </p:nvSpPr>
          <p:spPr>
            <a:xfrm>
              <a:off x="267601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3">
              <a:extLst>
                <a:ext uri="{FF2B5EF4-FFF2-40B4-BE49-F238E27FC236}">
                  <a16:creationId xmlns:a16="http://schemas.microsoft.com/office/drawing/2014/main" id="{5214E6F2-4B2E-3135-461F-F1F683817D55}"/>
                </a:ext>
              </a:extLst>
            </p:cNvPr>
            <p:cNvSpPr/>
            <p:nvPr/>
          </p:nvSpPr>
          <p:spPr>
            <a:xfrm>
              <a:off x="268545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4">
              <a:extLst>
                <a:ext uri="{FF2B5EF4-FFF2-40B4-BE49-F238E27FC236}">
                  <a16:creationId xmlns:a16="http://schemas.microsoft.com/office/drawing/2014/main" id="{0DBB9D94-EC4C-9973-A1B5-065E7389B5F7}"/>
                </a:ext>
              </a:extLst>
            </p:cNvPr>
            <p:cNvSpPr/>
            <p:nvPr/>
          </p:nvSpPr>
          <p:spPr>
            <a:xfrm>
              <a:off x="269489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5">
              <a:extLst>
                <a:ext uri="{FF2B5EF4-FFF2-40B4-BE49-F238E27FC236}">
                  <a16:creationId xmlns:a16="http://schemas.microsoft.com/office/drawing/2014/main" id="{4F1586B4-1D3A-ACA3-6023-68EF60AED6C2}"/>
                </a:ext>
              </a:extLst>
            </p:cNvPr>
            <p:cNvSpPr/>
            <p:nvPr/>
          </p:nvSpPr>
          <p:spPr>
            <a:xfrm>
              <a:off x="270433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6">
              <a:extLst>
                <a:ext uri="{FF2B5EF4-FFF2-40B4-BE49-F238E27FC236}">
                  <a16:creationId xmlns:a16="http://schemas.microsoft.com/office/drawing/2014/main" id="{E8FE972D-CD70-3506-A7AA-43C092672C8B}"/>
                </a:ext>
              </a:extLst>
            </p:cNvPr>
            <p:cNvSpPr/>
            <p:nvPr/>
          </p:nvSpPr>
          <p:spPr>
            <a:xfrm>
              <a:off x="271377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7">
              <a:extLst>
                <a:ext uri="{FF2B5EF4-FFF2-40B4-BE49-F238E27FC236}">
                  <a16:creationId xmlns:a16="http://schemas.microsoft.com/office/drawing/2014/main" id="{97855F6F-88D7-55F1-E8AD-3ED3F08E7528}"/>
                </a:ext>
              </a:extLst>
            </p:cNvPr>
            <p:cNvSpPr/>
            <p:nvPr/>
          </p:nvSpPr>
          <p:spPr>
            <a:xfrm>
              <a:off x="272321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8">
              <a:extLst>
                <a:ext uri="{FF2B5EF4-FFF2-40B4-BE49-F238E27FC236}">
                  <a16:creationId xmlns:a16="http://schemas.microsoft.com/office/drawing/2014/main" id="{9D4DD63A-4E14-7878-8671-AFBDE9A94547}"/>
                </a:ext>
              </a:extLst>
            </p:cNvPr>
            <p:cNvSpPr/>
            <p:nvPr/>
          </p:nvSpPr>
          <p:spPr>
            <a:xfrm>
              <a:off x="273265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79">
              <a:extLst>
                <a:ext uri="{FF2B5EF4-FFF2-40B4-BE49-F238E27FC236}">
                  <a16:creationId xmlns:a16="http://schemas.microsoft.com/office/drawing/2014/main" id="{25D9E322-553C-5E77-2A46-C1692FAB2C6C}"/>
                </a:ext>
              </a:extLst>
            </p:cNvPr>
            <p:cNvSpPr/>
            <p:nvPr/>
          </p:nvSpPr>
          <p:spPr>
            <a:xfrm>
              <a:off x="274209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0">
              <a:extLst>
                <a:ext uri="{FF2B5EF4-FFF2-40B4-BE49-F238E27FC236}">
                  <a16:creationId xmlns:a16="http://schemas.microsoft.com/office/drawing/2014/main" id="{AA884C74-1459-8CA5-0F2F-4DA832467BBE}"/>
                </a:ext>
              </a:extLst>
            </p:cNvPr>
            <p:cNvSpPr/>
            <p:nvPr/>
          </p:nvSpPr>
          <p:spPr>
            <a:xfrm>
              <a:off x="275153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1">
              <a:extLst>
                <a:ext uri="{FF2B5EF4-FFF2-40B4-BE49-F238E27FC236}">
                  <a16:creationId xmlns:a16="http://schemas.microsoft.com/office/drawing/2014/main" id="{825B6AA9-CD53-CFBA-AA5A-15D4156B98D0}"/>
                </a:ext>
              </a:extLst>
            </p:cNvPr>
            <p:cNvSpPr/>
            <p:nvPr/>
          </p:nvSpPr>
          <p:spPr>
            <a:xfrm>
              <a:off x="276097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2">
              <a:extLst>
                <a:ext uri="{FF2B5EF4-FFF2-40B4-BE49-F238E27FC236}">
                  <a16:creationId xmlns:a16="http://schemas.microsoft.com/office/drawing/2014/main" id="{DF74B2C2-2F16-F39A-3F49-615726FB58C4}"/>
                </a:ext>
              </a:extLst>
            </p:cNvPr>
            <p:cNvSpPr/>
            <p:nvPr/>
          </p:nvSpPr>
          <p:spPr>
            <a:xfrm>
              <a:off x="277041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3">
              <a:extLst>
                <a:ext uri="{FF2B5EF4-FFF2-40B4-BE49-F238E27FC236}">
                  <a16:creationId xmlns:a16="http://schemas.microsoft.com/office/drawing/2014/main" id="{AA354A13-DE70-1356-6A4F-EC96C5658BE6}"/>
                </a:ext>
              </a:extLst>
            </p:cNvPr>
            <p:cNvSpPr/>
            <p:nvPr/>
          </p:nvSpPr>
          <p:spPr>
            <a:xfrm>
              <a:off x="277985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4">
              <a:extLst>
                <a:ext uri="{FF2B5EF4-FFF2-40B4-BE49-F238E27FC236}">
                  <a16:creationId xmlns:a16="http://schemas.microsoft.com/office/drawing/2014/main" id="{044E9F8C-BB41-F3B6-6288-FF9F6BC115C9}"/>
                </a:ext>
              </a:extLst>
            </p:cNvPr>
            <p:cNvSpPr/>
            <p:nvPr/>
          </p:nvSpPr>
          <p:spPr>
            <a:xfrm>
              <a:off x="278929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5">
              <a:extLst>
                <a:ext uri="{FF2B5EF4-FFF2-40B4-BE49-F238E27FC236}">
                  <a16:creationId xmlns:a16="http://schemas.microsoft.com/office/drawing/2014/main" id="{FCD3555E-F89C-EFEF-F6FC-445D80063126}"/>
                </a:ext>
              </a:extLst>
            </p:cNvPr>
            <p:cNvSpPr/>
            <p:nvPr/>
          </p:nvSpPr>
          <p:spPr>
            <a:xfrm>
              <a:off x="279873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6">
              <a:extLst>
                <a:ext uri="{FF2B5EF4-FFF2-40B4-BE49-F238E27FC236}">
                  <a16:creationId xmlns:a16="http://schemas.microsoft.com/office/drawing/2014/main" id="{C4EFEA64-082D-42D4-7E68-FBF279AAA9D5}"/>
                </a:ext>
              </a:extLst>
            </p:cNvPr>
            <p:cNvSpPr/>
            <p:nvPr/>
          </p:nvSpPr>
          <p:spPr>
            <a:xfrm>
              <a:off x="280817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7">
              <a:extLst>
                <a:ext uri="{FF2B5EF4-FFF2-40B4-BE49-F238E27FC236}">
                  <a16:creationId xmlns:a16="http://schemas.microsoft.com/office/drawing/2014/main" id="{89CBDD41-F9FF-941D-C5E1-DC9B44751CC3}"/>
                </a:ext>
              </a:extLst>
            </p:cNvPr>
            <p:cNvSpPr/>
            <p:nvPr/>
          </p:nvSpPr>
          <p:spPr>
            <a:xfrm>
              <a:off x="281761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8">
              <a:extLst>
                <a:ext uri="{FF2B5EF4-FFF2-40B4-BE49-F238E27FC236}">
                  <a16:creationId xmlns:a16="http://schemas.microsoft.com/office/drawing/2014/main" id="{15295CA6-C02F-0ED4-814E-A18E0001D9DA}"/>
                </a:ext>
              </a:extLst>
            </p:cNvPr>
            <p:cNvSpPr/>
            <p:nvPr/>
          </p:nvSpPr>
          <p:spPr>
            <a:xfrm>
              <a:off x="282705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89">
              <a:extLst>
                <a:ext uri="{FF2B5EF4-FFF2-40B4-BE49-F238E27FC236}">
                  <a16:creationId xmlns:a16="http://schemas.microsoft.com/office/drawing/2014/main" id="{861FBD93-3035-B0CD-0B6B-392AD5281F6C}"/>
                </a:ext>
              </a:extLst>
            </p:cNvPr>
            <p:cNvSpPr/>
            <p:nvPr/>
          </p:nvSpPr>
          <p:spPr>
            <a:xfrm>
              <a:off x="283649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0">
              <a:extLst>
                <a:ext uri="{FF2B5EF4-FFF2-40B4-BE49-F238E27FC236}">
                  <a16:creationId xmlns:a16="http://schemas.microsoft.com/office/drawing/2014/main" id="{BFA6FE86-6CF2-29C7-E87B-D13CAB63BA9C}"/>
                </a:ext>
              </a:extLst>
            </p:cNvPr>
            <p:cNvSpPr/>
            <p:nvPr/>
          </p:nvSpPr>
          <p:spPr>
            <a:xfrm>
              <a:off x="284593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1">
              <a:extLst>
                <a:ext uri="{FF2B5EF4-FFF2-40B4-BE49-F238E27FC236}">
                  <a16:creationId xmlns:a16="http://schemas.microsoft.com/office/drawing/2014/main" id="{EF5F3F64-4EAF-9DC6-27D3-9DA63675326C}"/>
                </a:ext>
              </a:extLst>
            </p:cNvPr>
            <p:cNvSpPr/>
            <p:nvPr/>
          </p:nvSpPr>
          <p:spPr>
            <a:xfrm>
              <a:off x="285538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2">
              <a:extLst>
                <a:ext uri="{FF2B5EF4-FFF2-40B4-BE49-F238E27FC236}">
                  <a16:creationId xmlns:a16="http://schemas.microsoft.com/office/drawing/2014/main" id="{C34BFB8A-8103-3686-390D-CD6E4B90C141}"/>
                </a:ext>
              </a:extLst>
            </p:cNvPr>
            <p:cNvSpPr/>
            <p:nvPr/>
          </p:nvSpPr>
          <p:spPr>
            <a:xfrm>
              <a:off x="286482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3">
              <a:extLst>
                <a:ext uri="{FF2B5EF4-FFF2-40B4-BE49-F238E27FC236}">
                  <a16:creationId xmlns:a16="http://schemas.microsoft.com/office/drawing/2014/main" id="{CFA5BD4C-81BF-6662-C601-041618365E86}"/>
                </a:ext>
              </a:extLst>
            </p:cNvPr>
            <p:cNvSpPr/>
            <p:nvPr/>
          </p:nvSpPr>
          <p:spPr>
            <a:xfrm>
              <a:off x="287426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4">
              <a:extLst>
                <a:ext uri="{FF2B5EF4-FFF2-40B4-BE49-F238E27FC236}">
                  <a16:creationId xmlns:a16="http://schemas.microsoft.com/office/drawing/2014/main" id="{9A5EAD05-5711-73C2-63CA-2C74EDF1EC52}"/>
                </a:ext>
              </a:extLst>
            </p:cNvPr>
            <p:cNvSpPr/>
            <p:nvPr/>
          </p:nvSpPr>
          <p:spPr>
            <a:xfrm>
              <a:off x="288370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5">
              <a:extLst>
                <a:ext uri="{FF2B5EF4-FFF2-40B4-BE49-F238E27FC236}">
                  <a16:creationId xmlns:a16="http://schemas.microsoft.com/office/drawing/2014/main" id="{0F6634CB-774C-7B5D-5F66-8F53612BADBE}"/>
                </a:ext>
              </a:extLst>
            </p:cNvPr>
            <p:cNvSpPr/>
            <p:nvPr/>
          </p:nvSpPr>
          <p:spPr>
            <a:xfrm>
              <a:off x="289314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6">
              <a:extLst>
                <a:ext uri="{FF2B5EF4-FFF2-40B4-BE49-F238E27FC236}">
                  <a16:creationId xmlns:a16="http://schemas.microsoft.com/office/drawing/2014/main" id="{06CA1F76-EC2E-3C81-032A-AD6FCD1DC768}"/>
                </a:ext>
              </a:extLst>
            </p:cNvPr>
            <p:cNvSpPr/>
            <p:nvPr/>
          </p:nvSpPr>
          <p:spPr>
            <a:xfrm>
              <a:off x="290258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7">
              <a:extLst>
                <a:ext uri="{FF2B5EF4-FFF2-40B4-BE49-F238E27FC236}">
                  <a16:creationId xmlns:a16="http://schemas.microsoft.com/office/drawing/2014/main" id="{4DD2BA2E-3EC8-0E61-294A-32899F200138}"/>
                </a:ext>
              </a:extLst>
            </p:cNvPr>
            <p:cNvSpPr/>
            <p:nvPr/>
          </p:nvSpPr>
          <p:spPr>
            <a:xfrm>
              <a:off x="291202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8">
              <a:extLst>
                <a:ext uri="{FF2B5EF4-FFF2-40B4-BE49-F238E27FC236}">
                  <a16:creationId xmlns:a16="http://schemas.microsoft.com/office/drawing/2014/main" id="{7757F125-B5C2-7C73-002E-0E6880A180CB}"/>
                </a:ext>
              </a:extLst>
            </p:cNvPr>
            <p:cNvSpPr/>
            <p:nvPr/>
          </p:nvSpPr>
          <p:spPr>
            <a:xfrm>
              <a:off x="292146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499">
              <a:extLst>
                <a:ext uri="{FF2B5EF4-FFF2-40B4-BE49-F238E27FC236}">
                  <a16:creationId xmlns:a16="http://schemas.microsoft.com/office/drawing/2014/main" id="{36811C89-954F-ECAD-309B-A10A77969120}"/>
                </a:ext>
              </a:extLst>
            </p:cNvPr>
            <p:cNvSpPr/>
            <p:nvPr/>
          </p:nvSpPr>
          <p:spPr>
            <a:xfrm>
              <a:off x="293090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0">
              <a:extLst>
                <a:ext uri="{FF2B5EF4-FFF2-40B4-BE49-F238E27FC236}">
                  <a16:creationId xmlns:a16="http://schemas.microsoft.com/office/drawing/2014/main" id="{F1618597-8CF5-E308-7143-089FD135B9DB}"/>
                </a:ext>
              </a:extLst>
            </p:cNvPr>
            <p:cNvSpPr/>
            <p:nvPr/>
          </p:nvSpPr>
          <p:spPr>
            <a:xfrm>
              <a:off x="294034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1">
              <a:extLst>
                <a:ext uri="{FF2B5EF4-FFF2-40B4-BE49-F238E27FC236}">
                  <a16:creationId xmlns:a16="http://schemas.microsoft.com/office/drawing/2014/main" id="{22403EC1-C349-9D33-7EB8-DCA069CB9A29}"/>
                </a:ext>
              </a:extLst>
            </p:cNvPr>
            <p:cNvSpPr/>
            <p:nvPr/>
          </p:nvSpPr>
          <p:spPr>
            <a:xfrm>
              <a:off x="294978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2">
              <a:extLst>
                <a:ext uri="{FF2B5EF4-FFF2-40B4-BE49-F238E27FC236}">
                  <a16:creationId xmlns:a16="http://schemas.microsoft.com/office/drawing/2014/main" id="{3833CB3E-246D-C521-FDFD-E15DDBEAFAF0}"/>
                </a:ext>
              </a:extLst>
            </p:cNvPr>
            <p:cNvSpPr/>
            <p:nvPr/>
          </p:nvSpPr>
          <p:spPr>
            <a:xfrm>
              <a:off x="295922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3">
              <a:extLst>
                <a:ext uri="{FF2B5EF4-FFF2-40B4-BE49-F238E27FC236}">
                  <a16:creationId xmlns:a16="http://schemas.microsoft.com/office/drawing/2014/main" id="{F5E6E917-ABE7-B19F-1C79-AC69E9A237C8}"/>
                </a:ext>
              </a:extLst>
            </p:cNvPr>
            <p:cNvSpPr/>
            <p:nvPr/>
          </p:nvSpPr>
          <p:spPr>
            <a:xfrm>
              <a:off x="296866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4">
              <a:extLst>
                <a:ext uri="{FF2B5EF4-FFF2-40B4-BE49-F238E27FC236}">
                  <a16:creationId xmlns:a16="http://schemas.microsoft.com/office/drawing/2014/main" id="{7F694336-EE66-C809-6FC8-9238E5D3BADE}"/>
                </a:ext>
              </a:extLst>
            </p:cNvPr>
            <p:cNvSpPr/>
            <p:nvPr/>
          </p:nvSpPr>
          <p:spPr>
            <a:xfrm>
              <a:off x="2978103" y="2694885"/>
              <a:ext cx="922925" cy="914400"/>
            </a:xfrm>
            <a:custGeom>
              <a:avLst/>
              <a:gdLst/>
              <a:ahLst/>
              <a:cxnLst/>
              <a:rect l="0" t="0" r="0" b="0"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5">
              <a:extLst>
                <a:ext uri="{FF2B5EF4-FFF2-40B4-BE49-F238E27FC236}">
                  <a16:creationId xmlns:a16="http://schemas.microsoft.com/office/drawing/2014/main" id="{0DF04C01-69BA-6F15-F90D-D51F3986C374}"/>
                </a:ext>
              </a:extLst>
            </p:cNvPr>
            <p:cNvSpPr/>
            <p:nvPr/>
          </p:nvSpPr>
          <p:spPr>
            <a:xfrm>
              <a:off x="2496650" y="265974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6">
              <a:extLst>
                <a:ext uri="{FF2B5EF4-FFF2-40B4-BE49-F238E27FC236}">
                  <a16:creationId xmlns:a16="http://schemas.microsoft.com/office/drawing/2014/main" id="{10C18A65-D403-25C0-CB7E-A1D4D4B82BB6}"/>
                </a:ext>
              </a:extLst>
            </p:cNvPr>
            <p:cNvSpPr/>
            <p:nvPr/>
          </p:nvSpPr>
          <p:spPr>
            <a:xfrm>
              <a:off x="249665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7">
              <a:extLst>
                <a:ext uri="{FF2B5EF4-FFF2-40B4-BE49-F238E27FC236}">
                  <a16:creationId xmlns:a16="http://schemas.microsoft.com/office/drawing/2014/main" id="{FF9D2C69-27DC-88AD-911E-259FE9D45721}"/>
                </a:ext>
              </a:extLst>
            </p:cNvPr>
            <p:cNvSpPr/>
            <p:nvPr/>
          </p:nvSpPr>
          <p:spPr>
            <a:xfrm>
              <a:off x="250609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8">
              <a:extLst>
                <a:ext uri="{FF2B5EF4-FFF2-40B4-BE49-F238E27FC236}">
                  <a16:creationId xmlns:a16="http://schemas.microsoft.com/office/drawing/2014/main" id="{2C8C1EE7-535C-87B3-09F6-AEBB4134B424}"/>
                </a:ext>
              </a:extLst>
            </p:cNvPr>
            <p:cNvSpPr/>
            <p:nvPr/>
          </p:nvSpPr>
          <p:spPr>
            <a:xfrm>
              <a:off x="251553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09">
              <a:extLst>
                <a:ext uri="{FF2B5EF4-FFF2-40B4-BE49-F238E27FC236}">
                  <a16:creationId xmlns:a16="http://schemas.microsoft.com/office/drawing/2014/main" id="{95D8D6DB-56A7-FA8D-57B4-C597625098C5}"/>
                </a:ext>
              </a:extLst>
            </p:cNvPr>
            <p:cNvSpPr/>
            <p:nvPr/>
          </p:nvSpPr>
          <p:spPr>
            <a:xfrm>
              <a:off x="252497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0">
              <a:extLst>
                <a:ext uri="{FF2B5EF4-FFF2-40B4-BE49-F238E27FC236}">
                  <a16:creationId xmlns:a16="http://schemas.microsoft.com/office/drawing/2014/main" id="{1A5C1967-FDD4-7A50-2584-1D7068B179DF}"/>
                </a:ext>
              </a:extLst>
            </p:cNvPr>
            <p:cNvSpPr/>
            <p:nvPr/>
          </p:nvSpPr>
          <p:spPr>
            <a:xfrm>
              <a:off x="253441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1">
              <a:extLst>
                <a:ext uri="{FF2B5EF4-FFF2-40B4-BE49-F238E27FC236}">
                  <a16:creationId xmlns:a16="http://schemas.microsoft.com/office/drawing/2014/main" id="{5AE87ED7-B585-222C-B902-29A56C83D8A9}"/>
                </a:ext>
              </a:extLst>
            </p:cNvPr>
            <p:cNvSpPr/>
            <p:nvPr/>
          </p:nvSpPr>
          <p:spPr>
            <a:xfrm>
              <a:off x="254385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2">
              <a:extLst>
                <a:ext uri="{FF2B5EF4-FFF2-40B4-BE49-F238E27FC236}">
                  <a16:creationId xmlns:a16="http://schemas.microsoft.com/office/drawing/2014/main" id="{E81B4E0F-125C-69B4-D7F4-D95658282951}"/>
                </a:ext>
              </a:extLst>
            </p:cNvPr>
            <p:cNvSpPr/>
            <p:nvPr/>
          </p:nvSpPr>
          <p:spPr>
            <a:xfrm>
              <a:off x="255329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3">
              <a:extLst>
                <a:ext uri="{FF2B5EF4-FFF2-40B4-BE49-F238E27FC236}">
                  <a16:creationId xmlns:a16="http://schemas.microsoft.com/office/drawing/2014/main" id="{BAAD3A18-EC42-E22D-BCBF-6967E9DABE8F}"/>
                </a:ext>
              </a:extLst>
            </p:cNvPr>
            <p:cNvSpPr/>
            <p:nvPr/>
          </p:nvSpPr>
          <p:spPr>
            <a:xfrm>
              <a:off x="256273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4">
              <a:extLst>
                <a:ext uri="{FF2B5EF4-FFF2-40B4-BE49-F238E27FC236}">
                  <a16:creationId xmlns:a16="http://schemas.microsoft.com/office/drawing/2014/main" id="{8F09FB6E-2C44-54BA-A835-22D69AB41614}"/>
                </a:ext>
              </a:extLst>
            </p:cNvPr>
            <p:cNvSpPr/>
            <p:nvPr/>
          </p:nvSpPr>
          <p:spPr>
            <a:xfrm>
              <a:off x="257217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5">
              <a:extLst>
                <a:ext uri="{FF2B5EF4-FFF2-40B4-BE49-F238E27FC236}">
                  <a16:creationId xmlns:a16="http://schemas.microsoft.com/office/drawing/2014/main" id="{4B52571A-5323-8B2F-A3B1-4369E894C61C}"/>
                </a:ext>
              </a:extLst>
            </p:cNvPr>
            <p:cNvSpPr/>
            <p:nvPr/>
          </p:nvSpPr>
          <p:spPr>
            <a:xfrm>
              <a:off x="258161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6">
              <a:extLst>
                <a:ext uri="{FF2B5EF4-FFF2-40B4-BE49-F238E27FC236}">
                  <a16:creationId xmlns:a16="http://schemas.microsoft.com/office/drawing/2014/main" id="{AA683D62-F52C-68CA-A829-990303575A0D}"/>
                </a:ext>
              </a:extLst>
            </p:cNvPr>
            <p:cNvSpPr/>
            <p:nvPr/>
          </p:nvSpPr>
          <p:spPr>
            <a:xfrm>
              <a:off x="259105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7">
              <a:extLst>
                <a:ext uri="{FF2B5EF4-FFF2-40B4-BE49-F238E27FC236}">
                  <a16:creationId xmlns:a16="http://schemas.microsoft.com/office/drawing/2014/main" id="{4D24F83B-FAEE-975F-7F38-BE3191CB1C75}"/>
                </a:ext>
              </a:extLst>
            </p:cNvPr>
            <p:cNvSpPr/>
            <p:nvPr/>
          </p:nvSpPr>
          <p:spPr>
            <a:xfrm>
              <a:off x="260049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8">
              <a:extLst>
                <a:ext uri="{FF2B5EF4-FFF2-40B4-BE49-F238E27FC236}">
                  <a16:creationId xmlns:a16="http://schemas.microsoft.com/office/drawing/2014/main" id="{44A46996-EBCF-3623-1D1A-400DAFAA5E1B}"/>
                </a:ext>
              </a:extLst>
            </p:cNvPr>
            <p:cNvSpPr/>
            <p:nvPr/>
          </p:nvSpPr>
          <p:spPr>
            <a:xfrm>
              <a:off x="260993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19">
              <a:extLst>
                <a:ext uri="{FF2B5EF4-FFF2-40B4-BE49-F238E27FC236}">
                  <a16:creationId xmlns:a16="http://schemas.microsoft.com/office/drawing/2014/main" id="{6DEA7EF8-86B0-1675-F2EA-A13E3F25B317}"/>
                </a:ext>
              </a:extLst>
            </p:cNvPr>
            <p:cNvSpPr/>
            <p:nvPr/>
          </p:nvSpPr>
          <p:spPr>
            <a:xfrm>
              <a:off x="261937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0">
              <a:extLst>
                <a:ext uri="{FF2B5EF4-FFF2-40B4-BE49-F238E27FC236}">
                  <a16:creationId xmlns:a16="http://schemas.microsoft.com/office/drawing/2014/main" id="{B9925F02-042B-BD4C-31FB-A51AA60E87AC}"/>
                </a:ext>
              </a:extLst>
            </p:cNvPr>
            <p:cNvSpPr/>
            <p:nvPr/>
          </p:nvSpPr>
          <p:spPr>
            <a:xfrm>
              <a:off x="262881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1">
              <a:extLst>
                <a:ext uri="{FF2B5EF4-FFF2-40B4-BE49-F238E27FC236}">
                  <a16:creationId xmlns:a16="http://schemas.microsoft.com/office/drawing/2014/main" id="{783C2897-B0E4-9ED8-65FC-CBEAB0ADE25B}"/>
                </a:ext>
              </a:extLst>
            </p:cNvPr>
            <p:cNvSpPr/>
            <p:nvPr/>
          </p:nvSpPr>
          <p:spPr>
            <a:xfrm>
              <a:off x="263825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2">
              <a:extLst>
                <a:ext uri="{FF2B5EF4-FFF2-40B4-BE49-F238E27FC236}">
                  <a16:creationId xmlns:a16="http://schemas.microsoft.com/office/drawing/2014/main" id="{BE60A619-4F4C-C11C-2AE4-84748F5CB0C5}"/>
                </a:ext>
              </a:extLst>
            </p:cNvPr>
            <p:cNvSpPr/>
            <p:nvPr/>
          </p:nvSpPr>
          <p:spPr>
            <a:xfrm>
              <a:off x="264769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3">
              <a:extLst>
                <a:ext uri="{FF2B5EF4-FFF2-40B4-BE49-F238E27FC236}">
                  <a16:creationId xmlns:a16="http://schemas.microsoft.com/office/drawing/2014/main" id="{63EFCF5D-1BF9-A7BB-B70B-BA1CEDA771E4}"/>
                </a:ext>
              </a:extLst>
            </p:cNvPr>
            <p:cNvSpPr/>
            <p:nvPr/>
          </p:nvSpPr>
          <p:spPr>
            <a:xfrm>
              <a:off x="265713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4">
              <a:extLst>
                <a:ext uri="{FF2B5EF4-FFF2-40B4-BE49-F238E27FC236}">
                  <a16:creationId xmlns:a16="http://schemas.microsoft.com/office/drawing/2014/main" id="{F7779E8B-A9FF-5FF5-F3DD-398C7C1860B1}"/>
                </a:ext>
              </a:extLst>
            </p:cNvPr>
            <p:cNvSpPr/>
            <p:nvPr/>
          </p:nvSpPr>
          <p:spPr>
            <a:xfrm>
              <a:off x="266657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5">
              <a:extLst>
                <a:ext uri="{FF2B5EF4-FFF2-40B4-BE49-F238E27FC236}">
                  <a16:creationId xmlns:a16="http://schemas.microsoft.com/office/drawing/2014/main" id="{81EBB087-C514-0C73-E74D-C1958CD4EAFD}"/>
                </a:ext>
              </a:extLst>
            </p:cNvPr>
            <p:cNvSpPr/>
            <p:nvPr/>
          </p:nvSpPr>
          <p:spPr>
            <a:xfrm>
              <a:off x="267601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6">
              <a:extLst>
                <a:ext uri="{FF2B5EF4-FFF2-40B4-BE49-F238E27FC236}">
                  <a16:creationId xmlns:a16="http://schemas.microsoft.com/office/drawing/2014/main" id="{34287D57-CF54-AD71-3E67-1B97A684D5D3}"/>
                </a:ext>
              </a:extLst>
            </p:cNvPr>
            <p:cNvSpPr/>
            <p:nvPr/>
          </p:nvSpPr>
          <p:spPr>
            <a:xfrm>
              <a:off x="268545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7">
              <a:extLst>
                <a:ext uri="{FF2B5EF4-FFF2-40B4-BE49-F238E27FC236}">
                  <a16:creationId xmlns:a16="http://schemas.microsoft.com/office/drawing/2014/main" id="{15417F0F-9A0E-C629-41C5-F264B8AD1D72}"/>
                </a:ext>
              </a:extLst>
            </p:cNvPr>
            <p:cNvSpPr/>
            <p:nvPr/>
          </p:nvSpPr>
          <p:spPr>
            <a:xfrm>
              <a:off x="269489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8">
              <a:extLst>
                <a:ext uri="{FF2B5EF4-FFF2-40B4-BE49-F238E27FC236}">
                  <a16:creationId xmlns:a16="http://schemas.microsoft.com/office/drawing/2014/main" id="{5E216CDC-6389-AF0C-5A31-5F13B001DF2A}"/>
                </a:ext>
              </a:extLst>
            </p:cNvPr>
            <p:cNvSpPr/>
            <p:nvPr/>
          </p:nvSpPr>
          <p:spPr>
            <a:xfrm>
              <a:off x="270433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29">
              <a:extLst>
                <a:ext uri="{FF2B5EF4-FFF2-40B4-BE49-F238E27FC236}">
                  <a16:creationId xmlns:a16="http://schemas.microsoft.com/office/drawing/2014/main" id="{E7E9D525-5C66-D319-9855-4E92512A33BC}"/>
                </a:ext>
              </a:extLst>
            </p:cNvPr>
            <p:cNvSpPr/>
            <p:nvPr/>
          </p:nvSpPr>
          <p:spPr>
            <a:xfrm>
              <a:off x="271377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0">
              <a:extLst>
                <a:ext uri="{FF2B5EF4-FFF2-40B4-BE49-F238E27FC236}">
                  <a16:creationId xmlns:a16="http://schemas.microsoft.com/office/drawing/2014/main" id="{6C41ECD9-5B63-FD16-D117-3993EE9EE7C3}"/>
                </a:ext>
              </a:extLst>
            </p:cNvPr>
            <p:cNvSpPr/>
            <p:nvPr/>
          </p:nvSpPr>
          <p:spPr>
            <a:xfrm>
              <a:off x="272321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1">
              <a:extLst>
                <a:ext uri="{FF2B5EF4-FFF2-40B4-BE49-F238E27FC236}">
                  <a16:creationId xmlns:a16="http://schemas.microsoft.com/office/drawing/2014/main" id="{430596A7-9B0E-7EFD-9725-DEFD8A276E4A}"/>
                </a:ext>
              </a:extLst>
            </p:cNvPr>
            <p:cNvSpPr/>
            <p:nvPr/>
          </p:nvSpPr>
          <p:spPr>
            <a:xfrm>
              <a:off x="273265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2">
              <a:extLst>
                <a:ext uri="{FF2B5EF4-FFF2-40B4-BE49-F238E27FC236}">
                  <a16:creationId xmlns:a16="http://schemas.microsoft.com/office/drawing/2014/main" id="{5BEC0D9E-9D95-7F7E-C04C-9804CD0AE63A}"/>
                </a:ext>
              </a:extLst>
            </p:cNvPr>
            <p:cNvSpPr/>
            <p:nvPr/>
          </p:nvSpPr>
          <p:spPr>
            <a:xfrm>
              <a:off x="274209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3">
              <a:extLst>
                <a:ext uri="{FF2B5EF4-FFF2-40B4-BE49-F238E27FC236}">
                  <a16:creationId xmlns:a16="http://schemas.microsoft.com/office/drawing/2014/main" id="{CFE359A4-46A2-6478-5628-FCD352C8DCE0}"/>
                </a:ext>
              </a:extLst>
            </p:cNvPr>
            <p:cNvSpPr/>
            <p:nvPr/>
          </p:nvSpPr>
          <p:spPr>
            <a:xfrm>
              <a:off x="275153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4">
              <a:extLst>
                <a:ext uri="{FF2B5EF4-FFF2-40B4-BE49-F238E27FC236}">
                  <a16:creationId xmlns:a16="http://schemas.microsoft.com/office/drawing/2014/main" id="{71D74A2F-CFB7-33BC-B980-D990F60ECB64}"/>
                </a:ext>
              </a:extLst>
            </p:cNvPr>
            <p:cNvSpPr/>
            <p:nvPr/>
          </p:nvSpPr>
          <p:spPr>
            <a:xfrm>
              <a:off x="276097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5">
              <a:extLst>
                <a:ext uri="{FF2B5EF4-FFF2-40B4-BE49-F238E27FC236}">
                  <a16:creationId xmlns:a16="http://schemas.microsoft.com/office/drawing/2014/main" id="{D7BC790F-153D-600A-9CFC-044C698090D2}"/>
                </a:ext>
              </a:extLst>
            </p:cNvPr>
            <p:cNvSpPr/>
            <p:nvPr/>
          </p:nvSpPr>
          <p:spPr>
            <a:xfrm>
              <a:off x="277041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6">
              <a:extLst>
                <a:ext uri="{FF2B5EF4-FFF2-40B4-BE49-F238E27FC236}">
                  <a16:creationId xmlns:a16="http://schemas.microsoft.com/office/drawing/2014/main" id="{D72A6BF9-23D6-F142-7056-D3910088B802}"/>
                </a:ext>
              </a:extLst>
            </p:cNvPr>
            <p:cNvSpPr/>
            <p:nvPr/>
          </p:nvSpPr>
          <p:spPr>
            <a:xfrm>
              <a:off x="277985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7">
              <a:extLst>
                <a:ext uri="{FF2B5EF4-FFF2-40B4-BE49-F238E27FC236}">
                  <a16:creationId xmlns:a16="http://schemas.microsoft.com/office/drawing/2014/main" id="{EA5E82E2-CE97-432F-6BFF-CD6FAF5E2DB2}"/>
                </a:ext>
              </a:extLst>
            </p:cNvPr>
            <p:cNvSpPr/>
            <p:nvPr/>
          </p:nvSpPr>
          <p:spPr>
            <a:xfrm>
              <a:off x="278929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8">
              <a:extLst>
                <a:ext uri="{FF2B5EF4-FFF2-40B4-BE49-F238E27FC236}">
                  <a16:creationId xmlns:a16="http://schemas.microsoft.com/office/drawing/2014/main" id="{5CDA4AB9-84E0-4179-130C-1201A15D2A4F}"/>
                </a:ext>
              </a:extLst>
            </p:cNvPr>
            <p:cNvSpPr/>
            <p:nvPr/>
          </p:nvSpPr>
          <p:spPr>
            <a:xfrm>
              <a:off x="279873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39">
              <a:extLst>
                <a:ext uri="{FF2B5EF4-FFF2-40B4-BE49-F238E27FC236}">
                  <a16:creationId xmlns:a16="http://schemas.microsoft.com/office/drawing/2014/main" id="{8A663F43-AE77-993D-4FBE-13F165CA91B9}"/>
                </a:ext>
              </a:extLst>
            </p:cNvPr>
            <p:cNvSpPr/>
            <p:nvPr/>
          </p:nvSpPr>
          <p:spPr>
            <a:xfrm>
              <a:off x="280817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0">
              <a:extLst>
                <a:ext uri="{FF2B5EF4-FFF2-40B4-BE49-F238E27FC236}">
                  <a16:creationId xmlns:a16="http://schemas.microsoft.com/office/drawing/2014/main" id="{2539B9D7-1817-AF4A-2268-35677B5BE4FE}"/>
                </a:ext>
              </a:extLst>
            </p:cNvPr>
            <p:cNvSpPr/>
            <p:nvPr/>
          </p:nvSpPr>
          <p:spPr>
            <a:xfrm>
              <a:off x="281761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1">
              <a:extLst>
                <a:ext uri="{FF2B5EF4-FFF2-40B4-BE49-F238E27FC236}">
                  <a16:creationId xmlns:a16="http://schemas.microsoft.com/office/drawing/2014/main" id="{C072F9DF-727F-1D4C-807F-1CA82F513173}"/>
                </a:ext>
              </a:extLst>
            </p:cNvPr>
            <p:cNvSpPr/>
            <p:nvPr/>
          </p:nvSpPr>
          <p:spPr>
            <a:xfrm>
              <a:off x="282705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2">
              <a:extLst>
                <a:ext uri="{FF2B5EF4-FFF2-40B4-BE49-F238E27FC236}">
                  <a16:creationId xmlns:a16="http://schemas.microsoft.com/office/drawing/2014/main" id="{3C3D4FBD-405B-1D09-C6FE-1388874DD087}"/>
                </a:ext>
              </a:extLst>
            </p:cNvPr>
            <p:cNvSpPr/>
            <p:nvPr/>
          </p:nvSpPr>
          <p:spPr>
            <a:xfrm>
              <a:off x="283649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3">
              <a:extLst>
                <a:ext uri="{FF2B5EF4-FFF2-40B4-BE49-F238E27FC236}">
                  <a16:creationId xmlns:a16="http://schemas.microsoft.com/office/drawing/2014/main" id="{6DC4300C-0D9F-D9EF-5680-A577A3B6AFC5}"/>
                </a:ext>
              </a:extLst>
            </p:cNvPr>
            <p:cNvSpPr/>
            <p:nvPr/>
          </p:nvSpPr>
          <p:spPr>
            <a:xfrm>
              <a:off x="284593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4">
              <a:extLst>
                <a:ext uri="{FF2B5EF4-FFF2-40B4-BE49-F238E27FC236}">
                  <a16:creationId xmlns:a16="http://schemas.microsoft.com/office/drawing/2014/main" id="{B6EBF5A0-43EE-9F4D-B6F4-98C733A9AD8B}"/>
                </a:ext>
              </a:extLst>
            </p:cNvPr>
            <p:cNvSpPr/>
            <p:nvPr/>
          </p:nvSpPr>
          <p:spPr>
            <a:xfrm>
              <a:off x="285538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5">
              <a:extLst>
                <a:ext uri="{FF2B5EF4-FFF2-40B4-BE49-F238E27FC236}">
                  <a16:creationId xmlns:a16="http://schemas.microsoft.com/office/drawing/2014/main" id="{868420FC-D339-04CE-6139-091C5590546C}"/>
                </a:ext>
              </a:extLst>
            </p:cNvPr>
            <p:cNvSpPr/>
            <p:nvPr/>
          </p:nvSpPr>
          <p:spPr>
            <a:xfrm>
              <a:off x="286482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6">
              <a:extLst>
                <a:ext uri="{FF2B5EF4-FFF2-40B4-BE49-F238E27FC236}">
                  <a16:creationId xmlns:a16="http://schemas.microsoft.com/office/drawing/2014/main" id="{37029621-E61D-075A-100E-0F7EC0E342D0}"/>
                </a:ext>
              </a:extLst>
            </p:cNvPr>
            <p:cNvSpPr/>
            <p:nvPr/>
          </p:nvSpPr>
          <p:spPr>
            <a:xfrm>
              <a:off x="287426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7">
              <a:extLst>
                <a:ext uri="{FF2B5EF4-FFF2-40B4-BE49-F238E27FC236}">
                  <a16:creationId xmlns:a16="http://schemas.microsoft.com/office/drawing/2014/main" id="{B82F2A82-6F25-1B54-39FD-16A270A6CB67}"/>
                </a:ext>
              </a:extLst>
            </p:cNvPr>
            <p:cNvSpPr/>
            <p:nvPr/>
          </p:nvSpPr>
          <p:spPr>
            <a:xfrm>
              <a:off x="288370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8">
              <a:extLst>
                <a:ext uri="{FF2B5EF4-FFF2-40B4-BE49-F238E27FC236}">
                  <a16:creationId xmlns:a16="http://schemas.microsoft.com/office/drawing/2014/main" id="{21E66488-A231-2934-0616-BCD912A9D69E}"/>
                </a:ext>
              </a:extLst>
            </p:cNvPr>
            <p:cNvSpPr/>
            <p:nvPr/>
          </p:nvSpPr>
          <p:spPr>
            <a:xfrm>
              <a:off x="289314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49">
              <a:extLst>
                <a:ext uri="{FF2B5EF4-FFF2-40B4-BE49-F238E27FC236}">
                  <a16:creationId xmlns:a16="http://schemas.microsoft.com/office/drawing/2014/main" id="{E6390C6B-F54C-694F-F7FD-81C77A3ABC49}"/>
                </a:ext>
              </a:extLst>
            </p:cNvPr>
            <p:cNvSpPr/>
            <p:nvPr/>
          </p:nvSpPr>
          <p:spPr>
            <a:xfrm>
              <a:off x="290258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0">
              <a:extLst>
                <a:ext uri="{FF2B5EF4-FFF2-40B4-BE49-F238E27FC236}">
                  <a16:creationId xmlns:a16="http://schemas.microsoft.com/office/drawing/2014/main" id="{2BC6B48C-F4C0-ACBF-F439-40CC3008A654}"/>
                </a:ext>
              </a:extLst>
            </p:cNvPr>
            <p:cNvSpPr/>
            <p:nvPr/>
          </p:nvSpPr>
          <p:spPr>
            <a:xfrm>
              <a:off x="291202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1">
              <a:extLst>
                <a:ext uri="{FF2B5EF4-FFF2-40B4-BE49-F238E27FC236}">
                  <a16:creationId xmlns:a16="http://schemas.microsoft.com/office/drawing/2014/main" id="{F4E07224-359A-707C-562E-D5F4438F5B82}"/>
                </a:ext>
              </a:extLst>
            </p:cNvPr>
            <p:cNvSpPr/>
            <p:nvPr/>
          </p:nvSpPr>
          <p:spPr>
            <a:xfrm>
              <a:off x="292146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2">
              <a:extLst>
                <a:ext uri="{FF2B5EF4-FFF2-40B4-BE49-F238E27FC236}">
                  <a16:creationId xmlns:a16="http://schemas.microsoft.com/office/drawing/2014/main" id="{691165E6-D69B-256C-9245-B93D6914DC7B}"/>
                </a:ext>
              </a:extLst>
            </p:cNvPr>
            <p:cNvSpPr/>
            <p:nvPr/>
          </p:nvSpPr>
          <p:spPr>
            <a:xfrm>
              <a:off x="293090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3">
              <a:extLst>
                <a:ext uri="{FF2B5EF4-FFF2-40B4-BE49-F238E27FC236}">
                  <a16:creationId xmlns:a16="http://schemas.microsoft.com/office/drawing/2014/main" id="{74AF1848-2DF3-AEF2-A95C-1CE94979344E}"/>
                </a:ext>
              </a:extLst>
            </p:cNvPr>
            <p:cNvSpPr/>
            <p:nvPr/>
          </p:nvSpPr>
          <p:spPr>
            <a:xfrm>
              <a:off x="294034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4">
              <a:extLst>
                <a:ext uri="{FF2B5EF4-FFF2-40B4-BE49-F238E27FC236}">
                  <a16:creationId xmlns:a16="http://schemas.microsoft.com/office/drawing/2014/main" id="{C94016DA-A259-CE5B-26ED-9559DA4A105F}"/>
                </a:ext>
              </a:extLst>
            </p:cNvPr>
            <p:cNvSpPr/>
            <p:nvPr/>
          </p:nvSpPr>
          <p:spPr>
            <a:xfrm>
              <a:off x="294978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5">
              <a:extLst>
                <a:ext uri="{FF2B5EF4-FFF2-40B4-BE49-F238E27FC236}">
                  <a16:creationId xmlns:a16="http://schemas.microsoft.com/office/drawing/2014/main" id="{976F4E1B-64BA-74D6-C94C-A42AFEF135C6}"/>
                </a:ext>
              </a:extLst>
            </p:cNvPr>
            <p:cNvSpPr/>
            <p:nvPr/>
          </p:nvSpPr>
          <p:spPr>
            <a:xfrm>
              <a:off x="295922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6">
              <a:extLst>
                <a:ext uri="{FF2B5EF4-FFF2-40B4-BE49-F238E27FC236}">
                  <a16:creationId xmlns:a16="http://schemas.microsoft.com/office/drawing/2014/main" id="{EAD3CC34-35FB-0A37-E8C0-B94385C59186}"/>
                </a:ext>
              </a:extLst>
            </p:cNvPr>
            <p:cNvSpPr/>
            <p:nvPr/>
          </p:nvSpPr>
          <p:spPr>
            <a:xfrm>
              <a:off x="296866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7">
              <a:extLst>
                <a:ext uri="{FF2B5EF4-FFF2-40B4-BE49-F238E27FC236}">
                  <a16:creationId xmlns:a16="http://schemas.microsoft.com/office/drawing/2014/main" id="{5B9A09E7-5AA0-4288-83B7-83743FEF535F}"/>
                </a:ext>
              </a:extLst>
            </p:cNvPr>
            <p:cNvSpPr/>
            <p:nvPr/>
          </p:nvSpPr>
          <p:spPr>
            <a:xfrm>
              <a:off x="2978103" y="267731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8">
              <a:extLst>
                <a:ext uri="{FF2B5EF4-FFF2-40B4-BE49-F238E27FC236}">
                  <a16:creationId xmlns:a16="http://schemas.microsoft.com/office/drawing/2014/main" id="{621831B0-128E-7296-C031-8F4BBDC909E0}"/>
                </a:ext>
              </a:extLst>
            </p:cNvPr>
            <p:cNvSpPr/>
            <p:nvPr/>
          </p:nvSpPr>
          <p:spPr>
            <a:xfrm>
              <a:off x="2987543" y="2659746"/>
              <a:ext cx="916920" cy="927639"/>
            </a:xfrm>
            <a:custGeom>
              <a:avLst/>
              <a:gdLst/>
              <a:ahLst/>
              <a:cxnLst/>
              <a:rect l="0" t="0" r="0" b="0"/>
              <a:pathLst>
                <a:path w="916920" h="927639">
                  <a:moveTo>
                    <a:pt x="914400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400" y="92763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59">
              <a:extLst>
                <a:ext uri="{FF2B5EF4-FFF2-40B4-BE49-F238E27FC236}">
                  <a16:creationId xmlns:a16="http://schemas.microsoft.com/office/drawing/2014/main" id="{14666863-D303-F1C9-4DDF-8D5B3E522806}"/>
                </a:ext>
              </a:extLst>
            </p:cNvPr>
            <p:cNvSpPr/>
            <p:nvPr/>
          </p:nvSpPr>
          <p:spPr>
            <a:xfrm>
              <a:off x="2496650" y="264217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0">
              <a:extLst>
                <a:ext uri="{FF2B5EF4-FFF2-40B4-BE49-F238E27FC236}">
                  <a16:creationId xmlns:a16="http://schemas.microsoft.com/office/drawing/2014/main" id="{4BD05DEF-9890-E013-5D43-2C98148DF065}"/>
                </a:ext>
              </a:extLst>
            </p:cNvPr>
            <p:cNvSpPr/>
            <p:nvPr/>
          </p:nvSpPr>
          <p:spPr>
            <a:xfrm>
              <a:off x="249665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1">
              <a:extLst>
                <a:ext uri="{FF2B5EF4-FFF2-40B4-BE49-F238E27FC236}">
                  <a16:creationId xmlns:a16="http://schemas.microsoft.com/office/drawing/2014/main" id="{32C68533-2B57-1380-543F-D6F74E223017}"/>
                </a:ext>
              </a:extLst>
            </p:cNvPr>
            <p:cNvSpPr/>
            <p:nvPr/>
          </p:nvSpPr>
          <p:spPr>
            <a:xfrm>
              <a:off x="250609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2">
              <a:extLst>
                <a:ext uri="{FF2B5EF4-FFF2-40B4-BE49-F238E27FC236}">
                  <a16:creationId xmlns:a16="http://schemas.microsoft.com/office/drawing/2014/main" id="{BB15C48E-B527-3AA2-7099-9F20ACC1B481}"/>
                </a:ext>
              </a:extLst>
            </p:cNvPr>
            <p:cNvSpPr/>
            <p:nvPr/>
          </p:nvSpPr>
          <p:spPr>
            <a:xfrm>
              <a:off x="251553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3">
              <a:extLst>
                <a:ext uri="{FF2B5EF4-FFF2-40B4-BE49-F238E27FC236}">
                  <a16:creationId xmlns:a16="http://schemas.microsoft.com/office/drawing/2014/main" id="{96E41379-0100-ADC7-D45D-E968BA95D4D8}"/>
                </a:ext>
              </a:extLst>
            </p:cNvPr>
            <p:cNvSpPr/>
            <p:nvPr/>
          </p:nvSpPr>
          <p:spPr>
            <a:xfrm>
              <a:off x="252497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4">
              <a:extLst>
                <a:ext uri="{FF2B5EF4-FFF2-40B4-BE49-F238E27FC236}">
                  <a16:creationId xmlns:a16="http://schemas.microsoft.com/office/drawing/2014/main" id="{4E9FFB04-D9AC-ED16-0E77-3A26F62AD5E1}"/>
                </a:ext>
              </a:extLst>
            </p:cNvPr>
            <p:cNvSpPr/>
            <p:nvPr/>
          </p:nvSpPr>
          <p:spPr>
            <a:xfrm>
              <a:off x="253441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5">
              <a:extLst>
                <a:ext uri="{FF2B5EF4-FFF2-40B4-BE49-F238E27FC236}">
                  <a16:creationId xmlns:a16="http://schemas.microsoft.com/office/drawing/2014/main" id="{2C76CC2E-C2AD-ADFD-0943-EC3200F4EC66}"/>
                </a:ext>
              </a:extLst>
            </p:cNvPr>
            <p:cNvSpPr/>
            <p:nvPr/>
          </p:nvSpPr>
          <p:spPr>
            <a:xfrm>
              <a:off x="254385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6">
              <a:extLst>
                <a:ext uri="{FF2B5EF4-FFF2-40B4-BE49-F238E27FC236}">
                  <a16:creationId xmlns:a16="http://schemas.microsoft.com/office/drawing/2014/main" id="{DA4BFC66-AB01-AF24-47FA-3BE329049B77}"/>
                </a:ext>
              </a:extLst>
            </p:cNvPr>
            <p:cNvSpPr/>
            <p:nvPr/>
          </p:nvSpPr>
          <p:spPr>
            <a:xfrm>
              <a:off x="255329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7">
              <a:extLst>
                <a:ext uri="{FF2B5EF4-FFF2-40B4-BE49-F238E27FC236}">
                  <a16:creationId xmlns:a16="http://schemas.microsoft.com/office/drawing/2014/main" id="{C9AFB598-2E2D-7765-C4C2-3299CE12B92D}"/>
                </a:ext>
              </a:extLst>
            </p:cNvPr>
            <p:cNvSpPr/>
            <p:nvPr/>
          </p:nvSpPr>
          <p:spPr>
            <a:xfrm>
              <a:off x="256273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8">
              <a:extLst>
                <a:ext uri="{FF2B5EF4-FFF2-40B4-BE49-F238E27FC236}">
                  <a16:creationId xmlns:a16="http://schemas.microsoft.com/office/drawing/2014/main" id="{9FEB78F7-B2BF-1B91-C56B-5F8155DD4CB7}"/>
                </a:ext>
              </a:extLst>
            </p:cNvPr>
            <p:cNvSpPr/>
            <p:nvPr/>
          </p:nvSpPr>
          <p:spPr>
            <a:xfrm>
              <a:off x="257217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69">
              <a:extLst>
                <a:ext uri="{FF2B5EF4-FFF2-40B4-BE49-F238E27FC236}">
                  <a16:creationId xmlns:a16="http://schemas.microsoft.com/office/drawing/2014/main" id="{0CD8F816-F3CE-6316-4430-3FDBADA6AF15}"/>
                </a:ext>
              </a:extLst>
            </p:cNvPr>
            <p:cNvSpPr/>
            <p:nvPr/>
          </p:nvSpPr>
          <p:spPr>
            <a:xfrm>
              <a:off x="258161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0">
              <a:extLst>
                <a:ext uri="{FF2B5EF4-FFF2-40B4-BE49-F238E27FC236}">
                  <a16:creationId xmlns:a16="http://schemas.microsoft.com/office/drawing/2014/main" id="{1DB3011D-D9D5-ADE2-B947-380A65FC1FCD}"/>
                </a:ext>
              </a:extLst>
            </p:cNvPr>
            <p:cNvSpPr/>
            <p:nvPr/>
          </p:nvSpPr>
          <p:spPr>
            <a:xfrm>
              <a:off x="259105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1">
              <a:extLst>
                <a:ext uri="{FF2B5EF4-FFF2-40B4-BE49-F238E27FC236}">
                  <a16:creationId xmlns:a16="http://schemas.microsoft.com/office/drawing/2014/main" id="{0E71D72C-5F6A-EC64-2E15-D5A601F7B701}"/>
                </a:ext>
              </a:extLst>
            </p:cNvPr>
            <p:cNvSpPr/>
            <p:nvPr/>
          </p:nvSpPr>
          <p:spPr>
            <a:xfrm>
              <a:off x="260049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2">
              <a:extLst>
                <a:ext uri="{FF2B5EF4-FFF2-40B4-BE49-F238E27FC236}">
                  <a16:creationId xmlns:a16="http://schemas.microsoft.com/office/drawing/2014/main" id="{50685DED-D9F5-BE75-4C9E-636CE1A1E95E}"/>
                </a:ext>
              </a:extLst>
            </p:cNvPr>
            <p:cNvSpPr/>
            <p:nvPr/>
          </p:nvSpPr>
          <p:spPr>
            <a:xfrm>
              <a:off x="260993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3">
              <a:extLst>
                <a:ext uri="{FF2B5EF4-FFF2-40B4-BE49-F238E27FC236}">
                  <a16:creationId xmlns:a16="http://schemas.microsoft.com/office/drawing/2014/main" id="{0912031B-E811-EC88-331C-B29A4365A62A}"/>
                </a:ext>
              </a:extLst>
            </p:cNvPr>
            <p:cNvSpPr/>
            <p:nvPr/>
          </p:nvSpPr>
          <p:spPr>
            <a:xfrm>
              <a:off x="261937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4">
              <a:extLst>
                <a:ext uri="{FF2B5EF4-FFF2-40B4-BE49-F238E27FC236}">
                  <a16:creationId xmlns:a16="http://schemas.microsoft.com/office/drawing/2014/main" id="{F5D52755-5248-451A-8EB3-C5FE21B92859}"/>
                </a:ext>
              </a:extLst>
            </p:cNvPr>
            <p:cNvSpPr/>
            <p:nvPr/>
          </p:nvSpPr>
          <p:spPr>
            <a:xfrm>
              <a:off x="262881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5">
              <a:extLst>
                <a:ext uri="{FF2B5EF4-FFF2-40B4-BE49-F238E27FC236}">
                  <a16:creationId xmlns:a16="http://schemas.microsoft.com/office/drawing/2014/main" id="{94187B03-1B04-B6C0-13FF-F149C90FD778}"/>
                </a:ext>
              </a:extLst>
            </p:cNvPr>
            <p:cNvSpPr/>
            <p:nvPr/>
          </p:nvSpPr>
          <p:spPr>
            <a:xfrm>
              <a:off x="263825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6">
              <a:extLst>
                <a:ext uri="{FF2B5EF4-FFF2-40B4-BE49-F238E27FC236}">
                  <a16:creationId xmlns:a16="http://schemas.microsoft.com/office/drawing/2014/main" id="{D782FA7E-E8A2-2D13-2FB6-C5E8116835F4}"/>
                </a:ext>
              </a:extLst>
            </p:cNvPr>
            <p:cNvSpPr/>
            <p:nvPr/>
          </p:nvSpPr>
          <p:spPr>
            <a:xfrm>
              <a:off x="264769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7">
              <a:extLst>
                <a:ext uri="{FF2B5EF4-FFF2-40B4-BE49-F238E27FC236}">
                  <a16:creationId xmlns:a16="http://schemas.microsoft.com/office/drawing/2014/main" id="{F2612B50-6A77-0F54-707E-2E9322E57515}"/>
                </a:ext>
              </a:extLst>
            </p:cNvPr>
            <p:cNvSpPr/>
            <p:nvPr/>
          </p:nvSpPr>
          <p:spPr>
            <a:xfrm>
              <a:off x="265713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8">
              <a:extLst>
                <a:ext uri="{FF2B5EF4-FFF2-40B4-BE49-F238E27FC236}">
                  <a16:creationId xmlns:a16="http://schemas.microsoft.com/office/drawing/2014/main" id="{BE40B363-88FD-EE3A-689A-D5862C494C3F}"/>
                </a:ext>
              </a:extLst>
            </p:cNvPr>
            <p:cNvSpPr/>
            <p:nvPr/>
          </p:nvSpPr>
          <p:spPr>
            <a:xfrm>
              <a:off x="266657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79">
              <a:extLst>
                <a:ext uri="{FF2B5EF4-FFF2-40B4-BE49-F238E27FC236}">
                  <a16:creationId xmlns:a16="http://schemas.microsoft.com/office/drawing/2014/main" id="{F692D72E-8C8E-C467-5A29-5793A942302B}"/>
                </a:ext>
              </a:extLst>
            </p:cNvPr>
            <p:cNvSpPr/>
            <p:nvPr/>
          </p:nvSpPr>
          <p:spPr>
            <a:xfrm>
              <a:off x="267601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0">
              <a:extLst>
                <a:ext uri="{FF2B5EF4-FFF2-40B4-BE49-F238E27FC236}">
                  <a16:creationId xmlns:a16="http://schemas.microsoft.com/office/drawing/2014/main" id="{92ED4A02-C911-1ED6-9439-A143DFB26F3C}"/>
                </a:ext>
              </a:extLst>
            </p:cNvPr>
            <p:cNvSpPr/>
            <p:nvPr/>
          </p:nvSpPr>
          <p:spPr>
            <a:xfrm>
              <a:off x="268545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1">
              <a:extLst>
                <a:ext uri="{FF2B5EF4-FFF2-40B4-BE49-F238E27FC236}">
                  <a16:creationId xmlns:a16="http://schemas.microsoft.com/office/drawing/2014/main" id="{0158B0CC-97EA-F246-C5B5-770255FBF5EB}"/>
                </a:ext>
              </a:extLst>
            </p:cNvPr>
            <p:cNvSpPr/>
            <p:nvPr/>
          </p:nvSpPr>
          <p:spPr>
            <a:xfrm>
              <a:off x="269489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2">
              <a:extLst>
                <a:ext uri="{FF2B5EF4-FFF2-40B4-BE49-F238E27FC236}">
                  <a16:creationId xmlns:a16="http://schemas.microsoft.com/office/drawing/2014/main" id="{EAB7C609-5EE2-1CD3-77DD-5FF9C42A059C}"/>
                </a:ext>
              </a:extLst>
            </p:cNvPr>
            <p:cNvSpPr/>
            <p:nvPr/>
          </p:nvSpPr>
          <p:spPr>
            <a:xfrm>
              <a:off x="270433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3">
              <a:extLst>
                <a:ext uri="{FF2B5EF4-FFF2-40B4-BE49-F238E27FC236}">
                  <a16:creationId xmlns:a16="http://schemas.microsoft.com/office/drawing/2014/main" id="{F88AD03A-E08B-D2EE-598F-C698062530DA}"/>
                </a:ext>
              </a:extLst>
            </p:cNvPr>
            <p:cNvSpPr/>
            <p:nvPr/>
          </p:nvSpPr>
          <p:spPr>
            <a:xfrm>
              <a:off x="271377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4">
              <a:extLst>
                <a:ext uri="{FF2B5EF4-FFF2-40B4-BE49-F238E27FC236}">
                  <a16:creationId xmlns:a16="http://schemas.microsoft.com/office/drawing/2014/main" id="{F804206F-5AF2-2653-C151-FA1D0E891363}"/>
                </a:ext>
              </a:extLst>
            </p:cNvPr>
            <p:cNvSpPr/>
            <p:nvPr/>
          </p:nvSpPr>
          <p:spPr>
            <a:xfrm>
              <a:off x="272321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5">
              <a:extLst>
                <a:ext uri="{FF2B5EF4-FFF2-40B4-BE49-F238E27FC236}">
                  <a16:creationId xmlns:a16="http://schemas.microsoft.com/office/drawing/2014/main" id="{0BB6D5D1-F72C-1A58-8F9D-05CF0AF04CB4}"/>
                </a:ext>
              </a:extLst>
            </p:cNvPr>
            <p:cNvSpPr/>
            <p:nvPr/>
          </p:nvSpPr>
          <p:spPr>
            <a:xfrm>
              <a:off x="273265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6">
              <a:extLst>
                <a:ext uri="{FF2B5EF4-FFF2-40B4-BE49-F238E27FC236}">
                  <a16:creationId xmlns:a16="http://schemas.microsoft.com/office/drawing/2014/main" id="{2DDC50CE-04B3-1B83-6F04-9DF08CF3CE04}"/>
                </a:ext>
              </a:extLst>
            </p:cNvPr>
            <p:cNvSpPr/>
            <p:nvPr/>
          </p:nvSpPr>
          <p:spPr>
            <a:xfrm>
              <a:off x="274209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7">
              <a:extLst>
                <a:ext uri="{FF2B5EF4-FFF2-40B4-BE49-F238E27FC236}">
                  <a16:creationId xmlns:a16="http://schemas.microsoft.com/office/drawing/2014/main" id="{9CB7D479-A195-DCC7-0F83-6587DC40BA55}"/>
                </a:ext>
              </a:extLst>
            </p:cNvPr>
            <p:cNvSpPr/>
            <p:nvPr/>
          </p:nvSpPr>
          <p:spPr>
            <a:xfrm>
              <a:off x="275153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8">
              <a:extLst>
                <a:ext uri="{FF2B5EF4-FFF2-40B4-BE49-F238E27FC236}">
                  <a16:creationId xmlns:a16="http://schemas.microsoft.com/office/drawing/2014/main" id="{E279EEF4-A063-3197-EBB0-D654C3CEA02E}"/>
                </a:ext>
              </a:extLst>
            </p:cNvPr>
            <p:cNvSpPr/>
            <p:nvPr/>
          </p:nvSpPr>
          <p:spPr>
            <a:xfrm>
              <a:off x="276097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89">
              <a:extLst>
                <a:ext uri="{FF2B5EF4-FFF2-40B4-BE49-F238E27FC236}">
                  <a16:creationId xmlns:a16="http://schemas.microsoft.com/office/drawing/2014/main" id="{593D9948-F0CA-1A09-753D-C55A547CDA57}"/>
                </a:ext>
              </a:extLst>
            </p:cNvPr>
            <p:cNvSpPr/>
            <p:nvPr/>
          </p:nvSpPr>
          <p:spPr>
            <a:xfrm>
              <a:off x="277041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0">
              <a:extLst>
                <a:ext uri="{FF2B5EF4-FFF2-40B4-BE49-F238E27FC236}">
                  <a16:creationId xmlns:a16="http://schemas.microsoft.com/office/drawing/2014/main" id="{75B2CC43-CD86-78D0-3428-5B10D666862A}"/>
                </a:ext>
              </a:extLst>
            </p:cNvPr>
            <p:cNvSpPr/>
            <p:nvPr/>
          </p:nvSpPr>
          <p:spPr>
            <a:xfrm>
              <a:off x="277985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1">
              <a:extLst>
                <a:ext uri="{FF2B5EF4-FFF2-40B4-BE49-F238E27FC236}">
                  <a16:creationId xmlns:a16="http://schemas.microsoft.com/office/drawing/2014/main" id="{24C92746-6596-5780-0760-A434A8200A42}"/>
                </a:ext>
              </a:extLst>
            </p:cNvPr>
            <p:cNvSpPr/>
            <p:nvPr/>
          </p:nvSpPr>
          <p:spPr>
            <a:xfrm>
              <a:off x="278929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2">
              <a:extLst>
                <a:ext uri="{FF2B5EF4-FFF2-40B4-BE49-F238E27FC236}">
                  <a16:creationId xmlns:a16="http://schemas.microsoft.com/office/drawing/2014/main" id="{D17CDA6F-5B7F-7BE2-CE8F-18EC1481C7EE}"/>
                </a:ext>
              </a:extLst>
            </p:cNvPr>
            <p:cNvSpPr/>
            <p:nvPr/>
          </p:nvSpPr>
          <p:spPr>
            <a:xfrm>
              <a:off x="279873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3">
              <a:extLst>
                <a:ext uri="{FF2B5EF4-FFF2-40B4-BE49-F238E27FC236}">
                  <a16:creationId xmlns:a16="http://schemas.microsoft.com/office/drawing/2014/main" id="{2A91BE87-C267-D624-81F1-07046327F81F}"/>
                </a:ext>
              </a:extLst>
            </p:cNvPr>
            <p:cNvSpPr/>
            <p:nvPr/>
          </p:nvSpPr>
          <p:spPr>
            <a:xfrm>
              <a:off x="280817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4">
              <a:extLst>
                <a:ext uri="{FF2B5EF4-FFF2-40B4-BE49-F238E27FC236}">
                  <a16:creationId xmlns:a16="http://schemas.microsoft.com/office/drawing/2014/main" id="{6B2AB88A-7E7E-4558-0693-C1DF2C9019C4}"/>
                </a:ext>
              </a:extLst>
            </p:cNvPr>
            <p:cNvSpPr/>
            <p:nvPr/>
          </p:nvSpPr>
          <p:spPr>
            <a:xfrm>
              <a:off x="281761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5">
              <a:extLst>
                <a:ext uri="{FF2B5EF4-FFF2-40B4-BE49-F238E27FC236}">
                  <a16:creationId xmlns:a16="http://schemas.microsoft.com/office/drawing/2014/main" id="{5857EEA2-619D-00D0-2722-CFAEF0E0A582}"/>
                </a:ext>
              </a:extLst>
            </p:cNvPr>
            <p:cNvSpPr/>
            <p:nvPr/>
          </p:nvSpPr>
          <p:spPr>
            <a:xfrm>
              <a:off x="282705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6">
              <a:extLst>
                <a:ext uri="{FF2B5EF4-FFF2-40B4-BE49-F238E27FC236}">
                  <a16:creationId xmlns:a16="http://schemas.microsoft.com/office/drawing/2014/main" id="{20E8674B-4861-9D2E-3830-EEEB180E39CB}"/>
                </a:ext>
              </a:extLst>
            </p:cNvPr>
            <p:cNvSpPr/>
            <p:nvPr/>
          </p:nvSpPr>
          <p:spPr>
            <a:xfrm>
              <a:off x="283649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7">
              <a:extLst>
                <a:ext uri="{FF2B5EF4-FFF2-40B4-BE49-F238E27FC236}">
                  <a16:creationId xmlns:a16="http://schemas.microsoft.com/office/drawing/2014/main" id="{73FE4477-D59F-CD0A-B26B-6941E8DB5D85}"/>
                </a:ext>
              </a:extLst>
            </p:cNvPr>
            <p:cNvSpPr/>
            <p:nvPr/>
          </p:nvSpPr>
          <p:spPr>
            <a:xfrm>
              <a:off x="284593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8">
              <a:extLst>
                <a:ext uri="{FF2B5EF4-FFF2-40B4-BE49-F238E27FC236}">
                  <a16:creationId xmlns:a16="http://schemas.microsoft.com/office/drawing/2014/main" id="{7F64E39F-5C85-4D84-75F3-E8367889666E}"/>
                </a:ext>
              </a:extLst>
            </p:cNvPr>
            <p:cNvSpPr/>
            <p:nvPr/>
          </p:nvSpPr>
          <p:spPr>
            <a:xfrm>
              <a:off x="285538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599">
              <a:extLst>
                <a:ext uri="{FF2B5EF4-FFF2-40B4-BE49-F238E27FC236}">
                  <a16:creationId xmlns:a16="http://schemas.microsoft.com/office/drawing/2014/main" id="{25377606-F619-49DD-A657-9763EBF09D50}"/>
                </a:ext>
              </a:extLst>
            </p:cNvPr>
            <p:cNvSpPr/>
            <p:nvPr/>
          </p:nvSpPr>
          <p:spPr>
            <a:xfrm>
              <a:off x="286482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0">
              <a:extLst>
                <a:ext uri="{FF2B5EF4-FFF2-40B4-BE49-F238E27FC236}">
                  <a16:creationId xmlns:a16="http://schemas.microsoft.com/office/drawing/2014/main" id="{7DB34233-C0C0-43A6-CC94-222163F9CC5A}"/>
                </a:ext>
              </a:extLst>
            </p:cNvPr>
            <p:cNvSpPr/>
            <p:nvPr/>
          </p:nvSpPr>
          <p:spPr>
            <a:xfrm>
              <a:off x="287426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1">
              <a:extLst>
                <a:ext uri="{FF2B5EF4-FFF2-40B4-BE49-F238E27FC236}">
                  <a16:creationId xmlns:a16="http://schemas.microsoft.com/office/drawing/2014/main" id="{ED80FCD2-424E-0DE1-E023-16D1243DD049}"/>
                </a:ext>
              </a:extLst>
            </p:cNvPr>
            <p:cNvSpPr/>
            <p:nvPr/>
          </p:nvSpPr>
          <p:spPr>
            <a:xfrm>
              <a:off x="288370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2">
              <a:extLst>
                <a:ext uri="{FF2B5EF4-FFF2-40B4-BE49-F238E27FC236}">
                  <a16:creationId xmlns:a16="http://schemas.microsoft.com/office/drawing/2014/main" id="{23D251E2-594D-5BB1-2703-1BE295332A09}"/>
                </a:ext>
              </a:extLst>
            </p:cNvPr>
            <p:cNvSpPr/>
            <p:nvPr/>
          </p:nvSpPr>
          <p:spPr>
            <a:xfrm>
              <a:off x="289314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3">
              <a:extLst>
                <a:ext uri="{FF2B5EF4-FFF2-40B4-BE49-F238E27FC236}">
                  <a16:creationId xmlns:a16="http://schemas.microsoft.com/office/drawing/2014/main" id="{FF0330F6-5DCC-B264-FC9B-9B647A93282C}"/>
                </a:ext>
              </a:extLst>
            </p:cNvPr>
            <p:cNvSpPr/>
            <p:nvPr/>
          </p:nvSpPr>
          <p:spPr>
            <a:xfrm>
              <a:off x="290258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4">
              <a:extLst>
                <a:ext uri="{FF2B5EF4-FFF2-40B4-BE49-F238E27FC236}">
                  <a16:creationId xmlns:a16="http://schemas.microsoft.com/office/drawing/2014/main" id="{371F7B49-E8D1-4364-F7E3-B2299F197392}"/>
                </a:ext>
              </a:extLst>
            </p:cNvPr>
            <p:cNvSpPr/>
            <p:nvPr/>
          </p:nvSpPr>
          <p:spPr>
            <a:xfrm>
              <a:off x="291202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5">
              <a:extLst>
                <a:ext uri="{FF2B5EF4-FFF2-40B4-BE49-F238E27FC236}">
                  <a16:creationId xmlns:a16="http://schemas.microsoft.com/office/drawing/2014/main" id="{6137CC37-102A-F417-3CBC-0742FAC8B010}"/>
                </a:ext>
              </a:extLst>
            </p:cNvPr>
            <p:cNvSpPr/>
            <p:nvPr/>
          </p:nvSpPr>
          <p:spPr>
            <a:xfrm>
              <a:off x="292146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6">
              <a:extLst>
                <a:ext uri="{FF2B5EF4-FFF2-40B4-BE49-F238E27FC236}">
                  <a16:creationId xmlns:a16="http://schemas.microsoft.com/office/drawing/2014/main" id="{6EFB283B-52D7-0F01-B79F-8324215AD46F}"/>
                </a:ext>
              </a:extLst>
            </p:cNvPr>
            <p:cNvSpPr/>
            <p:nvPr/>
          </p:nvSpPr>
          <p:spPr>
            <a:xfrm>
              <a:off x="293090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7">
              <a:extLst>
                <a:ext uri="{FF2B5EF4-FFF2-40B4-BE49-F238E27FC236}">
                  <a16:creationId xmlns:a16="http://schemas.microsoft.com/office/drawing/2014/main" id="{631248E4-1369-B594-326E-53FE0AC365A6}"/>
                </a:ext>
              </a:extLst>
            </p:cNvPr>
            <p:cNvSpPr/>
            <p:nvPr/>
          </p:nvSpPr>
          <p:spPr>
            <a:xfrm>
              <a:off x="294034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8">
              <a:extLst>
                <a:ext uri="{FF2B5EF4-FFF2-40B4-BE49-F238E27FC236}">
                  <a16:creationId xmlns:a16="http://schemas.microsoft.com/office/drawing/2014/main" id="{5EE6133D-D490-52E7-4C6F-3811300CEADB}"/>
                </a:ext>
              </a:extLst>
            </p:cNvPr>
            <p:cNvSpPr/>
            <p:nvPr/>
          </p:nvSpPr>
          <p:spPr>
            <a:xfrm>
              <a:off x="294978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09">
              <a:extLst>
                <a:ext uri="{FF2B5EF4-FFF2-40B4-BE49-F238E27FC236}">
                  <a16:creationId xmlns:a16="http://schemas.microsoft.com/office/drawing/2014/main" id="{FE8B0864-AA4D-B3FC-12F7-EF253AFAD593}"/>
                </a:ext>
              </a:extLst>
            </p:cNvPr>
            <p:cNvSpPr/>
            <p:nvPr/>
          </p:nvSpPr>
          <p:spPr>
            <a:xfrm>
              <a:off x="295922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0">
              <a:extLst>
                <a:ext uri="{FF2B5EF4-FFF2-40B4-BE49-F238E27FC236}">
                  <a16:creationId xmlns:a16="http://schemas.microsoft.com/office/drawing/2014/main" id="{6C433309-6C34-A4C6-8C3D-6FFA7D15A02E}"/>
                </a:ext>
              </a:extLst>
            </p:cNvPr>
            <p:cNvSpPr/>
            <p:nvPr/>
          </p:nvSpPr>
          <p:spPr>
            <a:xfrm>
              <a:off x="296866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1">
              <a:extLst>
                <a:ext uri="{FF2B5EF4-FFF2-40B4-BE49-F238E27FC236}">
                  <a16:creationId xmlns:a16="http://schemas.microsoft.com/office/drawing/2014/main" id="{D5963033-9784-428B-BAFC-81F5C2301074}"/>
                </a:ext>
              </a:extLst>
            </p:cNvPr>
            <p:cNvSpPr/>
            <p:nvPr/>
          </p:nvSpPr>
          <p:spPr>
            <a:xfrm>
              <a:off x="297810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2">
              <a:extLst>
                <a:ext uri="{FF2B5EF4-FFF2-40B4-BE49-F238E27FC236}">
                  <a16:creationId xmlns:a16="http://schemas.microsoft.com/office/drawing/2014/main" id="{840EE09E-6888-9EDD-F275-1CEFA1D5721F}"/>
                </a:ext>
              </a:extLst>
            </p:cNvPr>
            <p:cNvSpPr/>
            <p:nvPr/>
          </p:nvSpPr>
          <p:spPr>
            <a:xfrm>
              <a:off x="2987543" y="2659746"/>
              <a:ext cx="919472" cy="914399"/>
            </a:xfrm>
            <a:custGeom>
              <a:avLst/>
              <a:gdLst/>
              <a:ahLst/>
              <a:cxnLst/>
              <a:rect l="0" t="0" r="0" b="0"/>
              <a:pathLst>
                <a:path w="919472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3">
              <a:extLst>
                <a:ext uri="{FF2B5EF4-FFF2-40B4-BE49-F238E27FC236}">
                  <a16:creationId xmlns:a16="http://schemas.microsoft.com/office/drawing/2014/main" id="{41D65BA0-6FC4-2F99-90DE-1E586BE556C8}"/>
                </a:ext>
              </a:extLst>
            </p:cNvPr>
            <p:cNvSpPr/>
            <p:nvPr/>
          </p:nvSpPr>
          <p:spPr>
            <a:xfrm>
              <a:off x="2496650" y="262460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4">
              <a:extLst>
                <a:ext uri="{FF2B5EF4-FFF2-40B4-BE49-F238E27FC236}">
                  <a16:creationId xmlns:a16="http://schemas.microsoft.com/office/drawing/2014/main" id="{4E648E89-0966-AE96-9C1D-563A7C880705}"/>
                </a:ext>
              </a:extLst>
            </p:cNvPr>
            <p:cNvSpPr/>
            <p:nvPr/>
          </p:nvSpPr>
          <p:spPr>
            <a:xfrm>
              <a:off x="249665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5">
              <a:extLst>
                <a:ext uri="{FF2B5EF4-FFF2-40B4-BE49-F238E27FC236}">
                  <a16:creationId xmlns:a16="http://schemas.microsoft.com/office/drawing/2014/main" id="{D4CDDD7C-FB9C-40D2-FBA7-A22DD6459595}"/>
                </a:ext>
              </a:extLst>
            </p:cNvPr>
            <p:cNvSpPr/>
            <p:nvPr/>
          </p:nvSpPr>
          <p:spPr>
            <a:xfrm>
              <a:off x="250609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6">
              <a:extLst>
                <a:ext uri="{FF2B5EF4-FFF2-40B4-BE49-F238E27FC236}">
                  <a16:creationId xmlns:a16="http://schemas.microsoft.com/office/drawing/2014/main" id="{CBDFFDC1-4093-B17B-7D63-4FB66A5C86C4}"/>
                </a:ext>
              </a:extLst>
            </p:cNvPr>
            <p:cNvSpPr/>
            <p:nvPr/>
          </p:nvSpPr>
          <p:spPr>
            <a:xfrm>
              <a:off x="251553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7">
              <a:extLst>
                <a:ext uri="{FF2B5EF4-FFF2-40B4-BE49-F238E27FC236}">
                  <a16:creationId xmlns:a16="http://schemas.microsoft.com/office/drawing/2014/main" id="{24612CA7-BE43-F969-38CE-9E1E1AB75ECA}"/>
                </a:ext>
              </a:extLst>
            </p:cNvPr>
            <p:cNvSpPr/>
            <p:nvPr/>
          </p:nvSpPr>
          <p:spPr>
            <a:xfrm>
              <a:off x="252497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8">
              <a:extLst>
                <a:ext uri="{FF2B5EF4-FFF2-40B4-BE49-F238E27FC236}">
                  <a16:creationId xmlns:a16="http://schemas.microsoft.com/office/drawing/2014/main" id="{D7EF7F6E-49C8-9C93-DCF9-210A75216AFF}"/>
                </a:ext>
              </a:extLst>
            </p:cNvPr>
            <p:cNvSpPr/>
            <p:nvPr/>
          </p:nvSpPr>
          <p:spPr>
            <a:xfrm>
              <a:off x="253441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19">
              <a:extLst>
                <a:ext uri="{FF2B5EF4-FFF2-40B4-BE49-F238E27FC236}">
                  <a16:creationId xmlns:a16="http://schemas.microsoft.com/office/drawing/2014/main" id="{DA870B5E-CADC-8171-82FE-84A9DCC2B040}"/>
                </a:ext>
              </a:extLst>
            </p:cNvPr>
            <p:cNvSpPr/>
            <p:nvPr/>
          </p:nvSpPr>
          <p:spPr>
            <a:xfrm>
              <a:off x="254385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0">
              <a:extLst>
                <a:ext uri="{FF2B5EF4-FFF2-40B4-BE49-F238E27FC236}">
                  <a16:creationId xmlns:a16="http://schemas.microsoft.com/office/drawing/2014/main" id="{075287C7-E0E2-0A20-B5AA-E51CCC3B0A5C}"/>
                </a:ext>
              </a:extLst>
            </p:cNvPr>
            <p:cNvSpPr/>
            <p:nvPr/>
          </p:nvSpPr>
          <p:spPr>
            <a:xfrm>
              <a:off x="255329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1">
              <a:extLst>
                <a:ext uri="{FF2B5EF4-FFF2-40B4-BE49-F238E27FC236}">
                  <a16:creationId xmlns:a16="http://schemas.microsoft.com/office/drawing/2014/main" id="{42C72A9E-F6D2-15CB-FE22-B96E7F8DF290}"/>
                </a:ext>
              </a:extLst>
            </p:cNvPr>
            <p:cNvSpPr/>
            <p:nvPr/>
          </p:nvSpPr>
          <p:spPr>
            <a:xfrm>
              <a:off x="256273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2">
              <a:extLst>
                <a:ext uri="{FF2B5EF4-FFF2-40B4-BE49-F238E27FC236}">
                  <a16:creationId xmlns:a16="http://schemas.microsoft.com/office/drawing/2014/main" id="{7A25C568-861B-F731-55BD-6A0BEAB837C8}"/>
                </a:ext>
              </a:extLst>
            </p:cNvPr>
            <p:cNvSpPr/>
            <p:nvPr/>
          </p:nvSpPr>
          <p:spPr>
            <a:xfrm>
              <a:off x="257217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3">
              <a:extLst>
                <a:ext uri="{FF2B5EF4-FFF2-40B4-BE49-F238E27FC236}">
                  <a16:creationId xmlns:a16="http://schemas.microsoft.com/office/drawing/2014/main" id="{08AB7723-D6D3-8E12-8BB7-7B125A38F439}"/>
                </a:ext>
              </a:extLst>
            </p:cNvPr>
            <p:cNvSpPr/>
            <p:nvPr/>
          </p:nvSpPr>
          <p:spPr>
            <a:xfrm>
              <a:off x="258161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4">
              <a:extLst>
                <a:ext uri="{FF2B5EF4-FFF2-40B4-BE49-F238E27FC236}">
                  <a16:creationId xmlns:a16="http://schemas.microsoft.com/office/drawing/2014/main" id="{43E82C85-2ED2-7621-EBDF-20A016D826E5}"/>
                </a:ext>
              </a:extLst>
            </p:cNvPr>
            <p:cNvSpPr/>
            <p:nvPr/>
          </p:nvSpPr>
          <p:spPr>
            <a:xfrm>
              <a:off x="259105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5">
              <a:extLst>
                <a:ext uri="{FF2B5EF4-FFF2-40B4-BE49-F238E27FC236}">
                  <a16:creationId xmlns:a16="http://schemas.microsoft.com/office/drawing/2014/main" id="{EA7BE171-D82C-999E-FD1D-A79F131767C8}"/>
                </a:ext>
              </a:extLst>
            </p:cNvPr>
            <p:cNvSpPr/>
            <p:nvPr/>
          </p:nvSpPr>
          <p:spPr>
            <a:xfrm>
              <a:off x="260049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6">
              <a:extLst>
                <a:ext uri="{FF2B5EF4-FFF2-40B4-BE49-F238E27FC236}">
                  <a16:creationId xmlns:a16="http://schemas.microsoft.com/office/drawing/2014/main" id="{74070D11-E6F3-8D8E-1572-42E05F1D4507}"/>
                </a:ext>
              </a:extLst>
            </p:cNvPr>
            <p:cNvSpPr/>
            <p:nvPr/>
          </p:nvSpPr>
          <p:spPr>
            <a:xfrm>
              <a:off x="260993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7">
              <a:extLst>
                <a:ext uri="{FF2B5EF4-FFF2-40B4-BE49-F238E27FC236}">
                  <a16:creationId xmlns:a16="http://schemas.microsoft.com/office/drawing/2014/main" id="{F790E4A2-8F24-CFC7-8DAA-0D8BB96A2DD1}"/>
                </a:ext>
              </a:extLst>
            </p:cNvPr>
            <p:cNvSpPr/>
            <p:nvPr/>
          </p:nvSpPr>
          <p:spPr>
            <a:xfrm>
              <a:off x="261937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8">
              <a:extLst>
                <a:ext uri="{FF2B5EF4-FFF2-40B4-BE49-F238E27FC236}">
                  <a16:creationId xmlns:a16="http://schemas.microsoft.com/office/drawing/2014/main" id="{AAE4D999-781C-0A92-0DEE-5A78D7C3467A}"/>
                </a:ext>
              </a:extLst>
            </p:cNvPr>
            <p:cNvSpPr/>
            <p:nvPr/>
          </p:nvSpPr>
          <p:spPr>
            <a:xfrm>
              <a:off x="262881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29">
              <a:extLst>
                <a:ext uri="{FF2B5EF4-FFF2-40B4-BE49-F238E27FC236}">
                  <a16:creationId xmlns:a16="http://schemas.microsoft.com/office/drawing/2014/main" id="{A8526D27-E7D0-9E93-2759-CC275B8751BF}"/>
                </a:ext>
              </a:extLst>
            </p:cNvPr>
            <p:cNvSpPr/>
            <p:nvPr/>
          </p:nvSpPr>
          <p:spPr>
            <a:xfrm>
              <a:off x="263825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0">
              <a:extLst>
                <a:ext uri="{FF2B5EF4-FFF2-40B4-BE49-F238E27FC236}">
                  <a16:creationId xmlns:a16="http://schemas.microsoft.com/office/drawing/2014/main" id="{5CA0D731-BD2B-8448-D0E6-17BF27F53563}"/>
                </a:ext>
              </a:extLst>
            </p:cNvPr>
            <p:cNvSpPr/>
            <p:nvPr/>
          </p:nvSpPr>
          <p:spPr>
            <a:xfrm>
              <a:off x="264769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1">
              <a:extLst>
                <a:ext uri="{FF2B5EF4-FFF2-40B4-BE49-F238E27FC236}">
                  <a16:creationId xmlns:a16="http://schemas.microsoft.com/office/drawing/2014/main" id="{8132F46F-63E0-B2A1-81D0-150D81A30FC9}"/>
                </a:ext>
              </a:extLst>
            </p:cNvPr>
            <p:cNvSpPr/>
            <p:nvPr/>
          </p:nvSpPr>
          <p:spPr>
            <a:xfrm>
              <a:off x="265713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2">
              <a:extLst>
                <a:ext uri="{FF2B5EF4-FFF2-40B4-BE49-F238E27FC236}">
                  <a16:creationId xmlns:a16="http://schemas.microsoft.com/office/drawing/2014/main" id="{F221C6A9-5676-DABE-8B86-87D5AB39723F}"/>
                </a:ext>
              </a:extLst>
            </p:cNvPr>
            <p:cNvSpPr/>
            <p:nvPr/>
          </p:nvSpPr>
          <p:spPr>
            <a:xfrm>
              <a:off x="266657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3">
              <a:extLst>
                <a:ext uri="{FF2B5EF4-FFF2-40B4-BE49-F238E27FC236}">
                  <a16:creationId xmlns:a16="http://schemas.microsoft.com/office/drawing/2014/main" id="{79FB6069-E07C-F758-ABD7-8D6D7A5B5650}"/>
                </a:ext>
              </a:extLst>
            </p:cNvPr>
            <p:cNvSpPr/>
            <p:nvPr/>
          </p:nvSpPr>
          <p:spPr>
            <a:xfrm>
              <a:off x="267601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4">
              <a:extLst>
                <a:ext uri="{FF2B5EF4-FFF2-40B4-BE49-F238E27FC236}">
                  <a16:creationId xmlns:a16="http://schemas.microsoft.com/office/drawing/2014/main" id="{CED685EC-9208-FAC3-65D7-A503B60E4911}"/>
                </a:ext>
              </a:extLst>
            </p:cNvPr>
            <p:cNvSpPr/>
            <p:nvPr/>
          </p:nvSpPr>
          <p:spPr>
            <a:xfrm>
              <a:off x="268545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5">
              <a:extLst>
                <a:ext uri="{FF2B5EF4-FFF2-40B4-BE49-F238E27FC236}">
                  <a16:creationId xmlns:a16="http://schemas.microsoft.com/office/drawing/2014/main" id="{124C7EBA-10A0-D26F-5B15-DF663F007ACF}"/>
                </a:ext>
              </a:extLst>
            </p:cNvPr>
            <p:cNvSpPr/>
            <p:nvPr/>
          </p:nvSpPr>
          <p:spPr>
            <a:xfrm>
              <a:off x="269489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6">
              <a:extLst>
                <a:ext uri="{FF2B5EF4-FFF2-40B4-BE49-F238E27FC236}">
                  <a16:creationId xmlns:a16="http://schemas.microsoft.com/office/drawing/2014/main" id="{DBE4A3B5-0EC0-F4BC-B341-2464E6F9B974}"/>
                </a:ext>
              </a:extLst>
            </p:cNvPr>
            <p:cNvSpPr/>
            <p:nvPr/>
          </p:nvSpPr>
          <p:spPr>
            <a:xfrm>
              <a:off x="270433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7">
              <a:extLst>
                <a:ext uri="{FF2B5EF4-FFF2-40B4-BE49-F238E27FC236}">
                  <a16:creationId xmlns:a16="http://schemas.microsoft.com/office/drawing/2014/main" id="{AB733BF8-B495-7AC9-B2B5-D7B18137D323}"/>
                </a:ext>
              </a:extLst>
            </p:cNvPr>
            <p:cNvSpPr/>
            <p:nvPr/>
          </p:nvSpPr>
          <p:spPr>
            <a:xfrm>
              <a:off x="271377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8">
              <a:extLst>
                <a:ext uri="{FF2B5EF4-FFF2-40B4-BE49-F238E27FC236}">
                  <a16:creationId xmlns:a16="http://schemas.microsoft.com/office/drawing/2014/main" id="{36DDCBC1-D950-2092-39CD-33066DCF3B18}"/>
                </a:ext>
              </a:extLst>
            </p:cNvPr>
            <p:cNvSpPr/>
            <p:nvPr/>
          </p:nvSpPr>
          <p:spPr>
            <a:xfrm>
              <a:off x="272321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39">
              <a:extLst>
                <a:ext uri="{FF2B5EF4-FFF2-40B4-BE49-F238E27FC236}">
                  <a16:creationId xmlns:a16="http://schemas.microsoft.com/office/drawing/2014/main" id="{B2172229-F7D5-E098-D16C-13FA5B38E166}"/>
                </a:ext>
              </a:extLst>
            </p:cNvPr>
            <p:cNvSpPr/>
            <p:nvPr/>
          </p:nvSpPr>
          <p:spPr>
            <a:xfrm>
              <a:off x="273265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0">
              <a:extLst>
                <a:ext uri="{FF2B5EF4-FFF2-40B4-BE49-F238E27FC236}">
                  <a16:creationId xmlns:a16="http://schemas.microsoft.com/office/drawing/2014/main" id="{D6D17F1C-8488-0600-07EA-90F55F2B0EB5}"/>
                </a:ext>
              </a:extLst>
            </p:cNvPr>
            <p:cNvSpPr/>
            <p:nvPr/>
          </p:nvSpPr>
          <p:spPr>
            <a:xfrm>
              <a:off x="274209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1">
              <a:extLst>
                <a:ext uri="{FF2B5EF4-FFF2-40B4-BE49-F238E27FC236}">
                  <a16:creationId xmlns:a16="http://schemas.microsoft.com/office/drawing/2014/main" id="{A4DD105F-5771-8980-9750-5F551128B9E3}"/>
                </a:ext>
              </a:extLst>
            </p:cNvPr>
            <p:cNvSpPr/>
            <p:nvPr/>
          </p:nvSpPr>
          <p:spPr>
            <a:xfrm>
              <a:off x="275153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2">
              <a:extLst>
                <a:ext uri="{FF2B5EF4-FFF2-40B4-BE49-F238E27FC236}">
                  <a16:creationId xmlns:a16="http://schemas.microsoft.com/office/drawing/2014/main" id="{5DF65B6E-97D2-18A9-B2DA-D2A4BC0A6F81}"/>
                </a:ext>
              </a:extLst>
            </p:cNvPr>
            <p:cNvSpPr/>
            <p:nvPr/>
          </p:nvSpPr>
          <p:spPr>
            <a:xfrm>
              <a:off x="276097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3">
              <a:extLst>
                <a:ext uri="{FF2B5EF4-FFF2-40B4-BE49-F238E27FC236}">
                  <a16:creationId xmlns:a16="http://schemas.microsoft.com/office/drawing/2014/main" id="{25E1C060-16E1-1F82-ACE1-CC50C53D052E}"/>
                </a:ext>
              </a:extLst>
            </p:cNvPr>
            <p:cNvSpPr/>
            <p:nvPr/>
          </p:nvSpPr>
          <p:spPr>
            <a:xfrm>
              <a:off x="277041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4">
              <a:extLst>
                <a:ext uri="{FF2B5EF4-FFF2-40B4-BE49-F238E27FC236}">
                  <a16:creationId xmlns:a16="http://schemas.microsoft.com/office/drawing/2014/main" id="{D75CAF94-446C-7E99-486E-6CA83C345C15}"/>
                </a:ext>
              </a:extLst>
            </p:cNvPr>
            <p:cNvSpPr/>
            <p:nvPr/>
          </p:nvSpPr>
          <p:spPr>
            <a:xfrm>
              <a:off x="277985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5">
              <a:extLst>
                <a:ext uri="{FF2B5EF4-FFF2-40B4-BE49-F238E27FC236}">
                  <a16:creationId xmlns:a16="http://schemas.microsoft.com/office/drawing/2014/main" id="{6A650C2E-580E-57C9-2554-DAD383CC1195}"/>
                </a:ext>
              </a:extLst>
            </p:cNvPr>
            <p:cNvSpPr/>
            <p:nvPr/>
          </p:nvSpPr>
          <p:spPr>
            <a:xfrm>
              <a:off x="278929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6">
              <a:extLst>
                <a:ext uri="{FF2B5EF4-FFF2-40B4-BE49-F238E27FC236}">
                  <a16:creationId xmlns:a16="http://schemas.microsoft.com/office/drawing/2014/main" id="{88B5E775-4233-E64A-C1D5-037A8463B2B0}"/>
                </a:ext>
              </a:extLst>
            </p:cNvPr>
            <p:cNvSpPr/>
            <p:nvPr/>
          </p:nvSpPr>
          <p:spPr>
            <a:xfrm>
              <a:off x="279873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7">
              <a:extLst>
                <a:ext uri="{FF2B5EF4-FFF2-40B4-BE49-F238E27FC236}">
                  <a16:creationId xmlns:a16="http://schemas.microsoft.com/office/drawing/2014/main" id="{47A9D9FC-7B0C-BFEC-E909-9FFE7FD162BF}"/>
                </a:ext>
              </a:extLst>
            </p:cNvPr>
            <p:cNvSpPr/>
            <p:nvPr/>
          </p:nvSpPr>
          <p:spPr>
            <a:xfrm>
              <a:off x="280817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8">
              <a:extLst>
                <a:ext uri="{FF2B5EF4-FFF2-40B4-BE49-F238E27FC236}">
                  <a16:creationId xmlns:a16="http://schemas.microsoft.com/office/drawing/2014/main" id="{F726E0BF-9C79-696D-5161-88345D822E10}"/>
                </a:ext>
              </a:extLst>
            </p:cNvPr>
            <p:cNvSpPr/>
            <p:nvPr/>
          </p:nvSpPr>
          <p:spPr>
            <a:xfrm>
              <a:off x="281761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49">
              <a:extLst>
                <a:ext uri="{FF2B5EF4-FFF2-40B4-BE49-F238E27FC236}">
                  <a16:creationId xmlns:a16="http://schemas.microsoft.com/office/drawing/2014/main" id="{2E9FA907-2EAC-FF40-CA58-0890EE03639D}"/>
                </a:ext>
              </a:extLst>
            </p:cNvPr>
            <p:cNvSpPr/>
            <p:nvPr/>
          </p:nvSpPr>
          <p:spPr>
            <a:xfrm>
              <a:off x="282705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0">
              <a:extLst>
                <a:ext uri="{FF2B5EF4-FFF2-40B4-BE49-F238E27FC236}">
                  <a16:creationId xmlns:a16="http://schemas.microsoft.com/office/drawing/2014/main" id="{61F588E4-95B4-9678-0809-EC8ED31CD3EC}"/>
                </a:ext>
              </a:extLst>
            </p:cNvPr>
            <p:cNvSpPr/>
            <p:nvPr/>
          </p:nvSpPr>
          <p:spPr>
            <a:xfrm>
              <a:off x="283649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1">
              <a:extLst>
                <a:ext uri="{FF2B5EF4-FFF2-40B4-BE49-F238E27FC236}">
                  <a16:creationId xmlns:a16="http://schemas.microsoft.com/office/drawing/2014/main" id="{52CE8B6B-C432-18EF-CF0D-C9F44B112073}"/>
                </a:ext>
              </a:extLst>
            </p:cNvPr>
            <p:cNvSpPr/>
            <p:nvPr/>
          </p:nvSpPr>
          <p:spPr>
            <a:xfrm>
              <a:off x="284593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2">
              <a:extLst>
                <a:ext uri="{FF2B5EF4-FFF2-40B4-BE49-F238E27FC236}">
                  <a16:creationId xmlns:a16="http://schemas.microsoft.com/office/drawing/2014/main" id="{9995D7EB-1053-3DEC-7B3C-5EC984EE55BA}"/>
                </a:ext>
              </a:extLst>
            </p:cNvPr>
            <p:cNvSpPr/>
            <p:nvPr/>
          </p:nvSpPr>
          <p:spPr>
            <a:xfrm>
              <a:off x="285538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3">
              <a:extLst>
                <a:ext uri="{FF2B5EF4-FFF2-40B4-BE49-F238E27FC236}">
                  <a16:creationId xmlns:a16="http://schemas.microsoft.com/office/drawing/2014/main" id="{B9A52B6F-3A7B-4A69-83CD-46FFEA67482F}"/>
                </a:ext>
              </a:extLst>
            </p:cNvPr>
            <p:cNvSpPr/>
            <p:nvPr/>
          </p:nvSpPr>
          <p:spPr>
            <a:xfrm>
              <a:off x="286482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4">
              <a:extLst>
                <a:ext uri="{FF2B5EF4-FFF2-40B4-BE49-F238E27FC236}">
                  <a16:creationId xmlns:a16="http://schemas.microsoft.com/office/drawing/2014/main" id="{F939FEFC-508C-B507-3604-19D9E75CD93C}"/>
                </a:ext>
              </a:extLst>
            </p:cNvPr>
            <p:cNvSpPr/>
            <p:nvPr/>
          </p:nvSpPr>
          <p:spPr>
            <a:xfrm>
              <a:off x="287426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5">
              <a:extLst>
                <a:ext uri="{FF2B5EF4-FFF2-40B4-BE49-F238E27FC236}">
                  <a16:creationId xmlns:a16="http://schemas.microsoft.com/office/drawing/2014/main" id="{EF7C503A-84E9-C1CF-6D7A-5D629E67BFF9}"/>
                </a:ext>
              </a:extLst>
            </p:cNvPr>
            <p:cNvSpPr/>
            <p:nvPr/>
          </p:nvSpPr>
          <p:spPr>
            <a:xfrm>
              <a:off x="288370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6">
              <a:extLst>
                <a:ext uri="{FF2B5EF4-FFF2-40B4-BE49-F238E27FC236}">
                  <a16:creationId xmlns:a16="http://schemas.microsoft.com/office/drawing/2014/main" id="{BB30B79E-DE26-D75A-8FDA-E0584588F747}"/>
                </a:ext>
              </a:extLst>
            </p:cNvPr>
            <p:cNvSpPr/>
            <p:nvPr/>
          </p:nvSpPr>
          <p:spPr>
            <a:xfrm>
              <a:off x="289314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7">
              <a:extLst>
                <a:ext uri="{FF2B5EF4-FFF2-40B4-BE49-F238E27FC236}">
                  <a16:creationId xmlns:a16="http://schemas.microsoft.com/office/drawing/2014/main" id="{A3E8C7C0-84CB-C44F-C74D-F1997C01176E}"/>
                </a:ext>
              </a:extLst>
            </p:cNvPr>
            <p:cNvSpPr/>
            <p:nvPr/>
          </p:nvSpPr>
          <p:spPr>
            <a:xfrm>
              <a:off x="290258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8">
              <a:extLst>
                <a:ext uri="{FF2B5EF4-FFF2-40B4-BE49-F238E27FC236}">
                  <a16:creationId xmlns:a16="http://schemas.microsoft.com/office/drawing/2014/main" id="{65B207CE-F3CB-9041-3EA1-34EF27E3EA9E}"/>
                </a:ext>
              </a:extLst>
            </p:cNvPr>
            <p:cNvSpPr/>
            <p:nvPr/>
          </p:nvSpPr>
          <p:spPr>
            <a:xfrm>
              <a:off x="291202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59">
              <a:extLst>
                <a:ext uri="{FF2B5EF4-FFF2-40B4-BE49-F238E27FC236}">
                  <a16:creationId xmlns:a16="http://schemas.microsoft.com/office/drawing/2014/main" id="{DAA97C04-24D6-C4DD-2EBE-B14EF88C4E2B}"/>
                </a:ext>
              </a:extLst>
            </p:cNvPr>
            <p:cNvSpPr/>
            <p:nvPr/>
          </p:nvSpPr>
          <p:spPr>
            <a:xfrm>
              <a:off x="292146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0">
              <a:extLst>
                <a:ext uri="{FF2B5EF4-FFF2-40B4-BE49-F238E27FC236}">
                  <a16:creationId xmlns:a16="http://schemas.microsoft.com/office/drawing/2014/main" id="{E3309EAA-FA8E-9787-F35A-1FEA8236C6E9}"/>
                </a:ext>
              </a:extLst>
            </p:cNvPr>
            <p:cNvSpPr/>
            <p:nvPr/>
          </p:nvSpPr>
          <p:spPr>
            <a:xfrm>
              <a:off x="293090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1">
              <a:extLst>
                <a:ext uri="{FF2B5EF4-FFF2-40B4-BE49-F238E27FC236}">
                  <a16:creationId xmlns:a16="http://schemas.microsoft.com/office/drawing/2014/main" id="{55B3823A-7F2D-92CD-0AD1-3F90AD3B0DC3}"/>
                </a:ext>
              </a:extLst>
            </p:cNvPr>
            <p:cNvSpPr/>
            <p:nvPr/>
          </p:nvSpPr>
          <p:spPr>
            <a:xfrm>
              <a:off x="294034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2">
              <a:extLst>
                <a:ext uri="{FF2B5EF4-FFF2-40B4-BE49-F238E27FC236}">
                  <a16:creationId xmlns:a16="http://schemas.microsoft.com/office/drawing/2014/main" id="{39F60E72-CDD2-A7FA-D2AE-B1B7E85C5DF4}"/>
                </a:ext>
              </a:extLst>
            </p:cNvPr>
            <p:cNvSpPr/>
            <p:nvPr/>
          </p:nvSpPr>
          <p:spPr>
            <a:xfrm>
              <a:off x="294978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3">
              <a:extLst>
                <a:ext uri="{FF2B5EF4-FFF2-40B4-BE49-F238E27FC236}">
                  <a16:creationId xmlns:a16="http://schemas.microsoft.com/office/drawing/2014/main" id="{8D321C4E-EC44-CC3A-CF42-60DA126BAC56}"/>
                </a:ext>
              </a:extLst>
            </p:cNvPr>
            <p:cNvSpPr/>
            <p:nvPr/>
          </p:nvSpPr>
          <p:spPr>
            <a:xfrm>
              <a:off x="295922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4">
              <a:extLst>
                <a:ext uri="{FF2B5EF4-FFF2-40B4-BE49-F238E27FC236}">
                  <a16:creationId xmlns:a16="http://schemas.microsoft.com/office/drawing/2014/main" id="{C7E37497-9799-6FC9-5D74-A0029A1DF98B}"/>
                </a:ext>
              </a:extLst>
            </p:cNvPr>
            <p:cNvSpPr/>
            <p:nvPr/>
          </p:nvSpPr>
          <p:spPr>
            <a:xfrm>
              <a:off x="296866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5">
              <a:extLst>
                <a:ext uri="{FF2B5EF4-FFF2-40B4-BE49-F238E27FC236}">
                  <a16:creationId xmlns:a16="http://schemas.microsoft.com/office/drawing/2014/main" id="{05C92AF1-565B-4074-B8BB-7A00679C5A20}"/>
                </a:ext>
              </a:extLst>
            </p:cNvPr>
            <p:cNvSpPr/>
            <p:nvPr/>
          </p:nvSpPr>
          <p:spPr>
            <a:xfrm>
              <a:off x="297810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6">
              <a:extLst>
                <a:ext uri="{FF2B5EF4-FFF2-40B4-BE49-F238E27FC236}">
                  <a16:creationId xmlns:a16="http://schemas.microsoft.com/office/drawing/2014/main" id="{81E28210-B99F-FEF7-C701-B71D1301B022}"/>
                </a:ext>
              </a:extLst>
            </p:cNvPr>
            <p:cNvSpPr/>
            <p:nvPr/>
          </p:nvSpPr>
          <p:spPr>
            <a:xfrm>
              <a:off x="2987543" y="2642176"/>
              <a:ext cx="921200" cy="914400"/>
            </a:xfrm>
            <a:custGeom>
              <a:avLst/>
              <a:gdLst/>
              <a:ahLst/>
              <a:cxnLst/>
              <a:rect l="0" t="0" r="0" b="0"/>
              <a:pathLst>
                <a:path w="9212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7">
              <a:extLst>
                <a:ext uri="{FF2B5EF4-FFF2-40B4-BE49-F238E27FC236}">
                  <a16:creationId xmlns:a16="http://schemas.microsoft.com/office/drawing/2014/main" id="{4378E005-8CFE-A462-C62D-797DC1995EB6}"/>
                </a:ext>
              </a:extLst>
            </p:cNvPr>
            <p:cNvSpPr/>
            <p:nvPr/>
          </p:nvSpPr>
          <p:spPr>
            <a:xfrm>
              <a:off x="2496650" y="260703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8">
              <a:extLst>
                <a:ext uri="{FF2B5EF4-FFF2-40B4-BE49-F238E27FC236}">
                  <a16:creationId xmlns:a16="http://schemas.microsoft.com/office/drawing/2014/main" id="{9E2693BA-B814-DB90-7D33-6C65F47BAABC}"/>
                </a:ext>
              </a:extLst>
            </p:cNvPr>
            <p:cNvSpPr/>
            <p:nvPr/>
          </p:nvSpPr>
          <p:spPr>
            <a:xfrm>
              <a:off x="249665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69">
              <a:extLst>
                <a:ext uri="{FF2B5EF4-FFF2-40B4-BE49-F238E27FC236}">
                  <a16:creationId xmlns:a16="http://schemas.microsoft.com/office/drawing/2014/main" id="{CCC15125-72F7-81A6-61AD-C3BF8059CE01}"/>
                </a:ext>
              </a:extLst>
            </p:cNvPr>
            <p:cNvSpPr/>
            <p:nvPr/>
          </p:nvSpPr>
          <p:spPr>
            <a:xfrm>
              <a:off x="250609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0">
              <a:extLst>
                <a:ext uri="{FF2B5EF4-FFF2-40B4-BE49-F238E27FC236}">
                  <a16:creationId xmlns:a16="http://schemas.microsoft.com/office/drawing/2014/main" id="{D820259F-52CE-8E5A-F63C-B11E0FCB2C2B}"/>
                </a:ext>
              </a:extLst>
            </p:cNvPr>
            <p:cNvSpPr/>
            <p:nvPr/>
          </p:nvSpPr>
          <p:spPr>
            <a:xfrm>
              <a:off x="251553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1">
              <a:extLst>
                <a:ext uri="{FF2B5EF4-FFF2-40B4-BE49-F238E27FC236}">
                  <a16:creationId xmlns:a16="http://schemas.microsoft.com/office/drawing/2014/main" id="{A78C67A6-9DA4-18D4-B1CC-08DBA6D21DAC}"/>
                </a:ext>
              </a:extLst>
            </p:cNvPr>
            <p:cNvSpPr/>
            <p:nvPr/>
          </p:nvSpPr>
          <p:spPr>
            <a:xfrm>
              <a:off x="252497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2">
              <a:extLst>
                <a:ext uri="{FF2B5EF4-FFF2-40B4-BE49-F238E27FC236}">
                  <a16:creationId xmlns:a16="http://schemas.microsoft.com/office/drawing/2014/main" id="{97071C8E-09CC-8B81-E237-FDD28876827B}"/>
                </a:ext>
              </a:extLst>
            </p:cNvPr>
            <p:cNvSpPr/>
            <p:nvPr/>
          </p:nvSpPr>
          <p:spPr>
            <a:xfrm>
              <a:off x="253441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3">
              <a:extLst>
                <a:ext uri="{FF2B5EF4-FFF2-40B4-BE49-F238E27FC236}">
                  <a16:creationId xmlns:a16="http://schemas.microsoft.com/office/drawing/2014/main" id="{1B319243-35FC-7D6F-252E-AC1F0B9CD24D}"/>
                </a:ext>
              </a:extLst>
            </p:cNvPr>
            <p:cNvSpPr/>
            <p:nvPr/>
          </p:nvSpPr>
          <p:spPr>
            <a:xfrm>
              <a:off x="254385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4">
              <a:extLst>
                <a:ext uri="{FF2B5EF4-FFF2-40B4-BE49-F238E27FC236}">
                  <a16:creationId xmlns:a16="http://schemas.microsoft.com/office/drawing/2014/main" id="{D5C4D44E-D0E4-B78A-A399-23C25B56B863}"/>
                </a:ext>
              </a:extLst>
            </p:cNvPr>
            <p:cNvSpPr/>
            <p:nvPr/>
          </p:nvSpPr>
          <p:spPr>
            <a:xfrm>
              <a:off x="255329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5">
              <a:extLst>
                <a:ext uri="{FF2B5EF4-FFF2-40B4-BE49-F238E27FC236}">
                  <a16:creationId xmlns:a16="http://schemas.microsoft.com/office/drawing/2014/main" id="{061E1A9B-D5B3-F115-6338-73E64CBE20F5}"/>
                </a:ext>
              </a:extLst>
            </p:cNvPr>
            <p:cNvSpPr/>
            <p:nvPr/>
          </p:nvSpPr>
          <p:spPr>
            <a:xfrm>
              <a:off x="256273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6">
              <a:extLst>
                <a:ext uri="{FF2B5EF4-FFF2-40B4-BE49-F238E27FC236}">
                  <a16:creationId xmlns:a16="http://schemas.microsoft.com/office/drawing/2014/main" id="{296F4BD6-604C-ADE8-29C3-D2BEB2803B82}"/>
                </a:ext>
              </a:extLst>
            </p:cNvPr>
            <p:cNvSpPr/>
            <p:nvPr/>
          </p:nvSpPr>
          <p:spPr>
            <a:xfrm>
              <a:off x="257217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7">
              <a:extLst>
                <a:ext uri="{FF2B5EF4-FFF2-40B4-BE49-F238E27FC236}">
                  <a16:creationId xmlns:a16="http://schemas.microsoft.com/office/drawing/2014/main" id="{900C9613-3698-5DA6-4827-87E62D36CA9C}"/>
                </a:ext>
              </a:extLst>
            </p:cNvPr>
            <p:cNvSpPr/>
            <p:nvPr/>
          </p:nvSpPr>
          <p:spPr>
            <a:xfrm>
              <a:off x="258161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8">
              <a:extLst>
                <a:ext uri="{FF2B5EF4-FFF2-40B4-BE49-F238E27FC236}">
                  <a16:creationId xmlns:a16="http://schemas.microsoft.com/office/drawing/2014/main" id="{DB45ED38-F4E5-970E-56C0-BB4DA7BE9354}"/>
                </a:ext>
              </a:extLst>
            </p:cNvPr>
            <p:cNvSpPr/>
            <p:nvPr/>
          </p:nvSpPr>
          <p:spPr>
            <a:xfrm>
              <a:off x="259105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79">
              <a:extLst>
                <a:ext uri="{FF2B5EF4-FFF2-40B4-BE49-F238E27FC236}">
                  <a16:creationId xmlns:a16="http://schemas.microsoft.com/office/drawing/2014/main" id="{F08D40A3-AD4C-944A-24B6-261315D4375C}"/>
                </a:ext>
              </a:extLst>
            </p:cNvPr>
            <p:cNvSpPr/>
            <p:nvPr/>
          </p:nvSpPr>
          <p:spPr>
            <a:xfrm>
              <a:off x="260049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0">
              <a:extLst>
                <a:ext uri="{FF2B5EF4-FFF2-40B4-BE49-F238E27FC236}">
                  <a16:creationId xmlns:a16="http://schemas.microsoft.com/office/drawing/2014/main" id="{C73D169D-F1EB-D543-2273-1F82D1189985}"/>
                </a:ext>
              </a:extLst>
            </p:cNvPr>
            <p:cNvSpPr/>
            <p:nvPr/>
          </p:nvSpPr>
          <p:spPr>
            <a:xfrm>
              <a:off x="260993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1">
              <a:extLst>
                <a:ext uri="{FF2B5EF4-FFF2-40B4-BE49-F238E27FC236}">
                  <a16:creationId xmlns:a16="http://schemas.microsoft.com/office/drawing/2014/main" id="{C5729ED1-1DBA-4D8A-0CC8-502556C41ACF}"/>
                </a:ext>
              </a:extLst>
            </p:cNvPr>
            <p:cNvSpPr/>
            <p:nvPr/>
          </p:nvSpPr>
          <p:spPr>
            <a:xfrm>
              <a:off x="261937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2">
              <a:extLst>
                <a:ext uri="{FF2B5EF4-FFF2-40B4-BE49-F238E27FC236}">
                  <a16:creationId xmlns:a16="http://schemas.microsoft.com/office/drawing/2014/main" id="{D13ECC85-4BC2-7592-33B8-1D0BD1B09D90}"/>
                </a:ext>
              </a:extLst>
            </p:cNvPr>
            <p:cNvSpPr/>
            <p:nvPr/>
          </p:nvSpPr>
          <p:spPr>
            <a:xfrm>
              <a:off x="262881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3">
              <a:extLst>
                <a:ext uri="{FF2B5EF4-FFF2-40B4-BE49-F238E27FC236}">
                  <a16:creationId xmlns:a16="http://schemas.microsoft.com/office/drawing/2014/main" id="{8B1B6AD7-7592-9A1D-8E79-4A434B7554D6}"/>
                </a:ext>
              </a:extLst>
            </p:cNvPr>
            <p:cNvSpPr/>
            <p:nvPr/>
          </p:nvSpPr>
          <p:spPr>
            <a:xfrm>
              <a:off x="263825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4">
              <a:extLst>
                <a:ext uri="{FF2B5EF4-FFF2-40B4-BE49-F238E27FC236}">
                  <a16:creationId xmlns:a16="http://schemas.microsoft.com/office/drawing/2014/main" id="{B4726A56-2E45-5DCC-9E7E-9DC001A3CF92}"/>
                </a:ext>
              </a:extLst>
            </p:cNvPr>
            <p:cNvSpPr/>
            <p:nvPr/>
          </p:nvSpPr>
          <p:spPr>
            <a:xfrm>
              <a:off x="264769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5">
              <a:extLst>
                <a:ext uri="{FF2B5EF4-FFF2-40B4-BE49-F238E27FC236}">
                  <a16:creationId xmlns:a16="http://schemas.microsoft.com/office/drawing/2014/main" id="{46FC3273-3EB4-94E1-5A56-31456F7EFF52}"/>
                </a:ext>
              </a:extLst>
            </p:cNvPr>
            <p:cNvSpPr/>
            <p:nvPr/>
          </p:nvSpPr>
          <p:spPr>
            <a:xfrm>
              <a:off x="265713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6">
              <a:extLst>
                <a:ext uri="{FF2B5EF4-FFF2-40B4-BE49-F238E27FC236}">
                  <a16:creationId xmlns:a16="http://schemas.microsoft.com/office/drawing/2014/main" id="{DC58698A-B0C0-D15C-029A-7AC78EA26DDE}"/>
                </a:ext>
              </a:extLst>
            </p:cNvPr>
            <p:cNvSpPr/>
            <p:nvPr/>
          </p:nvSpPr>
          <p:spPr>
            <a:xfrm>
              <a:off x="266657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7">
              <a:extLst>
                <a:ext uri="{FF2B5EF4-FFF2-40B4-BE49-F238E27FC236}">
                  <a16:creationId xmlns:a16="http://schemas.microsoft.com/office/drawing/2014/main" id="{3B37EA5F-8AB0-970C-96A2-CA8F99565B57}"/>
                </a:ext>
              </a:extLst>
            </p:cNvPr>
            <p:cNvSpPr/>
            <p:nvPr/>
          </p:nvSpPr>
          <p:spPr>
            <a:xfrm>
              <a:off x="267601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8">
              <a:extLst>
                <a:ext uri="{FF2B5EF4-FFF2-40B4-BE49-F238E27FC236}">
                  <a16:creationId xmlns:a16="http://schemas.microsoft.com/office/drawing/2014/main" id="{75D60262-8A88-EF76-9E62-F4984D2AE18F}"/>
                </a:ext>
              </a:extLst>
            </p:cNvPr>
            <p:cNvSpPr/>
            <p:nvPr/>
          </p:nvSpPr>
          <p:spPr>
            <a:xfrm>
              <a:off x="268545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89">
              <a:extLst>
                <a:ext uri="{FF2B5EF4-FFF2-40B4-BE49-F238E27FC236}">
                  <a16:creationId xmlns:a16="http://schemas.microsoft.com/office/drawing/2014/main" id="{D567DA10-83CF-278F-5E9B-33B596F691A7}"/>
                </a:ext>
              </a:extLst>
            </p:cNvPr>
            <p:cNvSpPr/>
            <p:nvPr/>
          </p:nvSpPr>
          <p:spPr>
            <a:xfrm>
              <a:off x="269489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0">
              <a:extLst>
                <a:ext uri="{FF2B5EF4-FFF2-40B4-BE49-F238E27FC236}">
                  <a16:creationId xmlns:a16="http://schemas.microsoft.com/office/drawing/2014/main" id="{9A14C713-73FD-C2B7-DD19-4C2DFCF76F4B}"/>
                </a:ext>
              </a:extLst>
            </p:cNvPr>
            <p:cNvSpPr/>
            <p:nvPr/>
          </p:nvSpPr>
          <p:spPr>
            <a:xfrm>
              <a:off x="270433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1">
              <a:extLst>
                <a:ext uri="{FF2B5EF4-FFF2-40B4-BE49-F238E27FC236}">
                  <a16:creationId xmlns:a16="http://schemas.microsoft.com/office/drawing/2014/main" id="{9AF8AFBE-FBCA-9958-99C0-EA0982E777C7}"/>
                </a:ext>
              </a:extLst>
            </p:cNvPr>
            <p:cNvSpPr/>
            <p:nvPr/>
          </p:nvSpPr>
          <p:spPr>
            <a:xfrm>
              <a:off x="271377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2">
              <a:extLst>
                <a:ext uri="{FF2B5EF4-FFF2-40B4-BE49-F238E27FC236}">
                  <a16:creationId xmlns:a16="http://schemas.microsoft.com/office/drawing/2014/main" id="{C127E679-9F8D-74AF-46BF-10A13D317700}"/>
                </a:ext>
              </a:extLst>
            </p:cNvPr>
            <p:cNvSpPr/>
            <p:nvPr/>
          </p:nvSpPr>
          <p:spPr>
            <a:xfrm>
              <a:off x="272321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3">
              <a:extLst>
                <a:ext uri="{FF2B5EF4-FFF2-40B4-BE49-F238E27FC236}">
                  <a16:creationId xmlns:a16="http://schemas.microsoft.com/office/drawing/2014/main" id="{048B6ADE-31E1-1D99-83E3-9110D90F537D}"/>
                </a:ext>
              </a:extLst>
            </p:cNvPr>
            <p:cNvSpPr/>
            <p:nvPr/>
          </p:nvSpPr>
          <p:spPr>
            <a:xfrm>
              <a:off x="273265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4">
              <a:extLst>
                <a:ext uri="{FF2B5EF4-FFF2-40B4-BE49-F238E27FC236}">
                  <a16:creationId xmlns:a16="http://schemas.microsoft.com/office/drawing/2014/main" id="{02AC1526-5501-4C27-CC95-D47D8B9869E3}"/>
                </a:ext>
              </a:extLst>
            </p:cNvPr>
            <p:cNvSpPr/>
            <p:nvPr/>
          </p:nvSpPr>
          <p:spPr>
            <a:xfrm>
              <a:off x="274209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5">
              <a:extLst>
                <a:ext uri="{FF2B5EF4-FFF2-40B4-BE49-F238E27FC236}">
                  <a16:creationId xmlns:a16="http://schemas.microsoft.com/office/drawing/2014/main" id="{89A5B10E-D969-2661-9595-A8FF73E407BA}"/>
                </a:ext>
              </a:extLst>
            </p:cNvPr>
            <p:cNvSpPr/>
            <p:nvPr/>
          </p:nvSpPr>
          <p:spPr>
            <a:xfrm>
              <a:off x="275153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6">
              <a:extLst>
                <a:ext uri="{FF2B5EF4-FFF2-40B4-BE49-F238E27FC236}">
                  <a16:creationId xmlns:a16="http://schemas.microsoft.com/office/drawing/2014/main" id="{20E11489-C42F-920E-D7E4-B019723F5838}"/>
                </a:ext>
              </a:extLst>
            </p:cNvPr>
            <p:cNvSpPr/>
            <p:nvPr/>
          </p:nvSpPr>
          <p:spPr>
            <a:xfrm>
              <a:off x="276097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7">
              <a:extLst>
                <a:ext uri="{FF2B5EF4-FFF2-40B4-BE49-F238E27FC236}">
                  <a16:creationId xmlns:a16="http://schemas.microsoft.com/office/drawing/2014/main" id="{476B5E73-9BE0-CAE3-20F9-A00080D5577F}"/>
                </a:ext>
              </a:extLst>
            </p:cNvPr>
            <p:cNvSpPr/>
            <p:nvPr/>
          </p:nvSpPr>
          <p:spPr>
            <a:xfrm>
              <a:off x="277041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8">
              <a:extLst>
                <a:ext uri="{FF2B5EF4-FFF2-40B4-BE49-F238E27FC236}">
                  <a16:creationId xmlns:a16="http://schemas.microsoft.com/office/drawing/2014/main" id="{918589B0-9086-3F00-85CF-013040CB78B5}"/>
                </a:ext>
              </a:extLst>
            </p:cNvPr>
            <p:cNvSpPr/>
            <p:nvPr/>
          </p:nvSpPr>
          <p:spPr>
            <a:xfrm>
              <a:off x="277985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699">
              <a:extLst>
                <a:ext uri="{FF2B5EF4-FFF2-40B4-BE49-F238E27FC236}">
                  <a16:creationId xmlns:a16="http://schemas.microsoft.com/office/drawing/2014/main" id="{5DF1C191-B1F5-D107-A112-2FC16BEB30F1}"/>
                </a:ext>
              </a:extLst>
            </p:cNvPr>
            <p:cNvSpPr/>
            <p:nvPr/>
          </p:nvSpPr>
          <p:spPr>
            <a:xfrm>
              <a:off x="278929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0">
              <a:extLst>
                <a:ext uri="{FF2B5EF4-FFF2-40B4-BE49-F238E27FC236}">
                  <a16:creationId xmlns:a16="http://schemas.microsoft.com/office/drawing/2014/main" id="{CCDB7850-90AB-A51F-C06E-EE3A3FF14957}"/>
                </a:ext>
              </a:extLst>
            </p:cNvPr>
            <p:cNvSpPr/>
            <p:nvPr/>
          </p:nvSpPr>
          <p:spPr>
            <a:xfrm>
              <a:off x="279873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1">
              <a:extLst>
                <a:ext uri="{FF2B5EF4-FFF2-40B4-BE49-F238E27FC236}">
                  <a16:creationId xmlns:a16="http://schemas.microsoft.com/office/drawing/2014/main" id="{2D7FCD91-3407-8A47-AA74-C2AA0E665522}"/>
                </a:ext>
              </a:extLst>
            </p:cNvPr>
            <p:cNvSpPr/>
            <p:nvPr/>
          </p:nvSpPr>
          <p:spPr>
            <a:xfrm>
              <a:off x="280817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2">
              <a:extLst>
                <a:ext uri="{FF2B5EF4-FFF2-40B4-BE49-F238E27FC236}">
                  <a16:creationId xmlns:a16="http://schemas.microsoft.com/office/drawing/2014/main" id="{EBA2EA1E-770A-7739-9BB8-22E2BEF190FF}"/>
                </a:ext>
              </a:extLst>
            </p:cNvPr>
            <p:cNvSpPr/>
            <p:nvPr/>
          </p:nvSpPr>
          <p:spPr>
            <a:xfrm>
              <a:off x="281761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3">
              <a:extLst>
                <a:ext uri="{FF2B5EF4-FFF2-40B4-BE49-F238E27FC236}">
                  <a16:creationId xmlns:a16="http://schemas.microsoft.com/office/drawing/2014/main" id="{141654A4-59F2-63B2-0DFC-0BA32C1D07E6}"/>
                </a:ext>
              </a:extLst>
            </p:cNvPr>
            <p:cNvSpPr/>
            <p:nvPr/>
          </p:nvSpPr>
          <p:spPr>
            <a:xfrm>
              <a:off x="282705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4">
              <a:extLst>
                <a:ext uri="{FF2B5EF4-FFF2-40B4-BE49-F238E27FC236}">
                  <a16:creationId xmlns:a16="http://schemas.microsoft.com/office/drawing/2014/main" id="{76AD7D98-94DA-096E-96B9-F11B9E03DB48}"/>
                </a:ext>
              </a:extLst>
            </p:cNvPr>
            <p:cNvSpPr/>
            <p:nvPr/>
          </p:nvSpPr>
          <p:spPr>
            <a:xfrm>
              <a:off x="283649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5">
              <a:extLst>
                <a:ext uri="{FF2B5EF4-FFF2-40B4-BE49-F238E27FC236}">
                  <a16:creationId xmlns:a16="http://schemas.microsoft.com/office/drawing/2014/main" id="{7CEFAB10-7606-53FE-76DA-5F9AB3D63A06}"/>
                </a:ext>
              </a:extLst>
            </p:cNvPr>
            <p:cNvSpPr/>
            <p:nvPr/>
          </p:nvSpPr>
          <p:spPr>
            <a:xfrm>
              <a:off x="284593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6">
              <a:extLst>
                <a:ext uri="{FF2B5EF4-FFF2-40B4-BE49-F238E27FC236}">
                  <a16:creationId xmlns:a16="http://schemas.microsoft.com/office/drawing/2014/main" id="{C0999CD4-E75C-8401-26DE-AD9B012F8860}"/>
                </a:ext>
              </a:extLst>
            </p:cNvPr>
            <p:cNvSpPr/>
            <p:nvPr/>
          </p:nvSpPr>
          <p:spPr>
            <a:xfrm>
              <a:off x="285538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7">
              <a:extLst>
                <a:ext uri="{FF2B5EF4-FFF2-40B4-BE49-F238E27FC236}">
                  <a16:creationId xmlns:a16="http://schemas.microsoft.com/office/drawing/2014/main" id="{B1C4F1B8-338C-E84F-F851-0290EAE718E4}"/>
                </a:ext>
              </a:extLst>
            </p:cNvPr>
            <p:cNvSpPr/>
            <p:nvPr/>
          </p:nvSpPr>
          <p:spPr>
            <a:xfrm>
              <a:off x="286482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8">
              <a:extLst>
                <a:ext uri="{FF2B5EF4-FFF2-40B4-BE49-F238E27FC236}">
                  <a16:creationId xmlns:a16="http://schemas.microsoft.com/office/drawing/2014/main" id="{A077F2ED-B557-2FAE-AE41-FF76E3F0F712}"/>
                </a:ext>
              </a:extLst>
            </p:cNvPr>
            <p:cNvSpPr/>
            <p:nvPr/>
          </p:nvSpPr>
          <p:spPr>
            <a:xfrm>
              <a:off x="287426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09">
              <a:extLst>
                <a:ext uri="{FF2B5EF4-FFF2-40B4-BE49-F238E27FC236}">
                  <a16:creationId xmlns:a16="http://schemas.microsoft.com/office/drawing/2014/main" id="{3940E9AD-8EB5-86BE-49D1-5B8B5391F757}"/>
                </a:ext>
              </a:extLst>
            </p:cNvPr>
            <p:cNvSpPr/>
            <p:nvPr/>
          </p:nvSpPr>
          <p:spPr>
            <a:xfrm>
              <a:off x="288370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0">
              <a:extLst>
                <a:ext uri="{FF2B5EF4-FFF2-40B4-BE49-F238E27FC236}">
                  <a16:creationId xmlns:a16="http://schemas.microsoft.com/office/drawing/2014/main" id="{AB8C34CB-522C-E32E-0644-AF1F7F384AC4}"/>
                </a:ext>
              </a:extLst>
            </p:cNvPr>
            <p:cNvSpPr/>
            <p:nvPr/>
          </p:nvSpPr>
          <p:spPr>
            <a:xfrm>
              <a:off x="289314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1">
              <a:extLst>
                <a:ext uri="{FF2B5EF4-FFF2-40B4-BE49-F238E27FC236}">
                  <a16:creationId xmlns:a16="http://schemas.microsoft.com/office/drawing/2014/main" id="{06E50256-996F-12AD-DE2B-0F861ACA33BF}"/>
                </a:ext>
              </a:extLst>
            </p:cNvPr>
            <p:cNvSpPr/>
            <p:nvPr/>
          </p:nvSpPr>
          <p:spPr>
            <a:xfrm>
              <a:off x="290258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2">
              <a:extLst>
                <a:ext uri="{FF2B5EF4-FFF2-40B4-BE49-F238E27FC236}">
                  <a16:creationId xmlns:a16="http://schemas.microsoft.com/office/drawing/2014/main" id="{F87B3ECA-0476-E4FC-DBA8-F9938228E165}"/>
                </a:ext>
              </a:extLst>
            </p:cNvPr>
            <p:cNvSpPr/>
            <p:nvPr/>
          </p:nvSpPr>
          <p:spPr>
            <a:xfrm>
              <a:off x="291202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3">
              <a:extLst>
                <a:ext uri="{FF2B5EF4-FFF2-40B4-BE49-F238E27FC236}">
                  <a16:creationId xmlns:a16="http://schemas.microsoft.com/office/drawing/2014/main" id="{1E2F88FF-673D-04A6-880F-52450473EC18}"/>
                </a:ext>
              </a:extLst>
            </p:cNvPr>
            <p:cNvSpPr/>
            <p:nvPr/>
          </p:nvSpPr>
          <p:spPr>
            <a:xfrm>
              <a:off x="292146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4">
              <a:extLst>
                <a:ext uri="{FF2B5EF4-FFF2-40B4-BE49-F238E27FC236}">
                  <a16:creationId xmlns:a16="http://schemas.microsoft.com/office/drawing/2014/main" id="{15FC945D-8ED2-B34C-AFC1-80C8961FE270}"/>
                </a:ext>
              </a:extLst>
            </p:cNvPr>
            <p:cNvSpPr/>
            <p:nvPr/>
          </p:nvSpPr>
          <p:spPr>
            <a:xfrm>
              <a:off x="293090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5">
              <a:extLst>
                <a:ext uri="{FF2B5EF4-FFF2-40B4-BE49-F238E27FC236}">
                  <a16:creationId xmlns:a16="http://schemas.microsoft.com/office/drawing/2014/main" id="{8C259F98-7482-9AF7-8F26-D41E498BBDA3}"/>
                </a:ext>
              </a:extLst>
            </p:cNvPr>
            <p:cNvSpPr/>
            <p:nvPr/>
          </p:nvSpPr>
          <p:spPr>
            <a:xfrm>
              <a:off x="294034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6">
              <a:extLst>
                <a:ext uri="{FF2B5EF4-FFF2-40B4-BE49-F238E27FC236}">
                  <a16:creationId xmlns:a16="http://schemas.microsoft.com/office/drawing/2014/main" id="{CF2AF7A1-9614-F76F-0B39-714092EA9E83}"/>
                </a:ext>
              </a:extLst>
            </p:cNvPr>
            <p:cNvSpPr/>
            <p:nvPr/>
          </p:nvSpPr>
          <p:spPr>
            <a:xfrm>
              <a:off x="294978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7">
              <a:extLst>
                <a:ext uri="{FF2B5EF4-FFF2-40B4-BE49-F238E27FC236}">
                  <a16:creationId xmlns:a16="http://schemas.microsoft.com/office/drawing/2014/main" id="{EEDA2508-7E75-DB52-AF26-52AAAFF28094}"/>
                </a:ext>
              </a:extLst>
            </p:cNvPr>
            <p:cNvSpPr/>
            <p:nvPr/>
          </p:nvSpPr>
          <p:spPr>
            <a:xfrm>
              <a:off x="295922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8">
              <a:extLst>
                <a:ext uri="{FF2B5EF4-FFF2-40B4-BE49-F238E27FC236}">
                  <a16:creationId xmlns:a16="http://schemas.microsoft.com/office/drawing/2014/main" id="{63041624-325E-1D9C-B7DC-5FA288958B1F}"/>
                </a:ext>
              </a:extLst>
            </p:cNvPr>
            <p:cNvSpPr/>
            <p:nvPr/>
          </p:nvSpPr>
          <p:spPr>
            <a:xfrm>
              <a:off x="296866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19">
              <a:extLst>
                <a:ext uri="{FF2B5EF4-FFF2-40B4-BE49-F238E27FC236}">
                  <a16:creationId xmlns:a16="http://schemas.microsoft.com/office/drawing/2014/main" id="{F9F5579B-90E2-6749-5EBE-C0127E5CCAB1}"/>
                </a:ext>
              </a:extLst>
            </p:cNvPr>
            <p:cNvSpPr/>
            <p:nvPr/>
          </p:nvSpPr>
          <p:spPr>
            <a:xfrm>
              <a:off x="297810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0">
              <a:extLst>
                <a:ext uri="{FF2B5EF4-FFF2-40B4-BE49-F238E27FC236}">
                  <a16:creationId xmlns:a16="http://schemas.microsoft.com/office/drawing/2014/main" id="{4859B13F-1C0C-2915-B248-E65F2B3B3F80}"/>
                </a:ext>
              </a:extLst>
            </p:cNvPr>
            <p:cNvSpPr/>
            <p:nvPr/>
          </p:nvSpPr>
          <p:spPr>
            <a:xfrm>
              <a:off x="2987543" y="262460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1">
              <a:extLst>
                <a:ext uri="{FF2B5EF4-FFF2-40B4-BE49-F238E27FC236}">
                  <a16:creationId xmlns:a16="http://schemas.microsoft.com/office/drawing/2014/main" id="{7224908F-E667-17B2-5E44-F7D451C936F8}"/>
                </a:ext>
              </a:extLst>
            </p:cNvPr>
            <p:cNvSpPr/>
            <p:nvPr/>
          </p:nvSpPr>
          <p:spPr>
            <a:xfrm>
              <a:off x="2996983" y="2607036"/>
              <a:ext cx="923840" cy="925089"/>
            </a:xfrm>
            <a:custGeom>
              <a:avLst/>
              <a:gdLst/>
              <a:ahLst/>
              <a:cxnLst/>
              <a:rect l="0" t="0" r="0" b="0"/>
              <a:pathLst>
                <a:path w="923840" h="92508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399" y="92508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2">
              <a:extLst>
                <a:ext uri="{FF2B5EF4-FFF2-40B4-BE49-F238E27FC236}">
                  <a16:creationId xmlns:a16="http://schemas.microsoft.com/office/drawing/2014/main" id="{A758A97B-676F-2395-1216-E30E0FE22E73}"/>
                </a:ext>
              </a:extLst>
            </p:cNvPr>
            <p:cNvSpPr/>
            <p:nvPr/>
          </p:nvSpPr>
          <p:spPr>
            <a:xfrm>
              <a:off x="3006423" y="2607036"/>
              <a:ext cx="918648" cy="918120"/>
            </a:xfrm>
            <a:custGeom>
              <a:avLst/>
              <a:gdLst/>
              <a:ahLst/>
              <a:cxnLst/>
              <a:rect l="0" t="0" r="0" b="0"/>
              <a:pathLst>
                <a:path w="918648" h="918120">
                  <a:moveTo>
                    <a:pt x="914400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400" y="91812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3">
              <a:extLst>
                <a:ext uri="{FF2B5EF4-FFF2-40B4-BE49-F238E27FC236}">
                  <a16:creationId xmlns:a16="http://schemas.microsoft.com/office/drawing/2014/main" id="{67B6D904-54B5-BA34-B208-3A8E19B96744}"/>
                </a:ext>
              </a:extLst>
            </p:cNvPr>
            <p:cNvSpPr/>
            <p:nvPr/>
          </p:nvSpPr>
          <p:spPr>
            <a:xfrm>
              <a:off x="2496650" y="260703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400" y="89890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4">
              <a:extLst>
                <a:ext uri="{FF2B5EF4-FFF2-40B4-BE49-F238E27FC236}">
                  <a16:creationId xmlns:a16="http://schemas.microsoft.com/office/drawing/2014/main" id="{52095935-63EA-088D-7974-ABFAEB2C284D}"/>
                </a:ext>
              </a:extLst>
            </p:cNvPr>
            <p:cNvSpPr/>
            <p:nvPr/>
          </p:nvSpPr>
          <p:spPr>
            <a:xfrm>
              <a:off x="2506091" y="258946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5">
              <a:extLst>
                <a:ext uri="{FF2B5EF4-FFF2-40B4-BE49-F238E27FC236}">
                  <a16:creationId xmlns:a16="http://schemas.microsoft.com/office/drawing/2014/main" id="{72DC9EAC-AA6C-F15A-EC9C-475E1841AA33}"/>
                </a:ext>
              </a:extLst>
            </p:cNvPr>
            <p:cNvSpPr/>
            <p:nvPr/>
          </p:nvSpPr>
          <p:spPr>
            <a:xfrm>
              <a:off x="250609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6">
              <a:extLst>
                <a:ext uri="{FF2B5EF4-FFF2-40B4-BE49-F238E27FC236}">
                  <a16:creationId xmlns:a16="http://schemas.microsoft.com/office/drawing/2014/main" id="{1575C814-6E3A-9337-D5F1-EC6B0F5F08F8}"/>
                </a:ext>
              </a:extLst>
            </p:cNvPr>
            <p:cNvSpPr/>
            <p:nvPr/>
          </p:nvSpPr>
          <p:spPr>
            <a:xfrm>
              <a:off x="251553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7">
              <a:extLst>
                <a:ext uri="{FF2B5EF4-FFF2-40B4-BE49-F238E27FC236}">
                  <a16:creationId xmlns:a16="http://schemas.microsoft.com/office/drawing/2014/main" id="{FC0CE27F-9CDE-73D8-B112-132876A1B414}"/>
                </a:ext>
              </a:extLst>
            </p:cNvPr>
            <p:cNvSpPr/>
            <p:nvPr/>
          </p:nvSpPr>
          <p:spPr>
            <a:xfrm>
              <a:off x="252497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8">
              <a:extLst>
                <a:ext uri="{FF2B5EF4-FFF2-40B4-BE49-F238E27FC236}">
                  <a16:creationId xmlns:a16="http://schemas.microsoft.com/office/drawing/2014/main" id="{8642D2DA-4ED1-FAE3-3A07-638E59BAC5CA}"/>
                </a:ext>
              </a:extLst>
            </p:cNvPr>
            <p:cNvSpPr/>
            <p:nvPr/>
          </p:nvSpPr>
          <p:spPr>
            <a:xfrm>
              <a:off x="253441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29">
              <a:extLst>
                <a:ext uri="{FF2B5EF4-FFF2-40B4-BE49-F238E27FC236}">
                  <a16:creationId xmlns:a16="http://schemas.microsoft.com/office/drawing/2014/main" id="{57C54770-EDEA-49EF-5A92-F3BDFA7BFD1C}"/>
                </a:ext>
              </a:extLst>
            </p:cNvPr>
            <p:cNvSpPr/>
            <p:nvPr/>
          </p:nvSpPr>
          <p:spPr>
            <a:xfrm>
              <a:off x="254385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0">
              <a:extLst>
                <a:ext uri="{FF2B5EF4-FFF2-40B4-BE49-F238E27FC236}">
                  <a16:creationId xmlns:a16="http://schemas.microsoft.com/office/drawing/2014/main" id="{B05D3E16-7CD5-E401-C8FF-28A2C9084020}"/>
                </a:ext>
              </a:extLst>
            </p:cNvPr>
            <p:cNvSpPr/>
            <p:nvPr/>
          </p:nvSpPr>
          <p:spPr>
            <a:xfrm>
              <a:off x="255329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1">
              <a:extLst>
                <a:ext uri="{FF2B5EF4-FFF2-40B4-BE49-F238E27FC236}">
                  <a16:creationId xmlns:a16="http://schemas.microsoft.com/office/drawing/2014/main" id="{112E7007-2655-7E14-9F83-FA13CE92EE38}"/>
                </a:ext>
              </a:extLst>
            </p:cNvPr>
            <p:cNvSpPr/>
            <p:nvPr/>
          </p:nvSpPr>
          <p:spPr>
            <a:xfrm>
              <a:off x="256273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2">
              <a:extLst>
                <a:ext uri="{FF2B5EF4-FFF2-40B4-BE49-F238E27FC236}">
                  <a16:creationId xmlns:a16="http://schemas.microsoft.com/office/drawing/2014/main" id="{39F3166C-DAE5-6E3E-5D69-184DF96C33C1}"/>
                </a:ext>
              </a:extLst>
            </p:cNvPr>
            <p:cNvSpPr/>
            <p:nvPr/>
          </p:nvSpPr>
          <p:spPr>
            <a:xfrm>
              <a:off x="257217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3">
              <a:extLst>
                <a:ext uri="{FF2B5EF4-FFF2-40B4-BE49-F238E27FC236}">
                  <a16:creationId xmlns:a16="http://schemas.microsoft.com/office/drawing/2014/main" id="{0FE450A3-80E3-1EAE-1666-990EC94D0B28}"/>
                </a:ext>
              </a:extLst>
            </p:cNvPr>
            <p:cNvSpPr/>
            <p:nvPr/>
          </p:nvSpPr>
          <p:spPr>
            <a:xfrm>
              <a:off x="258161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4">
              <a:extLst>
                <a:ext uri="{FF2B5EF4-FFF2-40B4-BE49-F238E27FC236}">
                  <a16:creationId xmlns:a16="http://schemas.microsoft.com/office/drawing/2014/main" id="{8D8CE490-9AC3-72C5-0605-A0CE7517350A}"/>
                </a:ext>
              </a:extLst>
            </p:cNvPr>
            <p:cNvSpPr/>
            <p:nvPr/>
          </p:nvSpPr>
          <p:spPr>
            <a:xfrm>
              <a:off x="259105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5">
              <a:extLst>
                <a:ext uri="{FF2B5EF4-FFF2-40B4-BE49-F238E27FC236}">
                  <a16:creationId xmlns:a16="http://schemas.microsoft.com/office/drawing/2014/main" id="{A3AC9E7F-708B-38A4-2DF5-B20020087ED8}"/>
                </a:ext>
              </a:extLst>
            </p:cNvPr>
            <p:cNvSpPr/>
            <p:nvPr/>
          </p:nvSpPr>
          <p:spPr>
            <a:xfrm>
              <a:off x="260049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6">
              <a:extLst>
                <a:ext uri="{FF2B5EF4-FFF2-40B4-BE49-F238E27FC236}">
                  <a16:creationId xmlns:a16="http://schemas.microsoft.com/office/drawing/2014/main" id="{4551A289-90F3-6F9A-B2A6-7C322B260921}"/>
                </a:ext>
              </a:extLst>
            </p:cNvPr>
            <p:cNvSpPr/>
            <p:nvPr/>
          </p:nvSpPr>
          <p:spPr>
            <a:xfrm>
              <a:off x="260993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7">
              <a:extLst>
                <a:ext uri="{FF2B5EF4-FFF2-40B4-BE49-F238E27FC236}">
                  <a16:creationId xmlns:a16="http://schemas.microsoft.com/office/drawing/2014/main" id="{D7C99131-AD29-92CE-CFC1-1F01EFA69352}"/>
                </a:ext>
              </a:extLst>
            </p:cNvPr>
            <p:cNvSpPr/>
            <p:nvPr/>
          </p:nvSpPr>
          <p:spPr>
            <a:xfrm>
              <a:off x="261937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8">
              <a:extLst>
                <a:ext uri="{FF2B5EF4-FFF2-40B4-BE49-F238E27FC236}">
                  <a16:creationId xmlns:a16="http://schemas.microsoft.com/office/drawing/2014/main" id="{F202DA96-8958-6E93-51E7-2EF6E708C9DE}"/>
                </a:ext>
              </a:extLst>
            </p:cNvPr>
            <p:cNvSpPr/>
            <p:nvPr/>
          </p:nvSpPr>
          <p:spPr>
            <a:xfrm>
              <a:off x="262881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39">
              <a:extLst>
                <a:ext uri="{FF2B5EF4-FFF2-40B4-BE49-F238E27FC236}">
                  <a16:creationId xmlns:a16="http://schemas.microsoft.com/office/drawing/2014/main" id="{397ED52D-CE7C-2226-A2E2-634BB46295C5}"/>
                </a:ext>
              </a:extLst>
            </p:cNvPr>
            <p:cNvSpPr/>
            <p:nvPr/>
          </p:nvSpPr>
          <p:spPr>
            <a:xfrm>
              <a:off x="263825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0">
              <a:extLst>
                <a:ext uri="{FF2B5EF4-FFF2-40B4-BE49-F238E27FC236}">
                  <a16:creationId xmlns:a16="http://schemas.microsoft.com/office/drawing/2014/main" id="{C69AAB4C-4484-168F-E5D3-1C0EF995BBEE}"/>
                </a:ext>
              </a:extLst>
            </p:cNvPr>
            <p:cNvSpPr/>
            <p:nvPr/>
          </p:nvSpPr>
          <p:spPr>
            <a:xfrm>
              <a:off x="264769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1">
              <a:extLst>
                <a:ext uri="{FF2B5EF4-FFF2-40B4-BE49-F238E27FC236}">
                  <a16:creationId xmlns:a16="http://schemas.microsoft.com/office/drawing/2014/main" id="{B1B88BD3-3D52-A2C0-AADC-D7242603D81A}"/>
                </a:ext>
              </a:extLst>
            </p:cNvPr>
            <p:cNvSpPr/>
            <p:nvPr/>
          </p:nvSpPr>
          <p:spPr>
            <a:xfrm>
              <a:off x="265713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2">
              <a:extLst>
                <a:ext uri="{FF2B5EF4-FFF2-40B4-BE49-F238E27FC236}">
                  <a16:creationId xmlns:a16="http://schemas.microsoft.com/office/drawing/2014/main" id="{A781D354-C7B5-0D55-92AF-F7FF95DB10C2}"/>
                </a:ext>
              </a:extLst>
            </p:cNvPr>
            <p:cNvSpPr/>
            <p:nvPr/>
          </p:nvSpPr>
          <p:spPr>
            <a:xfrm>
              <a:off x="266657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3">
              <a:extLst>
                <a:ext uri="{FF2B5EF4-FFF2-40B4-BE49-F238E27FC236}">
                  <a16:creationId xmlns:a16="http://schemas.microsoft.com/office/drawing/2014/main" id="{97B7CD8D-B408-A689-D76F-7AB1A8B78613}"/>
                </a:ext>
              </a:extLst>
            </p:cNvPr>
            <p:cNvSpPr/>
            <p:nvPr/>
          </p:nvSpPr>
          <p:spPr>
            <a:xfrm>
              <a:off x="267601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4">
              <a:extLst>
                <a:ext uri="{FF2B5EF4-FFF2-40B4-BE49-F238E27FC236}">
                  <a16:creationId xmlns:a16="http://schemas.microsoft.com/office/drawing/2014/main" id="{9BE8DA5C-818B-2744-BF55-1D466163140B}"/>
                </a:ext>
              </a:extLst>
            </p:cNvPr>
            <p:cNvSpPr/>
            <p:nvPr/>
          </p:nvSpPr>
          <p:spPr>
            <a:xfrm>
              <a:off x="268545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5">
              <a:extLst>
                <a:ext uri="{FF2B5EF4-FFF2-40B4-BE49-F238E27FC236}">
                  <a16:creationId xmlns:a16="http://schemas.microsoft.com/office/drawing/2014/main" id="{877AD950-1C0C-2D8C-5F94-D967B3611A7E}"/>
                </a:ext>
              </a:extLst>
            </p:cNvPr>
            <p:cNvSpPr/>
            <p:nvPr/>
          </p:nvSpPr>
          <p:spPr>
            <a:xfrm>
              <a:off x="269489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6">
              <a:extLst>
                <a:ext uri="{FF2B5EF4-FFF2-40B4-BE49-F238E27FC236}">
                  <a16:creationId xmlns:a16="http://schemas.microsoft.com/office/drawing/2014/main" id="{BD3B8A29-9B2C-14CD-2A1B-D57259D12FD8}"/>
                </a:ext>
              </a:extLst>
            </p:cNvPr>
            <p:cNvSpPr/>
            <p:nvPr/>
          </p:nvSpPr>
          <p:spPr>
            <a:xfrm>
              <a:off x="270433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7">
              <a:extLst>
                <a:ext uri="{FF2B5EF4-FFF2-40B4-BE49-F238E27FC236}">
                  <a16:creationId xmlns:a16="http://schemas.microsoft.com/office/drawing/2014/main" id="{F3C47A9C-943D-D5D1-B8D0-79C858A66108}"/>
                </a:ext>
              </a:extLst>
            </p:cNvPr>
            <p:cNvSpPr/>
            <p:nvPr/>
          </p:nvSpPr>
          <p:spPr>
            <a:xfrm>
              <a:off x="271377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8">
              <a:extLst>
                <a:ext uri="{FF2B5EF4-FFF2-40B4-BE49-F238E27FC236}">
                  <a16:creationId xmlns:a16="http://schemas.microsoft.com/office/drawing/2014/main" id="{8CC12F13-8690-83F5-31DE-1713FC4B1318}"/>
                </a:ext>
              </a:extLst>
            </p:cNvPr>
            <p:cNvSpPr/>
            <p:nvPr/>
          </p:nvSpPr>
          <p:spPr>
            <a:xfrm>
              <a:off x="272321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49">
              <a:extLst>
                <a:ext uri="{FF2B5EF4-FFF2-40B4-BE49-F238E27FC236}">
                  <a16:creationId xmlns:a16="http://schemas.microsoft.com/office/drawing/2014/main" id="{A0500575-C601-D464-2CC1-36448524F65F}"/>
                </a:ext>
              </a:extLst>
            </p:cNvPr>
            <p:cNvSpPr/>
            <p:nvPr/>
          </p:nvSpPr>
          <p:spPr>
            <a:xfrm>
              <a:off x="273265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0">
              <a:extLst>
                <a:ext uri="{FF2B5EF4-FFF2-40B4-BE49-F238E27FC236}">
                  <a16:creationId xmlns:a16="http://schemas.microsoft.com/office/drawing/2014/main" id="{42D7D2E3-AE26-05E9-6B2B-CEDAC36A032F}"/>
                </a:ext>
              </a:extLst>
            </p:cNvPr>
            <p:cNvSpPr/>
            <p:nvPr/>
          </p:nvSpPr>
          <p:spPr>
            <a:xfrm>
              <a:off x="274209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1">
              <a:extLst>
                <a:ext uri="{FF2B5EF4-FFF2-40B4-BE49-F238E27FC236}">
                  <a16:creationId xmlns:a16="http://schemas.microsoft.com/office/drawing/2014/main" id="{9A1530F0-BD8E-DA90-0E43-BB0168FFF104}"/>
                </a:ext>
              </a:extLst>
            </p:cNvPr>
            <p:cNvSpPr/>
            <p:nvPr/>
          </p:nvSpPr>
          <p:spPr>
            <a:xfrm>
              <a:off x="275153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2">
              <a:extLst>
                <a:ext uri="{FF2B5EF4-FFF2-40B4-BE49-F238E27FC236}">
                  <a16:creationId xmlns:a16="http://schemas.microsoft.com/office/drawing/2014/main" id="{C4306E84-0916-E762-1450-A10FD2B7C452}"/>
                </a:ext>
              </a:extLst>
            </p:cNvPr>
            <p:cNvSpPr/>
            <p:nvPr/>
          </p:nvSpPr>
          <p:spPr>
            <a:xfrm>
              <a:off x="276097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3">
              <a:extLst>
                <a:ext uri="{FF2B5EF4-FFF2-40B4-BE49-F238E27FC236}">
                  <a16:creationId xmlns:a16="http://schemas.microsoft.com/office/drawing/2014/main" id="{ABBA5E50-A576-8439-45B3-8C0BD41CC67B}"/>
                </a:ext>
              </a:extLst>
            </p:cNvPr>
            <p:cNvSpPr/>
            <p:nvPr/>
          </p:nvSpPr>
          <p:spPr>
            <a:xfrm>
              <a:off x="277041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4">
              <a:extLst>
                <a:ext uri="{FF2B5EF4-FFF2-40B4-BE49-F238E27FC236}">
                  <a16:creationId xmlns:a16="http://schemas.microsoft.com/office/drawing/2014/main" id="{6E390C96-9587-6C42-7B7F-A77397A3C678}"/>
                </a:ext>
              </a:extLst>
            </p:cNvPr>
            <p:cNvSpPr/>
            <p:nvPr/>
          </p:nvSpPr>
          <p:spPr>
            <a:xfrm>
              <a:off x="277985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5">
              <a:extLst>
                <a:ext uri="{FF2B5EF4-FFF2-40B4-BE49-F238E27FC236}">
                  <a16:creationId xmlns:a16="http://schemas.microsoft.com/office/drawing/2014/main" id="{182F9564-D20C-8548-67DF-30C4C53FF7D7}"/>
                </a:ext>
              </a:extLst>
            </p:cNvPr>
            <p:cNvSpPr/>
            <p:nvPr/>
          </p:nvSpPr>
          <p:spPr>
            <a:xfrm>
              <a:off x="278929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6">
              <a:extLst>
                <a:ext uri="{FF2B5EF4-FFF2-40B4-BE49-F238E27FC236}">
                  <a16:creationId xmlns:a16="http://schemas.microsoft.com/office/drawing/2014/main" id="{E3D96651-43E9-6613-607A-69BFC3EF32F4}"/>
                </a:ext>
              </a:extLst>
            </p:cNvPr>
            <p:cNvSpPr/>
            <p:nvPr/>
          </p:nvSpPr>
          <p:spPr>
            <a:xfrm>
              <a:off x="279873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7">
              <a:extLst>
                <a:ext uri="{FF2B5EF4-FFF2-40B4-BE49-F238E27FC236}">
                  <a16:creationId xmlns:a16="http://schemas.microsoft.com/office/drawing/2014/main" id="{428E2B18-1ECE-D29A-AE20-9F178D3EB733}"/>
                </a:ext>
              </a:extLst>
            </p:cNvPr>
            <p:cNvSpPr/>
            <p:nvPr/>
          </p:nvSpPr>
          <p:spPr>
            <a:xfrm>
              <a:off x="280817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8">
              <a:extLst>
                <a:ext uri="{FF2B5EF4-FFF2-40B4-BE49-F238E27FC236}">
                  <a16:creationId xmlns:a16="http://schemas.microsoft.com/office/drawing/2014/main" id="{987AD161-BA38-B52B-95D4-16F675BBB9A8}"/>
                </a:ext>
              </a:extLst>
            </p:cNvPr>
            <p:cNvSpPr/>
            <p:nvPr/>
          </p:nvSpPr>
          <p:spPr>
            <a:xfrm>
              <a:off x="281761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59">
              <a:extLst>
                <a:ext uri="{FF2B5EF4-FFF2-40B4-BE49-F238E27FC236}">
                  <a16:creationId xmlns:a16="http://schemas.microsoft.com/office/drawing/2014/main" id="{53EB0DDF-0BBA-5524-D1B7-A03F4CE388A5}"/>
                </a:ext>
              </a:extLst>
            </p:cNvPr>
            <p:cNvSpPr/>
            <p:nvPr/>
          </p:nvSpPr>
          <p:spPr>
            <a:xfrm>
              <a:off x="282705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0">
              <a:extLst>
                <a:ext uri="{FF2B5EF4-FFF2-40B4-BE49-F238E27FC236}">
                  <a16:creationId xmlns:a16="http://schemas.microsoft.com/office/drawing/2014/main" id="{08D35AA0-CD3E-939C-43C0-FD478C3252DD}"/>
                </a:ext>
              </a:extLst>
            </p:cNvPr>
            <p:cNvSpPr/>
            <p:nvPr/>
          </p:nvSpPr>
          <p:spPr>
            <a:xfrm>
              <a:off x="283649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1">
              <a:extLst>
                <a:ext uri="{FF2B5EF4-FFF2-40B4-BE49-F238E27FC236}">
                  <a16:creationId xmlns:a16="http://schemas.microsoft.com/office/drawing/2014/main" id="{CA5E3E04-DAAA-C434-6E44-AB41DC90ED99}"/>
                </a:ext>
              </a:extLst>
            </p:cNvPr>
            <p:cNvSpPr/>
            <p:nvPr/>
          </p:nvSpPr>
          <p:spPr>
            <a:xfrm>
              <a:off x="284593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2">
              <a:extLst>
                <a:ext uri="{FF2B5EF4-FFF2-40B4-BE49-F238E27FC236}">
                  <a16:creationId xmlns:a16="http://schemas.microsoft.com/office/drawing/2014/main" id="{969D2702-9E8B-7C17-4FEF-76AE6C24F9EE}"/>
                </a:ext>
              </a:extLst>
            </p:cNvPr>
            <p:cNvSpPr/>
            <p:nvPr/>
          </p:nvSpPr>
          <p:spPr>
            <a:xfrm>
              <a:off x="285538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3">
              <a:extLst>
                <a:ext uri="{FF2B5EF4-FFF2-40B4-BE49-F238E27FC236}">
                  <a16:creationId xmlns:a16="http://schemas.microsoft.com/office/drawing/2014/main" id="{97940190-B88A-8433-0A3C-C015283DB1D7}"/>
                </a:ext>
              </a:extLst>
            </p:cNvPr>
            <p:cNvSpPr/>
            <p:nvPr/>
          </p:nvSpPr>
          <p:spPr>
            <a:xfrm>
              <a:off x="286482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4">
              <a:extLst>
                <a:ext uri="{FF2B5EF4-FFF2-40B4-BE49-F238E27FC236}">
                  <a16:creationId xmlns:a16="http://schemas.microsoft.com/office/drawing/2014/main" id="{D3459A86-44FC-414D-1E83-33BEF660F498}"/>
                </a:ext>
              </a:extLst>
            </p:cNvPr>
            <p:cNvSpPr/>
            <p:nvPr/>
          </p:nvSpPr>
          <p:spPr>
            <a:xfrm>
              <a:off x="287426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5">
              <a:extLst>
                <a:ext uri="{FF2B5EF4-FFF2-40B4-BE49-F238E27FC236}">
                  <a16:creationId xmlns:a16="http://schemas.microsoft.com/office/drawing/2014/main" id="{0784B5C0-D058-38E1-623D-172240F6BB09}"/>
                </a:ext>
              </a:extLst>
            </p:cNvPr>
            <p:cNvSpPr/>
            <p:nvPr/>
          </p:nvSpPr>
          <p:spPr>
            <a:xfrm>
              <a:off x="288370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6">
              <a:extLst>
                <a:ext uri="{FF2B5EF4-FFF2-40B4-BE49-F238E27FC236}">
                  <a16:creationId xmlns:a16="http://schemas.microsoft.com/office/drawing/2014/main" id="{B7874EDC-22AC-E1EE-FF89-6A7B3E84EC55}"/>
                </a:ext>
              </a:extLst>
            </p:cNvPr>
            <p:cNvSpPr/>
            <p:nvPr/>
          </p:nvSpPr>
          <p:spPr>
            <a:xfrm>
              <a:off x="289314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7">
              <a:extLst>
                <a:ext uri="{FF2B5EF4-FFF2-40B4-BE49-F238E27FC236}">
                  <a16:creationId xmlns:a16="http://schemas.microsoft.com/office/drawing/2014/main" id="{8EB0BD05-1980-E1F5-B143-47FDDCC49B01}"/>
                </a:ext>
              </a:extLst>
            </p:cNvPr>
            <p:cNvSpPr/>
            <p:nvPr/>
          </p:nvSpPr>
          <p:spPr>
            <a:xfrm>
              <a:off x="290258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8">
              <a:extLst>
                <a:ext uri="{FF2B5EF4-FFF2-40B4-BE49-F238E27FC236}">
                  <a16:creationId xmlns:a16="http://schemas.microsoft.com/office/drawing/2014/main" id="{BD4330D4-9D9F-014C-0F6D-55C6205F7880}"/>
                </a:ext>
              </a:extLst>
            </p:cNvPr>
            <p:cNvSpPr/>
            <p:nvPr/>
          </p:nvSpPr>
          <p:spPr>
            <a:xfrm>
              <a:off x="291202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69">
              <a:extLst>
                <a:ext uri="{FF2B5EF4-FFF2-40B4-BE49-F238E27FC236}">
                  <a16:creationId xmlns:a16="http://schemas.microsoft.com/office/drawing/2014/main" id="{57D814C4-2064-0F52-44E6-8F66D71020F9}"/>
                </a:ext>
              </a:extLst>
            </p:cNvPr>
            <p:cNvSpPr/>
            <p:nvPr/>
          </p:nvSpPr>
          <p:spPr>
            <a:xfrm>
              <a:off x="292146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0">
              <a:extLst>
                <a:ext uri="{FF2B5EF4-FFF2-40B4-BE49-F238E27FC236}">
                  <a16:creationId xmlns:a16="http://schemas.microsoft.com/office/drawing/2014/main" id="{FB601040-C11F-1D21-643E-6A09E1551BF8}"/>
                </a:ext>
              </a:extLst>
            </p:cNvPr>
            <p:cNvSpPr/>
            <p:nvPr/>
          </p:nvSpPr>
          <p:spPr>
            <a:xfrm>
              <a:off x="293090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1">
              <a:extLst>
                <a:ext uri="{FF2B5EF4-FFF2-40B4-BE49-F238E27FC236}">
                  <a16:creationId xmlns:a16="http://schemas.microsoft.com/office/drawing/2014/main" id="{2B4FAE69-D147-1459-FE16-B46027F83FA6}"/>
                </a:ext>
              </a:extLst>
            </p:cNvPr>
            <p:cNvSpPr/>
            <p:nvPr/>
          </p:nvSpPr>
          <p:spPr>
            <a:xfrm>
              <a:off x="294034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2">
              <a:extLst>
                <a:ext uri="{FF2B5EF4-FFF2-40B4-BE49-F238E27FC236}">
                  <a16:creationId xmlns:a16="http://schemas.microsoft.com/office/drawing/2014/main" id="{BB15B7C7-7951-F41A-B0B8-910EAC35FE3B}"/>
                </a:ext>
              </a:extLst>
            </p:cNvPr>
            <p:cNvSpPr/>
            <p:nvPr/>
          </p:nvSpPr>
          <p:spPr>
            <a:xfrm>
              <a:off x="294978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3">
              <a:extLst>
                <a:ext uri="{FF2B5EF4-FFF2-40B4-BE49-F238E27FC236}">
                  <a16:creationId xmlns:a16="http://schemas.microsoft.com/office/drawing/2014/main" id="{C7F9DD30-9B43-5B54-03CE-BC574B1A0A92}"/>
                </a:ext>
              </a:extLst>
            </p:cNvPr>
            <p:cNvSpPr/>
            <p:nvPr/>
          </p:nvSpPr>
          <p:spPr>
            <a:xfrm>
              <a:off x="295922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4">
              <a:extLst>
                <a:ext uri="{FF2B5EF4-FFF2-40B4-BE49-F238E27FC236}">
                  <a16:creationId xmlns:a16="http://schemas.microsoft.com/office/drawing/2014/main" id="{7DA5A2A3-581D-5C78-C421-434DCFC0ABDA}"/>
                </a:ext>
              </a:extLst>
            </p:cNvPr>
            <p:cNvSpPr/>
            <p:nvPr/>
          </p:nvSpPr>
          <p:spPr>
            <a:xfrm>
              <a:off x="296866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5">
              <a:extLst>
                <a:ext uri="{FF2B5EF4-FFF2-40B4-BE49-F238E27FC236}">
                  <a16:creationId xmlns:a16="http://schemas.microsoft.com/office/drawing/2014/main" id="{31CBEE28-D436-DF63-1740-702DAB70596B}"/>
                </a:ext>
              </a:extLst>
            </p:cNvPr>
            <p:cNvSpPr/>
            <p:nvPr/>
          </p:nvSpPr>
          <p:spPr>
            <a:xfrm>
              <a:off x="297810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6">
              <a:extLst>
                <a:ext uri="{FF2B5EF4-FFF2-40B4-BE49-F238E27FC236}">
                  <a16:creationId xmlns:a16="http://schemas.microsoft.com/office/drawing/2014/main" id="{5721E922-FE6E-D26D-B028-5D78776391D5}"/>
                </a:ext>
              </a:extLst>
            </p:cNvPr>
            <p:cNvSpPr/>
            <p:nvPr/>
          </p:nvSpPr>
          <p:spPr>
            <a:xfrm>
              <a:off x="298754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7">
              <a:extLst>
                <a:ext uri="{FF2B5EF4-FFF2-40B4-BE49-F238E27FC236}">
                  <a16:creationId xmlns:a16="http://schemas.microsoft.com/office/drawing/2014/main" id="{005F84F5-1D61-B013-9484-225B78604D2D}"/>
                </a:ext>
              </a:extLst>
            </p:cNvPr>
            <p:cNvSpPr/>
            <p:nvPr/>
          </p:nvSpPr>
          <p:spPr>
            <a:xfrm>
              <a:off x="299698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8">
              <a:extLst>
                <a:ext uri="{FF2B5EF4-FFF2-40B4-BE49-F238E27FC236}">
                  <a16:creationId xmlns:a16="http://schemas.microsoft.com/office/drawing/2014/main" id="{CBBCC2AD-2E58-434F-7103-D2301743BB19}"/>
                </a:ext>
              </a:extLst>
            </p:cNvPr>
            <p:cNvSpPr/>
            <p:nvPr/>
          </p:nvSpPr>
          <p:spPr>
            <a:xfrm>
              <a:off x="3006423" y="26070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79">
              <a:extLst>
                <a:ext uri="{FF2B5EF4-FFF2-40B4-BE49-F238E27FC236}">
                  <a16:creationId xmlns:a16="http://schemas.microsoft.com/office/drawing/2014/main" id="{C61A414A-A546-B8A1-9A4C-8BE57D8B08F6}"/>
                </a:ext>
              </a:extLst>
            </p:cNvPr>
            <p:cNvSpPr/>
            <p:nvPr/>
          </p:nvSpPr>
          <p:spPr>
            <a:xfrm>
              <a:off x="3015864" y="2589467"/>
              <a:ext cx="923840" cy="926834"/>
            </a:xfrm>
            <a:custGeom>
              <a:avLst/>
              <a:gdLst/>
              <a:ahLst/>
              <a:cxnLst/>
              <a:rect l="0" t="0" r="0" b="0"/>
              <a:pathLst>
                <a:path w="923840" h="926834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399" y="926834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0">
              <a:extLst>
                <a:ext uri="{FF2B5EF4-FFF2-40B4-BE49-F238E27FC236}">
                  <a16:creationId xmlns:a16="http://schemas.microsoft.com/office/drawing/2014/main" id="{FD9AB7D4-5E01-A4B9-342B-8E0D8ACC499A}"/>
                </a:ext>
              </a:extLst>
            </p:cNvPr>
            <p:cNvSpPr/>
            <p:nvPr/>
          </p:nvSpPr>
          <p:spPr>
            <a:xfrm>
              <a:off x="3025304" y="2589467"/>
              <a:ext cx="915385" cy="915753"/>
            </a:xfrm>
            <a:custGeom>
              <a:avLst/>
              <a:gdLst/>
              <a:ahLst/>
              <a:cxnLst/>
              <a:rect l="0" t="0" r="0" b="0"/>
              <a:pathLst>
                <a:path w="915385" h="915753">
                  <a:moveTo>
                    <a:pt x="914400" y="914399"/>
                  </a:moveTo>
                  <a:lnTo>
                    <a:pt x="915385" y="914399"/>
                  </a:lnTo>
                  <a:lnTo>
                    <a:pt x="914400" y="915753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1">
              <a:extLst>
                <a:ext uri="{FF2B5EF4-FFF2-40B4-BE49-F238E27FC236}">
                  <a16:creationId xmlns:a16="http://schemas.microsoft.com/office/drawing/2014/main" id="{2B6FD7D2-A351-A4C3-76E3-905FC67663FB}"/>
                </a:ext>
              </a:extLst>
            </p:cNvPr>
            <p:cNvSpPr/>
            <p:nvPr/>
          </p:nvSpPr>
          <p:spPr>
            <a:xfrm>
              <a:off x="3138587" y="2589467"/>
              <a:ext cx="914400" cy="917155"/>
            </a:xfrm>
            <a:custGeom>
              <a:avLst/>
              <a:gdLst/>
              <a:ahLst/>
              <a:cxnLst/>
              <a:rect l="0" t="0" r="0" b="0"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2">
              <a:extLst>
                <a:ext uri="{FF2B5EF4-FFF2-40B4-BE49-F238E27FC236}">
                  <a16:creationId xmlns:a16="http://schemas.microsoft.com/office/drawing/2014/main" id="{A5D5426F-FD05-BB0F-1E8A-6E1978438B2F}"/>
                </a:ext>
              </a:extLst>
            </p:cNvPr>
            <p:cNvSpPr/>
            <p:nvPr/>
          </p:nvSpPr>
          <p:spPr>
            <a:xfrm>
              <a:off x="3138587" y="2589467"/>
              <a:ext cx="923840" cy="920148"/>
            </a:xfrm>
            <a:custGeom>
              <a:avLst/>
              <a:gdLst/>
              <a:ahLst/>
              <a:cxnLst/>
              <a:rect l="0" t="0" r="0" b="0"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3">
              <a:extLst>
                <a:ext uri="{FF2B5EF4-FFF2-40B4-BE49-F238E27FC236}">
                  <a16:creationId xmlns:a16="http://schemas.microsoft.com/office/drawing/2014/main" id="{5F33EA39-3035-A529-CA6A-4F09D1600DF4}"/>
                </a:ext>
              </a:extLst>
            </p:cNvPr>
            <p:cNvSpPr/>
            <p:nvPr/>
          </p:nvSpPr>
          <p:spPr>
            <a:xfrm>
              <a:off x="3148027" y="2589467"/>
              <a:ext cx="923840" cy="921728"/>
            </a:xfrm>
            <a:custGeom>
              <a:avLst/>
              <a:gdLst/>
              <a:ahLst/>
              <a:cxnLst/>
              <a:rect l="0" t="0" r="0" b="0"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4">
              <a:extLst>
                <a:ext uri="{FF2B5EF4-FFF2-40B4-BE49-F238E27FC236}">
                  <a16:creationId xmlns:a16="http://schemas.microsoft.com/office/drawing/2014/main" id="{217A529E-7CF5-C961-0B77-19FAE3854138}"/>
                </a:ext>
              </a:extLst>
            </p:cNvPr>
            <p:cNvSpPr/>
            <p:nvPr/>
          </p:nvSpPr>
          <p:spPr>
            <a:xfrm>
              <a:off x="3157467" y="2589467"/>
              <a:ext cx="923840" cy="921938"/>
            </a:xfrm>
            <a:custGeom>
              <a:avLst/>
              <a:gdLst/>
              <a:ahLst/>
              <a:cxnLst/>
              <a:rect l="0" t="0" r="0" b="0"/>
              <a:pathLst>
                <a:path w="923840" h="92193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5">
              <a:extLst>
                <a:ext uri="{FF2B5EF4-FFF2-40B4-BE49-F238E27FC236}">
                  <a16:creationId xmlns:a16="http://schemas.microsoft.com/office/drawing/2014/main" id="{DDF027D4-FE90-CBAD-6126-1AD100334FDF}"/>
                </a:ext>
              </a:extLst>
            </p:cNvPr>
            <p:cNvSpPr/>
            <p:nvPr/>
          </p:nvSpPr>
          <p:spPr>
            <a:xfrm>
              <a:off x="3166907" y="2589467"/>
              <a:ext cx="923840" cy="921713"/>
            </a:xfrm>
            <a:custGeom>
              <a:avLst/>
              <a:gdLst/>
              <a:ahLst/>
              <a:cxnLst/>
              <a:rect l="0" t="0" r="0" b="0"/>
              <a:pathLst>
                <a:path w="923840" h="921713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400" y="921713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6">
              <a:extLst>
                <a:ext uri="{FF2B5EF4-FFF2-40B4-BE49-F238E27FC236}">
                  <a16:creationId xmlns:a16="http://schemas.microsoft.com/office/drawing/2014/main" id="{B47EAA38-6CF3-2C59-194D-BA9F379B02B4}"/>
                </a:ext>
              </a:extLst>
            </p:cNvPr>
            <p:cNvSpPr/>
            <p:nvPr/>
          </p:nvSpPr>
          <p:spPr>
            <a:xfrm>
              <a:off x="3176348" y="2589467"/>
              <a:ext cx="923840" cy="920308"/>
            </a:xfrm>
            <a:custGeom>
              <a:avLst/>
              <a:gdLst/>
              <a:ahLst/>
              <a:cxnLst/>
              <a:rect l="0" t="0" r="0" b="0"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7">
              <a:extLst>
                <a:ext uri="{FF2B5EF4-FFF2-40B4-BE49-F238E27FC236}">
                  <a16:creationId xmlns:a16="http://schemas.microsoft.com/office/drawing/2014/main" id="{E62E9AEC-B1FF-A8DD-4828-4DB321E6E322}"/>
                </a:ext>
              </a:extLst>
            </p:cNvPr>
            <p:cNvSpPr/>
            <p:nvPr/>
          </p:nvSpPr>
          <p:spPr>
            <a:xfrm>
              <a:off x="3185788" y="2589467"/>
              <a:ext cx="921116" cy="917389"/>
            </a:xfrm>
            <a:custGeom>
              <a:avLst/>
              <a:gdLst/>
              <a:ahLst/>
              <a:cxnLst/>
              <a:rect l="0" t="0" r="0" b="0"/>
              <a:pathLst>
                <a:path w="921116" h="917389">
                  <a:moveTo>
                    <a:pt x="914399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399" y="91738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8">
              <a:extLst>
                <a:ext uri="{FF2B5EF4-FFF2-40B4-BE49-F238E27FC236}">
                  <a16:creationId xmlns:a16="http://schemas.microsoft.com/office/drawing/2014/main" id="{EF1A8DD4-E685-CCA6-9D3B-269F67D7B19B}"/>
                </a:ext>
              </a:extLst>
            </p:cNvPr>
            <p:cNvSpPr/>
            <p:nvPr/>
          </p:nvSpPr>
          <p:spPr>
            <a:xfrm>
              <a:off x="2496650" y="2571897"/>
              <a:ext cx="914400" cy="922216"/>
            </a:xfrm>
            <a:custGeom>
              <a:avLst/>
              <a:gdLst/>
              <a:ahLst/>
              <a:cxnLst/>
              <a:rect l="0" t="0" r="0" b="0"/>
              <a:pathLst>
                <a:path w="914400" h="922216">
                  <a:moveTo>
                    <a:pt x="914400" y="914400"/>
                  </a:moveTo>
                  <a:lnTo>
                    <a:pt x="914400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89">
              <a:extLst>
                <a:ext uri="{FF2B5EF4-FFF2-40B4-BE49-F238E27FC236}">
                  <a16:creationId xmlns:a16="http://schemas.microsoft.com/office/drawing/2014/main" id="{1CB1DBE5-BF03-008A-9DCF-F8F75AC590E6}"/>
                </a:ext>
              </a:extLst>
            </p:cNvPr>
            <p:cNvSpPr/>
            <p:nvPr/>
          </p:nvSpPr>
          <p:spPr>
            <a:xfrm>
              <a:off x="249665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400" y="92221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0">
              <a:extLst>
                <a:ext uri="{FF2B5EF4-FFF2-40B4-BE49-F238E27FC236}">
                  <a16:creationId xmlns:a16="http://schemas.microsoft.com/office/drawing/2014/main" id="{667CF0BA-621A-03E5-1625-EAA2FC14AC45}"/>
                </a:ext>
              </a:extLst>
            </p:cNvPr>
            <p:cNvSpPr/>
            <p:nvPr/>
          </p:nvSpPr>
          <p:spPr>
            <a:xfrm>
              <a:off x="250609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1">
              <a:extLst>
                <a:ext uri="{FF2B5EF4-FFF2-40B4-BE49-F238E27FC236}">
                  <a16:creationId xmlns:a16="http://schemas.microsoft.com/office/drawing/2014/main" id="{31549FE3-7479-57B5-9888-6E9B38BF13C6}"/>
                </a:ext>
              </a:extLst>
            </p:cNvPr>
            <p:cNvSpPr/>
            <p:nvPr/>
          </p:nvSpPr>
          <p:spPr>
            <a:xfrm>
              <a:off x="251553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2">
              <a:extLst>
                <a:ext uri="{FF2B5EF4-FFF2-40B4-BE49-F238E27FC236}">
                  <a16:creationId xmlns:a16="http://schemas.microsoft.com/office/drawing/2014/main" id="{99838090-49DC-FDE6-2CEF-0651686301DA}"/>
                </a:ext>
              </a:extLst>
            </p:cNvPr>
            <p:cNvSpPr/>
            <p:nvPr/>
          </p:nvSpPr>
          <p:spPr>
            <a:xfrm>
              <a:off x="252497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3">
              <a:extLst>
                <a:ext uri="{FF2B5EF4-FFF2-40B4-BE49-F238E27FC236}">
                  <a16:creationId xmlns:a16="http://schemas.microsoft.com/office/drawing/2014/main" id="{B745F8DB-DCC4-6253-DCCA-49E3C462CFCD}"/>
                </a:ext>
              </a:extLst>
            </p:cNvPr>
            <p:cNvSpPr/>
            <p:nvPr/>
          </p:nvSpPr>
          <p:spPr>
            <a:xfrm>
              <a:off x="253441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4">
              <a:extLst>
                <a:ext uri="{FF2B5EF4-FFF2-40B4-BE49-F238E27FC236}">
                  <a16:creationId xmlns:a16="http://schemas.microsoft.com/office/drawing/2014/main" id="{D8847880-BD48-1D35-B3B4-8CD7E392F82A}"/>
                </a:ext>
              </a:extLst>
            </p:cNvPr>
            <p:cNvSpPr/>
            <p:nvPr/>
          </p:nvSpPr>
          <p:spPr>
            <a:xfrm>
              <a:off x="254385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5">
              <a:extLst>
                <a:ext uri="{FF2B5EF4-FFF2-40B4-BE49-F238E27FC236}">
                  <a16:creationId xmlns:a16="http://schemas.microsoft.com/office/drawing/2014/main" id="{214AB1FF-DBAD-6561-D6CE-24EF376F4A8E}"/>
                </a:ext>
              </a:extLst>
            </p:cNvPr>
            <p:cNvSpPr/>
            <p:nvPr/>
          </p:nvSpPr>
          <p:spPr>
            <a:xfrm>
              <a:off x="255329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6">
              <a:extLst>
                <a:ext uri="{FF2B5EF4-FFF2-40B4-BE49-F238E27FC236}">
                  <a16:creationId xmlns:a16="http://schemas.microsoft.com/office/drawing/2014/main" id="{78EB2905-14FC-EA15-A73F-1947E1AAD3E6}"/>
                </a:ext>
              </a:extLst>
            </p:cNvPr>
            <p:cNvSpPr/>
            <p:nvPr/>
          </p:nvSpPr>
          <p:spPr>
            <a:xfrm>
              <a:off x="256273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7">
              <a:extLst>
                <a:ext uri="{FF2B5EF4-FFF2-40B4-BE49-F238E27FC236}">
                  <a16:creationId xmlns:a16="http://schemas.microsoft.com/office/drawing/2014/main" id="{9AC1B78A-C2F0-58FA-13A1-BF3F5FBA7F53}"/>
                </a:ext>
              </a:extLst>
            </p:cNvPr>
            <p:cNvSpPr/>
            <p:nvPr/>
          </p:nvSpPr>
          <p:spPr>
            <a:xfrm>
              <a:off x="257217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8">
              <a:extLst>
                <a:ext uri="{FF2B5EF4-FFF2-40B4-BE49-F238E27FC236}">
                  <a16:creationId xmlns:a16="http://schemas.microsoft.com/office/drawing/2014/main" id="{392CD07B-00C8-EC1A-200F-8DFC19592E10}"/>
                </a:ext>
              </a:extLst>
            </p:cNvPr>
            <p:cNvSpPr/>
            <p:nvPr/>
          </p:nvSpPr>
          <p:spPr>
            <a:xfrm>
              <a:off x="258161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799">
              <a:extLst>
                <a:ext uri="{FF2B5EF4-FFF2-40B4-BE49-F238E27FC236}">
                  <a16:creationId xmlns:a16="http://schemas.microsoft.com/office/drawing/2014/main" id="{DB839BBB-04CC-33E3-ACE5-4ECDA4EA1C0D}"/>
                </a:ext>
              </a:extLst>
            </p:cNvPr>
            <p:cNvSpPr/>
            <p:nvPr/>
          </p:nvSpPr>
          <p:spPr>
            <a:xfrm>
              <a:off x="259105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0">
              <a:extLst>
                <a:ext uri="{FF2B5EF4-FFF2-40B4-BE49-F238E27FC236}">
                  <a16:creationId xmlns:a16="http://schemas.microsoft.com/office/drawing/2014/main" id="{8F3FAC1A-07F7-DA41-0E50-3A2934BA7203}"/>
                </a:ext>
              </a:extLst>
            </p:cNvPr>
            <p:cNvSpPr/>
            <p:nvPr/>
          </p:nvSpPr>
          <p:spPr>
            <a:xfrm>
              <a:off x="260049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1">
              <a:extLst>
                <a:ext uri="{FF2B5EF4-FFF2-40B4-BE49-F238E27FC236}">
                  <a16:creationId xmlns:a16="http://schemas.microsoft.com/office/drawing/2014/main" id="{35C0CC35-D96D-8F1D-8972-97350535F191}"/>
                </a:ext>
              </a:extLst>
            </p:cNvPr>
            <p:cNvSpPr/>
            <p:nvPr/>
          </p:nvSpPr>
          <p:spPr>
            <a:xfrm>
              <a:off x="260993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2">
              <a:extLst>
                <a:ext uri="{FF2B5EF4-FFF2-40B4-BE49-F238E27FC236}">
                  <a16:creationId xmlns:a16="http://schemas.microsoft.com/office/drawing/2014/main" id="{C70C2ED6-BCC3-E60F-6107-AC602B88AC2C}"/>
                </a:ext>
              </a:extLst>
            </p:cNvPr>
            <p:cNvSpPr/>
            <p:nvPr/>
          </p:nvSpPr>
          <p:spPr>
            <a:xfrm>
              <a:off x="261937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3">
              <a:extLst>
                <a:ext uri="{FF2B5EF4-FFF2-40B4-BE49-F238E27FC236}">
                  <a16:creationId xmlns:a16="http://schemas.microsoft.com/office/drawing/2014/main" id="{B2CD10BE-FD14-D669-33C5-B677D2EFF92E}"/>
                </a:ext>
              </a:extLst>
            </p:cNvPr>
            <p:cNvSpPr/>
            <p:nvPr/>
          </p:nvSpPr>
          <p:spPr>
            <a:xfrm>
              <a:off x="262881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4">
              <a:extLst>
                <a:ext uri="{FF2B5EF4-FFF2-40B4-BE49-F238E27FC236}">
                  <a16:creationId xmlns:a16="http://schemas.microsoft.com/office/drawing/2014/main" id="{21B59C02-FF78-1F9C-7679-3E8D891F12DD}"/>
                </a:ext>
              </a:extLst>
            </p:cNvPr>
            <p:cNvSpPr/>
            <p:nvPr/>
          </p:nvSpPr>
          <p:spPr>
            <a:xfrm>
              <a:off x="263825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5">
              <a:extLst>
                <a:ext uri="{FF2B5EF4-FFF2-40B4-BE49-F238E27FC236}">
                  <a16:creationId xmlns:a16="http://schemas.microsoft.com/office/drawing/2014/main" id="{4C28184A-A9E5-4B91-D6EA-7FDF0B3A5406}"/>
                </a:ext>
              </a:extLst>
            </p:cNvPr>
            <p:cNvSpPr/>
            <p:nvPr/>
          </p:nvSpPr>
          <p:spPr>
            <a:xfrm>
              <a:off x="264769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6">
              <a:extLst>
                <a:ext uri="{FF2B5EF4-FFF2-40B4-BE49-F238E27FC236}">
                  <a16:creationId xmlns:a16="http://schemas.microsoft.com/office/drawing/2014/main" id="{5087E792-2F45-9583-1D58-3D25B7E88396}"/>
                </a:ext>
              </a:extLst>
            </p:cNvPr>
            <p:cNvSpPr/>
            <p:nvPr/>
          </p:nvSpPr>
          <p:spPr>
            <a:xfrm>
              <a:off x="265713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7">
              <a:extLst>
                <a:ext uri="{FF2B5EF4-FFF2-40B4-BE49-F238E27FC236}">
                  <a16:creationId xmlns:a16="http://schemas.microsoft.com/office/drawing/2014/main" id="{B72B9E2A-9D61-5905-40A8-042BB102D5D6}"/>
                </a:ext>
              </a:extLst>
            </p:cNvPr>
            <p:cNvSpPr/>
            <p:nvPr/>
          </p:nvSpPr>
          <p:spPr>
            <a:xfrm>
              <a:off x="266657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8">
              <a:extLst>
                <a:ext uri="{FF2B5EF4-FFF2-40B4-BE49-F238E27FC236}">
                  <a16:creationId xmlns:a16="http://schemas.microsoft.com/office/drawing/2014/main" id="{62CD53C0-8226-30AD-DBDA-6D8AC145DF85}"/>
                </a:ext>
              </a:extLst>
            </p:cNvPr>
            <p:cNvSpPr/>
            <p:nvPr/>
          </p:nvSpPr>
          <p:spPr>
            <a:xfrm>
              <a:off x="267601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09">
              <a:extLst>
                <a:ext uri="{FF2B5EF4-FFF2-40B4-BE49-F238E27FC236}">
                  <a16:creationId xmlns:a16="http://schemas.microsoft.com/office/drawing/2014/main" id="{42A78EDE-D7A8-71D6-8E7C-462884417240}"/>
                </a:ext>
              </a:extLst>
            </p:cNvPr>
            <p:cNvSpPr/>
            <p:nvPr/>
          </p:nvSpPr>
          <p:spPr>
            <a:xfrm>
              <a:off x="268545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0">
              <a:extLst>
                <a:ext uri="{FF2B5EF4-FFF2-40B4-BE49-F238E27FC236}">
                  <a16:creationId xmlns:a16="http://schemas.microsoft.com/office/drawing/2014/main" id="{70A083C0-1314-71B0-A056-C62E47135133}"/>
                </a:ext>
              </a:extLst>
            </p:cNvPr>
            <p:cNvSpPr/>
            <p:nvPr/>
          </p:nvSpPr>
          <p:spPr>
            <a:xfrm>
              <a:off x="269489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1">
              <a:extLst>
                <a:ext uri="{FF2B5EF4-FFF2-40B4-BE49-F238E27FC236}">
                  <a16:creationId xmlns:a16="http://schemas.microsoft.com/office/drawing/2014/main" id="{EF487509-AAF6-4AFD-4948-DAA8613DD3C7}"/>
                </a:ext>
              </a:extLst>
            </p:cNvPr>
            <p:cNvSpPr/>
            <p:nvPr/>
          </p:nvSpPr>
          <p:spPr>
            <a:xfrm>
              <a:off x="270433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2">
              <a:extLst>
                <a:ext uri="{FF2B5EF4-FFF2-40B4-BE49-F238E27FC236}">
                  <a16:creationId xmlns:a16="http://schemas.microsoft.com/office/drawing/2014/main" id="{B182F4A3-424F-A43E-B31D-67854C59C7B1}"/>
                </a:ext>
              </a:extLst>
            </p:cNvPr>
            <p:cNvSpPr/>
            <p:nvPr/>
          </p:nvSpPr>
          <p:spPr>
            <a:xfrm>
              <a:off x="271377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3">
              <a:extLst>
                <a:ext uri="{FF2B5EF4-FFF2-40B4-BE49-F238E27FC236}">
                  <a16:creationId xmlns:a16="http://schemas.microsoft.com/office/drawing/2014/main" id="{DF490D81-7B37-E3A5-77E5-4BE10C1B528B}"/>
                </a:ext>
              </a:extLst>
            </p:cNvPr>
            <p:cNvSpPr/>
            <p:nvPr/>
          </p:nvSpPr>
          <p:spPr>
            <a:xfrm>
              <a:off x="272321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4">
              <a:extLst>
                <a:ext uri="{FF2B5EF4-FFF2-40B4-BE49-F238E27FC236}">
                  <a16:creationId xmlns:a16="http://schemas.microsoft.com/office/drawing/2014/main" id="{307ED5BB-0CF1-A5E5-DC7C-0BAFF9F1A90C}"/>
                </a:ext>
              </a:extLst>
            </p:cNvPr>
            <p:cNvSpPr/>
            <p:nvPr/>
          </p:nvSpPr>
          <p:spPr>
            <a:xfrm>
              <a:off x="273265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5">
              <a:extLst>
                <a:ext uri="{FF2B5EF4-FFF2-40B4-BE49-F238E27FC236}">
                  <a16:creationId xmlns:a16="http://schemas.microsoft.com/office/drawing/2014/main" id="{8C657F1D-845D-461E-8CA2-75E6ED182B8F}"/>
                </a:ext>
              </a:extLst>
            </p:cNvPr>
            <p:cNvSpPr/>
            <p:nvPr/>
          </p:nvSpPr>
          <p:spPr>
            <a:xfrm>
              <a:off x="274209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6">
              <a:extLst>
                <a:ext uri="{FF2B5EF4-FFF2-40B4-BE49-F238E27FC236}">
                  <a16:creationId xmlns:a16="http://schemas.microsoft.com/office/drawing/2014/main" id="{67BC0917-165F-D1EE-AC12-576014098513}"/>
                </a:ext>
              </a:extLst>
            </p:cNvPr>
            <p:cNvSpPr/>
            <p:nvPr/>
          </p:nvSpPr>
          <p:spPr>
            <a:xfrm>
              <a:off x="275153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7">
              <a:extLst>
                <a:ext uri="{FF2B5EF4-FFF2-40B4-BE49-F238E27FC236}">
                  <a16:creationId xmlns:a16="http://schemas.microsoft.com/office/drawing/2014/main" id="{F12696BE-C6C1-CF13-BFB6-CD0E18B5D33C}"/>
                </a:ext>
              </a:extLst>
            </p:cNvPr>
            <p:cNvSpPr/>
            <p:nvPr/>
          </p:nvSpPr>
          <p:spPr>
            <a:xfrm>
              <a:off x="276097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8">
              <a:extLst>
                <a:ext uri="{FF2B5EF4-FFF2-40B4-BE49-F238E27FC236}">
                  <a16:creationId xmlns:a16="http://schemas.microsoft.com/office/drawing/2014/main" id="{A0C82CAC-E353-2144-A9F0-0946626F74A3}"/>
                </a:ext>
              </a:extLst>
            </p:cNvPr>
            <p:cNvSpPr/>
            <p:nvPr/>
          </p:nvSpPr>
          <p:spPr>
            <a:xfrm>
              <a:off x="277041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19">
              <a:extLst>
                <a:ext uri="{FF2B5EF4-FFF2-40B4-BE49-F238E27FC236}">
                  <a16:creationId xmlns:a16="http://schemas.microsoft.com/office/drawing/2014/main" id="{4A0151F8-38AC-6B49-8707-FC302DDAED52}"/>
                </a:ext>
              </a:extLst>
            </p:cNvPr>
            <p:cNvSpPr/>
            <p:nvPr/>
          </p:nvSpPr>
          <p:spPr>
            <a:xfrm>
              <a:off x="277985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0">
              <a:extLst>
                <a:ext uri="{FF2B5EF4-FFF2-40B4-BE49-F238E27FC236}">
                  <a16:creationId xmlns:a16="http://schemas.microsoft.com/office/drawing/2014/main" id="{875C1DE7-B340-E76B-52BC-8722555C686C}"/>
                </a:ext>
              </a:extLst>
            </p:cNvPr>
            <p:cNvSpPr/>
            <p:nvPr/>
          </p:nvSpPr>
          <p:spPr>
            <a:xfrm>
              <a:off x="278929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1">
              <a:extLst>
                <a:ext uri="{FF2B5EF4-FFF2-40B4-BE49-F238E27FC236}">
                  <a16:creationId xmlns:a16="http://schemas.microsoft.com/office/drawing/2014/main" id="{280797B0-EA83-07C6-8A87-723010C4C6EC}"/>
                </a:ext>
              </a:extLst>
            </p:cNvPr>
            <p:cNvSpPr/>
            <p:nvPr/>
          </p:nvSpPr>
          <p:spPr>
            <a:xfrm>
              <a:off x="279873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2">
              <a:extLst>
                <a:ext uri="{FF2B5EF4-FFF2-40B4-BE49-F238E27FC236}">
                  <a16:creationId xmlns:a16="http://schemas.microsoft.com/office/drawing/2014/main" id="{8C70B0D5-C15C-B716-AD95-3490CCFE3FA6}"/>
                </a:ext>
              </a:extLst>
            </p:cNvPr>
            <p:cNvSpPr/>
            <p:nvPr/>
          </p:nvSpPr>
          <p:spPr>
            <a:xfrm>
              <a:off x="280817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3">
              <a:extLst>
                <a:ext uri="{FF2B5EF4-FFF2-40B4-BE49-F238E27FC236}">
                  <a16:creationId xmlns:a16="http://schemas.microsoft.com/office/drawing/2014/main" id="{72008DF5-363A-DE35-C0CA-D2F5406E29FB}"/>
                </a:ext>
              </a:extLst>
            </p:cNvPr>
            <p:cNvSpPr/>
            <p:nvPr/>
          </p:nvSpPr>
          <p:spPr>
            <a:xfrm>
              <a:off x="281761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4">
              <a:extLst>
                <a:ext uri="{FF2B5EF4-FFF2-40B4-BE49-F238E27FC236}">
                  <a16:creationId xmlns:a16="http://schemas.microsoft.com/office/drawing/2014/main" id="{B8D2EB72-EF3D-9A9A-8563-7D37E0AB499F}"/>
                </a:ext>
              </a:extLst>
            </p:cNvPr>
            <p:cNvSpPr/>
            <p:nvPr/>
          </p:nvSpPr>
          <p:spPr>
            <a:xfrm>
              <a:off x="282705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5">
              <a:extLst>
                <a:ext uri="{FF2B5EF4-FFF2-40B4-BE49-F238E27FC236}">
                  <a16:creationId xmlns:a16="http://schemas.microsoft.com/office/drawing/2014/main" id="{1D34803B-2E43-732F-E2D1-2B541492F526}"/>
                </a:ext>
              </a:extLst>
            </p:cNvPr>
            <p:cNvSpPr/>
            <p:nvPr/>
          </p:nvSpPr>
          <p:spPr>
            <a:xfrm>
              <a:off x="283649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6">
              <a:extLst>
                <a:ext uri="{FF2B5EF4-FFF2-40B4-BE49-F238E27FC236}">
                  <a16:creationId xmlns:a16="http://schemas.microsoft.com/office/drawing/2014/main" id="{FD37F01F-4D11-878B-458F-0243B3636838}"/>
                </a:ext>
              </a:extLst>
            </p:cNvPr>
            <p:cNvSpPr/>
            <p:nvPr/>
          </p:nvSpPr>
          <p:spPr>
            <a:xfrm>
              <a:off x="284593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7">
              <a:extLst>
                <a:ext uri="{FF2B5EF4-FFF2-40B4-BE49-F238E27FC236}">
                  <a16:creationId xmlns:a16="http://schemas.microsoft.com/office/drawing/2014/main" id="{0F92934C-13C4-6A3C-7CDD-6FBF1DE9ACE1}"/>
                </a:ext>
              </a:extLst>
            </p:cNvPr>
            <p:cNvSpPr/>
            <p:nvPr/>
          </p:nvSpPr>
          <p:spPr>
            <a:xfrm>
              <a:off x="285538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8">
              <a:extLst>
                <a:ext uri="{FF2B5EF4-FFF2-40B4-BE49-F238E27FC236}">
                  <a16:creationId xmlns:a16="http://schemas.microsoft.com/office/drawing/2014/main" id="{82BEF719-DD42-53DC-9B58-D24566710E5B}"/>
                </a:ext>
              </a:extLst>
            </p:cNvPr>
            <p:cNvSpPr/>
            <p:nvPr/>
          </p:nvSpPr>
          <p:spPr>
            <a:xfrm>
              <a:off x="286482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29">
              <a:extLst>
                <a:ext uri="{FF2B5EF4-FFF2-40B4-BE49-F238E27FC236}">
                  <a16:creationId xmlns:a16="http://schemas.microsoft.com/office/drawing/2014/main" id="{E73D8A4B-39C7-80C7-61B2-6A1A034D2F7A}"/>
                </a:ext>
              </a:extLst>
            </p:cNvPr>
            <p:cNvSpPr/>
            <p:nvPr/>
          </p:nvSpPr>
          <p:spPr>
            <a:xfrm>
              <a:off x="287426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0">
              <a:extLst>
                <a:ext uri="{FF2B5EF4-FFF2-40B4-BE49-F238E27FC236}">
                  <a16:creationId xmlns:a16="http://schemas.microsoft.com/office/drawing/2014/main" id="{8A7FB5E7-1FEC-6E4F-E82D-E5DE7DDAF238}"/>
                </a:ext>
              </a:extLst>
            </p:cNvPr>
            <p:cNvSpPr/>
            <p:nvPr/>
          </p:nvSpPr>
          <p:spPr>
            <a:xfrm>
              <a:off x="288370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1">
              <a:extLst>
                <a:ext uri="{FF2B5EF4-FFF2-40B4-BE49-F238E27FC236}">
                  <a16:creationId xmlns:a16="http://schemas.microsoft.com/office/drawing/2014/main" id="{12474C5C-928D-91BF-7E20-224586FC1A1D}"/>
                </a:ext>
              </a:extLst>
            </p:cNvPr>
            <p:cNvSpPr/>
            <p:nvPr/>
          </p:nvSpPr>
          <p:spPr>
            <a:xfrm>
              <a:off x="289314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2">
              <a:extLst>
                <a:ext uri="{FF2B5EF4-FFF2-40B4-BE49-F238E27FC236}">
                  <a16:creationId xmlns:a16="http://schemas.microsoft.com/office/drawing/2014/main" id="{A2D70694-5849-08AA-0E12-BEFD36A2587A}"/>
                </a:ext>
              </a:extLst>
            </p:cNvPr>
            <p:cNvSpPr/>
            <p:nvPr/>
          </p:nvSpPr>
          <p:spPr>
            <a:xfrm>
              <a:off x="290258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3">
              <a:extLst>
                <a:ext uri="{FF2B5EF4-FFF2-40B4-BE49-F238E27FC236}">
                  <a16:creationId xmlns:a16="http://schemas.microsoft.com/office/drawing/2014/main" id="{7C5F052F-5780-7111-6AF5-80A925B635F5}"/>
                </a:ext>
              </a:extLst>
            </p:cNvPr>
            <p:cNvSpPr/>
            <p:nvPr/>
          </p:nvSpPr>
          <p:spPr>
            <a:xfrm>
              <a:off x="291202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4">
              <a:extLst>
                <a:ext uri="{FF2B5EF4-FFF2-40B4-BE49-F238E27FC236}">
                  <a16:creationId xmlns:a16="http://schemas.microsoft.com/office/drawing/2014/main" id="{006813C5-2248-D9D6-16BE-2F931A826598}"/>
                </a:ext>
              </a:extLst>
            </p:cNvPr>
            <p:cNvSpPr/>
            <p:nvPr/>
          </p:nvSpPr>
          <p:spPr>
            <a:xfrm>
              <a:off x="292146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5">
              <a:extLst>
                <a:ext uri="{FF2B5EF4-FFF2-40B4-BE49-F238E27FC236}">
                  <a16:creationId xmlns:a16="http://schemas.microsoft.com/office/drawing/2014/main" id="{0399B649-9FA2-CAF7-7A4C-3AE65EEF5F03}"/>
                </a:ext>
              </a:extLst>
            </p:cNvPr>
            <p:cNvSpPr/>
            <p:nvPr/>
          </p:nvSpPr>
          <p:spPr>
            <a:xfrm>
              <a:off x="293090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6">
              <a:extLst>
                <a:ext uri="{FF2B5EF4-FFF2-40B4-BE49-F238E27FC236}">
                  <a16:creationId xmlns:a16="http://schemas.microsoft.com/office/drawing/2014/main" id="{6075475C-416B-4A1B-2200-E1AB487323BC}"/>
                </a:ext>
              </a:extLst>
            </p:cNvPr>
            <p:cNvSpPr/>
            <p:nvPr/>
          </p:nvSpPr>
          <p:spPr>
            <a:xfrm>
              <a:off x="294034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7">
              <a:extLst>
                <a:ext uri="{FF2B5EF4-FFF2-40B4-BE49-F238E27FC236}">
                  <a16:creationId xmlns:a16="http://schemas.microsoft.com/office/drawing/2014/main" id="{DD51ECC5-D122-BB79-E43F-A989176E6C2B}"/>
                </a:ext>
              </a:extLst>
            </p:cNvPr>
            <p:cNvSpPr/>
            <p:nvPr/>
          </p:nvSpPr>
          <p:spPr>
            <a:xfrm>
              <a:off x="294978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8">
              <a:extLst>
                <a:ext uri="{FF2B5EF4-FFF2-40B4-BE49-F238E27FC236}">
                  <a16:creationId xmlns:a16="http://schemas.microsoft.com/office/drawing/2014/main" id="{566190A0-926E-07B9-1044-D3F1617036A5}"/>
                </a:ext>
              </a:extLst>
            </p:cNvPr>
            <p:cNvSpPr/>
            <p:nvPr/>
          </p:nvSpPr>
          <p:spPr>
            <a:xfrm>
              <a:off x="295922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39">
              <a:extLst>
                <a:ext uri="{FF2B5EF4-FFF2-40B4-BE49-F238E27FC236}">
                  <a16:creationId xmlns:a16="http://schemas.microsoft.com/office/drawing/2014/main" id="{2F4DD633-7CC7-8E33-B2D2-9247E45E6D2F}"/>
                </a:ext>
              </a:extLst>
            </p:cNvPr>
            <p:cNvSpPr/>
            <p:nvPr/>
          </p:nvSpPr>
          <p:spPr>
            <a:xfrm>
              <a:off x="296866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0">
              <a:extLst>
                <a:ext uri="{FF2B5EF4-FFF2-40B4-BE49-F238E27FC236}">
                  <a16:creationId xmlns:a16="http://schemas.microsoft.com/office/drawing/2014/main" id="{FF13EF02-A821-E229-80B6-2E02C97F2E81}"/>
                </a:ext>
              </a:extLst>
            </p:cNvPr>
            <p:cNvSpPr/>
            <p:nvPr/>
          </p:nvSpPr>
          <p:spPr>
            <a:xfrm>
              <a:off x="297810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1">
              <a:extLst>
                <a:ext uri="{FF2B5EF4-FFF2-40B4-BE49-F238E27FC236}">
                  <a16:creationId xmlns:a16="http://schemas.microsoft.com/office/drawing/2014/main" id="{61619EE5-859C-8CA9-E8F4-511E77997117}"/>
                </a:ext>
              </a:extLst>
            </p:cNvPr>
            <p:cNvSpPr/>
            <p:nvPr/>
          </p:nvSpPr>
          <p:spPr>
            <a:xfrm>
              <a:off x="298754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2">
              <a:extLst>
                <a:ext uri="{FF2B5EF4-FFF2-40B4-BE49-F238E27FC236}">
                  <a16:creationId xmlns:a16="http://schemas.microsoft.com/office/drawing/2014/main" id="{A454C7BC-8473-ED88-8FC5-4D6451BB30E6}"/>
                </a:ext>
              </a:extLst>
            </p:cNvPr>
            <p:cNvSpPr/>
            <p:nvPr/>
          </p:nvSpPr>
          <p:spPr>
            <a:xfrm>
              <a:off x="299698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3">
              <a:extLst>
                <a:ext uri="{FF2B5EF4-FFF2-40B4-BE49-F238E27FC236}">
                  <a16:creationId xmlns:a16="http://schemas.microsoft.com/office/drawing/2014/main" id="{0D5C8937-2F6A-9019-7A31-9AC7F301B763}"/>
                </a:ext>
              </a:extLst>
            </p:cNvPr>
            <p:cNvSpPr/>
            <p:nvPr/>
          </p:nvSpPr>
          <p:spPr>
            <a:xfrm>
              <a:off x="300642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4">
              <a:extLst>
                <a:ext uri="{FF2B5EF4-FFF2-40B4-BE49-F238E27FC236}">
                  <a16:creationId xmlns:a16="http://schemas.microsoft.com/office/drawing/2014/main" id="{689A9898-1733-FC54-58DA-F8C8311BFCEC}"/>
                </a:ext>
              </a:extLst>
            </p:cNvPr>
            <p:cNvSpPr/>
            <p:nvPr/>
          </p:nvSpPr>
          <p:spPr>
            <a:xfrm>
              <a:off x="301586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5">
              <a:extLst>
                <a:ext uri="{FF2B5EF4-FFF2-40B4-BE49-F238E27FC236}">
                  <a16:creationId xmlns:a16="http://schemas.microsoft.com/office/drawing/2014/main" id="{2452A7F9-F0DC-5EC8-8294-BAD132660852}"/>
                </a:ext>
              </a:extLst>
            </p:cNvPr>
            <p:cNvSpPr/>
            <p:nvPr/>
          </p:nvSpPr>
          <p:spPr>
            <a:xfrm>
              <a:off x="3025304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6">
              <a:extLst>
                <a:ext uri="{FF2B5EF4-FFF2-40B4-BE49-F238E27FC236}">
                  <a16:creationId xmlns:a16="http://schemas.microsoft.com/office/drawing/2014/main" id="{7C4DC886-46FB-2859-C170-4DCD905BEB2F}"/>
                </a:ext>
              </a:extLst>
            </p:cNvPr>
            <p:cNvSpPr/>
            <p:nvPr/>
          </p:nvSpPr>
          <p:spPr>
            <a:xfrm>
              <a:off x="3034744" y="2571897"/>
              <a:ext cx="923840" cy="927579"/>
            </a:xfrm>
            <a:custGeom>
              <a:avLst/>
              <a:gdLst/>
              <a:ahLst/>
              <a:cxnLst/>
              <a:rect l="0" t="0" r="0" b="0"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7">
              <a:extLst>
                <a:ext uri="{FF2B5EF4-FFF2-40B4-BE49-F238E27FC236}">
                  <a16:creationId xmlns:a16="http://schemas.microsoft.com/office/drawing/2014/main" id="{85E9F664-70CF-1A71-E4C4-2B632357936B}"/>
                </a:ext>
              </a:extLst>
            </p:cNvPr>
            <p:cNvSpPr/>
            <p:nvPr/>
          </p:nvSpPr>
          <p:spPr>
            <a:xfrm>
              <a:off x="3044184" y="2571897"/>
              <a:ext cx="923840" cy="928956"/>
            </a:xfrm>
            <a:custGeom>
              <a:avLst/>
              <a:gdLst/>
              <a:ahLst/>
              <a:cxnLst/>
              <a:rect l="0" t="0" r="0" b="0"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8">
              <a:extLst>
                <a:ext uri="{FF2B5EF4-FFF2-40B4-BE49-F238E27FC236}">
                  <a16:creationId xmlns:a16="http://schemas.microsoft.com/office/drawing/2014/main" id="{ACC626A9-2834-158B-37AD-4119B3F90AC0}"/>
                </a:ext>
              </a:extLst>
            </p:cNvPr>
            <p:cNvSpPr/>
            <p:nvPr/>
          </p:nvSpPr>
          <p:spPr>
            <a:xfrm>
              <a:off x="3053625" y="2571897"/>
              <a:ext cx="923840" cy="930155"/>
            </a:xfrm>
            <a:custGeom>
              <a:avLst/>
              <a:gdLst/>
              <a:ahLst/>
              <a:cxnLst/>
              <a:rect l="0" t="0" r="0" b="0"/>
              <a:pathLst>
                <a:path w="923840" h="93015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399" y="928956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49">
              <a:extLst>
                <a:ext uri="{FF2B5EF4-FFF2-40B4-BE49-F238E27FC236}">
                  <a16:creationId xmlns:a16="http://schemas.microsoft.com/office/drawing/2014/main" id="{F7CC2267-8D37-99EC-1FBB-BE8D84FE3D42}"/>
                </a:ext>
              </a:extLst>
            </p:cNvPr>
            <p:cNvSpPr/>
            <p:nvPr/>
          </p:nvSpPr>
          <p:spPr>
            <a:xfrm>
              <a:off x="3063065" y="2571897"/>
              <a:ext cx="923840" cy="930364"/>
            </a:xfrm>
            <a:custGeom>
              <a:avLst/>
              <a:gdLst/>
              <a:ahLst/>
              <a:cxnLst/>
              <a:rect l="0" t="0" r="0" b="0"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0">
              <a:extLst>
                <a:ext uri="{FF2B5EF4-FFF2-40B4-BE49-F238E27FC236}">
                  <a16:creationId xmlns:a16="http://schemas.microsoft.com/office/drawing/2014/main" id="{59DBB5F4-82DE-1529-9137-52507A0F3879}"/>
                </a:ext>
              </a:extLst>
            </p:cNvPr>
            <p:cNvSpPr/>
            <p:nvPr/>
          </p:nvSpPr>
          <p:spPr>
            <a:xfrm>
              <a:off x="3072505" y="2571897"/>
              <a:ext cx="923840" cy="930197"/>
            </a:xfrm>
            <a:custGeom>
              <a:avLst/>
              <a:gdLst/>
              <a:ahLst/>
              <a:cxnLst/>
              <a:rect l="0" t="0" r="0" b="0"/>
              <a:pathLst>
                <a:path w="923840" h="93019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399" y="93019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1">
              <a:extLst>
                <a:ext uri="{FF2B5EF4-FFF2-40B4-BE49-F238E27FC236}">
                  <a16:creationId xmlns:a16="http://schemas.microsoft.com/office/drawing/2014/main" id="{2C59D8BD-A85E-1759-1317-6C799F1AD852}"/>
                </a:ext>
              </a:extLst>
            </p:cNvPr>
            <p:cNvSpPr/>
            <p:nvPr/>
          </p:nvSpPr>
          <p:spPr>
            <a:xfrm>
              <a:off x="3081945" y="2571897"/>
              <a:ext cx="923840" cy="928822"/>
            </a:xfrm>
            <a:custGeom>
              <a:avLst/>
              <a:gdLst/>
              <a:ahLst/>
              <a:cxnLst/>
              <a:rect l="0" t="0" r="0" b="0"/>
              <a:pathLst>
                <a:path w="923840" h="92882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400" y="928822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2">
              <a:extLst>
                <a:ext uri="{FF2B5EF4-FFF2-40B4-BE49-F238E27FC236}">
                  <a16:creationId xmlns:a16="http://schemas.microsoft.com/office/drawing/2014/main" id="{9F7DA115-383F-D64A-83E9-8651D7556EFF}"/>
                </a:ext>
              </a:extLst>
            </p:cNvPr>
            <p:cNvSpPr/>
            <p:nvPr/>
          </p:nvSpPr>
          <p:spPr>
            <a:xfrm>
              <a:off x="3091386" y="2571897"/>
              <a:ext cx="923840" cy="926015"/>
            </a:xfrm>
            <a:custGeom>
              <a:avLst/>
              <a:gdLst/>
              <a:ahLst/>
              <a:cxnLst/>
              <a:rect l="0" t="0" r="0" b="0"/>
              <a:pathLst>
                <a:path w="923840" h="926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400" y="926015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3">
              <a:extLst>
                <a:ext uri="{FF2B5EF4-FFF2-40B4-BE49-F238E27FC236}">
                  <a16:creationId xmlns:a16="http://schemas.microsoft.com/office/drawing/2014/main" id="{A2C4F649-D392-9F34-757A-AB62C9E85030}"/>
                </a:ext>
              </a:extLst>
            </p:cNvPr>
            <p:cNvSpPr/>
            <p:nvPr/>
          </p:nvSpPr>
          <p:spPr>
            <a:xfrm>
              <a:off x="3100826" y="2571897"/>
              <a:ext cx="923840" cy="922919"/>
            </a:xfrm>
            <a:custGeom>
              <a:avLst/>
              <a:gdLst/>
              <a:ahLst/>
              <a:cxnLst/>
              <a:rect l="0" t="0" r="0" b="0"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4">
              <a:extLst>
                <a:ext uri="{FF2B5EF4-FFF2-40B4-BE49-F238E27FC236}">
                  <a16:creationId xmlns:a16="http://schemas.microsoft.com/office/drawing/2014/main" id="{BC3F1A9D-5A84-D141-965E-9CA8D4558C7B}"/>
                </a:ext>
              </a:extLst>
            </p:cNvPr>
            <p:cNvSpPr/>
            <p:nvPr/>
          </p:nvSpPr>
          <p:spPr>
            <a:xfrm>
              <a:off x="3110266" y="2571897"/>
              <a:ext cx="923840" cy="923986"/>
            </a:xfrm>
            <a:custGeom>
              <a:avLst/>
              <a:gdLst/>
              <a:ahLst/>
              <a:cxnLst/>
              <a:rect l="0" t="0" r="0" b="0"/>
              <a:pathLst>
                <a:path w="923840" h="9239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399" y="919832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5">
              <a:extLst>
                <a:ext uri="{FF2B5EF4-FFF2-40B4-BE49-F238E27FC236}">
                  <a16:creationId xmlns:a16="http://schemas.microsoft.com/office/drawing/2014/main" id="{1DE5E0AD-F0B4-8F94-744D-4C5F577427A1}"/>
                </a:ext>
              </a:extLst>
            </p:cNvPr>
            <p:cNvSpPr/>
            <p:nvPr/>
          </p:nvSpPr>
          <p:spPr>
            <a:xfrm>
              <a:off x="3119706" y="2571897"/>
              <a:ext cx="923840" cy="930134"/>
            </a:xfrm>
            <a:custGeom>
              <a:avLst/>
              <a:gdLst/>
              <a:ahLst/>
              <a:cxnLst/>
              <a:rect l="0" t="0" r="0" b="0"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6">
              <a:extLst>
                <a:ext uri="{FF2B5EF4-FFF2-40B4-BE49-F238E27FC236}">
                  <a16:creationId xmlns:a16="http://schemas.microsoft.com/office/drawing/2014/main" id="{C87A9536-A4FE-EE01-C0E6-987D781AE15F}"/>
                </a:ext>
              </a:extLst>
            </p:cNvPr>
            <p:cNvSpPr/>
            <p:nvPr/>
          </p:nvSpPr>
          <p:spPr>
            <a:xfrm>
              <a:off x="312914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7">
              <a:extLst>
                <a:ext uri="{FF2B5EF4-FFF2-40B4-BE49-F238E27FC236}">
                  <a16:creationId xmlns:a16="http://schemas.microsoft.com/office/drawing/2014/main" id="{5286477E-8A85-EBD6-D1E8-77B227CDDF77}"/>
                </a:ext>
              </a:extLst>
            </p:cNvPr>
            <p:cNvSpPr/>
            <p:nvPr/>
          </p:nvSpPr>
          <p:spPr>
            <a:xfrm>
              <a:off x="313858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8">
              <a:extLst>
                <a:ext uri="{FF2B5EF4-FFF2-40B4-BE49-F238E27FC236}">
                  <a16:creationId xmlns:a16="http://schemas.microsoft.com/office/drawing/2014/main" id="{FF0A5CBE-9ABB-4E7D-6292-A4FB6B75875E}"/>
                </a:ext>
              </a:extLst>
            </p:cNvPr>
            <p:cNvSpPr/>
            <p:nvPr/>
          </p:nvSpPr>
          <p:spPr>
            <a:xfrm>
              <a:off x="314802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59">
              <a:extLst>
                <a:ext uri="{FF2B5EF4-FFF2-40B4-BE49-F238E27FC236}">
                  <a16:creationId xmlns:a16="http://schemas.microsoft.com/office/drawing/2014/main" id="{FBCB9FF3-1515-1E3C-A8FB-3E59EF4603B6}"/>
                </a:ext>
              </a:extLst>
            </p:cNvPr>
            <p:cNvSpPr/>
            <p:nvPr/>
          </p:nvSpPr>
          <p:spPr>
            <a:xfrm>
              <a:off x="315746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0">
              <a:extLst>
                <a:ext uri="{FF2B5EF4-FFF2-40B4-BE49-F238E27FC236}">
                  <a16:creationId xmlns:a16="http://schemas.microsoft.com/office/drawing/2014/main" id="{4A6EBC4B-830E-4280-AC83-52A34C0A160F}"/>
                </a:ext>
              </a:extLst>
            </p:cNvPr>
            <p:cNvSpPr/>
            <p:nvPr/>
          </p:nvSpPr>
          <p:spPr>
            <a:xfrm>
              <a:off x="316690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1">
              <a:extLst>
                <a:ext uri="{FF2B5EF4-FFF2-40B4-BE49-F238E27FC236}">
                  <a16:creationId xmlns:a16="http://schemas.microsoft.com/office/drawing/2014/main" id="{7E08EA42-CEC3-AF3F-184C-E5BF59CEEC42}"/>
                </a:ext>
              </a:extLst>
            </p:cNvPr>
            <p:cNvSpPr/>
            <p:nvPr/>
          </p:nvSpPr>
          <p:spPr>
            <a:xfrm>
              <a:off x="317634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2">
              <a:extLst>
                <a:ext uri="{FF2B5EF4-FFF2-40B4-BE49-F238E27FC236}">
                  <a16:creationId xmlns:a16="http://schemas.microsoft.com/office/drawing/2014/main" id="{D4B305EB-0C79-B40A-76FD-9F4FE9DAD352}"/>
                </a:ext>
              </a:extLst>
            </p:cNvPr>
            <p:cNvSpPr/>
            <p:nvPr/>
          </p:nvSpPr>
          <p:spPr>
            <a:xfrm>
              <a:off x="3185788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3">
              <a:extLst>
                <a:ext uri="{FF2B5EF4-FFF2-40B4-BE49-F238E27FC236}">
                  <a16:creationId xmlns:a16="http://schemas.microsoft.com/office/drawing/2014/main" id="{463EAD19-C188-F3F6-CFA4-2379ED587367}"/>
                </a:ext>
              </a:extLst>
            </p:cNvPr>
            <p:cNvSpPr/>
            <p:nvPr/>
          </p:nvSpPr>
          <p:spPr>
            <a:xfrm>
              <a:off x="3195228" y="2571897"/>
              <a:ext cx="923840" cy="930435"/>
            </a:xfrm>
            <a:custGeom>
              <a:avLst/>
              <a:gdLst/>
              <a:ahLst/>
              <a:cxnLst/>
              <a:rect l="0" t="0" r="0" b="0"/>
              <a:pathLst>
                <a:path w="923840" h="93043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400" y="930435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4">
              <a:extLst>
                <a:ext uri="{FF2B5EF4-FFF2-40B4-BE49-F238E27FC236}">
                  <a16:creationId xmlns:a16="http://schemas.microsoft.com/office/drawing/2014/main" id="{BFC0CAC9-679C-1C82-2E6A-19F999FD21D8}"/>
                </a:ext>
              </a:extLst>
            </p:cNvPr>
            <p:cNvSpPr/>
            <p:nvPr/>
          </p:nvSpPr>
          <p:spPr>
            <a:xfrm>
              <a:off x="3204668" y="2571897"/>
              <a:ext cx="923840" cy="924306"/>
            </a:xfrm>
            <a:custGeom>
              <a:avLst/>
              <a:gdLst/>
              <a:ahLst/>
              <a:cxnLst/>
              <a:rect l="0" t="0" r="0" b="0"/>
              <a:pathLst>
                <a:path w="923840" h="92430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400" y="924306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5">
              <a:extLst>
                <a:ext uri="{FF2B5EF4-FFF2-40B4-BE49-F238E27FC236}">
                  <a16:creationId xmlns:a16="http://schemas.microsoft.com/office/drawing/2014/main" id="{BAD49A24-F9FD-8279-215C-0422DC101B71}"/>
                </a:ext>
              </a:extLst>
            </p:cNvPr>
            <p:cNvSpPr/>
            <p:nvPr/>
          </p:nvSpPr>
          <p:spPr>
            <a:xfrm>
              <a:off x="3214109" y="2571897"/>
              <a:ext cx="917010" cy="916602"/>
            </a:xfrm>
            <a:custGeom>
              <a:avLst/>
              <a:gdLst/>
              <a:ahLst/>
              <a:cxnLst/>
              <a:rect l="0" t="0" r="0" b="0"/>
              <a:pathLst>
                <a:path w="917010" h="916602">
                  <a:moveTo>
                    <a:pt x="914400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400" y="916602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6">
              <a:extLst>
                <a:ext uri="{FF2B5EF4-FFF2-40B4-BE49-F238E27FC236}">
                  <a16:creationId xmlns:a16="http://schemas.microsoft.com/office/drawing/2014/main" id="{27409130-34B0-C013-DB86-64BD54E11F4F}"/>
                </a:ext>
              </a:extLst>
            </p:cNvPr>
            <p:cNvSpPr/>
            <p:nvPr/>
          </p:nvSpPr>
          <p:spPr>
            <a:xfrm>
              <a:off x="2487210" y="2554327"/>
              <a:ext cx="914400" cy="921219"/>
            </a:xfrm>
            <a:custGeom>
              <a:avLst/>
              <a:gdLst/>
              <a:ahLst/>
              <a:cxnLst/>
              <a:rect l="0" t="0" r="0" b="0"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7">
              <a:extLst>
                <a:ext uri="{FF2B5EF4-FFF2-40B4-BE49-F238E27FC236}">
                  <a16:creationId xmlns:a16="http://schemas.microsoft.com/office/drawing/2014/main" id="{D30F01D2-6B45-8E81-0A51-33D55A36B14D}"/>
                </a:ext>
              </a:extLst>
            </p:cNvPr>
            <p:cNvSpPr/>
            <p:nvPr/>
          </p:nvSpPr>
          <p:spPr>
            <a:xfrm>
              <a:off x="248721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8">
              <a:extLst>
                <a:ext uri="{FF2B5EF4-FFF2-40B4-BE49-F238E27FC236}">
                  <a16:creationId xmlns:a16="http://schemas.microsoft.com/office/drawing/2014/main" id="{BC873CBB-CE21-F7EC-78AC-67FEBDD1A58D}"/>
                </a:ext>
              </a:extLst>
            </p:cNvPr>
            <p:cNvSpPr/>
            <p:nvPr/>
          </p:nvSpPr>
          <p:spPr>
            <a:xfrm>
              <a:off x="249665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69">
              <a:extLst>
                <a:ext uri="{FF2B5EF4-FFF2-40B4-BE49-F238E27FC236}">
                  <a16:creationId xmlns:a16="http://schemas.microsoft.com/office/drawing/2014/main" id="{8D503E74-1FFB-B5EE-B1BF-E6C477BA6DE2}"/>
                </a:ext>
              </a:extLst>
            </p:cNvPr>
            <p:cNvSpPr/>
            <p:nvPr/>
          </p:nvSpPr>
          <p:spPr>
            <a:xfrm>
              <a:off x="250609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0">
              <a:extLst>
                <a:ext uri="{FF2B5EF4-FFF2-40B4-BE49-F238E27FC236}">
                  <a16:creationId xmlns:a16="http://schemas.microsoft.com/office/drawing/2014/main" id="{FDFE93A9-03B9-C6AF-4942-E95CA2993D0A}"/>
                </a:ext>
              </a:extLst>
            </p:cNvPr>
            <p:cNvSpPr/>
            <p:nvPr/>
          </p:nvSpPr>
          <p:spPr>
            <a:xfrm>
              <a:off x="251553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1">
              <a:extLst>
                <a:ext uri="{FF2B5EF4-FFF2-40B4-BE49-F238E27FC236}">
                  <a16:creationId xmlns:a16="http://schemas.microsoft.com/office/drawing/2014/main" id="{A278A72A-CA87-368F-C9BD-2510FBDE69A4}"/>
                </a:ext>
              </a:extLst>
            </p:cNvPr>
            <p:cNvSpPr/>
            <p:nvPr/>
          </p:nvSpPr>
          <p:spPr>
            <a:xfrm>
              <a:off x="252497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2">
              <a:extLst>
                <a:ext uri="{FF2B5EF4-FFF2-40B4-BE49-F238E27FC236}">
                  <a16:creationId xmlns:a16="http://schemas.microsoft.com/office/drawing/2014/main" id="{95EF73C6-AC1B-0F7E-E46F-37CBBDD5E0BB}"/>
                </a:ext>
              </a:extLst>
            </p:cNvPr>
            <p:cNvSpPr/>
            <p:nvPr/>
          </p:nvSpPr>
          <p:spPr>
            <a:xfrm>
              <a:off x="253441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3">
              <a:extLst>
                <a:ext uri="{FF2B5EF4-FFF2-40B4-BE49-F238E27FC236}">
                  <a16:creationId xmlns:a16="http://schemas.microsoft.com/office/drawing/2014/main" id="{130AD6AD-640A-06F5-5C4B-59F07CF66419}"/>
                </a:ext>
              </a:extLst>
            </p:cNvPr>
            <p:cNvSpPr/>
            <p:nvPr/>
          </p:nvSpPr>
          <p:spPr>
            <a:xfrm>
              <a:off x="254385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4">
              <a:extLst>
                <a:ext uri="{FF2B5EF4-FFF2-40B4-BE49-F238E27FC236}">
                  <a16:creationId xmlns:a16="http://schemas.microsoft.com/office/drawing/2014/main" id="{EB63774A-0C77-55D9-2666-0CD68728334C}"/>
                </a:ext>
              </a:extLst>
            </p:cNvPr>
            <p:cNvSpPr/>
            <p:nvPr/>
          </p:nvSpPr>
          <p:spPr>
            <a:xfrm>
              <a:off x="255329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5">
              <a:extLst>
                <a:ext uri="{FF2B5EF4-FFF2-40B4-BE49-F238E27FC236}">
                  <a16:creationId xmlns:a16="http://schemas.microsoft.com/office/drawing/2014/main" id="{0DFFC682-8990-015B-19A6-2025885357DE}"/>
                </a:ext>
              </a:extLst>
            </p:cNvPr>
            <p:cNvSpPr/>
            <p:nvPr/>
          </p:nvSpPr>
          <p:spPr>
            <a:xfrm>
              <a:off x="256273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6">
              <a:extLst>
                <a:ext uri="{FF2B5EF4-FFF2-40B4-BE49-F238E27FC236}">
                  <a16:creationId xmlns:a16="http://schemas.microsoft.com/office/drawing/2014/main" id="{C2FDADE3-9726-BA3F-5A19-B559467C124A}"/>
                </a:ext>
              </a:extLst>
            </p:cNvPr>
            <p:cNvSpPr/>
            <p:nvPr/>
          </p:nvSpPr>
          <p:spPr>
            <a:xfrm>
              <a:off x="257217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7">
              <a:extLst>
                <a:ext uri="{FF2B5EF4-FFF2-40B4-BE49-F238E27FC236}">
                  <a16:creationId xmlns:a16="http://schemas.microsoft.com/office/drawing/2014/main" id="{7AF8935A-0C57-1C97-52F0-0948B04DD2B4}"/>
                </a:ext>
              </a:extLst>
            </p:cNvPr>
            <p:cNvSpPr/>
            <p:nvPr/>
          </p:nvSpPr>
          <p:spPr>
            <a:xfrm>
              <a:off x="258161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8">
              <a:extLst>
                <a:ext uri="{FF2B5EF4-FFF2-40B4-BE49-F238E27FC236}">
                  <a16:creationId xmlns:a16="http://schemas.microsoft.com/office/drawing/2014/main" id="{7487EE6F-A3C5-8F3E-2232-4480AD06DF80}"/>
                </a:ext>
              </a:extLst>
            </p:cNvPr>
            <p:cNvSpPr/>
            <p:nvPr/>
          </p:nvSpPr>
          <p:spPr>
            <a:xfrm>
              <a:off x="259105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79">
              <a:extLst>
                <a:ext uri="{FF2B5EF4-FFF2-40B4-BE49-F238E27FC236}">
                  <a16:creationId xmlns:a16="http://schemas.microsoft.com/office/drawing/2014/main" id="{7D12280B-86EF-96AD-2142-F74ABC0308CB}"/>
                </a:ext>
              </a:extLst>
            </p:cNvPr>
            <p:cNvSpPr/>
            <p:nvPr/>
          </p:nvSpPr>
          <p:spPr>
            <a:xfrm>
              <a:off x="260049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0">
              <a:extLst>
                <a:ext uri="{FF2B5EF4-FFF2-40B4-BE49-F238E27FC236}">
                  <a16:creationId xmlns:a16="http://schemas.microsoft.com/office/drawing/2014/main" id="{6E6F43AF-0410-44F6-9D2C-7EA45E7404C1}"/>
                </a:ext>
              </a:extLst>
            </p:cNvPr>
            <p:cNvSpPr/>
            <p:nvPr/>
          </p:nvSpPr>
          <p:spPr>
            <a:xfrm>
              <a:off x="260993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1">
              <a:extLst>
                <a:ext uri="{FF2B5EF4-FFF2-40B4-BE49-F238E27FC236}">
                  <a16:creationId xmlns:a16="http://schemas.microsoft.com/office/drawing/2014/main" id="{5167259A-50A8-F4EB-9780-814D3BBE02BF}"/>
                </a:ext>
              </a:extLst>
            </p:cNvPr>
            <p:cNvSpPr/>
            <p:nvPr/>
          </p:nvSpPr>
          <p:spPr>
            <a:xfrm>
              <a:off x="261937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2">
              <a:extLst>
                <a:ext uri="{FF2B5EF4-FFF2-40B4-BE49-F238E27FC236}">
                  <a16:creationId xmlns:a16="http://schemas.microsoft.com/office/drawing/2014/main" id="{8BDE1FC8-90A6-9F4C-CCC9-C73AA1F901E3}"/>
                </a:ext>
              </a:extLst>
            </p:cNvPr>
            <p:cNvSpPr/>
            <p:nvPr/>
          </p:nvSpPr>
          <p:spPr>
            <a:xfrm>
              <a:off x="262881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3">
              <a:extLst>
                <a:ext uri="{FF2B5EF4-FFF2-40B4-BE49-F238E27FC236}">
                  <a16:creationId xmlns:a16="http://schemas.microsoft.com/office/drawing/2014/main" id="{5C6C4EF9-2238-0E85-E9B5-F820A1D4C3D0}"/>
                </a:ext>
              </a:extLst>
            </p:cNvPr>
            <p:cNvSpPr/>
            <p:nvPr/>
          </p:nvSpPr>
          <p:spPr>
            <a:xfrm>
              <a:off x="263825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4">
              <a:extLst>
                <a:ext uri="{FF2B5EF4-FFF2-40B4-BE49-F238E27FC236}">
                  <a16:creationId xmlns:a16="http://schemas.microsoft.com/office/drawing/2014/main" id="{E2AEBD62-BE59-45EF-93B2-10273CB372E4}"/>
                </a:ext>
              </a:extLst>
            </p:cNvPr>
            <p:cNvSpPr/>
            <p:nvPr/>
          </p:nvSpPr>
          <p:spPr>
            <a:xfrm>
              <a:off x="264769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5">
              <a:extLst>
                <a:ext uri="{FF2B5EF4-FFF2-40B4-BE49-F238E27FC236}">
                  <a16:creationId xmlns:a16="http://schemas.microsoft.com/office/drawing/2014/main" id="{8960A5A2-152B-19B0-1989-C6954D66F7F1}"/>
                </a:ext>
              </a:extLst>
            </p:cNvPr>
            <p:cNvSpPr/>
            <p:nvPr/>
          </p:nvSpPr>
          <p:spPr>
            <a:xfrm>
              <a:off x="265713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6">
              <a:extLst>
                <a:ext uri="{FF2B5EF4-FFF2-40B4-BE49-F238E27FC236}">
                  <a16:creationId xmlns:a16="http://schemas.microsoft.com/office/drawing/2014/main" id="{009F8B12-BBC5-538B-9D9F-632FED8A312C}"/>
                </a:ext>
              </a:extLst>
            </p:cNvPr>
            <p:cNvSpPr/>
            <p:nvPr/>
          </p:nvSpPr>
          <p:spPr>
            <a:xfrm>
              <a:off x="266657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7">
              <a:extLst>
                <a:ext uri="{FF2B5EF4-FFF2-40B4-BE49-F238E27FC236}">
                  <a16:creationId xmlns:a16="http://schemas.microsoft.com/office/drawing/2014/main" id="{F282F181-237E-2E4E-D2AC-D55A4F4BE0E3}"/>
                </a:ext>
              </a:extLst>
            </p:cNvPr>
            <p:cNvSpPr/>
            <p:nvPr/>
          </p:nvSpPr>
          <p:spPr>
            <a:xfrm>
              <a:off x="267601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8">
              <a:extLst>
                <a:ext uri="{FF2B5EF4-FFF2-40B4-BE49-F238E27FC236}">
                  <a16:creationId xmlns:a16="http://schemas.microsoft.com/office/drawing/2014/main" id="{86515FA3-515C-FAB9-4414-636A7D283E6B}"/>
                </a:ext>
              </a:extLst>
            </p:cNvPr>
            <p:cNvSpPr/>
            <p:nvPr/>
          </p:nvSpPr>
          <p:spPr>
            <a:xfrm>
              <a:off x="268545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89">
              <a:extLst>
                <a:ext uri="{FF2B5EF4-FFF2-40B4-BE49-F238E27FC236}">
                  <a16:creationId xmlns:a16="http://schemas.microsoft.com/office/drawing/2014/main" id="{060FA1D7-22F0-0F10-43D9-DE17B23C7763}"/>
                </a:ext>
              </a:extLst>
            </p:cNvPr>
            <p:cNvSpPr/>
            <p:nvPr/>
          </p:nvSpPr>
          <p:spPr>
            <a:xfrm>
              <a:off x="269489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0">
              <a:extLst>
                <a:ext uri="{FF2B5EF4-FFF2-40B4-BE49-F238E27FC236}">
                  <a16:creationId xmlns:a16="http://schemas.microsoft.com/office/drawing/2014/main" id="{C135FCF9-88A4-DEB5-5518-5727BB72EAC5}"/>
                </a:ext>
              </a:extLst>
            </p:cNvPr>
            <p:cNvSpPr/>
            <p:nvPr/>
          </p:nvSpPr>
          <p:spPr>
            <a:xfrm>
              <a:off x="270433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1">
              <a:extLst>
                <a:ext uri="{FF2B5EF4-FFF2-40B4-BE49-F238E27FC236}">
                  <a16:creationId xmlns:a16="http://schemas.microsoft.com/office/drawing/2014/main" id="{7D21D886-4A28-34DD-493B-BDF770AAE95D}"/>
                </a:ext>
              </a:extLst>
            </p:cNvPr>
            <p:cNvSpPr/>
            <p:nvPr/>
          </p:nvSpPr>
          <p:spPr>
            <a:xfrm>
              <a:off x="271377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2">
              <a:extLst>
                <a:ext uri="{FF2B5EF4-FFF2-40B4-BE49-F238E27FC236}">
                  <a16:creationId xmlns:a16="http://schemas.microsoft.com/office/drawing/2014/main" id="{8AC56447-702F-A50B-F677-4AA0DE034BBD}"/>
                </a:ext>
              </a:extLst>
            </p:cNvPr>
            <p:cNvSpPr/>
            <p:nvPr/>
          </p:nvSpPr>
          <p:spPr>
            <a:xfrm>
              <a:off x="272321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3">
              <a:extLst>
                <a:ext uri="{FF2B5EF4-FFF2-40B4-BE49-F238E27FC236}">
                  <a16:creationId xmlns:a16="http://schemas.microsoft.com/office/drawing/2014/main" id="{CF94301A-C509-F087-64C5-D787545B7DFB}"/>
                </a:ext>
              </a:extLst>
            </p:cNvPr>
            <p:cNvSpPr/>
            <p:nvPr/>
          </p:nvSpPr>
          <p:spPr>
            <a:xfrm>
              <a:off x="273265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4">
              <a:extLst>
                <a:ext uri="{FF2B5EF4-FFF2-40B4-BE49-F238E27FC236}">
                  <a16:creationId xmlns:a16="http://schemas.microsoft.com/office/drawing/2014/main" id="{D57F5F90-3FEF-387A-C2C5-C8CAA785C7E2}"/>
                </a:ext>
              </a:extLst>
            </p:cNvPr>
            <p:cNvSpPr/>
            <p:nvPr/>
          </p:nvSpPr>
          <p:spPr>
            <a:xfrm>
              <a:off x="274209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5">
              <a:extLst>
                <a:ext uri="{FF2B5EF4-FFF2-40B4-BE49-F238E27FC236}">
                  <a16:creationId xmlns:a16="http://schemas.microsoft.com/office/drawing/2014/main" id="{01B762BC-FD64-1FFD-CDDE-3362676A6EF1}"/>
                </a:ext>
              </a:extLst>
            </p:cNvPr>
            <p:cNvSpPr/>
            <p:nvPr/>
          </p:nvSpPr>
          <p:spPr>
            <a:xfrm>
              <a:off x="275153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6">
              <a:extLst>
                <a:ext uri="{FF2B5EF4-FFF2-40B4-BE49-F238E27FC236}">
                  <a16:creationId xmlns:a16="http://schemas.microsoft.com/office/drawing/2014/main" id="{B8BF2BF3-8C68-C784-EA4F-024BCEF45748}"/>
                </a:ext>
              </a:extLst>
            </p:cNvPr>
            <p:cNvSpPr/>
            <p:nvPr/>
          </p:nvSpPr>
          <p:spPr>
            <a:xfrm>
              <a:off x="276097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7">
              <a:extLst>
                <a:ext uri="{FF2B5EF4-FFF2-40B4-BE49-F238E27FC236}">
                  <a16:creationId xmlns:a16="http://schemas.microsoft.com/office/drawing/2014/main" id="{6037FE14-D3BF-9749-D16E-364E7DBD2946}"/>
                </a:ext>
              </a:extLst>
            </p:cNvPr>
            <p:cNvSpPr/>
            <p:nvPr/>
          </p:nvSpPr>
          <p:spPr>
            <a:xfrm>
              <a:off x="277041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8">
              <a:extLst>
                <a:ext uri="{FF2B5EF4-FFF2-40B4-BE49-F238E27FC236}">
                  <a16:creationId xmlns:a16="http://schemas.microsoft.com/office/drawing/2014/main" id="{B0810FF7-4329-A4A7-D995-6CB181A68993}"/>
                </a:ext>
              </a:extLst>
            </p:cNvPr>
            <p:cNvSpPr/>
            <p:nvPr/>
          </p:nvSpPr>
          <p:spPr>
            <a:xfrm>
              <a:off x="277985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899">
              <a:extLst>
                <a:ext uri="{FF2B5EF4-FFF2-40B4-BE49-F238E27FC236}">
                  <a16:creationId xmlns:a16="http://schemas.microsoft.com/office/drawing/2014/main" id="{3D720EFF-3BE8-7AF2-BC8C-5F5B36044535}"/>
                </a:ext>
              </a:extLst>
            </p:cNvPr>
            <p:cNvSpPr/>
            <p:nvPr/>
          </p:nvSpPr>
          <p:spPr>
            <a:xfrm>
              <a:off x="278929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0">
              <a:extLst>
                <a:ext uri="{FF2B5EF4-FFF2-40B4-BE49-F238E27FC236}">
                  <a16:creationId xmlns:a16="http://schemas.microsoft.com/office/drawing/2014/main" id="{42B0F84A-6D08-C9F0-2528-A3A51D14CC9D}"/>
                </a:ext>
              </a:extLst>
            </p:cNvPr>
            <p:cNvSpPr/>
            <p:nvPr/>
          </p:nvSpPr>
          <p:spPr>
            <a:xfrm>
              <a:off x="279873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1">
              <a:extLst>
                <a:ext uri="{FF2B5EF4-FFF2-40B4-BE49-F238E27FC236}">
                  <a16:creationId xmlns:a16="http://schemas.microsoft.com/office/drawing/2014/main" id="{364AFFB4-763E-EF5A-8B2E-6CD7CA6285F5}"/>
                </a:ext>
              </a:extLst>
            </p:cNvPr>
            <p:cNvSpPr/>
            <p:nvPr/>
          </p:nvSpPr>
          <p:spPr>
            <a:xfrm>
              <a:off x="280817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2">
              <a:extLst>
                <a:ext uri="{FF2B5EF4-FFF2-40B4-BE49-F238E27FC236}">
                  <a16:creationId xmlns:a16="http://schemas.microsoft.com/office/drawing/2014/main" id="{56BCB680-97D4-B98F-F671-D9D7A4897574}"/>
                </a:ext>
              </a:extLst>
            </p:cNvPr>
            <p:cNvSpPr/>
            <p:nvPr/>
          </p:nvSpPr>
          <p:spPr>
            <a:xfrm>
              <a:off x="281761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3">
              <a:extLst>
                <a:ext uri="{FF2B5EF4-FFF2-40B4-BE49-F238E27FC236}">
                  <a16:creationId xmlns:a16="http://schemas.microsoft.com/office/drawing/2014/main" id="{7CB69394-B71A-1145-D225-DE2FDC47426D}"/>
                </a:ext>
              </a:extLst>
            </p:cNvPr>
            <p:cNvSpPr/>
            <p:nvPr/>
          </p:nvSpPr>
          <p:spPr>
            <a:xfrm>
              <a:off x="282705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4">
              <a:extLst>
                <a:ext uri="{FF2B5EF4-FFF2-40B4-BE49-F238E27FC236}">
                  <a16:creationId xmlns:a16="http://schemas.microsoft.com/office/drawing/2014/main" id="{682D204D-2401-79DB-E363-C75BB1BC3E68}"/>
                </a:ext>
              </a:extLst>
            </p:cNvPr>
            <p:cNvSpPr/>
            <p:nvPr/>
          </p:nvSpPr>
          <p:spPr>
            <a:xfrm>
              <a:off x="283649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5">
              <a:extLst>
                <a:ext uri="{FF2B5EF4-FFF2-40B4-BE49-F238E27FC236}">
                  <a16:creationId xmlns:a16="http://schemas.microsoft.com/office/drawing/2014/main" id="{8262D059-7E30-CADD-A838-484826073F5B}"/>
                </a:ext>
              </a:extLst>
            </p:cNvPr>
            <p:cNvSpPr/>
            <p:nvPr/>
          </p:nvSpPr>
          <p:spPr>
            <a:xfrm>
              <a:off x="284593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6">
              <a:extLst>
                <a:ext uri="{FF2B5EF4-FFF2-40B4-BE49-F238E27FC236}">
                  <a16:creationId xmlns:a16="http://schemas.microsoft.com/office/drawing/2014/main" id="{F149A9EB-DF50-3153-836C-E8CC96B0165C}"/>
                </a:ext>
              </a:extLst>
            </p:cNvPr>
            <p:cNvSpPr/>
            <p:nvPr/>
          </p:nvSpPr>
          <p:spPr>
            <a:xfrm>
              <a:off x="285538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7">
              <a:extLst>
                <a:ext uri="{FF2B5EF4-FFF2-40B4-BE49-F238E27FC236}">
                  <a16:creationId xmlns:a16="http://schemas.microsoft.com/office/drawing/2014/main" id="{67CF3EE1-2799-8E4B-B231-BC643A375355}"/>
                </a:ext>
              </a:extLst>
            </p:cNvPr>
            <p:cNvSpPr/>
            <p:nvPr/>
          </p:nvSpPr>
          <p:spPr>
            <a:xfrm>
              <a:off x="286482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8">
              <a:extLst>
                <a:ext uri="{FF2B5EF4-FFF2-40B4-BE49-F238E27FC236}">
                  <a16:creationId xmlns:a16="http://schemas.microsoft.com/office/drawing/2014/main" id="{5719CE21-08A5-C14B-F718-6C06B60A8071}"/>
                </a:ext>
              </a:extLst>
            </p:cNvPr>
            <p:cNvSpPr/>
            <p:nvPr/>
          </p:nvSpPr>
          <p:spPr>
            <a:xfrm>
              <a:off x="287426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09">
              <a:extLst>
                <a:ext uri="{FF2B5EF4-FFF2-40B4-BE49-F238E27FC236}">
                  <a16:creationId xmlns:a16="http://schemas.microsoft.com/office/drawing/2014/main" id="{4F2AEF94-9933-0841-F85E-45F610F5EC35}"/>
                </a:ext>
              </a:extLst>
            </p:cNvPr>
            <p:cNvSpPr/>
            <p:nvPr/>
          </p:nvSpPr>
          <p:spPr>
            <a:xfrm>
              <a:off x="288370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0">
              <a:extLst>
                <a:ext uri="{FF2B5EF4-FFF2-40B4-BE49-F238E27FC236}">
                  <a16:creationId xmlns:a16="http://schemas.microsoft.com/office/drawing/2014/main" id="{6DE29265-DBE7-992A-2C31-874E645399D4}"/>
                </a:ext>
              </a:extLst>
            </p:cNvPr>
            <p:cNvSpPr/>
            <p:nvPr/>
          </p:nvSpPr>
          <p:spPr>
            <a:xfrm>
              <a:off x="289314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1">
              <a:extLst>
                <a:ext uri="{FF2B5EF4-FFF2-40B4-BE49-F238E27FC236}">
                  <a16:creationId xmlns:a16="http://schemas.microsoft.com/office/drawing/2014/main" id="{308EB1AE-1580-35C8-9F53-B28857642177}"/>
                </a:ext>
              </a:extLst>
            </p:cNvPr>
            <p:cNvSpPr/>
            <p:nvPr/>
          </p:nvSpPr>
          <p:spPr>
            <a:xfrm>
              <a:off x="290258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2">
              <a:extLst>
                <a:ext uri="{FF2B5EF4-FFF2-40B4-BE49-F238E27FC236}">
                  <a16:creationId xmlns:a16="http://schemas.microsoft.com/office/drawing/2014/main" id="{BB60199B-0C22-154B-36D4-420CB72101D2}"/>
                </a:ext>
              </a:extLst>
            </p:cNvPr>
            <p:cNvSpPr/>
            <p:nvPr/>
          </p:nvSpPr>
          <p:spPr>
            <a:xfrm>
              <a:off x="291202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3">
              <a:extLst>
                <a:ext uri="{FF2B5EF4-FFF2-40B4-BE49-F238E27FC236}">
                  <a16:creationId xmlns:a16="http://schemas.microsoft.com/office/drawing/2014/main" id="{C2FB33C6-1290-60B5-582E-A41B08160C2C}"/>
                </a:ext>
              </a:extLst>
            </p:cNvPr>
            <p:cNvSpPr/>
            <p:nvPr/>
          </p:nvSpPr>
          <p:spPr>
            <a:xfrm>
              <a:off x="292146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4">
              <a:extLst>
                <a:ext uri="{FF2B5EF4-FFF2-40B4-BE49-F238E27FC236}">
                  <a16:creationId xmlns:a16="http://schemas.microsoft.com/office/drawing/2014/main" id="{8ABEAA8C-BFE2-CCE7-19D0-AE58DA2E0F26}"/>
                </a:ext>
              </a:extLst>
            </p:cNvPr>
            <p:cNvSpPr/>
            <p:nvPr/>
          </p:nvSpPr>
          <p:spPr>
            <a:xfrm>
              <a:off x="293090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5">
              <a:extLst>
                <a:ext uri="{FF2B5EF4-FFF2-40B4-BE49-F238E27FC236}">
                  <a16:creationId xmlns:a16="http://schemas.microsoft.com/office/drawing/2014/main" id="{5365DAAD-44C0-F873-C681-E914AC99D4FF}"/>
                </a:ext>
              </a:extLst>
            </p:cNvPr>
            <p:cNvSpPr/>
            <p:nvPr/>
          </p:nvSpPr>
          <p:spPr>
            <a:xfrm>
              <a:off x="294034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6">
              <a:extLst>
                <a:ext uri="{FF2B5EF4-FFF2-40B4-BE49-F238E27FC236}">
                  <a16:creationId xmlns:a16="http://schemas.microsoft.com/office/drawing/2014/main" id="{E1D24208-FF16-B71C-C722-1353CBDEB04C}"/>
                </a:ext>
              </a:extLst>
            </p:cNvPr>
            <p:cNvSpPr/>
            <p:nvPr/>
          </p:nvSpPr>
          <p:spPr>
            <a:xfrm>
              <a:off x="294978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7">
              <a:extLst>
                <a:ext uri="{FF2B5EF4-FFF2-40B4-BE49-F238E27FC236}">
                  <a16:creationId xmlns:a16="http://schemas.microsoft.com/office/drawing/2014/main" id="{4ED544F6-43D5-C94D-DD40-43BCB84C5FE9}"/>
                </a:ext>
              </a:extLst>
            </p:cNvPr>
            <p:cNvSpPr/>
            <p:nvPr/>
          </p:nvSpPr>
          <p:spPr>
            <a:xfrm>
              <a:off x="295922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8">
              <a:extLst>
                <a:ext uri="{FF2B5EF4-FFF2-40B4-BE49-F238E27FC236}">
                  <a16:creationId xmlns:a16="http://schemas.microsoft.com/office/drawing/2014/main" id="{D6408E70-7869-D575-BE8D-48217F0E60E3}"/>
                </a:ext>
              </a:extLst>
            </p:cNvPr>
            <p:cNvSpPr/>
            <p:nvPr/>
          </p:nvSpPr>
          <p:spPr>
            <a:xfrm>
              <a:off x="296866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19">
              <a:extLst>
                <a:ext uri="{FF2B5EF4-FFF2-40B4-BE49-F238E27FC236}">
                  <a16:creationId xmlns:a16="http://schemas.microsoft.com/office/drawing/2014/main" id="{8D996656-0855-6E9A-5F8B-D17101FA1F62}"/>
                </a:ext>
              </a:extLst>
            </p:cNvPr>
            <p:cNvSpPr/>
            <p:nvPr/>
          </p:nvSpPr>
          <p:spPr>
            <a:xfrm>
              <a:off x="297810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0">
              <a:extLst>
                <a:ext uri="{FF2B5EF4-FFF2-40B4-BE49-F238E27FC236}">
                  <a16:creationId xmlns:a16="http://schemas.microsoft.com/office/drawing/2014/main" id="{058CEF6A-F63F-DE16-0561-BB49D9470E4C}"/>
                </a:ext>
              </a:extLst>
            </p:cNvPr>
            <p:cNvSpPr/>
            <p:nvPr/>
          </p:nvSpPr>
          <p:spPr>
            <a:xfrm>
              <a:off x="298754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1">
              <a:extLst>
                <a:ext uri="{FF2B5EF4-FFF2-40B4-BE49-F238E27FC236}">
                  <a16:creationId xmlns:a16="http://schemas.microsoft.com/office/drawing/2014/main" id="{79F82024-6D57-039F-899A-84D13DF8168F}"/>
                </a:ext>
              </a:extLst>
            </p:cNvPr>
            <p:cNvSpPr/>
            <p:nvPr/>
          </p:nvSpPr>
          <p:spPr>
            <a:xfrm>
              <a:off x="299698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2">
              <a:extLst>
                <a:ext uri="{FF2B5EF4-FFF2-40B4-BE49-F238E27FC236}">
                  <a16:creationId xmlns:a16="http://schemas.microsoft.com/office/drawing/2014/main" id="{910D86D0-5B39-DB71-BFF8-9E1D36A9A063}"/>
                </a:ext>
              </a:extLst>
            </p:cNvPr>
            <p:cNvSpPr/>
            <p:nvPr/>
          </p:nvSpPr>
          <p:spPr>
            <a:xfrm>
              <a:off x="300642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3">
              <a:extLst>
                <a:ext uri="{FF2B5EF4-FFF2-40B4-BE49-F238E27FC236}">
                  <a16:creationId xmlns:a16="http://schemas.microsoft.com/office/drawing/2014/main" id="{6EC96BA8-E211-C3C9-3C29-DEE4A43BE623}"/>
                </a:ext>
              </a:extLst>
            </p:cNvPr>
            <p:cNvSpPr/>
            <p:nvPr/>
          </p:nvSpPr>
          <p:spPr>
            <a:xfrm>
              <a:off x="301586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4">
              <a:extLst>
                <a:ext uri="{FF2B5EF4-FFF2-40B4-BE49-F238E27FC236}">
                  <a16:creationId xmlns:a16="http://schemas.microsoft.com/office/drawing/2014/main" id="{9CF2B5FE-45E0-693B-C76C-7CAD119EDECD}"/>
                </a:ext>
              </a:extLst>
            </p:cNvPr>
            <p:cNvSpPr/>
            <p:nvPr/>
          </p:nvSpPr>
          <p:spPr>
            <a:xfrm>
              <a:off x="302530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5">
              <a:extLst>
                <a:ext uri="{FF2B5EF4-FFF2-40B4-BE49-F238E27FC236}">
                  <a16:creationId xmlns:a16="http://schemas.microsoft.com/office/drawing/2014/main" id="{7832FFC9-8C79-5308-69B2-61268A3E7BEB}"/>
                </a:ext>
              </a:extLst>
            </p:cNvPr>
            <p:cNvSpPr/>
            <p:nvPr/>
          </p:nvSpPr>
          <p:spPr>
            <a:xfrm>
              <a:off x="303474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6">
              <a:extLst>
                <a:ext uri="{FF2B5EF4-FFF2-40B4-BE49-F238E27FC236}">
                  <a16:creationId xmlns:a16="http://schemas.microsoft.com/office/drawing/2014/main" id="{2FAE2650-2C59-60FD-BE19-8FCDCE29E75C}"/>
                </a:ext>
              </a:extLst>
            </p:cNvPr>
            <p:cNvSpPr/>
            <p:nvPr/>
          </p:nvSpPr>
          <p:spPr>
            <a:xfrm>
              <a:off x="304418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7">
              <a:extLst>
                <a:ext uri="{FF2B5EF4-FFF2-40B4-BE49-F238E27FC236}">
                  <a16:creationId xmlns:a16="http://schemas.microsoft.com/office/drawing/2014/main" id="{59811E0D-4C36-176B-AD7E-9D4195029E0C}"/>
                </a:ext>
              </a:extLst>
            </p:cNvPr>
            <p:cNvSpPr/>
            <p:nvPr/>
          </p:nvSpPr>
          <p:spPr>
            <a:xfrm>
              <a:off x="305362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8">
              <a:extLst>
                <a:ext uri="{FF2B5EF4-FFF2-40B4-BE49-F238E27FC236}">
                  <a16:creationId xmlns:a16="http://schemas.microsoft.com/office/drawing/2014/main" id="{EC4D29E2-8DA4-8141-EECF-74DE10059DA4}"/>
                </a:ext>
              </a:extLst>
            </p:cNvPr>
            <p:cNvSpPr/>
            <p:nvPr/>
          </p:nvSpPr>
          <p:spPr>
            <a:xfrm>
              <a:off x="306306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29">
              <a:extLst>
                <a:ext uri="{FF2B5EF4-FFF2-40B4-BE49-F238E27FC236}">
                  <a16:creationId xmlns:a16="http://schemas.microsoft.com/office/drawing/2014/main" id="{8E19F12E-CE12-E0C9-4060-597DE77DB518}"/>
                </a:ext>
              </a:extLst>
            </p:cNvPr>
            <p:cNvSpPr/>
            <p:nvPr/>
          </p:nvSpPr>
          <p:spPr>
            <a:xfrm>
              <a:off x="307250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0">
              <a:extLst>
                <a:ext uri="{FF2B5EF4-FFF2-40B4-BE49-F238E27FC236}">
                  <a16:creationId xmlns:a16="http://schemas.microsoft.com/office/drawing/2014/main" id="{E3F3F810-199D-C1AD-5365-59EC48B82942}"/>
                </a:ext>
              </a:extLst>
            </p:cNvPr>
            <p:cNvSpPr/>
            <p:nvPr/>
          </p:nvSpPr>
          <p:spPr>
            <a:xfrm>
              <a:off x="308194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1">
              <a:extLst>
                <a:ext uri="{FF2B5EF4-FFF2-40B4-BE49-F238E27FC236}">
                  <a16:creationId xmlns:a16="http://schemas.microsoft.com/office/drawing/2014/main" id="{6E6ECF1B-BC86-8CA3-C0F4-F14032B7585F}"/>
                </a:ext>
              </a:extLst>
            </p:cNvPr>
            <p:cNvSpPr/>
            <p:nvPr/>
          </p:nvSpPr>
          <p:spPr>
            <a:xfrm>
              <a:off x="309138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2">
              <a:extLst>
                <a:ext uri="{FF2B5EF4-FFF2-40B4-BE49-F238E27FC236}">
                  <a16:creationId xmlns:a16="http://schemas.microsoft.com/office/drawing/2014/main" id="{2DD95325-5B8D-A2D2-5E5E-F85218A993E4}"/>
                </a:ext>
              </a:extLst>
            </p:cNvPr>
            <p:cNvSpPr/>
            <p:nvPr/>
          </p:nvSpPr>
          <p:spPr>
            <a:xfrm>
              <a:off x="310082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3">
              <a:extLst>
                <a:ext uri="{FF2B5EF4-FFF2-40B4-BE49-F238E27FC236}">
                  <a16:creationId xmlns:a16="http://schemas.microsoft.com/office/drawing/2014/main" id="{15AAF88F-D8DA-A90E-A0B0-010E7FD32A41}"/>
                </a:ext>
              </a:extLst>
            </p:cNvPr>
            <p:cNvSpPr/>
            <p:nvPr/>
          </p:nvSpPr>
          <p:spPr>
            <a:xfrm>
              <a:off x="311026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4">
              <a:extLst>
                <a:ext uri="{FF2B5EF4-FFF2-40B4-BE49-F238E27FC236}">
                  <a16:creationId xmlns:a16="http://schemas.microsoft.com/office/drawing/2014/main" id="{58CBA650-DBFE-1D1C-4B4A-8BB61A4742BF}"/>
                </a:ext>
              </a:extLst>
            </p:cNvPr>
            <p:cNvSpPr/>
            <p:nvPr/>
          </p:nvSpPr>
          <p:spPr>
            <a:xfrm>
              <a:off x="311970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5">
              <a:extLst>
                <a:ext uri="{FF2B5EF4-FFF2-40B4-BE49-F238E27FC236}">
                  <a16:creationId xmlns:a16="http://schemas.microsoft.com/office/drawing/2014/main" id="{11B088AB-2D51-3B51-7CDE-F844C074F87B}"/>
                </a:ext>
              </a:extLst>
            </p:cNvPr>
            <p:cNvSpPr/>
            <p:nvPr/>
          </p:nvSpPr>
          <p:spPr>
            <a:xfrm>
              <a:off x="312914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6">
              <a:extLst>
                <a:ext uri="{FF2B5EF4-FFF2-40B4-BE49-F238E27FC236}">
                  <a16:creationId xmlns:a16="http://schemas.microsoft.com/office/drawing/2014/main" id="{BBDE77AD-2233-91AB-0BCF-86D6AA1FA472}"/>
                </a:ext>
              </a:extLst>
            </p:cNvPr>
            <p:cNvSpPr/>
            <p:nvPr/>
          </p:nvSpPr>
          <p:spPr>
            <a:xfrm>
              <a:off x="313858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7">
              <a:extLst>
                <a:ext uri="{FF2B5EF4-FFF2-40B4-BE49-F238E27FC236}">
                  <a16:creationId xmlns:a16="http://schemas.microsoft.com/office/drawing/2014/main" id="{C8B704A9-C9DE-F19C-C2B9-C7A9D2D0BAB3}"/>
                </a:ext>
              </a:extLst>
            </p:cNvPr>
            <p:cNvSpPr/>
            <p:nvPr/>
          </p:nvSpPr>
          <p:spPr>
            <a:xfrm>
              <a:off x="314802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8">
              <a:extLst>
                <a:ext uri="{FF2B5EF4-FFF2-40B4-BE49-F238E27FC236}">
                  <a16:creationId xmlns:a16="http://schemas.microsoft.com/office/drawing/2014/main" id="{66539821-66AA-C23C-8FC0-AC5490015546}"/>
                </a:ext>
              </a:extLst>
            </p:cNvPr>
            <p:cNvSpPr/>
            <p:nvPr/>
          </p:nvSpPr>
          <p:spPr>
            <a:xfrm>
              <a:off x="315746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39">
              <a:extLst>
                <a:ext uri="{FF2B5EF4-FFF2-40B4-BE49-F238E27FC236}">
                  <a16:creationId xmlns:a16="http://schemas.microsoft.com/office/drawing/2014/main" id="{3E994CF2-F609-DEF4-F68D-541783325360}"/>
                </a:ext>
              </a:extLst>
            </p:cNvPr>
            <p:cNvSpPr/>
            <p:nvPr/>
          </p:nvSpPr>
          <p:spPr>
            <a:xfrm>
              <a:off x="316690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0">
              <a:extLst>
                <a:ext uri="{FF2B5EF4-FFF2-40B4-BE49-F238E27FC236}">
                  <a16:creationId xmlns:a16="http://schemas.microsoft.com/office/drawing/2014/main" id="{C7C02E97-95B4-8470-CEA0-4677DDA5B52C}"/>
                </a:ext>
              </a:extLst>
            </p:cNvPr>
            <p:cNvSpPr/>
            <p:nvPr/>
          </p:nvSpPr>
          <p:spPr>
            <a:xfrm>
              <a:off x="317634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1">
              <a:extLst>
                <a:ext uri="{FF2B5EF4-FFF2-40B4-BE49-F238E27FC236}">
                  <a16:creationId xmlns:a16="http://schemas.microsoft.com/office/drawing/2014/main" id="{1E8ABE15-78E7-4703-4023-E1145C550CBD}"/>
                </a:ext>
              </a:extLst>
            </p:cNvPr>
            <p:cNvSpPr/>
            <p:nvPr/>
          </p:nvSpPr>
          <p:spPr>
            <a:xfrm>
              <a:off x="318578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2">
              <a:extLst>
                <a:ext uri="{FF2B5EF4-FFF2-40B4-BE49-F238E27FC236}">
                  <a16:creationId xmlns:a16="http://schemas.microsoft.com/office/drawing/2014/main" id="{987D61A7-BE70-7FDB-CD98-6250DDA3C5DE}"/>
                </a:ext>
              </a:extLst>
            </p:cNvPr>
            <p:cNvSpPr/>
            <p:nvPr/>
          </p:nvSpPr>
          <p:spPr>
            <a:xfrm>
              <a:off x="319522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3">
              <a:extLst>
                <a:ext uri="{FF2B5EF4-FFF2-40B4-BE49-F238E27FC236}">
                  <a16:creationId xmlns:a16="http://schemas.microsoft.com/office/drawing/2014/main" id="{06FF9F61-BB21-14CC-2A88-9265D39198E6}"/>
                </a:ext>
              </a:extLst>
            </p:cNvPr>
            <p:cNvSpPr/>
            <p:nvPr/>
          </p:nvSpPr>
          <p:spPr>
            <a:xfrm>
              <a:off x="320466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4">
              <a:extLst>
                <a:ext uri="{FF2B5EF4-FFF2-40B4-BE49-F238E27FC236}">
                  <a16:creationId xmlns:a16="http://schemas.microsoft.com/office/drawing/2014/main" id="{60A31342-4F0D-AC39-45A2-4E5600F21217}"/>
                </a:ext>
              </a:extLst>
            </p:cNvPr>
            <p:cNvSpPr/>
            <p:nvPr/>
          </p:nvSpPr>
          <p:spPr>
            <a:xfrm>
              <a:off x="3214109" y="257189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5">
              <a:extLst>
                <a:ext uri="{FF2B5EF4-FFF2-40B4-BE49-F238E27FC236}">
                  <a16:creationId xmlns:a16="http://schemas.microsoft.com/office/drawing/2014/main" id="{6474C0CC-8625-6B1B-1DA2-9571FCF0EFD2}"/>
                </a:ext>
              </a:extLst>
            </p:cNvPr>
            <p:cNvSpPr/>
            <p:nvPr/>
          </p:nvSpPr>
          <p:spPr>
            <a:xfrm>
              <a:off x="3223549" y="2554327"/>
              <a:ext cx="923840" cy="926213"/>
            </a:xfrm>
            <a:custGeom>
              <a:avLst/>
              <a:gdLst/>
              <a:ahLst/>
              <a:cxnLst/>
              <a:rect l="0" t="0" r="0" b="0"/>
              <a:pathLst>
                <a:path w="923840" h="9262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400" y="92621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6">
              <a:extLst>
                <a:ext uri="{FF2B5EF4-FFF2-40B4-BE49-F238E27FC236}">
                  <a16:creationId xmlns:a16="http://schemas.microsoft.com/office/drawing/2014/main" id="{80D84D9A-C14E-088D-F2DE-3784E8375878}"/>
                </a:ext>
              </a:extLst>
            </p:cNvPr>
            <p:cNvSpPr/>
            <p:nvPr/>
          </p:nvSpPr>
          <p:spPr>
            <a:xfrm>
              <a:off x="3232989" y="2554327"/>
              <a:ext cx="917736" cy="917796"/>
            </a:xfrm>
            <a:custGeom>
              <a:avLst/>
              <a:gdLst/>
              <a:ahLst/>
              <a:cxnLst/>
              <a:rect l="0" t="0" r="0" b="0"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7">
              <a:extLst>
                <a:ext uri="{FF2B5EF4-FFF2-40B4-BE49-F238E27FC236}">
                  <a16:creationId xmlns:a16="http://schemas.microsoft.com/office/drawing/2014/main" id="{232D8317-291D-E802-09CD-19ECB06BA7E5}"/>
                </a:ext>
              </a:extLst>
            </p:cNvPr>
            <p:cNvSpPr/>
            <p:nvPr/>
          </p:nvSpPr>
          <p:spPr>
            <a:xfrm>
              <a:off x="2477770" y="2536757"/>
              <a:ext cx="914400" cy="920281"/>
            </a:xfrm>
            <a:custGeom>
              <a:avLst/>
              <a:gdLst/>
              <a:ahLst/>
              <a:cxnLst/>
              <a:rect l="0" t="0" r="0" b="0"/>
              <a:pathLst>
                <a:path w="914400" h="920281">
                  <a:moveTo>
                    <a:pt x="914400" y="914399"/>
                  </a:moveTo>
                  <a:lnTo>
                    <a:pt x="914400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8">
              <a:extLst>
                <a:ext uri="{FF2B5EF4-FFF2-40B4-BE49-F238E27FC236}">
                  <a16:creationId xmlns:a16="http://schemas.microsoft.com/office/drawing/2014/main" id="{11EB4C23-C6D4-68A9-339E-DEF03FF153D8}"/>
                </a:ext>
              </a:extLst>
            </p:cNvPr>
            <p:cNvSpPr/>
            <p:nvPr/>
          </p:nvSpPr>
          <p:spPr>
            <a:xfrm>
              <a:off x="247777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400" y="920281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49">
              <a:extLst>
                <a:ext uri="{FF2B5EF4-FFF2-40B4-BE49-F238E27FC236}">
                  <a16:creationId xmlns:a16="http://schemas.microsoft.com/office/drawing/2014/main" id="{F7AD4FAA-9E73-101A-1F1F-66E37DFE8BE8}"/>
                </a:ext>
              </a:extLst>
            </p:cNvPr>
            <p:cNvSpPr/>
            <p:nvPr/>
          </p:nvSpPr>
          <p:spPr>
            <a:xfrm>
              <a:off x="248721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0">
              <a:extLst>
                <a:ext uri="{FF2B5EF4-FFF2-40B4-BE49-F238E27FC236}">
                  <a16:creationId xmlns:a16="http://schemas.microsoft.com/office/drawing/2014/main" id="{374BCEB3-5935-D326-9072-F3C9E5B02A73}"/>
                </a:ext>
              </a:extLst>
            </p:cNvPr>
            <p:cNvSpPr/>
            <p:nvPr/>
          </p:nvSpPr>
          <p:spPr>
            <a:xfrm>
              <a:off x="249665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1">
              <a:extLst>
                <a:ext uri="{FF2B5EF4-FFF2-40B4-BE49-F238E27FC236}">
                  <a16:creationId xmlns:a16="http://schemas.microsoft.com/office/drawing/2014/main" id="{AE4AC037-DF79-E7EB-7D73-DCFF3CA89D72}"/>
                </a:ext>
              </a:extLst>
            </p:cNvPr>
            <p:cNvSpPr/>
            <p:nvPr/>
          </p:nvSpPr>
          <p:spPr>
            <a:xfrm>
              <a:off x="250609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2">
              <a:extLst>
                <a:ext uri="{FF2B5EF4-FFF2-40B4-BE49-F238E27FC236}">
                  <a16:creationId xmlns:a16="http://schemas.microsoft.com/office/drawing/2014/main" id="{0B5B1015-0D37-3947-CE47-8E1A1D85735E}"/>
                </a:ext>
              </a:extLst>
            </p:cNvPr>
            <p:cNvSpPr/>
            <p:nvPr/>
          </p:nvSpPr>
          <p:spPr>
            <a:xfrm>
              <a:off x="251553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3">
              <a:extLst>
                <a:ext uri="{FF2B5EF4-FFF2-40B4-BE49-F238E27FC236}">
                  <a16:creationId xmlns:a16="http://schemas.microsoft.com/office/drawing/2014/main" id="{668BC927-578F-29F1-82C3-C76659532D67}"/>
                </a:ext>
              </a:extLst>
            </p:cNvPr>
            <p:cNvSpPr/>
            <p:nvPr/>
          </p:nvSpPr>
          <p:spPr>
            <a:xfrm>
              <a:off x="252497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4">
              <a:extLst>
                <a:ext uri="{FF2B5EF4-FFF2-40B4-BE49-F238E27FC236}">
                  <a16:creationId xmlns:a16="http://schemas.microsoft.com/office/drawing/2014/main" id="{18F80388-80CB-DFE5-8C7C-5EEBB428759D}"/>
                </a:ext>
              </a:extLst>
            </p:cNvPr>
            <p:cNvSpPr/>
            <p:nvPr/>
          </p:nvSpPr>
          <p:spPr>
            <a:xfrm>
              <a:off x="253441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5">
              <a:extLst>
                <a:ext uri="{FF2B5EF4-FFF2-40B4-BE49-F238E27FC236}">
                  <a16:creationId xmlns:a16="http://schemas.microsoft.com/office/drawing/2014/main" id="{7DA9615B-931A-9AD9-7E77-19F5AFBC0B84}"/>
                </a:ext>
              </a:extLst>
            </p:cNvPr>
            <p:cNvSpPr/>
            <p:nvPr/>
          </p:nvSpPr>
          <p:spPr>
            <a:xfrm>
              <a:off x="254385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6">
              <a:extLst>
                <a:ext uri="{FF2B5EF4-FFF2-40B4-BE49-F238E27FC236}">
                  <a16:creationId xmlns:a16="http://schemas.microsoft.com/office/drawing/2014/main" id="{C44A35E8-6913-82F0-BB07-6C17FD9B6B4A}"/>
                </a:ext>
              </a:extLst>
            </p:cNvPr>
            <p:cNvSpPr/>
            <p:nvPr/>
          </p:nvSpPr>
          <p:spPr>
            <a:xfrm>
              <a:off x="255329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7">
              <a:extLst>
                <a:ext uri="{FF2B5EF4-FFF2-40B4-BE49-F238E27FC236}">
                  <a16:creationId xmlns:a16="http://schemas.microsoft.com/office/drawing/2014/main" id="{5EAA5882-8DA6-ECE3-C769-A9441A7448BD}"/>
                </a:ext>
              </a:extLst>
            </p:cNvPr>
            <p:cNvSpPr/>
            <p:nvPr/>
          </p:nvSpPr>
          <p:spPr>
            <a:xfrm>
              <a:off x="256273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8">
              <a:extLst>
                <a:ext uri="{FF2B5EF4-FFF2-40B4-BE49-F238E27FC236}">
                  <a16:creationId xmlns:a16="http://schemas.microsoft.com/office/drawing/2014/main" id="{FA81C04C-579E-334B-D091-2E478B44DCC2}"/>
                </a:ext>
              </a:extLst>
            </p:cNvPr>
            <p:cNvSpPr/>
            <p:nvPr/>
          </p:nvSpPr>
          <p:spPr>
            <a:xfrm>
              <a:off x="257217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59">
              <a:extLst>
                <a:ext uri="{FF2B5EF4-FFF2-40B4-BE49-F238E27FC236}">
                  <a16:creationId xmlns:a16="http://schemas.microsoft.com/office/drawing/2014/main" id="{F348234E-C38D-9A1A-5053-9586BEC9B4D3}"/>
                </a:ext>
              </a:extLst>
            </p:cNvPr>
            <p:cNvSpPr/>
            <p:nvPr/>
          </p:nvSpPr>
          <p:spPr>
            <a:xfrm>
              <a:off x="258161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0">
              <a:extLst>
                <a:ext uri="{FF2B5EF4-FFF2-40B4-BE49-F238E27FC236}">
                  <a16:creationId xmlns:a16="http://schemas.microsoft.com/office/drawing/2014/main" id="{62D734B4-F5FD-583D-795E-33AF804611C6}"/>
                </a:ext>
              </a:extLst>
            </p:cNvPr>
            <p:cNvSpPr/>
            <p:nvPr/>
          </p:nvSpPr>
          <p:spPr>
            <a:xfrm>
              <a:off x="259105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1">
              <a:extLst>
                <a:ext uri="{FF2B5EF4-FFF2-40B4-BE49-F238E27FC236}">
                  <a16:creationId xmlns:a16="http://schemas.microsoft.com/office/drawing/2014/main" id="{EC1CA7B8-3A34-6A68-5D7C-20DB897DA2D0}"/>
                </a:ext>
              </a:extLst>
            </p:cNvPr>
            <p:cNvSpPr/>
            <p:nvPr/>
          </p:nvSpPr>
          <p:spPr>
            <a:xfrm>
              <a:off x="260049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2">
              <a:extLst>
                <a:ext uri="{FF2B5EF4-FFF2-40B4-BE49-F238E27FC236}">
                  <a16:creationId xmlns:a16="http://schemas.microsoft.com/office/drawing/2014/main" id="{8645EBD3-2411-E9CF-6D4D-C4052C49C5D5}"/>
                </a:ext>
              </a:extLst>
            </p:cNvPr>
            <p:cNvSpPr/>
            <p:nvPr/>
          </p:nvSpPr>
          <p:spPr>
            <a:xfrm>
              <a:off x="260993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3">
              <a:extLst>
                <a:ext uri="{FF2B5EF4-FFF2-40B4-BE49-F238E27FC236}">
                  <a16:creationId xmlns:a16="http://schemas.microsoft.com/office/drawing/2014/main" id="{4F7A5C4F-E047-1316-B613-27C1D52795B5}"/>
                </a:ext>
              </a:extLst>
            </p:cNvPr>
            <p:cNvSpPr/>
            <p:nvPr/>
          </p:nvSpPr>
          <p:spPr>
            <a:xfrm>
              <a:off x="261937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4">
              <a:extLst>
                <a:ext uri="{FF2B5EF4-FFF2-40B4-BE49-F238E27FC236}">
                  <a16:creationId xmlns:a16="http://schemas.microsoft.com/office/drawing/2014/main" id="{5D60A43E-AF6A-CAE0-E70D-02405D0889C6}"/>
                </a:ext>
              </a:extLst>
            </p:cNvPr>
            <p:cNvSpPr/>
            <p:nvPr/>
          </p:nvSpPr>
          <p:spPr>
            <a:xfrm>
              <a:off x="262881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5">
              <a:extLst>
                <a:ext uri="{FF2B5EF4-FFF2-40B4-BE49-F238E27FC236}">
                  <a16:creationId xmlns:a16="http://schemas.microsoft.com/office/drawing/2014/main" id="{726175EE-BB48-BF16-15F6-FEC88BE805F4}"/>
                </a:ext>
              </a:extLst>
            </p:cNvPr>
            <p:cNvSpPr/>
            <p:nvPr/>
          </p:nvSpPr>
          <p:spPr>
            <a:xfrm>
              <a:off x="263825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6">
              <a:extLst>
                <a:ext uri="{FF2B5EF4-FFF2-40B4-BE49-F238E27FC236}">
                  <a16:creationId xmlns:a16="http://schemas.microsoft.com/office/drawing/2014/main" id="{EC6C0BA6-58B7-F85B-298A-954119E1B9E3}"/>
                </a:ext>
              </a:extLst>
            </p:cNvPr>
            <p:cNvSpPr/>
            <p:nvPr/>
          </p:nvSpPr>
          <p:spPr>
            <a:xfrm>
              <a:off x="264769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7">
              <a:extLst>
                <a:ext uri="{FF2B5EF4-FFF2-40B4-BE49-F238E27FC236}">
                  <a16:creationId xmlns:a16="http://schemas.microsoft.com/office/drawing/2014/main" id="{2F400B41-4BC8-3CAD-B281-50FD6E24B163}"/>
                </a:ext>
              </a:extLst>
            </p:cNvPr>
            <p:cNvSpPr/>
            <p:nvPr/>
          </p:nvSpPr>
          <p:spPr>
            <a:xfrm>
              <a:off x="265713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8">
              <a:extLst>
                <a:ext uri="{FF2B5EF4-FFF2-40B4-BE49-F238E27FC236}">
                  <a16:creationId xmlns:a16="http://schemas.microsoft.com/office/drawing/2014/main" id="{722C3075-4AFF-543D-A4B8-821736C7A9ED}"/>
                </a:ext>
              </a:extLst>
            </p:cNvPr>
            <p:cNvSpPr/>
            <p:nvPr/>
          </p:nvSpPr>
          <p:spPr>
            <a:xfrm>
              <a:off x="266657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69">
              <a:extLst>
                <a:ext uri="{FF2B5EF4-FFF2-40B4-BE49-F238E27FC236}">
                  <a16:creationId xmlns:a16="http://schemas.microsoft.com/office/drawing/2014/main" id="{AF4AC2C1-F1E0-CE8D-559D-960092F0B4C8}"/>
                </a:ext>
              </a:extLst>
            </p:cNvPr>
            <p:cNvSpPr/>
            <p:nvPr/>
          </p:nvSpPr>
          <p:spPr>
            <a:xfrm>
              <a:off x="267601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0">
              <a:extLst>
                <a:ext uri="{FF2B5EF4-FFF2-40B4-BE49-F238E27FC236}">
                  <a16:creationId xmlns:a16="http://schemas.microsoft.com/office/drawing/2014/main" id="{441ADDD7-B50B-D3CB-1FB2-E9BCEA10AB94}"/>
                </a:ext>
              </a:extLst>
            </p:cNvPr>
            <p:cNvSpPr/>
            <p:nvPr/>
          </p:nvSpPr>
          <p:spPr>
            <a:xfrm>
              <a:off x="268545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1">
              <a:extLst>
                <a:ext uri="{FF2B5EF4-FFF2-40B4-BE49-F238E27FC236}">
                  <a16:creationId xmlns:a16="http://schemas.microsoft.com/office/drawing/2014/main" id="{72DA0AC9-4CAF-ABA2-C201-E80DE6EADCC7}"/>
                </a:ext>
              </a:extLst>
            </p:cNvPr>
            <p:cNvSpPr/>
            <p:nvPr/>
          </p:nvSpPr>
          <p:spPr>
            <a:xfrm>
              <a:off x="269489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2">
              <a:extLst>
                <a:ext uri="{FF2B5EF4-FFF2-40B4-BE49-F238E27FC236}">
                  <a16:creationId xmlns:a16="http://schemas.microsoft.com/office/drawing/2014/main" id="{BBD53D6F-60F7-53C3-4165-D28183035923}"/>
                </a:ext>
              </a:extLst>
            </p:cNvPr>
            <p:cNvSpPr/>
            <p:nvPr/>
          </p:nvSpPr>
          <p:spPr>
            <a:xfrm>
              <a:off x="270433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3">
              <a:extLst>
                <a:ext uri="{FF2B5EF4-FFF2-40B4-BE49-F238E27FC236}">
                  <a16:creationId xmlns:a16="http://schemas.microsoft.com/office/drawing/2014/main" id="{C38D2693-6A9D-0EC4-7A07-83744CAA35D3}"/>
                </a:ext>
              </a:extLst>
            </p:cNvPr>
            <p:cNvSpPr/>
            <p:nvPr/>
          </p:nvSpPr>
          <p:spPr>
            <a:xfrm>
              <a:off x="271377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4">
              <a:extLst>
                <a:ext uri="{FF2B5EF4-FFF2-40B4-BE49-F238E27FC236}">
                  <a16:creationId xmlns:a16="http://schemas.microsoft.com/office/drawing/2014/main" id="{B5C09E35-ECC6-5A7B-21AB-40BA1C66A5AA}"/>
                </a:ext>
              </a:extLst>
            </p:cNvPr>
            <p:cNvSpPr/>
            <p:nvPr/>
          </p:nvSpPr>
          <p:spPr>
            <a:xfrm>
              <a:off x="272321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5">
              <a:extLst>
                <a:ext uri="{FF2B5EF4-FFF2-40B4-BE49-F238E27FC236}">
                  <a16:creationId xmlns:a16="http://schemas.microsoft.com/office/drawing/2014/main" id="{149ACD3F-5BC0-84AD-C0B3-559A67858737}"/>
                </a:ext>
              </a:extLst>
            </p:cNvPr>
            <p:cNvSpPr/>
            <p:nvPr/>
          </p:nvSpPr>
          <p:spPr>
            <a:xfrm>
              <a:off x="273265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6">
              <a:extLst>
                <a:ext uri="{FF2B5EF4-FFF2-40B4-BE49-F238E27FC236}">
                  <a16:creationId xmlns:a16="http://schemas.microsoft.com/office/drawing/2014/main" id="{79A1BBC0-051B-00C4-7F5C-617BC7C01CFD}"/>
                </a:ext>
              </a:extLst>
            </p:cNvPr>
            <p:cNvSpPr/>
            <p:nvPr/>
          </p:nvSpPr>
          <p:spPr>
            <a:xfrm>
              <a:off x="274209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7">
              <a:extLst>
                <a:ext uri="{FF2B5EF4-FFF2-40B4-BE49-F238E27FC236}">
                  <a16:creationId xmlns:a16="http://schemas.microsoft.com/office/drawing/2014/main" id="{D6C90E96-FC76-D6AB-7DCB-566781B5C542}"/>
                </a:ext>
              </a:extLst>
            </p:cNvPr>
            <p:cNvSpPr/>
            <p:nvPr/>
          </p:nvSpPr>
          <p:spPr>
            <a:xfrm>
              <a:off x="275153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8">
              <a:extLst>
                <a:ext uri="{FF2B5EF4-FFF2-40B4-BE49-F238E27FC236}">
                  <a16:creationId xmlns:a16="http://schemas.microsoft.com/office/drawing/2014/main" id="{3EE785DE-C637-FA2D-7D03-CDEB8496EE2F}"/>
                </a:ext>
              </a:extLst>
            </p:cNvPr>
            <p:cNvSpPr/>
            <p:nvPr/>
          </p:nvSpPr>
          <p:spPr>
            <a:xfrm>
              <a:off x="276097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79">
              <a:extLst>
                <a:ext uri="{FF2B5EF4-FFF2-40B4-BE49-F238E27FC236}">
                  <a16:creationId xmlns:a16="http://schemas.microsoft.com/office/drawing/2014/main" id="{CE90B74F-3CB2-79CE-146B-D1774D4E22DA}"/>
                </a:ext>
              </a:extLst>
            </p:cNvPr>
            <p:cNvSpPr/>
            <p:nvPr/>
          </p:nvSpPr>
          <p:spPr>
            <a:xfrm>
              <a:off x="277041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0">
              <a:extLst>
                <a:ext uri="{FF2B5EF4-FFF2-40B4-BE49-F238E27FC236}">
                  <a16:creationId xmlns:a16="http://schemas.microsoft.com/office/drawing/2014/main" id="{38E1BD7E-2421-21A4-98F0-52487C83EFC0}"/>
                </a:ext>
              </a:extLst>
            </p:cNvPr>
            <p:cNvSpPr/>
            <p:nvPr/>
          </p:nvSpPr>
          <p:spPr>
            <a:xfrm>
              <a:off x="277985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1">
              <a:extLst>
                <a:ext uri="{FF2B5EF4-FFF2-40B4-BE49-F238E27FC236}">
                  <a16:creationId xmlns:a16="http://schemas.microsoft.com/office/drawing/2014/main" id="{B66F3A89-C89F-0AED-8763-0FF505C345EA}"/>
                </a:ext>
              </a:extLst>
            </p:cNvPr>
            <p:cNvSpPr/>
            <p:nvPr/>
          </p:nvSpPr>
          <p:spPr>
            <a:xfrm>
              <a:off x="278929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2">
              <a:extLst>
                <a:ext uri="{FF2B5EF4-FFF2-40B4-BE49-F238E27FC236}">
                  <a16:creationId xmlns:a16="http://schemas.microsoft.com/office/drawing/2014/main" id="{8EF131F2-BB0E-6D00-6F3D-D32441D25D46}"/>
                </a:ext>
              </a:extLst>
            </p:cNvPr>
            <p:cNvSpPr/>
            <p:nvPr/>
          </p:nvSpPr>
          <p:spPr>
            <a:xfrm>
              <a:off x="279873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3">
              <a:extLst>
                <a:ext uri="{FF2B5EF4-FFF2-40B4-BE49-F238E27FC236}">
                  <a16:creationId xmlns:a16="http://schemas.microsoft.com/office/drawing/2014/main" id="{2A57CE8D-D3D0-7939-1594-B5857C86CD35}"/>
                </a:ext>
              </a:extLst>
            </p:cNvPr>
            <p:cNvSpPr/>
            <p:nvPr/>
          </p:nvSpPr>
          <p:spPr>
            <a:xfrm>
              <a:off x="280817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4">
              <a:extLst>
                <a:ext uri="{FF2B5EF4-FFF2-40B4-BE49-F238E27FC236}">
                  <a16:creationId xmlns:a16="http://schemas.microsoft.com/office/drawing/2014/main" id="{9A29D32A-30E0-44BA-3887-6A89EDC27F57}"/>
                </a:ext>
              </a:extLst>
            </p:cNvPr>
            <p:cNvSpPr/>
            <p:nvPr/>
          </p:nvSpPr>
          <p:spPr>
            <a:xfrm>
              <a:off x="281761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5">
              <a:extLst>
                <a:ext uri="{FF2B5EF4-FFF2-40B4-BE49-F238E27FC236}">
                  <a16:creationId xmlns:a16="http://schemas.microsoft.com/office/drawing/2014/main" id="{5E817FB6-9BF9-C140-71A6-7F4793DA9BB4}"/>
                </a:ext>
              </a:extLst>
            </p:cNvPr>
            <p:cNvSpPr/>
            <p:nvPr/>
          </p:nvSpPr>
          <p:spPr>
            <a:xfrm>
              <a:off x="282705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6">
              <a:extLst>
                <a:ext uri="{FF2B5EF4-FFF2-40B4-BE49-F238E27FC236}">
                  <a16:creationId xmlns:a16="http://schemas.microsoft.com/office/drawing/2014/main" id="{A5A54F01-77DE-0812-4616-516D52047413}"/>
                </a:ext>
              </a:extLst>
            </p:cNvPr>
            <p:cNvSpPr/>
            <p:nvPr/>
          </p:nvSpPr>
          <p:spPr>
            <a:xfrm>
              <a:off x="283649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7">
              <a:extLst>
                <a:ext uri="{FF2B5EF4-FFF2-40B4-BE49-F238E27FC236}">
                  <a16:creationId xmlns:a16="http://schemas.microsoft.com/office/drawing/2014/main" id="{AD541402-76D7-C015-D3E6-C01B9CB49990}"/>
                </a:ext>
              </a:extLst>
            </p:cNvPr>
            <p:cNvSpPr/>
            <p:nvPr/>
          </p:nvSpPr>
          <p:spPr>
            <a:xfrm>
              <a:off x="284593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8">
              <a:extLst>
                <a:ext uri="{FF2B5EF4-FFF2-40B4-BE49-F238E27FC236}">
                  <a16:creationId xmlns:a16="http://schemas.microsoft.com/office/drawing/2014/main" id="{8AF14DAE-1464-4CA1-0C06-049F5FA20498}"/>
                </a:ext>
              </a:extLst>
            </p:cNvPr>
            <p:cNvSpPr/>
            <p:nvPr/>
          </p:nvSpPr>
          <p:spPr>
            <a:xfrm>
              <a:off x="285538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89">
              <a:extLst>
                <a:ext uri="{FF2B5EF4-FFF2-40B4-BE49-F238E27FC236}">
                  <a16:creationId xmlns:a16="http://schemas.microsoft.com/office/drawing/2014/main" id="{A910DE26-59A7-C8E2-C25E-B62F6922E269}"/>
                </a:ext>
              </a:extLst>
            </p:cNvPr>
            <p:cNvSpPr/>
            <p:nvPr/>
          </p:nvSpPr>
          <p:spPr>
            <a:xfrm>
              <a:off x="286482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0">
              <a:extLst>
                <a:ext uri="{FF2B5EF4-FFF2-40B4-BE49-F238E27FC236}">
                  <a16:creationId xmlns:a16="http://schemas.microsoft.com/office/drawing/2014/main" id="{C95DC77F-D4B2-FBA4-C1A7-540AA3DDF11B}"/>
                </a:ext>
              </a:extLst>
            </p:cNvPr>
            <p:cNvSpPr/>
            <p:nvPr/>
          </p:nvSpPr>
          <p:spPr>
            <a:xfrm>
              <a:off x="287426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1">
              <a:extLst>
                <a:ext uri="{FF2B5EF4-FFF2-40B4-BE49-F238E27FC236}">
                  <a16:creationId xmlns:a16="http://schemas.microsoft.com/office/drawing/2014/main" id="{EC41E1EE-1C26-06FB-D812-7356F7909567}"/>
                </a:ext>
              </a:extLst>
            </p:cNvPr>
            <p:cNvSpPr/>
            <p:nvPr/>
          </p:nvSpPr>
          <p:spPr>
            <a:xfrm>
              <a:off x="288370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2">
              <a:extLst>
                <a:ext uri="{FF2B5EF4-FFF2-40B4-BE49-F238E27FC236}">
                  <a16:creationId xmlns:a16="http://schemas.microsoft.com/office/drawing/2014/main" id="{B512898A-1C75-8A0A-E346-CA5ED79EB567}"/>
                </a:ext>
              </a:extLst>
            </p:cNvPr>
            <p:cNvSpPr/>
            <p:nvPr/>
          </p:nvSpPr>
          <p:spPr>
            <a:xfrm>
              <a:off x="289314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3">
              <a:extLst>
                <a:ext uri="{FF2B5EF4-FFF2-40B4-BE49-F238E27FC236}">
                  <a16:creationId xmlns:a16="http://schemas.microsoft.com/office/drawing/2014/main" id="{81AF215F-A50B-EB45-9DD8-61110FBA4842}"/>
                </a:ext>
              </a:extLst>
            </p:cNvPr>
            <p:cNvSpPr/>
            <p:nvPr/>
          </p:nvSpPr>
          <p:spPr>
            <a:xfrm>
              <a:off x="290258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4">
              <a:extLst>
                <a:ext uri="{FF2B5EF4-FFF2-40B4-BE49-F238E27FC236}">
                  <a16:creationId xmlns:a16="http://schemas.microsoft.com/office/drawing/2014/main" id="{BEF2DCB0-9EE7-6FBD-88A7-9C8C8514D3B3}"/>
                </a:ext>
              </a:extLst>
            </p:cNvPr>
            <p:cNvSpPr/>
            <p:nvPr/>
          </p:nvSpPr>
          <p:spPr>
            <a:xfrm>
              <a:off x="291202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5">
              <a:extLst>
                <a:ext uri="{FF2B5EF4-FFF2-40B4-BE49-F238E27FC236}">
                  <a16:creationId xmlns:a16="http://schemas.microsoft.com/office/drawing/2014/main" id="{E3B73334-AE2A-DD1B-ECEB-BE6A0EA5B81D}"/>
                </a:ext>
              </a:extLst>
            </p:cNvPr>
            <p:cNvSpPr/>
            <p:nvPr/>
          </p:nvSpPr>
          <p:spPr>
            <a:xfrm>
              <a:off x="292146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6">
              <a:extLst>
                <a:ext uri="{FF2B5EF4-FFF2-40B4-BE49-F238E27FC236}">
                  <a16:creationId xmlns:a16="http://schemas.microsoft.com/office/drawing/2014/main" id="{329B62A4-5599-18FD-FBDE-DE50FED8B55C}"/>
                </a:ext>
              </a:extLst>
            </p:cNvPr>
            <p:cNvSpPr/>
            <p:nvPr/>
          </p:nvSpPr>
          <p:spPr>
            <a:xfrm>
              <a:off x="293090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7">
              <a:extLst>
                <a:ext uri="{FF2B5EF4-FFF2-40B4-BE49-F238E27FC236}">
                  <a16:creationId xmlns:a16="http://schemas.microsoft.com/office/drawing/2014/main" id="{CAD35CB7-0E7C-8B5D-EF0B-A3954268C487}"/>
                </a:ext>
              </a:extLst>
            </p:cNvPr>
            <p:cNvSpPr/>
            <p:nvPr/>
          </p:nvSpPr>
          <p:spPr>
            <a:xfrm>
              <a:off x="294034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8">
              <a:extLst>
                <a:ext uri="{FF2B5EF4-FFF2-40B4-BE49-F238E27FC236}">
                  <a16:creationId xmlns:a16="http://schemas.microsoft.com/office/drawing/2014/main" id="{6987BB76-91AC-26EA-2B74-4563A3322D74}"/>
                </a:ext>
              </a:extLst>
            </p:cNvPr>
            <p:cNvSpPr/>
            <p:nvPr/>
          </p:nvSpPr>
          <p:spPr>
            <a:xfrm>
              <a:off x="294978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999">
              <a:extLst>
                <a:ext uri="{FF2B5EF4-FFF2-40B4-BE49-F238E27FC236}">
                  <a16:creationId xmlns:a16="http://schemas.microsoft.com/office/drawing/2014/main" id="{977EEF35-9F71-1401-C5B2-652C272A26ED}"/>
                </a:ext>
              </a:extLst>
            </p:cNvPr>
            <p:cNvSpPr/>
            <p:nvPr/>
          </p:nvSpPr>
          <p:spPr>
            <a:xfrm>
              <a:off x="295922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0">
              <a:extLst>
                <a:ext uri="{FF2B5EF4-FFF2-40B4-BE49-F238E27FC236}">
                  <a16:creationId xmlns:a16="http://schemas.microsoft.com/office/drawing/2014/main" id="{05415759-F119-9BB8-41EC-6DC5E63D2061}"/>
                </a:ext>
              </a:extLst>
            </p:cNvPr>
            <p:cNvSpPr/>
            <p:nvPr/>
          </p:nvSpPr>
          <p:spPr>
            <a:xfrm>
              <a:off x="296866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1">
              <a:extLst>
                <a:ext uri="{FF2B5EF4-FFF2-40B4-BE49-F238E27FC236}">
                  <a16:creationId xmlns:a16="http://schemas.microsoft.com/office/drawing/2014/main" id="{A35265FB-C9D6-FE27-E81A-3D4DB904AB14}"/>
                </a:ext>
              </a:extLst>
            </p:cNvPr>
            <p:cNvSpPr/>
            <p:nvPr/>
          </p:nvSpPr>
          <p:spPr>
            <a:xfrm>
              <a:off x="297810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2">
              <a:extLst>
                <a:ext uri="{FF2B5EF4-FFF2-40B4-BE49-F238E27FC236}">
                  <a16:creationId xmlns:a16="http://schemas.microsoft.com/office/drawing/2014/main" id="{0B8F1F45-3193-66A3-B303-21EB014CF1F5}"/>
                </a:ext>
              </a:extLst>
            </p:cNvPr>
            <p:cNvSpPr/>
            <p:nvPr/>
          </p:nvSpPr>
          <p:spPr>
            <a:xfrm>
              <a:off x="298754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3">
              <a:extLst>
                <a:ext uri="{FF2B5EF4-FFF2-40B4-BE49-F238E27FC236}">
                  <a16:creationId xmlns:a16="http://schemas.microsoft.com/office/drawing/2014/main" id="{78A99ACA-C4FE-56D0-4697-A4757B9CDEB7}"/>
                </a:ext>
              </a:extLst>
            </p:cNvPr>
            <p:cNvSpPr/>
            <p:nvPr/>
          </p:nvSpPr>
          <p:spPr>
            <a:xfrm>
              <a:off x="299698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4">
              <a:extLst>
                <a:ext uri="{FF2B5EF4-FFF2-40B4-BE49-F238E27FC236}">
                  <a16:creationId xmlns:a16="http://schemas.microsoft.com/office/drawing/2014/main" id="{69BB86EB-331C-E324-A17B-4864F6C44CB9}"/>
                </a:ext>
              </a:extLst>
            </p:cNvPr>
            <p:cNvSpPr/>
            <p:nvPr/>
          </p:nvSpPr>
          <p:spPr>
            <a:xfrm>
              <a:off x="300642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5">
              <a:extLst>
                <a:ext uri="{FF2B5EF4-FFF2-40B4-BE49-F238E27FC236}">
                  <a16:creationId xmlns:a16="http://schemas.microsoft.com/office/drawing/2014/main" id="{A1F6391F-F469-E303-D88C-3B1A46F74268}"/>
                </a:ext>
              </a:extLst>
            </p:cNvPr>
            <p:cNvSpPr/>
            <p:nvPr/>
          </p:nvSpPr>
          <p:spPr>
            <a:xfrm>
              <a:off x="301586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6">
              <a:extLst>
                <a:ext uri="{FF2B5EF4-FFF2-40B4-BE49-F238E27FC236}">
                  <a16:creationId xmlns:a16="http://schemas.microsoft.com/office/drawing/2014/main" id="{A05EF352-2846-B8E1-DDED-1DA0565C7C5F}"/>
                </a:ext>
              </a:extLst>
            </p:cNvPr>
            <p:cNvSpPr/>
            <p:nvPr/>
          </p:nvSpPr>
          <p:spPr>
            <a:xfrm>
              <a:off x="302530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7">
              <a:extLst>
                <a:ext uri="{FF2B5EF4-FFF2-40B4-BE49-F238E27FC236}">
                  <a16:creationId xmlns:a16="http://schemas.microsoft.com/office/drawing/2014/main" id="{50B4602A-F335-1CF2-7AEC-8104E93E495F}"/>
                </a:ext>
              </a:extLst>
            </p:cNvPr>
            <p:cNvSpPr/>
            <p:nvPr/>
          </p:nvSpPr>
          <p:spPr>
            <a:xfrm>
              <a:off x="303474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8">
              <a:extLst>
                <a:ext uri="{FF2B5EF4-FFF2-40B4-BE49-F238E27FC236}">
                  <a16:creationId xmlns:a16="http://schemas.microsoft.com/office/drawing/2014/main" id="{24793F7A-3F17-1E44-3719-9AAA4EF75758}"/>
                </a:ext>
              </a:extLst>
            </p:cNvPr>
            <p:cNvSpPr/>
            <p:nvPr/>
          </p:nvSpPr>
          <p:spPr>
            <a:xfrm>
              <a:off x="304418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09">
              <a:extLst>
                <a:ext uri="{FF2B5EF4-FFF2-40B4-BE49-F238E27FC236}">
                  <a16:creationId xmlns:a16="http://schemas.microsoft.com/office/drawing/2014/main" id="{E5EE657E-78BF-4465-CE64-5D8E64D7DDD3}"/>
                </a:ext>
              </a:extLst>
            </p:cNvPr>
            <p:cNvSpPr/>
            <p:nvPr/>
          </p:nvSpPr>
          <p:spPr>
            <a:xfrm>
              <a:off x="305362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0">
              <a:extLst>
                <a:ext uri="{FF2B5EF4-FFF2-40B4-BE49-F238E27FC236}">
                  <a16:creationId xmlns:a16="http://schemas.microsoft.com/office/drawing/2014/main" id="{DC02727B-CDD5-C5CD-7BCD-C1743BE4BA40}"/>
                </a:ext>
              </a:extLst>
            </p:cNvPr>
            <p:cNvSpPr/>
            <p:nvPr/>
          </p:nvSpPr>
          <p:spPr>
            <a:xfrm>
              <a:off x="306306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1">
              <a:extLst>
                <a:ext uri="{FF2B5EF4-FFF2-40B4-BE49-F238E27FC236}">
                  <a16:creationId xmlns:a16="http://schemas.microsoft.com/office/drawing/2014/main" id="{6B2837D4-56E5-7C21-6C6F-B9E27C620CA3}"/>
                </a:ext>
              </a:extLst>
            </p:cNvPr>
            <p:cNvSpPr/>
            <p:nvPr/>
          </p:nvSpPr>
          <p:spPr>
            <a:xfrm>
              <a:off x="307250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2">
              <a:extLst>
                <a:ext uri="{FF2B5EF4-FFF2-40B4-BE49-F238E27FC236}">
                  <a16:creationId xmlns:a16="http://schemas.microsoft.com/office/drawing/2014/main" id="{A829FA58-7C19-56B4-F69F-308BC89FDDAE}"/>
                </a:ext>
              </a:extLst>
            </p:cNvPr>
            <p:cNvSpPr/>
            <p:nvPr/>
          </p:nvSpPr>
          <p:spPr>
            <a:xfrm>
              <a:off x="308194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3">
              <a:extLst>
                <a:ext uri="{FF2B5EF4-FFF2-40B4-BE49-F238E27FC236}">
                  <a16:creationId xmlns:a16="http://schemas.microsoft.com/office/drawing/2014/main" id="{00BB1C10-8635-03EE-DC58-BA5A5CEB3B5D}"/>
                </a:ext>
              </a:extLst>
            </p:cNvPr>
            <p:cNvSpPr/>
            <p:nvPr/>
          </p:nvSpPr>
          <p:spPr>
            <a:xfrm>
              <a:off x="309138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4">
              <a:extLst>
                <a:ext uri="{FF2B5EF4-FFF2-40B4-BE49-F238E27FC236}">
                  <a16:creationId xmlns:a16="http://schemas.microsoft.com/office/drawing/2014/main" id="{881DBAA1-483C-94F5-426E-F11E653F8228}"/>
                </a:ext>
              </a:extLst>
            </p:cNvPr>
            <p:cNvSpPr/>
            <p:nvPr/>
          </p:nvSpPr>
          <p:spPr>
            <a:xfrm>
              <a:off x="310082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5">
              <a:extLst>
                <a:ext uri="{FF2B5EF4-FFF2-40B4-BE49-F238E27FC236}">
                  <a16:creationId xmlns:a16="http://schemas.microsoft.com/office/drawing/2014/main" id="{555A07E8-EAB1-7237-9DB1-36A0D79898DC}"/>
                </a:ext>
              </a:extLst>
            </p:cNvPr>
            <p:cNvSpPr/>
            <p:nvPr/>
          </p:nvSpPr>
          <p:spPr>
            <a:xfrm>
              <a:off x="311026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6">
              <a:extLst>
                <a:ext uri="{FF2B5EF4-FFF2-40B4-BE49-F238E27FC236}">
                  <a16:creationId xmlns:a16="http://schemas.microsoft.com/office/drawing/2014/main" id="{B7996F03-6B1C-7000-675D-349B175F163B}"/>
                </a:ext>
              </a:extLst>
            </p:cNvPr>
            <p:cNvSpPr/>
            <p:nvPr/>
          </p:nvSpPr>
          <p:spPr>
            <a:xfrm>
              <a:off x="311970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7">
              <a:extLst>
                <a:ext uri="{FF2B5EF4-FFF2-40B4-BE49-F238E27FC236}">
                  <a16:creationId xmlns:a16="http://schemas.microsoft.com/office/drawing/2014/main" id="{6EC45443-66C4-DE39-BFB8-9935F8B01B67}"/>
                </a:ext>
              </a:extLst>
            </p:cNvPr>
            <p:cNvSpPr/>
            <p:nvPr/>
          </p:nvSpPr>
          <p:spPr>
            <a:xfrm>
              <a:off x="312914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8">
              <a:extLst>
                <a:ext uri="{FF2B5EF4-FFF2-40B4-BE49-F238E27FC236}">
                  <a16:creationId xmlns:a16="http://schemas.microsoft.com/office/drawing/2014/main" id="{C507F035-8F60-8175-653D-875E88DDE51F}"/>
                </a:ext>
              </a:extLst>
            </p:cNvPr>
            <p:cNvSpPr/>
            <p:nvPr/>
          </p:nvSpPr>
          <p:spPr>
            <a:xfrm>
              <a:off x="313858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19">
              <a:extLst>
                <a:ext uri="{FF2B5EF4-FFF2-40B4-BE49-F238E27FC236}">
                  <a16:creationId xmlns:a16="http://schemas.microsoft.com/office/drawing/2014/main" id="{10339E37-79C9-6FF0-89CE-7D043A5D6074}"/>
                </a:ext>
              </a:extLst>
            </p:cNvPr>
            <p:cNvSpPr/>
            <p:nvPr/>
          </p:nvSpPr>
          <p:spPr>
            <a:xfrm>
              <a:off x="314802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0">
              <a:extLst>
                <a:ext uri="{FF2B5EF4-FFF2-40B4-BE49-F238E27FC236}">
                  <a16:creationId xmlns:a16="http://schemas.microsoft.com/office/drawing/2014/main" id="{CBF44797-E0FB-7B14-66CC-230669B2400B}"/>
                </a:ext>
              </a:extLst>
            </p:cNvPr>
            <p:cNvSpPr/>
            <p:nvPr/>
          </p:nvSpPr>
          <p:spPr>
            <a:xfrm>
              <a:off x="315746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1">
              <a:extLst>
                <a:ext uri="{FF2B5EF4-FFF2-40B4-BE49-F238E27FC236}">
                  <a16:creationId xmlns:a16="http://schemas.microsoft.com/office/drawing/2014/main" id="{F4CBE8E5-83BC-F9D2-ED76-0E4606FC8604}"/>
                </a:ext>
              </a:extLst>
            </p:cNvPr>
            <p:cNvSpPr/>
            <p:nvPr/>
          </p:nvSpPr>
          <p:spPr>
            <a:xfrm>
              <a:off x="316690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2">
              <a:extLst>
                <a:ext uri="{FF2B5EF4-FFF2-40B4-BE49-F238E27FC236}">
                  <a16:creationId xmlns:a16="http://schemas.microsoft.com/office/drawing/2014/main" id="{8AE6791E-658E-9743-88D7-FCE135F11806}"/>
                </a:ext>
              </a:extLst>
            </p:cNvPr>
            <p:cNvSpPr/>
            <p:nvPr/>
          </p:nvSpPr>
          <p:spPr>
            <a:xfrm>
              <a:off x="317634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3">
              <a:extLst>
                <a:ext uri="{FF2B5EF4-FFF2-40B4-BE49-F238E27FC236}">
                  <a16:creationId xmlns:a16="http://schemas.microsoft.com/office/drawing/2014/main" id="{894C64FE-E0C8-8F8C-08BB-73D65D668655}"/>
                </a:ext>
              </a:extLst>
            </p:cNvPr>
            <p:cNvSpPr/>
            <p:nvPr/>
          </p:nvSpPr>
          <p:spPr>
            <a:xfrm>
              <a:off x="318578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4">
              <a:extLst>
                <a:ext uri="{FF2B5EF4-FFF2-40B4-BE49-F238E27FC236}">
                  <a16:creationId xmlns:a16="http://schemas.microsoft.com/office/drawing/2014/main" id="{8DC79E9A-CBB4-94F9-9815-2EB7A6B90DF3}"/>
                </a:ext>
              </a:extLst>
            </p:cNvPr>
            <p:cNvSpPr/>
            <p:nvPr/>
          </p:nvSpPr>
          <p:spPr>
            <a:xfrm>
              <a:off x="319522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5">
              <a:extLst>
                <a:ext uri="{FF2B5EF4-FFF2-40B4-BE49-F238E27FC236}">
                  <a16:creationId xmlns:a16="http://schemas.microsoft.com/office/drawing/2014/main" id="{209214A9-003E-ACE6-35D9-880E43BE01EA}"/>
                </a:ext>
              </a:extLst>
            </p:cNvPr>
            <p:cNvSpPr/>
            <p:nvPr/>
          </p:nvSpPr>
          <p:spPr>
            <a:xfrm>
              <a:off x="320466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6">
              <a:extLst>
                <a:ext uri="{FF2B5EF4-FFF2-40B4-BE49-F238E27FC236}">
                  <a16:creationId xmlns:a16="http://schemas.microsoft.com/office/drawing/2014/main" id="{9CF4BF51-290E-CA11-F97C-B2FB1C3887C1}"/>
                </a:ext>
              </a:extLst>
            </p:cNvPr>
            <p:cNvSpPr/>
            <p:nvPr/>
          </p:nvSpPr>
          <p:spPr>
            <a:xfrm>
              <a:off x="321410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7">
              <a:extLst>
                <a:ext uri="{FF2B5EF4-FFF2-40B4-BE49-F238E27FC236}">
                  <a16:creationId xmlns:a16="http://schemas.microsoft.com/office/drawing/2014/main" id="{B5D7166D-731B-3EE8-EAD5-D65F80EFE706}"/>
                </a:ext>
              </a:extLst>
            </p:cNvPr>
            <p:cNvSpPr/>
            <p:nvPr/>
          </p:nvSpPr>
          <p:spPr>
            <a:xfrm>
              <a:off x="322354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8">
              <a:extLst>
                <a:ext uri="{FF2B5EF4-FFF2-40B4-BE49-F238E27FC236}">
                  <a16:creationId xmlns:a16="http://schemas.microsoft.com/office/drawing/2014/main" id="{222F117D-1273-73A7-F6A8-723D66CB7915}"/>
                </a:ext>
              </a:extLst>
            </p:cNvPr>
            <p:cNvSpPr/>
            <p:nvPr/>
          </p:nvSpPr>
          <p:spPr>
            <a:xfrm>
              <a:off x="3232989" y="255432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29">
              <a:extLst>
                <a:ext uri="{FF2B5EF4-FFF2-40B4-BE49-F238E27FC236}">
                  <a16:creationId xmlns:a16="http://schemas.microsoft.com/office/drawing/2014/main" id="{B928526D-2A36-133B-8B7B-73A19C11007F}"/>
                </a:ext>
              </a:extLst>
            </p:cNvPr>
            <p:cNvSpPr/>
            <p:nvPr/>
          </p:nvSpPr>
          <p:spPr>
            <a:xfrm>
              <a:off x="3242429" y="2536757"/>
              <a:ext cx="922485" cy="925003"/>
            </a:xfrm>
            <a:custGeom>
              <a:avLst/>
              <a:gdLst/>
              <a:ahLst/>
              <a:cxnLst/>
              <a:rect l="0" t="0" r="0" b="0"/>
              <a:pathLst>
                <a:path w="922485" h="925003">
                  <a:moveTo>
                    <a:pt x="914399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399" y="925003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0">
              <a:extLst>
                <a:ext uri="{FF2B5EF4-FFF2-40B4-BE49-F238E27FC236}">
                  <a16:creationId xmlns:a16="http://schemas.microsoft.com/office/drawing/2014/main" id="{8D238DB1-6797-1A05-5922-CCDC9939532E}"/>
                </a:ext>
              </a:extLst>
            </p:cNvPr>
            <p:cNvSpPr/>
            <p:nvPr/>
          </p:nvSpPr>
          <p:spPr>
            <a:xfrm>
              <a:off x="2468330" y="2519187"/>
              <a:ext cx="914400" cy="919217"/>
            </a:xfrm>
            <a:custGeom>
              <a:avLst/>
              <a:gdLst/>
              <a:ahLst/>
              <a:cxnLst/>
              <a:rect l="0" t="0" r="0" b="0"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1">
              <a:extLst>
                <a:ext uri="{FF2B5EF4-FFF2-40B4-BE49-F238E27FC236}">
                  <a16:creationId xmlns:a16="http://schemas.microsoft.com/office/drawing/2014/main" id="{5F3999C0-525D-92E4-3194-0B3C37E26530}"/>
                </a:ext>
              </a:extLst>
            </p:cNvPr>
            <p:cNvSpPr/>
            <p:nvPr/>
          </p:nvSpPr>
          <p:spPr>
            <a:xfrm>
              <a:off x="246833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2">
              <a:extLst>
                <a:ext uri="{FF2B5EF4-FFF2-40B4-BE49-F238E27FC236}">
                  <a16:creationId xmlns:a16="http://schemas.microsoft.com/office/drawing/2014/main" id="{431B51B2-868A-0391-77D5-6BC0BF4769AC}"/>
                </a:ext>
              </a:extLst>
            </p:cNvPr>
            <p:cNvSpPr/>
            <p:nvPr/>
          </p:nvSpPr>
          <p:spPr>
            <a:xfrm>
              <a:off x="247777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3">
              <a:extLst>
                <a:ext uri="{FF2B5EF4-FFF2-40B4-BE49-F238E27FC236}">
                  <a16:creationId xmlns:a16="http://schemas.microsoft.com/office/drawing/2014/main" id="{FAF0326C-F143-446A-2579-B062722DDDFF}"/>
                </a:ext>
              </a:extLst>
            </p:cNvPr>
            <p:cNvSpPr/>
            <p:nvPr/>
          </p:nvSpPr>
          <p:spPr>
            <a:xfrm>
              <a:off x="248721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4">
              <a:extLst>
                <a:ext uri="{FF2B5EF4-FFF2-40B4-BE49-F238E27FC236}">
                  <a16:creationId xmlns:a16="http://schemas.microsoft.com/office/drawing/2014/main" id="{9B478F3C-8C96-D2B2-6051-92D49DF65082}"/>
                </a:ext>
              </a:extLst>
            </p:cNvPr>
            <p:cNvSpPr/>
            <p:nvPr/>
          </p:nvSpPr>
          <p:spPr>
            <a:xfrm>
              <a:off x="249665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5">
              <a:extLst>
                <a:ext uri="{FF2B5EF4-FFF2-40B4-BE49-F238E27FC236}">
                  <a16:creationId xmlns:a16="http://schemas.microsoft.com/office/drawing/2014/main" id="{85B59E99-3B20-077B-B5FE-E1B91B12C778}"/>
                </a:ext>
              </a:extLst>
            </p:cNvPr>
            <p:cNvSpPr/>
            <p:nvPr/>
          </p:nvSpPr>
          <p:spPr>
            <a:xfrm>
              <a:off x="250609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6">
              <a:extLst>
                <a:ext uri="{FF2B5EF4-FFF2-40B4-BE49-F238E27FC236}">
                  <a16:creationId xmlns:a16="http://schemas.microsoft.com/office/drawing/2014/main" id="{DE9F6A8C-50A7-0B1A-E068-CDBD75384260}"/>
                </a:ext>
              </a:extLst>
            </p:cNvPr>
            <p:cNvSpPr/>
            <p:nvPr/>
          </p:nvSpPr>
          <p:spPr>
            <a:xfrm>
              <a:off x="251553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7">
              <a:extLst>
                <a:ext uri="{FF2B5EF4-FFF2-40B4-BE49-F238E27FC236}">
                  <a16:creationId xmlns:a16="http://schemas.microsoft.com/office/drawing/2014/main" id="{40EA6D93-660A-0926-CC6B-73FB82C9BBEA}"/>
                </a:ext>
              </a:extLst>
            </p:cNvPr>
            <p:cNvSpPr/>
            <p:nvPr/>
          </p:nvSpPr>
          <p:spPr>
            <a:xfrm>
              <a:off x="252497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8">
              <a:extLst>
                <a:ext uri="{FF2B5EF4-FFF2-40B4-BE49-F238E27FC236}">
                  <a16:creationId xmlns:a16="http://schemas.microsoft.com/office/drawing/2014/main" id="{3BE200AC-C96A-BC89-B957-4E8606D33491}"/>
                </a:ext>
              </a:extLst>
            </p:cNvPr>
            <p:cNvSpPr/>
            <p:nvPr/>
          </p:nvSpPr>
          <p:spPr>
            <a:xfrm>
              <a:off x="253441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39">
              <a:extLst>
                <a:ext uri="{FF2B5EF4-FFF2-40B4-BE49-F238E27FC236}">
                  <a16:creationId xmlns:a16="http://schemas.microsoft.com/office/drawing/2014/main" id="{FEFAD05E-5A09-6646-563D-A1DAF7CEAB51}"/>
                </a:ext>
              </a:extLst>
            </p:cNvPr>
            <p:cNvSpPr/>
            <p:nvPr/>
          </p:nvSpPr>
          <p:spPr>
            <a:xfrm>
              <a:off x="254385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0">
              <a:extLst>
                <a:ext uri="{FF2B5EF4-FFF2-40B4-BE49-F238E27FC236}">
                  <a16:creationId xmlns:a16="http://schemas.microsoft.com/office/drawing/2014/main" id="{6C433A82-6232-4A76-474B-4BACCD9919EB}"/>
                </a:ext>
              </a:extLst>
            </p:cNvPr>
            <p:cNvSpPr/>
            <p:nvPr/>
          </p:nvSpPr>
          <p:spPr>
            <a:xfrm>
              <a:off x="255329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1">
              <a:extLst>
                <a:ext uri="{FF2B5EF4-FFF2-40B4-BE49-F238E27FC236}">
                  <a16:creationId xmlns:a16="http://schemas.microsoft.com/office/drawing/2014/main" id="{AF307B49-4155-6AC5-F51D-D447F0096242}"/>
                </a:ext>
              </a:extLst>
            </p:cNvPr>
            <p:cNvSpPr/>
            <p:nvPr/>
          </p:nvSpPr>
          <p:spPr>
            <a:xfrm>
              <a:off x="256273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2">
              <a:extLst>
                <a:ext uri="{FF2B5EF4-FFF2-40B4-BE49-F238E27FC236}">
                  <a16:creationId xmlns:a16="http://schemas.microsoft.com/office/drawing/2014/main" id="{67CCD094-CFC3-C4AE-F937-3F18EE8AD7C5}"/>
                </a:ext>
              </a:extLst>
            </p:cNvPr>
            <p:cNvSpPr/>
            <p:nvPr/>
          </p:nvSpPr>
          <p:spPr>
            <a:xfrm>
              <a:off x="257217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3">
              <a:extLst>
                <a:ext uri="{FF2B5EF4-FFF2-40B4-BE49-F238E27FC236}">
                  <a16:creationId xmlns:a16="http://schemas.microsoft.com/office/drawing/2014/main" id="{6F963A00-1995-0F8A-89CC-D7FA62AA442D}"/>
                </a:ext>
              </a:extLst>
            </p:cNvPr>
            <p:cNvSpPr/>
            <p:nvPr/>
          </p:nvSpPr>
          <p:spPr>
            <a:xfrm>
              <a:off x="258161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4">
              <a:extLst>
                <a:ext uri="{FF2B5EF4-FFF2-40B4-BE49-F238E27FC236}">
                  <a16:creationId xmlns:a16="http://schemas.microsoft.com/office/drawing/2014/main" id="{47393075-1865-9200-4944-95938C72A51C}"/>
                </a:ext>
              </a:extLst>
            </p:cNvPr>
            <p:cNvSpPr/>
            <p:nvPr/>
          </p:nvSpPr>
          <p:spPr>
            <a:xfrm>
              <a:off x="259105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5">
              <a:extLst>
                <a:ext uri="{FF2B5EF4-FFF2-40B4-BE49-F238E27FC236}">
                  <a16:creationId xmlns:a16="http://schemas.microsoft.com/office/drawing/2014/main" id="{12E0A54A-AFB5-D7EA-D975-56CAFCBA1DD7}"/>
                </a:ext>
              </a:extLst>
            </p:cNvPr>
            <p:cNvSpPr/>
            <p:nvPr/>
          </p:nvSpPr>
          <p:spPr>
            <a:xfrm>
              <a:off x="260049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6">
              <a:extLst>
                <a:ext uri="{FF2B5EF4-FFF2-40B4-BE49-F238E27FC236}">
                  <a16:creationId xmlns:a16="http://schemas.microsoft.com/office/drawing/2014/main" id="{40CDAF4A-410C-BCB0-DBD0-2DE9FF509505}"/>
                </a:ext>
              </a:extLst>
            </p:cNvPr>
            <p:cNvSpPr/>
            <p:nvPr/>
          </p:nvSpPr>
          <p:spPr>
            <a:xfrm>
              <a:off x="260993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7">
              <a:extLst>
                <a:ext uri="{FF2B5EF4-FFF2-40B4-BE49-F238E27FC236}">
                  <a16:creationId xmlns:a16="http://schemas.microsoft.com/office/drawing/2014/main" id="{85426CAF-F6C7-9E94-25D5-2849FA7E0CE8}"/>
                </a:ext>
              </a:extLst>
            </p:cNvPr>
            <p:cNvSpPr/>
            <p:nvPr/>
          </p:nvSpPr>
          <p:spPr>
            <a:xfrm>
              <a:off x="261937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8">
              <a:extLst>
                <a:ext uri="{FF2B5EF4-FFF2-40B4-BE49-F238E27FC236}">
                  <a16:creationId xmlns:a16="http://schemas.microsoft.com/office/drawing/2014/main" id="{FEE95577-FD1B-36DF-EDFC-F9C4CB1689B5}"/>
                </a:ext>
              </a:extLst>
            </p:cNvPr>
            <p:cNvSpPr/>
            <p:nvPr/>
          </p:nvSpPr>
          <p:spPr>
            <a:xfrm>
              <a:off x="262881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49">
              <a:extLst>
                <a:ext uri="{FF2B5EF4-FFF2-40B4-BE49-F238E27FC236}">
                  <a16:creationId xmlns:a16="http://schemas.microsoft.com/office/drawing/2014/main" id="{C2BD00D3-8247-9FD8-09E4-D334D1AA6B29}"/>
                </a:ext>
              </a:extLst>
            </p:cNvPr>
            <p:cNvSpPr/>
            <p:nvPr/>
          </p:nvSpPr>
          <p:spPr>
            <a:xfrm>
              <a:off x="263825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0">
              <a:extLst>
                <a:ext uri="{FF2B5EF4-FFF2-40B4-BE49-F238E27FC236}">
                  <a16:creationId xmlns:a16="http://schemas.microsoft.com/office/drawing/2014/main" id="{E04AFC09-EFDB-3E95-C98C-100A2F7AF114}"/>
                </a:ext>
              </a:extLst>
            </p:cNvPr>
            <p:cNvSpPr/>
            <p:nvPr/>
          </p:nvSpPr>
          <p:spPr>
            <a:xfrm>
              <a:off x="264769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1">
              <a:extLst>
                <a:ext uri="{FF2B5EF4-FFF2-40B4-BE49-F238E27FC236}">
                  <a16:creationId xmlns:a16="http://schemas.microsoft.com/office/drawing/2014/main" id="{8F871C1D-1568-30B7-AE10-A0A54498BCD5}"/>
                </a:ext>
              </a:extLst>
            </p:cNvPr>
            <p:cNvSpPr/>
            <p:nvPr/>
          </p:nvSpPr>
          <p:spPr>
            <a:xfrm>
              <a:off x="265713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2">
              <a:extLst>
                <a:ext uri="{FF2B5EF4-FFF2-40B4-BE49-F238E27FC236}">
                  <a16:creationId xmlns:a16="http://schemas.microsoft.com/office/drawing/2014/main" id="{E7B2F2F5-0FBE-D285-E638-0DB650494BBC}"/>
                </a:ext>
              </a:extLst>
            </p:cNvPr>
            <p:cNvSpPr/>
            <p:nvPr/>
          </p:nvSpPr>
          <p:spPr>
            <a:xfrm>
              <a:off x="266657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3">
              <a:extLst>
                <a:ext uri="{FF2B5EF4-FFF2-40B4-BE49-F238E27FC236}">
                  <a16:creationId xmlns:a16="http://schemas.microsoft.com/office/drawing/2014/main" id="{5C92E598-6CC8-1A8F-DDE9-CCBA625D4D16}"/>
                </a:ext>
              </a:extLst>
            </p:cNvPr>
            <p:cNvSpPr/>
            <p:nvPr/>
          </p:nvSpPr>
          <p:spPr>
            <a:xfrm>
              <a:off x="267601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4">
              <a:extLst>
                <a:ext uri="{FF2B5EF4-FFF2-40B4-BE49-F238E27FC236}">
                  <a16:creationId xmlns:a16="http://schemas.microsoft.com/office/drawing/2014/main" id="{A8012995-36C7-074B-7211-325D1239B996}"/>
                </a:ext>
              </a:extLst>
            </p:cNvPr>
            <p:cNvSpPr/>
            <p:nvPr/>
          </p:nvSpPr>
          <p:spPr>
            <a:xfrm>
              <a:off x="268545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5">
              <a:extLst>
                <a:ext uri="{FF2B5EF4-FFF2-40B4-BE49-F238E27FC236}">
                  <a16:creationId xmlns:a16="http://schemas.microsoft.com/office/drawing/2014/main" id="{53E7B3CF-6268-9C8F-2032-DF9282D9DF8C}"/>
                </a:ext>
              </a:extLst>
            </p:cNvPr>
            <p:cNvSpPr/>
            <p:nvPr/>
          </p:nvSpPr>
          <p:spPr>
            <a:xfrm>
              <a:off x="269489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6">
              <a:extLst>
                <a:ext uri="{FF2B5EF4-FFF2-40B4-BE49-F238E27FC236}">
                  <a16:creationId xmlns:a16="http://schemas.microsoft.com/office/drawing/2014/main" id="{2FE96CC4-1F59-82D3-64F9-F78DE512C182}"/>
                </a:ext>
              </a:extLst>
            </p:cNvPr>
            <p:cNvSpPr/>
            <p:nvPr/>
          </p:nvSpPr>
          <p:spPr>
            <a:xfrm>
              <a:off x="270433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7">
              <a:extLst>
                <a:ext uri="{FF2B5EF4-FFF2-40B4-BE49-F238E27FC236}">
                  <a16:creationId xmlns:a16="http://schemas.microsoft.com/office/drawing/2014/main" id="{C5E64B5F-B2AC-F885-5BF8-31B69092620C}"/>
                </a:ext>
              </a:extLst>
            </p:cNvPr>
            <p:cNvSpPr/>
            <p:nvPr/>
          </p:nvSpPr>
          <p:spPr>
            <a:xfrm>
              <a:off x="271377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8">
              <a:extLst>
                <a:ext uri="{FF2B5EF4-FFF2-40B4-BE49-F238E27FC236}">
                  <a16:creationId xmlns:a16="http://schemas.microsoft.com/office/drawing/2014/main" id="{C0F57786-7CB7-7DA4-A4DE-F097BA619B00}"/>
                </a:ext>
              </a:extLst>
            </p:cNvPr>
            <p:cNvSpPr/>
            <p:nvPr/>
          </p:nvSpPr>
          <p:spPr>
            <a:xfrm>
              <a:off x="272321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59">
              <a:extLst>
                <a:ext uri="{FF2B5EF4-FFF2-40B4-BE49-F238E27FC236}">
                  <a16:creationId xmlns:a16="http://schemas.microsoft.com/office/drawing/2014/main" id="{EE89A63F-000E-4EC4-AD76-FAA7B8F2EF2C}"/>
                </a:ext>
              </a:extLst>
            </p:cNvPr>
            <p:cNvSpPr/>
            <p:nvPr/>
          </p:nvSpPr>
          <p:spPr>
            <a:xfrm>
              <a:off x="273265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0">
              <a:extLst>
                <a:ext uri="{FF2B5EF4-FFF2-40B4-BE49-F238E27FC236}">
                  <a16:creationId xmlns:a16="http://schemas.microsoft.com/office/drawing/2014/main" id="{0B9F91CC-85C2-34AB-AEDA-6624C70FF25E}"/>
                </a:ext>
              </a:extLst>
            </p:cNvPr>
            <p:cNvSpPr/>
            <p:nvPr/>
          </p:nvSpPr>
          <p:spPr>
            <a:xfrm>
              <a:off x="274209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1">
              <a:extLst>
                <a:ext uri="{FF2B5EF4-FFF2-40B4-BE49-F238E27FC236}">
                  <a16:creationId xmlns:a16="http://schemas.microsoft.com/office/drawing/2014/main" id="{8A59D0E8-8C8C-16CF-20BA-3C68B6041D61}"/>
                </a:ext>
              </a:extLst>
            </p:cNvPr>
            <p:cNvSpPr/>
            <p:nvPr/>
          </p:nvSpPr>
          <p:spPr>
            <a:xfrm>
              <a:off x="275153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2">
              <a:extLst>
                <a:ext uri="{FF2B5EF4-FFF2-40B4-BE49-F238E27FC236}">
                  <a16:creationId xmlns:a16="http://schemas.microsoft.com/office/drawing/2014/main" id="{A8688653-23E4-B80A-4A18-FA05202D4CA1}"/>
                </a:ext>
              </a:extLst>
            </p:cNvPr>
            <p:cNvSpPr/>
            <p:nvPr/>
          </p:nvSpPr>
          <p:spPr>
            <a:xfrm>
              <a:off x="276097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3">
              <a:extLst>
                <a:ext uri="{FF2B5EF4-FFF2-40B4-BE49-F238E27FC236}">
                  <a16:creationId xmlns:a16="http://schemas.microsoft.com/office/drawing/2014/main" id="{C46378E6-404F-6F34-E5C5-AF55BB5BF457}"/>
                </a:ext>
              </a:extLst>
            </p:cNvPr>
            <p:cNvSpPr/>
            <p:nvPr/>
          </p:nvSpPr>
          <p:spPr>
            <a:xfrm>
              <a:off x="277041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4">
              <a:extLst>
                <a:ext uri="{FF2B5EF4-FFF2-40B4-BE49-F238E27FC236}">
                  <a16:creationId xmlns:a16="http://schemas.microsoft.com/office/drawing/2014/main" id="{F9B68AAE-37FC-54CE-B09D-EE874B8CE1CF}"/>
                </a:ext>
              </a:extLst>
            </p:cNvPr>
            <p:cNvSpPr/>
            <p:nvPr/>
          </p:nvSpPr>
          <p:spPr>
            <a:xfrm>
              <a:off x="277985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5">
              <a:extLst>
                <a:ext uri="{FF2B5EF4-FFF2-40B4-BE49-F238E27FC236}">
                  <a16:creationId xmlns:a16="http://schemas.microsoft.com/office/drawing/2014/main" id="{B326F803-E597-7E93-210B-7898A1AC9BD2}"/>
                </a:ext>
              </a:extLst>
            </p:cNvPr>
            <p:cNvSpPr/>
            <p:nvPr/>
          </p:nvSpPr>
          <p:spPr>
            <a:xfrm>
              <a:off x="278929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6">
              <a:extLst>
                <a:ext uri="{FF2B5EF4-FFF2-40B4-BE49-F238E27FC236}">
                  <a16:creationId xmlns:a16="http://schemas.microsoft.com/office/drawing/2014/main" id="{D95BB906-70B5-356F-8EA3-966AD5E64BFD}"/>
                </a:ext>
              </a:extLst>
            </p:cNvPr>
            <p:cNvSpPr/>
            <p:nvPr/>
          </p:nvSpPr>
          <p:spPr>
            <a:xfrm>
              <a:off x="279873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7">
              <a:extLst>
                <a:ext uri="{FF2B5EF4-FFF2-40B4-BE49-F238E27FC236}">
                  <a16:creationId xmlns:a16="http://schemas.microsoft.com/office/drawing/2014/main" id="{D876B00B-E178-4620-B2EF-5C7630F50A42}"/>
                </a:ext>
              </a:extLst>
            </p:cNvPr>
            <p:cNvSpPr/>
            <p:nvPr/>
          </p:nvSpPr>
          <p:spPr>
            <a:xfrm>
              <a:off x="280817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8">
              <a:extLst>
                <a:ext uri="{FF2B5EF4-FFF2-40B4-BE49-F238E27FC236}">
                  <a16:creationId xmlns:a16="http://schemas.microsoft.com/office/drawing/2014/main" id="{C75FEF90-C11F-DED0-44A2-DB13085DA84A}"/>
                </a:ext>
              </a:extLst>
            </p:cNvPr>
            <p:cNvSpPr/>
            <p:nvPr/>
          </p:nvSpPr>
          <p:spPr>
            <a:xfrm>
              <a:off x="281761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69">
              <a:extLst>
                <a:ext uri="{FF2B5EF4-FFF2-40B4-BE49-F238E27FC236}">
                  <a16:creationId xmlns:a16="http://schemas.microsoft.com/office/drawing/2014/main" id="{5929F2E1-8ABB-70FF-39CB-E5FCA5CBA295}"/>
                </a:ext>
              </a:extLst>
            </p:cNvPr>
            <p:cNvSpPr/>
            <p:nvPr/>
          </p:nvSpPr>
          <p:spPr>
            <a:xfrm>
              <a:off x="282705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0">
              <a:extLst>
                <a:ext uri="{FF2B5EF4-FFF2-40B4-BE49-F238E27FC236}">
                  <a16:creationId xmlns:a16="http://schemas.microsoft.com/office/drawing/2014/main" id="{DEF9DF54-195C-0E64-45FE-2B706A50C5DC}"/>
                </a:ext>
              </a:extLst>
            </p:cNvPr>
            <p:cNvSpPr/>
            <p:nvPr/>
          </p:nvSpPr>
          <p:spPr>
            <a:xfrm>
              <a:off x="283649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1">
              <a:extLst>
                <a:ext uri="{FF2B5EF4-FFF2-40B4-BE49-F238E27FC236}">
                  <a16:creationId xmlns:a16="http://schemas.microsoft.com/office/drawing/2014/main" id="{69FF2B2A-BCBD-AB24-574A-34BC5324F8EB}"/>
                </a:ext>
              </a:extLst>
            </p:cNvPr>
            <p:cNvSpPr/>
            <p:nvPr/>
          </p:nvSpPr>
          <p:spPr>
            <a:xfrm>
              <a:off x="284593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2">
              <a:extLst>
                <a:ext uri="{FF2B5EF4-FFF2-40B4-BE49-F238E27FC236}">
                  <a16:creationId xmlns:a16="http://schemas.microsoft.com/office/drawing/2014/main" id="{84D3AAA1-A9C1-DD43-B97D-B4EFBE2BC739}"/>
                </a:ext>
              </a:extLst>
            </p:cNvPr>
            <p:cNvSpPr/>
            <p:nvPr/>
          </p:nvSpPr>
          <p:spPr>
            <a:xfrm>
              <a:off x="285538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3">
              <a:extLst>
                <a:ext uri="{FF2B5EF4-FFF2-40B4-BE49-F238E27FC236}">
                  <a16:creationId xmlns:a16="http://schemas.microsoft.com/office/drawing/2014/main" id="{B7B32026-F272-7A5C-6112-B59308ACA967}"/>
                </a:ext>
              </a:extLst>
            </p:cNvPr>
            <p:cNvSpPr/>
            <p:nvPr/>
          </p:nvSpPr>
          <p:spPr>
            <a:xfrm>
              <a:off x="286482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4">
              <a:extLst>
                <a:ext uri="{FF2B5EF4-FFF2-40B4-BE49-F238E27FC236}">
                  <a16:creationId xmlns:a16="http://schemas.microsoft.com/office/drawing/2014/main" id="{EF0B1ED6-FC65-DBA2-710B-5DF10D762238}"/>
                </a:ext>
              </a:extLst>
            </p:cNvPr>
            <p:cNvSpPr/>
            <p:nvPr/>
          </p:nvSpPr>
          <p:spPr>
            <a:xfrm>
              <a:off x="287426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5">
              <a:extLst>
                <a:ext uri="{FF2B5EF4-FFF2-40B4-BE49-F238E27FC236}">
                  <a16:creationId xmlns:a16="http://schemas.microsoft.com/office/drawing/2014/main" id="{E3FD3E6C-DE44-F64F-C19A-DA4034C22D5B}"/>
                </a:ext>
              </a:extLst>
            </p:cNvPr>
            <p:cNvSpPr/>
            <p:nvPr/>
          </p:nvSpPr>
          <p:spPr>
            <a:xfrm>
              <a:off x="288370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6">
              <a:extLst>
                <a:ext uri="{FF2B5EF4-FFF2-40B4-BE49-F238E27FC236}">
                  <a16:creationId xmlns:a16="http://schemas.microsoft.com/office/drawing/2014/main" id="{A22C555B-F405-E68C-9962-EB5D237EFD80}"/>
                </a:ext>
              </a:extLst>
            </p:cNvPr>
            <p:cNvSpPr/>
            <p:nvPr/>
          </p:nvSpPr>
          <p:spPr>
            <a:xfrm>
              <a:off x="289314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7">
              <a:extLst>
                <a:ext uri="{FF2B5EF4-FFF2-40B4-BE49-F238E27FC236}">
                  <a16:creationId xmlns:a16="http://schemas.microsoft.com/office/drawing/2014/main" id="{CC1532CA-977A-B5DA-C6D1-D5A1E216FB7E}"/>
                </a:ext>
              </a:extLst>
            </p:cNvPr>
            <p:cNvSpPr/>
            <p:nvPr/>
          </p:nvSpPr>
          <p:spPr>
            <a:xfrm>
              <a:off x="290258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8">
              <a:extLst>
                <a:ext uri="{FF2B5EF4-FFF2-40B4-BE49-F238E27FC236}">
                  <a16:creationId xmlns:a16="http://schemas.microsoft.com/office/drawing/2014/main" id="{15DA787E-C872-E080-1F78-8C6097A71798}"/>
                </a:ext>
              </a:extLst>
            </p:cNvPr>
            <p:cNvSpPr/>
            <p:nvPr/>
          </p:nvSpPr>
          <p:spPr>
            <a:xfrm>
              <a:off x="291202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79">
              <a:extLst>
                <a:ext uri="{FF2B5EF4-FFF2-40B4-BE49-F238E27FC236}">
                  <a16:creationId xmlns:a16="http://schemas.microsoft.com/office/drawing/2014/main" id="{A62111AB-0D23-95D0-CF39-1C737D973ECF}"/>
                </a:ext>
              </a:extLst>
            </p:cNvPr>
            <p:cNvSpPr/>
            <p:nvPr/>
          </p:nvSpPr>
          <p:spPr>
            <a:xfrm>
              <a:off x="292146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0">
              <a:extLst>
                <a:ext uri="{FF2B5EF4-FFF2-40B4-BE49-F238E27FC236}">
                  <a16:creationId xmlns:a16="http://schemas.microsoft.com/office/drawing/2014/main" id="{E21D31C7-0EFB-E196-9171-300A7E6A596D}"/>
                </a:ext>
              </a:extLst>
            </p:cNvPr>
            <p:cNvSpPr/>
            <p:nvPr/>
          </p:nvSpPr>
          <p:spPr>
            <a:xfrm>
              <a:off x="293090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1">
              <a:extLst>
                <a:ext uri="{FF2B5EF4-FFF2-40B4-BE49-F238E27FC236}">
                  <a16:creationId xmlns:a16="http://schemas.microsoft.com/office/drawing/2014/main" id="{F73E9CB6-B29D-BDD2-9565-BDDE9F0F2EC9}"/>
                </a:ext>
              </a:extLst>
            </p:cNvPr>
            <p:cNvSpPr/>
            <p:nvPr/>
          </p:nvSpPr>
          <p:spPr>
            <a:xfrm>
              <a:off x="294034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2">
              <a:extLst>
                <a:ext uri="{FF2B5EF4-FFF2-40B4-BE49-F238E27FC236}">
                  <a16:creationId xmlns:a16="http://schemas.microsoft.com/office/drawing/2014/main" id="{335C5261-1770-7698-D500-50874BD47ED8}"/>
                </a:ext>
              </a:extLst>
            </p:cNvPr>
            <p:cNvSpPr/>
            <p:nvPr/>
          </p:nvSpPr>
          <p:spPr>
            <a:xfrm>
              <a:off x="294978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3">
              <a:extLst>
                <a:ext uri="{FF2B5EF4-FFF2-40B4-BE49-F238E27FC236}">
                  <a16:creationId xmlns:a16="http://schemas.microsoft.com/office/drawing/2014/main" id="{9B87EDCC-3111-484C-7BCE-B2D2DCECB639}"/>
                </a:ext>
              </a:extLst>
            </p:cNvPr>
            <p:cNvSpPr/>
            <p:nvPr/>
          </p:nvSpPr>
          <p:spPr>
            <a:xfrm>
              <a:off x="295922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4">
              <a:extLst>
                <a:ext uri="{FF2B5EF4-FFF2-40B4-BE49-F238E27FC236}">
                  <a16:creationId xmlns:a16="http://schemas.microsoft.com/office/drawing/2014/main" id="{F4E5F2EA-8E72-B416-D18C-C89D0A326501}"/>
                </a:ext>
              </a:extLst>
            </p:cNvPr>
            <p:cNvSpPr/>
            <p:nvPr/>
          </p:nvSpPr>
          <p:spPr>
            <a:xfrm>
              <a:off x="296866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5">
              <a:extLst>
                <a:ext uri="{FF2B5EF4-FFF2-40B4-BE49-F238E27FC236}">
                  <a16:creationId xmlns:a16="http://schemas.microsoft.com/office/drawing/2014/main" id="{5B282AF8-2182-A6DE-3EB7-4FE1F1176C15}"/>
                </a:ext>
              </a:extLst>
            </p:cNvPr>
            <p:cNvSpPr/>
            <p:nvPr/>
          </p:nvSpPr>
          <p:spPr>
            <a:xfrm>
              <a:off x="297810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6">
              <a:extLst>
                <a:ext uri="{FF2B5EF4-FFF2-40B4-BE49-F238E27FC236}">
                  <a16:creationId xmlns:a16="http://schemas.microsoft.com/office/drawing/2014/main" id="{D41FFBA1-A61B-14D3-DE3B-E258815E147E}"/>
                </a:ext>
              </a:extLst>
            </p:cNvPr>
            <p:cNvSpPr/>
            <p:nvPr/>
          </p:nvSpPr>
          <p:spPr>
            <a:xfrm>
              <a:off x="298754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7">
              <a:extLst>
                <a:ext uri="{FF2B5EF4-FFF2-40B4-BE49-F238E27FC236}">
                  <a16:creationId xmlns:a16="http://schemas.microsoft.com/office/drawing/2014/main" id="{8FBF9793-4781-1CB5-2F19-C12EF8B06EFD}"/>
                </a:ext>
              </a:extLst>
            </p:cNvPr>
            <p:cNvSpPr/>
            <p:nvPr/>
          </p:nvSpPr>
          <p:spPr>
            <a:xfrm>
              <a:off x="299698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8">
              <a:extLst>
                <a:ext uri="{FF2B5EF4-FFF2-40B4-BE49-F238E27FC236}">
                  <a16:creationId xmlns:a16="http://schemas.microsoft.com/office/drawing/2014/main" id="{D9C58E2A-51D0-9370-7290-784078F98DAE}"/>
                </a:ext>
              </a:extLst>
            </p:cNvPr>
            <p:cNvSpPr/>
            <p:nvPr/>
          </p:nvSpPr>
          <p:spPr>
            <a:xfrm>
              <a:off x="300642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89">
              <a:extLst>
                <a:ext uri="{FF2B5EF4-FFF2-40B4-BE49-F238E27FC236}">
                  <a16:creationId xmlns:a16="http://schemas.microsoft.com/office/drawing/2014/main" id="{440C4074-4D40-1448-B0D1-7F7D01F45DD5}"/>
                </a:ext>
              </a:extLst>
            </p:cNvPr>
            <p:cNvSpPr/>
            <p:nvPr/>
          </p:nvSpPr>
          <p:spPr>
            <a:xfrm>
              <a:off x="301586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0">
              <a:extLst>
                <a:ext uri="{FF2B5EF4-FFF2-40B4-BE49-F238E27FC236}">
                  <a16:creationId xmlns:a16="http://schemas.microsoft.com/office/drawing/2014/main" id="{6E771C1E-DEB9-457F-9034-5C0937327159}"/>
                </a:ext>
              </a:extLst>
            </p:cNvPr>
            <p:cNvSpPr/>
            <p:nvPr/>
          </p:nvSpPr>
          <p:spPr>
            <a:xfrm>
              <a:off x="302530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1">
              <a:extLst>
                <a:ext uri="{FF2B5EF4-FFF2-40B4-BE49-F238E27FC236}">
                  <a16:creationId xmlns:a16="http://schemas.microsoft.com/office/drawing/2014/main" id="{0D1D9988-9EC7-C0BE-D65F-9724457CB5E5}"/>
                </a:ext>
              </a:extLst>
            </p:cNvPr>
            <p:cNvSpPr/>
            <p:nvPr/>
          </p:nvSpPr>
          <p:spPr>
            <a:xfrm>
              <a:off x="303474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2">
              <a:extLst>
                <a:ext uri="{FF2B5EF4-FFF2-40B4-BE49-F238E27FC236}">
                  <a16:creationId xmlns:a16="http://schemas.microsoft.com/office/drawing/2014/main" id="{4FA585DB-9D61-D7EB-C811-4E8F1C165C13}"/>
                </a:ext>
              </a:extLst>
            </p:cNvPr>
            <p:cNvSpPr/>
            <p:nvPr/>
          </p:nvSpPr>
          <p:spPr>
            <a:xfrm>
              <a:off x="304418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3">
              <a:extLst>
                <a:ext uri="{FF2B5EF4-FFF2-40B4-BE49-F238E27FC236}">
                  <a16:creationId xmlns:a16="http://schemas.microsoft.com/office/drawing/2014/main" id="{9FED75AF-20C8-8424-67E7-6507F2A98FE2}"/>
                </a:ext>
              </a:extLst>
            </p:cNvPr>
            <p:cNvSpPr/>
            <p:nvPr/>
          </p:nvSpPr>
          <p:spPr>
            <a:xfrm>
              <a:off x="305362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4">
              <a:extLst>
                <a:ext uri="{FF2B5EF4-FFF2-40B4-BE49-F238E27FC236}">
                  <a16:creationId xmlns:a16="http://schemas.microsoft.com/office/drawing/2014/main" id="{F5BC2EE9-B025-87AE-1F97-3D4378B75034}"/>
                </a:ext>
              </a:extLst>
            </p:cNvPr>
            <p:cNvSpPr/>
            <p:nvPr/>
          </p:nvSpPr>
          <p:spPr>
            <a:xfrm>
              <a:off x="306306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5">
              <a:extLst>
                <a:ext uri="{FF2B5EF4-FFF2-40B4-BE49-F238E27FC236}">
                  <a16:creationId xmlns:a16="http://schemas.microsoft.com/office/drawing/2014/main" id="{635E6886-1CB2-35E5-88F9-DB8FA6C2124C}"/>
                </a:ext>
              </a:extLst>
            </p:cNvPr>
            <p:cNvSpPr/>
            <p:nvPr/>
          </p:nvSpPr>
          <p:spPr>
            <a:xfrm>
              <a:off x="307250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6">
              <a:extLst>
                <a:ext uri="{FF2B5EF4-FFF2-40B4-BE49-F238E27FC236}">
                  <a16:creationId xmlns:a16="http://schemas.microsoft.com/office/drawing/2014/main" id="{7AAD3867-F8A8-9B2A-A3C9-665424A92496}"/>
                </a:ext>
              </a:extLst>
            </p:cNvPr>
            <p:cNvSpPr/>
            <p:nvPr/>
          </p:nvSpPr>
          <p:spPr>
            <a:xfrm>
              <a:off x="308194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7">
              <a:extLst>
                <a:ext uri="{FF2B5EF4-FFF2-40B4-BE49-F238E27FC236}">
                  <a16:creationId xmlns:a16="http://schemas.microsoft.com/office/drawing/2014/main" id="{C77A51C2-E73F-3390-27DD-377666BFF73B}"/>
                </a:ext>
              </a:extLst>
            </p:cNvPr>
            <p:cNvSpPr/>
            <p:nvPr/>
          </p:nvSpPr>
          <p:spPr>
            <a:xfrm>
              <a:off x="309138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8">
              <a:extLst>
                <a:ext uri="{FF2B5EF4-FFF2-40B4-BE49-F238E27FC236}">
                  <a16:creationId xmlns:a16="http://schemas.microsoft.com/office/drawing/2014/main" id="{C42620A0-72DB-00E8-4459-7F72F3D8A242}"/>
                </a:ext>
              </a:extLst>
            </p:cNvPr>
            <p:cNvSpPr/>
            <p:nvPr/>
          </p:nvSpPr>
          <p:spPr>
            <a:xfrm>
              <a:off x="310082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099">
              <a:extLst>
                <a:ext uri="{FF2B5EF4-FFF2-40B4-BE49-F238E27FC236}">
                  <a16:creationId xmlns:a16="http://schemas.microsoft.com/office/drawing/2014/main" id="{ED75D20A-E094-EB3D-E661-C120FFA95F27}"/>
                </a:ext>
              </a:extLst>
            </p:cNvPr>
            <p:cNvSpPr/>
            <p:nvPr/>
          </p:nvSpPr>
          <p:spPr>
            <a:xfrm>
              <a:off x="311026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0">
              <a:extLst>
                <a:ext uri="{FF2B5EF4-FFF2-40B4-BE49-F238E27FC236}">
                  <a16:creationId xmlns:a16="http://schemas.microsoft.com/office/drawing/2014/main" id="{E2A19136-845C-E071-ED6A-4036E3ED4FF8}"/>
                </a:ext>
              </a:extLst>
            </p:cNvPr>
            <p:cNvSpPr/>
            <p:nvPr/>
          </p:nvSpPr>
          <p:spPr>
            <a:xfrm>
              <a:off x="311970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1">
              <a:extLst>
                <a:ext uri="{FF2B5EF4-FFF2-40B4-BE49-F238E27FC236}">
                  <a16:creationId xmlns:a16="http://schemas.microsoft.com/office/drawing/2014/main" id="{B1167EB8-8EC9-0DAF-CC2D-44595C80DC8B}"/>
                </a:ext>
              </a:extLst>
            </p:cNvPr>
            <p:cNvSpPr/>
            <p:nvPr/>
          </p:nvSpPr>
          <p:spPr>
            <a:xfrm>
              <a:off x="312914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2">
              <a:extLst>
                <a:ext uri="{FF2B5EF4-FFF2-40B4-BE49-F238E27FC236}">
                  <a16:creationId xmlns:a16="http://schemas.microsoft.com/office/drawing/2014/main" id="{508E9E20-4C40-5FBB-CAD7-3B65F95B7335}"/>
                </a:ext>
              </a:extLst>
            </p:cNvPr>
            <p:cNvSpPr/>
            <p:nvPr/>
          </p:nvSpPr>
          <p:spPr>
            <a:xfrm>
              <a:off x="313858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3">
              <a:extLst>
                <a:ext uri="{FF2B5EF4-FFF2-40B4-BE49-F238E27FC236}">
                  <a16:creationId xmlns:a16="http://schemas.microsoft.com/office/drawing/2014/main" id="{41D78519-354A-29CE-3535-12C6E9230FA1}"/>
                </a:ext>
              </a:extLst>
            </p:cNvPr>
            <p:cNvSpPr/>
            <p:nvPr/>
          </p:nvSpPr>
          <p:spPr>
            <a:xfrm>
              <a:off x="314802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4">
              <a:extLst>
                <a:ext uri="{FF2B5EF4-FFF2-40B4-BE49-F238E27FC236}">
                  <a16:creationId xmlns:a16="http://schemas.microsoft.com/office/drawing/2014/main" id="{B8E325DA-3D46-5160-795F-80127981C4D0}"/>
                </a:ext>
              </a:extLst>
            </p:cNvPr>
            <p:cNvSpPr/>
            <p:nvPr/>
          </p:nvSpPr>
          <p:spPr>
            <a:xfrm>
              <a:off x="315746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5">
              <a:extLst>
                <a:ext uri="{FF2B5EF4-FFF2-40B4-BE49-F238E27FC236}">
                  <a16:creationId xmlns:a16="http://schemas.microsoft.com/office/drawing/2014/main" id="{0D75956E-76A2-1D80-A92D-87E07D000208}"/>
                </a:ext>
              </a:extLst>
            </p:cNvPr>
            <p:cNvSpPr/>
            <p:nvPr/>
          </p:nvSpPr>
          <p:spPr>
            <a:xfrm>
              <a:off x="316690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6">
              <a:extLst>
                <a:ext uri="{FF2B5EF4-FFF2-40B4-BE49-F238E27FC236}">
                  <a16:creationId xmlns:a16="http://schemas.microsoft.com/office/drawing/2014/main" id="{1D44D366-69C1-011E-933A-5717B2FA2D28}"/>
                </a:ext>
              </a:extLst>
            </p:cNvPr>
            <p:cNvSpPr/>
            <p:nvPr/>
          </p:nvSpPr>
          <p:spPr>
            <a:xfrm>
              <a:off x="317634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7">
              <a:extLst>
                <a:ext uri="{FF2B5EF4-FFF2-40B4-BE49-F238E27FC236}">
                  <a16:creationId xmlns:a16="http://schemas.microsoft.com/office/drawing/2014/main" id="{67AD9CA1-C321-0A87-73A2-C566C69DAF32}"/>
                </a:ext>
              </a:extLst>
            </p:cNvPr>
            <p:cNvSpPr/>
            <p:nvPr/>
          </p:nvSpPr>
          <p:spPr>
            <a:xfrm>
              <a:off x="318578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8">
              <a:extLst>
                <a:ext uri="{FF2B5EF4-FFF2-40B4-BE49-F238E27FC236}">
                  <a16:creationId xmlns:a16="http://schemas.microsoft.com/office/drawing/2014/main" id="{35A890BD-252D-F1A7-C640-E9524E361878}"/>
                </a:ext>
              </a:extLst>
            </p:cNvPr>
            <p:cNvSpPr/>
            <p:nvPr/>
          </p:nvSpPr>
          <p:spPr>
            <a:xfrm>
              <a:off x="319522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09">
              <a:extLst>
                <a:ext uri="{FF2B5EF4-FFF2-40B4-BE49-F238E27FC236}">
                  <a16:creationId xmlns:a16="http://schemas.microsoft.com/office/drawing/2014/main" id="{19477488-B88A-5367-726E-B9F2FE52EDC8}"/>
                </a:ext>
              </a:extLst>
            </p:cNvPr>
            <p:cNvSpPr/>
            <p:nvPr/>
          </p:nvSpPr>
          <p:spPr>
            <a:xfrm>
              <a:off x="320466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0">
              <a:extLst>
                <a:ext uri="{FF2B5EF4-FFF2-40B4-BE49-F238E27FC236}">
                  <a16:creationId xmlns:a16="http://schemas.microsoft.com/office/drawing/2014/main" id="{12DF8AC4-995C-F418-C449-54A99B85A4D7}"/>
                </a:ext>
              </a:extLst>
            </p:cNvPr>
            <p:cNvSpPr/>
            <p:nvPr/>
          </p:nvSpPr>
          <p:spPr>
            <a:xfrm>
              <a:off x="321410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1">
              <a:extLst>
                <a:ext uri="{FF2B5EF4-FFF2-40B4-BE49-F238E27FC236}">
                  <a16:creationId xmlns:a16="http://schemas.microsoft.com/office/drawing/2014/main" id="{30C65D68-094D-612C-78A1-AD3126531700}"/>
                </a:ext>
              </a:extLst>
            </p:cNvPr>
            <p:cNvSpPr/>
            <p:nvPr/>
          </p:nvSpPr>
          <p:spPr>
            <a:xfrm>
              <a:off x="322354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2">
              <a:extLst>
                <a:ext uri="{FF2B5EF4-FFF2-40B4-BE49-F238E27FC236}">
                  <a16:creationId xmlns:a16="http://schemas.microsoft.com/office/drawing/2014/main" id="{333D7CF7-3F96-8643-4334-94ECEC356EF5}"/>
                </a:ext>
              </a:extLst>
            </p:cNvPr>
            <p:cNvSpPr/>
            <p:nvPr/>
          </p:nvSpPr>
          <p:spPr>
            <a:xfrm>
              <a:off x="323298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3">
              <a:extLst>
                <a:ext uri="{FF2B5EF4-FFF2-40B4-BE49-F238E27FC236}">
                  <a16:creationId xmlns:a16="http://schemas.microsoft.com/office/drawing/2014/main" id="{CCC9229C-24EF-0BBA-EB8B-4CB1F7E5D68C}"/>
                </a:ext>
              </a:extLst>
            </p:cNvPr>
            <p:cNvSpPr/>
            <p:nvPr/>
          </p:nvSpPr>
          <p:spPr>
            <a:xfrm>
              <a:off x="3242429" y="253675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4">
              <a:extLst>
                <a:ext uri="{FF2B5EF4-FFF2-40B4-BE49-F238E27FC236}">
                  <a16:creationId xmlns:a16="http://schemas.microsoft.com/office/drawing/2014/main" id="{C0C8C283-F618-7C2B-799F-095B66F85E3D}"/>
                </a:ext>
              </a:extLst>
            </p:cNvPr>
            <p:cNvSpPr/>
            <p:nvPr/>
          </p:nvSpPr>
          <p:spPr>
            <a:xfrm>
              <a:off x="3251870" y="2519187"/>
              <a:ext cx="923840" cy="930145"/>
            </a:xfrm>
            <a:custGeom>
              <a:avLst/>
              <a:gdLst/>
              <a:ahLst/>
              <a:cxnLst/>
              <a:rect l="0" t="0" r="0" b="0"/>
              <a:pathLst>
                <a:path w="923840" h="93014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400" y="930145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5">
              <a:extLst>
                <a:ext uri="{FF2B5EF4-FFF2-40B4-BE49-F238E27FC236}">
                  <a16:creationId xmlns:a16="http://schemas.microsoft.com/office/drawing/2014/main" id="{E7075023-C826-FA5F-58A0-4288A1FD2F64}"/>
                </a:ext>
              </a:extLst>
            </p:cNvPr>
            <p:cNvSpPr/>
            <p:nvPr/>
          </p:nvSpPr>
          <p:spPr>
            <a:xfrm>
              <a:off x="3261310" y="2519187"/>
              <a:ext cx="916518" cy="917415"/>
            </a:xfrm>
            <a:custGeom>
              <a:avLst/>
              <a:gdLst/>
              <a:ahLst/>
              <a:cxnLst/>
              <a:rect l="0" t="0" r="0" b="0"/>
              <a:pathLst>
                <a:path w="916518" h="917415">
                  <a:moveTo>
                    <a:pt x="914400" y="914400"/>
                  </a:moveTo>
                  <a:lnTo>
                    <a:pt x="916518" y="914400"/>
                  </a:lnTo>
                  <a:lnTo>
                    <a:pt x="914400" y="917415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6">
              <a:extLst>
                <a:ext uri="{FF2B5EF4-FFF2-40B4-BE49-F238E27FC236}">
                  <a16:creationId xmlns:a16="http://schemas.microsoft.com/office/drawing/2014/main" id="{D83AF407-4385-F16D-E70B-D8543E8A4C62}"/>
                </a:ext>
              </a:extLst>
            </p:cNvPr>
            <p:cNvSpPr/>
            <p:nvPr/>
          </p:nvSpPr>
          <p:spPr>
            <a:xfrm>
              <a:off x="2458890" y="2501618"/>
              <a:ext cx="914400" cy="914794"/>
            </a:xfrm>
            <a:custGeom>
              <a:avLst/>
              <a:gdLst/>
              <a:ahLst/>
              <a:cxnLst/>
              <a:rect l="0" t="0" r="0" b="0"/>
              <a:pathLst>
                <a:path w="914400" h="914794">
                  <a:moveTo>
                    <a:pt x="914400" y="914400"/>
                  </a:moveTo>
                  <a:lnTo>
                    <a:pt x="914400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7">
              <a:extLst>
                <a:ext uri="{FF2B5EF4-FFF2-40B4-BE49-F238E27FC236}">
                  <a16:creationId xmlns:a16="http://schemas.microsoft.com/office/drawing/2014/main" id="{ADFDECAA-C64E-8F89-F43C-DBEA53D05F6D}"/>
                </a:ext>
              </a:extLst>
            </p:cNvPr>
            <p:cNvSpPr/>
            <p:nvPr/>
          </p:nvSpPr>
          <p:spPr>
            <a:xfrm>
              <a:off x="245889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400" y="914794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8">
              <a:extLst>
                <a:ext uri="{FF2B5EF4-FFF2-40B4-BE49-F238E27FC236}">
                  <a16:creationId xmlns:a16="http://schemas.microsoft.com/office/drawing/2014/main" id="{39733570-6A6E-225F-9110-652896D55843}"/>
                </a:ext>
              </a:extLst>
            </p:cNvPr>
            <p:cNvSpPr/>
            <p:nvPr/>
          </p:nvSpPr>
          <p:spPr>
            <a:xfrm>
              <a:off x="246833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19">
              <a:extLst>
                <a:ext uri="{FF2B5EF4-FFF2-40B4-BE49-F238E27FC236}">
                  <a16:creationId xmlns:a16="http://schemas.microsoft.com/office/drawing/2014/main" id="{4D6E35D7-1F33-4FE4-522C-A75F7E2880E8}"/>
                </a:ext>
              </a:extLst>
            </p:cNvPr>
            <p:cNvSpPr/>
            <p:nvPr/>
          </p:nvSpPr>
          <p:spPr>
            <a:xfrm>
              <a:off x="247777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0">
              <a:extLst>
                <a:ext uri="{FF2B5EF4-FFF2-40B4-BE49-F238E27FC236}">
                  <a16:creationId xmlns:a16="http://schemas.microsoft.com/office/drawing/2014/main" id="{0130A2BF-D3A6-6B08-B758-0FE338801D05}"/>
                </a:ext>
              </a:extLst>
            </p:cNvPr>
            <p:cNvSpPr/>
            <p:nvPr/>
          </p:nvSpPr>
          <p:spPr>
            <a:xfrm>
              <a:off x="248721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1">
              <a:extLst>
                <a:ext uri="{FF2B5EF4-FFF2-40B4-BE49-F238E27FC236}">
                  <a16:creationId xmlns:a16="http://schemas.microsoft.com/office/drawing/2014/main" id="{D0967887-739D-F45F-9BA2-844770D8CF6D}"/>
                </a:ext>
              </a:extLst>
            </p:cNvPr>
            <p:cNvSpPr/>
            <p:nvPr/>
          </p:nvSpPr>
          <p:spPr>
            <a:xfrm>
              <a:off x="249665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2">
              <a:extLst>
                <a:ext uri="{FF2B5EF4-FFF2-40B4-BE49-F238E27FC236}">
                  <a16:creationId xmlns:a16="http://schemas.microsoft.com/office/drawing/2014/main" id="{FBDDC219-8E39-F873-0303-DA96288D9BF4}"/>
                </a:ext>
              </a:extLst>
            </p:cNvPr>
            <p:cNvSpPr/>
            <p:nvPr/>
          </p:nvSpPr>
          <p:spPr>
            <a:xfrm>
              <a:off x="250609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3">
              <a:extLst>
                <a:ext uri="{FF2B5EF4-FFF2-40B4-BE49-F238E27FC236}">
                  <a16:creationId xmlns:a16="http://schemas.microsoft.com/office/drawing/2014/main" id="{5D41B294-4D96-487E-6B46-6A7A693E9042}"/>
                </a:ext>
              </a:extLst>
            </p:cNvPr>
            <p:cNvSpPr/>
            <p:nvPr/>
          </p:nvSpPr>
          <p:spPr>
            <a:xfrm>
              <a:off x="251553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4">
              <a:extLst>
                <a:ext uri="{FF2B5EF4-FFF2-40B4-BE49-F238E27FC236}">
                  <a16:creationId xmlns:a16="http://schemas.microsoft.com/office/drawing/2014/main" id="{F7009E03-6F72-E98A-32F4-370D8A9A741A}"/>
                </a:ext>
              </a:extLst>
            </p:cNvPr>
            <p:cNvSpPr/>
            <p:nvPr/>
          </p:nvSpPr>
          <p:spPr>
            <a:xfrm>
              <a:off x="252497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5">
              <a:extLst>
                <a:ext uri="{FF2B5EF4-FFF2-40B4-BE49-F238E27FC236}">
                  <a16:creationId xmlns:a16="http://schemas.microsoft.com/office/drawing/2014/main" id="{F130B689-6813-292E-F053-AAE5D3F83F03}"/>
                </a:ext>
              </a:extLst>
            </p:cNvPr>
            <p:cNvSpPr/>
            <p:nvPr/>
          </p:nvSpPr>
          <p:spPr>
            <a:xfrm>
              <a:off x="253441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6">
              <a:extLst>
                <a:ext uri="{FF2B5EF4-FFF2-40B4-BE49-F238E27FC236}">
                  <a16:creationId xmlns:a16="http://schemas.microsoft.com/office/drawing/2014/main" id="{DE3DFBCD-06E5-47AE-E06E-09B2EB5AF287}"/>
                </a:ext>
              </a:extLst>
            </p:cNvPr>
            <p:cNvSpPr/>
            <p:nvPr/>
          </p:nvSpPr>
          <p:spPr>
            <a:xfrm>
              <a:off x="254385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7">
              <a:extLst>
                <a:ext uri="{FF2B5EF4-FFF2-40B4-BE49-F238E27FC236}">
                  <a16:creationId xmlns:a16="http://schemas.microsoft.com/office/drawing/2014/main" id="{6E029AB6-0300-F8A6-0FCC-3738DEFBFFC0}"/>
                </a:ext>
              </a:extLst>
            </p:cNvPr>
            <p:cNvSpPr/>
            <p:nvPr/>
          </p:nvSpPr>
          <p:spPr>
            <a:xfrm>
              <a:off x="255329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8">
              <a:extLst>
                <a:ext uri="{FF2B5EF4-FFF2-40B4-BE49-F238E27FC236}">
                  <a16:creationId xmlns:a16="http://schemas.microsoft.com/office/drawing/2014/main" id="{911BC6EC-E1BF-62BD-3973-924E5D7C9FCB}"/>
                </a:ext>
              </a:extLst>
            </p:cNvPr>
            <p:cNvSpPr/>
            <p:nvPr/>
          </p:nvSpPr>
          <p:spPr>
            <a:xfrm>
              <a:off x="256273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29">
              <a:extLst>
                <a:ext uri="{FF2B5EF4-FFF2-40B4-BE49-F238E27FC236}">
                  <a16:creationId xmlns:a16="http://schemas.microsoft.com/office/drawing/2014/main" id="{59F3795F-FB1A-5506-E15E-0BC7EDA93A07}"/>
                </a:ext>
              </a:extLst>
            </p:cNvPr>
            <p:cNvSpPr/>
            <p:nvPr/>
          </p:nvSpPr>
          <p:spPr>
            <a:xfrm>
              <a:off x="257217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0">
              <a:extLst>
                <a:ext uri="{FF2B5EF4-FFF2-40B4-BE49-F238E27FC236}">
                  <a16:creationId xmlns:a16="http://schemas.microsoft.com/office/drawing/2014/main" id="{785953C8-2786-BB0F-BEA0-1EFDCA268992}"/>
                </a:ext>
              </a:extLst>
            </p:cNvPr>
            <p:cNvSpPr/>
            <p:nvPr/>
          </p:nvSpPr>
          <p:spPr>
            <a:xfrm>
              <a:off x="258161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1">
              <a:extLst>
                <a:ext uri="{FF2B5EF4-FFF2-40B4-BE49-F238E27FC236}">
                  <a16:creationId xmlns:a16="http://schemas.microsoft.com/office/drawing/2014/main" id="{3F1E9C89-A4CF-3E42-EE5D-788D8352B70E}"/>
                </a:ext>
              </a:extLst>
            </p:cNvPr>
            <p:cNvSpPr/>
            <p:nvPr/>
          </p:nvSpPr>
          <p:spPr>
            <a:xfrm>
              <a:off x="259105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2">
              <a:extLst>
                <a:ext uri="{FF2B5EF4-FFF2-40B4-BE49-F238E27FC236}">
                  <a16:creationId xmlns:a16="http://schemas.microsoft.com/office/drawing/2014/main" id="{1937ED5D-345B-F7D3-3900-56CCA88A2FFB}"/>
                </a:ext>
              </a:extLst>
            </p:cNvPr>
            <p:cNvSpPr/>
            <p:nvPr/>
          </p:nvSpPr>
          <p:spPr>
            <a:xfrm>
              <a:off x="260049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3">
              <a:extLst>
                <a:ext uri="{FF2B5EF4-FFF2-40B4-BE49-F238E27FC236}">
                  <a16:creationId xmlns:a16="http://schemas.microsoft.com/office/drawing/2014/main" id="{E90F3053-CA81-753C-E9CD-481877242C57}"/>
                </a:ext>
              </a:extLst>
            </p:cNvPr>
            <p:cNvSpPr/>
            <p:nvPr/>
          </p:nvSpPr>
          <p:spPr>
            <a:xfrm>
              <a:off x="260993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4">
              <a:extLst>
                <a:ext uri="{FF2B5EF4-FFF2-40B4-BE49-F238E27FC236}">
                  <a16:creationId xmlns:a16="http://schemas.microsoft.com/office/drawing/2014/main" id="{73B14ABC-DFC4-D0D4-E7BA-52FF957E25DB}"/>
                </a:ext>
              </a:extLst>
            </p:cNvPr>
            <p:cNvSpPr/>
            <p:nvPr/>
          </p:nvSpPr>
          <p:spPr>
            <a:xfrm>
              <a:off x="261937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5">
              <a:extLst>
                <a:ext uri="{FF2B5EF4-FFF2-40B4-BE49-F238E27FC236}">
                  <a16:creationId xmlns:a16="http://schemas.microsoft.com/office/drawing/2014/main" id="{F222770F-6452-5137-DD91-D55E358E0120}"/>
                </a:ext>
              </a:extLst>
            </p:cNvPr>
            <p:cNvSpPr/>
            <p:nvPr/>
          </p:nvSpPr>
          <p:spPr>
            <a:xfrm>
              <a:off x="262881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6">
              <a:extLst>
                <a:ext uri="{FF2B5EF4-FFF2-40B4-BE49-F238E27FC236}">
                  <a16:creationId xmlns:a16="http://schemas.microsoft.com/office/drawing/2014/main" id="{C6B92F7C-B145-0112-3D45-FCD3685C3DF6}"/>
                </a:ext>
              </a:extLst>
            </p:cNvPr>
            <p:cNvSpPr/>
            <p:nvPr/>
          </p:nvSpPr>
          <p:spPr>
            <a:xfrm>
              <a:off x="263825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7">
              <a:extLst>
                <a:ext uri="{FF2B5EF4-FFF2-40B4-BE49-F238E27FC236}">
                  <a16:creationId xmlns:a16="http://schemas.microsoft.com/office/drawing/2014/main" id="{E6B9AEFD-E4ED-B325-5C52-BD1C99F12174}"/>
                </a:ext>
              </a:extLst>
            </p:cNvPr>
            <p:cNvSpPr/>
            <p:nvPr/>
          </p:nvSpPr>
          <p:spPr>
            <a:xfrm>
              <a:off x="264769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8">
              <a:extLst>
                <a:ext uri="{FF2B5EF4-FFF2-40B4-BE49-F238E27FC236}">
                  <a16:creationId xmlns:a16="http://schemas.microsoft.com/office/drawing/2014/main" id="{7F3C8DBE-083F-3CD2-9B1F-FD9BD2532C8F}"/>
                </a:ext>
              </a:extLst>
            </p:cNvPr>
            <p:cNvSpPr/>
            <p:nvPr/>
          </p:nvSpPr>
          <p:spPr>
            <a:xfrm>
              <a:off x="265713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39">
              <a:extLst>
                <a:ext uri="{FF2B5EF4-FFF2-40B4-BE49-F238E27FC236}">
                  <a16:creationId xmlns:a16="http://schemas.microsoft.com/office/drawing/2014/main" id="{67FE440F-A221-A099-CCC6-7FCB78D2F945}"/>
                </a:ext>
              </a:extLst>
            </p:cNvPr>
            <p:cNvSpPr/>
            <p:nvPr/>
          </p:nvSpPr>
          <p:spPr>
            <a:xfrm>
              <a:off x="266657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0">
              <a:extLst>
                <a:ext uri="{FF2B5EF4-FFF2-40B4-BE49-F238E27FC236}">
                  <a16:creationId xmlns:a16="http://schemas.microsoft.com/office/drawing/2014/main" id="{61C84BBE-4069-294E-56AE-A0C91E929C1D}"/>
                </a:ext>
              </a:extLst>
            </p:cNvPr>
            <p:cNvSpPr/>
            <p:nvPr/>
          </p:nvSpPr>
          <p:spPr>
            <a:xfrm>
              <a:off x="267601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1">
              <a:extLst>
                <a:ext uri="{FF2B5EF4-FFF2-40B4-BE49-F238E27FC236}">
                  <a16:creationId xmlns:a16="http://schemas.microsoft.com/office/drawing/2014/main" id="{31E1E676-8EFB-F7FA-C64B-9A43AB32FC3A}"/>
                </a:ext>
              </a:extLst>
            </p:cNvPr>
            <p:cNvSpPr/>
            <p:nvPr/>
          </p:nvSpPr>
          <p:spPr>
            <a:xfrm>
              <a:off x="268545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2">
              <a:extLst>
                <a:ext uri="{FF2B5EF4-FFF2-40B4-BE49-F238E27FC236}">
                  <a16:creationId xmlns:a16="http://schemas.microsoft.com/office/drawing/2014/main" id="{6676DC04-511A-4D9D-CB3B-8E278F473EA3}"/>
                </a:ext>
              </a:extLst>
            </p:cNvPr>
            <p:cNvSpPr/>
            <p:nvPr/>
          </p:nvSpPr>
          <p:spPr>
            <a:xfrm>
              <a:off x="269489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3">
              <a:extLst>
                <a:ext uri="{FF2B5EF4-FFF2-40B4-BE49-F238E27FC236}">
                  <a16:creationId xmlns:a16="http://schemas.microsoft.com/office/drawing/2014/main" id="{F730384A-1BF7-0B18-5C30-5FC8E6FBAB1F}"/>
                </a:ext>
              </a:extLst>
            </p:cNvPr>
            <p:cNvSpPr/>
            <p:nvPr/>
          </p:nvSpPr>
          <p:spPr>
            <a:xfrm>
              <a:off x="270433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4">
              <a:extLst>
                <a:ext uri="{FF2B5EF4-FFF2-40B4-BE49-F238E27FC236}">
                  <a16:creationId xmlns:a16="http://schemas.microsoft.com/office/drawing/2014/main" id="{F9474AC3-D582-1D9C-79E5-FB88371DAA1F}"/>
                </a:ext>
              </a:extLst>
            </p:cNvPr>
            <p:cNvSpPr/>
            <p:nvPr/>
          </p:nvSpPr>
          <p:spPr>
            <a:xfrm>
              <a:off x="271377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5">
              <a:extLst>
                <a:ext uri="{FF2B5EF4-FFF2-40B4-BE49-F238E27FC236}">
                  <a16:creationId xmlns:a16="http://schemas.microsoft.com/office/drawing/2014/main" id="{825BD55E-2E14-3A32-F978-58BC173CC73B}"/>
                </a:ext>
              </a:extLst>
            </p:cNvPr>
            <p:cNvSpPr/>
            <p:nvPr/>
          </p:nvSpPr>
          <p:spPr>
            <a:xfrm>
              <a:off x="272321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6">
              <a:extLst>
                <a:ext uri="{FF2B5EF4-FFF2-40B4-BE49-F238E27FC236}">
                  <a16:creationId xmlns:a16="http://schemas.microsoft.com/office/drawing/2014/main" id="{0453D12C-4B3C-EDC8-DEF5-A61FDEC38E12}"/>
                </a:ext>
              </a:extLst>
            </p:cNvPr>
            <p:cNvSpPr/>
            <p:nvPr/>
          </p:nvSpPr>
          <p:spPr>
            <a:xfrm>
              <a:off x="273265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7">
              <a:extLst>
                <a:ext uri="{FF2B5EF4-FFF2-40B4-BE49-F238E27FC236}">
                  <a16:creationId xmlns:a16="http://schemas.microsoft.com/office/drawing/2014/main" id="{A9D09441-8464-7602-AD8B-D2B77994C9B4}"/>
                </a:ext>
              </a:extLst>
            </p:cNvPr>
            <p:cNvSpPr/>
            <p:nvPr/>
          </p:nvSpPr>
          <p:spPr>
            <a:xfrm>
              <a:off x="274209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8">
              <a:extLst>
                <a:ext uri="{FF2B5EF4-FFF2-40B4-BE49-F238E27FC236}">
                  <a16:creationId xmlns:a16="http://schemas.microsoft.com/office/drawing/2014/main" id="{F766E72D-FE50-A3E6-9006-390233AA5171}"/>
                </a:ext>
              </a:extLst>
            </p:cNvPr>
            <p:cNvSpPr/>
            <p:nvPr/>
          </p:nvSpPr>
          <p:spPr>
            <a:xfrm>
              <a:off x="275153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49">
              <a:extLst>
                <a:ext uri="{FF2B5EF4-FFF2-40B4-BE49-F238E27FC236}">
                  <a16:creationId xmlns:a16="http://schemas.microsoft.com/office/drawing/2014/main" id="{D8C5FDB7-95B4-BD44-08DB-2279643C5054}"/>
                </a:ext>
              </a:extLst>
            </p:cNvPr>
            <p:cNvSpPr/>
            <p:nvPr/>
          </p:nvSpPr>
          <p:spPr>
            <a:xfrm>
              <a:off x="276097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0">
              <a:extLst>
                <a:ext uri="{FF2B5EF4-FFF2-40B4-BE49-F238E27FC236}">
                  <a16:creationId xmlns:a16="http://schemas.microsoft.com/office/drawing/2014/main" id="{4D63F467-713C-6688-4F7D-B44E299B42F0}"/>
                </a:ext>
              </a:extLst>
            </p:cNvPr>
            <p:cNvSpPr/>
            <p:nvPr/>
          </p:nvSpPr>
          <p:spPr>
            <a:xfrm>
              <a:off x="277041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1">
              <a:extLst>
                <a:ext uri="{FF2B5EF4-FFF2-40B4-BE49-F238E27FC236}">
                  <a16:creationId xmlns:a16="http://schemas.microsoft.com/office/drawing/2014/main" id="{1D381994-5FFF-5EBC-D1A2-205246B06BE5}"/>
                </a:ext>
              </a:extLst>
            </p:cNvPr>
            <p:cNvSpPr/>
            <p:nvPr/>
          </p:nvSpPr>
          <p:spPr>
            <a:xfrm>
              <a:off x="277985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2">
              <a:extLst>
                <a:ext uri="{FF2B5EF4-FFF2-40B4-BE49-F238E27FC236}">
                  <a16:creationId xmlns:a16="http://schemas.microsoft.com/office/drawing/2014/main" id="{04D96CFC-F4E5-E57A-08A5-8A397DEF5126}"/>
                </a:ext>
              </a:extLst>
            </p:cNvPr>
            <p:cNvSpPr/>
            <p:nvPr/>
          </p:nvSpPr>
          <p:spPr>
            <a:xfrm>
              <a:off x="278929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3">
              <a:extLst>
                <a:ext uri="{FF2B5EF4-FFF2-40B4-BE49-F238E27FC236}">
                  <a16:creationId xmlns:a16="http://schemas.microsoft.com/office/drawing/2014/main" id="{1E95848F-CF34-1310-FFD3-01F79F92C5AA}"/>
                </a:ext>
              </a:extLst>
            </p:cNvPr>
            <p:cNvSpPr/>
            <p:nvPr/>
          </p:nvSpPr>
          <p:spPr>
            <a:xfrm>
              <a:off x="279873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4">
              <a:extLst>
                <a:ext uri="{FF2B5EF4-FFF2-40B4-BE49-F238E27FC236}">
                  <a16:creationId xmlns:a16="http://schemas.microsoft.com/office/drawing/2014/main" id="{B82EF3A3-FFA7-FA9E-23B4-D2D6467D3461}"/>
                </a:ext>
              </a:extLst>
            </p:cNvPr>
            <p:cNvSpPr/>
            <p:nvPr/>
          </p:nvSpPr>
          <p:spPr>
            <a:xfrm>
              <a:off x="280817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5">
              <a:extLst>
                <a:ext uri="{FF2B5EF4-FFF2-40B4-BE49-F238E27FC236}">
                  <a16:creationId xmlns:a16="http://schemas.microsoft.com/office/drawing/2014/main" id="{C3D8CDC0-EF8B-D2CE-C2CF-9419234F1E6F}"/>
                </a:ext>
              </a:extLst>
            </p:cNvPr>
            <p:cNvSpPr/>
            <p:nvPr/>
          </p:nvSpPr>
          <p:spPr>
            <a:xfrm>
              <a:off x="281761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6">
              <a:extLst>
                <a:ext uri="{FF2B5EF4-FFF2-40B4-BE49-F238E27FC236}">
                  <a16:creationId xmlns:a16="http://schemas.microsoft.com/office/drawing/2014/main" id="{2B9A9686-3F76-2EAF-34E3-754ED9C716A1}"/>
                </a:ext>
              </a:extLst>
            </p:cNvPr>
            <p:cNvSpPr/>
            <p:nvPr/>
          </p:nvSpPr>
          <p:spPr>
            <a:xfrm>
              <a:off x="282705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7">
              <a:extLst>
                <a:ext uri="{FF2B5EF4-FFF2-40B4-BE49-F238E27FC236}">
                  <a16:creationId xmlns:a16="http://schemas.microsoft.com/office/drawing/2014/main" id="{FDDC88FC-BC6C-0265-8005-5E279F2F8BE9}"/>
                </a:ext>
              </a:extLst>
            </p:cNvPr>
            <p:cNvSpPr/>
            <p:nvPr/>
          </p:nvSpPr>
          <p:spPr>
            <a:xfrm>
              <a:off x="283649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8">
              <a:extLst>
                <a:ext uri="{FF2B5EF4-FFF2-40B4-BE49-F238E27FC236}">
                  <a16:creationId xmlns:a16="http://schemas.microsoft.com/office/drawing/2014/main" id="{9A87F17F-113B-933D-71D3-6867AE7067C4}"/>
                </a:ext>
              </a:extLst>
            </p:cNvPr>
            <p:cNvSpPr/>
            <p:nvPr/>
          </p:nvSpPr>
          <p:spPr>
            <a:xfrm>
              <a:off x="284593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59">
              <a:extLst>
                <a:ext uri="{FF2B5EF4-FFF2-40B4-BE49-F238E27FC236}">
                  <a16:creationId xmlns:a16="http://schemas.microsoft.com/office/drawing/2014/main" id="{FF6D5809-7CE2-B143-D9EC-18A3DC0EF997}"/>
                </a:ext>
              </a:extLst>
            </p:cNvPr>
            <p:cNvSpPr/>
            <p:nvPr/>
          </p:nvSpPr>
          <p:spPr>
            <a:xfrm>
              <a:off x="285538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0">
              <a:extLst>
                <a:ext uri="{FF2B5EF4-FFF2-40B4-BE49-F238E27FC236}">
                  <a16:creationId xmlns:a16="http://schemas.microsoft.com/office/drawing/2014/main" id="{3C5BB75D-D3D9-7E77-19B9-44AFB1230E3F}"/>
                </a:ext>
              </a:extLst>
            </p:cNvPr>
            <p:cNvSpPr/>
            <p:nvPr/>
          </p:nvSpPr>
          <p:spPr>
            <a:xfrm>
              <a:off x="286482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1">
              <a:extLst>
                <a:ext uri="{FF2B5EF4-FFF2-40B4-BE49-F238E27FC236}">
                  <a16:creationId xmlns:a16="http://schemas.microsoft.com/office/drawing/2014/main" id="{4BD62F4B-E820-601C-021B-266A2C8C68AE}"/>
                </a:ext>
              </a:extLst>
            </p:cNvPr>
            <p:cNvSpPr/>
            <p:nvPr/>
          </p:nvSpPr>
          <p:spPr>
            <a:xfrm>
              <a:off x="287426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2">
              <a:extLst>
                <a:ext uri="{FF2B5EF4-FFF2-40B4-BE49-F238E27FC236}">
                  <a16:creationId xmlns:a16="http://schemas.microsoft.com/office/drawing/2014/main" id="{3A45BFD1-2ABE-841C-8EAE-B43EBFC0C023}"/>
                </a:ext>
              </a:extLst>
            </p:cNvPr>
            <p:cNvSpPr/>
            <p:nvPr/>
          </p:nvSpPr>
          <p:spPr>
            <a:xfrm>
              <a:off x="288370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3">
              <a:extLst>
                <a:ext uri="{FF2B5EF4-FFF2-40B4-BE49-F238E27FC236}">
                  <a16:creationId xmlns:a16="http://schemas.microsoft.com/office/drawing/2014/main" id="{E8D24C8F-FBCF-8B5D-1940-2598E30079D9}"/>
                </a:ext>
              </a:extLst>
            </p:cNvPr>
            <p:cNvSpPr/>
            <p:nvPr/>
          </p:nvSpPr>
          <p:spPr>
            <a:xfrm>
              <a:off x="289314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4">
              <a:extLst>
                <a:ext uri="{FF2B5EF4-FFF2-40B4-BE49-F238E27FC236}">
                  <a16:creationId xmlns:a16="http://schemas.microsoft.com/office/drawing/2014/main" id="{28A83CBC-5BC8-3B1A-B737-4E234CEDD60A}"/>
                </a:ext>
              </a:extLst>
            </p:cNvPr>
            <p:cNvSpPr/>
            <p:nvPr/>
          </p:nvSpPr>
          <p:spPr>
            <a:xfrm>
              <a:off x="290258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5">
              <a:extLst>
                <a:ext uri="{FF2B5EF4-FFF2-40B4-BE49-F238E27FC236}">
                  <a16:creationId xmlns:a16="http://schemas.microsoft.com/office/drawing/2014/main" id="{24026B46-41BF-73B0-9F1B-F98E13D02348}"/>
                </a:ext>
              </a:extLst>
            </p:cNvPr>
            <p:cNvSpPr/>
            <p:nvPr/>
          </p:nvSpPr>
          <p:spPr>
            <a:xfrm>
              <a:off x="291202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6">
              <a:extLst>
                <a:ext uri="{FF2B5EF4-FFF2-40B4-BE49-F238E27FC236}">
                  <a16:creationId xmlns:a16="http://schemas.microsoft.com/office/drawing/2014/main" id="{8BBE3B2C-910F-4CA7-E22F-164C1F1A25EF}"/>
                </a:ext>
              </a:extLst>
            </p:cNvPr>
            <p:cNvSpPr/>
            <p:nvPr/>
          </p:nvSpPr>
          <p:spPr>
            <a:xfrm>
              <a:off x="292146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7">
              <a:extLst>
                <a:ext uri="{FF2B5EF4-FFF2-40B4-BE49-F238E27FC236}">
                  <a16:creationId xmlns:a16="http://schemas.microsoft.com/office/drawing/2014/main" id="{D23757C1-5716-DA22-DFBE-43757F2F32ED}"/>
                </a:ext>
              </a:extLst>
            </p:cNvPr>
            <p:cNvSpPr/>
            <p:nvPr/>
          </p:nvSpPr>
          <p:spPr>
            <a:xfrm>
              <a:off x="293090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8">
              <a:extLst>
                <a:ext uri="{FF2B5EF4-FFF2-40B4-BE49-F238E27FC236}">
                  <a16:creationId xmlns:a16="http://schemas.microsoft.com/office/drawing/2014/main" id="{4D3BA083-1EFC-78E9-4858-B31B97007BA4}"/>
                </a:ext>
              </a:extLst>
            </p:cNvPr>
            <p:cNvSpPr/>
            <p:nvPr/>
          </p:nvSpPr>
          <p:spPr>
            <a:xfrm>
              <a:off x="294034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69">
              <a:extLst>
                <a:ext uri="{FF2B5EF4-FFF2-40B4-BE49-F238E27FC236}">
                  <a16:creationId xmlns:a16="http://schemas.microsoft.com/office/drawing/2014/main" id="{38B550BE-2674-75B9-E633-C8CECA5BC015}"/>
                </a:ext>
              </a:extLst>
            </p:cNvPr>
            <p:cNvSpPr/>
            <p:nvPr/>
          </p:nvSpPr>
          <p:spPr>
            <a:xfrm>
              <a:off x="294978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0">
              <a:extLst>
                <a:ext uri="{FF2B5EF4-FFF2-40B4-BE49-F238E27FC236}">
                  <a16:creationId xmlns:a16="http://schemas.microsoft.com/office/drawing/2014/main" id="{53224729-3A4F-107F-A925-8A5EE1947583}"/>
                </a:ext>
              </a:extLst>
            </p:cNvPr>
            <p:cNvSpPr/>
            <p:nvPr/>
          </p:nvSpPr>
          <p:spPr>
            <a:xfrm>
              <a:off x="295922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1">
              <a:extLst>
                <a:ext uri="{FF2B5EF4-FFF2-40B4-BE49-F238E27FC236}">
                  <a16:creationId xmlns:a16="http://schemas.microsoft.com/office/drawing/2014/main" id="{9A28D780-0799-61AB-F8F2-D0FD57B37610}"/>
                </a:ext>
              </a:extLst>
            </p:cNvPr>
            <p:cNvSpPr/>
            <p:nvPr/>
          </p:nvSpPr>
          <p:spPr>
            <a:xfrm>
              <a:off x="296866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2">
              <a:extLst>
                <a:ext uri="{FF2B5EF4-FFF2-40B4-BE49-F238E27FC236}">
                  <a16:creationId xmlns:a16="http://schemas.microsoft.com/office/drawing/2014/main" id="{9F7A55BD-2040-F8D3-460D-F856FF482C6F}"/>
                </a:ext>
              </a:extLst>
            </p:cNvPr>
            <p:cNvSpPr/>
            <p:nvPr/>
          </p:nvSpPr>
          <p:spPr>
            <a:xfrm>
              <a:off x="297810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3">
              <a:extLst>
                <a:ext uri="{FF2B5EF4-FFF2-40B4-BE49-F238E27FC236}">
                  <a16:creationId xmlns:a16="http://schemas.microsoft.com/office/drawing/2014/main" id="{FADA9474-463F-61FA-5FFB-CD4E685A2486}"/>
                </a:ext>
              </a:extLst>
            </p:cNvPr>
            <p:cNvSpPr/>
            <p:nvPr/>
          </p:nvSpPr>
          <p:spPr>
            <a:xfrm>
              <a:off x="298754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4">
              <a:extLst>
                <a:ext uri="{FF2B5EF4-FFF2-40B4-BE49-F238E27FC236}">
                  <a16:creationId xmlns:a16="http://schemas.microsoft.com/office/drawing/2014/main" id="{67100DB8-2801-3674-1E37-D0818B5B213B}"/>
                </a:ext>
              </a:extLst>
            </p:cNvPr>
            <p:cNvSpPr/>
            <p:nvPr/>
          </p:nvSpPr>
          <p:spPr>
            <a:xfrm>
              <a:off x="299698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5">
              <a:extLst>
                <a:ext uri="{FF2B5EF4-FFF2-40B4-BE49-F238E27FC236}">
                  <a16:creationId xmlns:a16="http://schemas.microsoft.com/office/drawing/2014/main" id="{4009DD46-B513-24BF-CFF8-115076219E70}"/>
                </a:ext>
              </a:extLst>
            </p:cNvPr>
            <p:cNvSpPr/>
            <p:nvPr/>
          </p:nvSpPr>
          <p:spPr>
            <a:xfrm>
              <a:off x="300642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6">
              <a:extLst>
                <a:ext uri="{FF2B5EF4-FFF2-40B4-BE49-F238E27FC236}">
                  <a16:creationId xmlns:a16="http://schemas.microsoft.com/office/drawing/2014/main" id="{9A502233-8813-9881-E69B-F3A32AFE39EC}"/>
                </a:ext>
              </a:extLst>
            </p:cNvPr>
            <p:cNvSpPr/>
            <p:nvPr/>
          </p:nvSpPr>
          <p:spPr>
            <a:xfrm>
              <a:off x="301586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7">
              <a:extLst>
                <a:ext uri="{FF2B5EF4-FFF2-40B4-BE49-F238E27FC236}">
                  <a16:creationId xmlns:a16="http://schemas.microsoft.com/office/drawing/2014/main" id="{31E57E88-2DAF-FDC3-C2E9-FAAD7B3B11F2}"/>
                </a:ext>
              </a:extLst>
            </p:cNvPr>
            <p:cNvSpPr/>
            <p:nvPr/>
          </p:nvSpPr>
          <p:spPr>
            <a:xfrm>
              <a:off x="302530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8">
              <a:extLst>
                <a:ext uri="{FF2B5EF4-FFF2-40B4-BE49-F238E27FC236}">
                  <a16:creationId xmlns:a16="http://schemas.microsoft.com/office/drawing/2014/main" id="{48C0D16F-CDF7-0BCC-BA91-C5C3974CC2D1}"/>
                </a:ext>
              </a:extLst>
            </p:cNvPr>
            <p:cNvSpPr/>
            <p:nvPr/>
          </p:nvSpPr>
          <p:spPr>
            <a:xfrm>
              <a:off x="303474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79">
              <a:extLst>
                <a:ext uri="{FF2B5EF4-FFF2-40B4-BE49-F238E27FC236}">
                  <a16:creationId xmlns:a16="http://schemas.microsoft.com/office/drawing/2014/main" id="{D9EC5C84-9E44-59DB-C91F-A3FAF32437F0}"/>
                </a:ext>
              </a:extLst>
            </p:cNvPr>
            <p:cNvSpPr/>
            <p:nvPr/>
          </p:nvSpPr>
          <p:spPr>
            <a:xfrm>
              <a:off x="304418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0">
              <a:extLst>
                <a:ext uri="{FF2B5EF4-FFF2-40B4-BE49-F238E27FC236}">
                  <a16:creationId xmlns:a16="http://schemas.microsoft.com/office/drawing/2014/main" id="{05D78026-1610-6F93-6B81-7D1032DFE8C0}"/>
                </a:ext>
              </a:extLst>
            </p:cNvPr>
            <p:cNvSpPr/>
            <p:nvPr/>
          </p:nvSpPr>
          <p:spPr>
            <a:xfrm>
              <a:off x="305362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1">
              <a:extLst>
                <a:ext uri="{FF2B5EF4-FFF2-40B4-BE49-F238E27FC236}">
                  <a16:creationId xmlns:a16="http://schemas.microsoft.com/office/drawing/2014/main" id="{47D616C3-4BE9-7ED0-4FBE-3B06CFFB82DF}"/>
                </a:ext>
              </a:extLst>
            </p:cNvPr>
            <p:cNvSpPr/>
            <p:nvPr/>
          </p:nvSpPr>
          <p:spPr>
            <a:xfrm>
              <a:off x="306306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2">
              <a:extLst>
                <a:ext uri="{FF2B5EF4-FFF2-40B4-BE49-F238E27FC236}">
                  <a16:creationId xmlns:a16="http://schemas.microsoft.com/office/drawing/2014/main" id="{99886FB5-B360-7E61-E046-48C34688816A}"/>
                </a:ext>
              </a:extLst>
            </p:cNvPr>
            <p:cNvSpPr/>
            <p:nvPr/>
          </p:nvSpPr>
          <p:spPr>
            <a:xfrm>
              <a:off x="307250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3">
              <a:extLst>
                <a:ext uri="{FF2B5EF4-FFF2-40B4-BE49-F238E27FC236}">
                  <a16:creationId xmlns:a16="http://schemas.microsoft.com/office/drawing/2014/main" id="{1A1065B7-D176-B61A-5C53-CEE8222554DC}"/>
                </a:ext>
              </a:extLst>
            </p:cNvPr>
            <p:cNvSpPr/>
            <p:nvPr/>
          </p:nvSpPr>
          <p:spPr>
            <a:xfrm>
              <a:off x="308194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4">
              <a:extLst>
                <a:ext uri="{FF2B5EF4-FFF2-40B4-BE49-F238E27FC236}">
                  <a16:creationId xmlns:a16="http://schemas.microsoft.com/office/drawing/2014/main" id="{9260E60C-3ECB-2E4C-D251-DE96E25AB102}"/>
                </a:ext>
              </a:extLst>
            </p:cNvPr>
            <p:cNvSpPr/>
            <p:nvPr/>
          </p:nvSpPr>
          <p:spPr>
            <a:xfrm>
              <a:off x="309138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5">
              <a:extLst>
                <a:ext uri="{FF2B5EF4-FFF2-40B4-BE49-F238E27FC236}">
                  <a16:creationId xmlns:a16="http://schemas.microsoft.com/office/drawing/2014/main" id="{ECA92E63-14D8-6F43-B234-86C033981416}"/>
                </a:ext>
              </a:extLst>
            </p:cNvPr>
            <p:cNvSpPr/>
            <p:nvPr/>
          </p:nvSpPr>
          <p:spPr>
            <a:xfrm>
              <a:off x="310082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6">
              <a:extLst>
                <a:ext uri="{FF2B5EF4-FFF2-40B4-BE49-F238E27FC236}">
                  <a16:creationId xmlns:a16="http://schemas.microsoft.com/office/drawing/2014/main" id="{F5446CF9-E73B-4A2E-EBFF-041525781A25}"/>
                </a:ext>
              </a:extLst>
            </p:cNvPr>
            <p:cNvSpPr/>
            <p:nvPr/>
          </p:nvSpPr>
          <p:spPr>
            <a:xfrm>
              <a:off x="311026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7">
              <a:extLst>
                <a:ext uri="{FF2B5EF4-FFF2-40B4-BE49-F238E27FC236}">
                  <a16:creationId xmlns:a16="http://schemas.microsoft.com/office/drawing/2014/main" id="{FFC3D705-639A-90DF-38A5-FD68F72A829C}"/>
                </a:ext>
              </a:extLst>
            </p:cNvPr>
            <p:cNvSpPr/>
            <p:nvPr/>
          </p:nvSpPr>
          <p:spPr>
            <a:xfrm>
              <a:off x="311970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8">
              <a:extLst>
                <a:ext uri="{FF2B5EF4-FFF2-40B4-BE49-F238E27FC236}">
                  <a16:creationId xmlns:a16="http://schemas.microsoft.com/office/drawing/2014/main" id="{492D4EC4-A91A-D747-BE23-A81578D44084}"/>
                </a:ext>
              </a:extLst>
            </p:cNvPr>
            <p:cNvSpPr/>
            <p:nvPr/>
          </p:nvSpPr>
          <p:spPr>
            <a:xfrm>
              <a:off x="312914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89">
              <a:extLst>
                <a:ext uri="{FF2B5EF4-FFF2-40B4-BE49-F238E27FC236}">
                  <a16:creationId xmlns:a16="http://schemas.microsoft.com/office/drawing/2014/main" id="{3526B126-8668-1794-8708-68CEFE5B577A}"/>
                </a:ext>
              </a:extLst>
            </p:cNvPr>
            <p:cNvSpPr/>
            <p:nvPr/>
          </p:nvSpPr>
          <p:spPr>
            <a:xfrm>
              <a:off x="313858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0">
              <a:extLst>
                <a:ext uri="{FF2B5EF4-FFF2-40B4-BE49-F238E27FC236}">
                  <a16:creationId xmlns:a16="http://schemas.microsoft.com/office/drawing/2014/main" id="{5F60729B-03DB-6D67-B178-A0E4AB33D05D}"/>
                </a:ext>
              </a:extLst>
            </p:cNvPr>
            <p:cNvSpPr/>
            <p:nvPr/>
          </p:nvSpPr>
          <p:spPr>
            <a:xfrm>
              <a:off x="314802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1">
              <a:extLst>
                <a:ext uri="{FF2B5EF4-FFF2-40B4-BE49-F238E27FC236}">
                  <a16:creationId xmlns:a16="http://schemas.microsoft.com/office/drawing/2014/main" id="{5377A73E-5D5A-06E7-AEC7-3A1894A47283}"/>
                </a:ext>
              </a:extLst>
            </p:cNvPr>
            <p:cNvSpPr/>
            <p:nvPr/>
          </p:nvSpPr>
          <p:spPr>
            <a:xfrm>
              <a:off x="315746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2">
              <a:extLst>
                <a:ext uri="{FF2B5EF4-FFF2-40B4-BE49-F238E27FC236}">
                  <a16:creationId xmlns:a16="http://schemas.microsoft.com/office/drawing/2014/main" id="{E5C4C189-C13E-BF49-B47B-45A19E764606}"/>
                </a:ext>
              </a:extLst>
            </p:cNvPr>
            <p:cNvSpPr/>
            <p:nvPr/>
          </p:nvSpPr>
          <p:spPr>
            <a:xfrm>
              <a:off x="316690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3">
              <a:extLst>
                <a:ext uri="{FF2B5EF4-FFF2-40B4-BE49-F238E27FC236}">
                  <a16:creationId xmlns:a16="http://schemas.microsoft.com/office/drawing/2014/main" id="{B564B4CA-93E4-1342-A748-01B4BF704944}"/>
                </a:ext>
              </a:extLst>
            </p:cNvPr>
            <p:cNvSpPr/>
            <p:nvPr/>
          </p:nvSpPr>
          <p:spPr>
            <a:xfrm>
              <a:off x="317634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4">
              <a:extLst>
                <a:ext uri="{FF2B5EF4-FFF2-40B4-BE49-F238E27FC236}">
                  <a16:creationId xmlns:a16="http://schemas.microsoft.com/office/drawing/2014/main" id="{78FF3D15-8436-F8BD-070E-6A02A0CCCF45}"/>
                </a:ext>
              </a:extLst>
            </p:cNvPr>
            <p:cNvSpPr/>
            <p:nvPr/>
          </p:nvSpPr>
          <p:spPr>
            <a:xfrm>
              <a:off x="318578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5">
              <a:extLst>
                <a:ext uri="{FF2B5EF4-FFF2-40B4-BE49-F238E27FC236}">
                  <a16:creationId xmlns:a16="http://schemas.microsoft.com/office/drawing/2014/main" id="{302C6AC0-1CC4-851B-CC49-6CFDF4463D5A}"/>
                </a:ext>
              </a:extLst>
            </p:cNvPr>
            <p:cNvSpPr/>
            <p:nvPr/>
          </p:nvSpPr>
          <p:spPr>
            <a:xfrm>
              <a:off x="319522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6">
              <a:extLst>
                <a:ext uri="{FF2B5EF4-FFF2-40B4-BE49-F238E27FC236}">
                  <a16:creationId xmlns:a16="http://schemas.microsoft.com/office/drawing/2014/main" id="{30F9FD98-7271-96B2-FA42-FAEB9C89DE57}"/>
                </a:ext>
              </a:extLst>
            </p:cNvPr>
            <p:cNvSpPr/>
            <p:nvPr/>
          </p:nvSpPr>
          <p:spPr>
            <a:xfrm>
              <a:off x="320466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7">
              <a:extLst>
                <a:ext uri="{FF2B5EF4-FFF2-40B4-BE49-F238E27FC236}">
                  <a16:creationId xmlns:a16="http://schemas.microsoft.com/office/drawing/2014/main" id="{64B82E9C-5473-108E-824D-0186104BDEFB}"/>
                </a:ext>
              </a:extLst>
            </p:cNvPr>
            <p:cNvSpPr/>
            <p:nvPr/>
          </p:nvSpPr>
          <p:spPr>
            <a:xfrm>
              <a:off x="321410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8">
              <a:extLst>
                <a:ext uri="{FF2B5EF4-FFF2-40B4-BE49-F238E27FC236}">
                  <a16:creationId xmlns:a16="http://schemas.microsoft.com/office/drawing/2014/main" id="{03EAE145-9C83-5F21-C47E-7A3D60896F89}"/>
                </a:ext>
              </a:extLst>
            </p:cNvPr>
            <p:cNvSpPr/>
            <p:nvPr/>
          </p:nvSpPr>
          <p:spPr>
            <a:xfrm>
              <a:off x="322354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199">
              <a:extLst>
                <a:ext uri="{FF2B5EF4-FFF2-40B4-BE49-F238E27FC236}">
                  <a16:creationId xmlns:a16="http://schemas.microsoft.com/office/drawing/2014/main" id="{0400B926-174F-71D1-45AC-4BFF59346BBD}"/>
                </a:ext>
              </a:extLst>
            </p:cNvPr>
            <p:cNvSpPr/>
            <p:nvPr/>
          </p:nvSpPr>
          <p:spPr>
            <a:xfrm>
              <a:off x="323298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0">
              <a:extLst>
                <a:ext uri="{FF2B5EF4-FFF2-40B4-BE49-F238E27FC236}">
                  <a16:creationId xmlns:a16="http://schemas.microsoft.com/office/drawing/2014/main" id="{94B16571-D196-4103-479D-86FD39D28617}"/>
                </a:ext>
              </a:extLst>
            </p:cNvPr>
            <p:cNvSpPr/>
            <p:nvPr/>
          </p:nvSpPr>
          <p:spPr>
            <a:xfrm>
              <a:off x="324242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1">
              <a:extLst>
                <a:ext uri="{FF2B5EF4-FFF2-40B4-BE49-F238E27FC236}">
                  <a16:creationId xmlns:a16="http://schemas.microsoft.com/office/drawing/2014/main" id="{E94AFCB8-1513-7EEF-7B26-487264FCB432}"/>
                </a:ext>
              </a:extLst>
            </p:cNvPr>
            <p:cNvSpPr/>
            <p:nvPr/>
          </p:nvSpPr>
          <p:spPr>
            <a:xfrm>
              <a:off x="325187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2">
              <a:extLst>
                <a:ext uri="{FF2B5EF4-FFF2-40B4-BE49-F238E27FC236}">
                  <a16:creationId xmlns:a16="http://schemas.microsoft.com/office/drawing/2014/main" id="{280B4C75-73D3-15E2-7B2D-2895BDC0B962}"/>
                </a:ext>
              </a:extLst>
            </p:cNvPr>
            <p:cNvSpPr/>
            <p:nvPr/>
          </p:nvSpPr>
          <p:spPr>
            <a:xfrm>
              <a:off x="3261310" y="25191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3">
              <a:extLst>
                <a:ext uri="{FF2B5EF4-FFF2-40B4-BE49-F238E27FC236}">
                  <a16:creationId xmlns:a16="http://schemas.microsoft.com/office/drawing/2014/main" id="{3D8343FA-0296-5FC9-0298-B4DFAEDEC9F1}"/>
                </a:ext>
              </a:extLst>
            </p:cNvPr>
            <p:cNvSpPr/>
            <p:nvPr/>
          </p:nvSpPr>
          <p:spPr>
            <a:xfrm>
              <a:off x="3270750" y="2501618"/>
              <a:ext cx="917929" cy="920691"/>
            </a:xfrm>
            <a:custGeom>
              <a:avLst/>
              <a:gdLst/>
              <a:ahLst/>
              <a:cxnLst/>
              <a:rect l="0" t="0" r="0" b="0"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4">
              <a:extLst>
                <a:ext uri="{FF2B5EF4-FFF2-40B4-BE49-F238E27FC236}">
                  <a16:creationId xmlns:a16="http://schemas.microsoft.com/office/drawing/2014/main" id="{2A944629-FCD5-F00C-4D83-FE1F75143924}"/>
                </a:ext>
              </a:extLst>
            </p:cNvPr>
            <p:cNvSpPr/>
            <p:nvPr/>
          </p:nvSpPr>
          <p:spPr>
            <a:xfrm>
              <a:off x="2458890" y="248404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5">
              <a:extLst>
                <a:ext uri="{FF2B5EF4-FFF2-40B4-BE49-F238E27FC236}">
                  <a16:creationId xmlns:a16="http://schemas.microsoft.com/office/drawing/2014/main" id="{E293434C-4658-3F1D-8B16-60770D873662}"/>
                </a:ext>
              </a:extLst>
            </p:cNvPr>
            <p:cNvSpPr/>
            <p:nvPr/>
          </p:nvSpPr>
          <p:spPr>
            <a:xfrm>
              <a:off x="245889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6">
              <a:extLst>
                <a:ext uri="{FF2B5EF4-FFF2-40B4-BE49-F238E27FC236}">
                  <a16:creationId xmlns:a16="http://schemas.microsoft.com/office/drawing/2014/main" id="{3E45603A-2D21-36EC-ED98-C1E9121617BE}"/>
                </a:ext>
              </a:extLst>
            </p:cNvPr>
            <p:cNvSpPr/>
            <p:nvPr/>
          </p:nvSpPr>
          <p:spPr>
            <a:xfrm>
              <a:off x="246833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7">
              <a:extLst>
                <a:ext uri="{FF2B5EF4-FFF2-40B4-BE49-F238E27FC236}">
                  <a16:creationId xmlns:a16="http://schemas.microsoft.com/office/drawing/2014/main" id="{9A4A79B9-77EC-A7D1-4B16-803733684C3B}"/>
                </a:ext>
              </a:extLst>
            </p:cNvPr>
            <p:cNvSpPr/>
            <p:nvPr/>
          </p:nvSpPr>
          <p:spPr>
            <a:xfrm>
              <a:off x="247777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8">
              <a:extLst>
                <a:ext uri="{FF2B5EF4-FFF2-40B4-BE49-F238E27FC236}">
                  <a16:creationId xmlns:a16="http://schemas.microsoft.com/office/drawing/2014/main" id="{8D81BB54-D8F2-7099-4C4B-E3BE7EF8CF58}"/>
                </a:ext>
              </a:extLst>
            </p:cNvPr>
            <p:cNvSpPr/>
            <p:nvPr/>
          </p:nvSpPr>
          <p:spPr>
            <a:xfrm>
              <a:off x="248721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09">
              <a:extLst>
                <a:ext uri="{FF2B5EF4-FFF2-40B4-BE49-F238E27FC236}">
                  <a16:creationId xmlns:a16="http://schemas.microsoft.com/office/drawing/2014/main" id="{72A2228D-55A0-2C11-7652-88DE447B0750}"/>
                </a:ext>
              </a:extLst>
            </p:cNvPr>
            <p:cNvSpPr/>
            <p:nvPr/>
          </p:nvSpPr>
          <p:spPr>
            <a:xfrm>
              <a:off x="249665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0">
              <a:extLst>
                <a:ext uri="{FF2B5EF4-FFF2-40B4-BE49-F238E27FC236}">
                  <a16:creationId xmlns:a16="http://schemas.microsoft.com/office/drawing/2014/main" id="{161408AF-3BEB-74CC-2DD2-5EF5EDC529C5}"/>
                </a:ext>
              </a:extLst>
            </p:cNvPr>
            <p:cNvSpPr/>
            <p:nvPr/>
          </p:nvSpPr>
          <p:spPr>
            <a:xfrm>
              <a:off x="250609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1">
              <a:extLst>
                <a:ext uri="{FF2B5EF4-FFF2-40B4-BE49-F238E27FC236}">
                  <a16:creationId xmlns:a16="http://schemas.microsoft.com/office/drawing/2014/main" id="{5555E41D-EF39-D11E-FD75-193D1A66C57C}"/>
                </a:ext>
              </a:extLst>
            </p:cNvPr>
            <p:cNvSpPr/>
            <p:nvPr/>
          </p:nvSpPr>
          <p:spPr>
            <a:xfrm>
              <a:off x="251553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2">
              <a:extLst>
                <a:ext uri="{FF2B5EF4-FFF2-40B4-BE49-F238E27FC236}">
                  <a16:creationId xmlns:a16="http://schemas.microsoft.com/office/drawing/2014/main" id="{913DDC7D-5B10-CF9F-F216-4E2766A72B1B}"/>
                </a:ext>
              </a:extLst>
            </p:cNvPr>
            <p:cNvSpPr/>
            <p:nvPr/>
          </p:nvSpPr>
          <p:spPr>
            <a:xfrm>
              <a:off x="252497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3">
              <a:extLst>
                <a:ext uri="{FF2B5EF4-FFF2-40B4-BE49-F238E27FC236}">
                  <a16:creationId xmlns:a16="http://schemas.microsoft.com/office/drawing/2014/main" id="{C0AD22E1-8E1A-F054-4171-5CB861DBAE6F}"/>
                </a:ext>
              </a:extLst>
            </p:cNvPr>
            <p:cNvSpPr/>
            <p:nvPr/>
          </p:nvSpPr>
          <p:spPr>
            <a:xfrm>
              <a:off x="253441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4">
              <a:extLst>
                <a:ext uri="{FF2B5EF4-FFF2-40B4-BE49-F238E27FC236}">
                  <a16:creationId xmlns:a16="http://schemas.microsoft.com/office/drawing/2014/main" id="{57A7BC06-35A0-9068-1B5E-E6D7A5621AA3}"/>
                </a:ext>
              </a:extLst>
            </p:cNvPr>
            <p:cNvSpPr/>
            <p:nvPr/>
          </p:nvSpPr>
          <p:spPr>
            <a:xfrm>
              <a:off x="254385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5">
              <a:extLst>
                <a:ext uri="{FF2B5EF4-FFF2-40B4-BE49-F238E27FC236}">
                  <a16:creationId xmlns:a16="http://schemas.microsoft.com/office/drawing/2014/main" id="{29ECC95C-C9B1-D219-65BD-13ED595FA7BF}"/>
                </a:ext>
              </a:extLst>
            </p:cNvPr>
            <p:cNvSpPr/>
            <p:nvPr/>
          </p:nvSpPr>
          <p:spPr>
            <a:xfrm>
              <a:off x="255329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6">
              <a:extLst>
                <a:ext uri="{FF2B5EF4-FFF2-40B4-BE49-F238E27FC236}">
                  <a16:creationId xmlns:a16="http://schemas.microsoft.com/office/drawing/2014/main" id="{85998508-5E67-3646-6CA1-D2A609DC62FE}"/>
                </a:ext>
              </a:extLst>
            </p:cNvPr>
            <p:cNvSpPr/>
            <p:nvPr/>
          </p:nvSpPr>
          <p:spPr>
            <a:xfrm>
              <a:off x="256273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7">
              <a:extLst>
                <a:ext uri="{FF2B5EF4-FFF2-40B4-BE49-F238E27FC236}">
                  <a16:creationId xmlns:a16="http://schemas.microsoft.com/office/drawing/2014/main" id="{0571F016-F658-D36D-4044-6BA09DC7199F}"/>
                </a:ext>
              </a:extLst>
            </p:cNvPr>
            <p:cNvSpPr/>
            <p:nvPr/>
          </p:nvSpPr>
          <p:spPr>
            <a:xfrm>
              <a:off x="257217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8">
              <a:extLst>
                <a:ext uri="{FF2B5EF4-FFF2-40B4-BE49-F238E27FC236}">
                  <a16:creationId xmlns:a16="http://schemas.microsoft.com/office/drawing/2014/main" id="{192D49F4-9E66-5916-459B-026C388D30C0}"/>
                </a:ext>
              </a:extLst>
            </p:cNvPr>
            <p:cNvSpPr/>
            <p:nvPr/>
          </p:nvSpPr>
          <p:spPr>
            <a:xfrm>
              <a:off x="258161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19">
              <a:extLst>
                <a:ext uri="{FF2B5EF4-FFF2-40B4-BE49-F238E27FC236}">
                  <a16:creationId xmlns:a16="http://schemas.microsoft.com/office/drawing/2014/main" id="{261C4903-E8BC-E038-7907-D8F3F6FC6BEC}"/>
                </a:ext>
              </a:extLst>
            </p:cNvPr>
            <p:cNvSpPr/>
            <p:nvPr/>
          </p:nvSpPr>
          <p:spPr>
            <a:xfrm>
              <a:off x="259105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0">
              <a:extLst>
                <a:ext uri="{FF2B5EF4-FFF2-40B4-BE49-F238E27FC236}">
                  <a16:creationId xmlns:a16="http://schemas.microsoft.com/office/drawing/2014/main" id="{E8E8D0D5-5B57-6A97-59AB-388593300C8F}"/>
                </a:ext>
              </a:extLst>
            </p:cNvPr>
            <p:cNvSpPr/>
            <p:nvPr/>
          </p:nvSpPr>
          <p:spPr>
            <a:xfrm>
              <a:off x="260049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1">
              <a:extLst>
                <a:ext uri="{FF2B5EF4-FFF2-40B4-BE49-F238E27FC236}">
                  <a16:creationId xmlns:a16="http://schemas.microsoft.com/office/drawing/2014/main" id="{FB5799B6-2CD2-0685-80FC-BC2A289B2AD6}"/>
                </a:ext>
              </a:extLst>
            </p:cNvPr>
            <p:cNvSpPr/>
            <p:nvPr/>
          </p:nvSpPr>
          <p:spPr>
            <a:xfrm>
              <a:off x="260993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2">
              <a:extLst>
                <a:ext uri="{FF2B5EF4-FFF2-40B4-BE49-F238E27FC236}">
                  <a16:creationId xmlns:a16="http://schemas.microsoft.com/office/drawing/2014/main" id="{3048BAED-9103-E709-20AE-1FE6CA5B2E93}"/>
                </a:ext>
              </a:extLst>
            </p:cNvPr>
            <p:cNvSpPr/>
            <p:nvPr/>
          </p:nvSpPr>
          <p:spPr>
            <a:xfrm>
              <a:off x="261937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3">
              <a:extLst>
                <a:ext uri="{FF2B5EF4-FFF2-40B4-BE49-F238E27FC236}">
                  <a16:creationId xmlns:a16="http://schemas.microsoft.com/office/drawing/2014/main" id="{71070C64-107C-3D83-2535-54F361C19CD2}"/>
                </a:ext>
              </a:extLst>
            </p:cNvPr>
            <p:cNvSpPr/>
            <p:nvPr/>
          </p:nvSpPr>
          <p:spPr>
            <a:xfrm>
              <a:off x="262881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4">
              <a:extLst>
                <a:ext uri="{FF2B5EF4-FFF2-40B4-BE49-F238E27FC236}">
                  <a16:creationId xmlns:a16="http://schemas.microsoft.com/office/drawing/2014/main" id="{48557595-0AC2-46A3-E820-F7B2EDE33739}"/>
                </a:ext>
              </a:extLst>
            </p:cNvPr>
            <p:cNvSpPr/>
            <p:nvPr/>
          </p:nvSpPr>
          <p:spPr>
            <a:xfrm>
              <a:off x="263825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5">
              <a:extLst>
                <a:ext uri="{FF2B5EF4-FFF2-40B4-BE49-F238E27FC236}">
                  <a16:creationId xmlns:a16="http://schemas.microsoft.com/office/drawing/2014/main" id="{1B6665A0-8DC2-61FC-46B9-9850781B42E1}"/>
                </a:ext>
              </a:extLst>
            </p:cNvPr>
            <p:cNvSpPr/>
            <p:nvPr/>
          </p:nvSpPr>
          <p:spPr>
            <a:xfrm>
              <a:off x="264769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6">
              <a:extLst>
                <a:ext uri="{FF2B5EF4-FFF2-40B4-BE49-F238E27FC236}">
                  <a16:creationId xmlns:a16="http://schemas.microsoft.com/office/drawing/2014/main" id="{FA60A050-989A-F4D5-BE8C-ABF20C96316C}"/>
                </a:ext>
              </a:extLst>
            </p:cNvPr>
            <p:cNvSpPr/>
            <p:nvPr/>
          </p:nvSpPr>
          <p:spPr>
            <a:xfrm>
              <a:off x="265713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7">
              <a:extLst>
                <a:ext uri="{FF2B5EF4-FFF2-40B4-BE49-F238E27FC236}">
                  <a16:creationId xmlns:a16="http://schemas.microsoft.com/office/drawing/2014/main" id="{9F6A9720-BCE9-0AB6-300B-9E6D17AE06F7}"/>
                </a:ext>
              </a:extLst>
            </p:cNvPr>
            <p:cNvSpPr/>
            <p:nvPr/>
          </p:nvSpPr>
          <p:spPr>
            <a:xfrm>
              <a:off x="266657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8">
              <a:extLst>
                <a:ext uri="{FF2B5EF4-FFF2-40B4-BE49-F238E27FC236}">
                  <a16:creationId xmlns:a16="http://schemas.microsoft.com/office/drawing/2014/main" id="{BD2C38FC-8A29-C1C7-B022-41E27F0B0A84}"/>
                </a:ext>
              </a:extLst>
            </p:cNvPr>
            <p:cNvSpPr/>
            <p:nvPr/>
          </p:nvSpPr>
          <p:spPr>
            <a:xfrm>
              <a:off x="267601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29">
              <a:extLst>
                <a:ext uri="{FF2B5EF4-FFF2-40B4-BE49-F238E27FC236}">
                  <a16:creationId xmlns:a16="http://schemas.microsoft.com/office/drawing/2014/main" id="{83978E86-B974-F7CC-DD05-EA5BA993256F}"/>
                </a:ext>
              </a:extLst>
            </p:cNvPr>
            <p:cNvSpPr/>
            <p:nvPr/>
          </p:nvSpPr>
          <p:spPr>
            <a:xfrm>
              <a:off x="268545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0">
              <a:extLst>
                <a:ext uri="{FF2B5EF4-FFF2-40B4-BE49-F238E27FC236}">
                  <a16:creationId xmlns:a16="http://schemas.microsoft.com/office/drawing/2014/main" id="{C7CF5C50-51EA-E5A4-3C55-A9E5D7A0736B}"/>
                </a:ext>
              </a:extLst>
            </p:cNvPr>
            <p:cNvSpPr/>
            <p:nvPr/>
          </p:nvSpPr>
          <p:spPr>
            <a:xfrm>
              <a:off x="269489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1">
              <a:extLst>
                <a:ext uri="{FF2B5EF4-FFF2-40B4-BE49-F238E27FC236}">
                  <a16:creationId xmlns:a16="http://schemas.microsoft.com/office/drawing/2014/main" id="{EB709773-F929-BF62-C7FE-D89B8BF2D284}"/>
                </a:ext>
              </a:extLst>
            </p:cNvPr>
            <p:cNvSpPr/>
            <p:nvPr/>
          </p:nvSpPr>
          <p:spPr>
            <a:xfrm>
              <a:off x="270433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2">
              <a:extLst>
                <a:ext uri="{FF2B5EF4-FFF2-40B4-BE49-F238E27FC236}">
                  <a16:creationId xmlns:a16="http://schemas.microsoft.com/office/drawing/2014/main" id="{DA4D52FD-227A-0015-15E1-78BC89E04191}"/>
                </a:ext>
              </a:extLst>
            </p:cNvPr>
            <p:cNvSpPr/>
            <p:nvPr/>
          </p:nvSpPr>
          <p:spPr>
            <a:xfrm>
              <a:off x="271377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3">
              <a:extLst>
                <a:ext uri="{FF2B5EF4-FFF2-40B4-BE49-F238E27FC236}">
                  <a16:creationId xmlns:a16="http://schemas.microsoft.com/office/drawing/2014/main" id="{B3AF592D-7096-DC98-43BE-852914F70B0B}"/>
                </a:ext>
              </a:extLst>
            </p:cNvPr>
            <p:cNvSpPr/>
            <p:nvPr/>
          </p:nvSpPr>
          <p:spPr>
            <a:xfrm>
              <a:off x="272321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4">
              <a:extLst>
                <a:ext uri="{FF2B5EF4-FFF2-40B4-BE49-F238E27FC236}">
                  <a16:creationId xmlns:a16="http://schemas.microsoft.com/office/drawing/2014/main" id="{317A9BAC-DCCC-535E-E412-7A96203D4161}"/>
                </a:ext>
              </a:extLst>
            </p:cNvPr>
            <p:cNvSpPr/>
            <p:nvPr/>
          </p:nvSpPr>
          <p:spPr>
            <a:xfrm>
              <a:off x="273265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5">
              <a:extLst>
                <a:ext uri="{FF2B5EF4-FFF2-40B4-BE49-F238E27FC236}">
                  <a16:creationId xmlns:a16="http://schemas.microsoft.com/office/drawing/2014/main" id="{7414B81D-8152-2F85-8620-836AC9F262E5}"/>
                </a:ext>
              </a:extLst>
            </p:cNvPr>
            <p:cNvSpPr/>
            <p:nvPr/>
          </p:nvSpPr>
          <p:spPr>
            <a:xfrm>
              <a:off x="274209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6">
              <a:extLst>
                <a:ext uri="{FF2B5EF4-FFF2-40B4-BE49-F238E27FC236}">
                  <a16:creationId xmlns:a16="http://schemas.microsoft.com/office/drawing/2014/main" id="{BD333A49-7A48-C079-0E17-F27D10F7BEB4}"/>
                </a:ext>
              </a:extLst>
            </p:cNvPr>
            <p:cNvSpPr/>
            <p:nvPr/>
          </p:nvSpPr>
          <p:spPr>
            <a:xfrm>
              <a:off x="275153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7">
              <a:extLst>
                <a:ext uri="{FF2B5EF4-FFF2-40B4-BE49-F238E27FC236}">
                  <a16:creationId xmlns:a16="http://schemas.microsoft.com/office/drawing/2014/main" id="{52141304-C445-99EA-7D12-B2F0D6D87FF4}"/>
                </a:ext>
              </a:extLst>
            </p:cNvPr>
            <p:cNvSpPr/>
            <p:nvPr/>
          </p:nvSpPr>
          <p:spPr>
            <a:xfrm>
              <a:off x="276097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8">
              <a:extLst>
                <a:ext uri="{FF2B5EF4-FFF2-40B4-BE49-F238E27FC236}">
                  <a16:creationId xmlns:a16="http://schemas.microsoft.com/office/drawing/2014/main" id="{1E6269E4-2D3F-0046-FE6A-7C14DA03581D}"/>
                </a:ext>
              </a:extLst>
            </p:cNvPr>
            <p:cNvSpPr/>
            <p:nvPr/>
          </p:nvSpPr>
          <p:spPr>
            <a:xfrm>
              <a:off x="277041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39">
              <a:extLst>
                <a:ext uri="{FF2B5EF4-FFF2-40B4-BE49-F238E27FC236}">
                  <a16:creationId xmlns:a16="http://schemas.microsoft.com/office/drawing/2014/main" id="{29C32522-3DE8-AA85-0540-66594666F986}"/>
                </a:ext>
              </a:extLst>
            </p:cNvPr>
            <p:cNvSpPr/>
            <p:nvPr/>
          </p:nvSpPr>
          <p:spPr>
            <a:xfrm>
              <a:off x="277985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0">
              <a:extLst>
                <a:ext uri="{FF2B5EF4-FFF2-40B4-BE49-F238E27FC236}">
                  <a16:creationId xmlns:a16="http://schemas.microsoft.com/office/drawing/2014/main" id="{98325F48-90D4-6217-5774-50ED34F29ECC}"/>
                </a:ext>
              </a:extLst>
            </p:cNvPr>
            <p:cNvSpPr/>
            <p:nvPr/>
          </p:nvSpPr>
          <p:spPr>
            <a:xfrm>
              <a:off x="278929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1">
              <a:extLst>
                <a:ext uri="{FF2B5EF4-FFF2-40B4-BE49-F238E27FC236}">
                  <a16:creationId xmlns:a16="http://schemas.microsoft.com/office/drawing/2014/main" id="{217161E8-245A-FB0E-7CB7-5EB6F214A070}"/>
                </a:ext>
              </a:extLst>
            </p:cNvPr>
            <p:cNvSpPr/>
            <p:nvPr/>
          </p:nvSpPr>
          <p:spPr>
            <a:xfrm>
              <a:off x="279873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2">
              <a:extLst>
                <a:ext uri="{FF2B5EF4-FFF2-40B4-BE49-F238E27FC236}">
                  <a16:creationId xmlns:a16="http://schemas.microsoft.com/office/drawing/2014/main" id="{0E472FF1-B285-946C-FABD-92592B30C991}"/>
                </a:ext>
              </a:extLst>
            </p:cNvPr>
            <p:cNvSpPr/>
            <p:nvPr/>
          </p:nvSpPr>
          <p:spPr>
            <a:xfrm>
              <a:off x="280817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3">
              <a:extLst>
                <a:ext uri="{FF2B5EF4-FFF2-40B4-BE49-F238E27FC236}">
                  <a16:creationId xmlns:a16="http://schemas.microsoft.com/office/drawing/2014/main" id="{6D50149C-96C3-CE0A-3742-4D7B0D7BED5C}"/>
                </a:ext>
              </a:extLst>
            </p:cNvPr>
            <p:cNvSpPr/>
            <p:nvPr/>
          </p:nvSpPr>
          <p:spPr>
            <a:xfrm>
              <a:off x="281761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4">
              <a:extLst>
                <a:ext uri="{FF2B5EF4-FFF2-40B4-BE49-F238E27FC236}">
                  <a16:creationId xmlns:a16="http://schemas.microsoft.com/office/drawing/2014/main" id="{91B50099-67BF-B5F9-48BC-EB44A0F9BB50}"/>
                </a:ext>
              </a:extLst>
            </p:cNvPr>
            <p:cNvSpPr/>
            <p:nvPr/>
          </p:nvSpPr>
          <p:spPr>
            <a:xfrm>
              <a:off x="282705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5">
              <a:extLst>
                <a:ext uri="{FF2B5EF4-FFF2-40B4-BE49-F238E27FC236}">
                  <a16:creationId xmlns:a16="http://schemas.microsoft.com/office/drawing/2014/main" id="{DF6AC7D9-1D30-175D-126D-9373AD5D576B}"/>
                </a:ext>
              </a:extLst>
            </p:cNvPr>
            <p:cNvSpPr/>
            <p:nvPr/>
          </p:nvSpPr>
          <p:spPr>
            <a:xfrm>
              <a:off x="283649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6">
              <a:extLst>
                <a:ext uri="{FF2B5EF4-FFF2-40B4-BE49-F238E27FC236}">
                  <a16:creationId xmlns:a16="http://schemas.microsoft.com/office/drawing/2014/main" id="{16226039-B164-B5BF-53B9-E8F87C380314}"/>
                </a:ext>
              </a:extLst>
            </p:cNvPr>
            <p:cNvSpPr/>
            <p:nvPr/>
          </p:nvSpPr>
          <p:spPr>
            <a:xfrm>
              <a:off x="284593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7">
              <a:extLst>
                <a:ext uri="{FF2B5EF4-FFF2-40B4-BE49-F238E27FC236}">
                  <a16:creationId xmlns:a16="http://schemas.microsoft.com/office/drawing/2014/main" id="{F7562AE5-B441-81B5-8831-C55016ECED25}"/>
                </a:ext>
              </a:extLst>
            </p:cNvPr>
            <p:cNvSpPr/>
            <p:nvPr/>
          </p:nvSpPr>
          <p:spPr>
            <a:xfrm>
              <a:off x="285538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8">
              <a:extLst>
                <a:ext uri="{FF2B5EF4-FFF2-40B4-BE49-F238E27FC236}">
                  <a16:creationId xmlns:a16="http://schemas.microsoft.com/office/drawing/2014/main" id="{51ACD557-C6EE-A1E8-B0B5-BF71BAF88861}"/>
                </a:ext>
              </a:extLst>
            </p:cNvPr>
            <p:cNvSpPr/>
            <p:nvPr/>
          </p:nvSpPr>
          <p:spPr>
            <a:xfrm>
              <a:off x="286482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49">
              <a:extLst>
                <a:ext uri="{FF2B5EF4-FFF2-40B4-BE49-F238E27FC236}">
                  <a16:creationId xmlns:a16="http://schemas.microsoft.com/office/drawing/2014/main" id="{3E556E07-3E39-6A46-48CD-A065E0A1E779}"/>
                </a:ext>
              </a:extLst>
            </p:cNvPr>
            <p:cNvSpPr/>
            <p:nvPr/>
          </p:nvSpPr>
          <p:spPr>
            <a:xfrm>
              <a:off x="287426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0">
              <a:extLst>
                <a:ext uri="{FF2B5EF4-FFF2-40B4-BE49-F238E27FC236}">
                  <a16:creationId xmlns:a16="http://schemas.microsoft.com/office/drawing/2014/main" id="{9766AC8F-6CDB-3FC9-6F4F-E9831C648716}"/>
                </a:ext>
              </a:extLst>
            </p:cNvPr>
            <p:cNvSpPr/>
            <p:nvPr/>
          </p:nvSpPr>
          <p:spPr>
            <a:xfrm>
              <a:off x="288370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1">
              <a:extLst>
                <a:ext uri="{FF2B5EF4-FFF2-40B4-BE49-F238E27FC236}">
                  <a16:creationId xmlns:a16="http://schemas.microsoft.com/office/drawing/2014/main" id="{393DDB85-927A-BE8C-0270-53BC8A9C30DA}"/>
                </a:ext>
              </a:extLst>
            </p:cNvPr>
            <p:cNvSpPr/>
            <p:nvPr/>
          </p:nvSpPr>
          <p:spPr>
            <a:xfrm>
              <a:off x="289314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2">
              <a:extLst>
                <a:ext uri="{FF2B5EF4-FFF2-40B4-BE49-F238E27FC236}">
                  <a16:creationId xmlns:a16="http://schemas.microsoft.com/office/drawing/2014/main" id="{76E63467-5A2B-80FE-A0C1-D79D811F2559}"/>
                </a:ext>
              </a:extLst>
            </p:cNvPr>
            <p:cNvSpPr/>
            <p:nvPr/>
          </p:nvSpPr>
          <p:spPr>
            <a:xfrm>
              <a:off x="290258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3">
              <a:extLst>
                <a:ext uri="{FF2B5EF4-FFF2-40B4-BE49-F238E27FC236}">
                  <a16:creationId xmlns:a16="http://schemas.microsoft.com/office/drawing/2014/main" id="{5C8BD47A-6EB0-13C4-B4D9-28393258E053}"/>
                </a:ext>
              </a:extLst>
            </p:cNvPr>
            <p:cNvSpPr/>
            <p:nvPr/>
          </p:nvSpPr>
          <p:spPr>
            <a:xfrm>
              <a:off x="291202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4">
              <a:extLst>
                <a:ext uri="{FF2B5EF4-FFF2-40B4-BE49-F238E27FC236}">
                  <a16:creationId xmlns:a16="http://schemas.microsoft.com/office/drawing/2014/main" id="{BCA4C1ED-CF03-72B7-9354-7BAB7396966A}"/>
                </a:ext>
              </a:extLst>
            </p:cNvPr>
            <p:cNvSpPr/>
            <p:nvPr/>
          </p:nvSpPr>
          <p:spPr>
            <a:xfrm>
              <a:off x="292146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5">
              <a:extLst>
                <a:ext uri="{FF2B5EF4-FFF2-40B4-BE49-F238E27FC236}">
                  <a16:creationId xmlns:a16="http://schemas.microsoft.com/office/drawing/2014/main" id="{32F610B2-2472-4CD0-40DE-6EAA145E5AC3}"/>
                </a:ext>
              </a:extLst>
            </p:cNvPr>
            <p:cNvSpPr/>
            <p:nvPr/>
          </p:nvSpPr>
          <p:spPr>
            <a:xfrm>
              <a:off x="293090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6">
              <a:extLst>
                <a:ext uri="{FF2B5EF4-FFF2-40B4-BE49-F238E27FC236}">
                  <a16:creationId xmlns:a16="http://schemas.microsoft.com/office/drawing/2014/main" id="{44A068D2-3DE8-43AB-BC3D-5BD6D75DBA96}"/>
                </a:ext>
              </a:extLst>
            </p:cNvPr>
            <p:cNvSpPr/>
            <p:nvPr/>
          </p:nvSpPr>
          <p:spPr>
            <a:xfrm>
              <a:off x="294034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7">
              <a:extLst>
                <a:ext uri="{FF2B5EF4-FFF2-40B4-BE49-F238E27FC236}">
                  <a16:creationId xmlns:a16="http://schemas.microsoft.com/office/drawing/2014/main" id="{E4992BD7-5988-DF5A-12CB-AAA314C7BB9B}"/>
                </a:ext>
              </a:extLst>
            </p:cNvPr>
            <p:cNvSpPr/>
            <p:nvPr/>
          </p:nvSpPr>
          <p:spPr>
            <a:xfrm>
              <a:off x="294978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8">
              <a:extLst>
                <a:ext uri="{FF2B5EF4-FFF2-40B4-BE49-F238E27FC236}">
                  <a16:creationId xmlns:a16="http://schemas.microsoft.com/office/drawing/2014/main" id="{95D76EAB-0F8B-0A63-2BEF-A3A9BC4A89FD}"/>
                </a:ext>
              </a:extLst>
            </p:cNvPr>
            <p:cNvSpPr/>
            <p:nvPr/>
          </p:nvSpPr>
          <p:spPr>
            <a:xfrm>
              <a:off x="295922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59">
              <a:extLst>
                <a:ext uri="{FF2B5EF4-FFF2-40B4-BE49-F238E27FC236}">
                  <a16:creationId xmlns:a16="http://schemas.microsoft.com/office/drawing/2014/main" id="{1D77C1D0-1EC1-196F-1BD5-92AF27C9BD85}"/>
                </a:ext>
              </a:extLst>
            </p:cNvPr>
            <p:cNvSpPr/>
            <p:nvPr/>
          </p:nvSpPr>
          <p:spPr>
            <a:xfrm>
              <a:off x="296866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0">
              <a:extLst>
                <a:ext uri="{FF2B5EF4-FFF2-40B4-BE49-F238E27FC236}">
                  <a16:creationId xmlns:a16="http://schemas.microsoft.com/office/drawing/2014/main" id="{8BB83D45-AAFF-27CD-9511-688EE204EAE7}"/>
                </a:ext>
              </a:extLst>
            </p:cNvPr>
            <p:cNvSpPr/>
            <p:nvPr/>
          </p:nvSpPr>
          <p:spPr>
            <a:xfrm>
              <a:off x="297810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1">
              <a:extLst>
                <a:ext uri="{FF2B5EF4-FFF2-40B4-BE49-F238E27FC236}">
                  <a16:creationId xmlns:a16="http://schemas.microsoft.com/office/drawing/2014/main" id="{9B033DDE-87C4-5326-A72F-374AB5BF9D18}"/>
                </a:ext>
              </a:extLst>
            </p:cNvPr>
            <p:cNvSpPr/>
            <p:nvPr/>
          </p:nvSpPr>
          <p:spPr>
            <a:xfrm>
              <a:off x="298754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2">
              <a:extLst>
                <a:ext uri="{FF2B5EF4-FFF2-40B4-BE49-F238E27FC236}">
                  <a16:creationId xmlns:a16="http://schemas.microsoft.com/office/drawing/2014/main" id="{0F8B11A7-F10D-A75B-848C-44A8F88F353B}"/>
                </a:ext>
              </a:extLst>
            </p:cNvPr>
            <p:cNvSpPr/>
            <p:nvPr/>
          </p:nvSpPr>
          <p:spPr>
            <a:xfrm>
              <a:off x="299698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3">
              <a:extLst>
                <a:ext uri="{FF2B5EF4-FFF2-40B4-BE49-F238E27FC236}">
                  <a16:creationId xmlns:a16="http://schemas.microsoft.com/office/drawing/2014/main" id="{2952DEA0-E99B-66F6-2715-54C6184F742A}"/>
                </a:ext>
              </a:extLst>
            </p:cNvPr>
            <p:cNvSpPr/>
            <p:nvPr/>
          </p:nvSpPr>
          <p:spPr>
            <a:xfrm>
              <a:off x="300642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4">
              <a:extLst>
                <a:ext uri="{FF2B5EF4-FFF2-40B4-BE49-F238E27FC236}">
                  <a16:creationId xmlns:a16="http://schemas.microsoft.com/office/drawing/2014/main" id="{E577F711-47CE-8BBD-D745-8040BD662567}"/>
                </a:ext>
              </a:extLst>
            </p:cNvPr>
            <p:cNvSpPr/>
            <p:nvPr/>
          </p:nvSpPr>
          <p:spPr>
            <a:xfrm>
              <a:off x="301586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5">
              <a:extLst>
                <a:ext uri="{FF2B5EF4-FFF2-40B4-BE49-F238E27FC236}">
                  <a16:creationId xmlns:a16="http://schemas.microsoft.com/office/drawing/2014/main" id="{9A481291-0470-9094-9F49-8BBAC38E2F51}"/>
                </a:ext>
              </a:extLst>
            </p:cNvPr>
            <p:cNvSpPr/>
            <p:nvPr/>
          </p:nvSpPr>
          <p:spPr>
            <a:xfrm>
              <a:off x="302530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6">
              <a:extLst>
                <a:ext uri="{FF2B5EF4-FFF2-40B4-BE49-F238E27FC236}">
                  <a16:creationId xmlns:a16="http://schemas.microsoft.com/office/drawing/2014/main" id="{A0569CBB-6495-1164-4E25-29690AC3F3D4}"/>
                </a:ext>
              </a:extLst>
            </p:cNvPr>
            <p:cNvSpPr/>
            <p:nvPr/>
          </p:nvSpPr>
          <p:spPr>
            <a:xfrm>
              <a:off x="303474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7">
              <a:extLst>
                <a:ext uri="{FF2B5EF4-FFF2-40B4-BE49-F238E27FC236}">
                  <a16:creationId xmlns:a16="http://schemas.microsoft.com/office/drawing/2014/main" id="{F541E0BC-2FC6-749E-48DB-6D039C848FC5}"/>
                </a:ext>
              </a:extLst>
            </p:cNvPr>
            <p:cNvSpPr/>
            <p:nvPr/>
          </p:nvSpPr>
          <p:spPr>
            <a:xfrm>
              <a:off x="304418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8">
              <a:extLst>
                <a:ext uri="{FF2B5EF4-FFF2-40B4-BE49-F238E27FC236}">
                  <a16:creationId xmlns:a16="http://schemas.microsoft.com/office/drawing/2014/main" id="{2B3F9B87-6F14-24D1-4D17-01A8F0238C09}"/>
                </a:ext>
              </a:extLst>
            </p:cNvPr>
            <p:cNvSpPr/>
            <p:nvPr/>
          </p:nvSpPr>
          <p:spPr>
            <a:xfrm>
              <a:off x="305362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69">
              <a:extLst>
                <a:ext uri="{FF2B5EF4-FFF2-40B4-BE49-F238E27FC236}">
                  <a16:creationId xmlns:a16="http://schemas.microsoft.com/office/drawing/2014/main" id="{526F2C4A-45ED-50E4-DD82-A3413BAA3F0F}"/>
                </a:ext>
              </a:extLst>
            </p:cNvPr>
            <p:cNvSpPr/>
            <p:nvPr/>
          </p:nvSpPr>
          <p:spPr>
            <a:xfrm>
              <a:off x="306306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0">
              <a:extLst>
                <a:ext uri="{FF2B5EF4-FFF2-40B4-BE49-F238E27FC236}">
                  <a16:creationId xmlns:a16="http://schemas.microsoft.com/office/drawing/2014/main" id="{67C75205-D329-9A97-6382-25782E59A53E}"/>
                </a:ext>
              </a:extLst>
            </p:cNvPr>
            <p:cNvSpPr/>
            <p:nvPr/>
          </p:nvSpPr>
          <p:spPr>
            <a:xfrm>
              <a:off x="307250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1">
              <a:extLst>
                <a:ext uri="{FF2B5EF4-FFF2-40B4-BE49-F238E27FC236}">
                  <a16:creationId xmlns:a16="http://schemas.microsoft.com/office/drawing/2014/main" id="{DA3CEA30-70BD-5C34-FA8B-0A264A2B19AC}"/>
                </a:ext>
              </a:extLst>
            </p:cNvPr>
            <p:cNvSpPr/>
            <p:nvPr/>
          </p:nvSpPr>
          <p:spPr>
            <a:xfrm>
              <a:off x="308194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2">
              <a:extLst>
                <a:ext uri="{FF2B5EF4-FFF2-40B4-BE49-F238E27FC236}">
                  <a16:creationId xmlns:a16="http://schemas.microsoft.com/office/drawing/2014/main" id="{2AAA19DF-D3EF-5A50-FB6F-542571E84A22}"/>
                </a:ext>
              </a:extLst>
            </p:cNvPr>
            <p:cNvSpPr/>
            <p:nvPr/>
          </p:nvSpPr>
          <p:spPr>
            <a:xfrm>
              <a:off x="309138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3">
              <a:extLst>
                <a:ext uri="{FF2B5EF4-FFF2-40B4-BE49-F238E27FC236}">
                  <a16:creationId xmlns:a16="http://schemas.microsoft.com/office/drawing/2014/main" id="{EFF1AE4E-88B3-55ED-861F-CDAA5B8ED747}"/>
                </a:ext>
              </a:extLst>
            </p:cNvPr>
            <p:cNvSpPr/>
            <p:nvPr/>
          </p:nvSpPr>
          <p:spPr>
            <a:xfrm>
              <a:off x="310082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4">
              <a:extLst>
                <a:ext uri="{FF2B5EF4-FFF2-40B4-BE49-F238E27FC236}">
                  <a16:creationId xmlns:a16="http://schemas.microsoft.com/office/drawing/2014/main" id="{233E809B-CCF9-3C02-95A1-EE6E352792F1}"/>
                </a:ext>
              </a:extLst>
            </p:cNvPr>
            <p:cNvSpPr/>
            <p:nvPr/>
          </p:nvSpPr>
          <p:spPr>
            <a:xfrm>
              <a:off x="311026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5">
              <a:extLst>
                <a:ext uri="{FF2B5EF4-FFF2-40B4-BE49-F238E27FC236}">
                  <a16:creationId xmlns:a16="http://schemas.microsoft.com/office/drawing/2014/main" id="{0BBB1277-48FB-D2A2-6D80-CA9A1F254FA4}"/>
                </a:ext>
              </a:extLst>
            </p:cNvPr>
            <p:cNvSpPr/>
            <p:nvPr/>
          </p:nvSpPr>
          <p:spPr>
            <a:xfrm>
              <a:off x="311970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6">
              <a:extLst>
                <a:ext uri="{FF2B5EF4-FFF2-40B4-BE49-F238E27FC236}">
                  <a16:creationId xmlns:a16="http://schemas.microsoft.com/office/drawing/2014/main" id="{944DEAC6-F153-EC5B-4AAE-E9AB970185C8}"/>
                </a:ext>
              </a:extLst>
            </p:cNvPr>
            <p:cNvSpPr/>
            <p:nvPr/>
          </p:nvSpPr>
          <p:spPr>
            <a:xfrm>
              <a:off x="312914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7">
              <a:extLst>
                <a:ext uri="{FF2B5EF4-FFF2-40B4-BE49-F238E27FC236}">
                  <a16:creationId xmlns:a16="http://schemas.microsoft.com/office/drawing/2014/main" id="{D7B85028-E029-2434-CA75-62E44594AC5C}"/>
                </a:ext>
              </a:extLst>
            </p:cNvPr>
            <p:cNvSpPr/>
            <p:nvPr/>
          </p:nvSpPr>
          <p:spPr>
            <a:xfrm>
              <a:off x="313858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8">
              <a:extLst>
                <a:ext uri="{FF2B5EF4-FFF2-40B4-BE49-F238E27FC236}">
                  <a16:creationId xmlns:a16="http://schemas.microsoft.com/office/drawing/2014/main" id="{78A84B10-1B34-9076-1856-41071F5D99AD}"/>
                </a:ext>
              </a:extLst>
            </p:cNvPr>
            <p:cNvSpPr/>
            <p:nvPr/>
          </p:nvSpPr>
          <p:spPr>
            <a:xfrm>
              <a:off x="314802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79">
              <a:extLst>
                <a:ext uri="{FF2B5EF4-FFF2-40B4-BE49-F238E27FC236}">
                  <a16:creationId xmlns:a16="http://schemas.microsoft.com/office/drawing/2014/main" id="{E3770282-BF32-72B9-91CB-E7B3AEB878C4}"/>
                </a:ext>
              </a:extLst>
            </p:cNvPr>
            <p:cNvSpPr/>
            <p:nvPr/>
          </p:nvSpPr>
          <p:spPr>
            <a:xfrm>
              <a:off x="315746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0">
              <a:extLst>
                <a:ext uri="{FF2B5EF4-FFF2-40B4-BE49-F238E27FC236}">
                  <a16:creationId xmlns:a16="http://schemas.microsoft.com/office/drawing/2014/main" id="{6FCDDE2D-F039-B170-075C-8C1E6D0267DE}"/>
                </a:ext>
              </a:extLst>
            </p:cNvPr>
            <p:cNvSpPr/>
            <p:nvPr/>
          </p:nvSpPr>
          <p:spPr>
            <a:xfrm>
              <a:off x="316690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1">
              <a:extLst>
                <a:ext uri="{FF2B5EF4-FFF2-40B4-BE49-F238E27FC236}">
                  <a16:creationId xmlns:a16="http://schemas.microsoft.com/office/drawing/2014/main" id="{5252D5A7-BB22-EBC2-AC5A-5EC9E8377A4E}"/>
                </a:ext>
              </a:extLst>
            </p:cNvPr>
            <p:cNvSpPr/>
            <p:nvPr/>
          </p:nvSpPr>
          <p:spPr>
            <a:xfrm>
              <a:off x="317634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2">
              <a:extLst>
                <a:ext uri="{FF2B5EF4-FFF2-40B4-BE49-F238E27FC236}">
                  <a16:creationId xmlns:a16="http://schemas.microsoft.com/office/drawing/2014/main" id="{D6A596BF-EBD1-D892-69FC-81F8C0F616F0}"/>
                </a:ext>
              </a:extLst>
            </p:cNvPr>
            <p:cNvSpPr/>
            <p:nvPr/>
          </p:nvSpPr>
          <p:spPr>
            <a:xfrm>
              <a:off x="318578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3">
              <a:extLst>
                <a:ext uri="{FF2B5EF4-FFF2-40B4-BE49-F238E27FC236}">
                  <a16:creationId xmlns:a16="http://schemas.microsoft.com/office/drawing/2014/main" id="{4B7BB859-1602-6D3A-80AD-1DF4F7FECF5B}"/>
                </a:ext>
              </a:extLst>
            </p:cNvPr>
            <p:cNvSpPr/>
            <p:nvPr/>
          </p:nvSpPr>
          <p:spPr>
            <a:xfrm>
              <a:off x="319522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4">
              <a:extLst>
                <a:ext uri="{FF2B5EF4-FFF2-40B4-BE49-F238E27FC236}">
                  <a16:creationId xmlns:a16="http://schemas.microsoft.com/office/drawing/2014/main" id="{0721F566-6CCB-D38D-AF99-FDC55AD59FD9}"/>
                </a:ext>
              </a:extLst>
            </p:cNvPr>
            <p:cNvSpPr/>
            <p:nvPr/>
          </p:nvSpPr>
          <p:spPr>
            <a:xfrm>
              <a:off x="320466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5">
              <a:extLst>
                <a:ext uri="{FF2B5EF4-FFF2-40B4-BE49-F238E27FC236}">
                  <a16:creationId xmlns:a16="http://schemas.microsoft.com/office/drawing/2014/main" id="{4B41E71A-1095-372B-6F7E-F12223F11FC6}"/>
                </a:ext>
              </a:extLst>
            </p:cNvPr>
            <p:cNvSpPr/>
            <p:nvPr/>
          </p:nvSpPr>
          <p:spPr>
            <a:xfrm>
              <a:off x="321410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6">
              <a:extLst>
                <a:ext uri="{FF2B5EF4-FFF2-40B4-BE49-F238E27FC236}">
                  <a16:creationId xmlns:a16="http://schemas.microsoft.com/office/drawing/2014/main" id="{1F15D142-79B8-EBCB-9246-B1EE2F9A849A}"/>
                </a:ext>
              </a:extLst>
            </p:cNvPr>
            <p:cNvSpPr/>
            <p:nvPr/>
          </p:nvSpPr>
          <p:spPr>
            <a:xfrm>
              <a:off x="322354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7">
              <a:extLst>
                <a:ext uri="{FF2B5EF4-FFF2-40B4-BE49-F238E27FC236}">
                  <a16:creationId xmlns:a16="http://schemas.microsoft.com/office/drawing/2014/main" id="{072E3D00-C1A9-BED3-372D-7E5E27259F33}"/>
                </a:ext>
              </a:extLst>
            </p:cNvPr>
            <p:cNvSpPr/>
            <p:nvPr/>
          </p:nvSpPr>
          <p:spPr>
            <a:xfrm>
              <a:off x="323298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8">
              <a:extLst>
                <a:ext uri="{FF2B5EF4-FFF2-40B4-BE49-F238E27FC236}">
                  <a16:creationId xmlns:a16="http://schemas.microsoft.com/office/drawing/2014/main" id="{C61757BA-DA1B-D2E0-E35C-AE039906B4FE}"/>
                </a:ext>
              </a:extLst>
            </p:cNvPr>
            <p:cNvSpPr/>
            <p:nvPr/>
          </p:nvSpPr>
          <p:spPr>
            <a:xfrm>
              <a:off x="324242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89">
              <a:extLst>
                <a:ext uri="{FF2B5EF4-FFF2-40B4-BE49-F238E27FC236}">
                  <a16:creationId xmlns:a16="http://schemas.microsoft.com/office/drawing/2014/main" id="{23B278C0-D6B6-56A9-DB4C-EC4C9BC7FAB3}"/>
                </a:ext>
              </a:extLst>
            </p:cNvPr>
            <p:cNvSpPr/>
            <p:nvPr/>
          </p:nvSpPr>
          <p:spPr>
            <a:xfrm>
              <a:off x="325187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0">
              <a:extLst>
                <a:ext uri="{FF2B5EF4-FFF2-40B4-BE49-F238E27FC236}">
                  <a16:creationId xmlns:a16="http://schemas.microsoft.com/office/drawing/2014/main" id="{1BEE842B-CC24-3C1F-DBB1-74A7F056654A}"/>
                </a:ext>
              </a:extLst>
            </p:cNvPr>
            <p:cNvSpPr/>
            <p:nvPr/>
          </p:nvSpPr>
          <p:spPr>
            <a:xfrm>
              <a:off x="326131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1">
              <a:extLst>
                <a:ext uri="{FF2B5EF4-FFF2-40B4-BE49-F238E27FC236}">
                  <a16:creationId xmlns:a16="http://schemas.microsoft.com/office/drawing/2014/main" id="{A52C06B1-D054-BE56-B93E-3F8EEB93F358}"/>
                </a:ext>
              </a:extLst>
            </p:cNvPr>
            <p:cNvSpPr/>
            <p:nvPr/>
          </p:nvSpPr>
          <p:spPr>
            <a:xfrm>
              <a:off x="3270750" y="250161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2">
              <a:extLst>
                <a:ext uri="{FF2B5EF4-FFF2-40B4-BE49-F238E27FC236}">
                  <a16:creationId xmlns:a16="http://schemas.microsoft.com/office/drawing/2014/main" id="{ED7B21BA-4A28-CD7B-0B07-5624B85FE3F4}"/>
                </a:ext>
              </a:extLst>
            </p:cNvPr>
            <p:cNvSpPr/>
            <p:nvPr/>
          </p:nvSpPr>
          <p:spPr>
            <a:xfrm>
              <a:off x="3280190" y="2484048"/>
              <a:ext cx="917010" cy="920212"/>
            </a:xfrm>
            <a:custGeom>
              <a:avLst/>
              <a:gdLst/>
              <a:ahLst/>
              <a:cxnLst/>
              <a:rect l="0" t="0" r="0" b="0"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3">
              <a:extLst>
                <a:ext uri="{FF2B5EF4-FFF2-40B4-BE49-F238E27FC236}">
                  <a16:creationId xmlns:a16="http://schemas.microsoft.com/office/drawing/2014/main" id="{CC6C0CF4-CEC5-AB97-37A7-E8AC80E6E08C}"/>
                </a:ext>
              </a:extLst>
            </p:cNvPr>
            <p:cNvSpPr/>
            <p:nvPr/>
          </p:nvSpPr>
          <p:spPr>
            <a:xfrm>
              <a:off x="2449449" y="2466478"/>
              <a:ext cx="914400" cy="926054"/>
            </a:xfrm>
            <a:custGeom>
              <a:avLst/>
              <a:gdLst/>
              <a:ahLst/>
              <a:cxnLst/>
              <a:rect l="0" t="0" r="0" b="0"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4">
              <a:extLst>
                <a:ext uri="{FF2B5EF4-FFF2-40B4-BE49-F238E27FC236}">
                  <a16:creationId xmlns:a16="http://schemas.microsoft.com/office/drawing/2014/main" id="{C7240BA1-A739-D696-3306-176520DAD6E7}"/>
                </a:ext>
              </a:extLst>
            </p:cNvPr>
            <p:cNvSpPr/>
            <p:nvPr/>
          </p:nvSpPr>
          <p:spPr>
            <a:xfrm>
              <a:off x="244944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5">
              <a:extLst>
                <a:ext uri="{FF2B5EF4-FFF2-40B4-BE49-F238E27FC236}">
                  <a16:creationId xmlns:a16="http://schemas.microsoft.com/office/drawing/2014/main" id="{4531C76A-7DF6-3077-FDFD-15A5AC9142B6}"/>
                </a:ext>
              </a:extLst>
            </p:cNvPr>
            <p:cNvSpPr/>
            <p:nvPr/>
          </p:nvSpPr>
          <p:spPr>
            <a:xfrm>
              <a:off x="245889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6">
              <a:extLst>
                <a:ext uri="{FF2B5EF4-FFF2-40B4-BE49-F238E27FC236}">
                  <a16:creationId xmlns:a16="http://schemas.microsoft.com/office/drawing/2014/main" id="{9B01D67A-C25B-B2A7-132E-7D6C6AA80876}"/>
                </a:ext>
              </a:extLst>
            </p:cNvPr>
            <p:cNvSpPr/>
            <p:nvPr/>
          </p:nvSpPr>
          <p:spPr>
            <a:xfrm>
              <a:off x="246833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7">
              <a:extLst>
                <a:ext uri="{FF2B5EF4-FFF2-40B4-BE49-F238E27FC236}">
                  <a16:creationId xmlns:a16="http://schemas.microsoft.com/office/drawing/2014/main" id="{02C0CD0A-302D-6E3F-F16D-9FB67170424D}"/>
                </a:ext>
              </a:extLst>
            </p:cNvPr>
            <p:cNvSpPr/>
            <p:nvPr/>
          </p:nvSpPr>
          <p:spPr>
            <a:xfrm>
              <a:off x="247777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8">
              <a:extLst>
                <a:ext uri="{FF2B5EF4-FFF2-40B4-BE49-F238E27FC236}">
                  <a16:creationId xmlns:a16="http://schemas.microsoft.com/office/drawing/2014/main" id="{AD8C7EF8-C722-2E7C-6CF4-BE6978D0D360}"/>
                </a:ext>
              </a:extLst>
            </p:cNvPr>
            <p:cNvSpPr/>
            <p:nvPr/>
          </p:nvSpPr>
          <p:spPr>
            <a:xfrm>
              <a:off x="248721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299">
              <a:extLst>
                <a:ext uri="{FF2B5EF4-FFF2-40B4-BE49-F238E27FC236}">
                  <a16:creationId xmlns:a16="http://schemas.microsoft.com/office/drawing/2014/main" id="{C41CB167-F066-0307-A68B-A1C68353CD13}"/>
                </a:ext>
              </a:extLst>
            </p:cNvPr>
            <p:cNvSpPr/>
            <p:nvPr/>
          </p:nvSpPr>
          <p:spPr>
            <a:xfrm>
              <a:off x="249665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0">
              <a:extLst>
                <a:ext uri="{FF2B5EF4-FFF2-40B4-BE49-F238E27FC236}">
                  <a16:creationId xmlns:a16="http://schemas.microsoft.com/office/drawing/2014/main" id="{6A6CB254-EEF2-71A8-1184-B463F05CA1BD}"/>
                </a:ext>
              </a:extLst>
            </p:cNvPr>
            <p:cNvSpPr/>
            <p:nvPr/>
          </p:nvSpPr>
          <p:spPr>
            <a:xfrm>
              <a:off x="250609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1">
              <a:extLst>
                <a:ext uri="{FF2B5EF4-FFF2-40B4-BE49-F238E27FC236}">
                  <a16:creationId xmlns:a16="http://schemas.microsoft.com/office/drawing/2014/main" id="{F7848E24-8D32-2565-2FDC-563FBA53FBFB}"/>
                </a:ext>
              </a:extLst>
            </p:cNvPr>
            <p:cNvSpPr/>
            <p:nvPr/>
          </p:nvSpPr>
          <p:spPr>
            <a:xfrm>
              <a:off x="251553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2">
              <a:extLst>
                <a:ext uri="{FF2B5EF4-FFF2-40B4-BE49-F238E27FC236}">
                  <a16:creationId xmlns:a16="http://schemas.microsoft.com/office/drawing/2014/main" id="{84C67273-E4EE-CD7B-55E2-547E25B1E7B5}"/>
                </a:ext>
              </a:extLst>
            </p:cNvPr>
            <p:cNvSpPr/>
            <p:nvPr/>
          </p:nvSpPr>
          <p:spPr>
            <a:xfrm>
              <a:off x="252497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3">
              <a:extLst>
                <a:ext uri="{FF2B5EF4-FFF2-40B4-BE49-F238E27FC236}">
                  <a16:creationId xmlns:a16="http://schemas.microsoft.com/office/drawing/2014/main" id="{E6FA2D4A-9A96-80A5-78A0-20E220E28616}"/>
                </a:ext>
              </a:extLst>
            </p:cNvPr>
            <p:cNvSpPr/>
            <p:nvPr/>
          </p:nvSpPr>
          <p:spPr>
            <a:xfrm>
              <a:off x="253441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4">
              <a:extLst>
                <a:ext uri="{FF2B5EF4-FFF2-40B4-BE49-F238E27FC236}">
                  <a16:creationId xmlns:a16="http://schemas.microsoft.com/office/drawing/2014/main" id="{2223C8D8-A0E5-9040-8EA5-15E6AC315AB4}"/>
                </a:ext>
              </a:extLst>
            </p:cNvPr>
            <p:cNvSpPr/>
            <p:nvPr/>
          </p:nvSpPr>
          <p:spPr>
            <a:xfrm>
              <a:off x="254385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5">
              <a:extLst>
                <a:ext uri="{FF2B5EF4-FFF2-40B4-BE49-F238E27FC236}">
                  <a16:creationId xmlns:a16="http://schemas.microsoft.com/office/drawing/2014/main" id="{ECE43E82-0CB0-9CE8-055E-9D91F9E7B4A1}"/>
                </a:ext>
              </a:extLst>
            </p:cNvPr>
            <p:cNvSpPr/>
            <p:nvPr/>
          </p:nvSpPr>
          <p:spPr>
            <a:xfrm>
              <a:off x="255329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6">
              <a:extLst>
                <a:ext uri="{FF2B5EF4-FFF2-40B4-BE49-F238E27FC236}">
                  <a16:creationId xmlns:a16="http://schemas.microsoft.com/office/drawing/2014/main" id="{4423EE83-58E9-3CBA-1337-4CC86E26DB62}"/>
                </a:ext>
              </a:extLst>
            </p:cNvPr>
            <p:cNvSpPr/>
            <p:nvPr/>
          </p:nvSpPr>
          <p:spPr>
            <a:xfrm>
              <a:off x="256273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7">
              <a:extLst>
                <a:ext uri="{FF2B5EF4-FFF2-40B4-BE49-F238E27FC236}">
                  <a16:creationId xmlns:a16="http://schemas.microsoft.com/office/drawing/2014/main" id="{364B9A9E-1993-A91F-2CA4-FECBF680735E}"/>
                </a:ext>
              </a:extLst>
            </p:cNvPr>
            <p:cNvSpPr/>
            <p:nvPr/>
          </p:nvSpPr>
          <p:spPr>
            <a:xfrm>
              <a:off x="257217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8">
              <a:extLst>
                <a:ext uri="{FF2B5EF4-FFF2-40B4-BE49-F238E27FC236}">
                  <a16:creationId xmlns:a16="http://schemas.microsoft.com/office/drawing/2014/main" id="{AEC2934D-B02C-C7CE-0A97-8C4CE045A80E}"/>
                </a:ext>
              </a:extLst>
            </p:cNvPr>
            <p:cNvSpPr/>
            <p:nvPr/>
          </p:nvSpPr>
          <p:spPr>
            <a:xfrm>
              <a:off x="258161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09">
              <a:extLst>
                <a:ext uri="{FF2B5EF4-FFF2-40B4-BE49-F238E27FC236}">
                  <a16:creationId xmlns:a16="http://schemas.microsoft.com/office/drawing/2014/main" id="{2AB70715-692C-3D13-8EE9-CBF40A408119}"/>
                </a:ext>
              </a:extLst>
            </p:cNvPr>
            <p:cNvSpPr/>
            <p:nvPr/>
          </p:nvSpPr>
          <p:spPr>
            <a:xfrm>
              <a:off x="259105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0">
              <a:extLst>
                <a:ext uri="{FF2B5EF4-FFF2-40B4-BE49-F238E27FC236}">
                  <a16:creationId xmlns:a16="http://schemas.microsoft.com/office/drawing/2014/main" id="{7940DFA6-2986-AFC8-B32A-CE5756524A12}"/>
                </a:ext>
              </a:extLst>
            </p:cNvPr>
            <p:cNvSpPr/>
            <p:nvPr/>
          </p:nvSpPr>
          <p:spPr>
            <a:xfrm>
              <a:off x="260049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1">
              <a:extLst>
                <a:ext uri="{FF2B5EF4-FFF2-40B4-BE49-F238E27FC236}">
                  <a16:creationId xmlns:a16="http://schemas.microsoft.com/office/drawing/2014/main" id="{80679096-DA8C-3D5C-F9C1-84905DC9A3B3}"/>
                </a:ext>
              </a:extLst>
            </p:cNvPr>
            <p:cNvSpPr/>
            <p:nvPr/>
          </p:nvSpPr>
          <p:spPr>
            <a:xfrm>
              <a:off x="260993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2">
              <a:extLst>
                <a:ext uri="{FF2B5EF4-FFF2-40B4-BE49-F238E27FC236}">
                  <a16:creationId xmlns:a16="http://schemas.microsoft.com/office/drawing/2014/main" id="{33705C56-1173-4AD1-2F4E-B927D13DEFF0}"/>
                </a:ext>
              </a:extLst>
            </p:cNvPr>
            <p:cNvSpPr/>
            <p:nvPr/>
          </p:nvSpPr>
          <p:spPr>
            <a:xfrm>
              <a:off x="261937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3">
              <a:extLst>
                <a:ext uri="{FF2B5EF4-FFF2-40B4-BE49-F238E27FC236}">
                  <a16:creationId xmlns:a16="http://schemas.microsoft.com/office/drawing/2014/main" id="{B8A55A79-7DC2-9607-2457-03937F1A7BB4}"/>
                </a:ext>
              </a:extLst>
            </p:cNvPr>
            <p:cNvSpPr/>
            <p:nvPr/>
          </p:nvSpPr>
          <p:spPr>
            <a:xfrm>
              <a:off x="262881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4">
              <a:extLst>
                <a:ext uri="{FF2B5EF4-FFF2-40B4-BE49-F238E27FC236}">
                  <a16:creationId xmlns:a16="http://schemas.microsoft.com/office/drawing/2014/main" id="{6D7BC07E-3C9D-30A7-9887-C5EB4146380D}"/>
                </a:ext>
              </a:extLst>
            </p:cNvPr>
            <p:cNvSpPr/>
            <p:nvPr/>
          </p:nvSpPr>
          <p:spPr>
            <a:xfrm>
              <a:off x="263825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5">
              <a:extLst>
                <a:ext uri="{FF2B5EF4-FFF2-40B4-BE49-F238E27FC236}">
                  <a16:creationId xmlns:a16="http://schemas.microsoft.com/office/drawing/2014/main" id="{C6491BA4-1E71-3A90-4219-165FCECD5089}"/>
                </a:ext>
              </a:extLst>
            </p:cNvPr>
            <p:cNvSpPr/>
            <p:nvPr/>
          </p:nvSpPr>
          <p:spPr>
            <a:xfrm>
              <a:off x="264769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6">
              <a:extLst>
                <a:ext uri="{FF2B5EF4-FFF2-40B4-BE49-F238E27FC236}">
                  <a16:creationId xmlns:a16="http://schemas.microsoft.com/office/drawing/2014/main" id="{DAE2EF77-5BD8-B198-D370-DAE0342D17C9}"/>
                </a:ext>
              </a:extLst>
            </p:cNvPr>
            <p:cNvSpPr/>
            <p:nvPr/>
          </p:nvSpPr>
          <p:spPr>
            <a:xfrm>
              <a:off x="265713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7">
              <a:extLst>
                <a:ext uri="{FF2B5EF4-FFF2-40B4-BE49-F238E27FC236}">
                  <a16:creationId xmlns:a16="http://schemas.microsoft.com/office/drawing/2014/main" id="{431BBDF0-D6F3-4D20-2A15-7C0DC84E625A}"/>
                </a:ext>
              </a:extLst>
            </p:cNvPr>
            <p:cNvSpPr/>
            <p:nvPr/>
          </p:nvSpPr>
          <p:spPr>
            <a:xfrm>
              <a:off x="266657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8">
              <a:extLst>
                <a:ext uri="{FF2B5EF4-FFF2-40B4-BE49-F238E27FC236}">
                  <a16:creationId xmlns:a16="http://schemas.microsoft.com/office/drawing/2014/main" id="{57297A1C-122B-BB33-AE90-C1BE5C096EB7}"/>
                </a:ext>
              </a:extLst>
            </p:cNvPr>
            <p:cNvSpPr/>
            <p:nvPr/>
          </p:nvSpPr>
          <p:spPr>
            <a:xfrm>
              <a:off x="267601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19">
              <a:extLst>
                <a:ext uri="{FF2B5EF4-FFF2-40B4-BE49-F238E27FC236}">
                  <a16:creationId xmlns:a16="http://schemas.microsoft.com/office/drawing/2014/main" id="{AB3DBE6E-0ADE-DFA8-B944-C5E46FF03FE6}"/>
                </a:ext>
              </a:extLst>
            </p:cNvPr>
            <p:cNvSpPr/>
            <p:nvPr/>
          </p:nvSpPr>
          <p:spPr>
            <a:xfrm>
              <a:off x="268545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0">
              <a:extLst>
                <a:ext uri="{FF2B5EF4-FFF2-40B4-BE49-F238E27FC236}">
                  <a16:creationId xmlns:a16="http://schemas.microsoft.com/office/drawing/2014/main" id="{D098B6DA-9A68-CC1F-B1FC-F2762DBE5EB0}"/>
                </a:ext>
              </a:extLst>
            </p:cNvPr>
            <p:cNvSpPr/>
            <p:nvPr/>
          </p:nvSpPr>
          <p:spPr>
            <a:xfrm>
              <a:off x="269489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1">
              <a:extLst>
                <a:ext uri="{FF2B5EF4-FFF2-40B4-BE49-F238E27FC236}">
                  <a16:creationId xmlns:a16="http://schemas.microsoft.com/office/drawing/2014/main" id="{5127F89A-1CCC-D891-95E0-DC8398289814}"/>
                </a:ext>
              </a:extLst>
            </p:cNvPr>
            <p:cNvSpPr/>
            <p:nvPr/>
          </p:nvSpPr>
          <p:spPr>
            <a:xfrm>
              <a:off x="270433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2">
              <a:extLst>
                <a:ext uri="{FF2B5EF4-FFF2-40B4-BE49-F238E27FC236}">
                  <a16:creationId xmlns:a16="http://schemas.microsoft.com/office/drawing/2014/main" id="{6F3D8FF5-D349-935D-84D1-2930DB4F4225}"/>
                </a:ext>
              </a:extLst>
            </p:cNvPr>
            <p:cNvSpPr/>
            <p:nvPr/>
          </p:nvSpPr>
          <p:spPr>
            <a:xfrm>
              <a:off x="271377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3">
              <a:extLst>
                <a:ext uri="{FF2B5EF4-FFF2-40B4-BE49-F238E27FC236}">
                  <a16:creationId xmlns:a16="http://schemas.microsoft.com/office/drawing/2014/main" id="{AAA7E53D-E4B2-82EF-FD49-8498AD28752C}"/>
                </a:ext>
              </a:extLst>
            </p:cNvPr>
            <p:cNvSpPr/>
            <p:nvPr/>
          </p:nvSpPr>
          <p:spPr>
            <a:xfrm>
              <a:off x="272321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4">
              <a:extLst>
                <a:ext uri="{FF2B5EF4-FFF2-40B4-BE49-F238E27FC236}">
                  <a16:creationId xmlns:a16="http://schemas.microsoft.com/office/drawing/2014/main" id="{AF28F48B-8F12-F5F6-CFB8-64E7CAC023F3}"/>
                </a:ext>
              </a:extLst>
            </p:cNvPr>
            <p:cNvSpPr/>
            <p:nvPr/>
          </p:nvSpPr>
          <p:spPr>
            <a:xfrm>
              <a:off x="273265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5">
              <a:extLst>
                <a:ext uri="{FF2B5EF4-FFF2-40B4-BE49-F238E27FC236}">
                  <a16:creationId xmlns:a16="http://schemas.microsoft.com/office/drawing/2014/main" id="{59570A06-ADCD-BABD-5362-BE298C0140FE}"/>
                </a:ext>
              </a:extLst>
            </p:cNvPr>
            <p:cNvSpPr/>
            <p:nvPr/>
          </p:nvSpPr>
          <p:spPr>
            <a:xfrm>
              <a:off x="274209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6">
              <a:extLst>
                <a:ext uri="{FF2B5EF4-FFF2-40B4-BE49-F238E27FC236}">
                  <a16:creationId xmlns:a16="http://schemas.microsoft.com/office/drawing/2014/main" id="{E90A6F4C-5E5D-DFC7-FB58-AC9796F93484}"/>
                </a:ext>
              </a:extLst>
            </p:cNvPr>
            <p:cNvSpPr/>
            <p:nvPr/>
          </p:nvSpPr>
          <p:spPr>
            <a:xfrm>
              <a:off x="275153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7">
              <a:extLst>
                <a:ext uri="{FF2B5EF4-FFF2-40B4-BE49-F238E27FC236}">
                  <a16:creationId xmlns:a16="http://schemas.microsoft.com/office/drawing/2014/main" id="{A7B1C74E-2294-5B37-0100-D06F7FEB9955}"/>
                </a:ext>
              </a:extLst>
            </p:cNvPr>
            <p:cNvSpPr/>
            <p:nvPr/>
          </p:nvSpPr>
          <p:spPr>
            <a:xfrm>
              <a:off x="276097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8">
              <a:extLst>
                <a:ext uri="{FF2B5EF4-FFF2-40B4-BE49-F238E27FC236}">
                  <a16:creationId xmlns:a16="http://schemas.microsoft.com/office/drawing/2014/main" id="{3CFE87A6-A53D-A61F-72CA-33438DAEF53A}"/>
                </a:ext>
              </a:extLst>
            </p:cNvPr>
            <p:cNvSpPr/>
            <p:nvPr/>
          </p:nvSpPr>
          <p:spPr>
            <a:xfrm>
              <a:off x="277041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29">
              <a:extLst>
                <a:ext uri="{FF2B5EF4-FFF2-40B4-BE49-F238E27FC236}">
                  <a16:creationId xmlns:a16="http://schemas.microsoft.com/office/drawing/2014/main" id="{124757AD-2902-B446-1374-81C8C5D7DBF6}"/>
                </a:ext>
              </a:extLst>
            </p:cNvPr>
            <p:cNvSpPr/>
            <p:nvPr/>
          </p:nvSpPr>
          <p:spPr>
            <a:xfrm>
              <a:off x="277985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0">
              <a:extLst>
                <a:ext uri="{FF2B5EF4-FFF2-40B4-BE49-F238E27FC236}">
                  <a16:creationId xmlns:a16="http://schemas.microsoft.com/office/drawing/2014/main" id="{D0049D85-63DC-A08F-B077-9DF5AB67BADE}"/>
                </a:ext>
              </a:extLst>
            </p:cNvPr>
            <p:cNvSpPr/>
            <p:nvPr/>
          </p:nvSpPr>
          <p:spPr>
            <a:xfrm>
              <a:off x="278929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1">
              <a:extLst>
                <a:ext uri="{FF2B5EF4-FFF2-40B4-BE49-F238E27FC236}">
                  <a16:creationId xmlns:a16="http://schemas.microsoft.com/office/drawing/2014/main" id="{4C988AB4-7E3B-42CB-70BF-4276B2407804}"/>
                </a:ext>
              </a:extLst>
            </p:cNvPr>
            <p:cNvSpPr/>
            <p:nvPr/>
          </p:nvSpPr>
          <p:spPr>
            <a:xfrm>
              <a:off x="279873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2">
              <a:extLst>
                <a:ext uri="{FF2B5EF4-FFF2-40B4-BE49-F238E27FC236}">
                  <a16:creationId xmlns:a16="http://schemas.microsoft.com/office/drawing/2014/main" id="{FFCD1D6D-BB2F-BA70-D326-BE0951CCBE55}"/>
                </a:ext>
              </a:extLst>
            </p:cNvPr>
            <p:cNvSpPr/>
            <p:nvPr/>
          </p:nvSpPr>
          <p:spPr>
            <a:xfrm>
              <a:off x="280817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3">
              <a:extLst>
                <a:ext uri="{FF2B5EF4-FFF2-40B4-BE49-F238E27FC236}">
                  <a16:creationId xmlns:a16="http://schemas.microsoft.com/office/drawing/2014/main" id="{BD49EF54-4E6B-930E-E9A9-748AB1DEEA46}"/>
                </a:ext>
              </a:extLst>
            </p:cNvPr>
            <p:cNvSpPr/>
            <p:nvPr/>
          </p:nvSpPr>
          <p:spPr>
            <a:xfrm>
              <a:off x="281761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4">
              <a:extLst>
                <a:ext uri="{FF2B5EF4-FFF2-40B4-BE49-F238E27FC236}">
                  <a16:creationId xmlns:a16="http://schemas.microsoft.com/office/drawing/2014/main" id="{D781404B-BBEF-F8EB-9B07-15B6ABE0F2CC}"/>
                </a:ext>
              </a:extLst>
            </p:cNvPr>
            <p:cNvSpPr/>
            <p:nvPr/>
          </p:nvSpPr>
          <p:spPr>
            <a:xfrm>
              <a:off x="282705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5">
              <a:extLst>
                <a:ext uri="{FF2B5EF4-FFF2-40B4-BE49-F238E27FC236}">
                  <a16:creationId xmlns:a16="http://schemas.microsoft.com/office/drawing/2014/main" id="{21F5EFF8-7E0D-2092-2F44-291CF73F9F5E}"/>
                </a:ext>
              </a:extLst>
            </p:cNvPr>
            <p:cNvSpPr/>
            <p:nvPr/>
          </p:nvSpPr>
          <p:spPr>
            <a:xfrm>
              <a:off x="283649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6">
              <a:extLst>
                <a:ext uri="{FF2B5EF4-FFF2-40B4-BE49-F238E27FC236}">
                  <a16:creationId xmlns:a16="http://schemas.microsoft.com/office/drawing/2014/main" id="{31BCD74C-C3F8-5BF6-1D04-40BAFE48748A}"/>
                </a:ext>
              </a:extLst>
            </p:cNvPr>
            <p:cNvSpPr/>
            <p:nvPr/>
          </p:nvSpPr>
          <p:spPr>
            <a:xfrm>
              <a:off x="284593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7">
              <a:extLst>
                <a:ext uri="{FF2B5EF4-FFF2-40B4-BE49-F238E27FC236}">
                  <a16:creationId xmlns:a16="http://schemas.microsoft.com/office/drawing/2014/main" id="{82138914-4F97-24BD-89E0-9C3B914B8BD8}"/>
                </a:ext>
              </a:extLst>
            </p:cNvPr>
            <p:cNvSpPr/>
            <p:nvPr/>
          </p:nvSpPr>
          <p:spPr>
            <a:xfrm>
              <a:off x="285538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8">
              <a:extLst>
                <a:ext uri="{FF2B5EF4-FFF2-40B4-BE49-F238E27FC236}">
                  <a16:creationId xmlns:a16="http://schemas.microsoft.com/office/drawing/2014/main" id="{8131295C-387E-C18C-5442-53FF570192B4}"/>
                </a:ext>
              </a:extLst>
            </p:cNvPr>
            <p:cNvSpPr/>
            <p:nvPr/>
          </p:nvSpPr>
          <p:spPr>
            <a:xfrm>
              <a:off x="286482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39">
              <a:extLst>
                <a:ext uri="{FF2B5EF4-FFF2-40B4-BE49-F238E27FC236}">
                  <a16:creationId xmlns:a16="http://schemas.microsoft.com/office/drawing/2014/main" id="{AC243212-CBE7-79B5-8CA1-BC8DDE9E9238}"/>
                </a:ext>
              </a:extLst>
            </p:cNvPr>
            <p:cNvSpPr/>
            <p:nvPr/>
          </p:nvSpPr>
          <p:spPr>
            <a:xfrm>
              <a:off x="287426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0">
              <a:extLst>
                <a:ext uri="{FF2B5EF4-FFF2-40B4-BE49-F238E27FC236}">
                  <a16:creationId xmlns:a16="http://schemas.microsoft.com/office/drawing/2014/main" id="{649CB0BD-D4D8-540B-3EC0-CD6D0FCA1296}"/>
                </a:ext>
              </a:extLst>
            </p:cNvPr>
            <p:cNvSpPr/>
            <p:nvPr/>
          </p:nvSpPr>
          <p:spPr>
            <a:xfrm>
              <a:off x="288370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1">
              <a:extLst>
                <a:ext uri="{FF2B5EF4-FFF2-40B4-BE49-F238E27FC236}">
                  <a16:creationId xmlns:a16="http://schemas.microsoft.com/office/drawing/2014/main" id="{F43BF251-C42C-2039-408F-EDD3BEB81FAE}"/>
                </a:ext>
              </a:extLst>
            </p:cNvPr>
            <p:cNvSpPr/>
            <p:nvPr/>
          </p:nvSpPr>
          <p:spPr>
            <a:xfrm>
              <a:off x="289314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2">
              <a:extLst>
                <a:ext uri="{FF2B5EF4-FFF2-40B4-BE49-F238E27FC236}">
                  <a16:creationId xmlns:a16="http://schemas.microsoft.com/office/drawing/2014/main" id="{427549F2-3E39-9FF7-94E0-737EBDB25F31}"/>
                </a:ext>
              </a:extLst>
            </p:cNvPr>
            <p:cNvSpPr/>
            <p:nvPr/>
          </p:nvSpPr>
          <p:spPr>
            <a:xfrm>
              <a:off x="290258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3">
              <a:extLst>
                <a:ext uri="{FF2B5EF4-FFF2-40B4-BE49-F238E27FC236}">
                  <a16:creationId xmlns:a16="http://schemas.microsoft.com/office/drawing/2014/main" id="{86C091C1-5CC0-D148-47D5-9A10C0B0B24B}"/>
                </a:ext>
              </a:extLst>
            </p:cNvPr>
            <p:cNvSpPr/>
            <p:nvPr/>
          </p:nvSpPr>
          <p:spPr>
            <a:xfrm>
              <a:off x="291202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4">
              <a:extLst>
                <a:ext uri="{FF2B5EF4-FFF2-40B4-BE49-F238E27FC236}">
                  <a16:creationId xmlns:a16="http://schemas.microsoft.com/office/drawing/2014/main" id="{BE1B2783-8B2B-CF20-D356-D2E10BAE92B4}"/>
                </a:ext>
              </a:extLst>
            </p:cNvPr>
            <p:cNvSpPr/>
            <p:nvPr/>
          </p:nvSpPr>
          <p:spPr>
            <a:xfrm>
              <a:off x="292146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5">
              <a:extLst>
                <a:ext uri="{FF2B5EF4-FFF2-40B4-BE49-F238E27FC236}">
                  <a16:creationId xmlns:a16="http://schemas.microsoft.com/office/drawing/2014/main" id="{1025A681-1260-1F72-A2CB-F92441C65E0B}"/>
                </a:ext>
              </a:extLst>
            </p:cNvPr>
            <p:cNvSpPr/>
            <p:nvPr/>
          </p:nvSpPr>
          <p:spPr>
            <a:xfrm>
              <a:off x="293090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6">
              <a:extLst>
                <a:ext uri="{FF2B5EF4-FFF2-40B4-BE49-F238E27FC236}">
                  <a16:creationId xmlns:a16="http://schemas.microsoft.com/office/drawing/2014/main" id="{EF9975B3-1A0B-9D98-FFFB-EE190998A858}"/>
                </a:ext>
              </a:extLst>
            </p:cNvPr>
            <p:cNvSpPr/>
            <p:nvPr/>
          </p:nvSpPr>
          <p:spPr>
            <a:xfrm>
              <a:off x="294034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7">
              <a:extLst>
                <a:ext uri="{FF2B5EF4-FFF2-40B4-BE49-F238E27FC236}">
                  <a16:creationId xmlns:a16="http://schemas.microsoft.com/office/drawing/2014/main" id="{94C962DE-6832-4714-8E96-6D7777DF49A3}"/>
                </a:ext>
              </a:extLst>
            </p:cNvPr>
            <p:cNvSpPr/>
            <p:nvPr/>
          </p:nvSpPr>
          <p:spPr>
            <a:xfrm>
              <a:off x="294978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8">
              <a:extLst>
                <a:ext uri="{FF2B5EF4-FFF2-40B4-BE49-F238E27FC236}">
                  <a16:creationId xmlns:a16="http://schemas.microsoft.com/office/drawing/2014/main" id="{98FFA4E8-46A3-765B-540B-9618A28AF37B}"/>
                </a:ext>
              </a:extLst>
            </p:cNvPr>
            <p:cNvSpPr/>
            <p:nvPr/>
          </p:nvSpPr>
          <p:spPr>
            <a:xfrm>
              <a:off x="295922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49">
              <a:extLst>
                <a:ext uri="{FF2B5EF4-FFF2-40B4-BE49-F238E27FC236}">
                  <a16:creationId xmlns:a16="http://schemas.microsoft.com/office/drawing/2014/main" id="{3A619D88-C767-4A58-D8C8-BDF93B4C0C50}"/>
                </a:ext>
              </a:extLst>
            </p:cNvPr>
            <p:cNvSpPr/>
            <p:nvPr/>
          </p:nvSpPr>
          <p:spPr>
            <a:xfrm>
              <a:off x="296866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0">
              <a:extLst>
                <a:ext uri="{FF2B5EF4-FFF2-40B4-BE49-F238E27FC236}">
                  <a16:creationId xmlns:a16="http://schemas.microsoft.com/office/drawing/2014/main" id="{8978D7E0-BB2D-7659-F043-9C65285E12B1}"/>
                </a:ext>
              </a:extLst>
            </p:cNvPr>
            <p:cNvSpPr/>
            <p:nvPr/>
          </p:nvSpPr>
          <p:spPr>
            <a:xfrm>
              <a:off x="297810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1">
              <a:extLst>
                <a:ext uri="{FF2B5EF4-FFF2-40B4-BE49-F238E27FC236}">
                  <a16:creationId xmlns:a16="http://schemas.microsoft.com/office/drawing/2014/main" id="{FBB45EBF-BA7A-D105-E57B-347CE69DB5A4}"/>
                </a:ext>
              </a:extLst>
            </p:cNvPr>
            <p:cNvSpPr/>
            <p:nvPr/>
          </p:nvSpPr>
          <p:spPr>
            <a:xfrm>
              <a:off x="298754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2">
              <a:extLst>
                <a:ext uri="{FF2B5EF4-FFF2-40B4-BE49-F238E27FC236}">
                  <a16:creationId xmlns:a16="http://schemas.microsoft.com/office/drawing/2014/main" id="{FA2457FB-8B13-E85F-85E3-EEAC8E3C20BF}"/>
                </a:ext>
              </a:extLst>
            </p:cNvPr>
            <p:cNvSpPr/>
            <p:nvPr/>
          </p:nvSpPr>
          <p:spPr>
            <a:xfrm>
              <a:off x="299698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3">
              <a:extLst>
                <a:ext uri="{FF2B5EF4-FFF2-40B4-BE49-F238E27FC236}">
                  <a16:creationId xmlns:a16="http://schemas.microsoft.com/office/drawing/2014/main" id="{9FE34EFF-E382-E4B5-37E0-9E29436E5B5C}"/>
                </a:ext>
              </a:extLst>
            </p:cNvPr>
            <p:cNvSpPr/>
            <p:nvPr/>
          </p:nvSpPr>
          <p:spPr>
            <a:xfrm>
              <a:off x="300642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4">
              <a:extLst>
                <a:ext uri="{FF2B5EF4-FFF2-40B4-BE49-F238E27FC236}">
                  <a16:creationId xmlns:a16="http://schemas.microsoft.com/office/drawing/2014/main" id="{93D95A2F-8BDE-7811-EF6D-6D87DFD3A4EC}"/>
                </a:ext>
              </a:extLst>
            </p:cNvPr>
            <p:cNvSpPr/>
            <p:nvPr/>
          </p:nvSpPr>
          <p:spPr>
            <a:xfrm>
              <a:off x="301586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5">
              <a:extLst>
                <a:ext uri="{FF2B5EF4-FFF2-40B4-BE49-F238E27FC236}">
                  <a16:creationId xmlns:a16="http://schemas.microsoft.com/office/drawing/2014/main" id="{5F006393-E676-133D-4693-31A3F20EE646}"/>
                </a:ext>
              </a:extLst>
            </p:cNvPr>
            <p:cNvSpPr/>
            <p:nvPr/>
          </p:nvSpPr>
          <p:spPr>
            <a:xfrm>
              <a:off x="302530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6">
              <a:extLst>
                <a:ext uri="{FF2B5EF4-FFF2-40B4-BE49-F238E27FC236}">
                  <a16:creationId xmlns:a16="http://schemas.microsoft.com/office/drawing/2014/main" id="{AED6DD07-03AF-3164-B9D2-EB25F27C9DE9}"/>
                </a:ext>
              </a:extLst>
            </p:cNvPr>
            <p:cNvSpPr/>
            <p:nvPr/>
          </p:nvSpPr>
          <p:spPr>
            <a:xfrm>
              <a:off x="303474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7">
              <a:extLst>
                <a:ext uri="{FF2B5EF4-FFF2-40B4-BE49-F238E27FC236}">
                  <a16:creationId xmlns:a16="http://schemas.microsoft.com/office/drawing/2014/main" id="{8276D29C-EB13-1579-D9C1-072EF7FBD4AD}"/>
                </a:ext>
              </a:extLst>
            </p:cNvPr>
            <p:cNvSpPr/>
            <p:nvPr/>
          </p:nvSpPr>
          <p:spPr>
            <a:xfrm>
              <a:off x="304418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8">
              <a:extLst>
                <a:ext uri="{FF2B5EF4-FFF2-40B4-BE49-F238E27FC236}">
                  <a16:creationId xmlns:a16="http://schemas.microsoft.com/office/drawing/2014/main" id="{AD605F8A-F582-AF32-3C8E-887F722DABBE}"/>
                </a:ext>
              </a:extLst>
            </p:cNvPr>
            <p:cNvSpPr/>
            <p:nvPr/>
          </p:nvSpPr>
          <p:spPr>
            <a:xfrm>
              <a:off x="305362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59">
              <a:extLst>
                <a:ext uri="{FF2B5EF4-FFF2-40B4-BE49-F238E27FC236}">
                  <a16:creationId xmlns:a16="http://schemas.microsoft.com/office/drawing/2014/main" id="{6FD04B98-9503-0065-269E-790C40DB8B2E}"/>
                </a:ext>
              </a:extLst>
            </p:cNvPr>
            <p:cNvSpPr/>
            <p:nvPr/>
          </p:nvSpPr>
          <p:spPr>
            <a:xfrm>
              <a:off x="306306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0">
              <a:extLst>
                <a:ext uri="{FF2B5EF4-FFF2-40B4-BE49-F238E27FC236}">
                  <a16:creationId xmlns:a16="http://schemas.microsoft.com/office/drawing/2014/main" id="{810B0996-A5ED-9ED7-8DA7-2F93678C4126}"/>
                </a:ext>
              </a:extLst>
            </p:cNvPr>
            <p:cNvSpPr/>
            <p:nvPr/>
          </p:nvSpPr>
          <p:spPr>
            <a:xfrm>
              <a:off x="307250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1">
              <a:extLst>
                <a:ext uri="{FF2B5EF4-FFF2-40B4-BE49-F238E27FC236}">
                  <a16:creationId xmlns:a16="http://schemas.microsoft.com/office/drawing/2014/main" id="{65863A99-155E-5927-D05D-0C66928A901E}"/>
                </a:ext>
              </a:extLst>
            </p:cNvPr>
            <p:cNvSpPr/>
            <p:nvPr/>
          </p:nvSpPr>
          <p:spPr>
            <a:xfrm>
              <a:off x="308194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2">
              <a:extLst>
                <a:ext uri="{FF2B5EF4-FFF2-40B4-BE49-F238E27FC236}">
                  <a16:creationId xmlns:a16="http://schemas.microsoft.com/office/drawing/2014/main" id="{655A9FD5-C86A-3DFC-B988-645530D3B88B}"/>
                </a:ext>
              </a:extLst>
            </p:cNvPr>
            <p:cNvSpPr/>
            <p:nvPr/>
          </p:nvSpPr>
          <p:spPr>
            <a:xfrm>
              <a:off x="309138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3">
              <a:extLst>
                <a:ext uri="{FF2B5EF4-FFF2-40B4-BE49-F238E27FC236}">
                  <a16:creationId xmlns:a16="http://schemas.microsoft.com/office/drawing/2014/main" id="{1369F2DC-D9BF-6F86-454A-80F5903DF176}"/>
                </a:ext>
              </a:extLst>
            </p:cNvPr>
            <p:cNvSpPr/>
            <p:nvPr/>
          </p:nvSpPr>
          <p:spPr>
            <a:xfrm>
              <a:off x="310082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4">
              <a:extLst>
                <a:ext uri="{FF2B5EF4-FFF2-40B4-BE49-F238E27FC236}">
                  <a16:creationId xmlns:a16="http://schemas.microsoft.com/office/drawing/2014/main" id="{E9A54785-0502-8579-169E-F85C3C6ED59A}"/>
                </a:ext>
              </a:extLst>
            </p:cNvPr>
            <p:cNvSpPr/>
            <p:nvPr/>
          </p:nvSpPr>
          <p:spPr>
            <a:xfrm>
              <a:off x="311026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5">
              <a:extLst>
                <a:ext uri="{FF2B5EF4-FFF2-40B4-BE49-F238E27FC236}">
                  <a16:creationId xmlns:a16="http://schemas.microsoft.com/office/drawing/2014/main" id="{C6A40489-B98D-1E36-E585-BC7790626102}"/>
                </a:ext>
              </a:extLst>
            </p:cNvPr>
            <p:cNvSpPr/>
            <p:nvPr/>
          </p:nvSpPr>
          <p:spPr>
            <a:xfrm>
              <a:off x="311970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6">
              <a:extLst>
                <a:ext uri="{FF2B5EF4-FFF2-40B4-BE49-F238E27FC236}">
                  <a16:creationId xmlns:a16="http://schemas.microsoft.com/office/drawing/2014/main" id="{EE0448F4-A482-8AFE-C8DB-7920C0916F43}"/>
                </a:ext>
              </a:extLst>
            </p:cNvPr>
            <p:cNvSpPr/>
            <p:nvPr/>
          </p:nvSpPr>
          <p:spPr>
            <a:xfrm>
              <a:off x="312914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7">
              <a:extLst>
                <a:ext uri="{FF2B5EF4-FFF2-40B4-BE49-F238E27FC236}">
                  <a16:creationId xmlns:a16="http://schemas.microsoft.com/office/drawing/2014/main" id="{1C3CA597-EFF3-F65A-02A6-3059B08D7757}"/>
                </a:ext>
              </a:extLst>
            </p:cNvPr>
            <p:cNvSpPr/>
            <p:nvPr/>
          </p:nvSpPr>
          <p:spPr>
            <a:xfrm>
              <a:off x="313858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8">
              <a:extLst>
                <a:ext uri="{FF2B5EF4-FFF2-40B4-BE49-F238E27FC236}">
                  <a16:creationId xmlns:a16="http://schemas.microsoft.com/office/drawing/2014/main" id="{29FCA66F-210D-E539-14C3-6BB4B6420E40}"/>
                </a:ext>
              </a:extLst>
            </p:cNvPr>
            <p:cNvSpPr/>
            <p:nvPr/>
          </p:nvSpPr>
          <p:spPr>
            <a:xfrm>
              <a:off x="314802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69">
              <a:extLst>
                <a:ext uri="{FF2B5EF4-FFF2-40B4-BE49-F238E27FC236}">
                  <a16:creationId xmlns:a16="http://schemas.microsoft.com/office/drawing/2014/main" id="{76DB197E-9561-28F5-D3BD-FAB0C415ABDD}"/>
                </a:ext>
              </a:extLst>
            </p:cNvPr>
            <p:cNvSpPr/>
            <p:nvPr/>
          </p:nvSpPr>
          <p:spPr>
            <a:xfrm>
              <a:off x="315746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0">
              <a:extLst>
                <a:ext uri="{FF2B5EF4-FFF2-40B4-BE49-F238E27FC236}">
                  <a16:creationId xmlns:a16="http://schemas.microsoft.com/office/drawing/2014/main" id="{3B1A8D83-58E5-C907-9779-F9091FC75FEE}"/>
                </a:ext>
              </a:extLst>
            </p:cNvPr>
            <p:cNvSpPr/>
            <p:nvPr/>
          </p:nvSpPr>
          <p:spPr>
            <a:xfrm>
              <a:off x="316690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1">
              <a:extLst>
                <a:ext uri="{FF2B5EF4-FFF2-40B4-BE49-F238E27FC236}">
                  <a16:creationId xmlns:a16="http://schemas.microsoft.com/office/drawing/2014/main" id="{FB6C6122-4EC0-9464-A151-271991D6D16A}"/>
                </a:ext>
              </a:extLst>
            </p:cNvPr>
            <p:cNvSpPr/>
            <p:nvPr/>
          </p:nvSpPr>
          <p:spPr>
            <a:xfrm>
              <a:off x="317634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2">
              <a:extLst>
                <a:ext uri="{FF2B5EF4-FFF2-40B4-BE49-F238E27FC236}">
                  <a16:creationId xmlns:a16="http://schemas.microsoft.com/office/drawing/2014/main" id="{B9FDB8DB-EE72-DA7E-0AE4-42F9C4F7A8E3}"/>
                </a:ext>
              </a:extLst>
            </p:cNvPr>
            <p:cNvSpPr/>
            <p:nvPr/>
          </p:nvSpPr>
          <p:spPr>
            <a:xfrm>
              <a:off x="318578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3">
              <a:extLst>
                <a:ext uri="{FF2B5EF4-FFF2-40B4-BE49-F238E27FC236}">
                  <a16:creationId xmlns:a16="http://schemas.microsoft.com/office/drawing/2014/main" id="{9AFFEFD7-3B17-DF0A-22E2-C0D10B10D6C8}"/>
                </a:ext>
              </a:extLst>
            </p:cNvPr>
            <p:cNvSpPr/>
            <p:nvPr/>
          </p:nvSpPr>
          <p:spPr>
            <a:xfrm>
              <a:off x="319522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4">
              <a:extLst>
                <a:ext uri="{FF2B5EF4-FFF2-40B4-BE49-F238E27FC236}">
                  <a16:creationId xmlns:a16="http://schemas.microsoft.com/office/drawing/2014/main" id="{BCC55509-19F3-FF0A-12B4-97534C1686AC}"/>
                </a:ext>
              </a:extLst>
            </p:cNvPr>
            <p:cNvSpPr/>
            <p:nvPr/>
          </p:nvSpPr>
          <p:spPr>
            <a:xfrm>
              <a:off x="320466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5">
              <a:extLst>
                <a:ext uri="{FF2B5EF4-FFF2-40B4-BE49-F238E27FC236}">
                  <a16:creationId xmlns:a16="http://schemas.microsoft.com/office/drawing/2014/main" id="{9D40A85A-ADC1-95EC-1AAE-CDBDED4F9F35}"/>
                </a:ext>
              </a:extLst>
            </p:cNvPr>
            <p:cNvSpPr/>
            <p:nvPr/>
          </p:nvSpPr>
          <p:spPr>
            <a:xfrm>
              <a:off x="321410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6">
              <a:extLst>
                <a:ext uri="{FF2B5EF4-FFF2-40B4-BE49-F238E27FC236}">
                  <a16:creationId xmlns:a16="http://schemas.microsoft.com/office/drawing/2014/main" id="{D0E4D413-2499-A186-51F7-D1CAFE1B437B}"/>
                </a:ext>
              </a:extLst>
            </p:cNvPr>
            <p:cNvSpPr/>
            <p:nvPr/>
          </p:nvSpPr>
          <p:spPr>
            <a:xfrm>
              <a:off x="322354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7">
              <a:extLst>
                <a:ext uri="{FF2B5EF4-FFF2-40B4-BE49-F238E27FC236}">
                  <a16:creationId xmlns:a16="http://schemas.microsoft.com/office/drawing/2014/main" id="{6D9C1A81-E941-7D8A-CD53-947A93020AD7}"/>
                </a:ext>
              </a:extLst>
            </p:cNvPr>
            <p:cNvSpPr/>
            <p:nvPr/>
          </p:nvSpPr>
          <p:spPr>
            <a:xfrm>
              <a:off x="323298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8">
              <a:extLst>
                <a:ext uri="{FF2B5EF4-FFF2-40B4-BE49-F238E27FC236}">
                  <a16:creationId xmlns:a16="http://schemas.microsoft.com/office/drawing/2014/main" id="{412F6418-4DD9-43E0-C83D-06CB160C8045}"/>
                </a:ext>
              </a:extLst>
            </p:cNvPr>
            <p:cNvSpPr/>
            <p:nvPr/>
          </p:nvSpPr>
          <p:spPr>
            <a:xfrm>
              <a:off x="324242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79">
              <a:extLst>
                <a:ext uri="{FF2B5EF4-FFF2-40B4-BE49-F238E27FC236}">
                  <a16:creationId xmlns:a16="http://schemas.microsoft.com/office/drawing/2014/main" id="{CDD4F309-33A4-1B48-7E85-6A5E4BC204FE}"/>
                </a:ext>
              </a:extLst>
            </p:cNvPr>
            <p:cNvSpPr/>
            <p:nvPr/>
          </p:nvSpPr>
          <p:spPr>
            <a:xfrm>
              <a:off x="325187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0">
              <a:extLst>
                <a:ext uri="{FF2B5EF4-FFF2-40B4-BE49-F238E27FC236}">
                  <a16:creationId xmlns:a16="http://schemas.microsoft.com/office/drawing/2014/main" id="{A7E67004-1E48-4B5A-278B-2675E0B26386}"/>
                </a:ext>
              </a:extLst>
            </p:cNvPr>
            <p:cNvSpPr/>
            <p:nvPr/>
          </p:nvSpPr>
          <p:spPr>
            <a:xfrm>
              <a:off x="326131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1">
              <a:extLst>
                <a:ext uri="{FF2B5EF4-FFF2-40B4-BE49-F238E27FC236}">
                  <a16:creationId xmlns:a16="http://schemas.microsoft.com/office/drawing/2014/main" id="{1093B6B0-A430-650A-D8C5-6F0AAC38C243}"/>
                </a:ext>
              </a:extLst>
            </p:cNvPr>
            <p:cNvSpPr/>
            <p:nvPr/>
          </p:nvSpPr>
          <p:spPr>
            <a:xfrm>
              <a:off x="327075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2">
              <a:extLst>
                <a:ext uri="{FF2B5EF4-FFF2-40B4-BE49-F238E27FC236}">
                  <a16:creationId xmlns:a16="http://schemas.microsoft.com/office/drawing/2014/main" id="{8B400A6B-4141-9CC3-A989-6EBB99FCB178}"/>
                </a:ext>
              </a:extLst>
            </p:cNvPr>
            <p:cNvSpPr/>
            <p:nvPr/>
          </p:nvSpPr>
          <p:spPr>
            <a:xfrm>
              <a:off x="3280190" y="2484048"/>
              <a:ext cx="923826" cy="914400"/>
            </a:xfrm>
            <a:custGeom>
              <a:avLst/>
              <a:gdLst/>
              <a:ahLst/>
              <a:cxnLst/>
              <a:rect l="0" t="0" r="0" b="0"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3">
              <a:extLst>
                <a:ext uri="{FF2B5EF4-FFF2-40B4-BE49-F238E27FC236}">
                  <a16:creationId xmlns:a16="http://schemas.microsoft.com/office/drawing/2014/main" id="{0155962D-16E4-2A7D-6726-6153EDB2FA54}"/>
                </a:ext>
              </a:extLst>
            </p:cNvPr>
            <p:cNvSpPr/>
            <p:nvPr/>
          </p:nvSpPr>
          <p:spPr>
            <a:xfrm>
              <a:off x="2440009" y="2448908"/>
              <a:ext cx="914400" cy="923967"/>
            </a:xfrm>
            <a:custGeom>
              <a:avLst/>
              <a:gdLst/>
              <a:ahLst/>
              <a:cxnLst/>
              <a:rect l="0" t="0" r="0" b="0"/>
              <a:pathLst>
                <a:path w="914400" h="923967">
                  <a:moveTo>
                    <a:pt x="914400" y="914400"/>
                  </a:moveTo>
                  <a:lnTo>
                    <a:pt x="914400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4">
              <a:extLst>
                <a:ext uri="{FF2B5EF4-FFF2-40B4-BE49-F238E27FC236}">
                  <a16:creationId xmlns:a16="http://schemas.microsoft.com/office/drawing/2014/main" id="{A28D5D76-78AD-9382-8701-A770BEACD876}"/>
                </a:ext>
              </a:extLst>
            </p:cNvPr>
            <p:cNvSpPr/>
            <p:nvPr/>
          </p:nvSpPr>
          <p:spPr>
            <a:xfrm>
              <a:off x="244000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400" y="923967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5">
              <a:extLst>
                <a:ext uri="{FF2B5EF4-FFF2-40B4-BE49-F238E27FC236}">
                  <a16:creationId xmlns:a16="http://schemas.microsoft.com/office/drawing/2014/main" id="{456DCBE6-761C-1483-9AAE-1C030796642A}"/>
                </a:ext>
              </a:extLst>
            </p:cNvPr>
            <p:cNvSpPr/>
            <p:nvPr/>
          </p:nvSpPr>
          <p:spPr>
            <a:xfrm>
              <a:off x="244944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6">
              <a:extLst>
                <a:ext uri="{FF2B5EF4-FFF2-40B4-BE49-F238E27FC236}">
                  <a16:creationId xmlns:a16="http://schemas.microsoft.com/office/drawing/2014/main" id="{54AF3DBE-A4A2-9B39-79E3-82E26EB52AD2}"/>
                </a:ext>
              </a:extLst>
            </p:cNvPr>
            <p:cNvSpPr/>
            <p:nvPr/>
          </p:nvSpPr>
          <p:spPr>
            <a:xfrm>
              <a:off x="245889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7">
              <a:extLst>
                <a:ext uri="{FF2B5EF4-FFF2-40B4-BE49-F238E27FC236}">
                  <a16:creationId xmlns:a16="http://schemas.microsoft.com/office/drawing/2014/main" id="{5A538293-CDA3-0119-9F97-30D0E46430E2}"/>
                </a:ext>
              </a:extLst>
            </p:cNvPr>
            <p:cNvSpPr/>
            <p:nvPr/>
          </p:nvSpPr>
          <p:spPr>
            <a:xfrm>
              <a:off x="246833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8">
              <a:extLst>
                <a:ext uri="{FF2B5EF4-FFF2-40B4-BE49-F238E27FC236}">
                  <a16:creationId xmlns:a16="http://schemas.microsoft.com/office/drawing/2014/main" id="{AE6EF39A-EC07-BBD0-98A0-B8CE111B4318}"/>
                </a:ext>
              </a:extLst>
            </p:cNvPr>
            <p:cNvSpPr/>
            <p:nvPr/>
          </p:nvSpPr>
          <p:spPr>
            <a:xfrm>
              <a:off x="247777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89">
              <a:extLst>
                <a:ext uri="{FF2B5EF4-FFF2-40B4-BE49-F238E27FC236}">
                  <a16:creationId xmlns:a16="http://schemas.microsoft.com/office/drawing/2014/main" id="{6A1DEDAE-BCCF-0167-ECF3-940C2423ADAB}"/>
                </a:ext>
              </a:extLst>
            </p:cNvPr>
            <p:cNvSpPr/>
            <p:nvPr/>
          </p:nvSpPr>
          <p:spPr>
            <a:xfrm>
              <a:off x="248721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0">
              <a:extLst>
                <a:ext uri="{FF2B5EF4-FFF2-40B4-BE49-F238E27FC236}">
                  <a16:creationId xmlns:a16="http://schemas.microsoft.com/office/drawing/2014/main" id="{89EAEB20-CE4E-7400-D6B9-C615522B7410}"/>
                </a:ext>
              </a:extLst>
            </p:cNvPr>
            <p:cNvSpPr/>
            <p:nvPr/>
          </p:nvSpPr>
          <p:spPr>
            <a:xfrm>
              <a:off x="249665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1">
              <a:extLst>
                <a:ext uri="{FF2B5EF4-FFF2-40B4-BE49-F238E27FC236}">
                  <a16:creationId xmlns:a16="http://schemas.microsoft.com/office/drawing/2014/main" id="{DAEBA8B7-EF0C-F99C-32D8-2B4F7805F77E}"/>
                </a:ext>
              </a:extLst>
            </p:cNvPr>
            <p:cNvSpPr/>
            <p:nvPr/>
          </p:nvSpPr>
          <p:spPr>
            <a:xfrm>
              <a:off x="250609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2">
              <a:extLst>
                <a:ext uri="{FF2B5EF4-FFF2-40B4-BE49-F238E27FC236}">
                  <a16:creationId xmlns:a16="http://schemas.microsoft.com/office/drawing/2014/main" id="{BE52EC6B-8CBB-5669-7E13-D3D26857A677}"/>
                </a:ext>
              </a:extLst>
            </p:cNvPr>
            <p:cNvSpPr/>
            <p:nvPr/>
          </p:nvSpPr>
          <p:spPr>
            <a:xfrm>
              <a:off x="251553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3">
              <a:extLst>
                <a:ext uri="{FF2B5EF4-FFF2-40B4-BE49-F238E27FC236}">
                  <a16:creationId xmlns:a16="http://schemas.microsoft.com/office/drawing/2014/main" id="{3A6089DB-6961-7B09-0D55-561995D3D3B0}"/>
                </a:ext>
              </a:extLst>
            </p:cNvPr>
            <p:cNvSpPr/>
            <p:nvPr/>
          </p:nvSpPr>
          <p:spPr>
            <a:xfrm>
              <a:off x="252497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4">
              <a:extLst>
                <a:ext uri="{FF2B5EF4-FFF2-40B4-BE49-F238E27FC236}">
                  <a16:creationId xmlns:a16="http://schemas.microsoft.com/office/drawing/2014/main" id="{AA01F578-4F1F-5567-1952-A563A26DBA95}"/>
                </a:ext>
              </a:extLst>
            </p:cNvPr>
            <p:cNvSpPr/>
            <p:nvPr/>
          </p:nvSpPr>
          <p:spPr>
            <a:xfrm>
              <a:off x="253441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5">
              <a:extLst>
                <a:ext uri="{FF2B5EF4-FFF2-40B4-BE49-F238E27FC236}">
                  <a16:creationId xmlns:a16="http://schemas.microsoft.com/office/drawing/2014/main" id="{4FFCC4E9-C5F1-7ACC-525F-ED3AD92D6B7B}"/>
                </a:ext>
              </a:extLst>
            </p:cNvPr>
            <p:cNvSpPr/>
            <p:nvPr/>
          </p:nvSpPr>
          <p:spPr>
            <a:xfrm>
              <a:off x="254385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6">
              <a:extLst>
                <a:ext uri="{FF2B5EF4-FFF2-40B4-BE49-F238E27FC236}">
                  <a16:creationId xmlns:a16="http://schemas.microsoft.com/office/drawing/2014/main" id="{454BEFBC-4700-6493-E360-379434098CC4}"/>
                </a:ext>
              </a:extLst>
            </p:cNvPr>
            <p:cNvSpPr/>
            <p:nvPr/>
          </p:nvSpPr>
          <p:spPr>
            <a:xfrm>
              <a:off x="255329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7">
              <a:extLst>
                <a:ext uri="{FF2B5EF4-FFF2-40B4-BE49-F238E27FC236}">
                  <a16:creationId xmlns:a16="http://schemas.microsoft.com/office/drawing/2014/main" id="{E8B8B0A3-DEF3-695C-7912-72D3547BAD5D}"/>
                </a:ext>
              </a:extLst>
            </p:cNvPr>
            <p:cNvSpPr/>
            <p:nvPr/>
          </p:nvSpPr>
          <p:spPr>
            <a:xfrm>
              <a:off x="256273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8">
              <a:extLst>
                <a:ext uri="{FF2B5EF4-FFF2-40B4-BE49-F238E27FC236}">
                  <a16:creationId xmlns:a16="http://schemas.microsoft.com/office/drawing/2014/main" id="{9AB767FD-5F0F-AE40-D8AE-A91844380472}"/>
                </a:ext>
              </a:extLst>
            </p:cNvPr>
            <p:cNvSpPr/>
            <p:nvPr/>
          </p:nvSpPr>
          <p:spPr>
            <a:xfrm>
              <a:off x="257217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399">
              <a:extLst>
                <a:ext uri="{FF2B5EF4-FFF2-40B4-BE49-F238E27FC236}">
                  <a16:creationId xmlns:a16="http://schemas.microsoft.com/office/drawing/2014/main" id="{AB61A190-E6BD-A5C7-1304-156C63383EF5}"/>
                </a:ext>
              </a:extLst>
            </p:cNvPr>
            <p:cNvSpPr/>
            <p:nvPr/>
          </p:nvSpPr>
          <p:spPr>
            <a:xfrm>
              <a:off x="258161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0">
              <a:extLst>
                <a:ext uri="{FF2B5EF4-FFF2-40B4-BE49-F238E27FC236}">
                  <a16:creationId xmlns:a16="http://schemas.microsoft.com/office/drawing/2014/main" id="{2E9D2DB8-4DFF-F180-E722-7FB1CEA6BA5B}"/>
                </a:ext>
              </a:extLst>
            </p:cNvPr>
            <p:cNvSpPr/>
            <p:nvPr/>
          </p:nvSpPr>
          <p:spPr>
            <a:xfrm>
              <a:off x="259105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1">
              <a:extLst>
                <a:ext uri="{FF2B5EF4-FFF2-40B4-BE49-F238E27FC236}">
                  <a16:creationId xmlns:a16="http://schemas.microsoft.com/office/drawing/2014/main" id="{658653F5-9793-30F1-8587-D3E674D90AE5}"/>
                </a:ext>
              </a:extLst>
            </p:cNvPr>
            <p:cNvSpPr/>
            <p:nvPr/>
          </p:nvSpPr>
          <p:spPr>
            <a:xfrm>
              <a:off x="260049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2">
              <a:extLst>
                <a:ext uri="{FF2B5EF4-FFF2-40B4-BE49-F238E27FC236}">
                  <a16:creationId xmlns:a16="http://schemas.microsoft.com/office/drawing/2014/main" id="{D30838C2-7C91-2B24-FAE1-595A56A2EF93}"/>
                </a:ext>
              </a:extLst>
            </p:cNvPr>
            <p:cNvSpPr/>
            <p:nvPr/>
          </p:nvSpPr>
          <p:spPr>
            <a:xfrm>
              <a:off x="260993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3">
              <a:extLst>
                <a:ext uri="{FF2B5EF4-FFF2-40B4-BE49-F238E27FC236}">
                  <a16:creationId xmlns:a16="http://schemas.microsoft.com/office/drawing/2014/main" id="{9741726B-2B61-3C39-427C-9AE5707D05E3}"/>
                </a:ext>
              </a:extLst>
            </p:cNvPr>
            <p:cNvSpPr/>
            <p:nvPr/>
          </p:nvSpPr>
          <p:spPr>
            <a:xfrm>
              <a:off x="261937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4">
              <a:extLst>
                <a:ext uri="{FF2B5EF4-FFF2-40B4-BE49-F238E27FC236}">
                  <a16:creationId xmlns:a16="http://schemas.microsoft.com/office/drawing/2014/main" id="{4951CB92-60D0-4F8D-3926-61E93FC0CC11}"/>
                </a:ext>
              </a:extLst>
            </p:cNvPr>
            <p:cNvSpPr/>
            <p:nvPr/>
          </p:nvSpPr>
          <p:spPr>
            <a:xfrm>
              <a:off x="262881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5">
              <a:extLst>
                <a:ext uri="{FF2B5EF4-FFF2-40B4-BE49-F238E27FC236}">
                  <a16:creationId xmlns:a16="http://schemas.microsoft.com/office/drawing/2014/main" id="{7AF67B9E-5557-50F5-D4A0-E17DC226842B}"/>
                </a:ext>
              </a:extLst>
            </p:cNvPr>
            <p:cNvSpPr/>
            <p:nvPr/>
          </p:nvSpPr>
          <p:spPr>
            <a:xfrm>
              <a:off x="263825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6">
              <a:extLst>
                <a:ext uri="{FF2B5EF4-FFF2-40B4-BE49-F238E27FC236}">
                  <a16:creationId xmlns:a16="http://schemas.microsoft.com/office/drawing/2014/main" id="{AC44620E-F406-981B-9F9A-67D7FFCCD0E5}"/>
                </a:ext>
              </a:extLst>
            </p:cNvPr>
            <p:cNvSpPr/>
            <p:nvPr/>
          </p:nvSpPr>
          <p:spPr>
            <a:xfrm>
              <a:off x="264769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7">
              <a:extLst>
                <a:ext uri="{FF2B5EF4-FFF2-40B4-BE49-F238E27FC236}">
                  <a16:creationId xmlns:a16="http://schemas.microsoft.com/office/drawing/2014/main" id="{7D14C1F2-74CA-39D7-0403-86A786C775DB}"/>
                </a:ext>
              </a:extLst>
            </p:cNvPr>
            <p:cNvSpPr/>
            <p:nvPr/>
          </p:nvSpPr>
          <p:spPr>
            <a:xfrm>
              <a:off x="265713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8">
              <a:extLst>
                <a:ext uri="{FF2B5EF4-FFF2-40B4-BE49-F238E27FC236}">
                  <a16:creationId xmlns:a16="http://schemas.microsoft.com/office/drawing/2014/main" id="{A0643B2C-6C51-91F6-85FC-E009AFB62A17}"/>
                </a:ext>
              </a:extLst>
            </p:cNvPr>
            <p:cNvSpPr/>
            <p:nvPr/>
          </p:nvSpPr>
          <p:spPr>
            <a:xfrm>
              <a:off x="266657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09">
              <a:extLst>
                <a:ext uri="{FF2B5EF4-FFF2-40B4-BE49-F238E27FC236}">
                  <a16:creationId xmlns:a16="http://schemas.microsoft.com/office/drawing/2014/main" id="{353366AC-894F-963E-9560-47E5E9BDD67B}"/>
                </a:ext>
              </a:extLst>
            </p:cNvPr>
            <p:cNvSpPr/>
            <p:nvPr/>
          </p:nvSpPr>
          <p:spPr>
            <a:xfrm>
              <a:off x="267601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0">
              <a:extLst>
                <a:ext uri="{FF2B5EF4-FFF2-40B4-BE49-F238E27FC236}">
                  <a16:creationId xmlns:a16="http://schemas.microsoft.com/office/drawing/2014/main" id="{890C341F-594A-9E3E-E1CA-8BEE37AE1DD0}"/>
                </a:ext>
              </a:extLst>
            </p:cNvPr>
            <p:cNvSpPr/>
            <p:nvPr/>
          </p:nvSpPr>
          <p:spPr>
            <a:xfrm>
              <a:off x="268545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1">
              <a:extLst>
                <a:ext uri="{FF2B5EF4-FFF2-40B4-BE49-F238E27FC236}">
                  <a16:creationId xmlns:a16="http://schemas.microsoft.com/office/drawing/2014/main" id="{9BE29B14-480E-4D1A-E3FC-9D9BC77A946A}"/>
                </a:ext>
              </a:extLst>
            </p:cNvPr>
            <p:cNvSpPr/>
            <p:nvPr/>
          </p:nvSpPr>
          <p:spPr>
            <a:xfrm>
              <a:off x="269489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2">
              <a:extLst>
                <a:ext uri="{FF2B5EF4-FFF2-40B4-BE49-F238E27FC236}">
                  <a16:creationId xmlns:a16="http://schemas.microsoft.com/office/drawing/2014/main" id="{0621CC91-708B-2B3E-F086-17728D4620CF}"/>
                </a:ext>
              </a:extLst>
            </p:cNvPr>
            <p:cNvSpPr/>
            <p:nvPr/>
          </p:nvSpPr>
          <p:spPr>
            <a:xfrm>
              <a:off x="270433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3">
              <a:extLst>
                <a:ext uri="{FF2B5EF4-FFF2-40B4-BE49-F238E27FC236}">
                  <a16:creationId xmlns:a16="http://schemas.microsoft.com/office/drawing/2014/main" id="{457A83A8-DB47-4E71-A323-302AEC41E2E7}"/>
                </a:ext>
              </a:extLst>
            </p:cNvPr>
            <p:cNvSpPr/>
            <p:nvPr/>
          </p:nvSpPr>
          <p:spPr>
            <a:xfrm>
              <a:off x="271377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4">
              <a:extLst>
                <a:ext uri="{FF2B5EF4-FFF2-40B4-BE49-F238E27FC236}">
                  <a16:creationId xmlns:a16="http://schemas.microsoft.com/office/drawing/2014/main" id="{4EA3D02E-E5D0-2325-3863-1C26CBEB1428}"/>
                </a:ext>
              </a:extLst>
            </p:cNvPr>
            <p:cNvSpPr/>
            <p:nvPr/>
          </p:nvSpPr>
          <p:spPr>
            <a:xfrm>
              <a:off x="272321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5">
              <a:extLst>
                <a:ext uri="{FF2B5EF4-FFF2-40B4-BE49-F238E27FC236}">
                  <a16:creationId xmlns:a16="http://schemas.microsoft.com/office/drawing/2014/main" id="{271D9484-1B85-517A-069D-076AAD73E1A2}"/>
                </a:ext>
              </a:extLst>
            </p:cNvPr>
            <p:cNvSpPr/>
            <p:nvPr/>
          </p:nvSpPr>
          <p:spPr>
            <a:xfrm>
              <a:off x="273265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6">
              <a:extLst>
                <a:ext uri="{FF2B5EF4-FFF2-40B4-BE49-F238E27FC236}">
                  <a16:creationId xmlns:a16="http://schemas.microsoft.com/office/drawing/2014/main" id="{653F7ED1-6D72-0B36-A442-84A4A686FE79}"/>
                </a:ext>
              </a:extLst>
            </p:cNvPr>
            <p:cNvSpPr/>
            <p:nvPr/>
          </p:nvSpPr>
          <p:spPr>
            <a:xfrm>
              <a:off x="274209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7">
              <a:extLst>
                <a:ext uri="{FF2B5EF4-FFF2-40B4-BE49-F238E27FC236}">
                  <a16:creationId xmlns:a16="http://schemas.microsoft.com/office/drawing/2014/main" id="{E62ACFA1-98E3-DD02-88B0-2F4B6F67CC58}"/>
                </a:ext>
              </a:extLst>
            </p:cNvPr>
            <p:cNvSpPr/>
            <p:nvPr/>
          </p:nvSpPr>
          <p:spPr>
            <a:xfrm>
              <a:off x="275153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8">
              <a:extLst>
                <a:ext uri="{FF2B5EF4-FFF2-40B4-BE49-F238E27FC236}">
                  <a16:creationId xmlns:a16="http://schemas.microsoft.com/office/drawing/2014/main" id="{151E2FE3-4008-7BAD-7E93-68998A9C2EEA}"/>
                </a:ext>
              </a:extLst>
            </p:cNvPr>
            <p:cNvSpPr/>
            <p:nvPr/>
          </p:nvSpPr>
          <p:spPr>
            <a:xfrm>
              <a:off x="276097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19">
              <a:extLst>
                <a:ext uri="{FF2B5EF4-FFF2-40B4-BE49-F238E27FC236}">
                  <a16:creationId xmlns:a16="http://schemas.microsoft.com/office/drawing/2014/main" id="{AA18FD71-F22F-C55C-F3CF-9BCD83BF6D25}"/>
                </a:ext>
              </a:extLst>
            </p:cNvPr>
            <p:cNvSpPr/>
            <p:nvPr/>
          </p:nvSpPr>
          <p:spPr>
            <a:xfrm>
              <a:off x="277041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0">
              <a:extLst>
                <a:ext uri="{FF2B5EF4-FFF2-40B4-BE49-F238E27FC236}">
                  <a16:creationId xmlns:a16="http://schemas.microsoft.com/office/drawing/2014/main" id="{FE8B1158-F43C-48FC-8EEB-A7DF73CA825F}"/>
                </a:ext>
              </a:extLst>
            </p:cNvPr>
            <p:cNvSpPr/>
            <p:nvPr/>
          </p:nvSpPr>
          <p:spPr>
            <a:xfrm>
              <a:off x="277985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1">
              <a:extLst>
                <a:ext uri="{FF2B5EF4-FFF2-40B4-BE49-F238E27FC236}">
                  <a16:creationId xmlns:a16="http://schemas.microsoft.com/office/drawing/2014/main" id="{831FF2C8-8CD1-A1CB-88B4-BD3CCE6EEBA5}"/>
                </a:ext>
              </a:extLst>
            </p:cNvPr>
            <p:cNvSpPr/>
            <p:nvPr/>
          </p:nvSpPr>
          <p:spPr>
            <a:xfrm>
              <a:off x="278929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2">
              <a:extLst>
                <a:ext uri="{FF2B5EF4-FFF2-40B4-BE49-F238E27FC236}">
                  <a16:creationId xmlns:a16="http://schemas.microsoft.com/office/drawing/2014/main" id="{155D58C0-317C-B885-F7D3-FE3CA62EA49C}"/>
                </a:ext>
              </a:extLst>
            </p:cNvPr>
            <p:cNvSpPr/>
            <p:nvPr/>
          </p:nvSpPr>
          <p:spPr>
            <a:xfrm>
              <a:off x="279873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3">
              <a:extLst>
                <a:ext uri="{FF2B5EF4-FFF2-40B4-BE49-F238E27FC236}">
                  <a16:creationId xmlns:a16="http://schemas.microsoft.com/office/drawing/2014/main" id="{1A84763B-435B-843F-D7C3-99049925E197}"/>
                </a:ext>
              </a:extLst>
            </p:cNvPr>
            <p:cNvSpPr/>
            <p:nvPr/>
          </p:nvSpPr>
          <p:spPr>
            <a:xfrm>
              <a:off x="280817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4">
              <a:extLst>
                <a:ext uri="{FF2B5EF4-FFF2-40B4-BE49-F238E27FC236}">
                  <a16:creationId xmlns:a16="http://schemas.microsoft.com/office/drawing/2014/main" id="{181E1A84-2AD9-CDD4-BB0B-BE2BC6A3A2E5}"/>
                </a:ext>
              </a:extLst>
            </p:cNvPr>
            <p:cNvSpPr/>
            <p:nvPr/>
          </p:nvSpPr>
          <p:spPr>
            <a:xfrm>
              <a:off x="281761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5">
              <a:extLst>
                <a:ext uri="{FF2B5EF4-FFF2-40B4-BE49-F238E27FC236}">
                  <a16:creationId xmlns:a16="http://schemas.microsoft.com/office/drawing/2014/main" id="{CAF5F3D2-4CBD-6E01-9F0A-17BD71854EE5}"/>
                </a:ext>
              </a:extLst>
            </p:cNvPr>
            <p:cNvSpPr/>
            <p:nvPr/>
          </p:nvSpPr>
          <p:spPr>
            <a:xfrm>
              <a:off x="282705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6">
              <a:extLst>
                <a:ext uri="{FF2B5EF4-FFF2-40B4-BE49-F238E27FC236}">
                  <a16:creationId xmlns:a16="http://schemas.microsoft.com/office/drawing/2014/main" id="{98FE7ECE-C000-299F-D44C-2E53A58CAD61}"/>
                </a:ext>
              </a:extLst>
            </p:cNvPr>
            <p:cNvSpPr/>
            <p:nvPr/>
          </p:nvSpPr>
          <p:spPr>
            <a:xfrm>
              <a:off x="283649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7">
              <a:extLst>
                <a:ext uri="{FF2B5EF4-FFF2-40B4-BE49-F238E27FC236}">
                  <a16:creationId xmlns:a16="http://schemas.microsoft.com/office/drawing/2014/main" id="{9898AEE4-63EA-EDCB-71D7-3769CBA2DDAB}"/>
                </a:ext>
              </a:extLst>
            </p:cNvPr>
            <p:cNvSpPr/>
            <p:nvPr/>
          </p:nvSpPr>
          <p:spPr>
            <a:xfrm>
              <a:off x="284593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8">
              <a:extLst>
                <a:ext uri="{FF2B5EF4-FFF2-40B4-BE49-F238E27FC236}">
                  <a16:creationId xmlns:a16="http://schemas.microsoft.com/office/drawing/2014/main" id="{852DDDE8-4844-D4C2-4EA9-F1D96DB5CFFE}"/>
                </a:ext>
              </a:extLst>
            </p:cNvPr>
            <p:cNvSpPr/>
            <p:nvPr/>
          </p:nvSpPr>
          <p:spPr>
            <a:xfrm>
              <a:off x="285538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29">
              <a:extLst>
                <a:ext uri="{FF2B5EF4-FFF2-40B4-BE49-F238E27FC236}">
                  <a16:creationId xmlns:a16="http://schemas.microsoft.com/office/drawing/2014/main" id="{90BD0846-730F-1EEA-BB52-3933F36C850B}"/>
                </a:ext>
              </a:extLst>
            </p:cNvPr>
            <p:cNvSpPr/>
            <p:nvPr/>
          </p:nvSpPr>
          <p:spPr>
            <a:xfrm>
              <a:off x="286482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0">
              <a:extLst>
                <a:ext uri="{FF2B5EF4-FFF2-40B4-BE49-F238E27FC236}">
                  <a16:creationId xmlns:a16="http://schemas.microsoft.com/office/drawing/2014/main" id="{A8CC4976-2467-F3FA-9441-A29726974ACA}"/>
                </a:ext>
              </a:extLst>
            </p:cNvPr>
            <p:cNvSpPr/>
            <p:nvPr/>
          </p:nvSpPr>
          <p:spPr>
            <a:xfrm>
              <a:off x="287426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1">
              <a:extLst>
                <a:ext uri="{FF2B5EF4-FFF2-40B4-BE49-F238E27FC236}">
                  <a16:creationId xmlns:a16="http://schemas.microsoft.com/office/drawing/2014/main" id="{1E66CF85-5C8E-1229-1FF3-14127A00725D}"/>
                </a:ext>
              </a:extLst>
            </p:cNvPr>
            <p:cNvSpPr/>
            <p:nvPr/>
          </p:nvSpPr>
          <p:spPr>
            <a:xfrm>
              <a:off x="288370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2">
              <a:extLst>
                <a:ext uri="{FF2B5EF4-FFF2-40B4-BE49-F238E27FC236}">
                  <a16:creationId xmlns:a16="http://schemas.microsoft.com/office/drawing/2014/main" id="{005B2F34-E247-CBB1-3024-48DFE631E5D7}"/>
                </a:ext>
              </a:extLst>
            </p:cNvPr>
            <p:cNvSpPr/>
            <p:nvPr/>
          </p:nvSpPr>
          <p:spPr>
            <a:xfrm>
              <a:off x="289314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3">
              <a:extLst>
                <a:ext uri="{FF2B5EF4-FFF2-40B4-BE49-F238E27FC236}">
                  <a16:creationId xmlns:a16="http://schemas.microsoft.com/office/drawing/2014/main" id="{B11451D3-19E2-5F71-44C7-71EF2C3772D4}"/>
                </a:ext>
              </a:extLst>
            </p:cNvPr>
            <p:cNvSpPr/>
            <p:nvPr/>
          </p:nvSpPr>
          <p:spPr>
            <a:xfrm>
              <a:off x="290258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4">
              <a:extLst>
                <a:ext uri="{FF2B5EF4-FFF2-40B4-BE49-F238E27FC236}">
                  <a16:creationId xmlns:a16="http://schemas.microsoft.com/office/drawing/2014/main" id="{83F48DF1-BFB7-DEA2-CFF7-B7E105205003}"/>
                </a:ext>
              </a:extLst>
            </p:cNvPr>
            <p:cNvSpPr/>
            <p:nvPr/>
          </p:nvSpPr>
          <p:spPr>
            <a:xfrm>
              <a:off x="291202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5">
              <a:extLst>
                <a:ext uri="{FF2B5EF4-FFF2-40B4-BE49-F238E27FC236}">
                  <a16:creationId xmlns:a16="http://schemas.microsoft.com/office/drawing/2014/main" id="{6A34F716-A56F-1360-8333-9F829AC284B4}"/>
                </a:ext>
              </a:extLst>
            </p:cNvPr>
            <p:cNvSpPr/>
            <p:nvPr/>
          </p:nvSpPr>
          <p:spPr>
            <a:xfrm>
              <a:off x="292146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6">
              <a:extLst>
                <a:ext uri="{FF2B5EF4-FFF2-40B4-BE49-F238E27FC236}">
                  <a16:creationId xmlns:a16="http://schemas.microsoft.com/office/drawing/2014/main" id="{554898CF-E109-47F2-17DF-CACC21D39CC1}"/>
                </a:ext>
              </a:extLst>
            </p:cNvPr>
            <p:cNvSpPr/>
            <p:nvPr/>
          </p:nvSpPr>
          <p:spPr>
            <a:xfrm>
              <a:off x="293090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7">
              <a:extLst>
                <a:ext uri="{FF2B5EF4-FFF2-40B4-BE49-F238E27FC236}">
                  <a16:creationId xmlns:a16="http://schemas.microsoft.com/office/drawing/2014/main" id="{5F6F0373-0609-C406-0949-6DF7BF15F7E5}"/>
                </a:ext>
              </a:extLst>
            </p:cNvPr>
            <p:cNvSpPr/>
            <p:nvPr/>
          </p:nvSpPr>
          <p:spPr>
            <a:xfrm>
              <a:off x="294034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8">
              <a:extLst>
                <a:ext uri="{FF2B5EF4-FFF2-40B4-BE49-F238E27FC236}">
                  <a16:creationId xmlns:a16="http://schemas.microsoft.com/office/drawing/2014/main" id="{9AEECD21-8108-00EF-5C22-18F6DD662F87}"/>
                </a:ext>
              </a:extLst>
            </p:cNvPr>
            <p:cNvSpPr/>
            <p:nvPr/>
          </p:nvSpPr>
          <p:spPr>
            <a:xfrm>
              <a:off x="294978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39">
              <a:extLst>
                <a:ext uri="{FF2B5EF4-FFF2-40B4-BE49-F238E27FC236}">
                  <a16:creationId xmlns:a16="http://schemas.microsoft.com/office/drawing/2014/main" id="{409F5AFE-D960-B46E-2FA4-E07639C0C666}"/>
                </a:ext>
              </a:extLst>
            </p:cNvPr>
            <p:cNvSpPr/>
            <p:nvPr/>
          </p:nvSpPr>
          <p:spPr>
            <a:xfrm>
              <a:off x="295922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0">
              <a:extLst>
                <a:ext uri="{FF2B5EF4-FFF2-40B4-BE49-F238E27FC236}">
                  <a16:creationId xmlns:a16="http://schemas.microsoft.com/office/drawing/2014/main" id="{E9638876-0C77-F686-9423-1ACC67BDCADF}"/>
                </a:ext>
              </a:extLst>
            </p:cNvPr>
            <p:cNvSpPr/>
            <p:nvPr/>
          </p:nvSpPr>
          <p:spPr>
            <a:xfrm>
              <a:off x="296866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1">
              <a:extLst>
                <a:ext uri="{FF2B5EF4-FFF2-40B4-BE49-F238E27FC236}">
                  <a16:creationId xmlns:a16="http://schemas.microsoft.com/office/drawing/2014/main" id="{8576F250-AB3F-C071-D08D-3459ADD8D43A}"/>
                </a:ext>
              </a:extLst>
            </p:cNvPr>
            <p:cNvSpPr/>
            <p:nvPr/>
          </p:nvSpPr>
          <p:spPr>
            <a:xfrm>
              <a:off x="297810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2">
              <a:extLst>
                <a:ext uri="{FF2B5EF4-FFF2-40B4-BE49-F238E27FC236}">
                  <a16:creationId xmlns:a16="http://schemas.microsoft.com/office/drawing/2014/main" id="{C43ABE0C-5849-D579-7745-C601415A476F}"/>
                </a:ext>
              </a:extLst>
            </p:cNvPr>
            <p:cNvSpPr/>
            <p:nvPr/>
          </p:nvSpPr>
          <p:spPr>
            <a:xfrm>
              <a:off x="298754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3">
              <a:extLst>
                <a:ext uri="{FF2B5EF4-FFF2-40B4-BE49-F238E27FC236}">
                  <a16:creationId xmlns:a16="http://schemas.microsoft.com/office/drawing/2014/main" id="{2C35AA1A-68A7-DCFD-4518-74EF7DCA2E19}"/>
                </a:ext>
              </a:extLst>
            </p:cNvPr>
            <p:cNvSpPr/>
            <p:nvPr/>
          </p:nvSpPr>
          <p:spPr>
            <a:xfrm>
              <a:off x="299698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4">
              <a:extLst>
                <a:ext uri="{FF2B5EF4-FFF2-40B4-BE49-F238E27FC236}">
                  <a16:creationId xmlns:a16="http://schemas.microsoft.com/office/drawing/2014/main" id="{E8454B13-2DBB-5454-A456-DE642BA13F76}"/>
                </a:ext>
              </a:extLst>
            </p:cNvPr>
            <p:cNvSpPr/>
            <p:nvPr/>
          </p:nvSpPr>
          <p:spPr>
            <a:xfrm>
              <a:off x="300642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5">
              <a:extLst>
                <a:ext uri="{FF2B5EF4-FFF2-40B4-BE49-F238E27FC236}">
                  <a16:creationId xmlns:a16="http://schemas.microsoft.com/office/drawing/2014/main" id="{D2BFC210-A4B9-6188-0811-F5D8EB9EEA4D}"/>
                </a:ext>
              </a:extLst>
            </p:cNvPr>
            <p:cNvSpPr/>
            <p:nvPr/>
          </p:nvSpPr>
          <p:spPr>
            <a:xfrm>
              <a:off x="301586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6">
              <a:extLst>
                <a:ext uri="{FF2B5EF4-FFF2-40B4-BE49-F238E27FC236}">
                  <a16:creationId xmlns:a16="http://schemas.microsoft.com/office/drawing/2014/main" id="{0B4DB922-E972-7B68-B9A1-EFD0955D5E92}"/>
                </a:ext>
              </a:extLst>
            </p:cNvPr>
            <p:cNvSpPr/>
            <p:nvPr/>
          </p:nvSpPr>
          <p:spPr>
            <a:xfrm>
              <a:off x="302530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7">
              <a:extLst>
                <a:ext uri="{FF2B5EF4-FFF2-40B4-BE49-F238E27FC236}">
                  <a16:creationId xmlns:a16="http://schemas.microsoft.com/office/drawing/2014/main" id="{E69CB663-EB29-8FBF-98D7-8BB44B7FA242}"/>
                </a:ext>
              </a:extLst>
            </p:cNvPr>
            <p:cNvSpPr/>
            <p:nvPr/>
          </p:nvSpPr>
          <p:spPr>
            <a:xfrm>
              <a:off x="303474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8">
              <a:extLst>
                <a:ext uri="{FF2B5EF4-FFF2-40B4-BE49-F238E27FC236}">
                  <a16:creationId xmlns:a16="http://schemas.microsoft.com/office/drawing/2014/main" id="{FD5DAB1C-DA73-4B53-1FE8-446A920FD8DE}"/>
                </a:ext>
              </a:extLst>
            </p:cNvPr>
            <p:cNvSpPr/>
            <p:nvPr/>
          </p:nvSpPr>
          <p:spPr>
            <a:xfrm>
              <a:off x="304418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49">
              <a:extLst>
                <a:ext uri="{FF2B5EF4-FFF2-40B4-BE49-F238E27FC236}">
                  <a16:creationId xmlns:a16="http://schemas.microsoft.com/office/drawing/2014/main" id="{9F98F769-C319-4D83-8592-CC4FFD5A806C}"/>
                </a:ext>
              </a:extLst>
            </p:cNvPr>
            <p:cNvSpPr/>
            <p:nvPr/>
          </p:nvSpPr>
          <p:spPr>
            <a:xfrm>
              <a:off x="305362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0">
              <a:extLst>
                <a:ext uri="{FF2B5EF4-FFF2-40B4-BE49-F238E27FC236}">
                  <a16:creationId xmlns:a16="http://schemas.microsoft.com/office/drawing/2014/main" id="{E3081213-730B-9589-6920-8486947116E1}"/>
                </a:ext>
              </a:extLst>
            </p:cNvPr>
            <p:cNvSpPr/>
            <p:nvPr/>
          </p:nvSpPr>
          <p:spPr>
            <a:xfrm>
              <a:off x="306306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1">
              <a:extLst>
                <a:ext uri="{FF2B5EF4-FFF2-40B4-BE49-F238E27FC236}">
                  <a16:creationId xmlns:a16="http://schemas.microsoft.com/office/drawing/2014/main" id="{0CFD97FA-552B-2761-21F6-C2811D4BAEA4}"/>
                </a:ext>
              </a:extLst>
            </p:cNvPr>
            <p:cNvSpPr/>
            <p:nvPr/>
          </p:nvSpPr>
          <p:spPr>
            <a:xfrm>
              <a:off x="307250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2">
              <a:extLst>
                <a:ext uri="{FF2B5EF4-FFF2-40B4-BE49-F238E27FC236}">
                  <a16:creationId xmlns:a16="http://schemas.microsoft.com/office/drawing/2014/main" id="{60C6E26C-C4F5-C139-C246-B365FB6FB1A6}"/>
                </a:ext>
              </a:extLst>
            </p:cNvPr>
            <p:cNvSpPr/>
            <p:nvPr/>
          </p:nvSpPr>
          <p:spPr>
            <a:xfrm>
              <a:off x="308194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3">
              <a:extLst>
                <a:ext uri="{FF2B5EF4-FFF2-40B4-BE49-F238E27FC236}">
                  <a16:creationId xmlns:a16="http://schemas.microsoft.com/office/drawing/2014/main" id="{5E4CD3D8-1AB6-65B0-4240-B693DD01E176}"/>
                </a:ext>
              </a:extLst>
            </p:cNvPr>
            <p:cNvSpPr/>
            <p:nvPr/>
          </p:nvSpPr>
          <p:spPr>
            <a:xfrm>
              <a:off x="309138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4">
              <a:extLst>
                <a:ext uri="{FF2B5EF4-FFF2-40B4-BE49-F238E27FC236}">
                  <a16:creationId xmlns:a16="http://schemas.microsoft.com/office/drawing/2014/main" id="{590F65F1-6589-0588-C396-75126DD44FD4}"/>
                </a:ext>
              </a:extLst>
            </p:cNvPr>
            <p:cNvSpPr/>
            <p:nvPr/>
          </p:nvSpPr>
          <p:spPr>
            <a:xfrm>
              <a:off x="310082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5">
              <a:extLst>
                <a:ext uri="{FF2B5EF4-FFF2-40B4-BE49-F238E27FC236}">
                  <a16:creationId xmlns:a16="http://schemas.microsoft.com/office/drawing/2014/main" id="{2C98C535-625B-ADD1-673A-8872635B9CB0}"/>
                </a:ext>
              </a:extLst>
            </p:cNvPr>
            <p:cNvSpPr/>
            <p:nvPr/>
          </p:nvSpPr>
          <p:spPr>
            <a:xfrm>
              <a:off x="311026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6">
              <a:extLst>
                <a:ext uri="{FF2B5EF4-FFF2-40B4-BE49-F238E27FC236}">
                  <a16:creationId xmlns:a16="http://schemas.microsoft.com/office/drawing/2014/main" id="{2D14C471-C81C-CC2D-4073-B5F42BDF5B23}"/>
                </a:ext>
              </a:extLst>
            </p:cNvPr>
            <p:cNvSpPr/>
            <p:nvPr/>
          </p:nvSpPr>
          <p:spPr>
            <a:xfrm>
              <a:off x="311970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7">
              <a:extLst>
                <a:ext uri="{FF2B5EF4-FFF2-40B4-BE49-F238E27FC236}">
                  <a16:creationId xmlns:a16="http://schemas.microsoft.com/office/drawing/2014/main" id="{E0EBD136-47DA-5A58-C28F-6EC77E5D22FE}"/>
                </a:ext>
              </a:extLst>
            </p:cNvPr>
            <p:cNvSpPr/>
            <p:nvPr/>
          </p:nvSpPr>
          <p:spPr>
            <a:xfrm>
              <a:off x="312914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8">
              <a:extLst>
                <a:ext uri="{FF2B5EF4-FFF2-40B4-BE49-F238E27FC236}">
                  <a16:creationId xmlns:a16="http://schemas.microsoft.com/office/drawing/2014/main" id="{85256BE1-8313-1E49-8B43-8219948029BE}"/>
                </a:ext>
              </a:extLst>
            </p:cNvPr>
            <p:cNvSpPr/>
            <p:nvPr/>
          </p:nvSpPr>
          <p:spPr>
            <a:xfrm>
              <a:off x="313858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59">
              <a:extLst>
                <a:ext uri="{FF2B5EF4-FFF2-40B4-BE49-F238E27FC236}">
                  <a16:creationId xmlns:a16="http://schemas.microsoft.com/office/drawing/2014/main" id="{727D08A5-F977-77D0-ED34-65802832C2F1}"/>
                </a:ext>
              </a:extLst>
            </p:cNvPr>
            <p:cNvSpPr/>
            <p:nvPr/>
          </p:nvSpPr>
          <p:spPr>
            <a:xfrm>
              <a:off x="314802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0">
              <a:extLst>
                <a:ext uri="{FF2B5EF4-FFF2-40B4-BE49-F238E27FC236}">
                  <a16:creationId xmlns:a16="http://schemas.microsoft.com/office/drawing/2014/main" id="{E6DC3231-50AE-FF8E-CA57-7961AAFB2A38}"/>
                </a:ext>
              </a:extLst>
            </p:cNvPr>
            <p:cNvSpPr/>
            <p:nvPr/>
          </p:nvSpPr>
          <p:spPr>
            <a:xfrm>
              <a:off x="315746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1">
              <a:extLst>
                <a:ext uri="{FF2B5EF4-FFF2-40B4-BE49-F238E27FC236}">
                  <a16:creationId xmlns:a16="http://schemas.microsoft.com/office/drawing/2014/main" id="{2DC964D7-DBB3-840E-AE27-10B74FFA10E0}"/>
                </a:ext>
              </a:extLst>
            </p:cNvPr>
            <p:cNvSpPr/>
            <p:nvPr/>
          </p:nvSpPr>
          <p:spPr>
            <a:xfrm>
              <a:off x="316690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2">
              <a:extLst>
                <a:ext uri="{FF2B5EF4-FFF2-40B4-BE49-F238E27FC236}">
                  <a16:creationId xmlns:a16="http://schemas.microsoft.com/office/drawing/2014/main" id="{5BDCD48A-CD25-C792-EC73-AA45EC298012}"/>
                </a:ext>
              </a:extLst>
            </p:cNvPr>
            <p:cNvSpPr/>
            <p:nvPr/>
          </p:nvSpPr>
          <p:spPr>
            <a:xfrm>
              <a:off x="317634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3">
              <a:extLst>
                <a:ext uri="{FF2B5EF4-FFF2-40B4-BE49-F238E27FC236}">
                  <a16:creationId xmlns:a16="http://schemas.microsoft.com/office/drawing/2014/main" id="{56BED71F-535E-EA2F-CC1F-1D2B5F9DAC42}"/>
                </a:ext>
              </a:extLst>
            </p:cNvPr>
            <p:cNvSpPr/>
            <p:nvPr/>
          </p:nvSpPr>
          <p:spPr>
            <a:xfrm>
              <a:off x="318578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4">
              <a:extLst>
                <a:ext uri="{FF2B5EF4-FFF2-40B4-BE49-F238E27FC236}">
                  <a16:creationId xmlns:a16="http://schemas.microsoft.com/office/drawing/2014/main" id="{24678C5E-9C5E-38F3-CD90-41A329A27E8C}"/>
                </a:ext>
              </a:extLst>
            </p:cNvPr>
            <p:cNvSpPr/>
            <p:nvPr/>
          </p:nvSpPr>
          <p:spPr>
            <a:xfrm>
              <a:off x="319522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5">
              <a:extLst>
                <a:ext uri="{FF2B5EF4-FFF2-40B4-BE49-F238E27FC236}">
                  <a16:creationId xmlns:a16="http://schemas.microsoft.com/office/drawing/2014/main" id="{4FB23B26-B56E-F3F4-BE65-FEF8639568F2}"/>
                </a:ext>
              </a:extLst>
            </p:cNvPr>
            <p:cNvSpPr/>
            <p:nvPr/>
          </p:nvSpPr>
          <p:spPr>
            <a:xfrm>
              <a:off x="320466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6">
              <a:extLst>
                <a:ext uri="{FF2B5EF4-FFF2-40B4-BE49-F238E27FC236}">
                  <a16:creationId xmlns:a16="http://schemas.microsoft.com/office/drawing/2014/main" id="{9125BC50-889C-9509-6D44-5B7F30D8BE27}"/>
                </a:ext>
              </a:extLst>
            </p:cNvPr>
            <p:cNvSpPr/>
            <p:nvPr/>
          </p:nvSpPr>
          <p:spPr>
            <a:xfrm>
              <a:off x="321410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7">
              <a:extLst>
                <a:ext uri="{FF2B5EF4-FFF2-40B4-BE49-F238E27FC236}">
                  <a16:creationId xmlns:a16="http://schemas.microsoft.com/office/drawing/2014/main" id="{5036EF03-6E3E-828B-F6D6-0C57A95E4F35}"/>
                </a:ext>
              </a:extLst>
            </p:cNvPr>
            <p:cNvSpPr/>
            <p:nvPr/>
          </p:nvSpPr>
          <p:spPr>
            <a:xfrm>
              <a:off x="322354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8">
              <a:extLst>
                <a:ext uri="{FF2B5EF4-FFF2-40B4-BE49-F238E27FC236}">
                  <a16:creationId xmlns:a16="http://schemas.microsoft.com/office/drawing/2014/main" id="{405C1B2C-D81B-12F9-E317-4FCF7AE9AE84}"/>
                </a:ext>
              </a:extLst>
            </p:cNvPr>
            <p:cNvSpPr/>
            <p:nvPr/>
          </p:nvSpPr>
          <p:spPr>
            <a:xfrm>
              <a:off x="323298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69">
              <a:extLst>
                <a:ext uri="{FF2B5EF4-FFF2-40B4-BE49-F238E27FC236}">
                  <a16:creationId xmlns:a16="http://schemas.microsoft.com/office/drawing/2014/main" id="{6EF30B2C-A116-7660-47A1-C4D34C14656D}"/>
                </a:ext>
              </a:extLst>
            </p:cNvPr>
            <p:cNvSpPr/>
            <p:nvPr/>
          </p:nvSpPr>
          <p:spPr>
            <a:xfrm>
              <a:off x="324242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0">
              <a:extLst>
                <a:ext uri="{FF2B5EF4-FFF2-40B4-BE49-F238E27FC236}">
                  <a16:creationId xmlns:a16="http://schemas.microsoft.com/office/drawing/2014/main" id="{610CFCDA-6E4C-4169-DBA0-152B8119E793}"/>
                </a:ext>
              </a:extLst>
            </p:cNvPr>
            <p:cNvSpPr/>
            <p:nvPr/>
          </p:nvSpPr>
          <p:spPr>
            <a:xfrm>
              <a:off x="325187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1">
              <a:extLst>
                <a:ext uri="{FF2B5EF4-FFF2-40B4-BE49-F238E27FC236}">
                  <a16:creationId xmlns:a16="http://schemas.microsoft.com/office/drawing/2014/main" id="{D795E9D1-2B36-075B-3D16-89B04CD86B46}"/>
                </a:ext>
              </a:extLst>
            </p:cNvPr>
            <p:cNvSpPr/>
            <p:nvPr/>
          </p:nvSpPr>
          <p:spPr>
            <a:xfrm>
              <a:off x="326131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2">
              <a:extLst>
                <a:ext uri="{FF2B5EF4-FFF2-40B4-BE49-F238E27FC236}">
                  <a16:creationId xmlns:a16="http://schemas.microsoft.com/office/drawing/2014/main" id="{F6F4FC16-51F6-603F-5B87-5B97574CCBA4}"/>
                </a:ext>
              </a:extLst>
            </p:cNvPr>
            <p:cNvSpPr/>
            <p:nvPr/>
          </p:nvSpPr>
          <p:spPr>
            <a:xfrm>
              <a:off x="327075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3">
              <a:extLst>
                <a:ext uri="{FF2B5EF4-FFF2-40B4-BE49-F238E27FC236}">
                  <a16:creationId xmlns:a16="http://schemas.microsoft.com/office/drawing/2014/main" id="{609CA8E2-3E2D-7068-54B8-BC9D1F191FA5}"/>
                </a:ext>
              </a:extLst>
            </p:cNvPr>
            <p:cNvSpPr/>
            <p:nvPr/>
          </p:nvSpPr>
          <p:spPr>
            <a:xfrm>
              <a:off x="3280190" y="2466478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4">
              <a:extLst>
                <a:ext uri="{FF2B5EF4-FFF2-40B4-BE49-F238E27FC236}">
                  <a16:creationId xmlns:a16="http://schemas.microsoft.com/office/drawing/2014/main" id="{8AC2272A-67B9-3011-01ED-30AC5EBAEBE4}"/>
                </a:ext>
              </a:extLst>
            </p:cNvPr>
            <p:cNvSpPr/>
            <p:nvPr/>
          </p:nvSpPr>
          <p:spPr>
            <a:xfrm>
              <a:off x="3289631" y="2448908"/>
              <a:ext cx="919955" cy="931930"/>
            </a:xfrm>
            <a:custGeom>
              <a:avLst/>
              <a:gdLst/>
              <a:ahLst/>
              <a:cxnLst/>
              <a:rect l="0" t="0" r="0" b="0"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5">
              <a:extLst>
                <a:ext uri="{FF2B5EF4-FFF2-40B4-BE49-F238E27FC236}">
                  <a16:creationId xmlns:a16="http://schemas.microsoft.com/office/drawing/2014/main" id="{3E179C8B-AA9F-AD7F-D82F-80927FE9ACC8}"/>
                </a:ext>
              </a:extLst>
            </p:cNvPr>
            <p:cNvSpPr/>
            <p:nvPr/>
          </p:nvSpPr>
          <p:spPr>
            <a:xfrm>
              <a:off x="2430569" y="2431338"/>
              <a:ext cx="914400" cy="915506"/>
            </a:xfrm>
            <a:custGeom>
              <a:avLst/>
              <a:gdLst/>
              <a:ahLst/>
              <a:cxnLst/>
              <a:rect l="0" t="0" r="0" b="0"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6">
              <a:extLst>
                <a:ext uri="{FF2B5EF4-FFF2-40B4-BE49-F238E27FC236}">
                  <a16:creationId xmlns:a16="http://schemas.microsoft.com/office/drawing/2014/main" id="{FBC601A2-2D2A-17EF-5582-7F2AEDB38E87}"/>
                </a:ext>
              </a:extLst>
            </p:cNvPr>
            <p:cNvSpPr/>
            <p:nvPr/>
          </p:nvSpPr>
          <p:spPr>
            <a:xfrm>
              <a:off x="243056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7">
              <a:extLst>
                <a:ext uri="{FF2B5EF4-FFF2-40B4-BE49-F238E27FC236}">
                  <a16:creationId xmlns:a16="http://schemas.microsoft.com/office/drawing/2014/main" id="{F80F5CCC-0946-DE66-6EF7-C760572241BE}"/>
                </a:ext>
              </a:extLst>
            </p:cNvPr>
            <p:cNvSpPr/>
            <p:nvPr/>
          </p:nvSpPr>
          <p:spPr>
            <a:xfrm>
              <a:off x="244000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8">
              <a:extLst>
                <a:ext uri="{FF2B5EF4-FFF2-40B4-BE49-F238E27FC236}">
                  <a16:creationId xmlns:a16="http://schemas.microsoft.com/office/drawing/2014/main" id="{F6D9A141-A406-3BA4-B8FE-8D6552F07CD9}"/>
                </a:ext>
              </a:extLst>
            </p:cNvPr>
            <p:cNvSpPr/>
            <p:nvPr/>
          </p:nvSpPr>
          <p:spPr>
            <a:xfrm>
              <a:off x="244944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79">
              <a:extLst>
                <a:ext uri="{FF2B5EF4-FFF2-40B4-BE49-F238E27FC236}">
                  <a16:creationId xmlns:a16="http://schemas.microsoft.com/office/drawing/2014/main" id="{151B173D-A0E2-EEF5-6374-ACAA8C733E5A}"/>
                </a:ext>
              </a:extLst>
            </p:cNvPr>
            <p:cNvSpPr/>
            <p:nvPr/>
          </p:nvSpPr>
          <p:spPr>
            <a:xfrm>
              <a:off x="245889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0">
              <a:extLst>
                <a:ext uri="{FF2B5EF4-FFF2-40B4-BE49-F238E27FC236}">
                  <a16:creationId xmlns:a16="http://schemas.microsoft.com/office/drawing/2014/main" id="{C98515BF-87F0-5ECD-D314-7A7615E5E00B}"/>
                </a:ext>
              </a:extLst>
            </p:cNvPr>
            <p:cNvSpPr/>
            <p:nvPr/>
          </p:nvSpPr>
          <p:spPr>
            <a:xfrm>
              <a:off x="246833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1">
              <a:extLst>
                <a:ext uri="{FF2B5EF4-FFF2-40B4-BE49-F238E27FC236}">
                  <a16:creationId xmlns:a16="http://schemas.microsoft.com/office/drawing/2014/main" id="{FD48519E-008F-88D1-5BDB-1E3E4FC17F2D}"/>
                </a:ext>
              </a:extLst>
            </p:cNvPr>
            <p:cNvSpPr/>
            <p:nvPr/>
          </p:nvSpPr>
          <p:spPr>
            <a:xfrm>
              <a:off x="247777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2">
              <a:extLst>
                <a:ext uri="{FF2B5EF4-FFF2-40B4-BE49-F238E27FC236}">
                  <a16:creationId xmlns:a16="http://schemas.microsoft.com/office/drawing/2014/main" id="{DB495683-E703-AC60-19EB-9DE41E1DF2E5}"/>
                </a:ext>
              </a:extLst>
            </p:cNvPr>
            <p:cNvSpPr/>
            <p:nvPr/>
          </p:nvSpPr>
          <p:spPr>
            <a:xfrm>
              <a:off x="248721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3">
              <a:extLst>
                <a:ext uri="{FF2B5EF4-FFF2-40B4-BE49-F238E27FC236}">
                  <a16:creationId xmlns:a16="http://schemas.microsoft.com/office/drawing/2014/main" id="{BDB2A95D-FA44-1D77-A97B-C330AB760F6A}"/>
                </a:ext>
              </a:extLst>
            </p:cNvPr>
            <p:cNvSpPr/>
            <p:nvPr/>
          </p:nvSpPr>
          <p:spPr>
            <a:xfrm>
              <a:off x="249665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4">
              <a:extLst>
                <a:ext uri="{FF2B5EF4-FFF2-40B4-BE49-F238E27FC236}">
                  <a16:creationId xmlns:a16="http://schemas.microsoft.com/office/drawing/2014/main" id="{246FCAC6-73F4-D27A-26F3-12F4CD811444}"/>
                </a:ext>
              </a:extLst>
            </p:cNvPr>
            <p:cNvSpPr/>
            <p:nvPr/>
          </p:nvSpPr>
          <p:spPr>
            <a:xfrm>
              <a:off x="250609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5">
              <a:extLst>
                <a:ext uri="{FF2B5EF4-FFF2-40B4-BE49-F238E27FC236}">
                  <a16:creationId xmlns:a16="http://schemas.microsoft.com/office/drawing/2014/main" id="{D51438FD-9038-3531-32E6-3349609131D3}"/>
                </a:ext>
              </a:extLst>
            </p:cNvPr>
            <p:cNvSpPr/>
            <p:nvPr/>
          </p:nvSpPr>
          <p:spPr>
            <a:xfrm>
              <a:off x="251553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6">
              <a:extLst>
                <a:ext uri="{FF2B5EF4-FFF2-40B4-BE49-F238E27FC236}">
                  <a16:creationId xmlns:a16="http://schemas.microsoft.com/office/drawing/2014/main" id="{EAD6D197-E197-57BE-7FA5-A3693795AB46}"/>
                </a:ext>
              </a:extLst>
            </p:cNvPr>
            <p:cNvSpPr/>
            <p:nvPr/>
          </p:nvSpPr>
          <p:spPr>
            <a:xfrm>
              <a:off x="252497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7">
              <a:extLst>
                <a:ext uri="{FF2B5EF4-FFF2-40B4-BE49-F238E27FC236}">
                  <a16:creationId xmlns:a16="http://schemas.microsoft.com/office/drawing/2014/main" id="{670970C3-B11D-772B-5F18-6F853EDAF8DB}"/>
                </a:ext>
              </a:extLst>
            </p:cNvPr>
            <p:cNvSpPr/>
            <p:nvPr/>
          </p:nvSpPr>
          <p:spPr>
            <a:xfrm>
              <a:off x="253441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8">
              <a:extLst>
                <a:ext uri="{FF2B5EF4-FFF2-40B4-BE49-F238E27FC236}">
                  <a16:creationId xmlns:a16="http://schemas.microsoft.com/office/drawing/2014/main" id="{7CF9291B-E0BC-7F3B-DE17-798CA0CE81A3}"/>
                </a:ext>
              </a:extLst>
            </p:cNvPr>
            <p:cNvSpPr/>
            <p:nvPr/>
          </p:nvSpPr>
          <p:spPr>
            <a:xfrm>
              <a:off x="254385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89">
              <a:extLst>
                <a:ext uri="{FF2B5EF4-FFF2-40B4-BE49-F238E27FC236}">
                  <a16:creationId xmlns:a16="http://schemas.microsoft.com/office/drawing/2014/main" id="{F8CBD464-F135-11C6-B1E6-7B97FFA714E1}"/>
                </a:ext>
              </a:extLst>
            </p:cNvPr>
            <p:cNvSpPr/>
            <p:nvPr/>
          </p:nvSpPr>
          <p:spPr>
            <a:xfrm>
              <a:off x="255329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0">
              <a:extLst>
                <a:ext uri="{FF2B5EF4-FFF2-40B4-BE49-F238E27FC236}">
                  <a16:creationId xmlns:a16="http://schemas.microsoft.com/office/drawing/2014/main" id="{C85B8C39-30F6-5691-5D52-CBD688BA15EB}"/>
                </a:ext>
              </a:extLst>
            </p:cNvPr>
            <p:cNvSpPr/>
            <p:nvPr/>
          </p:nvSpPr>
          <p:spPr>
            <a:xfrm>
              <a:off x="256273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1">
              <a:extLst>
                <a:ext uri="{FF2B5EF4-FFF2-40B4-BE49-F238E27FC236}">
                  <a16:creationId xmlns:a16="http://schemas.microsoft.com/office/drawing/2014/main" id="{6A796E22-74E8-2DEC-1C72-0268506D5082}"/>
                </a:ext>
              </a:extLst>
            </p:cNvPr>
            <p:cNvSpPr/>
            <p:nvPr/>
          </p:nvSpPr>
          <p:spPr>
            <a:xfrm>
              <a:off x="257217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2">
              <a:extLst>
                <a:ext uri="{FF2B5EF4-FFF2-40B4-BE49-F238E27FC236}">
                  <a16:creationId xmlns:a16="http://schemas.microsoft.com/office/drawing/2014/main" id="{157D724D-AC12-555A-882E-2EE7060E5394}"/>
                </a:ext>
              </a:extLst>
            </p:cNvPr>
            <p:cNvSpPr/>
            <p:nvPr/>
          </p:nvSpPr>
          <p:spPr>
            <a:xfrm>
              <a:off x="258161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3">
              <a:extLst>
                <a:ext uri="{FF2B5EF4-FFF2-40B4-BE49-F238E27FC236}">
                  <a16:creationId xmlns:a16="http://schemas.microsoft.com/office/drawing/2014/main" id="{51F865B8-1F50-D5E6-C6B4-4B99A211B153}"/>
                </a:ext>
              </a:extLst>
            </p:cNvPr>
            <p:cNvSpPr/>
            <p:nvPr/>
          </p:nvSpPr>
          <p:spPr>
            <a:xfrm>
              <a:off x="259105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4">
              <a:extLst>
                <a:ext uri="{FF2B5EF4-FFF2-40B4-BE49-F238E27FC236}">
                  <a16:creationId xmlns:a16="http://schemas.microsoft.com/office/drawing/2014/main" id="{A330855F-2922-69F6-B693-178F5F97A5D3}"/>
                </a:ext>
              </a:extLst>
            </p:cNvPr>
            <p:cNvSpPr/>
            <p:nvPr/>
          </p:nvSpPr>
          <p:spPr>
            <a:xfrm>
              <a:off x="260049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5">
              <a:extLst>
                <a:ext uri="{FF2B5EF4-FFF2-40B4-BE49-F238E27FC236}">
                  <a16:creationId xmlns:a16="http://schemas.microsoft.com/office/drawing/2014/main" id="{AAE39157-FE2B-BAEE-D3EE-D2F86708EA20}"/>
                </a:ext>
              </a:extLst>
            </p:cNvPr>
            <p:cNvSpPr/>
            <p:nvPr/>
          </p:nvSpPr>
          <p:spPr>
            <a:xfrm>
              <a:off x="260993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6">
              <a:extLst>
                <a:ext uri="{FF2B5EF4-FFF2-40B4-BE49-F238E27FC236}">
                  <a16:creationId xmlns:a16="http://schemas.microsoft.com/office/drawing/2014/main" id="{0F64203E-BAF4-06A9-9C1B-BABE972B6987}"/>
                </a:ext>
              </a:extLst>
            </p:cNvPr>
            <p:cNvSpPr/>
            <p:nvPr/>
          </p:nvSpPr>
          <p:spPr>
            <a:xfrm>
              <a:off x="261937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7">
              <a:extLst>
                <a:ext uri="{FF2B5EF4-FFF2-40B4-BE49-F238E27FC236}">
                  <a16:creationId xmlns:a16="http://schemas.microsoft.com/office/drawing/2014/main" id="{864ED7E2-92C3-AA41-CFCF-D3EDBEAECB79}"/>
                </a:ext>
              </a:extLst>
            </p:cNvPr>
            <p:cNvSpPr/>
            <p:nvPr/>
          </p:nvSpPr>
          <p:spPr>
            <a:xfrm>
              <a:off x="262881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8">
              <a:extLst>
                <a:ext uri="{FF2B5EF4-FFF2-40B4-BE49-F238E27FC236}">
                  <a16:creationId xmlns:a16="http://schemas.microsoft.com/office/drawing/2014/main" id="{DAD4355E-B516-50B3-0B99-4CFDEAF6864B}"/>
                </a:ext>
              </a:extLst>
            </p:cNvPr>
            <p:cNvSpPr/>
            <p:nvPr/>
          </p:nvSpPr>
          <p:spPr>
            <a:xfrm>
              <a:off x="263825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499">
              <a:extLst>
                <a:ext uri="{FF2B5EF4-FFF2-40B4-BE49-F238E27FC236}">
                  <a16:creationId xmlns:a16="http://schemas.microsoft.com/office/drawing/2014/main" id="{E4016036-83C5-8B09-083C-4E84FB3A9EE9}"/>
                </a:ext>
              </a:extLst>
            </p:cNvPr>
            <p:cNvSpPr/>
            <p:nvPr/>
          </p:nvSpPr>
          <p:spPr>
            <a:xfrm>
              <a:off x="264769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0">
              <a:extLst>
                <a:ext uri="{FF2B5EF4-FFF2-40B4-BE49-F238E27FC236}">
                  <a16:creationId xmlns:a16="http://schemas.microsoft.com/office/drawing/2014/main" id="{C8654B7E-F331-B9D6-20AD-A8FF87BE9F3F}"/>
                </a:ext>
              </a:extLst>
            </p:cNvPr>
            <p:cNvSpPr/>
            <p:nvPr/>
          </p:nvSpPr>
          <p:spPr>
            <a:xfrm>
              <a:off x="265713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1">
              <a:extLst>
                <a:ext uri="{FF2B5EF4-FFF2-40B4-BE49-F238E27FC236}">
                  <a16:creationId xmlns:a16="http://schemas.microsoft.com/office/drawing/2014/main" id="{FA973226-7B08-F9A4-ED61-79CFA18756AD}"/>
                </a:ext>
              </a:extLst>
            </p:cNvPr>
            <p:cNvSpPr/>
            <p:nvPr/>
          </p:nvSpPr>
          <p:spPr>
            <a:xfrm>
              <a:off x="266657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2">
              <a:extLst>
                <a:ext uri="{FF2B5EF4-FFF2-40B4-BE49-F238E27FC236}">
                  <a16:creationId xmlns:a16="http://schemas.microsoft.com/office/drawing/2014/main" id="{01BF9355-DEE7-D8FF-FF5B-FA8B4ABCBA21}"/>
                </a:ext>
              </a:extLst>
            </p:cNvPr>
            <p:cNvSpPr/>
            <p:nvPr/>
          </p:nvSpPr>
          <p:spPr>
            <a:xfrm>
              <a:off x="267601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3">
              <a:extLst>
                <a:ext uri="{FF2B5EF4-FFF2-40B4-BE49-F238E27FC236}">
                  <a16:creationId xmlns:a16="http://schemas.microsoft.com/office/drawing/2014/main" id="{1C3A9A71-0AF8-1589-D607-376DBF1E4AC4}"/>
                </a:ext>
              </a:extLst>
            </p:cNvPr>
            <p:cNvSpPr/>
            <p:nvPr/>
          </p:nvSpPr>
          <p:spPr>
            <a:xfrm>
              <a:off x="268545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4">
              <a:extLst>
                <a:ext uri="{FF2B5EF4-FFF2-40B4-BE49-F238E27FC236}">
                  <a16:creationId xmlns:a16="http://schemas.microsoft.com/office/drawing/2014/main" id="{F5DFE3B1-F560-1FB1-6E92-47DAECD2B43E}"/>
                </a:ext>
              </a:extLst>
            </p:cNvPr>
            <p:cNvSpPr/>
            <p:nvPr/>
          </p:nvSpPr>
          <p:spPr>
            <a:xfrm>
              <a:off x="269489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5">
              <a:extLst>
                <a:ext uri="{FF2B5EF4-FFF2-40B4-BE49-F238E27FC236}">
                  <a16:creationId xmlns:a16="http://schemas.microsoft.com/office/drawing/2014/main" id="{9D008921-53C2-37D1-21AD-2FF7DB5F010F}"/>
                </a:ext>
              </a:extLst>
            </p:cNvPr>
            <p:cNvSpPr/>
            <p:nvPr/>
          </p:nvSpPr>
          <p:spPr>
            <a:xfrm>
              <a:off x="270433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6">
              <a:extLst>
                <a:ext uri="{FF2B5EF4-FFF2-40B4-BE49-F238E27FC236}">
                  <a16:creationId xmlns:a16="http://schemas.microsoft.com/office/drawing/2014/main" id="{523DEF57-2AFB-8F50-8DCC-E4D793AFD3C3}"/>
                </a:ext>
              </a:extLst>
            </p:cNvPr>
            <p:cNvSpPr/>
            <p:nvPr/>
          </p:nvSpPr>
          <p:spPr>
            <a:xfrm>
              <a:off x="271377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7">
              <a:extLst>
                <a:ext uri="{FF2B5EF4-FFF2-40B4-BE49-F238E27FC236}">
                  <a16:creationId xmlns:a16="http://schemas.microsoft.com/office/drawing/2014/main" id="{88651516-022B-1E9B-2C21-A597274DDD4B}"/>
                </a:ext>
              </a:extLst>
            </p:cNvPr>
            <p:cNvSpPr/>
            <p:nvPr/>
          </p:nvSpPr>
          <p:spPr>
            <a:xfrm>
              <a:off x="2732656" y="2448908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399" y="89769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8">
              <a:extLst>
                <a:ext uri="{FF2B5EF4-FFF2-40B4-BE49-F238E27FC236}">
                  <a16:creationId xmlns:a16="http://schemas.microsoft.com/office/drawing/2014/main" id="{C0D05D49-9119-1B5B-7A33-2B02BAAE6B9A}"/>
                </a:ext>
              </a:extLst>
            </p:cNvPr>
            <p:cNvSpPr/>
            <p:nvPr/>
          </p:nvSpPr>
          <p:spPr>
            <a:xfrm>
              <a:off x="2742097" y="243133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09">
              <a:extLst>
                <a:ext uri="{FF2B5EF4-FFF2-40B4-BE49-F238E27FC236}">
                  <a16:creationId xmlns:a16="http://schemas.microsoft.com/office/drawing/2014/main" id="{D7218E22-5C87-F2B2-E62F-B4E2804883BA}"/>
                </a:ext>
              </a:extLst>
            </p:cNvPr>
            <p:cNvSpPr/>
            <p:nvPr/>
          </p:nvSpPr>
          <p:spPr>
            <a:xfrm>
              <a:off x="274209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0">
              <a:extLst>
                <a:ext uri="{FF2B5EF4-FFF2-40B4-BE49-F238E27FC236}">
                  <a16:creationId xmlns:a16="http://schemas.microsoft.com/office/drawing/2014/main" id="{8A3DD027-9D80-C326-E51C-BFD11D8F60F2}"/>
                </a:ext>
              </a:extLst>
            </p:cNvPr>
            <p:cNvSpPr/>
            <p:nvPr/>
          </p:nvSpPr>
          <p:spPr>
            <a:xfrm>
              <a:off x="275153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1">
              <a:extLst>
                <a:ext uri="{FF2B5EF4-FFF2-40B4-BE49-F238E27FC236}">
                  <a16:creationId xmlns:a16="http://schemas.microsoft.com/office/drawing/2014/main" id="{C34A89A0-982A-6575-72D3-15D3EA34742E}"/>
                </a:ext>
              </a:extLst>
            </p:cNvPr>
            <p:cNvSpPr/>
            <p:nvPr/>
          </p:nvSpPr>
          <p:spPr>
            <a:xfrm>
              <a:off x="276097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2">
              <a:extLst>
                <a:ext uri="{FF2B5EF4-FFF2-40B4-BE49-F238E27FC236}">
                  <a16:creationId xmlns:a16="http://schemas.microsoft.com/office/drawing/2014/main" id="{01EC660B-D974-3188-CA4F-B10CBBD579EB}"/>
                </a:ext>
              </a:extLst>
            </p:cNvPr>
            <p:cNvSpPr/>
            <p:nvPr/>
          </p:nvSpPr>
          <p:spPr>
            <a:xfrm>
              <a:off x="277041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3">
              <a:extLst>
                <a:ext uri="{FF2B5EF4-FFF2-40B4-BE49-F238E27FC236}">
                  <a16:creationId xmlns:a16="http://schemas.microsoft.com/office/drawing/2014/main" id="{8C195E47-11E7-1B01-7518-BC1D94E1A0CD}"/>
                </a:ext>
              </a:extLst>
            </p:cNvPr>
            <p:cNvSpPr/>
            <p:nvPr/>
          </p:nvSpPr>
          <p:spPr>
            <a:xfrm>
              <a:off x="277985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4">
              <a:extLst>
                <a:ext uri="{FF2B5EF4-FFF2-40B4-BE49-F238E27FC236}">
                  <a16:creationId xmlns:a16="http://schemas.microsoft.com/office/drawing/2014/main" id="{890804B1-CEE2-DD89-7C35-BB48ECC18DC5}"/>
                </a:ext>
              </a:extLst>
            </p:cNvPr>
            <p:cNvSpPr/>
            <p:nvPr/>
          </p:nvSpPr>
          <p:spPr>
            <a:xfrm>
              <a:off x="278929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5">
              <a:extLst>
                <a:ext uri="{FF2B5EF4-FFF2-40B4-BE49-F238E27FC236}">
                  <a16:creationId xmlns:a16="http://schemas.microsoft.com/office/drawing/2014/main" id="{36E2D006-47A6-D255-6B2F-CD1631DCF7F8}"/>
                </a:ext>
              </a:extLst>
            </p:cNvPr>
            <p:cNvSpPr/>
            <p:nvPr/>
          </p:nvSpPr>
          <p:spPr>
            <a:xfrm>
              <a:off x="279873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6">
              <a:extLst>
                <a:ext uri="{FF2B5EF4-FFF2-40B4-BE49-F238E27FC236}">
                  <a16:creationId xmlns:a16="http://schemas.microsoft.com/office/drawing/2014/main" id="{4F594E75-BC54-B6C1-8D66-E74FAE172819}"/>
                </a:ext>
              </a:extLst>
            </p:cNvPr>
            <p:cNvSpPr/>
            <p:nvPr/>
          </p:nvSpPr>
          <p:spPr>
            <a:xfrm>
              <a:off x="280817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7">
              <a:extLst>
                <a:ext uri="{FF2B5EF4-FFF2-40B4-BE49-F238E27FC236}">
                  <a16:creationId xmlns:a16="http://schemas.microsoft.com/office/drawing/2014/main" id="{53CD383F-96F7-DF76-90D3-C68AA31D6F12}"/>
                </a:ext>
              </a:extLst>
            </p:cNvPr>
            <p:cNvSpPr/>
            <p:nvPr/>
          </p:nvSpPr>
          <p:spPr>
            <a:xfrm>
              <a:off x="281761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8">
              <a:extLst>
                <a:ext uri="{FF2B5EF4-FFF2-40B4-BE49-F238E27FC236}">
                  <a16:creationId xmlns:a16="http://schemas.microsoft.com/office/drawing/2014/main" id="{5B58E5FC-0B0C-D4C7-7BE4-2DBB4CA23B5D}"/>
                </a:ext>
              </a:extLst>
            </p:cNvPr>
            <p:cNvSpPr/>
            <p:nvPr/>
          </p:nvSpPr>
          <p:spPr>
            <a:xfrm>
              <a:off x="282705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19">
              <a:extLst>
                <a:ext uri="{FF2B5EF4-FFF2-40B4-BE49-F238E27FC236}">
                  <a16:creationId xmlns:a16="http://schemas.microsoft.com/office/drawing/2014/main" id="{37B89ABE-5DAB-346E-39FC-421AEB0ECD56}"/>
                </a:ext>
              </a:extLst>
            </p:cNvPr>
            <p:cNvSpPr/>
            <p:nvPr/>
          </p:nvSpPr>
          <p:spPr>
            <a:xfrm>
              <a:off x="283649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0">
              <a:extLst>
                <a:ext uri="{FF2B5EF4-FFF2-40B4-BE49-F238E27FC236}">
                  <a16:creationId xmlns:a16="http://schemas.microsoft.com/office/drawing/2014/main" id="{CEB37E92-0AF6-033F-FAB7-9AAC0464F26A}"/>
                </a:ext>
              </a:extLst>
            </p:cNvPr>
            <p:cNvSpPr/>
            <p:nvPr/>
          </p:nvSpPr>
          <p:spPr>
            <a:xfrm>
              <a:off x="284593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1">
              <a:extLst>
                <a:ext uri="{FF2B5EF4-FFF2-40B4-BE49-F238E27FC236}">
                  <a16:creationId xmlns:a16="http://schemas.microsoft.com/office/drawing/2014/main" id="{1A97076B-F202-0001-1265-6BA4AD1783D4}"/>
                </a:ext>
              </a:extLst>
            </p:cNvPr>
            <p:cNvSpPr/>
            <p:nvPr/>
          </p:nvSpPr>
          <p:spPr>
            <a:xfrm>
              <a:off x="285538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2">
              <a:extLst>
                <a:ext uri="{FF2B5EF4-FFF2-40B4-BE49-F238E27FC236}">
                  <a16:creationId xmlns:a16="http://schemas.microsoft.com/office/drawing/2014/main" id="{C8BB21F7-7D71-2B55-0B6D-C13075EB1D3B}"/>
                </a:ext>
              </a:extLst>
            </p:cNvPr>
            <p:cNvSpPr/>
            <p:nvPr/>
          </p:nvSpPr>
          <p:spPr>
            <a:xfrm>
              <a:off x="286482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3">
              <a:extLst>
                <a:ext uri="{FF2B5EF4-FFF2-40B4-BE49-F238E27FC236}">
                  <a16:creationId xmlns:a16="http://schemas.microsoft.com/office/drawing/2014/main" id="{F5E05577-3369-09B6-2CBF-CC4B27BFA041}"/>
                </a:ext>
              </a:extLst>
            </p:cNvPr>
            <p:cNvSpPr/>
            <p:nvPr/>
          </p:nvSpPr>
          <p:spPr>
            <a:xfrm>
              <a:off x="287426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4">
              <a:extLst>
                <a:ext uri="{FF2B5EF4-FFF2-40B4-BE49-F238E27FC236}">
                  <a16:creationId xmlns:a16="http://schemas.microsoft.com/office/drawing/2014/main" id="{2A08B459-6EE9-E3E8-492F-6E4D5CA1AAA6}"/>
                </a:ext>
              </a:extLst>
            </p:cNvPr>
            <p:cNvSpPr/>
            <p:nvPr/>
          </p:nvSpPr>
          <p:spPr>
            <a:xfrm>
              <a:off x="288370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5">
              <a:extLst>
                <a:ext uri="{FF2B5EF4-FFF2-40B4-BE49-F238E27FC236}">
                  <a16:creationId xmlns:a16="http://schemas.microsoft.com/office/drawing/2014/main" id="{0C0275A8-BEC7-4ACC-4538-E28E0686912D}"/>
                </a:ext>
              </a:extLst>
            </p:cNvPr>
            <p:cNvSpPr/>
            <p:nvPr/>
          </p:nvSpPr>
          <p:spPr>
            <a:xfrm>
              <a:off x="289314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6">
              <a:extLst>
                <a:ext uri="{FF2B5EF4-FFF2-40B4-BE49-F238E27FC236}">
                  <a16:creationId xmlns:a16="http://schemas.microsoft.com/office/drawing/2014/main" id="{9584E67B-3732-A38A-44F9-D9C16D99C91E}"/>
                </a:ext>
              </a:extLst>
            </p:cNvPr>
            <p:cNvSpPr/>
            <p:nvPr/>
          </p:nvSpPr>
          <p:spPr>
            <a:xfrm>
              <a:off x="290258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7">
              <a:extLst>
                <a:ext uri="{FF2B5EF4-FFF2-40B4-BE49-F238E27FC236}">
                  <a16:creationId xmlns:a16="http://schemas.microsoft.com/office/drawing/2014/main" id="{654049CC-76D7-E492-5C09-B5CAC4958318}"/>
                </a:ext>
              </a:extLst>
            </p:cNvPr>
            <p:cNvSpPr/>
            <p:nvPr/>
          </p:nvSpPr>
          <p:spPr>
            <a:xfrm>
              <a:off x="291202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8">
              <a:extLst>
                <a:ext uri="{FF2B5EF4-FFF2-40B4-BE49-F238E27FC236}">
                  <a16:creationId xmlns:a16="http://schemas.microsoft.com/office/drawing/2014/main" id="{0F27C2DD-2CD6-CC39-F986-7A2E58C18372}"/>
                </a:ext>
              </a:extLst>
            </p:cNvPr>
            <p:cNvSpPr/>
            <p:nvPr/>
          </p:nvSpPr>
          <p:spPr>
            <a:xfrm>
              <a:off x="292146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29">
              <a:extLst>
                <a:ext uri="{FF2B5EF4-FFF2-40B4-BE49-F238E27FC236}">
                  <a16:creationId xmlns:a16="http://schemas.microsoft.com/office/drawing/2014/main" id="{000DFFBF-5E68-C073-2F5D-54474BA168F2}"/>
                </a:ext>
              </a:extLst>
            </p:cNvPr>
            <p:cNvSpPr/>
            <p:nvPr/>
          </p:nvSpPr>
          <p:spPr>
            <a:xfrm>
              <a:off x="293090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0">
              <a:extLst>
                <a:ext uri="{FF2B5EF4-FFF2-40B4-BE49-F238E27FC236}">
                  <a16:creationId xmlns:a16="http://schemas.microsoft.com/office/drawing/2014/main" id="{597BE80A-F8EF-BC3D-96D7-8B3441A82364}"/>
                </a:ext>
              </a:extLst>
            </p:cNvPr>
            <p:cNvSpPr/>
            <p:nvPr/>
          </p:nvSpPr>
          <p:spPr>
            <a:xfrm>
              <a:off x="294034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1">
              <a:extLst>
                <a:ext uri="{FF2B5EF4-FFF2-40B4-BE49-F238E27FC236}">
                  <a16:creationId xmlns:a16="http://schemas.microsoft.com/office/drawing/2014/main" id="{C13FDA38-2595-5E49-7772-0B1EC7BF6B69}"/>
                </a:ext>
              </a:extLst>
            </p:cNvPr>
            <p:cNvSpPr/>
            <p:nvPr/>
          </p:nvSpPr>
          <p:spPr>
            <a:xfrm>
              <a:off x="294978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2">
              <a:extLst>
                <a:ext uri="{FF2B5EF4-FFF2-40B4-BE49-F238E27FC236}">
                  <a16:creationId xmlns:a16="http://schemas.microsoft.com/office/drawing/2014/main" id="{FBE8F83C-79E1-77B8-8A4E-76C22B936690}"/>
                </a:ext>
              </a:extLst>
            </p:cNvPr>
            <p:cNvSpPr/>
            <p:nvPr/>
          </p:nvSpPr>
          <p:spPr>
            <a:xfrm>
              <a:off x="295922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3">
              <a:extLst>
                <a:ext uri="{FF2B5EF4-FFF2-40B4-BE49-F238E27FC236}">
                  <a16:creationId xmlns:a16="http://schemas.microsoft.com/office/drawing/2014/main" id="{7AD5F5F6-AE2D-3453-2C96-BE3A3E71051C}"/>
                </a:ext>
              </a:extLst>
            </p:cNvPr>
            <p:cNvSpPr/>
            <p:nvPr/>
          </p:nvSpPr>
          <p:spPr>
            <a:xfrm>
              <a:off x="296866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4">
              <a:extLst>
                <a:ext uri="{FF2B5EF4-FFF2-40B4-BE49-F238E27FC236}">
                  <a16:creationId xmlns:a16="http://schemas.microsoft.com/office/drawing/2014/main" id="{BCF7E6D3-0619-0F1D-5006-4EA95FED9EAA}"/>
                </a:ext>
              </a:extLst>
            </p:cNvPr>
            <p:cNvSpPr/>
            <p:nvPr/>
          </p:nvSpPr>
          <p:spPr>
            <a:xfrm>
              <a:off x="297810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5">
              <a:extLst>
                <a:ext uri="{FF2B5EF4-FFF2-40B4-BE49-F238E27FC236}">
                  <a16:creationId xmlns:a16="http://schemas.microsoft.com/office/drawing/2014/main" id="{0246DE01-24CF-9E9F-241E-2935A1FDE200}"/>
                </a:ext>
              </a:extLst>
            </p:cNvPr>
            <p:cNvSpPr/>
            <p:nvPr/>
          </p:nvSpPr>
          <p:spPr>
            <a:xfrm>
              <a:off x="298754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6">
              <a:extLst>
                <a:ext uri="{FF2B5EF4-FFF2-40B4-BE49-F238E27FC236}">
                  <a16:creationId xmlns:a16="http://schemas.microsoft.com/office/drawing/2014/main" id="{0AD2854A-624D-AACD-9842-7F0B5F34FF55}"/>
                </a:ext>
              </a:extLst>
            </p:cNvPr>
            <p:cNvSpPr/>
            <p:nvPr/>
          </p:nvSpPr>
          <p:spPr>
            <a:xfrm>
              <a:off x="299698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7">
              <a:extLst>
                <a:ext uri="{FF2B5EF4-FFF2-40B4-BE49-F238E27FC236}">
                  <a16:creationId xmlns:a16="http://schemas.microsoft.com/office/drawing/2014/main" id="{18528F14-8844-9BA4-F2FE-132BADC71C89}"/>
                </a:ext>
              </a:extLst>
            </p:cNvPr>
            <p:cNvSpPr/>
            <p:nvPr/>
          </p:nvSpPr>
          <p:spPr>
            <a:xfrm>
              <a:off x="300642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8">
              <a:extLst>
                <a:ext uri="{FF2B5EF4-FFF2-40B4-BE49-F238E27FC236}">
                  <a16:creationId xmlns:a16="http://schemas.microsoft.com/office/drawing/2014/main" id="{A55C3FEB-DA69-D783-563B-970325E90014}"/>
                </a:ext>
              </a:extLst>
            </p:cNvPr>
            <p:cNvSpPr/>
            <p:nvPr/>
          </p:nvSpPr>
          <p:spPr>
            <a:xfrm>
              <a:off x="301586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39">
              <a:extLst>
                <a:ext uri="{FF2B5EF4-FFF2-40B4-BE49-F238E27FC236}">
                  <a16:creationId xmlns:a16="http://schemas.microsoft.com/office/drawing/2014/main" id="{617D2B9C-065B-2FA1-F52B-BD0CB0798557}"/>
                </a:ext>
              </a:extLst>
            </p:cNvPr>
            <p:cNvSpPr/>
            <p:nvPr/>
          </p:nvSpPr>
          <p:spPr>
            <a:xfrm>
              <a:off x="302530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0">
              <a:extLst>
                <a:ext uri="{FF2B5EF4-FFF2-40B4-BE49-F238E27FC236}">
                  <a16:creationId xmlns:a16="http://schemas.microsoft.com/office/drawing/2014/main" id="{CB2671F3-3019-7237-80E6-B1198D2D788D}"/>
                </a:ext>
              </a:extLst>
            </p:cNvPr>
            <p:cNvSpPr/>
            <p:nvPr/>
          </p:nvSpPr>
          <p:spPr>
            <a:xfrm>
              <a:off x="303474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1">
              <a:extLst>
                <a:ext uri="{FF2B5EF4-FFF2-40B4-BE49-F238E27FC236}">
                  <a16:creationId xmlns:a16="http://schemas.microsoft.com/office/drawing/2014/main" id="{DFFA8C16-0B21-4267-C280-B034DC6D92DA}"/>
                </a:ext>
              </a:extLst>
            </p:cNvPr>
            <p:cNvSpPr/>
            <p:nvPr/>
          </p:nvSpPr>
          <p:spPr>
            <a:xfrm>
              <a:off x="304418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2">
              <a:extLst>
                <a:ext uri="{FF2B5EF4-FFF2-40B4-BE49-F238E27FC236}">
                  <a16:creationId xmlns:a16="http://schemas.microsoft.com/office/drawing/2014/main" id="{0DC64299-C0C3-1C41-F339-323121903B8B}"/>
                </a:ext>
              </a:extLst>
            </p:cNvPr>
            <p:cNvSpPr/>
            <p:nvPr/>
          </p:nvSpPr>
          <p:spPr>
            <a:xfrm>
              <a:off x="305362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3">
              <a:extLst>
                <a:ext uri="{FF2B5EF4-FFF2-40B4-BE49-F238E27FC236}">
                  <a16:creationId xmlns:a16="http://schemas.microsoft.com/office/drawing/2014/main" id="{CD5CD3C9-B83A-6882-60B7-CA9980424AB6}"/>
                </a:ext>
              </a:extLst>
            </p:cNvPr>
            <p:cNvSpPr/>
            <p:nvPr/>
          </p:nvSpPr>
          <p:spPr>
            <a:xfrm>
              <a:off x="306306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4">
              <a:extLst>
                <a:ext uri="{FF2B5EF4-FFF2-40B4-BE49-F238E27FC236}">
                  <a16:creationId xmlns:a16="http://schemas.microsoft.com/office/drawing/2014/main" id="{FA440B54-F100-F06F-61D3-D343AC9485DC}"/>
                </a:ext>
              </a:extLst>
            </p:cNvPr>
            <p:cNvSpPr/>
            <p:nvPr/>
          </p:nvSpPr>
          <p:spPr>
            <a:xfrm>
              <a:off x="307250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5">
              <a:extLst>
                <a:ext uri="{FF2B5EF4-FFF2-40B4-BE49-F238E27FC236}">
                  <a16:creationId xmlns:a16="http://schemas.microsoft.com/office/drawing/2014/main" id="{20EB9543-DA8D-AF77-EF61-D52817386E2F}"/>
                </a:ext>
              </a:extLst>
            </p:cNvPr>
            <p:cNvSpPr/>
            <p:nvPr/>
          </p:nvSpPr>
          <p:spPr>
            <a:xfrm>
              <a:off x="308194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6">
              <a:extLst>
                <a:ext uri="{FF2B5EF4-FFF2-40B4-BE49-F238E27FC236}">
                  <a16:creationId xmlns:a16="http://schemas.microsoft.com/office/drawing/2014/main" id="{51A7FA71-B7D3-D014-8F5F-7821DE3D49F4}"/>
                </a:ext>
              </a:extLst>
            </p:cNvPr>
            <p:cNvSpPr/>
            <p:nvPr/>
          </p:nvSpPr>
          <p:spPr>
            <a:xfrm>
              <a:off x="309138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7">
              <a:extLst>
                <a:ext uri="{FF2B5EF4-FFF2-40B4-BE49-F238E27FC236}">
                  <a16:creationId xmlns:a16="http://schemas.microsoft.com/office/drawing/2014/main" id="{FB69A06F-28B2-7699-7F5F-D16AAC37D77E}"/>
                </a:ext>
              </a:extLst>
            </p:cNvPr>
            <p:cNvSpPr/>
            <p:nvPr/>
          </p:nvSpPr>
          <p:spPr>
            <a:xfrm>
              <a:off x="310082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8">
              <a:extLst>
                <a:ext uri="{FF2B5EF4-FFF2-40B4-BE49-F238E27FC236}">
                  <a16:creationId xmlns:a16="http://schemas.microsoft.com/office/drawing/2014/main" id="{CEAA0D7E-3D49-5773-59B7-68DFCC68129B}"/>
                </a:ext>
              </a:extLst>
            </p:cNvPr>
            <p:cNvSpPr/>
            <p:nvPr/>
          </p:nvSpPr>
          <p:spPr>
            <a:xfrm>
              <a:off x="311026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49">
              <a:extLst>
                <a:ext uri="{FF2B5EF4-FFF2-40B4-BE49-F238E27FC236}">
                  <a16:creationId xmlns:a16="http://schemas.microsoft.com/office/drawing/2014/main" id="{F53632DC-5DE8-A021-7892-81C839851640}"/>
                </a:ext>
              </a:extLst>
            </p:cNvPr>
            <p:cNvSpPr/>
            <p:nvPr/>
          </p:nvSpPr>
          <p:spPr>
            <a:xfrm>
              <a:off x="311970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0">
              <a:extLst>
                <a:ext uri="{FF2B5EF4-FFF2-40B4-BE49-F238E27FC236}">
                  <a16:creationId xmlns:a16="http://schemas.microsoft.com/office/drawing/2014/main" id="{D40B0801-74C7-6D5E-FA80-B09D859DA385}"/>
                </a:ext>
              </a:extLst>
            </p:cNvPr>
            <p:cNvSpPr/>
            <p:nvPr/>
          </p:nvSpPr>
          <p:spPr>
            <a:xfrm>
              <a:off x="312914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1">
              <a:extLst>
                <a:ext uri="{FF2B5EF4-FFF2-40B4-BE49-F238E27FC236}">
                  <a16:creationId xmlns:a16="http://schemas.microsoft.com/office/drawing/2014/main" id="{6712BBCA-28BB-8392-7782-934F733C46E5}"/>
                </a:ext>
              </a:extLst>
            </p:cNvPr>
            <p:cNvSpPr/>
            <p:nvPr/>
          </p:nvSpPr>
          <p:spPr>
            <a:xfrm>
              <a:off x="313858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2">
              <a:extLst>
                <a:ext uri="{FF2B5EF4-FFF2-40B4-BE49-F238E27FC236}">
                  <a16:creationId xmlns:a16="http://schemas.microsoft.com/office/drawing/2014/main" id="{CCF133E6-2579-6E85-4097-889444F75A13}"/>
                </a:ext>
              </a:extLst>
            </p:cNvPr>
            <p:cNvSpPr/>
            <p:nvPr/>
          </p:nvSpPr>
          <p:spPr>
            <a:xfrm>
              <a:off x="314802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3">
              <a:extLst>
                <a:ext uri="{FF2B5EF4-FFF2-40B4-BE49-F238E27FC236}">
                  <a16:creationId xmlns:a16="http://schemas.microsoft.com/office/drawing/2014/main" id="{ABCB6D97-C643-01DA-8A4B-3743EFF45231}"/>
                </a:ext>
              </a:extLst>
            </p:cNvPr>
            <p:cNvSpPr/>
            <p:nvPr/>
          </p:nvSpPr>
          <p:spPr>
            <a:xfrm>
              <a:off x="315746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4">
              <a:extLst>
                <a:ext uri="{FF2B5EF4-FFF2-40B4-BE49-F238E27FC236}">
                  <a16:creationId xmlns:a16="http://schemas.microsoft.com/office/drawing/2014/main" id="{728640AA-3E5A-1B51-C709-1E53F8D38193}"/>
                </a:ext>
              </a:extLst>
            </p:cNvPr>
            <p:cNvSpPr/>
            <p:nvPr/>
          </p:nvSpPr>
          <p:spPr>
            <a:xfrm>
              <a:off x="316690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5">
              <a:extLst>
                <a:ext uri="{FF2B5EF4-FFF2-40B4-BE49-F238E27FC236}">
                  <a16:creationId xmlns:a16="http://schemas.microsoft.com/office/drawing/2014/main" id="{7F3D40D4-E114-DE15-D7EF-43A47807774B}"/>
                </a:ext>
              </a:extLst>
            </p:cNvPr>
            <p:cNvSpPr/>
            <p:nvPr/>
          </p:nvSpPr>
          <p:spPr>
            <a:xfrm>
              <a:off x="317634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6">
              <a:extLst>
                <a:ext uri="{FF2B5EF4-FFF2-40B4-BE49-F238E27FC236}">
                  <a16:creationId xmlns:a16="http://schemas.microsoft.com/office/drawing/2014/main" id="{83464350-E249-6003-4F6D-5427EEAFFB5A}"/>
                </a:ext>
              </a:extLst>
            </p:cNvPr>
            <p:cNvSpPr/>
            <p:nvPr/>
          </p:nvSpPr>
          <p:spPr>
            <a:xfrm>
              <a:off x="318578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7">
              <a:extLst>
                <a:ext uri="{FF2B5EF4-FFF2-40B4-BE49-F238E27FC236}">
                  <a16:creationId xmlns:a16="http://schemas.microsoft.com/office/drawing/2014/main" id="{5E3E9829-8425-1F45-54C3-B090FDBC776F}"/>
                </a:ext>
              </a:extLst>
            </p:cNvPr>
            <p:cNvSpPr/>
            <p:nvPr/>
          </p:nvSpPr>
          <p:spPr>
            <a:xfrm>
              <a:off x="319522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8">
              <a:extLst>
                <a:ext uri="{FF2B5EF4-FFF2-40B4-BE49-F238E27FC236}">
                  <a16:creationId xmlns:a16="http://schemas.microsoft.com/office/drawing/2014/main" id="{C6663780-4A15-6EDF-06FA-E93136061A70}"/>
                </a:ext>
              </a:extLst>
            </p:cNvPr>
            <p:cNvSpPr/>
            <p:nvPr/>
          </p:nvSpPr>
          <p:spPr>
            <a:xfrm>
              <a:off x="320466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59">
              <a:extLst>
                <a:ext uri="{FF2B5EF4-FFF2-40B4-BE49-F238E27FC236}">
                  <a16:creationId xmlns:a16="http://schemas.microsoft.com/office/drawing/2014/main" id="{A5BD91F1-0CB6-7123-B4BB-A8C2BF9FBE25}"/>
                </a:ext>
              </a:extLst>
            </p:cNvPr>
            <p:cNvSpPr/>
            <p:nvPr/>
          </p:nvSpPr>
          <p:spPr>
            <a:xfrm>
              <a:off x="321410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0">
              <a:extLst>
                <a:ext uri="{FF2B5EF4-FFF2-40B4-BE49-F238E27FC236}">
                  <a16:creationId xmlns:a16="http://schemas.microsoft.com/office/drawing/2014/main" id="{7DF14A77-577F-4B98-0A31-B71B69F9FC7B}"/>
                </a:ext>
              </a:extLst>
            </p:cNvPr>
            <p:cNvSpPr/>
            <p:nvPr/>
          </p:nvSpPr>
          <p:spPr>
            <a:xfrm>
              <a:off x="322354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1">
              <a:extLst>
                <a:ext uri="{FF2B5EF4-FFF2-40B4-BE49-F238E27FC236}">
                  <a16:creationId xmlns:a16="http://schemas.microsoft.com/office/drawing/2014/main" id="{980FB262-EC96-53CF-BC42-64EF6307D402}"/>
                </a:ext>
              </a:extLst>
            </p:cNvPr>
            <p:cNvSpPr/>
            <p:nvPr/>
          </p:nvSpPr>
          <p:spPr>
            <a:xfrm>
              <a:off x="323298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2">
              <a:extLst>
                <a:ext uri="{FF2B5EF4-FFF2-40B4-BE49-F238E27FC236}">
                  <a16:creationId xmlns:a16="http://schemas.microsoft.com/office/drawing/2014/main" id="{2E5FEA09-74EF-5AFC-1E14-AB69F5420F8F}"/>
                </a:ext>
              </a:extLst>
            </p:cNvPr>
            <p:cNvSpPr/>
            <p:nvPr/>
          </p:nvSpPr>
          <p:spPr>
            <a:xfrm>
              <a:off x="324242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3">
              <a:extLst>
                <a:ext uri="{FF2B5EF4-FFF2-40B4-BE49-F238E27FC236}">
                  <a16:creationId xmlns:a16="http://schemas.microsoft.com/office/drawing/2014/main" id="{A3FF8EF6-A785-66E9-2E44-DF795F6C0B10}"/>
                </a:ext>
              </a:extLst>
            </p:cNvPr>
            <p:cNvSpPr/>
            <p:nvPr/>
          </p:nvSpPr>
          <p:spPr>
            <a:xfrm>
              <a:off x="325187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4">
              <a:extLst>
                <a:ext uri="{FF2B5EF4-FFF2-40B4-BE49-F238E27FC236}">
                  <a16:creationId xmlns:a16="http://schemas.microsoft.com/office/drawing/2014/main" id="{FD3FDE77-78F3-6D89-4F92-BB610EC7BB05}"/>
                </a:ext>
              </a:extLst>
            </p:cNvPr>
            <p:cNvSpPr/>
            <p:nvPr/>
          </p:nvSpPr>
          <p:spPr>
            <a:xfrm>
              <a:off x="326131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5">
              <a:extLst>
                <a:ext uri="{FF2B5EF4-FFF2-40B4-BE49-F238E27FC236}">
                  <a16:creationId xmlns:a16="http://schemas.microsoft.com/office/drawing/2014/main" id="{2D72CA2E-93CD-B4C7-F31A-4FF327489D13}"/>
                </a:ext>
              </a:extLst>
            </p:cNvPr>
            <p:cNvSpPr/>
            <p:nvPr/>
          </p:nvSpPr>
          <p:spPr>
            <a:xfrm>
              <a:off x="327075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6">
              <a:extLst>
                <a:ext uri="{FF2B5EF4-FFF2-40B4-BE49-F238E27FC236}">
                  <a16:creationId xmlns:a16="http://schemas.microsoft.com/office/drawing/2014/main" id="{19CC710A-D627-1305-D073-AC623C7AF252}"/>
                </a:ext>
              </a:extLst>
            </p:cNvPr>
            <p:cNvSpPr/>
            <p:nvPr/>
          </p:nvSpPr>
          <p:spPr>
            <a:xfrm>
              <a:off x="328019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7">
              <a:extLst>
                <a:ext uri="{FF2B5EF4-FFF2-40B4-BE49-F238E27FC236}">
                  <a16:creationId xmlns:a16="http://schemas.microsoft.com/office/drawing/2014/main" id="{1DE82CF5-4AA1-7EE4-50A9-25B1B4D890EA}"/>
                </a:ext>
              </a:extLst>
            </p:cNvPr>
            <p:cNvSpPr/>
            <p:nvPr/>
          </p:nvSpPr>
          <p:spPr>
            <a:xfrm>
              <a:off x="3289631" y="244890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8">
              <a:extLst>
                <a:ext uri="{FF2B5EF4-FFF2-40B4-BE49-F238E27FC236}">
                  <a16:creationId xmlns:a16="http://schemas.microsoft.com/office/drawing/2014/main" id="{7AE7CE71-F5CF-DBF7-7381-D414AAADDC15}"/>
                </a:ext>
              </a:extLst>
            </p:cNvPr>
            <p:cNvSpPr/>
            <p:nvPr/>
          </p:nvSpPr>
          <p:spPr>
            <a:xfrm>
              <a:off x="3299071" y="2431338"/>
              <a:ext cx="915711" cy="918830"/>
            </a:xfrm>
            <a:custGeom>
              <a:avLst/>
              <a:gdLst/>
              <a:ahLst/>
              <a:cxnLst/>
              <a:rect l="0" t="0" r="0" b="0"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69">
              <a:extLst>
                <a:ext uri="{FF2B5EF4-FFF2-40B4-BE49-F238E27FC236}">
                  <a16:creationId xmlns:a16="http://schemas.microsoft.com/office/drawing/2014/main" id="{E6AEB2C1-F1C8-7A9F-BD1B-90FA4ED364AF}"/>
                </a:ext>
              </a:extLst>
            </p:cNvPr>
            <p:cNvSpPr/>
            <p:nvPr/>
          </p:nvSpPr>
          <p:spPr>
            <a:xfrm>
              <a:off x="2430569" y="24137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0">
              <a:extLst>
                <a:ext uri="{FF2B5EF4-FFF2-40B4-BE49-F238E27FC236}">
                  <a16:creationId xmlns:a16="http://schemas.microsoft.com/office/drawing/2014/main" id="{73CB9090-2A26-5EFF-DC23-1E327BDA014F}"/>
                </a:ext>
              </a:extLst>
            </p:cNvPr>
            <p:cNvSpPr/>
            <p:nvPr/>
          </p:nvSpPr>
          <p:spPr>
            <a:xfrm>
              <a:off x="243056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1">
              <a:extLst>
                <a:ext uri="{FF2B5EF4-FFF2-40B4-BE49-F238E27FC236}">
                  <a16:creationId xmlns:a16="http://schemas.microsoft.com/office/drawing/2014/main" id="{89739A4D-ACEF-7F56-088A-F167D0767C13}"/>
                </a:ext>
              </a:extLst>
            </p:cNvPr>
            <p:cNvSpPr/>
            <p:nvPr/>
          </p:nvSpPr>
          <p:spPr>
            <a:xfrm>
              <a:off x="244000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2">
              <a:extLst>
                <a:ext uri="{FF2B5EF4-FFF2-40B4-BE49-F238E27FC236}">
                  <a16:creationId xmlns:a16="http://schemas.microsoft.com/office/drawing/2014/main" id="{7D22A243-7694-CB11-FE7C-9361185486C3}"/>
                </a:ext>
              </a:extLst>
            </p:cNvPr>
            <p:cNvSpPr/>
            <p:nvPr/>
          </p:nvSpPr>
          <p:spPr>
            <a:xfrm>
              <a:off x="244944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3">
              <a:extLst>
                <a:ext uri="{FF2B5EF4-FFF2-40B4-BE49-F238E27FC236}">
                  <a16:creationId xmlns:a16="http://schemas.microsoft.com/office/drawing/2014/main" id="{BC04B1AB-7715-D230-C0CE-672467AAD87F}"/>
                </a:ext>
              </a:extLst>
            </p:cNvPr>
            <p:cNvSpPr/>
            <p:nvPr/>
          </p:nvSpPr>
          <p:spPr>
            <a:xfrm>
              <a:off x="245889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4">
              <a:extLst>
                <a:ext uri="{FF2B5EF4-FFF2-40B4-BE49-F238E27FC236}">
                  <a16:creationId xmlns:a16="http://schemas.microsoft.com/office/drawing/2014/main" id="{4BC1053E-B044-A706-1ACA-D4D5280A317B}"/>
                </a:ext>
              </a:extLst>
            </p:cNvPr>
            <p:cNvSpPr/>
            <p:nvPr/>
          </p:nvSpPr>
          <p:spPr>
            <a:xfrm>
              <a:off x="246833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5">
              <a:extLst>
                <a:ext uri="{FF2B5EF4-FFF2-40B4-BE49-F238E27FC236}">
                  <a16:creationId xmlns:a16="http://schemas.microsoft.com/office/drawing/2014/main" id="{0F010281-FD18-3D3D-AEC6-8C2389DB4606}"/>
                </a:ext>
              </a:extLst>
            </p:cNvPr>
            <p:cNvSpPr/>
            <p:nvPr/>
          </p:nvSpPr>
          <p:spPr>
            <a:xfrm>
              <a:off x="247777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6">
              <a:extLst>
                <a:ext uri="{FF2B5EF4-FFF2-40B4-BE49-F238E27FC236}">
                  <a16:creationId xmlns:a16="http://schemas.microsoft.com/office/drawing/2014/main" id="{41D168B7-173C-28FE-42D5-C208C800FCAB}"/>
                </a:ext>
              </a:extLst>
            </p:cNvPr>
            <p:cNvSpPr/>
            <p:nvPr/>
          </p:nvSpPr>
          <p:spPr>
            <a:xfrm>
              <a:off x="248721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7">
              <a:extLst>
                <a:ext uri="{FF2B5EF4-FFF2-40B4-BE49-F238E27FC236}">
                  <a16:creationId xmlns:a16="http://schemas.microsoft.com/office/drawing/2014/main" id="{391C8810-3FE3-53ED-588F-CD2564CEDB11}"/>
                </a:ext>
              </a:extLst>
            </p:cNvPr>
            <p:cNvSpPr/>
            <p:nvPr/>
          </p:nvSpPr>
          <p:spPr>
            <a:xfrm>
              <a:off x="249665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8">
              <a:extLst>
                <a:ext uri="{FF2B5EF4-FFF2-40B4-BE49-F238E27FC236}">
                  <a16:creationId xmlns:a16="http://schemas.microsoft.com/office/drawing/2014/main" id="{96B29083-5EE1-A8B0-5FF7-E8DF6B9D69A0}"/>
                </a:ext>
              </a:extLst>
            </p:cNvPr>
            <p:cNvSpPr/>
            <p:nvPr/>
          </p:nvSpPr>
          <p:spPr>
            <a:xfrm>
              <a:off x="250609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79">
              <a:extLst>
                <a:ext uri="{FF2B5EF4-FFF2-40B4-BE49-F238E27FC236}">
                  <a16:creationId xmlns:a16="http://schemas.microsoft.com/office/drawing/2014/main" id="{C3102764-65F5-BEDA-CB47-1B173C38E541}"/>
                </a:ext>
              </a:extLst>
            </p:cNvPr>
            <p:cNvSpPr/>
            <p:nvPr/>
          </p:nvSpPr>
          <p:spPr>
            <a:xfrm>
              <a:off x="251553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0">
              <a:extLst>
                <a:ext uri="{FF2B5EF4-FFF2-40B4-BE49-F238E27FC236}">
                  <a16:creationId xmlns:a16="http://schemas.microsoft.com/office/drawing/2014/main" id="{488789B0-9CC1-BF91-C9F7-A3CFF7A59074}"/>
                </a:ext>
              </a:extLst>
            </p:cNvPr>
            <p:cNvSpPr/>
            <p:nvPr/>
          </p:nvSpPr>
          <p:spPr>
            <a:xfrm>
              <a:off x="252497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1">
              <a:extLst>
                <a:ext uri="{FF2B5EF4-FFF2-40B4-BE49-F238E27FC236}">
                  <a16:creationId xmlns:a16="http://schemas.microsoft.com/office/drawing/2014/main" id="{E6FED6EB-9C59-36AE-0473-93297A9B14E5}"/>
                </a:ext>
              </a:extLst>
            </p:cNvPr>
            <p:cNvSpPr/>
            <p:nvPr/>
          </p:nvSpPr>
          <p:spPr>
            <a:xfrm>
              <a:off x="253441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2">
              <a:extLst>
                <a:ext uri="{FF2B5EF4-FFF2-40B4-BE49-F238E27FC236}">
                  <a16:creationId xmlns:a16="http://schemas.microsoft.com/office/drawing/2014/main" id="{F25E510B-92F8-3D9B-9066-3ED55E9B64DF}"/>
                </a:ext>
              </a:extLst>
            </p:cNvPr>
            <p:cNvSpPr/>
            <p:nvPr/>
          </p:nvSpPr>
          <p:spPr>
            <a:xfrm>
              <a:off x="254385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3">
              <a:extLst>
                <a:ext uri="{FF2B5EF4-FFF2-40B4-BE49-F238E27FC236}">
                  <a16:creationId xmlns:a16="http://schemas.microsoft.com/office/drawing/2014/main" id="{23F196EF-22E5-4E0E-61BA-4CD0A083141C}"/>
                </a:ext>
              </a:extLst>
            </p:cNvPr>
            <p:cNvSpPr/>
            <p:nvPr/>
          </p:nvSpPr>
          <p:spPr>
            <a:xfrm>
              <a:off x="255329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4">
              <a:extLst>
                <a:ext uri="{FF2B5EF4-FFF2-40B4-BE49-F238E27FC236}">
                  <a16:creationId xmlns:a16="http://schemas.microsoft.com/office/drawing/2014/main" id="{008C9FC7-25C8-1B90-0DFD-0951812412C9}"/>
                </a:ext>
              </a:extLst>
            </p:cNvPr>
            <p:cNvSpPr/>
            <p:nvPr/>
          </p:nvSpPr>
          <p:spPr>
            <a:xfrm>
              <a:off x="256273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5">
              <a:extLst>
                <a:ext uri="{FF2B5EF4-FFF2-40B4-BE49-F238E27FC236}">
                  <a16:creationId xmlns:a16="http://schemas.microsoft.com/office/drawing/2014/main" id="{20D541E3-0D3E-7379-DA90-6C605ACF62A3}"/>
                </a:ext>
              </a:extLst>
            </p:cNvPr>
            <p:cNvSpPr/>
            <p:nvPr/>
          </p:nvSpPr>
          <p:spPr>
            <a:xfrm>
              <a:off x="257217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6">
              <a:extLst>
                <a:ext uri="{FF2B5EF4-FFF2-40B4-BE49-F238E27FC236}">
                  <a16:creationId xmlns:a16="http://schemas.microsoft.com/office/drawing/2014/main" id="{C0928BA0-79A2-D8F3-8F5A-0E44F6F69B65}"/>
                </a:ext>
              </a:extLst>
            </p:cNvPr>
            <p:cNvSpPr/>
            <p:nvPr/>
          </p:nvSpPr>
          <p:spPr>
            <a:xfrm>
              <a:off x="258161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7">
              <a:extLst>
                <a:ext uri="{FF2B5EF4-FFF2-40B4-BE49-F238E27FC236}">
                  <a16:creationId xmlns:a16="http://schemas.microsoft.com/office/drawing/2014/main" id="{9E5B48A1-3969-EA9D-6DFC-0890D03E6946}"/>
                </a:ext>
              </a:extLst>
            </p:cNvPr>
            <p:cNvSpPr/>
            <p:nvPr/>
          </p:nvSpPr>
          <p:spPr>
            <a:xfrm>
              <a:off x="259105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8">
              <a:extLst>
                <a:ext uri="{FF2B5EF4-FFF2-40B4-BE49-F238E27FC236}">
                  <a16:creationId xmlns:a16="http://schemas.microsoft.com/office/drawing/2014/main" id="{3301226F-4A1D-B154-783A-03514037C732}"/>
                </a:ext>
              </a:extLst>
            </p:cNvPr>
            <p:cNvSpPr/>
            <p:nvPr/>
          </p:nvSpPr>
          <p:spPr>
            <a:xfrm>
              <a:off x="260049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89">
              <a:extLst>
                <a:ext uri="{FF2B5EF4-FFF2-40B4-BE49-F238E27FC236}">
                  <a16:creationId xmlns:a16="http://schemas.microsoft.com/office/drawing/2014/main" id="{2377565B-3D14-3AA6-1478-6F466F52302A}"/>
                </a:ext>
              </a:extLst>
            </p:cNvPr>
            <p:cNvSpPr/>
            <p:nvPr/>
          </p:nvSpPr>
          <p:spPr>
            <a:xfrm>
              <a:off x="260993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0">
              <a:extLst>
                <a:ext uri="{FF2B5EF4-FFF2-40B4-BE49-F238E27FC236}">
                  <a16:creationId xmlns:a16="http://schemas.microsoft.com/office/drawing/2014/main" id="{809B9BDF-C99D-79F6-CB09-1616B326617F}"/>
                </a:ext>
              </a:extLst>
            </p:cNvPr>
            <p:cNvSpPr/>
            <p:nvPr/>
          </p:nvSpPr>
          <p:spPr>
            <a:xfrm>
              <a:off x="261937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1">
              <a:extLst>
                <a:ext uri="{FF2B5EF4-FFF2-40B4-BE49-F238E27FC236}">
                  <a16:creationId xmlns:a16="http://schemas.microsoft.com/office/drawing/2014/main" id="{31B6F0EA-5A2A-F559-BAD4-13CD09A17290}"/>
                </a:ext>
              </a:extLst>
            </p:cNvPr>
            <p:cNvSpPr/>
            <p:nvPr/>
          </p:nvSpPr>
          <p:spPr>
            <a:xfrm>
              <a:off x="262881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2">
              <a:extLst>
                <a:ext uri="{FF2B5EF4-FFF2-40B4-BE49-F238E27FC236}">
                  <a16:creationId xmlns:a16="http://schemas.microsoft.com/office/drawing/2014/main" id="{56C9D87C-7C54-D1A5-72C4-111783943927}"/>
                </a:ext>
              </a:extLst>
            </p:cNvPr>
            <p:cNvSpPr/>
            <p:nvPr/>
          </p:nvSpPr>
          <p:spPr>
            <a:xfrm>
              <a:off x="263825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3">
              <a:extLst>
                <a:ext uri="{FF2B5EF4-FFF2-40B4-BE49-F238E27FC236}">
                  <a16:creationId xmlns:a16="http://schemas.microsoft.com/office/drawing/2014/main" id="{EF8B94E5-F205-8D55-C0A3-D8B25E643507}"/>
                </a:ext>
              </a:extLst>
            </p:cNvPr>
            <p:cNvSpPr/>
            <p:nvPr/>
          </p:nvSpPr>
          <p:spPr>
            <a:xfrm>
              <a:off x="264769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4">
              <a:extLst>
                <a:ext uri="{FF2B5EF4-FFF2-40B4-BE49-F238E27FC236}">
                  <a16:creationId xmlns:a16="http://schemas.microsoft.com/office/drawing/2014/main" id="{9869A22E-173A-363F-77B1-8A9A9773F22C}"/>
                </a:ext>
              </a:extLst>
            </p:cNvPr>
            <p:cNvSpPr/>
            <p:nvPr/>
          </p:nvSpPr>
          <p:spPr>
            <a:xfrm>
              <a:off x="265713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5">
              <a:extLst>
                <a:ext uri="{FF2B5EF4-FFF2-40B4-BE49-F238E27FC236}">
                  <a16:creationId xmlns:a16="http://schemas.microsoft.com/office/drawing/2014/main" id="{CFD0F3D3-2B00-B2FD-E9DB-2C255CAAD1F3}"/>
                </a:ext>
              </a:extLst>
            </p:cNvPr>
            <p:cNvSpPr/>
            <p:nvPr/>
          </p:nvSpPr>
          <p:spPr>
            <a:xfrm>
              <a:off x="266657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6">
              <a:extLst>
                <a:ext uri="{FF2B5EF4-FFF2-40B4-BE49-F238E27FC236}">
                  <a16:creationId xmlns:a16="http://schemas.microsoft.com/office/drawing/2014/main" id="{7FC615DC-1563-C032-3301-695A601D48CC}"/>
                </a:ext>
              </a:extLst>
            </p:cNvPr>
            <p:cNvSpPr/>
            <p:nvPr/>
          </p:nvSpPr>
          <p:spPr>
            <a:xfrm>
              <a:off x="267601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7">
              <a:extLst>
                <a:ext uri="{FF2B5EF4-FFF2-40B4-BE49-F238E27FC236}">
                  <a16:creationId xmlns:a16="http://schemas.microsoft.com/office/drawing/2014/main" id="{A9F1F135-450B-87B6-D625-068A4CA56AAB}"/>
                </a:ext>
              </a:extLst>
            </p:cNvPr>
            <p:cNvSpPr/>
            <p:nvPr/>
          </p:nvSpPr>
          <p:spPr>
            <a:xfrm>
              <a:off x="268545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8">
              <a:extLst>
                <a:ext uri="{FF2B5EF4-FFF2-40B4-BE49-F238E27FC236}">
                  <a16:creationId xmlns:a16="http://schemas.microsoft.com/office/drawing/2014/main" id="{E8042C38-386D-8027-0C71-36F90E190D0D}"/>
                </a:ext>
              </a:extLst>
            </p:cNvPr>
            <p:cNvSpPr/>
            <p:nvPr/>
          </p:nvSpPr>
          <p:spPr>
            <a:xfrm>
              <a:off x="269489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599">
              <a:extLst>
                <a:ext uri="{FF2B5EF4-FFF2-40B4-BE49-F238E27FC236}">
                  <a16:creationId xmlns:a16="http://schemas.microsoft.com/office/drawing/2014/main" id="{1CD6A5F4-EB1C-0CE6-7F66-848885F6D5C7}"/>
                </a:ext>
              </a:extLst>
            </p:cNvPr>
            <p:cNvSpPr/>
            <p:nvPr/>
          </p:nvSpPr>
          <p:spPr>
            <a:xfrm>
              <a:off x="270433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0">
              <a:extLst>
                <a:ext uri="{FF2B5EF4-FFF2-40B4-BE49-F238E27FC236}">
                  <a16:creationId xmlns:a16="http://schemas.microsoft.com/office/drawing/2014/main" id="{F1564FFA-91B6-2431-251C-1160CC47AAD7}"/>
                </a:ext>
              </a:extLst>
            </p:cNvPr>
            <p:cNvSpPr/>
            <p:nvPr/>
          </p:nvSpPr>
          <p:spPr>
            <a:xfrm>
              <a:off x="2723216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400" y="90034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1">
              <a:extLst>
                <a:ext uri="{FF2B5EF4-FFF2-40B4-BE49-F238E27FC236}">
                  <a16:creationId xmlns:a16="http://schemas.microsoft.com/office/drawing/2014/main" id="{D5BE351A-9855-7FD7-E5B3-1CFB6714A230}"/>
                </a:ext>
              </a:extLst>
            </p:cNvPr>
            <p:cNvSpPr/>
            <p:nvPr/>
          </p:nvSpPr>
          <p:spPr>
            <a:xfrm>
              <a:off x="2723216" y="2431338"/>
              <a:ext cx="918140" cy="914400"/>
            </a:xfrm>
            <a:custGeom>
              <a:avLst/>
              <a:gdLst/>
              <a:ahLst/>
              <a:cxnLst/>
              <a:rect l="0" t="0" r="0" b="0"/>
              <a:pathLst>
                <a:path w="918140" h="914400">
                  <a:moveTo>
                    <a:pt x="914400" y="914400"/>
                  </a:moveTo>
                  <a:lnTo>
                    <a:pt x="914400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2">
              <a:extLst>
                <a:ext uri="{FF2B5EF4-FFF2-40B4-BE49-F238E27FC236}">
                  <a16:creationId xmlns:a16="http://schemas.microsoft.com/office/drawing/2014/main" id="{BCE3496A-A408-9C9D-0EE5-61EEB970BDB7}"/>
                </a:ext>
              </a:extLst>
            </p:cNvPr>
            <p:cNvSpPr/>
            <p:nvPr/>
          </p:nvSpPr>
          <p:spPr>
            <a:xfrm>
              <a:off x="2742097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3">
              <a:extLst>
                <a:ext uri="{FF2B5EF4-FFF2-40B4-BE49-F238E27FC236}">
                  <a16:creationId xmlns:a16="http://schemas.microsoft.com/office/drawing/2014/main" id="{23713791-8804-C5C0-8EA2-A9FB83D6004D}"/>
                </a:ext>
              </a:extLst>
            </p:cNvPr>
            <p:cNvSpPr/>
            <p:nvPr/>
          </p:nvSpPr>
          <p:spPr>
            <a:xfrm>
              <a:off x="2751537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4">
              <a:extLst>
                <a:ext uri="{FF2B5EF4-FFF2-40B4-BE49-F238E27FC236}">
                  <a16:creationId xmlns:a16="http://schemas.microsoft.com/office/drawing/2014/main" id="{C82859A3-CEF8-79F0-616E-C8024CA7BC11}"/>
                </a:ext>
              </a:extLst>
            </p:cNvPr>
            <p:cNvSpPr/>
            <p:nvPr/>
          </p:nvSpPr>
          <p:spPr>
            <a:xfrm>
              <a:off x="2760977" y="24137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5">
              <a:extLst>
                <a:ext uri="{FF2B5EF4-FFF2-40B4-BE49-F238E27FC236}">
                  <a16:creationId xmlns:a16="http://schemas.microsoft.com/office/drawing/2014/main" id="{2AB99B0E-41DD-866D-9731-495A7CBC32BA}"/>
                </a:ext>
              </a:extLst>
            </p:cNvPr>
            <p:cNvSpPr/>
            <p:nvPr/>
          </p:nvSpPr>
          <p:spPr>
            <a:xfrm>
              <a:off x="276097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6">
              <a:extLst>
                <a:ext uri="{FF2B5EF4-FFF2-40B4-BE49-F238E27FC236}">
                  <a16:creationId xmlns:a16="http://schemas.microsoft.com/office/drawing/2014/main" id="{611281D4-A11E-DA64-9700-83A1A7E840CE}"/>
                </a:ext>
              </a:extLst>
            </p:cNvPr>
            <p:cNvSpPr/>
            <p:nvPr/>
          </p:nvSpPr>
          <p:spPr>
            <a:xfrm>
              <a:off x="277041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7">
              <a:extLst>
                <a:ext uri="{FF2B5EF4-FFF2-40B4-BE49-F238E27FC236}">
                  <a16:creationId xmlns:a16="http://schemas.microsoft.com/office/drawing/2014/main" id="{5C8B08E0-77CA-EC1C-3EB2-068751DA630F}"/>
                </a:ext>
              </a:extLst>
            </p:cNvPr>
            <p:cNvSpPr/>
            <p:nvPr/>
          </p:nvSpPr>
          <p:spPr>
            <a:xfrm>
              <a:off x="277985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8">
              <a:extLst>
                <a:ext uri="{FF2B5EF4-FFF2-40B4-BE49-F238E27FC236}">
                  <a16:creationId xmlns:a16="http://schemas.microsoft.com/office/drawing/2014/main" id="{AD24466B-93C7-DC24-6ED8-9420CBDE9358}"/>
                </a:ext>
              </a:extLst>
            </p:cNvPr>
            <p:cNvSpPr/>
            <p:nvPr/>
          </p:nvSpPr>
          <p:spPr>
            <a:xfrm>
              <a:off x="278929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09">
              <a:extLst>
                <a:ext uri="{FF2B5EF4-FFF2-40B4-BE49-F238E27FC236}">
                  <a16:creationId xmlns:a16="http://schemas.microsoft.com/office/drawing/2014/main" id="{B0DBF1F6-3016-C955-FBD9-E71C5A5C722E}"/>
                </a:ext>
              </a:extLst>
            </p:cNvPr>
            <p:cNvSpPr/>
            <p:nvPr/>
          </p:nvSpPr>
          <p:spPr>
            <a:xfrm>
              <a:off x="279873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0">
              <a:extLst>
                <a:ext uri="{FF2B5EF4-FFF2-40B4-BE49-F238E27FC236}">
                  <a16:creationId xmlns:a16="http://schemas.microsoft.com/office/drawing/2014/main" id="{4D1A17A8-6FB2-739F-FF1A-B399A982F455}"/>
                </a:ext>
              </a:extLst>
            </p:cNvPr>
            <p:cNvSpPr/>
            <p:nvPr/>
          </p:nvSpPr>
          <p:spPr>
            <a:xfrm>
              <a:off x="280817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1">
              <a:extLst>
                <a:ext uri="{FF2B5EF4-FFF2-40B4-BE49-F238E27FC236}">
                  <a16:creationId xmlns:a16="http://schemas.microsoft.com/office/drawing/2014/main" id="{3B3F847A-5FA2-EE22-C46B-6ACF6ED6FE3D}"/>
                </a:ext>
              </a:extLst>
            </p:cNvPr>
            <p:cNvSpPr/>
            <p:nvPr/>
          </p:nvSpPr>
          <p:spPr>
            <a:xfrm>
              <a:off x="281761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2">
              <a:extLst>
                <a:ext uri="{FF2B5EF4-FFF2-40B4-BE49-F238E27FC236}">
                  <a16:creationId xmlns:a16="http://schemas.microsoft.com/office/drawing/2014/main" id="{431CAE4C-8299-4947-0E08-8B841FF6DF71}"/>
                </a:ext>
              </a:extLst>
            </p:cNvPr>
            <p:cNvSpPr/>
            <p:nvPr/>
          </p:nvSpPr>
          <p:spPr>
            <a:xfrm>
              <a:off x="282705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3">
              <a:extLst>
                <a:ext uri="{FF2B5EF4-FFF2-40B4-BE49-F238E27FC236}">
                  <a16:creationId xmlns:a16="http://schemas.microsoft.com/office/drawing/2014/main" id="{8C5B76AA-8B10-F9E5-B59E-2D1863FA75A6}"/>
                </a:ext>
              </a:extLst>
            </p:cNvPr>
            <p:cNvSpPr/>
            <p:nvPr/>
          </p:nvSpPr>
          <p:spPr>
            <a:xfrm>
              <a:off x="283649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4">
              <a:extLst>
                <a:ext uri="{FF2B5EF4-FFF2-40B4-BE49-F238E27FC236}">
                  <a16:creationId xmlns:a16="http://schemas.microsoft.com/office/drawing/2014/main" id="{7FCB536C-1296-9EF7-9CDA-3E84A89FBD3C}"/>
                </a:ext>
              </a:extLst>
            </p:cNvPr>
            <p:cNvSpPr/>
            <p:nvPr/>
          </p:nvSpPr>
          <p:spPr>
            <a:xfrm>
              <a:off x="284593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5">
              <a:extLst>
                <a:ext uri="{FF2B5EF4-FFF2-40B4-BE49-F238E27FC236}">
                  <a16:creationId xmlns:a16="http://schemas.microsoft.com/office/drawing/2014/main" id="{ABBF2257-2C0D-E0BF-C3F7-A0049B4999D6}"/>
                </a:ext>
              </a:extLst>
            </p:cNvPr>
            <p:cNvSpPr/>
            <p:nvPr/>
          </p:nvSpPr>
          <p:spPr>
            <a:xfrm>
              <a:off x="285538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6">
              <a:extLst>
                <a:ext uri="{FF2B5EF4-FFF2-40B4-BE49-F238E27FC236}">
                  <a16:creationId xmlns:a16="http://schemas.microsoft.com/office/drawing/2014/main" id="{47B261CE-6E73-DFC2-9B9E-8DD3F3ADCA68}"/>
                </a:ext>
              </a:extLst>
            </p:cNvPr>
            <p:cNvSpPr/>
            <p:nvPr/>
          </p:nvSpPr>
          <p:spPr>
            <a:xfrm>
              <a:off x="286482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7">
              <a:extLst>
                <a:ext uri="{FF2B5EF4-FFF2-40B4-BE49-F238E27FC236}">
                  <a16:creationId xmlns:a16="http://schemas.microsoft.com/office/drawing/2014/main" id="{6BC4191C-EFE4-3939-A551-0E7EE82200F1}"/>
                </a:ext>
              </a:extLst>
            </p:cNvPr>
            <p:cNvSpPr/>
            <p:nvPr/>
          </p:nvSpPr>
          <p:spPr>
            <a:xfrm>
              <a:off x="287426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8">
              <a:extLst>
                <a:ext uri="{FF2B5EF4-FFF2-40B4-BE49-F238E27FC236}">
                  <a16:creationId xmlns:a16="http://schemas.microsoft.com/office/drawing/2014/main" id="{7966CDE9-1364-1A5F-4883-3D39F7CA173B}"/>
                </a:ext>
              </a:extLst>
            </p:cNvPr>
            <p:cNvSpPr/>
            <p:nvPr/>
          </p:nvSpPr>
          <p:spPr>
            <a:xfrm>
              <a:off x="288370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19">
              <a:extLst>
                <a:ext uri="{FF2B5EF4-FFF2-40B4-BE49-F238E27FC236}">
                  <a16:creationId xmlns:a16="http://schemas.microsoft.com/office/drawing/2014/main" id="{7BCDF086-77B3-F813-9452-730AB0ECD231}"/>
                </a:ext>
              </a:extLst>
            </p:cNvPr>
            <p:cNvSpPr/>
            <p:nvPr/>
          </p:nvSpPr>
          <p:spPr>
            <a:xfrm>
              <a:off x="289314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0">
              <a:extLst>
                <a:ext uri="{FF2B5EF4-FFF2-40B4-BE49-F238E27FC236}">
                  <a16:creationId xmlns:a16="http://schemas.microsoft.com/office/drawing/2014/main" id="{1ED17020-69F4-9657-F6B5-8D537EEDB722}"/>
                </a:ext>
              </a:extLst>
            </p:cNvPr>
            <p:cNvSpPr/>
            <p:nvPr/>
          </p:nvSpPr>
          <p:spPr>
            <a:xfrm>
              <a:off x="290258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1">
              <a:extLst>
                <a:ext uri="{FF2B5EF4-FFF2-40B4-BE49-F238E27FC236}">
                  <a16:creationId xmlns:a16="http://schemas.microsoft.com/office/drawing/2014/main" id="{C27833E4-A051-C0BB-ECE0-DA3A8944D3AA}"/>
                </a:ext>
              </a:extLst>
            </p:cNvPr>
            <p:cNvSpPr/>
            <p:nvPr/>
          </p:nvSpPr>
          <p:spPr>
            <a:xfrm>
              <a:off x="291202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2">
              <a:extLst>
                <a:ext uri="{FF2B5EF4-FFF2-40B4-BE49-F238E27FC236}">
                  <a16:creationId xmlns:a16="http://schemas.microsoft.com/office/drawing/2014/main" id="{7303C33C-A7BF-946D-2E1C-6BA9625A387F}"/>
                </a:ext>
              </a:extLst>
            </p:cNvPr>
            <p:cNvSpPr/>
            <p:nvPr/>
          </p:nvSpPr>
          <p:spPr>
            <a:xfrm>
              <a:off x="292146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3">
              <a:extLst>
                <a:ext uri="{FF2B5EF4-FFF2-40B4-BE49-F238E27FC236}">
                  <a16:creationId xmlns:a16="http://schemas.microsoft.com/office/drawing/2014/main" id="{4935267D-A6E4-4BEE-C6DB-41DE7B4A980A}"/>
                </a:ext>
              </a:extLst>
            </p:cNvPr>
            <p:cNvSpPr/>
            <p:nvPr/>
          </p:nvSpPr>
          <p:spPr>
            <a:xfrm>
              <a:off x="293090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4">
              <a:extLst>
                <a:ext uri="{FF2B5EF4-FFF2-40B4-BE49-F238E27FC236}">
                  <a16:creationId xmlns:a16="http://schemas.microsoft.com/office/drawing/2014/main" id="{2028EDC2-AC09-B2CE-5261-6E04BBCE5328}"/>
                </a:ext>
              </a:extLst>
            </p:cNvPr>
            <p:cNvSpPr/>
            <p:nvPr/>
          </p:nvSpPr>
          <p:spPr>
            <a:xfrm>
              <a:off x="294034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5">
              <a:extLst>
                <a:ext uri="{FF2B5EF4-FFF2-40B4-BE49-F238E27FC236}">
                  <a16:creationId xmlns:a16="http://schemas.microsoft.com/office/drawing/2014/main" id="{F39C8544-5C3B-8E67-3629-41780BE2FF6C}"/>
                </a:ext>
              </a:extLst>
            </p:cNvPr>
            <p:cNvSpPr/>
            <p:nvPr/>
          </p:nvSpPr>
          <p:spPr>
            <a:xfrm>
              <a:off x="294978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6">
              <a:extLst>
                <a:ext uri="{FF2B5EF4-FFF2-40B4-BE49-F238E27FC236}">
                  <a16:creationId xmlns:a16="http://schemas.microsoft.com/office/drawing/2014/main" id="{FAEFF04D-0FD0-335C-AF7A-8C54A829FE61}"/>
                </a:ext>
              </a:extLst>
            </p:cNvPr>
            <p:cNvSpPr/>
            <p:nvPr/>
          </p:nvSpPr>
          <p:spPr>
            <a:xfrm>
              <a:off x="295922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7">
              <a:extLst>
                <a:ext uri="{FF2B5EF4-FFF2-40B4-BE49-F238E27FC236}">
                  <a16:creationId xmlns:a16="http://schemas.microsoft.com/office/drawing/2014/main" id="{B1A0AF2F-9DCC-4756-2E60-BE4B5FA9F792}"/>
                </a:ext>
              </a:extLst>
            </p:cNvPr>
            <p:cNvSpPr/>
            <p:nvPr/>
          </p:nvSpPr>
          <p:spPr>
            <a:xfrm>
              <a:off x="296866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8">
              <a:extLst>
                <a:ext uri="{FF2B5EF4-FFF2-40B4-BE49-F238E27FC236}">
                  <a16:creationId xmlns:a16="http://schemas.microsoft.com/office/drawing/2014/main" id="{CAC46906-95E6-FA92-3A14-F110273CF3CB}"/>
                </a:ext>
              </a:extLst>
            </p:cNvPr>
            <p:cNvSpPr/>
            <p:nvPr/>
          </p:nvSpPr>
          <p:spPr>
            <a:xfrm>
              <a:off x="297810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29">
              <a:extLst>
                <a:ext uri="{FF2B5EF4-FFF2-40B4-BE49-F238E27FC236}">
                  <a16:creationId xmlns:a16="http://schemas.microsoft.com/office/drawing/2014/main" id="{3B6D7C53-51C8-98E5-589D-95DA527EBE87}"/>
                </a:ext>
              </a:extLst>
            </p:cNvPr>
            <p:cNvSpPr/>
            <p:nvPr/>
          </p:nvSpPr>
          <p:spPr>
            <a:xfrm>
              <a:off x="298754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0">
              <a:extLst>
                <a:ext uri="{FF2B5EF4-FFF2-40B4-BE49-F238E27FC236}">
                  <a16:creationId xmlns:a16="http://schemas.microsoft.com/office/drawing/2014/main" id="{ACE49EE1-6A33-B028-5C0C-D869DBE25BD8}"/>
                </a:ext>
              </a:extLst>
            </p:cNvPr>
            <p:cNvSpPr/>
            <p:nvPr/>
          </p:nvSpPr>
          <p:spPr>
            <a:xfrm>
              <a:off x="299698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1">
              <a:extLst>
                <a:ext uri="{FF2B5EF4-FFF2-40B4-BE49-F238E27FC236}">
                  <a16:creationId xmlns:a16="http://schemas.microsoft.com/office/drawing/2014/main" id="{F4951B1D-EB24-5E56-B5CF-B77AF4EBE69C}"/>
                </a:ext>
              </a:extLst>
            </p:cNvPr>
            <p:cNvSpPr/>
            <p:nvPr/>
          </p:nvSpPr>
          <p:spPr>
            <a:xfrm>
              <a:off x="300642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2">
              <a:extLst>
                <a:ext uri="{FF2B5EF4-FFF2-40B4-BE49-F238E27FC236}">
                  <a16:creationId xmlns:a16="http://schemas.microsoft.com/office/drawing/2014/main" id="{6A2437EC-AA46-7BE0-BD61-B1C6ECA32850}"/>
                </a:ext>
              </a:extLst>
            </p:cNvPr>
            <p:cNvSpPr/>
            <p:nvPr/>
          </p:nvSpPr>
          <p:spPr>
            <a:xfrm>
              <a:off x="301586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3">
              <a:extLst>
                <a:ext uri="{FF2B5EF4-FFF2-40B4-BE49-F238E27FC236}">
                  <a16:creationId xmlns:a16="http://schemas.microsoft.com/office/drawing/2014/main" id="{3C2F55E0-8246-6911-71C0-8C3B3D4AFCED}"/>
                </a:ext>
              </a:extLst>
            </p:cNvPr>
            <p:cNvSpPr/>
            <p:nvPr/>
          </p:nvSpPr>
          <p:spPr>
            <a:xfrm>
              <a:off x="302530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4">
              <a:extLst>
                <a:ext uri="{FF2B5EF4-FFF2-40B4-BE49-F238E27FC236}">
                  <a16:creationId xmlns:a16="http://schemas.microsoft.com/office/drawing/2014/main" id="{A154F0D3-ED77-6B7A-9E43-AF56E479D75E}"/>
                </a:ext>
              </a:extLst>
            </p:cNvPr>
            <p:cNvSpPr/>
            <p:nvPr/>
          </p:nvSpPr>
          <p:spPr>
            <a:xfrm>
              <a:off x="303474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5">
              <a:extLst>
                <a:ext uri="{FF2B5EF4-FFF2-40B4-BE49-F238E27FC236}">
                  <a16:creationId xmlns:a16="http://schemas.microsoft.com/office/drawing/2014/main" id="{3B423527-2CD9-5C8F-FF7D-8DBB2AC1B86C}"/>
                </a:ext>
              </a:extLst>
            </p:cNvPr>
            <p:cNvSpPr/>
            <p:nvPr/>
          </p:nvSpPr>
          <p:spPr>
            <a:xfrm>
              <a:off x="304418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6">
              <a:extLst>
                <a:ext uri="{FF2B5EF4-FFF2-40B4-BE49-F238E27FC236}">
                  <a16:creationId xmlns:a16="http://schemas.microsoft.com/office/drawing/2014/main" id="{CD5DB237-DDD8-1EFD-777E-F9A83B676A89}"/>
                </a:ext>
              </a:extLst>
            </p:cNvPr>
            <p:cNvSpPr/>
            <p:nvPr/>
          </p:nvSpPr>
          <p:spPr>
            <a:xfrm>
              <a:off x="305362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7">
              <a:extLst>
                <a:ext uri="{FF2B5EF4-FFF2-40B4-BE49-F238E27FC236}">
                  <a16:creationId xmlns:a16="http://schemas.microsoft.com/office/drawing/2014/main" id="{D1A4FA46-7A03-EF07-2B41-A964B054B29E}"/>
                </a:ext>
              </a:extLst>
            </p:cNvPr>
            <p:cNvSpPr/>
            <p:nvPr/>
          </p:nvSpPr>
          <p:spPr>
            <a:xfrm>
              <a:off x="306306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8">
              <a:extLst>
                <a:ext uri="{FF2B5EF4-FFF2-40B4-BE49-F238E27FC236}">
                  <a16:creationId xmlns:a16="http://schemas.microsoft.com/office/drawing/2014/main" id="{6742C94E-F7ED-7B01-7B5B-42B4268929B6}"/>
                </a:ext>
              </a:extLst>
            </p:cNvPr>
            <p:cNvSpPr/>
            <p:nvPr/>
          </p:nvSpPr>
          <p:spPr>
            <a:xfrm>
              <a:off x="307250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39">
              <a:extLst>
                <a:ext uri="{FF2B5EF4-FFF2-40B4-BE49-F238E27FC236}">
                  <a16:creationId xmlns:a16="http://schemas.microsoft.com/office/drawing/2014/main" id="{67C1DEE2-93FD-A3BB-71E2-05783A5853D6}"/>
                </a:ext>
              </a:extLst>
            </p:cNvPr>
            <p:cNvSpPr/>
            <p:nvPr/>
          </p:nvSpPr>
          <p:spPr>
            <a:xfrm>
              <a:off x="308194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0">
              <a:extLst>
                <a:ext uri="{FF2B5EF4-FFF2-40B4-BE49-F238E27FC236}">
                  <a16:creationId xmlns:a16="http://schemas.microsoft.com/office/drawing/2014/main" id="{0A065537-9037-3DE1-DF8A-CC4CC12BC355}"/>
                </a:ext>
              </a:extLst>
            </p:cNvPr>
            <p:cNvSpPr/>
            <p:nvPr/>
          </p:nvSpPr>
          <p:spPr>
            <a:xfrm>
              <a:off x="309138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1">
              <a:extLst>
                <a:ext uri="{FF2B5EF4-FFF2-40B4-BE49-F238E27FC236}">
                  <a16:creationId xmlns:a16="http://schemas.microsoft.com/office/drawing/2014/main" id="{F6D1DF6C-7CF8-A2D0-F5C2-6DD8AD611954}"/>
                </a:ext>
              </a:extLst>
            </p:cNvPr>
            <p:cNvSpPr/>
            <p:nvPr/>
          </p:nvSpPr>
          <p:spPr>
            <a:xfrm>
              <a:off x="310082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2">
              <a:extLst>
                <a:ext uri="{FF2B5EF4-FFF2-40B4-BE49-F238E27FC236}">
                  <a16:creationId xmlns:a16="http://schemas.microsoft.com/office/drawing/2014/main" id="{27A529EA-D350-EF53-2A87-416D852E629A}"/>
                </a:ext>
              </a:extLst>
            </p:cNvPr>
            <p:cNvSpPr/>
            <p:nvPr/>
          </p:nvSpPr>
          <p:spPr>
            <a:xfrm>
              <a:off x="311026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3">
              <a:extLst>
                <a:ext uri="{FF2B5EF4-FFF2-40B4-BE49-F238E27FC236}">
                  <a16:creationId xmlns:a16="http://schemas.microsoft.com/office/drawing/2014/main" id="{EA6272FA-F35E-C1FE-9B6D-F91028E4CB8F}"/>
                </a:ext>
              </a:extLst>
            </p:cNvPr>
            <p:cNvSpPr/>
            <p:nvPr/>
          </p:nvSpPr>
          <p:spPr>
            <a:xfrm>
              <a:off x="311970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4">
              <a:extLst>
                <a:ext uri="{FF2B5EF4-FFF2-40B4-BE49-F238E27FC236}">
                  <a16:creationId xmlns:a16="http://schemas.microsoft.com/office/drawing/2014/main" id="{DA0A435D-8FE8-E11E-EF43-5B7FA3431DDD}"/>
                </a:ext>
              </a:extLst>
            </p:cNvPr>
            <p:cNvSpPr/>
            <p:nvPr/>
          </p:nvSpPr>
          <p:spPr>
            <a:xfrm>
              <a:off x="312914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5">
              <a:extLst>
                <a:ext uri="{FF2B5EF4-FFF2-40B4-BE49-F238E27FC236}">
                  <a16:creationId xmlns:a16="http://schemas.microsoft.com/office/drawing/2014/main" id="{9BEA9971-B641-DF72-A0AD-51752920CDBE}"/>
                </a:ext>
              </a:extLst>
            </p:cNvPr>
            <p:cNvSpPr/>
            <p:nvPr/>
          </p:nvSpPr>
          <p:spPr>
            <a:xfrm>
              <a:off x="313858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6">
              <a:extLst>
                <a:ext uri="{FF2B5EF4-FFF2-40B4-BE49-F238E27FC236}">
                  <a16:creationId xmlns:a16="http://schemas.microsoft.com/office/drawing/2014/main" id="{34796B06-5B93-D4EB-D3E8-FDB1F8B86131}"/>
                </a:ext>
              </a:extLst>
            </p:cNvPr>
            <p:cNvSpPr/>
            <p:nvPr/>
          </p:nvSpPr>
          <p:spPr>
            <a:xfrm>
              <a:off x="314802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7">
              <a:extLst>
                <a:ext uri="{FF2B5EF4-FFF2-40B4-BE49-F238E27FC236}">
                  <a16:creationId xmlns:a16="http://schemas.microsoft.com/office/drawing/2014/main" id="{9A63BA28-98E6-87A0-F978-0FA71CC0B7DE}"/>
                </a:ext>
              </a:extLst>
            </p:cNvPr>
            <p:cNvSpPr/>
            <p:nvPr/>
          </p:nvSpPr>
          <p:spPr>
            <a:xfrm>
              <a:off x="315746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8">
              <a:extLst>
                <a:ext uri="{FF2B5EF4-FFF2-40B4-BE49-F238E27FC236}">
                  <a16:creationId xmlns:a16="http://schemas.microsoft.com/office/drawing/2014/main" id="{7BAAC727-8614-2BB1-A428-D7A16515D71B}"/>
                </a:ext>
              </a:extLst>
            </p:cNvPr>
            <p:cNvSpPr/>
            <p:nvPr/>
          </p:nvSpPr>
          <p:spPr>
            <a:xfrm>
              <a:off x="316690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49">
              <a:extLst>
                <a:ext uri="{FF2B5EF4-FFF2-40B4-BE49-F238E27FC236}">
                  <a16:creationId xmlns:a16="http://schemas.microsoft.com/office/drawing/2014/main" id="{B11DA8F9-82BA-475F-8158-83883B849CAF}"/>
                </a:ext>
              </a:extLst>
            </p:cNvPr>
            <p:cNvSpPr/>
            <p:nvPr/>
          </p:nvSpPr>
          <p:spPr>
            <a:xfrm>
              <a:off x="317634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0">
              <a:extLst>
                <a:ext uri="{FF2B5EF4-FFF2-40B4-BE49-F238E27FC236}">
                  <a16:creationId xmlns:a16="http://schemas.microsoft.com/office/drawing/2014/main" id="{88778CFF-6D23-7EE8-841E-0FAA48D3668F}"/>
                </a:ext>
              </a:extLst>
            </p:cNvPr>
            <p:cNvSpPr/>
            <p:nvPr/>
          </p:nvSpPr>
          <p:spPr>
            <a:xfrm>
              <a:off x="318578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1">
              <a:extLst>
                <a:ext uri="{FF2B5EF4-FFF2-40B4-BE49-F238E27FC236}">
                  <a16:creationId xmlns:a16="http://schemas.microsoft.com/office/drawing/2014/main" id="{56F0FB86-13E7-3B0B-2179-C4DFF85439A8}"/>
                </a:ext>
              </a:extLst>
            </p:cNvPr>
            <p:cNvSpPr/>
            <p:nvPr/>
          </p:nvSpPr>
          <p:spPr>
            <a:xfrm>
              <a:off x="319522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2">
              <a:extLst>
                <a:ext uri="{FF2B5EF4-FFF2-40B4-BE49-F238E27FC236}">
                  <a16:creationId xmlns:a16="http://schemas.microsoft.com/office/drawing/2014/main" id="{AE45B49D-BFEA-E8C8-131E-99EDA7766403}"/>
                </a:ext>
              </a:extLst>
            </p:cNvPr>
            <p:cNvSpPr/>
            <p:nvPr/>
          </p:nvSpPr>
          <p:spPr>
            <a:xfrm>
              <a:off x="320466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3">
              <a:extLst>
                <a:ext uri="{FF2B5EF4-FFF2-40B4-BE49-F238E27FC236}">
                  <a16:creationId xmlns:a16="http://schemas.microsoft.com/office/drawing/2014/main" id="{92C4DAC5-A6CC-B550-4CA1-D82E5801CFEE}"/>
                </a:ext>
              </a:extLst>
            </p:cNvPr>
            <p:cNvSpPr/>
            <p:nvPr/>
          </p:nvSpPr>
          <p:spPr>
            <a:xfrm>
              <a:off x="321410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4">
              <a:extLst>
                <a:ext uri="{FF2B5EF4-FFF2-40B4-BE49-F238E27FC236}">
                  <a16:creationId xmlns:a16="http://schemas.microsoft.com/office/drawing/2014/main" id="{82EBA994-BE49-C682-B917-BA1DADD6C1BE}"/>
                </a:ext>
              </a:extLst>
            </p:cNvPr>
            <p:cNvSpPr/>
            <p:nvPr/>
          </p:nvSpPr>
          <p:spPr>
            <a:xfrm>
              <a:off x="322354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5">
              <a:extLst>
                <a:ext uri="{FF2B5EF4-FFF2-40B4-BE49-F238E27FC236}">
                  <a16:creationId xmlns:a16="http://schemas.microsoft.com/office/drawing/2014/main" id="{8BF9D8AC-8162-C484-5288-C6E868B51739}"/>
                </a:ext>
              </a:extLst>
            </p:cNvPr>
            <p:cNvSpPr/>
            <p:nvPr/>
          </p:nvSpPr>
          <p:spPr>
            <a:xfrm>
              <a:off x="323298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6">
              <a:extLst>
                <a:ext uri="{FF2B5EF4-FFF2-40B4-BE49-F238E27FC236}">
                  <a16:creationId xmlns:a16="http://schemas.microsoft.com/office/drawing/2014/main" id="{42FC50D2-8F34-3C77-57DA-81511F27BCC5}"/>
                </a:ext>
              </a:extLst>
            </p:cNvPr>
            <p:cNvSpPr/>
            <p:nvPr/>
          </p:nvSpPr>
          <p:spPr>
            <a:xfrm>
              <a:off x="324242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7">
              <a:extLst>
                <a:ext uri="{FF2B5EF4-FFF2-40B4-BE49-F238E27FC236}">
                  <a16:creationId xmlns:a16="http://schemas.microsoft.com/office/drawing/2014/main" id="{7FE44D69-71F1-910B-300C-DBEA3BA39E3C}"/>
                </a:ext>
              </a:extLst>
            </p:cNvPr>
            <p:cNvSpPr/>
            <p:nvPr/>
          </p:nvSpPr>
          <p:spPr>
            <a:xfrm>
              <a:off x="325187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8">
              <a:extLst>
                <a:ext uri="{FF2B5EF4-FFF2-40B4-BE49-F238E27FC236}">
                  <a16:creationId xmlns:a16="http://schemas.microsoft.com/office/drawing/2014/main" id="{5B6F5EE6-5085-05EE-B1BA-F176E63047A9}"/>
                </a:ext>
              </a:extLst>
            </p:cNvPr>
            <p:cNvSpPr/>
            <p:nvPr/>
          </p:nvSpPr>
          <p:spPr>
            <a:xfrm>
              <a:off x="326131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59">
              <a:extLst>
                <a:ext uri="{FF2B5EF4-FFF2-40B4-BE49-F238E27FC236}">
                  <a16:creationId xmlns:a16="http://schemas.microsoft.com/office/drawing/2014/main" id="{290DD52A-0163-DF7D-A2A7-1601D7434C79}"/>
                </a:ext>
              </a:extLst>
            </p:cNvPr>
            <p:cNvSpPr/>
            <p:nvPr/>
          </p:nvSpPr>
          <p:spPr>
            <a:xfrm>
              <a:off x="327075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0">
              <a:extLst>
                <a:ext uri="{FF2B5EF4-FFF2-40B4-BE49-F238E27FC236}">
                  <a16:creationId xmlns:a16="http://schemas.microsoft.com/office/drawing/2014/main" id="{BE1EECDC-6FC2-C968-AABB-8F8CD22E2F3E}"/>
                </a:ext>
              </a:extLst>
            </p:cNvPr>
            <p:cNvSpPr/>
            <p:nvPr/>
          </p:nvSpPr>
          <p:spPr>
            <a:xfrm>
              <a:off x="328019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1">
              <a:extLst>
                <a:ext uri="{FF2B5EF4-FFF2-40B4-BE49-F238E27FC236}">
                  <a16:creationId xmlns:a16="http://schemas.microsoft.com/office/drawing/2014/main" id="{97ACE0BD-1A9A-E6E0-5685-7DC97FE6B695}"/>
                </a:ext>
              </a:extLst>
            </p:cNvPr>
            <p:cNvSpPr/>
            <p:nvPr/>
          </p:nvSpPr>
          <p:spPr>
            <a:xfrm>
              <a:off x="328963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2">
              <a:extLst>
                <a:ext uri="{FF2B5EF4-FFF2-40B4-BE49-F238E27FC236}">
                  <a16:creationId xmlns:a16="http://schemas.microsoft.com/office/drawing/2014/main" id="{4651D269-E063-E7AE-0249-B7BFD0979DD8}"/>
                </a:ext>
              </a:extLst>
            </p:cNvPr>
            <p:cNvSpPr/>
            <p:nvPr/>
          </p:nvSpPr>
          <p:spPr>
            <a:xfrm>
              <a:off x="3299071" y="2431338"/>
              <a:ext cx="920922" cy="914400"/>
            </a:xfrm>
            <a:custGeom>
              <a:avLst/>
              <a:gdLst/>
              <a:ahLst/>
              <a:cxnLst/>
              <a:rect l="0" t="0" r="0" b="0"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3">
              <a:extLst>
                <a:ext uri="{FF2B5EF4-FFF2-40B4-BE49-F238E27FC236}">
                  <a16:creationId xmlns:a16="http://schemas.microsoft.com/office/drawing/2014/main" id="{DD5ECE55-FF3B-2499-2914-0703145E0B67}"/>
                </a:ext>
              </a:extLst>
            </p:cNvPr>
            <p:cNvSpPr/>
            <p:nvPr/>
          </p:nvSpPr>
          <p:spPr>
            <a:xfrm>
              <a:off x="2430569" y="23961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4">
              <a:extLst>
                <a:ext uri="{FF2B5EF4-FFF2-40B4-BE49-F238E27FC236}">
                  <a16:creationId xmlns:a16="http://schemas.microsoft.com/office/drawing/2014/main" id="{0DA55CBB-AB25-8BA5-9AB3-2BADCD6E92E0}"/>
                </a:ext>
              </a:extLst>
            </p:cNvPr>
            <p:cNvSpPr/>
            <p:nvPr/>
          </p:nvSpPr>
          <p:spPr>
            <a:xfrm>
              <a:off x="243056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5">
              <a:extLst>
                <a:ext uri="{FF2B5EF4-FFF2-40B4-BE49-F238E27FC236}">
                  <a16:creationId xmlns:a16="http://schemas.microsoft.com/office/drawing/2014/main" id="{5B1C7800-20B5-AF3E-5D62-42F32F295225}"/>
                </a:ext>
              </a:extLst>
            </p:cNvPr>
            <p:cNvSpPr/>
            <p:nvPr/>
          </p:nvSpPr>
          <p:spPr>
            <a:xfrm>
              <a:off x="244000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6">
              <a:extLst>
                <a:ext uri="{FF2B5EF4-FFF2-40B4-BE49-F238E27FC236}">
                  <a16:creationId xmlns:a16="http://schemas.microsoft.com/office/drawing/2014/main" id="{FDF641EE-0631-271F-9905-F9D108F01FD3}"/>
                </a:ext>
              </a:extLst>
            </p:cNvPr>
            <p:cNvSpPr/>
            <p:nvPr/>
          </p:nvSpPr>
          <p:spPr>
            <a:xfrm>
              <a:off x="244944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7">
              <a:extLst>
                <a:ext uri="{FF2B5EF4-FFF2-40B4-BE49-F238E27FC236}">
                  <a16:creationId xmlns:a16="http://schemas.microsoft.com/office/drawing/2014/main" id="{7815A0DC-491E-9D76-413D-A90523013007}"/>
                </a:ext>
              </a:extLst>
            </p:cNvPr>
            <p:cNvSpPr/>
            <p:nvPr/>
          </p:nvSpPr>
          <p:spPr>
            <a:xfrm>
              <a:off x="245889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8">
              <a:extLst>
                <a:ext uri="{FF2B5EF4-FFF2-40B4-BE49-F238E27FC236}">
                  <a16:creationId xmlns:a16="http://schemas.microsoft.com/office/drawing/2014/main" id="{EF52D5FC-1732-5175-F113-E491D269D927}"/>
                </a:ext>
              </a:extLst>
            </p:cNvPr>
            <p:cNvSpPr/>
            <p:nvPr/>
          </p:nvSpPr>
          <p:spPr>
            <a:xfrm>
              <a:off x="246833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69">
              <a:extLst>
                <a:ext uri="{FF2B5EF4-FFF2-40B4-BE49-F238E27FC236}">
                  <a16:creationId xmlns:a16="http://schemas.microsoft.com/office/drawing/2014/main" id="{DE2D498E-030D-294D-401B-FC259850263D}"/>
                </a:ext>
              </a:extLst>
            </p:cNvPr>
            <p:cNvSpPr/>
            <p:nvPr/>
          </p:nvSpPr>
          <p:spPr>
            <a:xfrm>
              <a:off x="247777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0">
              <a:extLst>
                <a:ext uri="{FF2B5EF4-FFF2-40B4-BE49-F238E27FC236}">
                  <a16:creationId xmlns:a16="http://schemas.microsoft.com/office/drawing/2014/main" id="{F6D3D266-90AE-DE02-2FBE-B1987393C875}"/>
                </a:ext>
              </a:extLst>
            </p:cNvPr>
            <p:cNvSpPr/>
            <p:nvPr/>
          </p:nvSpPr>
          <p:spPr>
            <a:xfrm>
              <a:off x="248721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1">
              <a:extLst>
                <a:ext uri="{FF2B5EF4-FFF2-40B4-BE49-F238E27FC236}">
                  <a16:creationId xmlns:a16="http://schemas.microsoft.com/office/drawing/2014/main" id="{BB9398F3-5D1A-6B49-EFDC-EA9D8B352AA3}"/>
                </a:ext>
              </a:extLst>
            </p:cNvPr>
            <p:cNvSpPr/>
            <p:nvPr/>
          </p:nvSpPr>
          <p:spPr>
            <a:xfrm>
              <a:off x="249665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2">
              <a:extLst>
                <a:ext uri="{FF2B5EF4-FFF2-40B4-BE49-F238E27FC236}">
                  <a16:creationId xmlns:a16="http://schemas.microsoft.com/office/drawing/2014/main" id="{5DDF8717-2D2F-C8EA-45B6-1DD268D39B50}"/>
                </a:ext>
              </a:extLst>
            </p:cNvPr>
            <p:cNvSpPr/>
            <p:nvPr/>
          </p:nvSpPr>
          <p:spPr>
            <a:xfrm>
              <a:off x="250609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3">
              <a:extLst>
                <a:ext uri="{FF2B5EF4-FFF2-40B4-BE49-F238E27FC236}">
                  <a16:creationId xmlns:a16="http://schemas.microsoft.com/office/drawing/2014/main" id="{B0AF45D8-CDC4-E29F-970D-791BB7D8DA54}"/>
                </a:ext>
              </a:extLst>
            </p:cNvPr>
            <p:cNvSpPr/>
            <p:nvPr/>
          </p:nvSpPr>
          <p:spPr>
            <a:xfrm>
              <a:off x="251553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4">
              <a:extLst>
                <a:ext uri="{FF2B5EF4-FFF2-40B4-BE49-F238E27FC236}">
                  <a16:creationId xmlns:a16="http://schemas.microsoft.com/office/drawing/2014/main" id="{0FC28CFA-511C-4734-5767-7DA317BFCE77}"/>
                </a:ext>
              </a:extLst>
            </p:cNvPr>
            <p:cNvSpPr/>
            <p:nvPr/>
          </p:nvSpPr>
          <p:spPr>
            <a:xfrm>
              <a:off x="252497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5">
              <a:extLst>
                <a:ext uri="{FF2B5EF4-FFF2-40B4-BE49-F238E27FC236}">
                  <a16:creationId xmlns:a16="http://schemas.microsoft.com/office/drawing/2014/main" id="{3459A974-0648-B6F2-E51B-95F8F88DE285}"/>
                </a:ext>
              </a:extLst>
            </p:cNvPr>
            <p:cNvSpPr/>
            <p:nvPr/>
          </p:nvSpPr>
          <p:spPr>
            <a:xfrm>
              <a:off x="253441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6">
              <a:extLst>
                <a:ext uri="{FF2B5EF4-FFF2-40B4-BE49-F238E27FC236}">
                  <a16:creationId xmlns:a16="http://schemas.microsoft.com/office/drawing/2014/main" id="{040ED688-BB52-5FBD-77D4-C251F8C9FD7C}"/>
                </a:ext>
              </a:extLst>
            </p:cNvPr>
            <p:cNvSpPr/>
            <p:nvPr/>
          </p:nvSpPr>
          <p:spPr>
            <a:xfrm>
              <a:off x="254385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7">
              <a:extLst>
                <a:ext uri="{FF2B5EF4-FFF2-40B4-BE49-F238E27FC236}">
                  <a16:creationId xmlns:a16="http://schemas.microsoft.com/office/drawing/2014/main" id="{451F63B9-EB01-282E-01AE-EFEFB7CC2988}"/>
                </a:ext>
              </a:extLst>
            </p:cNvPr>
            <p:cNvSpPr/>
            <p:nvPr/>
          </p:nvSpPr>
          <p:spPr>
            <a:xfrm>
              <a:off x="255329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8">
              <a:extLst>
                <a:ext uri="{FF2B5EF4-FFF2-40B4-BE49-F238E27FC236}">
                  <a16:creationId xmlns:a16="http://schemas.microsoft.com/office/drawing/2014/main" id="{513B2D5D-3E19-C6C0-0A02-11D69F362616}"/>
                </a:ext>
              </a:extLst>
            </p:cNvPr>
            <p:cNvSpPr/>
            <p:nvPr/>
          </p:nvSpPr>
          <p:spPr>
            <a:xfrm>
              <a:off x="256273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79">
              <a:extLst>
                <a:ext uri="{FF2B5EF4-FFF2-40B4-BE49-F238E27FC236}">
                  <a16:creationId xmlns:a16="http://schemas.microsoft.com/office/drawing/2014/main" id="{44C0EBAC-1F64-86FC-311C-731AF5B7A4FA}"/>
                </a:ext>
              </a:extLst>
            </p:cNvPr>
            <p:cNvSpPr/>
            <p:nvPr/>
          </p:nvSpPr>
          <p:spPr>
            <a:xfrm>
              <a:off x="257217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0">
              <a:extLst>
                <a:ext uri="{FF2B5EF4-FFF2-40B4-BE49-F238E27FC236}">
                  <a16:creationId xmlns:a16="http://schemas.microsoft.com/office/drawing/2014/main" id="{87CF3689-AB2D-8499-81FA-A4662D6B6449}"/>
                </a:ext>
              </a:extLst>
            </p:cNvPr>
            <p:cNvSpPr/>
            <p:nvPr/>
          </p:nvSpPr>
          <p:spPr>
            <a:xfrm>
              <a:off x="258161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1">
              <a:extLst>
                <a:ext uri="{FF2B5EF4-FFF2-40B4-BE49-F238E27FC236}">
                  <a16:creationId xmlns:a16="http://schemas.microsoft.com/office/drawing/2014/main" id="{26982DC4-EF95-295B-9370-0468C193A447}"/>
                </a:ext>
              </a:extLst>
            </p:cNvPr>
            <p:cNvSpPr/>
            <p:nvPr/>
          </p:nvSpPr>
          <p:spPr>
            <a:xfrm>
              <a:off x="259105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2">
              <a:extLst>
                <a:ext uri="{FF2B5EF4-FFF2-40B4-BE49-F238E27FC236}">
                  <a16:creationId xmlns:a16="http://schemas.microsoft.com/office/drawing/2014/main" id="{D461C4A3-9D33-4545-7B92-8A9ED7886B0B}"/>
                </a:ext>
              </a:extLst>
            </p:cNvPr>
            <p:cNvSpPr/>
            <p:nvPr/>
          </p:nvSpPr>
          <p:spPr>
            <a:xfrm>
              <a:off x="260049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3">
              <a:extLst>
                <a:ext uri="{FF2B5EF4-FFF2-40B4-BE49-F238E27FC236}">
                  <a16:creationId xmlns:a16="http://schemas.microsoft.com/office/drawing/2014/main" id="{49F05FB3-AF76-AC50-C0C8-F39377A3E7A7}"/>
                </a:ext>
              </a:extLst>
            </p:cNvPr>
            <p:cNvSpPr/>
            <p:nvPr/>
          </p:nvSpPr>
          <p:spPr>
            <a:xfrm>
              <a:off x="260993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4">
              <a:extLst>
                <a:ext uri="{FF2B5EF4-FFF2-40B4-BE49-F238E27FC236}">
                  <a16:creationId xmlns:a16="http://schemas.microsoft.com/office/drawing/2014/main" id="{2195C725-3156-2C9B-81AF-38B3039E25C3}"/>
                </a:ext>
              </a:extLst>
            </p:cNvPr>
            <p:cNvSpPr/>
            <p:nvPr/>
          </p:nvSpPr>
          <p:spPr>
            <a:xfrm>
              <a:off x="261937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5">
              <a:extLst>
                <a:ext uri="{FF2B5EF4-FFF2-40B4-BE49-F238E27FC236}">
                  <a16:creationId xmlns:a16="http://schemas.microsoft.com/office/drawing/2014/main" id="{0947FB62-B4A5-D46E-90FF-CFA585C2BFB6}"/>
                </a:ext>
              </a:extLst>
            </p:cNvPr>
            <p:cNvSpPr/>
            <p:nvPr/>
          </p:nvSpPr>
          <p:spPr>
            <a:xfrm>
              <a:off x="262881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6">
              <a:extLst>
                <a:ext uri="{FF2B5EF4-FFF2-40B4-BE49-F238E27FC236}">
                  <a16:creationId xmlns:a16="http://schemas.microsoft.com/office/drawing/2014/main" id="{7BD8BE62-D83C-E5CA-7F25-B98C9F73C5BF}"/>
                </a:ext>
              </a:extLst>
            </p:cNvPr>
            <p:cNvSpPr/>
            <p:nvPr/>
          </p:nvSpPr>
          <p:spPr>
            <a:xfrm>
              <a:off x="263825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7">
              <a:extLst>
                <a:ext uri="{FF2B5EF4-FFF2-40B4-BE49-F238E27FC236}">
                  <a16:creationId xmlns:a16="http://schemas.microsoft.com/office/drawing/2014/main" id="{D6B3A07E-6690-2086-AFEF-2C3781EF63B9}"/>
                </a:ext>
              </a:extLst>
            </p:cNvPr>
            <p:cNvSpPr/>
            <p:nvPr/>
          </p:nvSpPr>
          <p:spPr>
            <a:xfrm>
              <a:off x="264769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8">
              <a:extLst>
                <a:ext uri="{FF2B5EF4-FFF2-40B4-BE49-F238E27FC236}">
                  <a16:creationId xmlns:a16="http://schemas.microsoft.com/office/drawing/2014/main" id="{C079D25C-7618-498B-0E68-41F17DE3333A}"/>
                </a:ext>
              </a:extLst>
            </p:cNvPr>
            <p:cNvSpPr/>
            <p:nvPr/>
          </p:nvSpPr>
          <p:spPr>
            <a:xfrm>
              <a:off x="265713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89">
              <a:extLst>
                <a:ext uri="{FF2B5EF4-FFF2-40B4-BE49-F238E27FC236}">
                  <a16:creationId xmlns:a16="http://schemas.microsoft.com/office/drawing/2014/main" id="{39AF2930-B771-9021-2352-74DCA033F75B}"/>
                </a:ext>
              </a:extLst>
            </p:cNvPr>
            <p:cNvSpPr/>
            <p:nvPr/>
          </p:nvSpPr>
          <p:spPr>
            <a:xfrm>
              <a:off x="266657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0">
              <a:extLst>
                <a:ext uri="{FF2B5EF4-FFF2-40B4-BE49-F238E27FC236}">
                  <a16:creationId xmlns:a16="http://schemas.microsoft.com/office/drawing/2014/main" id="{8DC9AB22-C4D9-C2CD-3CD7-837A616F4BF4}"/>
                </a:ext>
              </a:extLst>
            </p:cNvPr>
            <p:cNvSpPr/>
            <p:nvPr/>
          </p:nvSpPr>
          <p:spPr>
            <a:xfrm>
              <a:off x="267601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1">
              <a:extLst>
                <a:ext uri="{FF2B5EF4-FFF2-40B4-BE49-F238E27FC236}">
                  <a16:creationId xmlns:a16="http://schemas.microsoft.com/office/drawing/2014/main" id="{412743AC-59A6-0F61-75BE-34443C0924A3}"/>
                </a:ext>
              </a:extLst>
            </p:cNvPr>
            <p:cNvSpPr/>
            <p:nvPr/>
          </p:nvSpPr>
          <p:spPr>
            <a:xfrm>
              <a:off x="268545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2">
              <a:extLst>
                <a:ext uri="{FF2B5EF4-FFF2-40B4-BE49-F238E27FC236}">
                  <a16:creationId xmlns:a16="http://schemas.microsoft.com/office/drawing/2014/main" id="{12DE2192-BDD7-7305-47F6-E29BA374694A}"/>
                </a:ext>
              </a:extLst>
            </p:cNvPr>
            <p:cNvSpPr/>
            <p:nvPr/>
          </p:nvSpPr>
          <p:spPr>
            <a:xfrm>
              <a:off x="269489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3">
              <a:extLst>
                <a:ext uri="{FF2B5EF4-FFF2-40B4-BE49-F238E27FC236}">
                  <a16:creationId xmlns:a16="http://schemas.microsoft.com/office/drawing/2014/main" id="{4CF032EC-E308-56C3-8E5D-478124E3F3D8}"/>
                </a:ext>
              </a:extLst>
            </p:cNvPr>
            <p:cNvSpPr/>
            <p:nvPr/>
          </p:nvSpPr>
          <p:spPr>
            <a:xfrm>
              <a:off x="270433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4">
              <a:extLst>
                <a:ext uri="{FF2B5EF4-FFF2-40B4-BE49-F238E27FC236}">
                  <a16:creationId xmlns:a16="http://schemas.microsoft.com/office/drawing/2014/main" id="{9C5E82C6-C6E3-4CB9-A6A1-75E3B993E0B8}"/>
                </a:ext>
              </a:extLst>
            </p:cNvPr>
            <p:cNvSpPr/>
            <p:nvPr/>
          </p:nvSpPr>
          <p:spPr>
            <a:xfrm>
              <a:off x="2713776" y="2413769"/>
              <a:ext cx="922806" cy="914400"/>
            </a:xfrm>
            <a:custGeom>
              <a:avLst/>
              <a:gdLst/>
              <a:ahLst/>
              <a:cxnLst/>
              <a:rect l="0" t="0" r="0" b="0"/>
              <a:pathLst>
                <a:path w="92280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5">
              <a:extLst>
                <a:ext uri="{FF2B5EF4-FFF2-40B4-BE49-F238E27FC236}">
                  <a16:creationId xmlns:a16="http://schemas.microsoft.com/office/drawing/2014/main" id="{4964B093-31AB-9B33-709F-8E466EA03BAA}"/>
                </a:ext>
              </a:extLst>
            </p:cNvPr>
            <p:cNvSpPr/>
            <p:nvPr/>
          </p:nvSpPr>
          <p:spPr>
            <a:xfrm>
              <a:off x="2760977" y="23961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6">
              <a:extLst>
                <a:ext uri="{FF2B5EF4-FFF2-40B4-BE49-F238E27FC236}">
                  <a16:creationId xmlns:a16="http://schemas.microsoft.com/office/drawing/2014/main" id="{543B2233-80A9-0D00-636B-92386708958C}"/>
                </a:ext>
              </a:extLst>
            </p:cNvPr>
            <p:cNvSpPr/>
            <p:nvPr/>
          </p:nvSpPr>
          <p:spPr>
            <a:xfrm>
              <a:off x="276097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7">
              <a:extLst>
                <a:ext uri="{FF2B5EF4-FFF2-40B4-BE49-F238E27FC236}">
                  <a16:creationId xmlns:a16="http://schemas.microsoft.com/office/drawing/2014/main" id="{86BA1C44-947D-CDA1-5C10-191793D6B2FB}"/>
                </a:ext>
              </a:extLst>
            </p:cNvPr>
            <p:cNvSpPr/>
            <p:nvPr/>
          </p:nvSpPr>
          <p:spPr>
            <a:xfrm>
              <a:off x="277041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8">
              <a:extLst>
                <a:ext uri="{FF2B5EF4-FFF2-40B4-BE49-F238E27FC236}">
                  <a16:creationId xmlns:a16="http://schemas.microsoft.com/office/drawing/2014/main" id="{B80F5AA3-17DE-CCDA-1CAA-8CF3D6CF2540}"/>
                </a:ext>
              </a:extLst>
            </p:cNvPr>
            <p:cNvSpPr/>
            <p:nvPr/>
          </p:nvSpPr>
          <p:spPr>
            <a:xfrm>
              <a:off x="277985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699">
              <a:extLst>
                <a:ext uri="{FF2B5EF4-FFF2-40B4-BE49-F238E27FC236}">
                  <a16:creationId xmlns:a16="http://schemas.microsoft.com/office/drawing/2014/main" id="{CA912C0A-9BA7-1D89-E8C3-84A24EA10AB1}"/>
                </a:ext>
              </a:extLst>
            </p:cNvPr>
            <p:cNvSpPr/>
            <p:nvPr/>
          </p:nvSpPr>
          <p:spPr>
            <a:xfrm>
              <a:off x="278929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0">
              <a:extLst>
                <a:ext uri="{FF2B5EF4-FFF2-40B4-BE49-F238E27FC236}">
                  <a16:creationId xmlns:a16="http://schemas.microsoft.com/office/drawing/2014/main" id="{DEDEF7A7-277B-45C8-8D3E-0174B769A6F7}"/>
                </a:ext>
              </a:extLst>
            </p:cNvPr>
            <p:cNvSpPr/>
            <p:nvPr/>
          </p:nvSpPr>
          <p:spPr>
            <a:xfrm>
              <a:off x="279873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1">
              <a:extLst>
                <a:ext uri="{FF2B5EF4-FFF2-40B4-BE49-F238E27FC236}">
                  <a16:creationId xmlns:a16="http://schemas.microsoft.com/office/drawing/2014/main" id="{29269AED-84F2-CA4E-4597-DB17370480BF}"/>
                </a:ext>
              </a:extLst>
            </p:cNvPr>
            <p:cNvSpPr/>
            <p:nvPr/>
          </p:nvSpPr>
          <p:spPr>
            <a:xfrm>
              <a:off x="280817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2">
              <a:extLst>
                <a:ext uri="{FF2B5EF4-FFF2-40B4-BE49-F238E27FC236}">
                  <a16:creationId xmlns:a16="http://schemas.microsoft.com/office/drawing/2014/main" id="{12C7D6FB-951D-70C4-6C18-69CADDA901B1}"/>
                </a:ext>
              </a:extLst>
            </p:cNvPr>
            <p:cNvSpPr/>
            <p:nvPr/>
          </p:nvSpPr>
          <p:spPr>
            <a:xfrm>
              <a:off x="281761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3">
              <a:extLst>
                <a:ext uri="{FF2B5EF4-FFF2-40B4-BE49-F238E27FC236}">
                  <a16:creationId xmlns:a16="http://schemas.microsoft.com/office/drawing/2014/main" id="{3A3CA6D8-BEED-5975-FFBD-219613F0F58B}"/>
                </a:ext>
              </a:extLst>
            </p:cNvPr>
            <p:cNvSpPr/>
            <p:nvPr/>
          </p:nvSpPr>
          <p:spPr>
            <a:xfrm>
              <a:off x="282705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4">
              <a:extLst>
                <a:ext uri="{FF2B5EF4-FFF2-40B4-BE49-F238E27FC236}">
                  <a16:creationId xmlns:a16="http://schemas.microsoft.com/office/drawing/2014/main" id="{7407D5EE-3065-D54D-4CCF-7BB1F99D0B86}"/>
                </a:ext>
              </a:extLst>
            </p:cNvPr>
            <p:cNvSpPr/>
            <p:nvPr/>
          </p:nvSpPr>
          <p:spPr>
            <a:xfrm>
              <a:off x="283649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5">
              <a:extLst>
                <a:ext uri="{FF2B5EF4-FFF2-40B4-BE49-F238E27FC236}">
                  <a16:creationId xmlns:a16="http://schemas.microsoft.com/office/drawing/2014/main" id="{466F24D6-AE26-A084-2E62-AD2EB5FADC67}"/>
                </a:ext>
              </a:extLst>
            </p:cNvPr>
            <p:cNvSpPr/>
            <p:nvPr/>
          </p:nvSpPr>
          <p:spPr>
            <a:xfrm>
              <a:off x="284593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6">
              <a:extLst>
                <a:ext uri="{FF2B5EF4-FFF2-40B4-BE49-F238E27FC236}">
                  <a16:creationId xmlns:a16="http://schemas.microsoft.com/office/drawing/2014/main" id="{9419BC16-5CC2-26EE-7092-971E85FBA294}"/>
                </a:ext>
              </a:extLst>
            </p:cNvPr>
            <p:cNvSpPr/>
            <p:nvPr/>
          </p:nvSpPr>
          <p:spPr>
            <a:xfrm>
              <a:off x="285538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7">
              <a:extLst>
                <a:ext uri="{FF2B5EF4-FFF2-40B4-BE49-F238E27FC236}">
                  <a16:creationId xmlns:a16="http://schemas.microsoft.com/office/drawing/2014/main" id="{56018031-0684-0E26-1E17-409148AB892C}"/>
                </a:ext>
              </a:extLst>
            </p:cNvPr>
            <p:cNvSpPr/>
            <p:nvPr/>
          </p:nvSpPr>
          <p:spPr>
            <a:xfrm>
              <a:off x="286482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8">
              <a:extLst>
                <a:ext uri="{FF2B5EF4-FFF2-40B4-BE49-F238E27FC236}">
                  <a16:creationId xmlns:a16="http://schemas.microsoft.com/office/drawing/2014/main" id="{EBD0DFD8-D7B0-863C-5B64-2DB793C4AEDB}"/>
                </a:ext>
              </a:extLst>
            </p:cNvPr>
            <p:cNvSpPr/>
            <p:nvPr/>
          </p:nvSpPr>
          <p:spPr>
            <a:xfrm>
              <a:off x="287426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09">
              <a:extLst>
                <a:ext uri="{FF2B5EF4-FFF2-40B4-BE49-F238E27FC236}">
                  <a16:creationId xmlns:a16="http://schemas.microsoft.com/office/drawing/2014/main" id="{7AF5C20B-564D-B97C-2213-3870A8E45203}"/>
                </a:ext>
              </a:extLst>
            </p:cNvPr>
            <p:cNvSpPr/>
            <p:nvPr/>
          </p:nvSpPr>
          <p:spPr>
            <a:xfrm>
              <a:off x="288370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0">
              <a:extLst>
                <a:ext uri="{FF2B5EF4-FFF2-40B4-BE49-F238E27FC236}">
                  <a16:creationId xmlns:a16="http://schemas.microsoft.com/office/drawing/2014/main" id="{DE359752-02F5-17A4-C82C-F1D10A7A8ED2}"/>
                </a:ext>
              </a:extLst>
            </p:cNvPr>
            <p:cNvSpPr/>
            <p:nvPr/>
          </p:nvSpPr>
          <p:spPr>
            <a:xfrm>
              <a:off x="289314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1">
              <a:extLst>
                <a:ext uri="{FF2B5EF4-FFF2-40B4-BE49-F238E27FC236}">
                  <a16:creationId xmlns:a16="http://schemas.microsoft.com/office/drawing/2014/main" id="{0B484F8B-2D70-642A-7C48-E88CDAC6B21E}"/>
                </a:ext>
              </a:extLst>
            </p:cNvPr>
            <p:cNvSpPr/>
            <p:nvPr/>
          </p:nvSpPr>
          <p:spPr>
            <a:xfrm>
              <a:off x="290258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2">
              <a:extLst>
                <a:ext uri="{FF2B5EF4-FFF2-40B4-BE49-F238E27FC236}">
                  <a16:creationId xmlns:a16="http://schemas.microsoft.com/office/drawing/2014/main" id="{8BA508E6-03E6-9647-EA90-413F5A3AE663}"/>
                </a:ext>
              </a:extLst>
            </p:cNvPr>
            <p:cNvSpPr/>
            <p:nvPr/>
          </p:nvSpPr>
          <p:spPr>
            <a:xfrm>
              <a:off x="291202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3">
              <a:extLst>
                <a:ext uri="{FF2B5EF4-FFF2-40B4-BE49-F238E27FC236}">
                  <a16:creationId xmlns:a16="http://schemas.microsoft.com/office/drawing/2014/main" id="{95220FAF-BEFD-CA59-F3C7-6074498EF26C}"/>
                </a:ext>
              </a:extLst>
            </p:cNvPr>
            <p:cNvSpPr/>
            <p:nvPr/>
          </p:nvSpPr>
          <p:spPr>
            <a:xfrm>
              <a:off x="292146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4">
              <a:extLst>
                <a:ext uri="{FF2B5EF4-FFF2-40B4-BE49-F238E27FC236}">
                  <a16:creationId xmlns:a16="http://schemas.microsoft.com/office/drawing/2014/main" id="{CA74FBE9-17F3-E65E-8BE0-69D21D7C505A}"/>
                </a:ext>
              </a:extLst>
            </p:cNvPr>
            <p:cNvSpPr/>
            <p:nvPr/>
          </p:nvSpPr>
          <p:spPr>
            <a:xfrm>
              <a:off x="293090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5">
              <a:extLst>
                <a:ext uri="{FF2B5EF4-FFF2-40B4-BE49-F238E27FC236}">
                  <a16:creationId xmlns:a16="http://schemas.microsoft.com/office/drawing/2014/main" id="{AA7EADD9-BDC6-FF3C-BDD4-DD4F18AD4A41}"/>
                </a:ext>
              </a:extLst>
            </p:cNvPr>
            <p:cNvSpPr/>
            <p:nvPr/>
          </p:nvSpPr>
          <p:spPr>
            <a:xfrm>
              <a:off x="294034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6">
              <a:extLst>
                <a:ext uri="{FF2B5EF4-FFF2-40B4-BE49-F238E27FC236}">
                  <a16:creationId xmlns:a16="http://schemas.microsoft.com/office/drawing/2014/main" id="{563241C7-9140-4AFB-DEE9-06FDD558E927}"/>
                </a:ext>
              </a:extLst>
            </p:cNvPr>
            <p:cNvSpPr/>
            <p:nvPr/>
          </p:nvSpPr>
          <p:spPr>
            <a:xfrm>
              <a:off x="294978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7">
              <a:extLst>
                <a:ext uri="{FF2B5EF4-FFF2-40B4-BE49-F238E27FC236}">
                  <a16:creationId xmlns:a16="http://schemas.microsoft.com/office/drawing/2014/main" id="{B1FE83FE-14BE-8809-4D78-51CDB01687E7}"/>
                </a:ext>
              </a:extLst>
            </p:cNvPr>
            <p:cNvSpPr/>
            <p:nvPr/>
          </p:nvSpPr>
          <p:spPr>
            <a:xfrm>
              <a:off x="295922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8">
              <a:extLst>
                <a:ext uri="{FF2B5EF4-FFF2-40B4-BE49-F238E27FC236}">
                  <a16:creationId xmlns:a16="http://schemas.microsoft.com/office/drawing/2014/main" id="{11B8B805-C1E4-6C6B-6F7D-6BD79D9AB37C}"/>
                </a:ext>
              </a:extLst>
            </p:cNvPr>
            <p:cNvSpPr/>
            <p:nvPr/>
          </p:nvSpPr>
          <p:spPr>
            <a:xfrm>
              <a:off x="296866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19">
              <a:extLst>
                <a:ext uri="{FF2B5EF4-FFF2-40B4-BE49-F238E27FC236}">
                  <a16:creationId xmlns:a16="http://schemas.microsoft.com/office/drawing/2014/main" id="{06672F7C-207C-332F-3F49-D11E99F4D001}"/>
                </a:ext>
              </a:extLst>
            </p:cNvPr>
            <p:cNvSpPr/>
            <p:nvPr/>
          </p:nvSpPr>
          <p:spPr>
            <a:xfrm>
              <a:off x="297810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0">
              <a:extLst>
                <a:ext uri="{FF2B5EF4-FFF2-40B4-BE49-F238E27FC236}">
                  <a16:creationId xmlns:a16="http://schemas.microsoft.com/office/drawing/2014/main" id="{E5F22B2B-39E8-7E5C-5AF5-DC8151361CC1}"/>
                </a:ext>
              </a:extLst>
            </p:cNvPr>
            <p:cNvSpPr/>
            <p:nvPr/>
          </p:nvSpPr>
          <p:spPr>
            <a:xfrm>
              <a:off x="298754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1">
              <a:extLst>
                <a:ext uri="{FF2B5EF4-FFF2-40B4-BE49-F238E27FC236}">
                  <a16:creationId xmlns:a16="http://schemas.microsoft.com/office/drawing/2014/main" id="{B0FA99ED-7D3D-B4CB-1327-40A043ED6380}"/>
                </a:ext>
              </a:extLst>
            </p:cNvPr>
            <p:cNvSpPr/>
            <p:nvPr/>
          </p:nvSpPr>
          <p:spPr>
            <a:xfrm>
              <a:off x="299698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2">
              <a:extLst>
                <a:ext uri="{FF2B5EF4-FFF2-40B4-BE49-F238E27FC236}">
                  <a16:creationId xmlns:a16="http://schemas.microsoft.com/office/drawing/2014/main" id="{C018546F-807C-4A2F-30CD-98BBFD305B13}"/>
                </a:ext>
              </a:extLst>
            </p:cNvPr>
            <p:cNvSpPr/>
            <p:nvPr/>
          </p:nvSpPr>
          <p:spPr>
            <a:xfrm>
              <a:off x="300642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3">
              <a:extLst>
                <a:ext uri="{FF2B5EF4-FFF2-40B4-BE49-F238E27FC236}">
                  <a16:creationId xmlns:a16="http://schemas.microsoft.com/office/drawing/2014/main" id="{C7EE64D7-A005-8F15-5053-B94BA3B17573}"/>
                </a:ext>
              </a:extLst>
            </p:cNvPr>
            <p:cNvSpPr/>
            <p:nvPr/>
          </p:nvSpPr>
          <p:spPr>
            <a:xfrm>
              <a:off x="301586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4">
              <a:extLst>
                <a:ext uri="{FF2B5EF4-FFF2-40B4-BE49-F238E27FC236}">
                  <a16:creationId xmlns:a16="http://schemas.microsoft.com/office/drawing/2014/main" id="{A9078ED4-320F-28A8-DB87-B5439E8F4AEA}"/>
                </a:ext>
              </a:extLst>
            </p:cNvPr>
            <p:cNvSpPr/>
            <p:nvPr/>
          </p:nvSpPr>
          <p:spPr>
            <a:xfrm>
              <a:off x="302530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5">
              <a:extLst>
                <a:ext uri="{FF2B5EF4-FFF2-40B4-BE49-F238E27FC236}">
                  <a16:creationId xmlns:a16="http://schemas.microsoft.com/office/drawing/2014/main" id="{0940EB2A-3AC2-2FB0-285A-F5D2D8FC8324}"/>
                </a:ext>
              </a:extLst>
            </p:cNvPr>
            <p:cNvSpPr/>
            <p:nvPr/>
          </p:nvSpPr>
          <p:spPr>
            <a:xfrm>
              <a:off x="303474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6">
              <a:extLst>
                <a:ext uri="{FF2B5EF4-FFF2-40B4-BE49-F238E27FC236}">
                  <a16:creationId xmlns:a16="http://schemas.microsoft.com/office/drawing/2014/main" id="{B93A9871-ED4D-4FD2-EA1E-D266F20D279A}"/>
                </a:ext>
              </a:extLst>
            </p:cNvPr>
            <p:cNvSpPr/>
            <p:nvPr/>
          </p:nvSpPr>
          <p:spPr>
            <a:xfrm>
              <a:off x="304418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7">
              <a:extLst>
                <a:ext uri="{FF2B5EF4-FFF2-40B4-BE49-F238E27FC236}">
                  <a16:creationId xmlns:a16="http://schemas.microsoft.com/office/drawing/2014/main" id="{5948CE6B-B4D6-EBED-6064-CC82596BEC15}"/>
                </a:ext>
              </a:extLst>
            </p:cNvPr>
            <p:cNvSpPr/>
            <p:nvPr/>
          </p:nvSpPr>
          <p:spPr>
            <a:xfrm>
              <a:off x="305362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8">
              <a:extLst>
                <a:ext uri="{FF2B5EF4-FFF2-40B4-BE49-F238E27FC236}">
                  <a16:creationId xmlns:a16="http://schemas.microsoft.com/office/drawing/2014/main" id="{6D2489FE-E512-A7A1-A9E0-E6E9300AC9AE}"/>
                </a:ext>
              </a:extLst>
            </p:cNvPr>
            <p:cNvSpPr/>
            <p:nvPr/>
          </p:nvSpPr>
          <p:spPr>
            <a:xfrm>
              <a:off x="306306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29">
              <a:extLst>
                <a:ext uri="{FF2B5EF4-FFF2-40B4-BE49-F238E27FC236}">
                  <a16:creationId xmlns:a16="http://schemas.microsoft.com/office/drawing/2014/main" id="{CB7A7734-7D45-BD5E-2084-4F2B8969D804}"/>
                </a:ext>
              </a:extLst>
            </p:cNvPr>
            <p:cNvSpPr/>
            <p:nvPr/>
          </p:nvSpPr>
          <p:spPr>
            <a:xfrm>
              <a:off x="307250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0">
              <a:extLst>
                <a:ext uri="{FF2B5EF4-FFF2-40B4-BE49-F238E27FC236}">
                  <a16:creationId xmlns:a16="http://schemas.microsoft.com/office/drawing/2014/main" id="{45D2EA04-0728-818C-C08E-75AE6FEEE4C7}"/>
                </a:ext>
              </a:extLst>
            </p:cNvPr>
            <p:cNvSpPr/>
            <p:nvPr/>
          </p:nvSpPr>
          <p:spPr>
            <a:xfrm>
              <a:off x="308194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1">
              <a:extLst>
                <a:ext uri="{FF2B5EF4-FFF2-40B4-BE49-F238E27FC236}">
                  <a16:creationId xmlns:a16="http://schemas.microsoft.com/office/drawing/2014/main" id="{D37F8C09-07DE-1FB6-D373-0F2BA037739E}"/>
                </a:ext>
              </a:extLst>
            </p:cNvPr>
            <p:cNvSpPr/>
            <p:nvPr/>
          </p:nvSpPr>
          <p:spPr>
            <a:xfrm>
              <a:off x="309138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2">
              <a:extLst>
                <a:ext uri="{FF2B5EF4-FFF2-40B4-BE49-F238E27FC236}">
                  <a16:creationId xmlns:a16="http://schemas.microsoft.com/office/drawing/2014/main" id="{14731646-BFB1-ECF1-6031-161454BE2319}"/>
                </a:ext>
              </a:extLst>
            </p:cNvPr>
            <p:cNvSpPr/>
            <p:nvPr/>
          </p:nvSpPr>
          <p:spPr>
            <a:xfrm>
              <a:off x="310082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3">
              <a:extLst>
                <a:ext uri="{FF2B5EF4-FFF2-40B4-BE49-F238E27FC236}">
                  <a16:creationId xmlns:a16="http://schemas.microsoft.com/office/drawing/2014/main" id="{D979F536-C5BA-CBDD-A1E5-1FFA5EC4E9E9}"/>
                </a:ext>
              </a:extLst>
            </p:cNvPr>
            <p:cNvSpPr/>
            <p:nvPr/>
          </p:nvSpPr>
          <p:spPr>
            <a:xfrm>
              <a:off x="311026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4">
              <a:extLst>
                <a:ext uri="{FF2B5EF4-FFF2-40B4-BE49-F238E27FC236}">
                  <a16:creationId xmlns:a16="http://schemas.microsoft.com/office/drawing/2014/main" id="{C243A8C7-2FC5-C427-3FB7-28315C568580}"/>
                </a:ext>
              </a:extLst>
            </p:cNvPr>
            <p:cNvSpPr/>
            <p:nvPr/>
          </p:nvSpPr>
          <p:spPr>
            <a:xfrm>
              <a:off x="311970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5">
              <a:extLst>
                <a:ext uri="{FF2B5EF4-FFF2-40B4-BE49-F238E27FC236}">
                  <a16:creationId xmlns:a16="http://schemas.microsoft.com/office/drawing/2014/main" id="{EDC0558C-AA5F-A13E-268B-D2BFD2DC7870}"/>
                </a:ext>
              </a:extLst>
            </p:cNvPr>
            <p:cNvSpPr/>
            <p:nvPr/>
          </p:nvSpPr>
          <p:spPr>
            <a:xfrm>
              <a:off x="312914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6">
              <a:extLst>
                <a:ext uri="{FF2B5EF4-FFF2-40B4-BE49-F238E27FC236}">
                  <a16:creationId xmlns:a16="http://schemas.microsoft.com/office/drawing/2014/main" id="{58DCB979-E029-7887-EC51-2FE46DF6744B}"/>
                </a:ext>
              </a:extLst>
            </p:cNvPr>
            <p:cNvSpPr/>
            <p:nvPr/>
          </p:nvSpPr>
          <p:spPr>
            <a:xfrm>
              <a:off x="313858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7">
              <a:extLst>
                <a:ext uri="{FF2B5EF4-FFF2-40B4-BE49-F238E27FC236}">
                  <a16:creationId xmlns:a16="http://schemas.microsoft.com/office/drawing/2014/main" id="{A52BF5E8-7BC8-9343-D29C-7D5A77FCAD55}"/>
                </a:ext>
              </a:extLst>
            </p:cNvPr>
            <p:cNvSpPr/>
            <p:nvPr/>
          </p:nvSpPr>
          <p:spPr>
            <a:xfrm>
              <a:off x="314802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8">
              <a:extLst>
                <a:ext uri="{FF2B5EF4-FFF2-40B4-BE49-F238E27FC236}">
                  <a16:creationId xmlns:a16="http://schemas.microsoft.com/office/drawing/2014/main" id="{AC380440-A749-830C-D00A-DD522CB4B40F}"/>
                </a:ext>
              </a:extLst>
            </p:cNvPr>
            <p:cNvSpPr/>
            <p:nvPr/>
          </p:nvSpPr>
          <p:spPr>
            <a:xfrm>
              <a:off x="315746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39">
              <a:extLst>
                <a:ext uri="{FF2B5EF4-FFF2-40B4-BE49-F238E27FC236}">
                  <a16:creationId xmlns:a16="http://schemas.microsoft.com/office/drawing/2014/main" id="{CAEFDC74-1E7E-C054-0930-E37041AD6A96}"/>
                </a:ext>
              </a:extLst>
            </p:cNvPr>
            <p:cNvSpPr/>
            <p:nvPr/>
          </p:nvSpPr>
          <p:spPr>
            <a:xfrm>
              <a:off x="316690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0">
              <a:extLst>
                <a:ext uri="{FF2B5EF4-FFF2-40B4-BE49-F238E27FC236}">
                  <a16:creationId xmlns:a16="http://schemas.microsoft.com/office/drawing/2014/main" id="{A9C504F1-6E6E-AA36-494A-B7E231576830}"/>
                </a:ext>
              </a:extLst>
            </p:cNvPr>
            <p:cNvSpPr/>
            <p:nvPr/>
          </p:nvSpPr>
          <p:spPr>
            <a:xfrm>
              <a:off x="317634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1">
              <a:extLst>
                <a:ext uri="{FF2B5EF4-FFF2-40B4-BE49-F238E27FC236}">
                  <a16:creationId xmlns:a16="http://schemas.microsoft.com/office/drawing/2014/main" id="{8924A86E-21AA-8FC3-9C67-F79C31B6C304}"/>
                </a:ext>
              </a:extLst>
            </p:cNvPr>
            <p:cNvSpPr/>
            <p:nvPr/>
          </p:nvSpPr>
          <p:spPr>
            <a:xfrm>
              <a:off x="318578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2">
              <a:extLst>
                <a:ext uri="{FF2B5EF4-FFF2-40B4-BE49-F238E27FC236}">
                  <a16:creationId xmlns:a16="http://schemas.microsoft.com/office/drawing/2014/main" id="{4ABD8BA9-87CB-4FC0-F566-50A8EC082B42}"/>
                </a:ext>
              </a:extLst>
            </p:cNvPr>
            <p:cNvSpPr/>
            <p:nvPr/>
          </p:nvSpPr>
          <p:spPr>
            <a:xfrm>
              <a:off x="319522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3">
              <a:extLst>
                <a:ext uri="{FF2B5EF4-FFF2-40B4-BE49-F238E27FC236}">
                  <a16:creationId xmlns:a16="http://schemas.microsoft.com/office/drawing/2014/main" id="{D0B2EC39-50A5-3FA5-2588-AA8CE2A2E87F}"/>
                </a:ext>
              </a:extLst>
            </p:cNvPr>
            <p:cNvSpPr/>
            <p:nvPr/>
          </p:nvSpPr>
          <p:spPr>
            <a:xfrm>
              <a:off x="320466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4">
              <a:extLst>
                <a:ext uri="{FF2B5EF4-FFF2-40B4-BE49-F238E27FC236}">
                  <a16:creationId xmlns:a16="http://schemas.microsoft.com/office/drawing/2014/main" id="{CEA5FE32-C364-7ED5-9853-C578C701DB73}"/>
                </a:ext>
              </a:extLst>
            </p:cNvPr>
            <p:cNvSpPr/>
            <p:nvPr/>
          </p:nvSpPr>
          <p:spPr>
            <a:xfrm>
              <a:off x="321410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5">
              <a:extLst>
                <a:ext uri="{FF2B5EF4-FFF2-40B4-BE49-F238E27FC236}">
                  <a16:creationId xmlns:a16="http://schemas.microsoft.com/office/drawing/2014/main" id="{4DD374F6-262B-EACC-EB9E-41EF403C6F76}"/>
                </a:ext>
              </a:extLst>
            </p:cNvPr>
            <p:cNvSpPr/>
            <p:nvPr/>
          </p:nvSpPr>
          <p:spPr>
            <a:xfrm>
              <a:off x="322354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6">
              <a:extLst>
                <a:ext uri="{FF2B5EF4-FFF2-40B4-BE49-F238E27FC236}">
                  <a16:creationId xmlns:a16="http://schemas.microsoft.com/office/drawing/2014/main" id="{B160D248-A8BE-EBCB-12B7-41F7F147837A}"/>
                </a:ext>
              </a:extLst>
            </p:cNvPr>
            <p:cNvSpPr/>
            <p:nvPr/>
          </p:nvSpPr>
          <p:spPr>
            <a:xfrm>
              <a:off x="323298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7">
              <a:extLst>
                <a:ext uri="{FF2B5EF4-FFF2-40B4-BE49-F238E27FC236}">
                  <a16:creationId xmlns:a16="http://schemas.microsoft.com/office/drawing/2014/main" id="{DEA0C060-30E5-433B-C7A2-8432A3F3D2EF}"/>
                </a:ext>
              </a:extLst>
            </p:cNvPr>
            <p:cNvSpPr/>
            <p:nvPr/>
          </p:nvSpPr>
          <p:spPr>
            <a:xfrm>
              <a:off x="324242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8">
              <a:extLst>
                <a:ext uri="{FF2B5EF4-FFF2-40B4-BE49-F238E27FC236}">
                  <a16:creationId xmlns:a16="http://schemas.microsoft.com/office/drawing/2014/main" id="{6A4E4A89-A0A1-C8BA-C00B-0737FEA4C3C8}"/>
                </a:ext>
              </a:extLst>
            </p:cNvPr>
            <p:cNvSpPr/>
            <p:nvPr/>
          </p:nvSpPr>
          <p:spPr>
            <a:xfrm>
              <a:off x="325187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49">
              <a:extLst>
                <a:ext uri="{FF2B5EF4-FFF2-40B4-BE49-F238E27FC236}">
                  <a16:creationId xmlns:a16="http://schemas.microsoft.com/office/drawing/2014/main" id="{22227570-0D3D-71C5-FF71-967BF047DB90}"/>
                </a:ext>
              </a:extLst>
            </p:cNvPr>
            <p:cNvSpPr/>
            <p:nvPr/>
          </p:nvSpPr>
          <p:spPr>
            <a:xfrm>
              <a:off x="326131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0">
              <a:extLst>
                <a:ext uri="{FF2B5EF4-FFF2-40B4-BE49-F238E27FC236}">
                  <a16:creationId xmlns:a16="http://schemas.microsoft.com/office/drawing/2014/main" id="{7AA81744-667E-6670-2E46-DA3AAD0C1CB4}"/>
                </a:ext>
              </a:extLst>
            </p:cNvPr>
            <p:cNvSpPr/>
            <p:nvPr/>
          </p:nvSpPr>
          <p:spPr>
            <a:xfrm>
              <a:off x="327075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1">
              <a:extLst>
                <a:ext uri="{FF2B5EF4-FFF2-40B4-BE49-F238E27FC236}">
                  <a16:creationId xmlns:a16="http://schemas.microsoft.com/office/drawing/2014/main" id="{ECB9C544-7878-E743-3577-8130AB3B115E}"/>
                </a:ext>
              </a:extLst>
            </p:cNvPr>
            <p:cNvSpPr/>
            <p:nvPr/>
          </p:nvSpPr>
          <p:spPr>
            <a:xfrm>
              <a:off x="328019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2">
              <a:extLst>
                <a:ext uri="{FF2B5EF4-FFF2-40B4-BE49-F238E27FC236}">
                  <a16:creationId xmlns:a16="http://schemas.microsoft.com/office/drawing/2014/main" id="{6C8430FE-38B0-5332-6AB4-C40F394277FA}"/>
                </a:ext>
              </a:extLst>
            </p:cNvPr>
            <p:cNvSpPr/>
            <p:nvPr/>
          </p:nvSpPr>
          <p:spPr>
            <a:xfrm>
              <a:off x="328963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3">
              <a:extLst>
                <a:ext uri="{FF2B5EF4-FFF2-40B4-BE49-F238E27FC236}">
                  <a16:creationId xmlns:a16="http://schemas.microsoft.com/office/drawing/2014/main" id="{9E6BC1D7-AC77-43E1-CDD9-CF633F2168EC}"/>
                </a:ext>
              </a:extLst>
            </p:cNvPr>
            <p:cNvSpPr/>
            <p:nvPr/>
          </p:nvSpPr>
          <p:spPr>
            <a:xfrm>
              <a:off x="3299071" y="241376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4">
              <a:extLst>
                <a:ext uri="{FF2B5EF4-FFF2-40B4-BE49-F238E27FC236}">
                  <a16:creationId xmlns:a16="http://schemas.microsoft.com/office/drawing/2014/main" id="{3F331426-3050-C0D5-1F09-8CF25B1E3750}"/>
                </a:ext>
              </a:extLst>
            </p:cNvPr>
            <p:cNvSpPr/>
            <p:nvPr/>
          </p:nvSpPr>
          <p:spPr>
            <a:xfrm>
              <a:off x="3308511" y="2396199"/>
              <a:ext cx="916707" cy="922154"/>
            </a:xfrm>
            <a:custGeom>
              <a:avLst/>
              <a:gdLst/>
              <a:ahLst/>
              <a:cxnLst/>
              <a:rect l="0" t="0" r="0" b="0"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5">
              <a:extLst>
                <a:ext uri="{FF2B5EF4-FFF2-40B4-BE49-F238E27FC236}">
                  <a16:creationId xmlns:a16="http://schemas.microsoft.com/office/drawing/2014/main" id="{C51DF9AF-D385-AB5D-8E2B-B5DC577FE7AB}"/>
                </a:ext>
              </a:extLst>
            </p:cNvPr>
            <p:cNvSpPr/>
            <p:nvPr/>
          </p:nvSpPr>
          <p:spPr>
            <a:xfrm>
              <a:off x="2421129" y="2378629"/>
              <a:ext cx="914399" cy="928331"/>
            </a:xfrm>
            <a:custGeom>
              <a:avLst/>
              <a:gdLst/>
              <a:ahLst/>
              <a:cxnLst/>
              <a:rect l="0" t="0" r="0" b="0"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6">
              <a:extLst>
                <a:ext uri="{FF2B5EF4-FFF2-40B4-BE49-F238E27FC236}">
                  <a16:creationId xmlns:a16="http://schemas.microsoft.com/office/drawing/2014/main" id="{D76F7E14-C61C-679F-A4E7-5C667A2F30C6}"/>
                </a:ext>
              </a:extLst>
            </p:cNvPr>
            <p:cNvSpPr/>
            <p:nvPr/>
          </p:nvSpPr>
          <p:spPr>
            <a:xfrm>
              <a:off x="242112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7">
              <a:extLst>
                <a:ext uri="{FF2B5EF4-FFF2-40B4-BE49-F238E27FC236}">
                  <a16:creationId xmlns:a16="http://schemas.microsoft.com/office/drawing/2014/main" id="{DF66E6C5-3888-04C9-9130-B01D0BE528A5}"/>
                </a:ext>
              </a:extLst>
            </p:cNvPr>
            <p:cNvSpPr/>
            <p:nvPr/>
          </p:nvSpPr>
          <p:spPr>
            <a:xfrm>
              <a:off x="243056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8">
              <a:extLst>
                <a:ext uri="{FF2B5EF4-FFF2-40B4-BE49-F238E27FC236}">
                  <a16:creationId xmlns:a16="http://schemas.microsoft.com/office/drawing/2014/main" id="{5709F419-184C-F179-2488-CE5FA46845A0}"/>
                </a:ext>
              </a:extLst>
            </p:cNvPr>
            <p:cNvSpPr/>
            <p:nvPr/>
          </p:nvSpPr>
          <p:spPr>
            <a:xfrm>
              <a:off x="244000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59">
              <a:extLst>
                <a:ext uri="{FF2B5EF4-FFF2-40B4-BE49-F238E27FC236}">
                  <a16:creationId xmlns:a16="http://schemas.microsoft.com/office/drawing/2014/main" id="{E1D47CE1-6554-2E00-5E28-1953ADD15154}"/>
                </a:ext>
              </a:extLst>
            </p:cNvPr>
            <p:cNvSpPr/>
            <p:nvPr/>
          </p:nvSpPr>
          <p:spPr>
            <a:xfrm>
              <a:off x="244944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0">
              <a:extLst>
                <a:ext uri="{FF2B5EF4-FFF2-40B4-BE49-F238E27FC236}">
                  <a16:creationId xmlns:a16="http://schemas.microsoft.com/office/drawing/2014/main" id="{21CA2B1B-9237-636D-BEF2-7E97D9546472}"/>
                </a:ext>
              </a:extLst>
            </p:cNvPr>
            <p:cNvSpPr/>
            <p:nvPr/>
          </p:nvSpPr>
          <p:spPr>
            <a:xfrm>
              <a:off x="245889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1">
              <a:extLst>
                <a:ext uri="{FF2B5EF4-FFF2-40B4-BE49-F238E27FC236}">
                  <a16:creationId xmlns:a16="http://schemas.microsoft.com/office/drawing/2014/main" id="{44B643E2-837F-F0B9-F4D9-C898488AD9AB}"/>
                </a:ext>
              </a:extLst>
            </p:cNvPr>
            <p:cNvSpPr/>
            <p:nvPr/>
          </p:nvSpPr>
          <p:spPr>
            <a:xfrm>
              <a:off x="246833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2">
              <a:extLst>
                <a:ext uri="{FF2B5EF4-FFF2-40B4-BE49-F238E27FC236}">
                  <a16:creationId xmlns:a16="http://schemas.microsoft.com/office/drawing/2014/main" id="{8644DD3C-C867-B107-430E-1FA4896711F6}"/>
                </a:ext>
              </a:extLst>
            </p:cNvPr>
            <p:cNvSpPr/>
            <p:nvPr/>
          </p:nvSpPr>
          <p:spPr>
            <a:xfrm>
              <a:off x="247777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3">
              <a:extLst>
                <a:ext uri="{FF2B5EF4-FFF2-40B4-BE49-F238E27FC236}">
                  <a16:creationId xmlns:a16="http://schemas.microsoft.com/office/drawing/2014/main" id="{22A363A9-EA5D-573F-C8E3-B16B38BC2939}"/>
                </a:ext>
              </a:extLst>
            </p:cNvPr>
            <p:cNvSpPr/>
            <p:nvPr/>
          </p:nvSpPr>
          <p:spPr>
            <a:xfrm>
              <a:off x="248721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4">
              <a:extLst>
                <a:ext uri="{FF2B5EF4-FFF2-40B4-BE49-F238E27FC236}">
                  <a16:creationId xmlns:a16="http://schemas.microsoft.com/office/drawing/2014/main" id="{1EE7B21A-5E57-A38B-F048-B0586DA9B6A8}"/>
                </a:ext>
              </a:extLst>
            </p:cNvPr>
            <p:cNvSpPr/>
            <p:nvPr/>
          </p:nvSpPr>
          <p:spPr>
            <a:xfrm>
              <a:off x="249665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5">
              <a:extLst>
                <a:ext uri="{FF2B5EF4-FFF2-40B4-BE49-F238E27FC236}">
                  <a16:creationId xmlns:a16="http://schemas.microsoft.com/office/drawing/2014/main" id="{3CBFFE80-D9D1-60BD-C6AC-F46BF77B54D5}"/>
                </a:ext>
              </a:extLst>
            </p:cNvPr>
            <p:cNvSpPr/>
            <p:nvPr/>
          </p:nvSpPr>
          <p:spPr>
            <a:xfrm>
              <a:off x="250609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6">
              <a:extLst>
                <a:ext uri="{FF2B5EF4-FFF2-40B4-BE49-F238E27FC236}">
                  <a16:creationId xmlns:a16="http://schemas.microsoft.com/office/drawing/2014/main" id="{B5C76628-682F-EF24-390C-1C8EA81FD264}"/>
                </a:ext>
              </a:extLst>
            </p:cNvPr>
            <p:cNvSpPr/>
            <p:nvPr/>
          </p:nvSpPr>
          <p:spPr>
            <a:xfrm>
              <a:off x="251553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7">
              <a:extLst>
                <a:ext uri="{FF2B5EF4-FFF2-40B4-BE49-F238E27FC236}">
                  <a16:creationId xmlns:a16="http://schemas.microsoft.com/office/drawing/2014/main" id="{E8AF0F4A-B263-79DF-0470-9FF91166967C}"/>
                </a:ext>
              </a:extLst>
            </p:cNvPr>
            <p:cNvSpPr/>
            <p:nvPr/>
          </p:nvSpPr>
          <p:spPr>
            <a:xfrm>
              <a:off x="252497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8">
              <a:extLst>
                <a:ext uri="{FF2B5EF4-FFF2-40B4-BE49-F238E27FC236}">
                  <a16:creationId xmlns:a16="http://schemas.microsoft.com/office/drawing/2014/main" id="{299CC008-47EC-A322-82E3-7E589CDD4D2A}"/>
                </a:ext>
              </a:extLst>
            </p:cNvPr>
            <p:cNvSpPr/>
            <p:nvPr/>
          </p:nvSpPr>
          <p:spPr>
            <a:xfrm>
              <a:off x="253441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69">
              <a:extLst>
                <a:ext uri="{FF2B5EF4-FFF2-40B4-BE49-F238E27FC236}">
                  <a16:creationId xmlns:a16="http://schemas.microsoft.com/office/drawing/2014/main" id="{95E41868-D2FD-C467-8748-3704A4DBCD59}"/>
                </a:ext>
              </a:extLst>
            </p:cNvPr>
            <p:cNvSpPr/>
            <p:nvPr/>
          </p:nvSpPr>
          <p:spPr>
            <a:xfrm>
              <a:off x="254385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0">
              <a:extLst>
                <a:ext uri="{FF2B5EF4-FFF2-40B4-BE49-F238E27FC236}">
                  <a16:creationId xmlns:a16="http://schemas.microsoft.com/office/drawing/2014/main" id="{949A6B23-AD56-D214-2182-BBA6EA80EEF3}"/>
                </a:ext>
              </a:extLst>
            </p:cNvPr>
            <p:cNvSpPr/>
            <p:nvPr/>
          </p:nvSpPr>
          <p:spPr>
            <a:xfrm>
              <a:off x="255329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1">
              <a:extLst>
                <a:ext uri="{FF2B5EF4-FFF2-40B4-BE49-F238E27FC236}">
                  <a16:creationId xmlns:a16="http://schemas.microsoft.com/office/drawing/2014/main" id="{EBE90DFE-D3E4-CA9F-03C8-C6268DC9A164}"/>
                </a:ext>
              </a:extLst>
            </p:cNvPr>
            <p:cNvSpPr/>
            <p:nvPr/>
          </p:nvSpPr>
          <p:spPr>
            <a:xfrm>
              <a:off x="256273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2">
              <a:extLst>
                <a:ext uri="{FF2B5EF4-FFF2-40B4-BE49-F238E27FC236}">
                  <a16:creationId xmlns:a16="http://schemas.microsoft.com/office/drawing/2014/main" id="{B163AE71-13BE-608F-B8D5-C1307BF2FF60}"/>
                </a:ext>
              </a:extLst>
            </p:cNvPr>
            <p:cNvSpPr/>
            <p:nvPr/>
          </p:nvSpPr>
          <p:spPr>
            <a:xfrm>
              <a:off x="257217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3">
              <a:extLst>
                <a:ext uri="{FF2B5EF4-FFF2-40B4-BE49-F238E27FC236}">
                  <a16:creationId xmlns:a16="http://schemas.microsoft.com/office/drawing/2014/main" id="{0F2351A9-8F47-6653-DBF9-B5AED9606509}"/>
                </a:ext>
              </a:extLst>
            </p:cNvPr>
            <p:cNvSpPr/>
            <p:nvPr/>
          </p:nvSpPr>
          <p:spPr>
            <a:xfrm>
              <a:off x="258161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4">
              <a:extLst>
                <a:ext uri="{FF2B5EF4-FFF2-40B4-BE49-F238E27FC236}">
                  <a16:creationId xmlns:a16="http://schemas.microsoft.com/office/drawing/2014/main" id="{3021EA84-9C8C-6F2A-325B-C4E7C16A5CD8}"/>
                </a:ext>
              </a:extLst>
            </p:cNvPr>
            <p:cNvSpPr/>
            <p:nvPr/>
          </p:nvSpPr>
          <p:spPr>
            <a:xfrm>
              <a:off x="259105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5">
              <a:extLst>
                <a:ext uri="{FF2B5EF4-FFF2-40B4-BE49-F238E27FC236}">
                  <a16:creationId xmlns:a16="http://schemas.microsoft.com/office/drawing/2014/main" id="{EC4EFC88-3254-40E4-7F81-6BAD9FBA66E2}"/>
                </a:ext>
              </a:extLst>
            </p:cNvPr>
            <p:cNvSpPr/>
            <p:nvPr/>
          </p:nvSpPr>
          <p:spPr>
            <a:xfrm>
              <a:off x="260049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6">
              <a:extLst>
                <a:ext uri="{FF2B5EF4-FFF2-40B4-BE49-F238E27FC236}">
                  <a16:creationId xmlns:a16="http://schemas.microsoft.com/office/drawing/2014/main" id="{3694F950-9748-07D6-010B-2044F4C90351}"/>
                </a:ext>
              </a:extLst>
            </p:cNvPr>
            <p:cNvSpPr/>
            <p:nvPr/>
          </p:nvSpPr>
          <p:spPr>
            <a:xfrm>
              <a:off x="260993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7">
              <a:extLst>
                <a:ext uri="{FF2B5EF4-FFF2-40B4-BE49-F238E27FC236}">
                  <a16:creationId xmlns:a16="http://schemas.microsoft.com/office/drawing/2014/main" id="{B2992D34-11D0-F1F8-43F4-A916ABFA8A24}"/>
                </a:ext>
              </a:extLst>
            </p:cNvPr>
            <p:cNvSpPr/>
            <p:nvPr/>
          </p:nvSpPr>
          <p:spPr>
            <a:xfrm>
              <a:off x="261937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8">
              <a:extLst>
                <a:ext uri="{FF2B5EF4-FFF2-40B4-BE49-F238E27FC236}">
                  <a16:creationId xmlns:a16="http://schemas.microsoft.com/office/drawing/2014/main" id="{AF5BFC71-AFCF-2716-DED9-BDAB8FAF53AC}"/>
                </a:ext>
              </a:extLst>
            </p:cNvPr>
            <p:cNvSpPr/>
            <p:nvPr/>
          </p:nvSpPr>
          <p:spPr>
            <a:xfrm>
              <a:off x="262881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79">
              <a:extLst>
                <a:ext uri="{FF2B5EF4-FFF2-40B4-BE49-F238E27FC236}">
                  <a16:creationId xmlns:a16="http://schemas.microsoft.com/office/drawing/2014/main" id="{F3523328-609C-7936-0DC7-1075CFBA948B}"/>
                </a:ext>
              </a:extLst>
            </p:cNvPr>
            <p:cNvSpPr/>
            <p:nvPr/>
          </p:nvSpPr>
          <p:spPr>
            <a:xfrm>
              <a:off x="263825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0">
              <a:extLst>
                <a:ext uri="{FF2B5EF4-FFF2-40B4-BE49-F238E27FC236}">
                  <a16:creationId xmlns:a16="http://schemas.microsoft.com/office/drawing/2014/main" id="{3105F8A9-ED1A-41DE-AD03-C5201A76F090}"/>
                </a:ext>
              </a:extLst>
            </p:cNvPr>
            <p:cNvSpPr/>
            <p:nvPr/>
          </p:nvSpPr>
          <p:spPr>
            <a:xfrm>
              <a:off x="264769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1">
              <a:extLst>
                <a:ext uri="{FF2B5EF4-FFF2-40B4-BE49-F238E27FC236}">
                  <a16:creationId xmlns:a16="http://schemas.microsoft.com/office/drawing/2014/main" id="{4E1D1C1A-9DDA-0D46-1695-F0171274EF45}"/>
                </a:ext>
              </a:extLst>
            </p:cNvPr>
            <p:cNvSpPr/>
            <p:nvPr/>
          </p:nvSpPr>
          <p:spPr>
            <a:xfrm>
              <a:off x="265713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2">
              <a:extLst>
                <a:ext uri="{FF2B5EF4-FFF2-40B4-BE49-F238E27FC236}">
                  <a16:creationId xmlns:a16="http://schemas.microsoft.com/office/drawing/2014/main" id="{7A874086-05A6-8419-FD93-29B5CA724F49}"/>
                </a:ext>
              </a:extLst>
            </p:cNvPr>
            <p:cNvSpPr/>
            <p:nvPr/>
          </p:nvSpPr>
          <p:spPr>
            <a:xfrm>
              <a:off x="266657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3">
              <a:extLst>
                <a:ext uri="{FF2B5EF4-FFF2-40B4-BE49-F238E27FC236}">
                  <a16:creationId xmlns:a16="http://schemas.microsoft.com/office/drawing/2014/main" id="{B498CFCE-7738-0E81-C897-D572F94A92EB}"/>
                </a:ext>
              </a:extLst>
            </p:cNvPr>
            <p:cNvSpPr/>
            <p:nvPr/>
          </p:nvSpPr>
          <p:spPr>
            <a:xfrm>
              <a:off x="267601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4">
              <a:extLst>
                <a:ext uri="{FF2B5EF4-FFF2-40B4-BE49-F238E27FC236}">
                  <a16:creationId xmlns:a16="http://schemas.microsoft.com/office/drawing/2014/main" id="{3DB6860A-D97B-F47F-F6CD-8D25144A52F5}"/>
                </a:ext>
              </a:extLst>
            </p:cNvPr>
            <p:cNvSpPr/>
            <p:nvPr/>
          </p:nvSpPr>
          <p:spPr>
            <a:xfrm>
              <a:off x="268545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5">
              <a:extLst>
                <a:ext uri="{FF2B5EF4-FFF2-40B4-BE49-F238E27FC236}">
                  <a16:creationId xmlns:a16="http://schemas.microsoft.com/office/drawing/2014/main" id="{4F34AAAF-DD47-8954-13BA-44ABB6E571D0}"/>
                </a:ext>
              </a:extLst>
            </p:cNvPr>
            <p:cNvSpPr/>
            <p:nvPr/>
          </p:nvSpPr>
          <p:spPr>
            <a:xfrm>
              <a:off x="269489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6">
              <a:extLst>
                <a:ext uri="{FF2B5EF4-FFF2-40B4-BE49-F238E27FC236}">
                  <a16:creationId xmlns:a16="http://schemas.microsoft.com/office/drawing/2014/main" id="{D0190134-5832-0BAD-BFB8-30133B59BC55}"/>
                </a:ext>
              </a:extLst>
            </p:cNvPr>
            <p:cNvSpPr/>
            <p:nvPr/>
          </p:nvSpPr>
          <p:spPr>
            <a:xfrm>
              <a:off x="2713776" y="2396199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399" y="904355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7">
              <a:extLst>
                <a:ext uri="{FF2B5EF4-FFF2-40B4-BE49-F238E27FC236}">
                  <a16:creationId xmlns:a16="http://schemas.microsoft.com/office/drawing/2014/main" id="{F8D38661-CDD0-0153-69E9-E2D9E41B343D}"/>
                </a:ext>
              </a:extLst>
            </p:cNvPr>
            <p:cNvSpPr/>
            <p:nvPr/>
          </p:nvSpPr>
          <p:spPr>
            <a:xfrm>
              <a:off x="2713776" y="2396199"/>
              <a:ext cx="917597" cy="914400"/>
            </a:xfrm>
            <a:custGeom>
              <a:avLst/>
              <a:gdLst/>
              <a:ahLst/>
              <a:cxnLst/>
              <a:rect l="0" t="0" r="0" b="0"/>
              <a:pathLst>
                <a:path w="917597" h="914400">
                  <a:moveTo>
                    <a:pt x="914399" y="914400"/>
                  </a:moveTo>
                  <a:lnTo>
                    <a:pt x="914399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8">
              <a:extLst>
                <a:ext uri="{FF2B5EF4-FFF2-40B4-BE49-F238E27FC236}">
                  <a16:creationId xmlns:a16="http://schemas.microsoft.com/office/drawing/2014/main" id="{CD43F511-6450-F238-3DE3-708B35BFDA48}"/>
                </a:ext>
              </a:extLst>
            </p:cNvPr>
            <p:cNvSpPr/>
            <p:nvPr/>
          </p:nvSpPr>
          <p:spPr>
            <a:xfrm>
              <a:off x="2760977" y="23961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400" y="89894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89">
              <a:extLst>
                <a:ext uri="{FF2B5EF4-FFF2-40B4-BE49-F238E27FC236}">
                  <a16:creationId xmlns:a16="http://schemas.microsoft.com/office/drawing/2014/main" id="{EC1D92FC-E313-9927-CBE7-F594CC6978E4}"/>
                </a:ext>
              </a:extLst>
            </p:cNvPr>
            <p:cNvSpPr/>
            <p:nvPr/>
          </p:nvSpPr>
          <p:spPr>
            <a:xfrm>
              <a:off x="2770417" y="237862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0">
              <a:extLst>
                <a:ext uri="{FF2B5EF4-FFF2-40B4-BE49-F238E27FC236}">
                  <a16:creationId xmlns:a16="http://schemas.microsoft.com/office/drawing/2014/main" id="{9BCB3382-2310-CA8D-E04F-EEAC7FB77E67}"/>
                </a:ext>
              </a:extLst>
            </p:cNvPr>
            <p:cNvSpPr/>
            <p:nvPr/>
          </p:nvSpPr>
          <p:spPr>
            <a:xfrm>
              <a:off x="277041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1">
              <a:extLst>
                <a:ext uri="{FF2B5EF4-FFF2-40B4-BE49-F238E27FC236}">
                  <a16:creationId xmlns:a16="http://schemas.microsoft.com/office/drawing/2014/main" id="{68FB53E6-F4AE-0865-B8B5-E1768F3C04DA}"/>
                </a:ext>
              </a:extLst>
            </p:cNvPr>
            <p:cNvSpPr/>
            <p:nvPr/>
          </p:nvSpPr>
          <p:spPr>
            <a:xfrm>
              <a:off x="277985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2">
              <a:extLst>
                <a:ext uri="{FF2B5EF4-FFF2-40B4-BE49-F238E27FC236}">
                  <a16:creationId xmlns:a16="http://schemas.microsoft.com/office/drawing/2014/main" id="{37F13217-73BB-DFB9-1847-1CF3026739A1}"/>
                </a:ext>
              </a:extLst>
            </p:cNvPr>
            <p:cNvSpPr/>
            <p:nvPr/>
          </p:nvSpPr>
          <p:spPr>
            <a:xfrm>
              <a:off x="278929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3">
              <a:extLst>
                <a:ext uri="{FF2B5EF4-FFF2-40B4-BE49-F238E27FC236}">
                  <a16:creationId xmlns:a16="http://schemas.microsoft.com/office/drawing/2014/main" id="{C46E8716-8576-6FC6-8051-386FA79CDF96}"/>
                </a:ext>
              </a:extLst>
            </p:cNvPr>
            <p:cNvSpPr/>
            <p:nvPr/>
          </p:nvSpPr>
          <p:spPr>
            <a:xfrm>
              <a:off x="279873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4">
              <a:extLst>
                <a:ext uri="{FF2B5EF4-FFF2-40B4-BE49-F238E27FC236}">
                  <a16:creationId xmlns:a16="http://schemas.microsoft.com/office/drawing/2014/main" id="{62D6743F-DD72-02BC-858F-701EA70163F2}"/>
                </a:ext>
              </a:extLst>
            </p:cNvPr>
            <p:cNvSpPr/>
            <p:nvPr/>
          </p:nvSpPr>
          <p:spPr>
            <a:xfrm>
              <a:off x="280817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5">
              <a:extLst>
                <a:ext uri="{FF2B5EF4-FFF2-40B4-BE49-F238E27FC236}">
                  <a16:creationId xmlns:a16="http://schemas.microsoft.com/office/drawing/2014/main" id="{17F9B22E-EECB-5A08-4F15-E0198C93B72D}"/>
                </a:ext>
              </a:extLst>
            </p:cNvPr>
            <p:cNvSpPr/>
            <p:nvPr/>
          </p:nvSpPr>
          <p:spPr>
            <a:xfrm>
              <a:off x="281761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6">
              <a:extLst>
                <a:ext uri="{FF2B5EF4-FFF2-40B4-BE49-F238E27FC236}">
                  <a16:creationId xmlns:a16="http://schemas.microsoft.com/office/drawing/2014/main" id="{4BEFDA84-B612-A36E-A64A-5E5D67C789F1}"/>
                </a:ext>
              </a:extLst>
            </p:cNvPr>
            <p:cNvSpPr/>
            <p:nvPr/>
          </p:nvSpPr>
          <p:spPr>
            <a:xfrm>
              <a:off x="282705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7">
              <a:extLst>
                <a:ext uri="{FF2B5EF4-FFF2-40B4-BE49-F238E27FC236}">
                  <a16:creationId xmlns:a16="http://schemas.microsoft.com/office/drawing/2014/main" id="{1F1FBADB-1CA3-181D-4940-F391936DF085}"/>
                </a:ext>
              </a:extLst>
            </p:cNvPr>
            <p:cNvSpPr/>
            <p:nvPr/>
          </p:nvSpPr>
          <p:spPr>
            <a:xfrm>
              <a:off x="283649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8">
              <a:extLst>
                <a:ext uri="{FF2B5EF4-FFF2-40B4-BE49-F238E27FC236}">
                  <a16:creationId xmlns:a16="http://schemas.microsoft.com/office/drawing/2014/main" id="{CB0AB492-91D4-BC77-393A-EB876464F52E}"/>
                </a:ext>
              </a:extLst>
            </p:cNvPr>
            <p:cNvSpPr/>
            <p:nvPr/>
          </p:nvSpPr>
          <p:spPr>
            <a:xfrm>
              <a:off x="284593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799">
              <a:extLst>
                <a:ext uri="{FF2B5EF4-FFF2-40B4-BE49-F238E27FC236}">
                  <a16:creationId xmlns:a16="http://schemas.microsoft.com/office/drawing/2014/main" id="{04BFD4DD-2FF0-A865-9B6D-FCFB1EB558A6}"/>
                </a:ext>
              </a:extLst>
            </p:cNvPr>
            <p:cNvSpPr/>
            <p:nvPr/>
          </p:nvSpPr>
          <p:spPr>
            <a:xfrm>
              <a:off x="285538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0">
              <a:extLst>
                <a:ext uri="{FF2B5EF4-FFF2-40B4-BE49-F238E27FC236}">
                  <a16:creationId xmlns:a16="http://schemas.microsoft.com/office/drawing/2014/main" id="{CCF2B924-0E4E-D97D-01A5-16FF50F4C4A7}"/>
                </a:ext>
              </a:extLst>
            </p:cNvPr>
            <p:cNvSpPr/>
            <p:nvPr/>
          </p:nvSpPr>
          <p:spPr>
            <a:xfrm>
              <a:off x="286482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1">
              <a:extLst>
                <a:ext uri="{FF2B5EF4-FFF2-40B4-BE49-F238E27FC236}">
                  <a16:creationId xmlns:a16="http://schemas.microsoft.com/office/drawing/2014/main" id="{697AF5BF-7100-1459-6B55-2D787D268D45}"/>
                </a:ext>
              </a:extLst>
            </p:cNvPr>
            <p:cNvSpPr/>
            <p:nvPr/>
          </p:nvSpPr>
          <p:spPr>
            <a:xfrm>
              <a:off x="287426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7">
                <a:alpha val="100000"/>
              </a:srgbClr>
            </a:solidFill>
            <a:ln w="5420" cap="flat">
              <a:solidFill>
                <a:srgbClr val="FFFB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2">
              <a:extLst>
                <a:ext uri="{FF2B5EF4-FFF2-40B4-BE49-F238E27FC236}">
                  <a16:creationId xmlns:a16="http://schemas.microsoft.com/office/drawing/2014/main" id="{FF0A2888-58C1-0A27-291C-C849DAB04881}"/>
                </a:ext>
              </a:extLst>
            </p:cNvPr>
            <p:cNvSpPr/>
            <p:nvPr/>
          </p:nvSpPr>
          <p:spPr>
            <a:xfrm>
              <a:off x="288370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3">
              <a:extLst>
                <a:ext uri="{FF2B5EF4-FFF2-40B4-BE49-F238E27FC236}">
                  <a16:creationId xmlns:a16="http://schemas.microsoft.com/office/drawing/2014/main" id="{58D5E3BD-4545-3743-5E7E-008B5757831B}"/>
                </a:ext>
              </a:extLst>
            </p:cNvPr>
            <p:cNvSpPr/>
            <p:nvPr/>
          </p:nvSpPr>
          <p:spPr>
            <a:xfrm>
              <a:off x="289314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4">
              <a:extLst>
                <a:ext uri="{FF2B5EF4-FFF2-40B4-BE49-F238E27FC236}">
                  <a16:creationId xmlns:a16="http://schemas.microsoft.com/office/drawing/2014/main" id="{C236A5BC-8107-5ECA-2992-1550904F306A}"/>
                </a:ext>
              </a:extLst>
            </p:cNvPr>
            <p:cNvSpPr/>
            <p:nvPr/>
          </p:nvSpPr>
          <p:spPr>
            <a:xfrm>
              <a:off x="290258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5">
              <a:extLst>
                <a:ext uri="{FF2B5EF4-FFF2-40B4-BE49-F238E27FC236}">
                  <a16:creationId xmlns:a16="http://schemas.microsoft.com/office/drawing/2014/main" id="{C31993FE-4BEE-5D01-C4FE-5C2B0F20CE9A}"/>
                </a:ext>
              </a:extLst>
            </p:cNvPr>
            <p:cNvSpPr/>
            <p:nvPr/>
          </p:nvSpPr>
          <p:spPr>
            <a:xfrm>
              <a:off x="291202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6">
              <a:extLst>
                <a:ext uri="{FF2B5EF4-FFF2-40B4-BE49-F238E27FC236}">
                  <a16:creationId xmlns:a16="http://schemas.microsoft.com/office/drawing/2014/main" id="{1A50E013-E5A7-01EE-506E-CF5E341D93C5}"/>
                </a:ext>
              </a:extLst>
            </p:cNvPr>
            <p:cNvSpPr/>
            <p:nvPr/>
          </p:nvSpPr>
          <p:spPr>
            <a:xfrm>
              <a:off x="292146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7">
              <a:extLst>
                <a:ext uri="{FF2B5EF4-FFF2-40B4-BE49-F238E27FC236}">
                  <a16:creationId xmlns:a16="http://schemas.microsoft.com/office/drawing/2014/main" id="{DD9C2AF5-A3B7-315F-DE02-4244A31C5367}"/>
                </a:ext>
              </a:extLst>
            </p:cNvPr>
            <p:cNvSpPr/>
            <p:nvPr/>
          </p:nvSpPr>
          <p:spPr>
            <a:xfrm>
              <a:off x="293090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8">
              <a:extLst>
                <a:ext uri="{FF2B5EF4-FFF2-40B4-BE49-F238E27FC236}">
                  <a16:creationId xmlns:a16="http://schemas.microsoft.com/office/drawing/2014/main" id="{DE10F7B9-37D7-1165-5E08-4D3232516574}"/>
                </a:ext>
              </a:extLst>
            </p:cNvPr>
            <p:cNvSpPr/>
            <p:nvPr/>
          </p:nvSpPr>
          <p:spPr>
            <a:xfrm>
              <a:off x="294034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09">
              <a:extLst>
                <a:ext uri="{FF2B5EF4-FFF2-40B4-BE49-F238E27FC236}">
                  <a16:creationId xmlns:a16="http://schemas.microsoft.com/office/drawing/2014/main" id="{3425DF5A-29B8-12F1-19AF-600A842137A4}"/>
                </a:ext>
              </a:extLst>
            </p:cNvPr>
            <p:cNvSpPr/>
            <p:nvPr/>
          </p:nvSpPr>
          <p:spPr>
            <a:xfrm>
              <a:off x="294978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0">
              <a:extLst>
                <a:ext uri="{FF2B5EF4-FFF2-40B4-BE49-F238E27FC236}">
                  <a16:creationId xmlns:a16="http://schemas.microsoft.com/office/drawing/2014/main" id="{C535B99A-D916-D36E-0702-389FB667C5A4}"/>
                </a:ext>
              </a:extLst>
            </p:cNvPr>
            <p:cNvSpPr/>
            <p:nvPr/>
          </p:nvSpPr>
          <p:spPr>
            <a:xfrm>
              <a:off x="295922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1">
              <a:extLst>
                <a:ext uri="{FF2B5EF4-FFF2-40B4-BE49-F238E27FC236}">
                  <a16:creationId xmlns:a16="http://schemas.microsoft.com/office/drawing/2014/main" id="{3E5834BC-ADD4-40EF-E7EC-51A14376532E}"/>
                </a:ext>
              </a:extLst>
            </p:cNvPr>
            <p:cNvSpPr/>
            <p:nvPr/>
          </p:nvSpPr>
          <p:spPr>
            <a:xfrm>
              <a:off x="296866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2">
              <a:extLst>
                <a:ext uri="{FF2B5EF4-FFF2-40B4-BE49-F238E27FC236}">
                  <a16:creationId xmlns:a16="http://schemas.microsoft.com/office/drawing/2014/main" id="{C147C813-3123-BA9B-4C54-C32F854EDB34}"/>
                </a:ext>
              </a:extLst>
            </p:cNvPr>
            <p:cNvSpPr/>
            <p:nvPr/>
          </p:nvSpPr>
          <p:spPr>
            <a:xfrm>
              <a:off x="297810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3">
              <a:extLst>
                <a:ext uri="{FF2B5EF4-FFF2-40B4-BE49-F238E27FC236}">
                  <a16:creationId xmlns:a16="http://schemas.microsoft.com/office/drawing/2014/main" id="{CBF1C6AF-0337-6276-1B7B-D8851508539F}"/>
                </a:ext>
              </a:extLst>
            </p:cNvPr>
            <p:cNvSpPr/>
            <p:nvPr/>
          </p:nvSpPr>
          <p:spPr>
            <a:xfrm>
              <a:off x="298754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4">
              <a:extLst>
                <a:ext uri="{FF2B5EF4-FFF2-40B4-BE49-F238E27FC236}">
                  <a16:creationId xmlns:a16="http://schemas.microsoft.com/office/drawing/2014/main" id="{93C0D736-3ACA-D2AD-1220-1C5EEFB5B767}"/>
                </a:ext>
              </a:extLst>
            </p:cNvPr>
            <p:cNvSpPr/>
            <p:nvPr/>
          </p:nvSpPr>
          <p:spPr>
            <a:xfrm>
              <a:off x="299698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5">
              <a:extLst>
                <a:ext uri="{FF2B5EF4-FFF2-40B4-BE49-F238E27FC236}">
                  <a16:creationId xmlns:a16="http://schemas.microsoft.com/office/drawing/2014/main" id="{12E7A720-ACD2-AF48-F6F8-D96660EB2A7A}"/>
                </a:ext>
              </a:extLst>
            </p:cNvPr>
            <p:cNvSpPr/>
            <p:nvPr/>
          </p:nvSpPr>
          <p:spPr>
            <a:xfrm>
              <a:off x="300642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6">
              <a:extLst>
                <a:ext uri="{FF2B5EF4-FFF2-40B4-BE49-F238E27FC236}">
                  <a16:creationId xmlns:a16="http://schemas.microsoft.com/office/drawing/2014/main" id="{412028A3-4225-B455-2D2F-FDE22BC2662F}"/>
                </a:ext>
              </a:extLst>
            </p:cNvPr>
            <p:cNvSpPr/>
            <p:nvPr/>
          </p:nvSpPr>
          <p:spPr>
            <a:xfrm>
              <a:off x="301586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7">
              <a:extLst>
                <a:ext uri="{FF2B5EF4-FFF2-40B4-BE49-F238E27FC236}">
                  <a16:creationId xmlns:a16="http://schemas.microsoft.com/office/drawing/2014/main" id="{C862B83C-066A-5EA5-021A-A9729C3043D1}"/>
                </a:ext>
              </a:extLst>
            </p:cNvPr>
            <p:cNvSpPr/>
            <p:nvPr/>
          </p:nvSpPr>
          <p:spPr>
            <a:xfrm>
              <a:off x="302530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8">
              <a:extLst>
                <a:ext uri="{FF2B5EF4-FFF2-40B4-BE49-F238E27FC236}">
                  <a16:creationId xmlns:a16="http://schemas.microsoft.com/office/drawing/2014/main" id="{1AB82902-C944-7929-6579-06577C484C6B}"/>
                </a:ext>
              </a:extLst>
            </p:cNvPr>
            <p:cNvSpPr/>
            <p:nvPr/>
          </p:nvSpPr>
          <p:spPr>
            <a:xfrm>
              <a:off x="303474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19">
              <a:extLst>
                <a:ext uri="{FF2B5EF4-FFF2-40B4-BE49-F238E27FC236}">
                  <a16:creationId xmlns:a16="http://schemas.microsoft.com/office/drawing/2014/main" id="{1014968D-93C9-000D-D924-7EE8EC733BF6}"/>
                </a:ext>
              </a:extLst>
            </p:cNvPr>
            <p:cNvSpPr/>
            <p:nvPr/>
          </p:nvSpPr>
          <p:spPr>
            <a:xfrm>
              <a:off x="304418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0">
              <a:extLst>
                <a:ext uri="{FF2B5EF4-FFF2-40B4-BE49-F238E27FC236}">
                  <a16:creationId xmlns:a16="http://schemas.microsoft.com/office/drawing/2014/main" id="{6A24B5A2-6AD4-46D3-3A67-F5A37656F7CA}"/>
                </a:ext>
              </a:extLst>
            </p:cNvPr>
            <p:cNvSpPr/>
            <p:nvPr/>
          </p:nvSpPr>
          <p:spPr>
            <a:xfrm>
              <a:off x="305362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1">
              <a:extLst>
                <a:ext uri="{FF2B5EF4-FFF2-40B4-BE49-F238E27FC236}">
                  <a16:creationId xmlns:a16="http://schemas.microsoft.com/office/drawing/2014/main" id="{DCF7CDBE-1FC4-89F5-7DDA-E90EF95EBC44}"/>
                </a:ext>
              </a:extLst>
            </p:cNvPr>
            <p:cNvSpPr/>
            <p:nvPr/>
          </p:nvSpPr>
          <p:spPr>
            <a:xfrm>
              <a:off x="306306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2">
              <a:extLst>
                <a:ext uri="{FF2B5EF4-FFF2-40B4-BE49-F238E27FC236}">
                  <a16:creationId xmlns:a16="http://schemas.microsoft.com/office/drawing/2014/main" id="{65212BB2-18DC-6D6F-5B21-E9815520AB4F}"/>
                </a:ext>
              </a:extLst>
            </p:cNvPr>
            <p:cNvSpPr/>
            <p:nvPr/>
          </p:nvSpPr>
          <p:spPr>
            <a:xfrm>
              <a:off x="307250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3">
              <a:extLst>
                <a:ext uri="{FF2B5EF4-FFF2-40B4-BE49-F238E27FC236}">
                  <a16:creationId xmlns:a16="http://schemas.microsoft.com/office/drawing/2014/main" id="{AF276F96-920D-6C7B-60BC-4A71959D6D79}"/>
                </a:ext>
              </a:extLst>
            </p:cNvPr>
            <p:cNvSpPr/>
            <p:nvPr/>
          </p:nvSpPr>
          <p:spPr>
            <a:xfrm>
              <a:off x="308194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4">
              <a:extLst>
                <a:ext uri="{FF2B5EF4-FFF2-40B4-BE49-F238E27FC236}">
                  <a16:creationId xmlns:a16="http://schemas.microsoft.com/office/drawing/2014/main" id="{BCACA1B8-B3FE-1A43-36EE-2C7ECD4B8123}"/>
                </a:ext>
              </a:extLst>
            </p:cNvPr>
            <p:cNvSpPr/>
            <p:nvPr/>
          </p:nvSpPr>
          <p:spPr>
            <a:xfrm>
              <a:off x="309138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5">
              <a:extLst>
                <a:ext uri="{FF2B5EF4-FFF2-40B4-BE49-F238E27FC236}">
                  <a16:creationId xmlns:a16="http://schemas.microsoft.com/office/drawing/2014/main" id="{2BF3694B-618E-A6BA-D5DC-0CB02F4CF5BC}"/>
                </a:ext>
              </a:extLst>
            </p:cNvPr>
            <p:cNvSpPr/>
            <p:nvPr/>
          </p:nvSpPr>
          <p:spPr>
            <a:xfrm>
              <a:off x="310082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6">
              <a:extLst>
                <a:ext uri="{FF2B5EF4-FFF2-40B4-BE49-F238E27FC236}">
                  <a16:creationId xmlns:a16="http://schemas.microsoft.com/office/drawing/2014/main" id="{2F857A84-9094-C06B-EE1C-18E7AD61C6DF}"/>
                </a:ext>
              </a:extLst>
            </p:cNvPr>
            <p:cNvSpPr/>
            <p:nvPr/>
          </p:nvSpPr>
          <p:spPr>
            <a:xfrm>
              <a:off x="311026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7">
              <a:extLst>
                <a:ext uri="{FF2B5EF4-FFF2-40B4-BE49-F238E27FC236}">
                  <a16:creationId xmlns:a16="http://schemas.microsoft.com/office/drawing/2014/main" id="{DD10962E-5AF6-DFB7-0898-A5BF02C10E62}"/>
                </a:ext>
              </a:extLst>
            </p:cNvPr>
            <p:cNvSpPr/>
            <p:nvPr/>
          </p:nvSpPr>
          <p:spPr>
            <a:xfrm>
              <a:off x="311970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8">
              <a:extLst>
                <a:ext uri="{FF2B5EF4-FFF2-40B4-BE49-F238E27FC236}">
                  <a16:creationId xmlns:a16="http://schemas.microsoft.com/office/drawing/2014/main" id="{E8111674-396E-1879-52A4-914EF34DBDA6}"/>
                </a:ext>
              </a:extLst>
            </p:cNvPr>
            <p:cNvSpPr/>
            <p:nvPr/>
          </p:nvSpPr>
          <p:spPr>
            <a:xfrm>
              <a:off x="312914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29">
              <a:extLst>
                <a:ext uri="{FF2B5EF4-FFF2-40B4-BE49-F238E27FC236}">
                  <a16:creationId xmlns:a16="http://schemas.microsoft.com/office/drawing/2014/main" id="{2EC2B67E-73DF-5C67-8A6D-6A2790F5B272}"/>
                </a:ext>
              </a:extLst>
            </p:cNvPr>
            <p:cNvSpPr/>
            <p:nvPr/>
          </p:nvSpPr>
          <p:spPr>
            <a:xfrm>
              <a:off x="313858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0">
              <a:extLst>
                <a:ext uri="{FF2B5EF4-FFF2-40B4-BE49-F238E27FC236}">
                  <a16:creationId xmlns:a16="http://schemas.microsoft.com/office/drawing/2014/main" id="{6B3299D8-F2B6-B7DE-62C4-4BB8C6B6A1C0}"/>
                </a:ext>
              </a:extLst>
            </p:cNvPr>
            <p:cNvSpPr/>
            <p:nvPr/>
          </p:nvSpPr>
          <p:spPr>
            <a:xfrm>
              <a:off x="314802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1">
              <a:extLst>
                <a:ext uri="{FF2B5EF4-FFF2-40B4-BE49-F238E27FC236}">
                  <a16:creationId xmlns:a16="http://schemas.microsoft.com/office/drawing/2014/main" id="{1BF8D930-D00A-D538-0FBD-045D1BBD150A}"/>
                </a:ext>
              </a:extLst>
            </p:cNvPr>
            <p:cNvSpPr/>
            <p:nvPr/>
          </p:nvSpPr>
          <p:spPr>
            <a:xfrm>
              <a:off x="315746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2">
              <a:extLst>
                <a:ext uri="{FF2B5EF4-FFF2-40B4-BE49-F238E27FC236}">
                  <a16:creationId xmlns:a16="http://schemas.microsoft.com/office/drawing/2014/main" id="{DD32F66D-9108-63E9-2977-8C72D4CA4012}"/>
                </a:ext>
              </a:extLst>
            </p:cNvPr>
            <p:cNvSpPr/>
            <p:nvPr/>
          </p:nvSpPr>
          <p:spPr>
            <a:xfrm>
              <a:off x="316690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3">
              <a:extLst>
                <a:ext uri="{FF2B5EF4-FFF2-40B4-BE49-F238E27FC236}">
                  <a16:creationId xmlns:a16="http://schemas.microsoft.com/office/drawing/2014/main" id="{83A340C7-FAF3-F40E-D78D-91CF1E3A264F}"/>
                </a:ext>
              </a:extLst>
            </p:cNvPr>
            <p:cNvSpPr/>
            <p:nvPr/>
          </p:nvSpPr>
          <p:spPr>
            <a:xfrm>
              <a:off x="317634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4">
              <a:extLst>
                <a:ext uri="{FF2B5EF4-FFF2-40B4-BE49-F238E27FC236}">
                  <a16:creationId xmlns:a16="http://schemas.microsoft.com/office/drawing/2014/main" id="{B3788333-D6F3-4CB7-F071-1F2076DCFAB2}"/>
                </a:ext>
              </a:extLst>
            </p:cNvPr>
            <p:cNvSpPr/>
            <p:nvPr/>
          </p:nvSpPr>
          <p:spPr>
            <a:xfrm>
              <a:off x="318578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5">
              <a:extLst>
                <a:ext uri="{FF2B5EF4-FFF2-40B4-BE49-F238E27FC236}">
                  <a16:creationId xmlns:a16="http://schemas.microsoft.com/office/drawing/2014/main" id="{3C4F970E-C90D-008A-5660-B9937B3D5B09}"/>
                </a:ext>
              </a:extLst>
            </p:cNvPr>
            <p:cNvSpPr/>
            <p:nvPr/>
          </p:nvSpPr>
          <p:spPr>
            <a:xfrm>
              <a:off x="319522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6">
              <a:extLst>
                <a:ext uri="{FF2B5EF4-FFF2-40B4-BE49-F238E27FC236}">
                  <a16:creationId xmlns:a16="http://schemas.microsoft.com/office/drawing/2014/main" id="{BB2A8A46-5613-93B3-C11A-8007E1087934}"/>
                </a:ext>
              </a:extLst>
            </p:cNvPr>
            <p:cNvSpPr/>
            <p:nvPr/>
          </p:nvSpPr>
          <p:spPr>
            <a:xfrm>
              <a:off x="320466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7">
              <a:extLst>
                <a:ext uri="{FF2B5EF4-FFF2-40B4-BE49-F238E27FC236}">
                  <a16:creationId xmlns:a16="http://schemas.microsoft.com/office/drawing/2014/main" id="{ECED6B96-50BE-C3D7-79E5-38BA98E6A5D4}"/>
                </a:ext>
              </a:extLst>
            </p:cNvPr>
            <p:cNvSpPr/>
            <p:nvPr/>
          </p:nvSpPr>
          <p:spPr>
            <a:xfrm>
              <a:off x="321410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8">
              <a:extLst>
                <a:ext uri="{FF2B5EF4-FFF2-40B4-BE49-F238E27FC236}">
                  <a16:creationId xmlns:a16="http://schemas.microsoft.com/office/drawing/2014/main" id="{37DD4385-1F77-C50B-51F0-B1A797EE9BEB}"/>
                </a:ext>
              </a:extLst>
            </p:cNvPr>
            <p:cNvSpPr/>
            <p:nvPr/>
          </p:nvSpPr>
          <p:spPr>
            <a:xfrm>
              <a:off x="322354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39">
              <a:extLst>
                <a:ext uri="{FF2B5EF4-FFF2-40B4-BE49-F238E27FC236}">
                  <a16:creationId xmlns:a16="http://schemas.microsoft.com/office/drawing/2014/main" id="{A58331DB-EC20-1F94-2896-6420153615DF}"/>
                </a:ext>
              </a:extLst>
            </p:cNvPr>
            <p:cNvSpPr/>
            <p:nvPr/>
          </p:nvSpPr>
          <p:spPr>
            <a:xfrm>
              <a:off x="323298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0">
              <a:extLst>
                <a:ext uri="{FF2B5EF4-FFF2-40B4-BE49-F238E27FC236}">
                  <a16:creationId xmlns:a16="http://schemas.microsoft.com/office/drawing/2014/main" id="{C97E9FE7-3F22-BF16-7F79-79AF155EEB5C}"/>
                </a:ext>
              </a:extLst>
            </p:cNvPr>
            <p:cNvSpPr/>
            <p:nvPr/>
          </p:nvSpPr>
          <p:spPr>
            <a:xfrm>
              <a:off x="324242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1">
              <a:extLst>
                <a:ext uri="{FF2B5EF4-FFF2-40B4-BE49-F238E27FC236}">
                  <a16:creationId xmlns:a16="http://schemas.microsoft.com/office/drawing/2014/main" id="{9A1B3C58-F0DA-6549-F670-D47A86618C20}"/>
                </a:ext>
              </a:extLst>
            </p:cNvPr>
            <p:cNvSpPr/>
            <p:nvPr/>
          </p:nvSpPr>
          <p:spPr>
            <a:xfrm>
              <a:off x="325187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2">
              <a:extLst>
                <a:ext uri="{FF2B5EF4-FFF2-40B4-BE49-F238E27FC236}">
                  <a16:creationId xmlns:a16="http://schemas.microsoft.com/office/drawing/2014/main" id="{0D8BE7FD-3993-CE22-1F52-204F8031BC27}"/>
                </a:ext>
              </a:extLst>
            </p:cNvPr>
            <p:cNvSpPr/>
            <p:nvPr/>
          </p:nvSpPr>
          <p:spPr>
            <a:xfrm>
              <a:off x="326131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3">
              <a:extLst>
                <a:ext uri="{FF2B5EF4-FFF2-40B4-BE49-F238E27FC236}">
                  <a16:creationId xmlns:a16="http://schemas.microsoft.com/office/drawing/2014/main" id="{D9FF45CA-1A65-3B33-E047-428A0325C566}"/>
                </a:ext>
              </a:extLst>
            </p:cNvPr>
            <p:cNvSpPr/>
            <p:nvPr/>
          </p:nvSpPr>
          <p:spPr>
            <a:xfrm>
              <a:off x="327075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4">
              <a:extLst>
                <a:ext uri="{FF2B5EF4-FFF2-40B4-BE49-F238E27FC236}">
                  <a16:creationId xmlns:a16="http://schemas.microsoft.com/office/drawing/2014/main" id="{C3353A1B-0658-4888-DAF0-869D6917E9C1}"/>
                </a:ext>
              </a:extLst>
            </p:cNvPr>
            <p:cNvSpPr/>
            <p:nvPr/>
          </p:nvSpPr>
          <p:spPr>
            <a:xfrm>
              <a:off x="328019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5">
              <a:extLst>
                <a:ext uri="{FF2B5EF4-FFF2-40B4-BE49-F238E27FC236}">
                  <a16:creationId xmlns:a16="http://schemas.microsoft.com/office/drawing/2014/main" id="{FFF8E140-484C-AE8A-EAA9-66BB4F1FE624}"/>
                </a:ext>
              </a:extLst>
            </p:cNvPr>
            <p:cNvSpPr/>
            <p:nvPr/>
          </p:nvSpPr>
          <p:spPr>
            <a:xfrm>
              <a:off x="328963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6">
              <a:extLst>
                <a:ext uri="{FF2B5EF4-FFF2-40B4-BE49-F238E27FC236}">
                  <a16:creationId xmlns:a16="http://schemas.microsoft.com/office/drawing/2014/main" id="{558C3B96-57E7-54E8-2E57-CF76A65304E3}"/>
                </a:ext>
              </a:extLst>
            </p:cNvPr>
            <p:cNvSpPr/>
            <p:nvPr/>
          </p:nvSpPr>
          <p:spPr>
            <a:xfrm>
              <a:off x="329907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7">
              <a:extLst>
                <a:ext uri="{FF2B5EF4-FFF2-40B4-BE49-F238E27FC236}">
                  <a16:creationId xmlns:a16="http://schemas.microsoft.com/office/drawing/2014/main" id="{BD12B3C0-0C5D-4248-DA12-1ED0800FF19D}"/>
                </a:ext>
              </a:extLst>
            </p:cNvPr>
            <p:cNvSpPr/>
            <p:nvPr/>
          </p:nvSpPr>
          <p:spPr>
            <a:xfrm>
              <a:off x="3308511" y="2396199"/>
              <a:ext cx="921947" cy="914400"/>
            </a:xfrm>
            <a:custGeom>
              <a:avLst/>
              <a:gdLst/>
              <a:ahLst/>
              <a:cxnLst/>
              <a:rect l="0" t="0" r="0" b="0"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8">
              <a:extLst>
                <a:ext uri="{FF2B5EF4-FFF2-40B4-BE49-F238E27FC236}">
                  <a16:creationId xmlns:a16="http://schemas.microsoft.com/office/drawing/2014/main" id="{42471275-555A-0DFD-1ACC-10357B6910E7}"/>
                </a:ext>
              </a:extLst>
            </p:cNvPr>
            <p:cNvSpPr/>
            <p:nvPr/>
          </p:nvSpPr>
          <p:spPr>
            <a:xfrm>
              <a:off x="2421129" y="236105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49">
              <a:extLst>
                <a:ext uri="{FF2B5EF4-FFF2-40B4-BE49-F238E27FC236}">
                  <a16:creationId xmlns:a16="http://schemas.microsoft.com/office/drawing/2014/main" id="{C7B758F0-5D86-1DEC-49D6-FF9D556477E5}"/>
                </a:ext>
              </a:extLst>
            </p:cNvPr>
            <p:cNvSpPr/>
            <p:nvPr/>
          </p:nvSpPr>
          <p:spPr>
            <a:xfrm>
              <a:off x="242112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0">
              <a:extLst>
                <a:ext uri="{FF2B5EF4-FFF2-40B4-BE49-F238E27FC236}">
                  <a16:creationId xmlns:a16="http://schemas.microsoft.com/office/drawing/2014/main" id="{6B491959-7FAC-4653-6C2D-DD6CB1C997F4}"/>
                </a:ext>
              </a:extLst>
            </p:cNvPr>
            <p:cNvSpPr/>
            <p:nvPr/>
          </p:nvSpPr>
          <p:spPr>
            <a:xfrm>
              <a:off x="243056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1">
              <a:extLst>
                <a:ext uri="{FF2B5EF4-FFF2-40B4-BE49-F238E27FC236}">
                  <a16:creationId xmlns:a16="http://schemas.microsoft.com/office/drawing/2014/main" id="{C3534BAC-DA79-C1FC-1EA6-35B3FECBBBEC}"/>
                </a:ext>
              </a:extLst>
            </p:cNvPr>
            <p:cNvSpPr/>
            <p:nvPr/>
          </p:nvSpPr>
          <p:spPr>
            <a:xfrm>
              <a:off x="244000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2">
              <a:extLst>
                <a:ext uri="{FF2B5EF4-FFF2-40B4-BE49-F238E27FC236}">
                  <a16:creationId xmlns:a16="http://schemas.microsoft.com/office/drawing/2014/main" id="{126EB38D-9388-1F47-7FD0-E0239856EA81}"/>
                </a:ext>
              </a:extLst>
            </p:cNvPr>
            <p:cNvSpPr/>
            <p:nvPr/>
          </p:nvSpPr>
          <p:spPr>
            <a:xfrm>
              <a:off x="244944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3">
              <a:extLst>
                <a:ext uri="{FF2B5EF4-FFF2-40B4-BE49-F238E27FC236}">
                  <a16:creationId xmlns:a16="http://schemas.microsoft.com/office/drawing/2014/main" id="{D54EBE9A-C647-25AE-BACA-009EAF307829}"/>
                </a:ext>
              </a:extLst>
            </p:cNvPr>
            <p:cNvSpPr/>
            <p:nvPr/>
          </p:nvSpPr>
          <p:spPr>
            <a:xfrm>
              <a:off x="245889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4">
              <a:extLst>
                <a:ext uri="{FF2B5EF4-FFF2-40B4-BE49-F238E27FC236}">
                  <a16:creationId xmlns:a16="http://schemas.microsoft.com/office/drawing/2014/main" id="{C956E963-6479-F9C4-6EDF-94575B035217}"/>
                </a:ext>
              </a:extLst>
            </p:cNvPr>
            <p:cNvSpPr/>
            <p:nvPr/>
          </p:nvSpPr>
          <p:spPr>
            <a:xfrm>
              <a:off x="246833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5">
              <a:extLst>
                <a:ext uri="{FF2B5EF4-FFF2-40B4-BE49-F238E27FC236}">
                  <a16:creationId xmlns:a16="http://schemas.microsoft.com/office/drawing/2014/main" id="{BD816148-1C3C-CE22-A8E8-3DFB69B05BCD}"/>
                </a:ext>
              </a:extLst>
            </p:cNvPr>
            <p:cNvSpPr/>
            <p:nvPr/>
          </p:nvSpPr>
          <p:spPr>
            <a:xfrm>
              <a:off x="247777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6">
              <a:extLst>
                <a:ext uri="{FF2B5EF4-FFF2-40B4-BE49-F238E27FC236}">
                  <a16:creationId xmlns:a16="http://schemas.microsoft.com/office/drawing/2014/main" id="{3211C5D5-22A0-87E0-CE1C-AA373EB634F8}"/>
                </a:ext>
              </a:extLst>
            </p:cNvPr>
            <p:cNvSpPr/>
            <p:nvPr/>
          </p:nvSpPr>
          <p:spPr>
            <a:xfrm>
              <a:off x="248721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7">
              <a:extLst>
                <a:ext uri="{FF2B5EF4-FFF2-40B4-BE49-F238E27FC236}">
                  <a16:creationId xmlns:a16="http://schemas.microsoft.com/office/drawing/2014/main" id="{61A71F0C-624B-1D05-7C56-C72C2638BF29}"/>
                </a:ext>
              </a:extLst>
            </p:cNvPr>
            <p:cNvSpPr/>
            <p:nvPr/>
          </p:nvSpPr>
          <p:spPr>
            <a:xfrm>
              <a:off x="249665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8">
              <a:extLst>
                <a:ext uri="{FF2B5EF4-FFF2-40B4-BE49-F238E27FC236}">
                  <a16:creationId xmlns:a16="http://schemas.microsoft.com/office/drawing/2014/main" id="{8676F2B0-4B82-C3B8-58A5-510C7CE2DE8E}"/>
                </a:ext>
              </a:extLst>
            </p:cNvPr>
            <p:cNvSpPr/>
            <p:nvPr/>
          </p:nvSpPr>
          <p:spPr>
            <a:xfrm>
              <a:off x="250609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59">
              <a:extLst>
                <a:ext uri="{FF2B5EF4-FFF2-40B4-BE49-F238E27FC236}">
                  <a16:creationId xmlns:a16="http://schemas.microsoft.com/office/drawing/2014/main" id="{9529F834-6007-F55D-11EF-692CCFFE3826}"/>
                </a:ext>
              </a:extLst>
            </p:cNvPr>
            <p:cNvSpPr/>
            <p:nvPr/>
          </p:nvSpPr>
          <p:spPr>
            <a:xfrm>
              <a:off x="251553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0">
              <a:extLst>
                <a:ext uri="{FF2B5EF4-FFF2-40B4-BE49-F238E27FC236}">
                  <a16:creationId xmlns:a16="http://schemas.microsoft.com/office/drawing/2014/main" id="{00B5917C-9F8F-09F7-D24B-7DDC9565C5AA}"/>
                </a:ext>
              </a:extLst>
            </p:cNvPr>
            <p:cNvSpPr/>
            <p:nvPr/>
          </p:nvSpPr>
          <p:spPr>
            <a:xfrm>
              <a:off x="252497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1">
              <a:extLst>
                <a:ext uri="{FF2B5EF4-FFF2-40B4-BE49-F238E27FC236}">
                  <a16:creationId xmlns:a16="http://schemas.microsoft.com/office/drawing/2014/main" id="{58337293-1613-0E08-B146-740CF461054B}"/>
                </a:ext>
              </a:extLst>
            </p:cNvPr>
            <p:cNvSpPr/>
            <p:nvPr/>
          </p:nvSpPr>
          <p:spPr>
            <a:xfrm>
              <a:off x="253441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2">
              <a:extLst>
                <a:ext uri="{FF2B5EF4-FFF2-40B4-BE49-F238E27FC236}">
                  <a16:creationId xmlns:a16="http://schemas.microsoft.com/office/drawing/2014/main" id="{C275662D-FBFD-765B-78A0-3BB45D4738B4}"/>
                </a:ext>
              </a:extLst>
            </p:cNvPr>
            <p:cNvSpPr/>
            <p:nvPr/>
          </p:nvSpPr>
          <p:spPr>
            <a:xfrm>
              <a:off x="254385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3">
              <a:extLst>
                <a:ext uri="{FF2B5EF4-FFF2-40B4-BE49-F238E27FC236}">
                  <a16:creationId xmlns:a16="http://schemas.microsoft.com/office/drawing/2014/main" id="{22F0E2B0-78BE-75BE-BCBC-82D5F8BBE903}"/>
                </a:ext>
              </a:extLst>
            </p:cNvPr>
            <p:cNvSpPr/>
            <p:nvPr/>
          </p:nvSpPr>
          <p:spPr>
            <a:xfrm>
              <a:off x="255329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4">
              <a:extLst>
                <a:ext uri="{FF2B5EF4-FFF2-40B4-BE49-F238E27FC236}">
                  <a16:creationId xmlns:a16="http://schemas.microsoft.com/office/drawing/2014/main" id="{AE1B90D2-EABC-3231-225A-E48D0B63CCD5}"/>
                </a:ext>
              </a:extLst>
            </p:cNvPr>
            <p:cNvSpPr/>
            <p:nvPr/>
          </p:nvSpPr>
          <p:spPr>
            <a:xfrm>
              <a:off x="256273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5">
              <a:extLst>
                <a:ext uri="{FF2B5EF4-FFF2-40B4-BE49-F238E27FC236}">
                  <a16:creationId xmlns:a16="http://schemas.microsoft.com/office/drawing/2014/main" id="{E3789D87-E26D-603E-DE37-210AD9C7FCB2}"/>
                </a:ext>
              </a:extLst>
            </p:cNvPr>
            <p:cNvSpPr/>
            <p:nvPr/>
          </p:nvSpPr>
          <p:spPr>
            <a:xfrm>
              <a:off x="257217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6">
              <a:extLst>
                <a:ext uri="{FF2B5EF4-FFF2-40B4-BE49-F238E27FC236}">
                  <a16:creationId xmlns:a16="http://schemas.microsoft.com/office/drawing/2014/main" id="{C34BF44D-C856-C20A-9BD8-AAF00E8C0AD5}"/>
                </a:ext>
              </a:extLst>
            </p:cNvPr>
            <p:cNvSpPr/>
            <p:nvPr/>
          </p:nvSpPr>
          <p:spPr>
            <a:xfrm>
              <a:off x="258161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7">
              <a:extLst>
                <a:ext uri="{FF2B5EF4-FFF2-40B4-BE49-F238E27FC236}">
                  <a16:creationId xmlns:a16="http://schemas.microsoft.com/office/drawing/2014/main" id="{70D31854-843D-1CAF-8D41-7B48F66EB885}"/>
                </a:ext>
              </a:extLst>
            </p:cNvPr>
            <p:cNvSpPr/>
            <p:nvPr/>
          </p:nvSpPr>
          <p:spPr>
            <a:xfrm>
              <a:off x="259105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8">
              <a:extLst>
                <a:ext uri="{FF2B5EF4-FFF2-40B4-BE49-F238E27FC236}">
                  <a16:creationId xmlns:a16="http://schemas.microsoft.com/office/drawing/2014/main" id="{DA6AC31A-4A27-7798-7A7A-4091064CAFF1}"/>
                </a:ext>
              </a:extLst>
            </p:cNvPr>
            <p:cNvSpPr/>
            <p:nvPr/>
          </p:nvSpPr>
          <p:spPr>
            <a:xfrm>
              <a:off x="260049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69">
              <a:extLst>
                <a:ext uri="{FF2B5EF4-FFF2-40B4-BE49-F238E27FC236}">
                  <a16:creationId xmlns:a16="http://schemas.microsoft.com/office/drawing/2014/main" id="{41096D73-D341-C5D9-0FC7-FF715226F0D9}"/>
                </a:ext>
              </a:extLst>
            </p:cNvPr>
            <p:cNvSpPr/>
            <p:nvPr/>
          </p:nvSpPr>
          <p:spPr>
            <a:xfrm>
              <a:off x="260993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0">
              <a:extLst>
                <a:ext uri="{FF2B5EF4-FFF2-40B4-BE49-F238E27FC236}">
                  <a16:creationId xmlns:a16="http://schemas.microsoft.com/office/drawing/2014/main" id="{70072A23-8F63-0769-095A-817386BAB0C1}"/>
                </a:ext>
              </a:extLst>
            </p:cNvPr>
            <p:cNvSpPr/>
            <p:nvPr/>
          </p:nvSpPr>
          <p:spPr>
            <a:xfrm>
              <a:off x="261937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1">
              <a:extLst>
                <a:ext uri="{FF2B5EF4-FFF2-40B4-BE49-F238E27FC236}">
                  <a16:creationId xmlns:a16="http://schemas.microsoft.com/office/drawing/2014/main" id="{B106BF4A-C46A-F0F4-86FD-72D8338240FF}"/>
                </a:ext>
              </a:extLst>
            </p:cNvPr>
            <p:cNvSpPr/>
            <p:nvPr/>
          </p:nvSpPr>
          <p:spPr>
            <a:xfrm>
              <a:off x="262881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2">
              <a:extLst>
                <a:ext uri="{FF2B5EF4-FFF2-40B4-BE49-F238E27FC236}">
                  <a16:creationId xmlns:a16="http://schemas.microsoft.com/office/drawing/2014/main" id="{BB2B030F-CA31-B27A-3525-171735E3E0A3}"/>
                </a:ext>
              </a:extLst>
            </p:cNvPr>
            <p:cNvSpPr/>
            <p:nvPr/>
          </p:nvSpPr>
          <p:spPr>
            <a:xfrm>
              <a:off x="263825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3">
              <a:extLst>
                <a:ext uri="{FF2B5EF4-FFF2-40B4-BE49-F238E27FC236}">
                  <a16:creationId xmlns:a16="http://schemas.microsoft.com/office/drawing/2014/main" id="{6373090F-DAFE-10FA-DB21-7A9AC8B6B597}"/>
                </a:ext>
              </a:extLst>
            </p:cNvPr>
            <p:cNvSpPr/>
            <p:nvPr/>
          </p:nvSpPr>
          <p:spPr>
            <a:xfrm>
              <a:off x="264769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4">
              <a:extLst>
                <a:ext uri="{FF2B5EF4-FFF2-40B4-BE49-F238E27FC236}">
                  <a16:creationId xmlns:a16="http://schemas.microsoft.com/office/drawing/2014/main" id="{C08C2056-5C19-C51E-60C0-3EA8F9BA8794}"/>
                </a:ext>
              </a:extLst>
            </p:cNvPr>
            <p:cNvSpPr/>
            <p:nvPr/>
          </p:nvSpPr>
          <p:spPr>
            <a:xfrm>
              <a:off x="265713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5">
              <a:extLst>
                <a:ext uri="{FF2B5EF4-FFF2-40B4-BE49-F238E27FC236}">
                  <a16:creationId xmlns:a16="http://schemas.microsoft.com/office/drawing/2014/main" id="{E3B1D5D4-2323-3D89-1200-2780208E7787}"/>
                </a:ext>
              </a:extLst>
            </p:cNvPr>
            <p:cNvSpPr/>
            <p:nvPr/>
          </p:nvSpPr>
          <p:spPr>
            <a:xfrm>
              <a:off x="266657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6">
              <a:extLst>
                <a:ext uri="{FF2B5EF4-FFF2-40B4-BE49-F238E27FC236}">
                  <a16:creationId xmlns:a16="http://schemas.microsoft.com/office/drawing/2014/main" id="{2E50B1E3-0DEF-082E-ABEB-C902087AD3D5}"/>
                </a:ext>
              </a:extLst>
            </p:cNvPr>
            <p:cNvSpPr/>
            <p:nvPr/>
          </p:nvSpPr>
          <p:spPr>
            <a:xfrm>
              <a:off x="267601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7">
              <a:extLst>
                <a:ext uri="{FF2B5EF4-FFF2-40B4-BE49-F238E27FC236}">
                  <a16:creationId xmlns:a16="http://schemas.microsoft.com/office/drawing/2014/main" id="{F8188ABB-D9B5-DE03-1032-8CB5C110E5F0}"/>
                </a:ext>
              </a:extLst>
            </p:cNvPr>
            <p:cNvSpPr/>
            <p:nvPr/>
          </p:nvSpPr>
          <p:spPr>
            <a:xfrm>
              <a:off x="268545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8">
              <a:extLst>
                <a:ext uri="{FF2B5EF4-FFF2-40B4-BE49-F238E27FC236}">
                  <a16:creationId xmlns:a16="http://schemas.microsoft.com/office/drawing/2014/main" id="{11FA0220-F133-B8F7-F1BC-831E0C3FF6F7}"/>
                </a:ext>
              </a:extLst>
            </p:cNvPr>
            <p:cNvSpPr/>
            <p:nvPr/>
          </p:nvSpPr>
          <p:spPr>
            <a:xfrm>
              <a:off x="269489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79">
              <a:extLst>
                <a:ext uri="{FF2B5EF4-FFF2-40B4-BE49-F238E27FC236}">
                  <a16:creationId xmlns:a16="http://schemas.microsoft.com/office/drawing/2014/main" id="{D4FBC23E-5227-ABC8-7BD9-F1D599B816EC}"/>
                </a:ext>
              </a:extLst>
            </p:cNvPr>
            <p:cNvSpPr/>
            <p:nvPr/>
          </p:nvSpPr>
          <p:spPr>
            <a:xfrm>
              <a:off x="2704336" y="2378629"/>
              <a:ext cx="921192" cy="914400"/>
            </a:xfrm>
            <a:custGeom>
              <a:avLst/>
              <a:gdLst/>
              <a:ahLst/>
              <a:cxnLst/>
              <a:rect l="0" t="0" r="0" b="0"/>
              <a:pathLst>
                <a:path w="92119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0">
              <a:extLst>
                <a:ext uri="{FF2B5EF4-FFF2-40B4-BE49-F238E27FC236}">
                  <a16:creationId xmlns:a16="http://schemas.microsoft.com/office/drawing/2014/main" id="{1C878CE8-BD5A-5F64-93EE-B9371C86FBC2}"/>
                </a:ext>
              </a:extLst>
            </p:cNvPr>
            <p:cNvSpPr/>
            <p:nvPr/>
          </p:nvSpPr>
          <p:spPr>
            <a:xfrm>
              <a:off x="2770417" y="236105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1">
              <a:extLst>
                <a:ext uri="{FF2B5EF4-FFF2-40B4-BE49-F238E27FC236}">
                  <a16:creationId xmlns:a16="http://schemas.microsoft.com/office/drawing/2014/main" id="{94B5211B-29CA-392D-7563-930D075764A6}"/>
                </a:ext>
              </a:extLst>
            </p:cNvPr>
            <p:cNvSpPr/>
            <p:nvPr/>
          </p:nvSpPr>
          <p:spPr>
            <a:xfrm>
              <a:off x="277041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2">
              <a:extLst>
                <a:ext uri="{FF2B5EF4-FFF2-40B4-BE49-F238E27FC236}">
                  <a16:creationId xmlns:a16="http://schemas.microsoft.com/office/drawing/2014/main" id="{3B057739-B3F3-B677-BB06-F653741CDF8A}"/>
                </a:ext>
              </a:extLst>
            </p:cNvPr>
            <p:cNvSpPr/>
            <p:nvPr/>
          </p:nvSpPr>
          <p:spPr>
            <a:xfrm>
              <a:off x="277985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3">
              <a:extLst>
                <a:ext uri="{FF2B5EF4-FFF2-40B4-BE49-F238E27FC236}">
                  <a16:creationId xmlns:a16="http://schemas.microsoft.com/office/drawing/2014/main" id="{1F3F91A9-058F-7C5F-3634-2CBF40122796}"/>
                </a:ext>
              </a:extLst>
            </p:cNvPr>
            <p:cNvSpPr/>
            <p:nvPr/>
          </p:nvSpPr>
          <p:spPr>
            <a:xfrm>
              <a:off x="278929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4">
              <a:extLst>
                <a:ext uri="{FF2B5EF4-FFF2-40B4-BE49-F238E27FC236}">
                  <a16:creationId xmlns:a16="http://schemas.microsoft.com/office/drawing/2014/main" id="{51362179-CAF8-5054-DB9D-0873480FB4B4}"/>
                </a:ext>
              </a:extLst>
            </p:cNvPr>
            <p:cNvSpPr/>
            <p:nvPr/>
          </p:nvSpPr>
          <p:spPr>
            <a:xfrm>
              <a:off x="279873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5">
              <a:extLst>
                <a:ext uri="{FF2B5EF4-FFF2-40B4-BE49-F238E27FC236}">
                  <a16:creationId xmlns:a16="http://schemas.microsoft.com/office/drawing/2014/main" id="{228E9A3B-87AD-B0DD-46F4-040700E01900}"/>
                </a:ext>
              </a:extLst>
            </p:cNvPr>
            <p:cNvSpPr/>
            <p:nvPr/>
          </p:nvSpPr>
          <p:spPr>
            <a:xfrm>
              <a:off x="280817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6">
              <a:extLst>
                <a:ext uri="{FF2B5EF4-FFF2-40B4-BE49-F238E27FC236}">
                  <a16:creationId xmlns:a16="http://schemas.microsoft.com/office/drawing/2014/main" id="{1BF84452-A0C1-44BF-C685-1A78FA944C6A}"/>
                </a:ext>
              </a:extLst>
            </p:cNvPr>
            <p:cNvSpPr/>
            <p:nvPr/>
          </p:nvSpPr>
          <p:spPr>
            <a:xfrm>
              <a:off x="281761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7">
              <a:extLst>
                <a:ext uri="{FF2B5EF4-FFF2-40B4-BE49-F238E27FC236}">
                  <a16:creationId xmlns:a16="http://schemas.microsoft.com/office/drawing/2014/main" id="{02447D94-69E3-13A9-3B6B-061ECC382517}"/>
                </a:ext>
              </a:extLst>
            </p:cNvPr>
            <p:cNvSpPr/>
            <p:nvPr/>
          </p:nvSpPr>
          <p:spPr>
            <a:xfrm>
              <a:off x="282705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8">
              <a:extLst>
                <a:ext uri="{FF2B5EF4-FFF2-40B4-BE49-F238E27FC236}">
                  <a16:creationId xmlns:a16="http://schemas.microsoft.com/office/drawing/2014/main" id="{08C3721E-CC2E-F306-15A0-B62C63CBC17B}"/>
                </a:ext>
              </a:extLst>
            </p:cNvPr>
            <p:cNvSpPr/>
            <p:nvPr/>
          </p:nvSpPr>
          <p:spPr>
            <a:xfrm>
              <a:off x="283649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89">
              <a:extLst>
                <a:ext uri="{FF2B5EF4-FFF2-40B4-BE49-F238E27FC236}">
                  <a16:creationId xmlns:a16="http://schemas.microsoft.com/office/drawing/2014/main" id="{2E66096A-4492-F4B9-3FE5-27806583A5F3}"/>
                </a:ext>
              </a:extLst>
            </p:cNvPr>
            <p:cNvSpPr/>
            <p:nvPr/>
          </p:nvSpPr>
          <p:spPr>
            <a:xfrm>
              <a:off x="284593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0">
              <a:extLst>
                <a:ext uri="{FF2B5EF4-FFF2-40B4-BE49-F238E27FC236}">
                  <a16:creationId xmlns:a16="http://schemas.microsoft.com/office/drawing/2014/main" id="{97DA05FA-882D-7A2D-2661-3662AC67B44F}"/>
                </a:ext>
              </a:extLst>
            </p:cNvPr>
            <p:cNvSpPr/>
            <p:nvPr/>
          </p:nvSpPr>
          <p:spPr>
            <a:xfrm>
              <a:off x="285538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1">
              <a:extLst>
                <a:ext uri="{FF2B5EF4-FFF2-40B4-BE49-F238E27FC236}">
                  <a16:creationId xmlns:a16="http://schemas.microsoft.com/office/drawing/2014/main" id="{F58A924A-39BC-7359-C07B-0A91D7425D75}"/>
                </a:ext>
              </a:extLst>
            </p:cNvPr>
            <p:cNvSpPr/>
            <p:nvPr/>
          </p:nvSpPr>
          <p:spPr>
            <a:xfrm>
              <a:off x="286482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2">
              <a:extLst>
                <a:ext uri="{FF2B5EF4-FFF2-40B4-BE49-F238E27FC236}">
                  <a16:creationId xmlns:a16="http://schemas.microsoft.com/office/drawing/2014/main" id="{6905F0E4-58EC-D361-FF7F-029911761823}"/>
                </a:ext>
              </a:extLst>
            </p:cNvPr>
            <p:cNvSpPr/>
            <p:nvPr/>
          </p:nvSpPr>
          <p:spPr>
            <a:xfrm>
              <a:off x="287426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3">
              <a:extLst>
                <a:ext uri="{FF2B5EF4-FFF2-40B4-BE49-F238E27FC236}">
                  <a16:creationId xmlns:a16="http://schemas.microsoft.com/office/drawing/2014/main" id="{40666BCD-6D19-10A1-79FA-F4F1B8FFCBB1}"/>
                </a:ext>
              </a:extLst>
            </p:cNvPr>
            <p:cNvSpPr/>
            <p:nvPr/>
          </p:nvSpPr>
          <p:spPr>
            <a:xfrm>
              <a:off x="288370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4">
              <a:extLst>
                <a:ext uri="{FF2B5EF4-FFF2-40B4-BE49-F238E27FC236}">
                  <a16:creationId xmlns:a16="http://schemas.microsoft.com/office/drawing/2014/main" id="{D5524939-5653-7207-D2AD-2EDBC4D1097D}"/>
                </a:ext>
              </a:extLst>
            </p:cNvPr>
            <p:cNvSpPr/>
            <p:nvPr/>
          </p:nvSpPr>
          <p:spPr>
            <a:xfrm>
              <a:off x="289314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5">
              <a:extLst>
                <a:ext uri="{FF2B5EF4-FFF2-40B4-BE49-F238E27FC236}">
                  <a16:creationId xmlns:a16="http://schemas.microsoft.com/office/drawing/2014/main" id="{4215B61F-4A0E-4F69-5D27-7CA105039D2C}"/>
                </a:ext>
              </a:extLst>
            </p:cNvPr>
            <p:cNvSpPr/>
            <p:nvPr/>
          </p:nvSpPr>
          <p:spPr>
            <a:xfrm>
              <a:off x="290258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6">
              <a:extLst>
                <a:ext uri="{FF2B5EF4-FFF2-40B4-BE49-F238E27FC236}">
                  <a16:creationId xmlns:a16="http://schemas.microsoft.com/office/drawing/2014/main" id="{9FA7EA43-9A49-9ABB-805F-5D9606C4316B}"/>
                </a:ext>
              </a:extLst>
            </p:cNvPr>
            <p:cNvSpPr/>
            <p:nvPr/>
          </p:nvSpPr>
          <p:spPr>
            <a:xfrm>
              <a:off x="291202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7">
              <a:extLst>
                <a:ext uri="{FF2B5EF4-FFF2-40B4-BE49-F238E27FC236}">
                  <a16:creationId xmlns:a16="http://schemas.microsoft.com/office/drawing/2014/main" id="{3596E19A-1290-D516-77AC-1C439A1FFBF8}"/>
                </a:ext>
              </a:extLst>
            </p:cNvPr>
            <p:cNvSpPr/>
            <p:nvPr/>
          </p:nvSpPr>
          <p:spPr>
            <a:xfrm>
              <a:off x="292146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8">
              <a:extLst>
                <a:ext uri="{FF2B5EF4-FFF2-40B4-BE49-F238E27FC236}">
                  <a16:creationId xmlns:a16="http://schemas.microsoft.com/office/drawing/2014/main" id="{D442AAE4-9E8F-6B50-48ED-5F781AC65272}"/>
                </a:ext>
              </a:extLst>
            </p:cNvPr>
            <p:cNvSpPr/>
            <p:nvPr/>
          </p:nvSpPr>
          <p:spPr>
            <a:xfrm>
              <a:off x="293090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899">
              <a:extLst>
                <a:ext uri="{FF2B5EF4-FFF2-40B4-BE49-F238E27FC236}">
                  <a16:creationId xmlns:a16="http://schemas.microsoft.com/office/drawing/2014/main" id="{3A3BF7B1-24D0-4348-D754-F1E96B9E0853}"/>
                </a:ext>
              </a:extLst>
            </p:cNvPr>
            <p:cNvSpPr/>
            <p:nvPr/>
          </p:nvSpPr>
          <p:spPr>
            <a:xfrm>
              <a:off x="294034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0">
              <a:extLst>
                <a:ext uri="{FF2B5EF4-FFF2-40B4-BE49-F238E27FC236}">
                  <a16:creationId xmlns:a16="http://schemas.microsoft.com/office/drawing/2014/main" id="{9F9B3C29-737F-C726-6E2C-CEF4DE31455A}"/>
                </a:ext>
              </a:extLst>
            </p:cNvPr>
            <p:cNvSpPr/>
            <p:nvPr/>
          </p:nvSpPr>
          <p:spPr>
            <a:xfrm>
              <a:off x="294978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1">
              <a:extLst>
                <a:ext uri="{FF2B5EF4-FFF2-40B4-BE49-F238E27FC236}">
                  <a16:creationId xmlns:a16="http://schemas.microsoft.com/office/drawing/2014/main" id="{DB283A06-2711-EB10-D8B4-3FF7ADEF6406}"/>
                </a:ext>
              </a:extLst>
            </p:cNvPr>
            <p:cNvSpPr/>
            <p:nvPr/>
          </p:nvSpPr>
          <p:spPr>
            <a:xfrm>
              <a:off x="295922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2">
              <a:extLst>
                <a:ext uri="{FF2B5EF4-FFF2-40B4-BE49-F238E27FC236}">
                  <a16:creationId xmlns:a16="http://schemas.microsoft.com/office/drawing/2014/main" id="{644406B3-3E09-D224-737E-97C29A6503B0}"/>
                </a:ext>
              </a:extLst>
            </p:cNvPr>
            <p:cNvSpPr/>
            <p:nvPr/>
          </p:nvSpPr>
          <p:spPr>
            <a:xfrm>
              <a:off x="296866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3">
              <a:extLst>
                <a:ext uri="{FF2B5EF4-FFF2-40B4-BE49-F238E27FC236}">
                  <a16:creationId xmlns:a16="http://schemas.microsoft.com/office/drawing/2014/main" id="{9FAC4B06-A808-5049-124A-8AD3741D649A}"/>
                </a:ext>
              </a:extLst>
            </p:cNvPr>
            <p:cNvSpPr/>
            <p:nvPr/>
          </p:nvSpPr>
          <p:spPr>
            <a:xfrm>
              <a:off x="297810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4">
              <a:extLst>
                <a:ext uri="{FF2B5EF4-FFF2-40B4-BE49-F238E27FC236}">
                  <a16:creationId xmlns:a16="http://schemas.microsoft.com/office/drawing/2014/main" id="{02995D8A-768A-54EC-115B-485B7CF71BED}"/>
                </a:ext>
              </a:extLst>
            </p:cNvPr>
            <p:cNvSpPr/>
            <p:nvPr/>
          </p:nvSpPr>
          <p:spPr>
            <a:xfrm>
              <a:off x="298754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5">
              <a:extLst>
                <a:ext uri="{FF2B5EF4-FFF2-40B4-BE49-F238E27FC236}">
                  <a16:creationId xmlns:a16="http://schemas.microsoft.com/office/drawing/2014/main" id="{8A70AA00-6A4C-CCA4-3CE8-38197F21DA4C}"/>
                </a:ext>
              </a:extLst>
            </p:cNvPr>
            <p:cNvSpPr/>
            <p:nvPr/>
          </p:nvSpPr>
          <p:spPr>
            <a:xfrm>
              <a:off x="299698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6">
              <a:extLst>
                <a:ext uri="{FF2B5EF4-FFF2-40B4-BE49-F238E27FC236}">
                  <a16:creationId xmlns:a16="http://schemas.microsoft.com/office/drawing/2014/main" id="{C57AF631-1C56-9269-5E62-D49E68654A7F}"/>
                </a:ext>
              </a:extLst>
            </p:cNvPr>
            <p:cNvSpPr/>
            <p:nvPr/>
          </p:nvSpPr>
          <p:spPr>
            <a:xfrm>
              <a:off x="300642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7">
              <a:extLst>
                <a:ext uri="{FF2B5EF4-FFF2-40B4-BE49-F238E27FC236}">
                  <a16:creationId xmlns:a16="http://schemas.microsoft.com/office/drawing/2014/main" id="{4D711B05-30EE-6A76-F87F-1F7A861B3379}"/>
                </a:ext>
              </a:extLst>
            </p:cNvPr>
            <p:cNvSpPr/>
            <p:nvPr/>
          </p:nvSpPr>
          <p:spPr>
            <a:xfrm>
              <a:off x="301586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8">
              <a:extLst>
                <a:ext uri="{FF2B5EF4-FFF2-40B4-BE49-F238E27FC236}">
                  <a16:creationId xmlns:a16="http://schemas.microsoft.com/office/drawing/2014/main" id="{5F025AF9-9D68-DC64-8939-701FC11D14FD}"/>
                </a:ext>
              </a:extLst>
            </p:cNvPr>
            <p:cNvSpPr/>
            <p:nvPr/>
          </p:nvSpPr>
          <p:spPr>
            <a:xfrm>
              <a:off x="302530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09">
              <a:extLst>
                <a:ext uri="{FF2B5EF4-FFF2-40B4-BE49-F238E27FC236}">
                  <a16:creationId xmlns:a16="http://schemas.microsoft.com/office/drawing/2014/main" id="{778ABC91-71A0-225F-3754-99892F7B4998}"/>
                </a:ext>
              </a:extLst>
            </p:cNvPr>
            <p:cNvSpPr/>
            <p:nvPr/>
          </p:nvSpPr>
          <p:spPr>
            <a:xfrm>
              <a:off x="303474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0">
              <a:extLst>
                <a:ext uri="{FF2B5EF4-FFF2-40B4-BE49-F238E27FC236}">
                  <a16:creationId xmlns:a16="http://schemas.microsoft.com/office/drawing/2014/main" id="{568B3D51-C321-A81C-2088-6A89A585E675}"/>
                </a:ext>
              </a:extLst>
            </p:cNvPr>
            <p:cNvSpPr/>
            <p:nvPr/>
          </p:nvSpPr>
          <p:spPr>
            <a:xfrm>
              <a:off x="304418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1">
              <a:extLst>
                <a:ext uri="{FF2B5EF4-FFF2-40B4-BE49-F238E27FC236}">
                  <a16:creationId xmlns:a16="http://schemas.microsoft.com/office/drawing/2014/main" id="{B94205CE-A3B7-67BA-01F6-84F50256FCE2}"/>
                </a:ext>
              </a:extLst>
            </p:cNvPr>
            <p:cNvSpPr/>
            <p:nvPr/>
          </p:nvSpPr>
          <p:spPr>
            <a:xfrm>
              <a:off x="305362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2">
              <a:extLst>
                <a:ext uri="{FF2B5EF4-FFF2-40B4-BE49-F238E27FC236}">
                  <a16:creationId xmlns:a16="http://schemas.microsoft.com/office/drawing/2014/main" id="{E33C62C1-DBBB-CB9A-14C6-FDC5D13419CC}"/>
                </a:ext>
              </a:extLst>
            </p:cNvPr>
            <p:cNvSpPr/>
            <p:nvPr/>
          </p:nvSpPr>
          <p:spPr>
            <a:xfrm>
              <a:off x="306306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3">
              <a:extLst>
                <a:ext uri="{FF2B5EF4-FFF2-40B4-BE49-F238E27FC236}">
                  <a16:creationId xmlns:a16="http://schemas.microsoft.com/office/drawing/2014/main" id="{CC202D70-8A73-94AE-A9E7-F2C8BDDDAC4E}"/>
                </a:ext>
              </a:extLst>
            </p:cNvPr>
            <p:cNvSpPr/>
            <p:nvPr/>
          </p:nvSpPr>
          <p:spPr>
            <a:xfrm>
              <a:off x="307250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4">
              <a:extLst>
                <a:ext uri="{FF2B5EF4-FFF2-40B4-BE49-F238E27FC236}">
                  <a16:creationId xmlns:a16="http://schemas.microsoft.com/office/drawing/2014/main" id="{4EB74A28-A735-BE3E-D57E-4A96A8FB18C4}"/>
                </a:ext>
              </a:extLst>
            </p:cNvPr>
            <p:cNvSpPr/>
            <p:nvPr/>
          </p:nvSpPr>
          <p:spPr>
            <a:xfrm>
              <a:off x="308194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5">
              <a:extLst>
                <a:ext uri="{FF2B5EF4-FFF2-40B4-BE49-F238E27FC236}">
                  <a16:creationId xmlns:a16="http://schemas.microsoft.com/office/drawing/2014/main" id="{C161BF90-841A-47C3-B614-9C9D14E8ACF7}"/>
                </a:ext>
              </a:extLst>
            </p:cNvPr>
            <p:cNvSpPr/>
            <p:nvPr/>
          </p:nvSpPr>
          <p:spPr>
            <a:xfrm>
              <a:off x="309138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6">
              <a:extLst>
                <a:ext uri="{FF2B5EF4-FFF2-40B4-BE49-F238E27FC236}">
                  <a16:creationId xmlns:a16="http://schemas.microsoft.com/office/drawing/2014/main" id="{3E2087F3-D653-A699-A36C-90857A16BF35}"/>
                </a:ext>
              </a:extLst>
            </p:cNvPr>
            <p:cNvSpPr/>
            <p:nvPr/>
          </p:nvSpPr>
          <p:spPr>
            <a:xfrm>
              <a:off x="310082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7">
              <a:extLst>
                <a:ext uri="{FF2B5EF4-FFF2-40B4-BE49-F238E27FC236}">
                  <a16:creationId xmlns:a16="http://schemas.microsoft.com/office/drawing/2014/main" id="{247564D5-0011-3D71-3756-2FB76A488F0C}"/>
                </a:ext>
              </a:extLst>
            </p:cNvPr>
            <p:cNvSpPr/>
            <p:nvPr/>
          </p:nvSpPr>
          <p:spPr>
            <a:xfrm>
              <a:off x="311026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8">
              <a:extLst>
                <a:ext uri="{FF2B5EF4-FFF2-40B4-BE49-F238E27FC236}">
                  <a16:creationId xmlns:a16="http://schemas.microsoft.com/office/drawing/2014/main" id="{9A21D60E-6CFD-18F7-863B-5703A833729A}"/>
                </a:ext>
              </a:extLst>
            </p:cNvPr>
            <p:cNvSpPr/>
            <p:nvPr/>
          </p:nvSpPr>
          <p:spPr>
            <a:xfrm>
              <a:off x="311970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19">
              <a:extLst>
                <a:ext uri="{FF2B5EF4-FFF2-40B4-BE49-F238E27FC236}">
                  <a16:creationId xmlns:a16="http://schemas.microsoft.com/office/drawing/2014/main" id="{37375C81-DF37-7D3E-A15F-FFD60517F814}"/>
                </a:ext>
              </a:extLst>
            </p:cNvPr>
            <p:cNvSpPr/>
            <p:nvPr/>
          </p:nvSpPr>
          <p:spPr>
            <a:xfrm>
              <a:off x="312914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0">
              <a:extLst>
                <a:ext uri="{FF2B5EF4-FFF2-40B4-BE49-F238E27FC236}">
                  <a16:creationId xmlns:a16="http://schemas.microsoft.com/office/drawing/2014/main" id="{532C6AFC-6FE5-C35A-A044-4354121657E6}"/>
                </a:ext>
              </a:extLst>
            </p:cNvPr>
            <p:cNvSpPr/>
            <p:nvPr/>
          </p:nvSpPr>
          <p:spPr>
            <a:xfrm>
              <a:off x="313858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1">
              <a:extLst>
                <a:ext uri="{FF2B5EF4-FFF2-40B4-BE49-F238E27FC236}">
                  <a16:creationId xmlns:a16="http://schemas.microsoft.com/office/drawing/2014/main" id="{6DFD8592-12E5-4BA4-98E6-48C5E62EE849}"/>
                </a:ext>
              </a:extLst>
            </p:cNvPr>
            <p:cNvSpPr/>
            <p:nvPr/>
          </p:nvSpPr>
          <p:spPr>
            <a:xfrm>
              <a:off x="314802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2">
              <a:extLst>
                <a:ext uri="{FF2B5EF4-FFF2-40B4-BE49-F238E27FC236}">
                  <a16:creationId xmlns:a16="http://schemas.microsoft.com/office/drawing/2014/main" id="{A31D8905-0F78-19CF-9542-23D13888A53B}"/>
                </a:ext>
              </a:extLst>
            </p:cNvPr>
            <p:cNvSpPr/>
            <p:nvPr/>
          </p:nvSpPr>
          <p:spPr>
            <a:xfrm>
              <a:off x="315746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3">
              <a:extLst>
                <a:ext uri="{FF2B5EF4-FFF2-40B4-BE49-F238E27FC236}">
                  <a16:creationId xmlns:a16="http://schemas.microsoft.com/office/drawing/2014/main" id="{DE9D3594-AABD-3A85-EDB6-5E922D705696}"/>
                </a:ext>
              </a:extLst>
            </p:cNvPr>
            <p:cNvSpPr/>
            <p:nvPr/>
          </p:nvSpPr>
          <p:spPr>
            <a:xfrm>
              <a:off x="316690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4">
              <a:extLst>
                <a:ext uri="{FF2B5EF4-FFF2-40B4-BE49-F238E27FC236}">
                  <a16:creationId xmlns:a16="http://schemas.microsoft.com/office/drawing/2014/main" id="{4688A415-A7F3-41FF-40B9-79A6F131687E}"/>
                </a:ext>
              </a:extLst>
            </p:cNvPr>
            <p:cNvSpPr/>
            <p:nvPr/>
          </p:nvSpPr>
          <p:spPr>
            <a:xfrm>
              <a:off x="317634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5">
              <a:extLst>
                <a:ext uri="{FF2B5EF4-FFF2-40B4-BE49-F238E27FC236}">
                  <a16:creationId xmlns:a16="http://schemas.microsoft.com/office/drawing/2014/main" id="{4DBEE728-6DEE-9E9E-C7E9-62E25EA3A2F1}"/>
                </a:ext>
              </a:extLst>
            </p:cNvPr>
            <p:cNvSpPr/>
            <p:nvPr/>
          </p:nvSpPr>
          <p:spPr>
            <a:xfrm>
              <a:off x="318578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6">
              <a:extLst>
                <a:ext uri="{FF2B5EF4-FFF2-40B4-BE49-F238E27FC236}">
                  <a16:creationId xmlns:a16="http://schemas.microsoft.com/office/drawing/2014/main" id="{549AD015-AF6F-5B3B-049D-787428D5FBD1}"/>
                </a:ext>
              </a:extLst>
            </p:cNvPr>
            <p:cNvSpPr/>
            <p:nvPr/>
          </p:nvSpPr>
          <p:spPr>
            <a:xfrm>
              <a:off x="319522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7">
              <a:extLst>
                <a:ext uri="{FF2B5EF4-FFF2-40B4-BE49-F238E27FC236}">
                  <a16:creationId xmlns:a16="http://schemas.microsoft.com/office/drawing/2014/main" id="{65B87B74-ED72-2CCB-4FEC-6ED28CAE9415}"/>
                </a:ext>
              </a:extLst>
            </p:cNvPr>
            <p:cNvSpPr/>
            <p:nvPr/>
          </p:nvSpPr>
          <p:spPr>
            <a:xfrm>
              <a:off x="320466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8">
              <a:extLst>
                <a:ext uri="{FF2B5EF4-FFF2-40B4-BE49-F238E27FC236}">
                  <a16:creationId xmlns:a16="http://schemas.microsoft.com/office/drawing/2014/main" id="{3D831F13-B427-DFD5-1D3A-C69ED79D37E1}"/>
                </a:ext>
              </a:extLst>
            </p:cNvPr>
            <p:cNvSpPr/>
            <p:nvPr/>
          </p:nvSpPr>
          <p:spPr>
            <a:xfrm>
              <a:off x="321410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29">
              <a:extLst>
                <a:ext uri="{FF2B5EF4-FFF2-40B4-BE49-F238E27FC236}">
                  <a16:creationId xmlns:a16="http://schemas.microsoft.com/office/drawing/2014/main" id="{99888D63-837B-A380-570D-CC804664EB7F}"/>
                </a:ext>
              </a:extLst>
            </p:cNvPr>
            <p:cNvSpPr/>
            <p:nvPr/>
          </p:nvSpPr>
          <p:spPr>
            <a:xfrm>
              <a:off x="322354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0">
              <a:extLst>
                <a:ext uri="{FF2B5EF4-FFF2-40B4-BE49-F238E27FC236}">
                  <a16:creationId xmlns:a16="http://schemas.microsoft.com/office/drawing/2014/main" id="{2F07DB8C-8F7D-CC41-B845-29C855A09F4B}"/>
                </a:ext>
              </a:extLst>
            </p:cNvPr>
            <p:cNvSpPr/>
            <p:nvPr/>
          </p:nvSpPr>
          <p:spPr>
            <a:xfrm>
              <a:off x="323298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1">
              <a:extLst>
                <a:ext uri="{FF2B5EF4-FFF2-40B4-BE49-F238E27FC236}">
                  <a16:creationId xmlns:a16="http://schemas.microsoft.com/office/drawing/2014/main" id="{A47F4AA4-EDF6-AFE3-B8D6-CC1C79AB692A}"/>
                </a:ext>
              </a:extLst>
            </p:cNvPr>
            <p:cNvSpPr/>
            <p:nvPr/>
          </p:nvSpPr>
          <p:spPr>
            <a:xfrm>
              <a:off x="324242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2">
              <a:extLst>
                <a:ext uri="{FF2B5EF4-FFF2-40B4-BE49-F238E27FC236}">
                  <a16:creationId xmlns:a16="http://schemas.microsoft.com/office/drawing/2014/main" id="{988DB752-D115-7D2F-5BAA-910519FACB7D}"/>
                </a:ext>
              </a:extLst>
            </p:cNvPr>
            <p:cNvSpPr/>
            <p:nvPr/>
          </p:nvSpPr>
          <p:spPr>
            <a:xfrm>
              <a:off x="325187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3">
              <a:extLst>
                <a:ext uri="{FF2B5EF4-FFF2-40B4-BE49-F238E27FC236}">
                  <a16:creationId xmlns:a16="http://schemas.microsoft.com/office/drawing/2014/main" id="{31AB1011-23D8-10C2-FEE3-E087FB392359}"/>
                </a:ext>
              </a:extLst>
            </p:cNvPr>
            <p:cNvSpPr/>
            <p:nvPr/>
          </p:nvSpPr>
          <p:spPr>
            <a:xfrm>
              <a:off x="326131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4">
              <a:extLst>
                <a:ext uri="{FF2B5EF4-FFF2-40B4-BE49-F238E27FC236}">
                  <a16:creationId xmlns:a16="http://schemas.microsoft.com/office/drawing/2014/main" id="{C4CEF3E0-24A0-EEDF-5FD8-793C38282B22}"/>
                </a:ext>
              </a:extLst>
            </p:cNvPr>
            <p:cNvSpPr/>
            <p:nvPr/>
          </p:nvSpPr>
          <p:spPr>
            <a:xfrm>
              <a:off x="327075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5">
              <a:extLst>
                <a:ext uri="{FF2B5EF4-FFF2-40B4-BE49-F238E27FC236}">
                  <a16:creationId xmlns:a16="http://schemas.microsoft.com/office/drawing/2014/main" id="{E48926F5-A07D-86F7-D76E-44DF9B9F467C}"/>
                </a:ext>
              </a:extLst>
            </p:cNvPr>
            <p:cNvSpPr/>
            <p:nvPr/>
          </p:nvSpPr>
          <p:spPr>
            <a:xfrm>
              <a:off x="328019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6">
              <a:extLst>
                <a:ext uri="{FF2B5EF4-FFF2-40B4-BE49-F238E27FC236}">
                  <a16:creationId xmlns:a16="http://schemas.microsoft.com/office/drawing/2014/main" id="{ED981692-21DB-9F50-D6D4-4FE735ECBC19}"/>
                </a:ext>
              </a:extLst>
            </p:cNvPr>
            <p:cNvSpPr/>
            <p:nvPr/>
          </p:nvSpPr>
          <p:spPr>
            <a:xfrm>
              <a:off x="328963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7">
              <a:extLst>
                <a:ext uri="{FF2B5EF4-FFF2-40B4-BE49-F238E27FC236}">
                  <a16:creationId xmlns:a16="http://schemas.microsoft.com/office/drawing/2014/main" id="{D2D52567-41D1-4C57-0858-D85E7F3FE04D}"/>
                </a:ext>
              </a:extLst>
            </p:cNvPr>
            <p:cNvSpPr/>
            <p:nvPr/>
          </p:nvSpPr>
          <p:spPr>
            <a:xfrm>
              <a:off x="329907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8">
              <a:extLst>
                <a:ext uri="{FF2B5EF4-FFF2-40B4-BE49-F238E27FC236}">
                  <a16:creationId xmlns:a16="http://schemas.microsoft.com/office/drawing/2014/main" id="{EB6B0032-12D2-637F-7511-899251C3E228}"/>
                </a:ext>
              </a:extLst>
            </p:cNvPr>
            <p:cNvSpPr/>
            <p:nvPr/>
          </p:nvSpPr>
          <p:spPr>
            <a:xfrm>
              <a:off x="3308511" y="237862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39">
              <a:extLst>
                <a:ext uri="{FF2B5EF4-FFF2-40B4-BE49-F238E27FC236}">
                  <a16:creationId xmlns:a16="http://schemas.microsoft.com/office/drawing/2014/main" id="{CB1199DB-D95F-6E49-219F-5823E1D46FA3}"/>
                </a:ext>
              </a:extLst>
            </p:cNvPr>
            <p:cNvSpPr/>
            <p:nvPr/>
          </p:nvSpPr>
          <p:spPr>
            <a:xfrm>
              <a:off x="3317951" y="2361059"/>
              <a:ext cx="919260" cy="925636"/>
            </a:xfrm>
            <a:custGeom>
              <a:avLst/>
              <a:gdLst/>
              <a:ahLst/>
              <a:cxnLst/>
              <a:rect l="0" t="0" r="0" b="0"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0">
              <a:extLst>
                <a:ext uri="{FF2B5EF4-FFF2-40B4-BE49-F238E27FC236}">
                  <a16:creationId xmlns:a16="http://schemas.microsoft.com/office/drawing/2014/main" id="{2342F278-C01E-58E8-D276-E9C9CA616905}"/>
                </a:ext>
              </a:extLst>
            </p:cNvPr>
            <p:cNvSpPr/>
            <p:nvPr/>
          </p:nvSpPr>
          <p:spPr>
            <a:xfrm>
              <a:off x="2421129" y="234349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1">
              <a:extLst>
                <a:ext uri="{FF2B5EF4-FFF2-40B4-BE49-F238E27FC236}">
                  <a16:creationId xmlns:a16="http://schemas.microsoft.com/office/drawing/2014/main" id="{7A2AA7AF-D1F4-A8F9-7219-6CBF54241559}"/>
                </a:ext>
              </a:extLst>
            </p:cNvPr>
            <p:cNvSpPr/>
            <p:nvPr/>
          </p:nvSpPr>
          <p:spPr>
            <a:xfrm>
              <a:off x="242112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2">
              <a:extLst>
                <a:ext uri="{FF2B5EF4-FFF2-40B4-BE49-F238E27FC236}">
                  <a16:creationId xmlns:a16="http://schemas.microsoft.com/office/drawing/2014/main" id="{702DFEC8-11DD-85A2-51DA-4ED83A3A418F}"/>
                </a:ext>
              </a:extLst>
            </p:cNvPr>
            <p:cNvSpPr/>
            <p:nvPr/>
          </p:nvSpPr>
          <p:spPr>
            <a:xfrm>
              <a:off x="243056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3">
              <a:extLst>
                <a:ext uri="{FF2B5EF4-FFF2-40B4-BE49-F238E27FC236}">
                  <a16:creationId xmlns:a16="http://schemas.microsoft.com/office/drawing/2014/main" id="{999F8931-D078-3C32-6C18-3879F19A910E}"/>
                </a:ext>
              </a:extLst>
            </p:cNvPr>
            <p:cNvSpPr/>
            <p:nvPr/>
          </p:nvSpPr>
          <p:spPr>
            <a:xfrm>
              <a:off x="244000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4">
              <a:extLst>
                <a:ext uri="{FF2B5EF4-FFF2-40B4-BE49-F238E27FC236}">
                  <a16:creationId xmlns:a16="http://schemas.microsoft.com/office/drawing/2014/main" id="{ADE2C26B-D416-C3E2-292E-22280EF4D2B4}"/>
                </a:ext>
              </a:extLst>
            </p:cNvPr>
            <p:cNvSpPr/>
            <p:nvPr/>
          </p:nvSpPr>
          <p:spPr>
            <a:xfrm>
              <a:off x="244944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5">
              <a:extLst>
                <a:ext uri="{FF2B5EF4-FFF2-40B4-BE49-F238E27FC236}">
                  <a16:creationId xmlns:a16="http://schemas.microsoft.com/office/drawing/2014/main" id="{0A18C1A1-0C7E-BF4D-C397-5C17EE0D5838}"/>
                </a:ext>
              </a:extLst>
            </p:cNvPr>
            <p:cNvSpPr/>
            <p:nvPr/>
          </p:nvSpPr>
          <p:spPr>
            <a:xfrm>
              <a:off x="245889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6">
              <a:extLst>
                <a:ext uri="{FF2B5EF4-FFF2-40B4-BE49-F238E27FC236}">
                  <a16:creationId xmlns:a16="http://schemas.microsoft.com/office/drawing/2014/main" id="{74CB029B-226A-B669-95B1-C10811035F6A}"/>
                </a:ext>
              </a:extLst>
            </p:cNvPr>
            <p:cNvSpPr/>
            <p:nvPr/>
          </p:nvSpPr>
          <p:spPr>
            <a:xfrm>
              <a:off x="246833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7">
              <a:extLst>
                <a:ext uri="{FF2B5EF4-FFF2-40B4-BE49-F238E27FC236}">
                  <a16:creationId xmlns:a16="http://schemas.microsoft.com/office/drawing/2014/main" id="{0E06989F-B534-3565-1D5B-91A9214CE4D8}"/>
                </a:ext>
              </a:extLst>
            </p:cNvPr>
            <p:cNvSpPr/>
            <p:nvPr/>
          </p:nvSpPr>
          <p:spPr>
            <a:xfrm>
              <a:off x="247777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8">
              <a:extLst>
                <a:ext uri="{FF2B5EF4-FFF2-40B4-BE49-F238E27FC236}">
                  <a16:creationId xmlns:a16="http://schemas.microsoft.com/office/drawing/2014/main" id="{A9B49F59-59C8-D1EB-934E-A323975DF7DA}"/>
                </a:ext>
              </a:extLst>
            </p:cNvPr>
            <p:cNvSpPr/>
            <p:nvPr/>
          </p:nvSpPr>
          <p:spPr>
            <a:xfrm>
              <a:off x="248721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49">
              <a:extLst>
                <a:ext uri="{FF2B5EF4-FFF2-40B4-BE49-F238E27FC236}">
                  <a16:creationId xmlns:a16="http://schemas.microsoft.com/office/drawing/2014/main" id="{B61CF413-A593-CE28-9035-CE6AE2970D55}"/>
                </a:ext>
              </a:extLst>
            </p:cNvPr>
            <p:cNvSpPr/>
            <p:nvPr/>
          </p:nvSpPr>
          <p:spPr>
            <a:xfrm>
              <a:off x="249665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0">
              <a:extLst>
                <a:ext uri="{FF2B5EF4-FFF2-40B4-BE49-F238E27FC236}">
                  <a16:creationId xmlns:a16="http://schemas.microsoft.com/office/drawing/2014/main" id="{8DFB743F-09C0-5D56-0835-6E10B6687183}"/>
                </a:ext>
              </a:extLst>
            </p:cNvPr>
            <p:cNvSpPr/>
            <p:nvPr/>
          </p:nvSpPr>
          <p:spPr>
            <a:xfrm>
              <a:off x="250609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1">
              <a:extLst>
                <a:ext uri="{FF2B5EF4-FFF2-40B4-BE49-F238E27FC236}">
                  <a16:creationId xmlns:a16="http://schemas.microsoft.com/office/drawing/2014/main" id="{B8D6C777-DC44-07D2-3DCE-A988C79927E3}"/>
                </a:ext>
              </a:extLst>
            </p:cNvPr>
            <p:cNvSpPr/>
            <p:nvPr/>
          </p:nvSpPr>
          <p:spPr>
            <a:xfrm>
              <a:off x="251553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2">
              <a:extLst>
                <a:ext uri="{FF2B5EF4-FFF2-40B4-BE49-F238E27FC236}">
                  <a16:creationId xmlns:a16="http://schemas.microsoft.com/office/drawing/2014/main" id="{FD794B6B-EB61-41B7-8AEB-1A6DE846D6E6}"/>
                </a:ext>
              </a:extLst>
            </p:cNvPr>
            <p:cNvSpPr/>
            <p:nvPr/>
          </p:nvSpPr>
          <p:spPr>
            <a:xfrm>
              <a:off x="252497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3">
              <a:extLst>
                <a:ext uri="{FF2B5EF4-FFF2-40B4-BE49-F238E27FC236}">
                  <a16:creationId xmlns:a16="http://schemas.microsoft.com/office/drawing/2014/main" id="{249D9E7C-5AA3-CB0C-08EF-2628D1E6B5C8}"/>
                </a:ext>
              </a:extLst>
            </p:cNvPr>
            <p:cNvSpPr/>
            <p:nvPr/>
          </p:nvSpPr>
          <p:spPr>
            <a:xfrm>
              <a:off x="253441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4">
              <a:extLst>
                <a:ext uri="{FF2B5EF4-FFF2-40B4-BE49-F238E27FC236}">
                  <a16:creationId xmlns:a16="http://schemas.microsoft.com/office/drawing/2014/main" id="{EC4CCCAE-0CE6-EE2D-7B13-74166799C37B}"/>
                </a:ext>
              </a:extLst>
            </p:cNvPr>
            <p:cNvSpPr/>
            <p:nvPr/>
          </p:nvSpPr>
          <p:spPr>
            <a:xfrm>
              <a:off x="254385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5">
              <a:extLst>
                <a:ext uri="{FF2B5EF4-FFF2-40B4-BE49-F238E27FC236}">
                  <a16:creationId xmlns:a16="http://schemas.microsoft.com/office/drawing/2014/main" id="{8A7870D2-9CFD-181C-CD1B-3462F134CABA}"/>
                </a:ext>
              </a:extLst>
            </p:cNvPr>
            <p:cNvSpPr/>
            <p:nvPr/>
          </p:nvSpPr>
          <p:spPr>
            <a:xfrm>
              <a:off x="255329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6">
              <a:extLst>
                <a:ext uri="{FF2B5EF4-FFF2-40B4-BE49-F238E27FC236}">
                  <a16:creationId xmlns:a16="http://schemas.microsoft.com/office/drawing/2014/main" id="{E3DA5688-6E60-198D-84CB-83EF917B76F0}"/>
                </a:ext>
              </a:extLst>
            </p:cNvPr>
            <p:cNvSpPr/>
            <p:nvPr/>
          </p:nvSpPr>
          <p:spPr>
            <a:xfrm>
              <a:off x="256273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7">
              <a:extLst>
                <a:ext uri="{FF2B5EF4-FFF2-40B4-BE49-F238E27FC236}">
                  <a16:creationId xmlns:a16="http://schemas.microsoft.com/office/drawing/2014/main" id="{35639C92-2B2C-81E8-FFFC-5051522B78F7}"/>
                </a:ext>
              </a:extLst>
            </p:cNvPr>
            <p:cNvSpPr/>
            <p:nvPr/>
          </p:nvSpPr>
          <p:spPr>
            <a:xfrm>
              <a:off x="257217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8">
              <a:extLst>
                <a:ext uri="{FF2B5EF4-FFF2-40B4-BE49-F238E27FC236}">
                  <a16:creationId xmlns:a16="http://schemas.microsoft.com/office/drawing/2014/main" id="{1DB82472-CAC9-22F6-E157-E9CFB9464D8E}"/>
                </a:ext>
              </a:extLst>
            </p:cNvPr>
            <p:cNvSpPr/>
            <p:nvPr/>
          </p:nvSpPr>
          <p:spPr>
            <a:xfrm>
              <a:off x="258161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59">
              <a:extLst>
                <a:ext uri="{FF2B5EF4-FFF2-40B4-BE49-F238E27FC236}">
                  <a16:creationId xmlns:a16="http://schemas.microsoft.com/office/drawing/2014/main" id="{32A35ABC-12DC-74C2-D668-4544AE0FDB32}"/>
                </a:ext>
              </a:extLst>
            </p:cNvPr>
            <p:cNvSpPr/>
            <p:nvPr/>
          </p:nvSpPr>
          <p:spPr>
            <a:xfrm>
              <a:off x="259105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0">
              <a:extLst>
                <a:ext uri="{FF2B5EF4-FFF2-40B4-BE49-F238E27FC236}">
                  <a16:creationId xmlns:a16="http://schemas.microsoft.com/office/drawing/2014/main" id="{CBA9EEA0-DF74-A187-425C-BF177B1ED928}"/>
                </a:ext>
              </a:extLst>
            </p:cNvPr>
            <p:cNvSpPr/>
            <p:nvPr/>
          </p:nvSpPr>
          <p:spPr>
            <a:xfrm>
              <a:off x="260049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1">
              <a:extLst>
                <a:ext uri="{FF2B5EF4-FFF2-40B4-BE49-F238E27FC236}">
                  <a16:creationId xmlns:a16="http://schemas.microsoft.com/office/drawing/2014/main" id="{688C2747-B400-70FE-77AC-B2ACAF09A53C}"/>
                </a:ext>
              </a:extLst>
            </p:cNvPr>
            <p:cNvSpPr/>
            <p:nvPr/>
          </p:nvSpPr>
          <p:spPr>
            <a:xfrm>
              <a:off x="260993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2">
              <a:extLst>
                <a:ext uri="{FF2B5EF4-FFF2-40B4-BE49-F238E27FC236}">
                  <a16:creationId xmlns:a16="http://schemas.microsoft.com/office/drawing/2014/main" id="{FA1DA6F8-727F-8721-E9DA-DF285BD8A500}"/>
                </a:ext>
              </a:extLst>
            </p:cNvPr>
            <p:cNvSpPr/>
            <p:nvPr/>
          </p:nvSpPr>
          <p:spPr>
            <a:xfrm>
              <a:off x="261937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3">
              <a:extLst>
                <a:ext uri="{FF2B5EF4-FFF2-40B4-BE49-F238E27FC236}">
                  <a16:creationId xmlns:a16="http://schemas.microsoft.com/office/drawing/2014/main" id="{3B087481-1D22-F255-1F98-EED2BB7F8402}"/>
                </a:ext>
              </a:extLst>
            </p:cNvPr>
            <p:cNvSpPr/>
            <p:nvPr/>
          </p:nvSpPr>
          <p:spPr>
            <a:xfrm>
              <a:off x="262881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4">
              <a:extLst>
                <a:ext uri="{FF2B5EF4-FFF2-40B4-BE49-F238E27FC236}">
                  <a16:creationId xmlns:a16="http://schemas.microsoft.com/office/drawing/2014/main" id="{135D8F37-F910-30F3-BD67-51EC125440A3}"/>
                </a:ext>
              </a:extLst>
            </p:cNvPr>
            <p:cNvSpPr/>
            <p:nvPr/>
          </p:nvSpPr>
          <p:spPr>
            <a:xfrm>
              <a:off x="263825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5">
              <a:extLst>
                <a:ext uri="{FF2B5EF4-FFF2-40B4-BE49-F238E27FC236}">
                  <a16:creationId xmlns:a16="http://schemas.microsoft.com/office/drawing/2014/main" id="{ACF641D1-C372-15CD-0B2D-23F5FD2D40B8}"/>
                </a:ext>
              </a:extLst>
            </p:cNvPr>
            <p:cNvSpPr/>
            <p:nvPr/>
          </p:nvSpPr>
          <p:spPr>
            <a:xfrm>
              <a:off x="264769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6">
              <a:extLst>
                <a:ext uri="{FF2B5EF4-FFF2-40B4-BE49-F238E27FC236}">
                  <a16:creationId xmlns:a16="http://schemas.microsoft.com/office/drawing/2014/main" id="{6A56362B-4854-F5B8-E4FE-E32A6A716A5E}"/>
                </a:ext>
              </a:extLst>
            </p:cNvPr>
            <p:cNvSpPr/>
            <p:nvPr/>
          </p:nvSpPr>
          <p:spPr>
            <a:xfrm>
              <a:off x="265713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7">
              <a:extLst>
                <a:ext uri="{FF2B5EF4-FFF2-40B4-BE49-F238E27FC236}">
                  <a16:creationId xmlns:a16="http://schemas.microsoft.com/office/drawing/2014/main" id="{6AE02F88-73BF-B404-F555-5DA36862ED2E}"/>
                </a:ext>
              </a:extLst>
            </p:cNvPr>
            <p:cNvSpPr/>
            <p:nvPr/>
          </p:nvSpPr>
          <p:spPr>
            <a:xfrm>
              <a:off x="266657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8">
              <a:extLst>
                <a:ext uri="{FF2B5EF4-FFF2-40B4-BE49-F238E27FC236}">
                  <a16:creationId xmlns:a16="http://schemas.microsoft.com/office/drawing/2014/main" id="{F918DD50-AF28-50F3-17E3-89C613314DC0}"/>
                </a:ext>
              </a:extLst>
            </p:cNvPr>
            <p:cNvSpPr/>
            <p:nvPr/>
          </p:nvSpPr>
          <p:spPr>
            <a:xfrm>
              <a:off x="267601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69">
              <a:extLst>
                <a:ext uri="{FF2B5EF4-FFF2-40B4-BE49-F238E27FC236}">
                  <a16:creationId xmlns:a16="http://schemas.microsoft.com/office/drawing/2014/main" id="{2C303939-BB1E-706A-5B05-6A01DF74CCD5}"/>
                </a:ext>
              </a:extLst>
            </p:cNvPr>
            <p:cNvSpPr/>
            <p:nvPr/>
          </p:nvSpPr>
          <p:spPr>
            <a:xfrm>
              <a:off x="268545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0">
              <a:extLst>
                <a:ext uri="{FF2B5EF4-FFF2-40B4-BE49-F238E27FC236}">
                  <a16:creationId xmlns:a16="http://schemas.microsoft.com/office/drawing/2014/main" id="{1BA18802-18C0-4C7D-9CF6-4B7964D333BC}"/>
                </a:ext>
              </a:extLst>
            </p:cNvPr>
            <p:cNvSpPr/>
            <p:nvPr/>
          </p:nvSpPr>
          <p:spPr>
            <a:xfrm>
              <a:off x="269489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1">
              <a:extLst>
                <a:ext uri="{FF2B5EF4-FFF2-40B4-BE49-F238E27FC236}">
                  <a16:creationId xmlns:a16="http://schemas.microsoft.com/office/drawing/2014/main" id="{C39C9760-0128-CC93-F3CE-EB6A086A400E}"/>
                </a:ext>
              </a:extLst>
            </p:cNvPr>
            <p:cNvSpPr/>
            <p:nvPr/>
          </p:nvSpPr>
          <p:spPr>
            <a:xfrm>
              <a:off x="2704336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2">
              <a:extLst>
                <a:ext uri="{FF2B5EF4-FFF2-40B4-BE49-F238E27FC236}">
                  <a16:creationId xmlns:a16="http://schemas.microsoft.com/office/drawing/2014/main" id="{71D6D65B-7C13-CA5C-B95F-C140871F45BE}"/>
                </a:ext>
              </a:extLst>
            </p:cNvPr>
            <p:cNvSpPr/>
            <p:nvPr/>
          </p:nvSpPr>
          <p:spPr>
            <a:xfrm>
              <a:off x="2713776" y="2343490"/>
              <a:ext cx="915451" cy="918106"/>
            </a:xfrm>
            <a:custGeom>
              <a:avLst/>
              <a:gdLst/>
              <a:ahLst/>
              <a:cxnLst/>
              <a:rect l="0" t="0" r="0" b="0"/>
              <a:pathLst>
                <a:path w="915451" h="918106">
                  <a:moveTo>
                    <a:pt x="914399" y="914399"/>
                  </a:moveTo>
                  <a:lnTo>
                    <a:pt x="915451" y="914399"/>
                  </a:lnTo>
                  <a:lnTo>
                    <a:pt x="914399" y="918106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3">
              <a:extLst>
                <a:ext uri="{FF2B5EF4-FFF2-40B4-BE49-F238E27FC236}">
                  <a16:creationId xmlns:a16="http://schemas.microsoft.com/office/drawing/2014/main" id="{790572C1-6EE7-81CF-DD34-5E1CC49E0E7C}"/>
                </a:ext>
              </a:extLst>
            </p:cNvPr>
            <p:cNvSpPr/>
            <p:nvPr/>
          </p:nvSpPr>
          <p:spPr>
            <a:xfrm>
              <a:off x="2770417" y="236105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4">
              <a:extLst>
                <a:ext uri="{FF2B5EF4-FFF2-40B4-BE49-F238E27FC236}">
                  <a16:creationId xmlns:a16="http://schemas.microsoft.com/office/drawing/2014/main" id="{55424502-82F8-E37A-61D7-6AFBC01EFCAB}"/>
                </a:ext>
              </a:extLst>
            </p:cNvPr>
            <p:cNvSpPr/>
            <p:nvPr/>
          </p:nvSpPr>
          <p:spPr>
            <a:xfrm>
              <a:off x="2779858" y="234349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5">
              <a:extLst>
                <a:ext uri="{FF2B5EF4-FFF2-40B4-BE49-F238E27FC236}">
                  <a16:creationId xmlns:a16="http://schemas.microsoft.com/office/drawing/2014/main" id="{B45D53BF-4A9D-A6D4-8956-678D7D0F5B1A}"/>
                </a:ext>
              </a:extLst>
            </p:cNvPr>
            <p:cNvSpPr/>
            <p:nvPr/>
          </p:nvSpPr>
          <p:spPr>
            <a:xfrm>
              <a:off x="277985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6">
              <a:extLst>
                <a:ext uri="{FF2B5EF4-FFF2-40B4-BE49-F238E27FC236}">
                  <a16:creationId xmlns:a16="http://schemas.microsoft.com/office/drawing/2014/main" id="{601B4B78-AC5F-B856-A603-3F6F4FDCAF57}"/>
                </a:ext>
              </a:extLst>
            </p:cNvPr>
            <p:cNvSpPr/>
            <p:nvPr/>
          </p:nvSpPr>
          <p:spPr>
            <a:xfrm>
              <a:off x="278929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7">
              <a:extLst>
                <a:ext uri="{FF2B5EF4-FFF2-40B4-BE49-F238E27FC236}">
                  <a16:creationId xmlns:a16="http://schemas.microsoft.com/office/drawing/2014/main" id="{1A515223-09F4-30BB-C612-AD9537A03380}"/>
                </a:ext>
              </a:extLst>
            </p:cNvPr>
            <p:cNvSpPr/>
            <p:nvPr/>
          </p:nvSpPr>
          <p:spPr>
            <a:xfrm>
              <a:off x="279873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8">
              <a:extLst>
                <a:ext uri="{FF2B5EF4-FFF2-40B4-BE49-F238E27FC236}">
                  <a16:creationId xmlns:a16="http://schemas.microsoft.com/office/drawing/2014/main" id="{D556BC4D-7F46-3243-7C7C-84BD16554826}"/>
                </a:ext>
              </a:extLst>
            </p:cNvPr>
            <p:cNvSpPr/>
            <p:nvPr/>
          </p:nvSpPr>
          <p:spPr>
            <a:xfrm>
              <a:off x="280817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79">
              <a:extLst>
                <a:ext uri="{FF2B5EF4-FFF2-40B4-BE49-F238E27FC236}">
                  <a16:creationId xmlns:a16="http://schemas.microsoft.com/office/drawing/2014/main" id="{639D0174-31EC-7997-8FAE-83FFEA3053E5}"/>
                </a:ext>
              </a:extLst>
            </p:cNvPr>
            <p:cNvSpPr/>
            <p:nvPr/>
          </p:nvSpPr>
          <p:spPr>
            <a:xfrm>
              <a:off x="281761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0">
              <a:extLst>
                <a:ext uri="{FF2B5EF4-FFF2-40B4-BE49-F238E27FC236}">
                  <a16:creationId xmlns:a16="http://schemas.microsoft.com/office/drawing/2014/main" id="{55C3E3CD-E6EA-C73F-59D5-391CC29C0FD4}"/>
                </a:ext>
              </a:extLst>
            </p:cNvPr>
            <p:cNvSpPr/>
            <p:nvPr/>
          </p:nvSpPr>
          <p:spPr>
            <a:xfrm>
              <a:off x="282705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1">
              <a:extLst>
                <a:ext uri="{FF2B5EF4-FFF2-40B4-BE49-F238E27FC236}">
                  <a16:creationId xmlns:a16="http://schemas.microsoft.com/office/drawing/2014/main" id="{2030AD04-EDED-E165-6C12-FDF7BC0E5086}"/>
                </a:ext>
              </a:extLst>
            </p:cNvPr>
            <p:cNvSpPr/>
            <p:nvPr/>
          </p:nvSpPr>
          <p:spPr>
            <a:xfrm>
              <a:off x="283649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2">
              <a:extLst>
                <a:ext uri="{FF2B5EF4-FFF2-40B4-BE49-F238E27FC236}">
                  <a16:creationId xmlns:a16="http://schemas.microsoft.com/office/drawing/2014/main" id="{862C75C2-D240-E9AA-CAFA-364CE054D8D1}"/>
                </a:ext>
              </a:extLst>
            </p:cNvPr>
            <p:cNvSpPr/>
            <p:nvPr/>
          </p:nvSpPr>
          <p:spPr>
            <a:xfrm>
              <a:off x="284593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3">
              <a:extLst>
                <a:ext uri="{FF2B5EF4-FFF2-40B4-BE49-F238E27FC236}">
                  <a16:creationId xmlns:a16="http://schemas.microsoft.com/office/drawing/2014/main" id="{7FAADBB0-DD1F-7D7F-5814-DC9DF4AF05BB}"/>
                </a:ext>
              </a:extLst>
            </p:cNvPr>
            <p:cNvSpPr/>
            <p:nvPr/>
          </p:nvSpPr>
          <p:spPr>
            <a:xfrm>
              <a:off x="285538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4">
              <a:extLst>
                <a:ext uri="{FF2B5EF4-FFF2-40B4-BE49-F238E27FC236}">
                  <a16:creationId xmlns:a16="http://schemas.microsoft.com/office/drawing/2014/main" id="{C42FC363-71F7-1B4E-6524-46B5858822A7}"/>
                </a:ext>
              </a:extLst>
            </p:cNvPr>
            <p:cNvSpPr/>
            <p:nvPr/>
          </p:nvSpPr>
          <p:spPr>
            <a:xfrm>
              <a:off x="286482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5">
              <a:extLst>
                <a:ext uri="{FF2B5EF4-FFF2-40B4-BE49-F238E27FC236}">
                  <a16:creationId xmlns:a16="http://schemas.microsoft.com/office/drawing/2014/main" id="{9CA09954-4593-3DD6-7127-B13B86EED3B4}"/>
                </a:ext>
              </a:extLst>
            </p:cNvPr>
            <p:cNvSpPr/>
            <p:nvPr/>
          </p:nvSpPr>
          <p:spPr>
            <a:xfrm>
              <a:off x="287426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6">
              <a:extLst>
                <a:ext uri="{FF2B5EF4-FFF2-40B4-BE49-F238E27FC236}">
                  <a16:creationId xmlns:a16="http://schemas.microsoft.com/office/drawing/2014/main" id="{CB82A049-B6FA-A903-2E91-1DD2D0A9F083}"/>
                </a:ext>
              </a:extLst>
            </p:cNvPr>
            <p:cNvSpPr/>
            <p:nvPr/>
          </p:nvSpPr>
          <p:spPr>
            <a:xfrm>
              <a:off x="288370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7">
              <a:extLst>
                <a:ext uri="{FF2B5EF4-FFF2-40B4-BE49-F238E27FC236}">
                  <a16:creationId xmlns:a16="http://schemas.microsoft.com/office/drawing/2014/main" id="{E3655454-2BBD-D844-7242-F5DDFB7E42C6}"/>
                </a:ext>
              </a:extLst>
            </p:cNvPr>
            <p:cNvSpPr/>
            <p:nvPr/>
          </p:nvSpPr>
          <p:spPr>
            <a:xfrm>
              <a:off x="289314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8">
              <a:extLst>
                <a:ext uri="{FF2B5EF4-FFF2-40B4-BE49-F238E27FC236}">
                  <a16:creationId xmlns:a16="http://schemas.microsoft.com/office/drawing/2014/main" id="{76C8E26E-EA7F-A45F-A0A9-634D37438130}"/>
                </a:ext>
              </a:extLst>
            </p:cNvPr>
            <p:cNvSpPr/>
            <p:nvPr/>
          </p:nvSpPr>
          <p:spPr>
            <a:xfrm>
              <a:off x="290258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89">
              <a:extLst>
                <a:ext uri="{FF2B5EF4-FFF2-40B4-BE49-F238E27FC236}">
                  <a16:creationId xmlns:a16="http://schemas.microsoft.com/office/drawing/2014/main" id="{02080AD0-B860-090E-4725-2D0B9DC332EA}"/>
                </a:ext>
              </a:extLst>
            </p:cNvPr>
            <p:cNvSpPr/>
            <p:nvPr/>
          </p:nvSpPr>
          <p:spPr>
            <a:xfrm>
              <a:off x="291202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0">
              <a:extLst>
                <a:ext uri="{FF2B5EF4-FFF2-40B4-BE49-F238E27FC236}">
                  <a16:creationId xmlns:a16="http://schemas.microsoft.com/office/drawing/2014/main" id="{5E8F77FF-71BF-8328-D30A-67715ED38AD9}"/>
                </a:ext>
              </a:extLst>
            </p:cNvPr>
            <p:cNvSpPr/>
            <p:nvPr/>
          </p:nvSpPr>
          <p:spPr>
            <a:xfrm>
              <a:off x="292146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1">
              <a:extLst>
                <a:ext uri="{FF2B5EF4-FFF2-40B4-BE49-F238E27FC236}">
                  <a16:creationId xmlns:a16="http://schemas.microsoft.com/office/drawing/2014/main" id="{28FCEEE5-4EB5-DA9E-6164-9BE8BCB760F3}"/>
                </a:ext>
              </a:extLst>
            </p:cNvPr>
            <p:cNvSpPr/>
            <p:nvPr/>
          </p:nvSpPr>
          <p:spPr>
            <a:xfrm>
              <a:off x="293090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2">
              <a:extLst>
                <a:ext uri="{FF2B5EF4-FFF2-40B4-BE49-F238E27FC236}">
                  <a16:creationId xmlns:a16="http://schemas.microsoft.com/office/drawing/2014/main" id="{2C1C0C0D-0CC8-653C-634E-B3969FE7F03C}"/>
                </a:ext>
              </a:extLst>
            </p:cNvPr>
            <p:cNvSpPr/>
            <p:nvPr/>
          </p:nvSpPr>
          <p:spPr>
            <a:xfrm>
              <a:off x="294034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3">
              <a:extLst>
                <a:ext uri="{FF2B5EF4-FFF2-40B4-BE49-F238E27FC236}">
                  <a16:creationId xmlns:a16="http://schemas.microsoft.com/office/drawing/2014/main" id="{52E08647-51C4-6837-B126-6DC34F9BEAB1}"/>
                </a:ext>
              </a:extLst>
            </p:cNvPr>
            <p:cNvSpPr/>
            <p:nvPr/>
          </p:nvSpPr>
          <p:spPr>
            <a:xfrm>
              <a:off x="294978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4">
              <a:extLst>
                <a:ext uri="{FF2B5EF4-FFF2-40B4-BE49-F238E27FC236}">
                  <a16:creationId xmlns:a16="http://schemas.microsoft.com/office/drawing/2014/main" id="{BF75617C-BE89-CAE9-8976-F9A5F8F138DA}"/>
                </a:ext>
              </a:extLst>
            </p:cNvPr>
            <p:cNvSpPr/>
            <p:nvPr/>
          </p:nvSpPr>
          <p:spPr>
            <a:xfrm>
              <a:off x="295922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5">
              <a:extLst>
                <a:ext uri="{FF2B5EF4-FFF2-40B4-BE49-F238E27FC236}">
                  <a16:creationId xmlns:a16="http://schemas.microsoft.com/office/drawing/2014/main" id="{DC5BD70F-6EB1-305D-ED12-95EA227592E8}"/>
                </a:ext>
              </a:extLst>
            </p:cNvPr>
            <p:cNvSpPr/>
            <p:nvPr/>
          </p:nvSpPr>
          <p:spPr>
            <a:xfrm>
              <a:off x="296866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6">
              <a:extLst>
                <a:ext uri="{FF2B5EF4-FFF2-40B4-BE49-F238E27FC236}">
                  <a16:creationId xmlns:a16="http://schemas.microsoft.com/office/drawing/2014/main" id="{49DB12C9-BCF3-98A2-DF41-690E4832DBBC}"/>
                </a:ext>
              </a:extLst>
            </p:cNvPr>
            <p:cNvSpPr/>
            <p:nvPr/>
          </p:nvSpPr>
          <p:spPr>
            <a:xfrm>
              <a:off x="297810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7">
              <a:extLst>
                <a:ext uri="{FF2B5EF4-FFF2-40B4-BE49-F238E27FC236}">
                  <a16:creationId xmlns:a16="http://schemas.microsoft.com/office/drawing/2014/main" id="{7F436476-3813-1C6D-3B69-1AD096574F6E}"/>
                </a:ext>
              </a:extLst>
            </p:cNvPr>
            <p:cNvSpPr/>
            <p:nvPr/>
          </p:nvSpPr>
          <p:spPr>
            <a:xfrm>
              <a:off x="298754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8">
              <a:extLst>
                <a:ext uri="{FF2B5EF4-FFF2-40B4-BE49-F238E27FC236}">
                  <a16:creationId xmlns:a16="http://schemas.microsoft.com/office/drawing/2014/main" id="{A2F3B40B-0395-48F5-33C2-AEB733D3BDBA}"/>
                </a:ext>
              </a:extLst>
            </p:cNvPr>
            <p:cNvSpPr/>
            <p:nvPr/>
          </p:nvSpPr>
          <p:spPr>
            <a:xfrm>
              <a:off x="299698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1999">
              <a:extLst>
                <a:ext uri="{FF2B5EF4-FFF2-40B4-BE49-F238E27FC236}">
                  <a16:creationId xmlns:a16="http://schemas.microsoft.com/office/drawing/2014/main" id="{14523520-8C77-E263-9E4F-4BD75696FF16}"/>
                </a:ext>
              </a:extLst>
            </p:cNvPr>
            <p:cNvSpPr/>
            <p:nvPr/>
          </p:nvSpPr>
          <p:spPr>
            <a:xfrm>
              <a:off x="300642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0">
              <a:extLst>
                <a:ext uri="{FF2B5EF4-FFF2-40B4-BE49-F238E27FC236}">
                  <a16:creationId xmlns:a16="http://schemas.microsoft.com/office/drawing/2014/main" id="{E8F381DF-87D0-8E01-9C59-BA91EF75F676}"/>
                </a:ext>
              </a:extLst>
            </p:cNvPr>
            <p:cNvSpPr/>
            <p:nvPr/>
          </p:nvSpPr>
          <p:spPr>
            <a:xfrm>
              <a:off x="301586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1">
              <a:extLst>
                <a:ext uri="{FF2B5EF4-FFF2-40B4-BE49-F238E27FC236}">
                  <a16:creationId xmlns:a16="http://schemas.microsoft.com/office/drawing/2014/main" id="{FAF58958-8FB2-5FCE-6202-1F8F2E3A862F}"/>
                </a:ext>
              </a:extLst>
            </p:cNvPr>
            <p:cNvSpPr/>
            <p:nvPr/>
          </p:nvSpPr>
          <p:spPr>
            <a:xfrm>
              <a:off x="302530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2">
              <a:extLst>
                <a:ext uri="{FF2B5EF4-FFF2-40B4-BE49-F238E27FC236}">
                  <a16:creationId xmlns:a16="http://schemas.microsoft.com/office/drawing/2014/main" id="{D31F3D3B-CAB4-3FC5-181E-8DE47CAA3BE4}"/>
                </a:ext>
              </a:extLst>
            </p:cNvPr>
            <p:cNvSpPr/>
            <p:nvPr/>
          </p:nvSpPr>
          <p:spPr>
            <a:xfrm>
              <a:off x="303474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3">
              <a:extLst>
                <a:ext uri="{FF2B5EF4-FFF2-40B4-BE49-F238E27FC236}">
                  <a16:creationId xmlns:a16="http://schemas.microsoft.com/office/drawing/2014/main" id="{0F5F1461-5ACD-2C38-019D-D0334E5DAD81}"/>
                </a:ext>
              </a:extLst>
            </p:cNvPr>
            <p:cNvSpPr/>
            <p:nvPr/>
          </p:nvSpPr>
          <p:spPr>
            <a:xfrm>
              <a:off x="304418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4">
              <a:extLst>
                <a:ext uri="{FF2B5EF4-FFF2-40B4-BE49-F238E27FC236}">
                  <a16:creationId xmlns:a16="http://schemas.microsoft.com/office/drawing/2014/main" id="{83C3B421-F80C-4683-1C28-A75E83ED535F}"/>
                </a:ext>
              </a:extLst>
            </p:cNvPr>
            <p:cNvSpPr/>
            <p:nvPr/>
          </p:nvSpPr>
          <p:spPr>
            <a:xfrm>
              <a:off x="305362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5">
              <a:extLst>
                <a:ext uri="{FF2B5EF4-FFF2-40B4-BE49-F238E27FC236}">
                  <a16:creationId xmlns:a16="http://schemas.microsoft.com/office/drawing/2014/main" id="{A005CEC4-CCC6-F855-C87E-BB4E167D2E7D}"/>
                </a:ext>
              </a:extLst>
            </p:cNvPr>
            <p:cNvSpPr/>
            <p:nvPr/>
          </p:nvSpPr>
          <p:spPr>
            <a:xfrm>
              <a:off x="306306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6">
              <a:extLst>
                <a:ext uri="{FF2B5EF4-FFF2-40B4-BE49-F238E27FC236}">
                  <a16:creationId xmlns:a16="http://schemas.microsoft.com/office/drawing/2014/main" id="{6A55B12C-5DC3-0BC0-E965-4931DD87CBD0}"/>
                </a:ext>
              </a:extLst>
            </p:cNvPr>
            <p:cNvSpPr/>
            <p:nvPr/>
          </p:nvSpPr>
          <p:spPr>
            <a:xfrm>
              <a:off x="307250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7">
              <a:extLst>
                <a:ext uri="{FF2B5EF4-FFF2-40B4-BE49-F238E27FC236}">
                  <a16:creationId xmlns:a16="http://schemas.microsoft.com/office/drawing/2014/main" id="{14008636-1D34-9C24-4044-9FA54D65681B}"/>
                </a:ext>
              </a:extLst>
            </p:cNvPr>
            <p:cNvSpPr/>
            <p:nvPr/>
          </p:nvSpPr>
          <p:spPr>
            <a:xfrm>
              <a:off x="308194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8">
              <a:extLst>
                <a:ext uri="{FF2B5EF4-FFF2-40B4-BE49-F238E27FC236}">
                  <a16:creationId xmlns:a16="http://schemas.microsoft.com/office/drawing/2014/main" id="{58A92719-FF82-8C90-2170-262F552CAC6F}"/>
                </a:ext>
              </a:extLst>
            </p:cNvPr>
            <p:cNvSpPr/>
            <p:nvPr/>
          </p:nvSpPr>
          <p:spPr>
            <a:xfrm>
              <a:off x="309138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09">
              <a:extLst>
                <a:ext uri="{FF2B5EF4-FFF2-40B4-BE49-F238E27FC236}">
                  <a16:creationId xmlns:a16="http://schemas.microsoft.com/office/drawing/2014/main" id="{3F0884F6-3075-717B-4352-C00EB10A4CDC}"/>
                </a:ext>
              </a:extLst>
            </p:cNvPr>
            <p:cNvSpPr/>
            <p:nvPr/>
          </p:nvSpPr>
          <p:spPr>
            <a:xfrm>
              <a:off x="310082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0">
              <a:extLst>
                <a:ext uri="{FF2B5EF4-FFF2-40B4-BE49-F238E27FC236}">
                  <a16:creationId xmlns:a16="http://schemas.microsoft.com/office/drawing/2014/main" id="{050A42EA-98F9-2C9C-6ABF-1F27721B0C6F}"/>
                </a:ext>
              </a:extLst>
            </p:cNvPr>
            <p:cNvSpPr/>
            <p:nvPr/>
          </p:nvSpPr>
          <p:spPr>
            <a:xfrm>
              <a:off x="311026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1">
              <a:extLst>
                <a:ext uri="{FF2B5EF4-FFF2-40B4-BE49-F238E27FC236}">
                  <a16:creationId xmlns:a16="http://schemas.microsoft.com/office/drawing/2014/main" id="{7D21FF06-1637-620B-9FF8-4C9982011EC8}"/>
                </a:ext>
              </a:extLst>
            </p:cNvPr>
            <p:cNvSpPr/>
            <p:nvPr/>
          </p:nvSpPr>
          <p:spPr>
            <a:xfrm>
              <a:off x="311970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2">
              <a:extLst>
                <a:ext uri="{FF2B5EF4-FFF2-40B4-BE49-F238E27FC236}">
                  <a16:creationId xmlns:a16="http://schemas.microsoft.com/office/drawing/2014/main" id="{4077F0CB-61D0-EF52-B354-9C3C3D22D6C3}"/>
                </a:ext>
              </a:extLst>
            </p:cNvPr>
            <p:cNvSpPr/>
            <p:nvPr/>
          </p:nvSpPr>
          <p:spPr>
            <a:xfrm>
              <a:off x="312914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3">
              <a:extLst>
                <a:ext uri="{FF2B5EF4-FFF2-40B4-BE49-F238E27FC236}">
                  <a16:creationId xmlns:a16="http://schemas.microsoft.com/office/drawing/2014/main" id="{36D13DCF-FEEE-2D83-C593-5ACFF2BB343C}"/>
                </a:ext>
              </a:extLst>
            </p:cNvPr>
            <p:cNvSpPr/>
            <p:nvPr/>
          </p:nvSpPr>
          <p:spPr>
            <a:xfrm>
              <a:off x="313858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4">
              <a:extLst>
                <a:ext uri="{FF2B5EF4-FFF2-40B4-BE49-F238E27FC236}">
                  <a16:creationId xmlns:a16="http://schemas.microsoft.com/office/drawing/2014/main" id="{5788CDDB-C4BE-D044-D281-40EE42FC1AF2}"/>
                </a:ext>
              </a:extLst>
            </p:cNvPr>
            <p:cNvSpPr/>
            <p:nvPr/>
          </p:nvSpPr>
          <p:spPr>
            <a:xfrm>
              <a:off x="314802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5">
              <a:extLst>
                <a:ext uri="{FF2B5EF4-FFF2-40B4-BE49-F238E27FC236}">
                  <a16:creationId xmlns:a16="http://schemas.microsoft.com/office/drawing/2014/main" id="{78DEDAF0-EF66-E7E8-B81E-EF18E86B062A}"/>
                </a:ext>
              </a:extLst>
            </p:cNvPr>
            <p:cNvSpPr/>
            <p:nvPr/>
          </p:nvSpPr>
          <p:spPr>
            <a:xfrm>
              <a:off x="315746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6">
              <a:extLst>
                <a:ext uri="{FF2B5EF4-FFF2-40B4-BE49-F238E27FC236}">
                  <a16:creationId xmlns:a16="http://schemas.microsoft.com/office/drawing/2014/main" id="{553DD94C-70BF-6B1D-D436-4305AE6D9A8D}"/>
                </a:ext>
              </a:extLst>
            </p:cNvPr>
            <p:cNvSpPr/>
            <p:nvPr/>
          </p:nvSpPr>
          <p:spPr>
            <a:xfrm>
              <a:off x="316690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7">
              <a:extLst>
                <a:ext uri="{FF2B5EF4-FFF2-40B4-BE49-F238E27FC236}">
                  <a16:creationId xmlns:a16="http://schemas.microsoft.com/office/drawing/2014/main" id="{E7CC7999-9217-5F7E-CC4A-9FFCFDE1FE2E}"/>
                </a:ext>
              </a:extLst>
            </p:cNvPr>
            <p:cNvSpPr/>
            <p:nvPr/>
          </p:nvSpPr>
          <p:spPr>
            <a:xfrm>
              <a:off x="317634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8">
              <a:extLst>
                <a:ext uri="{FF2B5EF4-FFF2-40B4-BE49-F238E27FC236}">
                  <a16:creationId xmlns:a16="http://schemas.microsoft.com/office/drawing/2014/main" id="{F7A717E3-1BB4-E717-22F3-D314F31A6022}"/>
                </a:ext>
              </a:extLst>
            </p:cNvPr>
            <p:cNvSpPr/>
            <p:nvPr/>
          </p:nvSpPr>
          <p:spPr>
            <a:xfrm>
              <a:off x="318578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19">
              <a:extLst>
                <a:ext uri="{FF2B5EF4-FFF2-40B4-BE49-F238E27FC236}">
                  <a16:creationId xmlns:a16="http://schemas.microsoft.com/office/drawing/2014/main" id="{14775141-20CC-E08E-7F2E-512D139F27A9}"/>
                </a:ext>
              </a:extLst>
            </p:cNvPr>
            <p:cNvSpPr/>
            <p:nvPr/>
          </p:nvSpPr>
          <p:spPr>
            <a:xfrm>
              <a:off x="319522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0">
              <a:extLst>
                <a:ext uri="{FF2B5EF4-FFF2-40B4-BE49-F238E27FC236}">
                  <a16:creationId xmlns:a16="http://schemas.microsoft.com/office/drawing/2014/main" id="{F2800D7E-2E3A-C277-A335-19C25C4597E8}"/>
                </a:ext>
              </a:extLst>
            </p:cNvPr>
            <p:cNvSpPr/>
            <p:nvPr/>
          </p:nvSpPr>
          <p:spPr>
            <a:xfrm>
              <a:off x="320466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1">
              <a:extLst>
                <a:ext uri="{FF2B5EF4-FFF2-40B4-BE49-F238E27FC236}">
                  <a16:creationId xmlns:a16="http://schemas.microsoft.com/office/drawing/2014/main" id="{5C2861EC-FE8F-392D-84CF-0943E9DE273D}"/>
                </a:ext>
              </a:extLst>
            </p:cNvPr>
            <p:cNvSpPr/>
            <p:nvPr/>
          </p:nvSpPr>
          <p:spPr>
            <a:xfrm>
              <a:off x="321410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2">
              <a:extLst>
                <a:ext uri="{FF2B5EF4-FFF2-40B4-BE49-F238E27FC236}">
                  <a16:creationId xmlns:a16="http://schemas.microsoft.com/office/drawing/2014/main" id="{3C8AFA92-4C4E-4732-D47F-55CDA84490F4}"/>
                </a:ext>
              </a:extLst>
            </p:cNvPr>
            <p:cNvSpPr/>
            <p:nvPr/>
          </p:nvSpPr>
          <p:spPr>
            <a:xfrm>
              <a:off x="322354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3">
              <a:extLst>
                <a:ext uri="{FF2B5EF4-FFF2-40B4-BE49-F238E27FC236}">
                  <a16:creationId xmlns:a16="http://schemas.microsoft.com/office/drawing/2014/main" id="{BBF21AC3-4192-FD16-A5B7-DAE7028D3825}"/>
                </a:ext>
              </a:extLst>
            </p:cNvPr>
            <p:cNvSpPr/>
            <p:nvPr/>
          </p:nvSpPr>
          <p:spPr>
            <a:xfrm>
              <a:off x="323298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4">
              <a:extLst>
                <a:ext uri="{FF2B5EF4-FFF2-40B4-BE49-F238E27FC236}">
                  <a16:creationId xmlns:a16="http://schemas.microsoft.com/office/drawing/2014/main" id="{EBF2478C-9A38-1B93-8B2D-90A6A71505CB}"/>
                </a:ext>
              </a:extLst>
            </p:cNvPr>
            <p:cNvSpPr/>
            <p:nvPr/>
          </p:nvSpPr>
          <p:spPr>
            <a:xfrm>
              <a:off x="324242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5">
              <a:extLst>
                <a:ext uri="{FF2B5EF4-FFF2-40B4-BE49-F238E27FC236}">
                  <a16:creationId xmlns:a16="http://schemas.microsoft.com/office/drawing/2014/main" id="{6ED56D75-3A5C-3A4F-A9FC-3D59C67DF329}"/>
                </a:ext>
              </a:extLst>
            </p:cNvPr>
            <p:cNvSpPr/>
            <p:nvPr/>
          </p:nvSpPr>
          <p:spPr>
            <a:xfrm>
              <a:off x="325187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6">
              <a:extLst>
                <a:ext uri="{FF2B5EF4-FFF2-40B4-BE49-F238E27FC236}">
                  <a16:creationId xmlns:a16="http://schemas.microsoft.com/office/drawing/2014/main" id="{82C53789-A5B1-0188-437C-FDB225E461CA}"/>
                </a:ext>
              </a:extLst>
            </p:cNvPr>
            <p:cNvSpPr/>
            <p:nvPr/>
          </p:nvSpPr>
          <p:spPr>
            <a:xfrm>
              <a:off x="326131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7">
              <a:extLst>
                <a:ext uri="{FF2B5EF4-FFF2-40B4-BE49-F238E27FC236}">
                  <a16:creationId xmlns:a16="http://schemas.microsoft.com/office/drawing/2014/main" id="{C376333B-26F8-BB77-E91A-4DB27B46D438}"/>
                </a:ext>
              </a:extLst>
            </p:cNvPr>
            <p:cNvSpPr/>
            <p:nvPr/>
          </p:nvSpPr>
          <p:spPr>
            <a:xfrm>
              <a:off x="327075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8">
              <a:extLst>
                <a:ext uri="{FF2B5EF4-FFF2-40B4-BE49-F238E27FC236}">
                  <a16:creationId xmlns:a16="http://schemas.microsoft.com/office/drawing/2014/main" id="{A0CC73CF-7893-E25D-31CB-B5C9E99FA567}"/>
                </a:ext>
              </a:extLst>
            </p:cNvPr>
            <p:cNvSpPr/>
            <p:nvPr/>
          </p:nvSpPr>
          <p:spPr>
            <a:xfrm>
              <a:off x="328019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29">
              <a:extLst>
                <a:ext uri="{FF2B5EF4-FFF2-40B4-BE49-F238E27FC236}">
                  <a16:creationId xmlns:a16="http://schemas.microsoft.com/office/drawing/2014/main" id="{9F9F6BB7-423A-EE8A-6EEA-21FA90B0CBCA}"/>
                </a:ext>
              </a:extLst>
            </p:cNvPr>
            <p:cNvSpPr/>
            <p:nvPr/>
          </p:nvSpPr>
          <p:spPr>
            <a:xfrm>
              <a:off x="328963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0">
              <a:extLst>
                <a:ext uri="{FF2B5EF4-FFF2-40B4-BE49-F238E27FC236}">
                  <a16:creationId xmlns:a16="http://schemas.microsoft.com/office/drawing/2014/main" id="{BFE320BB-110D-CBE3-D7F4-9D0D0343EC16}"/>
                </a:ext>
              </a:extLst>
            </p:cNvPr>
            <p:cNvSpPr/>
            <p:nvPr/>
          </p:nvSpPr>
          <p:spPr>
            <a:xfrm>
              <a:off x="329907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1">
              <a:extLst>
                <a:ext uri="{FF2B5EF4-FFF2-40B4-BE49-F238E27FC236}">
                  <a16:creationId xmlns:a16="http://schemas.microsoft.com/office/drawing/2014/main" id="{36707CD4-DDD0-B8DF-E03D-7D90165B2D22}"/>
                </a:ext>
              </a:extLst>
            </p:cNvPr>
            <p:cNvSpPr/>
            <p:nvPr/>
          </p:nvSpPr>
          <p:spPr>
            <a:xfrm>
              <a:off x="330851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2">
              <a:extLst>
                <a:ext uri="{FF2B5EF4-FFF2-40B4-BE49-F238E27FC236}">
                  <a16:creationId xmlns:a16="http://schemas.microsoft.com/office/drawing/2014/main" id="{2E258C6E-B520-FBE3-08E9-B3C277226F03}"/>
                </a:ext>
              </a:extLst>
            </p:cNvPr>
            <p:cNvSpPr/>
            <p:nvPr/>
          </p:nvSpPr>
          <p:spPr>
            <a:xfrm>
              <a:off x="3317951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3">
              <a:extLst>
                <a:ext uri="{FF2B5EF4-FFF2-40B4-BE49-F238E27FC236}">
                  <a16:creationId xmlns:a16="http://schemas.microsoft.com/office/drawing/2014/main" id="{E584FF61-4914-4C85-E86E-732AC2B5BDB6}"/>
                </a:ext>
              </a:extLst>
            </p:cNvPr>
            <p:cNvSpPr/>
            <p:nvPr/>
          </p:nvSpPr>
          <p:spPr>
            <a:xfrm>
              <a:off x="3327392" y="2343490"/>
              <a:ext cx="920295" cy="924281"/>
            </a:xfrm>
            <a:custGeom>
              <a:avLst/>
              <a:gdLst/>
              <a:ahLst/>
              <a:cxnLst/>
              <a:rect l="0" t="0" r="0" b="0"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4">
              <a:extLst>
                <a:ext uri="{FF2B5EF4-FFF2-40B4-BE49-F238E27FC236}">
                  <a16:creationId xmlns:a16="http://schemas.microsoft.com/office/drawing/2014/main" id="{A77E2FD0-D496-60A1-E602-44C297D88736}"/>
                </a:ext>
              </a:extLst>
            </p:cNvPr>
            <p:cNvSpPr/>
            <p:nvPr/>
          </p:nvSpPr>
          <p:spPr>
            <a:xfrm>
              <a:off x="2421129" y="232592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5">
              <a:extLst>
                <a:ext uri="{FF2B5EF4-FFF2-40B4-BE49-F238E27FC236}">
                  <a16:creationId xmlns:a16="http://schemas.microsoft.com/office/drawing/2014/main" id="{5C214924-ACDD-C475-E5C5-D3AB9A886E68}"/>
                </a:ext>
              </a:extLst>
            </p:cNvPr>
            <p:cNvSpPr/>
            <p:nvPr/>
          </p:nvSpPr>
          <p:spPr>
            <a:xfrm>
              <a:off x="242112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6">
              <a:extLst>
                <a:ext uri="{FF2B5EF4-FFF2-40B4-BE49-F238E27FC236}">
                  <a16:creationId xmlns:a16="http://schemas.microsoft.com/office/drawing/2014/main" id="{7A1CF17C-9F15-66B9-ED11-889541369FEE}"/>
                </a:ext>
              </a:extLst>
            </p:cNvPr>
            <p:cNvSpPr/>
            <p:nvPr/>
          </p:nvSpPr>
          <p:spPr>
            <a:xfrm>
              <a:off x="243056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7">
              <a:extLst>
                <a:ext uri="{FF2B5EF4-FFF2-40B4-BE49-F238E27FC236}">
                  <a16:creationId xmlns:a16="http://schemas.microsoft.com/office/drawing/2014/main" id="{F83E4B3E-7DB8-386A-0010-B8F9C2FFE3D1}"/>
                </a:ext>
              </a:extLst>
            </p:cNvPr>
            <p:cNvSpPr/>
            <p:nvPr/>
          </p:nvSpPr>
          <p:spPr>
            <a:xfrm>
              <a:off x="244000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8">
              <a:extLst>
                <a:ext uri="{FF2B5EF4-FFF2-40B4-BE49-F238E27FC236}">
                  <a16:creationId xmlns:a16="http://schemas.microsoft.com/office/drawing/2014/main" id="{6A171831-9B89-7142-E91F-AD2814C184DD}"/>
                </a:ext>
              </a:extLst>
            </p:cNvPr>
            <p:cNvSpPr/>
            <p:nvPr/>
          </p:nvSpPr>
          <p:spPr>
            <a:xfrm>
              <a:off x="244944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39">
              <a:extLst>
                <a:ext uri="{FF2B5EF4-FFF2-40B4-BE49-F238E27FC236}">
                  <a16:creationId xmlns:a16="http://schemas.microsoft.com/office/drawing/2014/main" id="{A861289B-7D34-13B4-039A-E2AA21D50496}"/>
                </a:ext>
              </a:extLst>
            </p:cNvPr>
            <p:cNvSpPr/>
            <p:nvPr/>
          </p:nvSpPr>
          <p:spPr>
            <a:xfrm>
              <a:off x="245889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0">
              <a:extLst>
                <a:ext uri="{FF2B5EF4-FFF2-40B4-BE49-F238E27FC236}">
                  <a16:creationId xmlns:a16="http://schemas.microsoft.com/office/drawing/2014/main" id="{DB2F85EC-A509-F601-5063-26497D29E932}"/>
                </a:ext>
              </a:extLst>
            </p:cNvPr>
            <p:cNvSpPr/>
            <p:nvPr/>
          </p:nvSpPr>
          <p:spPr>
            <a:xfrm>
              <a:off x="246833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1">
              <a:extLst>
                <a:ext uri="{FF2B5EF4-FFF2-40B4-BE49-F238E27FC236}">
                  <a16:creationId xmlns:a16="http://schemas.microsoft.com/office/drawing/2014/main" id="{DD270147-B5C0-6BFB-B115-F33719BA1885}"/>
                </a:ext>
              </a:extLst>
            </p:cNvPr>
            <p:cNvSpPr/>
            <p:nvPr/>
          </p:nvSpPr>
          <p:spPr>
            <a:xfrm>
              <a:off x="247777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2">
              <a:extLst>
                <a:ext uri="{FF2B5EF4-FFF2-40B4-BE49-F238E27FC236}">
                  <a16:creationId xmlns:a16="http://schemas.microsoft.com/office/drawing/2014/main" id="{60276FC4-79AD-918D-5015-39E58ABC94B8}"/>
                </a:ext>
              </a:extLst>
            </p:cNvPr>
            <p:cNvSpPr/>
            <p:nvPr/>
          </p:nvSpPr>
          <p:spPr>
            <a:xfrm>
              <a:off x="248721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3">
              <a:extLst>
                <a:ext uri="{FF2B5EF4-FFF2-40B4-BE49-F238E27FC236}">
                  <a16:creationId xmlns:a16="http://schemas.microsoft.com/office/drawing/2014/main" id="{423C91B5-AC57-6150-4E30-C29544EC667F}"/>
                </a:ext>
              </a:extLst>
            </p:cNvPr>
            <p:cNvSpPr/>
            <p:nvPr/>
          </p:nvSpPr>
          <p:spPr>
            <a:xfrm>
              <a:off x="249665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4">
              <a:extLst>
                <a:ext uri="{FF2B5EF4-FFF2-40B4-BE49-F238E27FC236}">
                  <a16:creationId xmlns:a16="http://schemas.microsoft.com/office/drawing/2014/main" id="{DF318A82-8307-CE68-F588-A2ED0E98850B}"/>
                </a:ext>
              </a:extLst>
            </p:cNvPr>
            <p:cNvSpPr/>
            <p:nvPr/>
          </p:nvSpPr>
          <p:spPr>
            <a:xfrm>
              <a:off x="250609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5">
              <a:extLst>
                <a:ext uri="{FF2B5EF4-FFF2-40B4-BE49-F238E27FC236}">
                  <a16:creationId xmlns:a16="http://schemas.microsoft.com/office/drawing/2014/main" id="{98F5F057-1CB6-2407-493B-6260641747A5}"/>
                </a:ext>
              </a:extLst>
            </p:cNvPr>
            <p:cNvSpPr/>
            <p:nvPr/>
          </p:nvSpPr>
          <p:spPr>
            <a:xfrm>
              <a:off x="251553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6">
              <a:extLst>
                <a:ext uri="{FF2B5EF4-FFF2-40B4-BE49-F238E27FC236}">
                  <a16:creationId xmlns:a16="http://schemas.microsoft.com/office/drawing/2014/main" id="{870459DA-4F9C-BA8F-4303-1487E6181A31}"/>
                </a:ext>
              </a:extLst>
            </p:cNvPr>
            <p:cNvSpPr/>
            <p:nvPr/>
          </p:nvSpPr>
          <p:spPr>
            <a:xfrm>
              <a:off x="252497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7">
              <a:extLst>
                <a:ext uri="{FF2B5EF4-FFF2-40B4-BE49-F238E27FC236}">
                  <a16:creationId xmlns:a16="http://schemas.microsoft.com/office/drawing/2014/main" id="{61276919-FE35-8104-AC71-E7F4CD54D841}"/>
                </a:ext>
              </a:extLst>
            </p:cNvPr>
            <p:cNvSpPr/>
            <p:nvPr/>
          </p:nvSpPr>
          <p:spPr>
            <a:xfrm>
              <a:off x="253441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8">
              <a:extLst>
                <a:ext uri="{FF2B5EF4-FFF2-40B4-BE49-F238E27FC236}">
                  <a16:creationId xmlns:a16="http://schemas.microsoft.com/office/drawing/2014/main" id="{3B3163CA-D7A0-CF97-B730-6B92955C241D}"/>
                </a:ext>
              </a:extLst>
            </p:cNvPr>
            <p:cNvSpPr/>
            <p:nvPr/>
          </p:nvSpPr>
          <p:spPr>
            <a:xfrm>
              <a:off x="254385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49">
              <a:extLst>
                <a:ext uri="{FF2B5EF4-FFF2-40B4-BE49-F238E27FC236}">
                  <a16:creationId xmlns:a16="http://schemas.microsoft.com/office/drawing/2014/main" id="{91E48DF8-BA3F-9BA4-CF6E-04AC44AE32AE}"/>
                </a:ext>
              </a:extLst>
            </p:cNvPr>
            <p:cNvSpPr/>
            <p:nvPr/>
          </p:nvSpPr>
          <p:spPr>
            <a:xfrm>
              <a:off x="255329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0">
              <a:extLst>
                <a:ext uri="{FF2B5EF4-FFF2-40B4-BE49-F238E27FC236}">
                  <a16:creationId xmlns:a16="http://schemas.microsoft.com/office/drawing/2014/main" id="{D48B3E77-BF04-4A0B-2AD4-25B0A7639E51}"/>
                </a:ext>
              </a:extLst>
            </p:cNvPr>
            <p:cNvSpPr/>
            <p:nvPr/>
          </p:nvSpPr>
          <p:spPr>
            <a:xfrm>
              <a:off x="256273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1">
              <a:extLst>
                <a:ext uri="{FF2B5EF4-FFF2-40B4-BE49-F238E27FC236}">
                  <a16:creationId xmlns:a16="http://schemas.microsoft.com/office/drawing/2014/main" id="{CA4D261E-6E21-C941-279B-4D6B1E1009C1}"/>
                </a:ext>
              </a:extLst>
            </p:cNvPr>
            <p:cNvSpPr/>
            <p:nvPr/>
          </p:nvSpPr>
          <p:spPr>
            <a:xfrm>
              <a:off x="257217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2">
              <a:extLst>
                <a:ext uri="{FF2B5EF4-FFF2-40B4-BE49-F238E27FC236}">
                  <a16:creationId xmlns:a16="http://schemas.microsoft.com/office/drawing/2014/main" id="{E7BE6F6B-C541-3A42-A0AA-9A9958D80AAB}"/>
                </a:ext>
              </a:extLst>
            </p:cNvPr>
            <p:cNvSpPr/>
            <p:nvPr/>
          </p:nvSpPr>
          <p:spPr>
            <a:xfrm>
              <a:off x="258161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3">
              <a:extLst>
                <a:ext uri="{FF2B5EF4-FFF2-40B4-BE49-F238E27FC236}">
                  <a16:creationId xmlns:a16="http://schemas.microsoft.com/office/drawing/2014/main" id="{264368EF-9DA1-62A1-0FAD-9404F6A9E7A5}"/>
                </a:ext>
              </a:extLst>
            </p:cNvPr>
            <p:cNvSpPr/>
            <p:nvPr/>
          </p:nvSpPr>
          <p:spPr>
            <a:xfrm>
              <a:off x="259105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4">
              <a:extLst>
                <a:ext uri="{FF2B5EF4-FFF2-40B4-BE49-F238E27FC236}">
                  <a16:creationId xmlns:a16="http://schemas.microsoft.com/office/drawing/2014/main" id="{372D2B22-3469-3E94-A1C1-9EEAB09F8DCE}"/>
                </a:ext>
              </a:extLst>
            </p:cNvPr>
            <p:cNvSpPr/>
            <p:nvPr/>
          </p:nvSpPr>
          <p:spPr>
            <a:xfrm>
              <a:off x="260049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5">
              <a:extLst>
                <a:ext uri="{FF2B5EF4-FFF2-40B4-BE49-F238E27FC236}">
                  <a16:creationId xmlns:a16="http://schemas.microsoft.com/office/drawing/2014/main" id="{FFF5290F-2DD2-C1A6-2F1A-F5E37C49F1F2}"/>
                </a:ext>
              </a:extLst>
            </p:cNvPr>
            <p:cNvSpPr/>
            <p:nvPr/>
          </p:nvSpPr>
          <p:spPr>
            <a:xfrm>
              <a:off x="260993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6">
              <a:extLst>
                <a:ext uri="{FF2B5EF4-FFF2-40B4-BE49-F238E27FC236}">
                  <a16:creationId xmlns:a16="http://schemas.microsoft.com/office/drawing/2014/main" id="{E76BAD32-85E3-FE12-CEA2-026C1C93659D}"/>
                </a:ext>
              </a:extLst>
            </p:cNvPr>
            <p:cNvSpPr/>
            <p:nvPr/>
          </p:nvSpPr>
          <p:spPr>
            <a:xfrm>
              <a:off x="261937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7">
              <a:extLst>
                <a:ext uri="{FF2B5EF4-FFF2-40B4-BE49-F238E27FC236}">
                  <a16:creationId xmlns:a16="http://schemas.microsoft.com/office/drawing/2014/main" id="{63BE465F-CA31-3210-D16A-3E7DB2275CF7}"/>
                </a:ext>
              </a:extLst>
            </p:cNvPr>
            <p:cNvSpPr/>
            <p:nvPr/>
          </p:nvSpPr>
          <p:spPr>
            <a:xfrm>
              <a:off x="262881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8">
              <a:extLst>
                <a:ext uri="{FF2B5EF4-FFF2-40B4-BE49-F238E27FC236}">
                  <a16:creationId xmlns:a16="http://schemas.microsoft.com/office/drawing/2014/main" id="{08A68DE1-26C6-3018-3C62-235B6CB7A025}"/>
                </a:ext>
              </a:extLst>
            </p:cNvPr>
            <p:cNvSpPr/>
            <p:nvPr/>
          </p:nvSpPr>
          <p:spPr>
            <a:xfrm>
              <a:off x="263825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59">
              <a:extLst>
                <a:ext uri="{FF2B5EF4-FFF2-40B4-BE49-F238E27FC236}">
                  <a16:creationId xmlns:a16="http://schemas.microsoft.com/office/drawing/2014/main" id="{FEA59E59-A304-D43C-AEA1-99BE11F2DD48}"/>
                </a:ext>
              </a:extLst>
            </p:cNvPr>
            <p:cNvSpPr/>
            <p:nvPr/>
          </p:nvSpPr>
          <p:spPr>
            <a:xfrm>
              <a:off x="264769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0">
              <a:extLst>
                <a:ext uri="{FF2B5EF4-FFF2-40B4-BE49-F238E27FC236}">
                  <a16:creationId xmlns:a16="http://schemas.microsoft.com/office/drawing/2014/main" id="{0736C4DF-7EDB-80E4-07A7-E9196FBE22A5}"/>
                </a:ext>
              </a:extLst>
            </p:cNvPr>
            <p:cNvSpPr/>
            <p:nvPr/>
          </p:nvSpPr>
          <p:spPr>
            <a:xfrm>
              <a:off x="265713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1">
              <a:extLst>
                <a:ext uri="{FF2B5EF4-FFF2-40B4-BE49-F238E27FC236}">
                  <a16:creationId xmlns:a16="http://schemas.microsoft.com/office/drawing/2014/main" id="{9577DD98-8824-9EB3-C985-CC540C578D59}"/>
                </a:ext>
              </a:extLst>
            </p:cNvPr>
            <p:cNvSpPr/>
            <p:nvPr/>
          </p:nvSpPr>
          <p:spPr>
            <a:xfrm>
              <a:off x="266657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2">
              <a:extLst>
                <a:ext uri="{FF2B5EF4-FFF2-40B4-BE49-F238E27FC236}">
                  <a16:creationId xmlns:a16="http://schemas.microsoft.com/office/drawing/2014/main" id="{3FB3A048-D81E-F7F6-3E64-7307BE17C317}"/>
                </a:ext>
              </a:extLst>
            </p:cNvPr>
            <p:cNvSpPr/>
            <p:nvPr/>
          </p:nvSpPr>
          <p:spPr>
            <a:xfrm>
              <a:off x="267601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3">
              <a:extLst>
                <a:ext uri="{FF2B5EF4-FFF2-40B4-BE49-F238E27FC236}">
                  <a16:creationId xmlns:a16="http://schemas.microsoft.com/office/drawing/2014/main" id="{A0D2FF04-9EDC-F810-515C-BB7FDDB60D83}"/>
                </a:ext>
              </a:extLst>
            </p:cNvPr>
            <p:cNvSpPr/>
            <p:nvPr/>
          </p:nvSpPr>
          <p:spPr>
            <a:xfrm>
              <a:off x="268545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4">
              <a:extLst>
                <a:ext uri="{FF2B5EF4-FFF2-40B4-BE49-F238E27FC236}">
                  <a16:creationId xmlns:a16="http://schemas.microsoft.com/office/drawing/2014/main" id="{E7CCE95E-3BF7-D548-DBE0-7700BFB6677F}"/>
                </a:ext>
              </a:extLst>
            </p:cNvPr>
            <p:cNvSpPr/>
            <p:nvPr/>
          </p:nvSpPr>
          <p:spPr>
            <a:xfrm>
              <a:off x="269489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5">
              <a:extLst>
                <a:ext uri="{FF2B5EF4-FFF2-40B4-BE49-F238E27FC236}">
                  <a16:creationId xmlns:a16="http://schemas.microsoft.com/office/drawing/2014/main" id="{15E2FE3F-63EF-D531-407A-CBC68FD8BD2B}"/>
                </a:ext>
              </a:extLst>
            </p:cNvPr>
            <p:cNvSpPr/>
            <p:nvPr/>
          </p:nvSpPr>
          <p:spPr>
            <a:xfrm>
              <a:off x="270433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6">
              <a:extLst>
                <a:ext uri="{FF2B5EF4-FFF2-40B4-BE49-F238E27FC236}">
                  <a16:creationId xmlns:a16="http://schemas.microsoft.com/office/drawing/2014/main" id="{FCB97EA4-A73A-FF36-BFA8-49B7D2ADA870}"/>
                </a:ext>
              </a:extLst>
            </p:cNvPr>
            <p:cNvSpPr/>
            <p:nvPr/>
          </p:nvSpPr>
          <p:spPr>
            <a:xfrm>
              <a:off x="2713776" y="2343490"/>
              <a:ext cx="919639" cy="914399"/>
            </a:xfrm>
            <a:custGeom>
              <a:avLst/>
              <a:gdLst/>
              <a:ahLst/>
              <a:cxnLst/>
              <a:rect l="0" t="0" r="0" b="0"/>
              <a:pathLst>
                <a:path w="919639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7">
              <a:extLst>
                <a:ext uri="{FF2B5EF4-FFF2-40B4-BE49-F238E27FC236}">
                  <a16:creationId xmlns:a16="http://schemas.microsoft.com/office/drawing/2014/main" id="{52CEA0F2-EEB5-1A99-8DE6-7238936833CA}"/>
                </a:ext>
              </a:extLst>
            </p:cNvPr>
            <p:cNvSpPr/>
            <p:nvPr/>
          </p:nvSpPr>
          <p:spPr>
            <a:xfrm>
              <a:off x="2779858" y="234349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400" y="905864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8">
              <a:extLst>
                <a:ext uri="{FF2B5EF4-FFF2-40B4-BE49-F238E27FC236}">
                  <a16:creationId xmlns:a16="http://schemas.microsoft.com/office/drawing/2014/main" id="{EE261999-07E4-C20E-5898-3B329E3D9782}"/>
                </a:ext>
              </a:extLst>
            </p:cNvPr>
            <p:cNvSpPr/>
            <p:nvPr/>
          </p:nvSpPr>
          <p:spPr>
            <a:xfrm>
              <a:off x="2789298" y="232592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69">
              <a:extLst>
                <a:ext uri="{FF2B5EF4-FFF2-40B4-BE49-F238E27FC236}">
                  <a16:creationId xmlns:a16="http://schemas.microsoft.com/office/drawing/2014/main" id="{4296A80F-F524-D32B-D7CD-3371D9870C3E}"/>
                </a:ext>
              </a:extLst>
            </p:cNvPr>
            <p:cNvSpPr/>
            <p:nvPr/>
          </p:nvSpPr>
          <p:spPr>
            <a:xfrm>
              <a:off x="278929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0">
              <a:extLst>
                <a:ext uri="{FF2B5EF4-FFF2-40B4-BE49-F238E27FC236}">
                  <a16:creationId xmlns:a16="http://schemas.microsoft.com/office/drawing/2014/main" id="{9351CFE6-3062-8896-E010-ED7FAB31E539}"/>
                </a:ext>
              </a:extLst>
            </p:cNvPr>
            <p:cNvSpPr/>
            <p:nvPr/>
          </p:nvSpPr>
          <p:spPr>
            <a:xfrm>
              <a:off x="279873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1">
              <a:extLst>
                <a:ext uri="{FF2B5EF4-FFF2-40B4-BE49-F238E27FC236}">
                  <a16:creationId xmlns:a16="http://schemas.microsoft.com/office/drawing/2014/main" id="{403BD617-E148-D67E-4677-1DE139B5604F}"/>
                </a:ext>
              </a:extLst>
            </p:cNvPr>
            <p:cNvSpPr/>
            <p:nvPr/>
          </p:nvSpPr>
          <p:spPr>
            <a:xfrm>
              <a:off x="280817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2">
              <a:extLst>
                <a:ext uri="{FF2B5EF4-FFF2-40B4-BE49-F238E27FC236}">
                  <a16:creationId xmlns:a16="http://schemas.microsoft.com/office/drawing/2014/main" id="{19846446-C0D1-1040-EF29-7F0E2A4E2EFC}"/>
                </a:ext>
              </a:extLst>
            </p:cNvPr>
            <p:cNvSpPr/>
            <p:nvPr/>
          </p:nvSpPr>
          <p:spPr>
            <a:xfrm>
              <a:off x="281761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3">
              <a:extLst>
                <a:ext uri="{FF2B5EF4-FFF2-40B4-BE49-F238E27FC236}">
                  <a16:creationId xmlns:a16="http://schemas.microsoft.com/office/drawing/2014/main" id="{5F998B3E-296C-187B-DFC7-C4D349DB20CC}"/>
                </a:ext>
              </a:extLst>
            </p:cNvPr>
            <p:cNvSpPr/>
            <p:nvPr/>
          </p:nvSpPr>
          <p:spPr>
            <a:xfrm>
              <a:off x="282705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4">
              <a:extLst>
                <a:ext uri="{FF2B5EF4-FFF2-40B4-BE49-F238E27FC236}">
                  <a16:creationId xmlns:a16="http://schemas.microsoft.com/office/drawing/2014/main" id="{6089BF5D-5EA9-9299-2A13-81C07927B277}"/>
                </a:ext>
              </a:extLst>
            </p:cNvPr>
            <p:cNvSpPr/>
            <p:nvPr/>
          </p:nvSpPr>
          <p:spPr>
            <a:xfrm>
              <a:off x="283649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5">
              <a:extLst>
                <a:ext uri="{FF2B5EF4-FFF2-40B4-BE49-F238E27FC236}">
                  <a16:creationId xmlns:a16="http://schemas.microsoft.com/office/drawing/2014/main" id="{E6AA7B65-7CE7-32CC-C5F0-BC3BA2CA5A57}"/>
                </a:ext>
              </a:extLst>
            </p:cNvPr>
            <p:cNvSpPr/>
            <p:nvPr/>
          </p:nvSpPr>
          <p:spPr>
            <a:xfrm>
              <a:off x="284593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6">
              <a:extLst>
                <a:ext uri="{FF2B5EF4-FFF2-40B4-BE49-F238E27FC236}">
                  <a16:creationId xmlns:a16="http://schemas.microsoft.com/office/drawing/2014/main" id="{575DDACB-0B63-5690-55A8-250FB31DAFF1}"/>
                </a:ext>
              </a:extLst>
            </p:cNvPr>
            <p:cNvSpPr/>
            <p:nvPr/>
          </p:nvSpPr>
          <p:spPr>
            <a:xfrm>
              <a:off x="285538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7">
              <a:extLst>
                <a:ext uri="{FF2B5EF4-FFF2-40B4-BE49-F238E27FC236}">
                  <a16:creationId xmlns:a16="http://schemas.microsoft.com/office/drawing/2014/main" id="{C4D1A3BD-29E4-D4E2-CFF6-AA66D8320A19}"/>
                </a:ext>
              </a:extLst>
            </p:cNvPr>
            <p:cNvSpPr/>
            <p:nvPr/>
          </p:nvSpPr>
          <p:spPr>
            <a:xfrm>
              <a:off x="286482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8">
              <a:extLst>
                <a:ext uri="{FF2B5EF4-FFF2-40B4-BE49-F238E27FC236}">
                  <a16:creationId xmlns:a16="http://schemas.microsoft.com/office/drawing/2014/main" id="{52B6A7AB-0748-67D9-CBAB-0165EBB349F1}"/>
                </a:ext>
              </a:extLst>
            </p:cNvPr>
            <p:cNvSpPr/>
            <p:nvPr/>
          </p:nvSpPr>
          <p:spPr>
            <a:xfrm>
              <a:off x="287426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79">
              <a:extLst>
                <a:ext uri="{FF2B5EF4-FFF2-40B4-BE49-F238E27FC236}">
                  <a16:creationId xmlns:a16="http://schemas.microsoft.com/office/drawing/2014/main" id="{CE58F5F4-9231-4874-0D30-DC254CE76CFB}"/>
                </a:ext>
              </a:extLst>
            </p:cNvPr>
            <p:cNvSpPr/>
            <p:nvPr/>
          </p:nvSpPr>
          <p:spPr>
            <a:xfrm>
              <a:off x="288370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0">
              <a:extLst>
                <a:ext uri="{FF2B5EF4-FFF2-40B4-BE49-F238E27FC236}">
                  <a16:creationId xmlns:a16="http://schemas.microsoft.com/office/drawing/2014/main" id="{83706BBB-A6EB-D1C6-7ABF-C3448A93485F}"/>
                </a:ext>
              </a:extLst>
            </p:cNvPr>
            <p:cNvSpPr/>
            <p:nvPr/>
          </p:nvSpPr>
          <p:spPr>
            <a:xfrm>
              <a:off x="289314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1">
              <a:extLst>
                <a:ext uri="{FF2B5EF4-FFF2-40B4-BE49-F238E27FC236}">
                  <a16:creationId xmlns:a16="http://schemas.microsoft.com/office/drawing/2014/main" id="{EAD83A69-11BC-9F47-4871-88194514CE5E}"/>
                </a:ext>
              </a:extLst>
            </p:cNvPr>
            <p:cNvSpPr/>
            <p:nvPr/>
          </p:nvSpPr>
          <p:spPr>
            <a:xfrm>
              <a:off x="290258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2">
              <a:extLst>
                <a:ext uri="{FF2B5EF4-FFF2-40B4-BE49-F238E27FC236}">
                  <a16:creationId xmlns:a16="http://schemas.microsoft.com/office/drawing/2014/main" id="{A7D386E6-E045-BA6D-0B81-1D4FE01D1334}"/>
                </a:ext>
              </a:extLst>
            </p:cNvPr>
            <p:cNvSpPr/>
            <p:nvPr/>
          </p:nvSpPr>
          <p:spPr>
            <a:xfrm>
              <a:off x="291202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3">
              <a:extLst>
                <a:ext uri="{FF2B5EF4-FFF2-40B4-BE49-F238E27FC236}">
                  <a16:creationId xmlns:a16="http://schemas.microsoft.com/office/drawing/2014/main" id="{CB6F7733-CD3D-4521-C80F-4FD5A7FDC68E}"/>
                </a:ext>
              </a:extLst>
            </p:cNvPr>
            <p:cNvSpPr/>
            <p:nvPr/>
          </p:nvSpPr>
          <p:spPr>
            <a:xfrm>
              <a:off x="292146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4">
              <a:extLst>
                <a:ext uri="{FF2B5EF4-FFF2-40B4-BE49-F238E27FC236}">
                  <a16:creationId xmlns:a16="http://schemas.microsoft.com/office/drawing/2014/main" id="{B3EE71BD-AB10-632E-9544-8395E56996D3}"/>
                </a:ext>
              </a:extLst>
            </p:cNvPr>
            <p:cNvSpPr/>
            <p:nvPr/>
          </p:nvSpPr>
          <p:spPr>
            <a:xfrm>
              <a:off x="293090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5">
              <a:extLst>
                <a:ext uri="{FF2B5EF4-FFF2-40B4-BE49-F238E27FC236}">
                  <a16:creationId xmlns:a16="http://schemas.microsoft.com/office/drawing/2014/main" id="{A637C51D-F22D-C3B6-F8CB-20BAD5FA9904}"/>
                </a:ext>
              </a:extLst>
            </p:cNvPr>
            <p:cNvSpPr/>
            <p:nvPr/>
          </p:nvSpPr>
          <p:spPr>
            <a:xfrm>
              <a:off x="294034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6">
              <a:extLst>
                <a:ext uri="{FF2B5EF4-FFF2-40B4-BE49-F238E27FC236}">
                  <a16:creationId xmlns:a16="http://schemas.microsoft.com/office/drawing/2014/main" id="{7CC66838-9625-D7D4-42C3-4BBA65082FC8}"/>
                </a:ext>
              </a:extLst>
            </p:cNvPr>
            <p:cNvSpPr/>
            <p:nvPr/>
          </p:nvSpPr>
          <p:spPr>
            <a:xfrm>
              <a:off x="294978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7">
              <a:extLst>
                <a:ext uri="{FF2B5EF4-FFF2-40B4-BE49-F238E27FC236}">
                  <a16:creationId xmlns:a16="http://schemas.microsoft.com/office/drawing/2014/main" id="{E8D82C62-0152-83F3-25FF-544AADCD9CA2}"/>
                </a:ext>
              </a:extLst>
            </p:cNvPr>
            <p:cNvSpPr/>
            <p:nvPr/>
          </p:nvSpPr>
          <p:spPr>
            <a:xfrm>
              <a:off x="295922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8">
              <a:extLst>
                <a:ext uri="{FF2B5EF4-FFF2-40B4-BE49-F238E27FC236}">
                  <a16:creationId xmlns:a16="http://schemas.microsoft.com/office/drawing/2014/main" id="{C16A7682-0F48-E6C4-375A-30A1A1037E2B}"/>
                </a:ext>
              </a:extLst>
            </p:cNvPr>
            <p:cNvSpPr/>
            <p:nvPr/>
          </p:nvSpPr>
          <p:spPr>
            <a:xfrm>
              <a:off x="296866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89">
              <a:extLst>
                <a:ext uri="{FF2B5EF4-FFF2-40B4-BE49-F238E27FC236}">
                  <a16:creationId xmlns:a16="http://schemas.microsoft.com/office/drawing/2014/main" id="{3CBC23FC-D2DF-9336-7C1B-51FC1DDD3F16}"/>
                </a:ext>
              </a:extLst>
            </p:cNvPr>
            <p:cNvSpPr/>
            <p:nvPr/>
          </p:nvSpPr>
          <p:spPr>
            <a:xfrm>
              <a:off x="297810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0">
              <a:extLst>
                <a:ext uri="{FF2B5EF4-FFF2-40B4-BE49-F238E27FC236}">
                  <a16:creationId xmlns:a16="http://schemas.microsoft.com/office/drawing/2014/main" id="{9B68271B-FBB6-BCF8-783B-E9CFFDFD15E2}"/>
                </a:ext>
              </a:extLst>
            </p:cNvPr>
            <p:cNvSpPr/>
            <p:nvPr/>
          </p:nvSpPr>
          <p:spPr>
            <a:xfrm>
              <a:off x="298754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1">
              <a:extLst>
                <a:ext uri="{FF2B5EF4-FFF2-40B4-BE49-F238E27FC236}">
                  <a16:creationId xmlns:a16="http://schemas.microsoft.com/office/drawing/2014/main" id="{C0BBC0FA-D9BC-C068-7577-173517056516}"/>
                </a:ext>
              </a:extLst>
            </p:cNvPr>
            <p:cNvSpPr/>
            <p:nvPr/>
          </p:nvSpPr>
          <p:spPr>
            <a:xfrm>
              <a:off x="299698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2">
              <a:extLst>
                <a:ext uri="{FF2B5EF4-FFF2-40B4-BE49-F238E27FC236}">
                  <a16:creationId xmlns:a16="http://schemas.microsoft.com/office/drawing/2014/main" id="{DD3E8EFC-05EE-148E-677D-388B86C56FDE}"/>
                </a:ext>
              </a:extLst>
            </p:cNvPr>
            <p:cNvSpPr/>
            <p:nvPr/>
          </p:nvSpPr>
          <p:spPr>
            <a:xfrm>
              <a:off x="300642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3">
              <a:extLst>
                <a:ext uri="{FF2B5EF4-FFF2-40B4-BE49-F238E27FC236}">
                  <a16:creationId xmlns:a16="http://schemas.microsoft.com/office/drawing/2014/main" id="{2274F3AF-CA15-B7BC-2A5E-9DF4BA4D694D}"/>
                </a:ext>
              </a:extLst>
            </p:cNvPr>
            <p:cNvSpPr/>
            <p:nvPr/>
          </p:nvSpPr>
          <p:spPr>
            <a:xfrm>
              <a:off x="301586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4">
              <a:extLst>
                <a:ext uri="{FF2B5EF4-FFF2-40B4-BE49-F238E27FC236}">
                  <a16:creationId xmlns:a16="http://schemas.microsoft.com/office/drawing/2014/main" id="{2CD6A057-1837-FB82-1457-7AF423E1059F}"/>
                </a:ext>
              </a:extLst>
            </p:cNvPr>
            <p:cNvSpPr/>
            <p:nvPr/>
          </p:nvSpPr>
          <p:spPr>
            <a:xfrm>
              <a:off x="302530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5">
              <a:extLst>
                <a:ext uri="{FF2B5EF4-FFF2-40B4-BE49-F238E27FC236}">
                  <a16:creationId xmlns:a16="http://schemas.microsoft.com/office/drawing/2014/main" id="{4677DC4A-0932-A71B-6706-1227AC11BACC}"/>
                </a:ext>
              </a:extLst>
            </p:cNvPr>
            <p:cNvSpPr/>
            <p:nvPr/>
          </p:nvSpPr>
          <p:spPr>
            <a:xfrm>
              <a:off x="303474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6">
              <a:extLst>
                <a:ext uri="{FF2B5EF4-FFF2-40B4-BE49-F238E27FC236}">
                  <a16:creationId xmlns:a16="http://schemas.microsoft.com/office/drawing/2014/main" id="{DAADE244-9B80-3215-134D-8F367C278BBB}"/>
                </a:ext>
              </a:extLst>
            </p:cNvPr>
            <p:cNvSpPr/>
            <p:nvPr/>
          </p:nvSpPr>
          <p:spPr>
            <a:xfrm>
              <a:off x="304418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7">
              <a:extLst>
                <a:ext uri="{FF2B5EF4-FFF2-40B4-BE49-F238E27FC236}">
                  <a16:creationId xmlns:a16="http://schemas.microsoft.com/office/drawing/2014/main" id="{F4802C3E-3958-78A8-40B3-E2BA7EB7C3D0}"/>
                </a:ext>
              </a:extLst>
            </p:cNvPr>
            <p:cNvSpPr/>
            <p:nvPr/>
          </p:nvSpPr>
          <p:spPr>
            <a:xfrm>
              <a:off x="305362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8">
              <a:extLst>
                <a:ext uri="{FF2B5EF4-FFF2-40B4-BE49-F238E27FC236}">
                  <a16:creationId xmlns:a16="http://schemas.microsoft.com/office/drawing/2014/main" id="{B1601520-F1E6-8C31-D8FD-EDB623421C0A}"/>
                </a:ext>
              </a:extLst>
            </p:cNvPr>
            <p:cNvSpPr/>
            <p:nvPr/>
          </p:nvSpPr>
          <p:spPr>
            <a:xfrm>
              <a:off x="306306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099">
              <a:extLst>
                <a:ext uri="{FF2B5EF4-FFF2-40B4-BE49-F238E27FC236}">
                  <a16:creationId xmlns:a16="http://schemas.microsoft.com/office/drawing/2014/main" id="{6DB2A675-FE72-4CF6-9232-52DA427F9198}"/>
                </a:ext>
              </a:extLst>
            </p:cNvPr>
            <p:cNvSpPr/>
            <p:nvPr/>
          </p:nvSpPr>
          <p:spPr>
            <a:xfrm>
              <a:off x="307250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0">
              <a:extLst>
                <a:ext uri="{FF2B5EF4-FFF2-40B4-BE49-F238E27FC236}">
                  <a16:creationId xmlns:a16="http://schemas.microsoft.com/office/drawing/2014/main" id="{6E72B8F9-CF44-F169-91D0-70129AE145C9}"/>
                </a:ext>
              </a:extLst>
            </p:cNvPr>
            <p:cNvSpPr/>
            <p:nvPr/>
          </p:nvSpPr>
          <p:spPr>
            <a:xfrm>
              <a:off x="308194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1">
              <a:extLst>
                <a:ext uri="{FF2B5EF4-FFF2-40B4-BE49-F238E27FC236}">
                  <a16:creationId xmlns:a16="http://schemas.microsoft.com/office/drawing/2014/main" id="{D2ED05AD-4183-395D-6F67-545B687DCBB7}"/>
                </a:ext>
              </a:extLst>
            </p:cNvPr>
            <p:cNvSpPr/>
            <p:nvPr/>
          </p:nvSpPr>
          <p:spPr>
            <a:xfrm>
              <a:off x="309138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2">
              <a:extLst>
                <a:ext uri="{FF2B5EF4-FFF2-40B4-BE49-F238E27FC236}">
                  <a16:creationId xmlns:a16="http://schemas.microsoft.com/office/drawing/2014/main" id="{8328F93E-2049-8495-C397-1161F0498976}"/>
                </a:ext>
              </a:extLst>
            </p:cNvPr>
            <p:cNvSpPr/>
            <p:nvPr/>
          </p:nvSpPr>
          <p:spPr>
            <a:xfrm>
              <a:off x="310082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3">
              <a:extLst>
                <a:ext uri="{FF2B5EF4-FFF2-40B4-BE49-F238E27FC236}">
                  <a16:creationId xmlns:a16="http://schemas.microsoft.com/office/drawing/2014/main" id="{73017FB2-F480-1F20-2D29-0E0E18178FB0}"/>
                </a:ext>
              </a:extLst>
            </p:cNvPr>
            <p:cNvSpPr/>
            <p:nvPr/>
          </p:nvSpPr>
          <p:spPr>
            <a:xfrm>
              <a:off x="311026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4">
              <a:extLst>
                <a:ext uri="{FF2B5EF4-FFF2-40B4-BE49-F238E27FC236}">
                  <a16:creationId xmlns:a16="http://schemas.microsoft.com/office/drawing/2014/main" id="{91779F85-804A-3F7B-D200-2FCB451F16C8}"/>
                </a:ext>
              </a:extLst>
            </p:cNvPr>
            <p:cNvSpPr/>
            <p:nvPr/>
          </p:nvSpPr>
          <p:spPr>
            <a:xfrm>
              <a:off x="311970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5">
              <a:extLst>
                <a:ext uri="{FF2B5EF4-FFF2-40B4-BE49-F238E27FC236}">
                  <a16:creationId xmlns:a16="http://schemas.microsoft.com/office/drawing/2014/main" id="{2B26DD29-0A19-C68C-D212-67425D2D011F}"/>
                </a:ext>
              </a:extLst>
            </p:cNvPr>
            <p:cNvSpPr/>
            <p:nvPr/>
          </p:nvSpPr>
          <p:spPr>
            <a:xfrm>
              <a:off x="312914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6">
              <a:extLst>
                <a:ext uri="{FF2B5EF4-FFF2-40B4-BE49-F238E27FC236}">
                  <a16:creationId xmlns:a16="http://schemas.microsoft.com/office/drawing/2014/main" id="{90602C25-D16D-C958-7D37-BA3B437CB829}"/>
                </a:ext>
              </a:extLst>
            </p:cNvPr>
            <p:cNvSpPr/>
            <p:nvPr/>
          </p:nvSpPr>
          <p:spPr>
            <a:xfrm>
              <a:off x="313858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7">
              <a:extLst>
                <a:ext uri="{FF2B5EF4-FFF2-40B4-BE49-F238E27FC236}">
                  <a16:creationId xmlns:a16="http://schemas.microsoft.com/office/drawing/2014/main" id="{6115B838-B971-266B-95FA-C90FF12BCAD0}"/>
                </a:ext>
              </a:extLst>
            </p:cNvPr>
            <p:cNvSpPr/>
            <p:nvPr/>
          </p:nvSpPr>
          <p:spPr>
            <a:xfrm>
              <a:off x="314802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8">
              <a:extLst>
                <a:ext uri="{FF2B5EF4-FFF2-40B4-BE49-F238E27FC236}">
                  <a16:creationId xmlns:a16="http://schemas.microsoft.com/office/drawing/2014/main" id="{D11A1A85-4394-E581-2A1F-362E6B2209BB}"/>
                </a:ext>
              </a:extLst>
            </p:cNvPr>
            <p:cNvSpPr/>
            <p:nvPr/>
          </p:nvSpPr>
          <p:spPr>
            <a:xfrm>
              <a:off x="315746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09">
              <a:extLst>
                <a:ext uri="{FF2B5EF4-FFF2-40B4-BE49-F238E27FC236}">
                  <a16:creationId xmlns:a16="http://schemas.microsoft.com/office/drawing/2014/main" id="{A691705F-E996-E52B-F25E-93ECFF2900E9}"/>
                </a:ext>
              </a:extLst>
            </p:cNvPr>
            <p:cNvSpPr/>
            <p:nvPr/>
          </p:nvSpPr>
          <p:spPr>
            <a:xfrm>
              <a:off x="316690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0">
              <a:extLst>
                <a:ext uri="{FF2B5EF4-FFF2-40B4-BE49-F238E27FC236}">
                  <a16:creationId xmlns:a16="http://schemas.microsoft.com/office/drawing/2014/main" id="{7547DB54-6476-0AF1-25D8-96F46269F742}"/>
                </a:ext>
              </a:extLst>
            </p:cNvPr>
            <p:cNvSpPr/>
            <p:nvPr/>
          </p:nvSpPr>
          <p:spPr>
            <a:xfrm>
              <a:off x="317634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1">
              <a:extLst>
                <a:ext uri="{FF2B5EF4-FFF2-40B4-BE49-F238E27FC236}">
                  <a16:creationId xmlns:a16="http://schemas.microsoft.com/office/drawing/2014/main" id="{63E9BE18-5A8A-7589-F68D-29E3C6DDC518}"/>
                </a:ext>
              </a:extLst>
            </p:cNvPr>
            <p:cNvSpPr/>
            <p:nvPr/>
          </p:nvSpPr>
          <p:spPr>
            <a:xfrm>
              <a:off x="318578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2">
              <a:extLst>
                <a:ext uri="{FF2B5EF4-FFF2-40B4-BE49-F238E27FC236}">
                  <a16:creationId xmlns:a16="http://schemas.microsoft.com/office/drawing/2014/main" id="{38B5E62F-5492-A2A5-B4DA-1E6415FC0ED8}"/>
                </a:ext>
              </a:extLst>
            </p:cNvPr>
            <p:cNvSpPr/>
            <p:nvPr/>
          </p:nvSpPr>
          <p:spPr>
            <a:xfrm>
              <a:off x="319522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3">
              <a:extLst>
                <a:ext uri="{FF2B5EF4-FFF2-40B4-BE49-F238E27FC236}">
                  <a16:creationId xmlns:a16="http://schemas.microsoft.com/office/drawing/2014/main" id="{55D7E96D-1C7C-DA05-1918-61F37DF00423}"/>
                </a:ext>
              </a:extLst>
            </p:cNvPr>
            <p:cNvSpPr/>
            <p:nvPr/>
          </p:nvSpPr>
          <p:spPr>
            <a:xfrm>
              <a:off x="320466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4">
              <a:extLst>
                <a:ext uri="{FF2B5EF4-FFF2-40B4-BE49-F238E27FC236}">
                  <a16:creationId xmlns:a16="http://schemas.microsoft.com/office/drawing/2014/main" id="{86E3391D-3106-AE76-C7B8-DB5B76094AA7}"/>
                </a:ext>
              </a:extLst>
            </p:cNvPr>
            <p:cNvSpPr/>
            <p:nvPr/>
          </p:nvSpPr>
          <p:spPr>
            <a:xfrm>
              <a:off x="321410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5">
              <a:extLst>
                <a:ext uri="{FF2B5EF4-FFF2-40B4-BE49-F238E27FC236}">
                  <a16:creationId xmlns:a16="http://schemas.microsoft.com/office/drawing/2014/main" id="{BF0B64C1-A59C-4EB5-0EAC-685F8FE79883}"/>
                </a:ext>
              </a:extLst>
            </p:cNvPr>
            <p:cNvSpPr/>
            <p:nvPr/>
          </p:nvSpPr>
          <p:spPr>
            <a:xfrm>
              <a:off x="322354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6">
              <a:extLst>
                <a:ext uri="{FF2B5EF4-FFF2-40B4-BE49-F238E27FC236}">
                  <a16:creationId xmlns:a16="http://schemas.microsoft.com/office/drawing/2014/main" id="{50D6DE5C-54F8-E4DD-48A4-88322A26526B}"/>
                </a:ext>
              </a:extLst>
            </p:cNvPr>
            <p:cNvSpPr/>
            <p:nvPr/>
          </p:nvSpPr>
          <p:spPr>
            <a:xfrm>
              <a:off x="323298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7">
              <a:extLst>
                <a:ext uri="{FF2B5EF4-FFF2-40B4-BE49-F238E27FC236}">
                  <a16:creationId xmlns:a16="http://schemas.microsoft.com/office/drawing/2014/main" id="{30122D11-A056-33EF-B824-41ECD935202E}"/>
                </a:ext>
              </a:extLst>
            </p:cNvPr>
            <p:cNvSpPr/>
            <p:nvPr/>
          </p:nvSpPr>
          <p:spPr>
            <a:xfrm>
              <a:off x="324242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8">
              <a:extLst>
                <a:ext uri="{FF2B5EF4-FFF2-40B4-BE49-F238E27FC236}">
                  <a16:creationId xmlns:a16="http://schemas.microsoft.com/office/drawing/2014/main" id="{9BA788C8-4830-9F3F-7F80-463BB0F84D9F}"/>
                </a:ext>
              </a:extLst>
            </p:cNvPr>
            <p:cNvSpPr/>
            <p:nvPr/>
          </p:nvSpPr>
          <p:spPr>
            <a:xfrm>
              <a:off x="325187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19">
              <a:extLst>
                <a:ext uri="{FF2B5EF4-FFF2-40B4-BE49-F238E27FC236}">
                  <a16:creationId xmlns:a16="http://schemas.microsoft.com/office/drawing/2014/main" id="{B48E245F-9265-8F82-C340-9F255E8D3954}"/>
                </a:ext>
              </a:extLst>
            </p:cNvPr>
            <p:cNvSpPr/>
            <p:nvPr/>
          </p:nvSpPr>
          <p:spPr>
            <a:xfrm>
              <a:off x="326131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0">
              <a:extLst>
                <a:ext uri="{FF2B5EF4-FFF2-40B4-BE49-F238E27FC236}">
                  <a16:creationId xmlns:a16="http://schemas.microsoft.com/office/drawing/2014/main" id="{D0E39B03-ABA1-A9E5-4B33-DE9742A74FC5}"/>
                </a:ext>
              </a:extLst>
            </p:cNvPr>
            <p:cNvSpPr/>
            <p:nvPr/>
          </p:nvSpPr>
          <p:spPr>
            <a:xfrm>
              <a:off x="327075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1">
              <a:extLst>
                <a:ext uri="{FF2B5EF4-FFF2-40B4-BE49-F238E27FC236}">
                  <a16:creationId xmlns:a16="http://schemas.microsoft.com/office/drawing/2014/main" id="{9261CAD2-6F3E-2983-E320-56A6E051D257}"/>
                </a:ext>
              </a:extLst>
            </p:cNvPr>
            <p:cNvSpPr/>
            <p:nvPr/>
          </p:nvSpPr>
          <p:spPr>
            <a:xfrm>
              <a:off x="328019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2">
              <a:extLst>
                <a:ext uri="{FF2B5EF4-FFF2-40B4-BE49-F238E27FC236}">
                  <a16:creationId xmlns:a16="http://schemas.microsoft.com/office/drawing/2014/main" id="{EFF24DA3-D132-9939-02C9-2F80E10C7ABF}"/>
                </a:ext>
              </a:extLst>
            </p:cNvPr>
            <p:cNvSpPr/>
            <p:nvPr/>
          </p:nvSpPr>
          <p:spPr>
            <a:xfrm>
              <a:off x="328963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3">
              <a:extLst>
                <a:ext uri="{FF2B5EF4-FFF2-40B4-BE49-F238E27FC236}">
                  <a16:creationId xmlns:a16="http://schemas.microsoft.com/office/drawing/2014/main" id="{1F1BD59B-ECF4-576E-D12D-7043CC510571}"/>
                </a:ext>
              </a:extLst>
            </p:cNvPr>
            <p:cNvSpPr/>
            <p:nvPr/>
          </p:nvSpPr>
          <p:spPr>
            <a:xfrm>
              <a:off x="329907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4">
              <a:extLst>
                <a:ext uri="{FF2B5EF4-FFF2-40B4-BE49-F238E27FC236}">
                  <a16:creationId xmlns:a16="http://schemas.microsoft.com/office/drawing/2014/main" id="{6668F9CA-8257-8A61-0671-B3018ECE641E}"/>
                </a:ext>
              </a:extLst>
            </p:cNvPr>
            <p:cNvSpPr/>
            <p:nvPr/>
          </p:nvSpPr>
          <p:spPr>
            <a:xfrm>
              <a:off x="330851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5">
              <a:extLst>
                <a:ext uri="{FF2B5EF4-FFF2-40B4-BE49-F238E27FC236}">
                  <a16:creationId xmlns:a16="http://schemas.microsoft.com/office/drawing/2014/main" id="{56C44CE5-DE3F-03CC-7CD9-B2CF90521553}"/>
                </a:ext>
              </a:extLst>
            </p:cNvPr>
            <p:cNvSpPr/>
            <p:nvPr/>
          </p:nvSpPr>
          <p:spPr>
            <a:xfrm>
              <a:off x="331795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6">
              <a:extLst>
                <a:ext uri="{FF2B5EF4-FFF2-40B4-BE49-F238E27FC236}">
                  <a16:creationId xmlns:a16="http://schemas.microsoft.com/office/drawing/2014/main" id="{B0B0CCB1-997F-D593-44FB-7F596FFA199B}"/>
                </a:ext>
              </a:extLst>
            </p:cNvPr>
            <p:cNvSpPr/>
            <p:nvPr/>
          </p:nvSpPr>
          <p:spPr>
            <a:xfrm>
              <a:off x="3327392" y="2343490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7">
              <a:extLst>
                <a:ext uri="{FF2B5EF4-FFF2-40B4-BE49-F238E27FC236}">
                  <a16:creationId xmlns:a16="http://schemas.microsoft.com/office/drawing/2014/main" id="{4D92A41D-A949-2D6E-7DD5-FF8386D73AD1}"/>
                </a:ext>
              </a:extLst>
            </p:cNvPr>
            <p:cNvSpPr/>
            <p:nvPr/>
          </p:nvSpPr>
          <p:spPr>
            <a:xfrm>
              <a:off x="3336832" y="2325920"/>
              <a:ext cx="920769" cy="926033"/>
            </a:xfrm>
            <a:custGeom>
              <a:avLst/>
              <a:gdLst/>
              <a:ahLst/>
              <a:cxnLst/>
              <a:rect l="0" t="0" r="0" b="0"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8">
              <a:extLst>
                <a:ext uri="{FF2B5EF4-FFF2-40B4-BE49-F238E27FC236}">
                  <a16:creationId xmlns:a16="http://schemas.microsoft.com/office/drawing/2014/main" id="{9A96D29E-0D70-EE14-F5A1-4928FD0EDF52}"/>
                </a:ext>
              </a:extLst>
            </p:cNvPr>
            <p:cNvSpPr/>
            <p:nvPr/>
          </p:nvSpPr>
          <p:spPr>
            <a:xfrm>
              <a:off x="2421129" y="230835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29">
              <a:extLst>
                <a:ext uri="{FF2B5EF4-FFF2-40B4-BE49-F238E27FC236}">
                  <a16:creationId xmlns:a16="http://schemas.microsoft.com/office/drawing/2014/main" id="{EE74ADAB-31DF-029E-420E-6ECC9964C417}"/>
                </a:ext>
              </a:extLst>
            </p:cNvPr>
            <p:cNvSpPr/>
            <p:nvPr/>
          </p:nvSpPr>
          <p:spPr>
            <a:xfrm>
              <a:off x="242112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0">
              <a:extLst>
                <a:ext uri="{FF2B5EF4-FFF2-40B4-BE49-F238E27FC236}">
                  <a16:creationId xmlns:a16="http://schemas.microsoft.com/office/drawing/2014/main" id="{6F092917-560B-D876-DCC9-2FA408974C9C}"/>
                </a:ext>
              </a:extLst>
            </p:cNvPr>
            <p:cNvSpPr/>
            <p:nvPr/>
          </p:nvSpPr>
          <p:spPr>
            <a:xfrm>
              <a:off x="243056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1">
              <a:extLst>
                <a:ext uri="{FF2B5EF4-FFF2-40B4-BE49-F238E27FC236}">
                  <a16:creationId xmlns:a16="http://schemas.microsoft.com/office/drawing/2014/main" id="{378F6BFB-E0CE-651A-219A-1065473E895E}"/>
                </a:ext>
              </a:extLst>
            </p:cNvPr>
            <p:cNvSpPr/>
            <p:nvPr/>
          </p:nvSpPr>
          <p:spPr>
            <a:xfrm>
              <a:off x="244000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2">
              <a:extLst>
                <a:ext uri="{FF2B5EF4-FFF2-40B4-BE49-F238E27FC236}">
                  <a16:creationId xmlns:a16="http://schemas.microsoft.com/office/drawing/2014/main" id="{8AA3271D-6F06-2707-1823-93B37A34DD06}"/>
                </a:ext>
              </a:extLst>
            </p:cNvPr>
            <p:cNvSpPr/>
            <p:nvPr/>
          </p:nvSpPr>
          <p:spPr>
            <a:xfrm>
              <a:off x="244944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3">
              <a:extLst>
                <a:ext uri="{FF2B5EF4-FFF2-40B4-BE49-F238E27FC236}">
                  <a16:creationId xmlns:a16="http://schemas.microsoft.com/office/drawing/2014/main" id="{71EBA3CA-B476-6350-CE53-B5E8EF53B2FF}"/>
                </a:ext>
              </a:extLst>
            </p:cNvPr>
            <p:cNvSpPr/>
            <p:nvPr/>
          </p:nvSpPr>
          <p:spPr>
            <a:xfrm>
              <a:off x="245889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4">
              <a:extLst>
                <a:ext uri="{FF2B5EF4-FFF2-40B4-BE49-F238E27FC236}">
                  <a16:creationId xmlns:a16="http://schemas.microsoft.com/office/drawing/2014/main" id="{1F806B21-7277-E856-5236-C389382E5182}"/>
                </a:ext>
              </a:extLst>
            </p:cNvPr>
            <p:cNvSpPr/>
            <p:nvPr/>
          </p:nvSpPr>
          <p:spPr>
            <a:xfrm>
              <a:off x="246833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5">
              <a:extLst>
                <a:ext uri="{FF2B5EF4-FFF2-40B4-BE49-F238E27FC236}">
                  <a16:creationId xmlns:a16="http://schemas.microsoft.com/office/drawing/2014/main" id="{F43B930D-5747-795E-58BB-C28AE00DDA93}"/>
                </a:ext>
              </a:extLst>
            </p:cNvPr>
            <p:cNvSpPr/>
            <p:nvPr/>
          </p:nvSpPr>
          <p:spPr>
            <a:xfrm>
              <a:off x="247777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6">
              <a:extLst>
                <a:ext uri="{FF2B5EF4-FFF2-40B4-BE49-F238E27FC236}">
                  <a16:creationId xmlns:a16="http://schemas.microsoft.com/office/drawing/2014/main" id="{CECEC1FA-2F7D-169A-F7AB-72BD9ACF23C6}"/>
                </a:ext>
              </a:extLst>
            </p:cNvPr>
            <p:cNvSpPr/>
            <p:nvPr/>
          </p:nvSpPr>
          <p:spPr>
            <a:xfrm>
              <a:off x="248721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7">
              <a:extLst>
                <a:ext uri="{FF2B5EF4-FFF2-40B4-BE49-F238E27FC236}">
                  <a16:creationId xmlns:a16="http://schemas.microsoft.com/office/drawing/2014/main" id="{A947CA9A-7513-AB7C-DFB0-73C99ED5DFDD}"/>
                </a:ext>
              </a:extLst>
            </p:cNvPr>
            <p:cNvSpPr/>
            <p:nvPr/>
          </p:nvSpPr>
          <p:spPr>
            <a:xfrm>
              <a:off x="249665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8">
              <a:extLst>
                <a:ext uri="{FF2B5EF4-FFF2-40B4-BE49-F238E27FC236}">
                  <a16:creationId xmlns:a16="http://schemas.microsoft.com/office/drawing/2014/main" id="{DB79DF79-7318-40AB-5922-425F646D3781}"/>
                </a:ext>
              </a:extLst>
            </p:cNvPr>
            <p:cNvSpPr/>
            <p:nvPr/>
          </p:nvSpPr>
          <p:spPr>
            <a:xfrm>
              <a:off x="250609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39">
              <a:extLst>
                <a:ext uri="{FF2B5EF4-FFF2-40B4-BE49-F238E27FC236}">
                  <a16:creationId xmlns:a16="http://schemas.microsoft.com/office/drawing/2014/main" id="{A9BD2B3F-392B-7B4B-5B17-674F88E62E71}"/>
                </a:ext>
              </a:extLst>
            </p:cNvPr>
            <p:cNvSpPr/>
            <p:nvPr/>
          </p:nvSpPr>
          <p:spPr>
            <a:xfrm>
              <a:off x="251553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0">
              <a:extLst>
                <a:ext uri="{FF2B5EF4-FFF2-40B4-BE49-F238E27FC236}">
                  <a16:creationId xmlns:a16="http://schemas.microsoft.com/office/drawing/2014/main" id="{6C3E69B3-69BB-2AA9-1BED-C3D485A7744A}"/>
                </a:ext>
              </a:extLst>
            </p:cNvPr>
            <p:cNvSpPr/>
            <p:nvPr/>
          </p:nvSpPr>
          <p:spPr>
            <a:xfrm>
              <a:off x="252497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1">
              <a:extLst>
                <a:ext uri="{FF2B5EF4-FFF2-40B4-BE49-F238E27FC236}">
                  <a16:creationId xmlns:a16="http://schemas.microsoft.com/office/drawing/2014/main" id="{2DD286FB-A422-2A03-E2EC-342638B4A8A9}"/>
                </a:ext>
              </a:extLst>
            </p:cNvPr>
            <p:cNvSpPr/>
            <p:nvPr/>
          </p:nvSpPr>
          <p:spPr>
            <a:xfrm>
              <a:off x="253441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2">
              <a:extLst>
                <a:ext uri="{FF2B5EF4-FFF2-40B4-BE49-F238E27FC236}">
                  <a16:creationId xmlns:a16="http://schemas.microsoft.com/office/drawing/2014/main" id="{21EECFF7-0855-DCC1-BE97-E6952EFD9728}"/>
                </a:ext>
              </a:extLst>
            </p:cNvPr>
            <p:cNvSpPr/>
            <p:nvPr/>
          </p:nvSpPr>
          <p:spPr>
            <a:xfrm>
              <a:off x="254385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3">
              <a:extLst>
                <a:ext uri="{FF2B5EF4-FFF2-40B4-BE49-F238E27FC236}">
                  <a16:creationId xmlns:a16="http://schemas.microsoft.com/office/drawing/2014/main" id="{0B3781B9-47FA-D3C6-BD5B-71DD4FBE7A91}"/>
                </a:ext>
              </a:extLst>
            </p:cNvPr>
            <p:cNvSpPr/>
            <p:nvPr/>
          </p:nvSpPr>
          <p:spPr>
            <a:xfrm>
              <a:off x="255329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4">
              <a:extLst>
                <a:ext uri="{FF2B5EF4-FFF2-40B4-BE49-F238E27FC236}">
                  <a16:creationId xmlns:a16="http://schemas.microsoft.com/office/drawing/2014/main" id="{D378934E-7F62-BB49-AC4B-3BF20F0F2676}"/>
                </a:ext>
              </a:extLst>
            </p:cNvPr>
            <p:cNvSpPr/>
            <p:nvPr/>
          </p:nvSpPr>
          <p:spPr>
            <a:xfrm>
              <a:off x="256273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5">
              <a:extLst>
                <a:ext uri="{FF2B5EF4-FFF2-40B4-BE49-F238E27FC236}">
                  <a16:creationId xmlns:a16="http://schemas.microsoft.com/office/drawing/2014/main" id="{A531A615-5544-C29D-F4D5-7D5B9EAD31A7}"/>
                </a:ext>
              </a:extLst>
            </p:cNvPr>
            <p:cNvSpPr/>
            <p:nvPr/>
          </p:nvSpPr>
          <p:spPr>
            <a:xfrm>
              <a:off x="257217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6">
              <a:extLst>
                <a:ext uri="{FF2B5EF4-FFF2-40B4-BE49-F238E27FC236}">
                  <a16:creationId xmlns:a16="http://schemas.microsoft.com/office/drawing/2014/main" id="{29D38031-FD76-C5EB-7F2D-F88F585489FE}"/>
                </a:ext>
              </a:extLst>
            </p:cNvPr>
            <p:cNvSpPr/>
            <p:nvPr/>
          </p:nvSpPr>
          <p:spPr>
            <a:xfrm>
              <a:off x="258161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7">
              <a:extLst>
                <a:ext uri="{FF2B5EF4-FFF2-40B4-BE49-F238E27FC236}">
                  <a16:creationId xmlns:a16="http://schemas.microsoft.com/office/drawing/2014/main" id="{23105B0B-3F43-2BC3-0930-D79D19FEC897}"/>
                </a:ext>
              </a:extLst>
            </p:cNvPr>
            <p:cNvSpPr/>
            <p:nvPr/>
          </p:nvSpPr>
          <p:spPr>
            <a:xfrm>
              <a:off x="259105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8">
              <a:extLst>
                <a:ext uri="{FF2B5EF4-FFF2-40B4-BE49-F238E27FC236}">
                  <a16:creationId xmlns:a16="http://schemas.microsoft.com/office/drawing/2014/main" id="{046BF2B1-B005-E485-565E-5F44F3E3CD1E}"/>
                </a:ext>
              </a:extLst>
            </p:cNvPr>
            <p:cNvSpPr/>
            <p:nvPr/>
          </p:nvSpPr>
          <p:spPr>
            <a:xfrm>
              <a:off x="260049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49">
              <a:extLst>
                <a:ext uri="{FF2B5EF4-FFF2-40B4-BE49-F238E27FC236}">
                  <a16:creationId xmlns:a16="http://schemas.microsoft.com/office/drawing/2014/main" id="{33605B83-777D-B4F7-68A3-64E028494E79}"/>
                </a:ext>
              </a:extLst>
            </p:cNvPr>
            <p:cNvSpPr/>
            <p:nvPr/>
          </p:nvSpPr>
          <p:spPr>
            <a:xfrm>
              <a:off x="260993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0">
              <a:extLst>
                <a:ext uri="{FF2B5EF4-FFF2-40B4-BE49-F238E27FC236}">
                  <a16:creationId xmlns:a16="http://schemas.microsoft.com/office/drawing/2014/main" id="{EECC414E-EF52-CF97-74BA-94D1554C1919}"/>
                </a:ext>
              </a:extLst>
            </p:cNvPr>
            <p:cNvSpPr/>
            <p:nvPr/>
          </p:nvSpPr>
          <p:spPr>
            <a:xfrm>
              <a:off x="261937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1">
              <a:extLst>
                <a:ext uri="{FF2B5EF4-FFF2-40B4-BE49-F238E27FC236}">
                  <a16:creationId xmlns:a16="http://schemas.microsoft.com/office/drawing/2014/main" id="{BC8DF595-8FC5-B116-A942-7037278EEBA0}"/>
                </a:ext>
              </a:extLst>
            </p:cNvPr>
            <p:cNvSpPr/>
            <p:nvPr/>
          </p:nvSpPr>
          <p:spPr>
            <a:xfrm>
              <a:off x="262881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2">
              <a:extLst>
                <a:ext uri="{FF2B5EF4-FFF2-40B4-BE49-F238E27FC236}">
                  <a16:creationId xmlns:a16="http://schemas.microsoft.com/office/drawing/2014/main" id="{538E6B62-3249-1558-5B93-E7E51B610BA3}"/>
                </a:ext>
              </a:extLst>
            </p:cNvPr>
            <p:cNvSpPr/>
            <p:nvPr/>
          </p:nvSpPr>
          <p:spPr>
            <a:xfrm>
              <a:off x="263825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3">
              <a:extLst>
                <a:ext uri="{FF2B5EF4-FFF2-40B4-BE49-F238E27FC236}">
                  <a16:creationId xmlns:a16="http://schemas.microsoft.com/office/drawing/2014/main" id="{044FA0BB-BEB0-50B6-7D6C-55ED13EA9257}"/>
                </a:ext>
              </a:extLst>
            </p:cNvPr>
            <p:cNvSpPr/>
            <p:nvPr/>
          </p:nvSpPr>
          <p:spPr>
            <a:xfrm>
              <a:off x="264769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4">
              <a:extLst>
                <a:ext uri="{FF2B5EF4-FFF2-40B4-BE49-F238E27FC236}">
                  <a16:creationId xmlns:a16="http://schemas.microsoft.com/office/drawing/2014/main" id="{E0FAD2CE-8D33-A687-B2A6-99A7A31F6DE2}"/>
                </a:ext>
              </a:extLst>
            </p:cNvPr>
            <p:cNvSpPr/>
            <p:nvPr/>
          </p:nvSpPr>
          <p:spPr>
            <a:xfrm>
              <a:off x="265713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5">
              <a:extLst>
                <a:ext uri="{FF2B5EF4-FFF2-40B4-BE49-F238E27FC236}">
                  <a16:creationId xmlns:a16="http://schemas.microsoft.com/office/drawing/2014/main" id="{D92C98B9-45EE-7688-46E4-272D5A6CA66D}"/>
                </a:ext>
              </a:extLst>
            </p:cNvPr>
            <p:cNvSpPr/>
            <p:nvPr/>
          </p:nvSpPr>
          <p:spPr>
            <a:xfrm>
              <a:off x="266657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6">
              <a:extLst>
                <a:ext uri="{FF2B5EF4-FFF2-40B4-BE49-F238E27FC236}">
                  <a16:creationId xmlns:a16="http://schemas.microsoft.com/office/drawing/2014/main" id="{051290D1-E640-B062-CF8C-29C7E2BA9BDB}"/>
                </a:ext>
              </a:extLst>
            </p:cNvPr>
            <p:cNvSpPr/>
            <p:nvPr/>
          </p:nvSpPr>
          <p:spPr>
            <a:xfrm>
              <a:off x="267601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7">
              <a:extLst>
                <a:ext uri="{FF2B5EF4-FFF2-40B4-BE49-F238E27FC236}">
                  <a16:creationId xmlns:a16="http://schemas.microsoft.com/office/drawing/2014/main" id="{BFE00AF1-49C7-1048-A261-02E2AFE2362A}"/>
                </a:ext>
              </a:extLst>
            </p:cNvPr>
            <p:cNvSpPr/>
            <p:nvPr/>
          </p:nvSpPr>
          <p:spPr>
            <a:xfrm>
              <a:off x="268545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8">
              <a:extLst>
                <a:ext uri="{FF2B5EF4-FFF2-40B4-BE49-F238E27FC236}">
                  <a16:creationId xmlns:a16="http://schemas.microsoft.com/office/drawing/2014/main" id="{003845DB-A797-F109-0402-6A7942789DDD}"/>
                </a:ext>
              </a:extLst>
            </p:cNvPr>
            <p:cNvSpPr/>
            <p:nvPr/>
          </p:nvSpPr>
          <p:spPr>
            <a:xfrm>
              <a:off x="269489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59">
              <a:extLst>
                <a:ext uri="{FF2B5EF4-FFF2-40B4-BE49-F238E27FC236}">
                  <a16:creationId xmlns:a16="http://schemas.microsoft.com/office/drawing/2014/main" id="{80B08314-BD53-6193-655F-0A1B3E33D992}"/>
                </a:ext>
              </a:extLst>
            </p:cNvPr>
            <p:cNvSpPr/>
            <p:nvPr/>
          </p:nvSpPr>
          <p:spPr>
            <a:xfrm>
              <a:off x="270433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0">
              <a:extLst>
                <a:ext uri="{FF2B5EF4-FFF2-40B4-BE49-F238E27FC236}">
                  <a16:creationId xmlns:a16="http://schemas.microsoft.com/office/drawing/2014/main" id="{572F3FBD-3535-3729-4EC2-5F05A121D2D8}"/>
                </a:ext>
              </a:extLst>
            </p:cNvPr>
            <p:cNvSpPr/>
            <p:nvPr/>
          </p:nvSpPr>
          <p:spPr>
            <a:xfrm>
              <a:off x="2713776" y="2325920"/>
              <a:ext cx="922879" cy="914400"/>
            </a:xfrm>
            <a:custGeom>
              <a:avLst/>
              <a:gdLst/>
              <a:ahLst/>
              <a:cxnLst/>
              <a:rect l="0" t="0" r="0" b="0"/>
              <a:pathLst>
                <a:path w="92287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1">
              <a:extLst>
                <a:ext uri="{FF2B5EF4-FFF2-40B4-BE49-F238E27FC236}">
                  <a16:creationId xmlns:a16="http://schemas.microsoft.com/office/drawing/2014/main" id="{22301784-734E-8437-E89A-D5AFE2901AFF}"/>
                </a:ext>
              </a:extLst>
            </p:cNvPr>
            <p:cNvSpPr/>
            <p:nvPr/>
          </p:nvSpPr>
          <p:spPr>
            <a:xfrm>
              <a:off x="2789298" y="232592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399" y="90478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2">
              <a:extLst>
                <a:ext uri="{FF2B5EF4-FFF2-40B4-BE49-F238E27FC236}">
                  <a16:creationId xmlns:a16="http://schemas.microsoft.com/office/drawing/2014/main" id="{CB83884E-9C6C-DB5D-E54D-9E47CA40360A}"/>
                </a:ext>
              </a:extLst>
            </p:cNvPr>
            <p:cNvSpPr/>
            <p:nvPr/>
          </p:nvSpPr>
          <p:spPr>
            <a:xfrm>
              <a:off x="2798738" y="230835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3">
              <a:extLst>
                <a:ext uri="{FF2B5EF4-FFF2-40B4-BE49-F238E27FC236}">
                  <a16:creationId xmlns:a16="http://schemas.microsoft.com/office/drawing/2014/main" id="{0403CDF0-A233-3E8A-7FEB-EB0D39E06240}"/>
                </a:ext>
              </a:extLst>
            </p:cNvPr>
            <p:cNvSpPr/>
            <p:nvPr/>
          </p:nvSpPr>
          <p:spPr>
            <a:xfrm>
              <a:off x="279873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4">
              <a:extLst>
                <a:ext uri="{FF2B5EF4-FFF2-40B4-BE49-F238E27FC236}">
                  <a16:creationId xmlns:a16="http://schemas.microsoft.com/office/drawing/2014/main" id="{0D19ED1E-C2EA-5FC2-5147-0155D432C449}"/>
                </a:ext>
              </a:extLst>
            </p:cNvPr>
            <p:cNvSpPr/>
            <p:nvPr/>
          </p:nvSpPr>
          <p:spPr>
            <a:xfrm>
              <a:off x="280817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5">
              <a:extLst>
                <a:ext uri="{FF2B5EF4-FFF2-40B4-BE49-F238E27FC236}">
                  <a16:creationId xmlns:a16="http://schemas.microsoft.com/office/drawing/2014/main" id="{0CC87929-1C69-0642-4AB0-3CBEFA3F6ADE}"/>
                </a:ext>
              </a:extLst>
            </p:cNvPr>
            <p:cNvSpPr/>
            <p:nvPr/>
          </p:nvSpPr>
          <p:spPr>
            <a:xfrm>
              <a:off x="281761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6">
              <a:extLst>
                <a:ext uri="{FF2B5EF4-FFF2-40B4-BE49-F238E27FC236}">
                  <a16:creationId xmlns:a16="http://schemas.microsoft.com/office/drawing/2014/main" id="{02655E84-5325-7B03-878E-763BA0FF481F}"/>
                </a:ext>
              </a:extLst>
            </p:cNvPr>
            <p:cNvSpPr/>
            <p:nvPr/>
          </p:nvSpPr>
          <p:spPr>
            <a:xfrm>
              <a:off x="282705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7">
              <a:extLst>
                <a:ext uri="{FF2B5EF4-FFF2-40B4-BE49-F238E27FC236}">
                  <a16:creationId xmlns:a16="http://schemas.microsoft.com/office/drawing/2014/main" id="{B4844201-085E-ABCE-4549-150A0ECDC7DA}"/>
                </a:ext>
              </a:extLst>
            </p:cNvPr>
            <p:cNvSpPr/>
            <p:nvPr/>
          </p:nvSpPr>
          <p:spPr>
            <a:xfrm>
              <a:off x="283649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8">
              <a:extLst>
                <a:ext uri="{FF2B5EF4-FFF2-40B4-BE49-F238E27FC236}">
                  <a16:creationId xmlns:a16="http://schemas.microsoft.com/office/drawing/2014/main" id="{57DACE8C-0526-75A2-606B-0CEB9DEEB61C}"/>
                </a:ext>
              </a:extLst>
            </p:cNvPr>
            <p:cNvSpPr/>
            <p:nvPr/>
          </p:nvSpPr>
          <p:spPr>
            <a:xfrm>
              <a:off x="284593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69">
              <a:extLst>
                <a:ext uri="{FF2B5EF4-FFF2-40B4-BE49-F238E27FC236}">
                  <a16:creationId xmlns:a16="http://schemas.microsoft.com/office/drawing/2014/main" id="{99F1C678-EA41-4806-EB69-B2510431954B}"/>
                </a:ext>
              </a:extLst>
            </p:cNvPr>
            <p:cNvSpPr/>
            <p:nvPr/>
          </p:nvSpPr>
          <p:spPr>
            <a:xfrm>
              <a:off x="285538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0">
              <a:extLst>
                <a:ext uri="{FF2B5EF4-FFF2-40B4-BE49-F238E27FC236}">
                  <a16:creationId xmlns:a16="http://schemas.microsoft.com/office/drawing/2014/main" id="{E82E9147-FFC5-6054-72E5-D447F2B58FC3}"/>
                </a:ext>
              </a:extLst>
            </p:cNvPr>
            <p:cNvSpPr/>
            <p:nvPr/>
          </p:nvSpPr>
          <p:spPr>
            <a:xfrm>
              <a:off x="286482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1">
              <a:extLst>
                <a:ext uri="{FF2B5EF4-FFF2-40B4-BE49-F238E27FC236}">
                  <a16:creationId xmlns:a16="http://schemas.microsoft.com/office/drawing/2014/main" id="{814D9AF6-DC27-F37C-9A6E-883757143630}"/>
                </a:ext>
              </a:extLst>
            </p:cNvPr>
            <p:cNvSpPr/>
            <p:nvPr/>
          </p:nvSpPr>
          <p:spPr>
            <a:xfrm>
              <a:off x="287426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2">
              <a:extLst>
                <a:ext uri="{FF2B5EF4-FFF2-40B4-BE49-F238E27FC236}">
                  <a16:creationId xmlns:a16="http://schemas.microsoft.com/office/drawing/2014/main" id="{EBB36A78-8F40-AFEA-2EDB-EED8A7F6219C}"/>
                </a:ext>
              </a:extLst>
            </p:cNvPr>
            <p:cNvSpPr/>
            <p:nvPr/>
          </p:nvSpPr>
          <p:spPr>
            <a:xfrm>
              <a:off x="288370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3">
              <a:extLst>
                <a:ext uri="{FF2B5EF4-FFF2-40B4-BE49-F238E27FC236}">
                  <a16:creationId xmlns:a16="http://schemas.microsoft.com/office/drawing/2014/main" id="{4205D850-BDA2-98F4-DD89-A114B2F2A8A7}"/>
                </a:ext>
              </a:extLst>
            </p:cNvPr>
            <p:cNvSpPr/>
            <p:nvPr/>
          </p:nvSpPr>
          <p:spPr>
            <a:xfrm>
              <a:off x="289314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4">
              <a:extLst>
                <a:ext uri="{FF2B5EF4-FFF2-40B4-BE49-F238E27FC236}">
                  <a16:creationId xmlns:a16="http://schemas.microsoft.com/office/drawing/2014/main" id="{88F1282F-80FC-19A5-98BB-0CC3D997A2F2}"/>
                </a:ext>
              </a:extLst>
            </p:cNvPr>
            <p:cNvSpPr/>
            <p:nvPr/>
          </p:nvSpPr>
          <p:spPr>
            <a:xfrm>
              <a:off x="290258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5">
              <a:extLst>
                <a:ext uri="{FF2B5EF4-FFF2-40B4-BE49-F238E27FC236}">
                  <a16:creationId xmlns:a16="http://schemas.microsoft.com/office/drawing/2014/main" id="{7E02E218-FF07-A604-AF9A-E5A8929C1E8E}"/>
                </a:ext>
              </a:extLst>
            </p:cNvPr>
            <p:cNvSpPr/>
            <p:nvPr/>
          </p:nvSpPr>
          <p:spPr>
            <a:xfrm>
              <a:off x="291202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6">
              <a:extLst>
                <a:ext uri="{FF2B5EF4-FFF2-40B4-BE49-F238E27FC236}">
                  <a16:creationId xmlns:a16="http://schemas.microsoft.com/office/drawing/2014/main" id="{7EC14774-23C4-DD9D-7420-023960734B6F}"/>
                </a:ext>
              </a:extLst>
            </p:cNvPr>
            <p:cNvSpPr/>
            <p:nvPr/>
          </p:nvSpPr>
          <p:spPr>
            <a:xfrm>
              <a:off x="292146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7">
              <a:extLst>
                <a:ext uri="{FF2B5EF4-FFF2-40B4-BE49-F238E27FC236}">
                  <a16:creationId xmlns:a16="http://schemas.microsoft.com/office/drawing/2014/main" id="{EC07B5E8-C9EF-D4C4-9CEC-38D09950D534}"/>
                </a:ext>
              </a:extLst>
            </p:cNvPr>
            <p:cNvSpPr/>
            <p:nvPr/>
          </p:nvSpPr>
          <p:spPr>
            <a:xfrm>
              <a:off x="293090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8">
              <a:extLst>
                <a:ext uri="{FF2B5EF4-FFF2-40B4-BE49-F238E27FC236}">
                  <a16:creationId xmlns:a16="http://schemas.microsoft.com/office/drawing/2014/main" id="{942D99A8-F087-2DD2-A80B-012946A6059E}"/>
                </a:ext>
              </a:extLst>
            </p:cNvPr>
            <p:cNvSpPr/>
            <p:nvPr/>
          </p:nvSpPr>
          <p:spPr>
            <a:xfrm>
              <a:off x="294034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79">
              <a:extLst>
                <a:ext uri="{FF2B5EF4-FFF2-40B4-BE49-F238E27FC236}">
                  <a16:creationId xmlns:a16="http://schemas.microsoft.com/office/drawing/2014/main" id="{1EF0F386-2BF3-E1D7-3B96-67E4EBF00FAE}"/>
                </a:ext>
              </a:extLst>
            </p:cNvPr>
            <p:cNvSpPr/>
            <p:nvPr/>
          </p:nvSpPr>
          <p:spPr>
            <a:xfrm>
              <a:off x="294978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0">
              <a:extLst>
                <a:ext uri="{FF2B5EF4-FFF2-40B4-BE49-F238E27FC236}">
                  <a16:creationId xmlns:a16="http://schemas.microsoft.com/office/drawing/2014/main" id="{A4C6C652-0C60-CC58-0159-84C56A311FB4}"/>
                </a:ext>
              </a:extLst>
            </p:cNvPr>
            <p:cNvSpPr/>
            <p:nvPr/>
          </p:nvSpPr>
          <p:spPr>
            <a:xfrm>
              <a:off x="295922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1">
              <a:extLst>
                <a:ext uri="{FF2B5EF4-FFF2-40B4-BE49-F238E27FC236}">
                  <a16:creationId xmlns:a16="http://schemas.microsoft.com/office/drawing/2014/main" id="{B77F8893-AD7B-59E8-66F6-DCC5CF69A6D6}"/>
                </a:ext>
              </a:extLst>
            </p:cNvPr>
            <p:cNvSpPr/>
            <p:nvPr/>
          </p:nvSpPr>
          <p:spPr>
            <a:xfrm>
              <a:off x="296866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2">
              <a:extLst>
                <a:ext uri="{FF2B5EF4-FFF2-40B4-BE49-F238E27FC236}">
                  <a16:creationId xmlns:a16="http://schemas.microsoft.com/office/drawing/2014/main" id="{FE87C903-1E97-3AB2-F93E-8A1E2C727F95}"/>
                </a:ext>
              </a:extLst>
            </p:cNvPr>
            <p:cNvSpPr/>
            <p:nvPr/>
          </p:nvSpPr>
          <p:spPr>
            <a:xfrm>
              <a:off x="297810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3">
              <a:extLst>
                <a:ext uri="{FF2B5EF4-FFF2-40B4-BE49-F238E27FC236}">
                  <a16:creationId xmlns:a16="http://schemas.microsoft.com/office/drawing/2014/main" id="{E02C6C50-9393-B3E7-1422-9BD98A4D047B}"/>
                </a:ext>
              </a:extLst>
            </p:cNvPr>
            <p:cNvSpPr/>
            <p:nvPr/>
          </p:nvSpPr>
          <p:spPr>
            <a:xfrm>
              <a:off x="298754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4">
              <a:extLst>
                <a:ext uri="{FF2B5EF4-FFF2-40B4-BE49-F238E27FC236}">
                  <a16:creationId xmlns:a16="http://schemas.microsoft.com/office/drawing/2014/main" id="{B3A1FE3C-29F5-43FF-1F41-5CB9BAA16B7C}"/>
                </a:ext>
              </a:extLst>
            </p:cNvPr>
            <p:cNvSpPr/>
            <p:nvPr/>
          </p:nvSpPr>
          <p:spPr>
            <a:xfrm>
              <a:off x="299698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5">
              <a:extLst>
                <a:ext uri="{FF2B5EF4-FFF2-40B4-BE49-F238E27FC236}">
                  <a16:creationId xmlns:a16="http://schemas.microsoft.com/office/drawing/2014/main" id="{03575F70-3315-A5BB-558B-0F549D47EED9}"/>
                </a:ext>
              </a:extLst>
            </p:cNvPr>
            <p:cNvSpPr/>
            <p:nvPr/>
          </p:nvSpPr>
          <p:spPr>
            <a:xfrm>
              <a:off x="300642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6">
              <a:extLst>
                <a:ext uri="{FF2B5EF4-FFF2-40B4-BE49-F238E27FC236}">
                  <a16:creationId xmlns:a16="http://schemas.microsoft.com/office/drawing/2014/main" id="{B265F8A2-58F2-2FA3-A902-E29C1D068F66}"/>
                </a:ext>
              </a:extLst>
            </p:cNvPr>
            <p:cNvSpPr/>
            <p:nvPr/>
          </p:nvSpPr>
          <p:spPr>
            <a:xfrm>
              <a:off x="301586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7">
              <a:extLst>
                <a:ext uri="{FF2B5EF4-FFF2-40B4-BE49-F238E27FC236}">
                  <a16:creationId xmlns:a16="http://schemas.microsoft.com/office/drawing/2014/main" id="{392BA622-457C-5CFA-6C98-07DD4924117B}"/>
                </a:ext>
              </a:extLst>
            </p:cNvPr>
            <p:cNvSpPr/>
            <p:nvPr/>
          </p:nvSpPr>
          <p:spPr>
            <a:xfrm>
              <a:off x="302530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8">
              <a:extLst>
                <a:ext uri="{FF2B5EF4-FFF2-40B4-BE49-F238E27FC236}">
                  <a16:creationId xmlns:a16="http://schemas.microsoft.com/office/drawing/2014/main" id="{88696A4A-1B94-C0A6-B6F0-C992078D9BA8}"/>
                </a:ext>
              </a:extLst>
            </p:cNvPr>
            <p:cNvSpPr/>
            <p:nvPr/>
          </p:nvSpPr>
          <p:spPr>
            <a:xfrm>
              <a:off x="303474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89">
              <a:extLst>
                <a:ext uri="{FF2B5EF4-FFF2-40B4-BE49-F238E27FC236}">
                  <a16:creationId xmlns:a16="http://schemas.microsoft.com/office/drawing/2014/main" id="{2890CE6E-EBF4-9F74-23FE-A834A32E9E23}"/>
                </a:ext>
              </a:extLst>
            </p:cNvPr>
            <p:cNvSpPr/>
            <p:nvPr/>
          </p:nvSpPr>
          <p:spPr>
            <a:xfrm>
              <a:off x="304418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0">
              <a:extLst>
                <a:ext uri="{FF2B5EF4-FFF2-40B4-BE49-F238E27FC236}">
                  <a16:creationId xmlns:a16="http://schemas.microsoft.com/office/drawing/2014/main" id="{8FA2588F-4360-07A9-020B-E7ED37672598}"/>
                </a:ext>
              </a:extLst>
            </p:cNvPr>
            <p:cNvSpPr/>
            <p:nvPr/>
          </p:nvSpPr>
          <p:spPr>
            <a:xfrm>
              <a:off x="305362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1">
              <a:extLst>
                <a:ext uri="{FF2B5EF4-FFF2-40B4-BE49-F238E27FC236}">
                  <a16:creationId xmlns:a16="http://schemas.microsoft.com/office/drawing/2014/main" id="{D8911F48-D940-ABEE-3803-849D79DED46B}"/>
                </a:ext>
              </a:extLst>
            </p:cNvPr>
            <p:cNvSpPr/>
            <p:nvPr/>
          </p:nvSpPr>
          <p:spPr>
            <a:xfrm>
              <a:off x="306306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2">
              <a:extLst>
                <a:ext uri="{FF2B5EF4-FFF2-40B4-BE49-F238E27FC236}">
                  <a16:creationId xmlns:a16="http://schemas.microsoft.com/office/drawing/2014/main" id="{7CFADE0F-023A-4796-FB3B-D2611A98B5BC}"/>
                </a:ext>
              </a:extLst>
            </p:cNvPr>
            <p:cNvSpPr/>
            <p:nvPr/>
          </p:nvSpPr>
          <p:spPr>
            <a:xfrm>
              <a:off x="307250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3">
              <a:extLst>
                <a:ext uri="{FF2B5EF4-FFF2-40B4-BE49-F238E27FC236}">
                  <a16:creationId xmlns:a16="http://schemas.microsoft.com/office/drawing/2014/main" id="{870BB2E5-5709-CBBB-39B6-A4A2A16A5982}"/>
                </a:ext>
              </a:extLst>
            </p:cNvPr>
            <p:cNvSpPr/>
            <p:nvPr/>
          </p:nvSpPr>
          <p:spPr>
            <a:xfrm>
              <a:off x="308194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4">
              <a:extLst>
                <a:ext uri="{FF2B5EF4-FFF2-40B4-BE49-F238E27FC236}">
                  <a16:creationId xmlns:a16="http://schemas.microsoft.com/office/drawing/2014/main" id="{C3BAFCD7-F7EA-23FE-C743-F588FDAF7DD8}"/>
                </a:ext>
              </a:extLst>
            </p:cNvPr>
            <p:cNvSpPr/>
            <p:nvPr/>
          </p:nvSpPr>
          <p:spPr>
            <a:xfrm>
              <a:off x="309138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5">
              <a:extLst>
                <a:ext uri="{FF2B5EF4-FFF2-40B4-BE49-F238E27FC236}">
                  <a16:creationId xmlns:a16="http://schemas.microsoft.com/office/drawing/2014/main" id="{2E210906-83FE-CF27-A7E4-6DA9B76C9517}"/>
                </a:ext>
              </a:extLst>
            </p:cNvPr>
            <p:cNvSpPr/>
            <p:nvPr/>
          </p:nvSpPr>
          <p:spPr>
            <a:xfrm>
              <a:off x="310082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6">
              <a:extLst>
                <a:ext uri="{FF2B5EF4-FFF2-40B4-BE49-F238E27FC236}">
                  <a16:creationId xmlns:a16="http://schemas.microsoft.com/office/drawing/2014/main" id="{5CE936BB-2D47-D982-1A44-E5E577A4AAEA}"/>
                </a:ext>
              </a:extLst>
            </p:cNvPr>
            <p:cNvSpPr/>
            <p:nvPr/>
          </p:nvSpPr>
          <p:spPr>
            <a:xfrm>
              <a:off x="311026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7">
              <a:extLst>
                <a:ext uri="{FF2B5EF4-FFF2-40B4-BE49-F238E27FC236}">
                  <a16:creationId xmlns:a16="http://schemas.microsoft.com/office/drawing/2014/main" id="{97721B70-2707-36DA-36A1-4CCA58933959}"/>
                </a:ext>
              </a:extLst>
            </p:cNvPr>
            <p:cNvSpPr/>
            <p:nvPr/>
          </p:nvSpPr>
          <p:spPr>
            <a:xfrm>
              <a:off x="311970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8">
              <a:extLst>
                <a:ext uri="{FF2B5EF4-FFF2-40B4-BE49-F238E27FC236}">
                  <a16:creationId xmlns:a16="http://schemas.microsoft.com/office/drawing/2014/main" id="{EFABC055-F0CE-A09D-D644-84D74637F6F0}"/>
                </a:ext>
              </a:extLst>
            </p:cNvPr>
            <p:cNvSpPr/>
            <p:nvPr/>
          </p:nvSpPr>
          <p:spPr>
            <a:xfrm>
              <a:off x="312914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199">
              <a:extLst>
                <a:ext uri="{FF2B5EF4-FFF2-40B4-BE49-F238E27FC236}">
                  <a16:creationId xmlns:a16="http://schemas.microsoft.com/office/drawing/2014/main" id="{8C24C965-549B-DBD5-AC43-46A143A43147}"/>
                </a:ext>
              </a:extLst>
            </p:cNvPr>
            <p:cNvSpPr/>
            <p:nvPr/>
          </p:nvSpPr>
          <p:spPr>
            <a:xfrm>
              <a:off x="313858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0">
              <a:extLst>
                <a:ext uri="{FF2B5EF4-FFF2-40B4-BE49-F238E27FC236}">
                  <a16:creationId xmlns:a16="http://schemas.microsoft.com/office/drawing/2014/main" id="{F0D84931-90E2-EC98-4757-93A63006E610}"/>
                </a:ext>
              </a:extLst>
            </p:cNvPr>
            <p:cNvSpPr/>
            <p:nvPr/>
          </p:nvSpPr>
          <p:spPr>
            <a:xfrm>
              <a:off x="314802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1">
              <a:extLst>
                <a:ext uri="{FF2B5EF4-FFF2-40B4-BE49-F238E27FC236}">
                  <a16:creationId xmlns:a16="http://schemas.microsoft.com/office/drawing/2014/main" id="{F299FBAD-4BC6-B127-9D52-78BBF3039EE4}"/>
                </a:ext>
              </a:extLst>
            </p:cNvPr>
            <p:cNvSpPr/>
            <p:nvPr/>
          </p:nvSpPr>
          <p:spPr>
            <a:xfrm>
              <a:off x="315746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2">
              <a:extLst>
                <a:ext uri="{FF2B5EF4-FFF2-40B4-BE49-F238E27FC236}">
                  <a16:creationId xmlns:a16="http://schemas.microsoft.com/office/drawing/2014/main" id="{30784984-34BE-D93E-731D-1687FED1D81C}"/>
                </a:ext>
              </a:extLst>
            </p:cNvPr>
            <p:cNvSpPr/>
            <p:nvPr/>
          </p:nvSpPr>
          <p:spPr>
            <a:xfrm>
              <a:off x="316690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3">
              <a:extLst>
                <a:ext uri="{FF2B5EF4-FFF2-40B4-BE49-F238E27FC236}">
                  <a16:creationId xmlns:a16="http://schemas.microsoft.com/office/drawing/2014/main" id="{9EF19B77-A89B-22CB-E860-730323AE9D0A}"/>
                </a:ext>
              </a:extLst>
            </p:cNvPr>
            <p:cNvSpPr/>
            <p:nvPr/>
          </p:nvSpPr>
          <p:spPr>
            <a:xfrm>
              <a:off x="317634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4">
              <a:extLst>
                <a:ext uri="{FF2B5EF4-FFF2-40B4-BE49-F238E27FC236}">
                  <a16:creationId xmlns:a16="http://schemas.microsoft.com/office/drawing/2014/main" id="{EB003C93-E399-5EB8-5BC1-3554E09E73E5}"/>
                </a:ext>
              </a:extLst>
            </p:cNvPr>
            <p:cNvSpPr/>
            <p:nvPr/>
          </p:nvSpPr>
          <p:spPr>
            <a:xfrm>
              <a:off x="318578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5">
              <a:extLst>
                <a:ext uri="{FF2B5EF4-FFF2-40B4-BE49-F238E27FC236}">
                  <a16:creationId xmlns:a16="http://schemas.microsoft.com/office/drawing/2014/main" id="{9A2DFC18-0942-ECEA-EA00-C8CB59E67876}"/>
                </a:ext>
              </a:extLst>
            </p:cNvPr>
            <p:cNvSpPr/>
            <p:nvPr/>
          </p:nvSpPr>
          <p:spPr>
            <a:xfrm>
              <a:off x="319522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6">
              <a:extLst>
                <a:ext uri="{FF2B5EF4-FFF2-40B4-BE49-F238E27FC236}">
                  <a16:creationId xmlns:a16="http://schemas.microsoft.com/office/drawing/2014/main" id="{2FD6B7A3-10D6-601C-D184-CF64BCA966AE}"/>
                </a:ext>
              </a:extLst>
            </p:cNvPr>
            <p:cNvSpPr/>
            <p:nvPr/>
          </p:nvSpPr>
          <p:spPr>
            <a:xfrm>
              <a:off x="320466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7">
              <a:extLst>
                <a:ext uri="{FF2B5EF4-FFF2-40B4-BE49-F238E27FC236}">
                  <a16:creationId xmlns:a16="http://schemas.microsoft.com/office/drawing/2014/main" id="{3D4DE174-AD04-A146-757E-F8D0FEB6E804}"/>
                </a:ext>
              </a:extLst>
            </p:cNvPr>
            <p:cNvSpPr/>
            <p:nvPr/>
          </p:nvSpPr>
          <p:spPr>
            <a:xfrm>
              <a:off x="321410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8">
              <a:extLst>
                <a:ext uri="{FF2B5EF4-FFF2-40B4-BE49-F238E27FC236}">
                  <a16:creationId xmlns:a16="http://schemas.microsoft.com/office/drawing/2014/main" id="{FA59E26F-A172-A447-9E47-7196C582AB2E}"/>
                </a:ext>
              </a:extLst>
            </p:cNvPr>
            <p:cNvSpPr/>
            <p:nvPr/>
          </p:nvSpPr>
          <p:spPr>
            <a:xfrm>
              <a:off x="322354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09">
              <a:extLst>
                <a:ext uri="{FF2B5EF4-FFF2-40B4-BE49-F238E27FC236}">
                  <a16:creationId xmlns:a16="http://schemas.microsoft.com/office/drawing/2014/main" id="{441FD270-EBD3-85DA-41B0-85B4E62943A4}"/>
                </a:ext>
              </a:extLst>
            </p:cNvPr>
            <p:cNvSpPr/>
            <p:nvPr/>
          </p:nvSpPr>
          <p:spPr>
            <a:xfrm>
              <a:off x="323298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0">
              <a:extLst>
                <a:ext uri="{FF2B5EF4-FFF2-40B4-BE49-F238E27FC236}">
                  <a16:creationId xmlns:a16="http://schemas.microsoft.com/office/drawing/2014/main" id="{34855E6C-1504-F66D-C17C-7A157BBBEF4F}"/>
                </a:ext>
              </a:extLst>
            </p:cNvPr>
            <p:cNvSpPr/>
            <p:nvPr/>
          </p:nvSpPr>
          <p:spPr>
            <a:xfrm>
              <a:off x="324242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1">
              <a:extLst>
                <a:ext uri="{FF2B5EF4-FFF2-40B4-BE49-F238E27FC236}">
                  <a16:creationId xmlns:a16="http://schemas.microsoft.com/office/drawing/2014/main" id="{8A8910D4-C4F2-154E-664E-DD59D6EA0902}"/>
                </a:ext>
              </a:extLst>
            </p:cNvPr>
            <p:cNvSpPr/>
            <p:nvPr/>
          </p:nvSpPr>
          <p:spPr>
            <a:xfrm>
              <a:off x="325187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2">
              <a:extLst>
                <a:ext uri="{FF2B5EF4-FFF2-40B4-BE49-F238E27FC236}">
                  <a16:creationId xmlns:a16="http://schemas.microsoft.com/office/drawing/2014/main" id="{D208E510-72A9-92B5-257C-F01300319EE3}"/>
                </a:ext>
              </a:extLst>
            </p:cNvPr>
            <p:cNvSpPr/>
            <p:nvPr/>
          </p:nvSpPr>
          <p:spPr>
            <a:xfrm>
              <a:off x="326131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3">
              <a:extLst>
                <a:ext uri="{FF2B5EF4-FFF2-40B4-BE49-F238E27FC236}">
                  <a16:creationId xmlns:a16="http://schemas.microsoft.com/office/drawing/2014/main" id="{95F1A746-11E9-8674-021A-6662B7B1B9F0}"/>
                </a:ext>
              </a:extLst>
            </p:cNvPr>
            <p:cNvSpPr/>
            <p:nvPr/>
          </p:nvSpPr>
          <p:spPr>
            <a:xfrm>
              <a:off x="327075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4">
              <a:extLst>
                <a:ext uri="{FF2B5EF4-FFF2-40B4-BE49-F238E27FC236}">
                  <a16:creationId xmlns:a16="http://schemas.microsoft.com/office/drawing/2014/main" id="{7D5D8FF7-7D37-BB09-0FFF-B9B6314B6AE2}"/>
                </a:ext>
              </a:extLst>
            </p:cNvPr>
            <p:cNvSpPr/>
            <p:nvPr/>
          </p:nvSpPr>
          <p:spPr>
            <a:xfrm>
              <a:off x="328019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5">
              <a:extLst>
                <a:ext uri="{FF2B5EF4-FFF2-40B4-BE49-F238E27FC236}">
                  <a16:creationId xmlns:a16="http://schemas.microsoft.com/office/drawing/2014/main" id="{7514C811-9D23-4FCC-91DB-3707D7677110}"/>
                </a:ext>
              </a:extLst>
            </p:cNvPr>
            <p:cNvSpPr/>
            <p:nvPr/>
          </p:nvSpPr>
          <p:spPr>
            <a:xfrm>
              <a:off x="328963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6">
              <a:extLst>
                <a:ext uri="{FF2B5EF4-FFF2-40B4-BE49-F238E27FC236}">
                  <a16:creationId xmlns:a16="http://schemas.microsoft.com/office/drawing/2014/main" id="{B757AC79-BCFF-033A-449D-B600C5328960}"/>
                </a:ext>
              </a:extLst>
            </p:cNvPr>
            <p:cNvSpPr/>
            <p:nvPr/>
          </p:nvSpPr>
          <p:spPr>
            <a:xfrm>
              <a:off x="329907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7">
              <a:extLst>
                <a:ext uri="{FF2B5EF4-FFF2-40B4-BE49-F238E27FC236}">
                  <a16:creationId xmlns:a16="http://schemas.microsoft.com/office/drawing/2014/main" id="{40408E6A-7E79-5CC6-09EE-4CFC5DDF90FE}"/>
                </a:ext>
              </a:extLst>
            </p:cNvPr>
            <p:cNvSpPr/>
            <p:nvPr/>
          </p:nvSpPr>
          <p:spPr>
            <a:xfrm>
              <a:off x="330851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8">
              <a:extLst>
                <a:ext uri="{FF2B5EF4-FFF2-40B4-BE49-F238E27FC236}">
                  <a16:creationId xmlns:a16="http://schemas.microsoft.com/office/drawing/2014/main" id="{0DABF3A3-EF1F-275E-184C-472120515053}"/>
                </a:ext>
              </a:extLst>
            </p:cNvPr>
            <p:cNvSpPr/>
            <p:nvPr/>
          </p:nvSpPr>
          <p:spPr>
            <a:xfrm>
              <a:off x="331795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19">
              <a:extLst>
                <a:ext uri="{FF2B5EF4-FFF2-40B4-BE49-F238E27FC236}">
                  <a16:creationId xmlns:a16="http://schemas.microsoft.com/office/drawing/2014/main" id="{DDDE5614-CB23-1894-CD4B-A54A37D608A2}"/>
                </a:ext>
              </a:extLst>
            </p:cNvPr>
            <p:cNvSpPr/>
            <p:nvPr/>
          </p:nvSpPr>
          <p:spPr>
            <a:xfrm>
              <a:off x="332739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0">
              <a:extLst>
                <a:ext uri="{FF2B5EF4-FFF2-40B4-BE49-F238E27FC236}">
                  <a16:creationId xmlns:a16="http://schemas.microsoft.com/office/drawing/2014/main" id="{431CCA9E-E17C-CEB6-D189-9688975F1F9A}"/>
                </a:ext>
              </a:extLst>
            </p:cNvPr>
            <p:cNvSpPr/>
            <p:nvPr/>
          </p:nvSpPr>
          <p:spPr>
            <a:xfrm>
              <a:off x="3336832" y="232592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1">
              <a:extLst>
                <a:ext uri="{FF2B5EF4-FFF2-40B4-BE49-F238E27FC236}">
                  <a16:creationId xmlns:a16="http://schemas.microsoft.com/office/drawing/2014/main" id="{0A4BCD92-50A9-AFA8-9D32-7E7A07A10944}"/>
                </a:ext>
              </a:extLst>
            </p:cNvPr>
            <p:cNvSpPr/>
            <p:nvPr/>
          </p:nvSpPr>
          <p:spPr>
            <a:xfrm>
              <a:off x="3346272" y="2308350"/>
              <a:ext cx="919361" cy="925702"/>
            </a:xfrm>
            <a:custGeom>
              <a:avLst/>
              <a:gdLst/>
              <a:ahLst/>
              <a:cxnLst/>
              <a:rect l="0" t="0" r="0" b="0"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2">
              <a:extLst>
                <a:ext uri="{FF2B5EF4-FFF2-40B4-BE49-F238E27FC236}">
                  <a16:creationId xmlns:a16="http://schemas.microsoft.com/office/drawing/2014/main" id="{61BF551D-3F24-DC40-7F0F-8992BCA5E743}"/>
                </a:ext>
              </a:extLst>
            </p:cNvPr>
            <p:cNvSpPr/>
            <p:nvPr/>
          </p:nvSpPr>
          <p:spPr>
            <a:xfrm>
              <a:off x="2421129" y="229078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3">
              <a:extLst>
                <a:ext uri="{FF2B5EF4-FFF2-40B4-BE49-F238E27FC236}">
                  <a16:creationId xmlns:a16="http://schemas.microsoft.com/office/drawing/2014/main" id="{B38BD38D-A6F9-0F20-8258-5E893AD6F224}"/>
                </a:ext>
              </a:extLst>
            </p:cNvPr>
            <p:cNvSpPr/>
            <p:nvPr/>
          </p:nvSpPr>
          <p:spPr>
            <a:xfrm>
              <a:off x="242112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4">
              <a:extLst>
                <a:ext uri="{FF2B5EF4-FFF2-40B4-BE49-F238E27FC236}">
                  <a16:creationId xmlns:a16="http://schemas.microsoft.com/office/drawing/2014/main" id="{4DF2F187-AD78-54AB-76C1-F1F8DAE2EAB4}"/>
                </a:ext>
              </a:extLst>
            </p:cNvPr>
            <p:cNvSpPr/>
            <p:nvPr/>
          </p:nvSpPr>
          <p:spPr>
            <a:xfrm>
              <a:off x="243056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5">
              <a:extLst>
                <a:ext uri="{FF2B5EF4-FFF2-40B4-BE49-F238E27FC236}">
                  <a16:creationId xmlns:a16="http://schemas.microsoft.com/office/drawing/2014/main" id="{FAFD34D4-4FA9-5164-F6C0-7EE1C73C99B9}"/>
                </a:ext>
              </a:extLst>
            </p:cNvPr>
            <p:cNvSpPr/>
            <p:nvPr/>
          </p:nvSpPr>
          <p:spPr>
            <a:xfrm>
              <a:off x="244000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6">
              <a:extLst>
                <a:ext uri="{FF2B5EF4-FFF2-40B4-BE49-F238E27FC236}">
                  <a16:creationId xmlns:a16="http://schemas.microsoft.com/office/drawing/2014/main" id="{7EEE229C-0031-DFDA-0698-F8B337B0ACCF}"/>
                </a:ext>
              </a:extLst>
            </p:cNvPr>
            <p:cNvSpPr/>
            <p:nvPr/>
          </p:nvSpPr>
          <p:spPr>
            <a:xfrm>
              <a:off x="244944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7">
              <a:extLst>
                <a:ext uri="{FF2B5EF4-FFF2-40B4-BE49-F238E27FC236}">
                  <a16:creationId xmlns:a16="http://schemas.microsoft.com/office/drawing/2014/main" id="{E1C0A05F-496E-715B-B0FB-4BFE358B66B9}"/>
                </a:ext>
              </a:extLst>
            </p:cNvPr>
            <p:cNvSpPr/>
            <p:nvPr/>
          </p:nvSpPr>
          <p:spPr>
            <a:xfrm>
              <a:off x="245889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8">
              <a:extLst>
                <a:ext uri="{FF2B5EF4-FFF2-40B4-BE49-F238E27FC236}">
                  <a16:creationId xmlns:a16="http://schemas.microsoft.com/office/drawing/2014/main" id="{09C5011B-5158-0186-1521-02C6A4FC91EB}"/>
                </a:ext>
              </a:extLst>
            </p:cNvPr>
            <p:cNvSpPr/>
            <p:nvPr/>
          </p:nvSpPr>
          <p:spPr>
            <a:xfrm>
              <a:off x="246833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29">
              <a:extLst>
                <a:ext uri="{FF2B5EF4-FFF2-40B4-BE49-F238E27FC236}">
                  <a16:creationId xmlns:a16="http://schemas.microsoft.com/office/drawing/2014/main" id="{48EAFD86-AF18-FF7D-C02C-7BACCC1EAD48}"/>
                </a:ext>
              </a:extLst>
            </p:cNvPr>
            <p:cNvSpPr/>
            <p:nvPr/>
          </p:nvSpPr>
          <p:spPr>
            <a:xfrm>
              <a:off x="247777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0">
              <a:extLst>
                <a:ext uri="{FF2B5EF4-FFF2-40B4-BE49-F238E27FC236}">
                  <a16:creationId xmlns:a16="http://schemas.microsoft.com/office/drawing/2014/main" id="{E8DD7156-050F-0659-B7B8-CFBA8DE7727C}"/>
                </a:ext>
              </a:extLst>
            </p:cNvPr>
            <p:cNvSpPr/>
            <p:nvPr/>
          </p:nvSpPr>
          <p:spPr>
            <a:xfrm>
              <a:off x="248721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1">
              <a:extLst>
                <a:ext uri="{FF2B5EF4-FFF2-40B4-BE49-F238E27FC236}">
                  <a16:creationId xmlns:a16="http://schemas.microsoft.com/office/drawing/2014/main" id="{250479F4-0E37-6FDC-7A91-FE0D895F24FF}"/>
                </a:ext>
              </a:extLst>
            </p:cNvPr>
            <p:cNvSpPr/>
            <p:nvPr/>
          </p:nvSpPr>
          <p:spPr>
            <a:xfrm>
              <a:off x="249665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2">
              <a:extLst>
                <a:ext uri="{FF2B5EF4-FFF2-40B4-BE49-F238E27FC236}">
                  <a16:creationId xmlns:a16="http://schemas.microsoft.com/office/drawing/2014/main" id="{9ACF168D-582E-7D48-F199-104D2D522F86}"/>
                </a:ext>
              </a:extLst>
            </p:cNvPr>
            <p:cNvSpPr/>
            <p:nvPr/>
          </p:nvSpPr>
          <p:spPr>
            <a:xfrm>
              <a:off x="250609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3">
              <a:extLst>
                <a:ext uri="{FF2B5EF4-FFF2-40B4-BE49-F238E27FC236}">
                  <a16:creationId xmlns:a16="http://schemas.microsoft.com/office/drawing/2014/main" id="{2CD39E2A-5D6E-6E62-67B0-0ABFDF3260B5}"/>
                </a:ext>
              </a:extLst>
            </p:cNvPr>
            <p:cNvSpPr/>
            <p:nvPr/>
          </p:nvSpPr>
          <p:spPr>
            <a:xfrm>
              <a:off x="251553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4">
              <a:extLst>
                <a:ext uri="{FF2B5EF4-FFF2-40B4-BE49-F238E27FC236}">
                  <a16:creationId xmlns:a16="http://schemas.microsoft.com/office/drawing/2014/main" id="{CCDBD394-08ED-BC29-A0B1-9FE68B52B030}"/>
                </a:ext>
              </a:extLst>
            </p:cNvPr>
            <p:cNvSpPr/>
            <p:nvPr/>
          </p:nvSpPr>
          <p:spPr>
            <a:xfrm>
              <a:off x="252497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5">
              <a:extLst>
                <a:ext uri="{FF2B5EF4-FFF2-40B4-BE49-F238E27FC236}">
                  <a16:creationId xmlns:a16="http://schemas.microsoft.com/office/drawing/2014/main" id="{EC8B93ED-A19F-34BB-2994-6A05265B8255}"/>
                </a:ext>
              </a:extLst>
            </p:cNvPr>
            <p:cNvSpPr/>
            <p:nvPr/>
          </p:nvSpPr>
          <p:spPr>
            <a:xfrm>
              <a:off x="253441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6">
              <a:extLst>
                <a:ext uri="{FF2B5EF4-FFF2-40B4-BE49-F238E27FC236}">
                  <a16:creationId xmlns:a16="http://schemas.microsoft.com/office/drawing/2014/main" id="{ECFB5182-3660-B941-67D4-503185653059}"/>
                </a:ext>
              </a:extLst>
            </p:cNvPr>
            <p:cNvSpPr/>
            <p:nvPr/>
          </p:nvSpPr>
          <p:spPr>
            <a:xfrm>
              <a:off x="254385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7">
              <a:extLst>
                <a:ext uri="{FF2B5EF4-FFF2-40B4-BE49-F238E27FC236}">
                  <a16:creationId xmlns:a16="http://schemas.microsoft.com/office/drawing/2014/main" id="{3FA61AD9-3A1B-9598-3BDC-5EF9D3E147E5}"/>
                </a:ext>
              </a:extLst>
            </p:cNvPr>
            <p:cNvSpPr/>
            <p:nvPr/>
          </p:nvSpPr>
          <p:spPr>
            <a:xfrm>
              <a:off x="255329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8">
              <a:extLst>
                <a:ext uri="{FF2B5EF4-FFF2-40B4-BE49-F238E27FC236}">
                  <a16:creationId xmlns:a16="http://schemas.microsoft.com/office/drawing/2014/main" id="{0D447A12-AF26-0321-EA5A-3332A969F802}"/>
                </a:ext>
              </a:extLst>
            </p:cNvPr>
            <p:cNvSpPr/>
            <p:nvPr/>
          </p:nvSpPr>
          <p:spPr>
            <a:xfrm>
              <a:off x="256273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39">
              <a:extLst>
                <a:ext uri="{FF2B5EF4-FFF2-40B4-BE49-F238E27FC236}">
                  <a16:creationId xmlns:a16="http://schemas.microsoft.com/office/drawing/2014/main" id="{23982B40-2B33-0254-0378-A787E55AC9A3}"/>
                </a:ext>
              </a:extLst>
            </p:cNvPr>
            <p:cNvSpPr/>
            <p:nvPr/>
          </p:nvSpPr>
          <p:spPr>
            <a:xfrm>
              <a:off x="257217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0">
              <a:extLst>
                <a:ext uri="{FF2B5EF4-FFF2-40B4-BE49-F238E27FC236}">
                  <a16:creationId xmlns:a16="http://schemas.microsoft.com/office/drawing/2014/main" id="{A28C04EC-7864-3A5F-6506-01F2D0653C9F}"/>
                </a:ext>
              </a:extLst>
            </p:cNvPr>
            <p:cNvSpPr/>
            <p:nvPr/>
          </p:nvSpPr>
          <p:spPr>
            <a:xfrm>
              <a:off x="258161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1">
              <a:extLst>
                <a:ext uri="{FF2B5EF4-FFF2-40B4-BE49-F238E27FC236}">
                  <a16:creationId xmlns:a16="http://schemas.microsoft.com/office/drawing/2014/main" id="{6E129B32-28DC-AC18-7167-3530ECBB2B40}"/>
                </a:ext>
              </a:extLst>
            </p:cNvPr>
            <p:cNvSpPr/>
            <p:nvPr/>
          </p:nvSpPr>
          <p:spPr>
            <a:xfrm>
              <a:off x="259105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2">
              <a:extLst>
                <a:ext uri="{FF2B5EF4-FFF2-40B4-BE49-F238E27FC236}">
                  <a16:creationId xmlns:a16="http://schemas.microsoft.com/office/drawing/2014/main" id="{8BCACEE3-B188-68EC-5904-096153328EB9}"/>
                </a:ext>
              </a:extLst>
            </p:cNvPr>
            <p:cNvSpPr/>
            <p:nvPr/>
          </p:nvSpPr>
          <p:spPr>
            <a:xfrm>
              <a:off x="260049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3">
              <a:extLst>
                <a:ext uri="{FF2B5EF4-FFF2-40B4-BE49-F238E27FC236}">
                  <a16:creationId xmlns:a16="http://schemas.microsoft.com/office/drawing/2014/main" id="{79C5E0D0-7DC1-9C0A-E9C7-EAE9A92BE94A}"/>
                </a:ext>
              </a:extLst>
            </p:cNvPr>
            <p:cNvSpPr/>
            <p:nvPr/>
          </p:nvSpPr>
          <p:spPr>
            <a:xfrm>
              <a:off x="260993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4">
              <a:extLst>
                <a:ext uri="{FF2B5EF4-FFF2-40B4-BE49-F238E27FC236}">
                  <a16:creationId xmlns:a16="http://schemas.microsoft.com/office/drawing/2014/main" id="{C3BF5A50-F0F3-7169-4810-884520E1D1E2}"/>
                </a:ext>
              </a:extLst>
            </p:cNvPr>
            <p:cNvSpPr/>
            <p:nvPr/>
          </p:nvSpPr>
          <p:spPr>
            <a:xfrm>
              <a:off x="261937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5">
              <a:extLst>
                <a:ext uri="{FF2B5EF4-FFF2-40B4-BE49-F238E27FC236}">
                  <a16:creationId xmlns:a16="http://schemas.microsoft.com/office/drawing/2014/main" id="{C08EF225-0C4C-1717-6D81-6FCAA1D7800C}"/>
                </a:ext>
              </a:extLst>
            </p:cNvPr>
            <p:cNvSpPr/>
            <p:nvPr/>
          </p:nvSpPr>
          <p:spPr>
            <a:xfrm>
              <a:off x="262881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6">
              <a:extLst>
                <a:ext uri="{FF2B5EF4-FFF2-40B4-BE49-F238E27FC236}">
                  <a16:creationId xmlns:a16="http://schemas.microsoft.com/office/drawing/2014/main" id="{94D41846-F538-2709-AAF8-01E6C9A22250}"/>
                </a:ext>
              </a:extLst>
            </p:cNvPr>
            <p:cNvSpPr/>
            <p:nvPr/>
          </p:nvSpPr>
          <p:spPr>
            <a:xfrm>
              <a:off x="263825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7">
              <a:extLst>
                <a:ext uri="{FF2B5EF4-FFF2-40B4-BE49-F238E27FC236}">
                  <a16:creationId xmlns:a16="http://schemas.microsoft.com/office/drawing/2014/main" id="{FEA37AD0-2073-8712-91E2-7C1AF845638A}"/>
                </a:ext>
              </a:extLst>
            </p:cNvPr>
            <p:cNvSpPr/>
            <p:nvPr/>
          </p:nvSpPr>
          <p:spPr>
            <a:xfrm>
              <a:off x="264769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8">
              <a:extLst>
                <a:ext uri="{FF2B5EF4-FFF2-40B4-BE49-F238E27FC236}">
                  <a16:creationId xmlns:a16="http://schemas.microsoft.com/office/drawing/2014/main" id="{0422F425-8A6F-F318-646A-0921DDA1142D}"/>
                </a:ext>
              </a:extLst>
            </p:cNvPr>
            <p:cNvSpPr/>
            <p:nvPr/>
          </p:nvSpPr>
          <p:spPr>
            <a:xfrm>
              <a:off x="265713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49">
              <a:extLst>
                <a:ext uri="{FF2B5EF4-FFF2-40B4-BE49-F238E27FC236}">
                  <a16:creationId xmlns:a16="http://schemas.microsoft.com/office/drawing/2014/main" id="{F001A67C-A943-6424-C68F-E9C27AC884DF}"/>
                </a:ext>
              </a:extLst>
            </p:cNvPr>
            <p:cNvSpPr/>
            <p:nvPr/>
          </p:nvSpPr>
          <p:spPr>
            <a:xfrm>
              <a:off x="266657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0">
              <a:extLst>
                <a:ext uri="{FF2B5EF4-FFF2-40B4-BE49-F238E27FC236}">
                  <a16:creationId xmlns:a16="http://schemas.microsoft.com/office/drawing/2014/main" id="{1FF64EC7-1A58-8B2A-D9D4-0850B703C290}"/>
                </a:ext>
              </a:extLst>
            </p:cNvPr>
            <p:cNvSpPr/>
            <p:nvPr/>
          </p:nvSpPr>
          <p:spPr>
            <a:xfrm>
              <a:off x="267601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1">
              <a:extLst>
                <a:ext uri="{FF2B5EF4-FFF2-40B4-BE49-F238E27FC236}">
                  <a16:creationId xmlns:a16="http://schemas.microsoft.com/office/drawing/2014/main" id="{629AC330-ECC8-2597-F42A-61B99165E48E}"/>
                </a:ext>
              </a:extLst>
            </p:cNvPr>
            <p:cNvSpPr/>
            <p:nvPr/>
          </p:nvSpPr>
          <p:spPr>
            <a:xfrm>
              <a:off x="268545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2">
              <a:extLst>
                <a:ext uri="{FF2B5EF4-FFF2-40B4-BE49-F238E27FC236}">
                  <a16:creationId xmlns:a16="http://schemas.microsoft.com/office/drawing/2014/main" id="{0B1F285E-52C0-FBFA-985A-AB96D967B5AA}"/>
                </a:ext>
              </a:extLst>
            </p:cNvPr>
            <p:cNvSpPr/>
            <p:nvPr/>
          </p:nvSpPr>
          <p:spPr>
            <a:xfrm>
              <a:off x="269489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3">
              <a:extLst>
                <a:ext uri="{FF2B5EF4-FFF2-40B4-BE49-F238E27FC236}">
                  <a16:creationId xmlns:a16="http://schemas.microsoft.com/office/drawing/2014/main" id="{67B957E8-317B-A4F1-3E81-6F1E59618ED8}"/>
                </a:ext>
              </a:extLst>
            </p:cNvPr>
            <p:cNvSpPr/>
            <p:nvPr/>
          </p:nvSpPr>
          <p:spPr>
            <a:xfrm>
              <a:off x="270433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4">
              <a:extLst>
                <a:ext uri="{FF2B5EF4-FFF2-40B4-BE49-F238E27FC236}">
                  <a16:creationId xmlns:a16="http://schemas.microsoft.com/office/drawing/2014/main" id="{8AE5767E-19A8-7AAF-FC4A-D1C265A93774}"/>
                </a:ext>
              </a:extLst>
            </p:cNvPr>
            <p:cNvSpPr/>
            <p:nvPr/>
          </p:nvSpPr>
          <p:spPr>
            <a:xfrm>
              <a:off x="2713776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5">
              <a:extLst>
                <a:ext uri="{FF2B5EF4-FFF2-40B4-BE49-F238E27FC236}">
                  <a16:creationId xmlns:a16="http://schemas.microsoft.com/office/drawing/2014/main" id="{AA3C9F26-CF9D-7209-CAB5-D7E662A7A7C8}"/>
                </a:ext>
              </a:extLst>
            </p:cNvPr>
            <p:cNvSpPr/>
            <p:nvPr/>
          </p:nvSpPr>
          <p:spPr>
            <a:xfrm>
              <a:off x="2723216" y="2290780"/>
              <a:ext cx="915794" cy="925599"/>
            </a:xfrm>
            <a:custGeom>
              <a:avLst/>
              <a:gdLst/>
              <a:ahLst/>
              <a:cxnLst/>
              <a:rect l="0" t="0" r="0" b="0"/>
              <a:pathLst>
                <a:path w="915794" h="925599">
                  <a:moveTo>
                    <a:pt x="914400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400" y="9255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6">
              <a:extLst>
                <a:ext uri="{FF2B5EF4-FFF2-40B4-BE49-F238E27FC236}">
                  <a16:creationId xmlns:a16="http://schemas.microsoft.com/office/drawing/2014/main" id="{9CEAB7E4-F6B0-35E8-AD44-BFE67969AF9A}"/>
                </a:ext>
              </a:extLst>
            </p:cNvPr>
            <p:cNvSpPr/>
            <p:nvPr/>
          </p:nvSpPr>
          <p:spPr>
            <a:xfrm>
              <a:off x="2798738" y="230835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400" y="90752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7">
              <a:extLst>
                <a:ext uri="{FF2B5EF4-FFF2-40B4-BE49-F238E27FC236}">
                  <a16:creationId xmlns:a16="http://schemas.microsoft.com/office/drawing/2014/main" id="{13600331-FBD4-6F81-7A97-75144B3E4B9E}"/>
                </a:ext>
              </a:extLst>
            </p:cNvPr>
            <p:cNvSpPr/>
            <p:nvPr/>
          </p:nvSpPr>
          <p:spPr>
            <a:xfrm>
              <a:off x="2808178" y="229078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8">
              <a:extLst>
                <a:ext uri="{FF2B5EF4-FFF2-40B4-BE49-F238E27FC236}">
                  <a16:creationId xmlns:a16="http://schemas.microsoft.com/office/drawing/2014/main" id="{0704BDD3-B77A-C9F8-8BE2-3C41D37C22EC}"/>
                </a:ext>
              </a:extLst>
            </p:cNvPr>
            <p:cNvSpPr/>
            <p:nvPr/>
          </p:nvSpPr>
          <p:spPr>
            <a:xfrm>
              <a:off x="280817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59">
              <a:extLst>
                <a:ext uri="{FF2B5EF4-FFF2-40B4-BE49-F238E27FC236}">
                  <a16:creationId xmlns:a16="http://schemas.microsoft.com/office/drawing/2014/main" id="{B686680C-D271-FC86-DEF3-673E07A7F37F}"/>
                </a:ext>
              </a:extLst>
            </p:cNvPr>
            <p:cNvSpPr/>
            <p:nvPr/>
          </p:nvSpPr>
          <p:spPr>
            <a:xfrm>
              <a:off x="281761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0">
              <a:extLst>
                <a:ext uri="{FF2B5EF4-FFF2-40B4-BE49-F238E27FC236}">
                  <a16:creationId xmlns:a16="http://schemas.microsoft.com/office/drawing/2014/main" id="{D7110770-6BEE-99BF-70CE-EEB5794393DE}"/>
                </a:ext>
              </a:extLst>
            </p:cNvPr>
            <p:cNvSpPr/>
            <p:nvPr/>
          </p:nvSpPr>
          <p:spPr>
            <a:xfrm>
              <a:off x="282705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1">
              <a:extLst>
                <a:ext uri="{FF2B5EF4-FFF2-40B4-BE49-F238E27FC236}">
                  <a16:creationId xmlns:a16="http://schemas.microsoft.com/office/drawing/2014/main" id="{E79A95EB-1CFF-E86F-1847-6CA80D94AAA3}"/>
                </a:ext>
              </a:extLst>
            </p:cNvPr>
            <p:cNvSpPr/>
            <p:nvPr/>
          </p:nvSpPr>
          <p:spPr>
            <a:xfrm>
              <a:off x="283649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2">
              <a:extLst>
                <a:ext uri="{FF2B5EF4-FFF2-40B4-BE49-F238E27FC236}">
                  <a16:creationId xmlns:a16="http://schemas.microsoft.com/office/drawing/2014/main" id="{F2BA0515-2720-6D06-1453-C1ECFB682685}"/>
                </a:ext>
              </a:extLst>
            </p:cNvPr>
            <p:cNvSpPr/>
            <p:nvPr/>
          </p:nvSpPr>
          <p:spPr>
            <a:xfrm>
              <a:off x="284593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3">
              <a:extLst>
                <a:ext uri="{FF2B5EF4-FFF2-40B4-BE49-F238E27FC236}">
                  <a16:creationId xmlns:a16="http://schemas.microsoft.com/office/drawing/2014/main" id="{028183B3-D0F7-3B98-4C9A-427BAF19FB1C}"/>
                </a:ext>
              </a:extLst>
            </p:cNvPr>
            <p:cNvSpPr/>
            <p:nvPr/>
          </p:nvSpPr>
          <p:spPr>
            <a:xfrm>
              <a:off x="285538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4">
              <a:extLst>
                <a:ext uri="{FF2B5EF4-FFF2-40B4-BE49-F238E27FC236}">
                  <a16:creationId xmlns:a16="http://schemas.microsoft.com/office/drawing/2014/main" id="{DA5E15C9-5E85-1C57-B804-04F2FD47E3D8}"/>
                </a:ext>
              </a:extLst>
            </p:cNvPr>
            <p:cNvSpPr/>
            <p:nvPr/>
          </p:nvSpPr>
          <p:spPr>
            <a:xfrm>
              <a:off x="286482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5">
              <a:extLst>
                <a:ext uri="{FF2B5EF4-FFF2-40B4-BE49-F238E27FC236}">
                  <a16:creationId xmlns:a16="http://schemas.microsoft.com/office/drawing/2014/main" id="{12A2356E-E75E-C890-778D-9C8B3B02BB97}"/>
                </a:ext>
              </a:extLst>
            </p:cNvPr>
            <p:cNvSpPr/>
            <p:nvPr/>
          </p:nvSpPr>
          <p:spPr>
            <a:xfrm>
              <a:off x="287426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6">
              <a:extLst>
                <a:ext uri="{FF2B5EF4-FFF2-40B4-BE49-F238E27FC236}">
                  <a16:creationId xmlns:a16="http://schemas.microsoft.com/office/drawing/2014/main" id="{33498297-C30D-63A9-10AA-4BD01B7B7E3F}"/>
                </a:ext>
              </a:extLst>
            </p:cNvPr>
            <p:cNvSpPr/>
            <p:nvPr/>
          </p:nvSpPr>
          <p:spPr>
            <a:xfrm>
              <a:off x="288370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7">
              <a:extLst>
                <a:ext uri="{FF2B5EF4-FFF2-40B4-BE49-F238E27FC236}">
                  <a16:creationId xmlns:a16="http://schemas.microsoft.com/office/drawing/2014/main" id="{7EC253BA-5E63-46CC-075E-347457DEF2C0}"/>
                </a:ext>
              </a:extLst>
            </p:cNvPr>
            <p:cNvSpPr/>
            <p:nvPr/>
          </p:nvSpPr>
          <p:spPr>
            <a:xfrm>
              <a:off x="289314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8">
              <a:extLst>
                <a:ext uri="{FF2B5EF4-FFF2-40B4-BE49-F238E27FC236}">
                  <a16:creationId xmlns:a16="http://schemas.microsoft.com/office/drawing/2014/main" id="{33894069-3C62-383E-28F5-2093422D5AC3}"/>
                </a:ext>
              </a:extLst>
            </p:cNvPr>
            <p:cNvSpPr/>
            <p:nvPr/>
          </p:nvSpPr>
          <p:spPr>
            <a:xfrm>
              <a:off x="290258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69">
              <a:extLst>
                <a:ext uri="{FF2B5EF4-FFF2-40B4-BE49-F238E27FC236}">
                  <a16:creationId xmlns:a16="http://schemas.microsoft.com/office/drawing/2014/main" id="{CD907450-5768-3FBA-F10C-4BD0A7F25475}"/>
                </a:ext>
              </a:extLst>
            </p:cNvPr>
            <p:cNvSpPr/>
            <p:nvPr/>
          </p:nvSpPr>
          <p:spPr>
            <a:xfrm>
              <a:off x="291202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0">
              <a:extLst>
                <a:ext uri="{FF2B5EF4-FFF2-40B4-BE49-F238E27FC236}">
                  <a16:creationId xmlns:a16="http://schemas.microsoft.com/office/drawing/2014/main" id="{D532E3D1-7FA2-97CA-399D-B1D170DDFC3A}"/>
                </a:ext>
              </a:extLst>
            </p:cNvPr>
            <p:cNvSpPr/>
            <p:nvPr/>
          </p:nvSpPr>
          <p:spPr>
            <a:xfrm>
              <a:off x="292146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1">
              <a:extLst>
                <a:ext uri="{FF2B5EF4-FFF2-40B4-BE49-F238E27FC236}">
                  <a16:creationId xmlns:a16="http://schemas.microsoft.com/office/drawing/2014/main" id="{2111C368-AD96-CD04-AB26-3CCE824E41E9}"/>
                </a:ext>
              </a:extLst>
            </p:cNvPr>
            <p:cNvSpPr/>
            <p:nvPr/>
          </p:nvSpPr>
          <p:spPr>
            <a:xfrm>
              <a:off x="293090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2">
              <a:extLst>
                <a:ext uri="{FF2B5EF4-FFF2-40B4-BE49-F238E27FC236}">
                  <a16:creationId xmlns:a16="http://schemas.microsoft.com/office/drawing/2014/main" id="{EC08D1F6-7199-06F3-962C-D5CF28708A0C}"/>
                </a:ext>
              </a:extLst>
            </p:cNvPr>
            <p:cNvSpPr/>
            <p:nvPr/>
          </p:nvSpPr>
          <p:spPr>
            <a:xfrm>
              <a:off x="294034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3">
              <a:extLst>
                <a:ext uri="{FF2B5EF4-FFF2-40B4-BE49-F238E27FC236}">
                  <a16:creationId xmlns:a16="http://schemas.microsoft.com/office/drawing/2014/main" id="{55A6D0A3-3240-9D9B-A7DA-A3157BD7CD3A}"/>
                </a:ext>
              </a:extLst>
            </p:cNvPr>
            <p:cNvSpPr/>
            <p:nvPr/>
          </p:nvSpPr>
          <p:spPr>
            <a:xfrm>
              <a:off x="294978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4">
              <a:extLst>
                <a:ext uri="{FF2B5EF4-FFF2-40B4-BE49-F238E27FC236}">
                  <a16:creationId xmlns:a16="http://schemas.microsoft.com/office/drawing/2014/main" id="{6ECA863E-38A9-E302-F0F2-39896A95E88C}"/>
                </a:ext>
              </a:extLst>
            </p:cNvPr>
            <p:cNvSpPr/>
            <p:nvPr/>
          </p:nvSpPr>
          <p:spPr>
            <a:xfrm>
              <a:off x="295922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5">
              <a:extLst>
                <a:ext uri="{FF2B5EF4-FFF2-40B4-BE49-F238E27FC236}">
                  <a16:creationId xmlns:a16="http://schemas.microsoft.com/office/drawing/2014/main" id="{035A5B2D-C11D-6912-E3F2-73C1B2D8DE48}"/>
                </a:ext>
              </a:extLst>
            </p:cNvPr>
            <p:cNvSpPr/>
            <p:nvPr/>
          </p:nvSpPr>
          <p:spPr>
            <a:xfrm>
              <a:off x="296866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6">
              <a:extLst>
                <a:ext uri="{FF2B5EF4-FFF2-40B4-BE49-F238E27FC236}">
                  <a16:creationId xmlns:a16="http://schemas.microsoft.com/office/drawing/2014/main" id="{469EBFFB-9A4D-10D8-6FFA-F8973A1FCD3F}"/>
                </a:ext>
              </a:extLst>
            </p:cNvPr>
            <p:cNvSpPr/>
            <p:nvPr/>
          </p:nvSpPr>
          <p:spPr>
            <a:xfrm>
              <a:off x="297810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7">
              <a:extLst>
                <a:ext uri="{FF2B5EF4-FFF2-40B4-BE49-F238E27FC236}">
                  <a16:creationId xmlns:a16="http://schemas.microsoft.com/office/drawing/2014/main" id="{F6E6978D-CC62-7D1A-A425-ABA1D9B9CDE7}"/>
                </a:ext>
              </a:extLst>
            </p:cNvPr>
            <p:cNvSpPr/>
            <p:nvPr/>
          </p:nvSpPr>
          <p:spPr>
            <a:xfrm>
              <a:off x="298754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8">
              <a:extLst>
                <a:ext uri="{FF2B5EF4-FFF2-40B4-BE49-F238E27FC236}">
                  <a16:creationId xmlns:a16="http://schemas.microsoft.com/office/drawing/2014/main" id="{A7EF8B42-63CB-6750-1C8B-FA2B1A659FB0}"/>
                </a:ext>
              </a:extLst>
            </p:cNvPr>
            <p:cNvSpPr/>
            <p:nvPr/>
          </p:nvSpPr>
          <p:spPr>
            <a:xfrm>
              <a:off x="299698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79">
              <a:extLst>
                <a:ext uri="{FF2B5EF4-FFF2-40B4-BE49-F238E27FC236}">
                  <a16:creationId xmlns:a16="http://schemas.microsoft.com/office/drawing/2014/main" id="{80F97519-3A97-9A11-2D25-C160537A3951}"/>
                </a:ext>
              </a:extLst>
            </p:cNvPr>
            <p:cNvSpPr/>
            <p:nvPr/>
          </p:nvSpPr>
          <p:spPr>
            <a:xfrm>
              <a:off x="300642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0">
              <a:extLst>
                <a:ext uri="{FF2B5EF4-FFF2-40B4-BE49-F238E27FC236}">
                  <a16:creationId xmlns:a16="http://schemas.microsoft.com/office/drawing/2014/main" id="{DD9502ED-7054-ABE7-7694-4BA4CBBB132C}"/>
                </a:ext>
              </a:extLst>
            </p:cNvPr>
            <p:cNvSpPr/>
            <p:nvPr/>
          </p:nvSpPr>
          <p:spPr>
            <a:xfrm>
              <a:off x="301586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1">
              <a:extLst>
                <a:ext uri="{FF2B5EF4-FFF2-40B4-BE49-F238E27FC236}">
                  <a16:creationId xmlns:a16="http://schemas.microsoft.com/office/drawing/2014/main" id="{C8403432-B382-65F0-88CF-D1CBC20FB1FF}"/>
                </a:ext>
              </a:extLst>
            </p:cNvPr>
            <p:cNvSpPr/>
            <p:nvPr/>
          </p:nvSpPr>
          <p:spPr>
            <a:xfrm>
              <a:off x="302530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2">
              <a:extLst>
                <a:ext uri="{FF2B5EF4-FFF2-40B4-BE49-F238E27FC236}">
                  <a16:creationId xmlns:a16="http://schemas.microsoft.com/office/drawing/2014/main" id="{0367A753-5571-F4F0-F9EC-846363EFE718}"/>
                </a:ext>
              </a:extLst>
            </p:cNvPr>
            <p:cNvSpPr/>
            <p:nvPr/>
          </p:nvSpPr>
          <p:spPr>
            <a:xfrm>
              <a:off x="303474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3">
              <a:extLst>
                <a:ext uri="{FF2B5EF4-FFF2-40B4-BE49-F238E27FC236}">
                  <a16:creationId xmlns:a16="http://schemas.microsoft.com/office/drawing/2014/main" id="{346BE845-15E8-311C-C6A3-36BC5AC66A8A}"/>
                </a:ext>
              </a:extLst>
            </p:cNvPr>
            <p:cNvSpPr/>
            <p:nvPr/>
          </p:nvSpPr>
          <p:spPr>
            <a:xfrm>
              <a:off x="304418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4">
              <a:extLst>
                <a:ext uri="{FF2B5EF4-FFF2-40B4-BE49-F238E27FC236}">
                  <a16:creationId xmlns:a16="http://schemas.microsoft.com/office/drawing/2014/main" id="{63063F9E-0A80-DF40-9E10-C68377677040}"/>
                </a:ext>
              </a:extLst>
            </p:cNvPr>
            <p:cNvSpPr/>
            <p:nvPr/>
          </p:nvSpPr>
          <p:spPr>
            <a:xfrm>
              <a:off x="305362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5">
              <a:extLst>
                <a:ext uri="{FF2B5EF4-FFF2-40B4-BE49-F238E27FC236}">
                  <a16:creationId xmlns:a16="http://schemas.microsoft.com/office/drawing/2014/main" id="{03193FA4-FBF1-2333-4E85-82DB141ECC09}"/>
                </a:ext>
              </a:extLst>
            </p:cNvPr>
            <p:cNvSpPr/>
            <p:nvPr/>
          </p:nvSpPr>
          <p:spPr>
            <a:xfrm>
              <a:off x="306306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6">
              <a:extLst>
                <a:ext uri="{FF2B5EF4-FFF2-40B4-BE49-F238E27FC236}">
                  <a16:creationId xmlns:a16="http://schemas.microsoft.com/office/drawing/2014/main" id="{C6368504-1D84-5732-161C-33322A097E8D}"/>
                </a:ext>
              </a:extLst>
            </p:cNvPr>
            <p:cNvSpPr/>
            <p:nvPr/>
          </p:nvSpPr>
          <p:spPr>
            <a:xfrm>
              <a:off x="307250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7">
              <a:extLst>
                <a:ext uri="{FF2B5EF4-FFF2-40B4-BE49-F238E27FC236}">
                  <a16:creationId xmlns:a16="http://schemas.microsoft.com/office/drawing/2014/main" id="{10B9E36A-CA2A-0152-81E3-F2D79929E5FE}"/>
                </a:ext>
              </a:extLst>
            </p:cNvPr>
            <p:cNvSpPr/>
            <p:nvPr/>
          </p:nvSpPr>
          <p:spPr>
            <a:xfrm>
              <a:off x="308194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8">
              <a:extLst>
                <a:ext uri="{FF2B5EF4-FFF2-40B4-BE49-F238E27FC236}">
                  <a16:creationId xmlns:a16="http://schemas.microsoft.com/office/drawing/2014/main" id="{071038B0-B184-2198-B637-DA7FF738EA59}"/>
                </a:ext>
              </a:extLst>
            </p:cNvPr>
            <p:cNvSpPr/>
            <p:nvPr/>
          </p:nvSpPr>
          <p:spPr>
            <a:xfrm>
              <a:off x="309138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89">
              <a:extLst>
                <a:ext uri="{FF2B5EF4-FFF2-40B4-BE49-F238E27FC236}">
                  <a16:creationId xmlns:a16="http://schemas.microsoft.com/office/drawing/2014/main" id="{EBABA227-2FD3-CFBB-2CF5-597696237DD6}"/>
                </a:ext>
              </a:extLst>
            </p:cNvPr>
            <p:cNvSpPr/>
            <p:nvPr/>
          </p:nvSpPr>
          <p:spPr>
            <a:xfrm>
              <a:off x="310082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0">
              <a:extLst>
                <a:ext uri="{FF2B5EF4-FFF2-40B4-BE49-F238E27FC236}">
                  <a16:creationId xmlns:a16="http://schemas.microsoft.com/office/drawing/2014/main" id="{ABD03BA7-7982-8A5B-7B3E-2DC14F773599}"/>
                </a:ext>
              </a:extLst>
            </p:cNvPr>
            <p:cNvSpPr/>
            <p:nvPr/>
          </p:nvSpPr>
          <p:spPr>
            <a:xfrm>
              <a:off x="311026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1">
              <a:extLst>
                <a:ext uri="{FF2B5EF4-FFF2-40B4-BE49-F238E27FC236}">
                  <a16:creationId xmlns:a16="http://schemas.microsoft.com/office/drawing/2014/main" id="{4A8DD155-35D2-7DA5-3C34-A3AEA5753D66}"/>
                </a:ext>
              </a:extLst>
            </p:cNvPr>
            <p:cNvSpPr/>
            <p:nvPr/>
          </p:nvSpPr>
          <p:spPr>
            <a:xfrm>
              <a:off x="311970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2">
              <a:extLst>
                <a:ext uri="{FF2B5EF4-FFF2-40B4-BE49-F238E27FC236}">
                  <a16:creationId xmlns:a16="http://schemas.microsoft.com/office/drawing/2014/main" id="{A9620D3A-DD33-10C6-DE92-A6687C3F588B}"/>
                </a:ext>
              </a:extLst>
            </p:cNvPr>
            <p:cNvSpPr/>
            <p:nvPr/>
          </p:nvSpPr>
          <p:spPr>
            <a:xfrm>
              <a:off x="312914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3">
              <a:extLst>
                <a:ext uri="{FF2B5EF4-FFF2-40B4-BE49-F238E27FC236}">
                  <a16:creationId xmlns:a16="http://schemas.microsoft.com/office/drawing/2014/main" id="{E5EEA4B3-1636-C542-488F-FB216FBB89EA}"/>
                </a:ext>
              </a:extLst>
            </p:cNvPr>
            <p:cNvSpPr/>
            <p:nvPr/>
          </p:nvSpPr>
          <p:spPr>
            <a:xfrm>
              <a:off x="313858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4">
              <a:extLst>
                <a:ext uri="{FF2B5EF4-FFF2-40B4-BE49-F238E27FC236}">
                  <a16:creationId xmlns:a16="http://schemas.microsoft.com/office/drawing/2014/main" id="{A11A5E95-9DD7-1370-2678-570C02746627}"/>
                </a:ext>
              </a:extLst>
            </p:cNvPr>
            <p:cNvSpPr/>
            <p:nvPr/>
          </p:nvSpPr>
          <p:spPr>
            <a:xfrm>
              <a:off x="314802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5">
              <a:extLst>
                <a:ext uri="{FF2B5EF4-FFF2-40B4-BE49-F238E27FC236}">
                  <a16:creationId xmlns:a16="http://schemas.microsoft.com/office/drawing/2014/main" id="{D58879F4-0529-91E5-E5AE-B721A8FA517D}"/>
                </a:ext>
              </a:extLst>
            </p:cNvPr>
            <p:cNvSpPr/>
            <p:nvPr/>
          </p:nvSpPr>
          <p:spPr>
            <a:xfrm>
              <a:off x="315746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6">
              <a:extLst>
                <a:ext uri="{FF2B5EF4-FFF2-40B4-BE49-F238E27FC236}">
                  <a16:creationId xmlns:a16="http://schemas.microsoft.com/office/drawing/2014/main" id="{C3DBA34C-3AF3-16AD-933C-9E9ADB02A394}"/>
                </a:ext>
              </a:extLst>
            </p:cNvPr>
            <p:cNvSpPr/>
            <p:nvPr/>
          </p:nvSpPr>
          <p:spPr>
            <a:xfrm>
              <a:off x="316690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7">
              <a:extLst>
                <a:ext uri="{FF2B5EF4-FFF2-40B4-BE49-F238E27FC236}">
                  <a16:creationId xmlns:a16="http://schemas.microsoft.com/office/drawing/2014/main" id="{8894E122-5220-8566-D5C4-FBF6DAB56C7A}"/>
                </a:ext>
              </a:extLst>
            </p:cNvPr>
            <p:cNvSpPr/>
            <p:nvPr/>
          </p:nvSpPr>
          <p:spPr>
            <a:xfrm>
              <a:off x="317634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8">
              <a:extLst>
                <a:ext uri="{FF2B5EF4-FFF2-40B4-BE49-F238E27FC236}">
                  <a16:creationId xmlns:a16="http://schemas.microsoft.com/office/drawing/2014/main" id="{34B15D45-75B3-DD98-DD47-AE5A88D2DCC8}"/>
                </a:ext>
              </a:extLst>
            </p:cNvPr>
            <p:cNvSpPr/>
            <p:nvPr/>
          </p:nvSpPr>
          <p:spPr>
            <a:xfrm>
              <a:off x="318578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299">
              <a:extLst>
                <a:ext uri="{FF2B5EF4-FFF2-40B4-BE49-F238E27FC236}">
                  <a16:creationId xmlns:a16="http://schemas.microsoft.com/office/drawing/2014/main" id="{7E566F0F-FB46-F5B5-2538-B530BA48E24D}"/>
                </a:ext>
              </a:extLst>
            </p:cNvPr>
            <p:cNvSpPr/>
            <p:nvPr/>
          </p:nvSpPr>
          <p:spPr>
            <a:xfrm>
              <a:off x="319522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0">
              <a:extLst>
                <a:ext uri="{FF2B5EF4-FFF2-40B4-BE49-F238E27FC236}">
                  <a16:creationId xmlns:a16="http://schemas.microsoft.com/office/drawing/2014/main" id="{7CF43065-0C93-ABCA-D6A2-6E16A0CB6A91}"/>
                </a:ext>
              </a:extLst>
            </p:cNvPr>
            <p:cNvSpPr/>
            <p:nvPr/>
          </p:nvSpPr>
          <p:spPr>
            <a:xfrm>
              <a:off x="320466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1">
              <a:extLst>
                <a:ext uri="{FF2B5EF4-FFF2-40B4-BE49-F238E27FC236}">
                  <a16:creationId xmlns:a16="http://schemas.microsoft.com/office/drawing/2014/main" id="{95B761CA-F004-A142-D0B4-2D430EC2523A}"/>
                </a:ext>
              </a:extLst>
            </p:cNvPr>
            <p:cNvSpPr/>
            <p:nvPr/>
          </p:nvSpPr>
          <p:spPr>
            <a:xfrm>
              <a:off x="321410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2">
              <a:extLst>
                <a:ext uri="{FF2B5EF4-FFF2-40B4-BE49-F238E27FC236}">
                  <a16:creationId xmlns:a16="http://schemas.microsoft.com/office/drawing/2014/main" id="{6F06D9FD-93FC-E58D-7BA3-EB6AB1684175}"/>
                </a:ext>
              </a:extLst>
            </p:cNvPr>
            <p:cNvSpPr/>
            <p:nvPr/>
          </p:nvSpPr>
          <p:spPr>
            <a:xfrm>
              <a:off x="322354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3">
              <a:extLst>
                <a:ext uri="{FF2B5EF4-FFF2-40B4-BE49-F238E27FC236}">
                  <a16:creationId xmlns:a16="http://schemas.microsoft.com/office/drawing/2014/main" id="{48BF8191-80B3-EAE3-75C3-090684BD9BEE}"/>
                </a:ext>
              </a:extLst>
            </p:cNvPr>
            <p:cNvSpPr/>
            <p:nvPr/>
          </p:nvSpPr>
          <p:spPr>
            <a:xfrm>
              <a:off x="323298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4">
              <a:extLst>
                <a:ext uri="{FF2B5EF4-FFF2-40B4-BE49-F238E27FC236}">
                  <a16:creationId xmlns:a16="http://schemas.microsoft.com/office/drawing/2014/main" id="{6438B03D-49F9-9640-94FE-91C07E01E20D}"/>
                </a:ext>
              </a:extLst>
            </p:cNvPr>
            <p:cNvSpPr/>
            <p:nvPr/>
          </p:nvSpPr>
          <p:spPr>
            <a:xfrm>
              <a:off x="324242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5">
              <a:extLst>
                <a:ext uri="{FF2B5EF4-FFF2-40B4-BE49-F238E27FC236}">
                  <a16:creationId xmlns:a16="http://schemas.microsoft.com/office/drawing/2014/main" id="{6E48BA1A-8533-8BAA-45A9-A035E8402380}"/>
                </a:ext>
              </a:extLst>
            </p:cNvPr>
            <p:cNvSpPr/>
            <p:nvPr/>
          </p:nvSpPr>
          <p:spPr>
            <a:xfrm>
              <a:off x="325187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6">
              <a:extLst>
                <a:ext uri="{FF2B5EF4-FFF2-40B4-BE49-F238E27FC236}">
                  <a16:creationId xmlns:a16="http://schemas.microsoft.com/office/drawing/2014/main" id="{E0C76018-7ED5-9552-25C3-FD18425FD3B5}"/>
                </a:ext>
              </a:extLst>
            </p:cNvPr>
            <p:cNvSpPr/>
            <p:nvPr/>
          </p:nvSpPr>
          <p:spPr>
            <a:xfrm>
              <a:off x="326131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7">
              <a:extLst>
                <a:ext uri="{FF2B5EF4-FFF2-40B4-BE49-F238E27FC236}">
                  <a16:creationId xmlns:a16="http://schemas.microsoft.com/office/drawing/2014/main" id="{A78D095E-5025-0B2B-840A-0B1D0F50B4E7}"/>
                </a:ext>
              </a:extLst>
            </p:cNvPr>
            <p:cNvSpPr/>
            <p:nvPr/>
          </p:nvSpPr>
          <p:spPr>
            <a:xfrm>
              <a:off x="327075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8">
              <a:extLst>
                <a:ext uri="{FF2B5EF4-FFF2-40B4-BE49-F238E27FC236}">
                  <a16:creationId xmlns:a16="http://schemas.microsoft.com/office/drawing/2014/main" id="{8CC27103-1CAA-2683-94FF-0F2BBD221C88}"/>
                </a:ext>
              </a:extLst>
            </p:cNvPr>
            <p:cNvSpPr/>
            <p:nvPr/>
          </p:nvSpPr>
          <p:spPr>
            <a:xfrm>
              <a:off x="328019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09">
              <a:extLst>
                <a:ext uri="{FF2B5EF4-FFF2-40B4-BE49-F238E27FC236}">
                  <a16:creationId xmlns:a16="http://schemas.microsoft.com/office/drawing/2014/main" id="{B4078AF2-F4D9-9124-6B70-15ABC5856600}"/>
                </a:ext>
              </a:extLst>
            </p:cNvPr>
            <p:cNvSpPr/>
            <p:nvPr/>
          </p:nvSpPr>
          <p:spPr>
            <a:xfrm>
              <a:off x="328963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0">
              <a:extLst>
                <a:ext uri="{FF2B5EF4-FFF2-40B4-BE49-F238E27FC236}">
                  <a16:creationId xmlns:a16="http://schemas.microsoft.com/office/drawing/2014/main" id="{F2B915CC-12A7-F70D-E050-B3A1B857900F}"/>
                </a:ext>
              </a:extLst>
            </p:cNvPr>
            <p:cNvSpPr/>
            <p:nvPr/>
          </p:nvSpPr>
          <p:spPr>
            <a:xfrm>
              <a:off x="329907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1">
              <a:extLst>
                <a:ext uri="{FF2B5EF4-FFF2-40B4-BE49-F238E27FC236}">
                  <a16:creationId xmlns:a16="http://schemas.microsoft.com/office/drawing/2014/main" id="{09ADC0DE-70CA-F701-9495-06EDEE4D6AE8}"/>
                </a:ext>
              </a:extLst>
            </p:cNvPr>
            <p:cNvSpPr/>
            <p:nvPr/>
          </p:nvSpPr>
          <p:spPr>
            <a:xfrm>
              <a:off x="330851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2">
              <a:extLst>
                <a:ext uri="{FF2B5EF4-FFF2-40B4-BE49-F238E27FC236}">
                  <a16:creationId xmlns:a16="http://schemas.microsoft.com/office/drawing/2014/main" id="{2009DDAE-BEA9-4597-998D-4D88E3355045}"/>
                </a:ext>
              </a:extLst>
            </p:cNvPr>
            <p:cNvSpPr/>
            <p:nvPr/>
          </p:nvSpPr>
          <p:spPr>
            <a:xfrm>
              <a:off x="331795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3">
              <a:extLst>
                <a:ext uri="{FF2B5EF4-FFF2-40B4-BE49-F238E27FC236}">
                  <a16:creationId xmlns:a16="http://schemas.microsoft.com/office/drawing/2014/main" id="{D657476E-7681-F8CF-14B2-B2E1F8ADF9D7}"/>
                </a:ext>
              </a:extLst>
            </p:cNvPr>
            <p:cNvSpPr/>
            <p:nvPr/>
          </p:nvSpPr>
          <p:spPr>
            <a:xfrm>
              <a:off x="332739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4">
              <a:extLst>
                <a:ext uri="{FF2B5EF4-FFF2-40B4-BE49-F238E27FC236}">
                  <a16:creationId xmlns:a16="http://schemas.microsoft.com/office/drawing/2014/main" id="{BCAF0292-2961-A6F1-320E-31D3A6C75584}"/>
                </a:ext>
              </a:extLst>
            </p:cNvPr>
            <p:cNvSpPr/>
            <p:nvPr/>
          </p:nvSpPr>
          <p:spPr>
            <a:xfrm>
              <a:off x="333683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5">
              <a:extLst>
                <a:ext uri="{FF2B5EF4-FFF2-40B4-BE49-F238E27FC236}">
                  <a16:creationId xmlns:a16="http://schemas.microsoft.com/office/drawing/2014/main" id="{AE1A5386-18C0-7C54-9948-373E6B1A9CAB}"/>
                </a:ext>
              </a:extLst>
            </p:cNvPr>
            <p:cNvSpPr/>
            <p:nvPr/>
          </p:nvSpPr>
          <p:spPr>
            <a:xfrm>
              <a:off x="3346272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6">
              <a:extLst>
                <a:ext uri="{FF2B5EF4-FFF2-40B4-BE49-F238E27FC236}">
                  <a16:creationId xmlns:a16="http://schemas.microsoft.com/office/drawing/2014/main" id="{8CFD9F41-0B65-38AA-4CEA-AB84F51C3F9D}"/>
                </a:ext>
              </a:extLst>
            </p:cNvPr>
            <p:cNvSpPr/>
            <p:nvPr/>
          </p:nvSpPr>
          <p:spPr>
            <a:xfrm>
              <a:off x="3355712" y="2290780"/>
              <a:ext cx="916367" cy="920236"/>
            </a:xfrm>
            <a:custGeom>
              <a:avLst/>
              <a:gdLst/>
              <a:ahLst/>
              <a:cxnLst/>
              <a:rect l="0" t="0" r="0" b="0"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7">
              <a:extLst>
                <a:ext uri="{FF2B5EF4-FFF2-40B4-BE49-F238E27FC236}">
                  <a16:creationId xmlns:a16="http://schemas.microsoft.com/office/drawing/2014/main" id="{A2AA19A3-43AB-CC21-D1D6-609ACECA7DC7}"/>
                </a:ext>
              </a:extLst>
            </p:cNvPr>
            <p:cNvSpPr/>
            <p:nvPr/>
          </p:nvSpPr>
          <p:spPr>
            <a:xfrm>
              <a:off x="2421129" y="227321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8">
              <a:extLst>
                <a:ext uri="{FF2B5EF4-FFF2-40B4-BE49-F238E27FC236}">
                  <a16:creationId xmlns:a16="http://schemas.microsoft.com/office/drawing/2014/main" id="{E0514370-E59A-AEB8-A474-26A2BC3C662A}"/>
                </a:ext>
              </a:extLst>
            </p:cNvPr>
            <p:cNvSpPr/>
            <p:nvPr/>
          </p:nvSpPr>
          <p:spPr>
            <a:xfrm>
              <a:off x="242112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19">
              <a:extLst>
                <a:ext uri="{FF2B5EF4-FFF2-40B4-BE49-F238E27FC236}">
                  <a16:creationId xmlns:a16="http://schemas.microsoft.com/office/drawing/2014/main" id="{772A1523-8466-15C0-5784-F214A4A1D8D6}"/>
                </a:ext>
              </a:extLst>
            </p:cNvPr>
            <p:cNvSpPr/>
            <p:nvPr/>
          </p:nvSpPr>
          <p:spPr>
            <a:xfrm>
              <a:off x="243056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0">
              <a:extLst>
                <a:ext uri="{FF2B5EF4-FFF2-40B4-BE49-F238E27FC236}">
                  <a16:creationId xmlns:a16="http://schemas.microsoft.com/office/drawing/2014/main" id="{7C0BD542-3FB3-1755-88CD-70B55AB0D53F}"/>
                </a:ext>
              </a:extLst>
            </p:cNvPr>
            <p:cNvSpPr/>
            <p:nvPr/>
          </p:nvSpPr>
          <p:spPr>
            <a:xfrm>
              <a:off x="244000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1">
              <a:extLst>
                <a:ext uri="{FF2B5EF4-FFF2-40B4-BE49-F238E27FC236}">
                  <a16:creationId xmlns:a16="http://schemas.microsoft.com/office/drawing/2014/main" id="{CDDBDC2B-8BE5-E58F-4CDB-E3382133BE1F}"/>
                </a:ext>
              </a:extLst>
            </p:cNvPr>
            <p:cNvSpPr/>
            <p:nvPr/>
          </p:nvSpPr>
          <p:spPr>
            <a:xfrm>
              <a:off x="244944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2">
              <a:extLst>
                <a:ext uri="{FF2B5EF4-FFF2-40B4-BE49-F238E27FC236}">
                  <a16:creationId xmlns:a16="http://schemas.microsoft.com/office/drawing/2014/main" id="{75B41DAB-FB4C-A0E2-3D2D-B0A099381854}"/>
                </a:ext>
              </a:extLst>
            </p:cNvPr>
            <p:cNvSpPr/>
            <p:nvPr/>
          </p:nvSpPr>
          <p:spPr>
            <a:xfrm>
              <a:off x="245889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3">
              <a:extLst>
                <a:ext uri="{FF2B5EF4-FFF2-40B4-BE49-F238E27FC236}">
                  <a16:creationId xmlns:a16="http://schemas.microsoft.com/office/drawing/2014/main" id="{1F1B67F7-3DE4-03EE-9528-C9E66157AE0C}"/>
                </a:ext>
              </a:extLst>
            </p:cNvPr>
            <p:cNvSpPr/>
            <p:nvPr/>
          </p:nvSpPr>
          <p:spPr>
            <a:xfrm>
              <a:off x="246833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4">
              <a:extLst>
                <a:ext uri="{FF2B5EF4-FFF2-40B4-BE49-F238E27FC236}">
                  <a16:creationId xmlns:a16="http://schemas.microsoft.com/office/drawing/2014/main" id="{8ECF4F58-8DC9-1F93-1548-9C379DE35770}"/>
                </a:ext>
              </a:extLst>
            </p:cNvPr>
            <p:cNvSpPr/>
            <p:nvPr/>
          </p:nvSpPr>
          <p:spPr>
            <a:xfrm>
              <a:off x="247777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5">
              <a:extLst>
                <a:ext uri="{FF2B5EF4-FFF2-40B4-BE49-F238E27FC236}">
                  <a16:creationId xmlns:a16="http://schemas.microsoft.com/office/drawing/2014/main" id="{0F77EB13-2F24-FCC7-4985-4E598BE83A44}"/>
                </a:ext>
              </a:extLst>
            </p:cNvPr>
            <p:cNvSpPr/>
            <p:nvPr/>
          </p:nvSpPr>
          <p:spPr>
            <a:xfrm>
              <a:off x="248721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6">
              <a:extLst>
                <a:ext uri="{FF2B5EF4-FFF2-40B4-BE49-F238E27FC236}">
                  <a16:creationId xmlns:a16="http://schemas.microsoft.com/office/drawing/2014/main" id="{FF086B6A-2393-A0BC-808A-3A35BDC65679}"/>
                </a:ext>
              </a:extLst>
            </p:cNvPr>
            <p:cNvSpPr/>
            <p:nvPr/>
          </p:nvSpPr>
          <p:spPr>
            <a:xfrm>
              <a:off x="249665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7">
              <a:extLst>
                <a:ext uri="{FF2B5EF4-FFF2-40B4-BE49-F238E27FC236}">
                  <a16:creationId xmlns:a16="http://schemas.microsoft.com/office/drawing/2014/main" id="{4F463F58-D97A-E0D3-2BCB-70F5086083BA}"/>
                </a:ext>
              </a:extLst>
            </p:cNvPr>
            <p:cNvSpPr/>
            <p:nvPr/>
          </p:nvSpPr>
          <p:spPr>
            <a:xfrm>
              <a:off x="250609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8">
              <a:extLst>
                <a:ext uri="{FF2B5EF4-FFF2-40B4-BE49-F238E27FC236}">
                  <a16:creationId xmlns:a16="http://schemas.microsoft.com/office/drawing/2014/main" id="{23595A02-CA35-30E5-EF8B-533A4600472A}"/>
                </a:ext>
              </a:extLst>
            </p:cNvPr>
            <p:cNvSpPr/>
            <p:nvPr/>
          </p:nvSpPr>
          <p:spPr>
            <a:xfrm>
              <a:off x="251553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29">
              <a:extLst>
                <a:ext uri="{FF2B5EF4-FFF2-40B4-BE49-F238E27FC236}">
                  <a16:creationId xmlns:a16="http://schemas.microsoft.com/office/drawing/2014/main" id="{8801D731-11AE-EF74-F770-13148C58F4FF}"/>
                </a:ext>
              </a:extLst>
            </p:cNvPr>
            <p:cNvSpPr/>
            <p:nvPr/>
          </p:nvSpPr>
          <p:spPr>
            <a:xfrm>
              <a:off x="252497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0">
              <a:extLst>
                <a:ext uri="{FF2B5EF4-FFF2-40B4-BE49-F238E27FC236}">
                  <a16:creationId xmlns:a16="http://schemas.microsoft.com/office/drawing/2014/main" id="{7E8E1703-279D-DC6A-0C28-78E7163F75CA}"/>
                </a:ext>
              </a:extLst>
            </p:cNvPr>
            <p:cNvSpPr/>
            <p:nvPr/>
          </p:nvSpPr>
          <p:spPr>
            <a:xfrm>
              <a:off x="253441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1">
              <a:extLst>
                <a:ext uri="{FF2B5EF4-FFF2-40B4-BE49-F238E27FC236}">
                  <a16:creationId xmlns:a16="http://schemas.microsoft.com/office/drawing/2014/main" id="{93B403EC-34BC-846E-CCFC-5E2BA26B8777}"/>
                </a:ext>
              </a:extLst>
            </p:cNvPr>
            <p:cNvSpPr/>
            <p:nvPr/>
          </p:nvSpPr>
          <p:spPr>
            <a:xfrm>
              <a:off x="254385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2">
              <a:extLst>
                <a:ext uri="{FF2B5EF4-FFF2-40B4-BE49-F238E27FC236}">
                  <a16:creationId xmlns:a16="http://schemas.microsoft.com/office/drawing/2014/main" id="{95D93969-2400-8E11-5575-B97F3AF147C9}"/>
                </a:ext>
              </a:extLst>
            </p:cNvPr>
            <p:cNvSpPr/>
            <p:nvPr/>
          </p:nvSpPr>
          <p:spPr>
            <a:xfrm>
              <a:off x="255329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3">
              <a:extLst>
                <a:ext uri="{FF2B5EF4-FFF2-40B4-BE49-F238E27FC236}">
                  <a16:creationId xmlns:a16="http://schemas.microsoft.com/office/drawing/2014/main" id="{A0C9BF70-5525-7F47-250D-6D76CD0477D9}"/>
                </a:ext>
              </a:extLst>
            </p:cNvPr>
            <p:cNvSpPr/>
            <p:nvPr/>
          </p:nvSpPr>
          <p:spPr>
            <a:xfrm>
              <a:off x="256273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4">
              <a:extLst>
                <a:ext uri="{FF2B5EF4-FFF2-40B4-BE49-F238E27FC236}">
                  <a16:creationId xmlns:a16="http://schemas.microsoft.com/office/drawing/2014/main" id="{1CE44594-5010-D691-6454-0FE16C45605E}"/>
                </a:ext>
              </a:extLst>
            </p:cNvPr>
            <p:cNvSpPr/>
            <p:nvPr/>
          </p:nvSpPr>
          <p:spPr>
            <a:xfrm>
              <a:off x="257217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5">
              <a:extLst>
                <a:ext uri="{FF2B5EF4-FFF2-40B4-BE49-F238E27FC236}">
                  <a16:creationId xmlns:a16="http://schemas.microsoft.com/office/drawing/2014/main" id="{CE00674E-F16A-D74D-239B-2CC98814DB05}"/>
                </a:ext>
              </a:extLst>
            </p:cNvPr>
            <p:cNvSpPr/>
            <p:nvPr/>
          </p:nvSpPr>
          <p:spPr>
            <a:xfrm>
              <a:off x="258161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6">
              <a:extLst>
                <a:ext uri="{FF2B5EF4-FFF2-40B4-BE49-F238E27FC236}">
                  <a16:creationId xmlns:a16="http://schemas.microsoft.com/office/drawing/2014/main" id="{2882E69F-C74C-D050-E0C9-CF17DFDCF8B1}"/>
                </a:ext>
              </a:extLst>
            </p:cNvPr>
            <p:cNvSpPr/>
            <p:nvPr/>
          </p:nvSpPr>
          <p:spPr>
            <a:xfrm>
              <a:off x="259105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7">
              <a:extLst>
                <a:ext uri="{FF2B5EF4-FFF2-40B4-BE49-F238E27FC236}">
                  <a16:creationId xmlns:a16="http://schemas.microsoft.com/office/drawing/2014/main" id="{A3770E52-D82D-AB63-3D54-19496BF3E93F}"/>
                </a:ext>
              </a:extLst>
            </p:cNvPr>
            <p:cNvSpPr/>
            <p:nvPr/>
          </p:nvSpPr>
          <p:spPr>
            <a:xfrm>
              <a:off x="260049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8">
              <a:extLst>
                <a:ext uri="{FF2B5EF4-FFF2-40B4-BE49-F238E27FC236}">
                  <a16:creationId xmlns:a16="http://schemas.microsoft.com/office/drawing/2014/main" id="{7427DA96-B13B-E6FD-6DBE-0D09465A47F2}"/>
                </a:ext>
              </a:extLst>
            </p:cNvPr>
            <p:cNvSpPr/>
            <p:nvPr/>
          </p:nvSpPr>
          <p:spPr>
            <a:xfrm>
              <a:off x="260993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39">
              <a:extLst>
                <a:ext uri="{FF2B5EF4-FFF2-40B4-BE49-F238E27FC236}">
                  <a16:creationId xmlns:a16="http://schemas.microsoft.com/office/drawing/2014/main" id="{12E1A6FB-EA7D-C308-EF5B-C6CC6AF214FA}"/>
                </a:ext>
              </a:extLst>
            </p:cNvPr>
            <p:cNvSpPr/>
            <p:nvPr/>
          </p:nvSpPr>
          <p:spPr>
            <a:xfrm>
              <a:off x="261937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0">
              <a:extLst>
                <a:ext uri="{FF2B5EF4-FFF2-40B4-BE49-F238E27FC236}">
                  <a16:creationId xmlns:a16="http://schemas.microsoft.com/office/drawing/2014/main" id="{2653DDEE-3E91-3437-4A64-4044CC18421F}"/>
                </a:ext>
              </a:extLst>
            </p:cNvPr>
            <p:cNvSpPr/>
            <p:nvPr/>
          </p:nvSpPr>
          <p:spPr>
            <a:xfrm>
              <a:off x="262881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1">
              <a:extLst>
                <a:ext uri="{FF2B5EF4-FFF2-40B4-BE49-F238E27FC236}">
                  <a16:creationId xmlns:a16="http://schemas.microsoft.com/office/drawing/2014/main" id="{F77A1B3C-A290-3109-9DA9-542E31BE44D4}"/>
                </a:ext>
              </a:extLst>
            </p:cNvPr>
            <p:cNvSpPr/>
            <p:nvPr/>
          </p:nvSpPr>
          <p:spPr>
            <a:xfrm>
              <a:off x="263825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2">
              <a:extLst>
                <a:ext uri="{FF2B5EF4-FFF2-40B4-BE49-F238E27FC236}">
                  <a16:creationId xmlns:a16="http://schemas.microsoft.com/office/drawing/2014/main" id="{36BEBE2F-AACB-4C8B-12ED-67248549D433}"/>
                </a:ext>
              </a:extLst>
            </p:cNvPr>
            <p:cNvSpPr/>
            <p:nvPr/>
          </p:nvSpPr>
          <p:spPr>
            <a:xfrm>
              <a:off x="264769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3">
              <a:extLst>
                <a:ext uri="{FF2B5EF4-FFF2-40B4-BE49-F238E27FC236}">
                  <a16:creationId xmlns:a16="http://schemas.microsoft.com/office/drawing/2014/main" id="{983E36B4-1AA4-6491-875D-2FE3EA2ADDF4}"/>
                </a:ext>
              </a:extLst>
            </p:cNvPr>
            <p:cNvSpPr/>
            <p:nvPr/>
          </p:nvSpPr>
          <p:spPr>
            <a:xfrm>
              <a:off x="265713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4">
              <a:extLst>
                <a:ext uri="{FF2B5EF4-FFF2-40B4-BE49-F238E27FC236}">
                  <a16:creationId xmlns:a16="http://schemas.microsoft.com/office/drawing/2014/main" id="{162662FC-7DCC-692F-3FB5-FA5ACFE4CC66}"/>
                </a:ext>
              </a:extLst>
            </p:cNvPr>
            <p:cNvSpPr/>
            <p:nvPr/>
          </p:nvSpPr>
          <p:spPr>
            <a:xfrm>
              <a:off x="266657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5">
              <a:extLst>
                <a:ext uri="{FF2B5EF4-FFF2-40B4-BE49-F238E27FC236}">
                  <a16:creationId xmlns:a16="http://schemas.microsoft.com/office/drawing/2014/main" id="{570BAD08-A3C2-49F7-B986-1DA3B7F94CE7}"/>
                </a:ext>
              </a:extLst>
            </p:cNvPr>
            <p:cNvSpPr/>
            <p:nvPr/>
          </p:nvSpPr>
          <p:spPr>
            <a:xfrm>
              <a:off x="267601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6">
              <a:extLst>
                <a:ext uri="{FF2B5EF4-FFF2-40B4-BE49-F238E27FC236}">
                  <a16:creationId xmlns:a16="http://schemas.microsoft.com/office/drawing/2014/main" id="{39A4E742-78AA-8B2D-58F1-2BCE660B2F87}"/>
                </a:ext>
              </a:extLst>
            </p:cNvPr>
            <p:cNvSpPr/>
            <p:nvPr/>
          </p:nvSpPr>
          <p:spPr>
            <a:xfrm>
              <a:off x="268545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7">
              <a:extLst>
                <a:ext uri="{FF2B5EF4-FFF2-40B4-BE49-F238E27FC236}">
                  <a16:creationId xmlns:a16="http://schemas.microsoft.com/office/drawing/2014/main" id="{CFA55414-AC3C-3B74-98B9-C2FFD3702BA0}"/>
                </a:ext>
              </a:extLst>
            </p:cNvPr>
            <p:cNvSpPr/>
            <p:nvPr/>
          </p:nvSpPr>
          <p:spPr>
            <a:xfrm>
              <a:off x="269489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8">
              <a:extLst>
                <a:ext uri="{FF2B5EF4-FFF2-40B4-BE49-F238E27FC236}">
                  <a16:creationId xmlns:a16="http://schemas.microsoft.com/office/drawing/2014/main" id="{3F50EA5B-7E88-8AF3-755E-DE2B9181FD41}"/>
                </a:ext>
              </a:extLst>
            </p:cNvPr>
            <p:cNvSpPr/>
            <p:nvPr/>
          </p:nvSpPr>
          <p:spPr>
            <a:xfrm>
              <a:off x="270433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49">
              <a:extLst>
                <a:ext uri="{FF2B5EF4-FFF2-40B4-BE49-F238E27FC236}">
                  <a16:creationId xmlns:a16="http://schemas.microsoft.com/office/drawing/2014/main" id="{69282C56-C380-67B8-6024-AD61723AD5C6}"/>
                </a:ext>
              </a:extLst>
            </p:cNvPr>
            <p:cNvSpPr/>
            <p:nvPr/>
          </p:nvSpPr>
          <p:spPr>
            <a:xfrm>
              <a:off x="271377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0">
              <a:extLst>
                <a:ext uri="{FF2B5EF4-FFF2-40B4-BE49-F238E27FC236}">
                  <a16:creationId xmlns:a16="http://schemas.microsoft.com/office/drawing/2014/main" id="{90A6AD8B-2A74-6DBC-8881-BAFEBA37F50F}"/>
                </a:ext>
              </a:extLst>
            </p:cNvPr>
            <p:cNvSpPr/>
            <p:nvPr/>
          </p:nvSpPr>
          <p:spPr>
            <a:xfrm>
              <a:off x="2723216" y="2290780"/>
              <a:ext cx="917272" cy="914400"/>
            </a:xfrm>
            <a:custGeom>
              <a:avLst/>
              <a:gdLst/>
              <a:ahLst/>
              <a:cxnLst/>
              <a:rect l="0" t="0" r="0" b="0"/>
              <a:pathLst>
                <a:path w="91727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1">
              <a:extLst>
                <a:ext uri="{FF2B5EF4-FFF2-40B4-BE49-F238E27FC236}">
                  <a16:creationId xmlns:a16="http://schemas.microsoft.com/office/drawing/2014/main" id="{1AC8B5C1-08A0-CE77-87F3-D0257EE7F662}"/>
                </a:ext>
              </a:extLst>
            </p:cNvPr>
            <p:cNvSpPr/>
            <p:nvPr/>
          </p:nvSpPr>
          <p:spPr>
            <a:xfrm>
              <a:off x="2808178" y="229078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2">
              <a:extLst>
                <a:ext uri="{FF2B5EF4-FFF2-40B4-BE49-F238E27FC236}">
                  <a16:creationId xmlns:a16="http://schemas.microsoft.com/office/drawing/2014/main" id="{CDB843F4-EBF3-4B9E-BAD0-14A01DFE94BB}"/>
                </a:ext>
              </a:extLst>
            </p:cNvPr>
            <p:cNvSpPr/>
            <p:nvPr/>
          </p:nvSpPr>
          <p:spPr>
            <a:xfrm>
              <a:off x="2817619" y="229078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400" y="901811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3">
              <a:extLst>
                <a:ext uri="{FF2B5EF4-FFF2-40B4-BE49-F238E27FC236}">
                  <a16:creationId xmlns:a16="http://schemas.microsoft.com/office/drawing/2014/main" id="{1F873689-2102-6A71-5515-D052E963BDA1}"/>
                </a:ext>
              </a:extLst>
            </p:cNvPr>
            <p:cNvSpPr/>
            <p:nvPr/>
          </p:nvSpPr>
          <p:spPr>
            <a:xfrm>
              <a:off x="2827059" y="227321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4">
              <a:extLst>
                <a:ext uri="{FF2B5EF4-FFF2-40B4-BE49-F238E27FC236}">
                  <a16:creationId xmlns:a16="http://schemas.microsoft.com/office/drawing/2014/main" id="{07065400-FB5C-8DA0-0808-E7474CCD2E04}"/>
                </a:ext>
              </a:extLst>
            </p:cNvPr>
            <p:cNvSpPr/>
            <p:nvPr/>
          </p:nvSpPr>
          <p:spPr>
            <a:xfrm>
              <a:off x="282705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5">
              <a:extLst>
                <a:ext uri="{FF2B5EF4-FFF2-40B4-BE49-F238E27FC236}">
                  <a16:creationId xmlns:a16="http://schemas.microsoft.com/office/drawing/2014/main" id="{ACDF69AF-8ECD-7A5E-6917-37D08D2F6517}"/>
                </a:ext>
              </a:extLst>
            </p:cNvPr>
            <p:cNvSpPr/>
            <p:nvPr/>
          </p:nvSpPr>
          <p:spPr>
            <a:xfrm>
              <a:off x="283649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6">
              <a:extLst>
                <a:ext uri="{FF2B5EF4-FFF2-40B4-BE49-F238E27FC236}">
                  <a16:creationId xmlns:a16="http://schemas.microsoft.com/office/drawing/2014/main" id="{41A4D132-E97F-330D-1971-669951A92AD7}"/>
                </a:ext>
              </a:extLst>
            </p:cNvPr>
            <p:cNvSpPr/>
            <p:nvPr/>
          </p:nvSpPr>
          <p:spPr>
            <a:xfrm>
              <a:off x="284593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7">
              <a:extLst>
                <a:ext uri="{FF2B5EF4-FFF2-40B4-BE49-F238E27FC236}">
                  <a16:creationId xmlns:a16="http://schemas.microsoft.com/office/drawing/2014/main" id="{BDC21BA3-EEC0-7DBB-DFCA-A98EFC7FC2DB}"/>
                </a:ext>
              </a:extLst>
            </p:cNvPr>
            <p:cNvSpPr/>
            <p:nvPr/>
          </p:nvSpPr>
          <p:spPr>
            <a:xfrm>
              <a:off x="285538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8">
              <a:extLst>
                <a:ext uri="{FF2B5EF4-FFF2-40B4-BE49-F238E27FC236}">
                  <a16:creationId xmlns:a16="http://schemas.microsoft.com/office/drawing/2014/main" id="{3B6BC349-5023-BE6B-EDDE-D74E3435196A}"/>
                </a:ext>
              </a:extLst>
            </p:cNvPr>
            <p:cNvSpPr/>
            <p:nvPr/>
          </p:nvSpPr>
          <p:spPr>
            <a:xfrm>
              <a:off x="286482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59">
              <a:extLst>
                <a:ext uri="{FF2B5EF4-FFF2-40B4-BE49-F238E27FC236}">
                  <a16:creationId xmlns:a16="http://schemas.microsoft.com/office/drawing/2014/main" id="{DE693D62-07BB-1BC1-5E17-080733D859EF}"/>
                </a:ext>
              </a:extLst>
            </p:cNvPr>
            <p:cNvSpPr/>
            <p:nvPr/>
          </p:nvSpPr>
          <p:spPr>
            <a:xfrm>
              <a:off x="287426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0">
              <a:extLst>
                <a:ext uri="{FF2B5EF4-FFF2-40B4-BE49-F238E27FC236}">
                  <a16:creationId xmlns:a16="http://schemas.microsoft.com/office/drawing/2014/main" id="{8686DBA8-4A61-CE7E-2EE5-B092AE84CF8E}"/>
                </a:ext>
              </a:extLst>
            </p:cNvPr>
            <p:cNvSpPr/>
            <p:nvPr/>
          </p:nvSpPr>
          <p:spPr>
            <a:xfrm>
              <a:off x="288370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1">
              <a:extLst>
                <a:ext uri="{FF2B5EF4-FFF2-40B4-BE49-F238E27FC236}">
                  <a16:creationId xmlns:a16="http://schemas.microsoft.com/office/drawing/2014/main" id="{4C011F26-9E5B-4B6F-7A07-D8CD40476E0A}"/>
                </a:ext>
              </a:extLst>
            </p:cNvPr>
            <p:cNvSpPr/>
            <p:nvPr/>
          </p:nvSpPr>
          <p:spPr>
            <a:xfrm>
              <a:off x="289314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2">
              <a:extLst>
                <a:ext uri="{FF2B5EF4-FFF2-40B4-BE49-F238E27FC236}">
                  <a16:creationId xmlns:a16="http://schemas.microsoft.com/office/drawing/2014/main" id="{5AB2A2FD-92D6-3D46-6B7A-8A7749E3AF77}"/>
                </a:ext>
              </a:extLst>
            </p:cNvPr>
            <p:cNvSpPr/>
            <p:nvPr/>
          </p:nvSpPr>
          <p:spPr>
            <a:xfrm>
              <a:off x="290258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3">
              <a:extLst>
                <a:ext uri="{FF2B5EF4-FFF2-40B4-BE49-F238E27FC236}">
                  <a16:creationId xmlns:a16="http://schemas.microsoft.com/office/drawing/2014/main" id="{A96AEC1D-DAC2-9516-A931-E86281D4E1E1}"/>
                </a:ext>
              </a:extLst>
            </p:cNvPr>
            <p:cNvSpPr/>
            <p:nvPr/>
          </p:nvSpPr>
          <p:spPr>
            <a:xfrm>
              <a:off x="291202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4">
              <a:extLst>
                <a:ext uri="{FF2B5EF4-FFF2-40B4-BE49-F238E27FC236}">
                  <a16:creationId xmlns:a16="http://schemas.microsoft.com/office/drawing/2014/main" id="{695ED0A9-E04C-5B89-5BEA-5EB9B172F57B}"/>
                </a:ext>
              </a:extLst>
            </p:cNvPr>
            <p:cNvSpPr/>
            <p:nvPr/>
          </p:nvSpPr>
          <p:spPr>
            <a:xfrm>
              <a:off x="292146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5">
              <a:extLst>
                <a:ext uri="{FF2B5EF4-FFF2-40B4-BE49-F238E27FC236}">
                  <a16:creationId xmlns:a16="http://schemas.microsoft.com/office/drawing/2014/main" id="{ED626C3D-FE25-81B1-0CE6-F4D0499F0ED1}"/>
                </a:ext>
              </a:extLst>
            </p:cNvPr>
            <p:cNvSpPr/>
            <p:nvPr/>
          </p:nvSpPr>
          <p:spPr>
            <a:xfrm>
              <a:off x="293090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6">
              <a:extLst>
                <a:ext uri="{FF2B5EF4-FFF2-40B4-BE49-F238E27FC236}">
                  <a16:creationId xmlns:a16="http://schemas.microsoft.com/office/drawing/2014/main" id="{1B81EEDD-0845-3527-26B1-6F5E914AAB9A}"/>
                </a:ext>
              </a:extLst>
            </p:cNvPr>
            <p:cNvSpPr/>
            <p:nvPr/>
          </p:nvSpPr>
          <p:spPr>
            <a:xfrm>
              <a:off x="294034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7">
              <a:extLst>
                <a:ext uri="{FF2B5EF4-FFF2-40B4-BE49-F238E27FC236}">
                  <a16:creationId xmlns:a16="http://schemas.microsoft.com/office/drawing/2014/main" id="{772E62CD-04D1-5DD6-A445-49FB2FA62710}"/>
                </a:ext>
              </a:extLst>
            </p:cNvPr>
            <p:cNvSpPr/>
            <p:nvPr/>
          </p:nvSpPr>
          <p:spPr>
            <a:xfrm>
              <a:off x="294978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8">
              <a:extLst>
                <a:ext uri="{FF2B5EF4-FFF2-40B4-BE49-F238E27FC236}">
                  <a16:creationId xmlns:a16="http://schemas.microsoft.com/office/drawing/2014/main" id="{8E3CF403-8439-1235-1A61-8420C2EE2E98}"/>
                </a:ext>
              </a:extLst>
            </p:cNvPr>
            <p:cNvSpPr/>
            <p:nvPr/>
          </p:nvSpPr>
          <p:spPr>
            <a:xfrm>
              <a:off x="295922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69">
              <a:extLst>
                <a:ext uri="{FF2B5EF4-FFF2-40B4-BE49-F238E27FC236}">
                  <a16:creationId xmlns:a16="http://schemas.microsoft.com/office/drawing/2014/main" id="{09C16DC5-B765-A052-F3E6-A686B63CCBB2}"/>
                </a:ext>
              </a:extLst>
            </p:cNvPr>
            <p:cNvSpPr/>
            <p:nvPr/>
          </p:nvSpPr>
          <p:spPr>
            <a:xfrm>
              <a:off x="296866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0">
              <a:extLst>
                <a:ext uri="{FF2B5EF4-FFF2-40B4-BE49-F238E27FC236}">
                  <a16:creationId xmlns:a16="http://schemas.microsoft.com/office/drawing/2014/main" id="{71FF7731-DDEC-AEF6-B579-CF8CBE7908C5}"/>
                </a:ext>
              </a:extLst>
            </p:cNvPr>
            <p:cNvSpPr/>
            <p:nvPr/>
          </p:nvSpPr>
          <p:spPr>
            <a:xfrm>
              <a:off x="297810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1">
              <a:extLst>
                <a:ext uri="{FF2B5EF4-FFF2-40B4-BE49-F238E27FC236}">
                  <a16:creationId xmlns:a16="http://schemas.microsoft.com/office/drawing/2014/main" id="{FDE9F60F-C6D9-0F12-7FA1-8A3BF54F1F1A}"/>
                </a:ext>
              </a:extLst>
            </p:cNvPr>
            <p:cNvSpPr/>
            <p:nvPr/>
          </p:nvSpPr>
          <p:spPr>
            <a:xfrm>
              <a:off x="298754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2">
              <a:extLst>
                <a:ext uri="{FF2B5EF4-FFF2-40B4-BE49-F238E27FC236}">
                  <a16:creationId xmlns:a16="http://schemas.microsoft.com/office/drawing/2014/main" id="{E7E214FE-5F9A-7516-8A5F-00B5A0585A60}"/>
                </a:ext>
              </a:extLst>
            </p:cNvPr>
            <p:cNvSpPr/>
            <p:nvPr/>
          </p:nvSpPr>
          <p:spPr>
            <a:xfrm>
              <a:off x="299698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3">
              <a:extLst>
                <a:ext uri="{FF2B5EF4-FFF2-40B4-BE49-F238E27FC236}">
                  <a16:creationId xmlns:a16="http://schemas.microsoft.com/office/drawing/2014/main" id="{B14E50E5-460E-185E-1EBD-F31BBDCBEDB1}"/>
                </a:ext>
              </a:extLst>
            </p:cNvPr>
            <p:cNvSpPr/>
            <p:nvPr/>
          </p:nvSpPr>
          <p:spPr>
            <a:xfrm>
              <a:off x="300642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4">
              <a:extLst>
                <a:ext uri="{FF2B5EF4-FFF2-40B4-BE49-F238E27FC236}">
                  <a16:creationId xmlns:a16="http://schemas.microsoft.com/office/drawing/2014/main" id="{F3DBB460-0F7E-05CD-135D-D8A893D2DC7B}"/>
                </a:ext>
              </a:extLst>
            </p:cNvPr>
            <p:cNvSpPr/>
            <p:nvPr/>
          </p:nvSpPr>
          <p:spPr>
            <a:xfrm>
              <a:off x="301586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5">
              <a:extLst>
                <a:ext uri="{FF2B5EF4-FFF2-40B4-BE49-F238E27FC236}">
                  <a16:creationId xmlns:a16="http://schemas.microsoft.com/office/drawing/2014/main" id="{2481E75E-2260-4A2A-0EA2-88CC97174778}"/>
                </a:ext>
              </a:extLst>
            </p:cNvPr>
            <p:cNvSpPr/>
            <p:nvPr/>
          </p:nvSpPr>
          <p:spPr>
            <a:xfrm>
              <a:off x="302530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6">
              <a:extLst>
                <a:ext uri="{FF2B5EF4-FFF2-40B4-BE49-F238E27FC236}">
                  <a16:creationId xmlns:a16="http://schemas.microsoft.com/office/drawing/2014/main" id="{A4768D71-A25A-DE63-1B4C-B2B397E0F0EC}"/>
                </a:ext>
              </a:extLst>
            </p:cNvPr>
            <p:cNvSpPr/>
            <p:nvPr/>
          </p:nvSpPr>
          <p:spPr>
            <a:xfrm>
              <a:off x="303474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7">
              <a:extLst>
                <a:ext uri="{FF2B5EF4-FFF2-40B4-BE49-F238E27FC236}">
                  <a16:creationId xmlns:a16="http://schemas.microsoft.com/office/drawing/2014/main" id="{51ED3B3F-7364-FCC1-F3ED-CA8D71BBE675}"/>
                </a:ext>
              </a:extLst>
            </p:cNvPr>
            <p:cNvSpPr/>
            <p:nvPr/>
          </p:nvSpPr>
          <p:spPr>
            <a:xfrm>
              <a:off x="304418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8">
              <a:extLst>
                <a:ext uri="{FF2B5EF4-FFF2-40B4-BE49-F238E27FC236}">
                  <a16:creationId xmlns:a16="http://schemas.microsoft.com/office/drawing/2014/main" id="{FAC2055A-5AB3-03AB-542A-6AC8187A4D9B}"/>
                </a:ext>
              </a:extLst>
            </p:cNvPr>
            <p:cNvSpPr/>
            <p:nvPr/>
          </p:nvSpPr>
          <p:spPr>
            <a:xfrm>
              <a:off x="305362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79">
              <a:extLst>
                <a:ext uri="{FF2B5EF4-FFF2-40B4-BE49-F238E27FC236}">
                  <a16:creationId xmlns:a16="http://schemas.microsoft.com/office/drawing/2014/main" id="{1E7374DB-D357-5419-81BE-1C2559FD7DAE}"/>
                </a:ext>
              </a:extLst>
            </p:cNvPr>
            <p:cNvSpPr/>
            <p:nvPr/>
          </p:nvSpPr>
          <p:spPr>
            <a:xfrm>
              <a:off x="306306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0">
              <a:extLst>
                <a:ext uri="{FF2B5EF4-FFF2-40B4-BE49-F238E27FC236}">
                  <a16:creationId xmlns:a16="http://schemas.microsoft.com/office/drawing/2014/main" id="{2A02B791-2038-BC2D-DD15-A550E7244E92}"/>
                </a:ext>
              </a:extLst>
            </p:cNvPr>
            <p:cNvSpPr/>
            <p:nvPr/>
          </p:nvSpPr>
          <p:spPr>
            <a:xfrm>
              <a:off x="307250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1">
              <a:extLst>
                <a:ext uri="{FF2B5EF4-FFF2-40B4-BE49-F238E27FC236}">
                  <a16:creationId xmlns:a16="http://schemas.microsoft.com/office/drawing/2014/main" id="{38149D93-B35D-C632-D98F-E0C400717115}"/>
                </a:ext>
              </a:extLst>
            </p:cNvPr>
            <p:cNvSpPr/>
            <p:nvPr/>
          </p:nvSpPr>
          <p:spPr>
            <a:xfrm>
              <a:off x="308194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2">
              <a:extLst>
                <a:ext uri="{FF2B5EF4-FFF2-40B4-BE49-F238E27FC236}">
                  <a16:creationId xmlns:a16="http://schemas.microsoft.com/office/drawing/2014/main" id="{B8A1426C-95BC-5BC9-74FC-F2E052D435AD}"/>
                </a:ext>
              </a:extLst>
            </p:cNvPr>
            <p:cNvSpPr/>
            <p:nvPr/>
          </p:nvSpPr>
          <p:spPr>
            <a:xfrm>
              <a:off x="309138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3">
              <a:extLst>
                <a:ext uri="{FF2B5EF4-FFF2-40B4-BE49-F238E27FC236}">
                  <a16:creationId xmlns:a16="http://schemas.microsoft.com/office/drawing/2014/main" id="{3F8D15ED-0176-4708-F2BF-4EBD44E98394}"/>
                </a:ext>
              </a:extLst>
            </p:cNvPr>
            <p:cNvSpPr/>
            <p:nvPr/>
          </p:nvSpPr>
          <p:spPr>
            <a:xfrm>
              <a:off x="310082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4">
              <a:extLst>
                <a:ext uri="{FF2B5EF4-FFF2-40B4-BE49-F238E27FC236}">
                  <a16:creationId xmlns:a16="http://schemas.microsoft.com/office/drawing/2014/main" id="{EC9D581B-4F39-4C7B-4C34-93D4FFC8F736}"/>
                </a:ext>
              </a:extLst>
            </p:cNvPr>
            <p:cNvSpPr/>
            <p:nvPr/>
          </p:nvSpPr>
          <p:spPr>
            <a:xfrm>
              <a:off x="311026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5">
              <a:extLst>
                <a:ext uri="{FF2B5EF4-FFF2-40B4-BE49-F238E27FC236}">
                  <a16:creationId xmlns:a16="http://schemas.microsoft.com/office/drawing/2014/main" id="{8B2C08D2-983C-516F-FBC1-447A209C93A4}"/>
                </a:ext>
              </a:extLst>
            </p:cNvPr>
            <p:cNvSpPr/>
            <p:nvPr/>
          </p:nvSpPr>
          <p:spPr>
            <a:xfrm>
              <a:off x="311970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6">
              <a:extLst>
                <a:ext uri="{FF2B5EF4-FFF2-40B4-BE49-F238E27FC236}">
                  <a16:creationId xmlns:a16="http://schemas.microsoft.com/office/drawing/2014/main" id="{1D1B72CA-0CE2-B0C9-EA63-6D7904C3EB93}"/>
                </a:ext>
              </a:extLst>
            </p:cNvPr>
            <p:cNvSpPr/>
            <p:nvPr/>
          </p:nvSpPr>
          <p:spPr>
            <a:xfrm>
              <a:off x="312914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7">
              <a:extLst>
                <a:ext uri="{FF2B5EF4-FFF2-40B4-BE49-F238E27FC236}">
                  <a16:creationId xmlns:a16="http://schemas.microsoft.com/office/drawing/2014/main" id="{3CC45484-5D45-2CB7-72BE-EE5AE26A22DC}"/>
                </a:ext>
              </a:extLst>
            </p:cNvPr>
            <p:cNvSpPr/>
            <p:nvPr/>
          </p:nvSpPr>
          <p:spPr>
            <a:xfrm>
              <a:off x="313858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8">
              <a:extLst>
                <a:ext uri="{FF2B5EF4-FFF2-40B4-BE49-F238E27FC236}">
                  <a16:creationId xmlns:a16="http://schemas.microsoft.com/office/drawing/2014/main" id="{F89FECE8-5AB3-C47B-70A4-0E2730DBE157}"/>
                </a:ext>
              </a:extLst>
            </p:cNvPr>
            <p:cNvSpPr/>
            <p:nvPr/>
          </p:nvSpPr>
          <p:spPr>
            <a:xfrm>
              <a:off x="314802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89">
              <a:extLst>
                <a:ext uri="{FF2B5EF4-FFF2-40B4-BE49-F238E27FC236}">
                  <a16:creationId xmlns:a16="http://schemas.microsoft.com/office/drawing/2014/main" id="{FEC6ECA2-B001-CA56-FDBE-15F249DBAB3F}"/>
                </a:ext>
              </a:extLst>
            </p:cNvPr>
            <p:cNvSpPr/>
            <p:nvPr/>
          </p:nvSpPr>
          <p:spPr>
            <a:xfrm>
              <a:off x="315746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0">
              <a:extLst>
                <a:ext uri="{FF2B5EF4-FFF2-40B4-BE49-F238E27FC236}">
                  <a16:creationId xmlns:a16="http://schemas.microsoft.com/office/drawing/2014/main" id="{65D2031B-8BFA-B6C1-6191-23A2EEDA82AA}"/>
                </a:ext>
              </a:extLst>
            </p:cNvPr>
            <p:cNvSpPr/>
            <p:nvPr/>
          </p:nvSpPr>
          <p:spPr>
            <a:xfrm>
              <a:off x="316690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1">
              <a:extLst>
                <a:ext uri="{FF2B5EF4-FFF2-40B4-BE49-F238E27FC236}">
                  <a16:creationId xmlns:a16="http://schemas.microsoft.com/office/drawing/2014/main" id="{D91E3740-DC50-472F-DE1F-28661A5D6AF4}"/>
                </a:ext>
              </a:extLst>
            </p:cNvPr>
            <p:cNvSpPr/>
            <p:nvPr/>
          </p:nvSpPr>
          <p:spPr>
            <a:xfrm>
              <a:off x="317634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2">
              <a:extLst>
                <a:ext uri="{FF2B5EF4-FFF2-40B4-BE49-F238E27FC236}">
                  <a16:creationId xmlns:a16="http://schemas.microsoft.com/office/drawing/2014/main" id="{8C09AA5F-36C4-9E2F-3A51-93F53C55418D}"/>
                </a:ext>
              </a:extLst>
            </p:cNvPr>
            <p:cNvSpPr/>
            <p:nvPr/>
          </p:nvSpPr>
          <p:spPr>
            <a:xfrm>
              <a:off x="318578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3">
              <a:extLst>
                <a:ext uri="{FF2B5EF4-FFF2-40B4-BE49-F238E27FC236}">
                  <a16:creationId xmlns:a16="http://schemas.microsoft.com/office/drawing/2014/main" id="{4831B221-682C-A69A-7001-89FE90D54049}"/>
                </a:ext>
              </a:extLst>
            </p:cNvPr>
            <p:cNvSpPr/>
            <p:nvPr/>
          </p:nvSpPr>
          <p:spPr>
            <a:xfrm>
              <a:off x="319522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4">
              <a:extLst>
                <a:ext uri="{FF2B5EF4-FFF2-40B4-BE49-F238E27FC236}">
                  <a16:creationId xmlns:a16="http://schemas.microsoft.com/office/drawing/2014/main" id="{6BFA9D57-7752-94E4-65E6-17838CDDB164}"/>
                </a:ext>
              </a:extLst>
            </p:cNvPr>
            <p:cNvSpPr/>
            <p:nvPr/>
          </p:nvSpPr>
          <p:spPr>
            <a:xfrm>
              <a:off x="320466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5">
              <a:extLst>
                <a:ext uri="{FF2B5EF4-FFF2-40B4-BE49-F238E27FC236}">
                  <a16:creationId xmlns:a16="http://schemas.microsoft.com/office/drawing/2014/main" id="{7C80C8DE-8B9E-CB09-C00F-59E28BD7EEE8}"/>
                </a:ext>
              </a:extLst>
            </p:cNvPr>
            <p:cNvSpPr/>
            <p:nvPr/>
          </p:nvSpPr>
          <p:spPr>
            <a:xfrm>
              <a:off x="321410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6">
              <a:extLst>
                <a:ext uri="{FF2B5EF4-FFF2-40B4-BE49-F238E27FC236}">
                  <a16:creationId xmlns:a16="http://schemas.microsoft.com/office/drawing/2014/main" id="{9F8B77C7-0B73-FDEC-B181-118D9E5DA0DD}"/>
                </a:ext>
              </a:extLst>
            </p:cNvPr>
            <p:cNvSpPr/>
            <p:nvPr/>
          </p:nvSpPr>
          <p:spPr>
            <a:xfrm>
              <a:off x="322354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7">
              <a:extLst>
                <a:ext uri="{FF2B5EF4-FFF2-40B4-BE49-F238E27FC236}">
                  <a16:creationId xmlns:a16="http://schemas.microsoft.com/office/drawing/2014/main" id="{8DA96573-1A36-E449-E255-A5685920D18F}"/>
                </a:ext>
              </a:extLst>
            </p:cNvPr>
            <p:cNvSpPr/>
            <p:nvPr/>
          </p:nvSpPr>
          <p:spPr>
            <a:xfrm>
              <a:off x="323298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8">
              <a:extLst>
                <a:ext uri="{FF2B5EF4-FFF2-40B4-BE49-F238E27FC236}">
                  <a16:creationId xmlns:a16="http://schemas.microsoft.com/office/drawing/2014/main" id="{5378C649-B6C6-0C1F-34C3-E2C37E111AA8}"/>
                </a:ext>
              </a:extLst>
            </p:cNvPr>
            <p:cNvSpPr/>
            <p:nvPr/>
          </p:nvSpPr>
          <p:spPr>
            <a:xfrm>
              <a:off x="324242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399">
              <a:extLst>
                <a:ext uri="{FF2B5EF4-FFF2-40B4-BE49-F238E27FC236}">
                  <a16:creationId xmlns:a16="http://schemas.microsoft.com/office/drawing/2014/main" id="{81467ADE-1F69-B2C7-F356-99FA10B8E8DE}"/>
                </a:ext>
              </a:extLst>
            </p:cNvPr>
            <p:cNvSpPr/>
            <p:nvPr/>
          </p:nvSpPr>
          <p:spPr>
            <a:xfrm>
              <a:off x="325187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0">
              <a:extLst>
                <a:ext uri="{FF2B5EF4-FFF2-40B4-BE49-F238E27FC236}">
                  <a16:creationId xmlns:a16="http://schemas.microsoft.com/office/drawing/2014/main" id="{13F55AD9-A035-41DB-F12C-DE1EE39FA3DA}"/>
                </a:ext>
              </a:extLst>
            </p:cNvPr>
            <p:cNvSpPr/>
            <p:nvPr/>
          </p:nvSpPr>
          <p:spPr>
            <a:xfrm>
              <a:off x="326131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1">
              <a:extLst>
                <a:ext uri="{FF2B5EF4-FFF2-40B4-BE49-F238E27FC236}">
                  <a16:creationId xmlns:a16="http://schemas.microsoft.com/office/drawing/2014/main" id="{930F4479-AA22-DA91-6363-1F0413054FF5}"/>
                </a:ext>
              </a:extLst>
            </p:cNvPr>
            <p:cNvSpPr/>
            <p:nvPr/>
          </p:nvSpPr>
          <p:spPr>
            <a:xfrm>
              <a:off x="327075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2">
              <a:extLst>
                <a:ext uri="{FF2B5EF4-FFF2-40B4-BE49-F238E27FC236}">
                  <a16:creationId xmlns:a16="http://schemas.microsoft.com/office/drawing/2014/main" id="{71C55AA5-BE8F-F46B-6596-FA612B93ABD1}"/>
                </a:ext>
              </a:extLst>
            </p:cNvPr>
            <p:cNvSpPr/>
            <p:nvPr/>
          </p:nvSpPr>
          <p:spPr>
            <a:xfrm>
              <a:off x="328019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3">
              <a:extLst>
                <a:ext uri="{FF2B5EF4-FFF2-40B4-BE49-F238E27FC236}">
                  <a16:creationId xmlns:a16="http://schemas.microsoft.com/office/drawing/2014/main" id="{BA73D4C0-D8CC-F07B-8811-FE1EE3F1EB56}"/>
                </a:ext>
              </a:extLst>
            </p:cNvPr>
            <p:cNvSpPr/>
            <p:nvPr/>
          </p:nvSpPr>
          <p:spPr>
            <a:xfrm>
              <a:off x="328963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4">
              <a:extLst>
                <a:ext uri="{FF2B5EF4-FFF2-40B4-BE49-F238E27FC236}">
                  <a16:creationId xmlns:a16="http://schemas.microsoft.com/office/drawing/2014/main" id="{040626CA-C895-1EF8-B95F-3CFAA4D80253}"/>
                </a:ext>
              </a:extLst>
            </p:cNvPr>
            <p:cNvSpPr/>
            <p:nvPr/>
          </p:nvSpPr>
          <p:spPr>
            <a:xfrm>
              <a:off x="329907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5">
              <a:extLst>
                <a:ext uri="{FF2B5EF4-FFF2-40B4-BE49-F238E27FC236}">
                  <a16:creationId xmlns:a16="http://schemas.microsoft.com/office/drawing/2014/main" id="{DCCFEC17-01D4-290C-7B38-EAF71A1DFBC6}"/>
                </a:ext>
              </a:extLst>
            </p:cNvPr>
            <p:cNvSpPr/>
            <p:nvPr/>
          </p:nvSpPr>
          <p:spPr>
            <a:xfrm>
              <a:off x="330851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6">
              <a:extLst>
                <a:ext uri="{FF2B5EF4-FFF2-40B4-BE49-F238E27FC236}">
                  <a16:creationId xmlns:a16="http://schemas.microsoft.com/office/drawing/2014/main" id="{7C1BB577-D78B-C22D-98AE-ED69DCA0F065}"/>
                </a:ext>
              </a:extLst>
            </p:cNvPr>
            <p:cNvSpPr/>
            <p:nvPr/>
          </p:nvSpPr>
          <p:spPr>
            <a:xfrm>
              <a:off x="331795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7">
              <a:extLst>
                <a:ext uri="{FF2B5EF4-FFF2-40B4-BE49-F238E27FC236}">
                  <a16:creationId xmlns:a16="http://schemas.microsoft.com/office/drawing/2014/main" id="{9E930F7A-311D-8C62-3C2A-A6F2E1E2C406}"/>
                </a:ext>
              </a:extLst>
            </p:cNvPr>
            <p:cNvSpPr/>
            <p:nvPr/>
          </p:nvSpPr>
          <p:spPr>
            <a:xfrm>
              <a:off x="332739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8">
              <a:extLst>
                <a:ext uri="{FF2B5EF4-FFF2-40B4-BE49-F238E27FC236}">
                  <a16:creationId xmlns:a16="http://schemas.microsoft.com/office/drawing/2014/main" id="{DDEE80FE-452C-1CA1-8E8B-CE1D6E667F1B}"/>
                </a:ext>
              </a:extLst>
            </p:cNvPr>
            <p:cNvSpPr/>
            <p:nvPr/>
          </p:nvSpPr>
          <p:spPr>
            <a:xfrm>
              <a:off x="333683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09">
              <a:extLst>
                <a:ext uri="{FF2B5EF4-FFF2-40B4-BE49-F238E27FC236}">
                  <a16:creationId xmlns:a16="http://schemas.microsoft.com/office/drawing/2014/main" id="{85234504-E4E5-156A-053F-24C64825BB6C}"/>
                </a:ext>
              </a:extLst>
            </p:cNvPr>
            <p:cNvSpPr/>
            <p:nvPr/>
          </p:nvSpPr>
          <p:spPr>
            <a:xfrm>
              <a:off x="334627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0">
              <a:extLst>
                <a:ext uri="{FF2B5EF4-FFF2-40B4-BE49-F238E27FC236}">
                  <a16:creationId xmlns:a16="http://schemas.microsoft.com/office/drawing/2014/main" id="{A5894604-E211-4324-C27F-42D3F2A91B26}"/>
                </a:ext>
              </a:extLst>
            </p:cNvPr>
            <p:cNvSpPr/>
            <p:nvPr/>
          </p:nvSpPr>
          <p:spPr>
            <a:xfrm>
              <a:off x="3355712" y="2290780"/>
              <a:ext cx="922002" cy="914400"/>
            </a:xfrm>
            <a:custGeom>
              <a:avLst/>
              <a:gdLst/>
              <a:ahLst/>
              <a:cxnLst/>
              <a:rect l="0" t="0" r="0" b="0"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1">
              <a:extLst>
                <a:ext uri="{FF2B5EF4-FFF2-40B4-BE49-F238E27FC236}">
                  <a16:creationId xmlns:a16="http://schemas.microsoft.com/office/drawing/2014/main" id="{EA96CEE7-74EB-07A1-BD22-9F1735FEA798}"/>
                </a:ext>
              </a:extLst>
            </p:cNvPr>
            <p:cNvSpPr/>
            <p:nvPr/>
          </p:nvSpPr>
          <p:spPr>
            <a:xfrm>
              <a:off x="2421129" y="22732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2">
              <a:extLst>
                <a:ext uri="{FF2B5EF4-FFF2-40B4-BE49-F238E27FC236}">
                  <a16:creationId xmlns:a16="http://schemas.microsoft.com/office/drawing/2014/main" id="{0C449931-4FD9-21D4-65B2-2B8321BB343F}"/>
                </a:ext>
              </a:extLst>
            </p:cNvPr>
            <p:cNvSpPr/>
            <p:nvPr/>
          </p:nvSpPr>
          <p:spPr>
            <a:xfrm>
              <a:off x="2430569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3">
              <a:extLst>
                <a:ext uri="{FF2B5EF4-FFF2-40B4-BE49-F238E27FC236}">
                  <a16:creationId xmlns:a16="http://schemas.microsoft.com/office/drawing/2014/main" id="{BCA10604-05E0-33AB-1760-9F95B88FC008}"/>
                </a:ext>
              </a:extLst>
            </p:cNvPr>
            <p:cNvSpPr/>
            <p:nvPr/>
          </p:nvSpPr>
          <p:spPr>
            <a:xfrm>
              <a:off x="243056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4">
              <a:extLst>
                <a:ext uri="{FF2B5EF4-FFF2-40B4-BE49-F238E27FC236}">
                  <a16:creationId xmlns:a16="http://schemas.microsoft.com/office/drawing/2014/main" id="{B2769532-D68B-51DC-9B99-8FEA11FBBDBB}"/>
                </a:ext>
              </a:extLst>
            </p:cNvPr>
            <p:cNvSpPr/>
            <p:nvPr/>
          </p:nvSpPr>
          <p:spPr>
            <a:xfrm>
              <a:off x="244000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5">
              <a:extLst>
                <a:ext uri="{FF2B5EF4-FFF2-40B4-BE49-F238E27FC236}">
                  <a16:creationId xmlns:a16="http://schemas.microsoft.com/office/drawing/2014/main" id="{29DAFCF3-924A-54AE-96AB-4448C6067EB2}"/>
                </a:ext>
              </a:extLst>
            </p:cNvPr>
            <p:cNvSpPr/>
            <p:nvPr/>
          </p:nvSpPr>
          <p:spPr>
            <a:xfrm>
              <a:off x="244944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6">
              <a:extLst>
                <a:ext uri="{FF2B5EF4-FFF2-40B4-BE49-F238E27FC236}">
                  <a16:creationId xmlns:a16="http://schemas.microsoft.com/office/drawing/2014/main" id="{CA6F108C-2952-C6C5-DE25-57D941EDD913}"/>
                </a:ext>
              </a:extLst>
            </p:cNvPr>
            <p:cNvSpPr/>
            <p:nvPr/>
          </p:nvSpPr>
          <p:spPr>
            <a:xfrm>
              <a:off x="245889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7">
              <a:extLst>
                <a:ext uri="{FF2B5EF4-FFF2-40B4-BE49-F238E27FC236}">
                  <a16:creationId xmlns:a16="http://schemas.microsoft.com/office/drawing/2014/main" id="{ACFF1970-CA57-77C7-01BF-E294BD39B3E3}"/>
                </a:ext>
              </a:extLst>
            </p:cNvPr>
            <p:cNvSpPr/>
            <p:nvPr/>
          </p:nvSpPr>
          <p:spPr>
            <a:xfrm>
              <a:off x="246833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8">
              <a:extLst>
                <a:ext uri="{FF2B5EF4-FFF2-40B4-BE49-F238E27FC236}">
                  <a16:creationId xmlns:a16="http://schemas.microsoft.com/office/drawing/2014/main" id="{3F9D61F1-EB6C-4A68-8696-1D4881813071}"/>
                </a:ext>
              </a:extLst>
            </p:cNvPr>
            <p:cNvSpPr/>
            <p:nvPr/>
          </p:nvSpPr>
          <p:spPr>
            <a:xfrm>
              <a:off x="247777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19">
              <a:extLst>
                <a:ext uri="{FF2B5EF4-FFF2-40B4-BE49-F238E27FC236}">
                  <a16:creationId xmlns:a16="http://schemas.microsoft.com/office/drawing/2014/main" id="{C952C181-A6CD-B6EF-34DF-0666783AEBA5}"/>
                </a:ext>
              </a:extLst>
            </p:cNvPr>
            <p:cNvSpPr/>
            <p:nvPr/>
          </p:nvSpPr>
          <p:spPr>
            <a:xfrm>
              <a:off x="248721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0">
              <a:extLst>
                <a:ext uri="{FF2B5EF4-FFF2-40B4-BE49-F238E27FC236}">
                  <a16:creationId xmlns:a16="http://schemas.microsoft.com/office/drawing/2014/main" id="{9D2C0DC8-0678-1B30-9BF6-821A53951895}"/>
                </a:ext>
              </a:extLst>
            </p:cNvPr>
            <p:cNvSpPr/>
            <p:nvPr/>
          </p:nvSpPr>
          <p:spPr>
            <a:xfrm>
              <a:off x="249665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1">
              <a:extLst>
                <a:ext uri="{FF2B5EF4-FFF2-40B4-BE49-F238E27FC236}">
                  <a16:creationId xmlns:a16="http://schemas.microsoft.com/office/drawing/2014/main" id="{C43F29AA-A92C-12FB-BA24-7034FDDDC0AD}"/>
                </a:ext>
              </a:extLst>
            </p:cNvPr>
            <p:cNvSpPr/>
            <p:nvPr/>
          </p:nvSpPr>
          <p:spPr>
            <a:xfrm>
              <a:off x="250609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2">
              <a:extLst>
                <a:ext uri="{FF2B5EF4-FFF2-40B4-BE49-F238E27FC236}">
                  <a16:creationId xmlns:a16="http://schemas.microsoft.com/office/drawing/2014/main" id="{C57D1868-C1C2-421E-065A-3A8479E260BB}"/>
                </a:ext>
              </a:extLst>
            </p:cNvPr>
            <p:cNvSpPr/>
            <p:nvPr/>
          </p:nvSpPr>
          <p:spPr>
            <a:xfrm>
              <a:off x="251553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3">
              <a:extLst>
                <a:ext uri="{FF2B5EF4-FFF2-40B4-BE49-F238E27FC236}">
                  <a16:creationId xmlns:a16="http://schemas.microsoft.com/office/drawing/2014/main" id="{E20C62C6-A8BD-672B-931C-899F091B2778}"/>
                </a:ext>
              </a:extLst>
            </p:cNvPr>
            <p:cNvSpPr/>
            <p:nvPr/>
          </p:nvSpPr>
          <p:spPr>
            <a:xfrm>
              <a:off x="252497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4">
              <a:extLst>
                <a:ext uri="{FF2B5EF4-FFF2-40B4-BE49-F238E27FC236}">
                  <a16:creationId xmlns:a16="http://schemas.microsoft.com/office/drawing/2014/main" id="{45618956-8A2D-7AF4-D2F7-0E84E06FC341}"/>
                </a:ext>
              </a:extLst>
            </p:cNvPr>
            <p:cNvSpPr/>
            <p:nvPr/>
          </p:nvSpPr>
          <p:spPr>
            <a:xfrm>
              <a:off x="253441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5">
              <a:extLst>
                <a:ext uri="{FF2B5EF4-FFF2-40B4-BE49-F238E27FC236}">
                  <a16:creationId xmlns:a16="http://schemas.microsoft.com/office/drawing/2014/main" id="{AEE69AD3-D074-D520-A697-DA3CDD01DB0D}"/>
                </a:ext>
              </a:extLst>
            </p:cNvPr>
            <p:cNvSpPr/>
            <p:nvPr/>
          </p:nvSpPr>
          <p:spPr>
            <a:xfrm>
              <a:off x="254385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6">
              <a:extLst>
                <a:ext uri="{FF2B5EF4-FFF2-40B4-BE49-F238E27FC236}">
                  <a16:creationId xmlns:a16="http://schemas.microsoft.com/office/drawing/2014/main" id="{31E66B3D-6356-B3F5-C6F2-A3CF75DAC39C}"/>
                </a:ext>
              </a:extLst>
            </p:cNvPr>
            <p:cNvSpPr/>
            <p:nvPr/>
          </p:nvSpPr>
          <p:spPr>
            <a:xfrm>
              <a:off x="255329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7">
              <a:extLst>
                <a:ext uri="{FF2B5EF4-FFF2-40B4-BE49-F238E27FC236}">
                  <a16:creationId xmlns:a16="http://schemas.microsoft.com/office/drawing/2014/main" id="{D1BA55E6-F19B-6E13-B3AD-479A1DD7DA41}"/>
                </a:ext>
              </a:extLst>
            </p:cNvPr>
            <p:cNvSpPr/>
            <p:nvPr/>
          </p:nvSpPr>
          <p:spPr>
            <a:xfrm>
              <a:off x="256273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8">
              <a:extLst>
                <a:ext uri="{FF2B5EF4-FFF2-40B4-BE49-F238E27FC236}">
                  <a16:creationId xmlns:a16="http://schemas.microsoft.com/office/drawing/2014/main" id="{6A164C87-0B2D-2263-DEBB-7689FAEDACED}"/>
                </a:ext>
              </a:extLst>
            </p:cNvPr>
            <p:cNvSpPr/>
            <p:nvPr/>
          </p:nvSpPr>
          <p:spPr>
            <a:xfrm>
              <a:off x="257217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29">
              <a:extLst>
                <a:ext uri="{FF2B5EF4-FFF2-40B4-BE49-F238E27FC236}">
                  <a16:creationId xmlns:a16="http://schemas.microsoft.com/office/drawing/2014/main" id="{CBF4E28C-2C4B-375A-A1EC-02F8B6DEEF91}"/>
                </a:ext>
              </a:extLst>
            </p:cNvPr>
            <p:cNvSpPr/>
            <p:nvPr/>
          </p:nvSpPr>
          <p:spPr>
            <a:xfrm>
              <a:off x="258161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0">
              <a:extLst>
                <a:ext uri="{FF2B5EF4-FFF2-40B4-BE49-F238E27FC236}">
                  <a16:creationId xmlns:a16="http://schemas.microsoft.com/office/drawing/2014/main" id="{6FD50F2F-9D92-F4D0-1685-07FF03B7B757}"/>
                </a:ext>
              </a:extLst>
            </p:cNvPr>
            <p:cNvSpPr/>
            <p:nvPr/>
          </p:nvSpPr>
          <p:spPr>
            <a:xfrm>
              <a:off x="259105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1">
              <a:extLst>
                <a:ext uri="{FF2B5EF4-FFF2-40B4-BE49-F238E27FC236}">
                  <a16:creationId xmlns:a16="http://schemas.microsoft.com/office/drawing/2014/main" id="{5BC232FF-D672-F9A9-A7A6-1C0F3FA6B90E}"/>
                </a:ext>
              </a:extLst>
            </p:cNvPr>
            <p:cNvSpPr/>
            <p:nvPr/>
          </p:nvSpPr>
          <p:spPr>
            <a:xfrm>
              <a:off x="260049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2">
              <a:extLst>
                <a:ext uri="{FF2B5EF4-FFF2-40B4-BE49-F238E27FC236}">
                  <a16:creationId xmlns:a16="http://schemas.microsoft.com/office/drawing/2014/main" id="{9E18B0C7-A8F8-ED23-CD0D-394809DF4FB0}"/>
                </a:ext>
              </a:extLst>
            </p:cNvPr>
            <p:cNvSpPr/>
            <p:nvPr/>
          </p:nvSpPr>
          <p:spPr>
            <a:xfrm>
              <a:off x="260993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3">
              <a:extLst>
                <a:ext uri="{FF2B5EF4-FFF2-40B4-BE49-F238E27FC236}">
                  <a16:creationId xmlns:a16="http://schemas.microsoft.com/office/drawing/2014/main" id="{1D31B836-DD5A-C8B7-9636-49CD958BEE30}"/>
                </a:ext>
              </a:extLst>
            </p:cNvPr>
            <p:cNvSpPr/>
            <p:nvPr/>
          </p:nvSpPr>
          <p:spPr>
            <a:xfrm>
              <a:off x="261937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4">
              <a:extLst>
                <a:ext uri="{FF2B5EF4-FFF2-40B4-BE49-F238E27FC236}">
                  <a16:creationId xmlns:a16="http://schemas.microsoft.com/office/drawing/2014/main" id="{83F66FF8-9274-D7A1-44D4-F5D0376D4D25}"/>
                </a:ext>
              </a:extLst>
            </p:cNvPr>
            <p:cNvSpPr/>
            <p:nvPr/>
          </p:nvSpPr>
          <p:spPr>
            <a:xfrm>
              <a:off x="262881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5">
              <a:extLst>
                <a:ext uri="{FF2B5EF4-FFF2-40B4-BE49-F238E27FC236}">
                  <a16:creationId xmlns:a16="http://schemas.microsoft.com/office/drawing/2014/main" id="{D07B459D-CE2A-E848-7142-B4E9AEE7744A}"/>
                </a:ext>
              </a:extLst>
            </p:cNvPr>
            <p:cNvSpPr/>
            <p:nvPr/>
          </p:nvSpPr>
          <p:spPr>
            <a:xfrm>
              <a:off x="263825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6">
              <a:extLst>
                <a:ext uri="{FF2B5EF4-FFF2-40B4-BE49-F238E27FC236}">
                  <a16:creationId xmlns:a16="http://schemas.microsoft.com/office/drawing/2014/main" id="{FF6C26B1-2354-DA8E-8A54-9282DAC48B26}"/>
                </a:ext>
              </a:extLst>
            </p:cNvPr>
            <p:cNvSpPr/>
            <p:nvPr/>
          </p:nvSpPr>
          <p:spPr>
            <a:xfrm>
              <a:off x="264769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7">
              <a:extLst>
                <a:ext uri="{FF2B5EF4-FFF2-40B4-BE49-F238E27FC236}">
                  <a16:creationId xmlns:a16="http://schemas.microsoft.com/office/drawing/2014/main" id="{C031C69A-65DC-5E27-2246-4E792DBF20FD}"/>
                </a:ext>
              </a:extLst>
            </p:cNvPr>
            <p:cNvSpPr/>
            <p:nvPr/>
          </p:nvSpPr>
          <p:spPr>
            <a:xfrm>
              <a:off x="265713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8">
              <a:extLst>
                <a:ext uri="{FF2B5EF4-FFF2-40B4-BE49-F238E27FC236}">
                  <a16:creationId xmlns:a16="http://schemas.microsoft.com/office/drawing/2014/main" id="{361F6D55-70C4-A32C-B433-F041EA607E4F}"/>
                </a:ext>
              </a:extLst>
            </p:cNvPr>
            <p:cNvSpPr/>
            <p:nvPr/>
          </p:nvSpPr>
          <p:spPr>
            <a:xfrm>
              <a:off x="266657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39">
              <a:extLst>
                <a:ext uri="{FF2B5EF4-FFF2-40B4-BE49-F238E27FC236}">
                  <a16:creationId xmlns:a16="http://schemas.microsoft.com/office/drawing/2014/main" id="{DB092BE5-AEC8-3FE6-979A-897A0CDCAFDE}"/>
                </a:ext>
              </a:extLst>
            </p:cNvPr>
            <p:cNvSpPr/>
            <p:nvPr/>
          </p:nvSpPr>
          <p:spPr>
            <a:xfrm>
              <a:off x="267601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0">
              <a:extLst>
                <a:ext uri="{FF2B5EF4-FFF2-40B4-BE49-F238E27FC236}">
                  <a16:creationId xmlns:a16="http://schemas.microsoft.com/office/drawing/2014/main" id="{3CEEFC3B-7F9D-5F4C-9345-8F557DF63D45}"/>
                </a:ext>
              </a:extLst>
            </p:cNvPr>
            <p:cNvSpPr/>
            <p:nvPr/>
          </p:nvSpPr>
          <p:spPr>
            <a:xfrm>
              <a:off x="268545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1">
              <a:extLst>
                <a:ext uri="{FF2B5EF4-FFF2-40B4-BE49-F238E27FC236}">
                  <a16:creationId xmlns:a16="http://schemas.microsoft.com/office/drawing/2014/main" id="{FD79B74D-AF78-73E8-F382-3930E0CB9B14}"/>
                </a:ext>
              </a:extLst>
            </p:cNvPr>
            <p:cNvSpPr/>
            <p:nvPr/>
          </p:nvSpPr>
          <p:spPr>
            <a:xfrm>
              <a:off x="269489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2">
              <a:extLst>
                <a:ext uri="{FF2B5EF4-FFF2-40B4-BE49-F238E27FC236}">
                  <a16:creationId xmlns:a16="http://schemas.microsoft.com/office/drawing/2014/main" id="{D74BB3F5-C2EA-650C-9C35-88F435C9D6E4}"/>
                </a:ext>
              </a:extLst>
            </p:cNvPr>
            <p:cNvSpPr/>
            <p:nvPr/>
          </p:nvSpPr>
          <p:spPr>
            <a:xfrm>
              <a:off x="270433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3">
              <a:extLst>
                <a:ext uri="{FF2B5EF4-FFF2-40B4-BE49-F238E27FC236}">
                  <a16:creationId xmlns:a16="http://schemas.microsoft.com/office/drawing/2014/main" id="{73A18CC8-3E24-43D0-5CEF-B2CD2BBF2DC4}"/>
                </a:ext>
              </a:extLst>
            </p:cNvPr>
            <p:cNvSpPr/>
            <p:nvPr/>
          </p:nvSpPr>
          <p:spPr>
            <a:xfrm>
              <a:off x="271377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4">
              <a:extLst>
                <a:ext uri="{FF2B5EF4-FFF2-40B4-BE49-F238E27FC236}">
                  <a16:creationId xmlns:a16="http://schemas.microsoft.com/office/drawing/2014/main" id="{51DD9DF2-6D03-B820-8799-F347686C794A}"/>
                </a:ext>
              </a:extLst>
            </p:cNvPr>
            <p:cNvSpPr/>
            <p:nvPr/>
          </p:nvSpPr>
          <p:spPr>
            <a:xfrm>
              <a:off x="2723216" y="2273210"/>
              <a:ext cx="918001" cy="914400"/>
            </a:xfrm>
            <a:custGeom>
              <a:avLst/>
              <a:gdLst/>
              <a:ahLst/>
              <a:cxnLst/>
              <a:rect l="0" t="0" r="0" b="0"/>
              <a:pathLst>
                <a:path w="9180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5">
              <a:extLst>
                <a:ext uri="{FF2B5EF4-FFF2-40B4-BE49-F238E27FC236}">
                  <a16:creationId xmlns:a16="http://schemas.microsoft.com/office/drawing/2014/main" id="{649CD962-6B43-4799-D911-A095FAA61CA8}"/>
                </a:ext>
              </a:extLst>
            </p:cNvPr>
            <p:cNvSpPr/>
            <p:nvPr/>
          </p:nvSpPr>
          <p:spPr>
            <a:xfrm>
              <a:off x="2827059" y="22732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399" y="908197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6">
              <a:extLst>
                <a:ext uri="{FF2B5EF4-FFF2-40B4-BE49-F238E27FC236}">
                  <a16:creationId xmlns:a16="http://schemas.microsoft.com/office/drawing/2014/main" id="{20A0144D-BC46-7054-EB43-FF39033DD01F}"/>
                </a:ext>
              </a:extLst>
            </p:cNvPr>
            <p:cNvSpPr/>
            <p:nvPr/>
          </p:nvSpPr>
          <p:spPr>
            <a:xfrm>
              <a:off x="2836499" y="2273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7">
              <a:extLst>
                <a:ext uri="{FF2B5EF4-FFF2-40B4-BE49-F238E27FC236}">
                  <a16:creationId xmlns:a16="http://schemas.microsoft.com/office/drawing/2014/main" id="{56E41F78-4A16-79E0-ABB5-13E0E6CEFCBA}"/>
                </a:ext>
              </a:extLst>
            </p:cNvPr>
            <p:cNvSpPr/>
            <p:nvPr/>
          </p:nvSpPr>
          <p:spPr>
            <a:xfrm>
              <a:off x="2845939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8">
              <a:extLst>
                <a:ext uri="{FF2B5EF4-FFF2-40B4-BE49-F238E27FC236}">
                  <a16:creationId xmlns:a16="http://schemas.microsoft.com/office/drawing/2014/main" id="{BAE7C600-127C-E572-2EF9-4A9DBAF517E2}"/>
                </a:ext>
              </a:extLst>
            </p:cNvPr>
            <p:cNvSpPr/>
            <p:nvPr/>
          </p:nvSpPr>
          <p:spPr>
            <a:xfrm>
              <a:off x="284593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49">
              <a:extLst>
                <a:ext uri="{FF2B5EF4-FFF2-40B4-BE49-F238E27FC236}">
                  <a16:creationId xmlns:a16="http://schemas.microsoft.com/office/drawing/2014/main" id="{E30738B4-A287-17DE-B364-EC2FC9C79443}"/>
                </a:ext>
              </a:extLst>
            </p:cNvPr>
            <p:cNvSpPr/>
            <p:nvPr/>
          </p:nvSpPr>
          <p:spPr>
            <a:xfrm>
              <a:off x="285538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0">
              <a:extLst>
                <a:ext uri="{FF2B5EF4-FFF2-40B4-BE49-F238E27FC236}">
                  <a16:creationId xmlns:a16="http://schemas.microsoft.com/office/drawing/2014/main" id="{9BD5BD7B-2F99-8078-6432-661FD6FBC2C2}"/>
                </a:ext>
              </a:extLst>
            </p:cNvPr>
            <p:cNvSpPr/>
            <p:nvPr/>
          </p:nvSpPr>
          <p:spPr>
            <a:xfrm>
              <a:off x="286482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1">
              <a:extLst>
                <a:ext uri="{FF2B5EF4-FFF2-40B4-BE49-F238E27FC236}">
                  <a16:creationId xmlns:a16="http://schemas.microsoft.com/office/drawing/2014/main" id="{139F6DF1-6D3A-F107-3D09-4C8A5582A174}"/>
                </a:ext>
              </a:extLst>
            </p:cNvPr>
            <p:cNvSpPr/>
            <p:nvPr/>
          </p:nvSpPr>
          <p:spPr>
            <a:xfrm>
              <a:off x="287426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2">
              <a:extLst>
                <a:ext uri="{FF2B5EF4-FFF2-40B4-BE49-F238E27FC236}">
                  <a16:creationId xmlns:a16="http://schemas.microsoft.com/office/drawing/2014/main" id="{13ECE52C-D089-8530-4785-12BC002E55BE}"/>
                </a:ext>
              </a:extLst>
            </p:cNvPr>
            <p:cNvSpPr/>
            <p:nvPr/>
          </p:nvSpPr>
          <p:spPr>
            <a:xfrm>
              <a:off x="288370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3">
              <a:extLst>
                <a:ext uri="{FF2B5EF4-FFF2-40B4-BE49-F238E27FC236}">
                  <a16:creationId xmlns:a16="http://schemas.microsoft.com/office/drawing/2014/main" id="{B7200DF9-00D1-DFC7-1FE4-B27025E811CD}"/>
                </a:ext>
              </a:extLst>
            </p:cNvPr>
            <p:cNvSpPr/>
            <p:nvPr/>
          </p:nvSpPr>
          <p:spPr>
            <a:xfrm>
              <a:off x="289314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4">
              <a:extLst>
                <a:ext uri="{FF2B5EF4-FFF2-40B4-BE49-F238E27FC236}">
                  <a16:creationId xmlns:a16="http://schemas.microsoft.com/office/drawing/2014/main" id="{5F7BB5DA-E9F7-CD30-AC40-17AEFA7B3536}"/>
                </a:ext>
              </a:extLst>
            </p:cNvPr>
            <p:cNvSpPr/>
            <p:nvPr/>
          </p:nvSpPr>
          <p:spPr>
            <a:xfrm>
              <a:off x="290258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5">
              <a:extLst>
                <a:ext uri="{FF2B5EF4-FFF2-40B4-BE49-F238E27FC236}">
                  <a16:creationId xmlns:a16="http://schemas.microsoft.com/office/drawing/2014/main" id="{FED166F6-1FEB-D315-752F-1507D2B568DB}"/>
                </a:ext>
              </a:extLst>
            </p:cNvPr>
            <p:cNvSpPr/>
            <p:nvPr/>
          </p:nvSpPr>
          <p:spPr>
            <a:xfrm>
              <a:off x="291202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6">
              <a:extLst>
                <a:ext uri="{FF2B5EF4-FFF2-40B4-BE49-F238E27FC236}">
                  <a16:creationId xmlns:a16="http://schemas.microsoft.com/office/drawing/2014/main" id="{444B225C-0CB1-7B10-79C4-788A2A739935}"/>
                </a:ext>
              </a:extLst>
            </p:cNvPr>
            <p:cNvSpPr/>
            <p:nvPr/>
          </p:nvSpPr>
          <p:spPr>
            <a:xfrm>
              <a:off x="292146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7">
              <a:extLst>
                <a:ext uri="{FF2B5EF4-FFF2-40B4-BE49-F238E27FC236}">
                  <a16:creationId xmlns:a16="http://schemas.microsoft.com/office/drawing/2014/main" id="{3E991B29-A518-0ADF-4976-E34FB367B101}"/>
                </a:ext>
              </a:extLst>
            </p:cNvPr>
            <p:cNvSpPr/>
            <p:nvPr/>
          </p:nvSpPr>
          <p:spPr>
            <a:xfrm>
              <a:off x="293090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8">
              <a:extLst>
                <a:ext uri="{FF2B5EF4-FFF2-40B4-BE49-F238E27FC236}">
                  <a16:creationId xmlns:a16="http://schemas.microsoft.com/office/drawing/2014/main" id="{31D0F229-AC31-B829-0169-2285685DE83F}"/>
                </a:ext>
              </a:extLst>
            </p:cNvPr>
            <p:cNvSpPr/>
            <p:nvPr/>
          </p:nvSpPr>
          <p:spPr>
            <a:xfrm>
              <a:off x="294034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59">
              <a:extLst>
                <a:ext uri="{FF2B5EF4-FFF2-40B4-BE49-F238E27FC236}">
                  <a16:creationId xmlns:a16="http://schemas.microsoft.com/office/drawing/2014/main" id="{1D9361C5-55CB-5A9C-6FC9-FB627D363075}"/>
                </a:ext>
              </a:extLst>
            </p:cNvPr>
            <p:cNvSpPr/>
            <p:nvPr/>
          </p:nvSpPr>
          <p:spPr>
            <a:xfrm>
              <a:off x="294978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0">
              <a:extLst>
                <a:ext uri="{FF2B5EF4-FFF2-40B4-BE49-F238E27FC236}">
                  <a16:creationId xmlns:a16="http://schemas.microsoft.com/office/drawing/2014/main" id="{DF22484A-DA97-589C-1C93-5ACD15C517D5}"/>
                </a:ext>
              </a:extLst>
            </p:cNvPr>
            <p:cNvSpPr/>
            <p:nvPr/>
          </p:nvSpPr>
          <p:spPr>
            <a:xfrm>
              <a:off x="295922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1">
              <a:extLst>
                <a:ext uri="{FF2B5EF4-FFF2-40B4-BE49-F238E27FC236}">
                  <a16:creationId xmlns:a16="http://schemas.microsoft.com/office/drawing/2014/main" id="{60AC1EB0-CB84-BE3F-D357-92B4282FA4B8}"/>
                </a:ext>
              </a:extLst>
            </p:cNvPr>
            <p:cNvSpPr/>
            <p:nvPr/>
          </p:nvSpPr>
          <p:spPr>
            <a:xfrm>
              <a:off x="296866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2">
              <a:extLst>
                <a:ext uri="{FF2B5EF4-FFF2-40B4-BE49-F238E27FC236}">
                  <a16:creationId xmlns:a16="http://schemas.microsoft.com/office/drawing/2014/main" id="{E679F599-13B4-33C0-B0E1-85DCEA8E6C29}"/>
                </a:ext>
              </a:extLst>
            </p:cNvPr>
            <p:cNvSpPr/>
            <p:nvPr/>
          </p:nvSpPr>
          <p:spPr>
            <a:xfrm>
              <a:off x="297810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3">
              <a:extLst>
                <a:ext uri="{FF2B5EF4-FFF2-40B4-BE49-F238E27FC236}">
                  <a16:creationId xmlns:a16="http://schemas.microsoft.com/office/drawing/2014/main" id="{AAAD8BE1-0BAA-296B-7620-89238FBB3CCB}"/>
                </a:ext>
              </a:extLst>
            </p:cNvPr>
            <p:cNvSpPr/>
            <p:nvPr/>
          </p:nvSpPr>
          <p:spPr>
            <a:xfrm>
              <a:off x="298754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4">
              <a:extLst>
                <a:ext uri="{FF2B5EF4-FFF2-40B4-BE49-F238E27FC236}">
                  <a16:creationId xmlns:a16="http://schemas.microsoft.com/office/drawing/2014/main" id="{B9A5C989-AAC1-57DC-AE35-6AED55359461}"/>
                </a:ext>
              </a:extLst>
            </p:cNvPr>
            <p:cNvSpPr/>
            <p:nvPr/>
          </p:nvSpPr>
          <p:spPr>
            <a:xfrm>
              <a:off x="299698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5">
              <a:extLst>
                <a:ext uri="{FF2B5EF4-FFF2-40B4-BE49-F238E27FC236}">
                  <a16:creationId xmlns:a16="http://schemas.microsoft.com/office/drawing/2014/main" id="{0364A0F7-F18B-DCFD-5287-65C73DB9FF4A}"/>
                </a:ext>
              </a:extLst>
            </p:cNvPr>
            <p:cNvSpPr/>
            <p:nvPr/>
          </p:nvSpPr>
          <p:spPr>
            <a:xfrm>
              <a:off x="300642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6">
              <a:extLst>
                <a:ext uri="{FF2B5EF4-FFF2-40B4-BE49-F238E27FC236}">
                  <a16:creationId xmlns:a16="http://schemas.microsoft.com/office/drawing/2014/main" id="{1284E401-E582-5922-236B-0DCADC04E0B1}"/>
                </a:ext>
              </a:extLst>
            </p:cNvPr>
            <p:cNvSpPr/>
            <p:nvPr/>
          </p:nvSpPr>
          <p:spPr>
            <a:xfrm>
              <a:off x="301586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7">
              <a:extLst>
                <a:ext uri="{FF2B5EF4-FFF2-40B4-BE49-F238E27FC236}">
                  <a16:creationId xmlns:a16="http://schemas.microsoft.com/office/drawing/2014/main" id="{27FA3143-3482-DB23-CA40-7EFEC73E86D0}"/>
                </a:ext>
              </a:extLst>
            </p:cNvPr>
            <p:cNvSpPr/>
            <p:nvPr/>
          </p:nvSpPr>
          <p:spPr>
            <a:xfrm>
              <a:off x="302530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8">
              <a:extLst>
                <a:ext uri="{FF2B5EF4-FFF2-40B4-BE49-F238E27FC236}">
                  <a16:creationId xmlns:a16="http://schemas.microsoft.com/office/drawing/2014/main" id="{8EC03B90-957F-3250-C18D-A202ABCFA2BE}"/>
                </a:ext>
              </a:extLst>
            </p:cNvPr>
            <p:cNvSpPr/>
            <p:nvPr/>
          </p:nvSpPr>
          <p:spPr>
            <a:xfrm>
              <a:off x="303474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69">
              <a:extLst>
                <a:ext uri="{FF2B5EF4-FFF2-40B4-BE49-F238E27FC236}">
                  <a16:creationId xmlns:a16="http://schemas.microsoft.com/office/drawing/2014/main" id="{A098F379-D492-CCAE-F1FB-7250338F2487}"/>
                </a:ext>
              </a:extLst>
            </p:cNvPr>
            <p:cNvSpPr/>
            <p:nvPr/>
          </p:nvSpPr>
          <p:spPr>
            <a:xfrm>
              <a:off x="304418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0">
              <a:extLst>
                <a:ext uri="{FF2B5EF4-FFF2-40B4-BE49-F238E27FC236}">
                  <a16:creationId xmlns:a16="http://schemas.microsoft.com/office/drawing/2014/main" id="{F9D12EF4-F0DE-C84B-64D4-39A207524FBF}"/>
                </a:ext>
              </a:extLst>
            </p:cNvPr>
            <p:cNvSpPr/>
            <p:nvPr/>
          </p:nvSpPr>
          <p:spPr>
            <a:xfrm>
              <a:off x="305362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1">
              <a:extLst>
                <a:ext uri="{FF2B5EF4-FFF2-40B4-BE49-F238E27FC236}">
                  <a16:creationId xmlns:a16="http://schemas.microsoft.com/office/drawing/2014/main" id="{A2252B62-3B76-B8F8-5190-39B06434258B}"/>
                </a:ext>
              </a:extLst>
            </p:cNvPr>
            <p:cNvSpPr/>
            <p:nvPr/>
          </p:nvSpPr>
          <p:spPr>
            <a:xfrm>
              <a:off x="306306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2">
              <a:extLst>
                <a:ext uri="{FF2B5EF4-FFF2-40B4-BE49-F238E27FC236}">
                  <a16:creationId xmlns:a16="http://schemas.microsoft.com/office/drawing/2014/main" id="{419A446E-79C3-2D19-3482-59122C06BDFF}"/>
                </a:ext>
              </a:extLst>
            </p:cNvPr>
            <p:cNvSpPr/>
            <p:nvPr/>
          </p:nvSpPr>
          <p:spPr>
            <a:xfrm>
              <a:off x="307250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3">
              <a:extLst>
                <a:ext uri="{FF2B5EF4-FFF2-40B4-BE49-F238E27FC236}">
                  <a16:creationId xmlns:a16="http://schemas.microsoft.com/office/drawing/2014/main" id="{3E8C27FD-CA87-2EE0-AE37-A18FA60774E9}"/>
                </a:ext>
              </a:extLst>
            </p:cNvPr>
            <p:cNvSpPr/>
            <p:nvPr/>
          </p:nvSpPr>
          <p:spPr>
            <a:xfrm>
              <a:off x="308194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4">
              <a:extLst>
                <a:ext uri="{FF2B5EF4-FFF2-40B4-BE49-F238E27FC236}">
                  <a16:creationId xmlns:a16="http://schemas.microsoft.com/office/drawing/2014/main" id="{230064C0-3135-B4BB-5681-C3996AF16033}"/>
                </a:ext>
              </a:extLst>
            </p:cNvPr>
            <p:cNvSpPr/>
            <p:nvPr/>
          </p:nvSpPr>
          <p:spPr>
            <a:xfrm>
              <a:off x="309138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5">
              <a:extLst>
                <a:ext uri="{FF2B5EF4-FFF2-40B4-BE49-F238E27FC236}">
                  <a16:creationId xmlns:a16="http://schemas.microsoft.com/office/drawing/2014/main" id="{E3414FA2-F80F-E535-6D12-71D6244EF2C4}"/>
                </a:ext>
              </a:extLst>
            </p:cNvPr>
            <p:cNvSpPr/>
            <p:nvPr/>
          </p:nvSpPr>
          <p:spPr>
            <a:xfrm>
              <a:off x="310082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6">
              <a:extLst>
                <a:ext uri="{FF2B5EF4-FFF2-40B4-BE49-F238E27FC236}">
                  <a16:creationId xmlns:a16="http://schemas.microsoft.com/office/drawing/2014/main" id="{80341E8D-3374-AA84-90FA-A6A6C04D0000}"/>
                </a:ext>
              </a:extLst>
            </p:cNvPr>
            <p:cNvSpPr/>
            <p:nvPr/>
          </p:nvSpPr>
          <p:spPr>
            <a:xfrm>
              <a:off x="311026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7">
              <a:extLst>
                <a:ext uri="{FF2B5EF4-FFF2-40B4-BE49-F238E27FC236}">
                  <a16:creationId xmlns:a16="http://schemas.microsoft.com/office/drawing/2014/main" id="{4A5EF6CC-9170-6A49-5B60-0C0C2B97A01C}"/>
                </a:ext>
              </a:extLst>
            </p:cNvPr>
            <p:cNvSpPr/>
            <p:nvPr/>
          </p:nvSpPr>
          <p:spPr>
            <a:xfrm>
              <a:off x="311970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8">
              <a:extLst>
                <a:ext uri="{FF2B5EF4-FFF2-40B4-BE49-F238E27FC236}">
                  <a16:creationId xmlns:a16="http://schemas.microsoft.com/office/drawing/2014/main" id="{5EACC5B2-17BE-51EA-A827-059439E2BEDB}"/>
                </a:ext>
              </a:extLst>
            </p:cNvPr>
            <p:cNvSpPr/>
            <p:nvPr/>
          </p:nvSpPr>
          <p:spPr>
            <a:xfrm>
              <a:off x="312914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79">
              <a:extLst>
                <a:ext uri="{FF2B5EF4-FFF2-40B4-BE49-F238E27FC236}">
                  <a16:creationId xmlns:a16="http://schemas.microsoft.com/office/drawing/2014/main" id="{9C124904-24B5-BD0F-4E1B-A5FDCDCC5A35}"/>
                </a:ext>
              </a:extLst>
            </p:cNvPr>
            <p:cNvSpPr/>
            <p:nvPr/>
          </p:nvSpPr>
          <p:spPr>
            <a:xfrm>
              <a:off x="313858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0">
              <a:extLst>
                <a:ext uri="{FF2B5EF4-FFF2-40B4-BE49-F238E27FC236}">
                  <a16:creationId xmlns:a16="http://schemas.microsoft.com/office/drawing/2014/main" id="{C817E65B-3C12-A936-6CF0-5DB9A2B7701C}"/>
                </a:ext>
              </a:extLst>
            </p:cNvPr>
            <p:cNvSpPr/>
            <p:nvPr/>
          </p:nvSpPr>
          <p:spPr>
            <a:xfrm>
              <a:off x="314802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1">
              <a:extLst>
                <a:ext uri="{FF2B5EF4-FFF2-40B4-BE49-F238E27FC236}">
                  <a16:creationId xmlns:a16="http://schemas.microsoft.com/office/drawing/2014/main" id="{620692E2-5FD6-B002-AC12-25131C1E57C4}"/>
                </a:ext>
              </a:extLst>
            </p:cNvPr>
            <p:cNvSpPr/>
            <p:nvPr/>
          </p:nvSpPr>
          <p:spPr>
            <a:xfrm>
              <a:off x="315746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2">
              <a:extLst>
                <a:ext uri="{FF2B5EF4-FFF2-40B4-BE49-F238E27FC236}">
                  <a16:creationId xmlns:a16="http://schemas.microsoft.com/office/drawing/2014/main" id="{87740C8E-B602-A465-1854-6FDF5CCE73C9}"/>
                </a:ext>
              </a:extLst>
            </p:cNvPr>
            <p:cNvSpPr/>
            <p:nvPr/>
          </p:nvSpPr>
          <p:spPr>
            <a:xfrm>
              <a:off x="316690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3">
              <a:extLst>
                <a:ext uri="{FF2B5EF4-FFF2-40B4-BE49-F238E27FC236}">
                  <a16:creationId xmlns:a16="http://schemas.microsoft.com/office/drawing/2014/main" id="{CFBE7E77-47A4-E98C-AC50-4FCF09F16F3B}"/>
                </a:ext>
              </a:extLst>
            </p:cNvPr>
            <p:cNvSpPr/>
            <p:nvPr/>
          </p:nvSpPr>
          <p:spPr>
            <a:xfrm>
              <a:off x="317634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4">
              <a:extLst>
                <a:ext uri="{FF2B5EF4-FFF2-40B4-BE49-F238E27FC236}">
                  <a16:creationId xmlns:a16="http://schemas.microsoft.com/office/drawing/2014/main" id="{8947A0BC-D237-BEC0-F9BC-251EE2736E25}"/>
                </a:ext>
              </a:extLst>
            </p:cNvPr>
            <p:cNvSpPr/>
            <p:nvPr/>
          </p:nvSpPr>
          <p:spPr>
            <a:xfrm>
              <a:off x="318578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5">
              <a:extLst>
                <a:ext uri="{FF2B5EF4-FFF2-40B4-BE49-F238E27FC236}">
                  <a16:creationId xmlns:a16="http://schemas.microsoft.com/office/drawing/2014/main" id="{2739191A-9AD1-B4C8-D7F9-D14A6D166C1B}"/>
                </a:ext>
              </a:extLst>
            </p:cNvPr>
            <p:cNvSpPr/>
            <p:nvPr/>
          </p:nvSpPr>
          <p:spPr>
            <a:xfrm>
              <a:off x="319522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6">
              <a:extLst>
                <a:ext uri="{FF2B5EF4-FFF2-40B4-BE49-F238E27FC236}">
                  <a16:creationId xmlns:a16="http://schemas.microsoft.com/office/drawing/2014/main" id="{0AFA0096-4B90-37FA-E1EB-13039FEF0E97}"/>
                </a:ext>
              </a:extLst>
            </p:cNvPr>
            <p:cNvSpPr/>
            <p:nvPr/>
          </p:nvSpPr>
          <p:spPr>
            <a:xfrm>
              <a:off x="320466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7">
              <a:extLst>
                <a:ext uri="{FF2B5EF4-FFF2-40B4-BE49-F238E27FC236}">
                  <a16:creationId xmlns:a16="http://schemas.microsoft.com/office/drawing/2014/main" id="{6E532773-C5A0-AFBE-728F-1AA56DBA658F}"/>
                </a:ext>
              </a:extLst>
            </p:cNvPr>
            <p:cNvSpPr/>
            <p:nvPr/>
          </p:nvSpPr>
          <p:spPr>
            <a:xfrm>
              <a:off x="321410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8">
              <a:extLst>
                <a:ext uri="{FF2B5EF4-FFF2-40B4-BE49-F238E27FC236}">
                  <a16:creationId xmlns:a16="http://schemas.microsoft.com/office/drawing/2014/main" id="{F0220517-3911-785C-1200-A09F14EFE9C9}"/>
                </a:ext>
              </a:extLst>
            </p:cNvPr>
            <p:cNvSpPr/>
            <p:nvPr/>
          </p:nvSpPr>
          <p:spPr>
            <a:xfrm>
              <a:off x="322354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89">
              <a:extLst>
                <a:ext uri="{FF2B5EF4-FFF2-40B4-BE49-F238E27FC236}">
                  <a16:creationId xmlns:a16="http://schemas.microsoft.com/office/drawing/2014/main" id="{A9640B3C-153A-20CD-1D16-CE7FB7E15A39}"/>
                </a:ext>
              </a:extLst>
            </p:cNvPr>
            <p:cNvSpPr/>
            <p:nvPr/>
          </p:nvSpPr>
          <p:spPr>
            <a:xfrm>
              <a:off x="323298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0">
              <a:extLst>
                <a:ext uri="{FF2B5EF4-FFF2-40B4-BE49-F238E27FC236}">
                  <a16:creationId xmlns:a16="http://schemas.microsoft.com/office/drawing/2014/main" id="{48A95EFA-A77A-F245-6B2B-A2E108659513}"/>
                </a:ext>
              </a:extLst>
            </p:cNvPr>
            <p:cNvSpPr/>
            <p:nvPr/>
          </p:nvSpPr>
          <p:spPr>
            <a:xfrm>
              <a:off x="324242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1">
              <a:extLst>
                <a:ext uri="{FF2B5EF4-FFF2-40B4-BE49-F238E27FC236}">
                  <a16:creationId xmlns:a16="http://schemas.microsoft.com/office/drawing/2014/main" id="{F77723DA-2305-A7C8-5269-78AE64480A8B}"/>
                </a:ext>
              </a:extLst>
            </p:cNvPr>
            <p:cNvSpPr/>
            <p:nvPr/>
          </p:nvSpPr>
          <p:spPr>
            <a:xfrm>
              <a:off x="325187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2">
              <a:extLst>
                <a:ext uri="{FF2B5EF4-FFF2-40B4-BE49-F238E27FC236}">
                  <a16:creationId xmlns:a16="http://schemas.microsoft.com/office/drawing/2014/main" id="{F048D3AF-41B9-8001-E679-6C4D8C07C21A}"/>
                </a:ext>
              </a:extLst>
            </p:cNvPr>
            <p:cNvSpPr/>
            <p:nvPr/>
          </p:nvSpPr>
          <p:spPr>
            <a:xfrm>
              <a:off x="326131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3">
              <a:extLst>
                <a:ext uri="{FF2B5EF4-FFF2-40B4-BE49-F238E27FC236}">
                  <a16:creationId xmlns:a16="http://schemas.microsoft.com/office/drawing/2014/main" id="{25473E57-A483-8AED-E0E6-3EC06B747A83}"/>
                </a:ext>
              </a:extLst>
            </p:cNvPr>
            <p:cNvSpPr/>
            <p:nvPr/>
          </p:nvSpPr>
          <p:spPr>
            <a:xfrm>
              <a:off x="327075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4">
              <a:extLst>
                <a:ext uri="{FF2B5EF4-FFF2-40B4-BE49-F238E27FC236}">
                  <a16:creationId xmlns:a16="http://schemas.microsoft.com/office/drawing/2014/main" id="{182088D9-1DF6-AA2B-C848-DB548FAF3B5E}"/>
                </a:ext>
              </a:extLst>
            </p:cNvPr>
            <p:cNvSpPr/>
            <p:nvPr/>
          </p:nvSpPr>
          <p:spPr>
            <a:xfrm>
              <a:off x="328019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5">
              <a:extLst>
                <a:ext uri="{FF2B5EF4-FFF2-40B4-BE49-F238E27FC236}">
                  <a16:creationId xmlns:a16="http://schemas.microsoft.com/office/drawing/2014/main" id="{06D75334-0FB6-578D-255A-5EEEBA08702E}"/>
                </a:ext>
              </a:extLst>
            </p:cNvPr>
            <p:cNvSpPr/>
            <p:nvPr/>
          </p:nvSpPr>
          <p:spPr>
            <a:xfrm>
              <a:off x="328963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6">
              <a:extLst>
                <a:ext uri="{FF2B5EF4-FFF2-40B4-BE49-F238E27FC236}">
                  <a16:creationId xmlns:a16="http://schemas.microsoft.com/office/drawing/2014/main" id="{D98E2B77-BEDB-D4FF-36AC-3342BB113279}"/>
                </a:ext>
              </a:extLst>
            </p:cNvPr>
            <p:cNvSpPr/>
            <p:nvPr/>
          </p:nvSpPr>
          <p:spPr>
            <a:xfrm>
              <a:off x="329907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7">
              <a:extLst>
                <a:ext uri="{FF2B5EF4-FFF2-40B4-BE49-F238E27FC236}">
                  <a16:creationId xmlns:a16="http://schemas.microsoft.com/office/drawing/2014/main" id="{A07CCE36-9E69-D5E9-CDAF-2ACE526BEC8D}"/>
                </a:ext>
              </a:extLst>
            </p:cNvPr>
            <p:cNvSpPr/>
            <p:nvPr/>
          </p:nvSpPr>
          <p:spPr>
            <a:xfrm>
              <a:off x="330851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8">
              <a:extLst>
                <a:ext uri="{FF2B5EF4-FFF2-40B4-BE49-F238E27FC236}">
                  <a16:creationId xmlns:a16="http://schemas.microsoft.com/office/drawing/2014/main" id="{C19A52F0-B0F7-3E2A-EEE5-76F348450B90}"/>
                </a:ext>
              </a:extLst>
            </p:cNvPr>
            <p:cNvSpPr/>
            <p:nvPr/>
          </p:nvSpPr>
          <p:spPr>
            <a:xfrm>
              <a:off x="331795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499">
              <a:extLst>
                <a:ext uri="{FF2B5EF4-FFF2-40B4-BE49-F238E27FC236}">
                  <a16:creationId xmlns:a16="http://schemas.microsoft.com/office/drawing/2014/main" id="{1DB7CF93-0E51-657B-B0D2-197AA4A3DF9F}"/>
                </a:ext>
              </a:extLst>
            </p:cNvPr>
            <p:cNvSpPr/>
            <p:nvPr/>
          </p:nvSpPr>
          <p:spPr>
            <a:xfrm>
              <a:off x="332739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0">
              <a:extLst>
                <a:ext uri="{FF2B5EF4-FFF2-40B4-BE49-F238E27FC236}">
                  <a16:creationId xmlns:a16="http://schemas.microsoft.com/office/drawing/2014/main" id="{7BCE63AD-6433-4A5C-BBDF-992B8756DE3D}"/>
                </a:ext>
              </a:extLst>
            </p:cNvPr>
            <p:cNvSpPr/>
            <p:nvPr/>
          </p:nvSpPr>
          <p:spPr>
            <a:xfrm>
              <a:off x="333683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1">
              <a:extLst>
                <a:ext uri="{FF2B5EF4-FFF2-40B4-BE49-F238E27FC236}">
                  <a16:creationId xmlns:a16="http://schemas.microsoft.com/office/drawing/2014/main" id="{DADDE1FC-93B0-D1FC-1AB6-1796AD2F42EF}"/>
                </a:ext>
              </a:extLst>
            </p:cNvPr>
            <p:cNvSpPr/>
            <p:nvPr/>
          </p:nvSpPr>
          <p:spPr>
            <a:xfrm>
              <a:off x="334627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2">
              <a:extLst>
                <a:ext uri="{FF2B5EF4-FFF2-40B4-BE49-F238E27FC236}">
                  <a16:creationId xmlns:a16="http://schemas.microsoft.com/office/drawing/2014/main" id="{940B8AF5-3DA9-2017-FB39-9C8F8FC74DF8}"/>
                </a:ext>
              </a:extLst>
            </p:cNvPr>
            <p:cNvSpPr/>
            <p:nvPr/>
          </p:nvSpPr>
          <p:spPr>
            <a:xfrm>
              <a:off x="3355712" y="22732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3">
              <a:extLst>
                <a:ext uri="{FF2B5EF4-FFF2-40B4-BE49-F238E27FC236}">
                  <a16:creationId xmlns:a16="http://schemas.microsoft.com/office/drawing/2014/main" id="{0CEEE244-A7F4-8F72-6211-543EC271CBBA}"/>
                </a:ext>
              </a:extLst>
            </p:cNvPr>
            <p:cNvSpPr/>
            <p:nvPr/>
          </p:nvSpPr>
          <p:spPr>
            <a:xfrm>
              <a:off x="3365153" y="2255641"/>
              <a:ext cx="918189" cy="926250"/>
            </a:xfrm>
            <a:custGeom>
              <a:avLst/>
              <a:gdLst/>
              <a:ahLst/>
              <a:cxnLst/>
              <a:rect l="0" t="0" r="0" b="0"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4">
              <a:extLst>
                <a:ext uri="{FF2B5EF4-FFF2-40B4-BE49-F238E27FC236}">
                  <a16:creationId xmlns:a16="http://schemas.microsoft.com/office/drawing/2014/main" id="{533C6CB3-9895-667B-07EA-F012A562B731}"/>
                </a:ext>
              </a:extLst>
            </p:cNvPr>
            <p:cNvSpPr/>
            <p:nvPr/>
          </p:nvSpPr>
          <p:spPr>
            <a:xfrm>
              <a:off x="2430569" y="223807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5">
              <a:extLst>
                <a:ext uri="{FF2B5EF4-FFF2-40B4-BE49-F238E27FC236}">
                  <a16:creationId xmlns:a16="http://schemas.microsoft.com/office/drawing/2014/main" id="{A16C9E29-4BB3-D17D-2788-2CD2D589D2AE}"/>
                </a:ext>
              </a:extLst>
            </p:cNvPr>
            <p:cNvSpPr/>
            <p:nvPr/>
          </p:nvSpPr>
          <p:spPr>
            <a:xfrm>
              <a:off x="243056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6">
              <a:extLst>
                <a:ext uri="{FF2B5EF4-FFF2-40B4-BE49-F238E27FC236}">
                  <a16:creationId xmlns:a16="http://schemas.microsoft.com/office/drawing/2014/main" id="{97FFD897-F5F4-156E-37BC-B573F0C8C69E}"/>
                </a:ext>
              </a:extLst>
            </p:cNvPr>
            <p:cNvSpPr/>
            <p:nvPr/>
          </p:nvSpPr>
          <p:spPr>
            <a:xfrm>
              <a:off x="244000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7">
              <a:extLst>
                <a:ext uri="{FF2B5EF4-FFF2-40B4-BE49-F238E27FC236}">
                  <a16:creationId xmlns:a16="http://schemas.microsoft.com/office/drawing/2014/main" id="{6171BDF5-27CD-8249-BC01-2CF61BE5DDE4}"/>
                </a:ext>
              </a:extLst>
            </p:cNvPr>
            <p:cNvSpPr/>
            <p:nvPr/>
          </p:nvSpPr>
          <p:spPr>
            <a:xfrm>
              <a:off x="244944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8">
              <a:extLst>
                <a:ext uri="{FF2B5EF4-FFF2-40B4-BE49-F238E27FC236}">
                  <a16:creationId xmlns:a16="http://schemas.microsoft.com/office/drawing/2014/main" id="{76577180-7EF4-9C77-BA44-98C4A1BC52B0}"/>
                </a:ext>
              </a:extLst>
            </p:cNvPr>
            <p:cNvSpPr/>
            <p:nvPr/>
          </p:nvSpPr>
          <p:spPr>
            <a:xfrm>
              <a:off x="245889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09">
              <a:extLst>
                <a:ext uri="{FF2B5EF4-FFF2-40B4-BE49-F238E27FC236}">
                  <a16:creationId xmlns:a16="http://schemas.microsoft.com/office/drawing/2014/main" id="{D52C705C-75DC-B439-1BEE-A708983FE402}"/>
                </a:ext>
              </a:extLst>
            </p:cNvPr>
            <p:cNvSpPr/>
            <p:nvPr/>
          </p:nvSpPr>
          <p:spPr>
            <a:xfrm>
              <a:off x="246833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0">
              <a:extLst>
                <a:ext uri="{FF2B5EF4-FFF2-40B4-BE49-F238E27FC236}">
                  <a16:creationId xmlns:a16="http://schemas.microsoft.com/office/drawing/2014/main" id="{77812330-99E2-A8A0-132D-674416A107E3}"/>
                </a:ext>
              </a:extLst>
            </p:cNvPr>
            <p:cNvSpPr/>
            <p:nvPr/>
          </p:nvSpPr>
          <p:spPr>
            <a:xfrm>
              <a:off x="247777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1">
              <a:extLst>
                <a:ext uri="{FF2B5EF4-FFF2-40B4-BE49-F238E27FC236}">
                  <a16:creationId xmlns:a16="http://schemas.microsoft.com/office/drawing/2014/main" id="{52FC07AB-5538-C863-9A3E-44B7EF9D7AED}"/>
                </a:ext>
              </a:extLst>
            </p:cNvPr>
            <p:cNvSpPr/>
            <p:nvPr/>
          </p:nvSpPr>
          <p:spPr>
            <a:xfrm>
              <a:off x="248721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2">
              <a:extLst>
                <a:ext uri="{FF2B5EF4-FFF2-40B4-BE49-F238E27FC236}">
                  <a16:creationId xmlns:a16="http://schemas.microsoft.com/office/drawing/2014/main" id="{E3CEF4C5-AC15-DD36-200C-20DAABF9A47C}"/>
                </a:ext>
              </a:extLst>
            </p:cNvPr>
            <p:cNvSpPr/>
            <p:nvPr/>
          </p:nvSpPr>
          <p:spPr>
            <a:xfrm>
              <a:off x="249665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3">
              <a:extLst>
                <a:ext uri="{FF2B5EF4-FFF2-40B4-BE49-F238E27FC236}">
                  <a16:creationId xmlns:a16="http://schemas.microsoft.com/office/drawing/2014/main" id="{BC5D291F-8A14-8EEE-4EEC-3BEB38DCFC67}"/>
                </a:ext>
              </a:extLst>
            </p:cNvPr>
            <p:cNvSpPr/>
            <p:nvPr/>
          </p:nvSpPr>
          <p:spPr>
            <a:xfrm>
              <a:off x="250609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4">
              <a:extLst>
                <a:ext uri="{FF2B5EF4-FFF2-40B4-BE49-F238E27FC236}">
                  <a16:creationId xmlns:a16="http://schemas.microsoft.com/office/drawing/2014/main" id="{1EE9847E-7769-FD4B-881A-FA394F00FF7E}"/>
                </a:ext>
              </a:extLst>
            </p:cNvPr>
            <p:cNvSpPr/>
            <p:nvPr/>
          </p:nvSpPr>
          <p:spPr>
            <a:xfrm>
              <a:off x="251553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5">
              <a:extLst>
                <a:ext uri="{FF2B5EF4-FFF2-40B4-BE49-F238E27FC236}">
                  <a16:creationId xmlns:a16="http://schemas.microsoft.com/office/drawing/2014/main" id="{486BBBBF-CFA1-5E15-761A-F2361C9D37F1}"/>
                </a:ext>
              </a:extLst>
            </p:cNvPr>
            <p:cNvSpPr/>
            <p:nvPr/>
          </p:nvSpPr>
          <p:spPr>
            <a:xfrm>
              <a:off x="252497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6">
              <a:extLst>
                <a:ext uri="{FF2B5EF4-FFF2-40B4-BE49-F238E27FC236}">
                  <a16:creationId xmlns:a16="http://schemas.microsoft.com/office/drawing/2014/main" id="{09E2C5D8-D2D4-2455-3706-7FCD9C0C79C9}"/>
                </a:ext>
              </a:extLst>
            </p:cNvPr>
            <p:cNvSpPr/>
            <p:nvPr/>
          </p:nvSpPr>
          <p:spPr>
            <a:xfrm>
              <a:off x="253441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7">
              <a:extLst>
                <a:ext uri="{FF2B5EF4-FFF2-40B4-BE49-F238E27FC236}">
                  <a16:creationId xmlns:a16="http://schemas.microsoft.com/office/drawing/2014/main" id="{32994597-BC0E-EC77-2786-8F5D9E68DA7B}"/>
                </a:ext>
              </a:extLst>
            </p:cNvPr>
            <p:cNvSpPr/>
            <p:nvPr/>
          </p:nvSpPr>
          <p:spPr>
            <a:xfrm>
              <a:off x="254385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8">
              <a:extLst>
                <a:ext uri="{FF2B5EF4-FFF2-40B4-BE49-F238E27FC236}">
                  <a16:creationId xmlns:a16="http://schemas.microsoft.com/office/drawing/2014/main" id="{98428DE4-1E65-C4B2-72A8-F1B399AA4E6F}"/>
                </a:ext>
              </a:extLst>
            </p:cNvPr>
            <p:cNvSpPr/>
            <p:nvPr/>
          </p:nvSpPr>
          <p:spPr>
            <a:xfrm>
              <a:off x="255329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19">
              <a:extLst>
                <a:ext uri="{FF2B5EF4-FFF2-40B4-BE49-F238E27FC236}">
                  <a16:creationId xmlns:a16="http://schemas.microsoft.com/office/drawing/2014/main" id="{9D10765B-C1F7-CD82-34FC-7DB0A00096F6}"/>
                </a:ext>
              </a:extLst>
            </p:cNvPr>
            <p:cNvSpPr/>
            <p:nvPr/>
          </p:nvSpPr>
          <p:spPr>
            <a:xfrm>
              <a:off x="256273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0">
              <a:extLst>
                <a:ext uri="{FF2B5EF4-FFF2-40B4-BE49-F238E27FC236}">
                  <a16:creationId xmlns:a16="http://schemas.microsoft.com/office/drawing/2014/main" id="{144C17AD-0E61-3BDB-B71A-24938A733555}"/>
                </a:ext>
              </a:extLst>
            </p:cNvPr>
            <p:cNvSpPr/>
            <p:nvPr/>
          </p:nvSpPr>
          <p:spPr>
            <a:xfrm>
              <a:off x="257217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1">
              <a:extLst>
                <a:ext uri="{FF2B5EF4-FFF2-40B4-BE49-F238E27FC236}">
                  <a16:creationId xmlns:a16="http://schemas.microsoft.com/office/drawing/2014/main" id="{C8A69D91-F8B0-1F56-3722-3E3E1318F1B1}"/>
                </a:ext>
              </a:extLst>
            </p:cNvPr>
            <p:cNvSpPr/>
            <p:nvPr/>
          </p:nvSpPr>
          <p:spPr>
            <a:xfrm>
              <a:off x="258161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2">
              <a:extLst>
                <a:ext uri="{FF2B5EF4-FFF2-40B4-BE49-F238E27FC236}">
                  <a16:creationId xmlns:a16="http://schemas.microsoft.com/office/drawing/2014/main" id="{9DDBC8BB-7654-6756-498B-D1DD4D5C64CB}"/>
                </a:ext>
              </a:extLst>
            </p:cNvPr>
            <p:cNvSpPr/>
            <p:nvPr/>
          </p:nvSpPr>
          <p:spPr>
            <a:xfrm>
              <a:off x="259105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3">
              <a:extLst>
                <a:ext uri="{FF2B5EF4-FFF2-40B4-BE49-F238E27FC236}">
                  <a16:creationId xmlns:a16="http://schemas.microsoft.com/office/drawing/2014/main" id="{84BF148D-1F18-D071-95B7-50C00B647C59}"/>
                </a:ext>
              </a:extLst>
            </p:cNvPr>
            <p:cNvSpPr/>
            <p:nvPr/>
          </p:nvSpPr>
          <p:spPr>
            <a:xfrm>
              <a:off x="260049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4">
              <a:extLst>
                <a:ext uri="{FF2B5EF4-FFF2-40B4-BE49-F238E27FC236}">
                  <a16:creationId xmlns:a16="http://schemas.microsoft.com/office/drawing/2014/main" id="{B0EED11C-745F-C4B9-151E-42A8E6079D01}"/>
                </a:ext>
              </a:extLst>
            </p:cNvPr>
            <p:cNvSpPr/>
            <p:nvPr/>
          </p:nvSpPr>
          <p:spPr>
            <a:xfrm>
              <a:off x="260993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5">
              <a:extLst>
                <a:ext uri="{FF2B5EF4-FFF2-40B4-BE49-F238E27FC236}">
                  <a16:creationId xmlns:a16="http://schemas.microsoft.com/office/drawing/2014/main" id="{90C4DCC4-5BC6-8907-50EC-31F3A55F347E}"/>
                </a:ext>
              </a:extLst>
            </p:cNvPr>
            <p:cNvSpPr/>
            <p:nvPr/>
          </p:nvSpPr>
          <p:spPr>
            <a:xfrm>
              <a:off x="261937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6">
              <a:extLst>
                <a:ext uri="{FF2B5EF4-FFF2-40B4-BE49-F238E27FC236}">
                  <a16:creationId xmlns:a16="http://schemas.microsoft.com/office/drawing/2014/main" id="{B1D39873-CAF8-3E7F-28AD-5F97423F6ABC}"/>
                </a:ext>
              </a:extLst>
            </p:cNvPr>
            <p:cNvSpPr/>
            <p:nvPr/>
          </p:nvSpPr>
          <p:spPr>
            <a:xfrm>
              <a:off x="262881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7">
              <a:extLst>
                <a:ext uri="{FF2B5EF4-FFF2-40B4-BE49-F238E27FC236}">
                  <a16:creationId xmlns:a16="http://schemas.microsoft.com/office/drawing/2014/main" id="{D56CB641-B039-2364-1C90-80BF96A73ADB}"/>
                </a:ext>
              </a:extLst>
            </p:cNvPr>
            <p:cNvSpPr/>
            <p:nvPr/>
          </p:nvSpPr>
          <p:spPr>
            <a:xfrm>
              <a:off x="263825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8">
              <a:extLst>
                <a:ext uri="{FF2B5EF4-FFF2-40B4-BE49-F238E27FC236}">
                  <a16:creationId xmlns:a16="http://schemas.microsoft.com/office/drawing/2014/main" id="{F29771F6-F743-CACE-B253-BCEA9567FD38}"/>
                </a:ext>
              </a:extLst>
            </p:cNvPr>
            <p:cNvSpPr/>
            <p:nvPr/>
          </p:nvSpPr>
          <p:spPr>
            <a:xfrm>
              <a:off x="264769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29">
              <a:extLst>
                <a:ext uri="{FF2B5EF4-FFF2-40B4-BE49-F238E27FC236}">
                  <a16:creationId xmlns:a16="http://schemas.microsoft.com/office/drawing/2014/main" id="{8D4D124B-BCA7-1207-CBF7-1ED105C758A5}"/>
                </a:ext>
              </a:extLst>
            </p:cNvPr>
            <p:cNvSpPr/>
            <p:nvPr/>
          </p:nvSpPr>
          <p:spPr>
            <a:xfrm>
              <a:off x="265713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0">
              <a:extLst>
                <a:ext uri="{FF2B5EF4-FFF2-40B4-BE49-F238E27FC236}">
                  <a16:creationId xmlns:a16="http://schemas.microsoft.com/office/drawing/2014/main" id="{32961AB9-19C6-BCE8-EC5F-81E2361A6DDA}"/>
                </a:ext>
              </a:extLst>
            </p:cNvPr>
            <p:cNvSpPr/>
            <p:nvPr/>
          </p:nvSpPr>
          <p:spPr>
            <a:xfrm>
              <a:off x="266657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1">
              <a:extLst>
                <a:ext uri="{FF2B5EF4-FFF2-40B4-BE49-F238E27FC236}">
                  <a16:creationId xmlns:a16="http://schemas.microsoft.com/office/drawing/2014/main" id="{D8EEB10F-AFD0-6604-6FE9-3E39FF285D40}"/>
                </a:ext>
              </a:extLst>
            </p:cNvPr>
            <p:cNvSpPr/>
            <p:nvPr/>
          </p:nvSpPr>
          <p:spPr>
            <a:xfrm>
              <a:off x="267601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2">
              <a:extLst>
                <a:ext uri="{FF2B5EF4-FFF2-40B4-BE49-F238E27FC236}">
                  <a16:creationId xmlns:a16="http://schemas.microsoft.com/office/drawing/2014/main" id="{7297A449-E2C3-8454-2D9C-958C5C2CDB63}"/>
                </a:ext>
              </a:extLst>
            </p:cNvPr>
            <p:cNvSpPr/>
            <p:nvPr/>
          </p:nvSpPr>
          <p:spPr>
            <a:xfrm>
              <a:off x="268545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3">
              <a:extLst>
                <a:ext uri="{FF2B5EF4-FFF2-40B4-BE49-F238E27FC236}">
                  <a16:creationId xmlns:a16="http://schemas.microsoft.com/office/drawing/2014/main" id="{90F9244B-4C7B-C735-6193-D87FF028EF1D}"/>
                </a:ext>
              </a:extLst>
            </p:cNvPr>
            <p:cNvSpPr/>
            <p:nvPr/>
          </p:nvSpPr>
          <p:spPr>
            <a:xfrm>
              <a:off x="269489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4">
              <a:extLst>
                <a:ext uri="{FF2B5EF4-FFF2-40B4-BE49-F238E27FC236}">
                  <a16:creationId xmlns:a16="http://schemas.microsoft.com/office/drawing/2014/main" id="{FC4675E3-8C74-91D0-852D-B0B3A504CC0F}"/>
                </a:ext>
              </a:extLst>
            </p:cNvPr>
            <p:cNvSpPr/>
            <p:nvPr/>
          </p:nvSpPr>
          <p:spPr>
            <a:xfrm>
              <a:off x="270433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5">
              <a:extLst>
                <a:ext uri="{FF2B5EF4-FFF2-40B4-BE49-F238E27FC236}">
                  <a16:creationId xmlns:a16="http://schemas.microsoft.com/office/drawing/2014/main" id="{2FABE410-A592-0F79-EB1C-3267BA372186}"/>
                </a:ext>
              </a:extLst>
            </p:cNvPr>
            <p:cNvSpPr/>
            <p:nvPr/>
          </p:nvSpPr>
          <p:spPr>
            <a:xfrm>
              <a:off x="271377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6">
              <a:extLst>
                <a:ext uri="{FF2B5EF4-FFF2-40B4-BE49-F238E27FC236}">
                  <a16:creationId xmlns:a16="http://schemas.microsoft.com/office/drawing/2014/main" id="{3BC72E8B-E212-22A3-2F0F-02E09EC83C65}"/>
                </a:ext>
              </a:extLst>
            </p:cNvPr>
            <p:cNvSpPr/>
            <p:nvPr/>
          </p:nvSpPr>
          <p:spPr>
            <a:xfrm>
              <a:off x="2723216" y="2255641"/>
              <a:ext cx="918048" cy="914400"/>
            </a:xfrm>
            <a:custGeom>
              <a:avLst/>
              <a:gdLst/>
              <a:ahLst/>
              <a:cxnLst/>
              <a:rect l="0" t="0" r="0" b="0"/>
              <a:pathLst>
                <a:path w="9180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7">
              <a:extLst>
                <a:ext uri="{FF2B5EF4-FFF2-40B4-BE49-F238E27FC236}">
                  <a16:creationId xmlns:a16="http://schemas.microsoft.com/office/drawing/2014/main" id="{E45C47AE-73F8-1D87-9BB6-C9BB81E41138}"/>
                </a:ext>
              </a:extLst>
            </p:cNvPr>
            <p:cNvSpPr/>
            <p:nvPr/>
          </p:nvSpPr>
          <p:spPr>
            <a:xfrm>
              <a:off x="2845939" y="2255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8">
              <a:extLst>
                <a:ext uri="{FF2B5EF4-FFF2-40B4-BE49-F238E27FC236}">
                  <a16:creationId xmlns:a16="http://schemas.microsoft.com/office/drawing/2014/main" id="{ADDDEE5D-5BFA-EB9F-65FC-4979C327C486}"/>
                </a:ext>
              </a:extLst>
            </p:cNvPr>
            <p:cNvSpPr/>
            <p:nvPr/>
          </p:nvSpPr>
          <p:spPr>
            <a:xfrm>
              <a:off x="2855380" y="223807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39">
              <a:extLst>
                <a:ext uri="{FF2B5EF4-FFF2-40B4-BE49-F238E27FC236}">
                  <a16:creationId xmlns:a16="http://schemas.microsoft.com/office/drawing/2014/main" id="{CDE8B6C2-72BC-971F-BFDE-ADEC313392BC}"/>
                </a:ext>
              </a:extLst>
            </p:cNvPr>
            <p:cNvSpPr/>
            <p:nvPr/>
          </p:nvSpPr>
          <p:spPr>
            <a:xfrm>
              <a:off x="285538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0">
              <a:extLst>
                <a:ext uri="{FF2B5EF4-FFF2-40B4-BE49-F238E27FC236}">
                  <a16:creationId xmlns:a16="http://schemas.microsoft.com/office/drawing/2014/main" id="{EE8740C9-DF5A-AFB4-BEB5-4E4CCB44F2EC}"/>
                </a:ext>
              </a:extLst>
            </p:cNvPr>
            <p:cNvSpPr/>
            <p:nvPr/>
          </p:nvSpPr>
          <p:spPr>
            <a:xfrm>
              <a:off x="286482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1">
              <a:extLst>
                <a:ext uri="{FF2B5EF4-FFF2-40B4-BE49-F238E27FC236}">
                  <a16:creationId xmlns:a16="http://schemas.microsoft.com/office/drawing/2014/main" id="{8A4F8828-72AD-221B-A802-B5C8E0DFA0AD}"/>
                </a:ext>
              </a:extLst>
            </p:cNvPr>
            <p:cNvSpPr/>
            <p:nvPr/>
          </p:nvSpPr>
          <p:spPr>
            <a:xfrm>
              <a:off x="287426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2">
              <a:extLst>
                <a:ext uri="{FF2B5EF4-FFF2-40B4-BE49-F238E27FC236}">
                  <a16:creationId xmlns:a16="http://schemas.microsoft.com/office/drawing/2014/main" id="{F3137175-0ED8-DB61-5763-D91C8D9BBDE4}"/>
                </a:ext>
              </a:extLst>
            </p:cNvPr>
            <p:cNvSpPr/>
            <p:nvPr/>
          </p:nvSpPr>
          <p:spPr>
            <a:xfrm>
              <a:off x="288370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3">
              <a:extLst>
                <a:ext uri="{FF2B5EF4-FFF2-40B4-BE49-F238E27FC236}">
                  <a16:creationId xmlns:a16="http://schemas.microsoft.com/office/drawing/2014/main" id="{1E7D01BE-FF03-F45B-7960-2A79F9BE8EEE}"/>
                </a:ext>
              </a:extLst>
            </p:cNvPr>
            <p:cNvSpPr/>
            <p:nvPr/>
          </p:nvSpPr>
          <p:spPr>
            <a:xfrm>
              <a:off x="289314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4">
              <a:extLst>
                <a:ext uri="{FF2B5EF4-FFF2-40B4-BE49-F238E27FC236}">
                  <a16:creationId xmlns:a16="http://schemas.microsoft.com/office/drawing/2014/main" id="{D4BF57FA-3277-EA11-62D3-748A7EA94DC4}"/>
                </a:ext>
              </a:extLst>
            </p:cNvPr>
            <p:cNvSpPr/>
            <p:nvPr/>
          </p:nvSpPr>
          <p:spPr>
            <a:xfrm>
              <a:off x="290258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5">
              <a:extLst>
                <a:ext uri="{FF2B5EF4-FFF2-40B4-BE49-F238E27FC236}">
                  <a16:creationId xmlns:a16="http://schemas.microsoft.com/office/drawing/2014/main" id="{27C2521C-50F5-8EB8-7E43-D87B721C370C}"/>
                </a:ext>
              </a:extLst>
            </p:cNvPr>
            <p:cNvSpPr/>
            <p:nvPr/>
          </p:nvSpPr>
          <p:spPr>
            <a:xfrm>
              <a:off x="291202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6">
              <a:extLst>
                <a:ext uri="{FF2B5EF4-FFF2-40B4-BE49-F238E27FC236}">
                  <a16:creationId xmlns:a16="http://schemas.microsoft.com/office/drawing/2014/main" id="{AB5B5401-E93A-A180-590B-61B2270D872E}"/>
                </a:ext>
              </a:extLst>
            </p:cNvPr>
            <p:cNvSpPr/>
            <p:nvPr/>
          </p:nvSpPr>
          <p:spPr>
            <a:xfrm>
              <a:off x="292146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7">
              <a:extLst>
                <a:ext uri="{FF2B5EF4-FFF2-40B4-BE49-F238E27FC236}">
                  <a16:creationId xmlns:a16="http://schemas.microsoft.com/office/drawing/2014/main" id="{832788E1-0F8B-4259-4B95-8844E39A88BE}"/>
                </a:ext>
              </a:extLst>
            </p:cNvPr>
            <p:cNvSpPr/>
            <p:nvPr/>
          </p:nvSpPr>
          <p:spPr>
            <a:xfrm>
              <a:off x="293090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8">
              <a:extLst>
                <a:ext uri="{FF2B5EF4-FFF2-40B4-BE49-F238E27FC236}">
                  <a16:creationId xmlns:a16="http://schemas.microsoft.com/office/drawing/2014/main" id="{107F0F75-78E7-D9CD-ACE8-ABAE14C18737}"/>
                </a:ext>
              </a:extLst>
            </p:cNvPr>
            <p:cNvSpPr/>
            <p:nvPr/>
          </p:nvSpPr>
          <p:spPr>
            <a:xfrm>
              <a:off x="294034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49">
              <a:extLst>
                <a:ext uri="{FF2B5EF4-FFF2-40B4-BE49-F238E27FC236}">
                  <a16:creationId xmlns:a16="http://schemas.microsoft.com/office/drawing/2014/main" id="{B14A82EB-66A8-1619-57D3-DA69973782FF}"/>
                </a:ext>
              </a:extLst>
            </p:cNvPr>
            <p:cNvSpPr/>
            <p:nvPr/>
          </p:nvSpPr>
          <p:spPr>
            <a:xfrm>
              <a:off x="294978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0">
              <a:extLst>
                <a:ext uri="{FF2B5EF4-FFF2-40B4-BE49-F238E27FC236}">
                  <a16:creationId xmlns:a16="http://schemas.microsoft.com/office/drawing/2014/main" id="{2557A03E-007B-468D-B89E-15DAC185FDC2}"/>
                </a:ext>
              </a:extLst>
            </p:cNvPr>
            <p:cNvSpPr/>
            <p:nvPr/>
          </p:nvSpPr>
          <p:spPr>
            <a:xfrm>
              <a:off x="295922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1">
              <a:extLst>
                <a:ext uri="{FF2B5EF4-FFF2-40B4-BE49-F238E27FC236}">
                  <a16:creationId xmlns:a16="http://schemas.microsoft.com/office/drawing/2014/main" id="{70188F08-8C60-F6D6-60EB-AAC1A28BFBCE}"/>
                </a:ext>
              </a:extLst>
            </p:cNvPr>
            <p:cNvSpPr/>
            <p:nvPr/>
          </p:nvSpPr>
          <p:spPr>
            <a:xfrm>
              <a:off x="296866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2">
              <a:extLst>
                <a:ext uri="{FF2B5EF4-FFF2-40B4-BE49-F238E27FC236}">
                  <a16:creationId xmlns:a16="http://schemas.microsoft.com/office/drawing/2014/main" id="{121DE1A2-054F-2965-5EF8-BF09CB4BAEB5}"/>
                </a:ext>
              </a:extLst>
            </p:cNvPr>
            <p:cNvSpPr/>
            <p:nvPr/>
          </p:nvSpPr>
          <p:spPr>
            <a:xfrm>
              <a:off x="297810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3">
              <a:extLst>
                <a:ext uri="{FF2B5EF4-FFF2-40B4-BE49-F238E27FC236}">
                  <a16:creationId xmlns:a16="http://schemas.microsoft.com/office/drawing/2014/main" id="{D7F60AA0-E7EF-B5AF-9FD2-AFBC297010E6}"/>
                </a:ext>
              </a:extLst>
            </p:cNvPr>
            <p:cNvSpPr/>
            <p:nvPr/>
          </p:nvSpPr>
          <p:spPr>
            <a:xfrm>
              <a:off x="298754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4">
              <a:extLst>
                <a:ext uri="{FF2B5EF4-FFF2-40B4-BE49-F238E27FC236}">
                  <a16:creationId xmlns:a16="http://schemas.microsoft.com/office/drawing/2014/main" id="{267A2F3C-A66A-C8BF-C58F-722400A1D8A8}"/>
                </a:ext>
              </a:extLst>
            </p:cNvPr>
            <p:cNvSpPr/>
            <p:nvPr/>
          </p:nvSpPr>
          <p:spPr>
            <a:xfrm>
              <a:off x="299698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5">
              <a:extLst>
                <a:ext uri="{FF2B5EF4-FFF2-40B4-BE49-F238E27FC236}">
                  <a16:creationId xmlns:a16="http://schemas.microsoft.com/office/drawing/2014/main" id="{4C2BEC66-C4A7-E493-DD20-CC36BCFA9DD1}"/>
                </a:ext>
              </a:extLst>
            </p:cNvPr>
            <p:cNvSpPr/>
            <p:nvPr/>
          </p:nvSpPr>
          <p:spPr>
            <a:xfrm>
              <a:off x="300642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6">
              <a:extLst>
                <a:ext uri="{FF2B5EF4-FFF2-40B4-BE49-F238E27FC236}">
                  <a16:creationId xmlns:a16="http://schemas.microsoft.com/office/drawing/2014/main" id="{A3745238-6E4C-2A9F-45DD-7FD4AA178020}"/>
                </a:ext>
              </a:extLst>
            </p:cNvPr>
            <p:cNvSpPr/>
            <p:nvPr/>
          </p:nvSpPr>
          <p:spPr>
            <a:xfrm>
              <a:off x="301586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7">
              <a:extLst>
                <a:ext uri="{FF2B5EF4-FFF2-40B4-BE49-F238E27FC236}">
                  <a16:creationId xmlns:a16="http://schemas.microsoft.com/office/drawing/2014/main" id="{AFADC5B7-9E13-BF4B-B8C4-A265347071AB}"/>
                </a:ext>
              </a:extLst>
            </p:cNvPr>
            <p:cNvSpPr/>
            <p:nvPr/>
          </p:nvSpPr>
          <p:spPr>
            <a:xfrm>
              <a:off x="302530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8">
              <a:extLst>
                <a:ext uri="{FF2B5EF4-FFF2-40B4-BE49-F238E27FC236}">
                  <a16:creationId xmlns:a16="http://schemas.microsoft.com/office/drawing/2014/main" id="{1C514F3B-F81C-B61B-75FC-49A1D5D96656}"/>
                </a:ext>
              </a:extLst>
            </p:cNvPr>
            <p:cNvSpPr/>
            <p:nvPr/>
          </p:nvSpPr>
          <p:spPr>
            <a:xfrm>
              <a:off x="303474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59">
              <a:extLst>
                <a:ext uri="{FF2B5EF4-FFF2-40B4-BE49-F238E27FC236}">
                  <a16:creationId xmlns:a16="http://schemas.microsoft.com/office/drawing/2014/main" id="{020B4899-A175-4139-2711-37500ED2561E}"/>
                </a:ext>
              </a:extLst>
            </p:cNvPr>
            <p:cNvSpPr/>
            <p:nvPr/>
          </p:nvSpPr>
          <p:spPr>
            <a:xfrm>
              <a:off x="304418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0">
              <a:extLst>
                <a:ext uri="{FF2B5EF4-FFF2-40B4-BE49-F238E27FC236}">
                  <a16:creationId xmlns:a16="http://schemas.microsoft.com/office/drawing/2014/main" id="{C504BA15-B0F7-0248-7337-C6F7F4C5C2A6}"/>
                </a:ext>
              </a:extLst>
            </p:cNvPr>
            <p:cNvSpPr/>
            <p:nvPr/>
          </p:nvSpPr>
          <p:spPr>
            <a:xfrm>
              <a:off x="305362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1">
              <a:extLst>
                <a:ext uri="{FF2B5EF4-FFF2-40B4-BE49-F238E27FC236}">
                  <a16:creationId xmlns:a16="http://schemas.microsoft.com/office/drawing/2014/main" id="{84DC1CB2-2DA6-98AA-8AD2-96EE972512BD}"/>
                </a:ext>
              </a:extLst>
            </p:cNvPr>
            <p:cNvSpPr/>
            <p:nvPr/>
          </p:nvSpPr>
          <p:spPr>
            <a:xfrm>
              <a:off x="306306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2">
              <a:extLst>
                <a:ext uri="{FF2B5EF4-FFF2-40B4-BE49-F238E27FC236}">
                  <a16:creationId xmlns:a16="http://schemas.microsoft.com/office/drawing/2014/main" id="{8AAE2F13-D1DE-31E8-9BF1-DCF981B7BF40}"/>
                </a:ext>
              </a:extLst>
            </p:cNvPr>
            <p:cNvSpPr/>
            <p:nvPr/>
          </p:nvSpPr>
          <p:spPr>
            <a:xfrm>
              <a:off x="307250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3">
              <a:extLst>
                <a:ext uri="{FF2B5EF4-FFF2-40B4-BE49-F238E27FC236}">
                  <a16:creationId xmlns:a16="http://schemas.microsoft.com/office/drawing/2014/main" id="{4F458163-B322-0AB8-DAED-131105815C06}"/>
                </a:ext>
              </a:extLst>
            </p:cNvPr>
            <p:cNvSpPr/>
            <p:nvPr/>
          </p:nvSpPr>
          <p:spPr>
            <a:xfrm>
              <a:off x="308194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4">
              <a:extLst>
                <a:ext uri="{FF2B5EF4-FFF2-40B4-BE49-F238E27FC236}">
                  <a16:creationId xmlns:a16="http://schemas.microsoft.com/office/drawing/2014/main" id="{3EBEBE0A-3B56-6F93-3EAA-07BA9823EA14}"/>
                </a:ext>
              </a:extLst>
            </p:cNvPr>
            <p:cNvSpPr/>
            <p:nvPr/>
          </p:nvSpPr>
          <p:spPr>
            <a:xfrm>
              <a:off x="309138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5">
              <a:extLst>
                <a:ext uri="{FF2B5EF4-FFF2-40B4-BE49-F238E27FC236}">
                  <a16:creationId xmlns:a16="http://schemas.microsoft.com/office/drawing/2014/main" id="{5A1F362F-F3E7-CA22-F78D-E74E09A276F3}"/>
                </a:ext>
              </a:extLst>
            </p:cNvPr>
            <p:cNvSpPr/>
            <p:nvPr/>
          </p:nvSpPr>
          <p:spPr>
            <a:xfrm>
              <a:off x="310082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6">
              <a:extLst>
                <a:ext uri="{FF2B5EF4-FFF2-40B4-BE49-F238E27FC236}">
                  <a16:creationId xmlns:a16="http://schemas.microsoft.com/office/drawing/2014/main" id="{7AB70971-B024-A148-4B94-EC3EFB6F70B2}"/>
                </a:ext>
              </a:extLst>
            </p:cNvPr>
            <p:cNvSpPr/>
            <p:nvPr/>
          </p:nvSpPr>
          <p:spPr>
            <a:xfrm>
              <a:off x="311026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7">
              <a:extLst>
                <a:ext uri="{FF2B5EF4-FFF2-40B4-BE49-F238E27FC236}">
                  <a16:creationId xmlns:a16="http://schemas.microsoft.com/office/drawing/2014/main" id="{0CDAC982-65EA-32C1-6EDC-36DAD9551B25}"/>
                </a:ext>
              </a:extLst>
            </p:cNvPr>
            <p:cNvSpPr/>
            <p:nvPr/>
          </p:nvSpPr>
          <p:spPr>
            <a:xfrm>
              <a:off x="311970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8">
              <a:extLst>
                <a:ext uri="{FF2B5EF4-FFF2-40B4-BE49-F238E27FC236}">
                  <a16:creationId xmlns:a16="http://schemas.microsoft.com/office/drawing/2014/main" id="{F3A9C9F3-841C-5321-8F97-91F84E19478C}"/>
                </a:ext>
              </a:extLst>
            </p:cNvPr>
            <p:cNvSpPr/>
            <p:nvPr/>
          </p:nvSpPr>
          <p:spPr>
            <a:xfrm>
              <a:off x="312914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69">
              <a:extLst>
                <a:ext uri="{FF2B5EF4-FFF2-40B4-BE49-F238E27FC236}">
                  <a16:creationId xmlns:a16="http://schemas.microsoft.com/office/drawing/2014/main" id="{5F4E92AD-D916-1D04-E9D1-77EEE423C5CC}"/>
                </a:ext>
              </a:extLst>
            </p:cNvPr>
            <p:cNvSpPr/>
            <p:nvPr/>
          </p:nvSpPr>
          <p:spPr>
            <a:xfrm>
              <a:off x="313858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0">
              <a:extLst>
                <a:ext uri="{FF2B5EF4-FFF2-40B4-BE49-F238E27FC236}">
                  <a16:creationId xmlns:a16="http://schemas.microsoft.com/office/drawing/2014/main" id="{2827507C-972F-4CC0-88A5-FA12A9D12E20}"/>
                </a:ext>
              </a:extLst>
            </p:cNvPr>
            <p:cNvSpPr/>
            <p:nvPr/>
          </p:nvSpPr>
          <p:spPr>
            <a:xfrm>
              <a:off x="314802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1">
              <a:extLst>
                <a:ext uri="{FF2B5EF4-FFF2-40B4-BE49-F238E27FC236}">
                  <a16:creationId xmlns:a16="http://schemas.microsoft.com/office/drawing/2014/main" id="{A2025ECD-F16F-7C47-240B-9BBCC67CE9C1}"/>
                </a:ext>
              </a:extLst>
            </p:cNvPr>
            <p:cNvSpPr/>
            <p:nvPr/>
          </p:nvSpPr>
          <p:spPr>
            <a:xfrm>
              <a:off x="315746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2">
              <a:extLst>
                <a:ext uri="{FF2B5EF4-FFF2-40B4-BE49-F238E27FC236}">
                  <a16:creationId xmlns:a16="http://schemas.microsoft.com/office/drawing/2014/main" id="{136A3919-98F3-2310-84D4-8A14755BE4CA}"/>
                </a:ext>
              </a:extLst>
            </p:cNvPr>
            <p:cNvSpPr/>
            <p:nvPr/>
          </p:nvSpPr>
          <p:spPr>
            <a:xfrm>
              <a:off x="316690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3">
              <a:extLst>
                <a:ext uri="{FF2B5EF4-FFF2-40B4-BE49-F238E27FC236}">
                  <a16:creationId xmlns:a16="http://schemas.microsoft.com/office/drawing/2014/main" id="{3160B135-4A43-1278-DC5A-94228D9249C5}"/>
                </a:ext>
              </a:extLst>
            </p:cNvPr>
            <p:cNvSpPr/>
            <p:nvPr/>
          </p:nvSpPr>
          <p:spPr>
            <a:xfrm>
              <a:off x="317634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4">
              <a:extLst>
                <a:ext uri="{FF2B5EF4-FFF2-40B4-BE49-F238E27FC236}">
                  <a16:creationId xmlns:a16="http://schemas.microsoft.com/office/drawing/2014/main" id="{BDD821F1-7851-16A4-973A-7D6FDE1DE9A1}"/>
                </a:ext>
              </a:extLst>
            </p:cNvPr>
            <p:cNvSpPr/>
            <p:nvPr/>
          </p:nvSpPr>
          <p:spPr>
            <a:xfrm>
              <a:off x="318578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5">
              <a:extLst>
                <a:ext uri="{FF2B5EF4-FFF2-40B4-BE49-F238E27FC236}">
                  <a16:creationId xmlns:a16="http://schemas.microsoft.com/office/drawing/2014/main" id="{E9CCCE4F-B0BE-5575-A812-DFB6A365B702}"/>
                </a:ext>
              </a:extLst>
            </p:cNvPr>
            <p:cNvSpPr/>
            <p:nvPr/>
          </p:nvSpPr>
          <p:spPr>
            <a:xfrm>
              <a:off x="319522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6">
              <a:extLst>
                <a:ext uri="{FF2B5EF4-FFF2-40B4-BE49-F238E27FC236}">
                  <a16:creationId xmlns:a16="http://schemas.microsoft.com/office/drawing/2014/main" id="{6AD2D6A7-7D65-19AF-D703-CE78C89511C2}"/>
                </a:ext>
              </a:extLst>
            </p:cNvPr>
            <p:cNvSpPr/>
            <p:nvPr/>
          </p:nvSpPr>
          <p:spPr>
            <a:xfrm>
              <a:off x="320466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7">
              <a:extLst>
                <a:ext uri="{FF2B5EF4-FFF2-40B4-BE49-F238E27FC236}">
                  <a16:creationId xmlns:a16="http://schemas.microsoft.com/office/drawing/2014/main" id="{54714F37-CF6F-2BF1-C382-99A59809F120}"/>
                </a:ext>
              </a:extLst>
            </p:cNvPr>
            <p:cNvSpPr/>
            <p:nvPr/>
          </p:nvSpPr>
          <p:spPr>
            <a:xfrm>
              <a:off x="321410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8">
              <a:extLst>
                <a:ext uri="{FF2B5EF4-FFF2-40B4-BE49-F238E27FC236}">
                  <a16:creationId xmlns:a16="http://schemas.microsoft.com/office/drawing/2014/main" id="{571D2AAD-B33B-20B8-E466-E2D5C0E2884F}"/>
                </a:ext>
              </a:extLst>
            </p:cNvPr>
            <p:cNvSpPr/>
            <p:nvPr/>
          </p:nvSpPr>
          <p:spPr>
            <a:xfrm>
              <a:off x="322354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79">
              <a:extLst>
                <a:ext uri="{FF2B5EF4-FFF2-40B4-BE49-F238E27FC236}">
                  <a16:creationId xmlns:a16="http://schemas.microsoft.com/office/drawing/2014/main" id="{81EA54A0-2E76-6E97-90C2-9D0D67B11EDF}"/>
                </a:ext>
              </a:extLst>
            </p:cNvPr>
            <p:cNvSpPr/>
            <p:nvPr/>
          </p:nvSpPr>
          <p:spPr>
            <a:xfrm>
              <a:off x="323298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0">
              <a:extLst>
                <a:ext uri="{FF2B5EF4-FFF2-40B4-BE49-F238E27FC236}">
                  <a16:creationId xmlns:a16="http://schemas.microsoft.com/office/drawing/2014/main" id="{4549E9DD-6453-3FB2-DF31-D4836344C832}"/>
                </a:ext>
              </a:extLst>
            </p:cNvPr>
            <p:cNvSpPr/>
            <p:nvPr/>
          </p:nvSpPr>
          <p:spPr>
            <a:xfrm>
              <a:off x="324242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1">
              <a:extLst>
                <a:ext uri="{FF2B5EF4-FFF2-40B4-BE49-F238E27FC236}">
                  <a16:creationId xmlns:a16="http://schemas.microsoft.com/office/drawing/2014/main" id="{465EDB93-6216-B004-1E6C-AD13929B9D42}"/>
                </a:ext>
              </a:extLst>
            </p:cNvPr>
            <p:cNvSpPr/>
            <p:nvPr/>
          </p:nvSpPr>
          <p:spPr>
            <a:xfrm>
              <a:off x="325187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2">
              <a:extLst>
                <a:ext uri="{FF2B5EF4-FFF2-40B4-BE49-F238E27FC236}">
                  <a16:creationId xmlns:a16="http://schemas.microsoft.com/office/drawing/2014/main" id="{9F87FC6F-80B5-3601-00B3-793AD80D0E90}"/>
                </a:ext>
              </a:extLst>
            </p:cNvPr>
            <p:cNvSpPr/>
            <p:nvPr/>
          </p:nvSpPr>
          <p:spPr>
            <a:xfrm>
              <a:off x="326131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3">
              <a:extLst>
                <a:ext uri="{FF2B5EF4-FFF2-40B4-BE49-F238E27FC236}">
                  <a16:creationId xmlns:a16="http://schemas.microsoft.com/office/drawing/2014/main" id="{DFE95601-1F58-5C00-BB84-2DF455059CFA}"/>
                </a:ext>
              </a:extLst>
            </p:cNvPr>
            <p:cNvSpPr/>
            <p:nvPr/>
          </p:nvSpPr>
          <p:spPr>
            <a:xfrm>
              <a:off x="327075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4">
              <a:extLst>
                <a:ext uri="{FF2B5EF4-FFF2-40B4-BE49-F238E27FC236}">
                  <a16:creationId xmlns:a16="http://schemas.microsoft.com/office/drawing/2014/main" id="{4C6B21D8-9FA0-1430-37AA-6191E760301C}"/>
                </a:ext>
              </a:extLst>
            </p:cNvPr>
            <p:cNvSpPr/>
            <p:nvPr/>
          </p:nvSpPr>
          <p:spPr>
            <a:xfrm>
              <a:off x="328019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5">
              <a:extLst>
                <a:ext uri="{FF2B5EF4-FFF2-40B4-BE49-F238E27FC236}">
                  <a16:creationId xmlns:a16="http://schemas.microsoft.com/office/drawing/2014/main" id="{D935DC43-DF26-5AC4-73F0-A93747C759F5}"/>
                </a:ext>
              </a:extLst>
            </p:cNvPr>
            <p:cNvSpPr/>
            <p:nvPr/>
          </p:nvSpPr>
          <p:spPr>
            <a:xfrm>
              <a:off x="328963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6">
              <a:extLst>
                <a:ext uri="{FF2B5EF4-FFF2-40B4-BE49-F238E27FC236}">
                  <a16:creationId xmlns:a16="http://schemas.microsoft.com/office/drawing/2014/main" id="{69AC0AAA-A750-AE35-2F77-44F4690916C8}"/>
                </a:ext>
              </a:extLst>
            </p:cNvPr>
            <p:cNvSpPr/>
            <p:nvPr/>
          </p:nvSpPr>
          <p:spPr>
            <a:xfrm>
              <a:off x="329907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7">
              <a:extLst>
                <a:ext uri="{FF2B5EF4-FFF2-40B4-BE49-F238E27FC236}">
                  <a16:creationId xmlns:a16="http://schemas.microsoft.com/office/drawing/2014/main" id="{BCEF8699-609F-D0FA-8302-5720DE4F0049}"/>
                </a:ext>
              </a:extLst>
            </p:cNvPr>
            <p:cNvSpPr/>
            <p:nvPr/>
          </p:nvSpPr>
          <p:spPr>
            <a:xfrm>
              <a:off x="330851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8">
              <a:extLst>
                <a:ext uri="{FF2B5EF4-FFF2-40B4-BE49-F238E27FC236}">
                  <a16:creationId xmlns:a16="http://schemas.microsoft.com/office/drawing/2014/main" id="{054625EE-C884-2819-04DB-258258F19D81}"/>
                </a:ext>
              </a:extLst>
            </p:cNvPr>
            <p:cNvSpPr/>
            <p:nvPr/>
          </p:nvSpPr>
          <p:spPr>
            <a:xfrm>
              <a:off x="331795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89">
              <a:extLst>
                <a:ext uri="{FF2B5EF4-FFF2-40B4-BE49-F238E27FC236}">
                  <a16:creationId xmlns:a16="http://schemas.microsoft.com/office/drawing/2014/main" id="{39CAA973-5242-0DB4-C91D-26EAD80EBEAD}"/>
                </a:ext>
              </a:extLst>
            </p:cNvPr>
            <p:cNvSpPr/>
            <p:nvPr/>
          </p:nvSpPr>
          <p:spPr>
            <a:xfrm>
              <a:off x="332739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0">
              <a:extLst>
                <a:ext uri="{FF2B5EF4-FFF2-40B4-BE49-F238E27FC236}">
                  <a16:creationId xmlns:a16="http://schemas.microsoft.com/office/drawing/2014/main" id="{B0069702-3EB6-F834-563F-B87B2214FE40}"/>
                </a:ext>
              </a:extLst>
            </p:cNvPr>
            <p:cNvSpPr/>
            <p:nvPr/>
          </p:nvSpPr>
          <p:spPr>
            <a:xfrm>
              <a:off x="333683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1">
              <a:extLst>
                <a:ext uri="{FF2B5EF4-FFF2-40B4-BE49-F238E27FC236}">
                  <a16:creationId xmlns:a16="http://schemas.microsoft.com/office/drawing/2014/main" id="{29FBF11F-8B2B-C89F-ADB3-756638AADBF7}"/>
                </a:ext>
              </a:extLst>
            </p:cNvPr>
            <p:cNvSpPr/>
            <p:nvPr/>
          </p:nvSpPr>
          <p:spPr>
            <a:xfrm>
              <a:off x="334627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2">
              <a:extLst>
                <a:ext uri="{FF2B5EF4-FFF2-40B4-BE49-F238E27FC236}">
                  <a16:creationId xmlns:a16="http://schemas.microsoft.com/office/drawing/2014/main" id="{736C557E-1F3D-2B66-08F5-BA1C488EB73F}"/>
                </a:ext>
              </a:extLst>
            </p:cNvPr>
            <p:cNvSpPr/>
            <p:nvPr/>
          </p:nvSpPr>
          <p:spPr>
            <a:xfrm>
              <a:off x="335571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3">
              <a:extLst>
                <a:ext uri="{FF2B5EF4-FFF2-40B4-BE49-F238E27FC236}">
                  <a16:creationId xmlns:a16="http://schemas.microsoft.com/office/drawing/2014/main" id="{AAECC412-4FC8-E9BC-F890-F86EBCC8D7CB}"/>
                </a:ext>
              </a:extLst>
            </p:cNvPr>
            <p:cNvSpPr/>
            <p:nvPr/>
          </p:nvSpPr>
          <p:spPr>
            <a:xfrm>
              <a:off x="3365153" y="2255641"/>
              <a:ext cx="923318" cy="914400"/>
            </a:xfrm>
            <a:custGeom>
              <a:avLst/>
              <a:gdLst/>
              <a:ahLst/>
              <a:cxnLst/>
              <a:rect l="0" t="0" r="0" b="0"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4">
              <a:extLst>
                <a:ext uri="{FF2B5EF4-FFF2-40B4-BE49-F238E27FC236}">
                  <a16:creationId xmlns:a16="http://schemas.microsoft.com/office/drawing/2014/main" id="{ED56E952-1D13-2091-3043-7648975EE271}"/>
                </a:ext>
              </a:extLst>
            </p:cNvPr>
            <p:cNvSpPr/>
            <p:nvPr/>
          </p:nvSpPr>
          <p:spPr>
            <a:xfrm>
              <a:off x="2421129" y="2220501"/>
              <a:ext cx="914399" cy="915010"/>
            </a:xfrm>
            <a:custGeom>
              <a:avLst/>
              <a:gdLst/>
              <a:ahLst/>
              <a:cxnLst/>
              <a:rect l="0" t="0" r="0" b="0"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5">
              <a:extLst>
                <a:ext uri="{FF2B5EF4-FFF2-40B4-BE49-F238E27FC236}">
                  <a16:creationId xmlns:a16="http://schemas.microsoft.com/office/drawing/2014/main" id="{20BBD267-53E4-E0A7-BCEB-3BA08211C481}"/>
                </a:ext>
              </a:extLst>
            </p:cNvPr>
            <p:cNvSpPr/>
            <p:nvPr/>
          </p:nvSpPr>
          <p:spPr>
            <a:xfrm>
              <a:off x="242112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6">
              <a:extLst>
                <a:ext uri="{FF2B5EF4-FFF2-40B4-BE49-F238E27FC236}">
                  <a16:creationId xmlns:a16="http://schemas.microsoft.com/office/drawing/2014/main" id="{053DC8EB-3099-E0C5-B1C4-EABA96B462FF}"/>
                </a:ext>
              </a:extLst>
            </p:cNvPr>
            <p:cNvSpPr/>
            <p:nvPr/>
          </p:nvSpPr>
          <p:spPr>
            <a:xfrm>
              <a:off x="243056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7">
              <a:extLst>
                <a:ext uri="{FF2B5EF4-FFF2-40B4-BE49-F238E27FC236}">
                  <a16:creationId xmlns:a16="http://schemas.microsoft.com/office/drawing/2014/main" id="{6852AAA6-95B4-3DB4-2660-3B3B28828FD7}"/>
                </a:ext>
              </a:extLst>
            </p:cNvPr>
            <p:cNvSpPr/>
            <p:nvPr/>
          </p:nvSpPr>
          <p:spPr>
            <a:xfrm>
              <a:off x="244000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8">
              <a:extLst>
                <a:ext uri="{FF2B5EF4-FFF2-40B4-BE49-F238E27FC236}">
                  <a16:creationId xmlns:a16="http://schemas.microsoft.com/office/drawing/2014/main" id="{C1883E93-3945-EFDA-61B9-93D011DD1767}"/>
                </a:ext>
              </a:extLst>
            </p:cNvPr>
            <p:cNvSpPr/>
            <p:nvPr/>
          </p:nvSpPr>
          <p:spPr>
            <a:xfrm>
              <a:off x="244944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599">
              <a:extLst>
                <a:ext uri="{FF2B5EF4-FFF2-40B4-BE49-F238E27FC236}">
                  <a16:creationId xmlns:a16="http://schemas.microsoft.com/office/drawing/2014/main" id="{4667A836-A3D1-9545-CD71-17DF388D4A91}"/>
                </a:ext>
              </a:extLst>
            </p:cNvPr>
            <p:cNvSpPr/>
            <p:nvPr/>
          </p:nvSpPr>
          <p:spPr>
            <a:xfrm>
              <a:off x="245889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0">
              <a:extLst>
                <a:ext uri="{FF2B5EF4-FFF2-40B4-BE49-F238E27FC236}">
                  <a16:creationId xmlns:a16="http://schemas.microsoft.com/office/drawing/2014/main" id="{C9C1BAEA-ED23-F517-86B2-8425AF791DBA}"/>
                </a:ext>
              </a:extLst>
            </p:cNvPr>
            <p:cNvSpPr/>
            <p:nvPr/>
          </p:nvSpPr>
          <p:spPr>
            <a:xfrm>
              <a:off x="246833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1">
              <a:extLst>
                <a:ext uri="{FF2B5EF4-FFF2-40B4-BE49-F238E27FC236}">
                  <a16:creationId xmlns:a16="http://schemas.microsoft.com/office/drawing/2014/main" id="{468EB520-AA11-75B5-5799-FA50FE3A7B69}"/>
                </a:ext>
              </a:extLst>
            </p:cNvPr>
            <p:cNvSpPr/>
            <p:nvPr/>
          </p:nvSpPr>
          <p:spPr>
            <a:xfrm>
              <a:off x="247777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2">
              <a:extLst>
                <a:ext uri="{FF2B5EF4-FFF2-40B4-BE49-F238E27FC236}">
                  <a16:creationId xmlns:a16="http://schemas.microsoft.com/office/drawing/2014/main" id="{82FD7E5F-9131-B67C-4C3E-12408E333CF3}"/>
                </a:ext>
              </a:extLst>
            </p:cNvPr>
            <p:cNvSpPr/>
            <p:nvPr/>
          </p:nvSpPr>
          <p:spPr>
            <a:xfrm>
              <a:off x="248721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3">
              <a:extLst>
                <a:ext uri="{FF2B5EF4-FFF2-40B4-BE49-F238E27FC236}">
                  <a16:creationId xmlns:a16="http://schemas.microsoft.com/office/drawing/2014/main" id="{D8045155-FECE-EB55-DB1C-75E7A3EFA79E}"/>
                </a:ext>
              </a:extLst>
            </p:cNvPr>
            <p:cNvSpPr/>
            <p:nvPr/>
          </p:nvSpPr>
          <p:spPr>
            <a:xfrm>
              <a:off x="249665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4">
              <a:extLst>
                <a:ext uri="{FF2B5EF4-FFF2-40B4-BE49-F238E27FC236}">
                  <a16:creationId xmlns:a16="http://schemas.microsoft.com/office/drawing/2014/main" id="{62E28554-DE36-1671-481C-C43FA71C1A22}"/>
                </a:ext>
              </a:extLst>
            </p:cNvPr>
            <p:cNvSpPr/>
            <p:nvPr/>
          </p:nvSpPr>
          <p:spPr>
            <a:xfrm>
              <a:off x="250609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5">
              <a:extLst>
                <a:ext uri="{FF2B5EF4-FFF2-40B4-BE49-F238E27FC236}">
                  <a16:creationId xmlns:a16="http://schemas.microsoft.com/office/drawing/2014/main" id="{9AC27D6D-3601-23AF-7673-B8E3907B01C2}"/>
                </a:ext>
              </a:extLst>
            </p:cNvPr>
            <p:cNvSpPr/>
            <p:nvPr/>
          </p:nvSpPr>
          <p:spPr>
            <a:xfrm>
              <a:off x="251553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6">
              <a:extLst>
                <a:ext uri="{FF2B5EF4-FFF2-40B4-BE49-F238E27FC236}">
                  <a16:creationId xmlns:a16="http://schemas.microsoft.com/office/drawing/2014/main" id="{CF63544F-A7A1-6833-E67E-CCFADDFD948C}"/>
                </a:ext>
              </a:extLst>
            </p:cNvPr>
            <p:cNvSpPr/>
            <p:nvPr/>
          </p:nvSpPr>
          <p:spPr>
            <a:xfrm>
              <a:off x="252497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7">
              <a:extLst>
                <a:ext uri="{FF2B5EF4-FFF2-40B4-BE49-F238E27FC236}">
                  <a16:creationId xmlns:a16="http://schemas.microsoft.com/office/drawing/2014/main" id="{EC259FAA-8D55-AD42-9423-A4FE5C0404CB}"/>
                </a:ext>
              </a:extLst>
            </p:cNvPr>
            <p:cNvSpPr/>
            <p:nvPr/>
          </p:nvSpPr>
          <p:spPr>
            <a:xfrm>
              <a:off x="253441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8">
              <a:extLst>
                <a:ext uri="{FF2B5EF4-FFF2-40B4-BE49-F238E27FC236}">
                  <a16:creationId xmlns:a16="http://schemas.microsoft.com/office/drawing/2014/main" id="{D12B8690-C599-BD88-E5B4-FDCDF8A308C0}"/>
                </a:ext>
              </a:extLst>
            </p:cNvPr>
            <p:cNvSpPr/>
            <p:nvPr/>
          </p:nvSpPr>
          <p:spPr>
            <a:xfrm>
              <a:off x="254385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09">
              <a:extLst>
                <a:ext uri="{FF2B5EF4-FFF2-40B4-BE49-F238E27FC236}">
                  <a16:creationId xmlns:a16="http://schemas.microsoft.com/office/drawing/2014/main" id="{9B9D00D3-FA41-DB33-D914-2AFF1687C7E6}"/>
                </a:ext>
              </a:extLst>
            </p:cNvPr>
            <p:cNvSpPr/>
            <p:nvPr/>
          </p:nvSpPr>
          <p:spPr>
            <a:xfrm>
              <a:off x="255329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0">
              <a:extLst>
                <a:ext uri="{FF2B5EF4-FFF2-40B4-BE49-F238E27FC236}">
                  <a16:creationId xmlns:a16="http://schemas.microsoft.com/office/drawing/2014/main" id="{797942CF-FDF5-9DC7-9E9E-2D4CCCCB32D5}"/>
                </a:ext>
              </a:extLst>
            </p:cNvPr>
            <p:cNvSpPr/>
            <p:nvPr/>
          </p:nvSpPr>
          <p:spPr>
            <a:xfrm>
              <a:off x="256273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1">
              <a:extLst>
                <a:ext uri="{FF2B5EF4-FFF2-40B4-BE49-F238E27FC236}">
                  <a16:creationId xmlns:a16="http://schemas.microsoft.com/office/drawing/2014/main" id="{8FD18686-A4BE-7DC0-0288-5C1B4848917B}"/>
                </a:ext>
              </a:extLst>
            </p:cNvPr>
            <p:cNvSpPr/>
            <p:nvPr/>
          </p:nvSpPr>
          <p:spPr>
            <a:xfrm>
              <a:off x="257217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2">
              <a:extLst>
                <a:ext uri="{FF2B5EF4-FFF2-40B4-BE49-F238E27FC236}">
                  <a16:creationId xmlns:a16="http://schemas.microsoft.com/office/drawing/2014/main" id="{94BB939A-3938-B643-258B-B5B9AFA9D649}"/>
                </a:ext>
              </a:extLst>
            </p:cNvPr>
            <p:cNvSpPr/>
            <p:nvPr/>
          </p:nvSpPr>
          <p:spPr>
            <a:xfrm>
              <a:off x="258161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3">
              <a:extLst>
                <a:ext uri="{FF2B5EF4-FFF2-40B4-BE49-F238E27FC236}">
                  <a16:creationId xmlns:a16="http://schemas.microsoft.com/office/drawing/2014/main" id="{8B14B7AD-D6E9-BB3F-312A-F00CAFEF333C}"/>
                </a:ext>
              </a:extLst>
            </p:cNvPr>
            <p:cNvSpPr/>
            <p:nvPr/>
          </p:nvSpPr>
          <p:spPr>
            <a:xfrm>
              <a:off x="259105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4">
              <a:extLst>
                <a:ext uri="{FF2B5EF4-FFF2-40B4-BE49-F238E27FC236}">
                  <a16:creationId xmlns:a16="http://schemas.microsoft.com/office/drawing/2014/main" id="{A9560099-2726-702E-71D9-3302494912FB}"/>
                </a:ext>
              </a:extLst>
            </p:cNvPr>
            <p:cNvSpPr/>
            <p:nvPr/>
          </p:nvSpPr>
          <p:spPr>
            <a:xfrm>
              <a:off x="260049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5">
              <a:extLst>
                <a:ext uri="{FF2B5EF4-FFF2-40B4-BE49-F238E27FC236}">
                  <a16:creationId xmlns:a16="http://schemas.microsoft.com/office/drawing/2014/main" id="{C2677CF7-69C3-72B3-EB85-99563BEA2BB3}"/>
                </a:ext>
              </a:extLst>
            </p:cNvPr>
            <p:cNvSpPr/>
            <p:nvPr/>
          </p:nvSpPr>
          <p:spPr>
            <a:xfrm>
              <a:off x="260993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6">
              <a:extLst>
                <a:ext uri="{FF2B5EF4-FFF2-40B4-BE49-F238E27FC236}">
                  <a16:creationId xmlns:a16="http://schemas.microsoft.com/office/drawing/2014/main" id="{7ABAFA80-EC92-5B8F-DE28-DC8566BAFAE5}"/>
                </a:ext>
              </a:extLst>
            </p:cNvPr>
            <p:cNvSpPr/>
            <p:nvPr/>
          </p:nvSpPr>
          <p:spPr>
            <a:xfrm>
              <a:off x="261937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7">
              <a:extLst>
                <a:ext uri="{FF2B5EF4-FFF2-40B4-BE49-F238E27FC236}">
                  <a16:creationId xmlns:a16="http://schemas.microsoft.com/office/drawing/2014/main" id="{380D0BF4-5A3F-E469-2D7E-F96099706C05}"/>
                </a:ext>
              </a:extLst>
            </p:cNvPr>
            <p:cNvSpPr/>
            <p:nvPr/>
          </p:nvSpPr>
          <p:spPr>
            <a:xfrm>
              <a:off x="262881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8">
              <a:extLst>
                <a:ext uri="{FF2B5EF4-FFF2-40B4-BE49-F238E27FC236}">
                  <a16:creationId xmlns:a16="http://schemas.microsoft.com/office/drawing/2014/main" id="{CDCC3AEB-DC59-3002-7239-D4D5040A0837}"/>
                </a:ext>
              </a:extLst>
            </p:cNvPr>
            <p:cNvSpPr/>
            <p:nvPr/>
          </p:nvSpPr>
          <p:spPr>
            <a:xfrm>
              <a:off x="263825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19">
              <a:extLst>
                <a:ext uri="{FF2B5EF4-FFF2-40B4-BE49-F238E27FC236}">
                  <a16:creationId xmlns:a16="http://schemas.microsoft.com/office/drawing/2014/main" id="{9133EB06-38AB-8ED0-1F64-9F9C1CF3F5D7}"/>
                </a:ext>
              </a:extLst>
            </p:cNvPr>
            <p:cNvSpPr/>
            <p:nvPr/>
          </p:nvSpPr>
          <p:spPr>
            <a:xfrm>
              <a:off x="264769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0">
              <a:extLst>
                <a:ext uri="{FF2B5EF4-FFF2-40B4-BE49-F238E27FC236}">
                  <a16:creationId xmlns:a16="http://schemas.microsoft.com/office/drawing/2014/main" id="{8C017674-E5B2-6900-EE5F-A5433DE044DD}"/>
                </a:ext>
              </a:extLst>
            </p:cNvPr>
            <p:cNvSpPr/>
            <p:nvPr/>
          </p:nvSpPr>
          <p:spPr>
            <a:xfrm>
              <a:off x="265713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1">
              <a:extLst>
                <a:ext uri="{FF2B5EF4-FFF2-40B4-BE49-F238E27FC236}">
                  <a16:creationId xmlns:a16="http://schemas.microsoft.com/office/drawing/2014/main" id="{9F41CAF6-BFAE-9AD4-E7E0-5A9D1B19651D}"/>
                </a:ext>
              </a:extLst>
            </p:cNvPr>
            <p:cNvSpPr/>
            <p:nvPr/>
          </p:nvSpPr>
          <p:spPr>
            <a:xfrm>
              <a:off x="266657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2">
              <a:extLst>
                <a:ext uri="{FF2B5EF4-FFF2-40B4-BE49-F238E27FC236}">
                  <a16:creationId xmlns:a16="http://schemas.microsoft.com/office/drawing/2014/main" id="{E01B5CEE-D81E-F0E1-FE8A-F1784AF1773B}"/>
                </a:ext>
              </a:extLst>
            </p:cNvPr>
            <p:cNvSpPr/>
            <p:nvPr/>
          </p:nvSpPr>
          <p:spPr>
            <a:xfrm>
              <a:off x="267601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3">
              <a:extLst>
                <a:ext uri="{FF2B5EF4-FFF2-40B4-BE49-F238E27FC236}">
                  <a16:creationId xmlns:a16="http://schemas.microsoft.com/office/drawing/2014/main" id="{BB9B3A11-B207-17D1-422B-7F2F32A233A5}"/>
                </a:ext>
              </a:extLst>
            </p:cNvPr>
            <p:cNvSpPr/>
            <p:nvPr/>
          </p:nvSpPr>
          <p:spPr>
            <a:xfrm>
              <a:off x="268545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4">
              <a:extLst>
                <a:ext uri="{FF2B5EF4-FFF2-40B4-BE49-F238E27FC236}">
                  <a16:creationId xmlns:a16="http://schemas.microsoft.com/office/drawing/2014/main" id="{E85E33F2-0688-2375-5C2F-9657D157F5EA}"/>
                </a:ext>
              </a:extLst>
            </p:cNvPr>
            <p:cNvSpPr/>
            <p:nvPr/>
          </p:nvSpPr>
          <p:spPr>
            <a:xfrm>
              <a:off x="269489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5">
              <a:extLst>
                <a:ext uri="{FF2B5EF4-FFF2-40B4-BE49-F238E27FC236}">
                  <a16:creationId xmlns:a16="http://schemas.microsoft.com/office/drawing/2014/main" id="{52613D55-3AF5-7B8B-C735-13F473DCAA5B}"/>
                </a:ext>
              </a:extLst>
            </p:cNvPr>
            <p:cNvSpPr/>
            <p:nvPr/>
          </p:nvSpPr>
          <p:spPr>
            <a:xfrm>
              <a:off x="270433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6">
              <a:extLst>
                <a:ext uri="{FF2B5EF4-FFF2-40B4-BE49-F238E27FC236}">
                  <a16:creationId xmlns:a16="http://schemas.microsoft.com/office/drawing/2014/main" id="{E224616B-F8C2-CE31-944B-DFFAA9A216A5}"/>
                </a:ext>
              </a:extLst>
            </p:cNvPr>
            <p:cNvSpPr/>
            <p:nvPr/>
          </p:nvSpPr>
          <p:spPr>
            <a:xfrm>
              <a:off x="271377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7">
              <a:extLst>
                <a:ext uri="{FF2B5EF4-FFF2-40B4-BE49-F238E27FC236}">
                  <a16:creationId xmlns:a16="http://schemas.microsoft.com/office/drawing/2014/main" id="{1FB5F21E-DBCA-805F-9BA9-53F1C01BA505}"/>
                </a:ext>
              </a:extLst>
            </p:cNvPr>
            <p:cNvSpPr/>
            <p:nvPr/>
          </p:nvSpPr>
          <p:spPr>
            <a:xfrm>
              <a:off x="2723216" y="2238071"/>
              <a:ext cx="917880" cy="914400"/>
            </a:xfrm>
            <a:custGeom>
              <a:avLst/>
              <a:gdLst/>
              <a:ahLst/>
              <a:cxnLst/>
              <a:rect l="0" t="0" r="0" b="0"/>
              <a:pathLst>
                <a:path w="91788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8">
              <a:extLst>
                <a:ext uri="{FF2B5EF4-FFF2-40B4-BE49-F238E27FC236}">
                  <a16:creationId xmlns:a16="http://schemas.microsoft.com/office/drawing/2014/main" id="{BB67D404-0111-B8B8-45F4-2207B639F89A}"/>
                </a:ext>
              </a:extLst>
            </p:cNvPr>
            <p:cNvSpPr/>
            <p:nvPr/>
          </p:nvSpPr>
          <p:spPr>
            <a:xfrm>
              <a:off x="2855380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33" y="914400"/>
                  </a:lnTo>
                  <a:lnTo>
                    <a:pt x="914400" y="913694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29">
              <a:extLst>
                <a:ext uri="{FF2B5EF4-FFF2-40B4-BE49-F238E27FC236}">
                  <a16:creationId xmlns:a16="http://schemas.microsoft.com/office/drawing/2014/main" id="{42F01CE9-BF23-E2E7-34A3-7B81555D04DB}"/>
                </a:ext>
              </a:extLst>
            </p:cNvPr>
            <p:cNvSpPr/>
            <p:nvPr/>
          </p:nvSpPr>
          <p:spPr>
            <a:xfrm>
              <a:off x="2864820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0">
              <a:extLst>
                <a:ext uri="{FF2B5EF4-FFF2-40B4-BE49-F238E27FC236}">
                  <a16:creationId xmlns:a16="http://schemas.microsoft.com/office/drawing/2014/main" id="{534B083F-19FC-E1C4-6676-28E33B6515CE}"/>
                </a:ext>
              </a:extLst>
            </p:cNvPr>
            <p:cNvSpPr/>
            <p:nvPr/>
          </p:nvSpPr>
          <p:spPr>
            <a:xfrm>
              <a:off x="2874260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1">
              <a:extLst>
                <a:ext uri="{FF2B5EF4-FFF2-40B4-BE49-F238E27FC236}">
                  <a16:creationId xmlns:a16="http://schemas.microsoft.com/office/drawing/2014/main" id="{5D5A6C03-306A-1027-3A95-8B9B9485322F}"/>
                </a:ext>
              </a:extLst>
            </p:cNvPr>
            <p:cNvSpPr/>
            <p:nvPr/>
          </p:nvSpPr>
          <p:spPr>
            <a:xfrm>
              <a:off x="2883700" y="222050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2">
              <a:extLst>
                <a:ext uri="{FF2B5EF4-FFF2-40B4-BE49-F238E27FC236}">
                  <a16:creationId xmlns:a16="http://schemas.microsoft.com/office/drawing/2014/main" id="{BF6D8676-3B05-13E0-9BC1-12126758E82E}"/>
                </a:ext>
              </a:extLst>
            </p:cNvPr>
            <p:cNvSpPr/>
            <p:nvPr/>
          </p:nvSpPr>
          <p:spPr>
            <a:xfrm>
              <a:off x="288370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3">
              <a:extLst>
                <a:ext uri="{FF2B5EF4-FFF2-40B4-BE49-F238E27FC236}">
                  <a16:creationId xmlns:a16="http://schemas.microsoft.com/office/drawing/2014/main" id="{B5112179-D05E-F1AB-A24B-44B1D50E501E}"/>
                </a:ext>
              </a:extLst>
            </p:cNvPr>
            <p:cNvSpPr/>
            <p:nvPr/>
          </p:nvSpPr>
          <p:spPr>
            <a:xfrm>
              <a:off x="289314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4">
              <a:extLst>
                <a:ext uri="{FF2B5EF4-FFF2-40B4-BE49-F238E27FC236}">
                  <a16:creationId xmlns:a16="http://schemas.microsoft.com/office/drawing/2014/main" id="{B580E2B5-37F7-A759-9C1E-3EDB9BD823CA}"/>
                </a:ext>
              </a:extLst>
            </p:cNvPr>
            <p:cNvSpPr/>
            <p:nvPr/>
          </p:nvSpPr>
          <p:spPr>
            <a:xfrm>
              <a:off x="290258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5">
              <a:extLst>
                <a:ext uri="{FF2B5EF4-FFF2-40B4-BE49-F238E27FC236}">
                  <a16:creationId xmlns:a16="http://schemas.microsoft.com/office/drawing/2014/main" id="{5BABBF44-B6D0-89FC-C427-E31049849397}"/>
                </a:ext>
              </a:extLst>
            </p:cNvPr>
            <p:cNvSpPr/>
            <p:nvPr/>
          </p:nvSpPr>
          <p:spPr>
            <a:xfrm>
              <a:off x="291202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6">
              <a:extLst>
                <a:ext uri="{FF2B5EF4-FFF2-40B4-BE49-F238E27FC236}">
                  <a16:creationId xmlns:a16="http://schemas.microsoft.com/office/drawing/2014/main" id="{4F7A4F8C-8C0E-0063-EE72-C95356E30227}"/>
                </a:ext>
              </a:extLst>
            </p:cNvPr>
            <p:cNvSpPr/>
            <p:nvPr/>
          </p:nvSpPr>
          <p:spPr>
            <a:xfrm>
              <a:off x="292146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7">
              <a:extLst>
                <a:ext uri="{FF2B5EF4-FFF2-40B4-BE49-F238E27FC236}">
                  <a16:creationId xmlns:a16="http://schemas.microsoft.com/office/drawing/2014/main" id="{BBE4E0E4-A980-EDE9-7C43-7594E79F4995}"/>
                </a:ext>
              </a:extLst>
            </p:cNvPr>
            <p:cNvSpPr/>
            <p:nvPr/>
          </p:nvSpPr>
          <p:spPr>
            <a:xfrm>
              <a:off x="293090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8">
              <a:extLst>
                <a:ext uri="{FF2B5EF4-FFF2-40B4-BE49-F238E27FC236}">
                  <a16:creationId xmlns:a16="http://schemas.microsoft.com/office/drawing/2014/main" id="{CF306CB0-4A16-9074-8468-DC1CA6FFCEC3}"/>
                </a:ext>
              </a:extLst>
            </p:cNvPr>
            <p:cNvSpPr/>
            <p:nvPr/>
          </p:nvSpPr>
          <p:spPr>
            <a:xfrm>
              <a:off x="294034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39">
              <a:extLst>
                <a:ext uri="{FF2B5EF4-FFF2-40B4-BE49-F238E27FC236}">
                  <a16:creationId xmlns:a16="http://schemas.microsoft.com/office/drawing/2014/main" id="{DB21F0FB-DA4D-17EC-0316-E00D0E3758D6}"/>
                </a:ext>
              </a:extLst>
            </p:cNvPr>
            <p:cNvSpPr/>
            <p:nvPr/>
          </p:nvSpPr>
          <p:spPr>
            <a:xfrm>
              <a:off x="294978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0">
              <a:extLst>
                <a:ext uri="{FF2B5EF4-FFF2-40B4-BE49-F238E27FC236}">
                  <a16:creationId xmlns:a16="http://schemas.microsoft.com/office/drawing/2014/main" id="{8D87B026-7279-F533-C5CE-C3707312C330}"/>
                </a:ext>
              </a:extLst>
            </p:cNvPr>
            <p:cNvSpPr/>
            <p:nvPr/>
          </p:nvSpPr>
          <p:spPr>
            <a:xfrm>
              <a:off x="295922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1">
              <a:extLst>
                <a:ext uri="{FF2B5EF4-FFF2-40B4-BE49-F238E27FC236}">
                  <a16:creationId xmlns:a16="http://schemas.microsoft.com/office/drawing/2014/main" id="{45EB90D6-981A-B283-41AD-5AE88D4EB843}"/>
                </a:ext>
              </a:extLst>
            </p:cNvPr>
            <p:cNvSpPr/>
            <p:nvPr/>
          </p:nvSpPr>
          <p:spPr>
            <a:xfrm>
              <a:off x="296866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2">
              <a:extLst>
                <a:ext uri="{FF2B5EF4-FFF2-40B4-BE49-F238E27FC236}">
                  <a16:creationId xmlns:a16="http://schemas.microsoft.com/office/drawing/2014/main" id="{14C4AD8D-05C7-ED25-3F67-CDFFED6A44F4}"/>
                </a:ext>
              </a:extLst>
            </p:cNvPr>
            <p:cNvSpPr/>
            <p:nvPr/>
          </p:nvSpPr>
          <p:spPr>
            <a:xfrm>
              <a:off x="297810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3">
              <a:extLst>
                <a:ext uri="{FF2B5EF4-FFF2-40B4-BE49-F238E27FC236}">
                  <a16:creationId xmlns:a16="http://schemas.microsoft.com/office/drawing/2014/main" id="{54D6AA1D-3EA4-56F7-0B89-84546C906EC0}"/>
                </a:ext>
              </a:extLst>
            </p:cNvPr>
            <p:cNvSpPr/>
            <p:nvPr/>
          </p:nvSpPr>
          <p:spPr>
            <a:xfrm>
              <a:off x="298754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4">
              <a:extLst>
                <a:ext uri="{FF2B5EF4-FFF2-40B4-BE49-F238E27FC236}">
                  <a16:creationId xmlns:a16="http://schemas.microsoft.com/office/drawing/2014/main" id="{394CB067-D602-6547-F292-95C37E6D44D0}"/>
                </a:ext>
              </a:extLst>
            </p:cNvPr>
            <p:cNvSpPr/>
            <p:nvPr/>
          </p:nvSpPr>
          <p:spPr>
            <a:xfrm>
              <a:off x="299698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5">
              <a:extLst>
                <a:ext uri="{FF2B5EF4-FFF2-40B4-BE49-F238E27FC236}">
                  <a16:creationId xmlns:a16="http://schemas.microsoft.com/office/drawing/2014/main" id="{2D82680E-7394-7467-C210-0A9FD4E31820}"/>
                </a:ext>
              </a:extLst>
            </p:cNvPr>
            <p:cNvSpPr/>
            <p:nvPr/>
          </p:nvSpPr>
          <p:spPr>
            <a:xfrm>
              <a:off x="300642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6">
              <a:extLst>
                <a:ext uri="{FF2B5EF4-FFF2-40B4-BE49-F238E27FC236}">
                  <a16:creationId xmlns:a16="http://schemas.microsoft.com/office/drawing/2014/main" id="{A6E5155A-AA1D-BA8B-98C1-0F0F54617698}"/>
                </a:ext>
              </a:extLst>
            </p:cNvPr>
            <p:cNvSpPr/>
            <p:nvPr/>
          </p:nvSpPr>
          <p:spPr>
            <a:xfrm>
              <a:off x="301586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7">
              <a:extLst>
                <a:ext uri="{FF2B5EF4-FFF2-40B4-BE49-F238E27FC236}">
                  <a16:creationId xmlns:a16="http://schemas.microsoft.com/office/drawing/2014/main" id="{2F6DA2AF-6D3C-993C-88B7-5AD9702DA0CF}"/>
                </a:ext>
              </a:extLst>
            </p:cNvPr>
            <p:cNvSpPr/>
            <p:nvPr/>
          </p:nvSpPr>
          <p:spPr>
            <a:xfrm>
              <a:off x="302530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8">
              <a:extLst>
                <a:ext uri="{FF2B5EF4-FFF2-40B4-BE49-F238E27FC236}">
                  <a16:creationId xmlns:a16="http://schemas.microsoft.com/office/drawing/2014/main" id="{3DFDCB6E-47F5-3B7C-B0D8-CEC85F39D969}"/>
                </a:ext>
              </a:extLst>
            </p:cNvPr>
            <p:cNvSpPr/>
            <p:nvPr/>
          </p:nvSpPr>
          <p:spPr>
            <a:xfrm>
              <a:off x="303474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49">
              <a:extLst>
                <a:ext uri="{FF2B5EF4-FFF2-40B4-BE49-F238E27FC236}">
                  <a16:creationId xmlns:a16="http://schemas.microsoft.com/office/drawing/2014/main" id="{F8D94E9A-BFAA-95AE-C425-E81C683099AC}"/>
                </a:ext>
              </a:extLst>
            </p:cNvPr>
            <p:cNvSpPr/>
            <p:nvPr/>
          </p:nvSpPr>
          <p:spPr>
            <a:xfrm>
              <a:off x="304418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0">
              <a:extLst>
                <a:ext uri="{FF2B5EF4-FFF2-40B4-BE49-F238E27FC236}">
                  <a16:creationId xmlns:a16="http://schemas.microsoft.com/office/drawing/2014/main" id="{1F93D723-1E27-CDA7-F847-F4B9A551B70E}"/>
                </a:ext>
              </a:extLst>
            </p:cNvPr>
            <p:cNvSpPr/>
            <p:nvPr/>
          </p:nvSpPr>
          <p:spPr>
            <a:xfrm>
              <a:off x="305362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1">
              <a:extLst>
                <a:ext uri="{FF2B5EF4-FFF2-40B4-BE49-F238E27FC236}">
                  <a16:creationId xmlns:a16="http://schemas.microsoft.com/office/drawing/2014/main" id="{793EADEB-196E-836B-F897-FF2062EAA7E8}"/>
                </a:ext>
              </a:extLst>
            </p:cNvPr>
            <p:cNvSpPr/>
            <p:nvPr/>
          </p:nvSpPr>
          <p:spPr>
            <a:xfrm>
              <a:off x="306306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2">
              <a:extLst>
                <a:ext uri="{FF2B5EF4-FFF2-40B4-BE49-F238E27FC236}">
                  <a16:creationId xmlns:a16="http://schemas.microsoft.com/office/drawing/2014/main" id="{82DFCE83-A072-1FBF-E55D-A18A4AA72B10}"/>
                </a:ext>
              </a:extLst>
            </p:cNvPr>
            <p:cNvSpPr/>
            <p:nvPr/>
          </p:nvSpPr>
          <p:spPr>
            <a:xfrm>
              <a:off x="307250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3">
              <a:extLst>
                <a:ext uri="{FF2B5EF4-FFF2-40B4-BE49-F238E27FC236}">
                  <a16:creationId xmlns:a16="http://schemas.microsoft.com/office/drawing/2014/main" id="{450059F8-BE09-29E2-C9C5-0C4E61EFC084}"/>
                </a:ext>
              </a:extLst>
            </p:cNvPr>
            <p:cNvSpPr/>
            <p:nvPr/>
          </p:nvSpPr>
          <p:spPr>
            <a:xfrm>
              <a:off x="308194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4">
              <a:extLst>
                <a:ext uri="{FF2B5EF4-FFF2-40B4-BE49-F238E27FC236}">
                  <a16:creationId xmlns:a16="http://schemas.microsoft.com/office/drawing/2014/main" id="{8F727D36-B306-A3FA-3E27-327FF7E1BD58}"/>
                </a:ext>
              </a:extLst>
            </p:cNvPr>
            <p:cNvSpPr/>
            <p:nvPr/>
          </p:nvSpPr>
          <p:spPr>
            <a:xfrm>
              <a:off x="309138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5">
              <a:extLst>
                <a:ext uri="{FF2B5EF4-FFF2-40B4-BE49-F238E27FC236}">
                  <a16:creationId xmlns:a16="http://schemas.microsoft.com/office/drawing/2014/main" id="{D721CA77-4E19-8457-A890-0745C8CC6197}"/>
                </a:ext>
              </a:extLst>
            </p:cNvPr>
            <p:cNvSpPr/>
            <p:nvPr/>
          </p:nvSpPr>
          <p:spPr>
            <a:xfrm>
              <a:off x="310082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6">
              <a:extLst>
                <a:ext uri="{FF2B5EF4-FFF2-40B4-BE49-F238E27FC236}">
                  <a16:creationId xmlns:a16="http://schemas.microsoft.com/office/drawing/2014/main" id="{E47F277E-7B21-7231-133A-3FE458ABCA65}"/>
                </a:ext>
              </a:extLst>
            </p:cNvPr>
            <p:cNvSpPr/>
            <p:nvPr/>
          </p:nvSpPr>
          <p:spPr>
            <a:xfrm>
              <a:off x="311026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7">
              <a:extLst>
                <a:ext uri="{FF2B5EF4-FFF2-40B4-BE49-F238E27FC236}">
                  <a16:creationId xmlns:a16="http://schemas.microsoft.com/office/drawing/2014/main" id="{4D1B0E99-9038-10A3-D75B-04B39B7F5257}"/>
                </a:ext>
              </a:extLst>
            </p:cNvPr>
            <p:cNvSpPr/>
            <p:nvPr/>
          </p:nvSpPr>
          <p:spPr>
            <a:xfrm>
              <a:off x="311970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8">
              <a:extLst>
                <a:ext uri="{FF2B5EF4-FFF2-40B4-BE49-F238E27FC236}">
                  <a16:creationId xmlns:a16="http://schemas.microsoft.com/office/drawing/2014/main" id="{ED0EB97B-EC2F-38F2-4E91-63A3D1805486}"/>
                </a:ext>
              </a:extLst>
            </p:cNvPr>
            <p:cNvSpPr/>
            <p:nvPr/>
          </p:nvSpPr>
          <p:spPr>
            <a:xfrm>
              <a:off x="312914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59">
              <a:extLst>
                <a:ext uri="{FF2B5EF4-FFF2-40B4-BE49-F238E27FC236}">
                  <a16:creationId xmlns:a16="http://schemas.microsoft.com/office/drawing/2014/main" id="{DD259B48-E757-DC37-F244-EDDDE0348523}"/>
                </a:ext>
              </a:extLst>
            </p:cNvPr>
            <p:cNvSpPr/>
            <p:nvPr/>
          </p:nvSpPr>
          <p:spPr>
            <a:xfrm>
              <a:off x="313858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0">
              <a:extLst>
                <a:ext uri="{FF2B5EF4-FFF2-40B4-BE49-F238E27FC236}">
                  <a16:creationId xmlns:a16="http://schemas.microsoft.com/office/drawing/2014/main" id="{4BEA1B16-9FCA-ED16-F9BE-B7FD02EB8C40}"/>
                </a:ext>
              </a:extLst>
            </p:cNvPr>
            <p:cNvSpPr/>
            <p:nvPr/>
          </p:nvSpPr>
          <p:spPr>
            <a:xfrm>
              <a:off x="314802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1">
              <a:extLst>
                <a:ext uri="{FF2B5EF4-FFF2-40B4-BE49-F238E27FC236}">
                  <a16:creationId xmlns:a16="http://schemas.microsoft.com/office/drawing/2014/main" id="{8E5A5F82-2CA5-FA1F-14E3-76E7082992C5}"/>
                </a:ext>
              </a:extLst>
            </p:cNvPr>
            <p:cNvSpPr/>
            <p:nvPr/>
          </p:nvSpPr>
          <p:spPr>
            <a:xfrm>
              <a:off x="315746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2">
              <a:extLst>
                <a:ext uri="{FF2B5EF4-FFF2-40B4-BE49-F238E27FC236}">
                  <a16:creationId xmlns:a16="http://schemas.microsoft.com/office/drawing/2014/main" id="{0617BEA7-AE23-3680-AD03-3D7B219607B3}"/>
                </a:ext>
              </a:extLst>
            </p:cNvPr>
            <p:cNvSpPr/>
            <p:nvPr/>
          </p:nvSpPr>
          <p:spPr>
            <a:xfrm>
              <a:off x="316690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3">
              <a:extLst>
                <a:ext uri="{FF2B5EF4-FFF2-40B4-BE49-F238E27FC236}">
                  <a16:creationId xmlns:a16="http://schemas.microsoft.com/office/drawing/2014/main" id="{FEBAF899-E4C0-14CF-0F6D-04019004CBE3}"/>
                </a:ext>
              </a:extLst>
            </p:cNvPr>
            <p:cNvSpPr/>
            <p:nvPr/>
          </p:nvSpPr>
          <p:spPr>
            <a:xfrm>
              <a:off x="317634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4">
              <a:extLst>
                <a:ext uri="{FF2B5EF4-FFF2-40B4-BE49-F238E27FC236}">
                  <a16:creationId xmlns:a16="http://schemas.microsoft.com/office/drawing/2014/main" id="{69987B0D-08F5-1D82-496A-A10998C7883B}"/>
                </a:ext>
              </a:extLst>
            </p:cNvPr>
            <p:cNvSpPr/>
            <p:nvPr/>
          </p:nvSpPr>
          <p:spPr>
            <a:xfrm>
              <a:off x="318578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5">
              <a:extLst>
                <a:ext uri="{FF2B5EF4-FFF2-40B4-BE49-F238E27FC236}">
                  <a16:creationId xmlns:a16="http://schemas.microsoft.com/office/drawing/2014/main" id="{74EE11B7-A2A5-4657-9BEE-8E664943080B}"/>
                </a:ext>
              </a:extLst>
            </p:cNvPr>
            <p:cNvSpPr/>
            <p:nvPr/>
          </p:nvSpPr>
          <p:spPr>
            <a:xfrm>
              <a:off x="319522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6">
              <a:extLst>
                <a:ext uri="{FF2B5EF4-FFF2-40B4-BE49-F238E27FC236}">
                  <a16:creationId xmlns:a16="http://schemas.microsoft.com/office/drawing/2014/main" id="{21D959F6-800C-C277-C0E0-BE9F01256FDD}"/>
                </a:ext>
              </a:extLst>
            </p:cNvPr>
            <p:cNvSpPr/>
            <p:nvPr/>
          </p:nvSpPr>
          <p:spPr>
            <a:xfrm>
              <a:off x="320466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7">
              <a:extLst>
                <a:ext uri="{FF2B5EF4-FFF2-40B4-BE49-F238E27FC236}">
                  <a16:creationId xmlns:a16="http://schemas.microsoft.com/office/drawing/2014/main" id="{95744BDB-A91B-B214-CE8A-3F9558C19E9E}"/>
                </a:ext>
              </a:extLst>
            </p:cNvPr>
            <p:cNvSpPr/>
            <p:nvPr/>
          </p:nvSpPr>
          <p:spPr>
            <a:xfrm>
              <a:off x="321410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8">
              <a:extLst>
                <a:ext uri="{FF2B5EF4-FFF2-40B4-BE49-F238E27FC236}">
                  <a16:creationId xmlns:a16="http://schemas.microsoft.com/office/drawing/2014/main" id="{D040775F-B4ED-C306-B046-D2B5074187D7}"/>
                </a:ext>
              </a:extLst>
            </p:cNvPr>
            <p:cNvSpPr/>
            <p:nvPr/>
          </p:nvSpPr>
          <p:spPr>
            <a:xfrm>
              <a:off x="322354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69">
              <a:extLst>
                <a:ext uri="{FF2B5EF4-FFF2-40B4-BE49-F238E27FC236}">
                  <a16:creationId xmlns:a16="http://schemas.microsoft.com/office/drawing/2014/main" id="{ABB3A9C1-13B0-0AB8-913F-34456AE0462F}"/>
                </a:ext>
              </a:extLst>
            </p:cNvPr>
            <p:cNvSpPr/>
            <p:nvPr/>
          </p:nvSpPr>
          <p:spPr>
            <a:xfrm>
              <a:off x="323298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0">
              <a:extLst>
                <a:ext uri="{FF2B5EF4-FFF2-40B4-BE49-F238E27FC236}">
                  <a16:creationId xmlns:a16="http://schemas.microsoft.com/office/drawing/2014/main" id="{D7EAB4D9-ACD1-53B4-CDCD-6E467F8F99DA}"/>
                </a:ext>
              </a:extLst>
            </p:cNvPr>
            <p:cNvSpPr/>
            <p:nvPr/>
          </p:nvSpPr>
          <p:spPr>
            <a:xfrm>
              <a:off x="324242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1">
              <a:extLst>
                <a:ext uri="{FF2B5EF4-FFF2-40B4-BE49-F238E27FC236}">
                  <a16:creationId xmlns:a16="http://schemas.microsoft.com/office/drawing/2014/main" id="{1F3AC090-96D6-AE51-9961-4E83B1FA385F}"/>
                </a:ext>
              </a:extLst>
            </p:cNvPr>
            <p:cNvSpPr/>
            <p:nvPr/>
          </p:nvSpPr>
          <p:spPr>
            <a:xfrm>
              <a:off x="325187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2">
              <a:extLst>
                <a:ext uri="{FF2B5EF4-FFF2-40B4-BE49-F238E27FC236}">
                  <a16:creationId xmlns:a16="http://schemas.microsoft.com/office/drawing/2014/main" id="{00E0CF94-656E-7B2B-9842-59332A8C5BF8}"/>
                </a:ext>
              </a:extLst>
            </p:cNvPr>
            <p:cNvSpPr/>
            <p:nvPr/>
          </p:nvSpPr>
          <p:spPr>
            <a:xfrm>
              <a:off x="326131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3">
              <a:extLst>
                <a:ext uri="{FF2B5EF4-FFF2-40B4-BE49-F238E27FC236}">
                  <a16:creationId xmlns:a16="http://schemas.microsoft.com/office/drawing/2014/main" id="{26D1D458-AB28-6780-D653-CE193F438C72}"/>
                </a:ext>
              </a:extLst>
            </p:cNvPr>
            <p:cNvSpPr/>
            <p:nvPr/>
          </p:nvSpPr>
          <p:spPr>
            <a:xfrm>
              <a:off x="327075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4">
              <a:extLst>
                <a:ext uri="{FF2B5EF4-FFF2-40B4-BE49-F238E27FC236}">
                  <a16:creationId xmlns:a16="http://schemas.microsoft.com/office/drawing/2014/main" id="{11E3B5BE-78A9-8B9B-B434-F14358A8B46D}"/>
                </a:ext>
              </a:extLst>
            </p:cNvPr>
            <p:cNvSpPr/>
            <p:nvPr/>
          </p:nvSpPr>
          <p:spPr>
            <a:xfrm>
              <a:off x="328019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5">
              <a:extLst>
                <a:ext uri="{FF2B5EF4-FFF2-40B4-BE49-F238E27FC236}">
                  <a16:creationId xmlns:a16="http://schemas.microsoft.com/office/drawing/2014/main" id="{5C830171-3695-E877-52CA-5A0B6D531B5A}"/>
                </a:ext>
              </a:extLst>
            </p:cNvPr>
            <p:cNvSpPr/>
            <p:nvPr/>
          </p:nvSpPr>
          <p:spPr>
            <a:xfrm>
              <a:off x="328963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6">
              <a:extLst>
                <a:ext uri="{FF2B5EF4-FFF2-40B4-BE49-F238E27FC236}">
                  <a16:creationId xmlns:a16="http://schemas.microsoft.com/office/drawing/2014/main" id="{0A6BB417-DA96-4434-1783-7F19BD5A80E3}"/>
                </a:ext>
              </a:extLst>
            </p:cNvPr>
            <p:cNvSpPr/>
            <p:nvPr/>
          </p:nvSpPr>
          <p:spPr>
            <a:xfrm>
              <a:off x="329907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7">
              <a:extLst>
                <a:ext uri="{FF2B5EF4-FFF2-40B4-BE49-F238E27FC236}">
                  <a16:creationId xmlns:a16="http://schemas.microsoft.com/office/drawing/2014/main" id="{EDD552B8-2DB9-9754-7878-4094E76EF488}"/>
                </a:ext>
              </a:extLst>
            </p:cNvPr>
            <p:cNvSpPr/>
            <p:nvPr/>
          </p:nvSpPr>
          <p:spPr>
            <a:xfrm>
              <a:off x="330851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8">
              <a:extLst>
                <a:ext uri="{FF2B5EF4-FFF2-40B4-BE49-F238E27FC236}">
                  <a16:creationId xmlns:a16="http://schemas.microsoft.com/office/drawing/2014/main" id="{CFDBBC47-1F77-8E94-E77D-F9854C28281B}"/>
                </a:ext>
              </a:extLst>
            </p:cNvPr>
            <p:cNvSpPr/>
            <p:nvPr/>
          </p:nvSpPr>
          <p:spPr>
            <a:xfrm>
              <a:off x="331795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79">
              <a:extLst>
                <a:ext uri="{FF2B5EF4-FFF2-40B4-BE49-F238E27FC236}">
                  <a16:creationId xmlns:a16="http://schemas.microsoft.com/office/drawing/2014/main" id="{AEDA2872-95CE-4662-1EB5-DF30B3F10648}"/>
                </a:ext>
              </a:extLst>
            </p:cNvPr>
            <p:cNvSpPr/>
            <p:nvPr/>
          </p:nvSpPr>
          <p:spPr>
            <a:xfrm>
              <a:off x="332739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0">
              <a:extLst>
                <a:ext uri="{FF2B5EF4-FFF2-40B4-BE49-F238E27FC236}">
                  <a16:creationId xmlns:a16="http://schemas.microsoft.com/office/drawing/2014/main" id="{EF5188CA-4C2C-D48B-3501-30FEF6FF3AB7}"/>
                </a:ext>
              </a:extLst>
            </p:cNvPr>
            <p:cNvSpPr/>
            <p:nvPr/>
          </p:nvSpPr>
          <p:spPr>
            <a:xfrm>
              <a:off x="333683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1">
              <a:extLst>
                <a:ext uri="{FF2B5EF4-FFF2-40B4-BE49-F238E27FC236}">
                  <a16:creationId xmlns:a16="http://schemas.microsoft.com/office/drawing/2014/main" id="{A64175BF-131F-4C2F-F56B-E4F23F38FC9F}"/>
                </a:ext>
              </a:extLst>
            </p:cNvPr>
            <p:cNvSpPr/>
            <p:nvPr/>
          </p:nvSpPr>
          <p:spPr>
            <a:xfrm>
              <a:off x="334627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2">
              <a:extLst>
                <a:ext uri="{FF2B5EF4-FFF2-40B4-BE49-F238E27FC236}">
                  <a16:creationId xmlns:a16="http://schemas.microsoft.com/office/drawing/2014/main" id="{084A54C8-E118-8DB4-6619-BFD248BA3C0F}"/>
                </a:ext>
              </a:extLst>
            </p:cNvPr>
            <p:cNvSpPr/>
            <p:nvPr/>
          </p:nvSpPr>
          <p:spPr>
            <a:xfrm>
              <a:off x="335571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3">
              <a:extLst>
                <a:ext uri="{FF2B5EF4-FFF2-40B4-BE49-F238E27FC236}">
                  <a16:creationId xmlns:a16="http://schemas.microsoft.com/office/drawing/2014/main" id="{E131E675-D64C-8AD6-61C0-048D353D0B2B}"/>
                </a:ext>
              </a:extLst>
            </p:cNvPr>
            <p:cNvSpPr/>
            <p:nvPr/>
          </p:nvSpPr>
          <p:spPr>
            <a:xfrm>
              <a:off x="3365153" y="223807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4">
              <a:extLst>
                <a:ext uri="{FF2B5EF4-FFF2-40B4-BE49-F238E27FC236}">
                  <a16:creationId xmlns:a16="http://schemas.microsoft.com/office/drawing/2014/main" id="{608F7F6F-9ED3-264A-87D8-8811A29236EE}"/>
                </a:ext>
              </a:extLst>
            </p:cNvPr>
            <p:cNvSpPr/>
            <p:nvPr/>
          </p:nvSpPr>
          <p:spPr>
            <a:xfrm>
              <a:off x="3374593" y="2220501"/>
              <a:ext cx="918047" cy="930005"/>
            </a:xfrm>
            <a:custGeom>
              <a:avLst/>
              <a:gdLst/>
              <a:ahLst/>
              <a:cxnLst/>
              <a:rect l="0" t="0" r="0" b="0"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5">
              <a:extLst>
                <a:ext uri="{FF2B5EF4-FFF2-40B4-BE49-F238E27FC236}">
                  <a16:creationId xmlns:a16="http://schemas.microsoft.com/office/drawing/2014/main" id="{64C4D36C-595E-D151-7B04-8E614E159786}"/>
                </a:ext>
              </a:extLst>
            </p:cNvPr>
            <p:cNvSpPr/>
            <p:nvPr/>
          </p:nvSpPr>
          <p:spPr>
            <a:xfrm>
              <a:off x="2421129" y="220293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6">
              <a:extLst>
                <a:ext uri="{FF2B5EF4-FFF2-40B4-BE49-F238E27FC236}">
                  <a16:creationId xmlns:a16="http://schemas.microsoft.com/office/drawing/2014/main" id="{69D5C2B7-A94D-C95B-0A6C-697190397F14}"/>
                </a:ext>
              </a:extLst>
            </p:cNvPr>
            <p:cNvSpPr/>
            <p:nvPr/>
          </p:nvSpPr>
          <p:spPr>
            <a:xfrm>
              <a:off x="242112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7">
              <a:extLst>
                <a:ext uri="{FF2B5EF4-FFF2-40B4-BE49-F238E27FC236}">
                  <a16:creationId xmlns:a16="http://schemas.microsoft.com/office/drawing/2014/main" id="{3986438C-18AF-B458-2259-189DB3A7301A}"/>
                </a:ext>
              </a:extLst>
            </p:cNvPr>
            <p:cNvSpPr/>
            <p:nvPr/>
          </p:nvSpPr>
          <p:spPr>
            <a:xfrm>
              <a:off x="243056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8">
              <a:extLst>
                <a:ext uri="{FF2B5EF4-FFF2-40B4-BE49-F238E27FC236}">
                  <a16:creationId xmlns:a16="http://schemas.microsoft.com/office/drawing/2014/main" id="{A295E429-EE3F-120D-EEA5-36CE748F2933}"/>
                </a:ext>
              </a:extLst>
            </p:cNvPr>
            <p:cNvSpPr/>
            <p:nvPr/>
          </p:nvSpPr>
          <p:spPr>
            <a:xfrm>
              <a:off x="244000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89">
              <a:extLst>
                <a:ext uri="{FF2B5EF4-FFF2-40B4-BE49-F238E27FC236}">
                  <a16:creationId xmlns:a16="http://schemas.microsoft.com/office/drawing/2014/main" id="{D951AED9-A35B-B0C9-B9EC-DDD76107ABAC}"/>
                </a:ext>
              </a:extLst>
            </p:cNvPr>
            <p:cNvSpPr/>
            <p:nvPr/>
          </p:nvSpPr>
          <p:spPr>
            <a:xfrm>
              <a:off x="244944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0">
              <a:extLst>
                <a:ext uri="{FF2B5EF4-FFF2-40B4-BE49-F238E27FC236}">
                  <a16:creationId xmlns:a16="http://schemas.microsoft.com/office/drawing/2014/main" id="{976035CF-ADF4-D88B-76DC-2FAB808A6793}"/>
                </a:ext>
              </a:extLst>
            </p:cNvPr>
            <p:cNvSpPr/>
            <p:nvPr/>
          </p:nvSpPr>
          <p:spPr>
            <a:xfrm>
              <a:off x="245889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1">
              <a:extLst>
                <a:ext uri="{FF2B5EF4-FFF2-40B4-BE49-F238E27FC236}">
                  <a16:creationId xmlns:a16="http://schemas.microsoft.com/office/drawing/2014/main" id="{D293CF5F-7F00-DCCF-8F58-3DF505D947F7}"/>
                </a:ext>
              </a:extLst>
            </p:cNvPr>
            <p:cNvSpPr/>
            <p:nvPr/>
          </p:nvSpPr>
          <p:spPr>
            <a:xfrm>
              <a:off x="246833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2">
              <a:extLst>
                <a:ext uri="{FF2B5EF4-FFF2-40B4-BE49-F238E27FC236}">
                  <a16:creationId xmlns:a16="http://schemas.microsoft.com/office/drawing/2014/main" id="{AF4CA11C-7554-9DEB-AE16-26C382CECFCF}"/>
                </a:ext>
              </a:extLst>
            </p:cNvPr>
            <p:cNvSpPr/>
            <p:nvPr/>
          </p:nvSpPr>
          <p:spPr>
            <a:xfrm>
              <a:off x="247777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3">
              <a:extLst>
                <a:ext uri="{FF2B5EF4-FFF2-40B4-BE49-F238E27FC236}">
                  <a16:creationId xmlns:a16="http://schemas.microsoft.com/office/drawing/2014/main" id="{7D33180B-8132-F1E2-721A-0DB76A58517D}"/>
                </a:ext>
              </a:extLst>
            </p:cNvPr>
            <p:cNvSpPr/>
            <p:nvPr/>
          </p:nvSpPr>
          <p:spPr>
            <a:xfrm>
              <a:off x="248721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4">
              <a:extLst>
                <a:ext uri="{FF2B5EF4-FFF2-40B4-BE49-F238E27FC236}">
                  <a16:creationId xmlns:a16="http://schemas.microsoft.com/office/drawing/2014/main" id="{4C67E46A-6CD2-9AB2-B5A4-4360F87059D8}"/>
                </a:ext>
              </a:extLst>
            </p:cNvPr>
            <p:cNvSpPr/>
            <p:nvPr/>
          </p:nvSpPr>
          <p:spPr>
            <a:xfrm>
              <a:off x="249665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5">
              <a:extLst>
                <a:ext uri="{FF2B5EF4-FFF2-40B4-BE49-F238E27FC236}">
                  <a16:creationId xmlns:a16="http://schemas.microsoft.com/office/drawing/2014/main" id="{7BBBBF2D-B484-B9EF-CFD3-BC56F073A4FA}"/>
                </a:ext>
              </a:extLst>
            </p:cNvPr>
            <p:cNvSpPr/>
            <p:nvPr/>
          </p:nvSpPr>
          <p:spPr>
            <a:xfrm>
              <a:off x="250609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6">
              <a:extLst>
                <a:ext uri="{FF2B5EF4-FFF2-40B4-BE49-F238E27FC236}">
                  <a16:creationId xmlns:a16="http://schemas.microsoft.com/office/drawing/2014/main" id="{1A039609-5347-DA58-14CA-31252C01D987}"/>
                </a:ext>
              </a:extLst>
            </p:cNvPr>
            <p:cNvSpPr/>
            <p:nvPr/>
          </p:nvSpPr>
          <p:spPr>
            <a:xfrm>
              <a:off x="251553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7">
              <a:extLst>
                <a:ext uri="{FF2B5EF4-FFF2-40B4-BE49-F238E27FC236}">
                  <a16:creationId xmlns:a16="http://schemas.microsoft.com/office/drawing/2014/main" id="{F5A09CB7-D1E9-89D4-B982-30BC42729D1B}"/>
                </a:ext>
              </a:extLst>
            </p:cNvPr>
            <p:cNvSpPr/>
            <p:nvPr/>
          </p:nvSpPr>
          <p:spPr>
            <a:xfrm>
              <a:off x="252497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8">
              <a:extLst>
                <a:ext uri="{FF2B5EF4-FFF2-40B4-BE49-F238E27FC236}">
                  <a16:creationId xmlns:a16="http://schemas.microsoft.com/office/drawing/2014/main" id="{1471DB5C-4D63-5758-3653-BAB0118353F5}"/>
                </a:ext>
              </a:extLst>
            </p:cNvPr>
            <p:cNvSpPr/>
            <p:nvPr/>
          </p:nvSpPr>
          <p:spPr>
            <a:xfrm>
              <a:off x="253441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699">
              <a:extLst>
                <a:ext uri="{FF2B5EF4-FFF2-40B4-BE49-F238E27FC236}">
                  <a16:creationId xmlns:a16="http://schemas.microsoft.com/office/drawing/2014/main" id="{0A10A1DD-B93E-11ED-3550-82228E2F2181}"/>
                </a:ext>
              </a:extLst>
            </p:cNvPr>
            <p:cNvSpPr/>
            <p:nvPr/>
          </p:nvSpPr>
          <p:spPr>
            <a:xfrm>
              <a:off x="254385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0">
              <a:extLst>
                <a:ext uri="{FF2B5EF4-FFF2-40B4-BE49-F238E27FC236}">
                  <a16:creationId xmlns:a16="http://schemas.microsoft.com/office/drawing/2014/main" id="{C885E480-04FC-E4EA-1060-040DD226F3B4}"/>
                </a:ext>
              </a:extLst>
            </p:cNvPr>
            <p:cNvSpPr/>
            <p:nvPr/>
          </p:nvSpPr>
          <p:spPr>
            <a:xfrm>
              <a:off x="255329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1">
              <a:extLst>
                <a:ext uri="{FF2B5EF4-FFF2-40B4-BE49-F238E27FC236}">
                  <a16:creationId xmlns:a16="http://schemas.microsoft.com/office/drawing/2014/main" id="{6E5BA678-2EC8-49BF-EA4E-1846BBC8040B}"/>
                </a:ext>
              </a:extLst>
            </p:cNvPr>
            <p:cNvSpPr/>
            <p:nvPr/>
          </p:nvSpPr>
          <p:spPr>
            <a:xfrm>
              <a:off x="256273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2">
              <a:extLst>
                <a:ext uri="{FF2B5EF4-FFF2-40B4-BE49-F238E27FC236}">
                  <a16:creationId xmlns:a16="http://schemas.microsoft.com/office/drawing/2014/main" id="{ED2A853D-51E4-AC28-2CD5-2B5220910C26}"/>
                </a:ext>
              </a:extLst>
            </p:cNvPr>
            <p:cNvSpPr/>
            <p:nvPr/>
          </p:nvSpPr>
          <p:spPr>
            <a:xfrm>
              <a:off x="257217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3">
              <a:extLst>
                <a:ext uri="{FF2B5EF4-FFF2-40B4-BE49-F238E27FC236}">
                  <a16:creationId xmlns:a16="http://schemas.microsoft.com/office/drawing/2014/main" id="{5A70B1A5-37DD-0942-24E3-F4BCEE0F0AD2}"/>
                </a:ext>
              </a:extLst>
            </p:cNvPr>
            <p:cNvSpPr/>
            <p:nvPr/>
          </p:nvSpPr>
          <p:spPr>
            <a:xfrm>
              <a:off x="258161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4">
              <a:extLst>
                <a:ext uri="{FF2B5EF4-FFF2-40B4-BE49-F238E27FC236}">
                  <a16:creationId xmlns:a16="http://schemas.microsoft.com/office/drawing/2014/main" id="{AB0650A4-0A31-AF5E-63ED-9CCC06276789}"/>
                </a:ext>
              </a:extLst>
            </p:cNvPr>
            <p:cNvSpPr/>
            <p:nvPr/>
          </p:nvSpPr>
          <p:spPr>
            <a:xfrm>
              <a:off x="259105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5">
              <a:extLst>
                <a:ext uri="{FF2B5EF4-FFF2-40B4-BE49-F238E27FC236}">
                  <a16:creationId xmlns:a16="http://schemas.microsoft.com/office/drawing/2014/main" id="{7D0E79F8-3182-AE47-0775-5FECB021E95C}"/>
                </a:ext>
              </a:extLst>
            </p:cNvPr>
            <p:cNvSpPr/>
            <p:nvPr/>
          </p:nvSpPr>
          <p:spPr>
            <a:xfrm>
              <a:off x="260049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6">
              <a:extLst>
                <a:ext uri="{FF2B5EF4-FFF2-40B4-BE49-F238E27FC236}">
                  <a16:creationId xmlns:a16="http://schemas.microsoft.com/office/drawing/2014/main" id="{FE502417-622D-DFB4-B802-E95EFE54FDA3}"/>
                </a:ext>
              </a:extLst>
            </p:cNvPr>
            <p:cNvSpPr/>
            <p:nvPr/>
          </p:nvSpPr>
          <p:spPr>
            <a:xfrm>
              <a:off x="260993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7">
              <a:extLst>
                <a:ext uri="{FF2B5EF4-FFF2-40B4-BE49-F238E27FC236}">
                  <a16:creationId xmlns:a16="http://schemas.microsoft.com/office/drawing/2014/main" id="{E70E4832-B122-7211-B14E-6D16AD3563EC}"/>
                </a:ext>
              </a:extLst>
            </p:cNvPr>
            <p:cNvSpPr/>
            <p:nvPr/>
          </p:nvSpPr>
          <p:spPr>
            <a:xfrm>
              <a:off x="261937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8">
              <a:extLst>
                <a:ext uri="{FF2B5EF4-FFF2-40B4-BE49-F238E27FC236}">
                  <a16:creationId xmlns:a16="http://schemas.microsoft.com/office/drawing/2014/main" id="{53671A15-96C2-BB0C-364A-EF30DE269A2F}"/>
                </a:ext>
              </a:extLst>
            </p:cNvPr>
            <p:cNvSpPr/>
            <p:nvPr/>
          </p:nvSpPr>
          <p:spPr>
            <a:xfrm>
              <a:off x="262881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09">
              <a:extLst>
                <a:ext uri="{FF2B5EF4-FFF2-40B4-BE49-F238E27FC236}">
                  <a16:creationId xmlns:a16="http://schemas.microsoft.com/office/drawing/2014/main" id="{9F2392D5-5E0B-BEA9-43F3-4CA6980EA74E}"/>
                </a:ext>
              </a:extLst>
            </p:cNvPr>
            <p:cNvSpPr/>
            <p:nvPr/>
          </p:nvSpPr>
          <p:spPr>
            <a:xfrm>
              <a:off x="263825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0">
              <a:extLst>
                <a:ext uri="{FF2B5EF4-FFF2-40B4-BE49-F238E27FC236}">
                  <a16:creationId xmlns:a16="http://schemas.microsoft.com/office/drawing/2014/main" id="{617A88FF-4AF5-FE80-F705-A8A00BD4CFB6}"/>
                </a:ext>
              </a:extLst>
            </p:cNvPr>
            <p:cNvSpPr/>
            <p:nvPr/>
          </p:nvSpPr>
          <p:spPr>
            <a:xfrm>
              <a:off x="264769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1">
              <a:extLst>
                <a:ext uri="{FF2B5EF4-FFF2-40B4-BE49-F238E27FC236}">
                  <a16:creationId xmlns:a16="http://schemas.microsoft.com/office/drawing/2014/main" id="{478D0F9B-ECCA-F000-EFDA-4F5DAAF7ED16}"/>
                </a:ext>
              </a:extLst>
            </p:cNvPr>
            <p:cNvSpPr/>
            <p:nvPr/>
          </p:nvSpPr>
          <p:spPr>
            <a:xfrm>
              <a:off x="265713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2">
              <a:extLst>
                <a:ext uri="{FF2B5EF4-FFF2-40B4-BE49-F238E27FC236}">
                  <a16:creationId xmlns:a16="http://schemas.microsoft.com/office/drawing/2014/main" id="{23F63A94-B8E4-051F-6061-BC0EF0B0058D}"/>
                </a:ext>
              </a:extLst>
            </p:cNvPr>
            <p:cNvSpPr/>
            <p:nvPr/>
          </p:nvSpPr>
          <p:spPr>
            <a:xfrm>
              <a:off x="266657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3">
              <a:extLst>
                <a:ext uri="{FF2B5EF4-FFF2-40B4-BE49-F238E27FC236}">
                  <a16:creationId xmlns:a16="http://schemas.microsoft.com/office/drawing/2014/main" id="{27CFB6E4-1059-32AF-66B8-7734D3713DEE}"/>
                </a:ext>
              </a:extLst>
            </p:cNvPr>
            <p:cNvSpPr/>
            <p:nvPr/>
          </p:nvSpPr>
          <p:spPr>
            <a:xfrm>
              <a:off x="267601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4">
              <a:extLst>
                <a:ext uri="{FF2B5EF4-FFF2-40B4-BE49-F238E27FC236}">
                  <a16:creationId xmlns:a16="http://schemas.microsoft.com/office/drawing/2014/main" id="{46C145A7-2AE5-0045-9A2E-E8DA1DA461CC}"/>
                </a:ext>
              </a:extLst>
            </p:cNvPr>
            <p:cNvSpPr/>
            <p:nvPr/>
          </p:nvSpPr>
          <p:spPr>
            <a:xfrm>
              <a:off x="268545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5">
              <a:extLst>
                <a:ext uri="{FF2B5EF4-FFF2-40B4-BE49-F238E27FC236}">
                  <a16:creationId xmlns:a16="http://schemas.microsoft.com/office/drawing/2014/main" id="{65640AC5-9927-EFBA-CF5B-230DFDED074C}"/>
                </a:ext>
              </a:extLst>
            </p:cNvPr>
            <p:cNvSpPr/>
            <p:nvPr/>
          </p:nvSpPr>
          <p:spPr>
            <a:xfrm>
              <a:off x="269489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6">
              <a:extLst>
                <a:ext uri="{FF2B5EF4-FFF2-40B4-BE49-F238E27FC236}">
                  <a16:creationId xmlns:a16="http://schemas.microsoft.com/office/drawing/2014/main" id="{FE680596-5B7F-016B-5144-221908D0EECD}"/>
                </a:ext>
              </a:extLst>
            </p:cNvPr>
            <p:cNvSpPr/>
            <p:nvPr/>
          </p:nvSpPr>
          <p:spPr>
            <a:xfrm>
              <a:off x="270433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7">
              <a:extLst>
                <a:ext uri="{FF2B5EF4-FFF2-40B4-BE49-F238E27FC236}">
                  <a16:creationId xmlns:a16="http://schemas.microsoft.com/office/drawing/2014/main" id="{8A73A887-E798-046D-CB63-ED22B2FCA7CD}"/>
                </a:ext>
              </a:extLst>
            </p:cNvPr>
            <p:cNvSpPr/>
            <p:nvPr/>
          </p:nvSpPr>
          <p:spPr>
            <a:xfrm>
              <a:off x="271377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8">
              <a:extLst>
                <a:ext uri="{FF2B5EF4-FFF2-40B4-BE49-F238E27FC236}">
                  <a16:creationId xmlns:a16="http://schemas.microsoft.com/office/drawing/2014/main" id="{F76998A4-888D-C6C1-0172-D7C4D3143402}"/>
                </a:ext>
              </a:extLst>
            </p:cNvPr>
            <p:cNvSpPr/>
            <p:nvPr/>
          </p:nvSpPr>
          <p:spPr>
            <a:xfrm>
              <a:off x="2723216" y="2220501"/>
              <a:ext cx="917008" cy="914400"/>
            </a:xfrm>
            <a:custGeom>
              <a:avLst/>
              <a:gdLst/>
              <a:ahLst/>
              <a:cxnLst/>
              <a:rect l="0" t="0" r="0" b="0"/>
              <a:pathLst>
                <a:path w="91700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19">
              <a:extLst>
                <a:ext uri="{FF2B5EF4-FFF2-40B4-BE49-F238E27FC236}">
                  <a16:creationId xmlns:a16="http://schemas.microsoft.com/office/drawing/2014/main" id="{33F26227-1AD3-FC1F-E1B8-689120B84D1E}"/>
                </a:ext>
              </a:extLst>
            </p:cNvPr>
            <p:cNvSpPr/>
            <p:nvPr/>
          </p:nvSpPr>
          <p:spPr>
            <a:xfrm>
              <a:off x="2883700" y="222050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399" y="909215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0">
              <a:extLst>
                <a:ext uri="{FF2B5EF4-FFF2-40B4-BE49-F238E27FC236}">
                  <a16:creationId xmlns:a16="http://schemas.microsoft.com/office/drawing/2014/main" id="{4196F861-14D3-3766-C1E6-4913C135BC68}"/>
                </a:ext>
              </a:extLst>
            </p:cNvPr>
            <p:cNvSpPr/>
            <p:nvPr/>
          </p:nvSpPr>
          <p:spPr>
            <a:xfrm>
              <a:off x="2893141" y="222050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400" y="897187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1">
              <a:extLst>
                <a:ext uri="{FF2B5EF4-FFF2-40B4-BE49-F238E27FC236}">
                  <a16:creationId xmlns:a16="http://schemas.microsoft.com/office/drawing/2014/main" id="{85457DAD-36E9-4FBC-FE5A-DE8740DFD09D}"/>
                </a:ext>
              </a:extLst>
            </p:cNvPr>
            <p:cNvSpPr/>
            <p:nvPr/>
          </p:nvSpPr>
          <p:spPr>
            <a:xfrm>
              <a:off x="2902581" y="220293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2">
              <a:extLst>
                <a:ext uri="{FF2B5EF4-FFF2-40B4-BE49-F238E27FC236}">
                  <a16:creationId xmlns:a16="http://schemas.microsoft.com/office/drawing/2014/main" id="{07C6140D-1323-96DB-A66D-6769C3BAF459}"/>
                </a:ext>
              </a:extLst>
            </p:cNvPr>
            <p:cNvSpPr/>
            <p:nvPr/>
          </p:nvSpPr>
          <p:spPr>
            <a:xfrm>
              <a:off x="290258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3">
              <a:extLst>
                <a:ext uri="{FF2B5EF4-FFF2-40B4-BE49-F238E27FC236}">
                  <a16:creationId xmlns:a16="http://schemas.microsoft.com/office/drawing/2014/main" id="{F98F9477-8F6B-A27C-A21C-87109FED3D96}"/>
                </a:ext>
              </a:extLst>
            </p:cNvPr>
            <p:cNvSpPr/>
            <p:nvPr/>
          </p:nvSpPr>
          <p:spPr>
            <a:xfrm>
              <a:off x="291202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4">
              <a:extLst>
                <a:ext uri="{FF2B5EF4-FFF2-40B4-BE49-F238E27FC236}">
                  <a16:creationId xmlns:a16="http://schemas.microsoft.com/office/drawing/2014/main" id="{854FD852-1596-5C38-641E-4A455C0097B8}"/>
                </a:ext>
              </a:extLst>
            </p:cNvPr>
            <p:cNvSpPr/>
            <p:nvPr/>
          </p:nvSpPr>
          <p:spPr>
            <a:xfrm>
              <a:off x="292146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5">
              <a:extLst>
                <a:ext uri="{FF2B5EF4-FFF2-40B4-BE49-F238E27FC236}">
                  <a16:creationId xmlns:a16="http://schemas.microsoft.com/office/drawing/2014/main" id="{22DA138A-96D8-D787-C5D8-638A8EDB34BD}"/>
                </a:ext>
              </a:extLst>
            </p:cNvPr>
            <p:cNvSpPr/>
            <p:nvPr/>
          </p:nvSpPr>
          <p:spPr>
            <a:xfrm>
              <a:off x="293090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6">
              <a:extLst>
                <a:ext uri="{FF2B5EF4-FFF2-40B4-BE49-F238E27FC236}">
                  <a16:creationId xmlns:a16="http://schemas.microsoft.com/office/drawing/2014/main" id="{262B2823-08D1-C32D-1254-E024A9A2A5FF}"/>
                </a:ext>
              </a:extLst>
            </p:cNvPr>
            <p:cNvSpPr/>
            <p:nvPr/>
          </p:nvSpPr>
          <p:spPr>
            <a:xfrm>
              <a:off x="294034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7">
              <a:extLst>
                <a:ext uri="{FF2B5EF4-FFF2-40B4-BE49-F238E27FC236}">
                  <a16:creationId xmlns:a16="http://schemas.microsoft.com/office/drawing/2014/main" id="{CB6F67CD-B78B-9C5F-F67D-87044B3A7CF7}"/>
                </a:ext>
              </a:extLst>
            </p:cNvPr>
            <p:cNvSpPr/>
            <p:nvPr/>
          </p:nvSpPr>
          <p:spPr>
            <a:xfrm>
              <a:off x="294978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8">
              <a:extLst>
                <a:ext uri="{FF2B5EF4-FFF2-40B4-BE49-F238E27FC236}">
                  <a16:creationId xmlns:a16="http://schemas.microsoft.com/office/drawing/2014/main" id="{1619F822-40B4-C8BE-0B03-EA1989BC9B1E}"/>
                </a:ext>
              </a:extLst>
            </p:cNvPr>
            <p:cNvSpPr/>
            <p:nvPr/>
          </p:nvSpPr>
          <p:spPr>
            <a:xfrm>
              <a:off x="295922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29">
              <a:extLst>
                <a:ext uri="{FF2B5EF4-FFF2-40B4-BE49-F238E27FC236}">
                  <a16:creationId xmlns:a16="http://schemas.microsoft.com/office/drawing/2014/main" id="{57EFE519-1675-7C60-DB17-18DA61F886EF}"/>
                </a:ext>
              </a:extLst>
            </p:cNvPr>
            <p:cNvSpPr/>
            <p:nvPr/>
          </p:nvSpPr>
          <p:spPr>
            <a:xfrm>
              <a:off x="296866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0">
              <a:extLst>
                <a:ext uri="{FF2B5EF4-FFF2-40B4-BE49-F238E27FC236}">
                  <a16:creationId xmlns:a16="http://schemas.microsoft.com/office/drawing/2014/main" id="{6CD8E08F-81B5-9109-D0E9-F909DEA5B1E5}"/>
                </a:ext>
              </a:extLst>
            </p:cNvPr>
            <p:cNvSpPr/>
            <p:nvPr/>
          </p:nvSpPr>
          <p:spPr>
            <a:xfrm>
              <a:off x="297810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1">
              <a:extLst>
                <a:ext uri="{FF2B5EF4-FFF2-40B4-BE49-F238E27FC236}">
                  <a16:creationId xmlns:a16="http://schemas.microsoft.com/office/drawing/2014/main" id="{822387B9-693A-EC6F-6D3F-DB657C4E07B4}"/>
                </a:ext>
              </a:extLst>
            </p:cNvPr>
            <p:cNvSpPr/>
            <p:nvPr/>
          </p:nvSpPr>
          <p:spPr>
            <a:xfrm>
              <a:off x="298754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2">
              <a:extLst>
                <a:ext uri="{FF2B5EF4-FFF2-40B4-BE49-F238E27FC236}">
                  <a16:creationId xmlns:a16="http://schemas.microsoft.com/office/drawing/2014/main" id="{264F0E11-4786-D341-19C3-E893F35F9479}"/>
                </a:ext>
              </a:extLst>
            </p:cNvPr>
            <p:cNvSpPr/>
            <p:nvPr/>
          </p:nvSpPr>
          <p:spPr>
            <a:xfrm>
              <a:off x="299698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3">
              <a:extLst>
                <a:ext uri="{FF2B5EF4-FFF2-40B4-BE49-F238E27FC236}">
                  <a16:creationId xmlns:a16="http://schemas.microsoft.com/office/drawing/2014/main" id="{AD25060D-90EC-C990-FCB3-1519A8D93974}"/>
                </a:ext>
              </a:extLst>
            </p:cNvPr>
            <p:cNvSpPr/>
            <p:nvPr/>
          </p:nvSpPr>
          <p:spPr>
            <a:xfrm>
              <a:off x="300642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4">
              <a:extLst>
                <a:ext uri="{FF2B5EF4-FFF2-40B4-BE49-F238E27FC236}">
                  <a16:creationId xmlns:a16="http://schemas.microsoft.com/office/drawing/2014/main" id="{C06C9A6B-2917-6775-CF63-6D7623333540}"/>
                </a:ext>
              </a:extLst>
            </p:cNvPr>
            <p:cNvSpPr/>
            <p:nvPr/>
          </p:nvSpPr>
          <p:spPr>
            <a:xfrm>
              <a:off x="301586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5">
              <a:extLst>
                <a:ext uri="{FF2B5EF4-FFF2-40B4-BE49-F238E27FC236}">
                  <a16:creationId xmlns:a16="http://schemas.microsoft.com/office/drawing/2014/main" id="{CC02AB08-2C14-70D4-1245-3AD5E93EDD9B}"/>
                </a:ext>
              </a:extLst>
            </p:cNvPr>
            <p:cNvSpPr/>
            <p:nvPr/>
          </p:nvSpPr>
          <p:spPr>
            <a:xfrm>
              <a:off x="302530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6">
              <a:extLst>
                <a:ext uri="{FF2B5EF4-FFF2-40B4-BE49-F238E27FC236}">
                  <a16:creationId xmlns:a16="http://schemas.microsoft.com/office/drawing/2014/main" id="{BCC2C1D7-B809-FE36-A4D3-C0661E73EEC4}"/>
                </a:ext>
              </a:extLst>
            </p:cNvPr>
            <p:cNvSpPr/>
            <p:nvPr/>
          </p:nvSpPr>
          <p:spPr>
            <a:xfrm>
              <a:off x="303474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7">
              <a:extLst>
                <a:ext uri="{FF2B5EF4-FFF2-40B4-BE49-F238E27FC236}">
                  <a16:creationId xmlns:a16="http://schemas.microsoft.com/office/drawing/2014/main" id="{37469D7A-F921-87C2-843E-D9A46D544EC7}"/>
                </a:ext>
              </a:extLst>
            </p:cNvPr>
            <p:cNvSpPr/>
            <p:nvPr/>
          </p:nvSpPr>
          <p:spPr>
            <a:xfrm>
              <a:off x="304418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8">
              <a:extLst>
                <a:ext uri="{FF2B5EF4-FFF2-40B4-BE49-F238E27FC236}">
                  <a16:creationId xmlns:a16="http://schemas.microsoft.com/office/drawing/2014/main" id="{3542CE33-FBF2-6029-DFA7-CA03AE566131}"/>
                </a:ext>
              </a:extLst>
            </p:cNvPr>
            <p:cNvSpPr/>
            <p:nvPr/>
          </p:nvSpPr>
          <p:spPr>
            <a:xfrm>
              <a:off x="305362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39">
              <a:extLst>
                <a:ext uri="{FF2B5EF4-FFF2-40B4-BE49-F238E27FC236}">
                  <a16:creationId xmlns:a16="http://schemas.microsoft.com/office/drawing/2014/main" id="{EA1E50B3-D5D0-9093-8785-42C1394817B0}"/>
                </a:ext>
              </a:extLst>
            </p:cNvPr>
            <p:cNvSpPr/>
            <p:nvPr/>
          </p:nvSpPr>
          <p:spPr>
            <a:xfrm>
              <a:off x="306306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0">
              <a:extLst>
                <a:ext uri="{FF2B5EF4-FFF2-40B4-BE49-F238E27FC236}">
                  <a16:creationId xmlns:a16="http://schemas.microsoft.com/office/drawing/2014/main" id="{6B14F4BC-0ADF-E74B-3B86-D850281C5C2A}"/>
                </a:ext>
              </a:extLst>
            </p:cNvPr>
            <p:cNvSpPr/>
            <p:nvPr/>
          </p:nvSpPr>
          <p:spPr>
            <a:xfrm>
              <a:off x="307250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1">
              <a:extLst>
                <a:ext uri="{FF2B5EF4-FFF2-40B4-BE49-F238E27FC236}">
                  <a16:creationId xmlns:a16="http://schemas.microsoft.com/office/drawing/2014/main" id="{216DBDF2-420A-43D8-A63E-8FD9851DF26F}"/>
                </a:ext>
              </a:extLst>
            </p:cNvPr>
            <p:cNvSpPr/>
            <p:nvPr/>
          </p:nvSpPr>
          <p:spPr>
            <a:xfrm>
              <a:off x="308194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2">
              <a:extLst>
                <a:ext uri="{FF2B5EF4-FFF2-40B4-BE49-F238E27FC236}">
                  <a16:creationId xmlns:a16="http://schemas.microsoft.com/office/drawing/2014/main" id="{EF6B883D-2C89-5B96-03E4-EDAD133E2154}"/>
                </a:ext>
              </a:extLst>
            </p:cNvPr>
            <p:cNvSpPr/>
            <p:nvPr/>
          </p:nvSpPr>
          <p:spPr>
            <a:xfrm>
              <a:off x="309138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3">
              <a:extLst>
                <a:ext uri="{FF2B5EF4-FFF2-40B4-BE49-F238E27FC236}">
                  <a16:creationId xmlns:a16="http://schemas.microsoft.com/office/drawing/2014/main" id="{CCA41271-7A7D-E687-8FF3-A9E91E171F2A}"/>
                </a:ext>
              </a:extLst>
            </p:cNvPr>
            <p:cNvSpPr/>
            <p:nvPr/>
          </p:nvSpPr>
          <p:spPr>
            <a:xfrm>
              <a:off x="310082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4">
              <a:extLst>
                <a:ext uri="{FF2B5EF4-FFF2-40B4-BE49-F238E27FC236}">
                  <a16:creationId xmlns:a16="http://schemas.microsoft.com/office/drawing/2014/main" id="{907D4A89-ACF1-E1FC-0CF0-276C759B3F92}"/>
                </a:ext>
              </a:extLst>
            </p:cNvPr>
            <p:cNvSpPr/>
            <p:nvPr/>
          </p:nvSpPr>
          <p:spPr>
            <a:xfrm>
              <a:off x="311026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5">
              <a:extLst>
                <a:ext uri="{FF2B5EF4-FFF2-40B4-BE49-F238E27FC236}">
                  <a16:creationId xmlns:a16="http://schemas.microsoft.com/office/drawing/2014/main" id="{A7B02A65-9ED9-4C5A-1B0C-DDDFB0FF2B0B}"/>
                </a:ext>
              </a:extLst>
            </p:cNvPr>
            <p:cNvSpPr/>
            <p:nvPr/>
          </p:nvSpPr>
          <p:spPr>
            <a:xfrm>
              <a:off x="311970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6">
              <a:extLst>
                <a:ext uri="{FF2B5EF4-FFF2-40B4-BE49-F238E27FC236}">
                  <a16:creationId xmlns:a16="http://schemas.microsoft.com/office/drawing/2014/main" id="{A51D82B8-72EA-42E0-B930-390526C46342}"/>
                </a:ext>
              </a:extLst>
            </p:cNvPr>
            <p:cNvSpPr/>
            <p:nvPr/>
          </p:nvSpPr>
          <p:spPr>
            <a:xfrm>
              <a:off x="312914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7">
              <a:extLst>
                <a:ext uri="{FF2B5EF4-FFF2-40B4-BE49-F238E27FC236}">
                  <a16:creationId xmlns:a16="http://schemas.microsoft.com/office/drawing/2014/main" id="{26BFF917-A86A-835A-35FB-CAB5A41C45DF}"/>
                </a:ext>
              </a:extLst>
            </p:cNvPr>
            <p:cNvSpPr/>
            <p:nvPr/>
          </p:nvSpPr>
          <p:spPr>
            <a:xfrm>
              <a:off x="313858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8">
              <a:extLst>
                <a:ext uri="{FF2B5EF4-FFF2-40B4-BE49-F238E27FC236}">
                  <a16:creationId xmlns:a16="http://schemas.microsoft.com/office/drawing/2014/main" id="{5F3A986F-DEE5-39FC-E94C-3F443AF6F69C}"/>
                </a:ext>
              </a:extLst>
            </p:cNvPr>
            <p:cNvSpPr/>
            <p:nvPr/>
          </p:nvSpPr>
          <p:spPr>
            <a:xfrm>
              <a:off x="314802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49">
              <a:extLst>
                <a:ext uri="{FF2B5EF4-FFF2-40B4-BE49-F238E27FC236}">
                  <a16:creationId xmlns:a16="http://schemas.microsoft.com/office/drawing/2014/main" id="{FC2E784A-FDE8-AB4C-DC4C-882FAEC318F7}"/>
                </a:ext>
              </a:extLst>
            </p:cNvPr>
            <p:cNvSpPr/>
            <p:nvPr/>
          </p:nvSpPr>
          <p:spPr>
            <a:xfrm>
              <a:off x="315746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0">
              <a:extLst>
                <a:ext uri="{FF2B5EF4-FFF2-40B4-BE49-F238E27FC236}">
                  <a16:creationId xmlns:a16="http://schemas.microsoft.com/office/drawing/2014/main" id="{4CF73D26-28DC-96B1-0888-E2382DD4241B}"/>
                </a:ext>
              </a:extLst>
            </p:cNvPr>
            <p:cNvSpPr/>
            <p:nvPr/>
          </p:nvSpPr>
          <p:spPr>
            <a:xfrm>
              <a:off x="316690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1">
              <a:extLst>
                <a:ext uri="{FF2B5EF4-FFF2-40B4-BE49-F238E27FC236}">
                  <a16:creationId xmlns:a16="http://schemas.microsoft.com/office/drawing/2014/main" id="{A6FD92C6-C6FE-58D8-3246-ACFAC015B7F6}"/>
                </a:ext>
              </a:extLst>
            </p:cNvPr>
            <p:cNvSpPr/>
            <p:nvPr/>
          </p:nvSpPr>
          <p:spPr>
            <a:xfrm>
              <a:off x="317634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2">
              <a:extLst>
                <a:ext uri="{FF2B5EF4-FFF2-40B4-BE49-F238E27FC236}">
                  <a16:creationId xmlns:a16="http://schemas.microsoft.com/office/drawing/2014/main" id="{56B1F795-978D-4646-FA42-C36D340CC4DC}"/>
                </a:ext>
              </a:extLst>
            </p:cNvPr>
            <p:cNvSpPr/>
            <p:nvPr/>
          </p:nvSpPr>
          <p:spPr>
            <a:xfrm>
              <a:off x="318578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3">
              <a:extLst>
                <a:ext uri="{FF2B5EF4-FFF2-40B4-BE49-F238E27FC236}">
                  <a16:creationId xmlns:a16="http://schemas.microsoft.com/office/drawing/2014/main" id="{929BB199-B6B9-85A5-6585-9A6816695E7D}"/>
                </a:ext>
              </a:extLst>
            </p:cNvPr>
            <p:cNvSpPr/>
            <p:nvPr/>
          </p:nvSpPr>
          <p:spPr>
            <a:xfrm>
              <a:off x="319522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4">
              <a:extLst>
                <a:ext uri="{FF2B5EF4-FFF2-40B4-BE49-F238E27FC236}">
                  <a16:creationId xmlns:a16="http://schemas.microsoft.com/office/drawing/2014/main" id="{10B47E56-3A4C-8FF2-259B-C3A6D04766D0}"/>
                </a:ext>
              </a:extLst>
            </p:cNvPr>
            <p:cNvSpPr/>
            <p:nvPr/>
          </p:nvSpPr>
          <p:spPr>
            <a:xfrm>
              <a:off x="320466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5">
              <a:extLst>
                <a:ext uri="{FF2B5EF4-FFF2-40B4-BE49-F238E27FC236}">
                  <a16:creationId xmlns:a16="http://schemas.microsoft.com/office/drawing/2014/main" id="{D78C52BE-C7A9-46E5-1C09-009BB190898F}"/>
                </a:ext>
              </a:extLst>
            </p:cNvPr>
            <p:cNvSpPr/>
            <p:nvPr/>
          </p:nvSpPr>
          <p:spPr>
            <a:xfrm>
              <a:off x="321410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6">
              <a:extLst>
                <a:ext uri="{FF2B5EF4-FFF2-40B4-BE49-F238E27FC236}">
                  <a16:creationId xmlns:a16="http://schemas.microsoft.com/office/drawing/2014/main" id="{4B6D7032-49F3-FA5A-F470-E86038438EE2}"/>
                </a:ext>
              </a:extLst>
            </p:cNvPr>
            <p:cNvSpPr/>
            <p:nvPr/>
          </p:nvSpPr>
          <p:spPr>
            <a:xfrm>
              <a:off x="322354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7">
              <a:extLst>
                <a:ext uri="{FF2B5EF4-FFF2-40B4-BE49-F238E27FC236}">
                  <a16:creationId xmlns:a16="http://schemas.microsoft.com/office/drawing/2014/main" id="{4C2A3F3E-FEAB-4541-1161-DF339792096C}"/>
                </a:ext>
              </a:extLst>
            </p:cNvPr>
            <p:cNvSpPr/>
            <p:nvPr/>
          </p:nvSpPr>
          <p:spPr>
            <a:xfrm>
              <a:off x="323298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8">
              <a:extLst>
                <a:ext uri="{FF2B5EF4-FFF2-40B4-BE49-F238E27FC236}">
                  <a16:creationId xmlns:a16="http://schemas.microsoft.com/office/drawing/2014/main" id="{CA71F51A-FD21-FDAC-646C-202DFE544D38}"/>
                </a:ext>
              </a:extLst>
            </p:cNvPr>
            <p:cNvSpPr/>
            <p:nvPr/>
          </p:nvSpPr>
          <p:spPr>
            <a:xfrm>
              <a:off x="324242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59">
              <a:extLst>
                <a:ext uri="{FF2B5EF4-FFF2-40B4-BE49-F238E27FC236}">
                  <a16:creationId xmlns:a16="http://schemas.microsoft.com/office/drawing/2014/main" id="{A409A827-E246-70BE-A3F8-23B94067EBCF}"/>
                </a:ext>
              </a:extLst>
            </p:cNvPr>
            <p:cNvSpPr/>
            <p:nvPr/>
          </p:nvSpPr>
          <p:spPr>
            <a:xfrm>
              <a:off x="325187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0">
              <a:extLst>
                <a:ext uri="{FF2B5EF4-FFF2-40B4-BE49-F238E27FC236}">
                  <a16:creationId xmlns:a16="http://schemas.microsoft.com/office/drawing/2014/main" id="{1F10746F-2866-6687-A723-67C44DB2EC75}"/>
                </a:ext>
              </a:extLst>
            </p:cNvPr>
            <p:cNvSpPr/>
            <p:nvPr/>
          </p:nvSpPr>
          <p:spPr>
            <a:xfrm>
              <a:off x="326131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1">
              <a:extLst>
                <a:ext uri="{FF2B5EF4-FFF2-40B4-BE49-F238E27FC236}">
                  <a16:creationId xmlns:a16="http://schemas.microsoft.com/office/drawing/2014/main" id="{05F4157F-003F-F894-7263-5C70F4140B15}"/>
                </a:ext>
              </a:extLst>
            </p:cNvPr>
            <p:cNvSpPr/>
            <p:nvPr/>
          </p:nvSpPr>
          <p:spPr>
            <a:xfrm>
              <a:off x="327075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2">
              <a:extLst>
                <a:ext uri="{FF2B5EF4-FFF2-40B4-BE49-F238E27FC236}">
                  <a16:creationId xmlns:a16="http://schemas.microsoft.com/office/drawing/2014/main" id="{8DB74B01-681C-ED64-B44F-29A906E02146}"/>
                </a:ext>
              </a:extLst>
            </p:cNvPr>
            <p:cNvSpPr/>
            <p:nvPr/>
          </p:nvSpPr>
          <p:spPr>
            <a:xfrm>
              <a:off x="328019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3">
              <a:extLst>
                <a:ext uri="{FF2B5EF4-FFF2-40B4-BE49-F238E27FC236}">
                  <a16:creationId xmlns:a16="http://schemas.microsoft.com/office/drawing/2014/main" id="{6089F08B-11B2-88FE-5E6F-8FE905887FCA}"/>
                </a:ext>
              </a:extLst>
            </p:cNvPr>
            <p:cNvSpPr/>
            <p:nvPr/>
          </p:nvSpPr>
          <p:spPr>
            <a:xfrm>
              <a:off x="328963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4">
              <a:extLst>
                <a:ext uri="{FF2B5EF4-FFF2-40B4-BE49-F238E27FC236}">
                  <a16:creationId xmlns:a16="http://schemas.microsoft.com/office/drawing/2014/main" id="{B7B0F1D9-48B4-9E27-BF85-E688EBA15381}"/>
                </a:ext>
              </a:extLst>
            </p:cNvPr>
            <p:cNvSpPr/>
            <p:nvPr/>
          </p:nvSpPr>
          <p:spPr>
            <a:xfrm>
              <a:off x="329907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5">
              <a:extLst>
                <a:ext uri="{FF2B5EF4-FFF2-40B4-BE49-F238E27FC236}">
                  <a16:creationId xmlns:a16="http://schemas.microsoft.com/office/drawing/2014/main" id="{45B8F2FA-A8B7-2443-3336-5B5C90EF688A}"/>
                </a:ext>
              </a:extLst>
            </p:cNvPr>
            <p:cNvSpPr/>
            <p:nvPr/>
          </p:nvSpPr>
          <p:spPr>
            <a:xfrm>
              <a:off x="330851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6">
              <a:extLst>
                <a:ext uri="{FF2B5EF4-FFF2-40B4-BE49-F238E27FC236}">
                  <a16:creationId xmlns:a16="http://schemas.microsoft.com/office/drawing/2014/main" id="{7AC679C1-6C60-D444-63B0-FD02A4EC8257}"/>
                </a:ext>
              </a:extLst>
            </p:cNvPr>
            <p:cNvSpPr/>
            <p:nvPr/>
          </p:nvSpPr>
          <p:spPr>
            <a:xfrm>
              <a:off x="331795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7">
              <a:extLst>
                <a:ext uri="{FF2B5EF4-FFF2-40B4-BE49-F238E27FC236}">
                  <a16:creationId xmlns:a16="http://schemas.microsoft.com/office/drawing/2014/main" id="{21D1A0E6-F7AE-CD69-4446-9979F8E75675}"/>
                </a:ext>
              </a:extLst>
            </p:cNvPr>
            <p:cNvSpPr/>
            <p:nvPr/>
          </p:nvSpPr>
          <p:spPr>
            <a:xfrm>
              <a:off x="332739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8">
              <a:extLst>
                <a:ext uri="{FF2B5EF4-FFF2-40B4-BE49-F238E27FC236}">
                  <a16:creationId xmlns:a16="http://schemas.microsoft.com/office/drawing/2014/main" id="{9ED125FF-405D-48DB-645C-A42AD11525A9}"/>
                </a:ext>
              </a:extLst>
            </p:cNvPr>
            <p:cNvSpPr/>
            <p:nvPr/>
          </p:nvSpPr>
          <p:spPr>
            <a:xfrm>
              <a:off x="333683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69">
              <a:extLst>
                <a:ext uri="{FF2B5EF4-FFF2-40B4-BE49-F238E27FC236}">
                  <a16:creationId xmlns:a16="http://schemas.microsoft.com/office/drawing/2014/main" id="{16D91505-307B-3158-F369-52933CEF0A6D}"/>
                </a:ext>
              </a:extLst>
            </p:cNvPr>
            <p:cNvSpPr/>
            <p:nvPr/>
          </p:nvSpPr>
          <p:spPr>
            <a:xfrm>
              <a:off x="334627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0">
              <a:extLst>
                <a:ext uri="{FF2B5EF4-FFF2-40B4-BE49-F238E27FC236}">
                  <a16:creationId xmlns:a16="http://schemas.microsoft.com/office/drawing/2014/main" id="{FA33D88A-80ED-769C-9885-A53B6E09CFCD}"/>
                </a:ext>
              </a:extLst>
            </p:cNvPr>
            <p:cNvSpPr/>
            <p:nvPr/>
          </p:nvSpPr>
          <p:spPr>
            <a:xfrm>
              <a:off x="335571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1">
              <a:extLst>
                <a:ext uri="{FF2B5EF4-FFF2-40B4-BE49-F238E27FC236}">
                  <a16:creationId xmlns:a16="http://schemas.microsoft.com/office/drawing/2014/main" id="{7E043C03-1941-E1B8-9718-C2940F0C5AE5}"/>
                </a:ext>
              </a:extLst>
            </p:cNvPr>
            <p:cNvSpPr/>
            <p:nvPr/>
          </p:nvSpPr>
          <p:spPr>
            <a:xfrm>
              <a:off x="336515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2">
              <a:extLst>
                <a:ext uri="{FF2B5EF4-FFF2-40B4-BE49-F238E27FC236}">
                  <a16:creationId xmlns:a16="http://schemas.microsoft.com/office/drawing/2014/main" id="{D5DE6C08-E654-E771-C64E-EE17137CC9E3}"/>
                </a:ext>
              </a:extLst>
            </p:cNvPr>
            <p:cNvSpPr/>
            <p:nvPr/>
          </p:nvSpPr>
          <p:spPr>
            <a:xfrm>
              <a:off x="3374593" y="2220501"/>
              <a:ext cx="922016" cy="914400"/>
            </a:xfrm>
            <a:custGeom>
              <a:avLst/>
              <a:gdLst/>
              <a:ahLst/>
              <a:cxnLst/>
              <a:rect l="0" t="0" r="0" b="0"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3">
              <a:extLst>
                <a:ext uri="{FF2B5EF4-FFF2-40B4-BE49-F238E27FC236}">
                  <a16:creationId xmlns:a16="http://schemas.microsoft.com/office/drawing/2014/main" id="{B28EC3A0-D55B-8904-6963-587BBC9480B6}"/>
                </a:ext>
              </a:extLst>
            </p:cNvPr>
            <p:cNvSpPr/>
            <p:nvPr/>
          </p:nvSpPr>
          <p:spPr>
            <a:xfrm>
              <a:off x="2411688" y="2185361"/>
              <a:ext cx="914400" cy="929190"/>
            </a:xfrm>
            <a:custGeom>
              <a:avLst/>
              <a:gdLst/>
              <a:ahLst/>
              <a:cxnLst/>
              <a:rect l="0" t="0" r="0" b="0"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4">
              <a:extLst>
                <a:ext uri="{FF2B5EF4-FFF2-40B4-BE49-F238E27FC236}">
                  <a16:creationId xmlns:a16="http://schemas.microsoft.com/office/drawing/2014/main" id="{85DB4501-A88C-3936-FE61-AEE35A6F8525}"/>
                </a:ext>
              </a:extLst>
            </p:cNvPr>
            <p:cNvSpPr/>
            <p:nvPr/>
          </p:nvSpPr>
          <p:spPr>
            <a:xfrm>
              <a:off x="241168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5">
              <a:extLst>
                <a:ext uri="{FF2B5EF4-FFF2-40B4-BE49-F238E27FC236}">
                  <a16:creationId xmlns:a16="http://schemas.microsoft.com/office/drawing/2014/main" id="{62513F7F-48E1-F2CE-5DFB-1D7198F3DE1F}"/>
                </a:ext>
              </a:extLst>
            </p:cNvPr>
            <p:cNvSpPr/>
            <p:nvPr/>
          </p:nvSpPr>
          <p:spPr>
            <a:xfrm>
              <a:off x="242112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6">
              <a:extLst>
                <a:ext uri="{FF2B5EF4-FFF2-40B4-BE49-F238E27FC236}">
                  <a16:creationId xmlns:a16="http://schemas.microsoft.com/office/drawing/2014/main" id="{7450B02C-6723-C26B-88EE-4257A7B0A243}"/>
                </a:ext>
              </a:extLst>
            </p:cNvPr>
            <p:cNvSpPr/>
            <p:nvPr/>
          </p:nvSpPr>
          <p:spPr>
            <a:xfrm>
              <a:off x="243056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7">
              <a:extLst>
                <a:ext uri="{FF2B5EF4-FFF2-40B4-BE49-F238E27FC236}">
                  <a16:creationId xmlns:a16="http://schemas.microsoft.com/office/drawing/2014/main" id="{EFE6D667-5DFD-512A-BEE4-8189E82E1320}"/>
                </a:ext>
              </a:extLst>
            </p:cNvPr>
            <p:cNvSpPr/>
            <p:nvPr/>
          </p:nvSpPr>
          <p:spPr>
            <a:xfrm>
              <a:off x="244000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8">
              <a:extLst>
                <a:ext uri="{FF2B5EF4-FFF2-40B4-BE49-F238E27FC236}">
                  <a16:creationId xmlns:a16="http://schemas.microsoft.com/office/drawing/2014/main" id="{61EA6222-B207-7C0E-8EEB-FA297C3BFD0C}"/>
                </a:ext>
              </a:extLst>
            </p:cNvPr>
            <p:cNvSpPr/>
            <p:nvPr/>
          </p:nvSpPr>
          <p:spPr>
            <a:xfrm>
              <a:off x="244944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79">
              <a:extLst>
                <a:ext uri="{FF2B5EF4-FFF2-40B4-BE49-F238E27FC236}">
                  <a16:creationId xmlns:a16="http://schemas.microsoft.com/office/drawing/2014/main" id="{ECB08AB8-F4A7-DAED-5E9E-2C97CC84F8BB}"/>
                </a:ext>
              </a:extLst>
            </p:cNvPr>
            <p:cNvSpPr/>
            <p:nvPr/>
          </p:nvSpPr>
          <p:spPr>
            <a:xfrm>
              <a:off x="245889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0">
              <a:extLst>
                <a:ext uri="{FF2B5EF4-FFF2-40B4-BE49-F238E27FC236}">
                  <a16:creationId xmlns:a16="http://schemas.microsoft.com/office/drawing/2014/main" id="{1E36004F-DA1B-8CB8-B165-322B0BC70253}"/>
                </a:ext>
              </a:extLst>
            </p:cNvPr>
            <p:cNvSpPr/>
            <p:nvPr/>
          </p:nvSpPr>
          <p:spPr>
            <a:xfrm>
              <a:off x="246833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1">
              <a:extLst>
                <a:ext uri="{FF2B5EF4-FFF2-40B4-BE49-F238E27FC236}">
                  <a16:creationId xmlns:a16="http://schemas.microsoft.com/office/drawing/2014/main" id="{CCF59246-A7B4-7062-39F4-F52BE4074288}"/>
                </a:ext>
              </a:extLst>
            </p:cNvPr>
            <p:cNvSpPr/>
            <p:nvPr/>
          </p:nvSpPr>
          <p:spPr>
            <a:xfrm>
              <a:off x="247777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2">
              <a:extLst>
                <a:ext uri="{FF2B5EF4-FFF2-40B4-BE49-F238E27FC236}">
                  <a16:creationId xmlns:a16="http://schemas.microsoft.com/office/drawing/2014/main" id="{6C10D292-47B1-AC6B-05F0-2395D53BA810}"/>
                </a:ext>
              </a:extLst>
            </p:cNvPr>
            <p:cNvSpPr/>
            <p:nvPr/>
          </p:nvSpPr>
          <p:spPr>
            <a:xfrm>
              <a:off x="248721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3">
              <a:extLst>
                <a:ext uri="{FF2B5EF4-FFF2-40B4-BE49-F238E27FC236}">
                  <a16:creationId xmlns:a16="http://schemas.microsoft.com/office/drawing/2014/main" id="{E73B8FDD-3039-2D15-6A73-86C99C0FB47F}"/>
                </a:ext>
              </a:extLst>
            </p:cNvPr>
            <p:cNvSpPr/>
            <p:nvPr/>
          </p:nvSpPr>
          <p:spPr>
            <a:xfrm>
              <a:off x="249665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4">
              <a:extLst>
                <a:ext uri="{FF2B5EF4-FFF2-40B4-BE49-F238E27FC236}">
                  <a16:creationId xmlns:a16="http://schemas.microsoft.com/office/drawing/2014/main" id="{A0CF04AF-07DD-C916-21BF-F5ADE6859698}"/>
                </a:ext>
              </a:extLst>
            </p:cNvPr>
            <p:cNvSpPr/>
            <p:nvPr/>
          </p:nvSpPr>
          <p:spPr>
            <a:xfrm>
              <a:off x="250609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5">
              <a:extLst>
                <a:ext uri="{FF2B5EF4-FFF2-40B4-BE49-F238E27FC236}">
                  <a16:creationId xmlns:a16="http://schemas.microsoft.com/office/drawing/2014/main" id="{BE1C408A-FDD7-D736-1D2D-B6E4D3CE4508}"/>
                </a:ext>
              </a:extLst>
            </p:cNvPr>
            <p:cNvSpPr/>
            <p:nvPr/>
          </p:nvSpPr>
          <p:spPr>
            <a:xfrm>
              <a:off x="251553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6">
              <a:extLst>
                <a:ext uri="{FF2B5EF4-FFF2-40B4-BE49-F238E27FC236}">
                  <a16:creationId xmlns:a16="http://schemas.microsoft.com/office/drawing/2014/main" id="{46D40E91-FD02-2AEB-DF24-055328658BF8}"/>
                </a:ext>
              </a:extLst>
            </p:cNvPr>
            <p:cNvSpPr/>
            <p:nvPr/>
          </p:nvSpPr>
          <p:spPr>
            <a:xfrm>
              <a:off x="252497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7">
              <a:extLst>
                <a:ext uri="{FF2B5EF4-FFF2-40B4-BE49-F238E27FC236}">
                  <a16:creationId xmlns:a16="http://schemas.microsoft.com/office/drawing/2014/main" id="{6BEFCA6C-EB98-5F5B-74ED-5D32073D7B5B}"/>
                </a:ext>
              </a:extLst>
            </p:cNvPr>
            <p:cNvSpPr/>
            <p:nvPr/>
          </p:nvSpPr>
          <p:spPr>
            <a:xfrm>
              <a:off x="253441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8">
              <a:extLst>
                <a:ext uri="{FF2B5EF4-FFF2-40B4-BE49-F238E27FC236}">
                  <a16:creationId xmlns:a16="http://schemas.microsoft.com/office/drawing/2014/main" id="{3C85C88A-7716-AED7-C305-5EFCC4B69C6D}"/>
                </a:ext>
              </a:extLst>
            </p:cNvPr>
            <p:cNvSpPr/>
            <p:nvPr/>
          </p:nvSpPr>
          <p:spPr>
            <a:xfrm>
              <a:off x="254385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89">
              <a:extLst>
                <a:ext uri="{FF2B5EF4-FFF2-40B4-BE49-F238E27FC236}">
                  <a16:creationId xmlns:a16="http://schemas.microsoft.com/office/drawing/2014/main" id="{6FF48604-87E4-92CE-4933-16ED945F5430}"/>
                </a:ext>
              </a:extLst>
            </p:cNvPr>
            <p:cNvSpPr/>
            <p:nvPr/>
          </p:nvSpPr>
          <p:spPr>
            <a:xfrm>
              <a:off x="255329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0">
              <a:extLst>
                <a:ext uri="{FF2B5EF4-FFF2-40B4-BE49-F238E27FC236}">
                  <a16:creationId xmlns:a16="http://schemas.microsoft.com/office/drawing/2014/main" id="{7D46853C-D8C2-20C1-557B-EA957FE95B83}"/>
                </a:ext>
              </a:extLst>
            </p:cNvPr>
            <p:cNvSpPr/>
            <p:nvPr/>
          </p:nvSpPr>
          <p:spPr>
            <a:xfrm>
              <a:off x="256273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1">
              <a:extLst>
                <a:ext uri="{FF2B5EF4-FFF2-40B4-BE49-F238E27FC236}">
                  <a16:creationId xmlns:a16="http://schemas.microsoft.com/office/drawing/2014/main" id="{E72E7815-50E5-C2A6-2679-137694EC3C51}"/>
                </a:ext>
              </a:extLst>
            </p:cNvPr>
            <p:cNvSpPr/>
            <p:nvPr/>
          </p:nvSpPr>
          <p:spPr>
            <a:xfrm>
              <a:off x="257217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2">
              <a:extLst>
                <a:ext uri="{FF2B5EF4-FFF2-40B4-BE49-F238E27FC236}">
                  <a16:creationId xmlns:a16="http://schemas.microsoft.com/office/drawing/2014/main" id="{C8B90760-5777-2447-2196-9EB261BA8D09}"/>
                </a:ext>
              </a:extLst>
            </p:cNvPr>
            <p:cNvSpPr/>
            <p:nvPr/>
          </p:nvSpPr>
          <p:spPr>
            <a:xfrm>
              <a:off x="258161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3">
              <a:extLst>
                <a:ext uri="{FF2B5EF4-FFF2-40B4-BE49-F238E27FC236}">
                  <a16:creationId xmlns:a16="http://schemas.microsoft.com/office/drawing/2014/main" id="{52CD6B3C-F69C-ABEB-292A-272D8420E21C}"/>
                </a:ext>
              </a:extLst>
            </p:cNvPr>
            <p:cNvSpPr/>
            <p:nvPr/>
          </p:nvSpPr>
          <p:spPr>
            <a:xfrm>
              <a:off x="259105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4">
              <a:extLst>
                <a:ext uri="{FF2B5EF4-FFF2-40B4-BE49-F238E27FC236}">
                  <a16:creationId xmlns:a16="http://schemas.microsoft.com/office/drawing/2014/main" id="{48859356-08F0-AF0A-3FA5-0C86FDAE3209}"/>
                </a:ext>
              </a:extLst>
            </p:cNvPr>
            <p:cNvSpPr/>
            <p:nvPr/>
          </p:nvSpPr>
          <p:spPr>
            <a:xfrm>
              <a:off x="260049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5">
              <a:extLst>
                <a:ext uri="{FF2B5EF4-FFF2-40B4-BE49-F238E27FC236}">
                  <a16:creationId xmlns:a16="http://schemas.microsoft.com/office/drawing/2014/main" id="{A6D9AECC-2EBB-488B-E0A3-76BFEC3E3699}"/>
                </a:ext>
              </a:extLst>
            </p:cNvPr>
            <p:cNvSpPr/>
            <p:nvPr/>
          </p:nvSpPr>
          <p:spPr>
            <a:xfrm>
              <a:off x="260993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6">
              <a:extLst>
                <a:ext uri="{FF2B5EF4-FFF2-40B4-BE49-F238E27FC236}">
                  <a16:creationId xmlns:a16="http://schemas.microsoft.com/office/drawing/2014/main" id="{E5293E14-89BD-5D43-49A7-EC757798C984}"/>
                </a:ext>
              </a:extLst>
            </p:cNvPr>
            <p:cNvSpPr/>
            <p:nvPr/>
          </p:nvSpPr>
          <p:spPr>
            <a:xfrm>
              <a:off x="261937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7">
              <a:extLst>
                <a:ext uri="{FF2B5EF4-FFF2-40B4-BE49-F238E27FC236}">
                  <a16:creationId xmlns:a16="http://schemas.microsoft.com/office/drawing/2014/main" id="{E89E6567-D507-8E12-08D7-70CC0903F168}"/>
                </a:ext>
              </a:extLst>
            </p:cNvPr>
            <p:cNvSpPr/>
            <p:nvPr/>
          </p:nvSpPr>
          <p:spPr>
            <a:xfrm>
              <a:off x="262881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8">
              <a:extLst>
                <a:ext uri="{FF2B5EF4-FFF2-40B4-BE49-F238E27FC236}">
                  <a16:creationId xmlns:a16="http://schemas.microsoft.com/office/drawing/2014/main" id="{86DCD1C4-A7CD-4FF2-0F28-C559217A5334}"/>
                </a:ext>
              </a:extLst>
            </p:cNvPr>
            <p:cNvSpPr/>
            <p:nvPr/>
          </p:nvSpPr>
          <p:spPr>
            <a:xfrm>
              <a:off x="263825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799">
              <a:extLst>
                <a:ext uri="{FF2B5EF4-FFF2-40B4-BE49-F238E27FC236}">
                  <a16:creationId xmlns:a16="http://schemas.microsoft.com/office/drawing/2014/main" id="{50E03E9F-5AD3-C04E-5719-F343C39DE246}"/>
                </a:ext>
              </a:extLst>
            </p:cNvPr>
            <p:cNvSpPr/>
            <p:nvPr/>
          </p:nvSpPr>
          <p:spPr>
            <a:xfrm>
              <a:off x="264769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0">
              <a:extLst>
                <a:ext uri="{FF2B5EF4-FFF2-40B4-BE49-F238E27FC236}">
                  <a16:creationId xmlns:a16="http://schemas.microsoft.com/office/drawing/2014/main" id="{D460B6D7-A89C-B251-A519-DD44BCDC6DFC}"/>
                </a:ext>
              </a:extLst>
            </p:cNvPr>
            <p:cNvSpPr/>
            <p:nvPr/>
          </p:nvSpPr>
          <p:spPr>
            <a:xfrm>
              <a:off x="265713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1">
              <a:extLst>
                <a:ext uri="{FF2B5EF4-FFF2-40B4-BE49-F238E27FC236}">
                  <a16:creationId xmlns:a16="http://schemas.microsoft.com/office/drawing/2014/main" id="{9E1A5B39-C47F-E9F7-752D-C595E8E7C44B}"/>
                </a:ext>
              </a:extLst>
            </p:cNvPr>
            <p:cNvSpPr/>
            <p:nvPr/>
          </p:nvSpPr>
          <p:spPr>
            <a:xfrm>
              <a:off x="266657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2">
              <a:extLst>
                <a:ext uri="{FF2B5EF4-FFF2-40B4-BE49-F238E27FC236}">
                  <a16:creationId xmlns:a16="http://schemas.microsoft.com/office/drawing/2014/main" id="{1740F311-772E-4077-E264-F8225C71A521}"/>
                </a:ext>
              </a:extLst>
            </p:cNvPr>
            <p:cNvSpPr/>
            <p:nvPr/>
          </p:nvSpPr>
          <p:spPr>
            <a:xfrm>
              <a:off x="267601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3">
              <a:extLst>
                <a:ext uri="{FF2B5EF4-FFF2-40B4-BE49-F238E27FC236}">
                  <a16:creationId xmlns:a16="http://schemas.microsoft.com/office/drawing/2014/main" id="{6E8D14A2-86D9-2B4C-C8E0-5419C3595F74}"/>
                </a:ext>
              </a:extLst>
            </p:cNvPr>
            <p:cNvSpPr/>
            <p:nvPr/>
          </p:nvSpPr>
          <p:spPr>
            <a:xfrm>
              <a:off x="268545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4">
              <a:extLst>
                <a:ext uri="{FF2B5EF4-FFF2-40B4-BE49-F238E27FC236}">
                  <a16:creationId xmlns:a16="http://schemas.microsoft.com/office/drawing/2014/main" id="{61BA7E53-AFB3-8905-9E0E-D40005F2EC87}"/>
                </a:ext>
              </a:extLst>
            </p:cNvPr>
            <p:cNvSpPr/>
            <p:nvPr/>
          </p:nvSpPr>
          <p:spPr>
            <a:xfrm>
              <a:off x="269489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5">
              <a:extLst>
                <a:ext uri="{FF2B5EF4-FFF2-40B4-BE49-F238E27FC236}">
                  <a16:creationId xmlns:a16="http://schemas.microsoft.com/office/drawing/2014/main" id="{B6AE4566-8868-5111-3F8A-E20E6E0851F5}"/>
                </a:ext>
              </a:extLst>
            </p:cNvPr>
            <p:cNvSpPr/>
            <p:nvPr/>
          </p:nvSpPr>
          <p:spPr>
            <a:xfrm>
              <a:off x="270433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6">
              <a:extLst>
                <a:ext uri="{FF2B5EF4-FFF2-40B4-BE49-F238E27FC236}">
                  <a16:creationId xmlns:a16="http://schemas.microsoft.com/office/drawing/2014/main" id="{F47335BD-8C15-DA37-0537-CB3F74665B17}"/>
                </a:ext>
              </a:extLst>
            </p:cNvPr>
            <p:cNvSpPr/>
            <p:nvPr/>
          </p:nvSpPr>
          <p:spPr>
            <a:xfrm>
              <a:off x="2723216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400" y="907454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7">
              <a:extLst>
                <a:ext uri="{FF2B5EF4-FFF2-40B4-BE49-F238E27FC236}">
                  <a16:creationId xmlns:a16="http://schemas.microsoft.com/office/drawing/2014/main" id="{4287FC9E-DE79-EDC8-379E-3A922936A2CE}"/>
                </a:ext>
              </a:extLst>
            </p:cNvPr>
            <p:cNvSpPr/>
            <p:nvPr/>
          </p:nvSpPr>
          <p:spPr>
            <a:xfrm>
              <a:off x="2723216" y="2202931"/>
              <a:ext cx="915315" cy="914400"/>
            </a:xfrm>
            <a:custGeom>
              <a:avLst/>
              <a:gdLst/>
              <a:ahLst/>
              <a:cxnLst/>
              <a:rect l="0" t="0" r="0" b="0"/>
              <a:pathLst>
                <a:path w="915315" h="914400">
                  <a:moveTo>
                    <a:pt x="914400" y="914400"/>
                  </a:moveTo>
                  <a:lnTo>
                    <a:pt x="914400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8">
              <a:extLst>
                <a:ext uri="{FF2B5EF4-FFF2-40B4-BE49-F238E27FC236}">
                  <a16:creationId xmlns:a16="http://schemas.microsoft.com/office/drawing/2014/main" id="{0145E606-1130-98D1-A16A-2CFD3C1C428B}"/>
                </a:ext>
              </a:extLst>
            </p:cNvPr>
            <p:cNvSpPr/>
            <p:nvPr/>
          </p:nvSpPr>
          <p:spPr>
            <a:xfrm>
              <a:off x="2902581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09">
              <a:extLst>
                <a:ext uri="{FF2B5EF4-FFF2-40B4-BE49-F238E27FC236}">
                  <a16:creationId xmlns:a16="http://schemas.microsoft.com/office/drawing/2014/main" id="{404A9094-6840-81B9-4FE2-8B3E23C0C83E}"/>
                </a:ext>
              </a:extLst>
            </p:cNvPr>
            <p:cNvSpPr/>
            <p:nvPr/>
          </p:nvSpPr>
          <p:spPr>
            <a:xfrm>
              <a:off x="2912021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400" y="89736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0">
              <a:extLst>
                <a:ext uri="{FF2B5EF4-FFF2-40B4-BE49-F238E27FC236}">
                  <a16:creationId xmlns:a16="http://schemas.microsoft.com/office/drawing/2014/main" id="{6E63E812-4F85-D9CC-E740-AAA9EB30BC2B}"/>
                </a:ext>
              </a:extLst>
            </p:cNvPr>
            <p:cNvSpPr/>
            <p:nvPr/>
          </p:nvSpPr>
          <p:spPr>
            <a:xfrm>
              <a:off x="2921461" y="218536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1">
              <a:extLst>
                <a:ext uri="{FF2B5EF4-FFF2-40B4-BE49-F238E27FC236}">
                  <a16:creationId xmlns:a16="http://schemas.microsoft.com/office/drawing/2014/main" id="{771455D5-0FE7-FD63-DB6A-4100463CD9B9}"/>
                </a:ext>
              </a:extLst>
            </p:cNvPr>
            <p:cNvSpPr/>
            <p:nvPr/>
          </p:nvSpPr>
          <p:spPr>
            <a:xfrm>
              <a:off x="292146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2">
              <a:extLst>
                <a:ext uri="{FF2B5EF4-FFF2-40B4-BE49-F238E27FC236}">
                  <a16:creationId xmlns:a16="http://schemas.microsoft.com/office/drawing/2014/main" id="{341F2FFD-7519-8A10-391D-4374BDA5DDBC}"/>
                </a:ext>
              </a:extLst>
            </p:cNvPr>
            <p:cNvSpPr/>
            <p:nvPr/>
          </p:nvSpPr>
          <p:spPr>
            <a:xfrm>
              <a:off x="293090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3">
              <a:extLst>
                <a:ext uri="{FF2B5EF4-FFF2-40B4-BE49-F238E27FC236}">
                  <a16:creationId xmlns:a16="http://schemas.microsoft.com/office/drawing/2014/main" id="{2F9E19E1-35C3-CF61-9F41-24BAE4703183}"/>
                </a:ext>
              </a:extLst>
            </p:cNvPr>
            <p:cNvSpPr/>
            <p:nvPr/>
          </p:nvSpPr>
          <p:spPr>
            <a:xfrm>
              <a:off x="294034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4">
              <a:extLst>
                <a:ext uri="{FF2B5EF4-FFF2-40B4-BE49-F238E27FC236}">
                  <a16:creationId xmlns:a16="http://schemas.microsoft.com/office/drawing/2014/main" id="{F45DB476-94D2-E027-B83A-D7E990CE1E4F}"/>
                </a:ext>
              </a:extLst>
            </p:cNvPr>
            <p:cNvSpPr/>
            <p:nvPr/>
          </p:nvSpPr>
          <p:spPr>
            <a:xfrm>
              <a:off x="294978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5">
              <a:extLst>
                <a:ext uri="{FF2B5EF4-FFF2-40B4-BE49-F238E27FC236}">
                  <a16:creationId xmlns:a16="http://schemas.microsoft.com/office/drawing/2014/main" id="{5EA06D1C-9969-832A-45C4-7ADA39F439F6}"/>
                </a:ext>
              </a:extLst>
            </p:cNvPr>
            <p:cNvSpPr/>
            <p:nvPr/>
          </p:nvSpPr>
          <p:spPr>
            <a:xfrm>
              <a:off x="295922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6">
              <a:extLst>
                <a:ext uri="{FF2B5EF4-FFF2-40B4-BE49-F238E27FC236}">
                  <a16:creationId xmlns:a16="http://schemas.microsoft.com/office/drawing/2014/main" id="{B1CFC2C5-DEA3-8A76-98D6-907322F2D190}"/>
                </a:ext>
              </a:extLst>
            </p:cNvPr>
            <p:cNvSpPr/>
            <p:nvPr/>
          </p:nvSpPr>
          <p:spPr>
            <a:xfrm>
              <a:off x="296866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7">
              <a:extLst>
                <a:ext uri="{FF2B5EF4-FFF2-40B4-BE49-F238E27FC236}">
                  <a16:creationId xmlns:a16="http://schemas.microsoft.com/office/drawing/2014/main" id="{8D36F0EA-88BE-94D2-6ECE-1EC009E816F4}"/>
                </a:ext>
              </a:extLst>
            </p:cNvPr>
            <p:cNvSpPr/>
            <p:nvPr/>
          </p:nvSpPr>
          <p:spPr>
            <a:xfrm>
              <a:off x="297810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8">
              <a:extLst>
                <a:ext uri="{FF2B5EF4-FFF2-40B4-BE49-F238E27FC236}">
                  <a16:creationId xmlns:a16="http://schemas.microsoft.com/office/drawing/2014/main" id="{64F0BED8-1CAE-2BAA-E4C7-75F8E1C87B92}"/>
                </a:ext>
              </a:extLst>
            </p:cNvPr>
            <p:cNvSpPr/>
            <p:nvPr/>
          </p:nvSpPr>
          <p:spPr>
            <a:xfrm>
              <a:off x="298754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19">
              <a:extLst>
                <a:ext uri="{FF2B5EF4-FFF2-40B4-BE49-F238E27FC236}">
                  <a16:creationId xmlns:a16="http://schemas.microsoft.com/office/drawing/2014/main" id="{61DE5BE8-C1AC-7FCA-664E-3727B840ECB8}"/>
                </a:ext>
              </a:extLst>
            </p:cNvPr>
            <p:cNvSpPr/>
            <p:nvPr/>
          </p:nvSpPr>
          <p:spPr>
            <a:xfrm>
              <a:off x="299698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0">
              <a:extLst>
                <a:ext uri="{FF2B5EF4-FFF2-40B4-BE49-F238E27FC236}">
                  <a16:creationId xmlns:a16="http://schemas.microsoft.com/office/drawing/2014/main" id="{2440B313-029A-16AF-0BC2-895C1111862A}"/>
                </a:ext>
              </a:extLst>
            </p:cNvPr>
            <p:cNvSpPr/>
            <p:nvPr/>
          </p:nvSpPr>
          <p:spPr>
            <a:xfrm>
              <a:off x="300642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1">
              <a:extLst>
                <a:ext uri="{FF2B5EF4-FFF2-40B4-BE49-F238E27FC236}">
                  <a16:creationId xmlns:a16="http://schemas.microsoft.com/office/drawing/2014/main" id="{94C33550-C7D0-B403-C56C-239206EC85AE}"/>
                </a:ext>
              </a:extLst>
            </p:cNvPr>
            <p:cNvSpPr/>
            <p:nvPr/>
          </p:nvSpPr>
          <p:spPr>
            <a:xfrm>
              <a:off x="301586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2">
              <a:extLst>
                <a:ext uri="{FF2B5EF4-FFF2-40B4-BE49-F238E27FC236}">
                  <a16:creationId xmlns:a16="http://schemas.microsoft.com/office/drawing/2014/main" id="{B2BBAD8C-C57B-4628-2DFC-BBE5F205E502}"/>
                </a:ext>
              </a:extLst>
            </p:cNvPr>
            <p:cNvSpPr/>
            <p:nvPr/>
          </p:nvSpPr>
          <p:spPr>
            <a:xfrm>
              <a:off x="302530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3">
              <a:extLst>
                <a:ext uri="{FF2B5EF4-FFF2-40B4-BE49-F238E27FC236}">
                  <a16:creationId xmlns:a16="http://schemas.microsoft.com/office/drawing/2014/main" id="{6FBD9CA7-D7AE-D308-19BA-EFE52B973632}"/>
                </a:ext>
              </a:extLst>
            </p:cNvPr>
            <p:cNvSpPr/>
            <p:nvPr/>
          </p:nvSpPr>
          <p:spPr>
            <a:xfrm>
              <a:off x="303474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4">
              <a:extLst>
                <a:ext uri="{FF2B5EF4-FFF2-40B4-BE49-F238E27FC236}">
                  <a16:creationId xmlns:a16="http://schemas.microsoft.com/office/drawing/2014/main" id="{9EE0B2B2-44C3-DC5A-A5D9-EF30414EF06D}"/>
                </a:ext>
              </a:extLst>
            </p:cNvPr>
            <p:cNvSpPr/>
            <p:nvPr/>
          </p:nvSpPr>
          <p:spPr>
            <a:xfrm>
              <a:off x="304418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5">
              <a:extLst>
                <a:ext uri="{FF2B5EF4-FFF2-40B4-BE49-F238E27FC236}">
                  <a16:creationId xmlns:a16="http://schemas.microsoft.com/office/drawing/2014/main" id="{1360A19E-43FA-389E-9A61-2EDB6178BF68}"/>
                </a:ext>
              </a:extLst>
            </p:cNvPr>
            <p:cNvSpPr/>
            <p:nvPr/>
          </p:nvSpPr>
          <p:spPr>
            <a:xfrm>
              <a:off x="305362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6">
              <a:extLst>
                <a:ext uri="{FF2B5EF4-FFF2-40B4-BE49-F238E27FC236}">
                  <a16:creationId xmlns:a16="http://schemas.microsoft.com/office/drawing/2014/main" id="{80CEAC29-57EE-9F33-1A24-E5E28FFBBAE7}"/>
                </a:ext>
              </a:extLst>
            </p:cNvPr>
            <p:cNvSpPr/>
            <p:nvPr/>
          </p:nvSpPr>
          <p:spPr>
            <a:xfrm>
              <a:off x="306306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7">
              <a:extLst>
                <a:ext uri="{FF2B5EF4-FFF2-40B4-BE49-F238E27FC236}">
                  <a16:creationId xmlns:a16="http://schemas.microsoft.com/office/drawing/2014/main" id="{8BF32168-94D5-B709-6FDE-AFA2FF321F56}"/>
                </a:ext>
              </a:extLst>
            </p:cNvPr>
            <p:cNvSpPr/>
            <p:nvPr/>
          </p:nvSpPr>
          <p:spPr>
            <a:xfrm>
              <a:off x="307250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8">
              <a:extLst>
                <a:ext uri="{FF2B5EF4-FFF2-40B4-BE49-F238E27FC236}">
                  <a16:creationId xmlns:a16="http://schemas.microsoft.com/office/drawing/2014/main" id="{97DA13BC-E545-EFA1-A363-17E95D6C76DE}"/>
                </a:ext>
              </a:extLst>
            </p:cNvPr>
            <p:cNvSpPr/>
            <p:nvPr/>
          </p:nvSpPr>
          <p:spPr>
            <a:xfrm>
              <a:off x="308194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29">
              <a:extLst>
                <a:ext uri="{FF2B5EF4-FFF2-40B4-BE49-F238E27FC236}">
                  <a16:creationId xmlns:a16="http://schemas.microsoft.com/office/drawing/2014/main" id="{0B997BBF-3343-B005-D325-4E93FEF5ED3D}"/>
                </a:ext>
              </a:extLst>
            </p:cNvPr>
            <p:cNvSpPr/>
            <p:nvPr/>
          </p:nvSpPr>
          <p:spPr>
            <a:xfrm>
              <a:off x="309138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0">
              <a:extLst>
                <a:ext uri="{FF2B5EF4-FFF2-40B4-BE49-F238E27FC236}">
                  <a16:creationId xmlns:a16="http://schemas.microsoft.com/office/drawing/2014/main" id="{6ACED07A-AE46-6C87-043C-77123FB4B0EF}"/>
                </a:ext>
              </a:extLst>
            </p:cNvPr>
            <p:cNvSpPr/>
            <p:nvPr/>
          </p:nvSpPr>
          <p:spPr>
            <a:xfrm>
              <a:off x="310082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1">
              <a:extLst>
                <a:ext uri="{FF2B5EF4-FFF2-40B4-BE49-F238E27FC236}">
                  <a16:creationId xmlns:a16="http://schemas.microsoft.com/office/drawing/2014/main" id="{0C96517E-E587-3C22-1969-87B5CC6F3A17}"/>
                </a:ext>
              </a:extLst>
            </p:cNvPr>
            <p:cNvSpPr/>
            <p:nvPr/>
          </p:nvSpPr>
          <p:spPr>
            <a:xfrm>
              <a:off x="311026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2">
              <a:extLst>
                <a:ext uri="{FF2B5EF4-FFF2-40B4-BE49-F238E27FC236}">
                  <a16:creationId xmlns:a16="http://schemas.microsoft.com/office/drawing/2014/main" id="{790E02FA-9C58-C986-7B45-1746B132C697}"/>
                </a:ext>
              </a:extLst>
            </p:cNvPr>
            <p:cNvSpPr/>
            <p:nvPr/>
          </p:nvSpPr>
          <p:spPr>
            <a:xfrm>
              <a:off x="311970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3">
              <a:extLst>
                <a:ext uri="{FF2B5EF4-FFF2-40B4-BE49-F238E27FC236}">
                  <a16:creationId xmlns:a16="http://schemas.microsoft.com/office/drawing/2014/main" id="{6068ABD6-2FFE-CE96-BBB7-FA380C3C9EC7}"/>
                </a:ext>
              </a:extLst>
            </p:cNvPr>
            <p:cNvSpPr/>
            <p:nvPr/>
          </p:nvSpPr>
          <p:spPr>
            <a:xfrm>
              <a:off x="312914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4">
              <a:extLst>
                <a:ext uri="{FF2B5EF4-FFF2-40B4-BE49-F238E27FC236}">
                  <a16:creationId xmlns:a16="http://schemas.microsoft.com/office/drawing/2014/main" id="{B916F6B2-41A0-8D64-873D-6E52E6C242AA}"/>
                </a:ext>
              </a:extLst>
            </p:cNvPr>
            <p:cNvSpPr/>
            <p:nvPr/>
          </p:nvSpPr>
          <p:spPr>
            <a:xfrm>
              <a:off x="313858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5">
              <a:extLst>
                <a:ext uri="{FF2B5EF4-FFF2-40B4-BE49-F238E27FC236}">
                  <a16:creationId xmlns:a16="http://schemas.microsoft.com/office/drawing/2014/main" id="{6FE20EFD-681C-639E-BDCB-2CD0BB013C11}"/>
                </a:ext>
              </a:extLst>
            </p:cNvPr>
            <p:cNvSpPr/>
            <p:nvPr/>
          </p:nvSpPr>
          <p:spPr>
            <a:xfrm>
              <a:off x="314802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6">
              <a:extLst>
                <a:ext uri="{FF2B5EF4-FFF2-40B4-BE49-F238E27FC236}">
                  <a16:creationId xmlns:a16="http://schemas.microsoft.com/office/drawing/2014/main" id="{98D39B13-0E82-33A4-A2B0-901D42FE0096}"/>
                </a:ext>
              </a:extLst>
            </p:cNvPr>
            <p:cNvSpPr/>
            <p:nvPr/>
          </p:nvSpPr>
          <p:spPr>
            <a:xfrm>
              <a:off x="315746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7">
              <a:extLst>
                <a:ext uri="{FF2B5EF4-FFF2-40B4-BE49-F238E27FC236}">
                  <a16:creationId xmlns:a16="http://schemas.microsoft.com/office/drawing/2014/main" id="{872C6955-FB5B-310A-14CE-0F30D04080D5}"/>
                </a:ext>
              </a:extLst>
            </p:cNvPr>
            <p:cNvSpPr/>
            <p:nvPr/>
          </p:nvSpPr>
          <p:spPr>
            <a:xfrm>
              <a:off x="316690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8">
              <a:extLst>
                <a:ext uri="{FF2B5EF4-FFF2-40B4-BE49-F238E27FC236}">
                  <a16:creationId xmlns:a16="http://schemas.microsoft.com/office/drawing/2014/main" id="{BDA1B12F-BECF-8A94-6C39-7CD063B87A7A}"/>
                </a:ext>
              </a:extLst>
            </p:cNvPr>
            <p:cNvSpPr/>
            <p:nvPr/>
          </p:nvSpPr>
          <p:spPr>
            <a:xfrm>
              <a:off x="317634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39">
              <a:extLst>
                <a:ext uri="{FF2B5EF4-FFF2-40B4-BE49-F238E27FC236}">
                  <a16:creationId xmlns:a16="http://schemas.microsoft.com/office/drawing/2014/main" id="{5ACD7AA5-2D9D-9E4A-D5D6-A362E9C45527}"/>
                </a:ext>
              </a:extLst>
            </p:cNvPr>
            <p:cNvSpPr/>
            <p:nvPr/>
          </p:nvSpPr>
          <p:spPr>
            <a:xfrm>
              <a:off x="318578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0">
              <a:extLst>
                <a:ext uri="{FF2B5EF4-FFF2-40B4-BE49-F238E27FC236}">
                  <a16:creationId xmlns:a16="http://schemas.microsoft.com/office/drawing/2014/main" id="{01B838F8-D303-F4C0-E7C9-AD34114DACCE}"/>
                </a:ext>
              </a:extLst>
            </p:cNvPr>
            <p:cNvSpPr/>
            <p:nvPr/>
          </p:nvSpPr>
          <p:spPr>
            <a:xfrm>
              <a:off x="319522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1">
              <a:extLst>
                <a:ext uri="{FF2B5EF4-FFF2-40B4-BE49-F238E27FC236}">
                  <a16:creationId xmlns:a16="http://schemas.microsoft.com/office/drawing/2014/main" id="{D0377F43-D7AB-F376-8C64-BD5AD209B91F}"/>
                </a:ext>
              </a:extLst>
            </p:cNvPr>
            <p:cNvSpPr/>
            <p:nvPr/>
          </p:nvSpPr>
          <p:spPr>
            <a:xfrm>
              <a:off x="320466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2">
              <a:extLst>
                <a:ext uri="{FF2B5EF4-FFF2-40B4-BE49-F238E27FC236}">
                  <a16:creationId xmlns:a16="http://schemas.microsoft.com/office/drawing/2014/main" id="{7547E086-CA9B-9D82-3258-0B357DE5D25E}"/>
                </a:ext>
              </a:extLst>
            </p:cNvPr>
            <p:cNvSpPr/>
            <p:nvPr/>
          </p:nvSpPr>
          <p:spPr>
            <a:xfrm>
              <a:off x="321410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3">
              <a:extLst>
                <a:ext uri="{FF2B5EF4-FFF2-40B4-BE49-F238E27FC236}">
                  <a16:creationId xmlns:a16="http://schemas.microsoft.com/office/drawing/2014/main" id="{361ED5AC-6906-BCEF-517D-EE18A184DECF}"/>
                </a:ext>
              </a:extLst>
            </p:cNvPr>
            <p:cNvSpPr/>
            <p:nvPr/>
          </p:nvSpPr>
          <p:spPr>
            <a:xfrm>
              <a:off x="322354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4">
              <a:extLst>
                <a:ext uri="{FF2B5EF4-FFF2-40B4-BE49-F238E27FC236}">
                  <a16:creationId xmlns:a16="http://schemas.microsoft.com/office/drawing/2014/main" id="{5EF49A16-C795-20CD-6E27-AC434E84F009}"/>
                </a:ext>
              </a:extLst>
            </p:cNvPr>
            <p:cNvSpPr/>
            <p:nvPr/>
          </p:nvSpPr>
          <p:spPr>
            <a:xfrm>
              <a:off x="323298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5">
              <a:extLst>
                <a:ext uri="{FF2B5EF4-FFF2-40B4-BE49-F238E27FC236}">
                  <a16:creationId xmlns:a16="http://schemas.microsoft.com/office/drawing/2014/main" id="{CACB5044-EFB5-6BAA-B502-732AACA4BAC0}"/>
                </a:ext>
              </a:extLst>
            </p:cNvPr>
            <p:cNvSpPr/>
            <p:nvPr/>
          </p:nvSpPr>
          <p:spPr>
            <a:xfrm>
              <a:off x="324242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6">
              <a:extLst>
                <a:ext uri="{FF2B5EF4-FFF2-40B4-BE49-F238E27FC236}">
                  <a16:creationId xmlns:a16="http://schemas.microsoft.com/office/drawing/2014/main" id="{AF0B3E72-32D1-A8E1-8AA0-729F0CAD2786}"/>
                </a:ext>
              </a:extLst>
            </p:cNvPr>
            <p:cNvSpPr/>
            <p:nvPr/>
          </p:nvSpPr>
          <p:spPr>
            <a:xfrm>
              <a:off x="325187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7">
              <a:extLst>
                <a:ext uri="{FF2B5EF4-FFF2-40B4-BE49-F238E27FC236}">
                  <a16:creationId xmlns:a16="http://schemas.microsoft.com/office/drawing/2014/main" id="{2693D0C7-F966-A195-3F2C-1BA56ECBCA5D}"/>
                </a:ext>
              </a:extLst>
            </p:cNvPr>
            <p:cNvSpPr/>
            <p:nvPr/>
          </p:nvSpPr>
          <p:spPr>
            <a:xfrm>
              <a:off x="326131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8">
              <a:extLst>
                <a:ext uri="{FF2B5EF4-FFF2-40B4-BE49-F238E27FC236}">
                  <a16:creationId xmlns:a16="http://schemas.microsoft.com/office/drawing/2014/main" id="{F801DD8E-4613-796F-9783-95A8DF673845}"/>
                </a:ext>
              </a:extLst>
            </p:cNvPr>
            <p:cNvSpPr/>
            <p:nvPr/>
          </p:nvSpPr>
          <p:spPr>
            <a:xfrm>
              <a:off x="327075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49">
              <a:extLst>
                <a:ext uri="{FF2B5EF4-FFF2-40B4-BE49-F238E27FC236}">
                  <a16:creationId xmlns:a16="http://schemas.microsoft.com/office/drawing/2014/main" id="{04FCAA40-7CE7-A2F5-06AA-1173CEE1CA7C}"/>
                </a:ext>
              </a:extLst>
            </p:cNvPr>
            <p:cNvSpPr/>
            <p:nvPr/>
          </p:nvSpPr>
          <p:spPr>
            <a:xfrm>
              <a:off x="328019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0">
              <a:extLst>
                <a:ext uri="{FF2B5EF4-FFF2-40B4-BE49-F238E27FC236}">
                  <a16:creationId xmlns:a16="http://schemas.microsoft.com/office/drawing/2014/main" id="{9AA5F279-F942-669D-BC78-FAEC34AD8750}"/>
                </a:ext>
              </a:extLst>
            </p:cNvPr>
            <p:cNvSpPr/>
            <p:nvPr/>
          </p:nvSpPr>
          <p:spPr>
            <a:xfrm>
              <a:off x="328963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1">
              <a:extLst>
                <a:ext uri="{FF2B5EF4-FFF2-40B4-BE49-F238E27FC236}">
                  <a16:creationId xmlns:a16="http://schemas.microsoft.com/office/drawing/2014/main" id="{BE1A8D3C-E83E-EE3D-7B11-930F17BE3AEF}"/>
                </a:ext>
              </a:extLst>
            </p:cNvPr>
            <p:cNvSpPr/>
            <p:nvPr/>
          </p:nvSpPr>
          <p:spPr>
            <a:xfrm>
              <a:off x="329907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2">
              <a:extLst>
                <a:ext uri="{FF2B5EF4-FFF2-40B4-BE49-F238E27FC236}">
                  <a16:creationId xmlns:a16="http://schemas.microsoft.com/office/drawing/2014/main" id="{AB562663-266D-C6FB-8FCA-975182F8BF8B}"/>
                </a:ext>
              </a:extLst>
            </p:cNvPr>
            <p:cNvSpPr/>
            <p:nvPr/>
          </p:nvSpPr>
          <p:spPr>
            <a:xfrm>
              <a:off x="330851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3">
              <a:extLst>
                <a:ext uri="{FF2B5EF4-FFF2-40B4-BE49-F238E27FC236}">
                  <a16:creationId xmlns:a16="http://schemas.microsoft.com/office/drawing/2014/main" id="{69D217CA-F2DC-2DD7-2163-600BD436D89E}"/>
                </a:ext>
              </a:extLst>
            </p:cNvPr>
            <p:cNvSpPr/>
            <p:nvPr/>
          </p:nvSpPr>
          <p:spPr>
            <a:xfrm>
              <a:off x="331795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4">
              <a:extLst>
                <a:ext uri="{FF2B5EF4-FFF2-40B4-BE49-F238E27FC236}">
                  <a16:creationId xmlns:a16="http://schemas.microsoft.com/office/drawing/2014/main" id="{D1B6B6E2-C4BF-8DCF-0BF5-B56538ECA717}"/>
                </a:ext>
              </a:extLst>
            </p:cNvPr>
            <p:cNvSpPr/>
            <p:nvPr/>
          </p:nvSpPr>
          <p:spPr>
            <a:xfrm>
              <a:off x="332739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5">
              <a:extLst>
                <a:ext uri="{FF2B5EF4-FFF2-40B4-BE49-F238E27FC236}">
                  <a16:creationId xmlns:a16="http://schemas.microsoft.com/office/drawing/2014/main" id="{CE92A6B1-6D8F-3F19-14EE-7643661375C4}"/>
                </a:ext>
              </a:extLst>
            </p:cNvPr>
            <p:cNvSpPr/>
            <p:nvPr/>
          </p:nvSpPr>
          <p:spPr>
            <a:xfrm>
              <a:off x="333683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6">
              <a:extLst>
                <a:ext uri="{FF2B5EF4-FFF2-40B4-BE49-F238E27FC236}">
                  <a16:creationId xmlns:a16="http://schemas.microsoft.com/office/drawing/2014/main" id="{7B1DFE7D-62A9-C4B9-63EB-F61D3972B21F}"/>
                </a:ext>
              </a:extLst>
            </p:cNvPr>
            <p:cNvSpPr/>
            <p:nvPr/>
          </p:nvSpPr>
          <p:spPr>
            <a:xfrm>
              <a:off x="334627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7">
              <a:extLst>
                <a:ext uri="{FF2B5EF4-FFF2-40B4-BE49-F238E27FC236}">
                  <a16:creationId xmlns:a16="http://schemas.microsoft.com/office/drawing/2014/main" id="{994D7958-0A82-FC75-75B3-5570DAEDEEF2}"/>
                </a:ext>
              </a:extLst>
            </p:cNvPr>
            <p:cNvSpPr/>
            <p:nvPr/>
          </p:nvSpPr>
          <p:spPr>
            <a:xfrm>
              <a:off x="335571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8">
              <a:extLst>
                <a:ext uri="{FF2B5EF4-FFF2-40B4-BE49-F238E27FC236}">
                  <a16:creationId xmlns:a16="http://schemas.microsoft.com/office/drawing/2014/main" id="{57FE0A3B-D669-06D6-872A-8DADC0DD6484}"/>
                </a:ext>
              </a:extLst>
            </p:cNvPr>
            <p:cNvSpPr/>
            <p:nvPr/>
          </p:nvSpPr>
          <p:spPr>
            <a:xfrm>
              <a:off x="336515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59">
              <a:extLst>
                <a:ext uri="{FF2B5EF4-FFF2-40B4-BE49-F238E27FC236}">
                  <a16:creationId xmlns:a16="http://schemas.microsoft.com/office/drawing/2014/main" id="{AF2DEFB3-5C42-95EF-6293-F52757907BA7}"/>
                </a:ext>
              </a:extLst>
            </p:cNvPr>
            <p:cNvSpPr/>
            <p:nvPr/>
          </p:nvSpPr>
          <p:spPr>
            <a:xfrm>
              <a:off x="3374593" y="220293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0">
              <a:extLst>
                <a:ext uri="{FF2B5EF4-FFF2-40B4-BE49-F238E27FC236}">
                  <a16:creationId xmlns:a16="http://schemas.microsoft.com/office/drawing/2014/main" id="{E2025262-104C-834A-175C-7DE7A92C40CA}"/>
                </a:ext>
              </a:extLst>
            </p:cNvPr>
            <p:cNvSpPr/>
            <p:nvPr/>
          </p:nvSpPr>
          <p:spPr>
            <a:xfrm>
              <a:off x="3384033" y="2185361"/>
              <a:ext cx="916838" cy="923915"/>
            </a:xfrm>
            <a:custGeom>
              <a:avLst/>
              <a:gdLst/>
              <a:ahLst/>
              <a:cxnLst/>
              <a:rect l="0" t="0" r="0" b="0"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1">
              <a:extLst>
                <a:ext uri="{FF2B5EF4-FFF2-40B4-BE49-F238E27FC236}">
                  <a16:creationId xmlns:a16="http://schemas.microsoft.com/office/drawing/2014/main" id="{8A2DC10A-C656-C5ED-78DD-39C6121AF18E}"/>
                </a:ext>
              </a:extLst>
            </p:cNvPr>
            <p:cNvSpPr/>
            <p:nvPr/>
          </p:nvSpPr>
          <p:spPr>
            <a:xfrm>
              <a:off x="2402248" y="2167792"/>
              <a:ext cx="914399" cy="925876"/>
            </a:xfrm>
            <a:custGeom>
              <a:avLst/>
              <a:gdLst/>
              <a:ahLst/>
              <a:cxnLst/>
              <a:rect l="0" t="0" r="0" b="0"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2">
              <a:extLst>
                <a:ext uri="{FF2B5EF4-FFF2-40B4-BE49-F238E27FC236}">
                  <a16:creationId xmlns:a16="http://schemas.microsoft.com/office/drawing/2014/main" id="{02B0D47E-762B-3C8F-BE49-2D6150EA3700}"/>
                </a:ext>
              </a:extLst>
            </p:cNvPr>
            <p:cNvSpPr/>
            <p:nvPr/>
          </p:nvSpPr>
          <p:spPr>
            <a:xfrm>
              <a:off x="240224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3">
              <a:extLst>
                <a:ext uri="{FF2B5EF4-FFF2-40B4-BE49-F238E27FC236}">
                  <a16:creationId xmlns:a16="http://schemas.microsoft.com/office/drawing/2014/main" id="{AFF55C30-A54A-0C56-0A08-C99A3396719B}"/>
                </a:ext>
              </a:extLst>
            </p:cNvPr>
            <p:cNvSpPr/>
            <p:nvPr/>
          </p:nvSpPr>
          <p:spPr>
            <a:xfrm>
              <a:off x="241168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4">
              <a:extLst>
                <a:ext uri="{FF2B5EF4-FFF2-40B4-BE49-F238E27FC236}">
                  <a16:creationId xmlns:a16="http://schemas.microsoft.com/office/drawing/2014/main" id="{90EFA43F-636A-C1BF-2DD3-1E488FDAA599}"/>
                </a:ext>
              </a:extLst>
            </p:cNvPr>
            <p:cNvSpPr/>
            <p:nvPr/>
          </p:nvSpPr>
          <p:spPr>
            <a:xfrm>
              <a:off x="242112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5">
              <a:extLst>
                <a:ext uri="{FF2B5EF4-FFF2-40B4-BE49-F238E27FC236}">
                  <a16:creationId xmlns:a16="http://schemas.microsoft.com/office/drawing/2014/main" id="{AC01FB36-FBF7-478F-76B8-5EE074121D92}"/>
                </a:ext>
              </a:extLst>
            </p:cNvPr>
            <p:cNvSpPr/>
            <p:nvPr/>
          </p:nvSpPr>
          <p:spPr>
            <a:xfrm>
              <a:off x="243056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6">
              <a:extLst>
                <a:ext uri="{FF2B5EF4-FFF2-40B4-BE49-F238E27FC236}">
                  <a16:creationId xmlns:a16="http://schemas.microsoft.com/office/drawing/2014/main" id="{0134D473-2CD5-78A9-8981-513E94A1C654}"/>
                </a:ext>
              </a:extLst>
            </p:cNvPr>
            <p:cNvSpPr/>
            <p:nvPr/>
          </p:nvSpPr>
          <p:spPr>
            <a:xfrm>
              <a:off x="244000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7">
              <a:extLst>
                <a:ext uri="{FF2B5EF4-FFF2-40B4-BE49-F238E27FC236}">
                  <a16:creationId xmlns:a16="http://schemas.microsoft.com/office/drawing/2014/main" id="{BE6B738E-1D7D-B8E5-EE04-0BA169933A2C}"/>
                </a:ext>
              </a:extLst>
            </p:cNvPr>
            <p:cNvSpPr/>
            <p:nvPr/>
          </p:nvSpPr>
          <p:spPr>
            <a:xfrm>
              <a:off x="244944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8">
              <a:extLst>
                <a:ext uri="{FF2B5EF4-FFF2-40B4-BE49-F238E27FC236}">
                  <a16:creationId xmlns:a16="http://schemas.microsoft.com/office/drawing/2014/main" id="{D4C7D1C1-89F6-23DE-F92C-21C26829D294}"/>
                </a:ext>
              </a:extLst>
            </p:cNvPr>
            <p:cNvSpPr/>
            <p:nvPr/>
          </p:nvSpPr>
          <p:spPr>
            <a:xfrm>
              <a:off x="245889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69">
              <a:extLst>
                <a:ext uri="{FF2B5EF4-FFF2-40B4-BE49-F238E27FC236}">
                  <a16:creationId xmlns:a16="http://schemas.microsoft.com/office/drawing/2014/main" id="{637443F3-F3B7-589E-033E-00F5ED58B3A4}"/>
                </a:ext>
              </a:extLst>
            </p:cNvPr>
            <p:cNvSpPr/>
            <p:nvPr/>
          </p:nvSpPr>
          <p:spPr>
            <a:xfrm>
              <a:off x="246833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0">
              <a:extLst>
                <a:ext uri="{FF2B5EF4-FFF2-40B4-BE49-F238E27FC236}">
                  <a16:creationId xmlns:a16="http://schemas.microsoft.com/office/drawing/2014/main" id="{17C1057E-9784-648F-71D4-1233A7D1E0E5}"/>
                </a:ext>
              </a:extLst>
            </p:cNvPr>
            <p:cNvSpPr/>
            <p:nvPr/>
          </p:nvSpPr>
          <p:spPr>
            <a:xfrm>
              <a:off x="247777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1">
              <a:extLst>
                <a:ext uri="{FF2B5EF4-FFF2-40B4-BE49-F238E27FC236}">
                  <a16:creationId xmlns:a16="http://schemas.microsoft.com/office/drawing/2014/main" id="{902D011F-F11D-A21F-9FCE-EC706384AC4D}"/>
                </a:ext>
              </a:extLst>
            </p:cNvPr>
            <p:cNvSpPr/>
            <p:nvPr/>
          </p:nvSpPr>
          <p:spPr>
            <a:xfrm>
              <a:off x="248721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2">
              <a:extLst>
                <a:ext uri="{FF2B5EF4-FFF2-40B4-BE49-F238E27FC236}">
                  <a16:creationId xmlns:a16="http://schemas.microsoft.com/office/drawing/2014/main" id="{E003971D-AD22-FE16-D174-6263D9A1F61D}"/>
                </a:ext>
              </a:extLst>
            </p:cNvPr>
            <p:cNvSpPr/>
            <p:nvPr/>
          </p:nvSpPr>
          <p:spPr>
            <a:xfrm>
              <a:off x="249665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3">
              <a:extLst>
                <a:ext uri="{FF2B5EF4-FFF2-40B4-BE49-F238E27FC236}">
                  <a16:creationId xmlns:a16="http://schemas.microsoft.com/office/drawing/2014/main" id="{03F675EC-7AAB-AC50-E27D-FCA842DE79BF}"/>
                </a:ext>
              </a:extLst>
            </p:cNvPr>
            <p:cNvSpPr/>
            <p:nvPr/>
          </p:nvSpPr>
          <p:spPr>
            <a:xfrm>
              <a:off x="250609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4">
              <a:extLst>
                <a:ext uri="{FF2B5EF4-FFF2-40B4-BE49-F238E27FC236}">
                  <a16:creationId xmlns:a16="http://schemas.microsoft.com/office/drawing/2014/main" id="{56C83CF6-8AD3-DF29-3C84-27A9D5DEEBAF}"/>
                </a:ext>
              </a:extLst>
            </p:cNvPr>
            <p:cNvSpPr/>
            <p:nvPr/>
          </p:nvSpPr>
          <p:spPr>
            <a:xfrm>
              <a:off x="251553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5">
              <a:extLst>
                <a:ext uri="{FF2B5EF4-FFF2-40B4-BE49-F238E27FC236}">
                  <a16:creationId xmlns:a16="http://schemas.microsoft.com/office/drawing/2014/main" id="{F17A8CF0-9AE3-C4CD-29E7-3A87CF02F6A8}"/>
                </a:ext>
              </a:extLst>
            </p:cNvPr>
            <p:cNvSpPr/>
            <p:nvPr/>
          </p:nvSpPr>
          <p:spPr>
            <a:xfrm>
              <a:off x="252497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6">
              <a:extLst>
                <a:ext uri="{FF2B5EF4-FFF2-40B4-BE49-F238E27FC236}">
                  <a16:creationId xmlns:a16="http://schemas.microsoft.com/office/drawing/2014/main" id="{F996E77E-71F1-8CC7-6899-4D5F6FCBA91F}"/>
                </a:ext>
              </a:extLst>
            </p:cNvPr>
            <p:cNvSpPr/>
            <p:nvPr/>
          </p:nvSpPr>
          <p:spPr>
            <a:xfrm>
              <a:off x="253441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7">
              <a:extLst>
                <a:ext uri="{FF2B5EF4-FFF2-40B4-BE49-F238E27FC236}">
                  <a16:creationId xmlns:a16="http://schemas.microsoft.com/office/drawing/2014/main" id="{331EACF8-AE57-9751-E497-B3DED72BD47B}"/>
                </a:ext>
              </a:extLst>
            </p:cNvPr>
            <p:cNvSpPr/>
            <p:nvPr/>
          </p:nvSpPr>
          <p:spPr>
            <a:xfrm>
              <a:off x="254385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8">
              <a:extLst>
                <a:ext uri="{FF2B5EF4-FFF2-40B4-BE49-F238E27FC236}">
                  <a16:creationId xmlns:a16="http://schemas.microsoft.com/office/drawing/2014/main" id="{B095A342-286E-23B2-4C89-23F757817C4E}"/>
                </a:ext>
              </a:extLst>
            </p:cNvPr>
            <p:cNvSpPr/>
            <p:nvPr/>
          </p:nvSpPr>
          <p:spPr>
            <a:xfrm>
              <a:off x="255329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79">
              <a:extLst>
                <a:ext uri="{FF2B5EF4-FFF2-40B4-BE49-F238E27FC236}">
                  <a16:creationId xmlns:a16="http://schemas.microsoft.com/office/drawing/2014/main" id="{E4CFC158-138D-6530-1B10-6A566B234FC4}"/>
                </a:ext>
              </a:extLst>
            </p:cNvPr>
            <p:cNvSpPr/>
            <p:nvPr/>
          </p:nvSpPr>
          <p:spPr>
            <a:xfrm>
              <a:off x="256273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0">
              <a:extLst>
                <a:ext uri="{FF2B5EF4-FFF2-40B4-BE49-F238E27FC236}">
                  <a16:creationId xmlns:a16="http://schemas.microsoft.com/office/drawing/2014/main" id="{D0CD7991-87A3-954F-9BB8-3376345E6C42}"/>
                </a:ext>
              </a:extLst>
            </p:cNvPr>
            <p:cNvSpPr/>
            <p:nvPr/>
          </p:nvSpPr>
          <p:spPr>
            <a:xfrm>
              <a:off x="257217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1">
              <a:extLst>
                <a:ext uri="{FF2B5EF4-FFF2-40B4-BE49-F238E27FC236}">
                  <a16:creationId xmlns:a16="http://schemas.microsoft.com/office/drawing/2014/main" id="{0C8E63A6-4D7F-D002-113F-CFBDF5CDE3A3}"/>
                </a:ext>
              </a:extLst>
            </p:cNvPr>
            <p:cNvSpPr/>
            <p:nvPr/>
          </p:nvSpPr>
          <p:spPr>
            <a:xfrm>
              <a:off x="258161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2">
              <a:extLst>
                <a:ext uri="{FF2B5EF4-FFF2-40B4-BE49-F238E27FC236}">
                  <a16:creationId xmlns:a16="http://schemas.microsoft.com/office/drawing/2014/main" id="{9198C4E8-AB4D-5E2F-B2B5-36A34F3F0D26}"/>
                </a:ext>
              </a:extLst>
            </p:cNvPr>
            <p:cNvSpPr/>
            <p:nvPr/>
          </p:nvSpPr>
          <p:spPr>
            <a:xfrm>
              <a:off x="259105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3">
              <a:extLst>
                <a:ext uri="{FF2B5EF4-FFF2-40B4-BE49-F238E27FC236}">
                  <a16:creationId xmlns:a16="http://schemas.microsoft.com/office/drawing/2014/main" id="{30DB1321-2144-38CD-9292-EEF2A42BB875}"/>
                </a:ext>
              </a:extLst>
            </p:cNvPr>
            <p:cNvSpPr/>
            <p:nvPr/>
          </p:nvSpPr>
          <p:spPr>
            <a:xfrm>
              <a:off x="260049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4">
              <a:extLst>
                <a:ext uri="{FF2B5EF4-FFF2-40B4-BE49-F238E27FC236}">
                  <a16:creationId xmlns:a16="http://schemas.microsoft.com/office/drawing/2014/main" id="{6496D6AB-8858-C89F-1633-3F53FEF343DF}"/>
                </a:ext>
              </a:extLst>
            </p:cNvPr>
            <p:cNvSpPr/>
            <p:nvPr/>
          </p:nvSpPr>
          <p:spPr>
            <a:xfrm>
              <a:off x="260993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5">
              <a:extLst>
                <a:ext uri="{FF2B5EF4-FFF2-40B4-BE49-F238E27FC236}">
                  <a16:creationId xmlns:a16="http://schemas.microsoft.com/office/drawing/2014/main" id="{56DE0310-67FB-4DFA-B86E-E3A4F664524E}"/>
                </a:ext>
              </a:extLst>
            </p:cNvPr>
            <p:cNvSpPr/>
            <p:nvPr/>
          </p:nvSpPr>
          <p:spPr>
            <a:xfrm>
              <a:off x="261937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6">
              <a:extLst>
                <a:ext uri="{FF2B5EF4-FFF2-40B4-BE49-F238E27FC236}">
                  <a16:creationId xmlns:a16="http://schemas.microsoft.com/office/drawing/2014/main" id="{B984CA26-7610-1255-C927-3C480773BD87}"/>
                </a:ext>
              </a:extLst>
            </p:cNvPr>
            <p:cNvSpPr/>
            <p:nvPr/>
          </p:nvSpPr>
          <p:spPr>
            <a:xfrm>
              <a:off x="262881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7">
              <a:extLst>
                <a:ext uri="{FF2B5EF4-FFF2-40B4-BE49-F238E27FC236}">
                  <a16:creationId xmlns:a16="http://schemas.microsoft.com/office/drawing/2014/main" id="{961A3C04-F01F-3FEF-0FE2-A1ED89BEE38B}"/>
                </a:ext>
              </a:extLst>
            </p:cNvPr>
            <p:cNvSpPr/>
            <p:nvPr/>
          </p:nvSpPr>
          <p:spPr>
            <a:xfrm>
              <a:off x="263825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8">
              <a:extLst>
                <a:ext uri="{FF2B5EF4-FFF2-40B4-BE49-F238E27FC236}">
                  <a16:creationId xmlns:a16="http://schemas.microsoft.com/office/drawing/2014/main" id="{948388C5-4FBF-15F0-45BA-2AF9C9B3A58A}"/>
                </a:ext>
              </a:extLst>
            </p:cNvPr>
            <p:cNvSpPr/>
            <p:nvPr/>
          </p:nvSpPr>
          <p:spPr>
            <a:xfrm>
              <a:off x="264769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89">
              <a:extLst>
                <a:ext uri="{FF2B5EF4-FFF2-40B4-BE49-F238E27FC236}">
                  <a16:creationId xmlns:a16="http://schemas.microsoft.com/office/drawing/2014/main" id="{C05262CC-412A-9801-C51F-54DA9678DFFC}"/>
                </a:ext>
              </a:extLst>
            </p:cNvPr>
            <p:cNvSpPr/>
            <p:nvPr/>
          </p:nvSpPr>
          <p:spPr>
            <a:xfrm>
              <a:off x="265713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0">
              <a:extLst>
                <a:ext uri="{FF2B5EF4-FFF2-40B4-BE49-F238E27FC236}">
                  <a16:creationId xmlns:a16="http://schemas.microsoft.com/office/drawing/2014/main" id="{15BF7623-C5D4-ADD7-CDC5-8277009803A7}"/>
                </a:ext>
              </a:extLst>
            </p:cNvPr>
            <p:cNvSpPr/>
            <p:nvPr/>
          </p:nvSpPr>
          <p:spPr>
            <a:xfrm>
              <a:off x="266657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1">
              <a:extLst>
                <a:ext uri="{FF2B5EF4-FFF2-40B4-BE49-F238E27FC236}">
                  <a16:creationId xmlns:a16="http://schemas.microsoft.com/office/drawing/2014/main" id="{59E27E00-63D8-B049-1E00-C565F43105B5}"/>
                </a:ext>
              </a:extLst>
            </p:cNvPr>
            <p:cNvSpPr/>
            <p:nvPr/>
          </p:nvSpPr>
          <p:spPr>
            <a:xfrm>
              <a:off x="267601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2">
              <a:extLst>
                <a:ext uri="{FF2B5EF4-FFF2-40B4-BE49-F238E27FC236}">
                  <a16:creationId xmlns:a16="http://schemas.microsoft.com/office/drawing/2014/main" id="{A49147A6-3806-44D4-6896-2D0A0DE7B522}"/>
                </a:ext>
              </a:extLst>
            </p:cNvPr>
            <p:cNvSpPr/>
            <p:nvPr/>
          </p:nvSpPr>
          <p:spPr>
            <a:xfrm>
              <a:off x="268545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3">
              <a:extLst>
                <a:ext uri="{FF2B5EF4-FFF2-40B4-BE49-F238E27FC236}">
                  <a16:creationId xmlns:a16="http://schemas.microsoft.com/office/drawing/2014/main" id="{FAAD3215-2881-5081-0B7D-2591B414EC82}"/>
                </a:ext>
              </a:extLst>
            </p:cNvPr>
            <p:cNvSpPr/>
            <p:nvPr/>
          </p:nvSpPr>
          <p:spPr>
            <a:xfrm>
              <a:off x="269489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4">
              <a:extLst>
                <a:ext uri="{FF2B5EF4-FFF2-40B4-BE49-F238E27FC236}">
                  <a16:creationId xmlns:a16="http://schemas.microsoft.com/office/drawing/2014/main" id="{9379779E-8E33-0115-8800-11A2BA635C3E}"/>
                </a:ext>
              </a:extLst>
            </p:cNvPr>
            <p:cNvSpPr/>
            <p:nvPr/>
          </p:nvSpPr>
          <p:spPr>
            <a:xfrm>
              <a:off x="270433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5">
              <a:extLst>
                <a:ext uri="{FF2B5EF4-FFF2-40B4-BE49-F238E27FC236}">
                  <a16:creationId xmlns:a16="http://schemas.microsoft.com/office/drawing/2014/main" id="{DED5CE6C-B4B8-F964-D205-B8F127EF5E52}"/>
                </a:ext>
              </a:extLst>
            </p:cNvPr>
            <p:cNvSpPr/>
            <p:nvPr/>
          </p:nvSpPr>
          <p:spPr>
            <a:xfrm>
              <a:off x="2713776" y="2185361"/>
              <a:ext cx="922198" cy="914400"/>
            </a:xfrm>
            <a:custGeom>
              <a:avLst/>
              <a:gdLst/>
              <a:ahLst/>
              <a:cxnLst/>
              <a:rect l="0" t="0" r="0" b="0"/>
              <a:pathLst>
                <a:path w="92219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6">
              <a:extLst>
                <a:ext uri="{FF2B5EF4-FFF2-40B4-BE49-F238E27FC236}">
                  <a16:creationId xmlns:a16="http://schemas.microsoft.com/office/drawing/2014/main" id="{8188E7D8-EE93-D34B-D17F-4F7115D03944}"/>
                </a:ext>
              </a:extLst>
            </p:cNvPr>
            <p:cNvSpPr/>
            <p:nvPr/>
          </p:nvSpPr>
          <p:spPr>
            <a:xfrm>
              <a:off x="2921461" y="218536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399" y="907761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7">
              <a:extLst>
                <a:ext uri="{FF2B5EF4-FFF2-40B4-BE49-F238E27FC236}">
                  <a16:creationId xmlns:a16="http://schemas.microsoft.com/office/drawing/2014/main" id="{791E9C04-F8AC-42CF-1620-D32A4D837570}"/>
                </a:ext>
              </a:extLst>
            </p:cNvPr>
            <p:cNvSpPr/>
            <p:nvPr/>
          </p:nvSpPr>
          <p:spPr>
            <a:xfrm>
              <a:off x="2930902" y="218536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400" y="901375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8">
              <a:extLst>
                <a:ext uri="{FF2B5EF4-FFF2-40B4-BE49-F238E27FC236}">
                  <a16:creationId xmlns:a16="http://schemas.microsoft.com/office/drawing/2014/main" id="{38E6A6CD-0796-D729-6648-EDE6079F4E45}"/>
                </a:ext>
              </a:extLst>
            </p:cNvPr>
            <p:cNvSpPr/>
            <p:nvPr/>
          </p:nvSpPr>
          <p:spPr>
            <a:xfrm>
              <a:off x="2940342" y="216779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899">
              <a:extLst>
                <a:ext uri="{FF2B5EF4-FFF2-40B4-BE49-F238E27FC236}">
                  <a16:creationId xmlns:a16="http://schemas.microsoft.com/office/drawing/2014/main" id="{F59C7244-25AC-F42F-C782-D7E9B5F0D3CA}"/>
                </a:ext>
              </a:extLst>
            </p:cNvPr>
            <p:cNvSpPr/>
            <p:nvPr/>
          </p:nvSpPr>
          <p:spPr>
            <a:xfrm>
              <a:off x="294034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0">
              <a:extLst>
                <a:ext uri="{FF2B5EF4-FFF2-40B4-BE49-F238E27FC236}">
                  <a16:creationId xmlns:a16="http://schemas.microsoft.com/office/drawing/2014/main" id="{CD1B04B9-BAEC-8706-647C-9C2F1A7F55E9}"/>
                </a:ext>
              </a:extLst>
            </p:cNvPr>
            <p:cNvSpPr/>
            <p:nvPr/>
          </p:nvSpPr>
          <p:spPr>
            <a:xfrm>
              <a:off x="294978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1">
              <a:extLst>
                <a:ext uri="{FF2B5EF4-FFF2-40B4-BE49-F238E27FC236}">
                  <a16:creationId xmlns:a16="http://schemas.microsoft.com/office/drawing/2014/main" id="{CE44536F-56B4-F6CD-F984-6D9D725821C9}"/>
                </a:ext>
              </a:extLst>
            </p:cNvPr>
            <p:cNvSpPr/>
            <p:nvPr/>
          </p:nvSpPr>
          <p:spPr>
            <a:xfrm>
              <a:off x="295922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2">
              <a:extLst>
                <a:ext uri="{FF2B5EF4-FFF2-40B4-BE49-F238E27FC236}">
                  <a16:creationId xmlns:a16="http://schemas.microsoft.com/office/drawing/2014/main" id="{5D745E2A-1F61-5355-82E9-AB9E2FBC3FE7}"/>
                </a:ext>
              </a:extLst>
            </p:cNvPr>
            <p:cNvSpPr/>
            <p:nvPr/>
          </p:nvSpPr>
          <p:spPr>
            <a:xfrm>
              <a:off x="296866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3">
              <a:extLst>
                <a:ext uri="{FF2B5EF4-FFF2-40B4-BE49-F238E27FC236}">
                  <a16:creationId xmlns:a16="http://schemas.microsoft.com/office/drawing/2014/main" id="{5F5B7565-F5BD-4BF8-0037-F280F38F9A10}"/>
                </a:ext>
              </a:extLst>
            </p:cNvPr>
            <p:cNvSpPr/>
            <p:nvPr/>
          </p:nvSpPr>
          <p:spPr>
            <a:xfrm>
              <a:off x="297810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4">
              <a:extLst>
                <a:ext uri="{FF2B5EF4-FFF2-40B4-BE49-F238E27FC236}">
                  <a16:creationId xmlns:a16="http://schemas.microsoft.com/office/drawing/2014/main" id="{754EB4CE-2315-F9A3-B10A-70A8D482E92F}"/>
                </a:ext>
              </a:extLst>
            </p:cNvPr>
            <p:cNvSpPr/>
            <p:nvPr/>
          </p:nvSpPr>
          <p:spPr>
            <a:xfrm>
              <a:off x="298754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5">
              <a:extLst>
                <a:ext uri="{FF2B5EF4-FFF2-40B4-BE49-F238E27FC236}">
                  <a16:creationId xmlns:a16="http://schemas.microsoft.com/office/drawing/2014/main" id="{AD302E41-6EC1-470F-729B-FE82A75987A9}"/>
                </a:ext>
              </a:extLst>
            </p:cNvPr>
            <p:cNvSpPr/>
            <p:nvPr/>
          </p:nvSpPr>
          <p:spPr>
            <a:xfrm>
              <a:off x="299698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6">
              <a:extLst>
                <a:ext uri="{FF2B5EF4-FFF2-40B4-BE49-F238E27FC236}">
                  <a16:creationId xmlns:a16="http://schemas.microsoft.com/office/drawing/2014/main" id="{5D291E84-5166-8149-F892-5FC570601392}"/>
                </a:ext>
              </a:extLst>
            </p:cNvPr>
            <p:cNvSpPr/>
            <p:nvPr/>
          </p:nvSpPr>
          <p:spPr>
            <a:xfrm>
              <a:off x="300642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7">
              <a:extLst>
                <a:ext uri="{FF2B5EF4-FFF2-40B4-BE49-F238E27FC236}">
                  <a16:creationId xmlns:a16="http://schemas.microsoft.com/office/drawing/2014/main" id="{2395F1AE-9F39-5CD8-AF62-EBE272C0129B}"/>
                </a:ext>
              </a:extLst>
            </p:cNvPr>
            <p:cNvSpPr/>
            <p:nvPr/>
          </p:nvSpPr>
          <p:spPr>
            <a:xfrm>
              <a:off x="301586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8">
              <a:extLst>
                <a:ext uri="{FF2B5EF4-FFF2-40B4-BE49-F238E27FC236}">
                  <a16:creationId xmlns:a16="http://schemas.microsoft.com/office/drawing/2014/main" id="{043D0DD8-49DB-7C31-6CFB-26C5086633BB}"/>
                </a:ext>
              </a:extLst>
            </p:cNvPr>
            <p:cNvSpPr/>
            <p:nvPr/>
          </p:nvSpPr>
          <p:spPr>
            <a:xfrm>
              <a:off x="302530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09">
              <a:extLst>
                <a:ext uri="{FF2B5EF4-FFF2-40B4-BE49-F238E27FC236}">
                  <a16:creationId xmlns:a16="http://schemas.microsoft.com/office/drawing/2014/main" id="{7AB01A58-138C-C1E7-D8F3-B7731CC31F3C}"/>
                </a:ext>
              </a:extLst>
            </p:cNvPr>
            <p:cNvSpPr/>
            <p:nvPr/>
          </p:nvSpPr>
          <p:spPr>
            <a:xfrm>
              <a:off x="303474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0">
              <a:extLst>
                <a:ext uri="{FF2B5EF4-FFF2-40B4-BE49-F238E27FC236}">
                  <a16:creationId xmlns:a16="http://schemas.microsoft.com/office/drawing/2014/main" id="{A0CFB30A-6148-2C66-F3C0-D779C12FABAC}"/>
                </a:ext>
              </a:extLst>
            </p:cNvPr>
            <p:cNvSpPr/>
            <p:nvPr/>
          </p:nvSpPr>
          <p:spPr>
            <a:xfrm>
              <a:off x="304418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1">
              <a:extLst>
                <a:ext uri="{FF2B5EF4-FFF2-40B4-BE49-F238E27FC236}">
                  <a16:creationId xmlns:a16="http://schemas.microsoft.com/office/drawing/2014/main" id="{BD5AF0BA-ED5A-E3DB-BF90-A206F3BE3505}"/>
                </a:ext>
              </a:extLst>
            </p:cNvPr>
            <p:cNvSpPr/>
            <p:nvPr/>
          </p:nvSpPr>
          <p:spPr>
            <a:xfrm>
              <a:off x="305362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2">
              <a:extLst>
                <a:ext uri="{FF2B5EF4-FFF2-40B4-BE49-F238E27FC236}">
                  <a16:creationId xmlns:a16="http://schemas.microsoft.com/office/drawing/2014/main" id="{08C983B2-568A-EA5A-A933-0CA2DFE40F2F}"/>
                </a:ext>
              </a:extLst>
            </p:cNvPr>
            <p:cNvSpPr/>
            <p:nvPr/>
          </p:nvSpPr>
          <p:spPr>
            <a:xfrm>
              <a:off x="306306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3">
              <a:extLst>
                <a:ext uri="{FF2B5EF4-FFF2-40B4-BE49-F238E27FC236}">
                  <a16:creationId xmlns:a16="http://schemas.microsoft.com/office/drawing/2014/main" id="{EDD8D8CB-F310-2F70-14C8-301D2C1926DF}"/>
                </a:ext>
              </a:extLst>
            </p:cNvPr>
            <p:cNvSpPr/>
            <p:nvPr/>
          </p:nvSpPr>
          <p:spPr>
            <a:xfrm>
              <a:off x="307250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4">
              <a:extLst>
                <a:ext uri="{FF2B5EF4-FFF2-40B4-BE49-F238E27FC236}">
                  <a16:creationId xmlns:a16="http://schemas.microsoft.com/office/drawing/2014/main" id="{24C54B45-EAF3-9F59-3BE5-C0A571CA8DF9}"/>
                </a:ext>
              </a:extLst>
            </p:cNvPr>
            <p:cNvSpPr/>
            <p:nvPr/>
          </p:nvSpPr>
          <p:spPr>
            <a:xfrm>
              <a:off x="308194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5">
              <a:extLst>
                <a:ext uri="{FF2B5EF4-FFF2-40B4-BE49-F238E27FC236}">
                  <a16:creationId xmlns:a16="http://schemas.microsoft.com/office/drawing/2014/main" id="{7C363D6D-3598-4566-864F-12179C08BA81}"/>
                </a:ext>
              </a:extLst>
            </p:cNvPr>
            <p:cNvSpPr/>
            <p:nvPr/>
          </p:nvSpPr>
          <p:spPr>
            <a:xfrm>
              <a:off x="309138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6">
              <a:extLst>
                <a:ext uri="{FF2B5EF4-FFF2-40B4-BE49-F238E27FC236}">
                  <a16:creationId xmlns:a16="http://schemas.microsoft.com/office/drawing/2014/main" id="{A7855A2C-D631-21FB-46B6-83498F4A391C}"/>
                </a:ext>
              </a:extLst>
            </p:cNvPr>
            <p:cNvSpPr/>
            <p:nvPr/>
          </p:nvSpPr>
          <p:spPr>
            <a:xfrm>
              <a:off x="310082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7">
              <a:extLst>
                <a:ext uri="{FF2B5EF4-FFF2-40B4-BE49-F238E27FC236}">
                  <a16:creationId xmlns:a16="http://schemas.microsoft.com/office/drawing/2014/main" id="{698531A3-9234-BE03-5D08-8C9723380CB0}"/>
                </a:ext>
              </a:extLst>
            </p:cNvPr>
            <p:cNvSpPr/>
            <p:nvPr/>
          </p:nvSpPr>
          <p:spPr>
            <a:xfrm>
              <a:off x="311026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8">
              <a:extLst>
                <a:ext uri="{FF2B5EF4-FFF2-40B4-BE49-F238E27FC236}">
                  <a16:creationId xmlns:a16="http://schemas.microsoft.com/office/drawing/2014/main" id="{B1D0B01A-65D8-E03D-64E1-ECBA9177EFA7}"/>
                </a:ext>
              </a:extLst>
            </p:cNvPr>
            <p:cNvSpPr/>
            <p:nvPr/>
          </p:nvSpPr>
          <p:spPr>
            <a:xfrm>
              <a:off x="311970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19">
              <a:extLst>
                <a:ext uri="{FF2B5EF4-FFF2-40B4-BE49-F238E27FC236}">
                  <a16:creationId xmlns:a16="http://schemas.microsoft.com/office/drawing/2014/main" id="{EC3846A7-0FDB-CB8C-E45B-9C352D12D1D5}"/>
                </a:ext>
              </a:extLst>
            </p:cNvPr>
            <p:cNvSpPr/>
            <p:nvPr/>
          </p:nvSpPr>
          <p:spPr>
            <a:xfrm>
              <a:off x="312914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0">
              <a:extLst>
                <a:ext uri="{FF2B5EF4-FFF2-40B4-BE49-F238E27FC236}">
                  <a16:creationId xmlns:a16="http://schemas.microsoft.com/office/drawing/2014/main" id="{F1DD2B5B-6379-9D25-1A6A-79D96B899611}"/>
                </a:ext>
              </a:extLst>
            </p:cNvPr>
            <p:cNvSpPr/>
            <p:nvPr/>
          </p:nvSpPr>
          <p:spPr>
            <a:xfrm>
              <a:off x="313858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1">
              <a:extLst>
                <a:ext uri="{FF2B5EF4-FFF2-40B4-BE49-F238E27FC236}">
                  <a16:creationId xmlns:a16="http://schemas.microsoft.com/office/drawing/2014/main" id="{0BF0CE48-EB0B-95A3-7040-7DACF5A0DCCB}"/>
                </a:ext>
              </a:extLst>
            </p:cNvPr>
            <p:cNvSpPr/>
            <p:nvPr/>
          </p:nvSpPr>
          <p:spPr>
            <a:xfrm>
              <a:off x="314802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2">
              <a:extLst>
                <a:ext uri="{FF2B5EF4-FFF2-40B4-BE49-F238E27FC236}">
                  <a16:creationId xmlns:a16="http://schemas.microsoft.com/office/drawing/2014/main" id="{331704DD-40A0-54BB-E46B-615020F76214}"/>
                </a:ext>
              </a:extLst>
            </p:cNvPr>
            <p:cNvSpPr/>
            <p:nvPr/>
          </p:nvSpPr>
          <p:spPr>
            <a:xfrm>
              <a:off x="315746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3">
              <a:extLst>
                <a:ext uri="{FF2B5EF4-FFF2-40B4-BE49-F238E27FC236}">
                  <a16:creationId xmlns:a16="http://schemas.microsoft.com/office/drawing/2014/main" id="{FCB1BBCB-DC4C-11BF-98CF-A240A5381DF7}"/>
                </a:ext>
              </a:extLst>
            </p:cNvPr>
            <p:cNvSpPr/>
            <p:nvPr/>
          </p:nvSpPr>
          <p:spPr>
            <a:xfrm>
              <a:off x="316690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4">
              <a:extLst>
                <a:ext uri="{FF2B5EF4-FFF2-40B4-BE49-F238E27FC236}">
                  <a16:creationId xmlns:a16="http://schemas.microsoft.com/office/drawing/2014/main" id="{C5BED23D-B614-9716-A2E2-55FAA94C7AB5}"/>
                </a:ext>
              </a:extLst>
            </p:cNvPr>
            <p:cNvSpPr/>
            <p:nvPr/>
          </p:nvSpPr>
          <p:spPr>
            <a:xfrm>
              <a:off x="317634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5">
              <a:extLst>
                <a:ext uri="{FF2B5EF4-FFF2-40B4-BE49-F238E27FC236}">
                  <a16:creationId xmlns:a16="http://schemas.microsoft.com/office/drawing/2014/main" id="{B33ACA18-6C2A-2589-439C-C45D9362B7E0}"/>
                </a:ext>
              </a:extLst>
            </p:cNvPr>
            <p:cNvSpPr/>
            <p:nvPr/>
          </p:nvSpPr>
          <p:spPr>
            <a:xfrm>
              <a:off x="318578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6">
              <a:extLst>
                <a:ext uri="{FF2B5EF4-FFF2-40B4-BE49-F238E27FC236}">
                  <a16:creationId xmlns:a16="http://schemas.microsoft.com/office/drawing/2014/main" id="{FF5D711D-CD42-D1C3-63AE-E0C932582608}"/>
                </a:ext>
              </a:extLst>
            </p:cNvPr>
            <p:cNvSpPr/>
            <p:nvPr/>
          </p:nvSpPr>
          <p:spPr>
            <a:xfrm>
              <a:off x="319522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7">
              <a:extLst>
                <a:ext uri="{FF2B5EF4-FFF2-40B4-BE49-F238E27FC236}">
                  <a16:creationId xmlns:a16="http://schemas.microsoft.com/office/drawing/2014/main" id="{21E23C31-C3A5-FD54-919C-088CDD88D6D0}"/>
                </a:ext>
              </a:extLst>
            </p:cNvPr>
            <p:cNvSpPr/>
            <p:nvPr/>
          </p:nvSpPr>
          <p:spPr>
            <a:xfrm>
              <a:off x="320466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8">
              <a:extLst>
                <a:ext uri="{FF2B5EF4-FFF2-40B4-BE49-F238E27FC236}">
                  <a16:creationId xmlns:a16="http://schemas.microsoft.com/office/drawing/2014/main" id="{BF2F25CC-F2BC-0C91-FBC2-79204BED2731}"/>
                </a:ext>
              </a:extLst>
            </p:cNvPr>
            <p:cNvSpPr/>
            <p:nvPr/>
          </p:nvSpPr>
          <p:spPr>
            <a:xfrm>
              <a:off x="321410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29">
              <a:extLst>
                <a:ext uri="{FF2B5EF4-FFF2-40B4-BE49-F238E27FC236}">
                  <a16:creationId xmlns:a16="http://schemas.microsoft.com/office/drawing/2014/main" id="{88F23B82-B591-6AAD-406A-A16E0DECC10E}"/>
                </a:ext>
              </a:extLst>
            </p:cNvPr>
            <p:cNvSpPr/>
            <p:nvPr/>
          </p:nvSpPr>
          <p:spPr>
            <a:xfrm>
              <a:off x="322354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0">
              <a:extLst>
                <a:ext uri="{FF2B5EF4-FFF2-40B4-BE49-F238E27FC236}">
                  <a16:creationId xmlns:a16="http://schemas.microsoft.com/office/drawing/2014/main" id="{3ECA6C76-0F7E-713F-A9E4-AABB602E9CD4}"/>
                </a:ext>
              </a:extLst>
            </p:cNvPr>
            <p:cNvSpPr/>
            <p:nvPr/>
          </p:nvSpPr>
          <p:spPr>
            <a:xfrm>
              <a:off x="323298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1">
              <a:extLst>
                <a:ext uri="{FF2B5EF4-FFF2-40B4-BE49-F238E27FC236}">
                  <a16:creationId xmlns:a16="http://schemas.microsoft.com/office/drawing/2014/main" id="{299D9E03-A771-2FA7-5EB2-176530E0071D}"/>
                </a:ext>
              </a:extLst>
            </p:cNvPr>
            <p:cNvSpPr/>
            <p:nvPr/>
          </p:nvSpPr>
          <p:spPr>
            <a:xfrm>
              <a:off x="324242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2">
              <a:extLst>
                <a:ext uri="{FF2B5EF4-FFF2-40B4-BE49-F238E27FC236}">
                  <a16:creationId xmlns:a16="http://schemas.microsoft.com/office/drawing/2014/main" id="{794AD94F-3CBE-F2C4-FE2B-0F8C8969F06F}"/>
                </a:ext>
              </a:extLst>
            </p:cNvPr>
            <p:cNvSpPr/>
            <p:nvPr/>
          </p:nvSpPr>
          <p:spPr>
            <a:xfrm>
              <a:off x="325187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3">
              <a:extLst>
                <a:ext uri="{FF2B5EF4-FFF2-40B4-BE49-F238E27FC236}">
                  <a16:creationId xmlns:a16="http://schemas.microsoft.com/office/drawing/2014/main" id="{6F1F0625-529F-AAA5-39F7-04CB6B6A3AED}"/>
                </a:ext>
              </a:extLst>
            </p:cNvPr>
            <p:cNvSpPr/>
            <p:nvPr/>
          </p:nvSpPr>
          <p:spPr>
            <a:xfrm>
              <a:off x="326131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4">
              <a:extLst>
                <a:ext uri="{FF2B5EF4-FFF2-40B4-BE49-F238E27FC236}">
                  <a16:creationId xmlns:a16="http://schemas.microsoft.com/office/drawing/2014/main" id="{16402F4D-53F1-56F7-3CD9-361E4B7D3D6C}"/>
                </a:ext>
              </a:extLst>
            </p:cNvPr>
            <p:cNvSpPr/>
            <p:nvPr/>
          </p:nvSpPr>
          <p:spPr>
            <a:xfrm>
              <a:off x="327075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5">
              <a:extLst>
                <a:ext uri="{FF2B5EF4-FFF2-40B4-BE49-F238E27FC236}">
                  <a16:creationId xmlns:a16="http://schemas.microsoft.com/office/drawing/2014/main" id="{210C0B82-4439-4F4A-2E26-CA73AD2441D4}"/>
                </a:ext>
              </a:extLst>
            </p:cNvPr>
            <p:cNvSpPr/>
            <p:nvPr/>
          </p:nvSpPr>
          <p:spPr>
            <a:xfrm>
              <a:off x="328019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6">
              <a:extLst>
                <a:ext uri="{FF2B5EF4-FFF2-40B4-BE49-F238E27FC236}">
                  <a16:creationId xmlns:a16="http://schemas.microsoft.com/office/drawing/2014/main" id="{B0285FB4-4792-FCD2-CD3F-7DF1A87762C2}"/>
                </a:ext>
              </a:extLst>
            </p:cNvPr>
            <p:cNvSpPr/>
            <p:nvPr/>
          </p:nvSpPr>
          <p:spPr>
            <a:xfrm>
              <a:off x="328963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7">
              <a:extLst>
                <a:ext uri="{FF2B5EF4-FFF2-40B4-BE49-F238E27FC236}">
                  <a16:creationId xmlns:a16="http://schemas.microsoft.com/office/drawing/2014/main" id="{98E5ACB3-F6D2-3377-1F8D-238653F713A5}"/>
                </a:ext>
              </a:extLst>
            </p:cNvPr>
            <p:cNvSpPr/>
            <p:nvPr/>
          </p:nvSpPr>
          <p:spPr>
            <a:xfrm>
              <a:off x="329907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8">
              <a:extLst>
                <a:ext uri="{FF2B5EF4-FFF2-40B4-BE49-F238E27FC236}">
                  <a16:creationId xmlns:a16="http://schemas.microsoft.com/office/drawing/2014/main" id="{26EE7EB5-7DFC-15A7-7417-9BF0F153B607}"/>
                </a:ext>
              </a:extLst>
            </p:cNvPr>
            <p:cNvSpPr/>
            <p:nvPr/>
          </p:nvSpPr>
          <p:spPr>
            <a:xfrm>
              <a:off x="330851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39">
              <a:extLst>
                <a:ext uri="{FF2B5EF4-FFF2-40B4-BE49-F238E27FC236}">
                  <a16:creationId xmlns:a16="http://schemas.microsoft.com/office/drawing/2014/main" id="{103D5077-05A1-1A45-60F2-A2692EA7C397}"/>
                </a:ext>
              </a:extLst>
            </p:cNvPr>
            <p:cNvSpPr/>
            <p:nvPr/>
          </p:nvSpPr>
          <p:spPr>
            <a:xfrm>
              <a:off x="331795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0">
              <a:extLst>
                <a:ext uri="{FF2B5EF4-FFF2-40B4-BE49-F238E27FC236}">
                  <a16:creationId xmlns:a16="http://schemas.microsoft.com/office/drawing/2014/main" id="{A72B3653-EBCC-468F-3C27-DD89774B9636}"/>
                </a:ext>
              </a:extLst>
            </p:cNvPr>
            <p:cNvSpPr/>
            <p:nvPr/>
          </p:nvSpPr>
          <p:spPr>
            <a:xfrm>
              <a:off x="332739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1">
              <a:extLst>
                <a:ext uri="{FF2B5EF4-FFF2-40B4-BE49-F238E27FC236}">
                  <a16:creationId xmlns:a16="http://schemas.microsoft.com/office/drawing/2014/main" id="{F7D61990-CD5B-2690-0B1D-44B41385C1C8}"/>
                </a:ext>
              </a:extLst>
            </p:cNvPr>
            <p:cNvSpPr/>
            <p:nvPr/>
          </p:nvSpPr>
          <p:spPr>
            <a:xfrm>
              <a:off x="333683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2">
              <a:extLst>
                <a:ext uri="{FF2B5EF4-FFF2-40B4-BE49-F238E27FC236}">
                  <a16:creationId xmlns:a16="http://schemas.microsoft.com/office/drawing/2014/main" id="{F70FF307-7827-FFE4-282A-6FF325DDED0D}"/>
                </a:ext>
              </a:extLst>
            </p:cNvPr>
            <p:cNvSpPr/>
            <p:nvPr/>
          </p:nvSpPr>
          <p:spPr>
            <a:xfrm>
              <a:off x="334627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3">
              <a:extLst>
                <a:ext uri="{FF2B5EF4-FFF2-40B4-BE49-F238E27FC236}">
                  <a16:creationId xmlns:a16="http://schemas.microsoft.com/office/drawing/2014/main" id="{AE167914-05FE-3543-037F-08BFC4F2F7FB}"/>
                </a:ext>
              </a:extLst>
            </p:cNvPr>
            <p:cNvSpPr/>
            <p:nvPr/>
          </p:nvSpPr>
          <p:spPr>
            <a:xfrm>
              <a:off x="335571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4">
              <a:extLst>
                <a:ext uri="{FF2B5EF4-FFF2-40B4-BE49-F238E27FC236}">
                  <a16:creationId xmlns:a16="http://schemas.microsoft.com/office/drawing/2014/main" id="{3C27C5FD-F421-0E9E-E0F3-3695458A7452}"/>
                </a:ext>
              </a:extLst>
            </p:cNvPr>
            <p:cNvSpPr/>
            <p:nvPr/>
          </p:nvSpPr>
          <p:spPr>
            <a:xfrm>
              <a:off x="336515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5">
              <a:extLst>
                <a:ext uri="{FF2B5EF4-FFF2-40B4-BE49-F238E27FC236}">
                  <a16:creationId xmlns:a16="http://schemas.microsoft.com/office/drawing/2014/main" id="{537BFE8E-10B6-BAA4-A07A-C6B0E7D031D6}"/>
                </a:ext>
              </a:extLst>
            </p:cNvPr>
            <p:cNvSpPr/>
            <p:nvPr/>
          </p:nvSpPr>
          <p:spPr>
            <a:xfrm>
              <a:off x="337459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6">
              <a:extLst>
                <a:ext uri="{FF2B5EF4-FFF2-40B4-BE49-F238E27FC236}">
                  <a16:creationId xmlns:a16="http://schemas.microsoft.com/office/drawing/2014/main" id="{C298AAB1-272D-327C-EB11-2BFD927A794F}"/>
                </a:ext>
              </a:extLst>
            </p:cNvPr>
            <p:cNvSpPr/>
            <p:nvPr/>
          </p:nvSpPr>
          <p:spPr>
            <a:xfrm>
              <a:off x="3384033" y="2185361"/>
              <a:ext cx="921538" cy="914400"/>
            </a:xfrm>
            <a:custGeom>
              <a:avLst/>
              <a:gdLst/>
              <a:ahLst/>
              <a:cxnLst/>
              <a:rect l="0" t="0" r="0" b="0"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7">
              <a:extLst>
                <a:ext uri="{FF2B5EF4-FFF2-40B4-BE49-F238E27FC236}">
                  <a16:creationId xmlns:a16="http://schemas.microsoft.com/office/drawing/2014/main" id="{57ED86FF-F42F-BA88-DE62-BC8C6F4CA14E}"/>
                </a:ext>
              </a:extLst>
            </p:cNvPr>
            <p:cNvSpPr/>
            <p:nvPr/>
          </p:nvSpPr>
          <p:spPr>
            <a:xfrm>
              <a:off x="2392808" y="2150222"/>
              <a:ext cx="914400" cy="922636"/>
            </a:xfrm>
            <a:custGeom>
              <a:avLst/>
              <a:gdLst/>
              <a:ahLst/>
              <a:cxnLst/>
              <a:rect l="0" t="0" r="0" b="0"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8">
              <a:extLst>
                <a:ext uri="{FF2B5EF4-FFF2-40B4-BE49-F238E27FC236}">
                  <a16:creationId xmlns:a16="http://schemas.microsoft.com/office/drawing/2014/main" id="{9F87B997-F625-1332-4DC5-4FAE376303CC}"/>
                </a:ext>
              </a:extLst>
            </p:cNvPr>
            <p:cNvSpPr/>
            <p:nvPr/>
          </p:nvSpPr>
          <p:spPr>
            <a:xfrm>
              <a:off x="239280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49">
              <a:extLst>
                <a:ext uri="{FF2B5EF4-FFF2-40B4-BE49-F238E27FC236}">
                  <a16:creationId xmlns:a16="http://schemas.microsoft.com/office/drawing/2014/main" id="{9EC0126E-5F86-C778-2C30-B3151F1AAA0A}"/>
                </a:ext>
              </a:extLst>
            </p:cNvPr>
            <p:cNvSpPr/>
            <p:nvPr/>
          </p:nvSpPr>
          <p:spPr>
            <a:xfrm>
              <a:off x="240224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0">
              <a:extLst>
                <a:ext uri="{FF2B5EF4-FFF2-40B4-BE49-F238E27FC236}">
                  <a16:creationId xmlns:a16="http://schemas.microsoft.com/office/drawing/2014/main" id="{A2FB46D5-F1F8-F21D-9853-7E74CEBBD4F6}"/>
                </a:ext>
              </a:extLst>
            </p:cNvPr>
            <p:cNvSpPr/>
            <p:nvPr/>
          </p:nvSpPr>
          <p:spPr>
            <a:xfrm>
              <a:off x="241168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1">
              <a:extLst>
                <a:ext uri="{FF2B5EF4-FFF2-40B4-BE49-F238E27FC236}">
                  <a16:creationId xmlns:a16="http://schemas.microsoft.com/office/drawing/2014/main" id="{DCF3E823-CEDE-2BF8-EF32-47E7DE23658A}"/>
                </a:ext>
              </a:extLst>
            </p:cNvPr>
            <p:cNvSpPr/>
            <p:nvPr/>
          </p:nvSpPr>
          <p:spPr>
            <a:xfrm>
              <a:off x="242112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2">
              <a:extLst>
                <a:ext uri="{FF2B5EF4-FFF2-40B4-BE49-F238E27FC236}">
                  <a16:creationId xmlns:a16="http://schemas.microsoft.com/office/drawing/2014/main" id="{9BA69913-25E7-B721-195C-4CD2CD1FBF30}"/>
                </a:ext>
              </a:extLst>
            </p:cNvPr>
            <p:cNvSpPr/>
            <p:nvPr/>
          </p:nvSpPr>
          <p:spPr>
            <a:xfrm>
              <a:off x="243056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3">
              <a:extLst>
                <a:ext uri="{FF2B5EF4-FFF2-40B4-BE49-F238E27FC236}">
                  <a16:creationId xmlns:a16="http://schemas.microsoft.com/office/drawing/2014/main" id="{D1A4AFA5-4517-2779-D87A-0AFD6300B46E}"/>
                </a:ext>
              </a:extLst>
            </p:cNvPr>
            <p:cNvSpPr/>
            <p:nvPr/>
          </p:nvSpPr>
          <p:spPr>
            <a:xfrm>
              <a:off x="244000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4">
              <a:extLst>
                <a:ext uri="{FF2B5EF4-FFF2-40B4-BE49-F238E27FC236}">
                  <a16:creationId xmlns:a16="http://schemas.microsoft.com/office/drawing/2014/main" id="{E118986B-8691-CBA7-D09C-C2DCE454F5DA}"/>
                </a:ext>
              </a:extLst>
            </p:cNvPr>
            <p:cNvSpPr/>
            <p:nvPr/>
          </p:nvSpPr>
          <p:spPr>
            <a:xfrm>
              <a:off x="244944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5">
              <a:extLst>
                <a:ext uri="{FF2B5EF4-FFF2-40B4-BE49-F238E27FC236}">
                  <a16:creationId xmlns:a16="http://schemas.microsoft.com/office/drawing/2014/main" id="{C31B868E-6B71-C90B-CAA5-7B0E21CF2370}"/>
                </a:ext>
              </a:extLst>
            </p:cNvPr>
            <p:cNvSpPr/>
            <p:nvPr/>
          </p:nvSpPr>
          <p:spPr>
            <a:xfrm>
              <a:off x="245889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6">
              <a:extLst>
                <a:ext uri="{FF2B5EF4-FFF2-40B4-BE49-F238E27FC236}">
                  <a16:creationId xmlns:a16="http://schemas.microsoft.com/office/drawing/2014/main" id="{0D81294B-301D-D25E-D356-BF6DE329082A}"/>
                </a:ext>
              </a:extLst>
            </p:cNvPr>
            <p:cNvSpPr/>
            <p:nvPr/>
          </p:nvSpPr>
          <p:spPr>
            <a:xfrm>
              <a:off x="246833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7">
              <a:extLst>
                <a:ext uri="{FF2B5EF4-FFF2-40B4-BE49-F238E27FC236}">
                  <a16:creationId xmlns:a16="http://schemas.microsoft.com/office/drawing/2014/main" id="{13CFB09A-4797-45F1-329C-9A1FD780C9F9}"/>
                </a:ext>
              </a:extLst>
            </p:cNvPr>
            <p:cNvSpPr/>
            <p:nvPr/>
          </p:nvSpPr>
          <p:spPr>
            <a:xfrm>
              <a:off x="247777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8">
              <a:extLst>
                <a:ext uri="{FF2B5EF4-FFF2-40B4-BE49-F238E27FC236}">
                  <a16:creationId xmlns:a16="http://schemas.microsoft.com/office/drawing/2014/main" id="{C5050379-62D9-9DEB-FA76-95BB8072FD98}"/>
                </a:ext>
              </a:extLst>
            </p:cNvPr>
            <p:cNvSpPr/>
            <p:nvPr/>
          </p:nvSpPr>
          <p:spPr>
            <a:xfrm>
              <a:off x="248721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59">
              <a:extLst>
                <a:ext uri="{FF2B5EF4-FFF2-40B4-BE49-F238E27FC236}">
                  <a16:creationId xmlns:a16="http://schemas.microsoft.com/office/drawing/2014/main" id="{70B94F2D-B8A3-4DF0-20C5-FA29E7422FA1}"/>
                </a:ext>
              </a:extLst>
            </p:cNvPr>
            <p:cNvSpPr/>
            <p:nvPr/>
          </p:nvSpPr>
          <p:spPr>
            <a:xfrm>
              <a:off x="249665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0">
              <a:extLst>
                <a:ext uri="{FF2B5EF4-FFF2-40B4-BE49-F238E27FC236}">
                  <a16:creationId xmlns:a16="http://schemas.microsoft.com/office/drawing/2014/main" id="{59742201-CC0C-4BF5-96A3-B813160FD1F4}"/>
                </a:ext>
              </a:extLst>
            </p:cNvPr>
            <p:cNvSpPr/>
            <p:nvPr/>
          </p:nvSpPr>
          <p:spPr>
            <a:xfrm>
              <a:off x="250609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1">
              <a:extLst>
                <a:ext uri="{FF2B5EF4-FFF2-40B4-BE49-F238E27FC236}">
                  <a16:creationId xmlns:a16="http://schemas.microsoft.com/office/drawing/2014/main" id="{3A351891-F6F0-5825-56BF-D49B2B7A2CA4}"/>
                </a:ext>
              </a:extLst>
            </p:cNvPr>
            <p:cNvSpPr/>
            <p:nvPr/>
          </p:nvSpPr>
          <p:spPr>
            <a:xfrm>
              <a:off x="251553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2">
              <a:extLst>
                <a:ext uri="{FF2B5EF4-FFF2-40B4-BE49-F238E27FC236}">
                  <a16:creationId xmlns:a16="http://schemas.microsoft.com/office/drawing/2014/main" id="{41E7EBA3-19DD-49C4-BA0F-A9D49D141454}"/>
                </a:ext>
              </a:extLst>
            </p:cNvPr>
            <p:cNvSpPr/>
            <p:nvPr/>
          </p:nvSpPr>
          <p:spPr>
            <a:xfrm>
              <a:off x="252497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3">
              <a:extLst>
                <a:ext uri="{FF2B5EF4-FFF2-40B4-BE49-F238E27FC236}">
                  <a16:creationId xmlns:a16="http://schemas.microsoft.com/office/drawing/2014/main" id="{B7C4ED04-90B3-DD88-3BF3-58258122B312}"/>
                </a:ext>
              </a:extLst>
            </p:cNvPr>
            <p:cNvSpPr/>
            <p:nvPr/>
          </p:nvSpPr>
          <p:spPr>
            <a:xfrm>
              <a:off x="253441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4">
              <a:extLst>
                <a:ext uri="{FF2B5EF4-FFF2-40B4-BE49-F238E27FC236}">
                  <a16:creationId xmlns:a16="http://schemas.microsoft.com/office/drawing/2014/main" id="{6F28A4BC-7A51-188A-05BF-0ED9E035F584}"/>
                </a:ext>
              </a:extLst>
            </p:cNvPr>
            <p:cNvSpPr/>
            <p:nvPr/>
          </p:nvSpPr>
          <p:spPr>
            <a:xfrm>
              <a:off x="254385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5">
              <a:extLst>
                <a:ext uri="{FF2B5EF4-FFF2-40B4-BE49-F238E27FC236}">
                  <a16:creationId xmlns:a16="http://schemas.microsoft.com/office/drawing/2014/main" id="{CE3BB5CA-B37A-AA31-BEC3-D44B9C00C389}"/>
                </a:ext>
              </a:extLst>
            </p:cNvPr>
            <p:cNvSpPr/>
            <p:nvPr/>
          </p:nvSpPr>
          <p:spPr>
            <a:xfrm>
              <a:off x="255329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6">
              <a:extLst>
                <a:ext uri="{FF2B5EF4-FFF2-40B4-BE49-F238E27FC236}">
                  <a16:creationId xmlns:a16="http://schemas.microsoft.com/office/drawing/2014/main" id="{97BDBC7E-6D6F-7CE4-13E6-81394BC87E8B}"/>
                </a:ext>
              </a:extLst>
            </p:cNvPr>
            <p:cNvSpPr/>
            <p:nvPr/>
          </p:nvSpPr>
          <p:spPr>
            <a:xfrm>
              <a:off x="256273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7">
              <a:extLst>
                <a:ext uri="{FF2B5EF4-FFF2-40B4-BE49-F238E27FC236}">
                  <a16:creationId xmlns:a16="http://schemas.microsoft.com/office/drawing/2014/main" id="{667988A6-E50A-D6FA-3F35-F117D6013F41}"/>
                </a:ext>
              </a:extLst>
            </p:cNvPr>
            <p:cNvSpPr/>
            <p:nvPr/>
          </p:nvSpPr>
          <p:spPr>
            <a:xfrm>
              <a:off x="257217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8">
              <a:extLst>
                <a:ext uri="{FF2B5EF4-FFF2-40B4-BE49-F238E27FC236}">
                  <a16:creationId xmlns:a16="http://schemas.microsoft.com/office/drawing/2014/main" id="{EB8D35B7-ED7D-9C79-BCE6-83B8B6F62CE6}"/>
                </a:ext>
              </a:extLst>
            </p:cNvPr>
            <p:cNvSpPr/>
            <p:nvPr/>
          </p:nvSpPr>
          <p:spPr>
            <a:xfrm>
              <a:off x="258161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69">
              <a:extLst>
                <a:ext uri="{FF2B5EF4-FFF2-40B4-BE49-F238E27FC236}">
                  <a16:creationId xmlns:a16="http://schemas.microsoft.com/office/drawing/2014/main" id="{E8E27D7C-871A-7ECE-F4B6-FCF335D2562B}"/>
                </a:ext>
              </a:extLst>
            </p:cNvPr>
            <p:cNvSpPr/>
            <p:nvPr/>
          </p:nvSpPr>
          <p:spPr>
            <a:xfrm>
              <a:off x="259105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0">
              <a:extLst>
                <a:ext uri="{FF2B5EF4-FFF2-40B4-BE49-F238E27FC236}">
                  <a16:creationId xmlns:a16="http://schemas.microsoft.com/office/drawing/2014/main" id="{D6A97EA6-5360-59C3-A815-7D227FC23D90}"/>
                </a:ext>
              </a:extLst>
            </p:cNvPr>
            <p:cNvSpPr/>
            <p:nvPr/>
          </p:nvSpPr>
          <p:spPr>
            <a:xfrm>
              <a:off x="260049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1">
              <a:extLst>
                <a:ext uri="{FF2B5EF4-FFF2-40B4-BE49-F238E27FC236}">
                  <a16:creationId xmlns:a16="http://schemas.microsoft.com/office/drawing/2014/main" id="{A6DE903D-E599-478D-09AC-A1E38A5C43E0}"/>
                </a:ext>
              </a:extLst>
            </p:cNvPr>
            <p:cNvSpPr/>
            <p:nvPr/>
          </p:nvSpPr>
          <p:spPr>
            <a:xfrm>
              <a:off x="260993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2">
              <a:extLst>
                <a:ext uri="{FF2B5EF4-FFF2-40B4-BE49-F238E27FC236}">
                  <a16:creationId xmlns:a16="http://schemas.microsoft.com/office/drawing/2014/main" id="{733EC0ED-46B8-D618-2E30-C9DB910D891C}"/>
                </a:ext>
              </a:extLst>
            </p:cNvPr>
            <p:cNvSpPr/>
            <p:nvPr/>
          </p:nvSpPr>
          <p:spPr>
            <a:xfrm>
              <a:off x="261937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3">
              <a:extLst>
                <a:ext uri="{FF2B5EF4-FFF2-40B4-BE49-F238E27FC236}">
                  <a16:creationId xmlns:a16="http://schemas.microsoft.com/office/drawing/2014/main" id="{BE670C0C-7220-C189-5D7D-B26456AC3D57}"/>
                </a:ext>
              </a:extLst>
            </p:cNvPr>
            <p:cNvSpPr/>
            <p:nvPr/>
          </p:nvSpPr>
          <p:spPr>
            <a:xfrm>
              <a:off x="262881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4">
              <a:extLst>
                <a:ext uri="{FF2B5EF4-FFF2-40B4-BE49-F238E27FC236}">
                  <a16:creationId xmlns:a16="http://schemas.microsoft.com/office/drawing/2014/main" id="{76845FCB-EDA4-A7D6-D6F0-F306A9131DDD}"/>
                </a:ext>
              </a:extLst>
            </p:cNvPr>
            <p:cNvSpPr/>
            <p:nvPr/>
          </p:nvSpPr>
          <p:spPr>
            <a:xfrm>
              <a:off x="263825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5">
              <a:extLst>
                <a:ext uri="{FF2B5EF4-FFF2-40B4-BE49-F238E27FC236}">
                  <a16:creationId xmlns:a16="http://schemas.microsoft.com/office/drawing/2014/main" id="{7A135237-6E40-0020-1079-481683C7BCAE}"/>
                </a:ext>
              </a:extLst>
            </p:cNvPr>
            <p:cNvSpPr/>
            <p:nvPr/>
          </p:nvSpPr>
          <p:spPr>
            <a:xfrm>
              <a:off x="264769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6">
              <a:extLst>
                <a:ext uri="{FF2B5EF4-FFF2-40B4-BE49-F238E27FC236}">
                  <a16:creationId xmlns:a16="http://schemas.microsoft.com/office/drawing/2014/main" id="{E77BD06D-8022-5072-F832-F2057D0CA2B5}"/>
                </a:ext>
              </a:extLst>
            </p:cNvPr>
            <p:cNvSpPr/>
            <p:nvPr/>
          </p:nvSpPr>
          <p:spPr>
            <a:xfrm>
              <a:off x="265713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7">
              <a:extLst>
                <a:ext uri="{FF2B5EF4-FFF2-40B4-BE49-F238E27FC236}">
                  <a16:creationId xmlns:a16="http://schemas.microsoft.com/office/drawing/2014/main" id="{FB44ECF7-F960-4DBC-FA40-F2653CE5A794}"/>
                </a:ext>
              </a:extLst>
            </p:cNvPr>
            <p:cNvSpPr/>
            <p:nvPr/>
          </p:nvSpPr>
          <p:spPr>
            <a:xfrm>
              <a:off x="266657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8">
              <a:extLst>
                <a:ext uri="{FF2B5EF4-FFF2-40B4-BE49-F238E27FC236}">
                  <a16:creationId xmlns:a16="http://schemas.microsoft.com/office/drawing/2014/main" id="{6350FD04-162F-52BB-665C-0B32A5CB5325}"/>
                </a:ext>
              </a:extLst>
            </p:cNvPr>
            <p:cNvSpPr/>
            <p:nvPr/>
          </p:nvSpPr>
          <p:spPr>
            <a:xfrm>
              <a:off x="267601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79">
              <a:extLst>
                <a:ext uri="{FF2B5EF4-FFF2-40B4-BE49-F238E27FC236}">
                  <a16:creationId xmlns:a16="http://schemas.microsoft.com/office/drawing/2014/main" id="{BDB087D6-8E16-6007-EAF6-6C3761EF5866}"/>
                </a:ext>
              </a:extLst>
            </p:cNvPr>
            <p:cNvSpPr/>
            <p:nvPr/>
          </p:nvSpPr>
          <p:spPr>
            <a:xfrm>
              <a:off x="268545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0">
              <a:extLst>
                <a:ext uri="{FF2B5EF4-FFF2-40B4-BE49-F238E27FC236}">
                  <a16:creationId xmlns:a16="http://schemas.microsoft.com/office/drawing/2014/main" id="{A6E7A617-33FC-2029-CD3E-EF8F912AB1A0}"/>
                </a:ext>
              </a:extLst>
            </p:cNvPr>
            <p:cNvSpPr/>
            <p:nvPr/>
          </p:nvSpPr>
          <p:spPr>
            <a:xfrm>
              <a:off x="269489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1">
              <a:extLst>
                <a:ext uri="{FF2B5EF4-FFF2-40B4-BE49-F238E27FC236}">
                  <a16:creationId xmlns:a16="http://schemas.microsoft.com/office/drawing/2014/main" id="{2FAA8788-11FA-F989-D08A-88B8810F4BF2}"/>
                </a:ext>
              </a:extLst>
            </p:cNvPr>
            <p:cNvSpPr/>
            <p:nvPr/>
          </p:nvSpPr>
          <p:spPr>
            <a:xfrm>
              <a:off x="270433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2">
              <a:extLst>
                <a:ext uri="{FF2B5EF4-FFF2-40B4-BE49-F238E27FC236}">
                  <a16:creationId xmlns:a16="http://schemas.microsoft.com/office/drawing/2014/main" id="{EDD9AF60-9483-20E5-8D68-7B00988ED025}"/>
                </a:ext>
              </a:extLst>
            </p:cNvPr>
            <p:cNvSpPr/>
            <p:nvPr/>
          </p:nvSpPr>
          <p:spPr>
            <a:xfrm>
              <a:off x="2713776" y="2167792"/>
              <a:ext cx="918990" cy="914400"/>
            </a:xfrm>
            <a:custGeom>
              <a:avLst/>
              <a:gdLst/>
              <a:ahLst/>
              <a:cxnLst/>
              <a:rect l="0" t="0" r="0" b="0"/>
              <a:pathLst>
                <a:path w="91899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3">
              <a:extLst>
                <a:ext uri="{FF2B5EF4-FFF2-40B4-BE49-F238E27FC236}">
                  <a16:creationId xmlns:a16="http://schemas.microsoft.com/office/drawing/2014/main" id="{CC1605AD-22D4-5747-E43C-43E403DC83AB}"/>
                </a:ext>
              </a:extLst>
            </p:cNvPr>
            <p:cNvSpPr/>
            <p:nvPr/>
          </p:nvSpPr>
          <p:spPr>
            <a:xfrm>
              <a:off x="2940342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3835" y="914400"/>
                  </a:lnTo>
                  <a:lnTo>
                    <a:pt x="914399" y="914172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4">
              <a:extLst>
                <a:ext uri="{FF2B5EF4-FFF2-40B4-BE49-F238E27FC236}">
                  <a16:creationId xmlns:a16="http://schemas.microsoft.com/office/drawing/2014/main" id="{8769155D-250B-9A69-39C5-B716AA457A4F}"/>
                </a:ext>
              </a:extLst>
            </p:cNvPr>
            <p:cNvSpPr/>
            <p:nvPr/>
          </p:nvSpPr>
          <p:spPr>
            <a:xfrm>
              <a:off x="294978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400" y="910937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5">
              <a:extLst>
                <a:ext uri="{FF2B5EF4-FFF2-40B4-BE49-F238E27FC236}">
                  <a16:creationId xmlns:a16="http://schemas.microsoft.com/office/drawing/2014/main" id="{FF897B9D-BE9D-0917-A2F9-F32F3E0F6F19}"/>
                </a:ext>
              </a:extLst>
            </p:cNvPr>
            <p:cNvSpPr/>
            <p:nvPr/>
          </p:nvSpPr>
          <p:spPr>
            <a:xfrm>
              <a:off x="295922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6">
              <a:extLst>
                <a:ext uri="{FF2B5EF4-FFF2-40B4-BE49-F238E27FC236}">
                  <a16:creationId xmlns:a16="http://schemas.microsoft.com/office/drawing/2014/main" id="{0EA1DDF7-9AA0-9874-695B-76B74FEAD628}"/>
                </a:ext>
              </a:extLst>
            </p:cNvPr>
            <p:cNvSpPr/>
            <p:nvPr/>
          </p:nvSpPr>
          <p:spPr>
            <a:xfrm>
              <a:off x="296866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400" y="90854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7">
              <a:extLst>
                <a:ext uri="{FF2B5EF4-FFF2-40B4-BE49-F238E27FC236}">
                  <a16:creationId xmlns:a16="http://schemas.microsoft.com/office/drawing/2014/main" id="{8ED04A82-6E6E-9ACD-8C84-76E3CD1A2E88}"/>
                </a:ext>
              </a:extLst>
            </p:cNvPr>
            <p:cNvSpPr/>
            <p:nvPr/>
          </p:nvSpPr>
          <p:spPr>
            <a:xfrm>
              <a:off x="297810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8">
              <a:extLst>
                <a:ext uri="{FF2B5EF4-FFF2-40B4-BE49-F238E27FC236}">
                  <a16:creationId xmlns:a16="http://schemas.microsoft.com/office/drawing/2014/main" id="{F7B2A2CD-56B6-C3AA-66F2-C34B17BA5DB0}"/>
                </a:ext>
              </a:extLst>
            </p:cNvPr>
            <p:cNvSpPr/>
            <p:nvPr/>
          </p:nvSpPr>
          <p:spPr>
            <a:xfrm>
              <a:off x="298754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400" y="907185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89">
              <a:extLst>
                <a:ext uri="{FF2B5EF4-FFF2-40B4-BE49-F238E27FC236}">
                  <a16:creationId xmlns:a16="http://schemas.microsoft.com/office/drawing/2014/main" id="{23B801F3-12E4-7D9C-B130-23DFCA8DDC25}"/>
                </a:ext>
              </a:extLst>
            </p:cNvPr>
            <p:cNvSpPr/>
            <p:nvPr/>
          </p:nvSpPr>
          <p:spPr>
            <a:xfrm>
              <a:off x="2996983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399" y="906517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0">
              <a:extLst>
                <a:ext uri="{FF2B5EF4-FFF2-40B4-BE49-F238E27FC236}">
                  <a16:creationId xmlns:a16="http://schemas.microsoft.com/office/drawing/2014/main" id="{3791EA6B-201C-9951-900C-57C60B51C5F0}"/>
                </a:ext>
              </a:extLst>
            </p:cNvPr>
            <p:cNvSpPr/>
            <p:nvPr/>
          </p:nvSpPr>
          <p:spPr>
            <a:xfrm>
              <a:off x="300642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400" y="905856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1">
              <a:extLst>
                <a:ext uri="{FF2B5EF4-FFF2-40B4-BE49-F238E27FC236}">
                  <a16:creationId xmlns:a16="http://schemas.microsoft.com/office/drawing/2014/main" id="{8B3A7005-6599-9CB8-71FE-25E2775F369F}"/>
                </a:ext>
              </a:extLst>
            </p:cNvPr>
            <p:cNvSpPr/>
            <p:nvPr/>
          </p:nvSpPr>
          <p:spPr>
            <a:xfrm>
              <a:off x="3015864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399" y="905411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2">
              <a:extLst>
                <a:ext uri="{FF2B5EF4-FFF2-40B4-BE49-F238E27FC236}">
                  <a16:creationId xmlns:a16="http://schemas.microsoft.com/office/drawing/2014/main" id="{324719B9-24D1-B1EC-41AE-2F6E74F94868}"/>
                </a:ext>
              </a:extLst>
            </p:cNvPr>
            <p:cNvSpPr/>
            <p:nvPr/>
          </p:nvSpPr>
          <p:spPr>
            <a:xfrm>
              <a:off x="302530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400" y="90603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3">
              <a:extLst>
                <a:ext uri="{FF2B5EF4-FFF2-40B4-BE49-F238E27FC236}">
                  <a16:creationId xmlns:a16="http://schemas.microsoft.com/office/drawing/2014/main" id="{1F2DA6B3-20D9-A799-CD95-C1B2EF9B1D65}"/>
                </a:ext>
              </a:extLst>
            </p:cNvPr>
            <p:cNvSpPr/>
            <p:nvPr/>
          </p:nvSpPr>
          <p:spPr>
            <a:xfrm>
              <a:off x="303474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4">
              <a:extLst>
                <a:ext uri="{FF2B5EF4-FFF2-40B4-BE49-F238E27FC236}">
                  <a16:creationId xmlns:a16="http://schemas.microsoft.com/office/drawing/2014/main" id="{196751B3-523F-9ECA-DFD9-95B6D8C81FE3}"/>
                </a:ext>
              </a:extLst>
            </p:cNvPr>
            <p:cNvSpPr/>
            <p:nvPr/>
          </p:nvSpPr>
          <p:spPr>
            <a:xfrm>
              <a:off x="304418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5">
              <a:extLst>
                <a:ext uri="{FF2B5EF4-FFF2-40B4-BE49-F238E27FC236}">
                  <a16:creationId xmlns:a16="http://schemas.microsoft.com/office/drawing/2014/main" id="{79C660FD-C4C3-77FC-F648-0E8B31B09113}"/>
                </a:ext>
              </a:extLst>
            </p:cNvPr>
            <p:cNvSpPr/>
            <p:nvPr/>
          </p:nvSpPr>
          <p:spPr>
            <a:xfrm>
              <a:off x="3053625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399" y="90998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6">
              <a:extLst>
                <a:ext uri="{FF2B5EF4-FFF2-40B4-BE49-F238E27FC236}">
                  <a16:creationId xmlns:a16="http://schemas.microsoft.com/office/drawing/2014/main" id="{59BECE1C-0EF3-D4CC-E2BC-3651EDEE1D38}"/>
                </a:ext>
              </a:extLst>
            </p:cNvPr>
            <p:cNvSpPr/>
            <p:nvPr/>
          </p:nvSpPr>
          <p:spPr>
            <a:xfrm>
              <a:off x="3063065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7">
              <a:extLst>
                <a:ext uri="{FF2B5EF4-FFF2-40B4-BE49-F238E27FC236}">
                  <a16:creationId xmlns:a16="http://schemas.microsoft.com/office/drawing/2014/main" id="{D25F05C1-946E-7D43-BD36-FD178A901FCC}"/>
                </a:ext>
              </a:extLst>
            </p:cNvPr>
            <p:cNvSpPr/>
            <p:nvPr/>
          </p:nvSpPr>
          <p:spPr>
            <a:xfrm>
              <a:off x="3072505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399" y="908152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8">
              <a:extLst>
                <a:ext uri="{FF2B5EF4-FFF2-40B4-BE49-F238E27FC236}">
                  <a16:creationId xmlns:a16="http://schemas.microsoft.com/office/drawing/2014/main" id="{267B4DCA-9BFD-5D94-40F3-D127BBBF9E2A}"/>
                </a:ext>
              </a:extLst>
            </p:cNvPr>
            <p:cNvSpPr/>
            <p:nvPr/>
          </p:nvSpPr>
          <p:spPr>
            <a:xfrm>
              <a:off x="3081945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400" y="90507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2999">
              <a:extLst>
                <a:ext uri="{FF2B5EF4-FFF2-40B4-BE49-F238E27FC236}">
                  <a16:creationId xmlns:a16="http://schemas.microsoft.com/office/drawing/2014/main" id="{034E3FB9-317C-4674-FF55-2CD0254C0FAF}"/>
                </a:ext>
              </a:extLst>
            </p:cNvPr>
            <p:cNvSpPr/>
            <p:nvPr/>
          </p:nvSpPr>
          <p:spPr>
            <a:xfrm>
              <a:off x="3091386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400" y="90264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0">
              <a:extLst>
                <a:ext uri="{FF2B5EF4-FFF2-40B4-BE49-F238E27FC236}">
                  <a16:creationId xmlns:a16="http://schemas.microsoft.com/office/drawing/2014/main" id="{4CF6DAE0-AF7E-4FCD-3571-B4B65D7F6FA2}"/>
                </a:ext>
              </a:extLst>
            </p:cNvPr>
            <p:cNvSpPr/>
            <p:nvPr/>
          </p:nvSpPr>
          <p:spPr>
            <a:xfrm>
              <a:off x="3100826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1">
              <a:extLst>
                <a:ext uri="{FF2B5EF4-FFF2-40B4-BE49-F238E27FC236}">
                  <a16:creationId xmlns:a16="http://schemas.microsoft.com/office/drawing/2014/main" id="{8B0ED9BC-ADAF-C5CE-4063-0A671BAD9381}"/>
                </a:ext>
              </a:extLst>
            </p:cNvPr>
            <p:cNvSpPr/>
            <p:nvPr/>
          </p:nvSpPr>
          <p:spPr>
            <a:xfrm>
              <a:off x="3110266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399" y="90117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2">
              <a:extLst>
                <a:ext uri="{FF2B5EF4-FFF2-40B4-BE49-F238E27FC236}">
                  <a16:creationId xmlns:a16="http://schemas.microsoft.com/office/drawing/2014/main" id="{AE46710F-28D9-1CF7-3484-B28E03757751}"/>
                </a:ext>
              </a:extLst>
            </p:cNvPr>
            <p:cNvSpPr/>
            <p:nvPr/>
          </p:nvSpPr>
          <p:spPr>
            <a:xfrm>
              <a:off x="3119706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3">
              <a:extLst>
                <a:ext uri="{FF2B5EF4-FFF2-40B4-BE49-F238E27FC236}">
                  <a16:creationId xmlns:a16="http://schemas.microsoft.com/office/drawing/2014/main" id="{B4EFF6A4-AD00-0C24-A9B7-A7176FD330DD}"/>
                </a:ext>
              </a:extLst>
            </p:cNvPr>
            <p:cNvSpPr/>
            <p:nvPr/>
          </p:nvSpPr>
          <p:spPr>
            <a:xfrm>
              <a:off x="3129147" y="215022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4">
              <a:extLst>
                <a:ext uri="{FF2B5EF4-FFF2-40B4-BE49-F238E27FC236}">
                  <a16:creationId xmlns:a16="http://schemas.microsoft.com/office/drawing/2014/main" id="{3BBCFDA1-1257-5A82-0AA0-37B3E5667C40}"/>
                </a:ext>
              </a:extLst>
            </p:cNvPr>
            <p:cNvSpPr/>
            <p:nvPr/>
          </p:nvSpPr>
          <p:spPr>
            <a:xfrm>
              <a:off x="312914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5">
              <a:extLst>
                <a:ext uri="{FF2B5EF4-FFF2-40B4-BE49-F238E27FC236}">
                  <a16:creationId xmlns:a16="http://schemas.microsoft.com/office/drawing/2014/main" id="{E303E150-DF10-FCF5-EACB-E570C0E3BA16}"/>
                </a:ext>
              </a:extLst>
            </p:cNvPr>
            <p:cNvSpPr/>
            <p:nvPr/>
          </p:nvSpPr>
          <p:spPr>
            <a:xfrm>
              <a:off x="313858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6">
              <a:extLst>
                <a:ext uri="{FF2B5EF4-FFF2-40B4-BE49-F238E27FC236}">
                  <a16:creationId xmlns:a16="http://schemas.microsoft.com/office/drawing/2014/main" id="{EE6E756D-0F8F-0733-FFCE-22D91ACEA07D}"/>
                </a:ext>
              </a:extLst>
            </p:cNvPr>
            <p:cNvSpPr/>
            <p:nvPr/>
          </p:nvSpPr>
          <p:spPr>
            <a:xfrm>
              <a:off x="314802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7">
              <a:extLst>
                <a:ext uri="{FF2B5EF4-FFF2-40B4-BE49-F238E27FC236}">
                  <a16:creationId xmlns:a16="http://schemas.microsoft.com/office/drawing/2014/main" id="{1F3B24FE-2B58-2136-8047-4EE17D96EC21}"/>
                </a:ext>
              </a:extLst>
            </p:cNvPr>
            <p:cNvSpPr/>
            <p:nvPr/>
          </p:nvSpPr>
          <p:spPr>
            <a:xfrm>
              <a:off x="315746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8">
              <a:extLst>
                <a:ext uri="{FF2B5EF4-FFF2-40B4-BE49-F238E27FC236}">
                  <a16:creationId xmlns:a16="http://schemas.microsoft.com/office/drawing/2014/main" id="{E1DAD5A4-3C83-EB8F-B66C-E1B4D595CF21}"/>
                </a:ext>
              </a:extLst>
            </p:cNvPr>
            <p:cNvSpPr/>
            <p:nvPr/>
          </p:nvSpPr>
          <p:spPr>
            <a:xfrm>
              <a:off x="316690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09">
              <a:extLst>
                <a:ext uri="{FF2B5EF4-FFF2-40B4-BE49-F238E27FC236}">
                  <a16:creationId xmlns:a16="http://schemas.microsoft.com/office/drawing/2014/main" id="{C6D05098-BADF-FB46-B692-877A7118BFCE}"/>
                </a:ext>
              </a:extLst>
            </p:cNvPr>
            <p:cNvSpPr/>
            <p:nvPr/>
          </p:nvSpPr>
          <p:spPr>
            <a:xfrm>
              <a:off x="317634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0">
              <a:extLst>
                <a:ext uri="{FF2B5EF4-FFF2-40B4-BE49-F238E27FC236}">
                  <a16:creationId xmlns:a16="http://schemas.microsoft.com/office/drawing/2014/main" id="{EAC6361A-D641-E665-AB29-6319D4FAE933}"/>
                </a:ext>
              </a:extLst>
            </p:cNvPr>
            <p:cNvSpPr/>
            <p:nvPr/>
          </p:nvSpPr>
          <p:spPr>
            <a:xfrm>
              <a:off x="318578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1">
              <a:extLst>
                <a:ext uri="{FF2B5EF4-FFF2-40B4-BE49-F238E27FC236}">
                  <a16:creationId xmlns:a16="http://schemas.microsoft.com/office/drawing/2014/main" id="{4BB74693-3F1D-A49C-071D-FE537ED34903}"/>
                </a:ext>
              </a:extLst>
            </p:cNvPr>
            <p:cNvSpPr/>
            <p:nvPr/>
          </p:nvSpPr>
          <p:spPr>
            <a:xfrm>
              <a:off x="319522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2">
              <a:extLst>
                <a:ext uri="{FF2B5EF4-FFF2-40B4-BE49-F238E27FC236}">
                  <a16:creationId xmlns:a16="http://schemas.microsoft.com/office/drawing/2014/main" id="{CE1298A9-7ED0-812E-82D9-AF35B7CE8EB3}"/>
                </a:ext>
              </a:extLst>
            </p:cNvPr>
            <p:cNvSpPr/>
            <p:nvPr/>
          </p:nvSpPr>
          <p:spPr>
            <a:xfrm>
              <a:off x="320466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3">
              <a:extLst>
                <a:ext uri="{FF2B5EF4-FFF2-40B4-BE49-F238E27FC236}">
                  <a16:creationId xmlns:a16="http://schemas.microsoft.com/office/drawing/2014/main" id="{FBA03897-36CE-62B4-7909-DB4D7FE9623D}"/>
                </a:ext>
              </a:extLst>
            </p:cNvPr>
            <p:cNvSpPr/>
            <p:nvPr/>
          </p:nvSpPr>
          <p:spPr>
            <a:xfrm>
              <a:off x="321410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4">
              <a:extLst>
                <a:ext uri="{FF2B5EF4-FFF2-40B4-BE49-F238E27FC236}">
                  <a16:creationId xmlns:a16="http://schemas.microsoft.com/office/drawing/2014/main" id="{1135D984-2259-A20F-2084-50A6627D458E}"/>
                </a:ext>
              </a:extLst>
            </p:cNvPr>
            <p:cNvSpPr/>
            <p:nvPr/>
          </p:nvSpPr>
          <p:spPr>
            <a:xfrm>
              <a:off x="322354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5">
              <a:extLst>
                <a:ext uri="{FF2B5EF4-FFF2-40B4-BE49-F238E27FC236}">
                  <a16:creationId xmlns:a16="http://schemas.microsoft.com/office/drawing/2014/main" id="{918A08CA-9D08-BAA3-524A-1C1AF0902E06}"/>
                </a:ext>
              </a:extLst>
            </p:cNvPr>
            <p:cNvSpPr/>
            <p:nvPr/>
          </p:nvSpPr>
          <p:spPr>
            <a:xfrm>
              <a:off x="323298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6">
              <a:extLst>
                <a:ext uri="{FF2B5EF4-FFF2-40B4-BE49-F238E27FC236}">
                  <a16:creationId xmlns:a16="http://schemas.microsoft.com/office/drawing/2014/main" id="{6059E945-0196-4973-995D-C0F98E953C01}"/>
                </a:ext>
              </a:extLst>
            </p:cNvPr>
            <p:cNvSpPr/>
            <p:nvPr/>
          </p:nvSpPr>
          <p:spPr>
            <a:xfrm>
              <a:off x="324242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7">
              <a:extLst>
                <a:ext uri="{FF2B5EF4-FFF2-40B4-BE49-F238E27FC236}">
                  <a16:creationId xmlns:a16="http://schemas.microsoft.com/office/drawing/2014/main" id="{F6C6873D-661D-89B1-7EAB-048B5853724D}"/>
                </a:ext>
              </a:extLst>
            </p:cNvPr>
            <p:cNvSpPr/>
            <p:nvPr/>
          </p:nvSpPr>
          <p:spPr>
            <a:xfrm>
              <a:off x="325187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8">
              <a:extLst>
                <a:ext uri="{FF2B5EF4-FFF2-40B4-BE49-F238E27FC236}">
                  <a16:creationId xmlns:a16="http://schemas.microsoft.com/office/drawing/2014/main" id="{6AD8B5A1-F0B3-34F6-5508-BB63C650507E}"/>
                </a:ext>
              </a:extLst>
            </p:cNvPr>
            <p:cNvSpPr/>
            <p:nvPr/>
          </p:nvSpPr>
          <p:spPr>
            <a:xfrm>
              <a:off x="326131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19">
              <a:extLst>
                <a:ext uri="{FF2B5EF4-FFF2-40B4-BE49-F238E27FC236}">
                  <a16:creationId xmlns:a16="http://schemas.microsoft.com/office/drawing/2014/main" id="{4A7088F0-877F-C847-84A4-B19D0FC35040}"/>
                </a:ext>
              </a:extLst>
            </p:cNvPr>
            <p:cNvSpPr/>
            <p:nvPr/>
          </p:nvSpPr>
          <p:spPr>
            <a:xfrm>
              <a:off x="327075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0">
              <a:extLst>
                <a:ext uri="{FF2B5EF4-FFF2-40B4-BE49-F238E27FC236}">
                  <a16:creationId xmlns:a16="http://schemas.microsoft.com/office/drawing/2014/main" id="{757E0FA8-B6D2-7A3A-7F04-A1AB643A2423}"/>
                </a:ext>
              </a:extLst>
            </p:cNvPr>
            <p:cNvSpPr/>
            <p:nvPr/>
          </p:nvSpPr>
          <p:spPr>
            <a:xfrm>
              <a:off x="328019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1">
              <a:extLst>
                <a:ext uri="{FF2B5EF4-FFF2-40B4-BE49-F238E27FC236}">
                  <a16:creationId xmlns:a16="http://schemas.microsoft.com/office/drawing/2014/main" id="{90B49D30-1C86-2E53-42FE-FE93F65120AD}"/>
                </a:ext>
              </a:extLst>
            </p:cNvPr>
            <p:cNvSpPr/>
            <p:nvPr/>
          </p:nvSpPr>
          <p:spPr>
            <a:xfrm>
              <a:off x="328963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2">
              <a:extLst>
                <a:ext uri="{FF2B5EF4-FFF2-40B4-BE49-F238E27FC236}">
                  <a16:creationId xmlns:a16="http://schemas.microsoft.com/office/drawing/2014/main" id="{213DF77B-1EB5-3817-F4D1-406CB01FF9F3}"/>
                </a:ext>
              </a:extLst>
            </p:cNvPr>
            <p:cNvSpPr/>
            <p:nvPr/>
          </p:nvSpPr>
          <p:spPr>
            <a:xfrm>
              <a:off x="329907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3">
              <a:extLst>
                <a:ext uri="{FF2B5EF4-FFF2-40B4-BE49-F238E27FC236}">
                  <a16:creationId xmlns:a16="http://schemas.microsoft.com/office/drawing/2014/main" id="{074D5AC8-5571-427F-EDC0-40C6E623A5CB}"/>
                </a:ext>
              </a:extLst>
            </p:cNvPr>
            <p:cNvSpPr/>
            <p:nvPr/>
          </p:nvSpPr>
          <p:spPr>
            <a:xfrm>
              <a:off x="330851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4">
              <a:extLst>
                <a:ext uri="{FF2B5EF4-FFF2-40B4-BE49-F238E27FC236}">
                  <a16:creationId xmlns:a16="http://schemas.microsoft.com/office/drawing/2014/main" id="{90FB847C-5978-3B20-B7F1-5E6F15C13691}"/>
                </a:ext>
              </a:extLst>
            </p:cNvPr>
            <p:cNvSpPr/>
            <p:nvPr/>
          </p:nvSpPr>
          <p:spPr>
            <a:xfrm>
              <a:off x="331795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5">
              <a:extLst>
                <a:ext uri="{FF2B5EF4-FFF2-40B4-BE49-F238E27FC236}">
                  <a16:creationId xmlns:a16="http://schemas.microsoft.com/office/drawing/2014/main" id="{72C2D0CD-AF82-46C8-6FA3-A9CA5EB91BD1}"/>
                </a:ext>
              </a:extLst>
            </p:cNvPr>
            <p:cNvSpPr/>
            <p:nvPr/>
          </p:nvSpPr>
          <p:spPr>
            <a:xfrm>
              <a:off x="332739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6">
              <a:extLst>
                <a:ext uri="{FF2B5EF4-FFF2-40B4-BE49-F238E27FC236}">
                  <a16:creationId xmlns:a16="http://schemas.microsoft.com/office/drawing/2014/main" id="{18F69209-25D0-713D-FC45-218D84B8D6B9}"/>
                </a:ext>
              </a:extLst>
            </p:cNvPr>
            <p:cNvSpPr/>
            <p:nvPr/>
          </p:nvSpPr>
          <p:spPr>
            <a:xfrm>
              <a:off x="333683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7">
              <a:extLst>
                <a:ext uri="{FF2B5EF4-FFF2-40B4-BE49-F238E27FC236}">
                  <a16:creationId xmlns:a16="http://schemas.microsoft.com/office/drawing/2014/main" id="{0E2539E9-BABE-22B2-AB0A-40C4110DEDB4}"/>
                </a:ext>
              </a:extLst>
            </p:cNvPr>
            <p:cNvSpPr/>
            <p:nvPr/>
          </p:nvSpPr>
          <p:spPr>
            <a:xfrm>
              <a:off x="334627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8">
              <a:extLst>
                <a:ext uri="{FF2B5EF4-FFF2-40B4-BE49-F238E27FC236}">
                  <a16:creationId xmlns:a16="http://schemas.microsoft.com/office/drawing/2014/main" id="{85BB2525-6605-8446-9374-81A8ABAAF718}"/>
                </a:ext>
              </a:extLst>
            </p:cNvPr>
            <p:cNvSpPr/>
            <p:nvPr/>
          </p:nvSpPr>
          <p:spPr>
            <a:xfrm>
              <a:off x="335571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29">
              <a:extLst>
                <a:ext uri="{FF2B5EF4-FFF2-40B4-BE49-F238E27FC236}">
                  <a16:creationId xmlns:a16="http://schemas.microsoft.com/office/drawing/2014/main" id="{BEAFB47B-1F9B-5A20-8D97-2CC1478E0251}"/>
                </a:ext>
              </a:extLst>
            </p:cNvPr>
            <p:cNvSpPr/>
            <p:nvPr/>
          </p:nvSpPr>
          <p:spPr>
            <a:xfrm>
              <a:off x="336515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0">
              <a:extLst>
                <a:ext uri="{FF2B5EF4-FFF2-40B4-BE49-F238E27FC236}">
                  <a16:creationId xmlns:a16="http://schemas.microsoft.com/office/drawing/2014/main" id="{D99239D7-7BDA-AD61-E42F-CF3BD43D6983}"/>
                </a:ext>
              </a:extLst>
            </p:cNvPr>
            <p:cNvSpPr/>
            <p:nvPr/>
          </p:nvSpPr>
          <p:spPr>
            <a:xfrm>
              <a:off x="337459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1">
              <a:extLst>
                <a:ext uri="{FF2B5EF4-FFF2-40B4-BE49-F238E27FC236}">
                  <a16:creationId xmlns:a16="http://schemas.microsoft.com/office/drawing/2014/main" id="{29B2D44A-6367-C41E-DD0D-FD3423199AF7}"/>
                </a:ext>
              </a:extLst>
            </p:cNvPr>
            <p:cNvSpPr/>
            <p:nvPr/>
          </p:nvSpPr>
          <p:spPr>
            <a:xfrm>
              <a:off x="3384033" y="216779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2">
              <a:extLst>
                <a:ext uri="{FF2B5EF4-FFF2-40B4-BE49-F238E27FC236}">
                  <a16:creationId xmlns:a16="http://schemas.microsoft.com/office/drawing/2014/main" id="{3EED41B7-D8AF-5E3F-C3C9-389A8AC00490}"/>
                </a:ext>
              </a:extLst>
            </p:cNvPr>
            <p:cNvSpPr/>
            <p:nvPr/>
          </p:nvSpPr>
          <p:spPr>
            <a:xfrm>
              <a:off x="3393473" y="2150222"/>
              <a:ext cx="916811" cy="923381"/>
            </a:xfrm>
            <a:custGeom>
              <a:avLst/>
              <a:gdLst/>
              <a:ahLst/>
              <a:cxnLst/>
              <a:rect l="0" t="0" r="0" b="0"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3">
              <a:extLst>
                <a:ext uri="{FF2B5EF4-FFF2-40B4-BE49-F238E27FC236}">
                  <a16:creationId xmlns:a16="http://schemas.microsoft.com/office/drawing/2014/main" id="{154AF6D9-ABBC-5509-5FA9-AB9E392903E3}"/>
                </a:ext>
              </a:extLst>
            </p:cNvPr>
            <p:cNvSpPr/>
            <p:nvPr/>
          </p:nvSpPr>
          <p:spPr>
            <a:xfrm>
              <a:off x="2383368" y="2132652"/>
              <a:ext cx="914399" cy="919470"/>
            </a:xfrm>
            <a:custGeom>
              <a:avLst/>
              <a:gdLst/>
              <a:ahLst/>
              <a:cxnLst/>
              <a:rect l="0" t="0" r="0" b="0"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4">
              <a:extLst>
                <a:ext uri="{FF2B5EF4-FFF2-40B4-BE49-F238E27FC236}">
                  <a16:creationId xmlns:a16="http://schemas.microsoft.com/office/drawing/2014/main" id="{A0AC5499-6FAF-0340-385F-3380A80E7312}"/>
                </a:ext>
              </a:extLst>
            </p:cNvPr>
            <p:cNvSpPr/>
            <p:nvPr/>
          </p:nvSpPr>
          <p:spPr>
            <a:xfrm>
              <a:off x="238336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5">
              <a:extLst>
                <a:ext uri="{FF2B5EF4-FFF2-40B4-BE49-F238E27FC236}">
                  <a16:creationId xmlns:a16="http://schemas.microsoft.com/office/drawing/2014/main" id="{77BB9C77-7A69-B9B6-2E9C-E7D4767072DA}"/>
                </a:ext>
              </a:extLst>
            </p:cNvPr>
            <p:cNvSpPr/>
            <p:nvPr/>
          </p:nvSpPr>
          <p:spPr>
            <a:xfrm>
              <a:off x="239280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6">
              <a:extLst>
                <a:ext uri="{FF2B5EF4-FFF2-40B4-BE49-F238E27FC236}">
                  <a16:creationId xmlns:a16="http://schemas.microsoft.com/office/drawing/2014/main" id="{E110105A-51D9-9D40-B2C6-7F994C68294C}"/>
                </a:ext>
              </a:extLst>
            </p:cNvPr>
            <p:cNvSpPr/>
            <p:nvPr/>
          </p:nvSpPr>
          <p:spPr>
            <a:xfrm>
              <a:off x="240224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7">
              <a:extLst>
                <a:ext uri="{FF2B5EF4-FFF2-40B4-BE49-F238E27FC236}">
                  <a16:creationId xmlns:a16="http://schemas.microsoft.com/office/drawing/2014/main" id="{5964CE81-32A8-1147-27D2-B523D934C3FE}"/>
                </a:ext>
              </a:extLst>
            </p:cNvPr>
            <p:cNvSpPr/>
            <p:nvPr/>
          </p:nvSpPr>
          <p:spPr>
            <a:xfrm>
              <a:off x="241168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8">
              <a:extLst>
                <a:ext uri="{FF2B5EF4-FFF2-40B4-BE49-F238E27FC236}">
                  <a16:creationId xmlns:a16="http://schemas.microsoft.com/office/drawing/2014/main" id="{06379E71-3CAC-325D-E8ED-C3FB793A01C7}"/>
                </a:ext>
              </a:extLst>
            </p:cNvPr>
            <p:cNvSpPr/>
            <p:nvPr/>
          </p:nvSpPr>
          <p:spPr>
            <a:xfrm>
              <a:off x="242112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39">
              <a:extLst>
                <a:ext uri="{FF2B5EF4-FFF2-40B4-BE49-F238E27FC236}">
                  <a16:creationId xmlns:a16="http://schemas.microsoft.com/office/drawing/2014/main" id="{B9A3E9C4-AAA3-D48D-576D-45E749B12D92}"/>
                </a:ext>
              </a:extLst>
            </p:cNvPr>
            <p:cNvSpPr/>
            <p:nvPr/>
          </p:nvSpPr>
          <p:spPr>
            <a:xfrm>
              <a:off x="243056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0">
              <a:extLst>
                <a:ext uri="{FF2B5EF4-FFF2-40B4-BE49-F238E27FC236}">
                  <a16:creationId xmlns:a16="http://schemas.microsoft.com/office/drawing/2014/main" id="{D6B19795-C695-F7F7-2FA7-D63B7CAAB562}"/>
                </a:ext>
              </a:extLst>
            </p:cNvPr>
            <p:cNvSpPr/>
            <p:nvPr/>
          </p:nvSpPr>
          <p:spPr>
            <a:xfrm>
              <a:off x="244000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1">
              <a:extLst>
                <a:ext uri="{FF2B5EF4-FFF2-40B4-BE49-F238E27FC236}">
                  <a16:creationId xmlns:a16="http://schemas.microsoft.com/office/drawing/2014/main" id="{4DFCD122-D3BE-2981-0DA6-0F018BFCA867}"/>
                </a:ext>
              </a:extLst>
            </p:cNvPr>
            <p:cNvSpPr/>
            <p:nvPr/>
          </p:nvSpPr>
          <p:spPr>
            <a:xfrm>
              <a:off x="244944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2">
              <a:extLst>
                <a:ext uri="{FF2B5EF4-FFF2-40B4-BE49-F238E27FC236}">
                  <a16:creationId xmlns:a16="http://schemas.microsoft.com/office/drawing/2014/main" id="{69A44A7D-FE7B-B43A-31AF-8AAA8D425E6A}"/>
                </a:ext>
              </a:extLst>
            </p:cNvPr>
            <p:cNvSpPr/>
            <p:nvPr/>
          </p:nvSpPr>
          <p:spPr>
            <a:xfrm>
              <a:off x="245889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3">
              <a:extLst>
                <a:ext uri="{FF2B5EF4-FFF2-40B4-BE49-F238E27FC236}">
                  <a16:creationId xmlns:a16="http://schemas.microsoft.com/office/drawing/2014/main" id="{3D73E5C5-FE70-CE7D-32CD-A8075AAE004A}"/>
                </a:ext>
              </a:extLst>
            </p:cNvPr>
            <p:cNvSpPr/>
            <p:nvPr/>
          </p:nvSpPr>
          <p:spPr>
            <a:xfrm>
              <a:off x="246833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4">
              <a:extLst>
                <a:ext uri="{FF2B5EF4-FFF2-40B4-BE49-F238E27FC236}">
                  <a16:creationId xmlns:a16="http://schemas.microsoft.com/office/drawing/2014/main" id="{2D1F4970-63FA-B561-8573-02A6D13BC848}"/>
                </a:ext>
              </a:extLst>
            </p:cNvPr>
            <p:cNvSpPr/>
            <p:nvPr/>
          </p:nvSpPr>
          <p:spPr>
            <a:xfrm>
              <a:off x="247777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5">
              <a:extLst>
                <a:ext uri="{FF2B5EF4-FFF2-40B4-BE49-F238E27FC236}">
                  <a16:creationId xmlns:a16="http://schemas.microsoft.com/office/drawing/2014/main" id="{B5B860F7-698E-BB26-3F3B-542DA6F74331}"/>
                </a:ext>
              </a:extLst>
            </p:cNvPr>
            <p:cNvSpPr/>
            <p:nvPr/>
          </p:nvSpPr>
          <p:spPr>
            <a:xfrm>
              <a:off x="248721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6">
              <a:extLst>
                <a:ext uri="{FF2B5EF4-FFF2-40B4-BE49-F238E27FC236}">
                  <a16:creationId xmlns:a16="http://schemas.microsoft.com/office/drawing/2014/main" id="{4249565C-9DA9-80E7-BB6F-9BBC24C11E90}"/>
                </a:ext>
              </a:extLst>
            </p:cNvPr>
            <p:cNvSpPr/>
            <p:nvPr/>
          </p:nvSpPr>
          <p:spPr>
            <a:xfrm>
              <a:off x="249665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7">
              <a:extLst>
                <a:ext uri="{FF2B5EF4-FFF2-40B4-BE49-F238E27FC236}">
                  <a16:creationId xmlns:a16="http://schemas.microsoft.com/office/drawing/2014/main" id="{451A1351-0778-2696-C86F-ACB53BA4851B}"/>
                </a:ext>
              </a:extLst>
            </p:cNvPr>
            <p:cNvSpPr/>
            <p:nvPr/>
          </p:nvSpPr>
          <p:spPr>
            <a:xfrm>
              <a:off x="250609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8">
              <a:extLst>
                <a:ext uri="{FF2B5EF4-FFF2-40B4-BE49-F238E27FC236}">
                  <a16:creationId xmlns:a16="http://schemas.microsoft.com/office/drawing/2014/main" id="{6A314AF0-31D2-A716-A9D7-64582F1F66D7}"/>
                </a:ext>
              </a:extLst>
            </p:cNvPr>
            <p:cNvSpPr/>
            <p:nvPr/>
          </p:nvSpPr>
          <p:spPr>
            <a:xfrm>
              <a:off x="251553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49">
              <a:extLst>
                <a:ext uri="{FF2B5EF4-FFF2-40B4-BE49-F238E27FC236}">
                  <a16:creationId xmlns:a16="http://schemas.microsoft.com/office/drawing/2014/main" id="{6B9CB1EE-6E07-6E5C-66D7-488F90A81781}"/>
                </a:ext>
              </a:extLst>
            </p:cNvPr>
            <p:cNvSpPr/>
            <p:nvPr/>
          </p:nvSpPr>
          <p:spPr>
            <a:xfrm>
              <a:off x="252497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0">
              <a:extLst>
                <a:ext uri="{FF2B5EF4-FFF2-40B4-BE49-F238E27FC236}">
                  <a16:creationId xmlns:a16="http://schemas.microsoft.com/office/drawing/2014/main" id="{40F4815F-08A3-D6E7-E3C7-440C1E418214}"/>
                </a:ext>
              </a:extLst>
            </p:cNvPr>
            <p:cNvSpPr/>
            <p:nvPr/>
          </p:nvSpPr>
          <p:spPr>
            <a:xfrm>
              <a:off x="253441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1">
              <a:extLst>
                <a:ext uri="{FF2B5EF4-FFF2-40B4-BE49-F238E27FC236}">
                  <a16:creationId xmlns:a16="http://schemas.microsoft.com/office/drawing/2014/main" id="{7639027D-55CF-911B-A802-D393B8B3A028}"/>
                </a:ext>
              </a:extLst>
            </p:cNvPr>
            <p:cNvSpPr/>
            <p:nvPr/>
          </p:nvSpPr>
          <p:spPr>
            <a:xfrm>
              <a:off x="254385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2">
              <a:extLst>
                <a:ext uri="{FF2B5EF4-FFF2-40B4-BE49-F238E27FC236}">
                  <a16:creationId xmlns:a16="http://schemas.microsoft.com/office/drawing/2014/main" id="{2A77F195-9B36-693B-3858-7E982028AC48}"/>
                </a:ext>
              </a:extLst>
            </p:cNvPr>
            <p:cNvSpPr/>
            <p:nvPr/>
          </p:nvSpPr>
          <p:spPr>
            <a:xfrm>
              <a:off x="255329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3">
              <a:extLst>
                <a:ext uri="{FF2B5EF4-FFF2-40B4-BE49-F238E27FC236}">
                  <a16:creationId xmlns:a16="http://schemas.microsoft.com/office/drawing/2014/main" id="{74B49E22-9472-8E20-E74C-BA9F6A9B0F54}"/>
                </a:ext>
              </a:extLst>
            </p:cNvPr>
            <p:cNvSpPr/>
            <p:nvPr/>
          </p:nvSpPr>
          <p:spPr>
            <a:xfrm>
              <a:off x="256273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4">
              <a:extLst>
                <a:ext uri="{FF2B5EF4-FFF2-40B4-BE49-F238E27FC236}">
                  <a16:creationId xmlns:a16="http://schemas.microsoft.com/office/drawing/2014/main" id="{65F2CF16-0692-6177-C562-A71D3B0C7641}"/>
                </a:ext>
              </a:extLst>
            </p:cNvPr>
            <p:cNvSpPr/>
            <p:nvPr/>
          </p:nvSpPr>
          <p:spPr>
            <a:xfrm>
              <a:off x="257217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5">
              <a:extLst>
                <a:ext uri="{FF2B5EF4-FFF2-40B4-BE49-F238E27FC236}">
                  <a16:creationId xmlns:a16="http://schemas.microsoft.com/office/drawing/2014/main" id="{CB49559F-2C69-27CE-47C7-63D53C3D34DD}"/>
                </a:ext>
              </a:extLst>
            </p:cNvPr>
            <p:cNvSpPr/>
            <p:nvPr/>
          </p:nvSpPr>
          <p:spPr>
            <a:xfrm>
              <a:off x="258161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6">
              <a:extLst>
                <a:ext uri="{FF2B5EF4-FFF2-40B4-BE49-F238E27FC236}">
                  <a16:creationId xmlns:a16="http://schemas.microsoft.com/office/drawing/2014/main" id="{53FE9F58-D5AD-8171-9860-78EA3434B0FD}"/>
                </a:ext>
              </a:extLst>
            </p:cNvPr>
            <p:cNvSpPr/>
            <p:nvPr/>
          </p:nvSpPr>
          <p:spPr>
            <a:xfrm>
              <a:off x="259105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7">
              <a:extLst>
                <a:ext uri="{FF2B5EF4-FFF2-40B4-BE49-F238E27FC236}">
                  <a16:creationId xmlns:a16="http://schemas.microsoft.com/office/drawing/2014/main" id="{AA8A9C3B-00E6-ABA5-05C7-9A5DA04AADA8}"/>
                </a:ext>
              </a:extLst>
            </p:cNvPr>
            <p:cNvSpPr/>
            <p:nvPr/>
          </p:nvSpPr>
          <p:spPr>
            <a:xfrm>
              <a:off x="260049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8">
              <a:extLst>
                <a:ext uri="{FF2B5EF4-FFF2-40B4-BE49-F238E27FC236}">
                  <a16:creationId xmlns:a16="http://schemas.microsoft.com/office/drawing/2014/main" id="{CCE0342F-C4A9-9C79-916F-609CBE85A64D}"/>
                </a:ext>
              </a:extLst>
            </p:cNvPr>
            <p:cNvSpPr/>
            <p:nvPr/>
          </p:nvSpPr>
          <p:spPr>
            <a:xfrm>
              <a:off x="260993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59">
              <a:extLst>
                <a:ext uri="{FF2B5EF4-FFF2-40B4-BE49-F238E27FC236}">
                  <a16:creationId xmlns:a16="http://schemas.microsoft.com/office/drawing/2014/main" id="{71FFF4D5-A1F1-7EA6-4141-324E00BF53DE}"/>
                </a:ext>
              </a:extLst>
            </p:cNvPr>
            <p:cNvSpPr/>
            <p:nvPr/>
          </p:nvSpPr>
          <p:spPr>
            <a:xfrm>
              <a:off x="261937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0">
              <a:extLst>
                <a:ext uri="{FF2B5EF4-FFF2-40B4-BE49-F238E27FC236}">
                  <a16:creationId xmlns:a16="http://schemas.microsoft.com/office/drawing/2014/main" id="{513BA836-2599-82CB-56A0-5648A0B69788}"/>
                </a:ext>
              </a:extLst>
            </p:cNvPr>
            <p:cNvSpPr/>
            <p:nvPr/>
          </p:nvSpPr>
          <p:spPr>
            <a:xfrm>
              <a:off x="262881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1">
              <a:extLst>
                <a:ext uri="{FF2B5EF4-FFF2-40B4-BE49-F238E27FC236}">
                  <a16:creationId xmlns:a16="http://schemas.microsoft.com/office/drawing/2014/main" id="{5249793A-E0EB-AEB0-C873-23AFFF442234}"/>
                </a:ext>
              </a:extLst>
            </p:cNvPr>
            <p:cNvSpPr/>
            <p:nvPr/>
          </p:nvSpPr>
          <p:spPr>
            <a:xfrm>
              <a:off x="263825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2">
              <a:extLst>
                <a:ext uri="{FF2B5EF4-FFF2-40B4-BE49-F238E27FC236}">
                  <a16:creationId xmlns:a16="http://schemas.microsoft.com/office/drawing/2014/main" id="{C472F14A-C92A-18B8-B85C-7B1E4EA49DBE}"/>
                </a:ext>
              </a:extLst>
            </p:cNvPr>
            <p:cNvSpPr/>
            <p:nvPr/>
          </p:nvSpPr>
          <p:spPr>
            <a:xfrm>
              <a:off x="264769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3">
              <a:extLst>
                <a:ext uri="{FF2B5EF4-FFF2-40B4-BE49-F238E27FC236}">
                  <a16:creationId xmlns:a16="http://schemas.microsoft.com/office/drawing/2014/main" id="{09920493-3D58-3798-CD2B-CBED1C2A58A9}"/>
                </a:ext>
              </a:extLst>
            </p:cNvPr>
            <p:cNvSpPr/>
            <p:nvPr/>
          </p:nvSpPr>
          <p:spPr>
            <a:xfrm>
              <a:off x="265713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4">
              <a:extLst>
                <a:ext uri="{FF2B5EF4-FFF2-40B4-BE49-F238E27FC236}">
                  <a16:creationId xmlns:a16="http://schemas.microsoft.com/office/drawing/2014/main" id="{5FC90AB0-736F-3E42-6E0A-3692AF853FF7}"/>
                </a:ext>
              </a:extLst>
            </p:cNvPr>
            <p:cNvSpPr/>
            <p:nvPr/>
          </p:nvSpPr>
          <p:spPr>
            <a:xfrm>
              <a:off x="266657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5">
              <a:extLst>
                <a:ext uri="{FF2B5EF4-FFF2-40B4-BE49-F238E27FC236}">
                  <a16:creationId xmlns:a16="http://schemas.microsoft.com/office/drawing/2014/main" id="{B8B0F714-B1E3-C7F2-BF5B-0DDD2D23A81C}"/>
                </a:ext>
              </a:extLst>
            </p:cNvPr>
            <p:cNvSpPr/>
            <p:nvPr/>
          </p:nvSpPr>
          <p:spPr>
            <a:xfrm>
              <a:off x="267601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6">
              <a:extLst>
                <a:ext uri="{FF2B5EF4-FFF2-40B4-BE49-F238E27FC236}">
                  <a16:creationId xmlns:a16="http://schemas.microsoft.com/office/drawing/2014/main" id="{FE30F51D-28D7-D45B-3A35-92EA511F8CCD}"/>
                </a:ext>
              </a:extLst>
            </p:cNvPr>
            <p:cNvSpPr/>
            <p:nvPr/>
          </p:nvSpPr>
          <p:spPr>
            <a:xfrm>
              <a:off x="268545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7">
              <a:extLst>
                <a:ext uri="{FF2B5EF4-FFF2-40B4-BE49-F238E27FC236}">
                  <a16:creationId xmlns:a16="http://schemas.microsoft.com/office/drawing/2014/main" id="{61681DDF-3E4D-61A6-3371-180DB59393CA}"/>
                </a:ext>
              </a:extLst>
            </p:cNvPr>
            <p:cNvSpPr/>
            <p:nvPr/>
          </p:nvSpPr>
          <p:spPr>
            <a:xfrm>
              <a:off x="269489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8">
              <a:extLst>
                <a:ext uri="{FF2B5EF4-FFF2-40B4-BE49-F238E27FC236}">
                  <a16:creationId xmlns:a16="http://schemas.microsoft.com/office/drawing/2014/main" id="{0B224066-834D-39DE-58C7-C372F14EB066}"/>
                </a:ext>
              </a:extLst>
            </p:cNvPr>
            <p:cNvSpPr/>
            <p:nvPr/>
          </p:nvSpPr>
          <p:spPr>
            <a:xfrm>
              <a:off x="2713776" y="215022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399" y="90764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69">
              <a:extLst>
                <a:ext uri="{FF2B5EF4-FFF2-40B4-BE49-F238E27FC236}">
                  <a16:creationId xmlns:a16="http://schemas.microsoft.com/office/drawing/2014/main" id="{95F7D5D7-DF9E-211C-7073-F3CF43566B3F}"/>
                </a:ext>
              </a:extLst>
            </p:cNvPr>
            <p:cNvSpPr/>
            <p:nvPr/>
          </p:nvSpPr>
          <p:spPr>
            <a:xfrm>
              <a:off x="2713776" y="2150222"/>
              <a:ext cx="915676" cy="914400"/>
            </a:xfrm>
            <a:custGeom>
              <a:avLst/>
              <a:gdLst/>
              <a:ahLst/>
              <a:cxnLst/>
              <a:rect l="0" t="0" r="0" b="0"/>
              <a:pathLst>
                <a:path w="915676" h="914400">
                  <a:moveTo>
                    <a:pt x="914399" y="914400"/>
                  </a:moveTo>
                  <a:lnTo>
                    <a:pt x="914399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0">
              <a:extLst>
                <a:ext uri="{FF2B5EF4-FFF2-40B4-BE49-F238E27FC236}">
                  <a16:creationId xmlns:a16="http://schemas.microsoft.com/office/drawing/2014/main" id="{BE40205C-1521-9A83-8DAB-E8A7E12F10AC}"/>
                </a:ext>
              </a:extLst>
            </p:cNvPr>
            <p:cNvSpPr/>
            <p:nvPr/>
          </p:nvSpPr>
          <p:spPr>
            <a:xfrm>
              <a:off x="3129147" y="215022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1">
              <a:extLst>
                <a:ext uri="{FF2B5EF4-FFF2-40B4-BE49-F238E27FC236}">
                  <a16:creationId xmlns:a16="http://schemas.microsoft.com/office/drawing/2014/main" id="{B474340B-CB83-2D55-B2D8-F16269DE9751}"/>
                </a:ext>
              </a:extLst>
            </p:cNvPr>
            <p:cNvSpPr/>
            <p:nvPr/>
          </p:nvSpPr>
          <p:spPr>
            <a:xfrm>
              <a:off x="3138587" y="213265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2">
              <a:extLst>
                <a:ext uri="{FF2B5EF4-FFF2-40B4-BE49-F238E27FC236}">
                  <a16:creationId xmlns:a16="http://schemas.microsoft.com/office/drawing/2014/main" id="{3DBC7D9D-471B-5EAA-A58D-5C3710D9E12B}"/>
                </a:ext>
              </a:extLst>
            </p:cNvPr>
            <p:cNvSpPr/>
            <p:nvPr/>
          </p:nvSpPr>
          <p:spPr>
            <a:xfrm>
              <a:off x="313858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3">
              <a:extLst>
                <a:ext uri="{FF2B5EF4-FFF2-40B4-BE49-F238E27FC236}">
                  <a16:creationId xmlns:a16="http://schemas.microsoft.com/office/drawing/2014/main" id="{261CB842-EF9F-1BD4-3100-B3B50A67E647}"/>
                </a:ext>
              </a:extLst>
            </p:cNvPr>
            <p:cNvSpPr/>
            <p:nvPr/>
          </p:nvSpPr>
          <p:spPr>
            <a:xfrm>
              <a:off x="314802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4">
              <a:extLst>
                <a:ext uri="{FF2B5EF4-FFF2-40B4-BE49-F238E27FC236}">
                  <a16:creationId xmlns:a16="http://schemas.microsoft.com/office/drawing/2014/main" id="{D26CA4B5-BD8E-C830-6509-6634C6393887}"/>
                </a:ext>
              </a:extLst>
            </p:cNvPr>
            <p:cNvSpPr/>
            <p:nvPr/>
          </p:nvSpPr>
          <p:spPr>
            <a:xfrm>
              <a:off x="315746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5">
              <a:extLst>
                <a:ext uri="{FF2B5EF4-FFF2-40B4-BE49-F238E27FC236}">
                  <a16:creationId xmlns:a16="http://schemas.microsoft.com/office/drawing/2014/main" id="{D12C4473-ADD1-C33E-CF42-D85B3EBA9BBF}"/>
                </a:ext>
              </a:extLst>
            </p:cNvPr>
            <p:cNvSpPr/>
            <p:nvPr/>
          </p:nvSpPr>
          <p:spPr>
            <a:xfrm>
              <a:off x="316690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6">
              <a:extLst>
                <a:ext uri="{FF2B5EF4-FFF2-40B4-BE49-F238E27FC236}">
                  <a16:creationId xmlns:a16="http://schemas.microsoft.com/office/drawing/2014/main" id="{CD481EF1-0221-0797-6724-8A978A7D28F6}"/>
                </a:ext>
              </a:extLst>
            </p:cNvPr>
            <p:cNvSpPr/>
            <p:nvPr/>
          </p:nvSpPr>
          <p:spPr>
            <a:xfrm>
              <a:off x="317634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7">
              <a:extLst>
                <a:ext uri="{FF2B5EF4-FFF2-40B4-BE49-F238E27FC236}">
                  <a16:creationId xmlns:a16="http://schemas.microsoft.com/office/drawing/2014/main" id="{A52EEE40-FEB9-27BE-1DEC-23E9D5BF98C0}"/>
                </a:ext>
              </a:extLst>
            </p:cNvPr>
            <p:cNvSpPr/>
            <p:nvPr/>
          </p:nvSpPr>
          <p:spPr>
            <a:xfrm>
              <a:off x="318578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8">
              <a:extLst>
                <a:ext uri="{FF2B5EF4-FFF2-40B4-BE49-F238E27FC236}">
                  <a16:creationId xmlns:a16="http://schemas.microsoft.com/office/drawing/2014/main" id="{ACC2B3DF-BB05-1484-068E-7DC1922B0EF7}"/>
                </a:ext>
              </a:extLst>
            </p:cNvPr>
            <p:cNvSpPr/>
            <p:nvPr/>
          </p:nvSpPr>
          <p:spPr>
            <a:xfrm>
              <a:off x="319522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79">
              <a:extLst>
                <a:ext uri="{FF2B5EF4-FFF2-40B4-BE49-F238E27FC236}">
                  <a16:creationId xmlns:a16="http://schemas.microsoft.com/office/drawing/2014/main" id="{88D300F3-0760-84A5-7A7A-FB9AE548950B}"/>
                </a:ext>
              </a:extLst>
            </p:cNvPr>
            <p:cNvSpPr/>
            <p:nvPr/>
          </p:nvSpPr>
          <p:spPr>
            <a:xfrm>
              <a:off x="320466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0">
              <a:extLst>
                <a:ext uri="{FF2B5EF4-FFF2-40B4-BE49-F238E27FC236}">
                  <a16:creationId xmlns:a16="http://schemas.microsoft.com/office/drawing/2014/main" id="{00BDCA55-D347-53EC-902A-469F74715D8D}"/>
                </a:ext>
              </a:extLst>
            </p:cNvPr>
            <p:cNvSpPr/>
            <p:nvPr/>
          </p:nvSpPr>
          <p:spPr>
            <a:xfrm>
              <a:off x="321410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1">
              <a:extLst>
                <a:ext uri="{FF2B5EF4-FFF2-40B4-BE49-F238E27FC236}">
                  <a16:creationId xmlns:a16="http://schemas.microsoft.com/office/drawing/2014/main" id="{8CCD24FB-2E66-B2BC-37BA-1E6954AB186D}"/>
                </a:ext>
              </a:extLst>
            </p:cNvPr>
            <p:cNvSpPr/>
            <p:nvPr/>
          </p:nvSpPr>
          <p:spPr>
            <a:xfrm>
              <a:off x="322354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2">
              <a:extLst>
                <a:ext uri="{FF2B5EF4-FFF2-40B4-BE49-F238E27FC236}">
                  <a16:creationId xmlns:a16="http://schemas.microsoft.com/office/drawing/2014/main" id="{37E188A6-1D5F-F524-4D39-1BF2A890A4CB}"/>
                </a:ext>
              </a:extLst>
            </p:cNvPr>
            <p:cNvSpPr/>
            <p:nvPr/>
          </p:nvSpPr>
          <p:spPr>
            <a:xfrm>
              <a:off x="323298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3">
              <a:extLst>
                <a:ext uri="{FF2B5EF4-FFF2-40B4-BE49-F238E27FC236}">
                  <a16:creationId xmlns:a16="http://schemas.microsoft.com/office/drawing/2014/main" id="{FAD98DD0-0600-9778-2B90-2D42BF867FAA}"/>
                </a:ext>
              </a:extLst>
            </p:cNvPr>
            <p:cNvSpPr/>
            <p:nvPr/>
          </p:nvSpPr>
          <p:spPr>
            <a:xfrm>
              <a:off x="324242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4">
              <a:extLst>
                <a:ext uri="{FF2B5EF4-FFF2-40B4-BE49-F238E27FC236}">
                  <a16:creationId xmlns:a16="http://schemas.microsoft.com/office/drawing/2014/main" id="{548AF83F-2767-C983-0C2A-62EABB70B075}"/>
                </a:ext>
              </a:extLst>
            </p:cNvPr>
            <p:cNvSpPr/>
            <p:nvPr/>
          </p:nvSpPr>
          <p:spPr>
            <a:xfrm>
              <a:off x="325187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5">
              <a:extLst>
                <a:ext uri="{FF2B5EF4-FFF2-40B4-BE49-F238E27FC236}">
                  <a16:creationId xmlns:a16="http://schemas.microsoft.com/office/drawing/2014/main" id="{D3297B8C-F0F7-1ADD-5611-AA4B7BCBAFEF}"/>
                </a:ext>
              </a:extLst>
            </p:cNvPr>
            <p:cNvSpPr/>
            <p:nvPr/>
          </p:nvSpPr>
          <p:spPr>
            <a:xfrm>
              <a:off x="326131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6">
              <a:extLst>
                <a:ext uri="{FF2B5EF4-FFF2-40B4-BE49-F238E27FC236}">
                  <a16:creationId xmlns:a16="http://schemas.microsoft.com/office/drawing/2014/main" id="{C1927B7D-B5D8-60D6-B32D-5155476D6026}"/>
                </a:ext>
              </a:extLst>
            </p:cNvPr>
            <p:cNvSpPr/>
            <p:nvPr/>
          </p:nvSpPr>
          <p:spPr>
            <a:xfrm>
              <a:off x="327075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7">
              <a:extLst>
                <a:ext uri="{FF2B5EF4-FFF2-40B4-BE49-F238E27FC236}">
                  <a16:creationId xmlns:a16="http://schemas.microsoft.com/office/drawing/2014/main" id="{0F5171B4-5B98-E1BF-D1F3-3E6796FDBE9F}"/>
                </a:ext>
              </a:extLst>
            </p:cNvPr>
            <p:cNvSpPr/>
            <p:nvPr/>
          </p:nvSpPr>
          <p:spPr>
            <a:xfrm>
              <a:off x="328019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8">
              <a:extLst>
                <a:ext uri="{FF2B5EF4-FFF2-40B4-BE49-F238E27FC236}">
                  <a16:creationId xmlns:a16="http://schemas.microsoft.com/office/drawing/2014/main" id="{47978657-C4C5-4BA3-66A7-844D72ACEFD1}"/>
                </a:ext>
              </a:extLst>
            </p:cNvPr>
            <p:cNvSpPr/>
            <p:nvPr/>
          </p:nvSpPr>
          <p:spPr>
            <a:xfrm>
              <a:off x="328963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89">
              <a:extLst>
                <a:ext uri="{FF2B5EF4-FFF2-40B4-BE49-F238E27FC236}">
                  <a16:creationId xmlns:a16="http://schemas.microsoft.com/office/drawing/2014/main" id="{E5075F91-3C4B-8E70-7E68-4910D3BF6F80}"/>
                </a:ext>
              </a:extLst>
            </p:cNvPr>
            <p:cNvSpPr/>
            <p:nvPr/>
          </p:nvSpPr>
          <p:spPr>
            <a:xfrm>
              <a:off x="329907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0">
              <a:extLst>
                <a:ext uri="{FF2B5EF4-FFF2-40B4-BE49-F238E27FC236}">
                  <a16:creationId xmlns:a16="http://schemas.microsoft.com/office/drawing/2014/main" id="{0F33521D-C45E-ADC1-0BA1-A3D335A7E07E}"/>
                </a:ext>
              </a:extLst>
            </p:cNvPr>
            <p:cNvSpPr/>
            <p:nvPr/>
          </p:nvSpPr>
          <p:spPr>
            <a:xfrm>
              <a:off x="330851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1">
              <a:extLst>
                <a:ext uri="{FF2B5EF4-FFF2-40B4-BE49-F238E27FC236}">
                  <a16:creationId xmlns:a16="http://schemas.microsoft.com/office/drawing/2014/main" id="{3E78852B-E85B-57F9-D790-7F2C862462AE}"/>
                </a:ext>
              </a:extLst>
            </p:cNvPr>
            <p:cNvSpPr/>
            <p:nvPr/>
          </p:nvSpPr>
          <p:spPr>
            <a:xfrm>
              <a:off x="331795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2">
              <a:extLst>
                <a:ext uri="{FF2B5EF4-FFF2-40B4-BE49-F238E27FC236}">
                  <a16:creationId xmlns:a16="http://schemas.microsoft.com/office/drawing/2014/main" id="{5DC28F0A-763C-93F2-DA13-4F20EAB5BFD7}"/>
                </a:ext>
              </a:extLst>
            </p:cNvPr>
            <p:cNvSpPr/>
            <p:nvPr/>
          </p:nvSpPr>
          <p:spPr>
            <a:xfrm>
              <a:off x="332739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3">
              <a:extLst>
                <a:ext uri="{FF2B5EF4-FFF2-40B4-BE49-F238E27FC236}">
                  <a16:creationId xmlns:a16="http://schemas.microsoft.com/office/drawing/2014/main" id="{C60A5E3E-3864-6043-EDFC-292380A494FC}"/>
                </a:ext>
              </a:extLst>
            </p:cNvPr>
            <p:cNvSpPr/>
            <p:nvPr/>
          </p:nvSpPr>
          <p:spPr>
            <a:xfrm>
              <a:off x="333683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4">
              <a:extLst>
                <a:ext uri="{FF2B5EF4-FFF2-40B4-BE49-F238E27FC236}">
                  <a16:creationId xmlns:a16="http://schemas.microsoft.com/office/drawing/2014/main" id="{D7F0C555-A9A7-03AE-E60E-468BE8776A03}"/>
                </a:ext>
              </a:extLst>
            </p:cNvPr>
            <p:cNvSpPr/>
            <p:nvPr/>
          </p:nvSpPr>
          <p:spPr>
            <a:xfrm>
              <a:off x="334627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5">
              <a:extLst>
                <a:ext uri="{FF2B5EF4-FFF2-40B4-BE49-F238E27FC236}">
                  <a16:creationId xmlns:a16="http://schemas.microsoft.com/office/drawing/2014/main" id="{A23FFB96-AB7F-E341-FCC7-3003B6ECAE25}"/>
                </a:ext>
              </a:extLst>
            </p:cNvPr>
            <p:cNvSpPr/>
            <p:nvPr/>
          </p:nvSpPr>
          <p:spPr>
            <a:xfrm>
              <a:off x="335571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6">
              <a:extLst>
                <a:ext uri="{FF2B5EF4-FFF2-40B4-BE49-F238E27FC236}">
                  <a16:creationId xmlns:a16="http://schemas.microsoft.com/office/drawing/2014/main" id="{AA7E0B01-6853-CB2F-6B07-9FB8A9564A8C}"/>
                </a:ext>
              </a:extLst>
            </p:cNvPr>
            <p:cNvSpPr/>
            <p:nvPr/>
          </p:nvSpPr>
          <p:spPr>
            <a:xfrm>
              <a:off x="336515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7">
              <a:extLst>
                <a:ext uri="{FF2B5EF4-FFF2-40B4-BE49-F238E27FC236}">
                  <a16:creationId xmlns:a16="http://schemas.microsoft.com/office/drawing/2014/main" id="{134CCBDB-5776-54FB-B381-75DFF76BFCC1}"/>
                </a:ext>
              </a:extLst>
            </p:cNvPr>
            <p:cNvSpPr/>
            <p:nvPr/>
          </p:nvSpPr>
          <p:spPr>
            <a:xfrm>
              <a:off x="337459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8">
              <a:extLst>
                <a:ext uri="{FF2B5EF4-FFF2-40B4-BE49-F238E27FC236}">
                  <a16:creationId xmlns:a16="http://schemas.microsoft.com/office/drawing/2014/main" id="{37B4537A-6DD3-D034-89B9-ECA20CC8758E}"/>
                </a:ext>
              </a:extLst>
            </p:cNvPr>
            <p:cNvSpPr/>
            <p:nvPr/>
          </p:nvSpPr>
          <p:spPr>
            <a:xfrm>
              <a:off x="338403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099">
              <a:extLst>
                <a:ext uri="{FF2B5EF4-FFF2-40B4-BE49-F238E27FC236}">
                  <a16:creationId xmlns:a16="http://schemas.microsoft.com/office/drawing/2014/main" id="{B2079F72-40E2-F2D1-66D1-E0EF034FEDB8}"/>
                </a:ext>
              </a:extLst>
            </p:cNvPr>
            <p:cNvSpPr/>
            <p:nvPr/>
          </p:nvSpPr>
          <p:spPr>
            <a:xfrm>
              <a:off x="3393473" y="2150222"/>
              <a:ext cx="921032" cy="914400"/>
            </a:xfrm>
            <a:custGeom>
              <a:avLst/>
              <a:gdLst/>
              <a:ahLst/>
              <a:cxnLst/>
              <a:rect l="0" t="0" r="0" b="0"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0">
              <a:extLst>
                <a:ext uri="{FF2B5EF4-FFF2-40B4-BE49-F238E27FC236}">
                  <a16:creationId xmlns:a16="http://schemas.microsoft.com/office/drawing/2014/main" id="{C198F7FD-CD53-B2CF-3D83-B999F8052D09}"/>
                </a:ext>
              </a:extLst>
            </p:cNvPr>
            <p:cNvSpPr/>
            <p:nvPr/>
          </p:nvSpPr>
          <p:spPr>
            <a:xfrm>
              <a:off x="2383368" y="211508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1">
              <a:extLst>
                <a:ext uri="{FF2B5EF4-FFF2-40B4-BE49-F238E27FC236}">
                  <a16:creationId xmlns:a16="http://schemas.microsoft.com/office/drawing/2014/main" id="{8D9650E8-38FF-FE8A-F59F-4F33E6E666C2}"/>
                </a:ext>
              </a:extLst>
            </p:cNvPr>
            <p:cNvSpPr/>
            <p:nvPr/>
          </p:nvSpPr>
          <p:spPr>
            <a:xfrm>
              <a:off x="238336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2">
              <a:extLst>
                <a:ext uri="{FF2B5EF4-FFF2-40B4-BE49-F238E27FC236}">
                  <a16:creationId xmlns:a16="http://schemas.microsoft.com/office/drawing/2014/main" id="{FF10C2CE-FD03-C46B-1357-EC8435398757}"/>
                </a:ext>
              </a:extLst>
            </p:cNvPr>
            <p:cNvSpPr/>
            <p:nvPr/>
          </p:nvSpPr>
          <p:spPr>
            <a:xfrm>
              <a:off x="239280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3">
              <a:extLst>
                <a:ext uri="{FF2B5EF4-FFF2-40B4-BE49-F238E27FC236}">
                  <a16:creationId xmlns:a16="http://schemas.microsoft.com/office/drawing/2014/main" id="{C315332B-59C3-0F02-2A63-86F88BC7503F}"/>
                </a:ext>
              </a:extLst>
            </p:cNvPr>
            <p:cNvSpPr/>
            <p:nvPr/>
          </p:nvSpPr>
          <p:spPr>
            <a:xfrm>
              <a:off x="240224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4">
              <a:extLst>
                <a:ext uri="{FF2B5EF4-FFF2-40B4-BE49-F238E27FC236}">
                  <a16:creationId xmlns:a16="http://schemas.microsoft.com/office/drawing/2014/main" id="{D12921C3-8EC1-7611-D1DA-48403863FE4A}"/>
                </a:ext>
              </a:extLst>
            </p:cNvPr>
            <p:cNvSpPr/>
            <p:nvPr/>
          </p:nvSpPr>
          <p:spPr>
            <a:xfrm>
              <a:off x="241168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5">
              <a:extLst>
                <a:ext uri="{FF2B5EF4-FFF2-40B4-BE49-F238E27FC236}">
                  <a16:creationId xmlns:a16="http://schemas.microsoft.com/office/drawing/2014/main" id="{B8E78B48-6941-7E61-4C96-38915CDCC5FD}"/>
                </a:ext>
              </a:extLst>
            </p:cNvPr>
            <p:cNvSpPr/>
            <p:nvPr/>
          </p:nvSpPr>
          <p:spPr>
            <a:xfrm>
              <a:off x="242112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6">
              <a:extLst>
                <a:ext uri="{FF2B5EF4-FFF2-40B4-BE49-F238E27FC236}">
                  <a16:creationId xmlns:a16="http://schemas.microsoft.com/office/drawing/2014/main" id="{5D15D12E-46DF-B83E-9191-1BE4FE4836FE}"/>
                </a:ext>
              </a:extLst>
            </p:cNvPr>
            <p:cNvSpPr/>
            <p:nvPr/>
          </p:nvSpPr>
          <p:spPr>
            <a:xfrm>
              <a:off x="243056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7">
              <a:extLst>
                <a:ext uri="{FF2B5EF4-FFF2-40B4-BE49-F238E27FC236}">
                  <a16:creationId xmlns:a16="http://schemas.microsoft.com/office/drawing/2014/main" id="{F3DAB99D-94A1-FD80-BCB5-2E1EEBC4F871}"/>
                </a:ext>
              </a:extLst>
            </p:cNvPr>
            <p:cNvSpPr/>
            <p:nvPr/>
          </p:nvSpPr>
          <p:spPr>
            <a:xfrm>
              <a:off x="244000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8">
              <a:extLst>
                <a:ext uri="{FF2B5EF4-FFF2-40B4-BE49-F238E27FC236}">
                  <a16:creationId xmlns:a16="http://schemas.microsoft.com/office/drawing/2014/main" id="{05FD812E-D586-96B2-B2D4-063EDC2C971C}"/>
                </a:ext>
              </a:extLst>
            </p:cNvPr>
            <p:cNvSpPr/>
            <p:nvPr/>
          </p:nvSpPr>
          <p:spPr>
            <a:xfrm>
              <a:off x="244944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09">
              <a:extLst>
                <a:ext uri="{FF2B5EF4-FFF2-40B4-BE49-F238E27FC236}">
                  <a16:creationId xmlns:a16="http://schemas.microsoft.com/office/drawing/2014/main" id="{D8204EA2-CE32-92A1-0A2C-7B52CB94E0E9}"/>
                </a:ext>
              </a:extLst>
            </p:cNvPr>
            <p:cNvSpPr/>
            <p:nvPr/>
          </p:nvSpPr>
          <p:spPr>
            <a:xfrm>
              <a:off x="245889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0">
              <a:extLst>
                <a:ext uri="{FF2B5EF4-FFF2-40B4-BE49-F238E27FC236}">
                  <a16:creationId xmlns:a16="http://schemas.microsoft.com/office/drawing/2014/main" id="{25FCB46C-E8EC-A193-7E70-C03E7976E90D}"/>
                </a:ext>
              </a:extLst>
            </p:cNvPr>
            <p:cNvSpPr/>
            <p:nvPr/>
          </p:nvSpPr>
          <p:spPr>
            <a:xfrm>
              <a:off x="246833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1">
              <a:extLst>
                <a:ext uri="{FF2B5EF4-FFF2-40B4-BE49-F238E27FC236}">
                  <a16:creationId xmlns:a16="http://schemas.microsoft.com/office/drawing/2014/main" id="{67D9D8C2-BDC1-FBD2-4A4E-A749C07B89D6}"/>
                </a:ext>
              </a:extLst>
            </p:cNvPr>
            <p:cNvSpPr/>
            <p:nvPr/>
          </p:nvSpPr>
          <p:spPr>
            <a:xfrm>
              <a:off x="247777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2">
              <a:extLst>
                <a:ext uri="{FF2B5EF4-FFF2-40B4-BE49-F238E27FC236}">
                  <a16:creationId xmlns:a16="http://schemas.microsoft.com/office/drawing/2014/main" id="{E7E50259-8FA2-9468-80F1-38EC3C7C77F7}"/>
                </a:ext>
              </a:extLst>
            </p:cNvPr>
            <p:cNvSpPr/>
            <p:nvPr/>
          </p:nvSpPr>
          <p:spPr>
            <a:xfrm>
              <a:off x="248721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3">
              <a:extLst>
                <a:ext uri="{FF2B5EF4-FFF2-40B4-BE49-F238E27FC236}">
                  <a16:creationId xmlns:a16="http://schemas.microsoft.com/office/drawing/2014/main" id="{A3AAD6A0-3CBB-026C-DB66-3183654622A6}"/>
                </a:ext>
              </a:extLst>
            </p:cNvPr>
            <p:cNvSpPr/>
            <p:nvPr/>
          </p:nvSpPr>
          <p:spPr>
            <a:xfrm>
              <a:off x="249665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4">
              <a:extLst>
                <a:ext uri="{FF2B5EF4-FFF2-40B4-BE49-F238E27FC236}">
                  <a16:creationId xmlns:a16="http://schemas.microsoft.com/office/drawing/2014/main" id="{9C0B62D6-E22B-8A7B-1A63-88BA79025E3E}"/>
                </a:ext>
              </a:extLst>
            </p:cNvPr>
            <p:cNvSpPr/>
            <p:nvPr/>
          </p:nvSpPr>
          <p:spPr>
            <a:xfrm>
              <a:off x="250609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5">
              <a:extLst>
                <a:ext uri="{FF2B5EF4-FFF2-40B4-BE49-F238E27FC236}">
                  <a16:creationId xmlns:a16="http://schemas.microsoft.com/office/drawing/2014/main" id="{21818708-3E3F-7422-AE28-D75541A34C1C}"/>
                </a:ext>
              </a:extLst>
            </p:cNvPr>
            <p:cNvSpPr/>
            <p:nvPr/>
          </p:nvSpPr>
          <p:spPr>
            <a:xfrm>
              <a:off x="251553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6">
              <a:extLst>
                <a:ext uri="{FF2B5EF4-FFF2-40B4-BE49-F238E27FC236}">
                  <a16:creationId xmlns:a16="http://schemas.microsoft.com/office/drawing/2014/main" id="{15D6F68B-BAA4-FE29-EC6D-4C265E609061}"/>
                </a:ext>
              </a:extLst>
            </p:cNvPr>
            <p:cNvSpPr/>
            <p:nvPr/>
          </p:nvSpPr>
          <p:spPr>
            <a:xfrm>
              <a:off x="252497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7">
              <a:extLst>
                <a:ext uri="{FF2B5EF4-FFF2-40B4-BE49-F238E27FC236}">
                  <a16:creationId xmlns:a16="http://schemas.microsoft.com/office/drawing/2014/main" id="{C8E69DC4-2CFF-BD48-70FA-337A456C7215}"/>
                </a:ext>
              </a:extLst>
            </p:cNvPr>
            <p:cNvSpPr/>
            <p:nvPr/>
          </p:nvSpPr>
          <p:spPr>
            <a:xfrm>
              <a:off x="253441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8">
              <a:extLst>
                <a:ext uri="{FF2B5EF4-FFF2-40B4-BE49-F238E27FC236}">
                  <a16:creationId xmlns:a16="http://schemas.microsoft.com/office/drawing/2014/main" id="{330DD579-93D2-FF78-A924-74E78C985E71}"/>
                </a:ext>
              </a:extLst>
            </p:cNvPr>
            <p:cNvSpPr/>
            <p:nvPr/>
          </p:nvSpPr>
          <p:spPr>
            <a:xfrm>
              <a:off x="254385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19">
              <a:extLst>
                <a:ext uri="{FF2B5EF4-FFF2-40B4-BE49-F238E27FC236}">
                  <a16:creationId xmlns:a16="http://schemas.microsoft.com/office/drawing/2014/main" id="{D2DBEB5E-F64C-FA76-D184-14A533E7469F}"/>
                </a:ext>
              </a:extLst>
            </p:cNvPr>
            <p:cNvSpPr/>
            <p:nvPr/>
          </p:nvSpPr>
          <p:spPr>
            <a:xfrm>
              <a:off x="255329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0">
              <a:extLst>
                <a:ext uri="{FF2B5EF4-FFF2-40B4-BE49-F238E27FC236}">
                  <a16:creationId xmlns:a16="http://schemas.microsoft.com/office/drawing/2014/main" id="{4EAE2D8A-3C65-4361-9F60-854B0345A100}"/>
                </a:ext>
              </a:extLst>
            </p:cNvPr>
            <p:cNvSpPr/>
            <p:nvPr/>
          </p:nvSpPr>
          <p:spPr>
            <a:xfrm>
              <a:off x="256273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1">
              <a:extLst>
                <a:ext uri="{FF2B5EF4-FFF2-40B4-BE49-F238E27FC236}">
                  <a16:creationId xmlns:a16="http://schemas.microsoft.com/office/drawing/2014/main" id="{373909A0-A095-D631-06AC-184BE5348C7D}"/>
                </a:ext>
              </a:extLst>
            </p:cNvPr>
            <p:cNvSpPr/>
            <p:nvPr/>
          </p:nvSpPr>
          <p:spPr>
            <a:xfrm>
              <a:off x="257217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2">
              <a:extLst>
                <a:ext uri="{FF2B5EF4-FFF2-40B4-BE49-F238E27FC236}">
                  <a16:creationId xmlns:a16="http://schemas.microsoft.com/office/drawing/2014/main" id="{5FE9E0AA-8DB2-8F43-9856-BF30D574C571}"/>
                </a:ext>
              </a:extLst>
            </p:cNvPr>
            <p:cNvSpPr/>
            <p:nvPr/>
          </p:nvSpPr>
          <p:spPr>
            <a:xfrm>
              <a:off x="258161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3">
              <a:extLst>
                <a:ext uri="{FF2B5EF4-FFF2-40B4-BE49-F238E27FC236}">
                  <a16:creationId xmlns:a16="http://schemas.microsoft.com/office/drawing/2014/main" id="{002A95AA-8BF1-D2B3-7CD5-219E06EC08A7}"/>
                </a:ext>
              </a:extLst>
            </p:cNvPr>
            <p:cNvSpPr/>
            <p:nvPr/>
          </p:nvSpPr>
          <p:spPr>
            <a:xfrm>
              <a:off x="259105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4">
              <a:extLst>
                <a:ext uri="{FF2B5EF4-FFF2-40B4-BE49-F238E27FC236}">
                  <a16:creationId xmlns:a16="http://schemas.microsoft.com/office/drawing/2014/main" id="{02A11BC0-D8EB-E447-58C4-3D91EADEB7FC}"/>
                </a:ext>
              </a:extLst>
            </p:cNvPr>
            <p:cNvSpPr/>
            <p:nvPr/>
          </p:nvSpPr>
          <p:spPr>
            <a:xfrm>
              <a:off x="260049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5">
              <a:extLst>
                <a:ext uri="{FF2B5EF4-FFF2-40B4-BE49-F238E27FC236}">
                  <a16:creationId xmlns:a16="http://schemas.microsoft.com/office/drawing/2014/main" id="{F58E38E0-C14E-5F47-21D0-3EB5D778AC5C}"/>
                </a:ext>
              </a:extLst>
            </p:cNvPr>
            <p:cNvSpPr/>
            <p:nvPr/>
          </p:nvSpPr>
          <p:spPr>
            <a:xfrm>
              <a:off x="260993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6">
              <a:extLst>
                <a:ext uri="{FF2B5EF4-FFF2-40B4-BE49-F238E27FC236}">
                  <a16:creationId xmlns:a16="http://schemas.microsoft.com/office/drawing/2014/main" id="{A4CC591B-4CB6-9E31-3BE5-C44B7864C5CE}"/>
                </a:ext>
              </a:extLst>
            </p:cNvPr>
            <p:cNvSpPr/>
            <p:nvPr/>
          </p:nvSpPr>
          <p:spPr>
            <a:xfrm>
              <a:off x="261937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7">
              <a:extLst>
                <a:ext uri="{FF2B5EF4-FFF2-40B4-BE49-F238E27FC236}">
                  <a16:creationId xmlns:a16="http://schemas.microsoft.com/office/drawing/2014/main" id="{590D973D-C733-5025-E499-48BB729C1CA5}"/>
                </a:ext>
              </a:extLst>
            </p:cNvPr>
            <p:cNvSpPr/>
            <p:nvPr/>
          </p:nvSpPr>
          <p:spPr>
            <a:xfrm>
              <a:off x="262881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8">
              <a:extLst>
                <a:ext uri="{FF2B5EF4-FFF2-40B4-BE49-F238E27FC236}">
                  <a16:creationId xmlns:a16="http://schemas.microsoft.com/office/drawing/2014/main" id="{EEFB2C64-8225-2807-6851-CD708CC99ED9}"/>
                </a:ext>
              </a:extLst>
            </p:cNvPr>
            <p:cNvSpPr/>
            <p:nvPr/>
          </p:nvSpPr>
          <p:spPr>
            <a:xfrm>
              <a:off x="263825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29">
              <a:extLst>
                <a:ext uri="{FF2B5EF4-FFF2-40B4-BE49-F238E27FC236}">
                  <a16:creationId xmlns:a16="http://schemas.microsoft.com/office/drawing/2014/main" id="{AD4CC8A4-63A4-62D0-9442-2FD4357933E3}"/>
                </a:ext>
              </a:extLst>
            </p:cNvPr>
            <p:cNvSpPr/>
            <p:nvPr/>
          </p:nvSpPr>
          <p:spPr>
            <a:xfrm>
              <a:off x="264769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0">
              <a:extLst>
                <a:ext uri="{FF2B5EF4-FFF2-40B4-BE49-F238E27FC236}">
                  <a16:creationId xmlns:a16="http://schemas.microsoft.com/office/drawing/2014/main" id="{E3BBD76C-3D40-9E62-FB16-267E65FBBD7B}"/>
                </a:ext>
              </a:extLst>
            </p:cNvPr>
            <p:cNvSpPr/>
            <p:nvPr/>
          </p:nvSpPr>
          <p:spPr>
            <a:xfrm>
              <a:off x="265713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1">
              <a:extLst>
                <a:ext uri="{FF2B5EF4-FFF2-40B4-BE49-F238E27FC236}">
                  <a16:creationId xmlns:a16="http://schemas.microsoft.com/office/drawing/2014/main" id="{DF405C82-9FBE-53A3-C816-10D42EC78AC7}"/>
                </a:ext>
              </a:extLst>
            </p:cNvPr>
            <p:cNvSpPr/>
            <p:nvPr/>
          </p:nvSpPr>
          <p:spPr>
            <a:xfrm>
              <a:off x="266657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2">
              <a:extLst>
                <a:ext uri="{FF2B5EF4-FFF2-40B4-BE49-F238E27FC236}">
                  <a16:creationId xmlns:a16="http://schemas.microsoft.com/office/drawing/2014/main" id="{8374B784-080A-683D-2B77-2EE05495F697}"/>
                </a:ext>
              </a:extLst>
            </p:cNvPr>
            <p:cNvSpPr/>
            <p:nvPr/>
          </p:nvSpPr>
          <p:spPr>
            <a:xfrm>
              <a:off x="267601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3">
              <a:extLst>
                <a:ext uri="{FF2B5EF4-FFF2-40B4-BE49-F238E27FC236}">
                  <a16:creationId xmlns:a16="http://schemas.microsoft.com/office/drawing/2014/main" id="{C718F199-1A32-79D5-DC83-1550C3004255}"/>
                </a:ext>
              </a:extLst>
            </p:cNvPr>
            <p:cNvSpPr/>
            <p:nvPr/>
          </p:nvSpPr>
          <p:spPr>
            <a:xfrm>
              <a:off x="268545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4">
              <a:extLst>
                <a:ext uri="{FF2B5EF4-FFF2-40B4-BE49-F238E27FC236}">
                  <a16:creationId xmlns:a16="http://schemas.microsoft.com/office/drawing/2014/main" id="{0B2D5695-E194-FBA0-2526-4B01199EA824}"/>
                </a:ext>
              </a:extLst>
            </p:cNvPr>
            <p:cNvSpPr/>
            <p:nvPr/>
          </p:nvSpPr>
          <p:spPr>
            <a:xfrm>
              <a:off x="269489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5">
              <a:extLst>
                <a:ext uri="{FF2B5EF4-FFF2-40B4-BE49-F238E27FC236}">
                  <a16:creationId xmlns:a16="http://schemas.microsoft.com/office/drawing/2014/main" id="{3EB83696-6663-0CB1-1B25-50E8CCAB7256}"/>
                </a:ext>
              </a:extLst>
            </p:cNvPr>
            <p:cNvSpPr/>
            <p:nvPr/>
          </p:nvSpPr>
          <p:spPr>
            <a:xfrm>
              <a:off x="2704336" y="2132652"/>
              <a:ext cx="921629" cy="914400"/>
            </a:xfrm>
            <a:custGeom>
              <a:avLst/>
              <a:gdLst/>
              <a:ahLst/>
              <a:cxnLst/>
              <a:rect l="0" t="0" r="0" b="0"/>
              <a:pathLst>
                <a:path w="92162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6">
              <a:extLst>
                <a:ext uri="{FF2B5EF4-FFF2-40B4-BE49-F238E27FC236}">
                  <a16:creationId xmlns:a16="http://schemas.microsoft.com/office/drawing/2014/main" id="{FC6D4C15-9D83-BDD4-157C-D0F4DBFEA60E}"/>
                </a:ext>
              </a:extLst>
            </p:cNvPr>
            <p:cNvSpPr/>
            <p:nvPr/>
          </p:nvSpPr>
          <p:spPr>
            <a:xfrm>
              <a:off x="3138587" y="211508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7">
              <a:extLst>
                <a:ext uri="{FF2B5EF4-FFF2-40B4-BE49-F238E27FC236}">
                  <a16:creationId xmlns:a16="http://schemas.microsoft.com/office/drawing/2014/main" id="{3EEBC462-4550-2C2B-2593-AE35B47C5AFA}"/>
                </a:ext>
              </a:extLst>
            </p:cNvPr>
            <p:cNvSpPr/>
            <p:nvPr/>
          </p:nvSpPr>
          <p:spPr>
            <a:xfrm>
              <a:off x="313858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8">
              <a:extLst>
                <a:ext uri="{FF2B5EF4-FFF2-40B4-BE49-F238E27FC236}">
                  <a16:creationId xmlns:a16="http://schemas.microsoft.com/office/drawing/2014/main" id="{C5F33A95-7E2E-3FAB-F38D-8959188A6518}"/>
                </a:ext>
              </a:extLst>
            </p:cNvPr>
            <p:cNvSpPr/>
            <p:nvPr/>
          </p:nvSpPr>
          <p:spPr>
            <a:xfrm>
              <a:off x="314802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39">
              <a:extLst>
                <a:ext uri="{FF2B5EF4-FFF2-40B4-BE49-F238E27FC236}">
                  <a16:creationId xmlns:a16="http://schemas.microsoft.com/office/drawing/2014/main" id="{DEBA7DF5-441E-D5CC-79EF-D54473B5A67D}"/>
                </a:ext>
              </a:extLst>
            </p:cNvPr>
            <p:cNvSpPr/>
            <p:nvPr/>
          </p:nvSpPr>
          <p:spPr>
            <a:xfrm>
              <a:off x="315746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0">
              <a:extLst>
                <a:ext uri="{FF2B5EF4-FFF2-40B4-BE49-F238E27FC236}">
                  <a16:creationId xmlns:a16="http://schemas.microsoft.com/office/drawing/2014/main" id="{2F595A18-8841-AD7F-C8F7-8261D8AC4042}"/>
                </a:ext>
              </a:extLst>
            </p:cNvPr>
            <p:cNvSpPr/>
            <p:nvPr/>
          </p:nvSpPr>
          <p:spPr>
            <a:xfrm>
              <a:off x="316690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1">
              <a:extLst>
                <a:ext uri="{FF2B5EF4-FFF2-40B4-BE49-F238E27FC236}">
                  <a16:creationId xmlns:a16="http://schemas.microsoft.com/office/drawing/2014/main" id="{C1206FAA-EDCF-7FD5-1FFC-0456B08977E8}"/>
                </a:ext>
              </a:extLst>
            </p:cNvPr>
            <p:cNvSpPr/>
            <p:nvPr/>
          </p:nvSpPr>
          <p:spPr>
            <a:xfrm>
              <a:off x="317634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2">
              <a:extLst>
                <a:ext uri="{FF2B5EF4-FFF2-40B4-BE49-F238E27FC236}">
                  <a16:creationId xmlns:a16="http://schemas.microsoft.com/office/drawing/2014/main" id="{F95F0273-8F7C-FF53-82BD-DE874229AADA}"/>
                </a:ext>
              </a:extLst>
            </p:cNvPr>
            <p:cNvSpPr/>
            <p:nvPr/>
          </p:nvSpPr>
          <p:spPr>
            <a:xfrm>
              <a:off x="318578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3">
              <a:extLst>
                <a:ext uri="{FF2B5EF4-FFF2-40B4-BE49-F238E27FC236}">
                  <a16:creationId xmlns:a16="http://schemas.microsoft.com/office/drawing/2014/main" id="{1A7C434F-08DB-1FF4-BEE3-34B21D9A056E}"/>
                </a:ext>
              </a:extLst>
            </p:cNvPr>
            <p:cNvSpPr/>
            <p:nvPr/>
          </p:nvSpPr>
          <p:spPr>
            <a:xfrm>
              <a:off x="319522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4">
              <a:extLst>
                <a:ext uri="{FF2B5EF4-FFF2-40B4-BE49-F238E27FC236}">
                  <a16:creationId xmlns:a16="http://schemas.microsoft.com/office/drawing/2014/main" id="{CC89FF39-A70D-30BC-10DB-B8A78EAF6183}"/>
                </a:ext>
              </a:extLst>
            </p:cNvPr>
            <p:cNvSpPr/>
            <p:nvPr/>
          </p:nvSpPr>
          <p:spPr>
            <a:xfrm>
              <a:off x="320466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5">
              <a:extLst>
                <a:ext uri="{FF2B5EF4-FFF2-40B4-BE49-F238E27FC236}">
                  <a16:creationId xmlns:a16="http://schemas.microsoft.com/office/drawing/2014/main" id="{D03C095B-56A2-5A32-D617-C47C95016E98}"/>
                </a:ext>
              </a:extLst>
            </p:cNvPr>
            <p:cNvSpPr/>
            <p:nvPr/>
          </p:nvSpPr>
          <p:spPr>
            <a:xfrm>
              <a:off x="321410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6">
              <a:extLst>
                <a:ext uri="{FF2B5EF4-FFF2-40B4-BE49-F238E27FC236}">
                  <a16:creationId xmlns:a16="http://schemas.microsoft.com/office/drawing/2014/main" id="{AD434811-CBE6-A58A-AC2F-910A3F8AF5FE}"/>
                </a:ext>
              </a:extLst>
            </p:cNvPr>
            <p:cNvSpPr/>
            <p:nvPr/>
          </p:nvSpPr>
          <p:spPr>
            <a:xfrm>
              <a:off x="322354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7">
              <a:extLst>
                <a:ext uri="{FF2B5EF4-FFF2-40B4-BE49-F238E27FC236}">
                  <a16:creationId xmlns:a16="http://schemas.microsoft.com/office/drawing/2014/main" id="{B0EACC51-F46C-0245-DE2C-01234F460957}"/>
                </a:ext>
              </a:extLst>
            </p:cNvPr>
            <p:cNvSpPr/>
            <p:nvPr/>
          </p:nvSpPr>
          <p:spPr>
            <a:xfrm>
              <a:off x="323298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8">
              <a:extLst>
                <a:ext uri="{FF2B5EF4-FFF2-40B4-BE49-F238E27FC236}">
                  <a16:creationId xmlns:a16="http://schemas.microsoft.com/office/drawing/2014/main" id="{356D0D0F-A398-0B76-51ED-9DEC2D703D57}"/>
                </a:ext>
              </a:extLst>
            </p:cNvPr>
            <p:cNvSpPr/>
            <p:nvPr/>
          </p:nvSpPr>
          <p:spPr>
            <a:xfrm>
              <a:off x="324242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49">
              <a:extLst>
                <a:ext uri="{FF2B5EF4-FFF2-40B4-BE49-F238E27FC236}">
                  <a16:creationId xmlns:a16="http://schemas.microsoft.com/office/drawing/2014/main" id="{AB867E69-F982-CEB0-0944-30196F5BFED3}"/>
                </a:ext>
              </a:extLst>
            </p:cNvPr>
            <p:cNvSpPr/>
            <p:nvPr/>
          </p:nvSpPr>
          <p:spPr>
            <a:xfrm>
              <a:off x="325187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0">
              <a:extLst>
                <a:ext uri="{FF2B5EF4-FFF2-40B4-BE49-F238E27FC236}">
                  <a16:creationId xmlns:a16="http://schemas.microsoft.com/office/drawing/2014/main" id="{56DF10A4-ED22-7998-0E17-28C78FB46949}"/>
                </a:ext>
              </a:extLst>
            </p:cNvPr>
            <p:cNvSpPr/>
            <p:nvPr/>
          </p:nvSpPr>
          <p:spPr>
            <a:xfrm>
              <a:off x="326131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1">
              <a:extLst>
                <a:ext uri="{FF2B5EF4-FFF2-40B4-BE49-F238E27FC236}">
                  <a16:creationId xmlns:a16="http://schemas.microsoft.com/office/drawing/2014/main" id="{A5D03E07-C20E-E28F-74CA-ED76BAA6FECC}"/>
                </a:ext>
              </a:extLst>
            </p:cNvPr>
            <p:cNvSpPr/>
            <p:nvPr/>
          </p:nvSpPr>
          <p:spPr>
            <a:xfrm>
              <a:off x="327075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2">
              <a:extLst>
                <a:ext uri="{FF2B5EF4-FFF2-40B4-BE49-F238E27FC236}">
                  <a16:creationId xmlns:a16="http://schemas.microsoft.com/office/drawing/2014/main" id="{F920D940-DAF4-4B13-FB4B-363082F4BE3D}"/>
                </a:ext>
              </a:extLst>
            </p:cNvPr>
            <p:cNvSpPr/>
            <p:nvPr/>
          </p:nvSpPr>
          <p:spPr>
            <a:xfrm>
              <a:off x="328019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3">
              <a:extLst>
                <a:ext uri="{FF2B5EF4-FFF2-40B4-BE49-F238E27FC236}">
                  <a16:creationId xmlns:a16="http://schemas.microsoft.com/office/drawing/2014/main" id="{1738589B-A7F6-272F-4F59-9DE3DCB33A48}"/>
                </a:ext>
              </a:extLst>
            </p:cNvPr>
            <p:cNvSpPr/>
            <p:nvPr/>
          </p:nvSpPr>
          <p:spPr>
            <a:xfrm>
              <a:off x="328963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4">
              <a:extLst>
                <a:ext uri="{FF2B5EF4-FFF2-40B4-BE49-F238E27FC236}">
                  <a16:creationId xmlns:a16="http://schemas.microsoft.com/office/drawing/2014/main" id="{4B9A0E87-6727-9F3C-9601-C93633D38CFD}"/>
                </a:ext>
              </a:extLst>
            </p:cNvPr>
            <p:cNvSpPr/>
            <p:nvPr/>
          </p:nvSpPr>
          <p:spPr>
            <a:xfrm>
              <a:off x="329907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5">
              <a:extLst>
                <a:ext uri="{FF2B5EF4-FFF2-40B4-BE49-F238E27FC236}">
                  <a16:creationId xmlns:a16="http://schemas.microsoft.com/office/drawing/2014/main" id="{68123ABC-042E-35A0-D10F-F34280807FEA}"/>
                </a:ext>
              </a:extLst>
            </p:cNvPr>
            <p:cNvSpPr/>
            <p:nvPr/>
          </p:nvSpPr>
          <p:spPr>
            <a:xfrm>
              <a:off x="330851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6">
              <a:extLst>
                <a:ext uri="{FF2B5EF4-FFF2-40B4-BE49-F238E27FC236}">
                  <a16:creationId xmlns:a16="http://schemas.microsoft.com/office/drawing/2014/main" id="{94D96C79-5164-0FEE-EDC2-49B6967FC270}"/>
                </a:ext>
              </a:extLst>
            </p:cNvPr>
            <p:cNvSpPr/>
            <p:nvPr/>
          </p:nvSpPr>
          <p:spPr>
            <a:xfrm>
              <a:off x="331795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7">
              <a:extLst>
                <a:ext uri="{FF2B5EF4-FFF2-40B4-BE49-F238E27FC236}">
                  <a16:creationId xmlns:a16="http://schemas.microsoft.com/office/drawing/2014/main" id="{59FE96BD-4C05-E6C9-B47A-725AC64B3BFA}"/>
                </a:ext>
              </a:extLst>
            </p:cNvPr>
            <p:cNvSpPr/>
            <p:nvPr/>
          </p:nvSpPr>
          <p:spPr>
            <a:xfrm>
              <a:off x="332739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8">
              <a:extLst>
                <a:ext uri="{FF2B5EF4-FFF2-40B4-BE49-F238E27FC236}">
                  <a16:creationId xmlns:a16="http://schemas.microsoft.com/office/drawing/2014/main" id="{234DBBE2-76DF-B476-CEA5-5C9E0DC5E512}"/>
                </a:ext>
              </a:extLst>
            </p:cNvPr>
            <p:cNvSpPr/>
            <p:nvPr/>
          </p:nvSpPr>
          <p:spPr>
            <a:xfrm>
              <a:off x="333683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59">
              <a:extLst>
                <a:ext uri="{FF2B5EF4-FFF2-40B4-BE49-F238E27FC236}">
                  <a16:creationId xmlns:a16="http://schemas.microsoft.com/office/drawing/2014/main" id="{F0C1C16E-4F3F-F97B-10B6-12499A6EEE53}"/>
                </a:ext>
              </a:extLst>
            </p:cNvPr>
            <p:cNvSpPr/>
            <p:nvPr/>
          </p:nvSpPr>
          <p:spPr>
            <a:xfrm>
              <a:off x="334627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0">
              <a:extLst>
                <a:ext uri="{FF2B5EF4-FFF2-40B4-BE49-F238E27FC236}">
                  <a16:creationId xmlns:a16="http://schemas.microsoft.com/office/drawing/2014/main" id="{AAA78FAF-25A6-AEE0-C0B3-9FA0BEEC90D3}"/>
                </a:ext>
              </a:extLst>
            </p:cNvPr>
            <p:cNvSpPr/>
            <p:nvPr/>
          </p:nvSpPr>
          <p:spPr>
            <a:xfrm>
              <a:off x="335571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1">
              <a:extLst>
                <a:ext uri="{FF2B5EF4-FFF2-40B4-BE49-F238E27FC236}">
                  <a16:creationId xmlns:a16="http://schemas.microsoft.com/office/drawing/2014/main" id="{15311860-CED0-ECE6-3423-FEC2F445A571}"/>
                </a:ext>
              </a:extLst>
            </p:cNvPr>
            <p:cNvSpPr/>
            <p:nvPr/>
          </p:nvSpPr>
          <p:spPr>
            <a:xfrm>
              <a:off x="336515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2">
              <a:extLst>
                <a:ext uri="{FF2B5EF4-FFF2-40B4-BE49-F238E27FC236}">
                  <a16:creationId xmlns:a16="http://schemas.microsoft.com/office/drawing/2014/main" id="{24D477E6-CF8E-81D5-381F-4FA9F4C2CDE4}"/>
                </a:ext>
              </a:extLst>
            </p:cNvPr>
            <p:cNvSpPr/>
            <p:nvPr/>
          </p:nvSpPr>
          <p:spPr>
            <a:xfrm>
              <a:off x="337459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3">
              <a:extLst>
                <a:ext uri="{FF2B5EF4-FFF2-40B4-BE49-F238E27FC236}">
                  <a16:creationId xmlns:a16="http://schemas.microsoft.com/office/drawing/2014/main" id="{5480755E-DAF7-3010-E199-B383693DC181}"/>
                </a:ext>
              </a:extLst>
            </p:cNvPr>
            <p:cNvSpPr/>
            <p:nvPr/>
          </p:nvSpPr>
          <p:spPr>
            <a:xfrm>
              <a:off x="338403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4">
              <a:extLst>
                <a:ext uri="{FF2B5EF4-FFF2-40B4-BE49-F238E27FC236}">
                  <a16:creationId xmlns:a16="http://schemas.microsoft.com/office/drawing/2014/main" id="{53062FEC-E551-F257-6105-9F3C09B759B6}"/>
                </a:ext>
              </a:extLst>
            </p:cNvPr>
            <p:cNvSpPr/>
            <p:nvPr/>
          </p:nvSpPr>
          <p:spPr>
            <a:xfrm>
              <a:off x="3393473" y="213265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5">
              <a:extLst>
                <a:ext uri="{FF2B5EF4-FFF2-40B4-BE49-F238E27FC236}">
                  <a16:creationId xmlns:a16="http://schemas.microsoft.com/office/drawing/2014/main" id="{8AB908FB-82E9-B5BD-DC5E-561387CFD7C0}"/>
                </a:ext>
              </a:extLst>
            </p:cNvPr>
            <p:cNvSpPr/>
            <p:nvPr/>
          </p:nvSpPr>
          <p:spPr>
            <a:xfrm>
              <a:off x="3402913" y="2115082"/>
              <a:ext cx="914879" cy="917505"/>
            </a:xfrm>
            <a:custGeom>
              <a:avLst/>
              <a:gdLst/>
              <a:ahLst/>
              <a:cxnLst/>
              <a:rect l="0" t="0" r="0" b="0"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6">
              <a:extLst>
                <a:ext uri="{FF2B5EF4-FFF2-40B4-BE49-F238E27FC236}">
                  <a16:creationId xmlns:a16="http://schemas.microsoft.com/office/drawing/2014/main" id="{B353120F-E7C2-82B9-1E40-CA7E73561762}"/>
                </a:ext>
              </a:extLst>
            </p:cNvPr>
            <p:cNvSpPr/>
            <p:nvPr/>
          </p:nvSpPr>
          <p:spPr>
            <a:xfrm>
              <a:off x="2373927" y="2097513"/>
              <a:ext cx="914400" cy="931343"/>
            </a:xfrm>
            <a:custGeom>
              <a:avLst/>
              <a:gdLst/>
              <a:ahLst/>
              <a:cxnLst/>
              <a:rect l="0" t="0" r="0" b="0"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7">
              <a:extLst>
                <a:ext uri="{FF2B5EF4-FFF2-40B4-BE49-F238E27FC236}">
                  <a16:creationId xmlns:a16="http://schemas.microsoft.com/office/drawing/2014/main" id="{568E92E0-1586-BE9B-EC57-64E761359CA2}"/>
                </a:ext>
              </a:extLst>
            </p:cNvPr>
            <p:cNvSpPr/>
            <p:nvPr/>
          </p:nvSpPr>
          <p:spPr>
            <a:xfrm>
              <a:off x="237392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8">
              <a:extLst>
                <a:ext uri="{FF2B5EF4-FFF2-40B4-BE49-F238E27FC236}">
                  <a16:creationId xmlns:a16="http://schemas.microsoft.com/office/drawing/2014/main" id="{53E17834-3A33-DE31-3444-5FE07084C1E5}"/>
                </a:ext>
              </a:extLst>
            </p:cNvPr>
            <p:cNvSpPr/>
            <p:nvPr/>
          </p:nvSpPr>
          <p:spPr>
            <a:xfrm>
              <a:off x="238336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69">
              <a:extLst>
                <a:ext uri="{FF2B5EF4-FFF2-40B4-BE49-F238E27FC236}">
                  <a16:creationId xmlns:a16="http://schemas.microsoft.com/office/drawing/2014/main" id="{5FAE0A5E-8DCB-5CBD-88E8-0322D78EB24F}"/>
                </a:ext>
              </a:extLst>
            </p:cNvPr>
            <p:cNvSpPr/>
            <p:nvPr/>
          </p:nvSpPr>
          <p:spPr>
            <a:xfrm>
              <a:off x="239280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0">
              <a:extLst>
                <a:ext uri="{FF2B5EF4-FFF2-40B4-BE49-F238E27FC236}">
                  <a16:creationId xmlns:a16="http://schemas.microsoft.com/office/drawing/2014/main" id="{BE5DBFD8-A8A4-6B21-67EF-1CE2A8FD670B}"/>
                </a:ext>
              </a:extLst>
            </p:cNvPr>
            <p:cNvSpPr/>
            <p:nvPr/>
          </p:nvSpPr>
          <p:spPr>
            <a:xfrm>
              <a:off x="240224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1">
              <a:extLst>
                <a:ext uri="{FF2B5EF4-FFF2-40B4-BE49-F238E27FC236}">
                  <a16:creationId xmlns:a16="http://schemas.microsoft.com/office/drawing/2014/main" id="{23808F04-0FE9-8C05-556E-E319B8DCA9A7}"/>
                </a:ext>
              </a:extLst>
            </p:cNvPr>
            <p:cNvSpPr/>
            <p:nvPr/>
          </p:nvSpPr>
          <p:spPr>
            <a:xfrm>
              <a:off x="241168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2">
              <a:extLst>
                <a:ext uri="{FF2B5EF4-FFF2-40B4-BE49-F238E27FC236}">
                  <a16:creationId xmlns:a16="http://schemas.microsoft.com/office/drawing/2014/main" id="{EB3AB958-43C5-1248-02FF-57DA623677FC}"/>
                </a:ext>
              </a:extLst>
            </p:cNvPr>
            <p:cNvSpPr/>
            <p:nvPr/>
          </p:nvSpPr>
          <p:spPr>
            <a:xfrm>
              <a:off x="242112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3">
              <a:extLst>
                <a:ext uri="{FF2B5EF4-FFF2-40B4-BE49-F238E27FC236}">
                  <a16:creationId xmlns:a16="http://schemas.microsoft.com/office/drawing/2014/main" id="{C3B649A5-5910-2A3C-D693-460C9FF73C58}"/>
                </a:ext>
              </a:extLst>
            </p:cNvPr>
            <p:cNvSpPr/>
            <p:nvPr/>
          </p:nvSpPr>
          <p:spPr>
            <a:xfrm>
              <a:off x="243056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4">
              <a:extLst>
                <a:ext uri="{FF2B5EF4-FFF2-40B4-BE49-F238E27FC236}">
                  <a16:creationId xmlns:a16="http://schemas.microsoft.com/office/drawing/2014/main" id="{5DBDACB2-964C-12F0-4CC2-B51E200BD253}"/>
                </a:ext>
              </a:extLst>
            </p:cNvPr>
            <p:cNvSpPr/>
            <p:nvPr/>
          </p:nvSpPr>
          <p:spPr>
            <a:xfrm>
              <a:off x="244000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5">
              <a:extLst>
                <a:ext uri="{FF2B5EF4-FFF2-40B4-BE49-F238E27FC236}">
                  <a16:creationId xmlns:a16="http://schemas.microsoft.com/office/drawing/2014/main" id="{CDF70EB8-219F-70D0-5609-419D6DEEE0E3}"/>
                </a:ext>
              </a:extLst>
            </p:cNvPr>
            <p:cNvSpPr/>
            <p:nvPr/>
          </p:nvSpPr>
          <p:spPr>
            <a:xfrm>
              <a:off x="244944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6">
              <a:extLst>
                <a:ext uri="{FF2B5EF4-FFF2-40B4-BE49-F238E27FC236}">
                  <a16:creationId xmlns:a16="http://schemas.microsoft.com/office/drawing/2014/main" id="{9E72631A-F2D2-8F40-29B0-85980D1D6FB4}"/>
                </a:ext>
              </a:extLst>
            </p:cNvPr>
            <p:cNvSpPr/>
            <p:nvPr/>
          </p:nvSpPr>
          <p:spPr>
            <a:xfrm>
              <a:off x="245889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7">
              <a:extLst>
                <a:ext uri="{FF2B5EF4-FFF2-40B4-BE49-F238E27FC236}">
                  <a16:creationId xmlns:a16="http://schemas.microsoft.com/office/drawing/2014/main" id="{00203E58-334F-9D42-ADA3-A4ABC991040B}"/>
                </a:ext>
              </a:extLst>
            </p:cNvPr>
            <p:cNvSpPr/>
            <p:nvPr/>
          </p:nvSpPr>
          <p:spPr>
            <a:xfrm>
              <a:off x="246833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8">
              <a:extLst>
                <a:ext uri="{FF2B5EF4-FFF2-40B4-BE49-F238E27FC236}">
                  <a16:creationId xmlns:a16="http://schemas.microsoft.com/office/drawing/2014/main" id="{41D02C84-F468-A964-8752-5BEF69076C9C}"/>
                </a:ext>
              </a:extLst>
            </p:cNvPr>
            <p:cNvSpPr/>
            <p:nvPr/>
          </p:nvSpPr>
          <p:spPr>
            <a:xfrm>
              <a:off x="247777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79">
              <a:extLst>
                <a:ext uri="{FF2B5EF4-FFF2-40B4-BE49-F238E27FC236}">
                  <a16:creationId xmlns:a16="http://schemas.microsoft.com/office/drawing/2014/main" id="{D8A601B6-0D53-7559-B1B8-A3442923BB3E}"/>
                </a:ext>
              </a:extLst>
            </p:cNvPr>
            <p:cNvSpPr/>
            <p:nvPr/>
          </p:nvSpPr>
          <p:spPr>
            <a:xfrm>
              <a:off x="248721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0">
              <a:extLst>
                <a:ext uri="{FF2B5EF4-FFF2-40B4-BE49-F238E27FC236}">
                  <a16:creationId xmlns:a16="http://schemas.microsoft.com/office/drawing/2014/main" id="{2470A642-A605-CB9B-402C-38721000AE5B}"/>
                </a:ext>
              </a:extLst>
            </p:cNvPr>
            <p:cNvSpPr/>
            <p:nvPr/>
          </p:nvSpPr>
          <p:spPr>
            <a:xfrm>
              <a:off x="249665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1">
              <a:extLst>
                <a:ext uri="{FF2B5EF4-FFF2-40B4-BE49-F238E27FC236}">
                  <a16:creationId xmlns:a16="http://schemas.microsoft.com/office/drawing/2014/main" id="{B00671FD-5F83-E45A-665B-A9BB9508613B}"/>
                </a:ext>
              </a:extLst>
            </p:cNvPr>
            <p:cNvSpPr/>
            <p:nvPr/>
          </p:nvSpPr>
          <p:spPr>
            <a:xfrm>
              <a:off x="250609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2">
              <a:extLst>
                <a:ext uri="{FF2B5EF4-FFF2-40B4-BE49-F238E27FC236}">
                  <a16:creationId xmlns:a16="http://schemas.microsoft.com/office/drawing/2014/main" id="{6423AAC0-BB7D-FAC6-E413-54B3CFBAA209}"/>
                </a:ext>
              </a:extLst>
            </p:cNvPr>
            <p:cNvSpPr/>
            <p:nvPr/>
          </p:nvSpPr>
          <p:spPr>
            <a:xfrm>
              <a:off x="251553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3">
              <a:extLst>
                <a:ext uri="{FF2B5EF4-FFF2-40B4-BE49-F238E27FC236}">
                  <a16:creationId xmlns:a16="http://schemas.microsoft.com/office/drawing/2014/main" id="{0DB98D6A-9853-9E4C-8500-1255B1D8363D}"/>
                </a:ext>
              </a:extLst>
            </p:cNvPr>
            <p:cNvSpPr/>
            <p:nvPr/>
          </p:nvSpPr>
          <p:spPr>
            <a:xfrm>
              <a:off x="252497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4">
              <a:extLst>
                <a:ext uri="{FF2B5EF4-FFF2-40B4-BE49-F238E27FC236}">
                  <a16:creationId xmlns:a16="http://schemas.microsoft.com/office/drawing/2014/main" id="{871360FC-425E-B00C-7633-439D7CB6FAB2}"/>
                </a:ext>
              </a:extLst>
            </p:cNvPr>
            <p:cNvSpPr/>
            <p:nvPr/>
          </p:nvSpPr>
          <p:spPr>
            <a:xfrm>
              <a:off x="253441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5">
              <a:extLst>
                <a:ext uri="{FF2B5EF4-FFF2-40B4-BE49-F238E27FC236}">
                  <a16:creationId xmlns:a16="http://schemas.microsoft.com/office/drawing/2014/main" id="{1CC78500-1E04-1855-62E2-88ECFC72C58C}"/>
                </a:ext>
              </a:extLst>
            </p:cNvPr>
            <p:cNvSpPr/>
            <p:nvPr/>
          </p:nvSpPr>
          <p:spPr>
            <a:xfrm>
              <a:off x="254385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6">
              <a:extLst>
                <a:ext uri="{FF2B5EF4-FFF2-40B4-BE49-F238E27FC236}">
                  <a16:creationId xmlns:a16="http://schemas.microsoft.com/office/drawing/2014/main" id="{FD9DCF4D-2C84-F616-8CE3-4E4DE330D718}"/>
                </a:ext>
              </a:extLst>
            </p:cNvPr>
            <p:cNvSpPr/>
            <p:nvPr/>
          </p:nvSpPr>
          <p:spPr>
            <a:xfrm>
              <a:off x="255329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7">
              <a:extLst>
                <a:ext uri="{FF2B5EF4-FFF2-40B4-BE49-F238E27FC236}">
                  <a16:creationId xmlns:a16="http://schemas.microsoft.com/office/drawing/2014/main" id="{48A1772F-D98C-B3EB-938F-4D36CC7688D5}"/>
                </a:ext>
              </a:extLst>
            </p:cNvPr>
            <p:cNvSpPr/>
            <p:nvPr/>
          </p:nvSpPr>
          <p:spPr>
            <a:xfrm>
              <a:off x="256273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8">
              <a:extLst>
                <a:ext uri="{FF2B5EF4-FFF2-40B4-BE49-F238E27FC236}">
                  <a16:creationId xmlns:a16="http://schemas.microsoft.com/office/drawing/2014/main" id="{EE1B175C-AC71-FA64-7B52-AEFE5095565F}"/>
                </a:ext>
              </a:extLst>
            </p:cNvPr>
            <p:cNvSpPr/>
            <p:nvPr/>
          </p:nvSpPr>
          <p:spPr>
            <a:xfrm>
              <a:off x="257217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89">
              <a:extLst>
                <a:ext uri="{FF2B5EF4-FFF2-40B4-BE49-F238E27FC236}">
                  <a16:creationId xmlns:a16="http://schemas.microsoft.com/office/drawing/2014/main" id="{CF1881D9-43E7-4EF7-A00A-106144A8DAD7}"/>
                </a:ext>
              </a:extLst>
            </p:cNvPr>
            <p:cNvSpPr/>
            <p:nvPr/>
          </p:nvSpPr>
          <p:spPr>
            <a:xfrm>
              <a:off x="258161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0">
              <a:extLst>
                <a:ext uri="{FF2B5EF4-FFF2-40B4-BE49-F238E27FC236}">
                  <a16:creationId xmlns:a16="http://schemas.microsoft.com/office/drawing/2014/main" id="{19427D36-C95B-4D7C-886E-C870BF3E4364}"/>
                </a:ext>
              </a:extLst>
            </p:cNvPr>
            <p:cNvSpPr/>
            <p:nvPr/>
          </p:nvSpPr>
          <p:spPr>
            <a:xfrm>
              <a:off x="259105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1">
              <a:extLst>
                <a:ext uri="{FF2B5EF4-FFF2-40B4-BE49-F238E27FC236}">
                  <a16:creationId xmlns:a16="http://schemas.microsoft.com/office/drawing/2014/main" id="{A02543EC-11A9-E4F4-7B02-69ED6ABE3EDB}"/>
                </a:ext>
              </a:extLst>
            </p:cNvPr>
            <p:cNvSpPr/>
            <p:nvPr/>
          </p:nvSpPr>
          <p:spPr>
            <a:xfrm>
              <a:off x="260049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2">
              <a:extLst>
                <a:ext uri="{FF2B5EF4-FFF2-40B4-BE49-F238E27FC236}">
                  <a16:creationId xmlns:a16="http://schemas.microsoft.com/office/drawing/2014/main" id="{60C74453-8CCC-79FB-21F2-506F4EDE6E5B}"/>
                </a:ext>
              </a:extLst>
            </p:cNvPr>
            <p:cNvSpPr/>
            <p:nvPr/>
          </p:nvSpPr>
          <p:spPr>
            <a:xfrm>
              <a:off x="260993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3">
              <a:extLst>
                <a:ext uri="{FF2B5EF4-FFF2-40B4-BE49-F238E27FC236}">
                  <a16:creationId xmlns:a16="http://schemas.microsoft.com/office/drawing/2014/main" id="{2D4DB527-FD91-5D44-B830-216B06190517}"/>
                </a:ext>
              </a:extLst>
            </p:cNvPr>
            <p:cNvSpPr/>
            <p:nvPr/>
          </p:nvSpPr>
          <p:spPr>
            <a:xfrm>
              <a:off x="261937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4">
              <a:extLst>
                <a:ext uri="{FF2B5EF4-FFF2-40B4-BE49-F238E27FC236}">
                  <a16:creationId xmlns:a16="http://schemas.microsoft.com/office/drawing/2014/main" id="{92AC4E9D-19FD-8C18-069B-8595DA549F73}"/>
                </a:ext>
              </a:extLst>
            </p:cNvPr>
            <p:cNvSpPr/>
            <p:nvPr/>
          </p:nvSpPr>
          <p:spPr>
            <a:xfrm>
              <a:off x="262881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5">
              <a:extLst>
                <a:ext uri="{FF2B5EF4-FFF2-40B4-BE49-F238E27FC236}">
                  <a16:creationId xmlns:a16="http://schemas.microsoft.com/office/drawing/2014/main" id="{99A6E39C-E5FF-5660-A397-64A032CB193C}"/>
                </a:ext>
              </a:extLst>
            </p:cNvPr>
            <p:cNvSpPr/>
            <p:nvPr/>
          </p:nvSpPr>
          <p:spPr>
            <a:xfrm>
              <a:off x="263825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6">
              <a:extLst>
                <a:ext uri="{FF2B5EF4-FFF2-40B4-BE49-F238E27FC236}">
                  <a16:creationId xmlns:a16="http://schemas.microsoft.com/office/drawing/2014/main" id="{A17BABE9-3320-4612-4DE5-3476694EFD9B}"/>
                </a:ext>
              </a:extLst>
            </p:cNvPr>
            <p:cNvSpPr/>
            <p:nvPr/>
          </p:nvSpPr>
          <p:spPr>
            <a:xfrm>
              <a:off x="264769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7">
              <a:extLst>
                <a:ext uri="{FF2B5EF4-FFF2-40B4-BE49-F238E27FC236}">
                  <a16:creationId xmlns:a16="http://schemas.microsoft.com/office/drawing/2014/main" id="{9E6B633B-2112-9686-8995-897A023BFC33}"/>
                </a:ext>
              </a:extLst>
            </p:cNvPr>
            <p:cNvSpPr/>
            <p:nvPr/>
          </p:nvSpPr>
          <p:spPr>
            <a:xfrm>
              <a:off x="265713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8">
              <a:extLst>
                <a:ext uri="{FF2B5EF4-FFF2-40B4-BE49-F238E27FC236}">
                  <a16:creationId xmlns:a16="http://schemas.microsoft.com/office/drawing/2014/main" id="{3EE96988-F98B-8510-B8D4-824A40684F66}"/>
                </a:ext>
              </a:extLst>
            </p:cNvPr>
            <p:cNvSpPr/>
            <p:nvPr/>
          </p:nvSpPr>
          <p:spPr>
            <a:xfrm>
              <a:off x="266657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199">
              <a:extLst>
                <a:ext uri="{FF2B5EF4-FFF2-40B4-BE49-F238E27FC236}">
                  <a16:creationId xmlns:a16="http://schemas.microsoft.com/office/drawing/2014/main" id="{C6D5E648-910E-AA67-4B01-1A43304839A0}"/>
                </a:ext>
              </a:extLst>
            </p:cNvPr>
            <p:cNvSpPr/>
            <p:nvPr/>
          </p:nvSpPr>
          <p:spPr>
            <a:xfrm>
              <a:off x="267601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0">
              <a:extLst>
                <a:ext uri="{FF2B5EF4-FFF2-40B4-BE49-F238E27FC236}">
                  <a16:creationId xmlns:a16="http://schemas.microsoft.com/office/drawing/2014/main" id="{1A955A8C-940C-2080-48C8-887C6F0F00AD}"/>
                </a:ext>
              </a:extLst>
            </p:cNvPr>
            <p:cNvSpPr/>
            <p:nvPr/>
          </p:nvSpPr>
          <p:spPr>
            <a:xfrm>
              <a:off x="268545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1">
              <a:extLst>
                <a:ext uri="{FF2B5EF4-FFF2-40B4-BE49-F238E27FC236}">
                  <a16:creationId xmlns:a16="http://schemas.microsoft.com/office/drawing/2014/main" id="{F3E84C6D-4670-3D33-7A7D-B58F941CF3E4}"/>
                </a:ext>
              </a:extLst>
            </p:cNvPr>
            <p:cNvSpPr/>
            <p:nvPr/>
          </p:nvSpPr>
          <p:spPr>
            <a:xfrm>
              <a:off x="2704336" y="211508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400" y="90510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2">
              <a:extLst>
                <a:ext uri="{FF2B5EF4-FFF2-40B4-BE49-F238E27FC236}">
                  <a16:creationId xmlns:a16="http://schemas.microsoft.com/office/drawing/2014/main" id="{1FB59A75-C7C8-5C01-0B95-E1652068C4A8}"/>
                </a:ext>
              </a:extLst>
            </p:cNvPr>
            <p:cNvSpPr/>
            <p:nvPr/>
          </p:nvSpPr>
          <p:spPr>
            <a:xfrm>
              <a:off x="2704336" y="2115082"/>
              <a:ext cx="917185" cy="914400"/>
            </a:xfrm>
            <a:custGeom>
              <a:avLst/>
              <a:gdLst/>
              <a:ahLst/>
              <a:cxnLst/>
              <a:rect l="0" t="0" r="0" b="0"/>
              <a:pathLst>
                <a:path w="917185" h="914400">
                  <a:moveTo>
                    <a:pt x="914400" y="914400"/>
                  </a:moveTo>
                  <a:lnTo>
                    <a:pt x="914400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3">
              <a:extLst>
                <a:ext uri="{FF2B5EF4-FFF2-40B4-BE49-F238E27FC236}">
                  <a16:creationId xmlns:a16="http://schemas.microsoft.com/office/drawing/2014/main" id="{58F65C38-FFD7-5B49-F35C-9481459D898D}"/>
                </a:ext>
              </a:extLst>
            </p:cNvPr>
            <p:cNvSpPr/>
            <p:nvPr/>
          </p:nvSpPr>
          <p:spPr>
            <a:xfrm>
              <a:off x="3138587" y="211508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4">
              <a:extLst>
                <a:ext uri="{FF2B5EF4-FFF2-40B4-BE49-F238E27FC236}">
                  <a16:creationId xmlns:a16="http://schemas.microsoft.com/office/drawing/2014/main" id="{5A31C465-7233-5421-9359-86B60C2BBA0F}"/>
                </a:ext>
              </a:extLst>
            </p:cNvPr>
            <p:cNvSpPr/>
            <p:nvPr/>
          </p:nvSpPr>
          <p:spPr>
            <a:xfrm>
              <a:off x="3148027" y="209751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5">
              <a:extLst>
                <a:ext uri="{FF2B5EF4-FFF2-40B4-BE49-F238E27FC236}">
                  <a16:creationId xmlns:a16="http://schemas.microsoft.com/office/drawing/2014/main" id="{8C0D7E2D-E54E-B4D8-67E0-BC1BC49A2EC6}"/>
                </a:ext>
              </a:extLst>
            </p:cNvPr>
            <p:cNvSpPr/>
            <p:nvPr/>
          </p:nvSpPr>
          <p:spPr>
            <a:xfrm>
              <a:off x="314802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6">
              <a:extLst>
                <a:ext uri="{FF2B5EF4-FFF2-40B4-BE49-F238E27FC236}">
                  <a16:creationId xmlns:a16="http://schemas.microsoft.com/office/drawing/2014/main" id="{13B89858-2278-D51D-86AF-4D23C874F52A}"/>
                </a:ext>
              </a:extLst>
            </p:cNvPr>
            <p:cNvSpPr/>
            <p:nvPr/>
          </p:nvSpPr>
          <p:spPr>
            <a:xfrm>
              <a:off x="315746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7">
              <a:extLst>
                <a:ext uri="{FF2B5EF4-FFF2-40B4-BE49-F238E27FC236}">
                  <a16:creationId xmlns:a16="http://schemas.microsoft.com/office/drawing/2014/main" id="{C9324F6C-FF02-BF47-DC01-8CBA5E24B7A8}"/>
                </a:ext>
              </a:extLst>
            </p:cNvPr>
            <p:cNvSpPr/>
            <p:nvPr/>
          </p:nvSpPr>
          <p:spPr>
            <a:xfrm>
              <a:off x="316690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8">
              <a:extLst>
                <a:ext uri="{FF2B5EF4-FFF2-40B4-BE49-F238E27FC236}">
                  <a16:creationId xmlns:a16="http://schemas.microsoft.com/office/drawing/2014/main" id="{B134F643-13FB-B1F4-F8B0-B1E99B1FCACE}"/>
                </a:ext>
              </a:extLst>
            </p:cNvPr>
            <p:cNvSpPr/>
            <p:nvPr/>
          </p:nvSpPr>
          <p:spPr>
            <a:xfrm>
              <a:off x="317634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09">
              <a:extLst>
                <a:ext uri="{FF2B5EF4-FFF2-40B4-BE49-F238E27FC236}">
                  <a16:creationId xmlns:a16="http://schemas.microsoft.com/office/drawing/2014/main" id="{18124ACD-6066-5BDF-E760-70F9BD8D6379}"/>
                </a:ext>
              </a:extLst>
            </p:cNvPr>
            <p:cNvSpPr/>
            <p:nvPr/>
          </p:nvSpPr>
          <p:spPr>
            <a:xfrm>
              <a:off x="318578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0">
              <a:extLst>
                <a:ext uri="{FF2B5EF4-FFF2-40B4-BE49-F238E27FC236}">
                  <a16:creationId xmlns:a16="http://schemas.microsoft.com/office/drawing/2014/main" id="{C9F8466D-6050-2550-1BC7-81D0142AAF77}"/>
                </a:ext>
              </a:extLst>
            </p:cNvPr>
            <p:cNvSpPr/>
            <p:nvPr/>
          </p:nvSpPr>
          <p:spPr>
            <a:xfrm>
              <a:off x="319522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1">
              <a:extLst>
                <a:ext uri="{FF2B5EF4-FFF2-40B4-BE49-F238E27FC236}">
                  <a16:creationId xmlns:a16="http://schemas.microsoft.com/office/drawing/2014/main" id="{3B651A0F-8904-CA6E-954A-19925B8D878B}"/>
                </a:ext>
              </a:extLst>
            </p:cNvPr>
            <p:cNvSpPr/>
            <p:nvPr/>
          </p:nvSpPr>
          <p:spPr>
            <a:xfrm>
              <a:off x="320466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2">
              <a:extLst>
                <a:ext uri="{FF2B5EF4-FFF2-40B4-BE49-F238E27FC236}">
                  <a16:creationId xmlns:a16="http://schemas.microsoft.com/office/drawing/2014/main" id="{462CAB2D-05B8-1DBB-868E-EE3B9A01ED94}"/>
                </a:ext>
              </a:extLst>
            </p:cNvPr>
            <p:cNvSpPr/>
            <p:nvPr/>
          </p:nvSpPr>
          <p:spPr>
            <a:xfrm>
              <a:off x="321410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3">
              <a:extLst>
                <a:ext uri="{FF2B5EF4-FFF2-40B4-BE49-F238E27FC236}">
                  <a16:creationId xmlns:a16="http://schemas.microsoft.com/office/drawing/2014/main" id="{7AFE8FD1-7DE0-140D-7A4C-CBBBAEC595CB}"/>
                </a:ext>
              </a:extLst>
            </p:cNvPr>
            <p:cNvSpPr/>
            <p:nvPr/>
          </p:nvSpPr>
          <p:spPr>
            <a:xfrm>
              <a:off x="322354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4">
              <a:extLst>
                <a:ext uri="{FF2B5EF4-FFF2-40B4-BE49-F238E27FC236}">
                  <a16:creationId xmlns:a16="http://schemas.microsoft.com/office/drawing/2014/main" id="{1B8D94D8-0BDD-D083-8D8A-8768B4504B6B}"/>
                </a:ext>
              </a:extLst>
            </p:cNvPr>
            <p:cNvSpPr/>
            <p:nvPr/>
          </p:nvSpPr>
          <p:spPr>
            <a:xfrm>
              <a:off x="323298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5">
              <a:extLst>
                <a:ext uri="{FF2B5EF4-FFF2-40B4-BE49-F238E27FC236}">
                  <a16:creationId xmlns:a16="http://schemas.microsoft.com/office/drawing/2014/main" id="{97E15F7F-C60C-FF14-95B3-DD3A5DF3ECD4}"/>
                </a:ext>
              </a:extLst>
            </p:cNvPr>
            <p:cNvSpPr/>
            <p:nvPr/>
          </p:nvSpPr>
          <p:spPr>
            <a:xfrm>
              <a:off x="324242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6">
              <a:extLst>
                <a:ext uri="{FF2B5EF4-FFF2-40B4-BE49-F238E27FC236}">
                  <a16:creationId xmlns:a16="http://schemas.microsoft.com/office/drawing/2014/main" id="{DFA8BC6F-87F5-CE29-34E3-B5D1DCA51718}"/>
                </a:ext>
              </a:extLst>
            </p:cNvPr>
            <p:cNvSpPr/>
            <p:nvPr/>
          </p:nvSpPr>
          <p:spPr>
            <a:xfrm>
              <a:off x="325187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7">
              <a:extLst>
                <a:ext uri="{FF2B5EF4-FFF2-40B4-BE49-F238E27FC236}">
                  <a16:creationId xmlns:a16="http://schemas.microsoft.com/office/drawing/2014/main" id="{7328FDE6-5FE1-DC3F-4FB2-28F39B78219E}"/>
                </a:ext>
              </a:extLst>
            </p:cNvPr>
            <p:cNvSpPr/>
            <p:nvPr/>
          </p:nvSpPr>
          <p:spPr>
            <a:xfrm>
              <a:off x="326131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8">
              <a:extLst>
                <a:ext uri="{FF2B5EF4-FFF2-40B4-BE49-F238E27FC236}">
                  <a16:creationId xmlns:a16="http://schemas.microsoft.com/office/drawing/2014/main" id="{D3B6AA88-B339-8297-E470-4078E2CAEB06}"/>
                </a:ext>
              </a:extLst>
            </p:cNvPr>
            <p:cNvSpPr/>
            <p:nvPr/>
          </p:nvSpPr>
          <p:spPr>
            <a:xfrm>
              <a:off x="327075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19">
              <a:extLst>
                <a:ext uri="{FF2B5EF4-FFF2-40B4-BE49-F238E27FC236}">
                  <a16:creationId xmlns:a16="http://schemas.microsoft.com/office/drawing/2014/main" id="{B203FFEE-F6A2-58CE-EDD7-538DAF95B91D}"/>
                </a:ext>
              </a:extLst>
            </p:cNvPr>
            <p:cNvSpPr/>
            <p:nvPr/>
          </p:nvSpPr>
          <p:spPr>
            <a:xfrm>
              <a:off x="328019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0">
              <a:extLst>
                <a:ext uri="{FF2B5EF4-FFF2-40B4-BE49-F238E27FC236}">
                  <a16:creationId xmlns:a16="http://schemas.microsoft.com/office/drawing/2014/main" id="{228CF2F4-A6A5-8753-5383-2389F0651A74}"/>
                </a:ext>
              </a:extLst>
            </p:cNvPr>
            <p:cNvSpPr/>
            <p:nvPr/>
          </p:nvSpPr>
          <p:spPr>
            <a:xfrm>
              <a:off x="328963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1">
              <a:extLst>
                <a:ext uri="{FF2B5EF4-FFF2-40B4-BE49-F238E27FC236}">
                  <a16:creationId xmlns:a16="http://schemas.microsoft.com/office/drawing/2014/main" id="{6359F688-758A-42D6-97D5-656A2B62215F}"/>
                </a:ext>
              </a:extLst>
            </p:cNvPr>
            <p:cNvSpPr/>
            <p:nvPr/>
          </p:nvSpPr>
          <p:spPr>
            <a:xfrm>
              <a:off x="329907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2">
              <a:extLst>
                <a:ext uri="{FF2B5EF4-FFF2-40B4-BE49-F238E27FC236}">
                  <a16:creationId xmlns:a16="http://schemas.microsoft.com/office/drawing/2014/main" id="{3E9AF477-D154-E7E6-5FE4-36485E450D36}"/>
                </a:ext>
              </a:extLst>
            </p:cNvPr>
            <p:cNvSpPr/>
            <p:nvPr/>
          </p:nvSpPr>
          <p:spPr>
            <a:xfrm>
              <a:off x="330851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3">
              <a:extLst>
                <a:ext uri="{FF2B5EF4-FFF2-40B4-BE49-F238E27FC236}">
                  <a16:creationId xmlns:a16="http://schemas.microsoft.com/office/drawing/2014/main" id="{04E93807-A62E-2E20-87DD-F04730FDA234}"/>
                </a:ext>
              </a:extLst>
            </p:cNvPr>
            <p:cNvSpPr/>
            <p:nvPr/>
          </p:nvSpPr>
          <p:spPr>
            <a:xfrm>
              <a:off x="331795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4">
              <a:extLst>
                <a:ext uri="{FF2B5EF4-FFF2-40B4-BE49-F238E27FC236}">
                  <a16:creationId xmlns:a16="http://schemas.microsoft.com/office/drawing/2014/main" id="{F59AD0B2-D569-2734-9D09-2FECF3B36439}"/>
                </a:ext>
              </a:extLst>
            </p:cNvPr>
            <p:cNvSpPr/>
            <p:nvPr/>
          </p:nvSpPr>
          <p:spPr>
            <a:xfrm>
              <a:off x="332739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5">
              <a:extLst>
                <a:ext uri="{FF2B5EF4-FFF2-40B4-BE49-F238E27FC236}">
                  <a16:creationId xmlns:a16="http://schemas.microsoft.com/office/drawing/2014/main" id="{8E5B280F-1A46-B501-E6A9-7A09A3453EE0}"/>
                </a:ext>
              </a:extLst>
            </p:cNvPr>
            <p:cNvSpPr/>
            <p:nvPr/>
          </p:nvSpPr>
          <p:spPr>
            <a:xfrm>
              <a:off x="333683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6">
              <a:extLst>
                <a:ext uri="{FF2B5EF4-FFF2-40B4-BE49-F238E27FC236}">
                  <a16:creationId xmlns:a16="http://schemas.microsoft.com/office/drawing/2014/main" id="{F6CBBF81-A858-E5BD-E5A0-0C7B302E8A61}"/>
                </a:ext>
              </a:extLst>
            </p:cNvPr>
            <p:cNvSpPr/>
            <p:nvPr/>
          </p:nvSpPr>
          <p:spPr>
            <a:xfrm>
              <a:off x="334627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7">
              <a:extLst>
                <a:ext uri="{FF2B5EF4-FFF2-40B4-BE49-F238E27FC236}">
                  <a16:creationId xmlns:a16="http://schemas.microsoft.com/office/drawing/2014/main" id="{8FEE0B03-91A5-3BC4-BF0F-B71C3A706EAB}"/>
                </a:ext>
              </a:extLst>
            </p:cNvPr>
            <p:cNvSpPr/>
            <p:nvPr/>
          </p:nvSpPr>
          <p:spPr>
            <a:xfrm>
              <a:off x="335571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8">
              <a:extLst>
                <a:ext uri="{FF2B5EF4-FFF2-40B4-BE49-F238E27FC236}">
                  <a16:creationId xmlns:a16="http://schemas.microsoft.com/office/drawing/2014/main" id="{F9793AE0-8B77-3A27-4989-CEB4D47CCC26}"/>
                </a:ext>
              </a:extLst>
            </p:cNvPr>
            <p:cNvSpPr/>
            <p:nvPr/>
          </p:nvSpPr>
          <p:spPr>
            <a:xfrm>
              <a:off x="336515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29">
              <a:extLst>
                <a:ext uri="{FF2B5EF4-FFF2-40B4-BE49-F238E27FC236}">
                  <a16:creationId xmlns:a16="http://schemas.microsoft.com/office/drawing/2014/main" id="{BA40EF96-A9FC-00BD-566E-8F0A6841DEC1}"/>
                </a:ext>
              </a:extLst>
            </p:cNvPr>
            <p:cNvSpPr/>
            <p:nvPr/>
          </p:nvSpPr>
          <p:spPr>
            <a:xfrm>
              <a:off x="337459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0">
              <a:extLst>
                <a:ext uri="{FF2B5EF4-FFF2-40B4-BE49-F238E27FC236}">
                  <a16:creationId xmlns:a16="http://schemas.microsoft.com/office/drawing/2014/main" id="{CAB65F6A-D1C1-F7DB-131D-C54125794F9C}"/>
                </a:ext>
              </a:extLst>
            </p:cNvPr>
            <p:cNvSpPr/>
            <p:nvPr/>
          </p:nvSpPr>
          <p:spPr>
            <a:xfrm>
              <a:off x="338403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1">
              <a:extLst>
                <a:ext uri="{FF2B5EF4-FFF2-40B4-BE49-F238E27FC236}">
                  <a16:creationId xmlns:a16="http://schemas.microsoft.com/office/drawing/2014/main" id="{09B112A9-FCB4-01BF-9DC6-30AF577FBC46}"/>
                </a:ext>
              </a:extLst>
            </p:cNvPr>
            <p:cNvSpPr/>
            <p:nvPr/>
          </p:nvSpPr>
          <p:spPr>
            <a:xfrm>
              <a:off x="339347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2">
              <a:extLst>
                <a:ext uri="{FF2B5EF4-FFF2-40B4-BE49-F238E27FC236}">
                  <a16:creationId xmlns:a16="http://schemas.microsoft.com/office/drawing/2014/main" id="{621A37DA-D153-DB9A-0EF5-B307DB662EDE}"/>
                </a:ext>
              </a:extLst>
            </p:cNvPr>
            <p:cNvSpPr/>
            <p:nvPr/>
          </p:nvSpPr>
          <p:spPr>
            <a:xfrm>
              <a:off x="3402913" y="2115082"/>
              <a:ext cx="917285" cy="914400"/>
            </a:xfrm>
            <a:custGeom>
              <a:avLst/>
              <a:gdLst/>
              <a:ahLst/>
              <a:cxnLst/>
              <a:rect l="0" t="0" r="0" b="0"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3">
              <a:extLst>
                <a:ext uri="{FF2B5EF4-FFF2-40B4-BE49-F238E27FC236}">
                  <a16:creationId xmlns:a16="http://schemas.microsoft.com/office/drawing/2014/main" id="{054E6F21-4DCB-1591-ED39-B4FC95AC8538}"/>
                </a:ext>
              </a:extLst>
            </p:cNvPr>
            <p:cNvSpPr/>
            <p:nvPr/>
          </p:nvSpPr>
          <p:spPr>
            <a:xfrm>
              <a:off x="2355047" y="2079943"/>
              <a:ext cx="914400" cy="916806"/>
            </a:xfrm>
            <a:custGeom>
              <a:avLst/>
              <a:gdLst/>
              <a:ahLst/>
              <a:cxnLst/>
              <a:rect l="0" t="0" r="0" b="0"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4">
              <a:extLst>
                <a:ext uri="{FF2B5EF4-FFF2-40B4-BE49-F238E27FC236}">
                  <a16:creationId xmlns:a16="http://schemas.microsoft.com/office/drawing/2014/main" id="{B3C2DFF5-97F7-080D-22CF-00F6EEAB8680}"/>
                </a:ext>
              </a:extLst>
            </p:cNvPr>
            <p:cNvSpPr/>
            <p:nvPr/>
          </p:nvSpPr>
          <p:spPr>
            <a:xfrm>
              <a:off x="2355047" y="2079943"/>
              <a:ext cx="923840" cy="931632"/>
            </a:xfrm>
            <a:custGeom>
              <a:avLst/>
              <a:gdLst/>
              <a:ahLst/>
              <a:cxnLst/>
              <a:rect l="0" t="0" r="0" b="0"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5">
              <a:extLst>
                <a:ext uri="{FF2B5EF4-FFF2-40B4-BE49-F238E27FC236}">
                  <a16:creationId xmlns:a16="http://schemas.microsoft.com/office/drawing/2014/main" id="{5F02BB21-0F19-D8DE-C77F-A5A970AEA490}"/>
                </a:ext>
              </a:extLst>
            </p:cNvPr>
            <p:cNvSpPr/>
            <p:nvPr/>
          </p:nvSpPr>
          <p:spPr>
            <a:xfrm>
              <a:off x="236448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6">
              <a:extLst>
                <a:ext uri="{FF2B5EF4-FFF2-40B4-BE49-F238E27FC236}">
                  <a16:creationId xmlns:a16="http://schemas.microsoft.com/office/drawing/2014/main" id="{B0279E99-2D62-EB4C-4BA8-8E8BDB74492F}"/>
                </a:ext>
              </a:extLst>
            </p:cNvPr>
            <p:cNvSpPr/>
            <p:nvPr/>
          </p:nvSpPr>
          <p:spPr>
            <a:xfrm>
              <a:off x="237392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7">
              <a:extLst>
                <a:ext uri="{FF2B5EF4-FFF2-40B4-BE49-F238E27FC236}">
                  <a16:creationId xmlns:a16="http://schemas.microsoft.com/office/drawing/2014/main" id="{E39D8964-335D-F63D-6BFB-DBF8129FE881}"/>
                </a:ext>
              </a:extLst>
            </p:cNvPr>
            <p:cNvSpPr/>
            <p:nvPr/>
          </p:nvSpPr>
          <p:spPr>
            <a:xfrm>
              <a:off x="238336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8">
              <a:extLst>
                <a:ext uri="{FF2B5EF4-FFF2-40B4-BE49-F238E27FC236}">
                  <a16:creationId xmlns:a16="http://schemas.microsoft.com/office/drawing/2014/main" id="{626BDB5F-8263-D5AF-8D8A-84E43AEBFA79}"/>
                </a:ext>
              </a:extLst>
            </p:cNvPr>
            <p:cNvSpPr/>
            <p:nvPr/>
          </p:nvSpPr>
          <p:spPr>
            <a:xfrm>
              <a:off x="239280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39">
              <a:extLst>
                <a:ext uri="{FF2B5EF4-FFF2-40B4-BE49-F238E27FC236}">
                  <a16:creationId xmlns:a16="http://schemas.microsoft.com/office/drawing/2014/main" id="{29D8451E-5B14-C36D-3D45-94FC51F7ACC7}"/>
                </a:ext>
              </a:extLst>
            </p:cNvPr>
            <p:cNvSpPr/>
            <p:nvPr/>
          </p:nvSpPr>
          <p:spPr>
            <a:xfrm>
              <a:off x="240224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0">
              <a:extLst>
                <a:ext uri="{FF2B5EF4-FFF2-40B4-BE49-F238E27FC236}">
                  <a16:creationId xmlns:a16="http://schemas.microsoft.com/office/drawing/2014/main" id="{617571EA-DC65-1CFE-0A26-0B32AF0B20D7}"/>
                </a:ext>
              </a:extLst>
            </p:cNvPr>
            <p:cNvSpPr/>
            <p:nvPr/>
          </p:nvSpPr>
          <p:spPr>
            <a:xfrm>
              <a:off x="241168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1">
              <a:extLst>
                <a:ext uri="{FF2B5EF4-FFF2-40B4-BE49-F238E27FC236}">
                  <a16:creationId xmlns:a16="http://schemas.microsoft.com/office/drawing/2014/main" id="{FAC47074-0508-033A-3DC4-4D02699AF56C}"/>
                </a:ext>
              </a:extLst>
            </p:cNvPr>
            <p:cNvSpPr/>
            <p:nvPr/>
          </p:nvSpPr>
          <p:spPr>
            <a:xfrm>
              <a:off x="242112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2">
              <a:extLst>
                <a:ext uri="{FF2B5EF4-FFF2-40B4-BE49-F238E27FC236}">
                  <a16:creationId xmlns:a16="http://schemas.microsoft.com/office/drawing/2014/main" id="{419488A9-4380-A3DF-0395-A182CAD95FFB}"/>
                </a:ext>
              </a:extLst>
            </p:cNvPr>
            <p:cNvSpPr/>
            <p:nvPr/>
          </p:nvSpPr>
          <p:spPr>
            <a:xfrm>
              <a:off x="243056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3">
              <a:extLst>
                <a:ext uri="{FF2B5EF4-FFF2-40B4-BE49-F238E27FC236}">
                  <a16:creationId xmlns:a16="http://schemas.microsoft.com/office/drawing/2014/main" id="{B1337329-F74C-70A9-990E-DFBE3A1C9DCD}"/>
                </a:ext>
              </a:extLst>
            </p:cNvPr>
            <p:cNvSpPr/>
            <p:nvPr/>
          </p:nvSpPr>
          <p:spPr>
            <a:xfrm>
              <a:off x="244000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4">
              <a:extLst>
                <a:ext uri="{FF2B5EF4-FFF2-40B4-BE49-F238E27FC236}">
                  <a16:creationId xmlns:a16="http://schemas.microsoft.com/office/drawing/2014/main" id="{1D22B98B-711F-4589-847D-13FE806177E5}"/>
                </a:ext>
              </a:extLst>
            </p:cNvPr>
            <p:cNvSpPr/>
            <p:nvPr/>
          </p:nvSpPr>
          <p:spPr>
            <a:xfrm>
              <a:off x="244944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5">
              <a:extLst>
                <a:ext uri="{FF2B5EF4-FFF2-40B4-BE49-F238E27FC236}">
                  <a16:creationId xmlns:a16="http://schemas.microsoft.com/office/drawing/2014/main" id="{81BDE578-A7EA-44EB-09A5-F283D5D9F0A1}"/>
                </a:ext>
              </a:extLst>
            </p:cNvPr>
            <p:cNvSpPr/>
            <p:nvPr/>
          </p:nvSpPr>
          <p:spPr>
            <a:xfrm>
              <a:off x="245889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6">
              <a:extLst>
                <a:ext uri="{FF2B5EF4-FFF2-40B4-BE49-F238E27FC236}">
                  <a16:creationId xmlns:a16="http://schemas.microsoft.com/office/drawing/2014/main" id="{8F413F00-167F-4964-C2F5-D95CEAC69220}"/>
                </a:ext>
              </a:extLst>
            </p:cNvPr>
            <p:cNvSpPr/>
            <p:nvPr/>
          </p:nvSpPr>
          <p:spPr>
            <a:xfrm>
              <a:off x="246833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7">
              <a:extLst>
                <a:ext uri="{FF2B5EF4-FFF2-40B4-BE49-F238E27FC236}">
                  <a16:creationId xmlns:a16="http://schemas.microsoft.com/office/drawing/2014/main" id="{1B3B9530-766B-68F8-7B40-598854CD719F}"/>
                </a:ext>
              </a:extLst>
            </p:cNvPr>
            <p:cNvSpPr/>
            <p:nvPr/>
          </p:nvSpPr>
          <p:spPr>
            <a:xfrm>
              <a:off x="247777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8">
              <a:extLst>
                <a:ext uri="{FF2B5EF4-FFF2-40B4-BE49-F238E27FC236}">
                  <a16:creationId xmlns:a16="http://schemas.microsoft.com/office/drawing/2014/main" id="{11D1E84D-AA74-0871-F8D9-114FBADD2A64}"/>
                </a:ext>
              </a:extLst>
            </p:cNvPr>
            <p:cNvSpPr/>
            <p:nvPr/>
          </p:nvSpPr>
          <p:spPr>
            <a:xfrm>
              <a:off x="248721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49">
              <a:extLst>
                <a:ext uri="{FF2B5EF4-FFF2-40B4-BE49-F238E27FC236}">
                  <a16:creationId xmlns:a16="http://schemas.microsoft.com/office/drawing/2014/main" id="{5268FF51-7338-854B-F57B-76802614C61C}"/>
                </a:ext>
              </a:extLst>
            </p:cNvPr>
            <p:cNvSpPr/>
            <p:nvPr/>
          </p:nvSpPr>
          <p:spPr>
            <a:xfrm>
              <a:off x="249665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0">
              <a:extLst>
                <a:ext uri="{FF2B5EF4-FFF2-40B4-BE49-F238E27FC236}">
                  <a16:creationId xmlns:a16="http://schemas.microsoft.com/office/drawing/2014/main" id="{86134480-E3E2-DED9-2DB9-254CF8DFEB3E}"/>
                </a:ext>
              </a:extLst>
            </p:cNvPr>
            <p:cNvSpPr/>
            <p:nvPr/>
          </p:nvSpPr>
          <p:spPr>
            <a:xfrm>
              <a:off x="250609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1">
              <a:extLst>
                <a:ext uri="{FF2B5EF4-FFF2-40B4-BE49-F238E27FC236}">
                  <a16:creationId xmlns:a16="http://schemas.microsoft.com/office/drawing/2014/main" id="{0D83CB11-C61A-CB8D-4BAF-AC02E521A929}"/>
                </a:ext>
              </a:extLst>
            </p:cNvPr>
            <p:cNvSpPr/>
            <p:nvPr/>
          </p:nvSpPr>
          <p:spPr>
            <a:xfrm>
              <a:off x="251553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2">
              <a:extLst>
                <a:ext uri="{FF2B5EF4-FFF2-40B4-BE49-F238E27FC236}">
                  <a16:creationId xmlns:a16="http://schemas.microsoft.com/office/drawing/2014/main" id="{F4D3359E-1217-3261-CF58-3A0B3F17FF4B}"/>
                </a:ext>
              </a:extLst>
            </p:cNvPr>
            <p:cNvSpPr/>
            <p:nvPr/>
          </p:nvSpPr>
          <p:spPr>
            <a:xfrm>
              <a:off x="252497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3">
              <a:extLst>
                <a:ext uri="{FF2B5EF4-FFF2-40B4-BE49-F238E27FC236}">
                  <a16:creationId xmlns:a16="http://schemas.microsoft.com/office/drawing/2014/main" id="{212F2F4B-3B38-E2D5-60D9-4ECD48183500}"/>
                </a:ext>
              </a:extLst>
            </p:cNvPr>
            <p:cNvSpPr/>
            <p:nvPr/>
          </p:nvSpPr>
          <p:spPr>
            <a:xfrm>
              <a:off x="253441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4">
              <a:extLst>
                <a:ext uri="{FF2B5EF4-FFF2-40B4-BE49-F238E27FC236}">
                  <a16:creationId xmlns:a16="http://schemas.microsoft.com/office/drawing/2014/main" id="{C7AFA750-9304-C12A-3051-E336DE00CB3E}"/>
                </a:ext>
              </a:extLst>
            </p:cNvPr>
            <p:cNvSpPr/>
            <p:nvPr/>
          </p:nvSpPr>
          <p:spPr>
            <a:xfrm>
              <a:off x="254385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5">
              <a:extLst>
                <a:ext uri="{FF2B5EF4-FFF2-40B4-BE49-F238E27FC236}">
                  <a16:creationId xmlns:a16="http://schemas.microsoft.com/office/drawing/2014/main" id="{4D05B3B1-8DD5-CD9D-6AF7-05F2DDAD4725}"/>
                </a:ext>
              </a:extLst>
            </p:cNvPr>
            <p:cNvSpPr/>
            <p:nvPr/>
          </p:nvSpPr>
          <p:spPr>
            <a:xfrm>
              <a:off x="255329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6">
              <a:extLst>
                <a:ext uri="{FF2B5EF4-FFF2-40B4-BE49-F238E27FC236}">
                  <a16:creationId xmlns:a16="http://schemas.microsoft.com/office/drawing/2014/main" id="{9A448A7F-7669-DB80-1C68-5424D5690885}"/>
                </a:ext>
              </a:extLst>
            </p:cNvPr>
            <p:cNvSpPr/>
            <p:nvPr/>
          </p:nvSpPr>
          <p:spPr>
            <a:xfrm>
              <a:off x="256273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7">
              <a:extLst>
                <a:ext uri="{FF2B5EF4-FFF2-40B4-BE49-F238E27FC236}">
                  <a16:creationId xmlns:a16="http://schemas.microsoft.com/office/drawing/2014/main" id="{91625D0F-26A2-77DD-7299-53C1477495AF}"/>
                </a:ext>
              </a:extLst>
            </p:cNvPr>
            <p:cNvSpPr/>
            <p:nvPr/>
          </p:nvSpPr>
          <p:spPr>
            <a:xfrm>
              <a:off x="257217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8">
              <a:extLst>
                <a:ext uri="{FF2B5EF4-FFF2-40B4-BE49-F238E27FC236}">
                  <a16:creationId xmlns:a16="http://schemas.microsoft.com/office/drawing/2014/main" id="{4985E089-CAE1-1357-F023-AE752FCA2BC6}"/>
                </a:ext>
              </a:extLst>
            </p:cNvPr>
            <p:cNvSpPr/>
            <p:nvPr/>
          </p:nvSpPr>
          <p:spPr>
            <a:xfrm>
              <a:off x="258161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59">
              <a:extLst>
                <a:ext uri="{FF2B5EF4-FFF2-40B4-BE49-F238E27FC236}">
                  <a16:creationId xmlns:a16="http://schemas.microsoft.com/office/drawing/2014/main" id="{F9A92C87-9A9E-6ACE-E2C4-6FE5B0489138}"/>
                </a:ext>
              </a:extLst>
            </p:cNvPr>
            <p:cNvSpPr/>
            <p:nvPr/>
          </p:nvSpPr>
          <p:spPr>
            <a:xfrm>
              <a:off x="259105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0">
              <a:extLst>
                <a:ext uri="{FF2B5EF4-FFF2-40B4-BE49-F238E27FC236}">
                  <a16:creationId xmlns:a16="http://schemas.microsoft.com/office/drawing/2014/main" id="{BC1F86AC-DB03-5EBC-226A-1EE764B83C65}"/>
                </a:ext>
              </a:extLst>
            </p:cNvPr>
            <p:cNvSpPr/>
            <p:nvPr/>
          </p:nvSpPr>
          <p:spPr>
            <a:xfrm>
              <a:off x="260049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1">
              <a:extLst>
                <a:ext uri="{FF2B5EF4-FFF2-40B4-BE49-F238E27FC236}">
                  <a16:creationId xmlns:a16="http://schemas.microsoft.com/office/drawing/2014/main" id="{5656AF88-6B20-7D93-5839-A28F22D55288}"/>
                </a:ext>
              </a:extLst>
            </p:cNvPr>
            <p:cNvSpPr/>
            <p:nvPr/>
          </p:nvSpPr>
          <p:spPr>
            <a:xfrm>
              <a:off x="260993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2">
              <a:extLst>
                <a:ext uri="{FF2B5EF4-FFF2-40B4-BE49-F238E27FC236}">
                  <a16:creationId xmlns:a16="http://schemas.microsoft.com/office/drawing/2014/main" id="{FD335666-23E7-27F8-5CF6-98347954CF96}"/>
                </a:ext>
              </a:extLst>
            </p:cNvPr>
            <p:cNvSpPr/>
            <p:nvPr/>
          </p:nvSpPr>
          <p:spPr>
            <a:xfrm>
              <a:off x="261937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3">
              <a:extLst>
                <a:ext uri="{FF2B5EF4-FFF2-40B4-BE49-F238E27FC236}">
                  <a16:creationId xmlns:a16="http://schemas.microsoft.com/office/drawing/2014/main" id="{4B6095C2-39F6-3D78-2159-67B6F46DD9C4}"/>
                </a:ext>
              </a:extLst>
            </p:cNvPr>
            <p:cNvSpPr/>
            <p:nvPr/>
          </p:nvSpPr>
          <p:spPr>
            <a:xfrm>
              <a:off x="262881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4">
              <a:extLst>
                <a:ext uri="{FF2B5EF4-FFF2-40B4-BE49-F238E27FC236}">
                  <a16:creationId xmlns:a16="http://schemas.microsoft.com/office/drawing/2014/main" id="{69ABBCB2-8FF2-DF1B-A382-4025356493D4}"/>
                </a:ext>
              </a:extLst>
            </p:cNvPr>
            <p:cNvSpPr/>
            <p:nvPr/>
          </p:nvSpPr>
          <p:spPr>
            <a:xfrm>
              <a:off x="263825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5">
              <a:extLst>
                <a:ext uri="{FF2B5EF4-FFF2-40B4-BE49-F238E27FC236}">
                  <a16:creationId xmlns:a16="http://schemas.microsoft.com/office/drawing/2014/main" id="{762F592C-1405-B69A-47C7-61FBD9755C55}"/>
                </a:ext>
              </a:extLst>
            </p:cNvPr>
            <p:cNvSpPr/>
            <p:nvPr/>
          </p:nvSpPr>
          <p:spPr>
            <a:xfrm>
              <a:off x="264769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6">
              <a:extLst>
                <a:ext uri="{FF2B5EF4-FFF2-40B4-BE49-F238E27FC236}">
                  <a16:creationId xmlns:a16="http://schemas.microsoft.com/office/drawing/2014/main" id="{2C7A6B0D-41C7-5B99-66E6-17AA178484C1}"/>
                </a:ext>
              </a:extLst>
            </p:cNvPr>
            <p:cNvSpPr/>
            <p:nvPr/>
          </p:nvSpPr>
          <p:spPr>
            <a:xfrm>
              <a:off x="265713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7">
              <a:extLst>
                <a:ext uri="{FF2B5EF4-FFF2-40B4-BE49-F238E27FC236}">
                  <a16:creationId xmlns:a16="http://schemas.microsoft.com/office/drawing/2014/main" id="{DA3E6C86-2577-386F-35D3-D638E2FA87AE}"/>
                </a:ext>
              </a:extLst>
            </p:cNvPr>
            <p:cNvSpPr/>
            <p:nvPr/>
          </p:nvSpPr>
          <p:spPr>
            <a:xfrm>
              <a:off x="266657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8">
              <a:extLst>
                <a:ext uri="{FF2B5EF4-FFF2-40B4-BE49-F238E27FC236}">
                  <a16:creationId xmlns:a16="http://schemas.microsoft.com/office/drawing/2014/main" id="{942881A8-6567-EA46-8D95-96169864C187}"/>
                </a:ext>
              </a:extLst>
            </p:cNvPr>
            <p:cNvSpPr/>
            <p:nvPr/>
          </p:nvSpPr>
          <p:spPr>
            <a:xfrm>
              <a:off x="267601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69">
              <a:extLst>
                <a:ext uri="{FF2B5EF4-FFF2-40B4-BE49-F238E27FC236}">
                  <a16:creationId xmlns:a16="http://schemas.microsoft.com/office/drawing/2014/main" id="{73ED39F0-C58A-5727-0DC0-043C9B3328DA}"/>
                </a:ext>
              </a:extLst>
            </p:cNvPr>
            <p:cNvSpPr/>
            <p:nvPr/>
          </p:nvSpPr>
          <p:spPr>
            <a:xfrm>
              <a:off x="2694896" y="209751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399" y="89738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0">
              <a:extLst>
                <a:ext uri="{FF2B5EF4-FFF2-40B4-BE49-F238E27FC236}">
                  <a16:creationId xmlns:a16="http://schemas.microsoft.com/office/drawing/2014/main" id="{FB665631-FD5D-A4E3-1000-9F219673C349}"/>
                </a:ext>
              </a:extLst>
            </p:cNvPr>
            <p:cNvSpPr/>
            <p:nvPr/>
          </p:nvSpPr>
          <p:spPr>
            <a:xfrm>
              <a:off x="2694896" y="2097513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399" y="914400"/>
                  </a:moveTo>
                  <a:lnTo>
                    <a:pt x="914399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1">
              <a:extLst>
                <a:ext uri="{FF2B5EF4-FFF2-40B4-BE49-F238E27FC236}">
                  <a16:creationId xmlns:a16="http://schemas.microsoft.com/office/drawing/2014/main" id="{E8FAC68C-6DA6-9E15-328C-C751B430C1EF}"/>
                </a:ext>
              </a:extLst>
            </p:cNvPr>
            <p:cNvSpPr/>
            <p:nvPr/>
          </p:nvSpPr>
          <p:spPr>
            <a:xfrm>
              <a:off x="3148027" y="209751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2">
              <a:extLst>
                <a:ext uri="{FF2B5EF4-FFF2-40B4-BE49-F238E27FC236}">
                  <a16:creationId xmlns:a16="http://schemas.microsoft.com/office/drawing/2014/main" id="{FBC50DAC-8B00-1464-99B2-6785EDDC6797}"/>
                </a:ext>
              </a:extLst>
            </p:cNvPr>
            <p:cNvSpPr/>
            <p:nvPr/>
          </p:nvSpPr>
          <p:spPr>
            <a:xfrm>
              <a:off x="3157467" y="207994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3">
              <a:extLst>
                <a:ext uri="{FF2B5EF4-FFF2-40B4-BE49-F238E27FC236}">
                  <a16:creationId xmlns:a16="http://schemas.microsoft.com/office/drawing/2014/main" id="{E1B46364-DC2E-6C5B-D0C2-B36C669F11D9}"/>
                </a:ext>
              </a:extLst>
            </p:cNvPr>
            <p:cNvSpPr/>
            <p:nvPr/>
          </p:nvSpPr>
          <p:spPr>
            <a:xfrm>
              <a:off x="315746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4">
              <a:extLst>
                <a:ext uri="{FF2B5EF4-FFF2-40B4-BE49-F238E27FC236}">
                  <a16:creationId xmlns:a16="http://schemas.microsoft.com/office/drawing/2014/main" id="{2942AA94-7A83-0A61-985B-FD870BEF2E97}"/>
                </a:ext>
              </a:extLst>
            </p:cNvPr>
            <p:cNvSpPr/>
            <p:nvPr/>
          </p:nvSpPr>
          <p:spPr>
            <a:xfrm>
              <a:off x="316690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5">
              <a:extLst>
                <a:ext uri="{FF2B5EF4-FFF2-40B4-BE49-F238E27FC236}">
                  <a16:creationId xmlns:a16="http://schemas.microsoft.com/office/drawing/2014/main" id="{4B306493-28CE-E7D9-405B-D6BA749CFFC1}"/>
                </a:ext>
              </a:extLst>
            </p:cNvPr>
            <p:cNvSpPr/>
            <p:nvPr/>
          </p:nvSpPr>
          <p:spPr>
            <a:xfrm>
              <a:off x="317634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6">
              <a:extLst>
                <a:ext uri="{FF2B5EF4-FFF2-40B4-BE49-F238E27FC236}">
                  <a16:creationId xmlns:a16="http://schemas.microsoft.com/office/drawing/2014/main" id="{DCC87EBD-06E2-A6BB-D999-66644DED2501}"/>
                </a:ext>
              </a:extLst>
            </p:cNvPr>
            <p:cNvSpPr/>
            <p:nvPr/>
          </p:nvSpPr>
          <p:spPr>
            <a:xfrm>
              <a:off x="318578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7">
              <a:extLst>
                <a:ext uri="{FF2B5EF4-FFF2-40B4-BE49-F238E27FC236}">
                  <a16:creationId xmlns:a16="http://schemas.microsoft.com/office/drawing/2014/main" id="{179C2A81-2D26-4BB8-4784-86174BF7125F}"/>
                </a:ext>
              </a:extLst>
            </p:cNvPr>
            <p:cNvSpPr/>
            <p:nvPr/>
          </p:nvSpPr>
          <p:spPr>
            <a:xfrm>
              <a:off x="319522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8">
              <a:extLst>
                <a:ext uri="{FF2B5EF4-FFF2-40B4-BE49-F238E27FC236}">
                  <a16:creationId xmlns:a16="http://schemas.microsoft.com/office/drawing/2014/main" id="{D77034AF-6BFE-CD15-EE6D-6491B363786F}"/>
                </a:ext>
              </a:extLst>
            </p:cNvPr>
            <p:cNvSpPr/>
            <p:nvPr/>
          </p:nvSpPr>
          <p:spPr>
            <a:xfrm>
              <a:off x="320466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79">
              <a:extLst>
                <a:ext uri="{FF2B5EF4-FFF2-40B4-BE49-F238E27FC236}">
                  <a16:creationId xmlns:a16="http://schemas.microsoft.com/office/drawing/2014/main" id="{510AB187-15BA-A478-6222-C2ABE335BABB}"/>
                </a:ext>
              </a:extLst>
            </p:cNvPr>
            <p:cNvSpPr/>
            <p:nvPr/>
          </p:nvSpPr>
          <p:spPr>
            <a:xfrm>
              <a:off x="321410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0">
              <a:extLst>
                <a:ext uri="{FF2B5EF4-FFF2-40B4-BE49-F238E27FC236}">
                  <a16:creationId xmlns:a16="http://schemas.microsoft.com/office/drawing/2014/main" id="{49B89371-F44F-550C-50D1-C9FED5D00DF2}"/>
                </a:ext>
              </a:extLst>
            </p:cNvPr>
            <p:cNvSpPr/>
            <p:nvPr/>
          </p:nvSpPr>
          <p:spPr>
            <a:xfrm>
              <a:off x="322354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1">
              <a:extLst>
                <a:ext uri="{FF2B5EF4-FFF2-40B4-BE49-F238E27FC236}">
                  <a16:creationId xmlns:a16="http://schemas.microsoft.com/office/drawing/2014/main" id="{BE37EB51-1CD8-DBF7-3A38-F8C555B75493}"/>
                </a:ext>
              </a:extLst>
            </p:cNvPr>
            <p:cNvSpPr/>
            <p:nvPr/>
          </p:nvSpPr>
          <p:spPr>
            <a:xfrm>
              <a:off x="323298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2">
              <a:extLst>
                <a:ext uri="{FF2B5EF4-FFF2-40B4-BE49-F238E27FC236}">
                  <a16:creationId xmlns:a16="http://schemas.microsoft.com/office/drawing/2014/main" id="{4846EEBE-F985-E528-379A-14C056E5B244}"/>
                </a:ext>
              </a:extLst>
            </p:cNvPr>
            <p:cNvSpPr/>
            <p:nvPr/>
          </p:nvSpPr>
          <p:spPr>
            <a:xfrm>
              <a:off x="324242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3">
              <a:extLst>
                <a:ext uri="{FF2B5EF4-FFF2-40B4-BE49-F238E27FC236}">
                  <a16:creationId xmlns:a16="http://schemas.microsoft.com/office/drawing/2014/main" id="{E565F2C2-7D0A-6A09-7CBE-FBCB310BCBB5}"/>
                </a:ext>
              </a:extLst>
            </p:cNvPr>
            <p:cNvSpPr/>
            <p:nvPr/>
          </p:nvSpPr>
          <p:spPr>
            <a:xfrm>
              <a:off x="325187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4">
              <a:extLst>
                <a:ext uri="{FF2B5EF4-FFF2-40B4-BE49-F238E27FC236}">
                  <a16:creationId xmlns:a16="http://schemas.microsoft.com/office/drawing/2014/main" id="{2CB92223-1EB7-C7DB-FECC-630B70CB9046}"/>
                </a:ext>
              </a:extLst>
            </p:cNvPr>
            <p:cNvSpPr/>
            <p:nvPr/>
          </p:nvSpPr>
          <p:spPr>
            <a:xfrm>
              <a:off x="326131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5">
              <a:extLst>
                <a:ext uri="{FF2B5EF4-FFF2-40B4-BE49-F238E27FC236}">
                  <a16:creationId xmlns:a16="http://schemas.microsoft.com/office/drawing/2014/main" id="{471DA225-9BE3-BD74-BD32-047C71C5474D}"/>
                </a:ext>
              </a:extLst>
            </p:cNvPr>
            <p:cNvSpPr/>
            <p:nvPr/>
          </p:nvSpPr>
          <p:spPr>
            <a:xfrm>
              <a:off x="327075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6">
              <a:extLst>
                <a:ext uri="{FF2B5EF4-FFF2-40B4-BE49-F238E27FC236}">
                  <a16:creationId xmlns:a16="http://schemas.microsoft.com/office/drawing/2014/main" id="{985C94F6-804B-38C8-6D6E-F14F850F2FEB}"/>
                </a:ext>
              </a:extLst>
            </p:cNvPr>
            <p:cNvSpPr/>
            <p:nvPr/>
          </p:nvSpPr>
          <p:spPr>
            <a:xfrm>
              <a:off x="328019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7">
              <a:extLst>
                <a:ext uri="{FF2B5EF4-FFF2-40B4-BE49-F238E27FC236}">
                  <a16:creationId xmlns:a16="http://schemas.microsoft.com/office/drawing/2014/main" id="{7D73AF58-C31B-657F-70ED-046CD528A9CD}"/>
                </a:ext>
              </a:extLst>
            </p:cNvPr>
            <p:cNvSpPr/>
            <p:nvPr/>
          </p:nvSpPr>
          <p:spPr>
            <a:xfrm>
              <a:off x="328963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8">
              <a:extLst>
                <a:ext uri="{FF2B5EF4-FFF2-40B4-BE49-F238E27FC236}">
                  <a16:creationId xmlns:a16="http://schemas.microsoft.com/office/drawing/2014/main" id="{40A1B180-615C-E98B-BC64-4F86C723818C}"/>
                </a:ext>
              </a:extLst>
            </p:cNvPr>
            <p:cNvSpPr/>
            <p:nvPr/>
          </p:nvSpPr>
          <p:spPr>
            <a:xfrm>
              <a:off x="329907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89">
              <a:extLst>
                <a:ext uri="{FF2B5EF4-FFF2-40B4-BE49-F238E27FC236}">
                  <a16:creationId xmlns:a16="http://schemas.microsoft.com/office/drawing/2014/main" id="{F5EB317D-F3CC-39B4-6343-5047ED59B606}"/>
                </a:ext>
              </a:extLst>
            </p:cNvPr>
            <p:cNvSpPr/>
            <p:nvPr/>
          </p:nvSpPr>
          <p:spPr>
            <a:xfrm>
              <a:off x="330851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0">
              <a:extLst>
                <a:ext uri="{FF2B5EF4-FFF2-40B4-BE49-F238E27FC236}">
                  <a16:creationId xmlns:a16="http://schemas.microsoft.com/office/drawing/2014/main" id="{59145EB3-7BF5-8341-1062-50F17DE774C5}"/>
                </a:ext>
              </a:extLst>
            </p:cNvPr>
            <p:cNvSpPr/>
            <p:nvPr/>
          </p:nvSpPr>
          <p:spPr>
            <a:xfrm>
              <a:off x="331795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1">
              <a:extLst>
                <a:ext uri="{FF2B5EF4-FFF2-40B4-BE49-F238E27FC236}">
                  <a16:creationId xmlns:a16="http://schemas.microsoft.com/office/drawing/2014/main" id="{E66B62F4-6BB0-F8AB-CDB7-A35DE48C8A76}"/>
                </a:ext>
              </a:extLst>
            </p:cNvPr>
            <p:cNvSpPr/>
            <p:nvPr/>
          </p:nvSpPr>
          <p:spPr>
            <a:xfrm>
              <a:off x="332739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2">
              <a:extLst>
                <a:ext uri="{FF2B5EF4-FFF2-40B4-BE49-F238E27FC236}">
                  <a16:creationId xmlns:a16="http://schemas.microsoft.com/office/drawing/2014/main" id="{055D024B-02FE-670C-E982-5D0A4D263CAC}"/>
                </a:ext>
              </a:extLst>
            </p:cNvPr>
            <p:cNvSpPr/>
            <p:nvPr/>
          </p:nvSpPr>
          <p:spPr>
            <a:xfrm>
              <a:off x="333683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3">
              <a:extLst>
                <a:ext uri="{FF2B5EF4-FFF2-40B4-BE49-F238E27FC236}">
                  <a16:creationId xmlns:a16="http://schemas.microsoft.com/office/drawing/2014/main" id="{D155D5BF-63D4-C28F-E8EF-5D24E10E0BF9}"/>
                </a:ext>
              </a:extLst>
            </p:cNvPr>
            <p:cNvSpPr/>
            <p:nvPr/>
          </p:nvSpPr>
          <p:spPr>
            <a:xfrm>
              <a:off x="334627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4">
              <a:extLst>
                <a:ext uri="{FF2B5EF4-FFF2-40B4-BE49-F238E27FC236}">
                  <a16:creationId xmlns:a16="http://schemas.microsoft.com/office/drawing/2014/main" id="{F33A40FB-C192-F4E7-93F3-F5E6C6EA6924}"/>
                </a:ext>
              </a:extLst>
            </p:cNvPr>
            <p:cNvSpPr/>
            <p:nvPr/>
          </p:nvSpPr>
          <p:spPr>
            <a:xfrm>
              <a:off x="335571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5">
              <a:extLst>
                <a:ext uri="{FF2B5EF4-FFF2-40B4-BE49-F238E27FC236}">
                  <a16:creationId xmlns:a16="http://schemas.microsoft.com/office/drawing/2014/main" id="{13EA7FAA-C27B-248F-8270-6E78C82FCB1D}"/>
                </a:ext>
              </a:extLst>
            </p:cNvPr>
            <p:cNvSpPr/>
            <p:nvPr/>
          </p:nvSpPr>
          <p:spPr>
            <a:xfrm>
              <a:off x="336515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6">
              <a:extLst>
                <a:ext uri="{FF2B5EF4-FFF2-40B4-BE49-F238E27FC236}">
                  <a16:creationId xmlns:a16="http://schemas.microsoft.com/office/drawing/2014/main" id="{722DC8B9-7F76-4931-FD23-D31F85B302C0}"/>
                </a:ext>
              </a:extLst>
            </p:cNvPr>
            <p:cNvSpPr/>
            <p:nvPr/>
          </p:nvSpPr>
          <p:spPr>
            <a:xfrm>
              <a:off x="337459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7">
              <a:extLst>
                <a:ext uri="{FF2B5EF4-FFF2-40B4-BE49-F238E27FC236}">
                  <a16:creationId xmlns:a16="http://schemas.microsoft.com/office/drawing/2014/main" id="{9636BAC9-D5CC-74EE-6A19-59CA779A983F}"/>
                </a:ext>
              </a:extLst>
            </p:cNvPr>
            <p:cNvSpPr/>
            <p:nvPr/>
          </p:nvSpPr>
          <p:spPr>
            <a:xfrm>
              <a:off x="338403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8">
              <a:extLst>
                <a:ext uri="{FF2B5EF4-FFF2-40B4-BE49-F238E27FC236}">
                  <a16:creationId xmlns:a16="http://schemas.microsoft.com/office/drawing/2014/main" id="{8916BC6E-20EE-88D0-9423-BCD51160FC98}"/>
                </a:ext>
              </a:extLst>
            </p:cNvPr>
            <p:cNvSpPr/>
            <p:nvPr/>
          </p:nvSpPr>
          <p:spPr>
            <a:xfrm>
              <a:off x="3393473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299">
              <a:extLst>
                <a:ext uri="{FF2B5EF4-FFF2-40B4-BE49-F238E27FC236}">
                  <a16:creationId xmlns:a16="http://schemas.microsoft.com/office/drawing/2014/main" id="{BA56D7EB-64FD-C151-FB86-05C33ADC56C5}"/>
                </a:ext>
              </a:extLst>
            </p:cNvPr>
            <p:cNvSpPr/>
            <p:nvPr/>
          </p:nvSpPr>
          <p:spPr>
            <a:xfrm>
              <a:off x="3402913" y="2097513"/>
              <a:ext cx="918801" cy="914400"/>
            </a:xfrm>
            <a:custGeom>
              <a:avLst/>
              <a:gdLst/>
              <a:ahLst/>
              <a:cxnLst/>
              <a:rect l="0" t="0" r="0" b="0"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0">
              <a:extLst>
                <a:ext uri="{FF2B5EF4-FFF2-40B4-BE49-F238E27FC236}">
                  <a16:creationId xmlns:a16="http://schemas.microsoft.com/office/drawing/2014/main" id="{A7A2D803-8E77-4BF6-A3E3-0311E5E0C719}"/>
                </a:ext>
              </a:extLst>
            </p:cNvPr>
            <p:cNvSpPr/>
            <p:nvPr/>
          </p:nvSpPr>
          <p:spPr>
            <a:xfrm>
              <a:off x="2345607" y="2062373"/>
              <a:ext cx="914400" cy="915741"/>
            </a:xfrm>
            <a:custGeom>
              <a:avLst/>
              <a:gdLst/>
              <a:ahLst/>
              <a:cxnLst/>
              <a:rect l="0" t="0" r="0" b="0"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1">
              <a:extLst>
                <a:ext uri="{FF2B5EF4-FFF2-40B4-BE49-F238E27FC236}">
                  <a16:creationId xmlns:a16="http://schemas.microsoft.com/office/drawing/2014/main" id="{24DDDADD-7575-5CA1-A895-BB9D7EFFEE18}"/>
                </a:ext>
              </a:extLst>
            </p:cNvPr>
            <p:cNvSpPr/>
            <p:nvPr/>
          </p:nvSpPr>
          <p:spPr>
            <a:xfrm>
              <a:off x="234560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2">
              <a:extLst>
                <a:ext uri="{FF2B5EF4-FFF2-40B4-BE49-F238E27FC236}">
                  <a16:creationId xmlns:a16="http://schemas.microsoft.com/office/drawing/2014/main" id="{4D68D340-61B3-9B25-3156-287ADABB1E8A}"/>
                </a:ext>
              </a:extLst>
            </p:cNvPr>
            <p:cNvSpPr/>
            <p:nvPr/>
          </p:nvSpPr>
          <p:spPr>
            <a:xfrm>
              <a:off x="235504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3">
              <a:extLst>
                <a:ext uri="{FF2B5EF4-FFF2-40B4-BE49-F238E27FC236}">
                  <a16:creationId xmlns:a16="http://schemas.microsoft.com/office/drawing/2014/main" id="{2930DF33-2D10-FCDF-1303-9EB6DCBCA6AA}"/>
                </a:ext>
              </a:extLst>
            </p:cNvPr>
            <p:cNvSpPr/>
            <p:nvPr/>
          </p:nvSpPr>
          <p:spPr>
            <a:xfrm>
              <a:off x="236448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4">
              <a:extLst>
                <a:ext uri="{FF2B5EF4-FFF2-40B4-BE49-F238E27FC236}">
                  <a16:creationId xmlns:a16="http://schemas.microsoft.com/office/drawing/2014/main" id="{7A2D2238-8733-3771-8BB2-54CC5762BA65}"/>
                </a:ext>
              </a:extLst>
            </p:cNvPr>
            <p:cNvSpPr/>
            <p:nvPr/>
          </p:nvSpPr>
          <p:spPr>
            <a:xfrm>
              <a:off x="237392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5">
              <a:extLst>
                <a:ext uri="{FF2B5EF4-FFF2-40B4-BE49-F238E27FC236}">
                  <a16:creationId xmlns:a16="http://schemas.microsoft.com/office/drawing/2014/main" id="{F49579DC-319D-F107-5CF3-CFFFC7004F23}"/>
                </a:ext>
              </a:extLst>
            </p:cNvPr>
            <p:cNvSpPr/>
            <p:nvPr/>
          </p:nvSpPr>
          <p:spPr>
            <a:xfrm>
              <a:off x="238336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6">
              <a:extLst>
                <a:ext uri="{FF2B5EF4-FFF2-40B4-BE49-F238E27FC236}">
                  <a16:creationId xmlns:a16="http://schemas.microsoft.com/office/drawing/2014/main" id="{DE662603-4CA9-D5EF-D2EA-B4FD6D2713CA}"/>
                </a:ext>
              </a:extLst>
            </p:cNvPr>
            <p:cNvSpPr/>
            <p:nvPr/>
          </p:nvSpPr>
          <p:spPr>
            <a:xfrm>
              <a:off x="239280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7">
              <a:extLst>
                <a:ext uri="{FF2B5EF4-FFF2-40B4-BE49-F238E27FC236}">
                  <a16:creationId xmlns:a16="http://schemas.microsoft.com/office/drawing/2014/main" id="{298B3E93-1228-BA7B-1532-6759AE295BFF}"/>
                </a:ext>
              </a:extLst>
            </p:cNvPr>
            <p:cNvSpPr/>
            <p:nvPr/>
          </p:nvSpPr>
          <p:spPr>
            <a:xfrm>
              <a:off x="240224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8">
              <a:extLst>
                <a:ext uri="{FF2B5EF4-FFF2-40B4-BE49-F238E27FC236}">
                  <a16:creationId xmlns:a16="http://schemas.microsoft.com/office/drawing/2014/main" id="{61983AA1-D529-9F0A-5F75-FF89804431A3}"/>
                </a:ext>
              </a:extLst>
            </p:cNvPr>
            <p:cNvSpPr/>
            <p:nvPr/>
          </p:nvSpPr>
          <p:spPr>
            <a:xfrm>
              <a:off x="241168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09">
              <a:extLst>
                <a:ext uri="{FF2B5EF4-FFF2-40B4-BE49-F238E27FC236}">
                  <a16:creationId xmlns:a16="http://schemas.microsoft.com/office/drawing/2014/main" id="{5194EAC9-2AAA-A8A5-9790-29B574620662}"/>
                </a:ext>
              </a:extLst>
            </p:cNvPr>
            <p:cNvSpPr/>
            <p:nvPr/>
          </p:nvSpPr>
          <p:spPr>
            <a:xfrm>
              <a:off x="242112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0">
              <a:extLst>
                <a:ext uri="{FF2B5EF4-FFF2-40B4-BE49-F238E27FC236}">
                  <a16:creationId xmlns:a16="http://schemas.microsoft.com/office/drawing/2014/main" id="{942C5FAB-4678-59BE-9694-D2FAB432C9CF}"/>
                </a:ext>
              </a:extLst>
            </p:cNvPr>
            <p:cNvSpPr/>
            <p:nvPr/>
          </p:nvSpPr>
          <p:spPr>
            <a:xfrm>
              <a:off x="243056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1">
              <a:extLst>
                <a:ext uri="{FF2B5EF4-FFF2-40B4-BE49-F238E27FC236}">
                  <a16:creationId xmlns:a16="http://schemas.microsoft.com/office/drawing/2014/main" id="{E1DD345E-BCBA-D952-4C19-379C5D44FDBC}"/>
                </a:ext>
              </a:extLst>
            </p:cNvPr>
            <p:cNvSpPr/>
            <p:nvPr/>
          </p:nvSpPr>
          <p:spPr>
            <a:xfrm>
              <a:off x="244000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2">
              <a:extLst>
                <a:ext uri="{FF2B5EF4-FFF2-40B4-BE49-F238E27FC236}">
                  <a16:creationId xmlns:a16="http://schemas.microsoft.com/office/drawing/2014/main" id="{E3FBBA7C-62AA-38BD-8C22-095E459B7C24}"/>
                </a:ext>
              </a:extLst>
            </p:cNvPr>
            <p:cNvSpPr/>
            <p:nvPr/>
          </p:nvSpPr>
          <p:spPr>
            <a:xfrm>
              <a:off x="244944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3">
              <a:extLst>
                <a:ext uri="{FF2B5EF4-FFF2-40B4-BE49-F238E27FC236}">
                  <a16:creationId xmlns:a16="http://schemas.microsoft.com/office/drawing/2014/main" id="{D84B187F-E124-B5BF-F015-5808B89B3B0F}"/>
                </a:ext>
              </a:extLst>
            </p:cNvPr>
            <p:cNvSpPr/>
            <p:nvPr/>
          </p:nvSpPr>
          <p:spPr>
            <a:xfrm>
              <a:off x="245889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4">
              <a:extLst>
                <a:ext uri="{FF2B5EF4-FFF2-40B4-BE49-F238E27FC236}">
                  <a16:creationId xmlns:a16="http://schemas.microsoft.com/office/drawing/2014/main" id="{5A54E40C-DCD2-0158-5E14-7D4927ECFB1C}"/>
                </a:ext>
              </a:extLst>
            </p:cNvPr>
            <p:cNvSpPr/>
            <p:nvPr/>
          </p:nvSpPr>
          <p:spPr>
            <a:xfrm>
              <a:off x="246833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5">
              <a:extLst>
                <a:ext uri="{FF2B5EF4-FFF2-40B4-BE49-F238E27FC236}">
                  <a16:creationId xmlns:a16="http://schemas.microsoft.com/office/drawing/2014/main" id="{02916FEE-E691-7171-CAC6-2F8665EF247E}"/>
                </a:ext>
              </a:extLst>
            </p:cNvPr>
            <p:cNvSpPr/>
            <p:nvPr/>
          </p:nvSpPr>
          <p:spPr>
            <a:xfrm>
              <a:off x="247777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6">
              <a:extLst>
                <a:ext uri="{FF2B5EF4-FFF2-40B4-BE49-F238E27FC236}">
                  <a16:creationId xmlns:a16="http://schemas.microsoft.com/office/drawing/2014/main" id="{231D24F8-B319-8A15-E586-56F330DF0FC8}"/>
                </a:ext>
              </a:extLst>
            </p:cNvPr>
            <p:cNvSpPr/>
            <p:nvPr/>
          </p:nvSpPr>
          <p:spPr>
            <a:xfrm>
              <a:off x="248721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7">
              <a:extLst>
                <a:ext uri="{FF2B5EF4-FFF2-40B4-BE49-F238E27FC236}">
                  <a16:creationId xmlns:a16="http://schemas.microsoft.com/office/drawing/2014/main" id="{F1A31F37-E490-945C-E8FC-481C59986052}"/>
                </a:ext>
              </a:extLst>
            </p:cNvPr>
            <p:cNvSpPr/>
            <p:nvPr/>
          </p:nvSpPr>
          <p:spPr>
            <a:xfrm>
              <a:off x="249665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8">
              <a:extLst>
                <a:ext uri="{FF2B5EF4-FFF2-40B4-BE49-F238E27FC236}">
                  <a16:creationId xmlns:a16="http://schemas.microsoft.com/office/drawing/2014/main" id="{112556CA-1B47-5868-838B-AFEF95A7ABC8}"/>
                </a:ext>
              </a:extLst>
            </p:cNvPr>
            <p:cNvSpPr/>
            <p:nvPr/>
          </p:nvSpPr>
          <p:spPr>
            <a:xfrm>
              <a:off x="250609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19">
              <a:extLst>
                <a:ext uri="{FF2B5EF4-FFF2-40B4-BE49-F238E27FC236}">
                  <a16:creationId xmlns:a16="http://schemas.microsoft.com/office/drawing/2014/main" id="{D6406889-ABA5-80F3-5D78-7DD26A0FC3FF}"/>
                </a:ext>
              </a:extLst>
            </p:cNvPr>
            <p:cNvSpPr/>
            <p:nvPr/>
          </p:nvSpPr>
          <p:spPr>
            <a:xfrm>
              <a:off x="251553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0">
              <a:extLst>
                <a:ext uri="{FF2B5EF4-FFF2-40B4-BE49-F238E27FC236}">
                  <a16:creationId xmlns:a16="http://schemas.microsoft.com/office/drawing/2014/main" id="{240F447F-3C48-52EB-4D2C-CA6E693BF458}"/>
                </a:ext>
              </a:extLst>
            </p:cNvPr>
            <p:cNvSpPr/>
            <p:nvPr/>
          </p:nvSpPr>
          <p:spPr>
            <a:xfrm>
              <a:off x="252497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1">
              <a:extLst>
                <a:ext uri="{FF2B5EF4-FFF2-40B4-BE49-F238E27FC236}">
                  <a16:creationId xmlns:a16="http://schemas.microsoft.com/office/drawing/2014/main" id="{E471660D-DD7B-04EB-AFDB-65EF525DAC98}"/>
                </a:ext>
              </a:extLst>
            </p:cNvPr>
            <p:cNvSpPr/>
            <p:nvPr/>
          </p:nvSpPr>
          <p:spPr>
            <a:xfrm>
              <a:off x="253441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2">
              <a:extLst>
                <a:ext uri="{FF2B5EF4-FFF2-40B4-BE49-F238E27FC236}">
                  <a16:creationId xmlns:a16="http://schemas.microsoft.com/office/drawing/2014/main" id="{FBCBCAA0-B19B-DE06-C172-558C3EFC1FC1}"/>
                </a:ext>
              </a:extLst>
            </p:cNvPr>
            <p:cNvSpPr/>
            <p:nvPr/>
          </p:nvSpPr>
          <p:spPr>
            <a:xfrm>
              <a:off x="254385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3">
              <a:extLst>
                <a:ext uri="{FF2B5EF4-FFF2-40B4-BE49-F238E27FC236}">
                  <a16:creationId xmlns:a16="http://schemas.microsoft.com/office/drawing/2014/main" id="{8D858CF4-163E-05C9-DEA8-40D23DEB0115}"/>
                </a:ext>
              </a:extLst>
            </p:cNvPr>
            <p:cNvSpPr/>
            <p:nvPr/>
          </p:nvSpPr>
          <p:spPr>
            <a:xfrm>
              <a:off x="255329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4">
              <a:extLst>
                <a:ext uri="{FF2B5EF4-FFF2-40B4-BE49-F238E27FC236}">
                  <a16:creationId xmlns:a16="http://schemas.microsoft.com/office/drawing/2014/main" id="{54FD40DD-58DB-A5AD-676F-D4E0C13008FF}"/>
                </a:ext>
              </a:extLst>
            </p:cNvPr>
            <p:cNvSpPr/>
            <p:nvPr/>
          </p:nvSpPr>
          <p:spPr>
            <a:xfrm>
              <a:off x="256273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5">
              <a:extLst>
                <a:ext uri="{FF2B5EF4-FFF2-40B4-BE49-F238E27FC236}">
                  <a16:creationId xmlns:a16="http://schemas.microsoft.com/office/drawing/2014/main" id="{5375B8EB-C8E1-80AF-6213-9FCD2F0B7B4D}"/>
                </a:ext>
              </a:extLst>
            </p:cNvPr>
            <p:cNvSpPr/>
            <p:nvPr/>
          </p:nvSpPr>
          <p:spPr>
            <a:xfrm>
              <a:off x="257217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6">
              <a:extLst>
                <a:ext uri="{FF2B5EF4-FFF2-40B4-BE49-F238E27FC236}">
                  <a16:creationId xmlns:a16="http://schemas.microsoft.com/office/drawing/2014/main" id="{7D127414-2C21-DFBD-DA04-22A435FD350D}"/>
                </a:ext>
              </a:extLst>
            </p:cNvPr>
            <p:cNvSpPr/>
            <p:nvPr/>
          </p:nvSpPr>
          <p:spPr>
            <a:xfrm>
              <a:off x="258161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7">
              <a:extLst>
                <a:ext uri="{FF2B5EF4-FFF2-40B4-BE49-F238E27FC236}">
                  <a16:creationId xmlns:a16="http://schemas.microsoft.com/office/drawing/2014/main" id="{E8C23CA2-7984-8816-C911-3AE78A06A670}"/>
                </a:ext>
              </a:extLst>
            </p:cNvPr>
            <p:cNvSpPr/>
            <p:nvPr/>
          </p:nvSpPr>
          <p:spPr>
            <a:xfrm>
              <a:off x="259105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8">
              <a:extLst>
                <a:ext uri="{FF2B5EF4-FFF2-40B4-BE49-F238E27FC236}">
                  <a16:creationId xmlns:a16="http://schemas.microsoft.com/office/drawing/2014/main" id="{8F31C8C4-ECDB-DCB4-3BC7-989025A93D30}"/>
                </a:ext>
              </a:extLst>
            </p:cNvPr>
            <p:cNvSpPr/>
            <p:nvPr/>
          </p:nvSpPr>
          <p:spPr>
            <a:xfrm>
              <a:off x="260049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29">
              <a:extLst>
                <a:ext uri="{FF2B5EF4-FFF2-40B4-BE49-F238E27FC236}">
                  <a16:creationId xmlns:a16="http://schemas.microsoft.com/office/drawing/2014/main" id="{7B585779-A177-FB20-F29A-A9736CE4CC35}"/>
                </a:ext>
              </a:extLst>
            </p:cNvPr>
            <p:cNvSpPr/>
            <p:nvPr/>
          </p:nvSpPr>
          <p:spPr>
            <a:xfrm>
              <a:off x="260993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0">
              <a:extLst>
                <a:ext uri="{FF2B5EF4-FFF2-40B4-BE49-F238E27FC236}">
                  <a16:creationId xmlns:a16="http://schemas.microsoft.com/office/drawing/2014/main" id="{F4695398-AC60-7187-3709-D3B75E3618DB}"/>
                </a:ext>
              </a:extLst>
            </p:cNvPr>
            <p:cNvSpPr/>
            <p:nvPr/>
          </p:nvSpPr>
          <p:spPr>
            <a:xfrm>
              <a:off x="261937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1">
              <a:extLst>
                <a:ext uri="{FF2B5EF4-FFF2-40B4-BE49-F238E27FC236}">
                  <a16:creationId xmlns:a16="http://schemas.microsoft.com/office/drawing/2014/main" id="{EE4CDAA6-C928-1937-F9F5-6E2A9A7D0F3B}"/>
                </a:ext>
              </a:extLst>
            </p:cNvPr>
            <p:cNvSpPr/>
            <p:nvPr/>
          </p:nvSpPr>
          <p:spPr>
            <a:xfrm>
              <a:off x="262881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2">
              <a:extLst>
                <a:ext uri="{FF2B5EF4-FFF2-40B4-BE49-F238E27FC236}">
                  <a16:creationId xmlns:a16="http://schemas.microsoft.com/office/drawing/2014/main" id="{0D5D70B4-9050-FD12-B1C8-D32CF0CA7506}"/>
                </a:ext>
              </a:extLst>
            </p:cNvPr>
            <p:cNvSpPr/>
            <p:nvPr/>
          </p:nvSpPr>
          <p:spPr>
            <a:xfrm>
              <a:off x="263825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3">
              <a:extLst>
                <a:ext uri="{FF2B5EF4-FFF2-40B4-BE49-F238E27FC236}">
                  <a16:creationId xmlns:a16="http://schemas.microsoft.com/office/drawing/2014/main" id="{674B0C00-98B1-88FE-8E1A-5AD5BD17586D}"/>
                </a:ext>
              </a:extLst>
            </p:cNvPr>
            <p:cNvSpPr/>
            <p:nvPr/>
          </p:nvSpPr>
          <p:spPr>
            <a:xfrm>
              <a:off x="264769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4">
              <a:extLst>
                <a:ext uri="{FF2B5EF4-FFF2-40B4-BE49-F238E27FC236}">
                  <a16:creationId xmlns:a16="http://schemas.microsoft.com/office/drawing/2014/main" id="{0AF2D7D7-9520-D869-6227-32989FDE991D}"/>
                </a:ext>
              </a:extLst>
            </p:cNvPr>
            <p:cNvSpPr/>
            <p:nvPr/>
          </p:nvSpPr>
          <p:spPr>
            <a:xfrm>
              <a:off x="265713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5">
              <a:extLst>
                <a:ext uri="{FF2B5EF4-FFF2-40B4-BE49-F238E27FC236}">
                  <a16:creationId xmlns:a16="http://schemas.microsoft.com/office/drawing/2014/main" id="{0714889D-BADB-3917-3C86-61F73FAE3123}"/>
                </a:ext>
              </a:extLst>
            </p:cNvPr>
            <p:cNvSpPr/>
            <p:nvPr/>
          </p:nvSpPr>
          <p:spPr>
            <a:xfrm>
              <a:off x="266657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6">
              <a:extLst>
                <a:ext uri="{FF2B5EF4-FFF2-40B4-BE49-F238E27FC236}">
                  <a16:creationId xmlns:a16="http://schemas.microsoft.com/office/drawing/2014/main" id="{EF43609E-625D-FBBF-9C31-6E2A9A6A5335}"/>
                </a:ext>
              </a:extLst>
            </p:cNvPr>
            <p:cNvSpPr/>
            <p:nvPr/>
          </p:nvSpPr>
          <p:spPr>
            <a:xfrm>
              <a:off x="267601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7">
              <a:extLst>
                <a:ext uri="{FF2B5EF4-FFF2-40B4-BE49-F238E27FC236}">
                  <a16:creationId xmlns:a16="http://schemas.microsoft.com/office/drawing/2014/main" id="{B3684206-CAD5-38F4-D0D8-1F5BC95AC83C}"/>
                </a:ext>
              </a:extLst>
            </p:cNvPr>
            <p:cNvSpPr/>
            <p:nvPr/>
          </p:nvSpPr>
          <p:spPr>
            <a:xfrm>
              <a:off x="2685455" y="2079943"/>
              <a:ext cx="923596" cy="914400"/>
            </a:xfrm>
            <a:custGeom>
              <a:avLst/>
              <a:gdLst/>
              <a:ahLst/>
              <a:cxnLst/>
              <a:rect l="0" t="0" r="0" b="0"/>
              <a:pathLst>
                <a:path w="92359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8">
              <a:extLst>
                <a:ext uri="{FF2B5EF4-FFF2-40B4-BE49-F238E27FC236}">
                  <a16:creationId xmlns:a16="http://schemas.microsoft.com/office/drawing/2014/main" id="{9EA6CA8D-0669-6017-6632-2E394BBE9F7B}"/>
                </a:ext>
              </a:extLst>
            </p:cNvPr>
            <p:cNvSpPr/>
            <p:nvPr/>
          </p:nvSpPr>
          <p:spPr>
            <a:xfrm>
              <a:off x="3157467" y="207994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400" y="905501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39">
              <a:extLst>
                <a:ext uri="{FF2B5EF4-FFF2-40B4-BE49-F238E27FC236}">
                  <a16:creationId xmlns:a16="http://schemas.microsoft.com/office/drawing/2014/main" id="{3424386E-0C26-C709-0754-3105EEF5FCF2}"/>
                </a:ext>
              </a:extLst>
            </p:cNvPr>
            <p:cNvSpPr/>
            <p:nvPr/>
          </p:nvSpPr>
          <p:spPr>
            <a:xfrm>
              <a:off x="3166907" y="206237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0">
              <a:extLst>
                <a:ext uri="{FF2B5EF4-FFF2-40B4-BE49-F238E27FC236}">
                  <a16:creationId xmlns:a16="http://schemas.microsoft.com/office/drawing/2014/main" id="{FBA584E3-E0E0-7B1A-AFFB-644F7A5FD02F}"/>
                </a:ext>
              </a:extLst>
            </p:cNvPr>
            <p:cNvSpPr/>
            <p:nvPr/>
          </p:nvSpPr>
          <p:spPr>
            <a:xfrm>
              <a:off x="316690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1">
              <a:extLst>
                <a:ext uri="{FF2B5EF4-FFF2-40B4-BE49-F238E27FC236}">
                  <a16:creationId xmlns:a16="http://schemas.microsoft.com/office/drawing/2014/main" id="{42B95444-60DD-65B7-F529-74040BE6B8EE}"/>
                </a:ext>
              </a:extLst>
            </p:cNvPr>
            <p:cNvSpPr/>
            <p:nvPr/>
          </p:nvSpPr>
          <p:spPr>
            <a:xfrm>
              <a:off x="317634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2">
              <a:extLst>
                <a:ext uri="{FF2B5EF4-FFF2-40B4-BE49-F238E27FC236}">
                  <a16:creationId xmlns:a16="http://schemas.microsoft.com/office/drawing/2014/main" id="{773887F4-B057-B6A4-CD4F-3567A940B6A1}"/>
                </a:ext>
              </a:extLst>
            </p:cNvPr>
            <p:cNvSpPr/>
            <p:nvPr/>
          </p:nvSpPr>
          <p:spPr>
            <a:xfrm>
              <a:off x="318578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3">
              <a:extLst>
                <a:ext uri="{FF2B5EF4-FFF2-40B4-BE49-F238E27FC236}">
                  <a16:creationId xmlns:a16="http://schemas.microsoft.com/office/drawing/2014/main" id="{03C40964-4D8F-A133-D6E6-3146E3320881}"/>
                </a:ext>
              </a:extLst>
            </p:cNvPr>
            <p:cNvSpPr/>
            <p:nvPr/>
          </p:nvSpPr>
          <p:spPr>
            <a:xfrm>
              <a:off x="319522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4">
              <a:extLst>
                <a:ext uri="{FF2B5EF4-FFF2-40B4-BE49-F238E27FC236}">
                  <a16:creationId xmlns:a16="http://schemas.microsoft.com/office/drawing/2014/main" id="{B6B4A71A-F60F-5EFE-AF55-8872CDCA4D35}"/>
                </a:ext>
              </a:extLst>
            </p:cNvPr>
            <p:cNvSpPr/>
            <p:nvPr/>
          </p:nvSpPr>
          <p:spPr>
            <a:xfrm>
              <a:off x="320466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5">
              <a:extLst>
                <a:ext uri="{FF2B5EF4-FFF2-40B4-BE49-F238E27FC236}">
                  <a16:creationId xmlns:a16="http://schemas.microsoft.com/office/drawing/2014/main" id="{1B0AFB80-BEBD-0671-842E-BA490E8708AC}"/>
                </a:ext>
              </a:extLst>
            </p:cNvPr>
            <p:cNvSpPr/>
            <p:nvPr/>
          </p:nvSpPr>
          <p:spPr>
            <a:xfrm>
              <a:off x="321410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6">
              <a:extLst>
                <a:ext uri="{FF2B5EF4-FFF2-40B4-BE49-F238E27FC236}">
                  <a16:creationId xmlns:a16="http://schemas.microsoft.com/office/drawing/2014/main" id="{9FB757BB-E382-B902-021D-A2D127E1DE8A}"/>
                </a:ext>
              </a:extLst>
            </p:cNvPr>
            <p:cNvSpPr/>
            <p:nvPr/>
          </p:nvSpPr>
          <p:spPr>
            <a:xfrm>
              <a:off x="322354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7">
              <a:extLst>
                <a:ext uri="{FF2B5EF4-FFF2-40B4-BE49-F238E27FC236}">
                  <a16:creationId xmlns:a16="http://schemas.microsoft.com/office/drawing/2014/main" id="{03FE7E7E-B3E7-93D3-CDD8-5FF0D147BC10}"/>
                </a:ext>
              </a:extLst>
            </p:cNvPr>
            <p:cNvSpPr/>
            <p:nvPr/>
          </p:nvSpPr>
          <p:spPr>
            <a:xfrm>
              <a:off x="323298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8">
              <a:extLst>
                <a:ext uri="{FF2B5EF4-FFF2-40B4-BE49-F238E27FC236}">
                  <a16:creationId xmlns:a16="http://schemas.microsoft.com/office/drawing/2014/main" id="{447607FE-6C84-0552-4337-02B364DA4F2F}"/>
                </a:ext>
              </a:extLst>
            </p:cNvPr>
            <p:cNvSpPr/>
            <p:nvPr/>
          </p:nvSpPr>
          <p:spPr>
            <a:xfrm>
              <a:off x="324242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49">
              <a:extLst>
                <a:ext uri="{FF2B5EF4-FFF2-40B4-BE49-F238E27FC236}">
                  <a16:creationId xmlns:a16="http://schemas.microsoft.com/office/drawing/2014/main" id="{AB713492-5AB5-C0B0-B27A-AB1C17CB0A92}"/>
                </a:ext>
              </a:extLst>
            </p:cNvPr>
            <p:cNvSpPr/>
            <p:nvPr/>
          </p:nvSpPr>
          <p:spPr>
            <a:xfrm>
              <a:off x="325187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0">
              <a:extLst>
                <a:ext uri="{FF2B5EF4-FFF2-40B4-BE49-F238E27FC236}">
                  <a16:creationId xmlns:a16="http://schemas.microsoft.com/office/drawing/2014/main" id="{35843EE6-5B7C-7055-DEE5-B32EFD43109A}"/>
                </a:ext>
              </a:extLst>
            </p:cNvPr>
            <p:cNvSpPr/>
            <p:nvPr/>
          </p:nvSpPr>
          <p:spPr>
            <a:xfrm>
              <a:off x="326131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1">
              <a:extLst>
                <a:ext uri="{FF2B5EF4-FFF2-40B4-BE49-F238E27FC236}">
                  <a16:creationId xmlns:a16="http://schemas.microsoft.com/office/drawing/2014/main" id="{BC31DD61-F730-5F42-C46E-5C9A140D6B19}"/>
                </a:ext>
              </a:extLst>
            </p:cNvPr>
            <p:cNvSpPr/>
            <p:nvPr/>
          </p:nvSpPr>
          <p:spPr>
            <a:xfrm>
              <a:off x="327075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2">
              <a:extLst>
                <a:ext uri="{FF2B5EF4-FFF2-40B4-BE49-F238E27FC236}">
                  <a16:creationId xmlns:a16="http://schemas.microsoft.com/office/drawing/2014/main" id="{0745C89E-3F2E-300F-FD36-98AECF22FA96}"/>
                </a:ext>
              </a:extLst>
            </p:cNvPr>
            <p:cNvSpPr/>
            <p:nvPr/>
          </p:nvSpPr>
          <p:spPr>
            <a:xfrm>
              <a:off x="328019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3">
              <a:extLst>
                <a:ext uri="{FF2B5EF4-FFF2-40B4-BE49-F238E27FC236}">
                  <a16:creationId xmlns:a16="http://schemas.microsoft.com/office/drawing/2014/main" id="{8AC3A219-4699-EBA0-EA8A-400544130607}"/>
                </a:ext>
              </a:extLst>
            </p:cNvPr>
            <p:cNvSpPr/>
            <p:nvPr/>
          </p:nvSpPr>
          <p:spPr>
            <a:xfrm>
              <a:off x="328963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4">
              <a:extLst>
                <a:ext uri="{FF2B5EF4-FFF2-40B4-BE49-F238E27FC236}">
                  <a16:creationId xmlns:a16="http://schemas.microsoft.com/office/drawing/2014/main" id="{3BBB1E3D-4319-C9AC-362E-F496B2E7FDED}"/>
                </a:ext>
              </a:extLst>
            </p:cNvPr>
            <p:cNvSpPr/>
            <p:nvPr/>
          </p:nvSpPr>
          <p:spPr>
            <a:xfrm>
              <a:off x="329907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5">
              <a:extLst>
                <a:ext uri="{FF2B5EF4-FFF2-40B4-BE49-F238E27FC236}">
                  <a16:creationId xmlns:a16="http://schemas.microsoft.com/office/drawing/2014/main" id="{957E57ED-E736-A68B-B7CD-B6BC959A90B4}"/>
                </a:ext>
              </a:extLst>
            </p:cNvPr>
            <p:cNvSpPr/>
            <p:nvPr/>
          </p:nvSpPr>
          <p:spPr>
            <a:xfrm>
              <a:off x="330851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6">
              <a:extLst>
                <a:ext uri="{FF2B5EF4-FFF2-40B4-BE49-F238E27FC236}">
                  <a16:creationId xmlns:a16="http://schemas.microsoft.com/office/drawing/2014/main" id="{90D2EB5A-8E4A-2A0D-77CC-5CE4D98E2D77}"/>
                </a:ext>
              </a:extLst>
            </p:cNvPr>
            <p:cNvSpPr/>
            <p:nvPr/>
          </p:nvSpPr>
          <p:spPr>
            <a:xfrm>
              <a:off x="331795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7">
              <a:extLst>
                <a:ext uri="{FF2B5EF4-FFF2-40B4-BE49-F238E27FC236}">
                  <a16:creationId xmlns:a16="http://schemas.microsoft.com/office/drawing/2014/main" id="{2A6CDD4D-87E2-146F-4368-C0891ADCE9CE}"/>
                </a:ext>
              </a:extLst>
            </p:cNvPr>
            <p:cNvSpPr/>
            <p:nvPr/>
          </p:nvSpPr>
          <p:spPr>
            <a:xfrm>
              <a:off x="332739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8">
              <a:extLst>
                <a:ext uri="{FF2B5EF4-FFF2-40B4-BE49-F238E27FC236}">
                  <a16:creationId xmlns:a16="http://schemas.microsoft.com/office/drawing/2014/main" id="{A48D8AE2-B848-5CC9-0949-FDB13DA31A5D}"/>
                </a:ext>
              </a:extLst>
            </p:cNvPr>
            <p:cNvSpPr/>
            <p:nvPr/>
          </p:nvSpPr>
          <p:spPr>
            <a:xfrm>
              <a:off x="333683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59">
              <a:extLst>
                <a:ext uri="{FF2B5EF4-FFF2-40B4-BE49-F238E27FC236}">
                  <a16:creationId xmlns:a16="http://schemas.microsoft.com/office/drawing/2014/main" id="{6842A865-7EDE-0B32-3B57-98516C340F80}"/>
                </a:ext>
              </a:extLst>
            </p:cNvPr>
            <p:cNvSpPr/>
            <p:nvPr/>
          </p:nvSpPr>
          <p:spPr>
            <a:xfrm>
              <a:off x="334627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0">
              <a:extLst>
                <a:ext uri="{FF2B5EF4-FFF2-40B4-BE49-F238E27FC236}">
                  <a16:creationId xmlns:a16="http://schemas.microsoft.com/office/drawing/2014/main" id="{13902DB1-F096-3BA3-48BC-420973BAA357}"/>
                </a:ext>
              </a:extLst>
            </p:cNvPr>
            <p:cNvSpPr/>
            <p:nvPr/>
          </p:nvSpPr>
          <p:spPr>
            <a:xfrm>
              <a:off x="335571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1">
              <a:extLst>
                <a:ext uri="{FF2B5EF4-FFF2-40B4-BE49-F238E27FC236}">
                  <a16:creationId xmlns:a16="http://schemas.microsoft.com/office/drawing/2014/main" id="{350CC614-25D2-D7D6-A5F3-75CC10AF1D79}"/>
                </a:ext>
              </a:extLst>
            </p:cNvPr>
            <p:cNvSpPr/>
            <p:nvPr/>
          </p:nvSpPr>
          <p:spPr>
            <a:xfrm>
              <a:off x="336515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2">
              <a:extLst>
                <a:ext uri="{FF2B5EF4-FFF2-40B4-BE49-F238E27FC236}">
                  <a16:creationId xmlns:a16="http://schemas.microsoft.com/office/drawing/2014/main" id="{B72C672C-7ACF-017D-3134-6AA78EFD9171}"/>
                </a:ext>
              </a:extLst>
            </p:cNvPr>
            <p:cNvSpPr/>
            <p:nvPr/>
          </p:nvSpPr>
          <p:spPr>
            <a:xfrm>
              <a:off x="337459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3">
              <a:extLst>
                <a:ext uri="{FF2B5EF4-FFF2-40B4-BE49-F238E27FC236}">
                  <a16:creationId xmlns:a16="http://schemas.microsoft.com/office/drawing/2014/main" id="{CC1D3E8D-D3B6-CF06-AB24-11E9CD1C3620}"/>
                </a:ext>
              </a:extLst>
            </p:cNvPr>
            <p:cNvSpPr/>
            <p:nvPr/>
          </p:nvSpPr>
          <p:spPr>
            <a:xfrm>
              <a:off x="338403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4">
              <a:extLst>
                <a:ext uri="{FF2B5EF4-FFF2-40B4-BE49-F238E27FC236}">
                  <a16:creationId xmlns:a16="http://schemas.microsoft.com/office/drawing/2014/main" id="{55CFD3B2-8A20-550E-DBF4-A15B6562F1BD}"/>
                </a:ext>
              </a:extLst>
            </p:cNvPr>
            <p:cNvSpPr/>
            <p:nvPr/>
          </p:nvSpPr>
          <p:spPr>
            <a:xfrm>
              <a:off x="3393473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5">
              <a:extLst>
                <a:ext uri="{FF2B5EF4-FFF2-40B4-BE49-F238E27FC236}">
                  <a16:creationId xmlns:a16="http://schemas.microsoft.com/office/drawing/2014/main" id="{9B587B24-AE76-6A39-2250-56805C554C47}"/>
                </a:ext>
              </a:extLst>
            </p:cNvPr>
            <p:cNvSpPr/>
            <p:nvPr/>
          </p:nvSpPr>
          <p:spPr>
            <a:xfrm>
              <a:off x="3402913" y="2079943"/>
              <a:ext cx="919561" cy="914400"/>
            </a:xfrm>
            <a:custGeom>
              <a:avLst/>
              <a:gdLst/>
              <a:ahLst/>
              <a:cxnLst/>
              <a:rect l="0" t="0" r="0" b="0"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6">
              <a:extLst>
                <a:ext uri="{FF2B5EF4-FFF2-40B4-BE49-F238E27FC236}">
                  <a16:creationId xmlns:a16="http://schemas.microsoft.com/office/drawing/2014/main" id="{EB37F122-B9DC-9686-8CF4-244EC3BBFEBB}"/>
                </a:ext>
              </a:extLst>
            </p:cNvPr>
            <p:cNvSpPr/>
            <p:nvPr/>
          </p:nvSpPr>
          <p:spPr>
            <a:xfrm>
              <a:off x="2345607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7">
              <a:extLst>
                <a:ext uri="{FF2B5EF4-FFF2-40B4-BE49-F238E27FC236}">
                  <a16:creationId xmlns:a16="http://schemas.microsoft.com/office/drawing/2014/main" id="{8729B1AC-23CB-BA88-D8D5-82E7C6A29A1E}"/>
                </a:ext>
              </a:extLst>
            </p:cNvPr>
            <p:cNvSpPr/>
            <p:nvPr/>
          </p:nvSpPr>
          <p:spPr>
            <a:xfrm>
              <a:off x="234560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8">
              <a:extLst>
                <a:ext uri="{FF2B5EF4-FFF2-40B4-BE49-F238E27FC236}">
                  <a16:creationId xmlns:a16="http://schemas.microsoft.com/office/drawing/2014/main" id="{C8D7CD93-699A-39D0-B6E9-680DE527FA79}"/>
                </a:ext>
              </a:extLst>
            </p:cNvPr>
            <p:cNvSpPr/>
            <p:nvPr/>
          </p:nvSpPr>
          <p:spPr>
            <a:xfrm>
              <a:off x="235504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69">
              <a:extLst>
                <a:ext uri="{FF2B5EF4-FFF2-40B4-BE49-F238E27FC236}">
                  <a16:creationId xmlns:a16="http://schemas.microsoft.com/office/drawing/2014/main" id="{20989F73-6BB2-38A4-95E1-379FF0E1B556}"/>
                </a:ext>
              </a:extLst>
            </p:cNvPr>
            <p:cNvSpPr/>
            <p:nvPr/>
          </p:nvSpPr>
          <p:spPr>
            <a:xfrm>
              <a:off x="236448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0">
              <a:extLst>
                <a:ext uri="{FF2B5EF4-FFF2-40B4-BE49-F238E27FC236}">
                  <a16:creationId xmlns:a16="http://schemas.microsoft.com/office/drawing/2014/main" id="{4668F9DA-F543-21E6-1F9C-632875185B4F}"/>
                </a:ext>
              </a:extLst>
            </p:cNvPr>
            <p:cNvSpPr/>
            <p:nvPr/>
          </p:nvSpPr>
          <p:spPr>
            <a:xfrm>
              <a:off x="237392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1">
              <a:extLst>
                <a:ext uri="{FF2B5EF4-FFF2-40B4-BE49-F238E27FC236}">
                  <a16:creationId xmlns:a16="http://schemas.microsoft.com/office/drawing/2014/main" id="{77F58712-F781-BA84-7686-5659A687FB47}"/>
                </a:ext>
              </a:extLst>
            </p:cNvPr>
            <p:cNvSpPr/>
            <p:nvPr/>
          </p:nvSpPr>
          <p:spPr>
            <a:xfrm>
              <a:off x="238336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2">
              <a:extLst>
                <a:ext uri="{FF2B5EF4-FFF2-40B4-BE49-F238E27FC236}">
                  <a16:creationId xmlns:a16="http://schemas.microsoft.com/office/drawing/2014/main" id="{13EFD9F3-4D8D-A1E4-8FA0-9AA424E24C70}"/>
                </a:ext>
              </a:extLst>
            </p:cNvPr>
            <p:cNvSpPr/>
            <p:nvPr/>
          </p:nvSpPr>
          <p:spPr>
            <a:xfrm>
              <a:off x="239280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3">
              <a:extLst>
                <a:ext uri="{FF2B5EF4-FFF2-40B4-BE49-F238E27FC236}">
                  <a16:creationId xmlns:a16="http://schemas.microsoft.com/office/drawing/2014/main" id="{9AF8BFF3-F533-C63F-62E7-17560141EDA3}"/>
                </a:ext>
              </a:extLst>
            </p:cNvPr>
            <p:cNvSpPr/>
            <p:nvPr/>
          </p:nvSpPr>
          <p:spPr>
            <a:xfrm>
              <a:off x="240224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4">
              <a:extLst>
                <a:ext uri="{FF2B5EF4-FFF2-40B4-BE49-F238E27FC236}">
                  <a16:creationId xmlns:a16="http://schemas.microsoft.com/office/drawing/2014/main" id="{8B9D7487-772D-1005-46F5-63D6EF2AE534}"/>
                </a:ext>
              </a:extLst>
            </p:cNvPr>
            <p:cNvSpPr/>
            <p:nvPr/>
          </p:nvSpPr>
          <p:spPr>
            <a:xfrm>
              <a:off x="241168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5">
              <a:extLst>
                <a:ext uri="{FF2B5EF4-FFF2-40B4-BE49-F238E27FC236}">
                  <a16:creationId xmlns:a16="http://schemas.microsoft.com/office/drawing/2014/main" id="{F75018CB-E519-DA59-4F03-F80DEF4DB6A6}"/>
                </a:ext>
              </a:extLst>
            </p:cNvPr>
            <p:cNvSpPr/>
            <p:nvPr/>
          </p:nvSpPr>
          <p:spPr>
            <a:xfrm>
              <a:off x="242112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6">
              <a:extLst>
                <a:ext uri="{FF2B5EF4-FFF2-40B4-BE49-F238E27FC236}">
                  <a16:creationId xmlns:a16="http://schemas.microsoft.com/office/drawing/2014/main" id="{E63480BB-513B-5F36-E1A0-88C5D88287EE}"/>
                </a:ext>
              </a:extLst>
            </p:cNvPr>
            <p:cNvSpPr/>
            <p:nvPr/>
          </p:nvSpPr>
          <p:spPr>
            <a:xfrm>
              <a:off x="243056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7">
              <a:extLst>
                <a:ext uri="{FF2B5EF4-FFF2-40B4-BE49-F238E27FC236}">
                  <a16:creationId xmlns:a16="http://schemas.microsoft.com/office/drawing/2014/main" id="{77534527-36BD-EA93-A97F-E3FA562C430A}"/>
                </a:ext>
              </a:extLst>
            </p:cNvPr>
            <p:cNvSpPr/>
            <p:nvPr/>
          </p:nvSpPr>
          <p:spPr>
            <a:xfrm>
              <a:off x="244000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8">
              <a:extLst>
                <a:ext uri="{FF2B5EF4-FFF2-40B4-BE49-F238E27FC236}">
                  <a16:creationId xmlns:a16="http://schemas.microsoft.com/office/drawing/2014/main" id="{ABA1F658-ADAB-39E4-05D7-4536A6608D27}"/>
                </a:ext>
              </a:extLst>
            </p:cNvPr>
            <p:cNvSpPr/>
            <p:nvPr/>
          </p:nvSpPr>
          <p:spPr>
            <a:xfrm>
              <a:off x="244944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79">
              <a:extLst>
                <a:ext uri="{FF2B5EF4-FFF2-40B4-BE49-F238E27FC236}">
                  <a16:creationId xmlns:a16="http://schemas.microsoft.com/office/drawing/2014/main" id="{ED94F661-B013-70DB-6148-A6D11683878A}"/>
                </a:ext>
              </a:extLst>
            </p:cNvPr>
            <p:cNvSpPr/>
            <p:nvPr/>
          </p:nvSpPr>
          <p:spPr>
            <a:xfrm>
              <a:off x="245889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0">
              <a:extLst>
                <a:ext uri="{FF2B5EF4-FFF2-40B4-BE49-F238E27FC236}">
                  <a16:creationId xmlns:a16="http://schemas.microsoft.com/office/drawing/2014/main" id="{E0635E8E-FC31-C16B-9F3F-6C09573CA7BF}"/>
                </a:ext>
              </a:extLst>
            </p:cNvPr>
            <p:cNvSpPr/>
            <p:nvPr/>
          </p:nvSpPr>
          <p:spPr>
            <a:xfrm>
              <a:off x="246833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1">
              <a:extLst>
                <a:ext uri="{FF2B5EF4-FFF2-40B4-BE49-F238E27FC236}">
                  <a16:creationId xmlns:a16="http://schemas.microsoft.com/office/drawing/2014/main" id="{6842D536-132F-9D20-144F-34965A5C1263}"/>
                </a:ext>
              </a:extLst>
            </p:cNvPr>
            <p:cNvSpPr/>
            <p:nvPr/>
          </p:nvSpPr>
          <p:spPr>
            <a:xfrm>
              <a:off x="247777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2">
              <a:extLst>
                <a:ext uri="{FF2B5EF4-FFF2-40B4-BE49-F238E27FC236}">
                  <a16:creationId xmlns:a16="http://schemas.microsoft.com/office/drawing/2014/main" id="{F9DCE32A-2A57-3123-CC3B-54A3E2FD5819}"/>
                </a:ext>
              </a:extLst>
            </p:cNvPr>
            <p:cNvSpPr/>
            <p:nvPr/>
          </p:nvSpPr>
          <p:spPr>
            <a:xfrm>
              <a:off x="248721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3">
              <a:extLst>
                <a:ext uri="{FF2B5EF4-FFF2-40B4-BE49-F238E27FC236}">
                  <a16:creationId xmlns:a16="http://schemas.microsoft.com/office/drawing/2014/main" id="{ADA2C8BD-3E53-1B0F-76FA-EDA7C1BDCAD7}"/>
                </a:ext>
              </a:extLst>
            </p:cNvPr>
            <p:cNvSpPr/>
            <p:nvPr/>
          </p:nvSpPr>
          <p:spPr>
            <a:xfrm>
              <a:off x="249665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4">
              <a:extLst>
                <a:ext uri="{FF2B5EF4-FFF2-40B4-BE49-F238E27FC236}">
                  <a16:creationId xmlns:a16="http://schemas.microsoft.com/office/drawing/2014/main" id="{096E67AC-42F5-48CB-072C-962B042F9DBD}"/>
                </a:ext>
              </a:extLst>
            </p:cNvPr>
            <p:cNvSpPr/>
            <p:nvPr/>
          </p:nvSpPr>
          <p:spPr>
            <a:xfrm>
              <a:off x="250609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5">
              <a:extLst>
                <a:ext uri="{FF2B5EF4-FFF2-40B4-BE49-F238E27FC236}">
                  <a16:creationId xmlns:a16="http://schemas.microsoft.com/office/drawing/2014/main" id="{276FFA3E-83EB-6190-40B3-C5A657AAFE60}"/>
                </a:ext>
              </a:extLst>
            </p:cNvPr>
            <p:cNvSpPr/>
            <p:nvPr/>
          </p:nvSpPr>
          <p:spPr>
            <a:xfrm>
              <a:off x="251553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6">
              <a:extLst>
                <a:ext uri="{FF2B5EF4-FFF2-40B4-BE49-F238E27FC236}">
                  <a16:creationId xmlns:a16="http://schemas.microsoft.com/office/drawing/2014/main" id="{2DBCB27C-9381-A751-680E-6F159F6E6173}"/>
                </a:ext>
              </a:extLst>
            </p:cNvPr>
            <p:cNvSpPr/>
            <p:nvPr/>
          </p:nvSpPr>
          <p:spPr>
            <a:xfrm>
              <a:off x="252497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7">
              <a:extLst>
                <a:ext uri="{FF2B5EF4-FFF2-40B4-BE49-F238E27FC236}">
                  <a16:creationId xmlns:a16="http://schemas.microsoft.com/office/drawing/2014/main" id="{3A7A7B03-3D36-F721-7316-88D0FD32D5CB}"/>
                </a:ext>
              </a:extLst>
            </p:cNvPr>
            <p:cNvSpPr/>
            <p:nvPr/>
          </p:nvSpPr>
          <p:spPr>
            <a:xfrm>
              <a:off x="253441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8">
              <a:extLst>
                <a:ext uri="{FF2B5EF4-FFF2-40B4-BE49-F238E27FC236}">
                  <a16:creationId xmlns:a16="http://schemas.microsoft.com/office/drawing/2014/main" id="{91141ADA-5B18-B164-75DB-32ED2DF454F8}"/>
                </a:ext>
              </a:extLst>
            </p:cNvPr>
            <p:cNvSpPr/>
            <p:nvPr/>
          </p:nvSpPr>
          <p:spPr>
            <a:xfrm>
              <a:off x="254385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89">
              <a:extLst>
                <a:ext uri="{FF2B5EF4-FFF2-40B4-BE49-F238E27FC236}">
                  <a16:creationId xmlns:a16="http://schemas.microsoft.com/office/drawing/2014/main" id="{A8C06B7C-25DD-2C46-758D-BBAE9CAA1B65}"/>
                </a:ext>
              </a:extLst>
            </p:cNvPr>
            <p:cNvSpPr/>
            <p:nvPr/>
          </p:nvSpPr>
          <p:spPr>
            <a:xfrm>
              <a:off x="255329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0">
              <a:extLst>
                <a:ext uri="{FF2B5EF4-FFF2-40B4-BE49-F238E27FC236}">
                  <a16:creationId xmlns:a16="http://schemas.microsoft.com/office/drawing/2014/main" id="{DFC17154-3685-C453-C631-E546614D30D2}"/>
                </a:ext>
              </a:extLst>
            </p:cNvPr>
            <p:cNvSpPr/>
            <p:nvPr/>
          </p:nvSpPr>
          <p:spPr>
            <a:xfrm>
              <a:off x="256273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1">
              <a:extLst>
                <a:ext uri="{FF2B5EF4-FFF2-40B4-BE49-F238E27FC236}">
                  <a16:creationId xmlns:a16="http://schemas.microsoft.com/office/drawing/2014/main" id="{CAC4BE8C-5467-F677-38B2-2573CCC156DB}"/>
                </a:ext>
              </a:extLst>
            </p:cNvPr>
            <p:cNvSpPr/>
            <p:nvPr/>
          </p:nvSpPr>
          <p:spPr>
            <a:xfrm>
              <a:off x="257217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2">
              <a:extLst>
                <a:ext uri="{FF2B5EF4-FFF2-40B4-BE49-F238E27FC236}">
                  <a16:creationId xmlns:a16="http://schemas.microsoft.com/office/drawing/2014/main" id="{2C1DD8D9-12A2-90E0-EF53-212AF5563DB8}"/>
                </a:ext>
              </a:extLst>
            </p:cNvPr>
            <p:cNvSpPr/>
            <p:nvPr/>
          </p:nvSpPr>
          <p:spPr>
            <a:xfrm>
              <a:off x="258161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3">
              <a:extLst>
                <a:ext uri="{FF2B5EF4-FFF2-40B4-BE49-F238E27FC236}">
                  <a16:creationId xmlns:a16="http://schemas.microsoft.com/office/drawing/2014/main" id="{E3E89591-F7C3-82ED-48EF-1142571F7510}"/>
                </a:ext>
              </a:extLst>
            </p:cNvPr>
            <p:cNvSpPr/>
            <p:nvPr/>
          </p:nvSpPr>
          <p:spPr>
            <a:xfrm>
              <a:off x="259105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4">
              <a:extLst>
                <a:ext uri="{FF2B5EF4-FFF2-40B4-BE49-F238E27FC236}">
                  <a16:creationId xmlns:a16="http://schemas.microsoft.com/office/drawing/2014/main" id="{1DCF0972-08E8-665E-00EB-0423EA023C36}"/>
                </a:ext>
              </a:extLst>
            </p:cNvPr>
            <p:cNvSpPr/>
            <p:nvPr/>
          </p:nvSpPr>
          <p:spPr>
            <a:xfrm>
              <a:off x="260049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5">
              <a:extLst>
                <a:ext uri="{FF2B5EF4-FFF2-40B4-BE49-F238E27FC236}">
                  <a16:creationId xmlns:a16="http://schemas.microsoft.com/office/drawing/2014/main" id="{5E2F1467-3241-0D48-1526-C5E3210BFE85}"/>
                </a:ext>
              </a:extLst>
            </p:cNvPr>
            <p:cNvSpPr/>
            <p:nvPr/>
          </p:nvSpPr>
          <p:spPr>
            <a:xfrm>
              <a:off x="260993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6">
              <a:extLst>
                <a:ext uri="{FF2B5EF4-FFF2-40B4-BE49-F238E27FC236}">
                  <a16:creationId xmlns:a16="http://schemas.microsoft.com/office/drawing/2014/main" id="{FE81DFE0-7184-081D-B7AF-C868CF5034B3}"/>
                </a:ext>
              </a:extLst>
            </p:cNvPr>
            <p:cNvSpPr/>
            <p:nvPr/>
          </p:nvSpPr>
          <p:spPr>
            <a:xfrm>
              <a:off x="261937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7">
              <a:extLst>
                <a:ext uri="{FF2B5EF4-FFF2-40B4-BE49-F238E27FC236}">
                  <a16:creationId xmlns:a16="http://schemas.microsoft.com/office/drawing/2014/main" id="{96EDAE97-543F-4A4D-599B-7C0750CFE684}"/>
                </a:ext>
              </a:extLst>
            </p:cNvPr>
            <p:cNvSpPr/>
            <p:nvPr/>
          </p:nvSpPr>
          <p:spPr>
            <a:xfrm>
              <a:off x="262881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8">
              <a:extLst>
                <a:ext uri="{FF2B5EF4-FFF2-40B4-BE49-F238E27FC236}">
                  <a16:creationId xmlns:a16="http://schemas.microsoft.com/office/drawing/2014/main" id="{032773BA-39AD-3BA6-2306-759474F6C815}"/>
                </a:ext>
              </a:extLst>
            </p:cNvPr>
            <p:cNvSpPr/>
            <p:nvPr/>
          </p:nvSpPr>
          <p:spPr>
            <a:xfrm>
              <a:off x="263825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399">
              <a:extLst>
                <a:ext uri="{FF2B5EF4-FFF2-40B4-BE49-F238E27FC236}">
                  <a16:creationId xmlns:a16="http://schemas.microsoft.com/office/drawing/2014/main" id="{BB02C14C-FD78-B0BB-D035-FBE831E479E8}"/>
                </a:ext>
              </a:extLst>
            </p:cNvPr>
            <p:cNvSpPr/>
            <p:nvPr/>
          </p:nvSpPr>
          <p:spPr>
            <a:xfrm>
              <a:off x="264769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0">
              <a:extLst>
                <a:ext uri="{FF2B5EF4-FFF2-40B4-BE49-F238E27FC236}">
                  <a16:creationId xmlns:a16="http://schemas.microsoft.com/office/drawing/2014/main" id="{3FFFA8CB-3FFD-5176-93BB-E9E0B56AF94A}"/>
                </a:ext>
              </a:extLst>
            </p:cNvPr>
            <p:cNvSpPr/>
            <p:nvPr/>
          </p:nvSpPr>
          <p:spPr>
            <a:xfrm>
              <a:off x="265713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1">
              <a:extLst>
                <a:ext uri="{FF2B5EF4-FFF2-40B4-BE49-F238E27FC236}">
                  <a16:creationId xmlns:a16="http://schemas.microsoft.com/office/drawing/2014/main" id="{80090DC0-DCDF-C285-E1D0-8F85AE22453B}"/>
                </a:ext>
              </a:extLst>
            </p:cNvPr>
            <p:cNvSpPr/>
            <p:nvPr/>
          </p:nvSpPr>
          <p:spPr>
            <a:xfrm>
              <a:off x="2676015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2">
              <a:extLst>
                <a:ext uri="{FF2B5EF4-FFF2-40B4-BE49-F238E27FC236}">
                  <a16:creationId xmlns:a16="http://schemas.microsoft.com/office/drawing/2014/main" id="{1C8BF653-2E48-B035-FC6C-FDC07DCFC838}"/>
                </a:ext>
              </a:extLst>
            </p:cNvPr>
            <p:cNvSpPr/>
            <p:nvPr/>
          </p:nvSpPr>
          <p:spPr>
            <a:xfrm>
              <a:off x="2685455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400" y="91331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3">
              <a:extLst>
                <a:ext uri="{FF2B5EF4-FFF2-40B4-BE49-F238E27FC236}">
                  <a16:creationId xmlns:a16="http://schemas.microsoft.com/office/drawing/2014/main" id="{091B358D-8139-BEB0-4189-082C937B60EF}"/>
                </a:ext>
              </a:extLst>
            </p:cNvPr>
            <p:cNvSpPr/>
            <p:nvPr/>
          </p:nvSpPr>
          <p:spPr>
            <a:xfrm>
              <a:off x="2685455" y="2062373"/>
              <a:ext cx="914987" cy="914400"/>
            </a:xfrm>
            <a:custGeom>
              <a:avLst/>
              <a:gdLst/>
              <a:ahLst/>
              <a:cxnLst/>
              <a:rect l="0" t="0" r="0" b="0"/>
              <a:pathLst>
                <a:path w="914987" h="914400">
                  <a:moveTo>
                    <a:pt x="914400" y="914400"/>
                  </a:moveTo>
                  <a:lnTo>
                    <a:pt x="914400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4">
              <a:extLst>
                <a:ext uri="{FF2B5EF4-FFF2-40B4-BE49-F238E27FC236}">
                  <a16:creationId xmlns:a16="http://schemas.microsoft.com/office/drawing/2014/main" id="{702FD240-4FC7-717A-0812-5E973FF5288B}"/>
                </a:ext>
              </a:extLst>
            </p:cNvPr>
            <p:cNvSpPr/>
            <p:nvPr/>
          </p:nvSpPr>
          <p:spPr>
            <a:xfrm>
              <a:off x="3166907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7" y="914400"/>
                  </a:lnTo>
                  <a:lnTo>
                    <a:pt x="914400" y="906913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5">
              <a:extLst>
                <a:ext uri="{FF2B5EF4-FFF2-40B4-BE49-F238E27FC236}">
                  <a16:creationId xmlns:a16="http://schemas.microsoft.com/office/drawing/2014/main" id="{5D324F27-AFFC-24C8-E4B5-3739462BC614}"/>
                </a:ext>
              </a:extLst>
            </p:cNvPr>
            <p:cNvSpPr/>
            <p:nvPr/>
          </p:nvSpPr>
          <p:spPr>
            <a:xfrm>
              <a:off x="3176348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6">
              <a:extLst>
                <a:ext uri="{FF2B5EF4-FFF2-40B4-BE49-F238E27FC236}">
                  <a16:creationId xmlns:a16="http://schemas.microsoft.com/office/drawing/2014/main" id="{F7264D3A-C61D-DD1E-9E0E-875BA31B4FEE}"/>
                </a:ext>
              </a:extLst>
            </p:cNvPr>
            <p:cNvSpPr/>
            <p:nvPr/>
          </p:nvSpPr>
          <p:spPr>
            <a:xfrm>
              <a:off x="317634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7">
              <a:extLst>
                <a:ext uri="{FF2B5EF4-FFF2-40B4-BE49-F238E27FC236}">
                  <a16:creationId xmlns:a16="http://schemas.microsoft.com/office/drawing/2014/main" id="{608C1392-ACDA-AB47-B649-935DB4A53FD4}"/>
                </a:ext>
              </a:extLst>
            </p:cNvPr>
            <p:cNvSpPr/>
            <p:nvPr/>
          </p:nvSpPr>
          <p:spPr>
            <a:xfrm>
              <a:off x="318578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8">
              <a:extLst>
                <a:ext uri="{FF2B5EF4-FFF2-40B4-BE49-F238E27FC236}">
                  <a16:creationId xmlns:a16="http://schemas.microsoft.com/office/drawing/2014/main" id="{4078F7DB-3C93-9796-ECAC-E3BDAB8F8D8E}"/>
                </a:ext>
              </a:extLst>
            </p:cNvPr>
            <p:cNvSpPr/>
            <p:nvPr/>
          </p:nvSpPr>
          <p:spPr>
            <a:xfrm>
              <a:off x="319522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09">
              <a:extLst>
                <a:ext uri="{FF2B5EF4-FFF2-40B4-BE49-F238E27FC236}">
                  <a16:creationId xmlns:a16="http://schemas.microsoft.com/office/drawing/2014/main" id="{2D8180B6-7080-2407-4E84-F815AAAD30D5}"/>
                </a:ext>
              </a:extLst>
            </p:cNvPr>
            <p:cNvSpPr/>
            <p:nvPr/>
          </p:nvSpPr>
          <p:spPr>
            <a:xfrm>
              <a:off x="320466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0">
              <a:extLst>
                <a:ext uri="{FF2B5EF4-FFF2-40B4-BE49-F238E27FC236}">
                  <a16:creationId xmlns:a16="http://schemas.microsoft.com/office/drawing/2014/main" id="{41D006A2-3334-5699-9CA7-FCE56D1E45D4}"/>
                </a:ext>
              </a:extLst>
            </p:cNvPr>
            <p:cNvSpPr/>
            <p:nvPr/>
          </p:nvSpPr>
          <p:spPr>
            <a:xfrm>
              <a:off x="321410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1">
              <a:extLst>
                <a:ext uri="{FF2B5EF4-FFF2-40B4-BE49-F238E27FC236}">
                  <a16:creationId xmlns:a16="http://schemas.microsoft.com/office/drawing/2014/main" id="{89EF7769-5A32-5694-C8F9-2F27EF5ACC26}"/>
                </a:ext>
              </a:extLst>
            </p:cNvPr>
            <p:cNvSpPr/>
            <p:nvPr/>
          </p:nvSpPr>
          <p:spPr>
            <a:xfrm>
              <a:off x="322354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2">
              <a:extLst>
                <a:ext uri="{FF2B5EF4-FFF2-40B4-BE49-F238E27FC236}">
                  <a16:creationId xmlns:a16="http://schemas.microsoft.com/office/drawing/2014/main" id="{57A5B608-926D-E7EB-FF71-2A56831861CF}"/>
                </a:ext>
              </a:extLst>
            </p:cNvPr>
            <p:cNvSpPr/>
            <p:nvPr/>
          </p:nvSpPr>
          <p:spPr>
            <a:xfrm>
              <a:off x="323298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3">
              <a:extLst>
                <a:ext uri="{FF2B5EF4-FFF2-40B4-BE49-F238E27FC236}">
                  <a16:creationId xmlns:a16="http://schemas.microsoft.com/office/drawing/2014/main" id="{D9A78F55-89FC-70AA-868B-8CF31E177B37}"/>
                </a:ext>
              </a:extLst>
            </p:cNvPr>
            <p:cNvSpPr/>
            <p:nvPr/>
          </p:nvSpPr>
          <p:spPr>
            <a:xfrm>
              <a:off x="324242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4">
              <a:extLst>
                <a:ext uri="{FF2B5EF4-FFF2-40B4-BE49-F238E27FC236}">
                  <a16:creationId xmlns:a16="http://schemas.microsoft.com/office/drawing/2014/main" id="{2EAF1CBA-0632-E94A-1EC0-0C3A49A92644}"/>
                </a:ext>
              </a:extLst>
            </p:cNvPr>
            <p:cNvSpPr/>
            <p:nvPr/>
          </p:nvSpPr>
          <p:spPr>
            <a:xfrm>
              <a:off x="325187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5">
              <a:extLst>
                <a:ext uri="{FF2B5EF4-FFF2-40B4-BE49-F238E27FC236}">
                  <a16:creationId xmlns:a16="http://schemas.microsoft.com/office/drawing/2014/main" id="{4985A27A-4B59-729E-8DD7-B9CA04F8A0A2}"/>
                </a:ext>
              </a:extLst>
            </p:cNvPr>
            <p:cNvSpPr/>
            <p:nvPr/>
          </p:nvSpPr>
          <p:spPr>
            <a:xfrm>
              <a:off x="326131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6">
              <a:extLst>
                <a:ext uri="{FF2B5EF4-FFF2-40B4-BE49-F238E27FC236}">
                  <a16:creationId xmlns:a16="http://schemas.microsoft.com/office/drawing/2014/main" id="{7856CEF3-AC02-5846-D6EE-F97BB5F3BE8A}"/>
                </a:ext>
              </a:extLst>
            </p:cNvPr>
            <p:cNvSpPr/>
            <p:nvPr/>
          </p:nvSpPr>
          <p:spPr>
            <a:xfrm>
              <a:off x="327075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7">
              <a:extLst>
                <a:ext uri="{FF2B5EF4-FFF2-40B4-BE49-F238E27FC236}">
                  <a16:creationId xmlns:a16="http://schemas.microsoft.com/office/drawing/2014/main" id="{11E76494-2E19-07C6-417D-D605543F5C16}"/>
                </a:ext>
              </a:extLst>
            </p:cNvPr>
            <p:cNvSpPr/>
            <p:nvPr/>
          </p:nvSpPr>
          <p:spPr>
            <a:xfrm>
              <a:off x="328019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8">
              <a:extLst>
                <a:ext uri="{FF2B5EF4-FFF2-40B4-BE49-F238E27FC236}">
                  <a16:creationId xmlns:a16="http://schemas.microsoft.com/office/drawing/2014/main" id="{F10B75DD-08FA-20C1-30FC-8C1196A2A4BC}"/>
                </a:ext>
              </a:extLst>
            </p:cNvPr>
            <p:cNvSpPr/>
            <p:nvPr/>
          </p:nvSpPr>
          <p:spPr>
            <a:xfrm>
              <a:off x="328963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19">
              <a:extLst>
                <a:ext uri="{FF2B5EF4-FFF2-40B4-BE49-F238E27FC236}">
                  <a16:creationId xmlns:a16="http://schemas.microsoft.com/office/drawing/2014/main" id="{228AB724-218F-7998-6451-D21CD244C649}"/>
                </a:ext>
              </a:extLst>
            </p:cNvPr>
            <p:cNvSpPr/>
            <p:nvPr/>
          </p:nvSpPr>
          <p:spPr>
            <a:xfrm>
              <a:off x="329907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0">
              <a:extLst>
                <a:ext uri="{FF2B5EF4-FFF2-40B4-BE49-F238E27FC236}">
                  <a16:creationId xmlns:a16="http://schemas.microsoft.com/office/drawing/2014/main" id="{1124A5BE-414B-3198-E7D9-3E29E9223B06}"/>
                </a:ext>
              </a:extLst>
            </p:cNvPr>
            <p:cNvSpPr/>
            <p:nvPr/>
          </p:nvSpPr>
          <p:spPr>
            <a:xfrm>
              <a:off x="330851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1">
              <a:extLst>
                <a:ext uri="{FF2B5EF4-FFF2-40B4-BE49-F238E27FC236}">
                  <a16:creationId xmlns:a16="http://schemas.microsoft.com/office/drawing/2014/main" id="{350F773A-7A7E-4260-FA64-121FAC978514}"/>
                </a:ext>
              </a:extLst>
            </p:cNvPr>
            <p:cNvSpPr/>
            <p:nvPr/>
          </p:nvSpPr>
          <p:spPr>
            <a:xfrm>
              <a:off x="331795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2">
              <a:extLst>
                <a:ext uri="{FF2B5EF4-FFF2-40B4-BE49-F238E27FC236}">
                  <a16:creationId xmlns:a16="http://schemas.microsoft.com/office/drawing/2014/main" id="{2C96ACC0-40B5-BE89-3814-06A93892C244}"/>
                </a:ext>
              </a:extLst>
            </p:cNvPr>
            <p:cNvSpPr/>
            <p:nvPr/>
          </p:nvSpPr>
          <p:spPr>
            <a:xfrm>
              <a:off x="332739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3">
              <a:extLst>
                <a:ext uri="{FF2B5EF4-FFF2-40B4-BE49-F238E27FC236}">
                  <a16:creationId xmlns:a16="http://schemas.microsoft.com/office/drawing/2014/main" id="{D07A2B8A-185E-CCA6-AAB0-4A13672ABC34}"/>
                </a:ext>
              </a:extLst>
            </p:cNvPr>
            <p:cNvSpPr/>
            <p:nvPr/>
          </p:nvSpPr>
          <p:spPr>
            <a:xfrm>
              <a:off x="333683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4">
              <a:extLst>
                <a:ext uri="{FF2B5EF4-FFF2-40B4-BE49-F238E27FC236}">
                  <a16:creationId xmlns:a16="http://schemas.microsoft.com/office/drawing/2014/main" id="{D75805EA-468D-4265-6524-082DD2D72E1A}"/>
                </a:ext>
              </a:extLst>
            </p:cNvPr>
            <p:cNvSpPr/>
            <p:nvPr/>
          </p:nvSpPr>
          <p:spPr>
            <a:xfrm>
              <a:off x="334627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5">
              <a:extLst>
                <a:ext uri="{FF2B5EF4-FFF2-40B4-BE49-F238E27FC236}">
                  <a16:creationId xmlns:a16="http://schemas.microsoft.com/office/drawing/2014/main" id="{8BC65998-67EB-0F51-541E-5E85591E529C}"/>
                </a:ext>
              </a:extLst>
            </p:cNvPr>
            <p:cNvSpPr/>
            <p:nvPr/>
          </p:nvSpPr>
          <p:spPr>
            <a:xfrm>
              <a:off x="335571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6">
              <a:extLst>
                <a:ext uri="{FF2B5EF4-FFF2-40B4-BE49-F238E27FC236}">
                  <a16:creationId xmlns:a16="http://schemas.microsoft.com/office/drawing/2014/main" id="{6A291F89-E0D3-02A7-3224-B1BA4CF68B57}"/>
                </a:ext>
              </a:extLst>
            </p:cNvPr>
            <p:cNvSpPr/>
            <p:nvPr/>
          </p:nvSpPr>
          <p:spPr>
            <a:xfrm>
              <a:off x="336515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7">
              <a:extLst>
                <a:ext uri="{FF2B5EF4-FFF2-40B4-BE49-F238E27FC236}">
                  <a16:creationId xmlns:a16="http://schemas.microsoft.com/office/drawing/2014/main" id="{C5386A15-4C66-4ED2-AB56-6F249694EF7E}"/>
                </a:ext>
              </a:extLst>
            </p:cNvPr>
            <p:cNvSpPr/>
            <p:nvPr/>
          </p:nvSpPr>
          <p:spPr>
            <a:xfrm>
              <a:off x="337459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8">
              <a:extLst>
                <a:ext uri="{FF2B5EF4-FFF2-40B4-BE49-F238E27FC236}">
                  <a16:creationId xmlns:a16="http://schemas.microsoft.com/office/drawing/2014/main" id="{FD33B8F2-E252-42E3-F981-AAE2FCEE0BC8}"/>
                </a:ext>
              </a:extLst>
            </p:cNvPr>
            <p:cNvSpPr/>
            <p:nvPr/>
          </p:nvSpPr>
          <p:spPr>
            <a:xfrm>
              <a:off x="338403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29">
              <a:extLst>
                <a:ext uri="{FF2B5EF4-FFF2-40B4-BE49-F238E27FC236}">
                  <a16:creationId xmlns:a16="http://schemas.microsoft.com/office/drawing/2014/main" id="{689F099A-8EF4-DA28-D0B3-66E5DF47F4CE}"/>
                </a:ext>
              </a:extLst>
            </p:cNvPr>
            <p:cNvSpPr/>
            <p:nvPr/>
          </p:nvSpPr>
          <p:spPr>
            <a:xfrm>
              <a:off x="3393473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0">
              <a:extLst>
                <a:ext uri="{FF2B5EF4-FFF2-40B4-BE49-F238E27FC236}">
                  <a16:creationId xmlns:a16="http://schemas.microsoft.com/office/drawing/2014/main" id="{1669118C-223D-B049-3055-418A57873322}"/>
                </a:ext>
              </a:extLst>
            </p:cNvPr>
            <p:cNvSpPr/>
            <p:nvPr/>
          </p:nvSpPr>
          <p:spPr>
            <a:xfrm>
              <a:off x="3402913" y="2062373"/>
              <a:ext cx="919910" cy="914400"/>
            </a:xfrm>
            <a:custGeom>
              <a:avLst/>
              <a:gdLst/>
              <a:ahLst/>
              <a:cxnLst/>
              <a:rect l="0" t="0" r="0" b="0"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1">
              <a:extLst>
                <a:ext uri="{FF2B5EF4-FFF2-40B4-BE49-F238E27FC236}">
                  <a16:creationId xmlns:a16="http://schemas.microsoft.com/office/drawing/2014/main" id="{E6EE2FFD-1256-99CB-6AAE-1FAB1E342096}"/>
                </a:ext>
              </a:extLst>
            </p:cNvPr>
            <p:cNvSpPr/>
            <p:nvPr/>
          </p:nvSpPr>
          <p:spPr>
            <a:xfrm>
              <a:off x="2336166" y="2027233"/>
              <a:ext cx="914400" cy="926294"/>
            </a:xfrm>
            <a:custGeom>
              <a:avLst/>
              <a:gdLst/>
              <a:ahLst/>
              <a:cxnLst/>
              <a:rect l="0" t="0" r="0" b="0"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2">
              <a:extLst>
                <a:ext uri="{FF2B5EF4-FFF2-40B4-BE49-F238E27FC236}">
                  <a16:creationId xmlns:a16="http://schemas.microsoft.com/office/drawing/2014/main" id="{013298BB-6113-888A-0A2E-7281BD046032}"/>
                </a:ext>
              </a:extLst>
            </p:cNvPr>
            <p:cNvSpPr/>
            <p:nvPr/>
          </p:nvSpPr>
          <p:spPr>
            <a:xfrm>
              <a:off x="233616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3">
              <a:extLst>
                <a:ext uri="{FF2B5EF4-FFF2-40B4-BE49-F238E27FC236}">
                  <a16:creationId xmlns:a16="http://schemas.microsoft.com/office/drawing/2014/main" id="{A0D057E9-29A1-092C-A24C-4EAC90A72D59}"/>
                </a:ext>
              </a:extLst>
            </p:cNvPr>
            <p:cNvSpPr/>
            <p:nvPr/>
          </p:nvSpPr>
          <p:spPr>
            <a:xfrm>
              <a:off x="234560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4">
              <a:extLst>
                <a:ext uri="{FF2B5EF4-FFF2-40B4-BE49-F238E27FC236}">
                  <a16:creationId xmlns:a16="http://schemas.microsoft.com/office/drawing/2014/main" id="{4526516A-B9EC-0FE7-E0D8-F337270D5FC8}"/>
                </a:ext>
              </a:extLst>
            </p:cNvPr>
            <p:cNvSpPr/>
            <p:nvPr/>
          </p:nvSpPr>
          <p:spPr>
            <a:xfrm>
              <a:off x="235504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5">
              <a:extLst>
                <a:ext uri="{FF2B5EF4-FFF2-40B4-BE49-F238E27FC236}">
                  <a16:creationId xmlns:a16="http://schemas.microsoft.com/office/drawing/2014/main" id="{682912DB-9323-6C7E-8862-1398C9A6CCBB}"/>
                </a:ext>
              </a:extLst>
            </p:cNvPr>
            <p:cNvSpPr/>
            <p:nvPr/>
          </p:nvSpPr>
          <p:spPr>
            <a:xfrm>
              <a:off x="236448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6">
              <a:extLst>
                <a:ext uri="{FF2B5EF4-FFF2-40B4-BE49-F238E27FC236}">
                  <a16:creationId xmlns:a16="http://schemas.microsoft.com/office/drawing/2014/main" id="{BF24EF35-7998-718C-6FE0-2033304E3745}"/>
                </a:ext>
              </a:extLst>
            </p:cNvPr>
            <p:cNvSpPr/>
            <p:nvPr/>
          </p:nvSpPr>
          <p:spPr>
            <a:xfrm>
              <a:off x="237392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7">
              <a:extLst>
                <a:ext uri="{FF2B5EF4-FFF2-40B4-BE49-F238E27FC236}">
                  <a16:creationId xmlns:a16="http://schemas.microsoft.com/office/drawing/2014/main" id="{9896EC11-4E6C-E7F7-923F-827EEF2CD380}"/>
                </a:ext>
              </a:extLst>
            </p:cNvPr>
            <p:cNvSpPr/>
            <p:nvPr/>
          </p:nvSpPr>
          <p:spPr>
            <a:xfrm>
              <a:off x="238336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8">
              <a:extLst>
                <a:ext uri="{FF2B5EF4-FFF2-40B4-BE49-F238E27FC236}">
                  <a16:creationId xmlns:a16="http://schemas.microsoft.com/office/drawing/2014/main" id="{54ED779C-38C2-4358-A2CF-887916F452C5}"/>
                </a:ext>
              </a:extLst>
            </p:cNvPr>
            <p:cNvSpPr/>
            <p:nvPr/>
          </p:nvSpPr>
          <p:spPr>
            <a:xfrm>
              <a:off x="239280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39">
              <a:extLst>
                <a:ext uri="{FF2B5EF4-FFF2-40B4-BE49-F238E27FC236}">
                  <a16:creationId xmlns:a16="http://schemas.microsoft.com/office/drawing/2014/main" id="{68829D85-90BF-5C37-8530-5F4170DCC3BA}"/>
                </a:ext>
              </a:extLst>
            </p:cNvPr>
            <p:cNvSpPr/>
            <p:nvPr/>
          </p:nvSpPr>
          <p:spPr>
            <a:xfrm>
              <a:off x="240224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0">
              <a:extLst>
                <a:ext uri="{FF2B5EF4-FFF2-40B4-BE49-F238E27FC236}">
                  <a16:creationId xmlns:a16="http://schemas.microsoft.com/office/drawing/2014/main" id="{FED9742B-D127-5994-E8C6-63766107AB8E}"/>
                </a:ext>
              </a:extLst>
            </p:cNvPr>
            <p:cNvSpPr/>
            <p:nvPr/>
          </p:nvSpPr>
          <p:spPr>
            <a:xfrm>
              <a:off x="241168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1">
              <a:extLst>
                <a:ext uri="{FF2B5EF4-FFF2-40B4-BE49-F238E27FC236}">
                  <a16:creationId xmlns:a16="http://schemas.microsoft.com/office/drawing/2014/main" id="{36AF1916-BFAC-FFBB-0B16-D03EEFD4F27C}"/>
                </a:ext>
              </a:extLst>
            </p:cNvPr>
            <p:cNvSpPr/>
            <p:nvPr/>
          </p:nvSpPr>
          <p:spPr>
            <a:xfrm>
              <a:off x="242112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2">
              <a:extLst>
                <a:ext uri="{FF2B5EF4-FFF2-40B4-BE49-F238E27FC236}">
                  <a16:creationId xmlns:a16="http://schemas.microsoft.com/office/drawing/2014/main" id="{584199A7-3781-DA9D-88F3-0637E7DBD06D}"/>
                </a:ext>
              </a:extLst>
            </p:cNvPr>
            <p:cNvSpPr/>
            <p:nvPr/>
          </p:nvSpPr>
          <p:spPr>
            <a:xfrm>
              <a:off x="243056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3">
              <a:extLst>
                <a:ext uri="{FF2B5EF4-FFF2-40B4-BE49-F238E27FC236}">
                  <a16:creationId xmlns:a16="http://schemas.microsoft.com/office/drawing/2014/main" id="{DAE5D21E-565D-A2F3-002D-9320EB3AB4D3}"/>
                </a:ext>
              </a:extLst>
            </p:cNvPr>
            <p:cNvSpPr/>
            <p:nvPr/>
          </p:nvSpPr>
          <p:spPr>
            <a:xfrm>
              <a:off x="244000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4">
              <a:extLst>
                <a:ext uri="{FF2B5EF4-FFF2-40B4-BE49-F238E27FC236}">
                  <a16:creationId xmlns:a16="http://schemas.microsoft.com/office/drawing/2014/main" id="{6F43DD36-0E56-6107-B6AC-8687C8F29D35}"/>
                </a:ext>
              </a:extLst>
            </p:cNvPr>
            <p:cNvSpPr/>
            <p:nvPr/>
          </p:nvSpPr>
          <p:spPr>
            <a:xfrm>
              <a:off x="244944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5">
              <a:extLst>
                <a:ext uri="{FF2B5EF4-FFF2-40B4-BE49-F238E27FC236}">
                  <a16:creationId xmlns:a16="http://schemas.microsoft.com/office/drawing/2014/main" id="{3959889B-7DBA-B2CE-1FF7-3BE0097368E9}"/>
                </a:ext>
              </a:extLst>
            </p:cNvPr>
            <p:cNvSpPr/>
            <p:nvPr/>
          </p:nvSpPr>
          <p:spPr>
            <a:xfrm>
              <a:off x="245889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6">
              <a:extLst>
                <a:ext uri="{FF2B5EF4-FFF2-40B4-BE49-F238E27FC236}">
                  <a16:creationId xmlns:a16="http://schemas.microsoft.com/office/drawing/2014/main" id="{4E6713CD-514D-6D9A-0C85-5127F4EAE1E0}"/>
                </a:ext>
              </a:extLst>
            </p:cNvPr>
            <p:cNvSpPr/>
            <p:nvPr/>
          </p:nvSpPr>
          <p:spPr>
            <a:xfrm>
              <a:off x="246833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7">
              <a:extLst>
                <a:ext uri="{FF2B5EF4-FFF2-40B4-BE49-F238E27FC236}">
                  <a16:creationId xmlns:a16="http://schemas.microsoft.com/office/drawing/2014/main" id="{A1A9E709-95E3-8A7C-E804-7E78781AD7A5}"/>
                </a:ext>
              </a:extLst>
            </p:cNvPr>
            <p:cNvSpPr/>
            <p:nvPr/>
          </p:nvSpPr>
          <p:spPr>
            <a:xfrm>
              <a:off x="247777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8">
              <a:extLst>
                <a:ext uri="{FF2B5EF4-FFF2-40B4-BE49-F238E27FC236}">
                  <a16:creationId xmlns:a16="http://schemas.microsoft.com/office/drawing/2014/main" id="{EE4ECF66-0A9A-BE24-6F6F-C02DD753FCAC}"/>
                </a:ext>
              </a:extLst>
            </p:cNvPr>
            <p:cNvSpPr/>
            <p:nvPr/>
          </p:nvSpPr>
          <p:spPr>
            <a:xfrm>
              <a:off x="248721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49">
              <a:extLst>
                <a:ext uri="{FF2B5EF4-FFF2-40B4-BE49-F238E27FC236}">
                  <a16:creationId xmlns:a16="http://schemas.microsoft.com/office/drawing/2014/main" id="{7D4C62BB-6503-75C7-DFC1-53F42F351F82}"/>
                </a:ext>
              </a:extLst>
            </p:cNvPr>
            <p:cNvSpPr/>
            <p:nvPr/>
          </p:nvSpPr>
          <p:spPr>
            <a:xfrm>
              <a:off x="249665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0">
              <a:extLst>
                <a:ext uri="{FF2B5EF4-FFF2-40B4-BE49-F238E27FC236}">
                  <a16:creationId xmlns:a16="http://schemas.microsoft.com/office/drawing/2014/main" id="{4F3D7218-AF47-4F7E-435A-E97047442D10}"/>
                </a:ext>
              </a:extLst>
            </p:cNvPr>
            <p:cNvSpPr/>
            <p:nvPr/>
          </p:nvSpPr>
          <p:spPr>
            <a:xfrm>
              <a:off x="250609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1">
              <a:extLst>
                <a:ext uri="{FF2B5EF4-FFF2-40B4-BE49-F238E27FC236}">
                  <a16:creationId xmlns:a16="http://schemas.microsoft.com/office/drawing/2014/main" id="{56062810-8871-FEF4-ED2F-22E0C976948F}"/>
                </a:ext>
              </a:extLst>
            </p:cNvPr>
            <p:cNvSpPr/>
            <p:nvPr/>
          </p:nvSpPr>
          <p:spPr>
            <a:xfrm>
              <a:off x="251553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2">
              <a:extLst>
                <a:ext uri="{FF2B5EF4-FFF2-40B4-BE49-F238E27FC236}">
                  <a16:creationId xmlns:a16="http://schemas.microsoft.com/office/drawing/2014/main" id="{3C61F63D-FE1C-6EC3-E43B-A138BEAD2510}"/>
                </a:ext>
              </a:extLst>
            </p:cNvPr>
            <p:cNvSpPr/>
            <p:nvPr/>
          </p:nvSpPr>
          <p:spPr>
            <a:xfrm>
              <a:off x="252497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3">
              <a:extLst>
                <a:ext uri="{FF2B5EF4-FFF2-40B4-BE49-F238E27FC236}">
                  <a16:creationId xmlns:a16="http://schemas.microsoft.com/office/drawing/2014/main" id="{22C17549-A1DD-092D-4DB3-111D66F63096}"/>
                </a:ext>
              </a:extLst>
            </p:cNvPr>
            <p:cNvSpPr/>
            <p:nvPr/>
          </p:nvSpPr>
          <p:spPr>
            <a:xfrm>
              <a:off x="253441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4">
              <a:extLst>
                <a:ext uri="{FF2B5EF4-FFF2-40B4-BE49-F238E27FC236}">
                  <a16:creationId xmlns:a16="http://schemas.microsoft.com/office/drawing/2014/main" id="{383063A8-0CDF-B951-5064-E67E9B67D1CC}"/>
                </a:ext>
              </a:extLst>
            </p:cNvPr>
            <p:cNvSpPr/>
            <p:nvPr/>
          </p:nvSpPr>
          <p:spPr>
            <a:xfrm>
              <a:off x="254385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5">
              <a:extLst>
                <a:ext uri="{FF2B5EF4-FFF2-40B4-BE49-F238E27FC236}">
                  <a16:creationId xmlns:a16="http://schemas.microsoft.com/office/drawing/2014/main" id="{BAE0CAEB-6F80-F11B-F0A8-8EF77D7ACDF1}"/>
                </a:ext>
              </a:extLst>
            </p:cNvPr>
            <p:cNvSpPr/>
            <p:nvPr/>
          </p:nvSpPr>
          <p:spPr>
            <a:xfrm>
              <a:off x="255329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6">
              <a:extLst>
                <a:ext uri="{FF2B5EF4-FFF2-40B4-BE49-F238E27FC236}">
                  <a16:creationId xmlns:a16="http://schemas.microsoft.com/office/drawing/2014/main" id="{057D960D-7EF6-B970-56D3-C55AA5A224E9}"/>
                </a:ext>
              </a:extLst>
            </p:cNvPr>
            <p:cNvSpPr/>
            <p:nvPr/>
          </p:nvSpPr>
          <p:spPr>
            <a:xfrm>
              <a:off x="256273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7">
              <a:extLst>
                <a:ext uri="{FF2B5EF4-FFF2-40B4-BE49-F238E27FC236}">
                  <a16:creationId xmlns:a16="http://schemas.microsoft.com/office/drawing/2014/main" id="{013450D2-B375-0FC9-3962-9583D10AFF22}"/>
                </a:ext>
              </a:extLst>
            </p:cNvPr>
            <p:cNvSpPr/>
            <p:nvPr/>
          </p:nvSpPr>
          <p:spPr>
            <a:xfrm>
              <a:off x="257217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8">
              <a:extLst>
                <a:ext uri="{FF2B5EF4-FFF2-40B4-BE49-F238E27FC236}">
                  <a16:creationId xmlns:a16="http://schemas.microsoft.com/office/drawing/2014/main" id="{E16AFE37-2051-327C-1CC1-12387B0C5221}"/>
                </a:ext>
              </a:extLst>
            </p:cNvPr>
            <p:cNvSpPr/>
            <p:nvPr/>
          </p:nvSpPr>
          <p:spPr>
            <a:xfrm>
              <a:off x="258161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59">
              <a:extLst>
                <a:ext uri="{FF2B5EF4-FFF2-40B4-BE49-F238E27FC236}">
                  <a16:creationId xmlns:a16="http://schemas.microsoft.com/office/drawing/2014/main" id="{68C22F6B-F5B4-1352-5634-097A26CB660D}"/>
                </a:ext>
              </a:extLst>
            </p:cNvPr>
            <p:cNvSpPr/>
            <p:nvPr/>
          </p:nvSpPr>
          <p:spPr>
            <a:xfrm>
              <a:off x="259105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0">
              <a:extLst>
                <a:ext uri="{FF2B5EF4-FFF2-40B4-BE49-F238E27FC236}">
                  <a16:creationId xmlns:a16="http://schemas.microsoft.com/office/drawing/2014/main" id="{AF84673E-C54B-122C-7117-64F0ADD71876}"/>
                </a:ext>
              </a:extLst>
            </p:cNvPr>
            <p:cNvSpPr/>
            <p:nvPr/>
          </p:nvSpPr>
          <p:spPr>
            <a:xfrm>
              <a:off x="260049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1">
              <a:extLst>
                <a:ext uri="{FF2B5EF4-FFF2-40B4-BE49-F238E27FC236}">
                  <a16:creationId xmlns:a16="http://schemas.microsoft.com/office/drawing/2014/main" id="{31EDF2A6-BEE5-04E2-A1E8-A82A16312A44}"/>
                </a:ext>
              </a:extLst>
            </p:cNvPr>
            <p:cNvSpPr/>
            <p:nvPr/>
          </p:nvSpPr>
          <p:spPr>
            <a:xfrm>
              <a:off x="260993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2">
              <a:extLst>
                <a:ext uri="{FF2B5EF4-FFF2-40B4-BE49-F238E27FC236}">
                  <a16:creationId xmlns:a16="http://schemas.microsoft.com/office/drawing/2014/main" id="{DE849A1B-81CF-B6EF-342D-4099DD789744}"/>
                </a:ext>
              </a:extLst>
            </p:cNvPr>
            <p:cNvSpPr/>
            <p:nvPr/>
          </p:nvSpPr>
          <p:spPr>
            <a:xfrm>
              <a:off x="261937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3">
              <a:extLst>
                <a:ext uri="{FF2B5EF4-FFF2-40B4-BE49-F238E27FC236}">
                  <a16:creationId xmlns:a16="http://schemas.microsoft.com/office/drawing/2014/main" id="{0BC4AF30-8EB7-4DDE-1BB4-F8D861CF0E68}"/>
                </a:ext>
              </a:extLst>
            </p:cNvPr>
            <p:cNvSpPr/>
            <p:nvPr/>
          </p:nvSpPr>
          <p:spPr>
            <a:xfrm>
              <a:off x="262881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4">
              <a:extLst>
                <a:ext uri="{FF2B5EF4-FFF2-40B4-BE49-F238E27FC236}">
                  <a16:creationId xmlns:a16="http://schemas.microsoft.com/office/drawing/2014/main" id="{3ADD5451-D4A6-43D6-A8DF-AA770CB584CE}"/>
                </a:ext>
              </a:extLst>
            </p:cNvPr>
            <p:cNvSpPr/>
            <p:nvPr/>
          </p:nvSpPr>
          <p:spPr>
            <a:xfrm>
              <a:off x="263825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5">
              <a:extLst>
                <a:ext uri="{FF2B5EF4-FFF2-40B4-BE49-F238E27FC236}">
                  <a16:creationId xmlns:a16="http://schemas.microsoft.com/office/drawing/2014/main" id="{40634F47-6A48-F0A5-6515-0F1A3F3B5C45}"/>
                </a:ext>
              </a:extLst>
            </p:cNvPr>
            <p:cNvSpPr/>
            <p:nvPr/>
          </p:nvSpPr>
          <p:spPr>
            <a:xfrm>
              <a:off x="264769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6">
              <a:extLst>
                <a:ext uri="{FF2B5EF4-FFF2-40B4-BE49-F238E27FC236}">
                  <a16:creationId xmlns:a16="http://schemas.microsoft.com/office/drawing/2014/main" id="{34D07654-DE50-22E0-D463-2E63561E487D}"/>
                </a:ext>
              </a:extLst>
            </p:cNvPr>
            <p:cNvSpPr/>
            <p:nvPr/>
          </p:nvSpPr>
          <p:spPr>
            <a:xfrm>
              <a:off x="2666575" y="204480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400" y="903525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7">
              <a:extLst>
                <a:ext uri="{FF2B5EF4-FFF2-40B4-BE49-F238E27FC236}">
                  <a16:creationId xmlns:a16="http://schemas.microsoft.com/office/drawing/2014/main" id="{0372AEFC-1825-0F08-D555-93690C6997C1}"/>
                </a:ext>
              </a:extLst>
            </p:cNvPr>
            <p:cNvSpPr/>
            <p:nvPr/>
          </p:nvSpPr>
          <p:spPr>
            <a:xfrm>
              <a:off x="2666575" y="2044803"/>
              <a:ext cx="922935" cy="914400"/>
            </a:xfrm>
            <a:custGeom>
              <a:avLst/>
              <a:gdLst/>
              <a:ahLst/>
              <a:cxnLst/>
              <a:rect l="0" t="0" r="0" b="0"/>
              <a:pathLst>
                <a:path w="922935" h="914400">
                  <a:moveTo>
                    <a:pt x="914400" y="914400"/>
                  </a:moveTo>
                  <a:lnTo>
                    <a:pt x="914400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8">
              <a:extLst>
                <a:ext uri="{FF2B5EF4-FFF2-40B4-BE49-F238E27FC236}">
                  <a16:creationId xmlns:a16="http://schemas.microsoft.com/office/drawing/2014/main" id="{CD69FF8B-C5DB-BCBC-F0C7-9802D30ECBDB}"/>
                </a:ext>
              </a:extLst>
            </p:cNvPr>
            <p:cNvSpPr/>
            <p:nvPr/>
          </p:nvSpPr>
          <p:spPr>
            <a:xfrm>
              <a:off x="3176348" y="20272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69">
              <a:extLst>
                <a:ext uri="{FF2B5EF4-FFF2-40B4-BE49-F238E27FC236}">
                  <a16:creationId xmlns:a16="http://schemas.microsoft.com/office/drawing/2014/main" id="{5B5BDB6C-47BF-71AE-5CE2-81A24B1C4A6E}"/>
                </a:ext>
              </a:extLst>
            </p:cNvPr>
            <p:cNvSpPr/>
            <p:nvPr/>
          </p:nvSpPr>
          <p:spPr>
            <a:xfrm>
              <a:off x="317634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0">
              <a:extLst>
                <a:ext uri="{FF2B5EF4-FFF2-40B4-BE49-F238E27FC236}">
                  <a16:creationId xmlns:a16="http://schemas.microsoft.com/office/drawing/2014/main" id="{8569E719-3D34-F74B-61B0-692C06FE3E09}"/>
                </a:ext>
              </a:extLst>
            </p:cNvPr>
            <p:cNvSpPr/>
            <p:nvPr/>
          </p:nvSpPr>
          <p:spPr>
            <a:xfrm>
              <a:off x="318578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1">
              <a:extLst>
                <a:ext uri="{FF2B5EF4-FFF2-40B4-BE49-F238E27FC236}">
                  <a16:creationId xmlns:a16="http://schemas.microsoft.com/office/drawing/2014/main" id="{7CAC3A08-4976-6585-A6A3-FF449E14D064}"/>
                </a:ext>
              </a:extLst>
            </p:cNvPr>
            <p:cNvSpPr/>
            <p:nvPr/>
          </p:nvSpPr>
          <p:spPr>
            <a:xfrm>
              <a:off x="319522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2">
              <a:extLst>
                <a:ext uri="{FF2B5EF4-FFF2-40B4-BE49-F238E27FC236}">
                  <a16:creationId xmlns:a16="http://schemas.microsoft.com/office/drawing/2014/main" id="{1A360429-D571-3D73-7944-68B39DB46B0A}"/>
                </a:ext>
              </a:extLst>
            </p:cNvPr>
            <p:cNvSpPr/>
            <p:nvPr/>
          </p:nvSpPr>
          <p:spPr>
            <a:xfrm>
              <a:off x="320466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3">
              <a:extLst>
                <a:ext uri="{FF2B5EF4-FFF2-40B4-BE49-F238E27FC236}">
                  <a16:creationId xmlns:a16="http://schemas.microsoft.com/office/drawing/2014/main" id="{F56946C8-9008-3DCA-BCB8-2A4A6AB785B3}"/>
                </a:ext>
              </a:extLst>
            </p:cNvPr>
            <p:cNvSpPr/>
            <p:nvPr/>
          </p:nvSpPr>
          <p:spPr>
            <a:xfrm>
              <a:off x="321410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4">
              <a:extLst>
                <a:ext uri="{FF2B5EF4-FFF2-40B4-BE49-F238E27FC236}">
                  <a16:creationId xmlns:a16="http://schemas.microsoft.com/office/drawing/2014/main" id="{007D9572-137F-8095-AECE-FBC4673D35CF}"/>
                </a:ext>
              </a:extLst>
            </p:cNvPr>
            <p:cNvSpPr/>
            <p:nvPr/>
          </p:nvSpPr>
          <p:spPr>
            <a:xfrm>
              <a:off x="322354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5">
              <a:extLst>
                <a:ext uri="{FF2B5EF4-FFF2-40B4-BE49-F238E27FC236}">
                  <a16:creationId xmlns:a16="http://schemas.microsoft.com/office/drawing/2014/main" id="{7BC39C09-4F96-E6AF-AE55-46D4F4165867}"/>
                </a:ext>
              </a:extLst>
            </p:cNvPr>
            <p:cNvSpPr/>
            <p:nvPr/>
          </p:nvSpPr>
          <p:spPr>
            <a:xfrm>
              <a:off x="323298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6">
              <a:extLst>
                <a:ext uri="{FF2B5EF4-FFF2-40B4-BE49-F238E27FC236}">
                  <a16:creationId xmlns:a16="http://schemas.microsoft.com/office/drawing/2014/main" id="{2C008BED-DDB1-1881-9073-0DA47B01CC0A}"/>
                </a:ext>
              </a:extLst>
            </p:cNvPr>
            <p:cNvSpPr/>
            <p:nvPr/>
          </p:nvSpPr>
          <p:spPr>
            <a:xfrm>
              <a:off x="324242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7">
              <a:extLst>
                <a:ext uri="{FF2B5EF4-FFF2-40B4-BE49-F238E27FC236}">
                  <a16:creationId xmlns:a16="http://schemas.microsoft.com/office/drawing/2014/main" id="{CE53C986-54DE-98AC-464A-E4056D937C89}"/>
                </a:ext>
              </a:extLst>
            </p:cNvPr>
            <p:cNvSpPr/>
            <p:nvPr/>
          </p:nvSpPr>
          <p:spPr>
            <a:xfrm>
              <a:off x="325187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8">
              <a:extLst>
                <a:ext uri="{FF2B5EF4-FFF2-40B4-BE49-F238E27FC236}">
                  <a16:creationId xmlns:a16="http://schemas.microsoft.com/office/drawing/2014/main" id="{02BC4C4E-B8EE-D06B-CC2D-97A460235EBF}"/>
                </a:ext>
              </a:extLst>
            </p:cNvPr>
            <p:cNvSpPr/>
            <p:nvPr/>
          </p:nvSpPr>
          <p:spPr>
            <a:xfrm>
              <a:off x="326131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79">
              <a:extLst>
                <a:ext uri="{FF2B5EF4-FFF2-40B4-BE49-F238E27FC236}">
                  <a16:creationId xmlns:a16="http://schemas.microsoft.com/office/drawing/2014/main" id="{6B2F68B4-DAAE-C02D-EE55-C07870391FF3}"/>
                </a:ext>
              </a:extLst>
            </p:cNvPr>
            <p:cNvSpPr/>
            <p:nvPr/>
          </p:nvSpPr>
          <p:spPr>
            <a:xfrm>
              <a:off x="327075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0">
              <a:extLst>
                <a:ext uri="{FF2B5EF4-FFF2-40B4-BE49-F238E27FC236}">
                  <a16:creationId xmlns:a16="http://schemas.microsoft.com/office/drawing/2014/main" id="{EC8CA146-5D33-C5A2-69D0-1765E782A482}"/>
                </a:ext>
              </a:extLst>
            </p:cNvPr>
            <p:cNvSpPr/>
            <p:nvPr/>
          </p:nvSpPr>
          <p:spPr>
            <a:xfrm>
              <a:off x="328019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1">
              <a:extLst>
                <a:ext uri="{FF2B5EF4-FFF2-40B4-BE49-F238E27FC236}">
                  <a16:creationId xmlns:a16="http://schemas.microsoft.com/office/drawing/2014/main" id="{F282788F-D1CD-FB7D-D56A-AA0B41F2CC42}"/>
                </a:ext>
              </a:extLst>
            </p:cNvPr>
            <p:cNvSpPr/>
            <p:nvPr/>
          </p:nvSpPr>
          <p:spPr>
            <a:xfrm>
              <a:off x="328963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2">
              <a:extLst>
                <a:ext uri="{FF2B5EF4-FFF2-40B4-BE49-F238E27FC236}">
                  <a16:creationId xmlns:a16="http://schemas.microsoft.com/office/drawing/2014/main" id="{8F583235-D17C-CE7E-0EE9-86AF908BA0DF}"/>
                </a:ext>
              </a:extLst>
            </p:cNvPr>
            <p:cNvSpPr/>
            <p:nvPr/>
          </p:nvSpPr>
          <p:spPr>
            <a:xfrm>
              <a:off x="329907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3">
              <a:extLst>
                <a:ext uri="{FF2B5EF4-FFF2-40B4-BE49-F238E27FC236}">
                  <a16:creationId xmlns:a16="http://schemas.microsoft.com/office/drawing/2014/main" id="{5E1CE452-43BF-132B-ED19-52B4729C47A9}"/>
                </a:ext>
              </a:extLst>
            </p:cNvPr>
            <p:cNvSpPr/>
            <p:nvPr/>
          </p:nvSpPr>
          <p:spPr>
            <a:xfrm>
              <a:off x="330851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4">
              <a:extLst>
                <a:ext uri="{FF2B5EF4-FFF2-40B4-BE49-F238E27FC236}">
                  <a16:creationId xmlns:a16="http://schemas.microsoft.com/office/drawing/2014/main" id="{2549AF9A-33C0-1871-1241-5F75702569D7}"/>
                </a:ext>
              </a:extLst>
            </p:cNvPr>
            <p:cNvSpPr/>
            <p:nvPr/>
          </p:nvSpPr>
          <p:spPr>
            <a:xfrm>
              <a:off x="331795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5">
              <a:extLst>
                <a:ext uri="{FF2B5EF4-FFF2-40B4-BE49-F238E27FC236}">
                  <a16:creationId xmlns:a16="http://schemas.microsoft.com/office/drawing/2014/main" id="{B50397F0-B2E6-AC9E-36C1-ADFFE8185674}"/>
                </a:ext>
              </a:extLst>
            </p:cNvPr>
            <p:cNvSpPr/>
            <p:nvPr/>
          </p:nvSpPr>
          <p:spPr>
            <a:xfrm>
              <a:off x="332739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6">
              <a:extLst>
                <a:ext uri="{FF2B5EF4-FFF2-40B4-BE49-F238E27FC236}">
                  <a16:creationId xmlns:a16="http://schemas.microsoft.com/office/drawing/2014/main" id="{83E90EC7-92A4-59D5-F0DC-6D1F9C318483}"/>
                </a:ext>
              </a:extLst>
            </p:cNvPr>
            <p:cNvSpPr/>
            <p:nvPr/>
          </p:nvSpPr>
          <p:spPr>
            <a:xfrm>
              <a:off x="333683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7">
              <a:extLst>
                <a:ext uri="{FF2B5EF4-FFF2-40B4-BE49-F238E27FC236}">
                  <a16:creationId xmlns:a16="http://schemas.microsoft.com/office/drawing/2014/main" id="{ADB26EC3-5364-65EF-842C-93C51BF4876B}"/>
                </a:ext>
              </a:extLst>
            </p:cNvPr>
            <p:cNvSpPr/>
            <p:nvPr/>
          </p:nvSpPr>
          <p:spPr>
            <a:xfrm>
              <a:off x="334627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8">
              <a:extLst>
                <a:ext uri="{FF2B5EF4-FFF2-40B4-BE49-F238E27FC236}">
                  <a16:creationId xmlns:a16="http://schemas.microsoft.com/office/drawing/2014/main" id="{F37CFDC9-C114-C77A-E168-3A3705117474}"/>
                </a:ext>
              </a:extLst>
            </p:cNvPr>
            <p:cNvSpPr/>
            <p:nvPr/>
          </p:nvSpPr>
          <p:spPr>
            <a:xfrm>
              <a:off x="335571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89">
              <a:extLst>
                <a:ext uri="{FF2B5EF4-FFF2-40B4-BE49-F238E27FC236}">
                  <a16:creationId xmlns:a16="http://schemas.microsoft.com/office/drawing/2014/main" id="{6658A675-920F-3015-495C-8A56E614C338}"/>
                </a:ext>
              </a:extLst>
            </p:cNvPr>
            <p:cNvSpPr/>
            <p:nvPr/>
          </p:nvSpPr>
          <p:spPr>
            <a:xfrm>
              <a:off x="336515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0">
              <a:extLst>
                <a:ext uri="{FF2B5EF4-FFF2-40B4-BE49-F238E27FC236}">
                  <a16:creationId xmlns:a16="http://schemas.microsoft.com/office/drawing/2014/main" id="{C2A27519-CB6E-7BEC-6492-5321980BFBB7}"/>
                </a:ext>
              </a:extLst>
            </p:cNvPr>
            <p:cNvSpPr/>
            <p:nvPr/>
          </p:nvSpPr>
          <p:spPr>
            <a:xfrm>
              <a:off x="337459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1">
              <a:extLst>
                <a:ext uri="{FF2B5EF4-FFF2-40B4-BE49-F238E27FC236}">
                  <a16:creationId xmlns:a16="http://schemas.microsoft.com/office/drawing/2014/main" id="{2FE0E8EA-AC62-1F91-BEF4-4ED7464182F4}"/>
                </a:ext>
              </a:extLst>
            </p:cNvPr>
            <p:cNvSpPr/>
            <p:nvPr/>
          </p:nvSpPr>
          <p:spPr>
            <a:xfrm>
              <a:off x="338403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2">
              <a:extLst>
                <a:ext uri="{FF2B5EF4-FFF2-40B4-BE49-F238E27FC236}">
                  <a16:creationId xmlns:a16="http://schemas.microsoft.com/office/drawing/2014/main" id="{78870FA5-40EC-45AA-64F5-92D35D3D183E}"/>
                </a:ext>
              </a:extLst>
            </p:cNvPr>
            <p:cNvSpPr/>
            <p:nvPr/>
          </p:nvSpPr>
          <p:spPr>
            <a:xfrm>
              <a:off x="3393473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3">
              <a:extLst>
                <a:ext uri="{FF2B5EF4-FFF2-40B4-BE49-F238E27FC236}">
                  <a16:creationId xmlns:a16="http://schemas.microsoft.com/office/drawing/2014/main" id="{33261A90-58E3-9904-9133-8238E2106AA8}"/>
                </a:ext>
              </a:extLst>
            </p:cNvPr>
            <p:cNvSpPr/>
            <p:nvPr/>
          </p:nvSpPr>
          <p:spPr>
            <a:xfrm>
              <a:off x="3402913" y="204480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4">
              <a:extLst>
                <a:ext uri="{FF2B5EF4-FFF2-40B4-BE49-F238E27FC236}">
                  <a16:creationId xmlns:a16="http://schemas.microsoft.com/office/drawing/2014/main" id="{EDC579B5-2B81-51AE-0615-10240F6B47A4}"/>
                </a:ext>
              </a:extLst>
            </p:cNvPr>
            <p:cNvSpPr/>
            <p:nvPr/>
          </p:nvSpPr>
          <p:spPr>
            <a:xfrm>
              <a:off x="3412354" y="2027233"/>
              <a:ext cx="916157" cy="920191"/>
            </a:xfrm>
            <a:custGeom>
              <a:avLst/>
              <a:gdLst/>
              <a:ahLst/>
              <a:cxnLst/>
              <a:rect l="0" t="0" r="0" b="0"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5">
              <a:extLst>
                <a:ext uri="{FF2B5EF4-FFF2-40B4-BE49-F238E27FC236}">
                  <a16:creationId xmlns:a16="http://schemas.microsoft.com/office/drawing/2014/main" id="{8952652D-E315-C9C5-A151-696FADF66490}"/>
                </a:ext>
              </a:extLst>
            </p:cNvPr>
            <p:cNvSpPr/>
            <p:nvPr/>
          </p:nvSpPr>
          <p:spPr>
            <a:xfrm>
              <a:off x="2336166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6">
              <a:extLst>
                <a:ext uri="{FF2B5EF4-FFF2-40B4-BE49-F238E27FC236}">
                  <a16:creationId xmlns:a16="http://schemas.microsoft.com/office/drawing/2014/main" id="{6D37B74A-4D07-2E88-C9E5-FB00C79905A1}"/>
                </a:ext>
              </a:extLst>
            </p:cNvPr>
            <p:cNvSpPr/>
            <p:nvPr/>
          </p:nvSpPr>
          <p:spPr>
            <a:xfrm>
              <a:off x="233616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7">
              <a:extLst>
                <a:ext uri="{FF2B5EF4-FFF2-40B4-BE49-F238E27FC236}">
                  <a16:creationId xmlns:a16="http://schemas.microsoft.com/office/drawing/2014/main" id="{DF6D69C0-EE75-A0A7-616E-5D25B4C1D2E3}"/>
                </a:ext>
              </a:extLst>
            </p:cNvPr>
            <p:cNvSpPr/>
            <p:nvPr/>
          </p:nvSpPr>
          <p:spPr>
            <a:xfrm>
              <a:off x="234560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8">
              <a:extLst>
                <a:ext uri="{FF2B5EF4-FFF2-40B4-BE49-F238E27FC236}">
                  <a16:creationId xmlns:a16="http://schemas.microsoft.com/office/drawing/2014/main" id="{A4F72C51-ED1C-644D-BEDE-4D7FBCAB4E8A}"/>
                </a:ext>
              </a:extLst>
            </p:cNvPr>
            <p:cNvSpPr/>
            <p:nvPr/>
          </p:nvSpPr>
          <p:spPr>
            <a:xfrm>
              <a:off x="235504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499">
              <a:extLst>
                <a:ext uri="{FF2B5EF4-FFF2-40B4-BE49-F238E27FC236}">
                  <a16:creationId xmlns:a16="http://schemas.microsoft.com/office/drawing/2014/main" id="{6001B398-9824-2474-C033-1D8211725A32}"/>
                </a:ext>
              </a:extLst>
            </p:cNvPr>
            <p:cNvSpPr/>
            <p:nvPr/>
          </p:nvSpPr>
          <p:spPr>
            <a:xfrm>
              <a:off x="236448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0">
              <a:extLst>
                <a:ext uri="{FF2B5EF4-FFF2-40B4-BE49-F238E27FC236}">
                  <a16:creationId xmlns:a16="http://schemas.microsoft.com/office/drawing/2014/main" id="{61FA06B0-F56C-F9BB-C404-507A32B2D1FD}"/>
                </a:ext>
              </a:extLst>
            </p:cNvPr>
            <p:cNvSpPr/>
            <p:nvPr/>
          </p:nvSpPr>
          <p:spPr>
            <a:xfrm>
              <a:off x="237392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1">
              <a:extLst>
                <a:ext uri="{FF2B5EF4-FFF2-40B4-BE49-F238E27FC236}">
                  <a16:creationId xmlns:a16="http://schemas.microsoft.com/office/drawing/2014/main" id="{9C7B8654-C11D-AD4D-DB9F-D74C487BE63C}"/>
                </a:ext>
              </a:extLst>
            </p:cNvPr>
            <p:cNvSpPr/>
            <p:nvPr/>
          </p:nvSpPr>
          <p:spPr>
            <a:xfrm>
              <a:off x="238336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2">
              <a:extLst>
                <a:ext uri="{FF2B5EF4-FFF2-40B4-BE49-F238E27FC236}">
                  <a16:creationId xmlns:a16="http://schemas.microsoft.com/office/drawing/2014/main" id="{EB327D6F-6615-C851-52C9-15DE786B8CEA}"/>
                </a:ext>
              </a:extLst>
            </p:cNvPr>
            <p:cNvSpPr/>
            <p:nvPr/>
          </p:nvSpPr>
          <p:spPr>
            <a:xfrm>
              <a:off x="239280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3">
              <a:extLst>
                <a:ext uri="{FF2B5EF4-FFF2-40B4-BE49-F238E27FC236}">
                  <a16:creationId xmlns:a16="http://schemas.microsoft.com/office/drawing/2014/main" id="{B99BB07D-655B-09F7-D12C-9DF3EAD31D0D}"/>
                </a:ext>
              </a:extLst>
            </p:cNvPr>
            <p:cNvSpPr/>
            <p:nvPr/>
          </p:nvSpPr>
          <p:spPr>
            <a:xfrm>
              <a:off x="240224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4">
              <a:extLst>
                <a:ext uri="{FF2B5EF4-FFF2-40B4-BE49-F238E27FC236}">
                  <a16:creationId xmlns:a16="http://schemas.microsoft.com/office/drawing/2014/main" id="{EC317356-812F-5007-CB4E-0A0F884F1E41}"/>
                </a:ext>
              </a:extLst>
            </p:cNvPr>
            <p:cNvSpPr/>
            <p:nvPr/>
          </p:nvSpPr>
          <p:spPr>
            <a:xfrm>
              <a:off x="241168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5">
              <a:extLst>
                <a:ext uri="{FF2B5EF4-FFF2-40B4-BE49-F238E27FC236}">
                  <a16:creationId xmlns:a16="http://schemas.microsoft.com/office/drawing/2014/main" id="{629BA233-A106-2321-6777-E3511FD39734}"/>
                </a:ext>
              </a:extLst>
            </p:cNvPr>
            <p:cNvSpPr/>
            <p:nvPr/>
          </p:nvSpPr>
          <p:spPr>
            <a:xfrm>
              <a:off x="242112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6">
              <a:extLst>
                <a:ext uri="{FF2B5EF4-FFF2-40B4-BE49-F238E27FC236}">
                  <a16:creationId xmlns:a16="http://schemas.microsoft.com/office/drawing/2014/main" id="{B96644BA-7C9E-F284-C3B4-50F2E2697057}"/>
                </a:ext>
              </a:extLst>
            </p:cNvPr>
            <p:cNvSpPr/>
            <p:nvPr/>
          </p:nvSpPr>
          <p:spPr>
            <a:xfrm>
              <a:off x="243056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7">
              <a:extLst>
                <a:ext uri="{FF2B5EF4-FFF2-40B4-BE49-F238E27FC236}">
                  <a16:creationId xmlns:a16="http://schemas.microsoft.com/office/drawing/2014/main" id="{E1485EC1-C127-5A1A-5A88-8C89DF1B00C4}"/>
                </a:ext>
              </a:extLst>
            </p:cNvPr>
            <p:cNvSpPr/>
            <p:nvPr/>
          </p:nvSpPr>
          <p:spPr>
            <a:xfrm>
              <a:off x="244000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8">
              <a:extLst>
                <a:ext uri="{FF2B5EF4-FFF2-40B4-BE49-F238E27FC236}">
                  <a16:creationId xmlns:a16="http://schemas.microsoft.com/office/drawing/2014/main" id="{4E217181-9BAF-FD14-3CF7-5D264311AA62}"/>
                </a:ext>
              </a:extLst>
            </p:cNvPr>
            <p:cNvSpPr/>
            <p:nvPr/>
          </p:nvSpPr>
          <p:spPr>
            <a:xfrm>
              <a:off x="244944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09">
              <a:extLst>
                <a:ext uri="{FF2B5EF4-FFF2-40B4-BE49-F238E27FC236}">
                  <a16:creationId xmlns:a16="http://schemas.microsoft.com/office/drawing/2014/main" id="{6A38B4ED-D2DB-3B54-5F1D-8E6EEA3306C8}"/>
                </a:ext>
              </a:extLst>
            </p:cNvPr>
            <p:cNvSpPr/>
            <p:nvPr/>
          </p:nvSpPr>
          <p:spPr>
            <a:xfrm>
              <a:off x="245889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0">
              <a:extLst>
                <a:ext uri="{FF2B5EF4-FFF2-40B4-BE49-F238E27FC236}">
                  <a16:creationId xmlns:a16="http://schemas.microsoft.com/office/drawing/2014/main" id="{ADE10A2D-4F59-F47D-20BF-EA8A3419510D}"/>
                </a:ext>
              </a:extLst>
            </p:cNvPr>
            <p:cNvSpPr/>
            <p:nvPr/>
          </p:nvSpPr>
          <p:spPr>
            <a:xfrm>
              <a:off x="246833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1">
              <a:extLst>
                <a:ext uri="{FF2B5EF4-FFF2-40B4-BE49-F238E27FC236}">
                  <a16:creationId xmlns:a16="http://schemas.microsoft.com/office/drawing/2014/main" id="{C5A91B85-0C6E-BC52-0EEF-00BEDD3E0D78}"/>
                </a:ext>
              </a:extLst>
            </p:cNvPr>
            <p:cNvSpPr/>
            <p:nvPr/>
          </p:nvSpPr>
          <p:spPr>
            <a:xfrm>
              <a:off x="247777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2">
              <a:extLst>
                <a:ext uri="{FF2B5EF4-FFF2-40B4-BE49-F238E27FC236}">
                  <a16:creationId xmlns:a16="http://schemas.microsoft.com/office/drawing/2014/main" id="{F8A071DC-1115-BE32-ACA4-7831812CC791}"/>
                </a:ext>
              </a:extLst>
            </p:cNvPr>
            <p:cNvSpPr/>
            <p:nvPr/>
          </p:nvSpPr>
          <p:spPr>
            <a:xfrm>
              <a:off x="248721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3">
              <a:extLst>
                <a:ext uri="{FF2B5EF4-FFF2-40B4-BE49-F238E27FC236}">
                  <a16:creationId xmlns:a16="http://schemas.microsoft.com/office/drawing/2014/main" id="{28B5ED6F-E4B6-0E7F-BFCD-191AB6643422}"/>
                </a:ext>
              </a:extLst>
            </p:cNvPr>
            <p:cNvSpPr/>
            <p:nvPr/>
          </p:nvSpPr>
          <p:spPr>
            <a:xfrm>
              <a:off x="249665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4">
              <a:extLst>
                <a:ext uri="{FF2B5EF4-FFF2-40B4-BE49-F238E27FC236}">
                  <a16:creationId xmlns:a16="http://schemas.microsoft.com/office/drawing/2014/main" id="{F0AF03FD-03EF-7F95-6C0D-301AD4083035}"/>
                </a:ext>
              </a:extLst>
            </p:cNvPr>
            <p:cNvSpPr/>
            <p:nvPr/>
          </p:nvSpPr>
          <p:spPr>
            <a:xfrm>
              <a:off x="250609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5">
              <a:extLst>
                <a:ext uri="{FF2B5EF4-FFF2-40B4-BE49-F238E27FC236}">
                  <a16:creationId xmlns:a16="http://schemas.microsoft.com/office/drawing/2014/main" id="{E57E703E-1D03-8BD8-36AE-FE03317863A9}"/>
                </a:ext>
              </a:extLst>
            </p:cNvPr>
            <p:cNvSpPr/>
            <p:nvPr/>
          </p:nvSpPr>
          <p:spPr>
            <a:xfrm>
              <a:off x="251553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6">
              <a:extLst>
                <a:ext uri="{FF2B5EF4-FFF2-40B4-BE49-F238E27FC236}">
                  <a16:creationId xmlns:a16="http://schemas.microsoft.com/office/drawing/2014/main" id="{77886F63-2BD8-6EE6-0730-3DCFC14D99D5}"/>
                </a:ext>
              </a:extLst>
            </p:cNvPr>
            <p:cNvSpPr/>
            <p:nvPr/>
          </p:nvSpPr>
          <p:spPr>
            <a:xfrm>
              <a:off x="252497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7">
              <a:extLst>
                <a:ext uri="{FF2B5EF4-FFF2-40B4-BE49-F238E27FC236}">
                  <a16:creationId xmlns:a16="http://schemas.microsoft.com/office/drawing/2014/main" id="{D43BA06A-3819-497C-E320-C96709C80E26}"/>
                </a:ext>
              </a:extLst>
            </p:cNvPr>
            <p:cNvSpPr/>
            <p:nvPr/>
          </p:nvSpPr>
          <p:spPr>
            <a:xfrm>
              <a:off x="253441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8">
              <a:extLst>
                <a:ext uri="{FF2B5EF4-FFF2-40B4-BE49-F238E27FC236}">
                  <a16:creationId xmlns:a16="http://schemas.microsoft.com/office/drawing/2014/main" id="{4DF75BC4-59FC-CE02-C071-8E243885A7A8}"/>
                </a:ext>
              </a:extLst>
            </p:cNvPr>
            <p:cNvSpPr/>
            <p:nvPr/>
          </p:nvSpPr>
          <p:spPr>
            <a:xfrm>
              <a:off x="254385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19">
              <a:extLst>
                <a:ext uri="{FF2B5EF4-FFF2-40B4-BE49-F238E27FC236}">
                  <a16:creationId xmlns:a16="http://schemas.microsoft.com/office/drawing/2014/main" id="{E4AE46A6-9639-2830-3A03-205F4A961B1C}"/>
                </a:ext>
              </a:extLst>
            </p:cNvPr>
            <p:cNvSpPr/>
            <p:nvPr/>
          </p:nvSpPr>
          <p:spPr>
            <a:xfrm>
              <a:off x="255329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0">
              <a:extLst>
                <a:ext uri="{FF2B5EF4-FFF2-40B4-BE49-F238E27FC236}">
                  <a16:creationId xmlns:a16="http://schemas.microsoft.com/office/drawing/2014/main" id="{4773C576-971C-FD27-E416-F58A2D5C490E}"/>
                </a:ext>
              </a:extLst>
            </p:cNvPr>
            <p:cNvSpPr/>
            <p:nvPr/>
          </p:nvSpPr>
          <p:spPr>
            <a:xfrm>
              <a:off x="256273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1">
              <a:extLst>
                <a:ext uri="{FF2B5EF4-FFF2-40B4-BE49-F238E27FC236}">
                  <a16:creationId xmlns:a16="http://schemas.microsoft.com/office/drawing/2014/main" id="{DA51BAC3-FA0F-D872-B2E1-AA6353B63670}"/>
                </a:ext>
              </a:extLst>
            </p:cNvPr>
            <p:cNvSpPr/>
            <p:nvPr/>
          </p:nvSpPr>
          <p:spPr>
            <a:xfrm>
              <a:off x="257217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2">
              <a:extLst>
                <a:ext uri="{FF2B5EF4-FFF2-40B4-BE49-F238E27FC236}">
                  <a16:creationId xmlns:a16="http://schemas.microsoft.com/office/drawing/2014/main" id="{4FBFE2F8-667E-0CAF-69C0-43EB496F1400}"/>
                </a:ext>
              </a:extLst>
            </p:cNvPr>
            <p:cNvSpPr/>
            <p:nvPr/>
          </p:nvSpPr>
          <p:spPr>
            <a:xfrm>
              <a:off x="258161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3">
              <a:extLst>
                <a:ext uri="{FF2B5EF4-FFF2-40B4-BE49-F238E27FC236}">
                  <a16:creationId xmlns:a16="http://schemas.microsoft.com/office/drawing/2014/main" id="{9F34CCAA-B825-4BCC-4525-5D0C05992D8E}"/>
                </a:ext>
              </a:extLst>
            </p:cNvPr>
            <p:cNvSpPr/>
            <p:nvPr/>
          </p:nvSpPr>
          <p:spPr>
            <a:xfrm>
              <a:off x="259105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4">
              <a:extLst>
                <a:ext uri="{FF2B5EF4-FFF2-40B4-BE49-F238E27FC236}">
                  <a16:creationId xmlns:a16="http://schemas.microsoft.com/office/drawing/2014/main" id="{E1BC7CFD-6944-4566-C4D7-447725841EC0}"/>
                </a:ext>
              </a:extLst>
            </p:cNvPr>
            <p:cNvSpPr/>
            <p:nvPr/>
          </p:nvSpPr>
          <p:spPr>
            <a:xfrm>
              <a:off x="260049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5">
              <a:extLst>
                <a:ext uri="{FF2B5EF4-FFF2-40B4-BE49-F238E27FC236}">
                  <a16:creationId xmlns:a16="http://schemas.microsoft.com/office/drawing/2014/main" id="{E74EA29F-0888-3031-6CA2-0E85D71359C1}"/>
                </a:ext>
              </a:extLst>
            </p:cNvPr>
            <p:cNvSpPr/>
            <p:nvPr/>
          </p:nvSpPr>
          <p:spPr>
            <a:xfrm>
              <a:off x="260993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6">
              <a:extLst>
                <a:ext uri="{FF2B5EF4-FFF2-40B4-BE49-F238E27FC236}">
                  <a16:creationId xmlns:a16="http://schemas.microsoft.com/office/drawing/2014/main" id="{C73368F3-39D1-83D2-76F5-B7CEE554042E}"/>
                </a:ext>
              </a:extLst>
            </p:cNvPr>
            <p:cNvSpPr/>
            <p:nvPr/>
          </p:nvSpPr>
          <p:spPr>
            <a:xfrm>
              <a:off x="261937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7">
              <a:extLst>
                <a:ext uri="{FF2B5EF4-FFF2-40B4-BE49-F238E27FC236}">
                  <a16:creationId xmlns:a16="http://schemas.microsoft.com/office/drawing/2014/main" id="{A71AC815-C314-7CC0-CD5E-E717CE3A0651}"/>
                </a:ext>
              </a:extLst>
            </p:cNvPr>
            <p:cNvSpPr/>
            <p:nvPr/>
          </p:nvSpPr>
          <p:spPr>
            <a:xfrm>
              <a:off x="2638254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8">
              <a:extLst>
                <a:ext uri="{FF2B5EF4-FFF2-40B4-BE49-F238E27FC236}">
                  <a16:creationId xmlns:a16="http://schemas.microsoft.com/office/drawing/2014/main" id="{3E9326BE-FAB1-B649-E16B-537E40F58C35}"/>
                </a:ext>
              </a:extLst>
            </p:cNvPr>
            <p:cNvSpPr/>
            <p:nvPr/>
          </p:nvSpPr>
          <p:spPr>
            <a:xfrm>
              <a:off x="2647694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400" y="903607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29">
              <a:extLst>
                <a:ext uri="{FF2B5EF4-FFF2-40B4-BE49-F238E27FC236}">
                  <a16:creationId xmlns:a16="http://schemas.microsoft.com/office/drawing/2014/main" id="{66918C64-3827-B0BA-58C9-816E10417C6D}"/>
                </a:ext>
              </a:extLst>
            </p:cNvPr>
            <p:cNvSpPr/>
            <p:nvPr/>
          </p:nvSpPr>
          <p:spPr>
            <a:xfrm>
              <a:off x="2657135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0">
              <a:extLst>
                <a:ext uri="{FF2B5EF4-FFF2-40B4-BE49-F238E27FC236}">
                  <a16:creationId xmlns:a16="http://schemas.microsoft.com/office/drawing/2014/main" id="{529D19A3-6318-94E2-8E3E-11C6557FAAC5}"/>
                </a:ext>
              </a:extLst>
            </p:cNvPr>
            <p:cNvSpPr/>
            <p:nvPr/>
          </p:nvSpPr>
          <p:spPr>
            <a:xfrm>
              <a:off x="2657135" y="2027233"/>
              <a:ext cx="917657" cy="914400"/>
            </a:xfrm>
            <a:custGeom>
              <a:avLst/>
              <a:gdLst/>
              <a:ahLst/>
              <a:cxnLst/>
              <a:rect l="0" t="0" r="0" b="0"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1">
              <a:extLst>
                <a:ext uri="{FF2B5EF4-FFF2-40B4-BE49-F238E27FC236}">
                  <a16:creationId xmlns:a16="http://schemas.microsoft.com/office/drawing/2014/main" id="{1587C917-5CCC-E08A-D232-1FD90306BA1F}"/>
                </a:ext>
              </a:extLst>
            </p:cNvPr>
            <p:cNvSpPr/>
            <p:nvPr/>
          </p:nvSpPr>
          <p:spPr>
            <a:xfrm>
              <a:off x="3176348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2">
              <a:extLst>
                <a:ext uri="{FF2B5EF4-FFF2-40B4-BE49-F238E27FC236}">
                  <a16:creationId xmlns:a16="http://schemas.microsoft.com/office/drawing/2014/main" id="{7043F278-73DE-1D2A-F796-261B4EBA16B2}"/>
                </a:ext>
              </a:extLst>
            </p:cNvPr>
            <p:cNvSpPr/>
            <p:nvPr/>
          </p:nvSpPr>
          <p:spPr>
            <a:xfrm>
              <a:off x="317634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3">
              <a:extLst>
                <a:ext uri="{FF2B5EF4-FFF2-40B4-BE49-F238E27FC236}">
                  <a16:creationId xmlns:a16="http://schemas.microsoft.com/office/drawing/2014/main" id="{A88B844E-367B-4C12-2B3D-F6BDEDD2A852}"/>
                </a:ext>
              </a:extLst>
            </p:cNvPr>
            <p:cNvSpPr/>
            <p:nvPr/>
          </p:nvSpPr>
          <p:spPr>
            <a:xfrm>
              <a:off x="318578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4">
              <a:extLst>
                <a:ext uri="{FF2B5EF4-FFF2-40B4-BE49-F238E27FC236}">
                  <a16:creationId xmlns:a16="http://schemas.microsoft.com/office/drawing/2014/main" id="{D9FC801A-AA17-C665-F489-4D979D8787DF}"/>
                </a:ext>
              </a:extLst>
            </p:cNvPr>
            <p:cNvSpPr/>
            <p:nvPr/>
          </p:nvSpPr>
          <p:spPr>
            <a:xfrm>
              <a:off x="319522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5">
              <a:extLst>
                <a:ext uri="{FF2B5EF4-FFF2-40B4-BE49-F238E27FC236}">
                  <a16:creationId xmlns:a16="http://schemas.microsoft.com/office/drawing/2014/main" id="{3410A6C7-7E1C-9997-CDEC-FE2F8CDE335C}"/>
                </a:ext>
              </a:extLst>
            </p:cNvPr>
            <p:cNvSpPr/>
            <p:nvPr/>
          </p:nvSpPr>
          <p:spPr>
            <a:xfrm>
              <a:off x="320466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6">
              <a:extLst>
                <a:ext uri="{FF2B5EF4-FFF2-40B4-BE49-F238E27FC236}">
                  <a16:creationId xmlns:a16="http://schemas.microsoft.com/office/drawing/2014/main" id="{BF0EC141-4B62-C78E-9B46-33FAC782AC7B}"/>
                </a:ext>
              </a:extLst>
            </p:cNvPr>
            <p:cNvSpPr/>
            <p:nvPr/>
          </p:nvSpPr>
          <p:spPr>
            <a:xfrm>
              <a:off x="321410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7">
              <a:extLst>
                <a:ext uri="{FF2B5EF4-FFF2-40B4-BE49-F238E27FC236}">
                  <a16:creationId xmlns:a16="http://schemas.microsoft.com/office/drawing/2014/main" id="{E07FDC7D-6574-5803-50EB-DC0481A71C35}"/>
                </a:ext>
              </a:extLst>
            </p:cNvPr>
            <p:cNvSpPr/>
            <p:nvPr/>
          </p:nvSpPr>
          <p:spPr>
            <a:xfrm>
              <a:off x="322354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8">
              <a:extLst>
                <a:ext uri="{FF2B5EF4-FFF2-40B4-BE49-F238E27FC236}">
                  <a16:creationId xmlns:a16="http://schemas.microsoft.com/office/drawing/2014/main" id="{AEFCA0BA-84D8-3456-E95F-A27998391F6A}"/>
                </a:ext>
              </a:extLst>
            </p:cNvPr>
            <p:cNvSpPr/>
            <p:nvPr/>
          </p:nvSpPr>
          <p:spPr>
            <a:xfrm>
              <a:off x="323298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39">
              <a:extLst>
                <a:ext uri="{FF2B5EF4-FFF2-40B4-BE49-F238E27FC236}">
                  <a16:creationId xmlns:a16="http://schemas.microsoft.com/office/drawing/2014/main" id="{83F0F36C-B6CD-7E2E-0F4A-D653A33A02CE}"/>
                </a:ext>
              </a:extLst>
            </p:cNvPr>
            <p:cNvSpPr/>
            <p:nvPr/>
          </p:nvSpPr>
          <p:spPr>
            <a:xfrm>
              <a:off x="324242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0">
              <a:extLst>
                <a:ext uri="{FF2B5EF4-FFF2-40B4-BE49-F238E27FC236}">
                  <a16:creationId xmlns:a16="http://schemas.microsoft.com/office/drawing/2014/main" id="{7E26C5E0-1CAA-694F-ECC6-25B30F4F48A0}"/>
                </a:ext>
              </a:extLst>
            </p:cNvPr>
            <p:cNvSpPr/>
            <p:nvPr/>
          </p:nvSpPr>
          <p:spPr>
            <a:xfrm>
              <a:off x="325187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1">
              <a:extLst>
                <a:ext uri="{FF2B5EF4-FFF2-40B4-BE49-F238E27FC236}">
                  <a16:creationId xmlns:a16="http://schemas.microsoft.com/office/drawing/2014/main" id="{7C6EBF42-8084-D71E-0C24-9907690F8DA6}"/>
                </a:ext>
              </a:extLst>
            </p:cNvPr>
            <p:cNvSpPr/>
            <p:nvPr/>
          </p:nvSpPr>
          <p:spPr>
            <a:xfrm>
              <a:off x="326131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2">
              <a:extLst>
                <a:ext uri="{FF2B5EF4-FFF2-40B4-BE49-F238E27FC236}">
                  <a16:creationId xmlns:a16="http://schemas.microsoft.com/office/drawing/2014/main" id="{73A9B9ED-E8DE-E3B2-FFA2-558D5C7AC0E6}"/>
                </a:ext>
              </a:extLst>
            </p:cNvPr>
            <p:cNvSpPr/>
            <p:nvPr/>
          </p:nvSpPr>
          <p:spPr>
            <a:xfrm>
              <a:off x="327075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3">
              <a:extLst>
                <a:ext uri="{FF2B5EF4-FFF2-40B4-BE49-F238E27FC236}">
                  <a16:creationId xmlns:a16="http://schemas.microsoft.com/office/drawing/2014/main" id="{3671FDF6-1530-1414-6723-CE68F7BADE5C}"/>
                </a:ext>
              </a:extLst>
            </p:cNvPr>
            <p:cNvSpPr/>
            <p:nvPr/>
          </p:nvSpPr>
          <p:spPr>
            <a:xfrm>
              <a:off x="328019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4">
              <a:extLst>
                <a:ext uri="{FF2B5EF4-FFF2-40B4-BE49-F238E27FC236}">
                  <a16:creationId xmlns:a16="http://schemas.microsoft.com/office/drawing/2014/main" id="{7FE327F7-47E9-2143-9E07-9703C374223B}"/>
                </a:ext>
              </a:extLst>
            </p:cNvPr>
            <p:cNvSpPr/>
            <p:nvPr/>
          </p:nvSpPr>
          <p:spPr>
            <a:xfrm>
              <a:off x="328963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5">
              <a:extLst>
                <a:ext uri="{FF2B5EF4-FFF2-40B4-BE49-F238E27FC236}">
                  <a16:creationId xmlns:a16="http://schemas.microsoft.com/office/drawing/2014/main" id="{2A4E71E7-B06D-CBDF-3653-B73A399F4DC4}"/>
                </a:ext>
              </a:extLst>
            </p:cNvPr>
            <p:cNvSpPr/>
            <p:nvPr/>
          </p:nvSpPr>
          <p:spPr>
            <a:xfrm>
              <a:off x="329907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6">
              <a:extLst>
                <a:ext uri="{FF2B5EF4-FFF2-40B4-BE49-F238E27FC236}">
                  <a16:creationId xmlns:a16="http://schemas.microsoft.com/office/drawing/2014/main" id="{EAB6AE1D-3DCF-FFB9-F8C9-5F18CC22E92F}"/>
                </a:ext>
              </a:extLst>
            </p:cNvPr>
            <p:cNvSpPr/>
            <p:nvPr/>
          </p:nvSpPr>
          <p:spPr>
            <a:xfrm>
              <a:off x="330851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7">
              <a:extLst>
                <a:ext uri="{FF2B5EF4-FFF2-40B4-BE49-F238E27FC236}">
                  <a16:creationId xmlns:a16="http://schemas.microsoft.com/office/drawing/2014/main" id="{3E82F893-1133-3078-B7F7-F27DA3F11036}"/>
                </a:ext>
              </a:extLst>
            </p:cNvPr>
            <p:cNvSpPr/>
            <p:nvPr/>
          </p:nvSpPr>
          <p:spPr>
            <a:xfrm>
              <a:off x="331795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8">
              <a:extLst>
                <a:ext uri="{FF2B5EF4-FFF2-40B4-BE49-F238E27FC236}">
                  <a16:creationId xmlns:a16="http://schemas.microsoft.com/office/drawing/2014/main" id="{0394D91B-6417-EE2F-17C9-6921B2B0BE52}"/>
                </a:ext>
              </a:extLst>
            </p:cNvPr>
            <p:cNvSpPr/>
            <p:nvPr/>
          </p:nvSpPr>
          <p:spPr>
            <a:xfrm>
              <a:off x="332739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49">
              <a:extLst>
                <a:ext uri="{FF2B5EF4-FFF2-40B4-BE49-F238E27FC236}">
                  <a16:creationId xmlns:a16="http://schemas.microsoft.com/office/drawing/2014/main" id="{53EC9E64-B446-CA50-B248-1DECFF9E309E}"/>
                </a:ext>
              </a:extLst>
            </p:cNvPr>
            <p:cNvSpPr/>
            <p:nvPr/>
          </p:nvSpPr>
          <p:spPr>
            <a:xfrm>
              <a:off x="333683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0">
              <a:extLst>
                <a:ext uri="{FF2B5EF4-FFF2-40B4-BE49-F238E27FC236}">
                  <a16:creationId xmlns:a16="http://schemas.microsoft.com/office/drawing/2014/main" id="{E0290136-E4EB-EA20-0D9C-D40AF779F431}"/>
                </a:ext>
              </a:extLst>
            </p:cNvPr>
            <p:cNvSpPr/>
            <p:nvPr/>
          </p:nvSpPr>
          <p:spPr>
            <a:xfrm>
              <a:off x="334627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1">
              <a:extLst>
                <a:ext uri="{FF2B5EF4-FFF2-40B4-BE49-F238E27FC236}">
                  <a16:creationId xmlns:a16="http://schemas.microsoft.com/office/drawing/2014/main" id="{F8339D8C-8FF6-261C-7229-B89E679312E7}"/>
                </a:ext>
              </a:extLst>
            </p:cNvPr>
            <p:cNvSpPr/>
            <p:nvPr/>
          </p:nvSpPr>
          <p:spPr>
            <a:xfrm>
              <a:off x="3355712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2">
              <a:extLst>
                <a:ext uri="{FF2B5EF4-FFF2-40B4-BE49-F238E27FC236}">
                  <a16:creationId xmlns:a16="http://schemas.microsoft.com/office/drawing/2014/main" id="{C1B76F51-FBFD-90DC-E950-1FA0284A92F5}"/>
                </a:ext>
              </a:extLst>
            </p:cNvPr>
            <p:cNvSpPr/>
            <p:nvPr/>
          </p:nvSpPr>
          <p:spPr>
            <a:xfrm>
              <a:off x="336515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3">
              <a:extLst>
                <a:ext uri="{FF2B5EF4-FFF2-40B4-BE49-F238E27FC236}">
                  <a16:creationId xmlns:a16="http://schemas.microsoft.com/office/drawing/2014/main" id="{A259237C-132B-B7AE-420A-5EC6F3100FCD}"/>
                </a:ext>
              </a:extLst>
            </p:cNvPr>
            <p:cNvSpPr/>
            <p:nvPr/>
          </p:nvSpPr>
          <p:spPr>
            <a:xfrm>
              <a:off x="337459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4">
              <a:extLst>
                <a:ext uri="{FF2B5EF4-FFF2-40B4-BE49-F238E27FC236}">
                  <a16:creationId xmlns:a16="http://schemas.microsoft.com/office/drawing/2014/main" id="{D647B49D-A09D-8B2A-BB39-395CDBB995A3}"/>
                </a:ext>
              </a:extLst>
            </p:cNvPr>
            <p:cNvSpPr/>
            <p:nvPr/>
          </p:nvSpPr>
          <p:spPr>
            <a:xfrm>
              <a:off x="338403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5">
              <a:extLst>
                <a:ext uri="{FF2B5EF4-FFF2-40B4-BE49-F238E27FC236}">
                  <a16:creationId xmlns:a16="http://schemas.microsoft.com/office/drawing/2014/main" id="{BDC8D922-CB18-3722-4BE2-4706E96083CF}"/>
                </a:ext>
              </a:extLst>
            </p:cNvPr>
            <p:cNvSpPr/>
            <p:nvPr/>
          </p:nvSpPr>
          <p:spPr>
            <a:xfrm>
              <a:off x="339347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6">
              <a:extLst>
                <a:ext uri="{FF2B5EF4-FFF2-40B4-BE49-F238E27FC236}">
                  <a16:creationId xmlns:a16="http://schemas.microsoft.com/office/drawing/2014/main" id="{4D8D6A76-1F2D-5525-71E6-C9749543E4D9}"/>
                </a:ext>
              </a:extLst>
            </p:cNvPr>
            <p:cNvSpPr/>
            <p:nvPr/>
          </p:nvSpPr>
          <p:spPr>
            <a:xfrm>
              <a:off x="3402913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7">
              <a:extLst>
                <a:ext uri="{FF2B5EF4-FFF2-40B4-BE49-F238E27FC236}">
                  <a16:creationId xmlns:a16="http://schemas.microsoft.com/office/drawing/2014/main" id="{CD5A1C8B-ECDA-D377-662B-186BC731C399}"/>
                </a:ext>
              </a:extLst>
            </p:cNvPr>
            <p:cNvSpPr/>
            <p:nvPr/>
          </p:nvSpPr>
          <p:spPr>
            <a:xfrm>
              <a:off x="3412354" y="2027233"/>
              <a:ext cx="920685" cy="914400"/>
            </a:xfrm>
            <a:custGeom>
              <a:avLst/>
              <a:gdLst/>
              <a:ahLst/>
              <a:cxnLst/>
              <a:rect l="0" t="0" r="0" b="0"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8">
              <a:extLst>
                <a:ext uri="{FF2B5EF4-FFF2-40B4-BE49-F238E27FC236}">
                  <a16:creationId xmlns:a16="http://schemas.microsoft.com/office/drawing/2014/main" id="{7DC39972-E3F0-9E89-759A-661359BFCF8C}"/>
                </a:ext>
              </a:extLst>
            </p:cNvPr>
            <p:cNvSpPr/>
            <p:nvPr/>
          </p:nvSpPr>
          <p:spPr>
            <a:xfrm>
              <a:off x="2326726" y="1992094"/>
              <a:ext cx="914400" cy="927015"/>
            </a:xfrm>
            <a:custGeom>
              <a:avLst/>
              <a:gdLst/>
              <a:ahLst/>
              <a:cxnLst/>
              <a:rect l="0" t="0" r="0" b="0"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59">
              <a:extLst>
                <a:ext uri="{FF2B5EF4-FFF2-40B4-BE49-F238E27FC236}">
                  <a16:creationId xmlns:a16="http://schemas.microsoft.com/office/drawing/2014/main" id="{187DCD14-3D46-39E7-4A54-5244159AA346}"/>
                </a:ext>
              </a:extLst>
            </p:cNvPr>
            <p:cNvSpPr/>
            <p:nvPr/>
          </p:nvSpPr>
          <p:spPr>
            <a:xfrm>
              <a:off x="232672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0">
              <a:extLst>
                <a:ext uri="{FF2B5EF4-FFF2-40B4-BE49-F238E27FC236}">
                  <a16:creationId xmlns:a16="http://schemas.microsoft.com/office/drawing/2014/main" id="{4B7C6080-DACF-AE4F-D107-0A39641A4E30}"/>
                </a:ext>
              </a:extLst>
            </p:cNvPr>
            <p:cNvSpPr/>
            <p:nvPr/>
          </p:nvSpPr>
          <p:spPr>
            <a:xfrm>
              <a:off x="233616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1">
              <a:extLst>
                <a:ext uri="{FF2B5EF4-FFF2-40B4-BE49-F238E27FC236}">
                  <a16:creationId xmlns:a16="http://schemas.microsoft.com/office/drawing/2014/main" id="{12646B84-65B5-DE81-8857-7B833AF3E181}"/>
                </a:ext>
              </a:extLst>
            </p:cNvPr>
            <p:cNvSpPr/>
            <p:nvPr/>
          </p:nvSpPr>
          <p:spPr>
            <a:xfrm>
              <a:off x="234560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2">
              <a:extLst>
                <a:ext uri="{FF2B5EF4-FFF2-40B4-BE49-F238E27FC236}">
                  <a16:creationId xmlns:a16="http://schemas.microsoft.com/office/drawing/2014/main" id="{18FCB366-D1A3-62D2-305D-72916927221C}"/>
                </a:ext>
              </a:extLst>
            </p:cNvPr>
            <p:cNvSpPr/>
            <p:nvPr/>
          </p:nvSpPr>
          <p:spPr>
            <a:xfrm>
              <a:off x="235504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3">
              <a:extLst>
                <a:ext uri="{FF2B5EF4-FFF2-40B4-BE49-F238E27FC236}">
                  <a16:creationId xmlns:a16="http://schemas.microsoft.com/office/drawing/2014/main" id="{6AE945C1-C188-98ED-8ACC-A5E5346285FF}"/>
                </a:ext>
              </a:extLst>
            </p:cNvPr>
            <p:cNvSpPr/>
            <p:nvPr/>
          </p:nvSpPr>
          <p:spPr>
            <a:xfrm>
              <a:off x="236448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4">
              <a:extLst>
                <a:ext uri="{FF2B5EF4-FFF2-40B4-BE49-F238E27FC236}">
                  <a16:creationId xmlns:a16="http://schemas.microsoft.com/office/drawing/2014/main" id="{3826B8DB-A8E2-22EF-E4F3-5C7ED5D5E702}"/>
                </a:ext>
              </a:extLst>
            </p:cNvPr>
            <p:cNvSpPr/>
            <p:nvPr/>
          </p:nvSpPr>
          <p:spPr>
            <a:xfrm>
              <a:off x="237392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5">
              <a:extLst>
                <a:ext uri="{FF2B5EF4-FFF2-40B4-BE49-F238E27FC236}">
                  <a16:creationId xmlns:a16="http://schemas.microsoft.com/office/drawing/2014/main" id="{B5E7932F-677C-5B48-0E53-4F326265E94A}"/>
                </a:ext>
              </a:extLst>
            </p:cNvPr>
            <p:cNvSpPr/>
            <p:nvPr/>
          </p:nvSpPr>
          <p:spPr>
            <a:xfrm>
              <a:off x="238336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6">
              <a:extLst>
                <a:ext uri="{FF2B5EF4-FFF2-40B4-BE49-F238E27FC236}">
                  <a16:creationId xmlns:a16="http://schemas.microsoft.com/office/drawing/2014/main" id="{74F56CD2-0A36-1C6E-3413-678B8E556802}"/>
                </a:ext>
              </a:extLst>
            </p:cNvPr>
            <p:cNvSpPr/>
            <p:nvPr/>
          </p:nvSpPr>
          <p:spPr>
            <a:xfrm>
              <a:off x="239280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7">
              <a:extLst>
                <a:ext uri="{FF2B5EF4-FFF2-40B4-BE49-F238E27FC236}">
                  <a16:creationId xmlns:a16="http://schemas.microsoft.com/office/drawing/2014/main" id="{38FA2267-0C7E-2F14-256D-08BB98C90705}"/>
                </a:ext>
              </a:extLst>
            </p:cNvPr>
            <p:cNvSpPr/>
            <p:nvPr/>
          </p:nvSpPr>
          <p:spPr>
            <a:xfrm>
              <a:off x="240224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8">
              <a:extLst>
                <a:ext uri="{FF2B5EF4-FFF2-40B4-BE49-F238E27FC236}">
                  <a16:creationId xmlns:a16="http://schemas.microsoft.com/office/drawing/2014/main" id="{3C7B8C32-3A38-DD2E-BE2F-EA6A3E8D96EC}"/>
                </a:ext>
              </a:extLst>
            </p:cNvPr>
            <p:cNvSpPr/>
            <p:nvPr/>
          </p:nvSpPr>
          <p:spPr>
            <a:xfrm>
              <a:off x="241168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69">
              <a:extLst>
                <a:ext uri="{FF2B5EF4-FFF2-40B4-BE49-F238E27FC236}">
                  <a16:creationId xmlns:a16="http://schemas.microsoft.com/office/drawing/2014/main" id="{FB9C600F-7BEB-F41B-10B5-C139319955FA}"/>
                </a:ext>
              </a:extLst>
            </p:cNvPr>
            <p:cNvSpPr/>
            <p:nvPr/>
          </p:nvSpPr>
          <p:spPr>
            <a:xfrm>
              <a:off x="242112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0">
              <a:extLst>
                <a:ext uri="{FF2B5EF4-FFF2-40B4-BE49-F238E27FC236}">
                  <a16:creationId xmlns:a16="http://schemas.microsoft.com/office/drawing/2014/main" id="{EB747CB5-7835-0B7C-C76D-9E7661AEBA0E}"/>
                </a:ext>
              </a:extLst>
            </p:cNvPr>
            <p:cNvSpPr/>
            <p:nvPr/>
          </p:nvSpPr>
          <p:spPr>
            <a:xfrm>
              <a:off x="243056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1">
              <a:extLst>
                <a:ext uri="{FF2B5EF4-FFF2-40B4-BE49-F238E27FC236}">
                  <a16:creationId xmlns:a16="http://schemas.microsoft.com/office/drawing/2014/main" id="{203EE054-4915-47CB-4762-8E4494A1F17D}"/>
                </a:ext>
              </a:extLst>
            </p:cNvPr>
            <p:cNvSpPr/>
            <p:nvPr/>
          </p:nvSpPr>
          <p:spPr>
            <a:xfrm>
              <a:off x="244000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2">
              <a:extLst>
                <a:ext uri="{FF2B5EF4-FFF2-40B4-BE49-F238E27FC236}">
                  <a16:creationId xmlns:a16="http://schemas.microsoft.com/office/drawing/2014/main" id="{5304DDE5-6DF1-202D-75A8-E499E7FFC984}"/>
                </a:ext>
              </a:extLst>
            </p:cNvPr>
            <p:cNvSpPr/>
            <p:nvPr/>
          </p:nvSpPr>
          <p:spPr>
            <a:xfrm>
              <a:off x="244944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3">
              <a:extLst>
                <a:ext uri="{FF2B5EF4-FFF2-40B4-BE49-F238E27FC236}">
                  <a16:creationId xmlns:a16="http://schemas.microsoft.com/office/drawing/2014/main" id="{0FCFE279-3426-3135-D099-A3F0A752F31E}"/>
                </a:ext>
              </a:extLst>
            </p:cNvPr>
            <p:cNvSpPr/>
            <p:nvPr/>
          </p:nvSpPr>
          <p:spPr>
            <a:xfrm>
              <a:off x="245889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4">
              <a:extLst>
                <a:ext uri="{FF2B5EF4-FFF2-40B4-BE49-F238E27FC236}">
                  <a16:creationId xmlns:a16="http://schemas.microsoft.com/office/drawing/2014/main" id="{4063FDDD-5736-98CD-E0BC-B951C5DC2A1F}"/>
                </a:ext>
              </a:extLst>
            </p:cNvPr>
            <p:cNvSpPr/>
            <p:nvPr/>
          </p:nvSpPr>
          <p:spPr>
            <a:xfrm>
              <a:off x="246833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5">
              <a:extLst>
                <a:ext uri="{FF2B5EF4-FFF2-40B4-BE49-F238E27FC236}">
                  <a16:creationId xmlns:a16="http://schemas.microsoft.com/office/drawing/2014/main" id="{EEB16C04-6A61-B523-5215-F563E56D75D6}"/>
                </a:ext>
              </a:extLst>
            </p:cNvPr>
            <p:cNvSpPr/>
            <p:nvPr/>
          </p:nvSpPr>
          <p:spPr>
            <a:xfrm>
              <a:off x="247777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6">
              <a:extLst>
                <a:ext uri="{FF2B5EF4-FFF2-40B4-BE49-F238E27FC236}">
                  <a16:creationId xmlns:a16="http://schemas.microsoft.com/office/drawing/2014/main" id="{1EE0DC3D-A259-45F6-EA3A-FEF655AB5278}"/>
                </a:ext>
              </a:extLst>
            </p:cNvPr>
            <p:cNvSpPr/>
            <p:nvPr/>
          </p:nvSpPr>
          <p:spPr>
            <a:xfrm>
              <a:off x="248721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7">
              <a:extLst>
                <a:ext uri="{FF2B5EF4-FFF2-40B4-BE49-F238E27FC236}">
                  <a16:creationId xmlns:a16="http://schemas.microsoft.com/office/drawing/2014/main" id="{C075BC6C-02A0-EBAE-960B-5917323F0E85}"/>
                </a:ext>
              </a:extLst>
            </p:cNvPr>
            <p:cNvSpPr/>
            <p:nvPr/>
          </p:nvSpPr>
          <p:spPr>
            <a:xfrm>
              <a:off x="249665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8">
              <a:extLst>
                <a:ext uri="{FF2B5EF4-FFF2-40B4-BE49-F238E27FC236}">
                  <a16:creationId xmlns:a16="http://schemas.microsoft.com/office/drawing/2014/main" id="{A682917F-ABBB-F6A1-A559-77D08BD0DEB6}"/>
                </a:ext>
              </a:extLst>
            </p:cNvPr>
            <p:cNvSpPr/>
            <p:nvPr/>
          </p:nvSpPr>
          <p:spPr>
            <a:xfrm>
              <a:off x="250609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79">
              <a:extLst>
                <a:ext uri="{FF2B5EF4-FFF2-40B4-BE49-F238E27FC236}">
                  <a16:creationId xmlns:a16="http://schemas.microsoft.com/office/drawing/2014/main" id="{889664E4-910C-43A7-8975-3A01D58172CE}"/>
                </a:ext>
              </a:extLst>
            </p:cNvPr>
            <p:cNvSpPr/>
            <p:nvPr/>
          </p:nvSpPr>
          <p:spPr>
            <a:xfrm>
              <a:off x="251553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0">
              <a:extLst>
                <a:ext uri="{FF2B5EF4-FFF2-40B4-BE49-F238E27FC236}">
                  <a16:creationId xmlns:a16="http://schemas.microsoft.com/office/drawing/2014/main" id="{354EB16F-F459-07F9-0D6A-F702EBAE4926}"/>
                </a:ext>
              </a:extLst>
            </p:cNvPr>
            <p:cNvSpPr/>
            <p:nvPr/>
          </p:nvSpPr>
          <p:spPr>
            <a:xfrm>
              <a:off x="252497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1">
              <a:extLst>
                <a:ext uri="{FF2B5EF4-FFF2-40B4-BE49-F238E27FC236}">
                  <a16:creationId xmlns:a16="http://schemas.microsoft.com/office/drawing/2014/main" id="{C645D948-8668-1036-96D5-B0DBDE223F21}"/>
                </a:ext>
              </a:extLst>
            </p:cNvPr>
            <p:cNvSpPr/>
            <p:nvPr/>
          </p:nvSpPr>
          <p:spPr>
            <a:xfrm>
              <a:off x="253441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2">
              <a:extLst>
                <a:ext uri="{FF2B5EF4-FFF2-40B4-BE49-F238E27FC236}">
                  <a16:creationId xmlns:a16="http://schemas.microsoft.com/office/drawing/2014/main" id="{23E4FCDE-6A6A-2E55-52E3-0088E803D03E}"/>
                </a:ext>
              </a:extLst>
            </p:cNvPr>
            <p:cNvSpPr/>
            <p:nvPr/>
          </p:nvSpPr>
          <p:spPr>
            <a:xfrm>
              <a:off x="254385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3">
              <a:extLst>
                <a:ext uri="{FF2B5EF4-FFF2-40B4-BE49-F238E27FC236}">
                  <a16:creationId xmlns:a16="http://schemas.microsoft.com/office/drawing/2014/main" id="{2ECE3AA5-E20D-AA1A-E54A-BB59B4C4CF6E}"/>
                </a:ext>
              </a:extLst>
            </p:cNvPr>
            <p:cNvSpPr/>
            <p:nvPr/>
          </p:nvSpPr>
          <p:spPr>
            <a:xfrm>
              <a:off x="255329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4">
              <a:extLst>
                <a:ext uri="{FF2B5EF4-FFF2-40B4-BE49-F238E27FC236}">
                  <a16:creationId xmlns:a16="http://schemas.microsoft.com/office/drawing/2014/main" id="{041F336A-7290-21B3-F83B-DED3E81F4007}"/>
                </a:ext>
              </a:extLst>
            </p:cNvPr>
            <p:cNvSpPr/>
            <p:nvPr/>
          </p:nvSpPr>
          <p:spPr>
            <a:xfrm>
              <a:off x="256273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5">
              <a:extLst>
                <a:ext uri="{FF2B5EF4-FFF2-40B4-BE49-F238E27FC236}">
                  <a16:creationId xmlns:a16="http://schemas.microsoft.com/office/drawing/2014/main" id="{50EA4495-D997-B4C5-14DA-7475562E7AF9}"/>
                </a:ext>
              </a:extLst>
            </p:cNvPr>
            <p:cNvSpPr/>
            <p:nvPr/>
          </p:nvSpPr>
          <p:spPr>
            <a:xfrm>
              <a:off x="257217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6">
              <a:extLst>
                <a:ext uri="{FF2B5EF4-FFF2-40B4-BE49-F238E27FC236}">
                  <a16:creationId xmlns:a16="http://schemas.microsoft.com/office/drawing/2014/main" id="{8E515406-CD05-7149-31A8-32AB18EE83C7}"/>
                </a:ext>
              </a:extLst>
            </p:cNvPr>
            <p:cNvSpPr/>
            <p:nvPr/>
          </p:nvSpPr>
          <p:spPr>
            <a:xfrm>
              <a:off x="258161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7">
              <a:extLst>
                <a:ext uri="{FF2B5EF4-FFF2-40B4-BE49-F238E27FC236}">
                  <a16:creationId xmlns:a16="http://schemas.microsoft.com/office/drawing/2014/main" id="{721672AF-CF31-089D-6F2C-91DB471E2A5F}"/>
                </a:ext>
              </a:extLst>
            </p:cNvPr>
            <p:cNvSpPr/>
            <p:nvPr/>
          </p:nvSpPr>
          <p:spPr>
            <a:xfrm>
              <a:off x="259105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8">
              <a:extLst>
                <a:ext uri="{FF2B5EF4-FFF2-40B4-BE49-F238E27FC236}">
                  <a16:creationId xmlns:a16="http://schemas.microsoft.com/office/drawing/2014/main" id="{08494018-3AB9-1E08-568D-5C737C0EBC02}"/>
                </a:ext>
              </a:extLst>
            </p:cNvPr>
            <p:cNvSpPr/>
            <p:nvPr/>
          </p:nvSpPr>
          <p:spPr>
            <a:xfrm>
              <a:off x="260049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89">
              <a:extLst>
                <a:ext uri="{FF2B5EF4-FFF2-40B4-BE49-F238E27FC236}">
                  <a16:creationId xmlns:a16="http://schemas.microsoft.com/office/drawing/2014/main" id="{434CE858-7D89-8F77-BF39-11A239F5EF7B}"/>
                </a:ext>
              </a:extLst>
            </p:cNvPr>
            <p:cNvSpPr/>
            <p:nvPr/>
          </p:nvSpPr>
          <p:spPr>
            <a:xfrm>
              <a:off x="260993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0">
              <a:extLst>
                <a:ext uri="{FF2B5EF4-FFF2-40B4-BE49-F238E27FC236}">
                  <a16:creationId xmlns:a16="http://schemas.microsoft.com/office/drawing/2014/main" id="{084455D2-5596-102F-E52E-DC48261E240B}"/>
                </a:ext>
              </a:extLst>
            </p:cNvPr>
            <p:cNvSpPr/>
            <p:nvPr/>
          </p:nvSpPr>
          <p:spPr>
            <a:xfrm>
              <a:off x="2628814" y="20096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400" y="897656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1">
              <a:extLst>
                <a:ext uri="{FF2B5EF4-FFF2-40B4-BE49-F238E27FC236}">
                  <a16:creationId xmlns:a16="http://schemas.microsoft.com/office/drawing/2014/main" id="{6F6E1F75-55FC-F884-31C8-8DA7C67157B4}"/>
                </a:ext>
              </a:extLst>
            </p:cNvPr>
            <p:cNvSpPr/>
            <p:nvPr/>
          </p:nvSpPr>
          <p:spPr>
            <a:xfrm>
              <a:off x="2628814" y="2009664"/>
              <a:ext cx="923124" cy="914400"/>
            </a:xfrm>
            <a:custGeom>
              <a:avLst/>
              <a:gdLst/>
              <a:ahLst/>
              <a:cxnLst/>
              <a:rect l="0" t="0" r="0" b="0"/>
              <a:pathLst>
                <a:path w="923124" h="914400">
                  <a:moveTo>
                    <a:pt x="914400" y="914400"/>
                  </a:moveTo>
                  <a:lnTo>
                    <a:pt x="914400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2">
              <a:extLst>
                <a:ext uri="{FF2B5EF4-FFF2-40B4-BE49-F238E27FC236}">
                  <a16:creationId xmlns:a16="http://schemas.microsoft.com/office/drawing/2014/main" id="{9FEC4B2B-D4F1-2BB5-5363-A65AD508727E}"/>
                </a:ext>
              </a:extLst>
            </p:cNvPr>
            <p:cNvSpPr/>
            <p:nvPr/>
          </p:nvSpPr>
          <p:spPr>
            <a:xfrm>
              <a:off x="3176348" y="199209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3">
              <a:extLst>
                <a:ext uri="{FF2B5EF4-FFF2-40B4-BE49-F238E27FC236}">
                  <a16:creationId xmlns:a16="http://schemas.microsoft.com/office/drawing/2014/main" id="{B6E8AB4E-EE33-0504-837F-058A9D8AB967}"/>
                </a:ext>
              </a:extLst>
            </p:cNvPr>
            <p:cNvSpPr/>
            <p:nvPr/>
          </p:nvSpPr>
          <p:spPr>
            <a:xfrm>
              <a:off x="317634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4">
              <a:extLst>
                <a:ext uri="{FF2B5EF4-FFF2-40B4-BE49-F238E27FC236}">
                  <a16:creationId xmlns:a16="http://schemas.microsoft.com/office/drawing/2014/main" id="{E3A59804-E466-A4A4-CB45-8E39E8D06E35}"/>
                </a:ext>
              </a:extLst>
            </p:cNvPr>
            <p:cNvSpPr/>
            <p:nvPr/>
          </p:nvSpPr>
          <p:spPr>
            <a:xfrm>
              <a:off x="318578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5">
              <a:extLst>
                <a:ext uri="{FF2B5EF4-FFF2-40B4-BE49-F238E27FC236}">
                  <a16:creationId xmlns:a16="http://schemas.microsoft.com/office/drawing/2014/main" id="{AF64B82A-B85A-FEA0-D9F2-08070574C673}"/>
                </a:ext>
              </a:extLst>
            </p:cNvPr>
            <p:cNvSpPr/>
            <p:nvPr/>
          </p:nvSpPr>
          <p:spPr>
            <a:xfrm>
              <a:off x="319522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6">
              <a:extLst>
                <a:ext uri="{FF2B5EF4-FFF2-40B4-BE49-F238E27FC236}">
                  <a16:creationId xmlns:a16="http://schemas.microsoft.com/office/drawing/2014/main" id="{1176E278-1F19-BD00-4D0A-4F54A374E991}"/>
                </a:ext>
              </a:extLst>
            </p:cNvPr>
            <p:cNvSpPr/>
            <p:nvPr/>
          </p:nvSpPr>
          <p:spPr>
            <a:xfrm>
              <a:off x="320466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7">
              <a:extLst>
                <a:ext uri="{FF2B5EF4-FFF2-40B4-BE49-F238E27FC236}">
                  <a16:creationId xmlns:a16="http://schemas.microsoft.com/office/drawing/2014/main" id="{6BD11194-6F50-EFCE-B683-EBBAC9B67C0C}"/>
                </a:ext>
              </a:extLst>
            </p:cNvPr>
            <p:cNvSpPr/>
            <p:nvPr/>
          </p:nvSpPr>
          <p:spPr>
            <a:xfrm>
              <a:off x="321410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8">
              <a:extLst>
                <a:ext uri="{FF2B5EF4-FFF2-40B4-BE49-F238E27FC236}">
                  <a16:creationId xmlns:a16="http://schemas.microsoft.com/office/drawing/2014/main" id="{D521E978-765A-5939-6522-26F4F6EF2AD0}"/>
                </a:ext>
              </a:extLst>
            </p:cNvPr>
            <p:cNvSpPr/>
            <p:nvPr/>
          </p:nvSpPr>
          <p:spPr>
            <a:xfrm>
              <a:off x="322354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599">
              <a:extLst>
                <a:ext uri="{FF2B5EF4-FFF2-40B4-BE49-F238E27FC236}">
                  <a16:creationId xmlns:a16="http://schemas.microsoft.com/office/drawing/2014/main" id="{55C34898-A49A-2554-A47D-579C7A420293}"/>
                </a:ext>
              </a:extLst>
            </p:cNvPr>
            <p:cNvSpPr/>
            <p:nvPr/>
          </p:nvSpPr>
          <p:spPr>
            <a:xfrm>
              <a:off x="323298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0">
              <a:extLst>
                <a:ext uri="{FF2B5EF4-FFF2-40B4-BE49-F238E27FC236}">
                  <a16:creationId xmlns:a16="http://schemas.microsoft.com/office/drawing/2014/main" id="{43171007-D00F-64B9-E72B-EB2314B45059}"/>
                </a:ext>
              </a:extLst>
            </p:cNvPr>
            <p:cNvSpPr/>
            <p:nvPr/>
          </p:nvSpPr>
          <p:spPr>
            <a:xfrm>
              <a:off x="324242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1">
              <a:extLst>
                <a:ext uri="{FF2B5EF4-FFF2-40B4-BE49-F238E27FC236}">
                  <a16:creationId xmlns:a16="http://schemas.microsoft.com/office/drawing/2014/main" id="{58DC324A-8088-5BFE-685A-C11A1B6DD5A2}"/>
                </a:ext>
              </a:extLst>
            </p:cNvPr>
            <p:cNvSpPr/>
            <p:nvPr/>
          </p:nvSpPr>
          <p:spPr>
            <a:xfrm>
              <a:off x="325187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2">
              <a:extLst>
                <a:ext uri="{FF2B5EF4-FFF2-40B4-BE49-F238E27FC236}">
                  <a16:creationId xmlns:a16="http://schemas.microsoft.com/office/drawing/2014/main" id="{02366B08-E1C1-6E3D-8394-B5A1E080A154}"/>
                </a:ext>
              </a:extLst>
            </p:cNvPr>
            <p:cNvSpPr/>
            <p:nvPr/>
          </p:nvSpPr>
          <p:spPr>
            <a:xfrm>
              <a:off x="326131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3">
              <a:extLst>
                <a:ext uri="{FF2B5EF4-FFF2-40B4-BE49-F238E27FC236}">
                  <a16:creationId xmlns:a16="http://schemas.microsoft.com/office/drawing/2014/main" id="{49A4FA9A-6775-5D67-0E10-7B86D79B3343}"/>
                </a:ext>
              </a:extLst>
            </p:cNvPr>
            <p:cNvSpPr/>
            <p:nvPr/>
          </p:nvSpPr>
          <p:spPr>
            <a:xfrm>
              <a:off x="327075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4">
              <a:extLst>
                <a:ext uri="{FF2B5EF4-FFF2-40B4-BE49-F238E27FC236}">
                  <a16:creationId xmlns:a16="http://schemas.microsoft.com/office/drawing/2014/main" id="{C79179D2-8CA4-8A31-B082-2B726D31CA96}"/>
                </a:ext>
              </a:extLst>
            </p:cNvPr>
            <p:cNvSpPr/>
            <p:nvPr/>
          </p:nvSpPr>
          <p:spPr>
            <a:xfrm>
              <a:off x="328019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5">
              <a:extLst>
                <a:ext uri="{FF2B5EF4-FFF2-40B4-BE49-F238E27FC236}">
                  <a16:creationId xmlns:a16="http://schemas.microsoft.com/office/drawing/2014/main" id="{0FB00404-9A07-C84F-C2D1-76DDEA5D202D}"/>
                </a:ext>
              </a:extLst>
            </p:cNvPr>
            <p:cNvSpPr/>
            <p:nvPr/>
          </p:nvSpPr>
          <p:spPr>
            <a:xfrm>
              <a:off x="328963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6">
              <a:extLst>
                <a:ext uri="{FF2B5EF4-FFF2-40B4-BE49-F238E27FC236}">
                  <a16:creationId xmlns:a16="http://schemas.microsoft.com/office/drawing/2014/main" id="{23046998-799F-F858-2D12-44FEC0A9FCBF}"/>
                </a:ext>
              </a:extLst>
            </p:cNvPr>
            <p:cNvSpPr/>
            <p:nvPr/>
          </p:nvSpPr>
          <p:spPr>
            <a:xfrm>
              <a:off x="329907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7">
              <a:extLst>
                <a:ext uri="{FF2B5EF4-FFF2-40B4-BE49-F238E27FC236}">
                  <a16:creationId xmlns:a16="http://schemas.microsoft.com/office/drawing/2014/main" id="{CB5DB01A-D9E5-DD53-4722-5C0CB30CB81A}"/>
                </a:ext>
              </a:extLst>
            </p:cNvPr>
            <p:cNvSpPr/>
            <p:nvPr/>
          </p:nvSpPr>
          <p:spPr>
            <a:xfrm>
              <a:off x="330851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8">
              <a:extLst>
                <a:ext uri="{FF2B5EF4-FFF2-40B4-BE49-F238E27FC236}">
                  <a16:creationId xmlns:a16="http://schemas.microsoft.com/office/drawing/2014/main" id="{A5454BBF-61B9-BEDA-8245-390EA6DEE045}"/>
                </a:ext>
              </a:extLst>
            </p:cNvPr>
            <p:cNvSpPr/>
            <p:nvPr/>
          </p:nvSpPr>
          <p:spPr>
            <a:xfrm>
              <a:off x="331795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09">
              <a:extLst>
                <a:ext uri="{FF2B5EF4-FFF2-40B4-BE49-F238E27FC236}">
                  <a16:creationId xmlns:a16="http://schemas.microsoft.com/office/drawing/2014/main" id="{682F27F6-D89D-9BDA-DE32-BBEC8702F606}"/>
                </a:ext>
              </a:extLst>
            </p:cNvPr>
            <p:cNvSpPr/>
            <p:nvPr/>
          </p:nvSpPr>
          <p:spPr>
            <a:xfrm>
              <a:off x="332739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0">
              <a:extLst>
                <a:ext uri="{FF2B5EF4-FFF2-40B4-BE49-F238E27FC236}">
                  <a16:creationId xmlns:a16="http://schemas.microsoft.com/office/drawing/2014/main" id="{141E451D-F1C5-759E-44FE-6FD47D76777B}"/>
                </a:ext>
              </a:extLst>
            </p:cNvPr>
            <p:cNvSpPr/>
            <p:nvPr/>
          </p:nvSpPr>
          <p:spPr>
            <a:xfrm>
              <a:off x="333683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1">
              <a:extLst>
                <a:ext uri="{FF2B5EF4-FFF2-40B4-BE49-F238E27FC236}">
                  <a16:creationId xmlns:a16="http://schemas.microsoft.com/office/drawing/2014/main" id="{1F131759-6D25-117B-DC93-9241DDE8DF2D}"/>
                </a:ext>
              </a:extLst>
            </p:cNvPr>
            <p:cNvSpPr/>
            <p:nvPr/>
          </p:nvSpPr>
          <p:spPr>
            <a:xfrm>
              <a:off x="334627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2">
              <a:extLst>
                <a:ext uri="{FF2B5EF4-FFF2-40B4-BE49-F238E27FC236}">
                  <a16:creationId xmlns:a16="http://schemas.microsoft.com/office/drawing/2014/main" id="{AA67566C-9FF9-8064-6B1F-E06BA044FCCA}"/>
                </a:ext>
              </a:extLst>
            </p:cNvPr>
            <p:cNvSpPr/>
            <p:nvPr/>
          </p:nvSpPr>
          <p:spPr>
            <a:xfrm>
              <a:off x="3355712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3">
              <a:extLst>
                <a:ext uri="{FF2B5EF4-FFF2-40B4-BE49-F238E27FC236}">
                  <a16:creationId xmlns:a16="http://schemas.microsoft.com/office/drawing/2014/main" id="{6A2F695F-2666-B4F2-F76A-75841D49CDE6}"/>
                </a:ext>
              </a:extLst>
            </p:cNvPr>
            <p:cNvSpPr/>
            <p:nvPr/>
          </p:nvSpPr>
          <p:spPr>
            <a:xfrm>
              <a:off x="336515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4">
              <a:extLst>
                <a:ext uri="{FF2B5EF4-FFF2-40B4-BE49-F238E27FC236}">
                  <a16:creationId xmlns:a16="http://schemas.microsoft.com/office/drawing/2014/main" id="{5E0C40C1-C519-2425-1DEA-DDB79C9C3FA2}"/>
                </a:ext>
              </a:extLst>
            </p:cNvPr>
            <p:cNvSpPr/>
            <p:nvPr/>
          </p:nvSpPr>
          <p:spPr>
            <a:xfrm>
              <a:off x="337459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5">
              <a:extLst>
                <a:ext uri="{FF2B5EF4-FFF2-40B4-BE49-F238E27FC236}">
                  <a16:creationId xmlns:a16="http://schemas.microsoft.com/office/drawing/2014/main" id="{E31DA44E-667A-B3AF-EF68-12847908730E}"/>
                </a:ext>
              </a:extLst>
            </p:cNvPr>
            <p:cNvSpPr/>
            <p:nvPr/>
          </p:nvSpPr>
          <p:spPr>
            <a:xfrm>
              <a:off x="338403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6">
              <a:extLst>
                <a:ext uri="{FF2B5EF4-FFF2-40B4-BE49-F238E27FC236}">
                  <a16:creationId xmlns:a16="http://schemas.microsoft.com/office/drawing/2014/main" id="{8A2289C4-421D-C2B3-3A7F-CCF361A84790}"/>
                </a:ext>
              </a:extLst>
            </p:cNvPr>
            <p:cNvSpPr/>
            <p:nvPr/>
          </p:nvSpPr>
          <p:spPr>
            <a:xfrm>
              <a:off x="339347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7">
              <a:extLst>
                <a:ext uri="{FF2B5EF4-FFF2-40B4-BE49-F238E27FC236}">
                  <a16:creationId xmlns:a16="http://schemas.microsoft.com/office/drawing/2014/main" id="{D9423B31-E538-88DA-6108-08EA8D45691B}"/>
                </a:ext>
              </a:extLst>
            </p:cNvPr>
            <p:cNvSpPr/>
            <p:nvPr/>
          </p:nvSpPr>
          <p:spPr>
            <a:xfrm>
              <a:off x="340291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8">
              <a:extLst>
                <a:ext uri="{FF2B5EF4-FFF2-40B4-BE49-F238E27FC236}">
                  <a16:creationId xmlns:a16="http://schemas.microsoft.com/office/drawing/2014/main" id="{C719609A-A6FE-1A1B-AFD1-A59ECA943514}"/>
                </a:ext>
              </a:extLst>
            </p:cNvPr>
            <p:cNvSpPr/>
            <p:nvPr/>
          </p:nvSpPr>
          <p:spPr>
            <a:xfrm>
              <a:off x="3412354" y="20096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19">
              <a:extLst>
                <a:ext uri="{FF2B5EF4-FFF2-40B4-BE49-F238E27FC236}">
                  <a16:creationId xmlns:a16="http://schemas.microsoft.com/office/drawing/2014/main" id="{9E3B0540-14C5-9202-B7F0-AFFD401FF93C}"/>
                </a:ext>
              </a:extLst>
            </p:cNvPr>
            <p:cNvSpPr/>
            <p:nvPr/>
          </p:nvSpPr>
          <p:spPr>
            <a:xfrm>
              <a:off x="3421794" y="1992094"/>
              <a:ext cx="914727" cy="916241"/>
            </a:xfrm>
            <a:custGeom>
              <a:avLst/>
              <a:gdLst/>
              <a:ahLst/>
              <a:cxnLst/>
              <a:rect l="0" t="0" r="0" b="0"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0">
              <a:extLst>
                <a:ext uri="{FF2B5EF4-FFF2-40B4-BE49-F238E27FC236}">
                  <a16:creationId xmlns:a16="http://schemas.microsoft.com/office/drawing/2014/main" id="{F8A4D1D9-9633-52CA-4B4B-9DF3B37B0CC9}"/>
                </a:ext>
              </a:extLst>
            </p:cNvPr>
            <p:cNvSpPr/>
            <p:nvPr/>
          </p:nvSpPr>
          <p:spPr>
            <a:xfrm>
              <a:off x="2317286" y="1974524"/>
              <a:ext cx="914400" cy="928031"/>
            </a:xfrm>
            <a:custGeom>
              <a:avLst/>
              <a:gdLst/>
              <a:ahLst/>
              <a:cxnLst/>
              <a:rect l="0" t="0" r="0" b="0"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1">
              <a:extLst>
                <a:ext uri="{FF2B5EF4-FFF2-40B4-BE49-F238E27FC236}">
                  <a16:creationId xmlns:a16="http://schemas.microsoft.com/office/drawing/2014/main" id="{F9D6BFD1-3F15-2AAC-EB49-320BF417DACA}"/>
                </a:ext>
              </a:extLst>
            </p:cNvPr>
            <p:cNvSpPr/>
            <p:nvPr/>
          </p:nvSpPr>
          <p:spPr>
            <a:xfrm>
              <a:off x="231728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2">
              <a:extLst>
                <a:ext uri="{FF2B5EF4-FFF2-40B4-BE49-F238E27FC236}">
                  <a16:creationId xmlns:a16="http://schemas.microsoft.com/office/drawing/2014/main" id="{441FF18B-F65B-3608-1664-FD2B02496F54}"/>
                </a:ext>
              </a:extLst>
            </p:cNvPr>
            <p:cNvSpPr/>
            <p:nvPr/>
          </p:nvSpPr>
          <p:spPr>
            <a:xfrm>
              <a:off x="232672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3">
              <a:extLst>
                <a:ext uri="{FF2B5EF4-FFF2-40B4-BE49-F238E27FC236}">
                  <a16:creationId xmlns:a16="http://schemas.microsoft.com/office/drawing/2014/main" id="{35DAFF35-7797-B5D8-A983-BD775E26AAAB}"/>
                </a:ext>
              </a:extLst>
            </p:cNvPr>
            <p:cNvSpPr/>
            <p:nvPr/>
          </p:nvSpPr>
          <p:spPr>
            <a:xfrm>
              <a:off x="233616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4">
              <a:extLst>
                <a:ext uri="{FF2B5EF4-FFF2-40B4-BE49-F238E27FC236}">
                  <a16:creationId xmlns:a16="http://schemas.microsoft.com/office/drawing/2014/main" id="{030B143D-39A9-9A60-6CC3-77C1FD3E85C2}"/>
                </a:ext>
              </a:extLst>
            </p:cNvPr>
            <p:cNvSpPr/>
            <p:nvPr/>
          </p:nvSpPr>
          <p:spPr>
            <a:xfrm>
              <a:off x="234560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5">
              <a:extLst>
                <a:ext uri="{FF2B5EF4-FFF2-40B4-BE49-F238E27FC236}">
                  <a16:creationId xmlns:a16="http://schemas.microsoft.com/office/drawing/2014/main" id="{EA07EF35-BF07-927B-3151-5C74B931479A}"/>
                </a:ext>
              </a:extLst>
            </p:cNvPr>
            <p:cNvSpPr/>
            <p:nvPr/>
          </p:nvSpPr>
          <p:spPr>
            <a:xfrm>
              <a:off x="235504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6">
              <a:extLst>
                <a:ext uri="{FF2B5EF4-FFF2-40B4-BE49-F238E27FC236}">
                  <a16:creationId xmlns:a16="http://schemas.microsoft.com/office/drawing/2014/main" id="{609114B3-AE5E-9211-6C63-FBB024A22920}"/>
                </a:ext>
              </a:extLst>
            </p:cNvPr>
            <p:cNvSpPr/>
            <p:nvPr/>
          </p:nvSpPr>
          <p:spPr>
            <a:xfrm>
              <a:off x="236448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7">
              <a:extLst>
                <a:ext uri="{FF2B5EF4-FFF2-40B4-BE49-F238E27FC236}">
                  <a16:creationId xmlns:a16="http://schemas.microsoft.com/office/drawing/2014/main" id="{2F312F3C-C31A-9574-82C1-E6A5BA5F570F}"/>
                </a:ext>
              </a:extLst>
            </p:cNvPr>
            <p:cNvSpPr/>
            <p:nvPr/>
          </p:nvSpPr>
          <p:spPr>
            <a:xfrm>
              <a:off x="237392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8">
              <a:extLst>
                <a:ext uri="{FF2B5EF4-FFF2-40B4-BE49-F238E27FC236}">
                  <a16:creationId xmlns:a16="http://schemas.microsoft.com/office/drawing/2014/main" id="{4DED6EA0-CD19-FF56-677E-51FB490C6324}"/>
                </a:ext>
              </a:extLst>
            </p:cNvPr>
            <p:cNvSpPr/>
            <p:nvPr/>
          </p:nvSpPr>
          <p:spPr>
            <a:xfrm>
              <a:off x="238336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29">
              <a:extLst>
                <a:ext uri="{FF2B5EF4-FFF2-40B4-BE49-F238E27FC236}">
                  <a16:creationId xmlns:a16="http://schemas.microsoft.com/office/drawing/2014/main" id="{7E5BBC25-9EE3-D8DF-BDBF-2F2BEA303A55}"/>
                </a:ext>
              </a:extLst>
            </p:cNvPr>
            <p:cNvSpPr/>
            <p:nvPr/>
          </p:nvSpPr>
          <p:spPr>
            <a:xfrm>
              <a:off x="239280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0">
              <a:extLst>
                <a:ext uri="{FF2B5EF4-FFF2-40B4-BE49-F238E27FC236}">
                  <a16:creationId xmlns:a16="http://schemas.microsoft.com/office/drawing/2014/main" id="{B9ADCE22-1FFF-FD44-0D4D-D9051A9ACEC4}"/>
                </a:ext>
              </a:extLst>
            </p:cNvPr>
            <p:cNvSpPr/>
            <p:nvPr/>
          </p:nvSpPr>
          <p:spPr>
            <a:xfrm>
              <a:off x="240224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1">
              <a:extLst>
                <a:ext uri="{FF2B5EF4-FFF2-40B4-BE49-F238E27FC236}">
                  <a16:creationId xmlns:a16="http://schemas.microsoft.com/office/drawing/2014/main" id="{330F2BFD-577E-64F2-5A62-E1E92BCB1D62}"/>
                </a:ext>
              </a:extLst>
            </p:cNvPr>
            <p:cNvSpPr/>
            <p:nvPr/>
          </p:nvSpPr>
          <p:spPr>
            <a:xfrm>
              <a:off x="241168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2">
              <a:extLst>
                <a:ext uri="{FF2B5EF4-FFF2-40B4-BE49-F238E27FC236}">
                  <a16:creationId xmlns:a16="http://schemas.microsoft.com/office/drawing/2014/main" id="{FECF2BCD-56A5-683C-A17E-79DECDB7CE1F}"/>
                </a:ext>
              </a:extLst>
            </p:cNvPr>
            <p:cNvSpPr/>
            <p:nvPr/>
          </p:nvSpPr>
          <p:spPr>
            <a:xfrm>
              <a:off x="242112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3">
              <a:extLst>
                <a:ext uri="{FF2B5EF4-FFF2-40B4-BE49-F238E27FC236}">
                  <a16:creationId xmlns:a16="http://schemas.microsoft.com/office/drawing/2014/main" id="{5B61EA75-0565-372E-2EC2-009DC685751D}"/>
                </a:ext>
              </a:extLst>
            </p:cNvPr>
            <p:cNvSpPr/>
            <p:nvPr/>
          </p:nvSpPr>
          <p:spPr>
            <a:xfrm>
              <a:off x="243056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4">
              <a:extLst>
                <a:ext uri="{FF2B5EF4-FFF2-40B4-BE49-F238E27FC236}">
                  <a16:creationId xmlns:a16="http://schemas.microsoft.com/office/drawing/2014/main" id="{A289B0AC-7F55-1791-EF49-DE8E93FC6606}"/>
                </a:ext>
              </a:extLst>
            </p:cNvPr>
            <p:cNvSpPr/>
            <p:nvPr/>
          </p:nvSpPr>
          <p:spPr>
            <a:xfrm>
              <a:off x="244000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5">
              <a:extLst>
                <a:ext uri="{FF2B5EF4-FFF2-40B4-BE49-F238E27FC236}">
                  <a16:creationId xmlns:a16="http://schemas.microsoft.com/office/drawing/2014/main" id="{CDFF3146-24CB-26EE-DEEE-4592D066A12E}"/>
                </a:ext>
              </a:extLst>
            </p:cNvPr>
            <p:cNvSpPr/>
            <p:nvPr/>
          </p:nvSpPr>
          <p:spPr>
            <a:xfrm>
              <a:off x="244944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6">
              <a:extLst>
                <a:ext uri="{FF2B5EF4-FFF2-40B4-BE49-F238E27FC236}">
                  <a16:creationId xmlns:a16="http://schemas.microsoft.com/office/drawing/2014/main" id="{819FCF11-745C-C0DA-DBF5-7F57482DD824}"/>
                </a:ext>
              </a:extLst>
            </p:cNvPr>
            <p:cNvSpPr/>
            <p:nvPr/>
          </p:nvSpPr>
          <p:spPr>
            <a:xfrm>
              <a:off x="245889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7">
              <a:extLst>
                <a:ext uri="{FF2B5EF4-FFF2-40B4-BE49-F238E27FC236}">
                  <a16:creationId xmlns:a16="http://schemas.microsoft.com/office/drawing/2014/main" id="{7BD085FC-D3FE-3073-4898-35035EDB4A91}"/>
                </a:ext>
              </a:extLst>
            </p:cNvPr>
            <p:cNvSpPr/>
            <p:nvPr/>
          </p:nvSpPr>
          <p:spPr>
            <a:xfrm>
              <a:off x="246833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8">
              <a:extLst>
                <a:ext uri="{FF2B5EF4-FFF2-40B4-BE49-F238E27FC236}">
                  <a16:creationId xmlns:a16="http://schemas.microsoft.com/office/drawing/2014/main" id="{93C9BFC2-4796-E5F1-13B5-E89155234F13}"/>
                </a:ext>
              </a:extLst>
            </p:cNvPr>
            <p:cNvSpPr/>
            <p:nvPr/>
          </p:nvSpPr>
          <p:spPr>
            <a:xfrm>
              <a:off x="247777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39">
              <a:extLst>
                <a:ext uri="{FF2B5EF4-FFF2-40B4-BE49-F238E27FC236}">
                  <a16:creationId xmlns:a16="http://schemas.microsoft.com/office/drawing/2014/main" id="{172EB5E7-7A3F-032B-05E5-90DF02E3474C}"/>
                </a:ext>
              </a:extLst>
            </p:cNvPr>
            <p:cNvSpPr/>
            <p:nvPr/>
          </p:nvSpPr>
          <p:spPr>
            <a:xfrm>
              <a:off x="248721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0">
              <a:extLst>
                <a:ext uri="{FF2B5EF4-FFF2-40B4-BE49-F238E27FC236}">
                  <a16:creationId xmlns:a16="http://schemas.microsoft.com/office/drawing/2014/main" id="{500CEFBF-DF0D-0588-5812-5B44AE0BA29C}"/>
                </a:ext>
              </a:extLst>
            </p:cNvPr>
            <p:cNvSpPr/>
            <p:nvPr/>
          </p:nvSpPr>
          <p:spPr>
            <a:xfrm>
              <a:off x="249665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1">
              <a:extLst>
                <a:ext uri="{FF2B5EF4-FFF2-40B4-BE49-F238E27FC236}">
                  <a16:creationId xmlns:a16="http://schemas.microsoft.com/office/drawing/2014/main" id="{5741F84F-E683-02F9-F77E-4698609505C9}"/>
                </a:ext>
              </a:extLst>
            </p:cNvPr>
            <p:cNvSpPr/>
            <p:nvPr/>
          </p:nvSpPr>
          <p:spPr>
            <a:xfrm>
              <a:off x="250609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2">
              <a:extLst>
                <a:ext uri="{FF2B5EF4-FFF2-40B4-BE49-F238E27FC236}">
                  <a16:creationId xmlns:a16="http://schemas.microsoft.com/office/drawing/2014/main" id="{0AD21986-7EE3-8FB7-94D5-DB917A9B1553}"/>
                </a:ext>
              </a:extLst>
            </p:cNvPr>
            <p:cNvSpPr/>
            <p:nvPr/>
          </p:nvSpPr>
          <p:spPr>
            <a:xfrm>
              <a:off x="251553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3">
              <a:extLst>
                <a:ext uri="{FF2B5EF4-FFF2-40B4-BE49-F238E27FC236}">
                  <a16:creationId xmlns:a16="http://schemas.microsoft.com/office/drawing/2014/main" id="{254EC99B-4DA0-789F-8761-DE78C3E1627B}"/>
                </a:ext>
              </a:extLst>
            </p:cNvPr>
            <p:cNvSpPr/>
            <p:nvPr/>
          </p:nvSpPr>
          <p:spPr>
            <a:xfrm>
              <a:off x="252497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4">
              <a:extLst>
                <a:ext uri="{FF2B5EF4-FFF2-40B4-BE49-F238E27FC236}">
                  <a16:creationId xmlns:a16="http://schemas.microsoft.com/office/drawing/2014/main" id="{F56ECEDD-9761-2539-7D22-BCEF4E6795DE}"/>
                </a:ext>
              </a:extLst>
            </p:cNvPr>
            <p:cNvSpPr/>
            <p:nvPr/>
          </p:nvSpPr>
          <p:spPr>
            <a:xfrm>
              <a:off x="253441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5">
              <a:extLst>
                <a:ext uri="{FF2B5EF4-FFF2-40B4-BE49-F238E27FC236}">
                  <a16:creationId xmlns:a16="http://schemas.microsoft.com/office/drawing/2014/main" id="{2724C817-664C-E71D-BFE8-79F4B7EB1A54}"/>
                </a:ext>
              </a:extLst>
            </p:cNvPr>
            <p:cNvSpPr/>
            <p:nvPr/>
          </p:nvSpPr>
          <p:spPr>
            <a:xfrm>
              <a:off x="254385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6">
              <a:extLst>
                <a:ext uri="{FF2B5EF4-FFF2-40B4-BE49-F238E27FC236}">
                  <a16:creationId xmlns:a16="http://schemas.microsoft.com/office/drawing/2014/main" id="{680F35FC-AE05-468C-F9EE-F87D74896708}"/>
                </a:ext>
              </a:extLst>
            </p:cNvPr>
            <p:cNvSpPr/>
            <p:nvPr/>
          </p:nvSpPr>
          <p:spPr>
            <a:xfrm>
              <a:off x="255329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7">
              <a:extLst>
                <a:ext uri="{FF2B5EF4-FFF2-40B4-BE49-F238E27FC236}">
                  <a16:creationId xmlns:a16="http://schemas.microsoft.com/office/drawing/2014/main" id="{563BCFDF-3090-E372-654C-F9FEB0556A98}"/>
                </a:ext>
              </a:extLst>
            </p:cNvPr>
            <p:cNvSpPr/>
            <p:nvPr/>
          </p:nvSpPr>
          <p:spPr>
            <a:xfrm>
              <a:off x="256273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8">
              <a:extLst>
                <a:ext uri="{FF2B5EF4-FFF2-40B4-BE49-F238E27FC236}">
                  <a16:creationId xmlns:a16="http://schemas.microsoft.com/office/drawing/2014/main" id="{4E8EDFD9-C2DC-C344-6E85-8EFDC74B7D56}"/>
                </a:ext>
              </a:extLst>
            </p:cNvPr>
            <p:cNvSpPr/>
            <p:nvPr/>
          </p:nvSpPr>
          <p:spPr>
            <a:xfrm>
              <a:off x="257217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49">
              <a:extLst>
                <a:ext uri="{FF2B5EF4-FFF2-40B4-BE49-F238E27FC236}">
                  <a16:creationId xmlns:a16="http://schemas.microsoft.com/office/drawing/2014/main" id="{A1C65B0B-54DE-200B-8A7D-9288CFE7C1FE}"/>
                </a:ext>
              </a:extLst>
            </p:cNvPr>
            <p:cNvSpPr/>
            <p:nvPr/>
          </p:nvSpPr>
          <p:spPr>
            <a:xfrm>
              <a:off x="258161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0">
              <a:extLst>
                <a:ext uri="{FF2B5EF4-FFF2-40B4-BE49-F238E27FC236}">
                  <a16:creationId xmlns:a16="http://schemas.microsoft.com/office/drawing/2014/main" id="{C55213AB-1262-7041-1905-857E9CB5DA22}"/>
                </a:ext>
              </a:extLst>
            </p:cNvPr>
            <p:cNvSpPr/>
            <p:nvPr/>
          </p:nvSpPr>
          <p:spPr>
            <a:xfrm>
              <a:off x="259105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1">
              <a:extLst>
                <a:ext uri="{FF2B5EF4-FFF2-40B4-BE49-F238E27FC236}">
                  <a16:creationId xmlns:a16="http://schemas.microsoft.com/office/drawing/2014/main" id="{1CA3DC62-D56D-3646-F1AF-ADD27257C2A1}"/>
                </a:ext>
              </a:extLst>
            </p:cNvPr>
            <p:cNvSpPr/>
            <p:nvPr/>
          </p:nvSpPr>
          <p:spPr>
            <a:xfrm>
              <a:off x="260049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2">
              <a:extLst>
                <a:ext uri="{FF2B5EF4-FFF2-40B4-BE49-F238E27FC236}">
                  <a16:creationId xmlns:a16="http://schemas.microsoft.com/office/drawing/2014/main" id="{19B83EBA-61DF-62B6-0D8D-90D4B42E2AD3}"/>
                </a:ext>
              </a:extLst>
            </p:cNvPr>
            <p:cNvSpPr/>
            <p:nvPr/>
          </p:nvSpPr>
          <p:spPr>
            <a:xfrm>
              <a:off x="2619374" y="19920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399" y="89926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3">
              <a:extLst>
                <a:ext uri="{FF2B5EF4-FFF2-40B4-BE49-F238E27FC236}">
                  <a16:creationId xmlns:a16="http://schemas.microsoft.com/office/drawing/2014/main" id="{0F9AE906-50AA-1C77-F430-A1A51418A570}"/>
                </a:ext>
              </a:extLst>
            </p:cNvPr>
            <p:cNvSpPr/>
            <p:nvPr/>
          </p:nvSpPr>
          <p:spPr>
            <a:xfrm>
              <a:off x="2619374" y="1992094"/>
              <a:ext cx="923411" cy="914400"/>
            </a:xfrm>
            <a:custGeom>
              <a:avLst/>
              <a:gdLst/>
              <a:ahLst/>
              <a:cxnLst/>
              <a:rect l="0" t="0" r="0" b="0"/>
              <a:pathLst>
                <a:path w="923411" h="914400">
                  <a:moveTo>
                    <a:pt x="914399" y="914400"/>
                  </a:moveTo>
                  <a:lnTo>
                    <a:pt x="914399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4">
              <a:extLst>
                <a:ext uri="{FF2B5EF4-FFF2-40B4-BE49-F238E27FC236}">
                  <a16:creationId xmlns:a16="http://schemas.microsoft.com/office/drawing/2014/main" id="{0235C811-DDA0-00A4-02CE-F88A0D461C36}"/>
                </a:ext>
              </a:extLst>
            </p:cNvPr>
            <p:cNvSpPr/>
            <p:nvPr/>
          </p:nvSpPr>
          <p:spPr>
            <a:xfrm>
              <a:off x="3176348" y="197452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5">
              <a:extLst>
                <a:ext uri="{FF2B5EF4-FFF2-40B4-BE49-F238E27FC236}">
                  <a16:creationId xmlns:a16="http://schemas.microsoft.com/office/drawing/2014/main" id="{15E34EE7-FC4E-569B-9B54-231825D27A51}"/>
                </a:ext>
              </a:extLst>
            </p:cNvPr>
            <p:cNvSpPr/>
            <p:nvPr/>
          </p:nvSpPr>
          <p:spPr>
            <a:xfrm>
              <a:off x="317634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6">
              <a:extLst>
                <a:ext uri="{FF2B5EF4-FFF2-40B4-BE49-F238E27FC236}">
                  <a16:creationId xmlns:a16="http://schemas.microsoft.com/office/drawing/2014/main" id="{132420C1-19D5-6F55-285C-FE79AE7A0B3E}"/>
                </a:ext>
              </a:extLst>
            </p:cNvPr>
            <p:cNvSpPr/>
            <p:nvPr/>
          </p:nvSpPr>
          <p:spPr>
            <a:xfrm>
              <a:off x="318578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7">
              <a:extLst>
                <a:ext uri="{FF2B5EF4-FFF2-40B4-BE49-F238E27FC236}">
                  <a16:creationId xmlns:a16="http://schemas.microsoft.com/office/drawing/2014/main" id="{52D5BD01-FCD0-4BF4-0444-D854222E6035}"/>
                </a:ext>
              </a:extLst>
            </p:cNvPr>
            <p:cNvSpPr/>
            <p:nvPr/>
          </p:nvSpPr>
          <p:spPr>
            <a:xfrm>
              <a:off x="319522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8">
              <a:extLst>
                <a:ext uri="{FF2B5EF4-FFF2-40B4-BE49-F238E27FC236}">
                  <a16:creationId xmlns:a16="http://schemas.microsoft.com/office/drawing/2014/main" id="{0BE87AE6-16BB-5FF0-17A5-78BCD561A694}"/>
                </a:ext>
              </a:extLst>
            </p:cNvPr>
            <p:cNvSpPr/>
            <p:nvPr/>
          </p:nvSpPr>
          <p:spPr>
            <a:xfrm>
              <a:off x="320466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59">
              <a:extLst>
                <a:ext uri="{FF2B5EF4-FFF2-40B4-BE49-F238E27FC236}">
                  <a16:creationId xmlns:a16="http://schemas.microsoft.com/office/drawing/2014/main" id="{1A02CE8F-E865-757F-FE96-9CEA4C7A5322}"/>
                </a:ext>
              </a:extLst>
            </p:cNvPr>
            <p:cNvSpPr/>
            <p:nvPr/>
          </p:nvSpPr>
          <p:spPr>
            <a:xfrm>
              <a:off x="321410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0">
              <a:extLst>
                <a:ext uri="{FF2B5EF4-FFF2-40B4-BE49-F238E27FC236}">
                  <a16:creationId xmlns:a16="http://schemas.microsoft.com/office/drawing/2014/main" id="{0A51C7CA-1B4F-8223-4A9F-F549B38052F9}"/>
                </a:ext>
              </a:extLst>
            </p:cNvPr>
            <p:cNvSpPr/>
            <p:nvPr/>
          </p:nvSpPr>
          <p:spPr>
            <a:xfrm>
              <a:off x="322354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1">
              <a:extLst>
                <a:ext uri="{FF2B5EF4-FFF2-40B4-BE49-F238E27FC236}">
                  <a16:creationId xmlns:a16="http://schemas.microsoft.com/office/drawing/2014/main" id="{BBCD2D3B-CFBF-8B39-651F-6AECA70353D0}"/>
                </a:ext>
              </a:extLst>
            </p:cNvPr>
            <p:cNvSpPr/>
            <p:nvPr/>
          </p:nvSpPr>
          <p:spPr>
            <a:xfrm>
              <a:off x="323298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2">
              <a:extLst>
                <a:ext uri="{FF2B5EF4-FFF2-40B4-BE49-F238E27FC236}">
                  <a16:creationId xmlns:a16="http://schemas.microsoft.com/office/drawing/2014/main" id="{1019E547-68E3-20FF-5484-21BBFD77BEAB}"/>
                </a:ext>
              </a:extLst>
            </p:cNvPr>
            <p:cNvSpPr/>
            <p:nvPr/>
          </p:nvSpPr>
          <p:spPr>
            <a:xfrm>
              <a:off x="324242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3">
              <a:extLst>
                <a:ext uri="{FF2B5EF4-FFF2-40B4-BE49-F238E27FC236}">
                  <a16:creationId xmlns:a16="http://schemas.microsoft.com/office/drawing/2014/main" id="{7935358D-4951-36AC-2226-D45A4A5D27E6}"/>
                </a:ext>
              </a:extLst>
            </p:cNvPr>
            <p:cNvSpPr/>
            <p:nvPr/>
          </p:nvSpPr>
          <p:spPr>
            <a:xfrm>
              <a:off x="325187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4">
              <a:extLst>
                <a:ext uri="{FF2B5EF4-FFF2-40B4-BE49-F238E27FC236}">
                  <a16:creationId xmlns:a16="http://schemas.microsoft.com/office/drawing/2014/main" id="{D5314528-212C-9532-8D6A-14CCDCF6041A}"/>
                </a:ext>
              </a:extLst>
            </p:cNvPr>
            <p:cNvSpPr/>
            <p:nvPr/>
          </p:nvSpPr>
          <p:spPr>
            <a:xfrm>
              <a:off x="326131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5">
              <a:extLst>
                <a:ext uri="{FF2B5EF4-FFF2-40B4-BE49-F238E27FC236}">
                  <a16:creationId xmlns:a16="http://schemas.microsoft.com/office/drawing/2014/main" id="{F7535FE3-0362-83E2-9144-7EBAD8C93E3E}"/>
                </a:ext>
              </a:extLst>
            </p:cNvPr>
            <p:cNvSpPr/>
            <p:nvPr/>
          </p:nvSpPr>
          <p:spPr>
            <a:xfrm>
              <a:off x="327075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6">
              <a:extLst>
                <a:ext uri="{FF2B5EF4-FFF2-40B4-BE49-F238E27FC236}">
                  <a16:creationId xmlns:a16="http://schemas.microsoft.com/office/drawing/2014/main" id="{5F0CCC1B-4172-FE5D-D5D7-4BAEA700B03F}"/>
                </a:ext>
              </a:extLst>
            </p:cNvPr>
            <p:cNvSpPr/>
            <p:nvPr/>
          </p:nvSpPr>
          <p:spPr>
            <a:xfrm>
              <a:off x="328019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7">
              <a:extLst>
                <a:ext uri="{FF2B5EF4-FFF2-40B4-BE49-F238E27FC236}">
                  <a16:creationId xmlns:a16="http://schemas.microsoft.com/office/drawing/2014/main" id="{49F49C3B-A069-41F6-5D07-E2218B91DBC3}"/>
                </a:ext>
              </a:extLst>
            </p:cNvPr>
            <p:cNvSpPr/>
            <p:nvPr/>
          </p:nvSpPr>
          <p:spPr>
            <a:xfrm>
              <a:off x="328963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8">
              <a:extLst>
                <a:ext uri="{FF2B5EF4-FFF2-40B4-BE49-F238E27FC236}">
                  <a16:creationId xmlns:a16="http://schemas.microsoft.com/office/drawing/2014/main" id="{D5984139-172B-5D3F-031E-C08B984119E8}"/>
                </a:ext>
              </a:extLst>
            </p:cNvPr>
            <p:cNvSpPr/>
            <p:nvPr/>
          </p:nvSpPr>
          <p:spPr>
            <a:xfrm>
              <a:off x="329907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69">
              <a:extLst>
                <a:ext uri="{FF2B5EF4-FFF2-40B4-BE49-F238E27FC236}">
                  <a16:creationId xmlns:a16="http://schemas.microsoft.com/office/drawing/2014/main" id="{47CBF941-E2D1-9AA4-B540-AE53504C95F6}"/>
                </a:ext>
              </a:extLst>
            </p:cNvPr>
            <p:cNvSpPr/>
            <p:nvPr/>
          </p:nvSpPr>
          <p:spPr>
            <a:xfrm>
              <a:off x="330851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0">
              <a:extLst>
                <a:ext uri="{FF2B5EF4-FFF2-40B4-BE49-F238E27FC236}">
                  <a16:creationId xmlns:a16="http://schemas.microsoft.com/office/drawing/2014/main" id="{272F5FEC-F446-BC21-053C-A3694139A858}"/>
                </a:ext>
              </a:extLst>
            </p:cNvPr>
            <p:cNvSpPr/>
            <p:nvPr/>
          </p:nvSpPr>
          <p:spPr>
            <a:xfrm>
              <a:off x="331795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1">
              <a:extLst>
                <a:ext uri="{FF2B5EF4-FFF2-40B4-BE49-F238E27FC236}">
                  <a16:creationId xmlns:a16="http://schemas.microsoft.com/office/drawing/2014/main" id="{B4A682EC-CC6C-F189-4455-ABD95C67C8BF}"/>
                </a:ext>
              </a:extLst>
            </p:cNvPr>
            <p:cNvSpPr/>
            <p:nvPr/>
          </p:nvSpPr>
          <p:spPr>
            <a:xfrm>
              <a:off x="332739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2">
              <a:extLst>
                <a:ext uri="{FF2B5EF4-FFF2-40B4-BE49-F238E27FC236}">
                  <a16:creationId xmlns:a16="http://schemas.microsoft.com/office/drawing/2014/main" id="{4DE42FA9-6CF5-CA6B-E8D5-653DA163C329}"/>
                </a:ext>
              </a:extLst>
            </p:cNvPr>
            <p:cNvSpPr/>
            <p:nvPr/>
          </p:nvSpPr>
          <p:spPr>
            <a:xfrm>
              <a:off x="333683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3">
              <a:extLst>
                <a:ext uri="{FF2B5EF4-FFF2-40B4-BE49-F238E27FC236}">
                  <a16:creationId xmlns:a16="http://schemas.microsoft.com/office/drawing/2014/main" id="{59633860-59C5-B3CD-FABC-949A6A1CB34E}"/>
                </a:ext>
              </a:extLst>
            </p:cNvPr>
            <p:cNvSpPr/>
            <p:nvPr/>
          </p:nvSpPr>
          <p:spPr>
            <a:xfrm>
              <a:off x="334627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4">
              <a:extLst>
                <a:ext uri="{FF2B5EF4-FFF2-40B4-BE49-F238E27FC236}">
                  <a16:creationId xmlns:a16="http://schemas.microsoft.com/office/drawing/2014/main" id="{1565E93C-CF3E-5909-7374-16E1A6963524}"/>
                </a:ext>
              </a:extLst>
            </p:cNvPr>
            <p:cNvSpPr/>
            <p:nvPr/>
          </p:nvSpPr>
          <p:spPr>
            <a:xfrm>
              <a:off x="3355712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5">
              <a:extLst>
                <a:ext uri="{FF2B5EF4-FFF2-40B4-BE49-F238E27FC236}">
                  <a16:creationId xmlns:a16="http://schemas.microsoft.com/office/drawing/2014/main" id="{5C288850-115D-D111-F9D3-555F420BE97C}"/>
                </a:ext>
              </a:extLst>
            </p:cNvPr>
            <p:cNvSpPr/>
            <p:nvPr/>
          </p:nvSpPr>
          <p:spPr>
            <a:xfrm>
              <a:off x="336515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6">
              <a:extLst>
                <a:ext uri="{FF2B5EF4-FFF2-40B4-BE49-F238E27FC236}">
                  <a16:creationId xmlns:a16="http://schemas.microsoft.com/office/drawing/2014/main" id="{06190192-76A1-D846-B8E5-5FDF9AACDC10}"/>
                </a:ext>
              </a:extLst>
            </p:cNvPr>
            <p:cNvSpPr/>
            <p:nvPr/>
          </p:nvSpPr>
          <p:spPr>
            <a:xfrm>
              <a:off x="337459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7">
              <a:extLst>
                <a:ext uri="{FF2B5EF4-FFF2-40B4-BE49-F238E27FC236}">
                  <a16:creationId xmlns:a16="http://schemas.microsoft.com/office/drawing/2014/main" id="{C1CD89E3-99C4-F071-B08C-5C7859EE9CE3}"/>
                </a:ext>
              </a:extLst>
            </p:cNvPr>
            <p:cNvSpPr/>
            <p:nvPr/>
          </p:nvSpPr>
          <p:spPr>
            <a:xfrm>
              <a:off x="338403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8">
              <a:extLst>
                <a:ext uri="{FF2B5EF4-FFF2-40B4-BE49-F238E27FC236}">
                  <a16:creationId xmlns:a16="http://schemas.microsoft.com/office/drawing/2014/main" id="{277BDFFC-C811-ED1E-7D78-08CEFF8CCFD5}"/>
                </a:ext>
              </a:extLst>
            </p:cNvPr>
            <p:cNvSpPr/>
            <p:nvPr/>
          </p:nvSpPr>
          <p:spPr>
            <a:xfrm>
              <a:off x="339347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79">
              <a:extLst>
                <a:ext uri="{FF2B5EF4-FFF2-40B4-BE49-F238E27FC236}">
                  <a16:creationId xmlns:a16="http://schemas.microsoft.com/office/drawing/2014/main" id="{8B2CD6E2-BC20-3E4A-03F6-1E0521666611}"/>
                </a:ext>
              </a:extLst>
            </p:cNvPr>
            <p:cNvSpPr/>
            <p:nvPr/>
          </p:nvSpPr>
          <p:spPr>
            <a:xfrm>
              <a:off x="340291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0">
              <a:extLst>
                <a:ext uri="{FF2B5EF4-FFF2-40B4-BE49-F238E27FC236}">
                  <a16:creationId xmlns:a16="http://schemas.microsoft.com/office/drawing/2014/main" id="{99977AEB-B637-17EA-B206-D94EC65F47EA}"/>
                </a:ext>
              </a:extLst>
            </p:cNvPr>
            <p:cNvSpPr/>
            <p:nvPr/>
          </p:nvSpPr>
          <p:spPr>
            <a:xfrm>
              <a:off x="341235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1">
              <a:extLst>
                <a:ext uri="{FF2B5EF4-FFF2-40B4-BE49-F238E27FC236}">
                  <a16:creationId xmlns:a16="http://schemas.microsoft.com/office/drawing/2014/main" id="{DC011524-A57E-FFA7-9512-3374C74CBE8B}"/>
                </a:ext>
              </a:extLst>
            </p:cNvPr>
            <p:cNvSpPr/>
            <p:nvPr/>
          </p:nvSpPr>
          <p:spPr>
            <a:xfrm>
              <a:off x="3421794" y="19920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2">
              <a:extLst>
                <a:ext uri="{FF2B5EF4-FFF2-40B4-BE49-F238E27FC236}">
                  <a16:creationId xmlns:a16="http://schemas.microsoft.com/office/drawing/2014/main" id="{D885A54E-79D6-BA69-C0F8-81C2905371AC}"/>
                </a:ext>
              </a:extLst>
            </p:cNvPr>
            <p:cNvSpPr/>
            <p:nvPr/>
          </p:nvSpPr>
          <p:spPr>
            <a:xfrm>
              <a:off x="2307846" y="1956954"/>
              <a:ext cx="914400" cy="929122"/>
            </a:xfrm>
            <a:custGeom>
              <a:avLst/>
              <a:gdLst/>
              <a:ahLst/>
              <a:cxnLst/>
              <a:rect l="0" t="0" r="0" b="0"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3">
              <a:extLst>
                <a:ext uri="{FF2B5EF4-FFF2-40B4-BE49-F238E27FC236}">
                  <a16:creationId xmlns:a16="http://schemas.microsoft.com/office/drawing/2014/main" id="{66CC9975-9AB3-D213-28C4-1E13233A180D}"/>
                </a:ext>
              </a:extLst>
            </p:cNvPr>
            <p:cNvSpPr/>
            <p:nvPr/>
          </p:nvSpPr>
          <p:spPr>
            <a:xfrm>
              <a:off x="230784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4">
              <a:extLst>
                <a:ext uri="{FF2B5EF4-FFF2-40B4-BE49-F238E27FC236}">
                  <a16:creationId xmlns:a16="http://schemas.microsoft.com/office/drawing/2014/main" id="{441753EE-A2DE-CCEB-B41F-C720665FF1D3}"/>
                </a:ext>
              </a:extLst>
            </p:cNvPr>
            <p:cNvSpPr/>
            <p:nvPr/>
          </p:nvSpPr>
          <p:spPr>
            <a:xfrm>
              <a:off x="231728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5">
              <a:extLst>
                <a:ext uri="{FF2B5EF4-FFF2-40B4-BE49-F238E27FC236}">
                  <a16:creationId xmlns:a16="http://schemas.microsoft.com/office/drawing/2014/main" id="{374131B8-3280-25EC-5ADF-605AB069068B}"/>
                </a:ext>
              </a:extLst>
            </p:cNvPr>
            <p:cNvSpPr/>
            <p:nvPr/>
          </p:nvSpPr>
          <p:spPr>
            <a:xfrm>
              <a:off x="232672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6">
              <a:extLst>
                <a:ext uri="{FF2B5EF4-FFF2-40B4-BE49-F238E27FC236}">
                  <a16:creationId xmlns:a16="http://schemas.microsoft.com/office/drawing/2014/main" id="{402077BF-0BAD-8FAC-2D56-77C290C01A8B}"/>
                </a:ext>
              </a:extLst>
            </p:cNvPr>
            <p:cNvSpPr/>
            <p:nvPr/>
          </p:nvSpPr>
          <p:spPr>
            <a:xfrm>
              <a:off x="233616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7">
              <a:extLst>
                <a:ext uri="{FF2B5EF4-FFF2-40B4-BE49-F238E27FC236}">
                  <a16:creationId xmlns:a16="http://schemas.microsoft.com/office/drawing/2014/main" id="{216220D1-238C-2B8D-7A73-06D4E06811D5}"/>
                </a:ext>
              </a:extLst>
            </p:cNvPr>
            <p:cNvSpPr/>
            <p:nvPr/>
          </p:nvSpPr>
          <p:spPr>
            <a:xfrm>
              <a:off x="234560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8">
              <a:extLst>
                <a:ext uri="{FF2B5EF4-FFF2-40B4-BE49-F238E27FC236}">
                  <a16:creationId xmlns:a16="http://schemas.microsoft.com/office/drawing/2014/main" id="{19ACFECF-89CE-F357-C138-4F49BC8DDABE}"/>
                </a:ext>
              </a:extLst>
            </p:cNvPr>
            <p:cNvSpPr/>
            <p:nvPr/>
          </p:nvSpPr>
          <p:spPr>
            <a:xfrm>
              <a:off x="235504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89">
              <a:extLst>
                <a:ext uri="{FF2B5EF4-FFF2-40B4-BE49-F238E27FC236}">
                  <a16:creationId xmlns:a16="http://schemas.microsoft.com/office/drawing/2014/main" id="{66553965-9419-D6EB-E27B-4B596F7C6C30}"/>
                </a:ext>
              </a:extLst>
            </p:cNvPr>
            <p:cNvSpPr/>
            <p:nvPr/>
          </p:nvSpPr>
          <p:spPr>
            <a:xfrm>
              <a:off x="236448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0">
              <a:extLst>
                <a:ext uri="{FF2B5EF4-FFF2-40B4-BE49-F238E27FC236}">
                  <a16:creationId xmlns:a16="http://schemas.microsoft.com/office/drawing/2014/main" id="{9FDC6FB7-E7D5-5ADF-DF16-13111C66F4F6}"/>
                </a:ext>
              </a:extLst>
            </p:cNvPr>
            <p:cNvSpPr/>
            <p:nvPr/>
          </p:nvSpPr>
          <p:spPr>
            <a:xfrm>
              <a:off x="237392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1">
              <a:extLst>
                <a:ext uri="{FF2B5EF4-FFF2-40B4-BE49-F238E27FC236}">
                  <a16:creationId xmlns:a16="http://schemas.microsoft.com/office/drawing/2014/main" id="{C32C0F11-D7B3-4E11-91E6-A8B6E8B2BE72}"/>
                </a:ext>
              </a:extLst>
            </p:cNvPr>
            <p:cNvSpPr/>
            <p:nvPr/>
          </p:nvSpPr>
          <p:spPr>
            <a:xfrm>
              <a:off x="238336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2">
              <a:extLst>
                <a:ext uri="{FF2B5EF4-FFF2-40B4-BE49-F238E27FC236}">
                  <a16:creationId xmlns:a16="http://schemas.microsoft.com/office/drawing/2014/main" id="{ACBE87A0-C0A0-C117-9AE7-C6678C81BD16}"/>
                </a:ext>
              </a:extLst>
            </p:cNvPr>
            <p:cNvSpPr/>
            <p:nvPr/>
          </p:nvSpPr>
          <p:spPr>
            <a:xfrm>
              <a:off x="239280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3">
              <a:extLst>
                <a:ext uri="{FF2B5EF4-FFF2-40B4-BE49-F238E27FC236}">
                  <a16:creationId xmlns:a16="http://schemas.microsoft.com/office/drawing/2014/main" id="{DD515DFB-291D-91D1-2A1C-79FB3F53B433}"/>
                </a:ext>
              </a:extLst>
            </p:cNvPr>
            <p:cNvSpPr/>
            <p:nvPr/>
          </p:nvSpPr>
          <p:spPr>
            <a:xfrm>
              <a:off x="240224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4">
              <a:extLst>
                <a:ext uri="{FF2B5EF4-FFF2-40B4-BE49-F238E27FC236}">
                  <a16:creationId xmlns:a16="http://schemas.microsoft.com/office/drawing/2014/main" id="{973B7359-B50E-9163-10F1-9B3C901B587E}"/>
                </a:ext>
              </a:extLst>
            </p:cNvPr>
            <p:cNvSpPr/>
            <p:nvPr/>
          </p:nvSpPr>
          <p:spPr>
            <a:xfrm>
              <a:off x="241168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5">
              <a:extLst>
                <a:ext uri="{FF2B5EF4-FFF2-40B4-BE49-F238E27FC236}">
                  <a16:creationId xmlns:a16="http://schemas.microsoft.com/office/drawing/2014/main" id="{8C5AB349-EA24-16F6-ABD7-B14397564FCD}"/>
                </a:ext>
              </a:extLst>
            </p:cNvPr>
            <p:cNvSpPr/>
            <p:nvPr/>
          </p:nvSpPr>
          <p:spPr>
            <a:xfrm>
              <a:off x="242112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6">
              <a:extLst>
                <a:ext uri="{FF2B5EF4-FFF2-40B4-BE49-F238E27FC236}">
                  <a16:creationId xmlns:a16="http://schemas.microsoft.com/office/drawing/2014/main" id="{81285A16-B121-C969-155D-56D7BF8EE886}"/>
                </a:ext>
              </a:extLst>
            </p:cNvPr>
            <p:cNvSpPr/>
            <p:nvPr/>
          </p:nvSpPr>
          <p:spPr>
            <a:xfrm>
              <a:off x="243056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7">
              <a:extLst>
                <a:ext uri="{FF2B5EF4-FFF2-40B4-BE49-F238E27FC236}">
                  <a16:creationId xmlns:a16="http://schemas.microsoft.com/office/drawing/2014/main" id="{E85655A5-430D-B93C-ECA9-438C91C31E62}"/>
                </a:ext>
              </a:extLst>
            </p:cNvPr>
            <p:cNvSpPr/>
            <p:nvPr/>
          </p:nvSpPr>
          <p:spPr>
            <a:xfrm>
              <a:off x="244000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8">
              <a:extLst>
                <a:ext uri="{FF2B5EF4-FFF2-40B4-BE49-F238E27FC236}">
                  <a16:creationId xmlns:a16="http://schemas.microsoft.com/office/drawing/2014/main" id="{891776D7-AB85-A041-A9DE-7786B9674FD1}"/>
                </a:ext>
              </a:extLst>
            </p:cNvPr>
            <p:cNvSpPr/>
            <p:nvPr/>
          </p:nvSpPr>
          <p:spPr>
            <a:xfrm>
              <a:off x="244944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699">
              <a:extLst>
                <a:ext uri="{FF2B5EF4-FFF2-40B4-BE49-F238E27FC236}">
                  <a16:creationId xmlns:a16="http://schemas.microsoft.com/office/drawing/2014/main" id="{DFC84EAC-96E3-951E-243B-DC052F6AC9FC}"/>
                </a:ext>
              </a:extLst>
            </p:cNvPr>
            <p:cNvSpPr/>
            <p:nvPr/>
          </p:nvSpPr>
          <p:spPr>
            <a:xfrm>
              <a:off x="245889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0">
              <a:extLst>
                <a:ext uri="{FF2B5EF4-FFF2-40B4-BE49-F238E27FC236}">
                  <a16:creationId xmlns:a16="http://schemas.microsoft.com/office/drawing/2014/main" id="{64A77074-B119-2E3D-3314-D08839C86A84}"/>
                </a:ext>
              </a:extLst>
            </p:cNvPr>
            <p:cNvSpPr/>
            <p:nvPr/>
          </p:nvSpPr>
          <p:spPr>
            <a:xfrm>
              <a:off x="246833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1">
              <a:extLst>
                <a:ext uri="{FF2B5EF4-FFF2-40B4-BE49-F238E27FC236}">
                  <a16:creationId xmlns:a16="http://schemas.microsoft.com/office/drawing/2014/main" id="{D13C9DC2-3DCE-7B4C-D9F2-431863EBE4D0}"/>
                </a:ext>
              </a:extLst>
            </p:cNvPr>
            <p:cNvSpPr/>
            <p:nvPr/>
          </p:nvSpPr>
          <p:spPr>
            <a:xfrm>
              <a:off x="247777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2">
              <a:extLst>
                <a:ext uri="{FF2B5EF4-FFF2-40B4-BE49-F238E27FC236}">
                  <a16:creationId xmlns:a16="http://schemas.microsoft.com/office/drawing/2014/main" id="{031D61A6-0665-0804-9ED1-F183760FDE45}"/>
                </a:ext>
              </a:extLst>
            </p:cNvPr>
            <p:cNvSpPr/>
            <p:nvPr/>
          </p:nvSpPr>
          <p:spPr>
            <a:xfrm>
              <a:off x="248721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3">
              <a:extLst>
                <a:ext uri="{FF2B5EF4-FFF2-40B4-BE49-F238E27FC236}">
                  <a16:creationId xmlns:a16="http://schemas.microsoft.com/office/drawing/2014/main" id="{B01AB486-3A99-ABDD-FBE8-A89FA7BD9810}"/>
                </a:ext>
              </a:extLst>
            </p:cNvPr>
            <p:cNvSpPr/>
            <p:nvPr/>
          </p:nvSpPr>
          <p:spPr>
            <a:xfrm>
              <a:off x="249665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4">
              <a:extLst>
                <a:ext uri="{FF2B5EF4-FFF2-40B4-BE49-F238E27FC236}">
                  <a16:creationId xmlns:a16="http://schemas.microsoft.com/office/drawing/2014/main" id="{2E90B4FD-7C5E-CE54-B476-86B9C41DF55D}"/>
                </a:ext>
              </a:extLst>
            </p:cNvPr>
            <p:cNvSpPr/>
            <p:nvPr/>
          </p:nvSpPr>
          <p:spPr>
            <a:xfrm>
              <a:off x="250609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5">
              <a:extLst>
                <a:ext uri="{FF2B5EF4-FFF2-40B4-BE49-F238E27FC236}">
                  <a16:creationId xmlns:a16="http://schemas.microsoft.com/office/drawing/2014/main" id="{90A3A282-EC3F-E2BD-13EF-6D770B65EC19}"/>
                </a:ext>
              </a:extLst>
            </p:cNvPr>
            <p:cNvSpPr/>
            <p:nvPr/>
          </p:nvSpPr>
          <p:spPr>
            <a:xfrm>
              <a:off x="251553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6">
              <a:extLst>
                <a:ext uri="{FF2B5EF4-FFF2-40B4-BE49-F238E27FC236}">
                  <a16:creationId xmlns:a16="http://schemas.microsoft.com/office/drawing/2014/main" id="{7EA8197A-BBDB-EB2B-045B-8D72B31CF2C1}"/>
                </a:ext>
              </a:extLst>
            </p:cNvPr>
            <p:cNvSpPr/>
            <p:nvPr/>
          </p:nvSpPr>
          <p:spPr>
            <a:xfrm>
              <a:off x="252497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7">
              <a:extLst>
                <a:ext uri="{FF2B5EF4-FFF2-40B4-BE49-F238E27FC236}">
                  <a16:creationId xmlns:a16="http://schemas.microsoft.com/office/drawing/2014/main" id="{06981E24-19F9-1FBF-1E10-B367A798D604}"/>
                </a:ext>
              </a:extLst>
            </p:cNvPr>
            <p:cNvSpPr/>
            <p:nvPr/>
          </p:nvSpPr>
          <p:spPr>
            <a:xfrm>
              <a:off x="253441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8">
              <a:extLst>
                <a:ext uri="{FF2B5EF4-FFF2-40B4-BE49-F238E27FC236}">
                  <a16:creationId xmlns:a16="http://schemas.microsoft.com/office/drawing/2014/main" id="{09DB3B37-B0B2-BBB3-CA8F-815C9C0C3A3B}"/>
                </a:ext>
              </a:extLst>
            </p:cNvPr>
            <p:cNvSpPr/>
            <p:nvPr/>
          </p:nvSpPr>
          <p:spPr>
            <a:xfrm>
              <a:off x="254385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09">
              <a:extLst>
                <a:ext uri="{FF2B5EF4-FFF2-40B4-BE49-F238E27FC236}">
                  <a16:creationId xmlns:a16="http://schemas.microsoft.com/office/drawing/2014/main" id="{457B2C3B-5231-7CD1-DFF5-A979CA33FDD4}"/>
                </a:ext>
              </a:extLst>
            </p:cNvPr>
            <p:cNvSpPr/>
            <p:nvPr/>
          </p:nvSpPr>
          <p:spPr>
            <a:xfrm>
              <a:off x="255329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0">
              <a:extLst>
                <a:ext uri="{FF2B5EF4-FFF2-40B4-BE49-F238E27FC236}">
                  <a16:creationId xmlns:a16="http://schemas.microsoft.com/office/drawing/2014/main" id="{EB5039B5-142E-37BB-5491-E2D808348C89}"/>
                </a:ext>
              </a:extLst>
            </p:cNvPr>
            <p:cNvSpPr/>
            <p:nvPr/>
          </p:nvSpPr>
          <p:spPr>
            <a:xfrm>
              <a:off x="256273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1">
              <a:extLst>
                <a:ext uri="{FF2B5EF4-FFF2-40B4-BE49-F238E27FC236}">
                  <a16:creationId xmlns:a16="http://schemas.microsoft.com/office/drawing/2014/main" id="{D79645FA-FC2C-D215-7A37-589631987929}"/>
                </a:ext>
              </a:extLst>
            </p:cNvPr>
            <p:cNvSpPr/>
            <p:nvPr/>
          </p:nvSpPr>
          <p:spPr>
            <a:xfrm>
              <a:off x="257217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2">
              <a:extLst>
                <a:ext uri="{FF2B5EF4-FFF2-40B4-BE49-F238E27FC236}">
                  <a16:creationId xmlns:a16="http://schemas.microsoft.com/office/drawing/2014/main" id="{5BF0C339-54A9-CD13-0ADB-05B6130F57E1}"/>
                </a:ext>
              </a:extLst>
            </p:cNvPr>
            <p:cNvSpPr/>
            <p:nvPr/>
          </p:nvSpPr>
          <p:spPr>
            <a:xfrm>
              <a:off x="258161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3">
              <a:extLst>
                <a:ext uri="{FF2B5EF4-FFF2-40B4-BE49-F238E27FC236}">
                  <a16:creationId xmlns:a16="http://schemas.microsoft.com/office/drawing/2014/main" id="{F7095157-BA17-1F17-6342-D9010B540D58}"/>
                </a:ext>
              </a:extLst>
            </p:cNvPr>
            <p:cNvSpPr/>
            <p:nvPr/>
          </p:nvSpPr>
          <p:spPr>
            <a:xfrm>
              <a:off x="259105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4">
              <a:extLst>
                <a:ext uri="{FF2B5EF4-FFF2-40B4-BE49-F238E27FC236}">
                  <a16:creationId xmlns:a16="http://schemas.microsoft.com/office/drawing/2014/main" id="{17F22CE2-F80C-6290-3395-D7CF6099BE87}"/>
                </a:ext>
              </a:extLst>
            </p:cNvPr>
            <p:cNvSpPr/>
            <p:nvPr/>
          </p:nvSpPr>
          <p:spPr>
            <a:xfrm>
              <a:off x="2609933" y="197452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400" y="90406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5">
              <a:extLst>
                <a:ext uri="{FF2B5EF4-FFF2-40B4-BE49-F238E27FC236}">
                  <a16:creationId xmlns:a16="http://schemas.microsoft.com/office/drawing/2014/main" id="{64F99320-31D2-3E70-9F44-12278D9D7A3D}"/>
                </a:ext>
              </a:extLst>
            </p:cNvPr>
            <p:cNvSpPr/>
            <p:nvPr/>
          </p:nvSpPr>
          <p:spPr>
            <a:xfrm>
              <a:off x="2609933" y="1974524"/>
              <a:ext cx="922221" cy="914400"/>
            </a:xfrm>
            <a:custGeom>
              <a:avLst/>
              <a:gdLst/>
              <a:ahLst/>
              <a:cxnLst/>
              <a:rect l="0" t="0" r="0" b="0"/>
              <a:pathLst>
                <a:path w="922221" h="914400">
                  <a:moveTo>
                    <a:pt x="914400" y="914400"/>
                  </a:moveTo>
                  <a:lnTo>
                    <a:pt x="914400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6">
              <a:extLst>
                <a:ext uri="{FF2B5EF4-FFF2-40B4-BE49-F238E27FC236}">
                  <a16:creationId xmlns:a16="http://schemas.microsoft.com/office/drawing/2014/main" id="{9037E5F2-8284-9201-D4F2-84A055D6FE77}"/>
                </a:ext>
              </a:extLst>
            </p:cNvPr>
            <p:cNvSpPr/>
            <p:nvPr/>
          </p:nvSpPr>
          <p:spPr>
            <a:xfrm>
              <a:off x="3176348" y="195695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7">
              <a:extLst>
                <a:ext uri="{FF2B5EF4-FFF2-40B4-BE49-F238E27FC236}">
                  <a16:creationId xmlns:a16="http://schemas.microsoft.com/office/drawing/2014/main" id="{EC4897F3-DB18-69D9-1FCC-E18BA72C4E37}"/>
                </a:ext>
              </a:extLst>
            </p:cNvPr>
            <p:cNvSpPr/>
            <p:nvPr/>
          </p:nvSpPr>
          <p:spPr>
            <a:xfrm>
              <a:off x="317634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8">
              <a:extLst>
                <a:ext uri="{FF2B5EF4-FFF2-40B4-BE49-F238E27FC236}">
                  <a16:creationId xmlns:a16="http://schemas.microsoft.com/office/drawing/2014/main" id="{09995230-AC0B-D37E-691F-E8DC30E7498F}"/>
                </a:ext>
              </a:extLst>
            </p:cNvPr>
            <p:cNvSpPr/>
            <p:nvPr/>
          </p:nvSpPr>
          <p:spPr>
            <a:xfrm>
              <a:off x="318578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19">
              <a:extLst>
                <a:ext uri="{FF2B5EF4-FFF2-40B4-BE49-F238E27FC236}">
                  <a16:creationId xmlns:a16="http://schemas.microsoft.com/office/drawing/2014/main" id="{D1235B27-9651-4FF9-719C-C81135DAB4D6}"/>
                </a:ext>
              </a:extLst>
            </p:cNvPr>
            <p:cNvSpPr/>
            <p:nvPr/>
          </p:nvSpPr>
          <p:spPr>
            <a:xfrm>
              <a:off x="319522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0">
              <a:extLst>
                <a:ext uri="{FF2B5EF4-FFF2-40B4-BE49-F238E27FC236}">
                  <a16:creationId xmlns:a16="http://schemas.microsoft.com/office/drawing/2014/main" id="{2B4D96B1-2787-5291-C69C-09DEB6A99223}"/>
                </a:ext>
              </a:extLst>
            </p:cNvPr>
            <p:cNvSpPr/>
            <p:nvPr/>
          </p:nvSpPr>
          <p:spPr>
            <a:xfrm>
              <a:off x="320466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1">
              <a:extLst>
                <a:ext uri="{FF2B5EF4-FFF2-40B4-BE49-F238E27FC236}">
                  <a16:creationId xmlns:a16="http://schemas.microsoft.com/office/drawing/2014/main" id="{5084AFA8-FDEA-144A-4F26-78DF137FA794}"/>
                </a:ext>
              </a:extLst>
            </p:cNvPr>
            <p:cNvSpPr/>
            <p:nvPr/>
          </p:nvSpPr>
          <p:spPr>
            <a:xfrm>
              <a:off x="321410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2">
              <a:extLst>
                <a:ext uri="{FF2B5EF4-FFF2-40B4-BE49-F238E27FC236}">
                  <a16:creationId xmlns:a16="http://schemas.microsoft.com/office/drawing/2014/main" id="{8D0ACFFA-A141-51FD-D0A2-AF43AF9BBBAF}"/>
                </a:ext>
              </a:extLst>
            </p:cNvPr>
            <p:cNvSpPr/>
            <p:nvPr/>
          </p:nvSpPr>
          <p:spPr>
            <a:xfrm>
              <a:off x="322354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3">
              <a:extLst>
                <a:ext uri="{FF2B5EF4-FFF2-40B4-BE49-F238E27FC236}">
                  <a16:creationId xmlns:a16="http://schemas.microsoft.com/office/drawing/2014/main" id="{521BE8A2-3FAD-B22D-7048-4F747F02447F}"/>
                </a:ext>
              </a:extLst>
            </p:cNvPr>
            <p:cNvSpPr/>
            <p:nvPr/>
          </p:nvSpPr>
          <p:spPr>
            <a:xfrm>
              <a:off x="323298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4">
              <a:extLst>
                <a:ext uri="{FF2B5EF4-FFF2-40B4-BE49-F238E27FC236}">
                  <a16:creationId xmlns:a16="http://schemas.microsoft.com/office/drawing/2014/main" id="{CDB4E045-6C8D-41F5-EA56-3DD7B8E061A9}"/>
                </a:ext>
              </a:extLst>
            </p:cNvPr>
            <p:cNvSpPr/>
            <p:nvPr/>
          </p:nvSpPr>
          <p:spPr>
            <a:xfrm>
              <a:off x="324242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5">
              <a:extLst>
                <a:ext uri="{FF2B5EF4-FFF2-40B4-BE49-F238E27FC236}">
                  <a16:creationId xmlns:a16="http://schemas.microsoft.com/office/drawing/2014/main" id="{63903856-4E06-5C16-46B3-E673A37E3896}"/>
                </a:ext>
              </a:extLst>
            </p:cNvPr>
            <p:cNvSpPr/>
            <p:nvPr/>
          </p:nvSpPr>
          <p:spPr>
            <a:xfrm>
              <a:off x="325187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6">
              <a:extLst>
                <a:ext uri="{FF2B5EF4-FFF2-40B4-BE49-F238E27FC236}">
                  <a16:creationId xmlns:a16="http://schemas.microsoft.com/office/drawing/2014/main" id="{7D2CA939-1DC5-ADAC-FB2D-8F3839912ACB}"/>
                </a:ext>
              </a:extLst>
            </p:cNvPr>
            <p:cNvSpPr/>
            <p:nvPr/>
          </p:nvSpPr>
          <p:spPr>
            <a:xfrm>
              <a:off x="326131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7">
              <a:extLst>
                <a:ext uri="{FF2B5EF4-FFF2-40B4-BE49-F238E27FC236}">
                  <a16:creationId xmlns:a16="http://schemas.microsoft.com/office/drawing/2014/main" id="{64D26717-A616-F474-BEEC-C41267FE79E8}"/>
                </a:ext>
              </a:extLst>
            </p:cNvPr>
            <p:cNvSpPr/>
            <p:nvPr/>
          </p:nvSpPr>
          <p:spPr>
            <a:xfrm>
              <a:off x="327075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8">
              <a:extLst>
                <a:ext uri="{FF2B5EF4-FFF2-40B4-BE49-F238E27FC236}">
                  <a16:creationId xmlns:a16="http://schemas.microsoft.com/office/drawing/2014/main" id="{0AC6FD7C-543C-FF29-C9C8-8534782981CC}"/>
                </a:ext>
              </a:extLst>
            </p:cNvPr>
            <p:cNvSpPr/>
            <p:nvPr/>
          </p:nvSpPr>
          <p:spPr>
            <a:xfrm>
              <a:off x="328019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29">
              <a:extLst>
                <a:ext uri="{FF2B5EF4-FFF2-40B4-BE49-F238E27FC236}">
                  <a16:creationId xmlns:a16="http://schemas.microsoft.com/office/drawing/2014/main" id="{E97AE31C-3072-180D-C495-84C54EE46438}"/>
                </a:ext>
              </a:extLst>
            </p:cNvPr>
            <p:cNvSpPr/>
            <p:nvPr/>
          </p:nvSpPr>
          <p:spPr>
            <a:xfrm>
              <a:off x="328963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0">
              <a:extLst>
                <a:ext uri="{FF2B5EF4-FFF2-40B4-BE49-F238E27FC236}">
                  <a16:creationId xmlns:a16="http://schemas.microsoft.com/office/drawing/2014/main" id="{7EAA4623-4DBF-4717-A4BA-99324A61524B}"/>
                </a:ext>
              </a:extLst>
            </p:cNvPr>
            <p:cNvSpPr/>
            <p:nvPr/>
          </p:nvSpPr>
          <p:spPr>
            <a:xfrm>
              <a:off x="329907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1">
              <a:extLst>
                <a:ext uri="{FF2B5EF4-FFF2-40B4-BE49-F238E27FC236}">
                  <a16:creationId xmlns:a16="http://schemas.microsoft.com/office/drawing/2014/main" id="{F14B52B8-D524-48AA-F224-27AB2B70F04D}"/>
                </a:ext>
              </a:extLst>
            </p:cNvPr>
            <p:cNvSpPr/>
            <p:nvPr/>
          </p:nvSpPr>
          <p:spPr>
            <a:xfrm>
              <a:off x="330851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2">
              <a:extLst>
                <a:ext uri="{FF2B5EF4-FFF2-40B4-BE49-F238E27FC236}">
                  <a16:creationId xmlns:a16="http://schemas.microsoft.com/office/drawing/2014/main" id="{D72194EA-7968-FA04-39FD-920EABFF6A9D}"/>
                </a:ext>
              </a:extLst>
            </p:cNvPr>
            <p:cNvSpPr/>
            <p:nvPr/>
          </p:nvSpPr>
          <p:spPr>
            <a:xfrm>
              <a:off x="331795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3">
              <a:extLst>
                <a:ext uri="{FF2B5EF4-FFF2-40B4-BE49-F238E27FC236}">
                  <a16:creationId xmlns:a16="http://schemas.microsoft.com/office/drawing/2014/main" id="{9CB8A63D-6A9E-BA05-17AC-49C1AE5EF2F0}"/>
                </a:ext>
              </a:extLst>
            </p:cNvPr>
            <p:cNvSpPr/>
            <p:nvPr/>
          </p:nvSpPr>
          <p:spPr>
            <a:xfrm>
              <a:off x="332739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4">
              <a:extLst>
                <a:ext uri="{FF2B5EF4-FFF2-40B4-BE49-F238E27FC236}">
                  <a16:creationId xmlns:a16="http://schemas.microsoft.com/office/drawing/2014/main" id="{14065021-2753-339D-D680-0A734C331BDF}"/>
                </a:ext>
              </a:extLst>
            </p:cNvPr>
            <p:cNvSpPr/>
            <p:nvPr/>
          </p:nvSpPr>
          <p:spPr>
            <a:xfrm>
              <a:off x="333683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5">
              <a:extLst>
                <a:ext uri="{FF2B5EF4-FFF2-40B4-BE49-F238E27FC236}">
                  <a16:creationId xmlns:a16="http://schemas.microsoft.com/office/drawing/2014/main" id="{15DB422B-9D5F-C847-9443-941CEACA4BC6}"/>
                </a:ext>
              </a:extLst>
            </p:cNvPr>
            <p:cNvSpPr/>
            <p:nvPr/>
          </p:nvSpPr>
          <p:spPr>
            <a:xfrm>
              <a:off x="334627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6">
              <a:extLst>
                <a:ext uri="{FF2B5EF4-FFF2-40B4-BE49-F238E27FC236}">
                  <a16:creationId xmlns:a16="http://schemas.microsoft.com/office/drawing/2014/main" id="{950A05EE-46B8-C246-0D0E-B079A517ED65}"/>
                </a:ext>
              </a:extLst>
            </p:cNvPr>
            <p:cNvSpPr/>
            <p:nvPr/>
          </p:nvSpPr>
          <p:spPr>
            <a:xfrm>
              <a:off x="3355712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7">
              <a:extLst>
                <a:ext uri="{FF2B5EF4-FFF2-40B4-BE49-F238E27FC236}">
                  <a16:creationId xmlns:a16="http://schemas.microsoft.com/office/drawing/2014/main" id="{1DAAB85C-4F47-5C41-0F1C-85B33818EB69}"/>
                </a:ext>
              </a:extLst>
            </p:cNvPr>
            <p:cNvSpPr/>
            <p:nvPr/>
          </p:nvSpPr>
          <p:spPr>
            <a:xfrm>
              <a:off x="336515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8">
              <a:extLst>
                <a:ext uri="{FF2B5EF4-FFF2-40B4-BE49-F238E27FC236}">
                  <a16:creationId xmlns:a16="http://schemas.microsoft.com/office/drawing/2014/main" id="{C0EACB3F-F61E-5DD6-302F-BA14BF126E86}"/>
                </a:ext>
              </a:extLst>
            </p:cNvPr>
            <p:cNvSpPr/>
            <p:nvPr/>
          </p:nvSpPr>
          <p:spPr>
            <a:xfrm>
              <a:off x="337459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39">
              <a:extLst>
                <a:ext uri="{FF2B5EF4-FFF2-40B4-BE49-F238E27FC236}">
                  <a16:creationId xmlns:a16="http://schemas.microsoft.com/office/drawing/2014/main" id="{6B6608C9-E664-1236-54CE-27888C15CA34}"/>
                </a:ext>
              </a:extLst>
            </p:cNvPr>
            <p:cNvSpPr/>
            <p:nvPr/>
          </p:nvSpPr>
          <p:spPr>
            <a:xfrm>
              <a:off x="338403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0">
              <a:extLst>
                <a:ext uri="{FF2B5EF4-FFF2-40B4-BE49-F238E27FC236}">
                  <a16:creationId xmlns:a16="http://schemas.microsoft.com/office/drawing/2014/main" id="{FEC0295B-E27E-069D-C52B-2198506B12BE}"/>
                </a:ext>
              </a:extLst>
            </p:cNvPr>
            <p:cNvSpPr/>
            <p:nvPr/>
          </p:nvSpPr>
          <p:spPr>
            <a:xfrm>
              <a:off x="339347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1">
              <a:extLst>
                <a:ext uri="{FF2B5EF4-FFF2-40B4-BE49-F238E27FC236}">
                  <a16:creationId xmlns:a16="http://schemas.microsoft.com/office/drawing/2014/main" id="{ED57E8E6-9FAE-48E1-68BE-039B30927B13}"/>
                </a:ext>
              </a:extLst>
            </p:cNvPr>
            <p:cNvSpPr/>
            <p:nvPr/>
          </p:nvSpPr>
          <p:spPr>
            <a:xfrm>
              <a:off x="340291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2">
              <a:extLst>
                <a:ext uri="{FF2B5EF4-FFF2-40B4-BE49-F238E27FC236}">
                  <a16:creationId xmlns:a16="http://schemas.microsoft.com/office/drawing/2014/main" id="{A3D370AF-25E7-0DC8-AECB-B3C0F770A586}"/>
                </a:ext>
              </a:extLst>
            </p:cNvPr>
            <p:cNvSpPr/>
            <p:nvPr/>
          </p:nvSpPr>
          <p:spPr>
            <a:xfrm>
              <a:off x="341235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3">
              <a:extLst>
                <a:ext uri="{FF2B5EF4-FFF2-40B4-BE49-F238E27FC236}">
                  <a16:creationId xmlns:a16="http://schemas.microsoft.com/office/drawing/2014/main" id="{913DBDE9-EBFD-511D-8E61-C97BD614D465}"/>
                </a:ext>
              </a:extLst>
            </p:cNvPr>
            <p:cNvSpPr/>
            <p:nvPr/>
          </p:nvSpPr>
          <p:spPr>
            <a:xfrm>
              <a:off x="3421794" y="1974524"/>
              <a:ext cx="920397" cy="914400"/>
            </a:xfrm>
            <a:custGeom>
              <a:avLst/>
              <a:gdLst/>
              <a:ahLst/>
              <a:cxnLst/>
              <a:rect l="0" t="0" r="0" b="0"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4">
              <a:extLst>
                <a:ext uri="{FF2B5EF4-FFF2-40B4-BE49-F238E27FC236}">
                  <a16:creationId xmlns:a16="http://schemas.microsoft.com/office/drawing/2014/main" id="{226BF302-F273-1211-90A5-D0F6709DC1B3}"/>
                </a:ext>
              </a:extLst>
            </p:cNvPr>
            <p:cNvSpPr/>
            <p:nvPr/>
          </p:nvSpPr>
          <p:spPr>
            <a:xfrm>
              <a:off x="2298405" y="1939384"/>
              <a:ext cx="914400" cy="925626"/>
            </a:xfrm>
            <a:custGeom>
              <a:avLst/>
              <a:gdLst/>
              <a:ahLst/>
              <a:cxnLst/>
              <a:rect l="0" t="0" r="0" b="0"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5">
              <a:extLst>
                <a:ext uri="{FF2B5EF4-FFF2-40B4-BE49-F238E27FC236}">
                  <a16:creationId xmlns:a16="http://schemas.microsoft.com/office/drawing/2014/main" id="{FC6C1F61-B7E6-2396-C7FD-47A7DFC508A6}"/>
                </a:ext>
              </a:extLst>
            </p:cNvPr>
            <p:cNvSpPr/>
            <p:nvPr/>
          </p:nvSpPr>
          <p:spPr>
            <a:xfrm>
              <a:off x="229840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6">
              <a:extLst>
                <a:ext uri="{FF2B5EF4-FFF2-40B4-BE49-F238E27FC236}">
                  <a16:creationId xmlns:a16="http://schemas.microsoft.com/office/drawing/2014/main" id="{E284744F-E170-3821-0BEC-370A26A5CA5A}"/>
                </a:ext>
              </a:extLst>
            </p:cNvPr>
            <p:cNvSpPr/>
            <p:nvPr/>
          </p:nvSpPr>
          <p:spPr>
            <a:xfrm>
              <a:off x="230784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7">
              <a:extLst>
                <a:ext uri="{FF2B5EF4-FFF2-40B4-BE49-F238E27FC236}">
                  <a16:creationId xmlns:a16="http://schemas.microsoft.com/office/drawing/2014/main" id="{3291BDD1-07C4-2F75-612F-1156D5E2D603}"/>
                </a:ext>
              </a:extLst>
            </p:cNvPr>
            <p:cNvSpPr/>
            <p:nvPr/>
          </p:nvSpPr>
          <p:spPr>
            <a:xfrm>
              <a:off x="231728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8">
              <a:extLst>
                <a:ext uri="{FF2B5EF4-FFF2-40B4-BE49-F238E27FC236}">
                  <a16:creationId xmlns:a16="http://schemas.microsoft.com/office/drawing/2014/main" id="{FBB58913-7ED0-DA5E-F356-A1D380B4A29E}"/>
                </a:ext>
              </a:extLst>
            </p:cNvPr>
            <p:cNvSpPr/>
            <p:nvPr/>
          </p:nvSpPr>
          <p:spPr>
            <a:xfrm>
              <a:off x="232672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49">
              <a:extLst>
                <a:ext uri="{FF2B5EF4-FFF2-40B4-BE49-F238E27FC236}">
                  <a16:creationId xmlns:a16="http://schemas.microsoft.com/office/drawing/2014/main" id="{9F1D07A2-C635-295D-0D83-54264002B6DD}"/>
                </a:ext>
              </a:extLst>
            </p:cNvPr>
            <p:cNvSpPr/>
            <p:nvPr/>
          </p:nvSpPr>
          <p:spPr>
            <a:xfrm>
              <a:off x="233616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0">
              <a:extLst>
                <a:ext uri="{FF2B5EF4-FFF2-40B4-BE49-F238E27FC236}">
                  <a16:creationId xmlns:a16="http://schemas.microsoft.com/office/drawing/2014/main" id="{79051F32-B382-2B18-A0A6-70317A73264F}"/>
                </a:ext>
              </a:extLst>
            </p:cNvPr>
            <p:cNvSpPr/>
            <p:nvPr/>
          </p:nvSpPr>
          <p:spPr>
            <a:xfrm>
              <a:off x="234560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1">
              <a:extLst>
                <a:ext uri="{FF2B5EF4-FFF2-40B4-BE49-F238E27FC236}">
                  <a16:creationId xmlns:a16="http://schemas.microsoft.com/office/drawing/2014/main" id="{5B064B50-0E3B-D972-665F-61CEC5FE4FF6}"/>
                </a:ext>
              </a:extLst>
            </p:cNvPr>
            <p:cNvSpPr/>
            <p:nvPr/>
          </p:nvSpPr>
          <p:spPr>
            <a:xfrm>
              <a:off x="235504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2">
              <a:extLst>
                <a:ext uri="{FF2B5EF4-FFF2-40B4-BE49-F238E27FC236}">
                  <a16:creationId xmlns:a16="http://schemas.microsoft.com/office/drawing/2014/main" id="{FC7F371A-E917-9414-E516-C05F499E0DCB}"/>
                </a:ext>
              </a:extLst>
            </p:cNvPr>
            <p:cNvSpPr/>
            <p:nvPr/>
          </p:nvSpPr>
          <p:spPr>
            <a:xfrm>
              <a:off x="236448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3">
              <a:extLst>
                <a:ext uri="{FF2B5EF4-FFF2-40B4-BE49-F238E27FC236}">
                  <a16:creationId xmlns:a16="http://schemas.microsoft.com/office/drawing/2014/main" id="{875B7D75-3FB0-D6AF-293B-A204674A3085}"/>
                </a:ext>
              </a:extLst>
            </p:cNvPr>
            <p:cNvSpPr/>
            <p:nvPr/>
          </p:nvSpPr>
          <p:spPr>
            <a:xfrm>
              <a:off x="237392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4">
              <a:extLst>
                <a:ext uri="{FF2B5EF4-FFF2-40B4-BE49-F238E27FC236}">
                  <a16:creationId xmlns:a16="http://schemas.microsoft.com/office/drawing/2014/main" id="{F6C6E395-2354-76C3-D94C-D3E8D712FC0F}"/>
                </a:ext>
              </a:extLst>
            </p:cNvPr>
            <p:cNvSpPr/>
            <p:nvPr/>
          </p:nvSpPr>
          <p:spPr>
            <a:xfrm>
              <a:off x="238336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5">
              <a:extLst>
                <a:ext uri="{FF2B5EF4-FFF2-40B4-BE49-F238E27FC236}">
                  <a16:creationId xmlns:a16="http://schemas.microsoft.com/office/drawing/2014/main" id="{D6DF9338-4684-4803-0DC8-8C29ACF4B33D}"/>
                </a:ext>
              </a:extLst>
            </p:cNvPr>
            <p:cNvSpPr/>
            <p:nvPr/>
          </p:nvSpPr>
          <p:spPr>
            <a:xfrm>
              <a:off x="239280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6">
              <a:extLst>
                <a:ext uri="{FF2B5EF4-FFF2-40B4-BE49-F238E27FC236}">
                  <a16:creationId xmlns:a16="http://schemas.microsoft.com/office/drawing/2014/main" id="{BE0577EB-E4E5-7AE4-7043-1018FE1D7AA6}"/>
                </a:ext>
              </a:extLst>
            </p:cNvPr>
            <p:cNvSpPr/>
            <p:nvPr/>
          </p:nvSpPr>
          <p:spPr>
            <a:xfrm>
              <a:off x="240224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7">
              <a:extLst>
                <a:ext uri="{FF2B5EF4-FFF2-40B4-BE49-F238E27FC236}">
                  <a16:creationId xmlns:a16="http://schemas.microsoft.com/office/drawing/2014/main" id="{3E25999F-FA04-659E-57D6-00CBC08ABE6F}"/>
                </a:ext>
              </a:extLst>
            </p:cNvPr>
            <p:cNvSpPr/>
            <p:nvPr/>
          </p:nvSpPr>
          <p:spPr>
            <a:xfrm>
              <a:off x="241168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8">
              <a:extLst>
                <a:ext uri="{FF2B5EF4-FFF2-40B4-BE49-F238E27FC236}">
                  <a16:creationId xmlns:a16="http://schemas.microsoft.com/office/drawing/2014/main" id="{81B2C626-DE22-8CAF-C440-DEBC49E8D027}"/>
                </a:ext>
              </a:extLst>
            </p:cNvPr>
            <p:cNvSpPr/>
            <p:nvPr/>
          </p:nvSpPr>
          <p:spPr>
            <a:xfrm>
              <a:off x="242112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59">
              <a:extLst>
                <a:ext uri="{FF2B5EF4-FFF2-40B4-BE49-F238E27FC236}">
                  <a16:creationId xmlns:a16="http://schemas.microsoft.com/office/drawing/2014/main" id="{570AEFF1-84E5-547A-5F52-9A10EF7E0B43}"/>
                </a:ext>
              </a:extLst>
            </p:cNvPr>
            <p:cNvSpPr/>
            <p:nvPr/>
          </p:nvSpPr>
          <p:spPr>
            <a:xfrm>
              <a:off x="243056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0">
              <a:extLst>
                <a:ext uri="{FF2B5EF4-FFF2-40B4-BE49-F238E27FC236}">
                  <a16:creationId xmlns:a16="http://schemas.microsoft.com/office/drawing/2014/main" id="{B1727824-A5B4-6F3E-B7AC-C6428A5A31FB}"/>
                </a:ext>
              </a:extLst>
            </p:cNvPr>
            <p:cNvSpPr/>
            <p:nvPr/>
          </p:nvSpPr>
          <p:spPr>
            <a:xfrm>
              <a:off x="244000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1">
              <a:extLst>
                <a:ext uri="{FF2B5EF4-FFF2-40B4-BE49-F238E27FC236}">
                  <a16:creationId xmlns:a16="http://schemas.microsoft.com/office/drawing/2014/main" id="{7EC6CF89-B354-9AF3-DC41-107241A47B19}"/>
                </a:ext>
              </a:extLst>
            </p:cNvPr>
            <p:cNvSpPr/>
            <p:nvPr/>
          </p:nvSpPr>
          <p:spPr>
            <a:xfrm>
              <a:off x="244944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2">
              <a:extLst>
                <a:ext uri="{FF2B5EF4-FFF2-40B4-BE49-F238E27FC236}">
                  <a16:creationId xmlns:a16="http://schemas.microsoft.com/office/drawing/2014/main" id="{361E863B-8370-E7FD-3FF7-66F234A32900}"/>
                </a:ext>
              </a:extLst>
            </p:cNvPr>
            <p:cNvSpPr/>
            <p:nvPr/>
          </p:nvSpPr>
          <p:spPr>
            <a:xfrm>
              <a:off x="245889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3">
              <a:extLst>
                <a:ext uri="{FF2B5EF4-FFF2-40B4-BE49-F238E27FC236}">
                  <a16:creationId xmlns:a16="http://schemas.microsoft.com/office/drawing/2014/main" id="{51FB5B9C-21A6-DEBC-65B2-3FBB6AFB2C8F}"/>
                </a:ext>
              </a:extLst>
            </p:cNvPr>
            <p:cNvSpPr/>
            <p:nvPr/>
          </p:nvSpPr>
          <p:spPr>
            <a:xfrm>
              <a:off x="246833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4">
              <a:extLst>
                <a:ext uri="{FF2B5EF4-FFF2-40B4-BE49-F238E27FC236}">
                  <a16:creationId xmlns:a16="http://schemas.microsoft.com/office/drawing/2014/main" id="{58E9AECD-AD44-F9F8-205D-71B9654C14DB}"/>
                </a:ext>
              </a:extLst>
            </p:cNvPr>
            <p:cNvSpPr/>
            <p:nvPr/>
          </p:nvSpPr>
          <p:spPr>
            <a:xfrm>
              <a:off x="247777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5">
              <a:extLst>
                <a:ext uri="{FF2B5EF4-FFF2-40B4-BE49-F238E27FC236}">
                  <a16:creationId xmlns:a16="http://schemas.microsoft.com/office/drawing/2014/main" id="{8CC16C8A-691D-9CF4-71FF-3C06E20D4A6B}"/>
                </a:ext>
              </a:extLst>
            </p:cNvPr>
            <p:cNvSpPr/>
            <p:nvPr/>
          </p:nvSpPr>
          <p:spPr>
            <a:xfrm>
              <a:off x="248721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6">
              <a:extLst>
                <a:ext uri="{FF2B5EF4-FFF2-40B4-BE49-F238E27FC236}">
                  <a16:creationId xmlns:a16="http://schemas.microsoft.com/office/drawing/2014/main" id="{5D5A060E-22D2-54EA-CDA1-11A41D30ACCE}"/>
                </a:ext>
              </a:extLst>
            </p:cNvPr>
            <p:cNvSpPr/>
            <p:nvPr/>
          </p:nvSpPr>
          <p:spPr>
            <a:xfrm>
              <a:off x="249665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7">
              <a:extLst>
                <a:ext uri="{FF2B5EF4-FFF2-40B4-BE49-F238E27FC236}">
                  <a16:creationId xmlns:a16="http://schemas.microsoft.com/office/drawing/2014/main" id="{D0F3867F-5DCE-CC80-8A39-0FA38CE4D88E}"/>
                </a:ext>
              </a:extLst>
            </p:cNvPr>
            <p:cNvSpPr/>
            <p:nvPr/>
          </p:nvSpPr>
          <p:spPr>
            <a:xfrm>
              <a:off x="250609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8">
              <a:extLst>
                <a:ext uri="{FF2B5EF4-FFF2-40B4-BE49-F238E27FC236}">
                  <a16:creationId xmlns:a16="http://schemas.microsoft.com/office/drawing/2014/main" id="{5AA241A4-6B84-606A-3474-B29E5CED97ED}"/>
                </a:ext>
              </a:extLst>
            </p:cNvPr>
            <p:cNvSpPr/>
            <p:nvPr/>
          </p:nvSpPr>
          <p:spPr>
            <a:xfrm>
              <a:off x="251553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69">
              <a:extLst>
                <a:ext uri="{FF2B5EF4-FFF2-40B4-BE49-F238E27FC236}">
                  <a16:creationId xmlns:a16="http://schemas.microsoft.com/office/drawing/2014/main" id="{85F0ACA4-5B5C-A2F1-063A-61F67194CEB1}"/>
                </a:ext>
              </a:extLst>
            </p:cNvPr>
            <p:cNvSpPr/>
            <p:nvPr/>
          </p:nvSpPr>
          <p:spPr>
            <a:xfrm>
              <a:off x="252497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0">
              <a:extLst>
                <a:ext uri="{FF2B5EF4-FFF2-40B4-BE49-F238E27FC236}">
                  <a16:creationId xmlns:a16="http://schemas.microsoft.com/office/drawing/2014/main" id="{7E93C0A9-A561-3A0F-DA29-B6E76D3C84C4}"/>
                </a:ext>
              </a:extLst>
            </p:cNvPr>
            <p:cNvSpPr/>
            <p:nvPr/>
          </p:nvSpPr>
          <p:spPr>
            <a:xfrm>
              <a:off x="253441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1">
              <a:extLst>
                <a:ext uri="{FF2B5EF4-FFF2-40B4-BE49-F238E27FC236}">
                  <a16:creationId xmlns:a16="http://schemas.microsoft.com/office/drawing/2014/main" id="{BF435087-AC15-BFC4-6937-16501DA015E0}"/>
                </a:ext>
              </a:extLst>
            </p:cNvPr>
            <p:cNvSpPr/>
            <p:nvPr/>
          </p:nvSpPr>
          <p:spPr>
            <a:xfrm>
              <a:off x="254385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2">
              <a:extLst>
                <a:ext uri="{FF2B5EF4-FFF2-40B4-BE49-F238E27FC236}">
                  <a16:creationId xmlns:a16="http://schemas.microsoft.com/office/drawing/2014/main" id="{E5A3575E-BEA7-0427-30BD-6B4D0EDF3632}"/>
                </a:ext>
              </a:extLst>
            </p:cNvPr>
            <p:cNvSpPr/>
            <p:nvPr/>
          </p:nvSpPr>
          <p:spPr>
            <a:xfrm>
              <a:off x="255329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3">
              <a:extLst>
                <a:ext uri="{FF2B5EF4-FFF2-40B4-BE49-F238E27FC236}">
                  <a16:creationId xmlns:a16="http://schemas.microsoft.com/office/drawing/2014/main" id="{3F4272C3-5B97-AC35-DD79-801C4B2949D7}"/>
                </a:ext>
              </a:extLst>
            </p:cNvPr>
            <p:cNvSpPr/>
            <p:nvPr/>
          </p:nvSpPr>
          <p:spPr>
            <a:xfrm>
              <a:off x="256273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4">
              <a:extLst>
                <a:ext uri="{FF2B5EF4-FFF2-40B4-BE49-F238E27FC236}">
                  <a16:creationId xmlns:a16="http://schemas.microsoft.com/office/drawing/2014/main" id="{C47D70D2-2637-86DC-13F9-9C167D223D17}"/>
                </a:ext>
              </a:extLst>
            </p:cNvPr>
            <p:cNvSpPr/>
            <p:nvPr/>
          </p:nvSpPr>
          <p:spPr>
            <a:xfrm>
              <a:off x="257217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5">
              <a:extLst>
                <a:ext uri="{FF2B5EF4-FFF2-40B4-BE49-F238E27FC236}">
                  <a16:creationId xmlns:a16="http://schemas.microsoft.com/office/drawing/2014/main" id="{B5DE92EB-8A4A-850B-919B-CD66E969D501}"/>
                </a:ext>
              </a:extLst>
            </p:cNvPr>
            <p:cNvSpPr/>
            <p:nvPr/>
          </p:nvSpPr>
          <p:spPr>
            <a:xfrm>
              <a:off x="2591053" y="195695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89938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6">
              <a:extLst>
                <a:ext uri="{FF2B5EF4-FFF2-40B4-BE49-F238E27FC236}">
                  <a16:creationId xmlns:a16="http://schemas.microsoft.com/office/drawing/2014/main" id="{28B12151-8F8F-FB38-3CDE-8E5BE4FC2965}"/>
                </a:ext>
              </a:extLst>
            </p:cNvPr>
            <p:cNvSpPr/>
            <p:nvPr/>
          </p:nvSpPr>
          <p:spPr>
            <a:xfrm>
              <a:off x="2600493" y="195695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399" y="911217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7">
              <a:extLst>
                <a:ext uri="{FF2B5EF4-FFF2-40B4-BE49-F238E27FC236}">
                  <a16:creationId xmlns:a16="http://schemas.microsoft.com/office/drawing/2014/main" id="{313E1F49-578B-C7F2-21D1-D4DDD2FFB7F8}"/>
                </a:ext>
              </a:extLst>
            </p:cNvPr>
            <p:cNvSpPr/>
            <p:nvPr/>
          </p:nvSpPr>
          <p:spPr>
            <a:xfrm>
              <a:off x="2600493" y="1956954"/>
              <a:ext cx="917453" cy="914400"/>
            </a:xfrm>
            <a:custGeom>
              <a:avLst/>
              <a:gdLst/>
              <a:ahLst/>
              <a:cxnLst/>
              <a:rect l="0" t="0" r="0" b="0"/>
              <a:pathLst>
                <a:path w="917453" h="914400">
                  <a:moveTo>
                    <a:pt x="914399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8">
              <a:extLst>
                <a:ext uri="{FF2B5EF4-FFF2-40B4-BE49-F238E27FC236}">
                  <a16:creationId xmlns:a16="http://schemas.microsoft.com/office/drawing/2014/main" id="{7DC0D2FA-5907-7C17-C7B8-10D97071B1F4}"/>
                </a:ext>
              </a:extLst>
            </p:cNvPr>
            <p:cNvSpPr/>
            <p:nvPr/>
          </p:nvSpPr>
          <p:spPr>
            <a:xfrm>
              <a:off x="3176348" y="19393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79">
              <a:extLst>
                <a:ext uri="{FF2B5EF4-FFF2-40B4-BE49-F238E27FC236}">
                  <a16:creationId xmlns:a16="http://schemas.microsoft.com/office/drawing/2014/main" id="{9F2EDCD5-1B14-9B32-5C66-ABBE0ADF690C}"/>
                </a:ext>
              </a:extLst>
            </p:cNvPr>
            <p:cNvSpPr/>
            <p:nvPr/>
          </p:nvSpPr>
          <p:spPr>
            <a:xfrm>
              <a:off x="317634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0">
              <a:extLst>
                <a:ext uri="{FF2B5EF4-FFF2-40B4-BE49-F238E27FC236}">
                  <a16:creationId xmlns:a16="http://schemas.microsoft.com/office/drawing/2014/main" id="{A8EC66F3-E7FD-FA85-16EE-2D6DDFA5A9C7}"/>
                </a:ext>
              </a:extLst>
            </p:cNvPr>
            <p:cNvSpPr/>
            <p:nvPr/>
          </p:nvSpPr>
          <p:spPr>
            <a:xfrm>
              <a:off x="318578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1">
              <a:extLst>
                <a:ext uri="{FF2B5EF4-FFF2-40B4-BE49-F238E27FC236}">
                  <a16:creationId xmlns:a16="http://schemas.microsoft.com/office/drawing/2014/main" id="{6923F818-460F-6BC4-91A4-14BB3F731D40}"/>
                </a:ext>
              </a:extLst>
            </p:cNvPr>
            <p:cNvSpPr/>
            <p:nvPr/>
          </p:nvSpPr>
          <p:spPr>
            <a:xfrm>
              <a:off x="319522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2">
              <a:extLst>
                <a:ext uri="{FF2B5EF4-FFF2-40B4-BE49-F238E27FC236}">
                  <a16:creationId xmlns:a16="http://schemas.microsoft.com/office/drawing/2014/main" id="{4B7F0E22-B5A0-20A7-75BB-C9D106D5D7A3}"/>
                </a:ext>
              </a:extLst>
            </p:cNvPr>
            <p:cNvSpPr/>
            <p:nvPr/>
          </p:nvSpPr>
          <p:spPr>
            <a:xfrm>
              <a:off x="320466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3">
              <a:extLst>
                <a:ext uri="{FF2B5EF4-FFF2-40B4-BE49-F238E27FC236}">
                  <a16:creationId xmlns:a16="http://schemas.microsoft.com/office/drawing/2014/main" id="{9ACD041A-ED81-A915-AFB9-88A6E13A1F96}"/>
                </a:ext>
              </a:extLst>
            </p:cNvPr>
            <p:cNvSpPr/>
            <p:nvPr/>
          </p:nvSpPr>
          <p:spPr>
            <a:xfrm>
              <a:off x="321410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4">
              <a:extLst>
                <a:ext uri="{FF2B5EF4-FFF2-40B4-BE49-F238E27FC236}">
                  <a16:creationId xmlns:a16="http://schemas.microsoft.com/office/drawing/2014/main" id="{FA1C81A4-33CF-7A13-1E9C-DA1283259D7B}"/>
                </a:ext>
              </a:extLst>
            </p:cNvPr>
            <p:cNvSpPr/>
            <p:nvPr/>
          </p:nvSpPr>
          <p:spPr>
            <a:xfrm>
              <a:off x="322354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5">
              <a:extLst>
                <a:ext uri="{FF2B5EF4-FFF2-40B4-BE49-F238E27FC236}">
                  <a16:creationId xmlns:a16="http://schemas.microsoft.com/office/drawing/2014/main" id="{561FCAB8-D030-9BE4-33B7-394411CA620D}"/>
                </a:ext>
              </a:extLst>
            </p:cNvPr>
            <p:cNvSpPr/>
            <p:nvPr/>
          </p:nvSpPr>
          <p:spPr>
            <a:xfrm>
              <a:off x="323298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6">
              <a:extLst>
                <a:ext uri="{FF2B5EF4-FFF2-40B4-BE49-F238E27FC236}">
                  <a16:creationId xmlns:a16="http://schemas.microsoft.com/office/drawing/2014/main" id="{A49787F9-FDBB-FA14-4002-25C9721F7605}"/>
                </a:ext>
              </a:extLst>
            </p:cNvPr>
            <p:cNvSpPr/>
            <p:nvPr/>
          </p:nvSpPr>
          <p:spPr>
            <a:xfrm>
              <a:off x="324242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7">
              <a:extLst>
                <a:ext uri="{FF2B5EF4-FFF2-40B4-BE49-F238E27FC236}">
                  <a16:creationId xmlns:a16="http://schemas.microsoft.com/office/drawing/2014/main" id="{9844B6E1-E7E6-5B0B-1E14-3093D457C879}"/>
                </a:ext>
              </a:extLst>
            </p:cNvPr>
            <p:cNvSpPr/>
            <p:nvPr/>
          </p:nvSpPr>
          <p:spPr>
            <a:xfrm>
              <a:off x="325187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8">
              <a:extLst>
                <a:ext uri="{FF2B5EF4-FFF2-40B4-BE49-F238E27FC236}">
                  <a16:creationId xmlns:a16="http://schemas.microsoft.com/office/drawing/2014/main" id="{88506D46-B7BF-5E05-6A77-52BB255D979D}"/>
                </a:ext>
              </a:extLst>
            </p:cNvPr>
            <p:cNvSpPr/>
            <p:nvPr/>
          </p:nvSpPr>
          <p:spPr>
            <a:xfrm>
              <a:off x="326131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89">
              <a:extLst>
                <a:ext uri="{FF2B5EF4-FFF2-40B4-BE49-F238E27FC236}">
                  <a16:creationId xmlns:a16="http://schemas.microsoft.com/office/drawing/2014/main" id="{050A28A4-BD7F-F337-6A48-73376383D36C}"/>
                </a:ext>
              </a:extLst>
            </p:cNvPr>
            <p:cNvSpPr/>
            <p:nvPr/>
          </p:nvSpPr>
          <p:spPr>
            <a:xfrm>
              <a:off x="327075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0">
              <a:extLst>
                <a:ext uri="{FF2B5EF4-FFF2-40B4-BE49-F238E27FC236}">
                  <a16:creationId xmlns:a16="http://schemas.microsoft.com/office/drawing/2014/main" id="{DB853925-BC1F-B8F5-C6FF-BAE1F32963A6}"/>
                </a:ext>
              </a:extLst>
            </p:cNvPr>
            <p:cNvSpPr/>
            <p:nvPr/>
          </p:nvSpPr>
          <p:spPr>
            <a:xfrm>
              <a:off x="328019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1">
              <a:extLst>
                <a:ext uri="{FF2B5EF4-FFF2-40B4-BE49-F238E27FC236}">
                  <a16:creationId xmlns:a16="http://schemas.microsoft.com/office/drawing/2014/main" id="{81FE1737-8AFA-8E52-A5DA-3BF27C466FA2}"/>
                </a:ext>
              </a:extLst>
            </p:cNvPr>
            <p:cNvSpPr/>
            <p:nvPr/>
          </p:nvSpPr>
          <p:spPr>
            <a:xfrm>
              <a:off x="328963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2">
              <a:extLst>
                <a:ext uri="{FF2B5EF4-FFF2-40B4-BE49-F238E27FC236}">
                  <a16:creationId xmlns:a16="http://schemas.microsoft.com/office/drawing/2014/main" id="{BF86F911-7CCE-19B1-A035-0644034DC9AD}"/>
                </a:ext>
              </a:extLst>
            </p:cNvPr>
            <p:cNvSpPr/>
            <p:nvPr/>
          </p:nvSpPr>
          <p:spPr>
            <a:xfrm>
              <a:off x="329907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3">
              <a:extLst>
                <a:ext uri="{FF2B5EF4-FFF2-40B4-BE49-F238E27FC236}">
                  <a16:creationId xmlns:a16="http://schemas.microsoft.com/office/drawing/2014/main" id="{9137997A-5EEA-4ED5-A82A-141DB69CEE78}"/>
                </a:ext>
              </a:extLst>
            </p:cNvPr>
            <p:cNvSpPr/>
            <p:nvPr/>
          </p:nvSpPr>
          <p:spPr>
            <a:xfrm>
              <a:off x="330851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4">
              <a:extLst>
                <a:ext uri="{FF2B5EF4-FFF2-40B4-BE49-F238E27FC236}">
                  <a16:creationId xmlns:a16="http://schemas.microsoft.com/office/drawing/2014/main" id="{F48DDF95-7CBB-4793-B000-8EF99040192C}"/>
                </a:ext>
              </a:extLst>
            </p:cNvPr>
            <p:cNvSpPr/>
            <p:nvPr/>
          </p:nvSpPr>
          <p:spPr>
            <a:xfrm>
              <a:off x="331795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5">
              <a:extLst>
                <a:ext uri="{FF2B5EF4-FFF2-40B4-BE49-F238E27FC236}">
                  <a16:creationId xmlns:a16="http://schemas.microsoft.com/office/drawing/2014/main" id="{B5C53841-E9B8-B63C-3571-B5B2693E4A83}"/>
                </a:ext>
              </a:extLst>
            </p:cNvPr>
            <p:cNvSpPr/>
            <p:nvPr/>
          </p:nvSpPr>
          <p:spPr>
            <a:xfrm>
              <a:off x="332739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6">
              <a:extLst>
                <a:ext uri="{FF2B5EF4-FFF2-40B4-BE49-F238E27FC236}">
                  <a16:creationId xmlns:a16="http://schemas.microsoft.com/office/drawing/2014/main" id="{6F99270D-7785-406E-1E5C-BDA40D414D5D}"/>
                </a:ext>
              </a:extLst>
            </p:cNvPr>
            <p:cNvSpPr/>
            <p:nvPr/>
          </p:nvSpPr>
          <p:spPr>
            <a:xfrm>
              <a:off x="333683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7">
              <a:extLst>
                <a:ext uri="{FF2B5EF4-FFF2-40B4-BE49-F238E27FC236}">
                  <a16:creationId xmlns:a16="http://schemas.microsoft.com/office/drawing/2014/main" id="{C6060FD0-D88E-AE38-1F65-A7243D68430D}"/>
                </a:ext>
              </a:extLst>
            </p:cNvPr>
            <p:cNvSpPr/>
            <p:nvPr/>
          </p:nvSpPr>
          <p:spPr>
            <a:xfrm>
              <a:off x="334627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8">
              <a:extLst>
                <a:ext uri="{FF2B5EF4-FFF2-40B4-BE49-F238E27FC236}">
                  <a16:creationId xmlns:a16="http://schemas.microsoft.com/office/drawing/2014/main" id="{3920E4F3-2FB5-DE33-F0F9-988E0FE47E90}"/>
                </a:ext>
              </a:extLst>
            </p:cNvPr>
            <p:cNvSpPr/>
            <p:nvPr/>
          </p:nvSpPr>
          <p:spPr>
            <a:xfrm>
              <a:off x="3355712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799">
              <a:extLst>
                <a:ext uri="{FF2B5EF4-FFF2-40B4-BE49-F238E27FC236}">
                  <a16:creationId xmlns:a16="http://schemas.microsoft.com/office/drawing/2014/main" id="{32091755-BE05-BDE3-2753-2F3358AB6FC1}"/>
                </a:ext>
              </a:extLst>
            </p:cNvPr>
            <p:cNvSpPr/>
            <p:nvPr/>
          </p:nvSpPr>
          <p:spPr>
            <a:xfrm>
              <a:off x="336515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0">
              <a:extLst>
                <a:ext uri="{FF2B5EF4-FFF2-40B4-BE49-F238E27FC236}">
                  <a16:creationId xmlns:a16="http://schemas.microsoft.com/office/drawing/2014/main" id="{E907E4EE-6E12-A054-5BB1-146B6E8C3872}"/>
                </a:ext>
              </a:extLst>
            </p:cNvPr>
            <p:cNvSpPr/>
            <p:nvPr/>
          </p:nvSpPr>
          <p:spPr>
            <a:xfrm>
              <a:off x="337459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1">
              <a:extLst>
                <a:ext uri="{FF2B5EF4-FFF2-40B4-BE49-F238E27FC236}">
                  <a16:creationId xmlns:a16="http://schemas.microsoft.com/office/drawing/2014/main" id="{704F8914-3D5F-5F08-105F-56A0C53C2EE2}"/>
                </a:ext>
              </a:extLst>
            </p:cNvPr>
            <p:cNvSpPr/>
            <p:nvPr/>
          </p:nvSpPr>
          <p:spPr>
            <a:xfrm>
              <a:off x="338403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2">
              <a:extLst>
                <a:ext uri="{FF2B5EF4-FFF2-40B4-BE49-F238E27FC236}">
                  <a16:creationId xmlns:a16="http://schemas.microsoft.com/office/drawing/2014/main" id="{9DE24597-B0E0-2B55-5B5F-72C43E8A1109}"/>
                </a:ext>
              </a:extLst>
            </p:cNvPr>
            <p:cNvSpPr/>
            <p:nvPr/>
          </p:nvSpPr>
          <p:spPr>
            <a:xfrm>
              <a:off x="339347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3">
              <a:extLst>
                <a:ext uri="{FF2B5EF4-FFF2-40B4-BE49-F238E27FC236}">
                  <a16:creationId xmlns:a16="http://schemas.microsoft.com/office/drawing/2014/main" id="{E9D4F1A0-072E-E959-0834-F10D4DF1DC31}"/>
                </a:ext>
              </a:extLst>
            </p:cNvPr>
            <p:cNvSpPr/>
            <p:nvPr/>
          </p:nvSpPr>
          <p:spPr>
            <a:xfrm>
              <a:off x="340291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4">
              <a:extLst>
                <a:ext uri="{FF2B5EF4-FFF2-40B4-BE49-F238E27FC236}">
                  <a16:creationId xmlns:a16="http://schemas.microsoft.com/office/drawing/2014/main" id="{170A360C-BFE3-370B-104D-9C702E9F43A3}"/>
                </a:ext>
              </a:extLst>
            </p:cNvPr>
            <p:cNvSpPr/>
            <p:nvPr/>
          </p:nvSpPr>
          <p:spPr>
            <a:xfrm>
              <a:off x="341235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5">
              <a:extLst>
                <a:ext uri="{FF2B5EF4-FFF2-40B4-BE49-F238E27FC236}">
                  <a16:creationId xmlns:a16="http://schemas.microsoft.com/office/drawing/2014/main" id="{0CFF31C6-11FF-BBD5-AD53-0EA5ECE49AC2}"/>
                </a:ext>
              </a:extLst>
            </p:cNvPr>
            <p:cNvSpPr/>
            <p:nvPr/>
          </p:nvSpPr>
          <p:spPr>
            <a:xfrm>
              <a:off x="3421794" y="1956954"/>
              <a:ext cx="922489" cy="914400"/>
            </a:xfrm>
            <a:custGeom>
              <a:avLst/>
              <a:gdLst/>
              <a:ahLst/>
              <a:cxnLst/>
              <a:rect l="0" t="0" r="0" b="0"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6">
              <a:extLst>
                <a:ext uri="{FF2B5EF4-FFF2-40B4-BE49-F238E27FC236}">
                  <a16:creationId xmlns:a16="http://schemas.microsoft.com/office/drawing/2014/main" id="{809DDFA0-76E9-6333-9001-216AAB5CE926}"/>
                </a:ext>
              </a:extLst>
            </p:cNvPr>
            <p:cNvSpPr/>
            <p:nvPr/>
          </p:nvSpPr>
          <p:spPr>
            <a:xfrm>
              <a:off x="228896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7">
              <a:extLst>
                <a:ext uri="{FF2B5EF4-FFF2-40B4-BE49-F238E27FC236}">
                  <a16:creationId xmlns:a16="http://schemas.microsoft.com/office/drawing/2014/main" id="{D9F3EFED-BA3D-FE67-140C-3E7E39A1DAA6}"/>
                </a:ext>
              </a:extLst>
            </p:cNvPr>
            <p:cNvSpPr/>
            <p:nvPr/>
          </p:nvSpPr>
          <p:spPr>
            <a:xfrm>
              <a:off x="229840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8">
              <a:extLst>
                <a:ext uri="{FF2B5EF4-FFF2-40B4-BE49-F238E27FC236}">
                  <a16:creationId xmlns:a16="http://schemas.microsoft.com/office/drawing/2014/main" id="{4517897D-A376-7DB9-F6C2-F47ABB2D4B72}"/>
                </a:ext>
              </a:extLst>
            </p:cNvPr>
            <p:cNvSpPr/>
            <p:nvPr/>
          </p:nvSpPr>
          <p:spPr>
            <a:xfrm>
              <a:off x="230784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09">
              <a:extLst>
                <a:ext uri="{FF2B5EF4-FFF2-40B4-BE49-F238E27FC236}">
                  <a16:creationId xmlns:a16="http://schemas.microsoft.com/office/drawing/2014/main" id="{C1E5C93B-1DDE-D4B0-46C3-F4632EF75612}"/>
                </a:ext>
              </a:extLst>
            </p:cNvPr>
            <p:cNvSpPr/>
            <p:nvPr/>
          </p:nvSpPr>
          <p:spPr>
            <a:xfrm>
              <a:off x="231728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0">
              <a:extLst>
                <a:ext uri="{FF2B5EF4-FFF2-40B4-BE49-F238E27FC236}">
                  <a16:creationId xmlns:a16="http://schemas.microsoft.com/office/drawing/2014/main" id="{66762F65-6854-653B-CA37-F53F207A76CA}"/>
                </a:ext>
              </a:extLst>
            </p:cNvPr>
            <p:cNvSpPr/>
            <p:nvPr/>
          </p:nvSpPr>
          <p:spPr>
            <a:xfrm>
              <a:off x="232672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1">
              <a:extLst>
                <a:ext uri="{FF2B5EF4-FFF2-40B4-BE49-F238E27FC236}">
                  <a16:creationId xmlns:a16="http://schemas.microsoft.com/office/drawing/2014/main" id="{4D1F07EF-A3CC-6D4A-59A1-483BB0470929}"/>
                </a:ext>
              </a:extLst>
            </p:cNvPr>
            <p:cNvSpPr/>
            <p:nvPr/>
          </p:nvSpPr>
          <p:spPr>
            <a:xfrm>
              <a:off x="233616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2">
              <a:extLst>
                <a:ext uri="{FF2B5EF4-FFF2-40B4-BE49-F238E27FC236}">
                  <a16:creationId xmlns:a16="http://schemas.microsoft.com/office/drawing/2014/main" id="{1927FC04-0074-DBDC-12CD-F31A266A34DA}"/>
                </a:ext>
              </a:extLst>
            </p:cNvPr>
            <p:cNvSpPr/>
            <p:nvPr/>
          </p:nvSpPr>
          <p:spPr>
            <a:xfrm>
              <a:off x="234560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3">
              <a:extLst>
                <a:ext uri="{FF2B5EF4-FFF2-40B4-BE49-F238E27FC236}">
                  <a16:creationId xmlns:a16="http://schemas.microsoft.com/office/drawing/2014/main" id="{C6931E26-A397-778A-2F9A-C0F7B2718046}"/>
                </a:ext>
              </a:extLst>
            </p:cNvPr>
            <p:cNvSpPr/>
            <p:nvPr/>
          </p:nvSpPr>
          <p:spPr>
            <a:xfrm>
              <a:off x="235504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4">
              <a:extLst>
                <a:ext uri="{FF2B5EF4-FFF2-40B4-BE49-F238E27FC236}">
                  <a16:creationId xmlns:a16="http://schemas.microsoft.com/office/drawing/2014/main" id="{4667B5FF-A87E-D99B-E692-55A7F36FADAE}"/>
                </a:ext>
              </a:extLst>
            </p:cNvPr>
            <p:cNvSpPr/>
            <p:nvPr/>
          </p:nvSpPr>
          <p:spPr>
            <a:xfrm>
              <a:off x="236448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5">
              <a:extLst>
                <a:ext uri="{FF2B5EF4-FFF2-40B4-BE49-F238E27FC236}">
                  <a16:creationId xmlns:a16="http://schemas.microsoft.com/office/drawing/2014/main" id="{FE2A7611-DDFF-08B1-699C-497DAFCC9A3E}"/>
                </a:ext>
              </a:extLst>
            </p:cNvPr>
            <p:cNvSpPr/>
            <p:nvPr/>
          </p:nvSpPr>
          <p:spPr>
            <a:xfrm>
              <a:off x="237392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6">
              <a:extLst>
                <a:ext uri="{FF2B5EF4-FFF2-40B4-BE49-F238E27FC236}">
                  <a16:creationId xmlns:a16="http://schemas.microsoft.com/office/drawing/2014/main" id="{F3658A95-9FE3-4074-34AC-935E4806F669}"/>
                </a:ext>
              </a:extLst>
            </p:cNvPr>
            <p:cNvSpPr/>
            <p:nvPr/>
          </p:nvSpPr>
          <p:spPr>
            <a:xfrm>
              <a:off x="238336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7">
              <a:extLst>
                <a:ext uri="{FF2B5EF4-FFF2-40B4-BE49-F238E27FC236}">
                  <a16:creationId xmlns:a16="http://schemas.microsoft.com/office/drawing/2014/main" id="{8F4F68C0-98A2-F273-2DA1-DDEE1E78992C}"/>
                </a:ext>
              </a:extLst>
            </p:cNvPr>
            <p:cNvSpPr/>
            <p:nvPr/>
          </p:nvSpPr>
          <p:spPr>
            <a:xfrm>
              <a:off x="239280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8">
              <a:extLst>
                <a:ext uri="{FF2B5EF4-FFF2-40B4-BE49-F238E27FC236}">
                  <a16:creationId xmlns:a16="http://schemas.microsoft.com/office/drawing/2014/main" id="{5C26B1FD-3079-0047-6983-45EF53F01441}"/>
                </a:ext>
              </a:extLst>
            </p:cNvPr>
            <p:cNvSpPr/>
            <p:nvPr/>
          </p:nvSpPr>
          <p:spPr>
            <a:xfrm>
              <a:off x="240224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19">
              <a:extLst>
                <a:ext uri="{FF2B5EF4-FFF2-40B4-BE49-F238E27FC236}">
                  <a16:creationId xmlns:a16="http://schemas.microsoft.com/office/drawing/2014/main" id="{66204BC8-9027-ED2F-E415-6DCB3B026B51}"/>
                </a:ext>
              </a:extLst>
            </p:cNvPr>
            <p:cNvSpPr/>
            <p:nvPr/>
          </p:nvSpPr>
          <p:spPr>
            <a:xfrm>
              <a:off x="241168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0">
              <a:extLst>
                <a:ext uri="{FF2B5EF4-FFF2-40B4-BE49-F238E27FC236}">
                  <a16:creationId xmlns:a16="http://schemas.microsoft.com/office/drawing/2014/main" id="{EC484E62-C69D-BAFC-096A-4344768A5A73}"/>
                </a:ext>
              </a:extLst>
            </p:cNvPr>
            <p:cNvSpPr/>
            <p:nvPr/>
          </p:nvSpPr>
          <p:spPr>
            <a:xfrm>
              <a:off x="242112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1">
              <a:extLst>
                <a:ext uri="{FF2B5EF4-FFF2-40B4-BE49-F238E27FC236}">
                  <a16:creationId xmlns:a16="http://schemas.microsoft.com/office/drawing/2014/main" id="{1596318C-7D2A-5927-AAAA-9CDD7E14031C}"/>
                </a:ext>
              </a:extLst>
            </p:cNvPr>
            <p:cNvSpPr/>
            <p:nvPr/>
          </p:nvSpPr>
          <p:spPr>
            <a:xfrm>
              <a:off x="243056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2">
              <a:extLst>
                <a:ext uri="{FF2B5EF4-FFF2-40B4-BE49-F238E27FC236}">
                  <a16:creationId xmlns:a16="http://schemas.microsoft.com/office/drawing/2014/main" id="{FCFB0F64-39EA-34F9-E622-946ED5C32136}"/>
                </a:ext>
              </a:extLst>
            </p:cNvPr>
            <p:cNvSpPr/>
            <p:nvPr/>
          </p:nvSpPr>
          <p:spPr>
            <a:xfrm>
              <a:off x="244000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3">
              <a:extLst>
                <a:ext uri="{FF2B5EF4-FFF2-40B4-BE49-F238E27FC236}">
                  <a16:creationId xmlns:a16="http://schemas.microsoft.com/office/drawing/2014/main" id="{1CE0F16D-D0F0-F9E5-9E42-109D54848C7B}"/>
                </a:ext>
              </a:extLst>
            </p:cNvPr>
            <p:cNvSpPr/>
            <p:nvPr/>
          </p:nvSpPr>
          <p:spPr>
            <a:xfrm>
              <a:off x="244944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4">
              <a:extLst>
                <a:ext uri="{FF2B5EF4-FFF2-40B4-BE49-F238E27FC236}">
                  <a16:creationId xmlns:a16="http://schemas.microsoft.com/office/drawing/2014/main" id="{6448506D-F810-24E0-E2AE-9EFB836CD2D8}"/>
                </a:ext>
              </a:extLst>
            </p:cNvPr>
            <p:cNvSpPr/>
            <p:nvPr/>
          </p:nvSpPr>
          <p:spPr>
            <a:xfrm>
              <a:off x="245889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5">
              <a:extLst>
                <a:ext uri="{FF2B5EF4-FFF2-40B4-BE49-F238E27FC236}">
                  <a16:creationId xmlns:a16="http://schemas.microsoft.com/office/drawing/2014/main" id="{9378AAD7-6822-9C78-8A1C-F19B1B3E75DE}"/>
                </a:ext>
              </a:extLst>
            </p:cNvPr>
            <p:cNvSpPr/>
            <p:nvPr/>
          </p:nvSpPr>
          <p:spPr>
            <a:xfrm>
              <a:off x="246833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6">
              <a:extLst>
                <a:ext uri="{FF2B5EF4-FFF2-40B4-BE49-F238E27FC236}">
                  <a16:creationId xmlns:a16="http://schemas.microsoft.com/office/drawing/2014/main" id="{33EAFFA6-B6A8-A3D4-BEC9-D8E8ADFEE868}"/>
                </a:ext>
              </a:extLst>
            </p:cNvPr>
            <p:cNvSpPr/>
            <p:nvPr/>
          </p:nvSpPr>
          <p:spPr>
            <a:xfrm>
              <a:off x="247777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7">
              <a:extLst>
                <a:ext uri="{FF2B5EF4-FFF2-40B4-BE49-F238E27FC236}">
                  <a16:creationId xmlns:a16="http://schemas.microsoft.com/office/drawing/2014/main" id="{0CBEDB12-9362-F78A-0381-9A78154586F2}"/>
                </a:ext>
              </a:extLst>
            </p:cNvPr>
            <p:cNvSpPr/>
            <p:nvPr/>
          </p:nvSpPr>
          <p:spPr>
            <a:xfrm>
              <a:off x="248721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8">
              <a:extLst>
                <a:ext uri="{FF2B5EF4-FFF2-40B4-BE49-F238E27FC236}">
                  <a16:creationId xmlns:a16="http://schemas.microsoft.com/office/drawing/2014/main" id="{ADF67894-A7FF-F5C9-A6EF-4CCAA96C9C4E}"/>
                </a:ext>
              </a:extLst>
            </p:cNvPr>
            <p:cNvSpPr/>
            <p:nvPr/>
          </p:nvSpPr>
          <p:spPr>
            <a:xfrm>
              <a:off x="249665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29">
              <a:extLst>
                <a:ext uri="{FF2B5EF4-FFF2-40B4-BE49-F238E27FC236}">
                  <a16:creationId xmlns:a16="http://schemas.microsoft.com/office/drawing/2014/main" id="{ACAE9ECE-B841-EBFD-2E7C-BBCEDF681D51}"/>
                </a:ext>
              </a:extLst>
            </p:cNvPr>
            <p:cNvSpPr/>
            <p:nvPr/>
          </p:nvSpPr>
          <p:spPr>
            <a:xfrm>
              <a:off x="250609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0">
              <a:extLst>
                <a:ext uri="{FF2B5EF4-FFF2-40B4-BE49-F238E27FC236}">
                  <a16:creationId xmlns:a16="http://schemas.microsoft.com/office/drawing/2014/main" id="{E989A2DB-8461-E391-9BE4-C2FE26F47A47}"/>
                </a:ext>
              </a:extLst>
            </p:cNvPr>
            <p:cNvSpPr/>
            <p:nvPr/>
          </p:nvSpPr>
          <p:spPr>
            <a:xfrm>
              <a:off x="251553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1">
              <a:extLst>
                <a:ext uri="{FF2B5EF4-FFF2-40B4-BE49-F238E27FC236}">
                  <a16:creationId xmlns:a16="http://schemas.microsoft.com/office/drawing/2014/main" id="{964CC216-3413-78C6-FBDC-A4F295402D3E}"/>
                </a:ext>
              </a:extLst>
            </p:cNvPr>
            <p:cNvSpPr/>
            <p:nvPr/>
          </p:nvSpPr>
          <p:spPr>
            <a:xfrm>
              <a:off x="252497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2">
              <a:extLst>
                <a:ext uri="{FF2B5EF4-FFF2-40B4-BE49-F238E27FC236}">
                  <a16:creationId xmlns:a16="http://schemas.microsoft.com/office/drawing/2014/main" id="{5242D8A9-AC70-F079-A3BD-D0CCFEEA56D3}"/>
                </a:ext>
              </a:extLst>
            </p:cNvPr>
            <p:cNvSpPr/>
            <p:nvPr/>
          </p:nvSpPr>
          <p:spPr>
            <a:xfrm>
              <a:off x="253441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3">
              <a:extLst>
                <a:ext uri="{FF2B5EF4-FFF2-40B4-BE49-F238E27FC236}">
                  <a16:creationId xmlns:a16="http://schemas.microsoft.com/office/drawing/2014/main" id="{2C7A53CC-2FF6-8E8A-B40F-8A1EFB486EBA}"/>
                </a:ext>
              </a:extLst>
            </p:cNvPr>
            <p:cNvSpPr/>
            <p:nvPr/>
          </p:nvSpPr>
          <p:spPr>
            <a:xfrm>
              <a:off x="254385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4">
              <a:extLst>
                <a:ext uri="{FF2B5EF4-FFF2-40B4-BE49-F238E27FC236}">
                  <a16:creationId xmlns:a16="http://schemas.microsoft.com/office/drawing/2014/main" id="{E8BC6DCE-A56F-7286-8599-A1C5273E66AD}"/>
                </a:ext>
              </a:extLst>
            </p:cNvPr>
            <p:cNvSpPr/>
            <p:nvPr/>
          </p:nvSpPr>
          <p:spPr>
            <a:xfrm>
              <a:off x="255329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5">
              <a:extLst>
                <a:ext uri="{FF2B5EF4-FFF2-40B4-BE49-F238E27FC236}">
                  <a16:creationId xmlns:a16="http://schemas.microsoft.com/office/drawing/2014/main" id="{62CA22AF-A883-F4FC-52A8-8BAD6C73BB46}"/>
                </a:ext>
              </a:extLst>
            </p:cNvPr>
            <p:cNvSpPr/>
            <p:nvPr/>
          </p:nvSpPr>
          <p:spPr>
            <a:xfrm>
              <a:off x="256273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6">
              <a:extLst>
                <a:ext uri="{FF2B5EF4-FFF2-40B4-BE49-F238E27FC236}">
                  <a16:creationId xmlns:a16="http://schemas.microsoft.com/office/drawing/2014/main" id="{2E5AE8E1-DD0B-DE96-D45C-7B46320DDC74}"/>
                </a:ext>
              </a:extLst>
            </p:cNvPr>
            <p:cNvSpPr/>
            <p:nvPr/>
          </p:nvSpPr>
          <p:spPr>
            <a:xfrm>
              <a:off x="257217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7">
              <a:extLst>
                <a:ext uri="{FF2B5EF4-FFF2-40B4-BE49-F238E27FC236}">
                  <a16:creationId xmlns:a16="http://schemas.microsoft.com/office/drawing/2014/main" id="{E276BAFC-9857-F73E-AC05-313AD2CC9BC4}"/>
                </a:ext>
              </a:extLst>
            </p:cNvPr>
            <p:cNvSpPr/>
            <p:nvPr/>
          </p:nvSpPr>
          <p:spPr>
            <a:xfrm>
              <a:off x="2581613" y="1939384"/>
              <a:ext cx="922684" cy="914400"/>
            </a:xfrm>
            <a:custGeom>
              <a:avLst/>
              <a:gdLst/>
              <a:ahLst/>
              <a:cxnLst/>
              <a:rect l="0" t="0" r="0" b="0"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8">
              <a:extLst>
                <a:ext uri="{FF2B5EF4-FFF2-40B4-BE49-F238E27FC236}">
                  <a16:creationId xmlns:a16="http://schemas.microsoft.com/office/drawing/2014/main" id="{FAD7FAAD-2EC8-DC27-4A2B-EEC01E83D871}"/>
                </a:ext>
              </a:extLst>
            </p:cNvPr>
            <p:cNvSpPr/>
            <p:nvPr/>
          </p:nvSpPr>
          <p:spPr>
            <a:xfrm>
              <a:off x="3176348" y="19393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39">
              <a:extLst>
                <a:ext uri="{FF2B5EF4-FFF2-40B4-BE49-F238E27FC236}">
                  <a16:creationId xmlns:a16="http://schemas.microsoft.com/office/drawing/2014/main" id="{AC90F188-DEB0-AA62-44F3-3D5F773AF391}"/>
                </a:ext>
              </a:extLst>
            </p:cNvPr>
            <p:cNvSpPr/>
            <p:nvPr/>
          </p:nvSpPr>
          <p:spPr>
            <a:xfrm>
              <a:off x="3185788" y="192181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0">
              <a:extLst>
                <a:ext uri="{FF2B5EF4-FFF2-40B4-BE49-F238E27FC236}">
                  <a16:creationId xmlns:a16="http://schemas.microsoft.com/office/drawing/2014/main" id="{09075242-05FA-2F29-D418-C39B6D312517}"/>
                </a:ext>
              </a:extLst>
            </p:cNvPr>
            <p:cNvSpPr/>
            <p:nvPr/>
          </p:nvSpPr>
          <p:spPr>
            <a:xfrm>
              <a:off x="318578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1">
              <a:extLst>
                <a:ext uri="{FF2B5EF4-FFF2-40B4-BE49-F238E27FC236}">
                  <a16:creationId xmlns:a16="http://schemas.microsoft.com/office/drawing/2014/main" id="{A9D607A8-FD9B-59C8-FF0B-E6D8DA8B1F58}"/>
                </a:ext>
              </a:extLst>
            </p:cNvPr>
            <p:cNvSpPr/>
            <p:nvPr/>
          </p:nvSpPr>
          <p:spPr>
            <a:xfrm>
              <a:off x="319522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2">
              <a:extLst>
                <a:ext uri="{FF2B5EF4-FFF2-40B4-BE49-F238E27FC236}">
                  <a16:creationId xmlns:a16="http://schemas.microsoft.com/office/drawing/2014/main" id="{6B5E0939-4050-4A64-976C-D8B4E886FFE2}"/>
                </a:ext>
              </a:extLst>
            </p:cNvPr>
            <p:cNvSpPr/>
            <p:nvPr/>
          </p:nvSpPr>
          <p:spPr>
            <a:xfrm>
              <a:off x="320466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3">
              <a:extLst>
                <a:ext uri="{FF2B5EF4-FFF2-40B4-BE49-F238E27FC236}">
                  <a16:creationId xmlns:a16="http://schemas.microsoft.com/office/drawing/2014/main" id="{931409D5-D10C-447F-9C92-7AF8B4D97356}"/>
                </a:ext>
              </a:extLst>
            </p:cNvPr>
            <p:cNvSpPr/>
            <p:nvPr/>
          </p:nvSpPr>
          <p:spPr>
            <a:xfrm>
              <a:off x="321410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4">
              <a:extLst>
                <a:ext uri="{FF2B5EF4-FFF2-40B4-BE49-F238E27FC236}">
                  <a16:creationId xmlns:a16="http://schemas.microsoft.com/office/drawing/2014/main" id="{886DCC3C-6523-652C-D7B3-7237871365D9}"/>
                </a:ext>
              </a:extLst>
            </p:cNvPr>
            <p:cNvSpPr/>
            <p:nvPr/>
          </p:nvSpPr>
          <p:spPr>
            <a:xfrm>
              <a:off x="322354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5">
              <a:extLst>
                <a:ext uri="{FF2B5EF4-FFF2-40B4-BE49-F238E27FC236}">
                  <a16:creationId xmlns:a16="http://schemas.microsoft.com/office/drawing/2014/main" id="{28B5F011-37DC-4522-45D8-8FC9641DD692}"/>
                </a:ext>
              </a:extLst>
            </p:cNvPr>
            <p:cNvSpPr/>
            <p:nvPr/>
          </p:nvSpPr>
          <p:spPr>
            <a:xfrm>
              <a:off x="323298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6">
              <a:extLst>
                <a:ext uri="{FF2B5EF4-FFF2-40B4-BE49-F238E27FC236}">
                  <a16:creationId xmlns:a16="http://schemas.microsoft.com/office/drawing/2014/main" id="{DFE3170A-15BA-BCCD-3D87-F9982EA83CD7}"/>
                </a:ext>
              </a:extLst>
            </p:cNvPr>
            <p:cNvSpPr/>
            <p:nvPr/>
          </p:nvSpPr>
          <p:spPr>
            <a:xfrm>
              <a:off x="324242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7">
              <a:extLst>
                <a:ext uri="{FF2B5EF4-FFF2-40B4-BE49-F238E27FC236}">
                  <a16:creationId xmlns:a16="http://schemas.microsoft.com/office/drawing/2014/main" id="{AA4DA2D0-6819-90C4-A0B4-2B7612FF6B4E}"/>
                </a:ext>
              </a:extLst>
            </p:cNvPr>
            <p:cNvSpPr/>
            <p:nvPr/>
          </p:nvSpPr>
          <p:spPr>
            <a:xfrm>
              <a:off x="325187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8">
              <a:extLst>
                <a:ext uri="{FF2B5EF4-FFF2-40B4-BE49-F238E27FC236}">
                  <a16:creationId xmlns:a16="http://schemas.microsoft.com/office/drawing/2014/main" id="{390E1D9A-377F-EB04-B4CA-313E730ACE03}"/>
                </a:ext>
              </a:extLst>
            </p:cNvPr>
            <p:cNvSpPr/>
            <p:nvPr/>
          </p:nvSpPr>
          <p:spPr>
            <a:xfrm>
              <a:off x="326131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49">
              <a:extLst>
                <a:ext uri="{FF2B5EF4-FFF2-40B4-BE49-F238E27FC236}">
                  <a16:creationId xmlns:a16="http://schemas.microsoft.com/office/drawing/2014/main" id="{FB0DC8EA-00AA-66AF-C35D-D6F25816AEA4}"/>
                </a:ext>
              </a:extLst>
            </p:cNvPr>
            <p:cNvSpPr/>
            <p:nvPr/>
          </p:nvSpPr>
          <p:spPr>
            <a:xfrm>
              <a:off x="327075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0">
              <a:extLst>
                <a:ext uri="{FF2B5EF4-FFF2-40B4-BE49-F238E27FC236}">
                  <a16:creationId xmlns:a16="http://schemas.microsoft.com/office/drawing/2014/main" id="{57AE5C82-1569-AB63-2FB4-205E42C787A2}"/>
                </a:ext>
              </a:extLst>
            </p:cNvPr>
            <p:cNvSpPr/>
            <p:nvPr/>
          </p:nvSpPr>
          <p:spPr>
            <a:xfrm>
              <a:off x="328019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1">
              <a:extLst>
                <a:ext uri="{FF2B5EF4-FFF2-40B4-BE49-F238E27FC236}">
                  <a16:creationId xmlns:a16="http://schemas.microsoft.com/office/drawing/2014/main" id="{382E19D8-2C70-82D3-1F44-82805C3A9172}"/>
                </a:ext>
              </a:extLst>
            </p:cNvPr>
            <p:cNvSpPr/>
            <p:nvPr/>
          </p:nvSpPr>
          <p:spPr>
            <a:xfrm>
              <a:off x="328963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2">
              <a:extLst>
                <a:ext uri="{FF2B5EF4-FFF2-40B4-BE49-F238E27FC236}">
                  <a16:creationId xmlns:a16="http://schemas.microsoft.com/office/drawing/2014/main" id="{19018C32-B34D-53D8-53AF-56E0CBFE8F36}"/>
                </a:ext>
              </a:extLst>
            </p:cNvPr>
            <p:cNvSpPr/>
            <p:nvPr/>
          </p:nvSpPr>
          <p:spPr>
            <a:xfrm>
              <a:off x="329907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3">
              <a:extLst>
                <a:ext uri="{FF2B5EF4-FFF2-40B4-BE49-F238E27FC236}">
                  <a16:creationId xmlns:a16="http://schemas.microsoft.com/office/drawing/2014/main" id="{CF2F9E5E-3B60-639C-9ADB-52C0AE7814CB}"/>
                </a:ext>
              </a:extLst>
            </p:cNvPr>
            <p:cNvSpPr/>
            <p:nvPr/>
          </p:nvSpPr>
          <p:spPr>
            <a:xfrm>
              <a:off x="330851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4">
              <a:extLst>
                <a:ext uri="{FF2B5EF4-FFF2-40B4-BE49-F238E27FC236}">
                  <a16:creationId xmlns:a16="http://schemas.microsoft.com/office/drawing/2014/main" id="{A8F4A13C-4292-CBE2-86B2-762F1995DF35}"/>
                </a:ext>
              </a:extLst>
            </p:cNvPr>
            <p:cNvSpPr/>
            <p:nvPr/>
          </p:nvSpPr>
          <p:spPr>
            <a:xfrm>
              <a:off x="331795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5">
              <a:extLst>
                <a:ext uri="{FF2B5EF4-FFF2-40B4-BE49-F238E27FC236}">
                  <a16:creationId xmlns:a16="http://schemas.microsoft.com/office/drawing/2014/main" id="{39F7762B-B99A-2A21-6CF1-F3957E28A382}"/>
                </a:ext>
              </a:extLst>
            </p:cNvPr>
            <p:cNvSpPr/>
            <p:nvPr/>
          </p:nvSpPr>
          <p:spPr>
            <a:xfrm>
              <a:off x="332739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6">
              <a:extLst>
                <a:ext uri="{FF2B5EF4-FFF2-40B4-BE49-F238E27FC236}">
                  <a16:creationId xmlns:a16="http://schemas.microsoft.com/office/drawing/2014/main" id="{8DB5C881-31E2-2A68-BE96-452993934294}"/>
                </a:ext>
              </a:extLst>
            </p:cNvPr>
            <p:cNvSpPr/>
            <p:nvPr/>
          </p:nvSpPr>
          <p:spPr>
            <a:xfrm>
              <a:off x="333683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7">
              <a:extLst>
                <a:ext uri="{FF2B5EF4-FFF2-40B4-BE49-F238E27FC236}">
                  <a16:creationId xmlns:a16="http://schemas.microsoft.com/office/drawing/2014/main" id="{32BC1A36-0284-1D27-F7A0-FBBE35E4FC33}"/>
                </a:ext>
              </a:extLst>
            </p:cNvPr>
            <p:cNvSpPr/>
            <p:nvPr/>
          </p:nvSpPr>
          <p:spPr>
            <a:xfrm>
              <a:off x="334627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8">
              <a:extLst>
                <a:ext uri="{FF2B5EF4-FFF2-40B4-BE49-F238E27FC236}">
                  <a16:creationId xmlns:a16="http://schemas.microsoft.com/office/drawing/2014/main" id="{3ECCAC46-D93E-E44C-5366-67E4587C86BE}"/>
                </a:ext>
              </a:extLst>
            </p:cNvPr>
            <p:cNvSpPr/>
            <p:nvPr/>
          </p:nvSpPr>
          <p:spPr>
            <a:xfrm>
              <a:off x="3355712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59">
              <a:extLst>
                <a:ext uri="{FF2B5EF4-FFF2-40B4-BE49-F238E27FC236}">
                  <a16:creationId xmlns:a16="http://schemas.microsoft.com/office/drawing/2014/main" id="{39C884C3-4F0F-3365-23EA-05A368BAE7E6}"/>
                </a:ext>
              </a:extLst>
            </p:cNvPr>
            <p:cNvSpPr/>
            <p:nvPr/>
          </p:nvSpPr>
          <p:spPr>
            <a:xfrm>
              <a:off x="336515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0">
              <a:extLst>
                <a:ext uri="{FF2B5EF4-FFF2-40B4-BE49-F238E27FC236}">
                  <a16:creationId xmlns:a16="http://schemas.microsoft.com/office/drawing/2014/main" id="{DA4E7EF2-F81C-4AF3-5A01-CFC4D240F642}"/>
                </a:ext>
              </a:extLst>
            </p:cNvPr>
            <p:cNvSpPr/>
            <p:nvPr/>
          </p:nvSpPr>
          <p:spPr>
            <a:xfrm>
              <a:off x="337459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1">
              <a:extLst>
                <a:ext uri="{FF2B5EF4-FFF2-40B4-BE49-F238E27FC236}">
                  <a16:creationId xmlns:a16="http://schemas.microsoft.com/office/drawing/2014/main" id="{CB26B6AB-9BD5-F9F9-CF42-BA6A1F758BD8}"/>
                </a:ext>
              </a:extLst>
            </p:cNvPr>
            <p:cNvSpPr/>
            <p:nvPr/>
          </p:nvSpPr>
          <p:spPr>
            <a:xfrm>
              <a:off x="338403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2">
              <a:extLst>
                <a:ext uri="{FF2B5EF4-FFF2-40B4-BE49-F238E27FC236}">
                  <a16:creationId xmlns:a16="http://schemas.microsoft.com/office/drawing/2014/main" id="{96AEBFDF-CBCF-1882-F767-3AB72AE011B1}"/>
                </a:ext>
              </a:extLst>
            </p:cNvPr>
            <p:cNvSpPr/>
            <p:nvPr/>
          </p:nvSpPr>
          <p:spPr>
            <a:xfrm>
              <a:off x="339347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3">
              <a:extLst>
                <a:ext uri="{FF2B5EF4-FFF2-40B4-BE49-F238E27FC236}">
                  <a16:creationId xmlns:a16="http://schemas.microsoft.com/office/drawing/2014/main" id="{9FC2D426-92BB-9DDD-83EB-22F9B08F7317}"/>
                </a:ext>
              </a:extLst>
            </p:cNvPr>
            <p:cNvSpPr/>
            <p:nvPr/>
          </p:nvSpPr>
          <p:spPr>
            <a:xfrm>
              <a:off x="340291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4">
              <a:extLst>
                <a:ext uri="{FF2B5EF4-FFF2-40B4-BE49-F238E27FC236}">
                  <a16:creationId xmlns:a16="http://schemas.microsoft.com/office/drawing/2014/main" id="{3551CF90-3B52-E277-F54F-D4CCAFF44333}"/>
                </a:ext>
              </a:extLst>
            </p:cNvPr>
            <p:cNvSpPr/>
            <p:nvPr/>
          </p:nvSpPr>
          <p:spPr>
            <a:xfrm>
              <a:off x="341235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5">
              <a:extLst>
                <a:ext uri="{FF2B5EF4-FFF2-40B4-BE49-F238E27FC236}">
                  <a16:creationId xmlns:a16="http://schemas.microsoft.com/office/drawing/2014/main" id="{E9FC4EBD-D5BA-A5C3-1A90-3DCEAACA81C5}"/>
                </a:ext>
              </a:extLst>
            </p:cNvPr>
            <p:cNvSpPr/>
            <p:nvPr/>
          </p:nvSpPr>
          <p:spPr>
            <a:xfrm>
              <a:off x="3421794" y="1939384"/>
              <a:ext cx="923756" cy="914400"/>
            </a:xfrm>
            <a:custGeom>
              <a:avLst/>
              <a:gdLst/>
              <a:ahLst/>
              <a:cxnLst/>
              <a:rect l="0" t="0" r="0" b="0"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6">
              <a:extLst>
                <a:ext uri="{FF2B5EF4-FFF2-40B4-BE49-F238E27FC236}">
                  <a16:creationId xmlns:a16="http://schemas.microsoft.com/office/drawing/2014/main" id="{CFB2A2C9-16A4-A4A5-E37E-B146EA892DFB}"/>
                </a:ext>
              </a:extLst>
            </p:cNvPr>
            <p:cNvSpPr/>
            <p:nvPr/>
          </p:nvSpPr>
          <p:spPr>
            <a:xfrm>
              <a:off x="2288965" y="190424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7">
              <a:extLst>
                <a:ext uri="{FF2B5EF4-FFF2-40B4-BE49-F238E27FC236}">
                  <a16:creationId xmlns:a16="http://schemas.microsoft.com/office/drawing/2014/main" id="{0D96905F-10A7-7CF6-0803-662D5913085F}"/>
                </a:ext>
              </a:extLst>
            </p:cNvPr>
            <p:cNvSpPr/>
            <p:nvPr/>
          </p:nvSpPr>
          <p:spPr>
            <a:xfrm>
              <a:off x="228896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8">
              <a:extLst>
                <a:ext uri="{FF2B5EF4-FFF2-40B4-BE49-F238E27FC236}">
                  <a16:creationId xmlns:a16="http://schemas.microsoft.com/office/drawing/2014/main" id="{77B0EC57-9975-EF65-7F01-FD681602DD37}"/>
                </a:ext>
              </a:extLst>
            </p:cNvPr>
            <p:cNvSpPr/>
            <p:nvPr/>
          </p:nvSpPr>
          <p:spPr>
            <a:xfrm>
              <a:off x="229840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69">
              <a:extLst>
                <a:ext uri="{FF2B5EF4-FFF2-40B4-BE49-F238E27FC236}">
                  <a16:creationId xmlns:a16="http://schemas.microsoft.com/office/drawing/2014/main" id="{7DAD3B9E-5B7E-1042-504D-C6CBC99B90E7}"/>
                </a:ext>
              </a:extLst>
            </p:cNvPr>
            <p:cNvSpPr/>
            <p:nvPr/>
          </p:nvSpPr>
          <p:spPr>
            <a:xfrm>
              <a:off x="230784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0">
              <a:extLst>
                <a:ext uri="{FF2B5EF4-FFF2-40B4-BE49-F238E27FC236}">
                  <a16:creationId xmlns:a16="http://schemas.microsoft.com/office/drawing/2014/main" id="{E5E38967-85BF-803F-6F52-F3DB5C7BD954}"/>
                </a:ext>
              </a:extLst>
            </p:cNvPr>
            <p:cNvSpPr/>
            <p:nvPr/>
          </p:nvSpPr>
          <p:spPr>
            <a:xfrm>
              <a:off x="231728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1">
              <a:extLst>
                <a:ext uri="{FF2B5EF4-FFF2-40B4-BE49-F238E27FC236}">
                  <a16:creationId xmlns:a16="http://schemas.microsoft.com/office/drawing/2014/main" id="{D3CBBD5D-E84E-CB34-A902-82F2C6CCA420}"/>
                </a:ext>
              </a:extLst>
            </p:cNvPr>
            <p:cNvSpPr/>
            <p:nvPr/>
          </p:nvSpPr>
          <p:spPr>
            <a:xfrm>
              <a:off x="232672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2">
              <a:extLst>
                <a:ext uri="{FF2B5EF4-FFF2-40B4-BE49-F238E27FC236}">
                  <a16:creationId xmlns:a16="http://schemas.microsoft.com/office/drawing/2014/main" id="{ED74972B-DB49-7F90-97AB-811E4B1501D1}"/>
                </a:ext>
              </a:extLst>
            </p:cNvPr>
            <p:cNvSpPr/>
            <p:nvPr/>
          </p:nvSpPr>
          <p:spPr>
            <a:xfrm>
              <a:off x="233616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3">
              <a:extLst>
                <a:ext uri="{FF2B5EF4-FFF2-40B4-BE49-F238E27FC236}">
                  <a16:creationId xmlns:a16="http://schemas.microsoft.com/office/drawing/2014/main" id="{126A3111-801A-6E86-66B2-CF7B77A2AE75}"/>
                </a:ext>
              </a:extLst>
            </p:cNvPr>
            <p:cNvSpPr/>
            <p:nvPr/>
          </p:nvSpPr>
          <p:spPr>
            <a:xfrm>
              <a:off x="234560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4">
              <a:extLst>
                <a:ext uri="{FF2B5EF4-FFF2-40B4-BE49-F238E27FC236}">
                  <a16:creationId xmlns:a16="http://schemas.microsoft.com/office/drawing/2014/main" id="{79210086-F23E-2CE0-680D-3BB5D47E1564}"/>
                </a:ext>
              </a:extLst>
            </p:cNvPr>
            <p:cNvSpPr/>
            <p:nvPr/>
          </p:nvSpPr>
          <p:spPr>
            <a:xfrm>
              <a:off x="235504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5">
              <a:extLst>
                <a:ext uri="{FF2B5EF4-FFF2-40B4-BE49-F238E27FC236}">
                  <a16:creationId xmlns:a16="http://schemas.microsoft.com/office/drawing/2014/main" id="{44648ECF-AE58-76A5-9FE0-DE6D4C0347A1}"/>
                </a:ext>
              </a:extLst>
            </p:cNvPr>
            <p:cNvSpPr/>
            <p:nvPr/>
          </p:nvSpPr>
          <p:spPr>
            <a:xfrm>
              <a:off x="236448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6">
              <a:extLst>
                <a:ext uri="{FF2B5EF4-FFF2-40B4-BE49-F238E27FC236}">
                  <a16:creationId xmlns:a16="http://schemas.microsoft.com/office/drawing/2014/main" id="{D1CD0C68-7CBA-1646-48DB-9C3F1E614107}"/>
                </a:ext>
              </a:extLst>
            </p:cNvPr>
            <p:cNvSpPr/>
            <p:nvPr/>
          </p:nvSpPr>
          <p:spPr>
            <a:xfrm>
              <a:off x="237392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7">
              <a:extLst>
                <a:ext uri="{FF2B5EF4-FFF2-40B4-BE49-F238E27FC236}">
                  <a16:creationId xmlns:a16="http://schemas.microsoft.com/office/drawing/2014/main" id="{4DFF848A-41E2-6DAB-3C8D-02F4B4EF5BA2}"/>
                </a:ext>
              </a:extLst>
            </p:cNvPr>
            <p:cNvSpPr/>
            <p:nvPr/>
          </p:nvSpPr>
          <p:spPr>
            <a:xfrm>
              <a:off x="238336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8">
              <a:extLst>
                <a:ext uri="{FF2B5EF4-FFF2-40B4-BE49-F238E27FC236}">
                  <a16:creationId xmlns:a16="http://schemas.microsoft.com/office/drawing/2014/main" id="{7647B98E-5E5A-603C-0EF7-6F63FD991564}"/>
                </a:ext>
              </a:extLst>
            </p:cNvPr>
            <p:cNvSpPr/>
            <p:nvPr/>
          </p:nvSpPr>
          <p:spPr>
            <a:xfrm>
              <a:off x="239280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79">
              <a:extLst>
                <a:ext uri="{FF2B5EF4-FFF2-40B4-BE49-F238E27FC236}">
                  <a16:creationId xmlns:a16="http://schemas.microsoft.com/office/drawing/2014/main" id="{1AAE18E8-6D6C-D516-903C-CD08574CA973}"/>
                </a:ext>
              </a:extLst>
            </p:cNvPr>
            <p:cNvSpPr/>
            <p:nvPr/>
          </p:nvSpPr>
          <p:spPr>
            <a:xfrm>
              <a:off x="240224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0">
              <a:extLst>
                <a:ext uri="{FF2B5EF4-FFF2-40B4-BE49-F238E27FC236}">
                  <a16:creationId xmlns:a16="http://schemas.microsoft.com/office/drawing/2014/main" id="{3674561A-4FC5-BF73-0115-CFF7E3A76A22}"/>
                </a:ext>
              </a:extLst>
            </p:cNvPr>
            <p:cNvSpPr/>
            <p:nvPr/>
          </p:nvSpPr>
          <p:spPr>
            <a:xfrm>
              <a:off x="241168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1">
              <a:extLst>
                <a:ext uri="{FF2B5EF4-FFF2-40B4-BE49-F238E27FC236}">
                  <a16:creationId xmlns:a16="http://schemas.microsoft.com/office/drawing/2014/main" id="{092DD818-89B3-1209-4C86-90442F83E916}"/>
                </a:ext>
              </a:extLst>
            </p:cNvPr>
            <p:cNvSpPr/>
            <p:nvPr/>
          </p:nvSpPr>
          <p:spPr>
            <a:xfrm>
              <a:off x="242112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2">
              <a:extLst>
                <a:ext uri="{FF2B5EF4-FFF2-40B4-BE49-F238E27FC236}">
                  <a16:creationId xmlns:a16="http://schemas.microsoft.com/office/drawing/2014/main" id="{4196E988-7487-27F2-D8CC-1DD4E22CA6A5}"/>
                </a:ext>
              </a:extLst>
            </p:cNvPr>
            <p:cNvSpPr/>
            <p:nvPr/>
          </p:nvSpPr>
          <p:spPr>
            <a:xfrm>
              <a:off x="243056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A052">
                <a:alpha val="100000"/>
              </a:srgbClr>
            </a:solidFill>
            <a:ln w="5420" cap="flat">
              <a:solidFill>
                <a:srgbClr val="33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3">
              <a:extLst>
                <a:ext uri="{FF2B5EF4-FFF2-40B4-BE49-F238E27FC236}">
                  <a16:creationId xmlns:a16="http://schemas.microsoft.com/office/drawing/2014/main" id="{03BB5048-39A9-5E5F-62BA-6D5DA27F3314}"/>
                </a:ext>
              </a:extLst>
            </p:cNvPr>
            <p:cNvSpPr/>
            <p:nvPr/>
          </p:nvSpPr>
          <p:spPr>
            <a:xfrm>
              <a:off x="244000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4">
              <a:extLst>
                <a:ext uri="{FF2B5EF4-FFF2-40B4-BE49-F238E27FC236}">
                  <a16:creationId xmlns:a16="http://schemas.microsoft.com/office/drawing/2014/main" id="{0E8714E2-0B1E-F205-C64D-76330E2CE68B}"/>
                </a:ext>
              </a:extLst>
            </p:cNvPr>
            <p:cNvSpPr/>
            <p:nvPr/>
          </p:nvSpPr>
          <p:spPr>
            <a:xfrm>
              <a:off x="244944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5">
              <a:extLst>
                <a:ext uri="{FF2B5EF4-FFF2-40B4-BE49-F238E27FC236}">
                  <a16:creationId xmlns:a16="http://schemas.microsoft.com/office/drawing/2014/main" id="{9B594943-785A-7097-749B-E42D48D89ECE}"/>
                </a:ext>
              </a:extLst>
            </p:cNvPr>
            <p:cNvSpPr/>
            <p:nvPr/>
          </p:nvSpPr>
          <p:spPr>
            <a:xfrm>
              <a:off x="245889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6">
              <a:extLst>
                <a:ext uri="{FF2B5EF4-FFF2-40B4-BE49-F238E27FC236}">
                  <a16:creationId xmlns:a16="http://schemas.microsoft.com/office/drawing/2014/main" id="{17E06F4A-19A4-26CC-89CE-7FE5AC0C710A}"/>
                </a:ext>
              </a:extLst>
            </p:cNvPr>
            <p:cNvSpPr/>
            <p:nvPr/>
          </p:nvSpPr>
          <p:spPr>
            <a:xfrm>
              <a:off x="246833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7">
              <a:extLst>
                <a:ext uri="{FF2B5EF4-FFF2-40B4-BE49-F238E27FC236}">
                  <a16:creationId xmlns:a16="http://schemas.microsoft.com/office/drawing/2014/main" id="{FC26A948-89E9-27F3-B73C-2D397386C534}"/>
                </a:ext>
              </a:extLst>
            </p:cNvPr>
            <p:cNvSpPr/>
            <p:nvPr/>
          </p:nvSpPr>
          <p:spPr>
            <a:xfrm>
              <a:off x="247777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8">
              <a:extLst>
                <a:ext uri="{FF2B5EF4-FFF2-40B4-BE49-F238E27FC236}">
                  <a16:creationId xmlns:a16="http://schemas.microsoft.com/office/drawing/2014/main" id="{CA007D52-C1B2-A60D-C22B-3FF1073D3D34}"/>
                </a:ext>
              </a:extLst>
            </p:cNvPr>
            <p:cNvSpPr/>
            <p:nvPr/>
          </p:nvSpPr>
          <p:spPr>
            <a:xfrm>
              <a:off x="248721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89">
              <a:extLst>
                <a:ext uri="{FF2B5EF4-FFF2-40B4-BE49-F238E27FC236}">
                  <a16:creationId xmlns:a16="http://schemas.microsoft.com/office/drawing/2014/main" id="{26C47338-3D27-D451-225F-6E09BE7F1C82}"/>
                </a:ext>
              </a:extLst>
            </p:cNvPr>
            <p:cNvSpPr/>
            <p:nvPr/>
          </p:nvSpPr>
          <p:spPr>
            <a:xfrm>
              <a:off x="249665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0">
              <a:extLst>
                <a:ext uri="{FF2B5EF4-FFF2-40B4-BE49-F238E27FC236}">
                  <a16:creationId xmlns:a16="http://schemas.microsoft.com/office/drawing/2014/main" id="{6E4E50DD-85E3-837A-352B-017703AE0816}"/>
                </a:ext>
              </a:extLst>
            </p:cNvPr>
            <p:cNvSpPr/>
            <p:nvPr/>
          </p:nvSpPr>
          <p:spPr>
            <a:xfrm>
              <a:off x="250609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1">
              <a:extLst>
                <a:ext uri="{FF2B5EF4-FFF2-40B4-BE49-F238E27FC236}">
                  <a16:creationId xmlns:a16="http://schemas.microsoft.com/office/drawing/2014/main" id="{E30E7260-9BB0-D355-B61C-DC938A699340}"/>
                </a:ext>
              </a:extLst>
            </p:cNvPr>
            <p:cNvSpPr/>
            <p:nvPr/>
          </p:nvSpPr>
          <p:spPr>
            <a:xfrm>
              <a:off x="251553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2">
              <a:extLst>
                <a:ext uri="{FF2B5EF4-FFF2-40B4-BE49-F238E27FC236}">
                  <a16:creationId xmlns:a16="http://schemas.microsoft.com/office/drawing/2014/main" id="{512AC0B1-D5D8-0312-D99B-F880B3B87267}"/>
                </a:ext>
              </a:extLst>
            </p:cNvPr>
            <p:cNvSpPr/>
            <p:nvPr/>
          </p:nvSpPr>
          <p:spPr>
            <a:xfrm>
              <a:off x="252497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3">
              <a:extLst>
                <a:ext uri="{FF2B5EF4-FFF2-40B4-BE49-F238E27FC236}">
                  <a16:creationId xmlns:a16="http://schemas.microsoft.com/office/drawing/2014/main" id="{58D8CF61-1173-B809-76F6-432842BD40AC}"/>
                </a:ext>
              </a:extLst>
            </p:cNvPr>
            <p:cNvSpPr/>
            <p:nvPr/>
          </p:nvSpPr>
          <p:spPr>
            <a:xfrm>
              <a:off x="253441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4">
              <a:extLst>
                <a:ext uri="{FF2B5EF4-FFF2-40B4-BE49-F238E27FC236}">
                  <a16:creationId xmlns:a16="http://schemas.microsoft.com/office/drawing/2014/main" id="{35C8F463-0F6E-28E0-51C1-F562D6A14EED}"/>
                </a:ext>
              </a:extLst>
            </p:cNvPr>
            <p:cNvSpPr/>
            <p:nvPr/>
          </p:nvSpPr>
          <p:spPr>
            <a:xfrm>
              <a:off x="254385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5">
              <a:extLst>
                <a:ext uri="{FF2B5EF4-FFF2-40B4-BE49-F238E27FC236}">
                  <a16:creationId xmlns:a16="http://schemas.microsoft.com/office/drawing/2014/main" id="{160D02D3-661D-5EFC-EFD3-E862158EE182}"/>
                </a:ext>
              </a:extLst>
            </p:cNvPr>
            <p:cNvSpPr/>
            <p:nvPr/>
          </p:nvSpPr>
          <p:spPr>
            <a:xfrm>
              <a:off x="255329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6">
              <a:extLst>
                <a:ext uri="{FF2B5EF4-FFF2-40B4-BE49-F238E27FC236}">
                  <a16:creationId xmlns:a16="http://schemas.microsoft.com/office/drawing/2014/main" id="{BBEA4DB4-01BE-C029-A628-7205A1DBBE43}"/>
                </a:ext>
              </a:extLst>
            </p:cNvPr>
            <p:cNvSpPr/>
            <p:nvPr/>
          </p:nvSpPr>
          <p:spPr>
            <a:xfrm>
              <a:off x="256273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7">
              <a:extLst>
                <a:ext uri="{FF2B5EF4-FFF2-40B4-BE49-F238E27FC236}">
                  <a16:creationId xmlns:a16="http://schemas.microsoft.com/office/drawing/2014/main" id="{03663E03-1B63-6F25-6D70-802C1DFFA006}"/>
                </a:ext>
              </a:extLst>
            </p:cNvPr>
            <p:cNvSpPr/>
            <p:nvPr/>
          </p:nvSpPr>
          <p:spPr>
            <a:xfrm>
              <a:off x="2581613" y="192181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8">
              <a:extLst>
                <a:ext uri="{FF2B5EF4-FFF2-40B4-BE49-F238E27FC236}">
                  <a16:creationId xmlns:a16="http://schemas.microsoft.com/office/drawing/2014/main" id="{62BEEF85-4AFD-0940-E2CA-4E97BF1C0FFC}"/>
                </a:ext>
              </a:extLst>
            </p:cNvPr>
            <p:cNvSpPr/>
            <p:nvPr/>
          </p:nvSpPr>
          <p:spPr>
            <a:xfrm>
              <a:off x="2581613" y="1921815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899">
              <a:extLst>
                <a:ext uri="{FF2B5EF4-FFF2-40B4-BE49-F238E27FC236}">
                  <a16:creationId xmlns:a16="http://schemas.microsoft.com/office/drawing/2014/main" id="{601C19A4-3972-180D-3B67-3DD2F35983F4}"/>
                </a:ext>
              </a:extLst>
            </p:cNvPr>
            <p:cNvSpPr/>
            <p:nvPr/>
          </p:nvSpPr>
          <p:spPr>
            <a:xfrm>
              <a:off x="3185788" y="190424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0">
              <a:extLst>
                <a:ext uri="{FF2B5EF4-FFF2-40B4-BE49-F238E27FC236}">
                  <a16:creationId xmlns:a16="http://schemas.microsoft.com/office/drawing/2014/main" id="{996F7E81-A8A2-1D5B-AD41-6D1DA4D28EC0}"/>
                </a:ext>
              </a:extLst>
            </p:cNvPr>
            <p:cNvSpPr/>
            <p:nvPr/>
          </p:nvSpPr>
          <p:spPr>
            <a:xfrm>
              <a:off x="318578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1">
              <a:extLst>
                <a:ext uri="{FF2B5EF4-FFF2-40B4-BE49-F238E27FC236}">
                  <a16:creationId xmlns:a16="http://schemas.microsoft.com/office/drawing/2014/main" id="{93499A82-035E-664E-4AD3-A0579B746503}"/>
                </a:ext>
              </a:extLst>
            </p:cNvPr>
            <p:cNvSpPr/>
            <p:nvPr/>
          </p:nvSpPr>
          <p:spPr>
            <a:xfrm>
              <a:off x="319522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2">
              <a:extLst>
                <a:ext uri="{FF2B5EF4-FFF2-40B4-BE49-F238E27FC236}">
                  <a16:creationId xmlns:a16="http://schemas.microsoft.com/office/drawing/2014/main" id="{BA46A132-0AAD-7073-A29C-544982E0BFE0}"/>
                </a:ext>
              </a:extLst>
            </p:cNvPr>
            <p:cNvSpPr/>
            <p:nvPr/>
          </p:nvSpPr>
          <p:spPr>
            <a:xfrm>
              <a:off x="320466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3">
              <a:extLst>
                <a:ext uri="{FF2B5EF4-FFF2-40B4-BE49-F238E27FC236}">
                  <a16:creationId xmlns:a16="http://schemas.microsoft.com/office/drawing/2014/main" id="{F5F315A1-C404-2BD4-1416-4A2E97739F9F}"/>
                </a:ext>
              </a:extLst>
            </p:cNvPr>
            <p:cNvSpPr/>
            <p:nvPr/>
          </p:nvSpPr>
          <p:spPr>
            <a:xfrm>
              <a:off x="321410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4">
              <a:extLst>
                <a:ext uri="{FF2B5EF4-FFF2-40B4-BE49-F238E27FC236}">
                  <a16:creationId xmlns:a16="http://schemas.microsoft.com/office/drawing/2014/main" id="{A5317A17-C34C-A879-7C9F-6DB2F0A5DCF9}"/>
                </a:ext>
              </a:extLst>
            </p:cNvPr>
            <p:cNvSpPr/>
            <p:nvPr/>
          </p:nvSpPr>
          <p:spPr>
            <a:xfrm>
              <a:off x="322354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5">
              <a:extLst>
                <a:ext uri="{FF2B5EF4-FFF2-40B4-BE49-F238E27FC236}">
                  <a16:creationId xmlns:a16="http://schemas.microsoft.com/office/drawing/2014/main" id="{6B6BED1A-EF24-72B3-0568-50411328D017}"/>
                </a:ext>
              </a:extLst>
            </p:cNvPr>
            <p:cNvSpPr/>
            <p:nvPr/>
          </p:nvSpPr>
          <p:spPr>
            <a:xfrm>
              <a:off x="323298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6">
              <a:extLst>
                <a:ext uri="{FF2B5EF4-FFF2-40B4-BE49-F238E27FC236}">
                  <a16:creationId xmlns:a16="http://schemas.microsoft.com/office/drawing/2014/main" id="{C47FA6FA-E64E-B2C6-161F-F5C64106A73E}"/>
                </a:ext>
              </a:extLst>
            </p:cNvPr>
            <p:cNvSpPr/>
            <p:nvPr/>
          </p:nvSpPr>
          <p:spPr>
            <a:xfrm>
              <a:off x="324242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7">
              <a:extLst>
                <a:ext uri="{FF2B5EF4-FFF2-40B4-BE49-F238E27FC236}">
                  <a16:creationId xmlns:a16="http://schemas.microsoft.com/office/drawing/2014/main" id="{2394CD5D-A3F8-1E1C-F7E5-9F991FC3D35F}"/>
                </a:ext>
              </a:extLst>
            </p:cNvPr>
            <p:cNvSpPr/>
            <p:nvPr/>
          </p:nvSpPr>
          <p:spPr>
            <a:xfrm>
              <a:off x="325187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8">
              <a:extLst>
                <a:ext uri="{FF2B5EF4-FFF2-40B4-BE49-F238E27FC236}">
                  <a16:creationId xmlns:a16="http://schemas.microsoft.com/office/drawing/2014/main" id="{F2F87AAB-63C1-B1B4-416E-6566DED5C2A2}"/>
                </a:ext>
              </a:extLst>
            </p:cNvPr>
            <p:cNvSpPr/>
            <p:nvPr/>
          </p:nvSpPr>
          <p:spPr>
            <a:xfrm>
              <a:off x="326131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09">
              <a:extLst>
                <a:ext uri="{FF2B5EF4-FFF2-40B4-BE49-F238E27FC236}">
                  <a16:creationId xmlns:a16="http://schemas.microsoft.com/office/drawing/2014/main" id="{D3510559-E044-0381-B6AA-0D157988581B}"/>
                </a:ext>
              </a:extLst>
            </p:cNvPr>
            <p:cNvSpPr/>
            <p:nvPr/>
          </p:nvSpPr>
          <p:spPr>
            <a:xfrm>
              <a:off x="327075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0">
              <a:extLst>
                <a:ext uri="{FF2B5EF4-FFF2-40B4-BE49-F238E27FC236}">
                  <a16:creationId xmlns:a16="http://schemas.microsoft.com/office/drawing/2014/main" id="{225F10D1-C31E-B897-A56C-BB520BACD615}"/>
                </a:ext>
              </a:extLst>
            </p:cNvPr>
            <p:cNvSpPr/>
            <p:nvPr/>
          </p:nvSpPr>
          <p:spPr>
            <a:xfrm>
              <a:off x="328019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1">
              <a:extLst>
                <a:ext uri="{FF2B5EF4-FFF2-40B4-BE49-F238E27FC236}">
                  <a16:creationId xmlns:a16="http://schemas.microsoft.com/office/drawing/2014/main" id="{D6792B02-A979-D9A6-383E-99B382155713}"/>
                </a:ext>
              </a:extLst>
            </p:cNvPr>
            <p:cNvSpPr/>
            <p:nvPr/>
          </p:nvSpPr>
          <p:spPr>
            <a:xfrm>
              <a:off x="328963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2">
              <a:extLst>
                <a:ext uri="{FF2B5EF4-FFF2-40B4-BE49-F238E27FC236}">
                  <a16:creationId xmlns:a16="http://schemas.microsoft.com/office/drawing/2014/main" id="{A2FE84FC-FD68-AE51-030F-D897F4319CB7}"/>
                </a:ext>
              </a:extLst>
            </p:cNvPr>
            <p:cNvSpPr/>
            <p:nvPr/>
          </p:nvSpPr>
          <p:spPr>
            <a:xfrm>
              <a:off x="329907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3">
              <a:extLst>
                <a:ext uri="{FF2B5EF4-FFF2-40B4-BE49-F238E27FC236}">
                  <a16:creationId xmlns:a16="http://schemas.microsoft.com/office/drawing/2014/main" id="{DE463EA5-7762-952C-F0E0-033EB2AFF0E8}"/>
                </a:ext>
              </a:extLst>
            </p:cNvPr>
            <p:cNvSpPr/>
            <p:nvPr/>
          </p:nvSpPr>
          <p:spPr>
            <a:xfrm>
              <a:off x="330851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4">
              <a:extLst>
                <a:ext uri="{FF2B5EF4-FFF2-40B4-BE49-F238E27FC236}">
                  <a16:creationId xmlns:a16="http://schemas.microsoft.com/office/drawing/2014/main" id="{A7C125BE-AA67-7C7C-A10F-3744692A9AFE}"/>
                </a:ext>
              </a:extLst>
            </p:cNvPr>
            <p:cNvSpPr/>
            <p:nvPr/>
          </p:nvSpPr>
          <p:spPr>
            <a:xfrm>
              <a:off x="331795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5">
              <a:extLst>
                <a:ext uri="{FF2B5EF4-FFF2-40B4-BE49-F238E27FC236}">
                  <a16:creationId xmlns:a16="http://schemas.microsoft.com/office/drawing/2014/main" id="{904B2FF4-B721-C55B-DE2C-61A5F8FC023A}"/>
                </a:ext>
              </a:extLst>
            </p:cNvPr>
            <p:cNvSpPr/>
            <p:nvPr/>
          </p:nvSpPr>
          <p:spPr>
            <a:xfrm>
              <a:off x="332739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6">
              <a:extLst>
                <a:ext uri="{FF2B5EF4-FFF2-40B4-BE49-F238E27FC236}">
                  <a16:creationId xmlns:a16="http://schemas.microsoft.com/office/drawing/2014/main" id="{23555854-D4AA-4823-CF35-ACA7EC9E8DB9}"/>
                </a:ext>
              </a:extLst>
            </p:cNvPr>
            <p:cNvSpPr/>
            <p:nvPr/>
          </p:nvSpPr>
          <p:spPr>
            <a:xfrm>
              <a:off x="333683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7">
              <a:extLst>
                <a:ext uri="{FF2B5EF4-FFF2-40B4-BE49-F238E27FC236}">
                  <a16:creationId xmlns:a16="http://schemas.microsoft.com/office/drawing/2014/main" id="{00786B4C-205D-99AC-23C2-04598920D2E8}"/>
                </a:ext>
              </a:extLst>
            </p:cNvPr>
            <p:cNvSpPr/>
            <p:nvPr/>
          </p:nvSpPr>
          <p:spPr>
            <a:xfrm>
              <a:off x="334627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8">
              <a:extLst>
                <a:ext uri="{FF2B5EF4-FFF2-40B4-BE49-F238E27FC236}">
                  <a16:creationId xmlns:a16="http://schemas.microsoft.com/office/drawing/2014/main" id="{A9AC706A-E483-3B70-84B2-5320155A69DE}"/>
                </a:ext>
              </a:extLst>
            </p:cNvPr>
            <p:cNvSpPr/>
            <p:nvPr/>
          </p:nvSpPr>
          <p:spPr>
            <a:xfrm>
              <a:off x="3355712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19">
              <a:extLst>
                <a:ext uri="{FF2B5EF4-FFF2-40B4-BE49-F238E27FC236}">
                  <a16:creationId xmlns:a16="http://schemas.microsoft.com/office/drawing/2014/main" id="{B22EF58E-F2C1-0C93-17D0-FE6158ABBB39}"/>
                </a:ext>
              </a:extLst>
            </p:cNvPr>
            <p:cNvSpPr/>
            <p:nvPr/>
          </p:nvSpPr>
          <p:spPr>
            <a:xfrm>
              <a:off x="336515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0">
              <a:extLst>
                <a:ext uri="{FF2B5EF4-FFF2-40B4-BE49-F238E27FC236}">
                  <a16:creationId xmlns:a16="http://schemas.microsoft.com/office/drawing/2014/main" id="{70F7A351-E381-B13D-4184-75EB156039D3}"/>
                </a:ext>
              </a:extLst>
            </p:cNvPr>
            <p:cNvSpPr/>
            <p:nvPr/>
          </p:nvSpPr>
          <p:spPr>
            <a:xfrm>
              <a:off x="337459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1">
              <a:extLst>
                <a:ext uri="{FF2B5EF4-FFF2-40B4-BE49-F238E27FC236}">
                  <a16:creationId xmlns:a16="http://schemas.microsoft.com/office/drawing/2014/main" id="{128621CD-56E6-550B-633D-866D528A02F2}"/>
                </a:ext>
              </a:extLst>
            </p:cNvPr>
            <p:cNvSpPr/>
            <p:nvPr/>
          </p:nvSpPr>
          <p:spPr>
            <a:xfrm>
              <a:off x="338403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2">
              <a:extLst>
                <a:ext uri="{FF2B5EF4-FFF2-40B4-BE49-F238E27FC236}">
                  <a16:creationId xmlns:a16="http://schemas.microsoft.com/office/drawing/2014/main" id="{1F9DCE5E-2AB2-03E4-7798-8E7AB97E9D3A}"/>
                </a:ext>
              </a:extLst>
            </p:cNvPr>
            <p:cNvSpPr/>
            <p:nvPr/>
          </p:nvSpPr>
          <p:spPr>
            <a:xfrm>
              <a:off x="339347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3">
              <a:extLst>
                <a:ext uri="{FF2B5EF4-FFF2-40B4-BE49-F238E27FC236}">
                  <a16:creationId xmlns:a16="http://schemas.microsoft.com/office/drawing/2014/main" id="{C9CBF061-059E-B5E5-0016-6A633396A887}"/>
                </a:ext>
              </a:extLst>
            </p:cNvPr>
            <p:cNvSpPr/>
            <p:nvPr/>
          </p:nvSpPr>
          <p:spPr>
            <a:xfrm>
              <a:off x="340291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4">
              <a:extLst>
                <a:ext uri="{FF2B5EF4-FFF2-40B4-BE49-F238E27FC236}">
                  <a16:creationId xmlns:a16="http://schemas.microsoft.com/office/drawing/2014/main" id="{63024109-7DAB-137D-68F3-CFE42C51452F}"/>
                </a:ext>
              </a:extLst>
            </p:cNvPr>
            <p:cNvSpPr/>
            <p:nvPr/>
          </p:nvSpPr>
          <p:spPr>
            <a:xfrm>
              <a:off x="341235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5">
              <a:extLst>
                <a:ext uri="{FF2B5EF4-FFF2-40B4-BE49-F238E27FC236}">
                  <a16:creationId xmlns:a16="http://schemas.microsoft.com/office/drawing/2014/main" id="{F090B79B-F488-0BA6-F310-939C17BC7DEA}"/>
                </a:ext>
              </a:extLst>
            </p:cNvPr>
            <p:cNvSpPr/>
            <p:nvPr/>
          </p:nvSpPr>
          <p:spPr>
            <a:xfrm>
              <a:off x="3421794" y="192181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6">
              <a:extLst>
                <a:ext uri="{FF2B5EF4-FFF2-40B4-BE49-F238E27FC236}">
                  <a16:creationId xmlns:a16="http://schemas.microsoft.com/office/drawing/2014/main" id="{21F9DE3C-A82A-BF4D-54FD-F25F04766473}"/>
                </a:ext>
              </a:extLst>
            </p:cNvPr>
            <p:cNvSpPr/>
            <p:nvPr/>
          </p:nvSpPr>
          <p:spPr>
            <a:xfrm>
              <a:off x="3431234" y="1904245"/>
              <a:ext cx="914762" cy="930536"/>
            </a:xfrm>
            <a:custGeom>
              <a:avLst/>
              <a:gdLst/>
              <a:ahLst/>
              <a:cxnLst/>
              <a:rect l="0" t="0" r="0" b="0"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7">
              <a:extLst>
                <a:ext uri="{FF2B5EF4-FFF2-40B4-BE49-F238E27FC236}">
                  <a16:creationId xmlns:a16="http://schemas.microsoft.com/office/drawing/2014/main" id="{7A94FD4A-CB11-7B38-41DF-FC83B17C9620}"/>
                </a:ext>
              </a:extLst>
            </p:cNvPr>
            <p:cNvSpPr/>
            <p:nvPr/>
          </p:nvSpPr>
          <p:spPr>
            <a:xfrm>
              <a:off x="2288965" y="188667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8">
              <a:extLst>
                <a:ext uri="{FF2B5EF4-FFF2-40B4-BE49-F238E27FC236}">
                  <a16:creationId xmlns:a16="http://schemas.microsoft.com/office/drawing/2014/main" id="{2CB77694-86C8-16EE-0F2F-B7F68A79D59B}"/>
                </a:ext>
              </a:extLst>
            </p:cNvPr>
            <p:cNvSpPr/>
            <p:nvPr/>
          </p:nvSpPr>
          <p:spPr>
            <a:xfrm>
              <a:off x="228896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29">
              <a:extLst>
                <a:ext uri="{FF2B5EF4-FFF2-40B4-BE49-F238E27FC236}">
                  <a16:creationId xmlns:a16="http://schemas.microsoft.com/office/drawing/2014/main" id="{E69BECEF-484D-74C7-F12B-A1725C03DD0A}"/>
                </a:ext>
              </a:extLst>
            </p:cNvPr>
            <p:cNvSpPr/>
            <p:nvPr/>
          </p:nvSpPr>
          <p:spPr>
            <a:xfrm>
              <a:off x="229840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0">
              <a:extLst>
                <a:ext uri="{FF2B5EF4-FFF2-40B4-BE49-F238E27FC236}">
                  <a16:creationId xmlns:a16="http://schemas.microsoft.com/office/drawing/2014/main" id="{55951F08-836E-7352-E5A8-86E2F94AB267}"/>
                </a:ext>
              </a:extLst>
            </p:cNvPr>
            <p:cNvSpPr/>
            <p:nvPr/>
          </p:nvSpPr>
          <p:spPr>
            <a:xfrm>
              <a:off x="230784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1">
              <a:extLst>
                <a:ext uri="{FF2B5EF4-FFF2-40B4-BE49-F238E27FC236}">
                  <a16:creationId xmlns:a16="http://schemas.microsoft.com/office/drawing/2014/main" id="{DF0BBB17-4E9C-275E-2AA8-E4558EFFB6D8}"/>
                </a:ext>
              </a:extLst>
            </p:cNvPr>
            <p:cNvSpPr/>
            <p:nvPr/>
          </p:nvSpPr>
          <p:spPr>
            <a:xfrm>
              <a:off x="231728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2">
              <a:extLst>
                <a:ext uri="{FF2B5EF4-FFF2-40B4-BE49-F238E27FC236}">
                  <a16:creationId xmlns:a16="http://schemas.microsoft.com/office/drawing/2014/main" id="{14C07683-21FE-C63A-4218-241253AC9D13}"/>
                </a:ext>
              </a:extLst>
            </p:cNvPr>
            <p:cNvSpPr/>
            <p:nvPr/>
          </p:nvSpPr>
          <p:spPr>
            <a:xfrm>
              <a:off x="232672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3">
              <a:extLst>
                <a:ext uri="{FF2B5EF4-FFF2-40B4-BE49-F238E27FC236}">
                  <a16:creationId xmlns:a16="http://schemas.microsoft.com/office/drawing/2014/main" id="{D7E319DF-9799-8A0B-A98D-CA12694384DC}"/>
                </a:ext>
              </a:extLst>
            </p:cNvPr>
            <p:cNvSpPr/>
            <p:nvPr/>
          </p:nvSpPr>
          <p:spPr>
            <a:xfrm>
              <a:off x="233616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4">
              <a:extLst>
                <a:ext uri="{FF2B5EF4-FFF2-40B4-BE49-F238E27FC236}">
                  <a16:creationId xmlns:a16="http://schemas.microsoft.com/office/drawing/2014/main" id="{058BC42A-3228-1C95-6908-CC8C2A0EA0B1}"/>
                </a:ext>
              </a:extLst>
            </p:cNvPr>
            <p:cNvSpPr/>
            <p:nvPr/>
          </p:nvSpPr>
          <p:spPr>
            <a:xfrm>
              <a:off x="234560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5">
              <a:extLst>
                <a:ext uri="{FF2B5EF4-FFF2-40B4-BE49-F238E27FC236}">
                  <a16:creationId xmlns:a16="http://schemas.microsoft.com/office/drawing/2014/main" id="{7B70ACCD-4979-F2AE-29F5-DB0E67AF951D}"/>
                </a:ext>
              </a:extLst>
            </p:cNvPr>
            <p:cNvSpPr/>
            <p:nvPr/>
          </p:nvSpPr>
          <p:spPr>
            <a:xfrm>
              <a:off x="235504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6">
              <a:extLst>
                <a:ext uri="{FF2B5EF4-FFF2-40B4-BE49-F238E27FC236}">
                  <a16:creationId xmlns:a16="http://schemas.microsoft.com/office/drawing/2014/main" id="{A7A49904-6970-4C0C-CA38-C5F93629E05A}"/>
                </a:ext>
              </a:extLst>
            </p:cNvPr>
            <p:cNvSpPr/>
            <p:nvPr/>
          </p:nvSpPr>
          <p:spPr>
            <a:xfrm>
              <a:off x="236448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7">
              <a:extLst>
                <a:ext uri="{FF2B5EF4-FFF2-40B4-BE49-F238E27FC236}">
                  <a16:creationId xmlns:a16="http://schemas.microsoft.com/office/drawing/2014/main" id="{AE71EE9F-04E6-32C6-ADF6-78C1E346868C}"/>
                </a:ext>
              </a:extLst>
            </p:cNvPr>
            <p:cNvSpPr/>
            <p:nvPr/>
          </p:nvSpPr>
          <p:spPr>
            <a:xfrm>
              <a:off x="237392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8">
              <a:extLst>
                <a:ext uri="{FF2B5EF4-FFF2-40B4-BE49-F238E27FC236}">
                  <a16:creationId xmlns:a16="http://schemas.microsoft.com/office/drawing/2014/main" id="{6CF7D96B-DE04-EDAA-8287-40D0385D69D2}"/>
                </a:ext>
              </a:extLst>
            </p:cNvPr>
            <p:cNvSpPr/>
            <p:nvPr/>
          </p:nvSpPr>
          <p:spPr>
            <a:xfrm>
              <a:off x="238336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39">
              <a:extLst>
                <a:ext uri="{FF2B5EF4-FFF2-40B4-BE49-F238E27FC236}">
                  <a16:creationId xmlns:a16="http://schemas.microsoft.com/office/drawing/2014/main" id="{512B0D47-7B5E-19C0-E209-6263020EDF07}"/>
                </a:ext>
              </a:extLst>
            </p:cNvPr>
            <p:cNvSpPr/>
            <p:nvPr/>
          </p:nvSpPr>
          <p:spPr>
            <a:xfrm>
              <a:off x="239280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0">
              <a:extLst>
                <a:ext uri="{FF2B5EF4-FFF2-40B4-BE49-F238E27FC236}">
                  <a16:creationId xmlns:a16="http://schemas.microsoft.com/office/drawing/2014/main" id="{9EE7D926-7554-9991-4CC2-35327A2B2066}"/>
                </a:ext>
              </a:extLst>
            </p:cNvPr>
            <p:cNvSpPr/>
            <p:nvPr/>
          </p:nvSpPr>
          <p:spPr>
            <a:xfrm>
              <a:off x="240224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1">
              <a:extLst>
                <a:ext uri="{FF2B5EF4-FFF2-40B4-BE49-F238E27FC236}">
                  <a16:creationId xmlns:a16="http://schemas.microsoft.com/office/drawing/2014/main" id="{1DCB1A92-E110-183C-729B-87756C768441}"/>
                </a:ext>
              </a:extLst>
            </p:cNvPr>
            <p:cNvSpPr/>
            <p:nvPr/>
          </p:nvSpPr>
          <p:spPr>
            <a:xfrm>
              <a:off x="241168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2">
              <a:extLst>
                <a:ext uri="{FF2B5EF4-FFF2-40B4-BE49-F238E27FC236}">
                  <a16:creationId xmlns:a16="http://schemas.microsoft.com/office/drawing/2014/main" id="{7107A09C-A5CB-B378-EF2C-557665BA4AC8}"/>
                </a:ext>
              </a:extLst>
            </p:cNvPr>
            <p:cNvSpPr/>
            <p:nvPr/>
          </p:nvSpPr>
          <p:spPr>
            <a:xfrm>
              <a:off x="242112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3">
              <a:extLst>
                <a:ext uri="{FF2B5EF4-FFF2-40B4-BE49-F238E27FC236}">
                  <a16:creationId xmlns:a16="http://schemas.microsoft.com/office/drawing/2014/main" id="{BF473739-7AEE-2C78-BC98-2DE6B064E5DC}"/>
                </a:ext>
              </a:extLst>
            </p:cNvPr>
            <p:cNvSpPr/>
            <p:nvPr/>
          </p:nvSpPr>
          <p:spPr>
            <a:xfrm>
              <a:off x="243056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4">
              <a:extLst>
                <a:ext uri="{FF2B5EF4-FFF2-40B4-BE49-F238E27FC236}">
                  <a16:creationId xmlns:a16="http://schemas.microsoft.com/office/drawing/2014/main" id="{274BDAE8-0C1E-47F3-821E-047D65B4618A}"/>
                </a:ext>
              </a:extLst>
            </p:cNvPr>
            <p:cNvSpPr/>
            <p:nvPr/>
          </p:nvSpPr>
          <p:spPr>
            <a:xfrm>
              <a:off x="244000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5">
              <a:extLst>
                <a:ext uri="{FF2B5EF4-FFF2-40B4-BE49-F238E27FC236}">
                  <a16:creationId xmlns:a16="http://schemas.microsoft.com/office/drawing/2014/main" id="{1334BB11-25EE-3E84-8541-61CCA384E9FE}"/>
                </a:ext>
              </a:extLst>
            </p:cNvPr>
            <p:cNvSpPr/>
            <p:nvPr/>
          </p:nvSpPr>
          <p:spPr>
            <a:xfrm>
              <a:off x="244944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6">
              <a:extLst>
                <a:ext uri="{FF2B5EF4-FFF2-40B4-BE49-F238E27FC236}">
                  <a16:creationId xmlns:a16="http://schemas.microsoft.com/office/drawing/2014/main" id="{A953CB70-D404-E7C5-54D8-08234112E378}"/>
                </a:ext>
              </a:extLst>
            </p:cNvPr>
            <p:cNvSpPr/>
            <p:nvPr/>
          </p:nvSpPr>
          <p:spPr>
            <a:xfrm>
              <a:off x="245889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7">
              <a:extLst>
                <a:ext uri="{FF2B5EF4-FFF2-40B4-BE49-F238E27FC236}">
                  <a16:creationId xmlns:a16="http://schemas.microsoft.com/office/drawing/2014/main" id="{842A6FCB-8013-7A65-6E69-B03E1AB1F222}"/>
                </a:ext>
              </a:extLst>
            </p:cNvPr>
            <p:cNvSpPr/>
            <p:nvPr/>
          </p:nvSpPr>
          <p:spPr>
            <a:xfrm>
              <a:off x="246833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8">
              <a:extLst>
                <a:ext uri="{FF2B5EF4-FFF2-40B4-BE49-F238E27FC236}">
                  <a16:creationId xmlns:a16="http://schemas.microsoft.com/office/drawing/2014/main" id="{9FE9847A-B7A0-7A15-A4D0-B2DE599FBB45}"/>
                </a:ext>
              </a:extLst>
            </p:cNvPr>
            <p:cNvSpPr/>
            <p:nvPr/>
          </p:nvSpPr>
          <p:spPr>
            <a:xfrm>
              <a:off x="247777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49">
              <a:extLst>
                <a:ext uri="{FF2B5EF4-FFF2-40B4-BE49-F238E27FC236}">
                  <a16:creationId xmlns:a16="http://schemas.microsoft.com/office/drawing/2014/main" id="{F521AF9F-8AED-0EAF-52EC-DE3DC34931B8}"/>
                </a:ext>
              </a:extLst>
            </p:cNvPr>
            <p:cNvSpPr/>
            <p:nvPr/>
          </p:nvSpPr>
          <p:spPr>
            <a:xfrm>
              <a:off x="248721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0">
              <a:extLst>
                <a:ext uri="{FF2B5EF4-FFF2-40B4-BE49-F238E27FC236}">
                  <a16:creationId xmlns:a16="http://schemas.microsoft.com/office/drawing/2014/main" id="{395D47A3-AF9F-31B9-0C72-926940528421}"/>
                </a:ext>
              </a:extLst>
            </p:cNvPr>
            <p:cNvSpPr/>
            <p:nvPr/>
          </p:nvSpPr>
          <p:spPr>
            <a:xfrm>
              <a:off x="249665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1">
              <a:extLst>
                <a:ext uri="{FF2B5EF4-FFF2-40B4-BE49-F238E27FC236}">
                  <a16:creationId xmlns:a16="http://schemas.microsoft.com/office/drawing/2014/main" id="{9984B187-D9E0-7A36-6DF8-AA8AB36A53F5}"/>
                </a:ext>
              </a:extLst>
            </p:cNvPr>
            <p:cNvSpPr/>
            <p:nvPr/>
          </p:nvSpPr>
          <p:spPr>
            <a:xfrm>
              <a:off x="250609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2">
              <a:extLst>
                <a:ext uri="{FF2B5EF4-FFF2-40B4-BE49-F238E27FC236}">
                  <a16:creationId xmlns:a16="http://schemas.microsoft.com/office/drawing/2014/main" id="{B0C0C43A-E0E4-55D6-2FD2-C5432635BA8D}"/>
                </a:ext>
              </a:extLst>
            </p:cNvPr>
            <p:cNvSpPr/>
            <p:nvPr/>
          </p:nvSpPr>
          <p:spPr>
            <a:xfrm>
              <a:off x="251553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3">
              <a:extLst>
                <a:ext uri="{FF2B5EF4-FFF2-40B4-BE49-F238E27FC236}">
                  <a16:creationId xmlns:a16="http://schemas.microsoft.com/office/drawing/2014/main" id="{6202CE71-04DA-278D-F8A7-727AE3C49F76}"/>
                </a:ext>
              </a:extLst>
            </p:cNvPr>
            <p:cNvSpPr/>
            <p:nvPr/>
          </p:nvSpPr>
          <p:spPr>
            <a:xfrm>
              <a:off x="252497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4">
              <a:extLst>
                <a:ext uri="{FF2B5EF4-FFF2-40B4-BE49-F238E27FC236}">
                  <a16:creationId xmlns:a16="http://schemas.microsoft.com/office/drawing/2014/main" id="{6B812B79-C3EA-7D72-5BE9-E5EF078780FF}"/>
                </a:ext>
              </a:extLst>
            </p:cNvPr>
            <p:cNvSpPr/>
            <p:nvPr/>
          </p:nvSpPr>
          <p:spPr>
            <a:xfrm>
              <a:off x="253441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5">
              <a:extLst>
                <a:ext uri="{FF2B5EF4-FFF2-40B4-BE49-F238E27FC236}">
                  <a16:creationId xmlns:a16="http://schemas.microsoft.com/office/drawing/2014/main" id="{1865B6D6-CCF2-3905-9687-6447BC0E3797}"/>
                </a:ext>
              </a:extLst>
            </p:cNvPr>
            <p:cNvSpPr/>
            <p:nvPr/>
          </p:nvSpPr>
          <p:spPr>
            <a:xfrm>
              <a:off x="254385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6">
              <a:extLst>
                <a:ext uri="{FF2B5EF4-FFF2-40B4-BE49-F238E27FC236}">
                  <a16:creationId xmlns:a16="http://schemas.microsoft.com/office/drawing/2014/main" id="{18727B71-E956-5500-D02E-940566E2B65C}"/>
                </a:ext>
              </a:extLst>
            </p:cNvPr>
            <p:cNvSpPr/>
            <p:nvPr/>
          </p:nvSpPr>
          <p:spPr>
            <a:xfrm>
              <a:off x="255329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7">
              <a:extLst>
                <a:ext uri="{FF2B5EF4-FFF2-40B4-BE49-F238E27FC236}">
                  <a16:creationId xmlns:a16="http://schemas.microsoft.com/office/drawing/2014/main" id="{7807FF31-3BCA-9BC7-14FC-25B08FF16A50}"/>
                </a:ext>
              </a:extLst>
            </p:cNvPr>
            <p:cNvSpPr/>
            <p:nvPr/>
          </p:nvSpPr>
          <p:spPr>
            <a:xfrm>
              <a:off x="2572172" y="190424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400" y="910351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8">
              <a:extLst>
                <a:ext uri="{FF2B5EF4-FFF2-40B4-BE49-F238E27FC236}">
                  <a16:creationId xmlns:a16="http://schemas.microsoft.com/office/drawing/2014/main" id="{9A957189-A134-435B-5FB3-9402847582BB}"/>
                </a:ext>
              </a:extLst>
            </p:cNvPr>
            <p:cNvSpPr/>
            <p:nvPr/>
          </p:nvSpPr>
          <p:spPr>
            <a:xfrm>
              <a:off x="2572172" y="1904245"/>
              <a:ext cx="916235" cy="914400"/>
            </a:xfrm>
            <a:custGeom>
              <a:avLst/>
              <a:gdLst/>
              <a:ahLst/>
              <a:cxnLst/>
              <a:rect l="0" t="0" r="0" b="0"/>
              <a:pathLst>
                <a:path w="916235" h="914400">
                  <a:moveTo>
                    <a:pt x="914400" y="914400"/>
                  </a:moveTo>
                  <a:lnTo>
                    <a:pt x="914400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59">
              <a:extLst>
                <a:ext uri="{FF2B5EF4-FFF2-40B4-BE49-F238E27FC236}">
                  <a16:creationId xmlns:a16="http://schemas.microsoft.com/office/drawing/2014/main" id="{EC87956A-2006-C6F6-23F5-A32FAEFE8AD3}"/>
                </a:ext>
              </a:extLst>
            </p:cNvPr>
            <p:cNvSpPr/>
            <p:nvPr/>
          </p:nvSpPr>
          <p:spPr>
            <a:xfrm>
              <a:off x="3185788" y="188667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0">
              <a:extLst>
                <a:ext uri="{FF2B5EF4-FFF2-40B4-BE49-F238E27FC236}">
                  <a16:creationId xmlns:a16="http://schemas.microsoft.com/office/drawing/2014/main" id="{7A349498-4BFF-2BE7-E8EB-6AD27165712B}"/>
                </a:ext>
              </a:extLst>
            </p:cNvPr>
            <p:cNvSpPr/>
            <p:nvPr/>
          </p:nvSpPr>
          <p:spPr>
            <a:xfrm>
              <a:off x="318578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1">
              <a:extLst>
                <a:ext uri="{FF2B5EF4-FFF2-40B4-BE49-F238E27FC236}">
                  <a16:creationId xmlns:a16="http://schemas.microsoft.com/office/drawing/2014/main" id="{E12A79BA-C1BE-4AB3-7C3C-D73A2D587423}"/>
                </a:ext>
              </a:extLst>
            </p:cNvPr>
            <p:cNvSpPr/>
            <p:nvPr/>
          </p:nvSpPr>
          <p:spPr>
            <a:xfrm>
              <a:off x="319522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2">
              <a:extLst>
                <a:ext uri="{FF2B5EF4-FFF2-40B4-BE49-F238E27FC236}">
                  <a16:creationId xmlns:a16="http://schemas.microsoft.com/office/drawing/2014/main" id="{BCBD8FB0-6235-3EC1-C8F2-FBD07CC223D0}"/>
                </a:ext>
              </a:extLst>
            </p:cNvPr>
            <p:cNvSpPr/>
            <p:nvPr/>
          </p:nvSpPr>
          <p:spPr>
            <a:xfrm>
              <a:off x="320466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3">
              <a:extLst>
                <a:ext uri="{FF2B5EF4-FFF2-40B4-BE49-F238E27FC236}">
                  <a16:creationId xmlns:a16="http://schemas.microsoft.com/office/drawing/2014/main" id="{0A32E400-AB66-EC42-26C5-8B312E204B0B}"/>
                </a:ext>
              </a:extLst>
            </p:cNvPr>
            <p:cNvSpPr/>
            <p:nvPr/>
          </p:nvSpPr>
          <p:spPr>
            <a:xfrm>
              <a:off x="321410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4">
              <a:extLst>
                <a:ext uri="{FF2B5EF4-FFF2-40B4-BE49-F238E27FC236}">
                  <a16:creationId xmlns:a16="http://schemas.microsoft.com/office/drawing/2014/main" id="{D5E24838-8B72-9103-6667-D00400E905D3}"/>
                </a:ext>
              </a:extLst>
            </p:cNvPr>
            <p:cNvSpPr/>
            <p:nvPr/>
          </p:nvSpPr>
          <p:spPr>
            <a:xfrm>
              <a:off x="322354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5">
              <a:extLst>
                <a:ext uri="{FF2B5EF4-FFF2-40B4-BE49-F238E27FC236}">
                  <a16:creationId xmlns:a16="http://schemas.microsoft.com/office/drawing/2014/main" id="{3D4D7F8B-EF96-CF82-B79E-4379C47C81B1}"/>
                </a:ext>
              </a:extLst>
            </p:cNvPr>
            <p:cNvSpPr/>
            <p:nvPr/>
          </p:nvSpPr>
          <p:spPr>
            <a:xfrm>
              <a:off x="323298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6">
              <a:extLst>
                <a:ext uri="{FF2B5EF4-FFF2-40B4-BE49-F238E27FC236}">
                  <a16:creationId xmlns:a16="http://schemas.microsoft.com/office/drawing/2014/main" id="{F4FE3614-CDF3-9282-1D55-362E50C0574E}"/>
                </a:ext>
              </a:extLst>
            </p:cNvPr>
            <p:cNvSpPr/>
            <p:nvPr/>
          </p:nvSpPr>
          <p:spPr>
            <a:xfrm>
              <a:off x="324242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7">
              <a:extLst>
                <a:ext uri="{FF2B5EF4-FFF2-40B4-BE49-F238E27FC236}">
                  <a16:creationId xmlns:a16="http://schemas.microsoft.com/office/drawing/2014/main" id="{5E115C3F-C771-B74C-AC59-ECCE2D803327}"/>
                </a:ext>
              </a:extLst>
            </p:cNvPr>
            <p:cNvSpPr/>
            <p:nvPr/>
          </p:nvSpPr>
          <p:spPr>
            <a:xfrm>
              <a:off x="325187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8">
              <a:extLst>
                <a:ext uri="{FF2B5EF4-FFF2-40B4-BE49-F238E27FC236}">
                  <a16:creationId xmlns:a16="http://schemas.microsoft.com/office/drawing/2014/main" id="{4750630F-554B-059D-91DF-071557BF5032}"/>
                </a:ext>
              </a:extLst>
            </p:cNvPr>
            <p:cNvSpPr/>
            <p:nvPr/>
          </p:nvSpPr>
          <p:spPr>
            <a:xfrm>
              <a:off x="326131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69">
              <a:extLst>
                <a:ext uri="{FF2B5EF4-FFF2-40B4-BE49-F238E27FC236}">
                  <a16:creationId xmlns:a16="http://schemas.microsoft.com/office/drawing/2014/main" id="{E4C38E08-84DB-562F-C143-14E075DB68CA}"/>
                </a:ext>
              </a:extLst>
            </p:cNvPr>
            <p:cNvSpPr/>
            <p:nvPr/>
          </p:nvSpPr>
          <p:spPr>
            <a:xfrm>
              <a:off x="327075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0">
              <a:extLst>
                <a:ext uri="{FF2B5EF4-FFF2-40B4-BE49-F238E27FC236}">
                  <a16:creationId xmlns:a16="http://schemas.microsoft.com/office/drawing/2014/main" id="{1C8F32E7-5B76-96D7-0CA0-8CF4025D7002}"/>
                </a:ext>
              </a:extLst>
            </p:cNvPr>
            <p:cNvSpPr/>
            <p:nvPr/>
          </p:nvSpPr>
          <p:spPr>
            <a:xfrm>
              <a:off x="328019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1">
              <a:extLst>
                <a:ext uri="{FF2B5EF4-FFF2-40B4-BE49-F238E27FC236}">
                  <a16:creationId xmlns:a16="http://schemas.microsoft.com/office/drawing/2014/main" id="{7A272FE9-B1BC-3020-9AB5-E3188DCB4BA4}"/>
                </a:ext>
              </a:extLst>
            </p:cNvPr>
            <p:cNvSpPr/>
            <p:nvPr/>
          </p:nvSpPr>
          <p:spPr>
            <a:xfrm>
              <a:off x="328963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2">
              <a:extLst>
                <a:ext uri="{FF2B5EF4-FFF2-40B4-BE49-F238E27FC236}">
                  <a16:creationId xmlns:a16="http://schemas.microsoft.com/office/drawing/2014/main" id="{DAF607D9-26F6-E031-F6E1-82688B8887CA}"/>
                </a:ext>
              </a:extLst>
            </p:cNvPr>
            <p:cNvSpPr/>
            <p:nvPr/>
          </p:nvSpPr>
          <p:spPr>
            <a:xfrm>
              <a:off x="329907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3">
              <a:extLst>
                <a:ext uri="{FF2B5EF4-FFF2-40B4-BE49-F238E27FC236}">
                  <a16:creationId xmlns:a16="http://schemas.microsoft.com/office/drawing/2014/main" id="{8431F9D4-50DB-2CEC-2286-E67F1E8221F2}"/>
                </a:ext>
              </a:extLst>
            </p:cNvPr>
            <p:cNvSpPr/>
            <p:nvPr/>
          </p:nvSpPr>
          <p:spPr>
            <a:xfrm>
              <a:off x="330851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4">
              <a:extLst>
                <a:ext uri="{FF2B5EF4-FFF2-40B4-BE49-F238E27FC236}">
                  <a16:creationId xmlns:a16="http://schemas.microsoft.com/office/drawing/2014/main" id="{FD69BE89-F31B-E599-635D-2DA2FF640A64}"/>
                </a:ext>
              </a:extLst>
            </p:cNvPr>
            <p:cNvSpPr/>
            <p:nvPr/>
          </p:nvSpPr>
          <p:spPr>
            <a:xfrm>
              <a:off x="331795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5">
              <a:extLst>
                <a:ext uri="{FF2B5EF4-FFF2-40B4-BE49-F238E27FC236}">
                  <a16:creationId xmlns:a16="http://schemas.microsoft.com/office/drawing/2014/main" id="{1E150F75-A47F-7F0A-6F2F-0BC79DC39975}"/>
                </a:ext>
              </a:extLst>
            </p:cNvPr>
            <p:cNvSpPr/>
            <p:nvPr/>
          </p:nvSpPr>
          <p:spPr>
            <a:xfrm>
              <a:off x="332739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6">
              <a:extLst>
                <a:ext uri="{FF2B5EF4-FFF2-40B4-BE49-F238E27FC236}">
                  <a16:creationId xmlns:a16="http://schemas.microsoft.com/office/drawing/2014/main" id="{CF8D5538-683E-EF03-D2B8-E38DD68DB8A7}"/>
                </a:ext>
              </a:extLst>
            </p:cNvPr>
            <p:cNvSpPr/>
            <p:nvPr/>
          </p:nvSpPr>
          <p:spPr>
            <a:xfrm>
              <a:off x="333683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7">
              <a:extLst>
                <a:ext uri="{FF2B5EF4-FFF2-40B4-BE49-F238E27FC236}">
                  <a16:creationId xmlns:a16="http://schemas.microsoft.com/office/drawing/2014/main" id="{E8942574-5EEE-AAB3-E34F-C03B70545EC9}"/>
                </a:ext>
              </a:extLst>
            </p:cNvPr>
            <p:cNvSpPr/>
            <p:nvPr/>
          </p:nvSpPr>
          <p:spPr>
            <a:xfrm>
              <a:off x="334627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8">
              <a:extLst>
                <a:ext uri="{FF2B5EF4-FFF2-40B4-BE49-F238E27FC236}">
                  <a16:creationId xmlns:a16="http://schemas.microsoft.com/office/drawing/2014/main" id="{0E387F67-92D6-BA7D-903E-C943DD8BD424}"/>
                </a:ext>
              </a:extLst>
            </p:cNvPr>
            <p:cNvSpPr/>
            <p:nvPr/>
          </p:nvSpPr>
          <p:spPr>
            <a:xfrm>
              <a:off x="3355712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79">
              <a:extLst>
                <a:ext uri="{FF2B5EF4-FFF2-40B4-BE49-F238E27FC236}">
                  <a16:creationId xmlns:a16="http://schemas.microsoft.com/office/drawing/2014/main" id="{89FA7111-7434-C398-413A-521DD6F72355}"/>
                </a:ext>
              </a:extLst>
            </p:cNvPr>
            <p:cNvSpPr/>
            <p:nvPr/>
          </p:nvSpPr>
          <p:spPr>
            <a:xfrm>
              <a:off x="336515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0">
              <a:extLst>
                <a:ext uri="{FF2B5EF4-FFF2-40B4-BE49-F238E27FC236}">
                  <a16:creationId xmlns:a16="http://schemas.microsoft.com/office/drawing/2014/main" id="{ED5EDE13-62CD-FF9C-5D1A-61F991E25CD1}"/>
                </a:ext>
              </a:extLst>
            </p:cNvPr>
            <p:cNvSpPr/>
            <p:nvPr/>
          </p:nvSpPr>
          <p:spPr>
            <a:xfrm>
              <a:off x="337459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1">
              <a:extLst>
                <a:ext uri="{FF2B5EF4-FFF2-40B4-BE49-F238E27FC236}">
                  <a16:creationId xmlns:a16="http://schemas.microsoft.com/office/drawing/2014/main" id="{31BEDAD7-F526-93E5-09C3-30284FDE73CA}"/>
                </a:ext>
              </a:extLst>
            </p:cNvPr>
            <p:cNvSpPr/>
            <p:nvPr/>
          </p:nvSpPr>
          <p:spPr>
            <a:xfrm>
              <a:off x="338403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2">
              <a:extLst>
                <a:ext uri="{FF2B5EF4-FFF2-40B4-BE49-F238E27FC236}">
                  <a16:creationId xmlns:a16="http://schemas.microsoft.com/office/drawing/2014/main" id="{B9E466CE-6EF3-FFD7-D089-901B80AB5155}"/>
                </a:ext>
              </a:extLst>
            </p:cNvPr>
            <p:cNvSpPr/>
            <p:nvPr/>
          </p:nvSpPr>
          <p:spPr>
            <a:xfrm>
              <a:off x="339347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3">
              <a:extLst>
                <a:ext uri="{FF2B5EF4-FFF2-40B4-BE49-F238E27FC236}">
                  <a16:creationId xmlns:a16="http://schemas.microsoft.com/office/drawing/2014/main" id="{957B4564-A4F9-12EE-D8D8-5D4DEB0D1691}"/>
                </a:ext>
              </a:extLst>
            </p:cNvPr>
            <p:cNvSpPr/>
            <p:nvPr/>
          </p:nvSpPr>
          <p:spPr>
            <a:xfrm>
              <a:off x="340291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4">
              <a:extLst>
                <a:ext uri="{FF2B5EF4-FFF2-40B4-BE49-F238E27FC236}">
                  <a16:creationId xmlns:a16="http://schemas.microsoft.com/office/drawing/2014/main" id="{2E69CD28-FC5D-1432-E37C-422627AF4D4D}"/>
                </a:ext>
              </a:extLst>
            </p:cNvPr>
            <p:cNvSpPr/>
            <p:nvPr/>
          </p:nvSpPr>
          <p:spPr>
            <a:xfrm>
              <a:off x="341235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5">
              <a:extLst>
                <a:ext uri="{FF2B5EF4-FFF2-40B4-BE49-F238E27FC236}">
                  <a16:creationId xmlns:a16="http://schemas.microsoft.com/office/drawing/2014/main" id="{4919B2BC-1D8F-6F5F-7E08-A0D1F56AC731}"/>
                </a:ext>
              </a:extLst>
            </p:cNvPr>
            <p:cNvSpPr/>
            <p:nvPr/>
          </p:nvSpPr>
          <p:spPr>
            <a:xfrm>
              <a:off x="342179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6">
              <a:extLst>
                <a:ext uri="{FF2B5EF4-FFF2-40B4-BE49-F238E27FC236}">
                  <a16:creationId xmlns:a16="http://schemas.microsoft.com/office/drawing/2014/main" id="{4431561A-10AF-6F6E-C7A2-4DF6427CA155}"/>
                </a:ext>
              </a:extLst>
            </p:cNvPr>
            <p:cNvSpPr/>
            <p:nvPr/>
          </p:nvSpPr>
          <p:spPr>
            <a:xfrm>
              <a:off x="3431234" y="1904245"/>
              <a:ext cx="914767" cy="914400"/>
            </a:xfrm>
            <a:custGeom>
              <a:avLst/>
              <a:gdLst/>
              <a:ahLst/>
              <a:cxnLst/>
              <a:rect l="0" t="0" r="0" b="0"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7">
              <a:extLst>
                <a:ext uri="{FF2B5EF4-FFF2-40B4-BE49-F238E27FC236}">
                  <a16:creationId xmlns:a16="http://schemas.microsoft.com/office/drawing/2014/main" id="{A5D6CC08-0981-0E00-242C-C0B13F4F592A}"/>
                </a:ext>
              </a:extLst>
            </p:cNvPr>
            <p:cNvSpPr/>
            <p:nvPr/>
          </p:nvSpPr>
          <p:spPr>
            <a:xfrm>
              <a:off x="2279525" y="1869105"/>
              <a:ext cx="914400" cy="929550"/>
            </a:xfrm>
            <a:custGeom>
              <a:avLst/>
              <a:gdLst/>
              <a:ahLst/>
              <a:cxnLst/>
              <a:rect l="0" t="0" r="0" b="0"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8">
              <a:extLst>
                <a:ext uri="{FF2B5EF4-FFF2-40B4-BE49-F238E27FC236}">
                  <a16:creationId xmlns:a16="http://schemas.microsoft.com/office/drawing/2014/main" id="{012F0DB7-7628-B891-B8D1-8CE5B6ADE4AD}"/>
                </a:ext>
              </a:extLst>
            </p:cNvPr>
            <p:cNvSpPr/>
            <p:nvPr/>
          </p:nvSpPr>
          <p:spPr>
            <a:xfrm>
              <a:off x="227952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89">
              <a:extLst>
                <a:ext uri="{FF2B5EF4-FFF2-40B4-BE49-F238E27FC236}">
                  <a16:creationId xmlns:a16="http://schemas.microsoft.com/office/drawing/2014/main" id="{8365DF24-5A6B-8AFB-8624-626ADADDD8DB}"/>
                </a:ext>
              </a:extLst>
            </p:cNvPr>
            <p:cNvSpPr/>
            <p:nvPr/>
          </p:nvSpPr>
          <p:spPr>
            <a:xfrm>
              <a:off x="228896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0">
              <a:extLst>
                <a:ext uri="{FF2B5EF4-FFF2-40B4-BE49-F238E27FC236}">
                  <a16:creationId xmlns:a16="http://schemas.microsoft.com/office/drawing/2014/main" id="{776170F1-474A-8CD7-94E0-D70833EDD88E}"/>
                </a:ext>
              </a:extLst>
            </p:cNvPr>
            <p:cNvSpPr/>
            <p:nvPr/>
          </p:nvSpPr>
          <p:spPr>
            <a:xfrm>
              <a:off x="229840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1">
              <a:extLst>
                <a:ext uri="{FF2B5EF4-FFF2-40B4-BE49-F238E27FC236}">
                  <a16:creationId xmlns:a16="http://schemas.microsoft.com/office/drawing/2014/main" id="{EE5DC60D-8442-A5D0-1349-6D592E513784}"/>
                </a:ext>
              </a:extLst>
            </p:cNvPr>
            <p:cNvSpPr/>
            <p:nvPr/>
          </p:nvSpPr>
          <p:spPr>
            <a:xfrm>
              <a:off x="230784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2">
              <a:extLst>
                <a:ext uri="{FF2B5EF4-FFF2-40B4-BE49-F238E27FC236}">
                  <a16:creationId xmlns:a16="http://schemas.microsoft.com/office/drawing/2014/main" id="{A3AFAC96-0738-63EC-4CC5-907E5ABF407E}"/>
                </a:ext>
              </a:extLst>
            </p:cNvPr>
            <p:cNvSpPr/>
            <p:nvPr/>
          </p:nvSpPr>
          <p:spPr>
            <a:xfrm>
              <a:off x="231728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3">
              <a:extLst>
                <a:ext uri="{FF2B5EF4-FFF2-40B4-BE49-F238E27FC236}">
                  <a16:creationId xmlns:a16="http://schemas.microsoft.com/office/drawing/2014/main" id="{5C1987A2-272B-31F8-43FD-FB9222D2A7AA}"/>
                </a:ext>
              </a:extLst>
            </p:cNvPr>
            <p:cNvSpPr/>
            <p:nvPr/>
          </p:nvSpPr>
          <p:spPr>
            <a:xfrm>
              <a:off x="232672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4">
              <a:extLst>
                <a:ext uri="{FF2B5EF4-FFF2-40B4-BE49-F238E27FC236}">
                  <a16:creationId xmlns:a16="http://schemas.microsoft.com/office/drawing/2014/main" id="{621595C4-710E-AF8F-A9DE-72079F998773}"/>
                </a:ext>
              </a:extLst>
            </p:cNvPr>
            <p:cNvSpPr/>
            <p:nvPr/>
          </p:nvSpPr>
          <p:spPr>
            <a:xfrm>
              <a:off x="233616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5">
              <a:extLst>
                <a:ext uri="{FF2B5EF4-FFF2-40B4-BE49-F238E27FC236}">
                  <a16:creationId xmlns:a16="http://schemas.microsoft.com/office/drawing/2014/main" id="{81E11990-EB35-B813-F9E4-B4E449D9D436}"/>
                </a:ext>
              </a:extLst>
            </p:cNvPr>
            <p:cNvSpPr/>
            <p:nvPr/>
          </p:nvSpPr>
          <p:spPr>
            <a:xfrm>
              <a:off x="234560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6">
              <a:extLst>
                <a:ext uri="{FF2B5EF4-FFF2-40B4-BE49-F238E27FC236}">
                  <a16:creationId xmlns:a16="http://schemas.microsoft.com/office/drawing/2014/main" id="{78F22318-BDC7-1AF6-4EF0-4EF0C8205EFE}"/>
                </a:ext>
              </a:extLst>
            </p:cNvPr>
            <p:cNvSpPr/>
            <p:nvPr/>
          </p:nvSpPr>
          <p:spPr>
            <a:xfrm>
              <a:off x="235504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7">
              <a:extLst>
                <a:ext uri="{FF2B5EF4-FFF2-40B4-BE49-F238E27FC236}">
                  <a16:creationId xmlns:a16="http://schemas.microsoft.com/office/drawing/2014/main" id="{B59451CB-EE41-52F8-BC06-BCC5BD07A079}"/>
                </a:ext>
              </a:extLst>
            </p:cNvPr>
            <p:cNvSpPr/>
            <p:nvPr/>
          </p:nvSpPr>
          <p:spPr>
            <a:xfrm>
              <a:off x="236448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8">
              <a:extLst>
                <a:ext uri="{FF2B5EF4-FFF2-40B4-BE49-F238E27FC236}">
                  <a16:creationId xmlns:a16="http://schemas.microsoft.com/office/drawing/2014/main" id="{31BCA0F4-F28E-50A8-3109-2F5C92A6CADF}"/>
                </a:ext>
              </a:extLst>
            </p:cNvPr>
            <p:cNvSpPr/>
            <p:nvPr/>
          </p:nvSpPr>
          <p:spPr>
            <a:xfrm>
              <a:off x="237392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3999">
              <a:extLst>
                <a:ext uri="{FF2B5EF4-FFF2-40B4-BE49-F238E27FC236}">
                  <a16:creationId xmlns:a16="http://schemas.microsoft.com/office/drawing/2014/main" id="{48E88B96-00C9-861A-4B9E-C6533C333965}"/>
                </a:ext>
              </a:extLst>
            </p:cNvPr>
            <p:cNvSpPr/>
            <p:nvPr/>
          </p:nvSpPr>
          <p:spPr>
            <a:xfrm>
              <a:off x="238336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0">
              <a:extLst>
                <a:ext uri="{FF2B5EF4-FFF2-40B4-BE49-F238E27FC236}">
                  <a16:creationId xmlns:a16="http://schemas.microsoft.com/office/drawing/2014/main" id="{59CE7357-4CD7-CF42-F396-782C5255310B}"/>
                </a:ext>
              </a:extLst>
            </p:cNvPr>
            <p:cNvSpPr/>
            <p:nvPr/>
          </p:nvSpPr>
          <p:spPr>
            <a:xfrm>
              <a:off x="239280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1">
              <a:extLst>
                <a:ext uri="{FF2B5EF4-FFF2-40B4-BE49-F238E27FC236}">
                  <a16:creationId xmlns:a16="http://schemas.microsoft.com/office/drawing/2014/main" id="{7926FC9B-303A-F883-6DB1-3085FABFCB4D}"/>
                </a:ext>
              </a:extLst>
            </p:cNvPr>
            <p:cNvSpPr/>
            <p:nvPr/>
          </p:nvSpPr>
          <p:spPr>
            <a:xfrm>
              <a:off x="240224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2">
              <a:extLst>
                <a:ext uri="{FF2B5EF4-FFF2-40B4-BE49-F238E27FC236}">
                  <a16:creationId xmlns:a16="http://schemas.microsoft.com/office/drawing/2014/main" id="{C286CA5D-2611-DCA3-A1B4-A08702130CD9}"/>
                </a:ext>
              </a:extLst>
            </p:cNvPr>
            <p:cNvSpPr/>
            <p:nvPr/>
          </p:nvSpPr>
          <p:spPr>
            <a:xfrm>
              <a:off x="241168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3">
              <a:extLst>
                <a:ext uri="{FF2B5EF4-FFF2-40B4-BE49-F238E27FC236}">
                  <a16:creationId xmlns:a16="http://schemas.microsoft.com/office/drawing/2014/main" id="{7170C5DC-6835-1008-9559-FE5F78DBE1F8}"/>
                </a:ext>
              </a:extLst>
            </p:cNvPr>
            <p:cNvSpPr/>
            <p:nvPr/>
          </p:nvSpPr>
          <p:spPr>
            <a:xfrm>
              <a:off x="242112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4">
              <a:extLst>
                <a:ext uri="{FF2B5EF4-FFF2-40B4-BE49-F238E27FC236}">
                  <a16:creationId xmlns:a16="http://schemas.microsoft.com/office/drawing/2014/main" id="{F0348404-8AAE-342E-4366-0C61A3595DE5}"/>
                </a:ext>
              </a:extLst>
            </p:cNvPr>
            <p:cNvSpPr/>
            <p:nvPr/>
          </p:nvSpPr>
          <p:spPr>
            <a:xfrm>
              <a:off x="243056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5">
              <a:extLst>
                <a:ext uri="{FF2B5EF4-FFF2-40B4-BE49-F238E27FC236}">
                  <a16:creationId xmlns:a16="http://schemas.microsoft.com/office/drawing/2014/main" id="{257E0BCA-2157-151F-1E70-E1B0CA612997}"/>
                </a:ext>
              </a:extLst>
            </p:cNvPr>
            <p:cNvSpPr/>
            <p:nvPr/>
          </p:nvSpPr>
          <p:spPr>
            <a:xfrm>
              <a:off x="244000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6">
              <a:extLst>
                <a:ext uri="{FF2B5EF4-FFF2-40B4-BE49-F238E27FC236}">
                  <a16:creationId xmlns:a16="http://schemas.microsoft.com/office/drawing/2014/main" id="{76046938-3250-B007-D312-31FC239B35B3}"/>
                </a:ext>
              </a:extLst>
            </p:cNvPr>
            <p:cNvSpPr/>
            <p:nvPr/>
          </p:nvSpPr>
          <p:spPr>
            <a:xfrm>
              <a:off x="244944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7">
              <a:extLst>
                <a:ext uri="{FF2B5EF4-FFF2-40B4-BE49-F238E27FC236}">
                  <a16:creationId xmlns:a16="http://schemas.microsoft.com/office/drawing/2014/main" id="{5B96A2D5-0A36-0EC6-7D4A-8CE502A3CE61}"/>
                </a:ext>
              </a:extLst>
            </p:cNvPr>
            <p:cNvSpPr/>
            <p:nvPr/>
          </p:nvSpPr>
          <p:spPr>
            <a:xfrm>
              <a:off x="245889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8">
              <a:extLst>
                <a:ext uri="{FF2B5EF4-FFF2-40B4-BE49-F238E27FC236}">
                  <a16:creationId xmlns:a16="http://schemas.microsoft.com/office/drawing/2014/main" id="{C909B391-F179-2309-1A7C-BEAE1EC65635}"/>
                </a:ext>
              </a:extLst>
            </p:cNvPr>
            <p:cNvSpPr/>
            <p:nvPr/>
          </p:nvSpPr>
          <p:spPr>
            <a:xfrm>
              <a:off x="246833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09">
              <a:extLst>
                <a:ext uri="{FF2B5EF4-FFF2-40B4-BE49-F238E27FC236}">
                  <a16:creationId xmlns:a16="http://schemas.microsoft.com/office/drawing/2014/main" id="{B02510A3-9D70-0F68-DC79-ABC04E417F76}"/>
                </a:ext>
              </a:extLst>
            </p:cNvPr>
            <p:cNvSpPr/>
            <p:nvPr/>
          </p:nvSpPr>
          <p:spPr>
            <a:xfrm>
              <a:off x="247777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0">
              <a:extLst>
                <a:ext uri="{FF2B5EF4-FFF2-40B4-BE49-F238E27FC236}">
                  <a16:creationId xmlns:a16="http://schemas.microsoft.com/office/drawing/2014/main" id="{53D2765D-204B-0D76-EAD0-E373401A2058}"/>
                </a:ext>
              </a:extLst>
            </p:cNvPr>
            <p:cNvSpPr/>
            <p:nvPr/>
          </p:nvSpPr>
          <p:spPr>
            <a:xfrm>
              <a:off x="248721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1">
              <a:extLst>
                <a:ext uri="{FF2B5EF4-FFF2-40B4-BE49-F238E27FC236}">
                  <a16:creationId xmlns:a16="http://schemas.microsoft.com/office/drawing/2014/main" id="{4FB356FD-8122-7BF9-36C6-B94B4A6DE75C}"/>
                </a:ext>
              </a:extLst>
            </p:cNvPr>
            <p:cNvSpPr/>
            <p:nvPr/>
          </p:nvSpPr>
          <p:spPr>
            <a:xfrm>
              <a:off x="249665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2">
              <a:extLst>
                <a:ext uri="{FF2B5EF4-FFF2-40B4-BE49-F238E27FC236}">
                  <a16:creationId xmlns:a16="http://schemas.microsoft.com/office/drawing/2014/main" id="{A0C2757C-2F8A-7558-5A40-58C049DC5DD1}"/>
                </a:ext>
              </a:extLst>
            </p:cNvPr>
            <p:cNvSpPr/>
            <p:nvPr/>
          </p:nvSpPr>
          <p:spPr>
            <a:xfrm>
              <a:off x="250609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3">
              <a:extLst>
                <a:ext uri="{FF2B5EF4-FFF2-40B4-BE49-F238E27FC236}">
                  <a16:creationId xmlns:a16="http://schemas.microsoft.com/office/drawing/2014/main" id="{8661C943-053D-2DBF-9B9B-15E38457D78C}"/>
                </a:ext>
              </a:extLst>
            </p:cNvPr>
            <p:cNvSpPr/>
            <p:nvPr/>
          </p:nvSpPr>
          <p:spPr>
            <a:xfrm>
              <a:off x="251553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4">
              <a:extLst>
                <a:ext uri="{FF2B5EF4-FFF2-40B4-BE49-F238E27FC236}">
                  <a16:creationId xmlns:a16="http://schemas.microsoft.com/office/drawing/2014/main" id="{1B64CCD3-913E-DBEE-6BF8-A6C02675824E}"/>
                </a:ext>
              </a:extLst>
            </p:cNvPr>
            <p:cNvSpPr/>
            <p:nvPr/>
          </p:nvSpPr>
          <p:spPr>
            <a:xfrm>
              <a:off x="252497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5">
              <a:extLst>
                <a:ext uri="{FF2B5EF4-FFF2-40B4-BE49-F238E27FC236}">
                  <a16:creationId xmlns:a16="http://schemas.microsoft.com/office/drawing/2014/main" id="{A9AD8337-D24F-9ADB-D762-B18AB078C7E6}"/>
                </a:ext>
              </a:extLst>
            </p:cNvPr>
            <p:cNvSpPr/>
            <p:nvPr/>
          </p:nvSpPr>
          <p:spPr>
            <a:xfrm>
              <a:off x="253441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6">
              <a:extLst>
                <a:ext uri="{FF2B5EF4-FFF2-40B4-BE49-F238E27FC236}">
                  <a16:creationId xmlns:a16="http://schemas.microsoft.com/office/drawing/2014/main" id="{87843B81-7F15-013A-B561-011E252DF951}"/>
                </a:ext>
              </a:extLst>
            </p:cNvPr>
            <p:cNvSpPr/>
            <p:nvPr/>
          </p:nvSpPr>
          <p:spPr>
            <a:xfrm>
              <a:off x="254385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7">
              <a:extLst>
                <a:ext uri="{FF2B5EF4-FFF2-40B4-BE49-F238E27FC236}">
                  <a16:creationId xmlns:a16="http://schemas.microsoft.com/office/drawing/2014/main" id="{8AB7BB82-AEE7-2A56-8463-912BA838924B}"/>
                </a:ext>
              </a:extLst>
            </p:cNvPr>
            <p:cNvSpPr/>
            <p:nvPr/>
          </p:nvSpPr>
          <p:spPr>
            <a:xfrm>
              <a:off x="2562732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8">
              <a:extLst>
                <a:ext uri="{FF2B5EF4-FFF2-40B4-BE49-F238E27FC236}">
                  <a16:creationId xmlns:a16="http://schemas.microsoft.com/office/drawing/2014/main" id="{15E68854-2279-F7B4-31D4-42235949CBD0}"/>
                </a:ext>
              </a:extLst>
            </p:cNvPr>
            <p:cNvSpPr/>
            <p:nvPr/>
          </p:nvSpPr>
          <p:spPr>
            <a:xfrm>
              <a:off x="2562732" y="1886675"/>
              <a:ext cx="917703" cy="914400"/>
            </a:xfrm>
            <a:custGeom>
              <a:avLst/>
              <a:gdLst/>
              <a:ahLst/>
              <a:cxnLst/>
              <a:rect l="0" t="0" r="0" b="0"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19">
              <a:extLst>
                <a:ext uri="{FF2B5EF4-FFF2-40B4-BE49-F238E27FC236}">
                  <a16:creationId xmlns:a16="http://schemas.microsoft.com/office/drawing/2014/main" id="{E24C86E0-8D21-A594-FECC-A86FA13C5F8B}"/>
                </a:ext>
              </a:extLst>
            </p:cNvPr>
            <p:cNvSpPr/>
            <p:nvPr/>
          </p:nvSpPr>
          <p:spPr>
            <a:xfrm>
              <a:off x="3185788" y="1886675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3631" y="914400"/>
                  </a:lnTo>
                  <a:lnTo>
                    <a:pt x="914399" y="911854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0">
              <a:extLst>
                <a:ext uri="{FF2B5EF4-FFF2-40B4-BE49-F238E27FC236}">
                  <a16:creationId xmlns:a16="http://schemas.microsoft.com/office/drawing/2014/main" id="{C1C87239-DCA7-2B58-3CAF-7E1EF4DEF0F0}"/>
                </a:ext>
              </a:extLst>
            </p:cNvPr>
            <p:cNvSpPr/>
            <p:nvPr/>
          </p:nvSpPr>
          <p:spPr>
            <a:xfrm>
              <a:off x="3195228" y="186910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1">
              <a:extLst>
                <a:ext uri="{FF2B5EF4-FFF2-40B4-BE49-F238E27FC236}">
                  <a16:creationId xmlns:a16="http://schemas.microsoft.com/office/drawing/2014/main" id="{B58907B7-6D13-5FEB-F3D0-5D5EC8C63520}"/>
                </a:ext>
              </a:extLst>
            </p:cNvPr>
            <p:cNvSpPr/>
            <p:nvPr/>
          </p:nvSpPr>
          <p:spPr>
            <a:xfrm>
              <a:off x="319522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2">
              <a:extLst>
                <a:ext uri="{FF2B5EF4-FFF2-40B4-BE49-F238E27FC236}">
                  <a16:creationId xmlns:a16="http://schemas.microsoft.com/office/drawing/2014/main" id="{A9E792E5-1119-ECC3-E766-725FC22590A6}"/>
                </a:ext>
              </a:extLst>
            </p:cNvPr>
            <p:cNvSpPr/>
            <p:nvPr/>
          </p:nvSpPr>
          <p:spPr>
            <a:xfrm>
              <a:off x="320466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3">
              <a:extLst>
                <a:ext uri="{FF2B5EF4-FFF2-40B4-BE49-F238E27FC236}">
                  <a16:creationId xmlns:a16="http://schemas.microsoft.com/office/drawing/2014/main" id="{34B42747-4E4C-E984-95A0-585D1F5EC24A}"/>
                </a:ext>
              </a:extLst>
            </p:cNvPr>
            <p:cNvSpPr/>
            <p:nvPr/>
          </p:nvSpPr>
          <p:spPr>
            <a:xfrm>
              <a:off x="321410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4">
              <a:extLst>
                <a:ext uri="{FF2B5EF4-FFF2-40B4-BE49-F238E27FC236}">
                  <a16:creationId xmlns:a16="http://schemas.microsoft.com/office/drawing/2014/main" id="{C01C4F35-8A1B-D23D-D159-67FB797650C6}"/>
                </a:ext>
              </a:extLst>
            </p:cNvPr>
            <p:cNvSpPr/>
            <p:nvPr/>
          </p:nvSpPr>
          <p:spPr>
            <a:xfrm>
              <a:off x="322354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5">
              <a:extLst>
                <a:ext uri="{FF2B5EF4-FFF2-40B4-BE49-F238E27FC236}">
                  <a16:creationId xmlns:a16="http://schemas.microsoft.com/office/drawing/2014/main" id="{75FDB9C1-214F-AD39-0B6A-DE0C380FEC85}"/>
                </a:ext>
              </a:extLst>
            </p:cNvPr>
            <p:cNvSpPr/>
            <p:nvPr/>
          </p:nvSpPr>
          <p:spPr>
            <a:xfrm>
              <a:off x="323298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6">
              <a:extLst>
                <a:ext uri="{FF2B5EF4-FFF2-40B4-BE49-F238E27FC236}">
                  <a16:creationId xmlns:a16="http://schemas.microsoft.com/office/drawing/2014/main" id="{4F0422DF-01B3-8DD7-DF1F-FFCE1D5B1C8D}"/>
                </a:ext>
              </a:extLst>
            </p:cNvPr>
            <p:cNvSpPr/>
            <p:nvPr/>
          </p:nvSpPr>
          <p:spPr>
            <a:xfrm>
              <a:off x="324242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7">
              <a:extLst>
                <a:ext uri="{FF2B5EF4-FFF2-40B4-BE49-F238E27FC236}">
                  <a16:creationId xmlns:a16="http://schemas.microsoft.com/office/drawing/2014/main" id="{A44D55F3-56C0-C00D-A99C-8BE7BBF8D9DE}"/>
                </a:ext>
              </a:extLst>
            </p:cNvPr>
            <p:cNvSpPr/>
            <p:nvPr/>
          </p:nvSpPr>
          <p:spPr>
            <a:xfrm>
              <a:off x="325187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8">
              <a:extLst>
                <a:ext uri="{FF2B5EF4-FFF2-40B4-BE49-F238E27FC236}">
                  <a16:creationId xmlns:a16="http://schemas.microsoft.com/office/drawing/2014/main" id="{AC4071F7-0D87-7A7E-F591-25DB098D6726}"/>
                </a:ext>
              </a:extLst>
            </p:cNvPr>
            <p:cNvSpPr/>
            <p:nvPr/>
          </p:nvSpPr>
          <p:spPr>
            <a:xfrm>
              <a:off x="326131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29">
              <a:extLst>
                <a:ext uri="{FF2B5EF4-FFF2-40B4-BE49-F238E27FC236}">
                  <a16:creationId xmlns:a16="http://schemas.microsoft.com/office/drawing/2014/main" id="{70A21798-B541-8B21-D8FB-557DE80599F5}"/>
                </a:ext>
              </a:extLst>
            </p:cNvPr>
            <p:cNvSpPr/>
            <p:nvPr/>
          </p:nvSpPr>
          <p:spPr>
            <a:xfrm>
              <a:off x="327075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0">
              <a:extLst>
                <a:ext uri="{FF2B5EF4-FFF2-40B4-BE49-F238E27FC236}">
                  <a16:creationId xmlns:a16="http://schemas.microsoft.com/office/drawing/2014/main" id="{F26058D9-BA0B-79C5-F7D6-F1BEA6059CB0}"/>
                </a:ext>
              </a:extLst>
            </p:cNvPr>
            <p:cNvSpPr/>
            <p:nvPr/>
          </p:nvSpPr>
          <p:spPr>
            <a:xfrm>
              <a:off x="328019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1">
              <a:extLst>
                <a:ext uri="{FF2B5EF4-FFF2-40B4-BE49-F238E27FC236}">
                  <a16:creationId xmlns:a16="http://schemas.microsoft.com/office/drawing/2014/main" id="{B7849D5D-8E7D-E071-E12A-0C8417E040D7}"/>
                </a:ext>
              </a:extLst>
            </p:cNvPr>
            <p:cNvSpPr/>
            <p:nvPr/>
          </p:nvSpPr>
          <p:spPr>
            <a:xfrm>
              <a:off x="328963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2">
              <a:extLst>
                <a:ext uri="{FF2B5EF4-FFF2-40B4-BE49-F238E27FC236}">
                  <a16:creationId xmlns:a16="http://schemas.microsoft.com/office/drawing/2014/main" id="{5628FCDE-A264-4490-3C43-5D12CDBE846C}"/>
                </a:ext>
              </a:extLst>
            </p:cNvPr>
            <p:cNvSpPr/>
            <p:nvPr/>
          </p:nvSpPr>
          <p:spPr>
            <a:xfrm>
              <a:off x="329907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3">
              <a:extLst>
                <a:ext uri="{FF2B5EF4-FFF2-40B4-BE49-F238E27FC236}">
                  <a16:creationId xmlns:a16="http://schemas.microsoft.com/office/drawing/2014/main" id="{1B9A3356-1D9A-246A-5F6F-D3232CD91FA1}"/>
                </a:ext>
              </a:extLst>
            </p:cNvPr>
            <p:cNvSpPr/>
            <p:nvPr/>
          </p:nvSpPr>
          <p:spPr>
            <a:xfrm>
              <a:off x="330851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4">
              <a:extLst>
                <a:ext uri="{FF2B5EF4-FFF2-40B4-BE49-F238E27FC236}">
                  <a16:creationId xmlns:a16="http://schemas.microsoft.com/office/drawing/2014/main" id="{EB04CBA6-9C27-A8E9-6319-B998219E8567}"/>
                </a:ext>
              </a:extLst>
            </p:cNvPr>
            <p:cNvSpPr/>
            <p:nvPr/>
          </p:nvSpPr>
          <p:spPr>
            <a:xfrm>
              <a:off x="331795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5">
              <a:extLst>
                <a:ext uri="{FF2B5EF4-FFF2-40B4-BE49-F238E27FC236}">
                  <a16:creationId xmlns:a16="http://schemas.microsoft.com/office/drawing/2014/main" id="{F6F783F7-12D0-2CE2-1C80-52C4ADBAAF23}"/>
                </a:ext>
              </a:extLst>
            </p:cNvPr>
            <p:cNvSpPr/>
            <p:nvPr/>
          </p:nvSpPr>
          <p:spPr>
            <a:xfrm>
              <a:off x="332739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6">
              <a:extLst>
                <a:ext uri="{FF2B5EF4-FFF2-40B4-BE49-F238E27FC236}">
                  <a16:creationId xmlns:a16="http://schemas.microsoft.com/office/drawing/2014/main" id="{98049B95-C60C-4141-8198-409FC0FF3F9B}"/>
                </a:ext>
              </a:extLst>
            </p:cNvPr>
            <p:cNvSpPr/>
            <p:nvPr/>
          </p:nvSpPr>
          <p:spPr>
            <a:xfrm>
              <a:off x="333683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7">
              <a:extLst>
                <a:ext uri="{FF2B5EF4-FFF2-40B4-BE49-F238E27FC236}">
                  <a16:creationId xmlns:a16="http://schemas.microsoft.com/office/drawing/2014/main" id="{7D20A6A0-0B4E-3D6E-50D8-1DC23B57C3F3}"/>
                </a:ext>
              </a:extLst>
            </p:cNvPr>
            <p:cNvSpPr/>
            <p:nvPr/>
          </p:nvSpPr>
          <p:spPr>
            <a:xfrm>
              <a:off x="334627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8">
              <a:extLst>
                <a:ext uri="{FF2B5EF4-FFF2-40B4-BE49-F238E27FC236}">
                  <a16:creationId xmlns:a16="http://schemas.microsoft.com/office/drawing/2014/main" id="{2E29EE53-0C5E-7B81-BCE3-54069AE01B1D}"/>
                </a:ext>
              </a:extLst>
            </p:cNvPr>
            <p:cNvSpPr/>
            <p:nvPr/>
          </p:nvSpPr>
          <p:spPr>
            <a:xfrm>
              <a:off x="335571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39">
              <a:extLst>
                <a:ext uri="{FF2B5EF4-FFF2-40B4-BE49-F238E27FC236}">
                  <a16:creationId xmlns:a16="http://schemas.microsoft.com/office/drawing/2014/main" id="{DCE70186-E0D9-C77D-54B1-1115BA1935A3}"/>
                </a:ext>
              </a:extLst>
            </p:cNvPr>
            <p:cNvSpPr/>
            <p:nvPr/>
          </p:nvSpPr>
          <p:spPr>
            <a:xfrm>
              <a:off x="336515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0">
              <a:extLst>
                <a:ext uri="{FF2B5EF4-FFF2-40B4-BE49-F238E27FC236}">
                  <a16:creationId xmlns:a16="http://schemas.microsoft.com/office/drawing/2014/main" id="{44EC3CAD-5C9E-888C-E4A0-C4BCA76327CF}"/>
                </a:ext>
              </a:extLst>
            </p:cNvPr>
            <p:cNvSpPr/>
            <p:nvPr/>
          </p:nvSpPr>
          <p:spPr>
            <a:xfrm>
              <a:off x="337459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1">
              <a:extLst>
                <a:ext uri="{FF2B5EF4-FFF2-40B4-BE49-F238E27FC236}">
                  <a16:creationId xmlns:a16="http://schemas.microsoft.com/office/drawing/2014/main" id="{7AB39EC4-C331-7873-8123-98493F608028}"/>
                </a:ext>
              </a:extLst>
            </p:cNvPr>
            <p:cNvSpPr/>
            <p:nvPr/>
          </p:nvSpPr>
          <p:spPr>
            <a:xfrm>
              <a:off x="338403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2">
              <a:extLst>
                <a:ext uri="{FF2B5EF4-FFF2-40B4-BE49-F238E27FC236}">
                  <a16:creationId xmlns:a16="http://schemas.microsoft.com/office/drawing/2014/main" id="{0819A4D0-0B1C-C5AE-C4EE-B6016154111C}"/>
                </a:ext>
              </a:extLst>
            </p:cNvPr>
            <p:cNvSpPr/>
            <p:nvPr/>
          </p:nvSpPr>
          <p:spPr>
            <a:xfrm>
              <a:off x="339347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3">
              <a:extLst>
                <a:ext uri="{FF2B5EF4-FFF2-40B4-BE49-F238E27FC236}">
                  <a16:creationId xmlns:a16="http://schemas.microsoft.com/office/drawing/2014/main" id="{9140658B-049F-6FC7-65ED-7E99DD92CC42}"/>
                </a:ext>
              </a:extLst>
            </p:cNvPr>
            <p:cNvSpPr/>
            <p:nvPr/>
          </p:nvSpPr>
          <p:spPr>
            <a:xfrm>
              <a:off x="340291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4">
              <a:extLst>
                <a:ext uri="{FF2B5EF4-FFF2-40B4-BE49-F238E27FC236}">
                  <a16:creationId xmlns:a16="http://schemas.microsoft.com/office/drawing/2014/main" id="{D6EE11AD-EF0A-4821-2AAD-9F3CE3335549}"/>
                </a:ext>
              </a:extLst>
            </p:cNvPr>
            <p:cNvSpPr/>
            <p:nvPr/>
          </p:nvSpPr>
          <p:spPr>
            <a:xfrm>
              <a:off x="341235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5">
              <a:extLst>
                <a:ext uri="{FF2B5EF4-FFF2-40B4-BE49-F238E27FC236}">
                  <a16:creationId xmlns:a16="http://schemas.microsoft.com/office/drawing/2014/main" id="{6B63CFBD-2A77-BF4D-691E-CA5E58556377}"/>
                </a:ext>
              </a:extLst>
            </p:cNvPr>
            <p:cNvSpPr/>
            <p:nvPr/>
          </p:nvSpPr>
          <p:spPr>
            <a:xfrm>
              <a:off x="3431234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6">
              <a:extLst>
                <a:ext uri="{FF2B5EF4-FFF2-40B4-BE49-F238E27FC236}">
                  <a16:creationId xmlns:a16="http://schemas.microsoft.com/office/drawing/2014/main" id="{05C27CAC-1AF7-4FAC-CC77-E2C5782A8491}"/>
                </a:ext>
              </a:extLst>
            </p:cNvPr>
            <p:cNvSpPr/>
            <p:nvPr/>
          </p:nvSpPr>
          <p:spPr>
            <a:xfrm>
              <a:off x="3431234" y="1886675"/>
              <a:ext cx="914451" cy="914400"/>
            </a:xfrm>
            <a:custGeom>
              <a:avLst/>
              <a:gdLst/>
              <a:ahLst/>
              <a:cxnLst/>
              <a:rect l="0" t="0" r="0" b="0"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7">
              <a:extLst>
                <a:ext uri="{FF2B5EF4-FFF2-40B4-BE49-F238E27FC236}">
                  <a16:creationId xmlns:a16="http://schemas.microsoft.com/office/drawing/2014/main" id="{CC585B8C-77AA-33D9-352C-5F0BC5BA4B92}"/>
                </a:ext>
              </a:extLst>
            </p:cNvPr>
            <p:cNvSpPr/>
            <p:nvPr/>
          </p:nvSpPr>
          <p:spPr>
            <a:xfrm>
              <a:off x="2270085" y="1851536"/>
              <a:ext cx="914400" cy="929502"/>
            </a:xfrm>
            <a:custGeom>
              <a:avLst/>
              <a:gdLst/>
              <a:ahLst/>
              <a:cxnLst/>
              <a:rect l="0" t="0" r="0" b="0"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8">
              <a:extLst>
                <a:ext uri="{FF2B5EF4-FFF2-40B4-BE49-F238E27FC236}">
                  <a16:creationId xmlns:a16="http://schemas.microsoft.com/office/drawing/2014/main" id="{DD697AA1-3A83-E44C-9EC1-7316DFFD53CF}"/>
                </a:ext>
              </a:extLst>
            </p:cNvPr>
            <p:cNvSpPr/>
            <p:nvPr/>
          </p:nvSpPr>
          <p:spPr>
            <a:xfrm>
              <a:off x="227008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49">
              <a:extLst>
                <a:ext uri="{FF2B5EF4-FFF2-40B4-BE49-F238E27FC236}">
                  <a16:creationId xmlns:a16="http://schemas.microsoft.com/office/drawing/2014/main" id="{B089A87F-A28D-E5AF-DE22-660592A3B11E}"/>
                </a:ext>
              </a:extLst>
            </p:cNvPr>
            <p:cNvSpPr/>
            <p:nvPr/>
          </p:nvSpPr>
          <p:spPr>
            <a:xfrm>
              <a:off x="227952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0">
              <a:extLst>
                <a:ext uri="{FF2B5EF4-FFF2-40B4-BE49-F238E27FC236}">
                  <a16:creationId xmlns:a16="http://schemas.microsoft.com/office/drawing/2014/main" id="{43C22B49-0C28-BAE2-4EF5-633896FB7DAF}"/>
                </a:ext>
              </a:extLst>
            </p:cNvPr>
            <p:cNvSpPr/>
            <p:nvPr/>
          </p:nvSpPr>
          <p:spPr>
            <a:xfrm>
              <a:off x="228896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1">
              <a:extLst>
                <a:ext uri="{FF2B5EF4-FFF2-40B4-BE49-F238E27FC236}">
                  <a16:creationId xmlns:a16="http://schemas.microsoft.com/office/drawing/2014/main" id="{2C6EFE79-B466-0C69-2FB9-841DAB2412FA}"/>
                </a:ext>
              </a:extLst>
            </p:cNvPr>
            <p:cNvSpPr/>
            <p:nvPr/>
          </p:nvSpPr>
          <p:spPr>
            <a:xfrm>
              <a:off x="229840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2">
              <a:extLst>
                <a:ext uri="{FF2B5EF4-FFF2-40B4-BE49-F238E27FC236}">
                  <a16:creationId xmlns:a16="http://schemas.microsoft.com/office/drawing/2014/main" id="{74C49B69-9918-ABC5-07E1-55241B3387F1}"/>
                </a:ext>
              </a:extLst>
            </p:cNvPr>
            <p:cNvSpPr/>
            <p:nvPr/>
          </p:nvSpPr>
          <p:spPr>
            <a:xfrm>
              <a:off x="230784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3">
              <a:extLst>
                <a:ext uri="{FF2B5EF4-FFF2-40B4-BE49-F238E27FC236}">
                  <a16:creationId xmlns:a16="http://schemas.microsoft.com/office/drawing/2014/main" id="{AE174900-4104-0925-F27C-BC2A2691CC87}"/>
                </a:ext>
              </a:extLst>
            </p:cNvPr>
            <p:cNvSpPr/>
            <p:nvPr/>
          </p:nvSpPr>
          <p:spPr>
            <a:xfrm>
              <a:off x="231728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4">
              <a:extLst>
                <a:ext uri="{FF2B5EF4-FFF2-40B4-BE49-F238E27FC236}">
                  <a16:creationId xmlns:a16="http://schemas.microsoft.com/office/drawing/2014/main" id="{76C55D90-C6C8-0647-46F4-B8988EE807CC}"/>
                </a:ext>
              </a:extLst>
            </p:cNvPr>
            <p:cNvSpPr/>
            <p:nvPr/>
          </p:nvSpPr>
          <p:spPr>
            <a:xfrm>
              <a:off x="232672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5">
              <a:extLst>
                <a:ext uri="{FF2B5EF4-FFF2-40B4-BE49-F238E27FC236}">
                  <a16:creationId xmlns:a16="http://schemas.microsoft.com/office/drawing/2014/main" id="{9006DA5A-F2B8-BF28-932A-C6B04E4D1A6E}"/>
                </a:ext>
              </a:extLst>
            </p:cNvPr>
            <p:cNvSpPr/>
            <p:nvPr/>
          </p:nvSpPr>
          <p:spPr>
            <a:xfrm>
              <a:off x="233616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6">
              <a:extLst>
                <a:ext uri="{FF2B5EF4-FFF2-40B4-BE49-F238E27FC236}">
                  <a16:creationId xmlns:a16="http://schemas.microsoft.com/office/drawing/2014/main" id="{C29C820A-1B07-EE4A-8CA6-54638E0DC426}"/>
                </a:ext>
              </a:extLst>
            </p:cNvPr>
            <p:cNvSpPr/>
            <p:nvPr/>
          </p:nvSpPr>
          <p:spPr>
            <a:xfrm>
              <a:off x="234560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7">
              <a:extLst>
                <a:ext uri="{FF2B5EF4-FFF2-40B4-BE49-F238E27FC236}">
                  <a16:creationId xmlns:a16="http://schemas.microsoft.com/office/drawing/2014/main" id="{560BFC65-75A7-F9C0-3562-3891AFAD0948}"/>
                </a:ext>
              </a:extLst>
            </p:cNvPr>
            <p:cNvSpPr/>
            <p:nvPr/>
          </p:nvSpPr>
          <p:spPr>
            <a:xfrm>
              <a:off x="235504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8">
              <a:extLst>
                <a:ext uri="{FF2B5EF4-FFF2-40B4-BE49-F238E27FC236}">
                  <a16:creationId xmlns:a16="http://schemas.microsoft.com/office/drawing/2014/main" id="{D14C2929-D931-FC92-2664-8562DA7EE793}"/>
                </a:ext>
              </a:extLst>
            </p:cNvPr>
            <p:cNvSpPr/>
            <p:nvPr/>
          </p:nvSpPr>
          <p:spPr>
            <a:xfrm>
              <a:off x="236448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59">
              <a:extLst>
                <a:ext uri="{FF2B5EF4-FFF2-40B4-BE49-F238E27FC236}">
                  <a16:creationId xmlns:a16="http://schemas.microsoft.com/office/drawing/2014/main" id="{2BBD3546-B90B-BDAD-9293-E3116D9DE900}"/>
                </a:ext>
              </a:extLst>
            </p:cNvPr>
            <p:cNvSpPr/>
            <p:nvPr/>
          </p:nvSpPr>
          <p:spPr>
            <a:xfrm>
              <a:off x="237392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0">
              <a:extLst>
                <a:ext uri="{FF2B5EF4-FFF2-40B4-BE49-F238E27FC236}">
                  <a16:creationId xmlns:a16="http://schemas.microsoft.com/office/drawing/2014/main" id="{36D8D9B6-1ACA-7724-3977-BD97A06C1710}"/>
                </a:ext>
              </a:extLst>
            </p:cNvPr>
            <p:cNvSpPr/>
            <p:nvPr/>
          </p:nvSpPr>
          <p:spPr>
            <a:xfrm>
              <a:off x="238336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1">
              <a:extLst>
                <a:ext uri="{FF2B5EF4-FFF2-40B4-BE49-F238E27FC236}">
                  <a16:creationId xmlns:a16="http://schemas.microsoft.com/office/drawing/2014/main" id="{48811244-551A-086D-219B-9761AE7A7AB7}"/>
                </a:ext>
              </a:extLst>
            </p:cNvPr>
            <p:cNvSpPr/>
            <p:nvPr/>
          </p:nvSpPr>
          <p:spPr>
            <a:xfrm>
              <a:off x="239280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2">
              <a:extLst>
                <a:ext uri="{FF2B5EF4-FFF2-40B4-BE49-F238E27FC236}">
                  <a16:creationId xmlns:a16="http://schemas.microsoft.com/office/drawing/2014/main" id="{FAE3DEFC-CF18-400B-4134-0E1A45DD5B72}"/>
                </a:ext>
              </a:extLst>
            </p:cNvPr>
            <p:cNvSpPr/>
            <p:nvPr/>
          </p:nvSpPr>
          <p:spPr>
            <a:xfrm>
              <a:off x="240224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3">
              <a:extLst>
                <a:ext uri="{FF2B5EF4-FFF2-40B4-BE49-F238E27FC236}">
                  <a16:creationId xmlns:a16="http://schemas.microsoft.com/office/drawing/2014/main" id="{147EBD1D-5B2A-34D7-6A9A-8BF16F9B8AA3}"/>
                </a:ext>
              </a:extLst>
            </p:cNvPr>
            <p:cNvSpPr/>
            <p:nvPr/>
          </p:nvSpPr>
          <p:spPr>
            <a:xfrm>
              <a:off x="241168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4">
              <a:extLst>
                <a:ext uri="{FF2B5EF4-FFF2-40B4-BE49-F238E27FC236}">
                  <a16:creationId xmlns:a16="http://schemas.microsoft.com/office/drawing/2014/main" id="{3368968F-42CE-4C63-9E4F-69B4914B44A7}"/>
                </a:ext>
              </a:extLst>
            </p:cNvPr>
            <p:cNvSpPr/>
            <p:nvPr/>
          </p:nvSpPr>
          <p:spPr>
            <a:xfrm>
              <a:off x="242112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5">
              <a:extLst>
                <a:ext uri="{FF2B5EF4-FFF2-40B4-BE49-F238E27FC236}">
                  <a16:creationId xmlns:a16="http://schemas.microsoft.com/office/drawing/2014/main" id="{8C14512F-9181-C0B1-71CC-0F63B303D887}"/>
                </a:ext>
              </a:extLst>
            </p:cNvPr>
            <p:cNvSpPr/>
            <p:nvPr/>
          </p:nvSpPr>
          <p:spPr>
            <a:xfrm>
              <a:off x="243056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6">
              <a:extLst>
                <a:ext uri="{FF2B5EF4-FFF2-40B4-BE49-F238E27FC236}">
                  <a16:creationId xmlns:a16="http://schemas.microsoft.com/office/drawing/2014/main" id="{5DE3509B-DAE2-F9FC-B5B8-4BD056571E9F}"/>
                </a:ext>
              </a:extLst>
            </p:cNvPr>
            <p:cNvSpPr/>
            <p:nvPr/>
          </p:nvSpPr>
          <p:spPr>
            <a:xfrm>
              <a:off x="244000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7">
              <a:extLst>
                <a:ext uri="{FF2B5EF4-FFF2-40B4-BE49-F238E27FC236}">
                  <a16:creationId xmlns:a16="http://schemas.microsoft.com/office/drawing/2014/main" id="{5DC710D8-F846-83C5-8942-B25724268242}"/>
                </a:ext>
              </a:extLst>
            </p:cNvPr>
            <p:cNvSpPr/>
            <p:nvPr/>
          </p:nvSpPr>
          <p:spPr>
            <a:xfrm>
              <a:off x="244944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8">
              <a:extLst>
                <a:ext uri="{FF2B5EF4-FFF2-40B4-BE49-F238E27FC236}">
                  <a16:creationId xmlns:a16="http://schemas.microsoft.com/office/drawing/2014/main" id="{381EF9B4-6C3B-0AEF-E804-31A7814DD5DD}"/>
                </a:ext>
              </a:extLst>
            </p:cNvPr>
            <p:cNvSpPr/>
            <p:nvPr/>
          </p:nvSpPr>
          <p:spPr>
            <a:xfrm>
              <a:off x="245889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69">
              <a:extLst>
                <a:ext uri="{FF2B5EF4-FFF2-40B4-BE49-F238E27FC236}">
                  <a16:creationId xmlns:a16="http://schemas.microsoft.com/office/drawing/2014/main" id="{439CADE7-ECF9-0AA6-BEB4-0EB62654D5C6}"/>
                </a:ext>
              </a:extLst>
            </p:cNvPr>
            <p:cNvSpPr/>
            <p:nvPr/>
          </p:nvSpPr>
          <p:spPr>
            <a:xfrm>
              <a:off x="246833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0">
              <a:extLst>
                <a:ext uri="{FF2B5EF4-FFF2-40B4-BE49-F238E27FC236}">
                  <a16:creationId xmlns:a16="http://schemas.microsoft.com/office/drawing/2014/main" id="{81F32CD4-07A3-E299-1046-45EC6F24043C}"/>
                </a:ext>
              </a:extLst>
            </p:cNvPr>
            <p:cNvSpPr/>
            <p:nvPr/>
          </p:nvSpPr>
          <p:spPr>
            <a:xfrm>
              <a:off x="247777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1">
              <a:extLst>
                <a:ext uri="{FF2B5EF4-FFF2-40B4-BE49-F238E27FC236}">
                  <a16:creationId xmlns:a16="http://schemas.microsoft.com/office/drawing/2014/main" id="{DD9E4F97-C269-0B16-552C-18689BEB3DB1}"/>
                </a:ext>
              </a:extLst>
            </p:cNvPr>
            <p:cNvSpPr/>
            <p:nvPr/>
          </p:nvSpPr>
          <p:spPr>
            <a:xfrm>
              <a:off x="248721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2">
              <a:extLst>
                <a:ext uri="{FF2B5EF4-FFF2-40B4-BE49-F238E27FC236}">
                  <a16:creationId xmlns:a16="http://schemas.microsoft.com/office/drawing/2014/main" id="{46DAA44C-8F61-CE62-62DF-1C71254630CA}"/>
                </a:ext>
              </a:extLst>
            </p:cNvPr>
            <p:cNvSpPr/>
            <p:nvPr/>
          </p:nvSpPr>
          <p:spPr>
            <a:xfrm>
              <a:off x="249665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3">
              <a:extLst>
                <a:ext uri="{FF2B5EF4-FFF2-40B4-BE49-F238E27FC236}">
                  <a16:creationId xmlns:a16="http://schemas.microsoft.com/office/drawing/2014/main" id="{108ED4C7-7640-7288-3035-1BB05C848521}"/>
                </a:ext>
              </a:extLst>
            </p:cNvPr>
            <p:cNvSpPr/>
            <p:nvPr/>
          </p:nvSpPr>
          <p:spPr>
            <a:xfrm>
              <a:off x="250609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4">
              <a:extLst>
                <a:ext uri="{FF2B5EF4-FFF2-40B4-BE49-F238E27FC236}">
                  <a16:creationId xmlns:a16="http://schemas.microsoft.com/office/drawing/2014/main" id="{03C24AEE-6557-3A8F-72CA-0793473A0471}"/>
                </a:ext>
              </a:extLst>
            </p:cNvPr>
            <p:cNvSpPr/>
            <p:nvPr/>
          </p:nvSpPr>
          <p:spPr>
            <a:xfrm>
              <a:off x="251553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5">
              <a:extLst>
                <a:ext uri="{FF2B5EF4-FFF2-40B4-BE49-F238E27FC236}">
                  <a16:creationId xmlns:a16="http://schemas.microsoft.com/office/drawing/2014/main" id="{4C012731-AE83-65F1-0313-6E81777DA9A5}"/>
                </a:ext>
              </a:extLst>
            </p:cNvPr>
            <p:cNvSpPr/>
            <p:nvPr/>
          </p:nvSpPr>
          <p:spPr>
            <a:xfrm>
              <a:off x="252497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6">
              <a:extLst>
                <a:ext uri="{FF2B5EF4-FFF2-40B4-BE49-F238E27FC236}">
                  <a16:creationId xmlns:a16="http://schemas.microsoft.com/office/drawing/2014/main" id="{E4239BAB-91E2-CEFB-DC15-D95BB224B3F1}"/>
                </a:ext>
              </a:extLst>
            </p:cNvPr>
            <p:cNvSpPr/>
            <p:nvPr/>
          </p:nvSpPr>
          <p:spPr>
            <a:xfrm>
              <a:off x="253441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7">
              <a:extLst>
                <a:ext uri="{FF2B5EF4-FFF2-40B4-BE49-F238E27FC236}">
                  <a16:creationId xmlns:a16="http://schemas.microsoft.com/office/drawing/2014/main" id="{626503E5-F84B-7B65-84EF-59E70857E567}"/>
                </a:ext>
              </a:extLst>
            </p:cNvPr>
            <p:cNvSpPr/>
            <p:nvPr/>
          </p:nvSpPr>
          <p:spPr>
            <a:xfrm>
              <a:off x="254385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8">
              <a:extLst>
                <a:ext uri="{FF2B5EF4-FFF2-40B4-BE49-F238E27FC236}">
                  <a16:creationId xmlns:a16="http://schemas.microsoft.com/office/drawing/2014/main" id="{28C8D373-C8D0-195A-F52C-89A7CD528F0F}"/>
                </a:ext>
              </a:extLst>
            </p:cNvPr>
            <p:cNvSpPr/>
            <p:nvPr/>
          </p:nvSpPr>
          <p:spPr>
            <a:xfrm>
              <a:off x="2553292" y="1869105"/>
              <a:ext cx="922683" cy="914400"/>
            </a:xfrm>
            <a:custGeom>
              <a:avLst/>
              <a:gdLst/>
              <a:ahLst/>
              <a:cxnLst/>
              <a:rect l="0" t="0" r="0" b="0"/>
              <a:pathLst>
                <a:path w="922683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79">
              <a:extLst>
                <a:ext uri="{FF2B5EF4-FFF2-40B4-BE49-F238E27FC236}">
                  <a16:creationId xmlns:a16="http://schemas.microsoft.com/office/drawing/2014/main" id="{C7D0C6D1-7586-097B-5F5A-16611596EE82}"/>
                </a:ext>
              </a:extLst>
            </p:cNvPr>
            <p:cNvSpPr/>
            <p:nvPr/>
          </p:nvSpPr>
          <p:spPr>
            <a:xfrm>
              <a:off x="3195228" y="185153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0">
              <a:extLst>
                <a:ext uri="{FF2B5EF4-FFF2-40B4-BE49-F238E27FC236}">
                  <a16:creationId xmlns:a16="http://schemas.microsoft.com/office/drawing/2014/main" id="{689F02FF-3582-B6B5-8D79-48CB69371237}"/>
                </a:ext>
              </a:extLst>
            </p:cNvPr>
            <p:cNvSpPr/>
            <p:nvPr/>
          </p:nvSpPr>
          <p:spPr>
            <a:xfrm>
              <a:off x="319522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1">
              <a:extLst>
                <a:ext uri="{FF2B5EF4-FFF2-40B4-BE49-F238E27FC236}">
                  <a16:creationId xmlns:a16="http://schemas.microsoft.com/office/drawing/2014/main" id="{47DF52DC-0DBB-D53D-A4FD-DA0DB9A62745}"/>
                </a:ext>
              </a:extLst>
            </p:cNvPr>
            <p:cNvSpPr/>
            <p:nvPr/>
          </p:nvSpPr>
          <p:spPr>
            <a:xfrm>
              <a:off x="320466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2">
              <a:extLst>
                <a:ext uri="{FF2B5EF4-FFF2-40B4-BE49-F238E27FC236}">
                  <a16:creationId xmlns:a16="http://schemas.microsoft.com/office/drawing/2014/main" id="{7A6243E1-B632-E98E-9B4D-560A378415E5}"/>
                </a:ext>
              </a:extLst>
            </p:cNvPr>
            <p:cNvSpPr/>
            <p:nvPr/>
          </p:nvSpPr>
          <p:spPr>
            <a:xfrm>
              <a:off x="321410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3">
              <a:extLst>
                <a:ext uri="{FF2B5EF4-FFF2-40B4-BE49-F238E27FC236}">
                  <a16:creationId xmlns:a16="http://schemas.microsoft.com/office/drawing/2014/main" id="{EC83B449-9807-52CA-9192-DC9C8A3933DA}"/>
                </a:ext>
              </a:extLst>
            </p:cNvPr>
            <p:cNvSpPr/>
            <p:nvPr/>
          </p:nvSpPr>
          <p:spPr>
            <a:xfrm>
              <a:off x="322354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4">
              <a:extLst>
                <a:ext uri="{FF2B5EF4-FFF2-40B4-BE49-F238E27FC236}">
                  <a16:creationId xmlns:a16="http://schemas.microsoft.com/office/drawing/2014/main" id="{240ECB20-16F0-0685-11D8-6174B30A8C4A}"/>
                </a:ext>
              </a:extLst>
            </p:cNvPr>
            <p:cNvSpPr/>
            <p:nvPr/>
          </p:nvSpPr>
          <p:spPr>
            <a:xfrm>
              <a:off x="323298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5">
              <a:extLst>
                <a:ext uri="{FF2B5EF4-FFF2-40B4-BE49-F238E27FC236}">
                  <a16:creationId xmlns:a16="http://schemas.microsoft.com/office/drawing/2014/main" id="{2E7C2839-2D72-A97F-5A54-EA1EAB73A82B}"/>
                </a:ext>
              </a:extLst>
            </p:cNvPr>
            <p:cNvSpPr/>
            <p:nvPr/>
          </p:nvSpPr>
          <p:spPr>
            <a:xfrm>
              <a:off x="324242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6">
              <a:extLst>
                <a:ext uri="{FF2B5EF4-FFF2-40B4-BE49-F238E27FC236}">
                  <a16:creationId xmlns:a16="http://schemas.microsoft.com/office/drawing/2014/main" id="{ABDEE26A-EAB2-D5B7-B0C8-8ABF85B6E57B}"/>
                </a:ext>
              </a:extLst>
            </p:cNvPr>
            <p:cNvSpPr/>
            <p:nvPr/>
          </p:nvSpPr>
          <p:spPr>
            <a:xfrm>
              <a:off x="325187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7">
              <a:extLst>
                <a:ext uri="{FF2B5EF4-FFF2-40B4-BE49-F238E27FC236}">
                  <a16:creationId xmlns:a16="http://schemas.microsoft.com/office/drawing/2014/main" id="{52CDB319-2303-03FB-AC1D-669C6631003F}"/>
                </a:ext>
              </a:extLst>
            </p:cNvPr>
            <p:cNvSpPr/>
            <p:nvPr/>
          </p:nvSpPr>
          <p:spPr>
            <a:xfrm>
              <a:off x="326131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8">
              <a:extLst>
                <a:ext uri="{FF2B5EF4-FFF2-40B4-BE49-F238E27FC236}">
                  <a16:creationId xmlns:a16="http://schemas.microsoft.com/office/drawing/2014/main" id="{50FB3CD0-E6AE-FAF4-F535-A763E9503438}"/>
                </a:ext>
              </a:extLst>
            </p:cNvPr>
            <p:cNvSpPr/>
            <p:nvPr/>
          </p:nvSpPr>
          <p:spPr>
            <a:xfrm>
              <a:off x="327075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89">
              <a:extLst>
                <a:ext uri="{FF2B5EF4-FFF2-40B4-BE49-F238E27FC236}">
                  <a16:creationId xmlns:a16="http://schemas.microsoft.com/office/drawing/2014/main" id="{7A8A014A-71B2-252F-328B-5DE3BA28213A}"/>
                </a:ext>
              </a:extLst>
            </p:cNvPr>
            <p:cNvSpPr/>
            <p:nvPr/>
          </p:nvSpPr>
          <p:spPr>
            <a:xfrm>
              <a:off x="328019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0">
              <a:extLst>
                <a:ext uri="{FF2B5EF4-FFF2-40B4-BE49-F238E27FC236}">
                  <a16:creationId xmlns:a16="http://schemas.microsoft.com/office/drawing/2014/main" id="{7408250B-9379-3333-93F9-D354D4BF20F6}"/>
                </a:ext>
              </a:extLst>
            </p:cNvPr>
            <p:cNvSpPr/>
            <p:nvPr/>
          </p:nvSpPr>
          <p:spPr>
            <a:xfrm>
              <a:off x="328963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1">
              <a:extLst>
                <a:ext uri="{FF2B5EF4-FFF2-40B4-BE49-F238E27FC236}">
                  <a16:creationId xmlns:a16="http://schemas.microsoft.com/office/drawing/2014/main" id="{295CF7F1-ED45-DD2E-0EAB-E87F27157AE2}"/>
                </a:ext>
              </a:extLst>
            </p:cNvPr>
            <p:cNvSpPr/>
            <p:nvPr/>
          </p:nvSpPr>
          <p:spPr>
            <a:xfrm>
              <a:off x="329907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2">
              <a:extLst>
                <a:ext uri="{FF2B5EF4-FFF2-40B4-BE49-F238E27FC236}">
                  <a16:creationId xmlns:a16="http://schemas.microsoft.com/office/drawing/2014/main" id="{831B51FD-3C2D-9143-B9FA-B4945BA9F655}"/>
                </a:ext>
              </a:extLst>
            </p:cNvPr>
            <p:cNvSpPr/>
            <p:nvPr/>
          </p:nvSpPr>
          <p:spPr>
            <a:xfrm>
              <a:off x="330851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3">
              <a:extLst>
                <a:ext uri="{FF2B5EF4-FFF2-40B4-BE49-F238E27FC236}">
                  <a16:creationId xmlns:a16="http://schemas.microsoft.com/office/drawing/2014/main" id="{CB9DCCB7-8007-149C-0B35-DEDC4827CD2E}"/>
                </a:ext>
              </a:extLst>
            </p:cNvPr>
            <p:cNvSpPr/>
            <p:nvPr/>
          </p:nvSpPr>
          <p:spPr>
            <a:xfrm>
              <a:off x="331795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4">
              <a:extLst>
                <a:ext uri="{FF2B5EF4-FFF2-40B4-BE49-F238E27FC236}">
                  <a16:creationId xmlns:a16="http://schemas.microsoft.com/office/drawing/2014/main" id="{83E136DD-F08A-1175-0026-FEA6013ED734}"/>
                </a:ext>
              </a:extLst>
            </p:cNvPr>
            <p:cNvSpPr/>
            <p:nvPr/>
          </p:nvSpPr>
          <p:spPr>
            <a:xfrm>
              <a:off x="332739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5">
              <a:extLst>
                <a:ext uri="{FF2B5EF4-FFF2-40B4-BE49-F238E27FC236}">
                  <a16:creationId xmlns:a16="http://schemas.microsoft.com/office/drawing/2014/main" id="{0B3C6121-04BD-DF52-0773-54FC3D0A5793}"/>
                </a:ext>
              </a:extLst>
            </p:cNvPr>
            <p:cNvSpPr/>
            <p:nvPr/>
          </p:nvSpPr>
          <p:spPr>
            <a:xfrm>
              <a:off x="333683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6">
              <a:extLst>
                <a:ext uri="{FF2B5EF4-FFF2-40B4-BE49-F238E27FC236}">
                  <a16:creationId xmlns:a16="http://schemas.microsoft.com/office/drawing/2014/main" id="{C89CB367-C45C-563D-325C-EC9217710365}"/>
                </a:ext>
              </a:extLst>
            </p:cNvPr>
            <p:cNvSpPr/>
            <p:nvPr/>
          </p:nvSpPr>
          <p:spPr>
            <a:xfrm>
              <a:off x="334627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7">
              <a:extLst>
                <a:ext uri="{FF2B5EF4-FFF2-40B4-BE49-F238E27FC236}">
                  <a16:creationId xmlns:a16="http://schemas.microsoft.com/office/drawing/2014/main" id="{9B4C1259-072D-2129-9E5A-7552E3DB28FE}"/>
                </a:ext>
              </a:extLst>
            </p:cNvPr>
            <p:cNvSpPr/>
            <p:nvPr/>
          </p:nvSpPr>
          <p:spPr>
            <a:xfrm>
              <a:off x="335571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8">
              <a:extLst>
                <a:ext uri="{FF2B5EF4-FFF2-40B4-BE49-F238E27FC236}">
                  <a16:creationId xmlns:a16="http://schemas.microsoft.com/office/drawing/2014/main" id="{18D10412-5A03-61D6-64C4-F6B9A37BB36C}"/>
                </a:ext>
              </a:extLst>
            </p:cNvPr>
            <p:cNvSpPr/>
            <p:nvPr/>
          </p:nvSpPr>
          <p:spPr>
            <a:xfrm>
              <a:off x="336515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099">
              <a:extLst>
                <a:ext uri="{FF2B5EF4-FFF2-40B4-BE49-F238E27FC236}">
                  <a16:creationId xmlns:a16="http://schemas.microsoft.com/office/drawing/2014/main" id="{0D9AB374-DF81-F8B9-02A1-CFA88F263A6D}"/>
                </a:ext>
              </a:extLst>
            </p:cNvPr>
            <p:cNvSpPr/>
            <p:nvPr/>
          </p:nvSpPr>
          <p:spPr>
            <a:xfrm>
              <a:off x="337459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0">
              <a:extLst>
                <a:ext uri="{FF2B5EF4-FFF2-40B4-BE49-F238E27FC236}">
                  <a16:creationId xmlns:a16="http://schemas.microsoft.com/office/drawing/2014/main" id="{35A0758F-F997-7762-C4DA-3667B9BE7A79}"/>
                </a:ext>
              </a:extLst>
            </p:cNvPr>
            <p:cNvSpPr/>
            <p:nvPr/>
          </p:nvSpPr>
          <p:spPr>
            <a:xfrm>
              <a:off x="338403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1">
              <a:extLst>
                <a:ext uri="{FF2B5EF4-FFF2-40B4-BE49-F238E27FC236}">
                  <a16:creationId xmlns:a16="http://schemas.microsoft.com/office/drawing/2014/main" id="{BAB05063-2EF8-E693-A73E-E02597FB0FB0}"/>
                </a:ext>
              </a:extLst>
            </p:cNvPr>
            <p:cNvSpPr/>
            <p:nvPr/>
          </p:nvSpPr>
          <p:spPr>
            <a:xfrm>
              <a:off x="339347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2">
              <a:extLst>
                <a:ext uri="{FF2B5EF4-FFF2-40B4-BE49-F238E27FC236}">
                  <a16:creationId xmlns:a16="http://schemas.microsoft.com/office/drawing/2014/main" id="{B64F68DA-645F-755C-F0CD-5A5EDED9F18B}"/>
                </a:ext>
              </a:extLst>
            </p:cNvPr>
            <p:cNvSpPr/>
            <p:nvPr/>
          </p:nvSpPr>
          <p:spPr>
            <a:xfrm>
              <a:off x="340291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3">
              <a:extLst>
                <a:ext uri="{FF2B5EF4-FFF2-40B4-BE49-F238E27FC236}">
                  <a16:creationId xmlns:a16="http://schemas.microsoft.com/office/drawing/2014/main" id="{44782331-F001-E6FA-CAB5-8E104FBCBF48}"/>
                </a:ext>
              </a:extLst>
            </p:cNvPr>
            <p:cNvSpPr/>
            <p:nvPr/>
          </p:nvSpPr>
          <p:spPr>
            <a:xfrm>
              <a:off x="341235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4">
              <a:extLst>
                <a:ext uri="{FF2B5EF4-FFF2-40B4-BE49-F238E27FC236}">
                  <a16:creationId xmlns:a16="http://schemas.microsoft.com/office/drawing/2014/main" id="{017C1787-7985-9995-F777-CB38B968BCB8}"/>
                </a:ext>
              </a:extLst>
            </p:cNvPr>
            <p:cNvSpPr/>
            <p:nvPr/>
          </p:nvSpPr>
          <p:spPr>
            <a:xfrm>
              <a:off x="3421794" y="1869105"/>
              <a:ext cx="922752" cy="914400"/>
            </a:xfrm>
            <a:custGeom>
              <a:avLst/>
              <a:gdLst/>
              <a:ahLst/>
              <a:cxnLst/>
              <a:rect l="0" t="0" r="0" b="0"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5">
              <a:extLst>
                <a:ext uri="{FF2B5EF4-FFF2-40B4-BE49-F238E27FC236}">
                  <a16:creationId xmlns:a16="http://schemas.microsoft.com/office/drawing/2014/main" id="{2EC00B94-3833-88D4-6489-5CA0FA07C748}"/>
                </a:ext>
              </a:extLst>
            </p:cNvPr>
            <p:cNvSpPr/>
            <p:nvPr/>
          </p:nvSpPr>
          <p:spPr>
            <a:xfrm>
              <a:off x="2260644" y="1833966"/>
              <a:ext cx="914400" cy="926568"/>
            </a:xfrm>
            <a:custGeom>
              <a:avLst/>
              <a:gdLst/>
              <a:ahLst/>
              <a:cxnLst/>
              <a:rect l="0" t="0" r="0" b="0"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6">
              <a:extLst>
                <a:ext uri="{FF2B5EF4-FFF2-40B4-BE49-F238E27FC236}">
                  <a16:creationId xmlns:a16="http://schemas.microsoft.com/office/drawing/2014/main" id="{FE800759-872C-0A24-3FC4-C2D65FBD42FC}"/>
                </a:ext>
              </a:extLst>
            </p:cNvPr>
            <p:cNvSpPr/>
            <p:nvPr/>
          </p:nvSpPr>
          <p:spPr>
            <a:xfrm>
              <a:off x="226064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7">
              <a:extLst>
                <a:ext uri="{FF2B5EF4-FFF2-40B4-BE49-F238E27FC236}">
                  <a16:creationId xmlns:a16="http://schemas.microsoft.com/office/drawing/2014/main" id="{3CF73F84-8DED-D547-4073-BDEAA8B46DFA}"/>
                </a:ext>
              </a:extLst>
            </p:cNvPr>
            <p:cNvSpPr/>
            <p:nvPr/>
          </p:nvSpPr>
          <p:spPr>
            <a:xfrm>
              <a:off x="227008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8">
              <a:extLst>
                <a:ext uri="{FF2B5EF4-FFF2-40B4-BE49-F238E27FC236}">
                  <a16:creationId xmlns:a16="http://schemas.microsoft.com/office/drawing/2014/main" id="{5EF99F10-291C-DA20-8E99-63C9754C593F}"/>
                </a:ext>
              </a:extLst>
            </p:cNvPr>
            <p:cNvSpPr/>
            <p:nvPr/>
          </p:nvSpPr>
          <p:spPr>
            <a:xfrm>
              <a:off x="227952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09">
              <a:extLst>
                <a:ext uri="{FF2B5EF4-FFF2-40B4-BE49-F238E27FC236}">
                  <a16:creationId xmlns:a16="http://schemas.microsoft.com/office/drawing/2014/main" id="{FFF52C0A-D71F-EFE6-F861-106DE15B2EC5}"/>
                </a:ext>
              </a:extLst>
            </p:cNvPr>
            <p:cNvSpPr/>
            <p:nvPr/>
          </p:nvSpPr>
          <p:spPr>
            <a:xfrm>
              <a:off x="228896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0">
              <a:extLst>
                <a:ext uri="{FF2B5EF4-FFF2-40B4-BE49-F238E27FC236}">
                  <a16:creationId xmlns:a16="http://schemas.microsoft.com/office/drawing/2014/main" id="{9691D4D6-200B-7702-DF3F-DD1706FF1273}"/>
                </a:ext>
              </a:extLst>
            </p:cNvPr>
            <p:cNvSpPr/>
            <p:nvPr/>
          </p:nvSpPr>
          <p:spPr>
            <a:xfrm>
              <a:off x="229840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1">
              <a:extLst>
                <a:ext uri="{FF2B5EF4-FFF2-40B4-BE49-F238E27FC236}">
                  <a16:creationId xmlns:a16="http://schemas.microsoft.com/office/drawing/2014/main" id="{BF9F7D0B-EA1C-99D9-82ED-F9677583E746}"/>
                </a:ext>
              </a:extLst>
            </p:cNvPr>
            <p:cNvSpPr/>
            <p:nvPr/>
          </p:nvSpPr>
          <p:spPr>
            <a:xfrm>
              <a:off x="230784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2">
              <a:extLst>
                <a:ext uri="{FF2B5EF4-FFF2-40B4-BE49-F238E27FC236}">
                  <a16:creationId xmlns:a16="http://schemas.microsoft.com/office/drawing/2014/main" id="{FC2F235A-F60A-DAE0-82BC-9B58AE1941B9}"/>
                </a:ext>
              </a:extLst>
            </p:cNvPr>
            <p:cNvSpPr/>
            <p:nvPr/>
          </p:nvSpPr>
          <p:spPr>
            <a:xfrm>
              <a:off x="231728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3">
              <a:extLst>
                <a:ext uri="{FF2B5EF4-FFF2-40B4-BE49-F238E27FC236}">
                  <a16:creationId xmlns:a16="http://schemas.microsoft.com/office/drawing/2014/main" id="{4B5BCAF5-0F44-02AC-D63B-610708E95C28}"/>
                </a:ext>
              </a:extLst>
            </p:cNvPr>
            <p:cNvSpPr/>
            <p:nvPr/>
          </p:nvSpPr>
          <p:spPr>
            <a:xfrm>
              <a:off x="232672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4">
              <a:extLst>
                <a:ext uri="{FF2B5EF4-FFF2-40B4-BE49-F238E27FC236}">
                  <a16:creationId xmlns:a16="http://schemas.microsoft.com/office/drawing/2014/main" id="{01CAC93B-C317-12CD-0E66-FF1EB013C22F}"/>
                </a:ext>
              </a:extLst>
            </p:cNvPr>
            <p:cNvSpPr/>
            <p:nvPr/>
          </p:nvSpPr>
          <p:spPr>
            <a:xfrm>
              <a:off x="233616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5">
              <a:extLst>
                <a:ext uri="{FF2B5EF4-FFF2-40B4-BE49-F238E27FC236}">
                  <a16:creationId xmlns:a16="http://schemas.microsoft.com/office/drawing/2014/main" id="{95118515-6169-2ECF-D6F0-DA2E2CEBD67A}"/>
                </a:ext>
              </a:extLst>
            </p:cNvPr>
            <p:cNvSpPr/>
            <p:nvPr/>
          </p:nvSpPr>
          <p:spPr>
            <a:xfrm>
              <a:off x="234560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6">
              <a:extLst>
                <a:ext uri="{FF2B5EF4-FFF2-40B4-BE49-F238E27FC236}">
                  <a16:creationId xmlns:a16="http://schemas.microsoft.com/office/drawing/2014/main" id="{EA2B18F1-3BE2-C27B-C424-A21CBD98E65F}"/>
                </a:ext>
              </a:extLst>
            </p:cNvPr>
            <p:cNvSpPr/>
            <p:nvPr/>
          </p:nvSpPr>
          <p:spPr>
            <a:xfrm>
              <a:off x="235504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7">
              <a:extLst>
                <a:ext uri="{FF2B5EF4-FFF2-40B4-BE49-F238E27FC236}">
                  <a16:creationId xmlns:a16="http://schemas.microsoft.com/office/drawing/2014/main" id="{A05B1B53-C809-7E9B-C34A-418352D34F0D}"/>
                </a:ext>
              </a:extLst>
            </p:cNvPr>
            <p:cNvSpPr/>
            <p:nvPr/>
          </p:nvSpPr>
          <p:spPr>
            <a:xfrm>
              <a:off x="236448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8">
              <a:extLst>
                <a:ext uri="{FF2B5EF4-FFF2-40B4-BE49-F238E27FC236}">
                  <a16:creationId xmlns:a16="http://schemas.microsoft.com/office/drawing/2014/main" id="{BF846B09-6FF9-DA99-50AE-6CB8B74019B8}"/>
                </a:ext>
              </a:extLst>
            </p:cNvPr>
            <p:cNvSpPr/>
            <p:nvPr/>
          </p:nvSpPr>
          <p:spPr>
            <a:xfrm>
              <a:off x="237392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19">
              <a:extLst>
                <a:ext uri="{FF2B5EF4-FFF2-40B4-BE49-F238E27FC236}">
                  <a16:creationId xmlns:a16="http://schemas.microsoft.com/office/drawing/2014/main" id="{EDC5332A-ADF8-FC0E-F473-BAF0D3CA9C8A}"/>
                </a:ext>
              </a:extLst>
            </p:cNvPr>
            <p:cNvSpPr/>
            <p:nvPr/>
          </p:nvSpPr>
          <p:spPr>
            <a:xfrm>
              <a:off x="238336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0">
              <a:extLst>
                <a:ext uri="{FF2B5EF4-FFF2-40B4-BE49-F238E27FC236}">
                  <a16:creationId xmlns:a16="http://schemas.microsoft.com/office/drawing/2014/main" id="{D4EBEE1B-EED4-35BE-8A8E-C7395FD1EC5D}"/>
                </a:ext>
              </a:extLst>
            </p:cNvPr>
            <p:cNvSpPr/>
            <p:nvPr/>
          </p:nvSpPr>
          <p:spPr>
            <a:xfrm>
              <a:off x="239280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1">
              <a:extLst>
                <a:ext uri="{FF2B5EF4-FFF2-40B4-BE49-F238E27FC236}">
                  <a16:creationId xmlns:a16="http://schemas.microsoft.com/office/drawing/2014/main" id="{98C8715F-C519-8C9A-AEC5-6C5189B08738}"/>
                </a:ext>
              </a:extLst>
            </p:cNvPr>
            <p:cNvSpPr/>
            <p:nvPr/>
          </p:nvSpPr>
          <p:spPr>
            <a:xfrm>
              <a:off x="240224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2">
              <a:extLst>
                <a:ext uri="{FF2B5EF4-FFF2-40B4-BE49-F238E27FC236}">
                  <a16:creationId xmlns:a16="http://schemas.microsoft.com/office/drawing/2014/main" id="{A1066C06-82F3-CA20-3D1D-D663062ED496}"/>
                </a:ext>
              </a:extLst>
            </p:cNvPr>
            <p:cNvSpPr/>
            <p:nvPr/>
          </p:nvSpPr>
          <p:spPr>
            <a:xfrm>
              <a:off x="241168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3">
              <a:extLst>
                <a:ext uri="{FF2B5EF4-FFF2-40B4-BE49-F238E27FC236}">
                  <a16:creationId xmlns:a16="http://schemas.microsoft.com/office/drawing/2014/main" id="{39C519B2-FCD9-B55C-5556-8E0A86F76AC0}"/>
                </a:ext>
              </a:extLst>
            </p:cNvPr>
            <p:cNvSpPr/>
            <p:nvPr/>
          </p:nvSpPr>
          <p:spPr>
            <a:xfrm>
              <a:off x="242112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4">
              <a:extLst>
                <a:ext uri="{FF2B5EF4-FFF2-40B4-BE49-F238E27FC236}">
                  <a16:creationId xmlns:a16="http://schemas.microsoft.com/office/drawing/2014/main" id="{AF8B773E-A0A2-75D5-32E9-10733846F8D7}"/>
                </a:ext>
              </a:extLst>
            </p:cNvPr>
            <p:cNvSpPr/>
            <p:nvPr/>
          </p:nvSpPr>
          <p:spPr>
            <a:xfrm>
              <a:off x="243056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5">
              <a:extLst>
                <a:ext uri="{FF2B5EF4-FFF2-40B4-BE49-F238E27FC236}">
                  <a16:creationId xmlns:a16="http://schemas.microsoft.com/office/drawing/2014/main" id="{8B2042D4-AA2A-5ACA-2EB3-FE8CAD5C11AB}"/>
                </a:ext>
              </a:extLst>
            </p:cNvPr>
            <p:cNvSpPr/>
            <p:nvPr/>
          </p:nvSpPr>
          <p:spPr>
            <a:xfrm>
              <a:off x="244000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6">
              <a:extLst>
                <a:ext uri="{FF2B5EF4-FFF2-40B4-BE49-F238E27FC236}">
                  <a16:creationId xmlns:a16="http://schemas.microsoft.com/office/drawing/2014/main" id="{11BD2E3B-5FF2-BB01-C7FA-97A9F65D645E}"/>
                </a:ext>
              </a:extLst>
            </p:cNvPr>
            <p:cNvSpPr/>
            <p:nvPr/>
          </p:nvSpPr>
          <p:spPr>
            <a:xfrm>
              <a:off x="244944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7">
              <a:extLst>
                <a:ext uri="{FF2B5EF4-FFF2-40B4-BE49-F238E27FC236}">
                  <a16:creationId xmlns:a16="http://schemas.microsoft.com/office/drawing/2014/main" id="{FB9905AE-E796-1D89-C8FB-0EC8900463E2}"/>
                </a:ext>
              </a:extLst>
            </p:cNvPr>
            <p:cNvSpPr/>
            <p:nvPr/>
          </p:nvSpPr>
          <p:spPr>
            <a:xfrm>
              <a:off x="245889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8">
              <a:extLst>
                <a:ext uri="{FF2B5EF4-FFF2-40B4-BE49-F238E27FC236}">
                  <a16:creationId xmlns:a16="http://schemas.microsoft.com/office/drawing/2014/main" id="{B739B2E7-7926-8226-9721-83E092C5D4B3}"/>
                </a:ext>
              </a:extLst>
            </p:cNvPr>
            <p:cNvSpPr/>
            <p:nvPr/>
          </p:nvSpPr>
          <p:spPr>
            <a:xfrm>
              <a:off x="246833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29">
              <a:extLst>
                <a:ext uri="{FF2B5EF4-FFF2-40B4-BE49-F238E27FC236}">
                  <a16:creationId xmlns:a16="http://schemas.microsoft.com/office/drawing/2014/main" id="{64378E36-EC14-7D59-42C0-FBAAB9279191}"/>
                </a:ext>
              </a:extLst>
            </p:cNvPr>
            <p:cNvSpPr/>
            <p:nvPr/>
          </p:nvSpPr>
          <p:spPr>
            <a:xfrm>
              <a:off x="247777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0">
              <a:extLst>
                <a:ext uri="{FF2B5EF4-FFF2-40B4-BE49-F238E27FC236}">
                  <a16:creationId xmlns:a16="http://schemas.microsoft.com/office/drawing/2014/main" id="{E4AAEE9B-950B-BB49-E90F-3DFCFD3C2BD1}"/>
                </a:ext>
              </a:extLst>
            </p:cNvPr>
            <p:cNvSpPr/>
            <p:nvPr/>
          </p:nvSpPr>
          <p:spPr>
            <a:xfrm>
              <a:off x="248721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1">
              <a:extLst>
                <a:ext uri="{FF2B5EF4-FFF2-40B4-BE49-F238E27FC236}">
                  <a16:creationId xmlns:a16="http://schemas.microsoft.com/office/drawing/2014/main" id="{84149936-6FE7-99FE-7C21-E54995CBE186}"/>
                </a:ext>
              </a:extLst>
            </p:cNvPr>
            <p:cNvSpPr/>
            <p:nvPr/>
          </p:nvSpPr>
          <p:spPr>
            <a:xfrm>
              <a:off x="249665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2">
              <a:extLst>
                <a:ext uri="{FF2B5EF4-FFF2-40B4-BE49-F238E27FC236}">
                  <a16:creationId xmlns:a16="http://schemas.microsoft.com/office/drawing/2014/main" id="{6EBC648C-D3F0-5427-9F8D-3D73BB959D23}"/>
                </a:ext>
              </a:extLst>
            </p:cNvPr>
            <p:cNvSpPr/>
            <p:nvPr/>
          </p:nvSpPr>
          <p:spPr>
            <a:xfrm>
              <a:off x="250609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3">
              <a:extLst>
                <a:ext uri="{FF2B5EF4-FFF2-40B4-BE49-F238E27FC236}">
                  <a16:creationId xmlns:a16="http://schemas.microsoft.com/office/drawing/2014/main" id="{C18C9C21-AEF2-7136-DAFD-8236114A4BE5}"/>
                </a:ext>
              </a:extLst>
            </p:cNvPr>
            <p:cNvSpPr/>
            <p:nvPr/>
          </p:nvSpPr>
          <p:spPr>
            <a:xfrm>
              <a:off x="251553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4">
              <a:extLst>
                <a:ext uri="{FF2B5EF4-FFF2-40B4-BE49-F238E27FC236}">
                  <a16:creationId xmlns:a16="http://schemas.microsoft.com/office/drawing/2014/main" id="{F1FD3D87-A942-3586-7F5D-1E1E0FA6A1AC}"/>
                </a:ext>
              </a:extLst>
            </p:cNvPr>
            <p:cNvSpPr/>
            <p:nvPr/>
          </p:nvSpPr>
          <p:spPr>
            <a:xfrm>
              <a:off x="252497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5">
              <a:extLst>
                <a:ext uri="{FF2B5EF4-FFF2-40B4-BE49-F238E27FC236}">
                  <a16:creationId xmlns:a16="http://schemas.microsoft.com/office/drawing/2014/main" id="{529FE96A-3ACA-DCD9-873F-1EE1ABAD8E7D}"/>
                </a:ext>
              </a:extLst>
            </p:cNvPr>
            <p:cNvSpPr/>
            <p:nvPr/>
          </p:nvSpPr>
          <p:spPr>
            <a:xfrm>
              <a:off x="253441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6">
              <a:extLst>
                <a:ext uri="{FF2B5EF4-FFF2-40B4-BE49-F238E27FC236}">
                  <a16:creationId xmlns:a16="http://schemas.microsoft.com/office/drawing/2014/main" id="{B3B89B63-B433-428B-5EC4-E7D7A5DF1BE7}"/>
                </a:ext>
              </a:extLst>
            </p:cNvPr>
            <p:cNvSpPr/>
            <p:nvPr/>
          </p:nvSpPr>
          <p:spPr>
            <a:xfrm>
              <a:off x="2553292" y="185153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400" y="897756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7">
              <a:extLst>
                <a:ext uri="{FF2B5EF4-FFF2-40B4-BE49-F238E27FC236}">
                  <a16:creationId xmlns:a16="http://schemas.microsoft.com/office/drawing/2014/main" id="{CA12F39B-AFF5-B5CF-56A7-F6CBFEF88D8E}"/>
                </a:ext>
              </a:extLst>
            </p:cNvPr>
            <p:cNvSpPr/>
            <p:nvPr/>
          </p:nvSpPr>
          <p:spPr>
            <a:xfrm>
              <a:off x="2553292" y="1851536"/>
              <a:ext cx="918430" cy="914400"/>
            </a:xfrm>
            <a:custGeom>
              <a:avLst/>
              <a:gdLst/>
              <a:ahLst/>
              <a:cxnLst/>
              <a:rect l="0" t="0" r="0" b="0"/>
              <a:pathLst>
                <a:path w="918430" h="914400">
                  <a:moveTo>
                    <a:pt x="914400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8">
              <a:extLst>
                <a:ext uri="{FF2B5EF4-FFF2-40B4-BE49-F238E27FC236}">
                  <a16:creationId xmlns:a16="http://schemas.microsoft.com/office/drawing/2014/main" id="{9CAB3CE8-A860-7644-D51A-D4BCB81F7EB2}"/>
                </a:ext>
              </a:extLst>
            </p:cNvPr>
            <p:cNvSpPr/>
            <p:nvPr/>
          </p:nvSpPr>
          <p:spPr>
            <a:xfrm>
              <a:off x="3195228" y="183396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39">
              <a:extLst>
                <a:ext uri="{FF2B5EF4-FFF2-40B4-BE49-F238E27FC236}">
                  <a16:creationId xmlns:a16="http://schemas.microsoft.com/office/drawing/2014/main" id="{1C92B775-8C19-541B-0350-3D12176AA209}"/>
                </a:ext>
              </a:extLst>
            </p:cNvPr>
            <p:cNvSpPr/>
            <p:nvPr/>
          </p:nvSpPr>
          <p:spPr>
            <a:xfrm>
              <a:off x="319522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0">
              <a:extLst>
                <a:ext uri="{FF2B5EF4-FFF2-40B4-BE49-F238E27FC236}">
                  <a16:creationId xmlns:a16="http://schemas.microsoft.com/office/drawing/2014/main" id="{F346B996-5D4F-A912-08DC-09B3D1AE7302}"/>
                </a:ext>
              </a:extLst>
            </p:cNvPr>
            <p:cNvSpPr/>
            <p:nvPr/>
          </p:nvSpPr>
          <p:spPr>
            <a:xfrm>
              <a:off x="320466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1">
              <a:extLst>
                <a:ext uri="{FF2B5EF4-FFF2-40B4-BE49-F238E27FC236}">
                  <a16:creationId xmlns:a16="http://schemas.microsoft.com/office/drawing/2014/main" id="{856C3F53-0AA5-DCE8-CFF9-987B8249BBFD}"/>
                </a:ext>
              </a:extLst>
            </p:cNvPr>
            <p:cNvSpPr/>
            <p:nvPr/>
          </p:nvSpPr>
          <p:spPr>
            <a:xfrm>
              <a:off x="321410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2">
              <a:extLst>
                <a:ext uri="{FF2B5EF4-FFF2-40B4-BE49-F238E27FC236}">
                  <a16:creationId xmlns:a16="http://schemas.microsoft.com/office/drawing/2014/main" id="{3F1DD7E0-3AF1-00FA-7EB4-D8AB720EA82A}"/>
                </a:ext>
              </a:extLst>
            </p:cNvPr>
            <p:cNvSpPr/>
            <p:nvPr/>
          </p:nvSpPr>
          <p:spPr>
            <a:xfrm>
              <a:off x="322354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3">
              <a:extLst>
                <a:ext uri="{FF2B5EF4-FFF2-40B4-BE49-F238E27FC236}">
                  <a16:creationId xmlns:a16="http://schemas.microsoft.com/office/drawing/2014/main" id="{738631E1-0D7A-E304-778A-554153A2BA6C}"/>
                </a:ext>
              </a:extLst>
            </p:cNvPr>
            <p:cNvSpPr/>
            <p:nvPr/>
          </p:nvSpPr>
          <p:spPr>
            <a:xfrm>
              <a:off x="323298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4">
              <a:extLst>
                <a:ext uri="{FF2B5EF4-FFF2-40B4-BE49-F238E27FC236}">
                  <a16:creationId xmlns:a16="http://schemas.microsoft.com/office/drawing/2014/main" id="{2DAF91E5-B2FA-FB53-5EFB-7F06B77568C0}"/>
                </a:ext>
              </a:extLst>
            </p:cNvPr>
            <p:cNvSpPr/>
            <p:nvPr/>
          </p:nvSpPr>
          <p:spPr>
            <a:xfrm>
              <a:off x="324242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5">
              <a:extLst>
                <a:ext uri="{FF2B5EF4-FFF2-40B4-BE49-F238E27FC236}">
                  <a16:creationId xmlns:a16="http://schemas.microsoft.com/office/drawing/2014/main" id="{23192978-3076-EBC7-F29D-F5BDEB41BC64}"/>
                </a:ext>
              </a:extLst>
            </p:cNvPr>
            <p:cNvSpPr/>
            <p:nvPr/>
          </p:nvSpPr>
          <p:spPr>
            <a:xfrm>
              <a:off x="325187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6">
              <a:extLst>
                <a:ext uri="{FF2B5EF4-FFF2-40B4-BE49-F238E27FC236}">
                  <a16:creationId xmlns:a16="http://schemas.microsoft.com/office/drawing/2014/main" id="{9114DD1A-DCC0-878D-E8E5-2B34E0BCDC0C}"/>
                </a:ext>
              </a:extLst>
            </p:cNvPr>
            <p:cNvSpPr/>
            <p:nvPr/>
          </p:nvSpPr>
          <p:spPr>
            <a:xfrm>
              <a:off x="326131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7">
              <a:extLst>
                <a:ext uri="{FF2B5EF4-FFF2-40B4-BE49-F238E27FC236}">
                  <a16:creationId xmlns:a16="http://schemas.microsoft.com/office/drawing/2014/main" id="{1A0DC06E-8452-9517-648B-3B40356D167C}"/>
                </a:ext>
              </a:extLst>
            </p:cNvPr>
            <p:cNvSpPr/>
            <p:nvPr/>
          </p:nvSpPr>
          <p:spPr>
            <a:xfrm>
              <a:off x="327075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8">
              <a:extLst>
                <a:ext uri="{FF2B5EF4-FFF2-40B4-BE49-F238E27FC236}">
                  <a16:creationId xmlns:a16="http://schemas.microsoft.com/office/drawing/2014/main" id="{B1C63833-5704-4429-B735-402A0529C2C3}"/>
                </a:ext>
              </a:extLst>
            </p:cNvPr>
            <p:cNvSpPr/>
            <p:nvPr/>
          </p:nvSpPr>
          <p:spPr>
            <a:xfrm>
              <a:off x="328019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49">
              <a:extLst>
                <a:ext uri="{FF2B5EF4-FFF2-40B4-BE49-F238E27FC236}">
                  <a16:creationId xmlns:a16="http://schemas.microsoft.com/office/drawing/2014/main" id="{DF75E79B-74B8-2D0D-B920-384C8675D5F5}"/>
                </a:ext>
              </a:extLst>
            </p:cNvPr>
            <p:cNvSpPr/>
            <p:nvPr/>
          </p:nvSpPr>
          <p:spPr>
            <a:xfrm>
              <a:off x="328963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0">
              <a:extLst>
                <a:ext uri="{FF2B5EF4-FFF2-40B4-BE49-F238E27FC236}">
                  <a16:creationId xmlns:a16="http://schemas.microsoft.com/office/drawing/2014/main" id="{E95BE8AF-D821-AF39-671C-4081F7289BF4}"/>
                </a:ext>
              </a:extLst>
            </p:cNvPr>
            <p:cNvSpPr/>
            <p:nvPr/>
          </p:nvSpPr>
          <p:spPr>
            <a:xfrm>
              <a:off x="329907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1">
              <a:extLst>
                <a:ext uri="{FF2B5EF4-FFF2-40B4-BE49-F238E27FC236}">
                  <a16:creationId xmlns:a16="http://schemas.microsoft.com/office/drawing/2014/main" id="{56D6245E-D825-184A-EE63-9E1B1884E62F}"/>
                </a:ext>
              </a:extLst>
            </p:cNvPr>
            <p:cNvSpPr/>
            <p:nvPr/>
          </p:nvSpPr>
          <p:spPr>
            <a:xfrm>
              <a:off x="330851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2">
              <a:extLst>
                <a:ext uri="{FF2B5EF4-FFF2-40B4-BE49-F238E27FC236}">
                  <a16:creationId xmlns:a16="http://schemas.microsoft.com/office/drawing/2014/main" id="{EC0DD8A7-68B4-014C-435A-21572E2B70EB}"/>
                </a:ext>
              </a:extLst>
            </p:cNvPr>
            <p:cNvSpPr/>
            <p:nvPr/>
          </p:nvSpPr>
          <p:spPr>
            <a:xfrm>
              <a:off x="331795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3">
              <a:extLst>
                <a:ext uri="{FF2B5EF4-FFF2-40B4-BE49-F238E27FC236}">
                  <a16:creationId xmlns:a16="http://schemas.microsoft.com/office/drawing/2014/main" id="{BD81929E-FE01-77F1-316F-391D7048C0D1}"/>
                </a:ext>
              </a:extLst>
            </p:cNvPr>
            <p:cNvSpPr/>
            <p:nvPr/>
          </p:nvSpPr>
          <p:spPr>
            <a:xfrm>
              <a:off x="332739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4">
              <a:extLst>
                <a:ext uri="{FF2B5EF4-FFF2-40B4-BE49-F238E27FC236}">
                  <a16:creationId xmlns:a16="http://schemas.microsoft.com/office/drawing/2014/main" id="{94424BC8-36C8-0FD6-721D-00A00630BCC4}"/>
                </a:ext>
              </a:extLst>
            </p:cNvPr>
            <p:cNvSpPr/>
            <p:nvPr/>
          </p:nvSpPr>
          <p:spPr>
            <a:xfrm>
              <a:off x="333683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5">
              <a:extLst>
                <a:ext uri="{FF2B5EF4-FFF2-40B4-BE49-F238E27FC236}">
                  <a16:creationId xmlns:a16="http://schemas.microsoft.com/office/drawing/2014/main" id="{90DE03F8-27A6-8530-5D72-970CA538579F}"/>
                </a:ext>
              </a:extLst>
            </p:cNvPr>
            <p:cNvSpPr/>
            <p:nvPr/>
          </p:nvSpPr>
          <p:spPr>
            <a:xfrm>
              <a:off x="334627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6">
              <a:extLst>
                <a:ext uri="{FF2B5EF4-FFF2-40B4-BE49-F238E27FC236}">
                  <a16:creationId xmlns:a16="http://schemas.microsoft.com/office/drawing/2014/main" id="{4DA4FBE8-4BAB-AF44-03F7-26D8D1748014}"/>
                </a:ext>
              </a:extLst>
            </p:cNvPr>
            <p:cNvSpPr/>
            <p:nvPr/>
          </p:nvSpPr>
          <p:spPr>
            <a:xfrm>
              <a:off x="335571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7">
              <a:extLst>
                <a:ext uri="{FF2B5EF4-FFF2-40B4-BE49-F238E27FC236}">
                  <a16:creationId xmlns:a16="http://schemas.microsoft.com/office/drawing/2014/main" id="{C2B9889D-88E3-7EED-0C1B-E67628A8F3BA}"/>
                </a:ext>
              </a:extLst>
            </p:cNvPr>
            <p:cNvSpPr/>
            <p:nvPr/>
          </p:nvSpPr>
          <p:spPr>
            <a:xfrm>
              <a:off x="336515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8">
              <a:extLst>
                <a:ext uri="{FF2B5EF4-FFF2-40B4-BE49-F238E27FC236}">
                  <a16:creationId xmlns:a16="http://schemas.microsoft.com/office/drawing/2014/main" id="{B3452A2F-326E-611B-4E9C-DBFBA9F53AB4}"/>
                </a:ext>
              </a:extLst>
            </p:cNvPr>
            <p:cNvSpPr/>
            <p:nvPr/>
          </p:nvSpPr>
          <p:spPr>
            <a:xfrm>
              <a:off x="337459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59">
              <a:extLst>
                <a:ext uri="{FF2B5EF4-FFF2-40B4-BE49-F238E27FC236}">
                  <a16:creationId xmlns:a16="http://schemas.microsoft.com/office/drawing/2014/main" id="{6F1BCAF7-C397-B4A9-9D25-112DA949FAAF}"/>
                </a:ext>
              </a:extLst>
            </p:cNvPr>
            <p:cNvSpPr/>
            <p:nvPr/>
          </p:nvSpPr>
          <p:spPr>
            <a:xfrm>
              <a:off x="338403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0">
              <a:extLst>
                <a:ext uri="{FF2B5EF4-FFF2-40B4-BE49-F238E27FC236}">
                  <a16:creationId xmlns:a16="http://schemas.microsoft.com/office/drawing/2014/main" id="{CD96D0C9-FBB8-8666-F804-2E667E406110}"/>
                </a:ext>
              </a:extLst>
            </p:cNvPr>
            <p:cNvSpPr/>
            <p:nvPr/>
          </p:nvSpPr>
          <p:spPr>
            <a:xfrm>
              <a:off x="339347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1">
              <a:extLst>
                <a:ext uri="{FF2B5EF4-FFF2-40B4-BE49-F238E27FC236}">
                  <a16:creationId xmlns:a16="http://schemas.microsoft.com/office/drawing/2014/main" id="{E37BF06F-324E-04A0-F685-EDE9BEA29BCE}"/>
                </a:ext>
              </a:extLst>
            </p:cNvPr>
            <p:cNvSpPr/>
            <p:nvPr/>
          </p:nvSpPr>
          <p:spPr>
            <a:xfrm>
              <a:off x="340291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2">
              <a:extLst>
                <a:ext uri="{FF2B5EF4-FFF2-40B4-BE49-F238E27FC236}">
                  <a16:creationId xmlns:a16="http://schemas.microsoft.com/office/drawing/2014/main" id="{6F48F202-6848-97D4-AA40-71A1FD906D9C}"/>
                </a:ext>
              </a:extLst>
            </p:cNvPr>
            <p:cNvSpPr/>
            <p:nvPr/>
          </p:nvSpPr>
          <p:spPr>
            <a:xfrm>
              <a:off x="341235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3">
              <a:extLst>
                <a:ext uri="{FF2B5EF4-FFF2-40B4-BE49-F238E27FC236}">
                  <a16:creationId xmlns:a16="http://schemas.microsoft.com/office/drawing/2014/main" id="{BA9C52F1-3317-439B-83D5-05504856C2FF}"/>
                </a:ext>
              </a:extLst>
            </p:cNvPr>
            <p:cNvSpPr/>
            <p:nvPr/>
          </p:nvSpPr>
          <p:spPr>
            <a:xfrm>
              <a:off x="3421794" y="18515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4">
              <a:extLst>
                <a:ext uri="{FF2B5EF4-FFF2-40B4-BE49-F238E27FC236}">
                  <a16:creationId xmlns:a16="http://schemas.microsoft.com/office/drawing/2014/main" id="{34A7163A-227C-21C5-C4BE-A891A0E11DC1}"/>
                </a:ext>
              </a:extLst>
            </p:cNvPr>
            <p:cNvSpPr/>
            <p:nvPr/>
          </p:nvSpPr>
          <p:spPr>
            <a:xfrm>
              <a:off x="3431234" y="1833966"/>
              <a:ext cx="914870" cy="916591"/>
            </a:xfrm>
            <a:custGeom>
              <a:avLst/>
              <a:gdLst/>
              <a:ahLst/>
              <a:cxnLst/>
              <a:rect l="0" t="0" r="0" b="0"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5">
              <a:extLst>
                <a:ext uri="{FF2B5EF4-FFF2-40B4-BE49-F238E27FC236}">
                  <a16:creationId xmlns:a16="http://schemas.microsoft.com/office/drawing/2014/main" id="{4B996CD3-D70A-F489-119D-87469D5C17CC}"/>
                </a:ext>
              </a:extLst>
            </p:cNvPr>
            <p:cNvSpPr/>
            <p:nvPr/>
          </p:nvSpPr>
          <p:spPr>
            <a:xfrm>
              <a:off x="2251204" y="1816396"/>
              <a:ext cx="914400" cy="923523"/>
            </a:xfrm>
            <a:custGeom>
              <a:avLst/>
              <a:gdLst/>
              <a:ahLst/>
              <a:cxnLst/>
              <a:rect l="0" t="0" r="0" b="0"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6">
              <a:extLst>
                <a:ext uri="{FF2B5EF4-FFF2-40B4-BE49-F238E27FC236}">
                  <a16:creationId xmlns:a16="http://schemas.microsoft.com/office/drawing/2014/main" id="{CDADDFE9-BF2F-538E-C330-9217804DBD4E}"/>
                </a:ext>
              </a:extLst>
            </p:cNvPr>
            <p:cNvSpPr/>
            <p:nvPr/>
          </p:nvSpPr>
          <p:spPr>
            <a:xfrm>
              <a:off x="225120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7">
              <a:extLst>
                <a:ext uri="{FF2B5EF4-FFF2-40B4-BE49-F238E27FC236}">
                  <a16:creationId xmlns:a16="http://schemas.microsoft.com/office/drawing/2014/main" id="{9C803078-BEA6-D98D-9717-918679F68336}"/>
                </a:ext>
              </a:extLst>
            </p:cNvPr>
            <p:cNvSpPr/>
            <p:nvPr/>
          </p:nvSpPr>
          <p:spPr>
            <a:xfrm>
              <a:off x="226064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8">
              <a:extLst>
                <a:ext uri="{FF2B5EF4-FFF2-40B4-BE49-F238E27FC236}">
                  <a16:creationId xmlns:a16="http://schemas.microsoft.com/office/drawing/2014/main" id="{D33544D6-B5BB-C184-EE91-D8EE79D70884}"/>
                </a:ext>
              </a:extLst>
            </p:cNvPr>
            <p:cNvSpPr/>
            <p:nvPr/>
          </p:nvSpPr>
          <p:spPr>
            <a:xfrm>
              <a:off x="227008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69">
              <a:extLst>
                <a:ext uri="{FF2B5EF4-FFF2-40B4-BE49-F238E27FC236}">
                  <a16:creationId xmlns:a16="http://schemas.microsoft.com/office/drawing/2014/main" id="{F543D266-327B-4769-3F02-6A455DEF40E7}"/>
                </a:ext>
              </a:extLst>
            </p:cNvPr>
            <p:cNvSpPr/>
            <p:nvPr/>
          </p:nvSpPr>
          <p:spPr>
            <a:xfrm>
              <a:off x="227952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0">
              <a:extLst>
                <a:ext uri="{FF2B5EF4-FFF2-40B4-BE49-F238E27FC236}">
                  <a16:creationId xmlns:a16="http://schemas.microsoft.com/office/drawing/2014/main" id="{9220189C-B945-1131-5646-5F33CD91AF45}"/>
                </a:ext>
              </a:extLst>
            </p:cNvPr>
            <p:cNvSpPr/>
            <p:nvPr/>
          </p:nvSpPr>
          <p:spPr>
            <a:xfrm>
              <a:off x="228896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1">
              <a:extLst>
                <a:ext uri="{FF2B5EF4-FFF2-40B4-BE49-F238E27FC236}">
                  <a16:creationId xmlns:a16="http://schemas.microsoft.com/office/drawing/2014/main" id="{1E8E5B41-B49D-2077-AC90-E117A705ED87}"/>
                </a:ext>
              </a:extLst>
            </p:cNvPr>
            <p:cNvSpPr/>
            <p:nvPr/>
          </p:nvSpPr>
          <p:spPr>
            <a:xfrm>
              <a:off x="229840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2">
              <a:extLst>
                <a:ext uri="{FF2B5EF4-FFF2-40B4-BE49-F238E27FC236}">
                  <a16:creationId xmlns:a16="http://schemas.microsoft.com/office/drawing/2014/main" id="{4BBBDB74-4D18-5374-B053-32BD1A16A194}"/>
                </a:ext>
              </a:extLst>
            </p:cNvPr>
            <p:cNvSpPr/>
            <p:nvPr/>
          </p:nvSpPr>
          <p:spPr>
            <a:xfrm>
              <a:off x="230784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3">
              <a:extLst>
                <a:ext uri="{FF2B5EF4-FFF2-40B4-BE49-F238E27FC236}">
                  <a16:creationId xmlns:a16="http://schemas.microsoft.com/office/drawing/2014/main" id="{30514A08-139A-9AA5-BE9F-9A6895FFE0E7}"/>
                </a:ext>
              </a:extLst>
            </p:cNvPr>
            <p:cNvSpPr/>
            <p:nvPr/>
          </p:nvSpPr>
          <p:spPr>
            <a:xfrm>
              <a:off x="231728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4">
              <a:extLst>
                <a:ext uri="{FF2B5EF4-FFF2-40B4-BE49-F238E27FC236}">
                  <a16:creationId xmlns:a16="http://schemas.microsoft.com/office/drawing/2014/main" id="{61AE89FE-4DC2-52B6-56E2-9F5970F4DFDF}"/>
                </a:ext>
              </a:extLst>
            </p:cNvPr>
            <p:cNvSpPr/>
            <p:nvPr/>
          </p:nvSpPr>
          <p:spPr>
            <a:xfrm>
              <a:off x="232672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5">
              <a:extLst>
                <a:ext uri="{FF2B5EF4-FFF2-40B4-BE49-F238E27FC236}">
                  <a16:creationId xmlns:a16="http://schemas.microsoft.com/office/drawing/2014/main" id="{1547E092-696C-07A1-9FEB-BDC73953959D}"/>
                </a:ext>
              </a:extLst>
            </p:cNvPr>
            <p:cNvSpPr/>
            <p:nvPr/>
          </p:nvSpPr>
          <p:spPr>
            <a:xfrm>
              <a:off x="233616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6">
              <a:extLst>
                <a:ext uri="{FF2B5EF4-FFF2-40B4-BE49-F238E27FC236}">
                  <a16:creationId xmlns:a16="http://schemas.microsoft.com/office/drawing/2014/main" id="{3EC5EEF3-E4A0-C2F6-C5B3-FD3E85C005EB}"/>
                </a:ext>
              </a:extLst>
            </p:cNvPr>
            <p:cNvSpPr/>
            <p:nvPr/>
          </p:nvSpPr>
          <p:spPr>
            <a:xfrm>
              <a:off x="234560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7">
              <a:extLst>
                <a:ext uri="{FF2B5EF4-FFF2-40B4-BE49-F238E27FC236}">
                  <a16:creationId xmlns:a16="http://schemas.microsoft.com/office/drawing/2014/main" id="{B42A367B-D73B-4F7A-D04D-60B2D28AA536}"/>
                </a:ext>
              </a:extLst>
            </p:cNvPr>
            <p:cNvSpPr/>
            <p:nvPr/>
          </p:nvSpPr>
          <p:spPr>
            <a:xfrm>
              <a:off x="235504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8">
              <a:extLst>
                <a:ext uri="{FF2B5EF4-FFF2-40B4-BE49-F238E27FC236}">
                  <a16:creationId xmlns:a16="http://schemas.microsoft.com/office/drawing/2014/main" id="{A7E8CF88-22FF-865B-E400-C7AD0436E3CE}"/>
                </a:ext>
              </a:extLst>
            </p:cNvPr>
            <p:cNvSpPr/>
            <p:nvPr/>
          </p:nvSpPr>
          <p:spPr>
            <a:xfrm>
              <a:off x="236448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79">
              <a:extLst>
                <a:ext uri="{FF2B5EF4-FFF2-40B4-BE49-F238E27FC236}">
                  <a16:creationId xmlns:a16="http://schemas.microsoft.com/office/drawing/2014/main" id="{EA676BE6-5FE0-1900-9BD5-8B75EAFFE2D6}"/>
                </a:ext>
              </a:extLst>
            </p:cNvPr>
            <p:cNvSpPr/>
            <p:nvPr/>
          </p:nvSpPr>
          <p:spPr>
            <a:xfrm>
              <a:off x="237392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0">
              <a:extLst>
                <a:ext uri="{FF2B5EF4-FFF2-40B4-BE49-F238E27FC236}">
                  <a16:creationId xmlns:a16="http://schemas.microsoft.com/office/drawing/2014/main" id="{1D187A3F-58A1-0AFF-2BCD-282429FA481F}"/>
                </a:ext>
              </a:extLst>
            </p:cNvPr>
            <p:cNvSpPr/>
            <p:nvPr/>
          </p:nvSpPr>
          <p:spPr>
            <a:xfrm>
              <a:off x="238336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1">
              <a:extLst>
                <a:ext uri="{FF2B5EF4-FFF2-40B4-BE49-F238E27FC236}">
                  <a16:creationId xmlns:a16="http://schemas.microsoft.com/office/drawing/2014/main" id="{D9959F99-9554-A764-5CBB-566BB1441113}"/>
                </a:ext>
              </a:extLst>
            </p:cNvPr>
            <p:cNvSpPr/>
            <p:nvPr/>
          </p:nvSpPr>
          <p:spPr>
            <a:xfrm>
              <a:off x="239280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2">
              <a:extLst>
                <a:ext uri="{FF2B5EF4-FFF2-40B4-BE49-F238E27FC236}">
                  <a16:creationId xmlns:a16="http://schemas.microsoft.com/office/drawing/2014/main" id="{8A9A01AA-BFD9-A84A-7E0D-FE6B0307EA97}"/>
                </a:ext>
              </a:extLst>
            </p:cNvPr>
            <p:cNvSpPr/>
            <p:nvPr/>
          </p:nvSpPr>
          <p:spPr>
            <a:xfrm>
              <a:off x="240224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3">
              <a:extLst>
                <a:ext uri="{FF2B5EF4-FFF2-40B4-BE49-F238E27FC236}">
                  <a16:creationId xmlns:a16="http://schemas.microsoft.com/office/drawing/2014/main" id="{263E1881-2841-49C8-DEA8-5296E75B48DA}"/>
                </a:ext>
              </a:extLst>
            </p:cNvPr>
            <p:cNvSpPr/>
            <p:nvPr/>
          </p:nvSpPr>
          <p:spPr>
            <a:xfrm>
              <a:off x="241168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4">
              <a:extLst>
                <a:ext uri="{FF2B5EF4-FFF2-40B4-BE49-F238E27FC236}">
                  <a16:creationId xmlns:a16="http://schemas.microsoft.com/office/drawing/2014/main" id="{05CEFE96-4646-6C46-C882-62FE11DE944C}"/>
                </a:ext>
              </a:extLst>
            </p:cNvPr>
            <p:cNvSpPr/>
            <p:nvPr/>
          </p:nvSpPr>
          <p:spPr>
            <a:xfrm>
              <a:off x="242112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5">
              <a:extLst>
                <a:ext uri="{FF2B5EF4-FFF2-40B4-BE49-F238E27FC236}">
                  <a16:creationId xmlns:a16="http://schemas.microsoft.com/office/drawing/2014/main" id="{4A67818B-FA4D-B5C0-E1AA-7A92835A4F7A}"/>
                </a:ext>
              </a:extLst>
            </p:cNvPr>
            <p:cNvSpPr/>
            <p:nvPr/>
          </p:nvSpPr>
          <p:spPr>
            <a:xfrm>
              <a:off x="243056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6">
              <a:extLst>
                <a:ext uri="{FF2B5EF4-FFF2-40B4-BE49-F238E27FC236}">
                  <a16:creationId xmlns:a16="http://schemas.microsoft.com/office/drawing/2014/main" id="{7B47BB73-5D04-6BF9-762D-2D6DAC3FDA00}"/>
                </a:ext>
              </a:extLst>
            </p:cNvPr>
            <p:cNvSpPr/>
            <p:nvPr/>
          </p:nvSpPr>
          <p:spPr>
            <a:xfrm>
              <a:off x="244000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7">
              <a:extLst>
                <a:ext uri="{FF2B5EF4-FFF2-40B4-BE49-F238E27FC236}">
                  <a16:creationId xmlns:a16="http://schemas.microsoft.com/office/drawing/2014/main" id="{708B5E83-F7EE-6ACE-7DFE-46FA0857F4C9}"/>
                </a:ext>
              </a:extLst>
            </p:cNvPr>
            <p:cNvSpPr/>
            <p:nvPr/>
          </p:nvSpPr>
          <p:spPr>
            <a:xfrm>
              <a:off x="244944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8">
              <a:extLst>
                <a:ext uri="{FF2B5EF4-FFF2-40B4-BE49-F238E27FC236}">
                  <a16:creationId xmlns:a16="http://schemas.microsoft.com/office/drawing/2014/main" id="{7CB8E1D5-CD0C-8CD6-8510-C576BBBA862C}"/>
                </a:ext>
              </a:extLst>
            </p:cNvPr>
            <p:cNvSpPr/>
            <p:nvPr/>
          </p:nvSpPr>
          <p:spPr>
            <a:xfrm>
              <a:off x="245889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89">
              <a:extLst>
                <a:ext uri="{FF2B5EF4-FFF2-40B4-BE49-F238E27FC236}">
                  <a16:creationId xmlns:a16="http://schemas.microsoft.com/office/drawing/2014/main" id="{A34A5F43-3E5D-9F44-EDBE-C978D9F3E1A2}"/>
                </a:ext>
              </a:extLst>
            </p:cNvPr>
            <p:cNvSpPr/>
            <p:nvPr/>
          </p:nvSpPr>
          <p:spPr>
            <a:xfrm>
              <a:off x="246833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0">
              <a:extLst>
                <a:ext uri="{FF2B5EF4-FFF2-40B4-BE49-F238E27FC236}">
                  <a16:creationId xmlns:a16="http://schemas.microsoft.com/office/drawing/2014/main" id="{8DF7A526-3E75-D99C-9C3F-62E492B62E2C}"/>
                </a:ext>
              </a:extLst>
            </p:cNvPr>
            <p:cNvSpPr/>
            <p:nvPr/>
          </p:nvSpPr>
          <p:spPr>
            <a:xfrm>
              <a:off x="247777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1">
              <a:extLst>
                <a:ext uri="{FF2B5EF4-FFF2-40B4-BE49-F238E27FC236}">
                  <a16:creationId xmlns:a16="http://schemas.microsoft.com/office/drawing/2014/main" id="{E61F088D-FFCC-44E5-404E-C12BBC0078D5}"/>
                </a:ext>
              </a:extLst>
            </p:cNvPr>
            <p:cNvSpPr/>
            <p:nvPr/>
          </p:nvSpPr>
          <p:spPr>
            <a:xfrm>
              <a:off x="248721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2">
              <a:extLst>
                <a:ext uri="{FF2B5EF4-FFF2-40B4-BE49-F238E27FC236}">
                  <a16:creationId xmlns:a16="http://schemas.microsoft.com/office/drawing/2014/main" id="{BBC3CE33-2C38-BC78-F95D-8EDF90AA1CD0}"/>
                </a:ext>
              </a:extLst>
            </p:cNvPr>
            <p:cNvSpPr/>
            <p:nvPr/>
          </p:nvSpPr>
          <p:spPr>
            <a:xfrm>
              <a:off x="249665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3">
              <a:extLst>
                <a:ext uri="{FF2B5EF4-FFF2-40B4-BE49-F238E27FC236}">
                  <a16:creationId xmlns:a16="http://schemas.microsoft.com/office/drawing/2014/main" id="{2D16CBFF-BC24-D8A2-F195-EACD11BCE611}"/>
                </a:ext>
              </a:extLst>
            </p:cNvPr>
            <p:cNvSpPr/>
            <p:nvPr/>
          </p:nvSpPr>
          <p:spPr>
            <a:xfrm>
              <a:off x="250609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4">
              <a:extLst>
                <a:ext uri="{FF2B5EF4-FFF2-40B4-BE49-F238E27FC236}">
                  <a16:creationId xmlns:a16="http://schemas.microsoft.com/office/drawing/2014/main" id="{1526987C-1F25-4D5F-59B7-8DBB45781023}"/>
                </a:ext>
              </a:extLst>
            </p:cNvPr>
            <p:cNvSpPr/>
            <p:nvPr/>
          </p:nvSpPr>
          <p:spPr>
            <a:xfrm>
              <a:off x="251553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5">
              <a:extLst>
                <a:ext uri="{FF2B5EF4-FFF2-40B4-BE49-F238E27FC236}">
                  <a16:creationId xmlns:a16="http://schemas.microsoft.com/office/drawing/2014/main" id="{5C900585-4050-A6A4-8EAF-B671CD81A983}"/>
                </a:ext>
              </a:extLst>
            </p:cNvPr>
            <p:cNvSpPr/>
            <p:nvPr/>
          </p:nvSpPr>
          <p:spPr>
            <a:xfrm>
              <a:off x="252497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6">
              <a:extLst>
                <a:ext uri="{FF2B5EF4-FFF2-40B4-BE49-F238E27FC236}">
                  <a16:creationId xmlns:a16="http://schemas.microsoft.com/office/drawing/2014/main" id="{DD27EB46-8067-DAFF-CFE4-81D89949C5A1}"/>
                </a:ext>
              </a:extLst>
            </p:cNvPr>
            <p:cNvSpPr/>
            <p:nvPr/>
          </p:nvSpPr>
          <p:spPr>
            <a:xfrm>
              <a:off x="253441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7">
              <a:extLst>
                <a:ext uri="{FF2B5EF4-FFF2-40B4-BE49-F238E27FC236}">
                  <a16:creationId xmlns:a16="http://schemas.microsoft.com/office/drawing/2014/main" id="{126F82C3-620E-AF4D-A0FA-D20A4EA4DDD4}"/>
                </a:ext>
              </a:extLst>
            </p:cNvPr>
            <p:cNvSpPr/>
            <p:nvPr/>
          </p:nvSpPr>
          <p:spPr>
            <a:xfrm>
              <a:off x="2543852" y="1833966"/>
              <a:ext cx="923599" cy="914400"/>
            </a:xfrm>
            <a:custGeom>
              <a:avLst/>
              <a:gdLst/>
              <a:ahLst/>
              <a:cxnLst/>
              <a:rect l="0" t="0" r="0" b="0"/>
              <a:pathLst>
                <a:path w="9235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8">
              <a:extLst>
                <a:ext uri="{FF2B5EF4-FFF2-40B4-BE49-F238E27FC236}">
                  <a16:creationId xmlns:a16="http://schemas.microsoft.com/office/drawing/2014/main" id="{FFC73326-F250-7ECA-5328-7AB4BE6DB600}"/>
                </a:ext>
              </a:extLst>
            </p:cNvPr>
            <p:cNvSpPr/>
            <p:nvPr/>
          </p:nvSpPr>
          <p:spPr>
            <a:xfrm>
              <a:off x="3195228" y="181639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199">
              <a:extLst>
                <a:ext uri="{FF2B5EF4-FFF2-40B4-BE49-F238E27FC236}">
                  <a16:creationId xmlns:a16="http://schemas.microsoft.com/office/drawing/2014/main" id="{25FC382B-6023-C9B8-350C-24978521BFD9}"/>
                </a:ext>
              </a:extLst>
            </p:cNvPr>
            <p:cNvSpPr/>
            <p:nvPr/>
          </p:nvSpPr>
          <p:spPr>
            <a:xfrm>
              <a:off x="319522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0">
              <a:extLst>
                <a:ext uri="{FF2B5EF4-FFF2-40B4-BE49-F238E27FC236}">
                  <a16:creationId xmlns:a16="http://schemas.microsoft.com/office/drawing/2014/main" id="{97B972AC-CE00-ABD1-DABA-2DBD89788FF1}"/>
                </a:ext>
              </a:extLst>
            </p:cNvPr>
            <p:cNvSpPr/>
            <p:nvPr/>
          </p:nvSpPr>
          <p:spPr>
            <a:xfrm>
              <a:off x="320466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1">
              <a:extLst>
                <a:ext uri="{FF2B5EF4-FFF2-40B4-BE49-F238E27FC236}">
                  <a16:creationId xmlns:a16="http://schemas.microsoft.com/office/drawing/2014/main" id="{7242059A-59D9-EB37-F65A-967ECB7EFC91}"/>
                </a:ext>
              </a:extLst>
            </p:cNvPr>
            <p:cNvSpPr/>
            <p:nvPr/>
          </p:nvSpPr>
          <p:spPr>
            <a:xfrm>
              <a:off x="321410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2">
              <a:extLst>
                <a:ext uri="{FF2B5EF4-FFF2-40B4-BE49-F238E27FC236}">
                  <a16:creationId xmlns:a16="http://schemas.microsoft.com/office/drawing/2014/main" id="{D12900BE-51E9-4C6B-B97D-233BFEDE2FD7}"/>
                </a:ext>
              </a:extLst>
            </p:cNvPr>
            <p:cNvSpPr/>
            <p:nvPr/>
          </p:nvSpPr>
          <p:spPr>
            <a:xfrm>
              <a:off x="322354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3">
              <a:extLst>
                <a:ext uri="{FF2B5EF4-FFF2-40B4-BE49-F238E27FC236}">
                  <a16:creationId xmlns:a16="http://schemas.microsoft.com/office/drawing/2014/main" id="{F8749326-3B7B-34B1-B5A3-C4AA112A8BE1}"/>
                </a:ext>
              </a:extLst>
            </p:cNvPr>
            <p:cNvSpPr/>
            <p:nvPr/>
          </p:nvSpPr>
          <p:spPr>
            <a:xfrm>
              <a:off x="323298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4">
              <a:extLst>
                <a:ext uri="{FF2B5EF4-FFF2-40B4-BE49-F238E27FC236}">
                  <a16:creationId xmlns:a16="http://schemas.microsoft.com/office/drawing/2014/main" id="{115D282C-169B-283D-34A8-12DCC93E553E}"/>
                </a:ext>
              </a:extLst>
            </p:cNvPr>
            <p:cNvSpPr/>
            <p:nvPr/>
          </p:nvSpPr>
          <p:spPr>
            <a:xfrm>
              <a:off x="324242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5">
              <a:extLst>
                <a:ext uri="{FF2B5EF4-FFF2-40B4-BE49-F238E27FC236}">
                  <a16:creationId xmlns:a16="http://schemas.microsoft.com/office/drawing/2014/main" id="{7CB88D4F-1CDE-16A8-6FF0-CB302762F21A}"/>
                </a:ext>
              </a:extLst>
            </p:cNvPr>
            <p:cNvSpPr/>
            <p:nvPr/>
          </p:nvSpPr>
          <p:spPr>
            <a:xfrm>
              <a:off x="325187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6">
              <a:extLst>
                <a:ext uri="{FF2B5EF4-FFF2-40B4-BE49-F238E27FC236}">
                  <a16:creationId xmlns:a16="http://schemas.microsoft.com/office/drawing/2014/main" id="{2920F2EC-DFB6-163C-A0F9-D73B74F67643}"/>
                </a:ext>
              </a:extLst>
            </p:cNvPr>
            <p:cNvSpPr/>
            <p:nvPr/>
          </p:nvSpPr>
          <p:spPr>
            <a:xfrm>
              <a:off x="326131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7">
              <a:extLst>
                <a:ext uri="{FF2B5EF4-FFF2-40B4-BE49-F238E27FC236}">
                  <a16:creationId xmlns:a16="http://schemas.microsoft.com/office/drawing/2014/main" id="{7182EAF3-F37D-9AC4-6E51-D2002A93E508}"/>
                </a:ext>
              </a:extLst>
            </p:cNvPr>
            <p:cNvSpPr/>
            <p:nvPr/>
          </p:nvSpPr>
          <p:spPr>
            <a:xfrm>
              <a:off x="327075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8">
              <a:extLst>
                <a:ext uri="{FF2B5EF4-FFF2-40B4-BE49-F238E27FC236}">
                  <a16:creationId xmlns:a16="http://schemas.microsoft.com/office/drawing/2014/main" id="{B55D8612-4117-1319-80CE-43FF7AAF0623}"/>
                </a:ext>
              </a:extLst>
            </p:cNvPr>
            <p:cNvSpPr/>
            <p:nvPr/>
          </p:nvSpPr>
          <p:spPr>
            <a:xfrm>
              <a:off x="328019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09">
              <a:extLst>
                <a:ext uri="{FF2B5EF4-FFF2-40B4-BE49-F238E27FC236}">
                  <a16:creationId xmlns:a16="http://schemas.microsoft.com/office/drawing/2014/main" id="{F1EB1030-941C-3F1D-B5E5-E8B43718D1FC}"/>
                </a:ext>
              </a:extLst>
            </p:cNvPr>
            <p:cNvSpPr/>
            <p:nvPr/>
          </p:nvSpPr>
          <p:spPr>
            <a:xfrm>
              <a:off x="328963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0">
              <a:extLst>
                <a:ext uri="{FF2B5EF4-FFF2-40B4-BE49-F238E27FC236}">
                  <a16:creationId xmlns:a16="http://schemas.microsoft.com/office/drawing/2014/main" id="{2C287E61-8C43-ACF4-7519-5F84588B4E36}"/>
                </a:ext>
              </a:extLst>
            </p:cNvPr>
            <p:cNvSpPr/>
            <p:nvPr/>
          </p:nvSpPr>
          <p:spPr>
            <a:xfrm>
              <a:off x="329907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1">
              <a:extLst>
                <a:ext uri="{FF2B5EF4-FFF2-40B4-BE49-F238E27FC236}">
                  <a16:creationId xmlns:a16="http://schemas.microsoft.com/office/drawing/2014/main" id="{A1EEF757-A0FA-C3D0-8DDE-56624AF454CA}"/>
                </a:ext>
              </a:extLst>
            </p:cNvPr>
            <p:cNvSpPr/>
            <p:nvPr/>
          </p:nvSpPr>
          <p:spPr>
            <a:xfrm>
              <a:off x="330851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2">
              <a:extLst>
                <a:ext uri="{FF2B5EF4-FFF2-40B4-BE49-F238E27FC236}">
                  <a16:creationId xmlns:a16="http://schemas.microsoft.com/office/drawing/2014/main" id="{D5895CB0-9042-B474-B70A-37B488B64D82}"/>
                </a:ext>
              </a:extLst>
            </p:cNvPr>
            <p:cNvSpPr/>
            <p:nvPr/>
          </p:nvSpPr>
          <p:spPr>
            <a:xfrm>
              <a:off x="331795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3">
              <a:extLst>
                <a:ext uri="{FF2B5EF4-FFF2-40B4-BE49-F238E27FC236}">
                  <a16:creationId xmlns:a16="http://schemas.microsoft.com/office/drawing/2014/main" id="{86CEEA5A-0E37-3691-FA53-B7AF083E82C1}"/>
                </a:ext>
              </a:extLst>
            </p:cNvPr>
            <p:cNvSpPr/>
            <p:nvPr/>
          </p:nvSpPr>
          <p:spPr>
            <a:xfrm>
              <a:off x="332739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4">
              <a:extLst>
                <a:ext uri="{FF2B5EF4-FFF2-40B4-BE49-F238E27FC236}">
                  <a16:creationId xmlns:a16="http://schemas.microsoft.com/office/drawing/2014/main" id="{7FA5BD90-4FC5-A24B-F892-18BC9B71EF44}"/>
                </a:ext>
              </a:extLst>
            </p:cNvPr>
            <p:cNvSpPr/>
            <p:nvPr/>
          </p:nvSpPr>
          <p:spPr>
            <a:xfrm>
              <a:off x="333683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5">
              <a:extLst>
                <a:ext uri="{FF2B5EF4-FFF2-40B4-BE49-F238E27FC236}">
                  <a16:creationId xmlns:a16="http://schemas.microsoft.com/office/drawing/2014/main" id="{37B2BE73-9E3C-F99A-268C-566F158A0E56}"/>
                </a:ext>
              </a:extLst>
            </p:cNvPr>
            <p:cNvSpPr/>
            <p:nvPr/>
          </p:nvSpPr>
          <p:spPr>
            <a:xfrm>
              <a:off x="334627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6">
              <a:extLst>
                <a:ext uri="{FF2B5EF4-FFF2-40B4-BE49-F238E27FC236}">
                  <a16:creationId xmlns:a16="http://schemas.microsoft.com/office/drawing/2014/main" id="{838B6045-A806-9571-644B-5016F79FDEC5}"/>
                </a:ext>
              </a:extLst>
            </p:cNvPr>
            <p:cNvSpPr/>
            <p:nvPr/>
          </p:nvSpPr>
          <p:spPr>
            <a:xfrm>
              <a:off x="335571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7">
              <a:extLst>
                <a:ext uri="{FF2B5EF4-FFF2-40B4-BE49-F238E27FC236}">
                  <a16:creationId xmlns:a16="http://schemas.microsoft.com/office/drawing/2014/main" id="{E4DDD26A-9AEE-2B19-260B-3B2E281B5369}"/>
                </a:ext>
              </a:extLst>
            </p:cNvPr>
            <p:cNvSpPr/>
            <p:nvPr/>
          </p:nvSpPr>
          <p:spPr>
            <a:xfrm>
              <a:off x="336515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8">
              <a:extLst>
                <a:ext uri="{FF2B5EF4-FFF2-40B4-BE49-F238E27FC236}">
                  <a16:creationId xmlns:a16="http://schemas.microsoft.com/office/drawing/2014/main" id="{ACDBFF2C-F771-D8A1-4CB8-9F2BF1ABCDD1}"/>
                </a:ext>
              </a:extLst>
            </p:cNvPr>
            <p:cNvSpPr/>
            <p:nvPr/>
          </p:nvSpPr>
          <p:spPr>
            <a:xfrm>
              <a:off x="337459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19">
              <a:extLst>
                <a:ext uri="{FF2B5EF4-FFF2-40B4-BE49-F238E27FC236}">
                  <a16:creationId xmlns:a16="http://schemas.microsoft.com/office/drawing/2014/main" id="{C689DBC2-83AA-A091-97A8-CFC17D3E1D30}"/>
                </a:ext>
              </a:extLst>
            </p:cNvPr>
            <p:cNvSpPr/>
            <p:nvPr/>
          </p:nvSpPr>
          <p:spPr>
            <a:xfrm>
              <a:off x="338403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0">
              <a:extLst>
                <a:ext uri="{FF2B5EF4-FFF2-40B4-BE49-F238E27FC236}">
                  <a16:creationId xmlns:a16="http://schemas.microsoft.com/office/drawing/2014/main" id="{B2D30175-D724-29F4-7724-5EDC0122D459}"/>
                </a:ext>
              </a:extLst>
            </p:cNvPr>
            <p:cNvSpPr/>
            <p:nvPr/>
          </p:nvSpPr>
          <p:spPr>
            <a:xfrm>
              <a:off x="339347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1">
              <a:extLst>
                <a:ext uri="{FF2B5EF4-FFF2-40B4-BE49-F238E27FC236}">
                  <a16:creationId xmlns:a16="http://schemas.microsoft.com/office/drawing/2014/main" id="{745E46FA-54DA-3AC4-F5D3-7647D1CEC428}"/>
                </a:ext>
              </a:extLst>
            </p:cNvPr>
            <p:cNvSpPr/>
            <p:nvPr/>
          </p:nvSpPr>
          <p:spPr>
            <a:xfrm>
              <a:off x="340291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2">
              <a:extLst>
                <a:ext uri="{FF2B5EF4-FFF2-40B4-BE49-F238E27FC236}">
                  <a16:creationId xmlns:a16="http://schemas.microsoft.com/office/drawing/2014/main" id="{97B65BD2-BDE1-B8B3-D0B7-3BBDF129694B}"/>
                </a:ext>
              </a:extLst>
            </p:cNvPr>
            <p:cNvSpPr/>
            <p:nvPr/>
          </p:nvSpPr>
          <p:spPr>
            <a:xfrm>
              <a:off x="341235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3">
              <a:extLst>
                <a:ext uri="{FF2B5EF4-FFF2-40B4-BE49-F238E27FC236}">
                  <a16:creationId xmlns:a16="http://schemas.microsoft.com/office/drawing/2014/main" id="{C277D0DB-7677-6837-4992-9DC1DA87641B}"/>
                </a:ext>
              </a:extLst>
            </p:cNvPr>
            <p:cNvSpPr/>
            <p:nvPr/>
          </p:nvSpPr>
          <p:spPr>
            <a:xfrm>
              <a:off x="342179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4">
              <a:extLst>
                <a:ext uri="{FF2B5EF4-FFF2-40B4-BE49-F238E27FC236}">
                  <a16:creationId xmlns:a16="http://schemas.microsoft.com/office/drawing/2014/main" id="{F31673A6-DFF0-7555-35DC-A0FFF1732CBB}"/>
                </a:ext>
              </a:extLst>
            </p:cNvPr>
            <p:cNvSpPr/>
            <p:nvPr/>
          </p:nvSpPr>
          <p:spPr>
            <a:xfrm>
              <a:off x="3431234" y="1833966"/>
              <a:ext cx="918134" cy="914400"/>
            </a:xfrm>
            <a:custGeom>
              <a:avLst/>
              <a:gdLst/>
              <a:ahLst/>
              <a:cxnLst/>
              <a:rect l="0" t="0" r="0" b="0"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5">
              <a:extLst>
                <a:ext uri="{FF2B5EF4-FFF2-40B4-BE49-F238E27FC236}">
                  <a16:creationId xmlns:a16="http://schemas.microsoft.com/office/drawing/2014/main" id="{30F60469-9105-65C0-1809-C872C7ED04CA}"/>
                </a:ext>
              </a:extLst>
            </p:cNvPr>
            <p:cNvSpPr/>
            <p:nvPr/>
          </p:nvSpPr>
          <p:spPr>
            <a:xfrm>
              <a:off x="2241764" y="1798826"/>
              <a:ext cx="914400" cy="918128"/>
            </a:xfrm>
            <a:custGeom>
              <a:avLst/>
              <a:gdLst/>
              <a:ahLst/>
              <a:cxnLst/>
              <a:rect l="0" t="0" r="0" b="0"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6">
              <a:extLst>
                <a:ext uri="{FF2B5EF4-FFF2-40B4-BE49-F238E27FC236}">
                  <a16:creationId xmlns:a16="http://schemas.microsoft.com/office/drawing/2014/main" id="{593A16F5-709E-1F83-DB95-66AAFF65035D}"/>
                </a:ext>
              </a:extLst>
            </p:cNvPr>
            <p:cNvSpPr/>
            <p:nvPr/>
          </p:nvSpPr>
          <p:spPr>
            <a:xfrm>
              <a:off x="224176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7">
              <a:extLst>
                <a:ext uri="{FF2B5EF4-FFF2-40B4-BE49-F238E27FC236}">
                  <a16:creationId xmlns:a16="http://schemas.microsoft.com/office/drawing/2014/main" id="{85F28693-2575-AB72-0D09-CCFAC8D824C4}"/>
                </a:ext>
              </a:extLst>
            </p:cNvPr>
            <p:cNvSpPr/>
            <p:nvPr/>
          </p:nvSpPr>
          <p:spPr>
            <a:xfrm>
              <a:off x="225120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8">
              <a:extLst>
                <a:ext uri="{FF2B5EF4-FFF2-40B4-BE49-F238E27FC236}">
                  <a16:creationId xmlns:a16="http://schemas.microsoft.com/office/drawing/2014/main" id="{D844DDD3-4A29-3110-9C3B-83E11D7B54B1}"/>
                </a:ext>
              </a:extLst>
            </p:cNvPr>
            <p:cNvSpPr/>
            <p:nvPr/>
          </p:nvSpPr>
          <p:spPr>
            <a:xfrm>
              <a:off x="226064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29">
              <a:extLst>
                <a:ext uri="{FF2B5EF4-FFF2-40B4-BE49-F238E27FC236}">
                  <a16:creationId xmlns:a16="http://schemas.microsoft.com/office/drawing/2014/main" id="{616F41B8-058F-A207-6942-1340E71A2301}"/>
                </a:ext>
              </a:extLst>
            </p:cNvPr>
            <p:cNvSpPr/>
            <p:nvPr/>
          </p:nvSpPr>
          <p:spPr>
            <a:xfrm>
              <a:off x="227008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0">
              <a:extLst>
                <a:ext uri="{FF2B5EF4-FFF2-40B4-BE49-F238E27FC236}">
                  <a16:creationId xmlns:a16="http://schemas.microsoft.com/office/drawing/2014/main" id="{2DD1440A-CA39-955F-2EE6-99E64E118791}"/>
                </a:ext>
              </a:extLst>
            </p:cNvPr>
            <p:cNvSpPr/>
            <p:nvPr/>
          </p:nvSpPr>
          <p:spPr>
            <a:xfrm>
              <a:off x="227952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1">
              <a:extLst>
                <a:ext uri="{FF2B5EF4-FFF2-40B4-BE49-F238E27FC236}">
                  <a16:creationId xmlns:a16="http://schemas.microsoft.com/office/drawing/2014/main" id="{780C3FFF-98BD-66AF-D794-C7AB4B1562F0}"/>
                </a:ext>
              </a:extLst>
            </p:cNvPr>
            <p:cNvSpPr/>
            <p:nvPr/>
          </p:nvSpPr>
          <p:spPr>
            <a:xfrm>
              <a:off x="228896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2">
              <a:extLst>
                <a:ext uri="{FF2B5EF4-FFF2-40B4-BE49-F238E27FC236}">
                  <a16:creationId xmlns:a16="http://schemas.microsoft.com/office/drawing/2014/main" id="{4235E785-1CE0-49AB-ACE8-99A7CCF2C3DC}"/>
                </a:ext>
              </a:extLst>
            </p:cNvPr>
            <p:cNvSpPr/>
            <p:nvPr/>
          </p:nvSpPr>
          <p:spPr>
            <a:xfrm>
              <a:off x="229840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3">
              <a:extLst>
                <a:ext uri="{FF2B5EF4-FFF2-40B4-BE49-F238E27FC236}">
                  <a16:creationId xmlns:a16="http://schemas.microsoft.com/office/drawing/2014/main" id="{3C79CAAD-8927-152B-448F-609643FCBB33}"/>
                </a:ext>
              </a:extLst>
            </p:cNvPr>
            <p:cNvSpPr/>
            <p:nvPr/>
          </p:nvSpPr>
          <p:spPr>
            <a:xfrm>
              <a:off x="230784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4">
              <a:extLst>
                <a:ext uri="{FF2B5EF4-FFF2-40B4-BE49-F238E27FC236}">
                  <a16:creationId xmlns:a16="http://schemas.microsoft.com/office/drawing/2014/main" id="{70126C0D-37B0-E59C-5C96-38629475E845}"/>
                </a:ext>
              </a:extLst>
            </p:cNvPr>
            <p:cNvSpPr/>
            <p:nvPr/>
          </p:nvSpPr>
          <p:spPr>
            <a:xfrm>
              <a:off x="231728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5">
              <a:extLst>
                <a:ext uri="{FF2B5EF4-FFF2-40B4-BE49-F238E27FC236}">
                  <a16:creationId xmlns:a16="http://schemas.microsoft.com/office/drawing/2014/main" id="{9EA345BA-266A-399B-3C4B-574DA05BA0B3}"/>
                </a:ext>
              </a:extLst>
            </p:cNvPr>
            <p:cNvSpPr/>
            <p:nvPr/>
          </p:nvSpPr>
          <p:spPr>
            <a:xfrm>
              <a:off x="232672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6">
              <a:extLst>
                <a:ext uri="{FF2B5EF4-FFF2-40B4-BE49-F238E27FC236}">
                  <a16:creationId xmlns:a16="http://schemas.microsoft.com/office/drawing/2014/main" id="{A7F67632-89E0-B257-2995-AFCB98E493ED}"/>
                </a:ext>
              </a:extLst>
            </p:cNvPr>
            <p:cNvSpPr/>
            <p:nvPr/>
          </p:nvSpPr>
          <p:spPr>
            <a:xfrm>
              <a:off x="233616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7">
              <a:extLst>
                <a:ext uri="{FF2B5EF4-FFF2-40B4-BE49-F238E27FC236}">
                  <a16:creationId xmlns:a16="http://schemas.microsoft.com/office/drawing/2014/main" id="{36662D53-E5A9-52A2-B6E8-5208D7F0D5F4}"/>
                </a:ext>
              </a:extLst>
            </p:cNvPr>
            <p:cNvSpPr/>
            <p:nvPr/>
          </p:nvSpPr>
          <p:spPr>
            <a:xfrm>
              <a:off x="234560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8">
              <a:extLst>
                <a:ext uri="{FF2B5EF4-FFF2-40B4-BE49-F238E27FC236}">
                  <a16:creationId xmlns:a16="http://schemas.microsoft.com/office/drawing/2014/main" id="{F268619E-0D32-FB34-7EAD-D9EFBEDFA9DC}"/>
                </a:ext>
              </a:extLst>
            </p:cNvPr>
            <p:cNvSpPr/>
            <p:nvPr/>
          </p:nvSpPr>
          <p:spPr>
            <a:xfrm>
              <a:off x="235504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39">
              <a:extLst>
                <a:ext uri="{FF2B5EF4-FFF2-40B4-BE49-F238E27FC236}">
                  <a16:creationId xmlns:a16="http://schemas.microsoft.com/office/drawing/2014/main" id="{F4D8EFD0-E127-459E-276D-DB7B082980FC}"/>
                </a:ext>
              </a:extLst>
            </p:cNvPr>
            <p:cNvSpPr/>
            <p:nvPr/>
          </p:nvSpPr>
          <p:spPr>
            <a:xfrm>
              <a:off x="236448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0">
              <a:extLst>
                <a:ext uri="{FF2B5EF4-FFF2-40B4-BE49-F238E27FC236}">
                  <a16:creationId xmlns:a16="http://schemas.microsoft.com/office/drawing/2014/main" id="{C7DA390B-0A9D-A9EC-8BE1-AE5A010067A0}"/>
                </a:ext>
              </a:extLst>
            </p:cNvPr>
            <p:cNvSpPr/>
            <p:nvPr/>
          </p:nvSpPr>
          <p:spPr>
            <a:xfrm>
              <a:off x="237392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1">
              <a:extLst>
                <a:ext uri="{FF2B5EF4-FFF2-40B4-BE49-F238E27FC236}">
                  <a16:creationId xmlns:a16="http://schemas.microsoft.com/office/drawing/2014/main" id="{AB06821B-3115-9699-B765-FE78E7D7F534}"/>
                </a:ext>
              </a:extLst>
            </p:cNvPr>
            <p:cNvSpPr/>
            <p:nvPr/>
          </p:nvSpPr>
          <p:spPr>
            <a:xfrm>
              <a:off x="238336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2">
              <a:extLst>
                <a:ext uri="{FF2B5EF4-FFF2-40B4-BE49-F238E27FC236}">
                  <a16:creationId xmlns:a16="http://schemas.microsoft.com/office/drawing/2014/main" id="{724C7030-4B0E-4485-5D13-CA14AFD29935}"/>
                </a:ext>
              </a:extLst>
            </p:cNvPr>
            <p:cNvSpPr/>
            <p:nvPr/>
          </p:nvSpPr>
          <p:spPr>
            <a:xfrm>
              <a:off x="239280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3">
              <a:extLst>
                <a:ext uri="{FF2B5EF4-FFF2-40B4-BE49-F238E27FC236}">
                  <a16:creationId xmlns:a16="http://schemas.microsoft.com/office/drawing/2014/main" id="{54EE4CD8-7916-E547-C695-B6CB41AE1EC8}"/>
                </a:ext>
              </a:extLst>
            </p:cNvPr>
            <p:cNvSpPr/>
            <p:nvPr/>
          </p:nvSpPr>
          <p:spPr>
            <a:xfrm>
              <a:off x="240224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4">
              <a:extLst>
                <a:ext uri="{FF2B5EF4-FFF2-40B4-BE49-F238E27FC236}">
                  <a16:creationId xmlns:a16="http://schemas.microsoft.com/office/drawing/2014/main" id="{D1E8F99E-C170-9FB5-A412-8312A9C19B78}"/>
                </a:ext>
              </a:extLst>
            </p:cNvPr>
            <p:cNvSpPr/>
            <p:nvPr/>
          </p:nvSpPr>
          <p:spPr>
            <a:xfrm>
              <a:off x="241168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5">
              <a:extLst>
                <a:ext uri="{FF2B5EF4-FFF2-40B4-BE49-F238E27FC236}">
                  <a16:creationId xmlns:a16="http://schemas.microsoft.com/office/drawing/2014/main" id="{C85D5B98-18E5-9F5E-EC0B-D6CFFB29F723}"/>
                </a:ext>
              </a:extLst>
            </p:cNvPr>
            <p:cNvSpPr/>
            <p:nvPr/>
          </p:nvSpPr>
          <p:spPr>
            <a:xfrm>
              <a:off x="242112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6">
              <a:extLst>
                <a:ext uri="{FF2B5EF4-FFF2-40B4-BE49-F238E27FC236}">
                  <a16:creationId xmlns:a16="http://schemas.microsoft.com/office/drawing/2014/main" id="{DFEB2EEA-7059-7797-4911-CD4BEA816D3A}"/>
                </a:ext>
              </a:extLst>
            </p:cNvPr>
            <p:cNvSpPr/>
            <p:nvPr/>
          </p:nvSpPr>
          <p:spPr>
            <a:xfrm>
              <a:off x="243056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7">
              <a:extLst>
                <a:ext uri="{FF2B5EF4-FFF2-40B4-BE49-F238E27FC236}">
                  <a16:creationId xmlns:a16="http://schemas.microsoft.com/office/drawing/2014/main" id="{712DF255-7C18-8B3F-F08C-1E9D0234FF54}"/>
                </a:ext>
              </a:extLst>
            </p:cNvPr>
            <p:cNvSpPr/>
            <p:nvPr/>
          </p:nvSpPr>
          <p:spPr>
            <a:xfrm>
              <a:off x="244000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8">
              <a:extLst>
                <a:ext uri="{FF2B5EF4-FFF2-40B4-BE49-F238E27FC236}">
                  <a16:creationId xmlns:a16="http://schemas.microsoft.com/office/drawing/2014/main" id="{6F86F740-2646-F31E-8C12-4387FE5F1A39}"/>
                </a:ext>
              </a:extLst>
            </p:cNvPr>
            <p:cNvSpPr/>
            <p:nvPr/>
          </p:nvSpPr>
          <p:spPr>
            <a:xfrm>
              <a:off x="244944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49">
              <a:extLst>
                <a:ext uri="{FF2B5EF4-FFF2-40B4-BE49-F238E27FC236}">
                  <a16:creationId xmlns:a16="http://schemas.microsoft.com/office/drawing/2014/main" id="{13CD5233-743E-01CE-1773-537CFE1338E7}"/>
                </a:ext>
              </a:extLst>
            </p:cNvPr>
            <p:cNvSpPr/>
            <p:nvPr/>
          </p:nvSpPr>
          <p:spPr>
            <a:xfrm>
              <a:off x="245889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0">
              <a:extLst>
                <a:ext uri="{FF2B5EF4-FFF2-40B4-BE49-F238E27FC236}">
                  <a16:creationId xmlns:a16="http://schemas.microsoft.com/office/drawing/2014/main" id="{DA314CC0-65BC-7A1A-B114-D541AEEB9988}"/>
                </a:ext>
              </a:extLst>
            </p:cNvPr>
            <p:cNvSpPr/>
            <p:nvPr/>
          </p:nvSpPr>
          <p:spPr>
            <a:xfrm>
              <a:off x="246833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1">
              <a:extLst>
                <a:ext uri="{FF2B5EF4-FFF2-40B4-BE49-F238E27FC236}">
                  <a16:creationId xmlns:a16="http://schemas.microsoft.com/office/drawing/2014/main" id="{F0380208-B32B-020B-DE50-17944B2D1DBA}"/>
                </a:ext>
              </a:extLst>
            </p:cNvPr>
            <p:cNvSpPr/>
            <p:nvPr/>
          </p:nvSpPr>
          <p:spPr>
            <a:xfrm>
              <a:off x="247777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2">
              <a:extLst>
                <a:ext uri="{FF2B5EF4-FFF2-40B4-BE49-F238E27FC236}">
                  <a16:creationId xmlns:a16="http://schemas.microsoft.com/office/drawing/2014/main" id="{FF37319A-F41B-A7B8-21DE-88BEED4A9079}"/>
                </a:ext>
              </a:extLst>
            </p:cNvPr>
            <p:cNvSpPr/>
            <p:nvPr/>
          </p:nvSpPr>
          <p:spPr>
            <a:xfrm>
              <a:off x="248721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3">
              <a:extLst>
                <a:ext uri="{FF2B5EF4-FFF2-40B4-BE49-F238E27FC236}">
                  <a16:creationId xmlns:a16="http://schemas.microsoft.com/office/drawing/2014/main" id="{F2FE6968-2236-A52D-A1A1-6F16A5C6038F}"/>
                </a:ext>
              </a:extLst>
            </p:cNvPr>
            <p:cNvSpPr/>
            <p:nvPr/>
          </p:nvSpPr>
          <p:spPr>
            <a:xfrm>
              <a:off x="249665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4">
              <a:extLst>
                <a:ext uri="{FF2B5EF4-FFF2-40B4-BE49-F238E27FC236}">
                  <a16:creationId xmlns:a16="http://schemas.microsoft.com/office/drawing/2014/main" id="{F66F2DFA-8231-5C34-48C9-11F422E76534}"/>
                </a:ext>
              </a:extLst>
            </p:cNvPr>
            <p:cNvSpPr/>
            <p:nvPr/>
          </p:nvSpPr>
          <p:spPr>
            <a:xfrm>
              <a:off x="250609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5">
              <a:extLst>
                <a:ext uri="{FF2B5EF4-FFF2-40B4-BE49-F238E27FC236}">
                  <a16:creationId xmlns:a16="http://schemas.microsoft.com/office/drawing/2014/main" id="{3A028C35-8E6C-9F1F-F799-D17C48435577}"/>
                </a:ext>
              </a:extLst>
            </p:cNvPr>
            <p:cNvSpPr/>
            <p:nvPr/>
          </p:nvSpPr>
          <p:spPr>
            <a:xfrm>
              <a:off x="251553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6">
              <a:extLst>
                <a:ext uri="{FF2B5EF4-FFF2-40B4-BE49-F238E27FC236}">
                  <a16:creationId xmlns:a16="http://schemas.microsoft.com/office/drawing/2014/main" id="{C7E029EF-C270-292B-686D-420CEFB990E4}"/>
                </a:ext>
              </a:extLst>
            </p:cNvPr>
            <p:cNvSpPr/>
            <p:nvPr/>
          </p:nvSpPr>
          <p:spPr>
            <a:xfrm>
              <a:off x="252497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7">
              <a:extLst>
                <a:ext uri="{FF2B5EF4-FFF2-40B4-BE49-F238E27FC236}">
                  <a16:creationId xmlns:a16="http://schemas.microsoft.com/office/drawing/2014/main" id="{3A8BF4E6-2B6D-1249-CD6A-B2B6166B52F9}"/>
                </a:ext>
              </a:extLst>
            </p:cNvPr>
            <p:cNvSpPr/>
            <p:nvPr/>
          </p:nvSpPr>
          <p:spPr>
            <a:xfrm>
              <a:off x="2543852" y="181639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399" y="901540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8">
              <a:extLst>
                <a:ext uri="{FF2B5EF4-FFF2-40B4-BE49-F238E27FC236}">
                  <a16:creationId xmlns:a16="http://schemas.microsoft.com/office/drawing/2014/main" id="{1C86F1CE-AF59-EC17-A919-A217E0F9694C}"/>
                </a:ext>
              </a:extLst>
            </p:cNvPr>
            <p:cNvSpPr/>
            <p:nvPr/>
          </p:nvSpPr>
          <p:spPr>
            <a:xfrm>
              <a:off x="2543852" y="1816396"/>
              <a:ext cx="918732" cy="914400"/>
            </a:xfrm>
            <a:custGeom>
              <a:avLst/>
              <a:gdLst/>
              <a:ahLst/>
              <a:cxnLst/>
              <a:rect l="0" t="0" r="0" b="0"/>
              <a:pathLst>
                <a:path w="918732" h="914400">
                  <a:moveTo>
                    <a:pt x="914399" y="914400"/>
                  </a:moveTo>
                  <a:lnTo>
                    <a:pt x="914399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59">
              <a:extLst>
                <a:ext uri="{FF2B5EF4-FFF2-40B4-BE49-F238E27FC236}">
                  <a16:creationId xmlns:a16="http://schemas.microsoft.com/office/drawing/2014/main" id="{33DBAE18-C244-785C-170B-9EADCDD9BEE1}"/>
                </a:ext>
              </a:extLst>
            </p:cNvPr>
            <p:cNvSpPr/>
            <p:nvPr/>
          </p:nvSpPr>
          <p:spPr>
            <a:xfrm>
              <a:off x="3195228" y="179882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0">
              <a:extLst>
                <a:ext uri="{FF2B5EF4-FFF2-40B4-BE49-F238E27FC236}">
                  <a16:creationId xmlns:a16="http://schemas.microsoft.com/office/drawing/2014/main" id="{0819FDFF-3AD5-6245-6512-4282F769A609}"/>
                </a:ext>
              </a:extLst>
            </p:cNvPr>
            <p:cNvSpPr/>
            <p:nvPr/>
          </p:nvSpPr>
          <p:spPr>
            <a:xfrm>
              <a:off x="319522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1">
              <a:extLst>
                <a:ext uri="{FF2B5EF4-FFF2-40B4-BE49-F238E27FC236}">
                  <a16:creationId xmlns:a16="http://schemas.microsoft.com/office/drawing/2014/main" id="{C5EFFC89-0150-956A-E493-BE8D7B2F8CD3}"/>
                </a:ext>
              </a:extLst>
            </p:cNvPr>
            <p:cNvSpPr/>
            <p:nvPr/>
          </p:nvSpPr>
          <p:spPr>
            <a:xfrm>
              <a:off x="320466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2">
              <a:extLst>
                <a:ext uri="{FF2B5EF4-FFF2-40B4-BE49-F238E27FC236}">
                  <a16:creationId xmlns:a16="http://schemas.microsoft.com/office/drawing/2014/main" id="{7849F993-3932-3B25-5DE3-0002C1222AC0}"/>
                </a:ext>
              </a:extLst>
            </p:cNvPr>
            <p:cNvSpPr/>
            <p:nvPr/>
          </p:nvSpPr>
          <p:spPr>
            <a:xfrm>
              <a:off x="321410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3">
              <a:extLst>
                <a:ext uri="{FF2B5EF4-FFF2-40B4-BE49-F238E27FC236}">
                  <a16:creationId xmlns:a16="http://schemas.microsoft.com/office/drawing/2014/main" id="{5D803D79-87D5-50C8-DDD1-8A6D69263927}"/>
                </a:ext>
              </a:extLst>
            </p:cNvPr>
            <p:cNvSpPr/>
            <p:nvPr/>
          </p:nvSpPr>
          <p:spPr>
            <a:xfrm>
              <a:off x="322354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4">
              <a:extLst>
                <a:ext uri="{FF2B5EF4-FFF2-40B4-BE49-F238E27FC236}">
                  <a16:creationId xmlns:a16="http://schemas.microsoft.com/office/drawing/2014/main" id="{814C9DE1-2F29-DAE4-DC82-D83A8C7C23D8}"/>
                </a:ext>
              </a:extLst>
            </p:cNvPr>
            <p:cNvSpPr/>
            <p:nvPr/>
          </p:nvSpPr>
          <p:spPr>
            <a:xfrm>
              <a:off x="323298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5">
              <a:extLst>
                <a:ext uri="{FF2B5EF4-FFF2-40B4-BE49-F238E27FC236}">
                  <a16:creationId xmlns:a16="http://schemas.microsoft.com/office/drawing/2014/main" id="{E8A420F9-F678-16F8-5F25-4903E06C5BC6}"/>
                </a:ext>
              </a:extLst>
            </p:cNvPr>
            <p:cNvSpPr/>
            <p:nvPr/>
          </p:nvSpPr>
          <p:spPr>
            <a:xfrm>
              <a:off x="324242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6">
              <a:extLst>
                <a:ext uri="{FF2B5EF4-FFF2-40B4-BE49-F238E27FC236}">
                  <a16:creationId xmlns:a16="http://schemas.microsoft.com/office/drawing/2014/main" id="{7F5CF08C-8A94-CA96-0573-C8F1859A3302}"/>
                </a:ext>
              </a:extLst>
            </p:cNvPr>
            <p:cNvSpPr/>
            <p:nvPr/>
          </p:nvSpPr>
          <p:spPr>
            <a:xfrm>
              <a:off x="325187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7">
              <a:extLst>
                <a:ext uri="{FF2B5EF4-FFF2-40B4-BE49-F238E27FC236}">
                  <a16:creationId xmlns:a16="http://schemas.microsoft.com/office/drawing/2014/main" id="{E6FB29E1-8C6C-FE1B-63B2-BE9B88BD6525}"/>
                </a:ext>
              </a:extLst>
            </p:cNvPr>
            <p:cNvSpPr/>
            <p:nvPr/>
          </p:nvSpPr>
          <p:spPr>
            <a:xfrm>
              <a:off x="326131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8">
              <a:extLst>
                <a:ext uri="{FF2B5EF4-FFF2-40B4-BE49-F238E27FC236}">
                  <a16:creationId xmlns:a16="http://schemas.microsoft.com/office/drawing/2014/main" id="{7595E75F-C1E7-D7A6-A27A-903F6781502C}"/>
                </a:ext>
              </a:extLst>
            </p:cNvPr>
            <p:cNvSpPr/>
            <p:nvPr/>
          </p:nvSpPr>
          <p:spPr>
            <a:xfrm>
              <a:off x="327075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69">
              <a:extLst>
                <a:ext uri="{FF2B5EF4-FFF2-40B4-BE49-F238E27FC236}">
                  <a16:creationId xmlns:a16="http://schemas.microsoft.com/office/drawing/2014/main" id="{EF761B66-9B7D-DEAF-575C-47C9F0F45591}"/>
                </a:ext>
              </a:extLst>
            </p:cNvPr>
            <p:cNvSpPr/>
            <p:nvPr/>
          </p:nvSpPr>
          <p:spPr>
            <a:xfrm>
              <a:off x="328019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0">
              <a:extLst>
                <a:ext uri="{FF2B5EF4-FFF2-40B4-BE49-F238E27FC236}">
                  <a16:creationId xmlns:a16="http://schemas.microsoft.com/office/drawing/2014/main" id="{CC88DB95-A0D1-93F9-4E24-FD6B56CBCEA3}"/>
                </a:ext>
              </a:extLst>
            </p:cNvPr>
            <p:cNvSpPr/>
            <p:nvPr/>
          </p:nvSpPr>
          <p:spPr>
            <a:xfrm>
              <a:off x="328963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1">
              <a:extLst>
                <a:ext uri="{FF2B5EF4-FFF2-40B4-BE49-F238E27FC236}">
                  <a16:creationId xmlns:a16="http://schemas.microsoft.com/office/drawing/2014/main" id="{BCDD0423-CD50-F0B1-8FFF-B16233135FC8}"/>
                </a:ext>
              </a:extLst>
            </p:cNvPr>
            <p:cNvSpPr/>
            <p:nvPr/>
          </p:nvSpPr>
          <p:spPr>
            <a:xfrm>
              <a:off x="329907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2">
              <a:extLst>
                <a:ext uri="{FF2B5EF4-FFF2-40B4-BE49-F238E27FC236}">
                  <a16:creationId xmlns:a16="http://schemas.microsoft.com/office/drawing/2014/main" id="{C3E744DD-7FB5-4368-0508-57CFD33F3400}"/>
                </a:ext>
              </a:extLst>
            </p:cNvPr>
            <p:cNvSpPr/>
            <p:nvPr/>
          </p:nvSpPr>
          <p:spPr>
            <a:xfrm>
              <a:off x="330851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3">
              <a:extLst>
                <a:ext uri="{FF2B5EF4-FFF2-40B4-BE49-F238E27FC236}">
                  <a16:creationId xmlns:a16="http://schemas.microsoft.com/office/drawing/2014/main" id="{B46DC789-E011-92C1-EC4E-B2271BA4A990}"/>
                </a:ext>
              </a:extLst>
            </p:cNvPr>
            <p:cNvSpPr/>
            <p:nvPr/>
          </p:nvSpPr>
          <p:spPr>
            <a:xfrm>
              <a:off x="331795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4">
              <a:extLst>
                <a:ext uri="{FF2B5EF4-FFF2-40B4-BE49-F238E27FC236}">
                  <a16:creationId xmlns:a16="http://schemas.microsoft.com/office/drawing/2014/main" id="{7B997C64-876B-ECD6-CBD9-2CC31ABD6D98}"/>
                </a:ext>
              </a:extLst>
            </p:cNvPr>
            <p:cNvSpPr/>
            <p:nvPr/>
          </p:nvSpPr>
          <p:spPr>
            <a:xfrm>
              <a:off x="332739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5">
              <a:extLst>
                <a:ext uri="{FF2B5EF4-FFF2-40B4-BE49-F238E27FC236}">
                  <a16:creationId xmlns:a16="http://schemas.microsoft.com/office/drawing/2014/main" id="{A52D4742-A67A-380C-6ACD-A956B5008261}"/>
                </a:ext>
              </a:extLst>
            </p:cNvPr>
            <p:cNvSpPr/>
            <p:nvPr/>
          </p:nvSpPr>
          <p:spPr>
            <a:xfrm>
              <a:off x="333683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6">
              <a:extLst>
                <a:ext uri="{FF2B5EF4-FFF2-40B4-BE49-F238E27FC236}">
                  <a16:creationId xmlns:a16="http://schemas.microsoft.com/office/drawing/2014/main" id="{B70FD225-8DAB-BCC1-7204-E831C08A519C}"/>
                </a:ext>
              </a:extLst>
            </p:cNvPr>
            <p:cNvSpPr/>
            <p:nvPr/>
          </p:nvSpPr>
          <p:spPr>
            <a:xfrm>
              <a:off x="334627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7">
              <a:extLst>
                <a:ext uri="{FF2B5EF4-FFF2-40B4-BE49-F238E27FC236}">
                  <a16:creationId xmlns:a16="http://schemas.microsoft.com/office/drawing/2014/main" id="{66B1A544-2EEF-1C0D-6561-8CB6692F35A7}"/>
                </a:ext>
              </a:extLst>
            </p:cNvPr>
            <p:cNvSpPr/>
            <p:nvPr/>
          </p:nvSpPr>
          <p:spPr>
            <a:xfrm>
              <a:off x="335571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8">
              <a:extLst>
                <a:ext uri="{FF2B5EF4-FFF2-40B4-BE49-F238E27FC236}">
                  <a16:creationId xmlns:a16="http://schemas.microsoft.com/office/drawing/2014/main" id="{6E6E0151-D3C8-CD6E-78A3-F6645D868039}"/>
                </a:ext>
              </a:extLst>
            </p:cNvPr>
            <p:cNvSpPr/>
            <p:nvPr/>
          </p:nvSpPr>
          <p:spPr>
            <a:xfrm>
              <a:off x="336515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79">
              <a:extLst>
                <a:ext uri="{FF2B5EF4-FFF2-40B4-BE49-F238E27FC236}">
                  <a16:creationId xmlns:a16="http://schemas.microsoft.com/office/drawing/2014/main" id="{59A0FEAF-E509-3A3E-B232-673F9B2AA46D}"/>
                </a:ext>
              </a:extLst>
            </p:cNvPr>
            <p:cNvSpPr/>
            <p:nvPr/>
          </p:nvSpPr>
          <p:spPr>
            <a:xfrm>
              <a:off x="337459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0">
              <a:extLst>
                <a:ext uri="{FF2B5EF4-FFF2-40B4-BE49-F238E27FC236}">
                  <a16:creationId xmlns:a16="http://schemas.microsoft.com/office/drawing/2014/main" id="{0CA6D319-DE9A-4B6F-A8CB-6704CD5D0A4A}"/>
                </a:ext>
              </a:extLst>
            </p:cNvPr>
            <p:cNvSpPr/>
            <p:nvPr/>
          </p:nvSpPr>
          <p:spPr>
            <a:xfrm>
              <a:off x="338403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1">
              <a:extLst>
                <a:ext uri="{FF2B5EF4-FFF2-40B4-BE49-F238E27FC236}">
                  <a16:creationId xmlns:a16="http://schemas.microsoft.com/office/drawing/2014/main" id="{D20DE6C9-102E-5E38-76BB-1F758A65B568}"/>
                </a:ext>
              </a:extLst>
            </p:cNvPr>
            <p:cNvSpPr/>
            <p:nvPr/>
          </p:nvSpPr>
          <p:spPr>
            <a:xfrm>
              <a:off x="339347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2">
              <a:extLst>
                <a:ext uri="{FF2B5EF4-FFF2-40B4-BE49-F238E27FC236}">
                  <a16:creationId xmlns:a16="http://schemas.microsoft.com/office/drawing/2014/main" id="{40DE3CDD-C19A-27C8-14EE-E2D4CBDDB009}"/>
                </a:ext>
              </a:extLst>
            </p:cNvPr>
            <p:cNvSpPr/>
            <p:nvPr/>
          </p:nvSpPr>
          <p:spPr>
            <a:xfrm>
              <a:off x="340291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3">
              <a:extLst>
                <a:ext uri="{FF2B5EF4-FFF2-40B4-BE49-F238E27FC236}">
                  <a16:creationId xmlns:a16="http://schemas.microsoft.com/office/drawing/2014/main" id="{C45437A0-4B82-7E04-55AD-2C96367613E5}"/>
                </a:ext>
              </a:extLst>
            </p:cNvPr>
            <p:cNvSpPr/>
            <p:nvPr/>
          </p:nvSpPr>
          <p:spPr>
            <a:xfrm>
              <a:off x="341235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4">
              <a:extLst>
                <a:ext uri="{FF2B5EF4-FFF2-40B4-BE49-F238E27FC236}">
                  <a16:creationId xmlns:a16="http://schemas.microsoft.com/office/drawing/2014/main" id="{1205FE0E-8FF5-6196-32D5-8EB6FADA22F4}"/>
                </a:ext>
              </a:extLst>
            </p:cNvPr>
            <p:cNvSpPr/>
            <p:nvPr/>
          </p:nvSpPr>
          <p:spPr>
            <a:xfrm>
              <a:off x="342179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5">
              <a:extLst>
                <a:ext uri="{FF2B5EF4-FFF2-40B4-BE49-F238E27FC236}">
                  <a16:creationId xmlns:a16="http://schemas.microsoft.com/office/drawing/2014/main" id="{0A1290E1-9B69-2518-B67A-8915FE7D0BF5}"/>
                </a:ext>
              </a:extLst>
            </p:cNvPr>
            <p:cNvSpPr/>
            <p:nvPr/>
          </p:nvSpPr>
          <p:spPr>
            <a:xfrm>
              <a:off x="3431234" y="1816396"/>
              <a:ext cx="920490" cy="914400"/>
            </a:xfrm>
            <a:custGeom>
              <a:avLst/>
              <a:gdLst/>
              <a:ahLst/>
              <a:cxnLst/>
              <a:rect l="0" t="0" r="0" b="0"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6">
              <a:extLst>
                <a:ext uri="{FF2B5EF4-FFF2-40B4-BE49-F238E27FC236}">
                  <a16:creationId xmlns:a16="http://schemas.microsoft.com/office/drawing/2014/main" id="{F7B9F935-75BD-4E47-69A7-A0395B173AFF}"/>
                </a:ext>
              </a:extLst>
            </p:cNvPr>
            <p:cNvSpPr/>
            <p:nvPr/>
          </p:nvSpPr>
          <p:spPr>
            <a:xfrm>
              <a:off x="2241764" y="17812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7">
              <a:extLst>
                <a:ext uri="{FF2B5EF4-FFF2-40B4-BE49-F238E27FC236}">
                  <a16:creationId xmlns:a16="http://schemas.microsoft.com/office/drawing/2014/main" id="{125AF770-C344-D758-B598-55AC13E5FA81}"/>
                </a:ext>
              </a:extLst>
            </p:cNvPr>
            <p:cNvSpPr/>
            <p:nvPr/>
          </p:nvSpPr>
          <p:spPr>
            <a:xfrm>
              <a:off x="224176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8">
              <a:extLst>
                <a:ext uri="{FF2B5EF4-FFF2-40B4-BE49-F238E27FC236}">
                  <a16:creationId xmlns:a16="http://schemas.microsoft.com/office/drawing/2014/main" id="{83A62881-5889-A054-8743-C93284A43CBC}"/>
                </a:ext>
              </a:extLst>
            </p:cNvPr>
            <p:cNvSpPr/>
            <p:nvPr/>
          </p:nvSpPr>
          <p:spPr>
            <a:xfrm>
              <a:off x="225120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89">
              <a:extLst>
                <a:ext uri="{FF2B5EF4-FFF2-40B4-BE49-F238E27FC236}">
                  <a16:creationId xmlns:a16="http://schemas.microsoft.com/office/drawing/2014/main" id="{844009DC-960E-F51E-C645-BAE99607D2D7}"/>
                </a:ext>
              </a:extLst>
            </p:cNvPr>
            <p:cNvSpPr/>
            <p:nvPr/>
          </p:nvSpPr>
          <p:spPr>
            <a:xfrm>
              <a:off x="226064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0">
              <a:extLst>
                <a:ext uri="{FF2B5EF4-FFF2-40B4-BE49-F238E27FC236}">
                  <a16:creationId xmlns:a16="http://schemas.microsoft.com/office/drawing/2014/main" id="{F42663B7-20A7-C615-C67F-1CEDAA0611CE}"/>
                </a:ext>
              </a:extLst>
            </p:cNvPr>
            <p:cNvSpPr/>
            <p:nvPr/>
          </p:nvSpPr>
          <p:spPr>
            <a:xfrm>
              <a:off x="227008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1">
              <a:extLst>
                <a:ext uri="{FF2B5EF4-FFF2-40B4-BE49-F238E27FC236}">
                  <a16:creationId xmlns:a16="http://schemas.microsoft.com/office/drawing/2014/main" id="{E971DA7D-AADC-167C-CA72-E8F36F4DCB04}"/>
                </a:ext>
              </a:extLst>
            </p:cNvPr>
            <p:cNvSpPr/>
            <p:nvPr/>
          </p:nvSpPr>
          <p:spPr>
            <a:xfrm>
              <a:off x="227952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2">
              <a:extLst>
                <a:ext uri="{FF2B5EF4-FFF2-40B4-BE49-F238E27FC236}">
                  <a16:creationId xmlns:a16="http://schemas.microsoft.com/office/drawing/2014/main" id="{873C83CD-B65A-7A44-5AF9-80A9E027770D}"/>
                </a:ext>
              </a:extLst>
            </p:cNvPr>
            <p:cNvSpPr/>
            <p:nvPr/>
          </p:nvSpPr>
          <p:spPr>
            <a:xfrm>
              <a:off x="228896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3">
              <a:extLst>
                <a:ext uri="{FF2B5EF4-FFF2-40B4-BE49-F238E27FC236}">
                  <a16:creationId xmlns:a16="http://schemas.microsoft.com/office/drawing/2014/main" id="{86EF01B7-50A5-5A53-8A27-C1DA174D5AB9}"/>
                </a:ext>
              </a:extLst>
            </p:cNvPr>
            <p:cNvSpPr/>
            <p:nvPr/>
          </p:nvSpPr>
          <p:spPr>
            <a:xfrm>
              <a:off x="229840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4">
              <a:extLst>
                <a:ext uri="{FF2B5EF4-FFF2-40B4-BE49-F238E27FC236}">
                  <a16:creationId xmlns:a16="http://schemas.microsoft.com/office/drawing/2014/main" id="{D37B208C-E1CC-1037-77E0-011183E05058}"/>
                </a:ext>
              </a:extLst>
            </p:cNvPr>
            <p:cNvSpPr/>
            <p:nvPr/>
          </p:nvSpPr>
          <p:spPr>
            <a:xfrm>
              <a:off x="230784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5">
              <a:extLst>
                <a:ext uri="{FF2B5EF4-FFF2-40B4-BE49-F238E27FC236}">
                  <a16:creationId xmlns:a16="http://schemas.microsoft.com/office/drawing/2014/main" id="{FDDC282A-2E08-5050-0BF9-07454EDA3B49}"/>
                </a:ext>
              </a:extLst>
            </p:cNvPr>
            <p:cNvSpPr/>
            <p:nvPr/>
          </p:nvSpPr>
          <p:spPr>
            <a:xfrm>
              <a:off x="231728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6">
              <a:extLst>
                <a:ext uri="{FF2B5EF4-FFF2-40B4-BE49-F238E27FC236}">
                  <a16:creationId xmlns:a16="http://schemas.microsoft.com/office/drawing/2014/main" id="{69A0AB34-52DB-B555-CAE3-A3C53B2B81E7}"/>
                </a:ext>
              </a:extLst>
            </p:cNvPr>
            <p:cNvSpPr/>
            <p:nvPr/>
          </p:nvSpPr>
          <p:spPr>
            <a:xfrm>
              <a:off x="232672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7">
              <a:extLst>
                <a:ext uri="{FF2B5EF4-FFF2-40B4-BE49-F238E27FC236}">
                  <a16:creationId xmlns:a16="http://schemas.microsoft.com/office/drawing/2014/main" id="{290AB18F-18BB-0000-66AA-67A707D8A344}"/>
                </a:ext>
              </a:extLst>
            </p:cNvPr>
            <p:cNvSpPr/>
            <p:nvPr/>
          </p:nvSpPr>
          <p:spPr>
            <a:xfrm>
              <a:off x="233616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8">
              <a:extLst>
                <a:ext uri="{FF2B5EF4-FFF2-40B4-BE49-F238E27FC236}">
                  <a16:creationId xmlns:a16="http://schemas.microsoft.com/office/drawing/2014/main" id="{FD3B3A6D-DF07-6219-9C89-A91C2CA9E7AD}"/>
                </a:ext>
              </a:extLst>
            </p:cNvPr>
            <p:cNvSpPr/>
            <p:nvPr/>
          </p:nvSpPr>
          <p:spPr>
            <a:xfrm>
              <a:off x="234560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299">
              <a:extLst>
                <a:ext uri="{FF2B5EF4-FFF2-40B4-BE49-F238E27FC236}">
                  <a16:creationId xmlns:a16="http://schemas.microsoft.com/office/drawing/2014/main" id="{FACB7F91-3043-0E4E-7DB2-A4A676C9F1C0}"/>
                </a:ext>
              </a:extLst>
            </p:cNvPr>
            <p:cNvSpPr/>
            <p:nvPr/>
          </p:nvSpPr>
          <p:spPr>
            <a:xfrm>
              <a:off x="235504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0">
              <a:extLst>
                <a:ext uri="{FF2B5EF4-FFF2-40B4-BE49-F238E27FC236}">
                  <a16:creationId xmlns:a16="http://schemas.microsoft.com/office/drawing/2014/main" id="{D89C4002-13A5-862D-E3DB-0AA51997082C}"/>
                </a:ext>
              </a:extLst>
            </p:cNvPr>
            <p:cNvSpPr/>
            <p:nvPr/>
          </p:nvSpPr>
          <p:spPr>
            <a:xfrm>
              <a:off x="236448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1">
              <a:extLst>
                <a:ext uri="{FF2B5EF4-FFF2-40B4-BE49-F238E27FC236}">
                  <a16:creationId xmlns:a16="http://schemas.microsoft.com/office/drawing/2014/main" id="{3BF7239F-0880-CDD2-6AA0-557D9B873C44}"/>
                </a:ext>
              </a:extLst>
            </p:cNvPr>
            <p:cNvSpPr/>
            <p:nvPr/>
          </p:nvSpPr>
          <p:spPr>
            <a:xfrm>
              <a:off x="237392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2">
              <a:extLst>
                <a:ext uri="{FF2B5EF4-FFF2-40B4-BE49-F238E27FC236}">
                  <a16:creationId xmlns:a16="http://schemas.microsoft.com/office/drawing/2014/main" id="{B4C38C9D-106A-8747-7303-308D70645CF2}"/>
                </a:ext>
              </a:extLst>
            </p:cNvPr>
            <p:cNvSpPr/>
            <p:nvPr/>
          </p:nvSpPr>
          <p:spPr>
            <a:xfrm>
              <a:off x="238336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3">
              <a:extLst>
                <a:ext uri="{FF2B5EF4-FFF2-40B4-BE49-F238E27FC236}">
                  <a16:creationId xmlns:a16="http://schemas.microsoft.com/office/drawing/2014/main" id="{4745E683-2F25-D74A-2605-A55B3637D581}"/>
                </a:ext>
              </a:extLst>
            </p:cNvPr>
            <p:cNvSpPr/>
            <p:nvPr/>
          </p:nvSpPr>
          <p:spPr>
            <a:xfrm>
              <a:off x="239280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4">
              <a:extLst>
                <a:ext uri="{FF2B5EF4-FFF2-40B4-BE49-F238E27FC236}">
                  <a16:creationId xmlns:a16="http://schemas.microsoft.com/office/drawing/2014/main" id="{9B819133-09CA-42DF-C602-0C3EBE02FBB9}"/>
                </a:ext>
              </a:extLst>
            </p:cNvPr>
            <p:cNvSpPr/>
            <p:nvPr/>
          </p:nvSpPr>
          <p:spPr>
            <a:xfrm>
              <a:off x="240224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5">
              <a:extLst>
                <a:ext uri="{FF2B5EF4-FFF2-40B4-BE49-F238E27FC236}">
                  <a16:creationId xmlns:a16="http://schemas.microsoft.com/office/drawing/2014/main" id="{D65A2ACD-5D21-AF09-7400-69EE4F0A3BAC}"/>
                </a:ext>
              </a:extLst>
            </p:cNvPr>
            <p:cNvSpPr/>
            <p:nvPr/>
          </p:nvSpPr>
          <p:spPr>
            <a:xfrm>
              <a:off x="241168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6">
              <a:extLst>
                <a:ext uri="{FF2B5EF4-FFF2-40B4-BE49-F238E27FC236}">
                  <a16:creationId xmlns:a16="http://schemas.microsoft.com/office/drawing/2014/main" id="{8F2C67F5-4F59-2755-102B-B80450A067BA}"/>
                </a:ext>
              </a:extLst>
            </p:cNvPr>
            <p:cNvSpPr/>
            <p:nvPr/>
          </p:nvSpPr>
          <p:spPr>
            <a:xfrm>
              <a:off x="242112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7">
              <a:extLst>
                <a:ext uri="{FF2B5EF4-FFF2-40B4-BE49-F238E27FC236}">
                  <a16:creationId xmlns:a16="http://schemas.microsoft.com/office/drawing/2014/main" id="{A0C7C489-8C96-B48E-828D-F9BE1BB48779}"/>
                </a:ext>
              </a:extLst>
            </p:cNvPr>
            <p:cNvSpPr/>
            <p:nvPr/>
          </p:nvSpPr>
          <p:spPr>
            <a:xfrm>
              <a:off x="243056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8">
              <a:extLst>
                <a:ext uri="{FF2B5EF4-FFF2-40B4-BE49-F238E27FC236}">
                  <a16:creationId xmlns:a16="http://schemas.microsoft.com/office/drawing/2014/main" id="{650A2C34-6CA4-E32C-D758-765A42BBFB57}"/>
                </a:ext>
              </a:extLst>
            </p:cNvPr>
            <p:cNvSpPr/>
            <p:nvPr/>
          </p:nvSpPr>
          <p:spPr>
            <a:xfrm>
              <a:off x="244000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09">
              <a:extLst>
                <a:ext uri="{FF2B5EF4-FFF2-40B4-BE49-F238E27FC236}">
                  <a16:creationId xmlns:a16="http://schemas.microsoft.com/office/drawing/2014/main" id="{9BB62149-34AF-F529-D28B-1FBDC18D68E8}"/>
                </a:ext>
              </a:extLst>
            </p:cNvPr>
            <p:cNvSpPr/>
            <p:nvPr/>
          </p:nvSpPr>
          <p:spPr>
            <a:xfrm>
              <a:off x="244944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0">
              <a:extLst>
                <a:ext uri="{FF2B5EF4-FFF2-40B4-BE49-F238E27FC236}">
                  <a16:creationId xmlns:a16="http://schemas.microsoft.com/office/drawing/2014/main" id="{F1E875EA-DE32-6D61-FA44-B0F8FA0B43CC}"/>
                </a:ext>
              </a:extLst>
            </p:cNvPr>
            <p:cNvSpPr/>
            <p:nvPr/>
          </p:nvSpPr>
          <p:spPr>
            <a:xfrm>
              <a:off x="245889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1">
              <a:extLst>
                <a:ext uri="{FF2B5EF4-FFF2-40B4-BE49-F238E27FC236}">
                  <a16:creationId xmlns:a16="http://schemas.microsoft.com/office/drawing/2014/main" id="{900A84A0-5852-3372-E955-A71DCD425DD0}"/>
                </a:ext>
              </a:extLst>
            </p:cNvPr>
            <p:cNvSpPr/>
            <p:nvPr/>
          </p:nvSpPr>
          <p:spPr>
            <a:xfrm>
              <a:off x="246833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2">
              <a:extLst>
                <a:ext uri="{FF2B5EF4-FFF2-40B4-BE49-F238E27FC236}">
                  <a16:creationId xmlns:a16="http://schemas.microsoft.com/office/drawing/2014/main" id="{9489E2A9-4A1E-ECCB-C152-181CB0537664}"/>
                </a:ext>
              </a:extLst>
            </p:cNvPr>
            <p:cNvSpPr/>
            <p:nvPr/>
          </p:nvSpPr>
          <p:spPr>
            <a:xfrm>
              <a:off x="247777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3">
              <a:extLst>
                <a:ext uri="{FF2B5EF4-FFF2-40B4-BE49-F238E27FC236}">
                  <a16:creationId xmlns:a16="http://schemas.microsoft.com/office/drawing/2014/main" id="{B0F2830E-28B4-EC99-BC38-B092C3EF0D4F}"/>
                </a:ext>
              </a:extLst>
            </p:cNvPr>
            <p:cNvSpPr/>
            <p:nvPr/>
          </p:nvSpPr>
          <p:spPr>
            <a:xfrm>
              <a:off x="248721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4">
              <a:extLst>
                <a:ext uri="{FF2B5EF4-FFF2-40B4-BE49-F238E27FC236}">
                  <a16:creationId xmlns:a16="http://schemas.microsoft.com/office/drawing/2014/main" id="{E2A88562-45E0-5F62-9F46-453E680418A7}"/>
                </a:ext>
              </a:extLst>
            </p:cNvPr>
            <p:cNvSpPr/>
            <p:nvPr/>
          </p:nvSpPr>
          <p:spPr>
            <a:xfrm>
              <a:off x="249665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5">
              <a:extLst>
                <a:ext uri="{FF2B5EF4-FFF2-40B4-BE49-F238E27FC236}">
                  <a16:creationId xmlns:a16="http://schemas.microsoft.com/office/drawing/2014/main" id="{D8330BA6-BE66-E358-0B84-CDAB9F56584A}"/>
                </a:ext>
              </a:extLst>
            </p:cNvPr>
            <p:cNvSpPr/>
            <p:nvPr/>
          </p:nvSpPr>
          <p:spPr>
            <a:xfrm>
              <a:off x="250609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6">
              <a:extLst>
                <a:ext uri="{FF2B5EF4-FFF2-40B4-BE49-F238E27FC236}">
                  <a16:creationId xmlns:a16="http://schemas.microsoft.com/office/drawing/2014/main" id="{F6B789F0-7836-71F3-BECC-F07C02938E13}"/>
                </a:ext>
              </a:extLst>
            </p:cNvPr>
            <p:cNvSpPr/>
            <p:nvPr/>
          </p:nvSpPr>
          <p:spPr>
            <a:xfrm>
              <a:off x="251553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7">
              <a:extLst>
                <a:ext uri="{FF2B5EF4-FFF2-40B4-BE49-F238E27FC236}">
                  <a16:creationId xmlns:a16="http://schemas.microsoft.com/office/drawing/2014/main" id="{96E4CCB6-A23C-279C-670A-54ABB948B59F}"/>
                </a:ext>
              </a:extLst>
            </p:cNvPr>
            <p:cNvSpPr/>
            <p:nvPr/>
          </p:nvSpPr>
          <p:spPr>
            <a:xfrm>
              <a:off x="252497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8">
              <a:extLst>
                <a:ext uri="{FF2B5EF4-FFF2-40B4-BE49-F238E27FC236}">
                  <a16:creationId xmlns:a16="http://schemas.microsoft.com/office/drawing/2014/main" id="{E847C72F-2B98-D8AC-DFF3-6D608438F051}"/>
                </a:ext>
              </a:extLst>
            </p:cNvPr>
            <p:cNvSpPr/>
            <p:nvPr/>
          </p:nvSpPr>
          <p:spPr>
            <a:xfrm>
              <a:off x="2534411" y="1798826"/>
              <a:ext cx="922078" cy="914400"/>
            </a:xfrm>
            <a:custGeom>
              <a:avLst/>
              <a:gdLst/>
              <a:ahLst/>
              <a:cxnLst/>
              <a:rect l="0" t="0" r="0" b="0"/>
              <a:pathLst>
                <a:path w="922078" h="914400">
                  <a:moveTo>
                    <a:pt x="914400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19">
              <a:extLst>
                <a:ext uri="{FF2B5EF4-FFF2-40B4-BE49-F238E27FC236}">
                  <a16:creationId xmlns:a16="http://schemas.microsoft.com/office/drawing/2014/main" id="{FA336AA6-3F03-864B-F608-0EC5EC1894AE}"/>
                </a:ext>
              </a:extLst>
            </p:cNvPr>
            <p:cNvSpPr/>
            <p:nvPr/>
          </p:nvSpPr>
          <p:spPr>
            <a:xfrm>
              <a:off x="3195228" y="17812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0">
              <a:extLst>
                <a:ext uri="{FF2B5EF4-FFF2-40B4-BE49-F238E27FC236}">
                  <a16:creationId xmlns:a16="http://schemas.microsoft.com/office/drawing/2014/main" id="{E2A28772-DA29-3416-DC71-A5A268D2A24D}"/>
                </a:ext>
              </a:extLst>
            </p:cNvPr>
            <p:cNvSpPr/>
            <p:nvPr/>
          </p:nvSpPr>
          <p:spPr>
            <a:xfrm>
              <a:off x="319522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1">
              <a:extLst>
                <a:ext uri="{FF2B5EF4-FFF2-40B4-BE49-F238E27FC236}">
                  <a16:creationId xmlns:a16="http://schemas.microsoft.com/office/drawing/2014/main" id="{C3AA97F6-7087-3BF6-9BF6-589D2CAB03BB}"/>
                </a:ext>
              </a:extLst>
            </p:cNvPr>
            <p:cNvSpPr/>
            <p:nvPr/>
          </p:nvSpPr>
          <p:spPr>
            <a:xfrm>
              <a:off x="320466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2">
              <a:extLst>
                <a:ext uri="{FF2B5EF4-FFF2-40B4-BE49-F238E27FC236}">
                  <a16:creationId xmlns:a16="http://schemas.microsoft.com/office/drawing/2014/main" id="{F3169F6A-F6C8-3B6C-C6B3-F50D4E69E45E}"/>
                </a:ext>
              </a:extLst>
            </p:cNvPr>
            <p:cNvSpPr/>
            <p:nvPr/>
          </p:nvSpPr>
          <p:spPr>
            <a:xfrm>
              <a:off x="321410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3">
              <a:extLst>
                <a:ext uri="{FF2B5EF4-FFF2-40B4-BE49-F238E27FC236}">
                  <a16:creationId xmlns:a16="http://schemas.microsoft.com/office/drawing/2014/main" id="{4A564BEE-E99B-9ACE-70AE-D92DF48A6E31}"/>
                </a:ext>
              </a:extLst>
            </p:cNvPr>
            <p:cNvSpPr/>
            <p:nvPr/>
          </p:nvSpPr>
          <p:spPr>
            <a:xfrm>
              <a:off x="322354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4">
              <a:extLst>
                <a:ext uri="{FF2B5EF4-FFF2-40B4-BE49-F238E27FC236}">
                  <a16:creationId xmlns:a16="http://schemas.microsoft.com/office/drawing/2014/main" id="{2344C2A7-F6A1-1D3A-5564-B69F07ABF820}"/>
                </a:ext>
              </a:extLst>
            </p:cNvPr>
            <p:cNvSpPr/>
            <p:nvPr/>
          </p:nvSpPr>
          <p:spPr>
            <a:xfrm>
              <a:off x="323298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5">
              <a:extLst>
                <a:ext uri="{FF2B5EF4-FFF2-40B4-BE49-F238E27FC236}">
                  <a16:creationId xmlns:a16="http://schemas.microsoft.com/office/drawing/2014/main" id="{BABB6448-C852-1887-29F5-AD9E47345298}"/>
                </a:ext>
              </a:extLst>
            </p:cNvPr>
            <p:cNvSpPr/>
            <p:nvPr/>
          </p:nvSpPr>
          <p:spPr>
            <a:xfrm>
              <a:off x="324242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6">
              <a:extLst>
                <a:ext uri="{FF2B5EF4-FFF2-40B4-BE49-F238E27FC236}">
                  <a16:creationId xmlns:a16="http://schemas.microsoft.com/office/drawing/2014/main" id="{E56207B8-42DB-6B84-3B66-25C16585AB5F}"/>
                </a:ext>
              </a:extLst>
            </p:cNvPr>
            <p:cNvSpPr/>
            <p:nvPr/>
          </p:nvSpPr>
          <p:spPr>
            <a:xfrm>
              <a:off x="325187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7">
              <a:extLst>
                <a:ext uri="{FF2B5EF4-FFF2-40B4-BE49-F238E27FC236}">
                  <a16:creationId xmlns:a16="http://schemas.microsoft.com/office/drawing/2014/main" id="{15F0BEC0-2891-2171-20AD-F51BDF603D87}"/>
                </a:ext>
              </a:extLst>
            </p:cNvPr>
            <p:cNvSpPr/>
            <p:nvPr/>
          </p:nvSpPr>
          <p:spPr>
            <a:xfrm>
              <a:off x="326131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8">
              <a:extLst>
                <a:ext uri="{FF2B5EF4-FFF2-40B4-BE49-F238E27FC236}">
                  <a16:creationId xmlns:a16="http://schemas.microsoft.com/office/drawing/2014/main" id="{D0D7517F-7872-A7C1-1566-F374AE354EBB}"/>
                </a:ext>
              </a:extLst>
            </p:cNvPr>
            <p:cNvSpPr/>
            <p:nvPr/>
          </p:nvSpPr>
          <p:spPr>
            <a:xfrm>
              <a:off x="327075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29">
              <a:extLst>
                <a:ext uri="{FF2B5EF4-FFF2-40B4-BE49-F238E27FC236}">
                  <a16:creationId xmlns:a16="http://schemas.microsoft.com/office/drawing/2014/main" id="{EB3BB7F0-F906-C282-650F-2C0D0DFBCFA8}"/>
                </a:ext>
              </a:extLst>
            </p:cNvPr>
            <p:cNvSpPr/>
            <p:nvPr/>
          </p:nvSpPr>
          <p:spPr>
            <a:xfrm>
              <a:off x="328019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0">
              <a:extLst>
                <a:ext uri="{FF2B5EF4-FFF2-40B4-BE49-F238E27FC236}">
                  <a16:creationId xmlns:a16="http://schemas.microsoft.com/office/drawing/2014/main" id="{4E463D55-9933-1E9B-34D9-5D2ED39BC48F}"/>
                </a:ext>
              </a:extLst>
            </p:cNvPr>
            <p:cNvSpPr/>
            <p:nvPr/>
          </p:nvSpPr>
          <p:spPr>
            <a:xfrm>
              <a:off x="328963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1">
              <a:extLst>
                <a:ext uri="{FF2B5EF4-FFF2-40B4-BE49-F238E27FC236}">
                  <a16:creationId xmlns:a16="http://schemas.microsoft.com/office/drawing/2014/main" id="{D7A44D62-68FC-F027-4260-50A8462CE0B6}"/>
                </a:ext>
              </a:extLst>
            </p:cNvPr>
            <p:cNvSpPr/>
            <p:nvPr/>
          </p:nvSpPr>
          <p:spPr>
            <a:xfrm>
              <a:off x="329907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2">
              <a:extLst>
                <a:ext uri="{FF2B5EF4-FFF2-40B4-BE49-F238E27FC236}">
                  <a16:creationId xmlns:a16="http://schemas.microsoft.com/office/drawing/2014/main" id="{B26E862F-05EA-7C5F-273F-F51762170C28}"/>
                </a:ext>
              </a:extLst>
            </p:cNvPr>
            <p:cNvSpPr/>
            <p:nvPr/>
          </p:nvSpPr>
          <p:spPr>
            <a:xfrm>
              <a:off x="330851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3">
              <a:extLst>
                <a:ext uri="{FF2B5EF4-FFF2-40B4-BE49-F238E27FC236}">
                  <a16:creationId xmlns:a16="http://schemas.microsoft.com/office/drawing/2014/main" id="{46E40059-3100-94CD-E47E-AB8A5A63A5C3}"/>
                </a:ext>
              </a:extLst>
            </p:cNvPr>
            <p:cNvSpPr/>
            <p:nvPr/>
          </p:nvSpPr>
          <p:spPr>
            <a:xfrm>
              <a:off x="331795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4">
              <a:extLst>
                <a:ext uri="{FF2B5EF4-FFF2-40B4-BE49-F238E27FC236}">
                  <a16:creationId xmlns:a16="http://schemas.microsoft.com/office/drawing/2014/main" id="{410E0C46-E9FC-0132-2978-C302A0EEBA39}"/>
                </a:ext>
              </a:extLst>
            </p:cNvPr>
            <p:cNvSpPr/>
            <p:nvPr/>
          </p:nvSpPr>
          <p:spPr>
            <a:xfrm>
              <a:off x="332739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5">
              <a:extLst>
                <a:ext uri="{FF2B5EF4-FFF2-40B4-BE49-F238E27FC236}">
                  <a16:creationId xmlns:a16="http://schemas.microsoft.com/office/drawing/2014/main" id="{917744F3-7C1B-28F7-01E2-59C6D2AA29D9}"/>
                </a:ext>
              </a:extLst>
            </p:cNvPr>
            <p:cNvSpPr/>
            <p:nvPr/>
          </p:nvSpPr>
          <p:spPr>
            <a:xfrm>
              <a:off x="333683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6">
              <a:extLst>
                <a:ext uri="{FF2B5EF4-FFF2-40B4-BE49-F238E27FC236}">
                  <a16:creationId xmlns:a16="http://schemas.microsoft.com/office/drawing/2014/main" id="{7F7BBC79-81C7-1F74-F2A1-EA56029710FF}"/>
                </a:ext>
              </a:extLst>
            </p:cNvPr>
            <p:cNvSpPr/>
            <p:nvPr/>
          </p:nvSpPr>
          <p:spPr>
            <a:xfrm>
              <a:off x="334627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7">
              <a:extLst>
                <a:ext uri="{FF2B5EF4-FFF2-40B4-BE49-F238E27FC236}">
                  <a16:creationId xmlns:a16="http://schemas.microsoft.com/office/drawing/2014/main" id="{924C54A8-51E5-8D40-88A5-3E1FBA07DFF5}"/>
                </a:ext>
              </a:extLst>
            </p:cNvPr>
            <p:cNvSpPr/>
            <p:nvPr/>
          </p:nvSpPr>
          <p:spPr>
            <a:xfrm>
              <a:off x="335571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8">
              <a:extLst>
                <a:ext uri="{FF2B5EF4-FFF2-40B4-BE49-F238E27FC236}">
                  <a16:creationId xmlns:a16="http://schemas.microsoft.com/office/drawing/2014/main" id="{2F099697-DADC-4330-93CA-7440B9C672AF}"/>
                </a:ext>
              </a:extLst>
            </p:cNvPr>
            <p:cNvSpPr/>
            <p:nvPr/>
          </p:nvSpPr>
          <p:spPr>
            <a:xfrm>
              <a:off x="336515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39">
              <a:extLst>
                <a:ext uri="{FF2B5EF4-FFF2-40B4-BE49-F238E27FC236}">
                  <a16:creationId xmlns:a16="http://schemas.microsoft.com/office/drawing/2014/main" id="{18B76A6B-EB0D-0856-9431-7539F9E86533}"/>
                </a:ext>
              </a:extLst>
            </p:cNvPr>
            <p:cNvSpPr/>
            <p:nvPr/>
          </p:nvSpPr>
          <p:spPr>
            <a:xfrm>
              <a:off x="337459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0">
              <a:extLst>
                <a:ext uri="{FF2B5EF4-FFF2-40B4-BE49-F238E27FC236}">
                  <a16:creationId xmlns:a16="http://schemas.microsoft.com/office/drawing/2014/main" id="{6084F51A-23DC-0386-46A1-A7F4E9BA639A}"/>
                </a:ext>
              </a:extLst>
            </p:cNvPr>
            <p:cNvSpPr/>
            <p:nvPr/>
          </p:nvSpPr>
          <p:spPr>
            <a:xfrm>
              <a:off x="338403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1">
              <a:extLst>
                <a:ext uri="{FF2B5EF4-FFF2-40B4-BE49-F238E27FC236}">
                  <a16:creationId xmlns:a16="http://schemas.microsoft.com/office/drawing/2014/main" id="{23EFF568-DE88-E9C4-0421-19CBA27CF9E9}"/>
                </a:ext>
              </a:extLst>
            </p:cNvPr>
            <p:cNvSpPr/>
            <p:nvPr/>
          </p:nvSpPr>
          <p:spPr>
            <a:xfrm>
              <a:off x="339347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2">
              <a:extLst>
                <a:ext uri="{FF2B5EF4-FFF2-40B4-BE49-F238E27FC236}">
                  <a16:creationId xmlns:a16="http://schemas.microsoft.com/office/drawing/2014/main" id="{E2D5EFD3-5DFE-8479-E0C9-71B520F1CDD3}"/>
                </a:ext>
              </a:extLst>
            </p:cNvPr>
            <p:cNvSpPr/>
            <p:nvPr/>
          </p:nvSpPr>
          <p:spPr>
            <a:xfrm>
              <a:off x="340291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3">
              <a:extLst>
                <a:ext uri="{FF2B5EF4-FFF2-40B4-BE49-F238E27FC236}">
                  <a16:creationId xmlns:a16="http://schemas.microsoft.com/office/drawing/2014/main" id="{91B56696-8B4E-7994-C2E6-BC04C67EC3F3}"/>
                </a:ext>
              </a:extLst>
            </p:cNvPr>
            <p:cNvSpPr/>
            <p:nvPr/>
          </p:nvSpPr>
          <p:spPr>
            <a:xfrm>
              <a:off x="341235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4">
              <a:extLst>
                <a:ext uri="{FF2B5EF4-FFF2-40B4-BE49-F238E27FC236}">
                  <a16:creationId xmlns:a16="http://schemas.microsoft.com/office/drawing/2014/main" id="{489605B3-49D1-39D0-E9EB-3FCBE4B6225E}"/>
                </a:ext>
              </a:extLst>
            </p:cNvPr>
            <p:cNvSpPr/>
            <p:nvPr/>
          </p:nvSpPr>
          <p:spPr>
            <a:xfrm>
              <a:off x="342179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5">
              <a:extLst>
                <a:ext uri="{FF2B5EF4-FFF2-40B4-BE49-F238E27FC236}">
                  <a16:creationId xmlns:a16="http://schemas.microsoft.com/office/drawing/2014/main" id="{B27FDCDA-A39B-4FD3-A214-750136533BF5}"/>
                </a:ext>
              </a:extLst>
            </p:cNvPr>
            <p:cNvSpPr/>
            <p:nvPr/>
          </p:nvSpPr>
          <p:spPr>
            <a:xfrm>
              <a:off x="3431234" y="1798826"/>
              <a:ext cx="922047" cy="914400"/>
            </a:xfrm>
            <a:custGeom>
              <a:avLst/>
              <a:gdLst/>
              <a:ahLst/>
              <a:cxnLst/>
              <a:rect l="0" t="0" r="0" b="0"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6">
              <a:extLst>
                <a:ext uri="{FF2B5EF4-FFF2-40B4-BE49-F238E27FC236}">
                  <a16:creationId xmlns:a16="http://schemas.microsoft.com/office/drawing/2014/main" id="{C0FD661C-D924-9E7E-C260-50A250C7B6B7}"/>
                </a:ext>
              </a:extLst>
            </p:cNvPr>
            <p:cNvSpPr/>
            <p:nvPr/>
          </p:nvSpPr>
          <p:spPr>
            <a:xfrm>
              <a:off x="2232324" y="1763687"/>
              <a:ext cx="914400" cy="921135"/>
            </a:xfrm>
            <a:custGeom>
              <a:avLst/>
              <a:gdLst/>
              <a:ahLst/>
              <a:cxnLst/>
              <a:rect l="0" t="0" r="0" b="0"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7">
              <a:extLst>
                <a:ext uri="{FF2B5EF4-FFF2-40B4-BE49-F238E27FC236}">
                  <a16:creationId xmlns:a16="http://schemas.microsoft.com/office/drawing/2014/main" id="{8D76769E-2A0C-D7FE-CD66-C26C7C88119F}"/>
                </a:ext>
              </a:extLst>
            </p:cNvPr>
            <p:cNvSpPr/>
            <p:nvPr/>
          </p:nvSpPr>
          <p:spPr>
            <a:xfrm>
              <a:off x="223232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8">
              <a:extLst>
                <a:ext uri="{FF2B5EF4-FFF2-40B4-BE49-F238E27FC236}">
                  <a16:creationId xmlns:a16="http://schemas.microsoft.com/office/drawing/2014/main" id="{A4D9778F-EB53-180D-572B-4B81B524CF2C}"/>
                </a:ext>
              </a:extLst>
            </p:cNvPr>
            <p:cNvSpPr/>
            <p:nvPr/>
          </p:nvSpPr>
          <p:spPr>
            <a:xfrm>
              <a:off x="224176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49">
              <a:extLst>
                <a:ext uri="{FF2B5EF4-FFF2-40B4-BE49-F238E27FC236}">
                  <a16:creationId xmlns:a16="http://schemas.microsoft.com/office/drawing/2014/main" id="{69AE65DF-9591-118B-B02B-C193FC18310C}"/>
                </a:ext>
              </a:extLst>
            </p:cNvPr>
            <p:cNvSpPr/>
            <p:nvPr/>
          </p:nvSpPr>
          <p:spPr>
            <a:xfrm>
              <a:off x="225120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0">
              <a:extLst>
                <a:ext uri="{FF2B5EF4-FFF2-40B4-BE49-F238E27FC236}">
                  <a16:creationId xmlns:a16="http://schemas.microsoft.com/office/drawing/2014/main" id="{361A442E-03FB-05B6-ACBF-75B323BDC80C}"/>
                </a:ext>
              </a:extLst>
            </p:cNvPr>
            <p:cNvSpPr/>
            <p:nvPr/>
          </p:nvSpPr>
          <p:spPr>
            <a:xfrm>
              <a:off x="226064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1">
              <a:extLst>
                <a:ext uri="{FF2B5EF4-FFF2-40B4-BE49-F238E27FC236}">
                  <a16:creationId xmlns:a16="http://schemas.microsoft.com/office/drawing/2014/main" id="{8CDC42B0-5239-92C3-62D3-B118D580B95D}"/>
                </a:ext>
              </a:extLst>
            </p:cNvPr>
            <p:cNvSpPr/>
            <p:nvPr/>
          </p:nvSpPr>
          <p:spPr>
            <a:xfrm>
              <a:off x="227008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2">
              <a:extLst>
                <a:ext uri="{FF2B5EF4-FFF2-40B4-BE49-F238E27FC236}">
                  <a16:creationId xmlns:a16="http://schemas.microsoft.com/office/drawing/2014/main" id="{816F0433-084F-4F03-4370-FE256AF435BC}"/>
                </a:ext>
              </a:extLst>
            </p:cNvPr>
            <p:cNvSpPr/>
            <p:nvPr/>
          </p:nvSpPr>
          <p:spPr>
            <a:xfrm>
              <a:off x="227952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3">
              <a:extLst>
                <a:ext uri="{FF2B5EF4-FFF2-40B4-BE49-F238E27FC236}">
                  <a16:creationId xmlns:a16="http://schemas.microsoft.com/office/drawing/2014/main" id="{A0017FC3-3CD6-BB15-191E-259BEF2CE5A9}"/>
                </a:ext>
              </a:extLst>
            </p:cNvPr>
            <p:cNvSpPr/>
            <p:nvPr/>
          </p:nvSpPr>
          <p:spPr>
            <a:xfrm>
              <a:off x="228896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4">
              <a:extLst>
                <a:ext uri="{FF2B5EF4-FFF2-40B4-BE49-F238E27FC236}">
                  <a16:creationId xmlns:a16="http://schemas.microsoft.com/office/drawing/2014/main" id="{7E35F01D-747B-AA17-4CFF-CDDC90ACAF41}"/>
                </a:ext>
              </a:extLst>
            </p:cNvPr>
            <p:cNvSpPr/>
            <p:nvPr/>
          </p:nvSpPr>
          <p:spPr>
            <a:xfrm>
              <a:off x="229840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5">
              <a:extLst>
                <a:ext uri="{FF2B5EF4-FFF2-40B4-BE49-F238E27FC236}">
                  <a16:creationId xmlns:a16="http://schemas.microsoft.com/office/drawing/2014/main" id="{86193158-EAD3-6D47-BA3E-EC6BE587E067}"/>
                </a:ext>
              </a:extLst>
            </p:cNvPr>
            <p:cNvSpPr/>
            <p:nvPr/>
          </p:nvSpPr>
          <p:spPr>
            <a:xfrm>
              <a:off x="230784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6">
              <a:extLst>
                <a:ext uri="{FF2B5EF4-FFF2-40B4-BE49-F238E27FC236}">
                  <a16:creationId xmlns:a16="http://schemas.microsoft.com/office/drawing/2014/main" id="{23BC20A0-E345-AA50-754F-264D0B47C9B3}"/>
                </a:ext>
              </a:extLst>
            </p:cNvPr>
            <p:cNvSpPr/>
            <p:nvPr/>
          </p:nvSpPr>
          <p:spPr>
            <a:xfrm>
              <a:off x="231728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7">
              <a:extLst>
                <a:ext uri="{FF2B5EF4-FFF2-40B4-BE49-F238E27FC236}">
                  <a16:creationId xmlns:a16="http://schemas.microsoft.com/office/drawing/2014/main" id="{3CD962E5-852A-47FB-C738-CBB62A294E6E}"/>
                </a:ext>
              </a:extLst>
            </p:cNvPr>
            <p:cNvSpPr/>
            <p:nvPr/>
          </p:nvSpPr>
          <p:spPr>
            <a:xfrm>
              <a:off x="232672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8">
              <a:extLst>
                <a:ext uri="{FF2B5EF4-FFF2-40B4-BE49-F238E27FC236}">
                  <a16:creationId xmlns:a16="http://schemas.microsoft.com/office/drawing/2014/main" id="{E5DD8FDB-7A4A-E0A3-39BE-80E291A17744}"/>
                </a:ext>
              </a:extLst>
            </p:cNvPr>
            <p:cNvSpPr/>
            <p:nvPr/>
          </p:nvSpPr>
          <p:spPr>
            <a:xfrm>
              <a:off x="233616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59">
              <a:extLst>
                <a:ext uri="{FF2B5EF4-FFF2-40B4-BE49-F238E27FC236}">
                  <a16:creationId xmlns:a16="http://schemas.microsoft.com/office/drawing/2014/main" id="{DA273466-CB13-25C7-C49D-2F5B89EF907A}"/>
                </a:ext>
              </a:extLst>
            </p:cNvPr>
            <p:cNvSpPr/>
            <p:nvPr/>
          </p:nvSpPr>
          <p:spPr>
            <a:xfrm>
              <a:off x="234560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0">
              <a:extLst>
                <a:ext uri="{FF2B5EF4-FFF2-40B4-BE49-F238E27FC236}">
                  <a16:creationId xmlns:a16="http://schemas.microsoft.com/office/drawing/2014/main" id="{62AC1E8B-6DEB-0F20-9BA6-2FBC5C0E3695}"/>
                </a:ext>
              </a:extLst>
            </p:cNvPr>
            <p:cNvSpPr/>
            <p:nvPr/>
          </p:nvSpPr>
          <p:spPr>
            <a:xfrm>
              <a:off x="235504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1">
              <a:extLst>
                <a:ext uri="{FF2B5EF4-FFF2-40B4-BE49-F238E27FC236}">
                  <a16:creationId xmlns:a16="http://schemas.microsoft.com/office/drawing/2014/main" id="{B3B03F13-989F-5B6A-D837-184743391DD8}"/>
                </a:ext>
              </a:extLst>
            </p:cNvPr>
            <p:cNvSpPr/>
            <p:nvPr/>
          </p:nvSpPr>
          <p:spPr>
            <a:xfrm>
              <a:off x="236448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2">
              <a:extLst>
                <a:ext uri="{FF2B5EF4-FFF2-40B4-BE49-F238E27FC236}">
                  <a16:creationId xmlns:a16="http://schemas.microsoft.com/office/drawing/2014/main" id="{2A0A583C-9F66-5684-155D-E008F8372AA7}"/>
                </a:ext>
              </a:extLst>
            </p:cNvPr>
            <p:cNvSpPr/>
            <p:nvPr/>
          </p:nvSpPr>
          <p:spPr>
            <a:xfrm>
              <a:off x="237392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3">
              <a:extLst>
                <a:ext uri="{FF2B5EF4-FFF2-40B4-BE49-F238E27FC236}">
                  <a16:creationId xmlns:a16="http://schemas.microsoft.com/office/drawing/2014/main" id="{D17F1DE1-B916-7F7B-7729-3B85F9A9824F}"/>
                </a:ext>
              </a:extLst>
            </p:cNvPr>
            <p:cNvSpPr/>
            <p:nvPr/>
          </p:nvSpPr>
          <p:spPr>
            <a:xfrm>
              <a:off x="238336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4">
              <a:extLst>
                <a:ext uri="{FF2B5EF4-FFF2-40B4-BE49-F238E27FC236}">
                  <a16:creationId xmlns:a16="http://schemas.microsoft.com/office/drawing/2014/main" id="{35048D31-9630-29D6-CA35-ADF1DE53C1BD}"/>
                </a:ext>
              </a:extLst>
            </p:cNvPr>
            <p:cNvSpPr/>
            <p:nvPr/>
          </p:nvSpPr>
          <p:spPr>
            <a:xfrm>
              <a:off x="239280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5">
              <a:extLst>
                <a:ext uri="{FF2B5EF4-FFF2-40B4-BE49-F238E27FC236}">
                  <a16:creationId xmlns:a16="http://schemas.microsoft.com/office/drawing/2014/main" id="{E3577811-231C-A79A-F282-699816D0E481}"/>
                </a:ext>
              </a:extLst>
            </p:cNvPr>
            <p:cNvSpPr/>
            <p:nvPr/>
          </p:nvSpPr>
          <p:spPr>
            <a:xfrm>
              <a:off x="240224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6">
              <a:extLst>
                <a:ext uri="{FF2B5EF4-FFF2-40B4-BE49-F238E27FC236}">
                  <a16:creationId xmlns:a16="http://schemas.microsoft.com/office/drawing/2014/main" id="{8F4A1EBF-D5AB-2282-0544-0FAE052D26E2}"/>
                </a:ext>
              </a:extLst>
            </p:cNvPr>
            <p:cNvSpPr/>
            <p:nvPr/>
          </p:nvSpPr>
          <p:spPr>
            <a:xfrm>
              <a:off x="241168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7">
              <a:extLst>
                <a:ext uri="{FF2B5EF4-FFF2-40B4-BE49-F238E27FC236}">
                  <a16:creationId xmlns:a16="http://schemas.microsoft.com/office/drawing/2014/main" id="{121C6078-CA13-785F-D613-12E4E7DA9252}"/>
                </a:ext>
              </a:extLst>
            </p:cNvPr>
            <p:cNvSpPr/>
            <p:nvPr/>
          </p:nvSpPr>
          <p:spPr>
            <a:xfrm>
              <a:off x="242112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8">
              <a:extLst>
                <a:ext uri="{FF2B5EF4-FFF2-40B4-BE49-F238E27FC236}">
                  <a16:creationId xmlns:a16="http://schemas.microsoft.com/office/drawing/2014/main" id="{B6588CC9-2305-5073-B324-D23014FE5F91}"/>
                </a:ext>
              </a:extLst>
            </p:cNvPr>
            <p:cNvSpPr/>
            <p:nvPr/>
          </p:nvSpPr>
          <p:spPr>
            <a:xfrm>
              <a:off x="243056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69">
              <a:extLst>
                <a:ext uri="{FF2B5EF4-FFF2-40B4-BE49-F238E27FC236}">
                  <a16:creationId xmlns:a16="http://schemas.microsoft.com/office/drawing/2014/main" id="{0A4F00BE-B177-F459-3033-85DBC49B9BAB}"/>
                </a:ext>
              </a:extLst>
            </p:cNvPr>
            <p:cNvSpPr/>
            <p:nvPr/>
          </p:nvSpPr>
          <p:spPr>
            <a:xfrm>
              <a:off x="244000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0">
              <a:extLst>
                <a:ext uri="{FF2B5EF4-FFF2-40B4-BE49-F238E27FC236}">
                  <a16:creationId xmlns:a16="http://schemas.microsoft.com/office/drawing/2014/main" id="{08B8C548-F9D4-430F-BB35-CF4FADB592CE}"/>
                </a:ext>
              </a:extLst>
            </p:cNvPr>
            <p:cNvSpPr/>
            <p:nvPr/>
          </p:nvSpPr>
          <p:spPr>
            <a:xfrm>
              <a:off x="244944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1">
              <a:extLst>
                <a:ext uri="{FF2B5EF4-FFF2-40B4-BE49-F238E27FC236}">
                  <a16:creationId xmlns:a16="http://schemas.microsoft.com/office/drawing/2014/main" id="{C23AE6F2-42BB-CAB3-86F0-C3B9D813C01B}"/>
                </a:ext>
              </a:extLst>
            </p:cNvPr>
            <p:cNvSpPr/>
            <p:nvPr/>
          </p:nvSpPr>
          <p:spPr>
            <a:xfrm>
              <a:off x="245889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2">
              <a:extLst>
                <a:ext uri="{FF2B5EF4-FFF2-40B4-BE49-F238E27FC236}">
                  <a16:creationId xmlns:a16="http://schemas.microsoft.com/office/drawing/2014/main" id="{5F9752AA-FFD1-7EDC-39B6-F7B253C49E9B}"/>
                </a:ext>
              </a:extLst>
            </p:cNvPr>
            <p:cNvSpPr/>
            <p:nvPr/>
          </p:nvSpPr>
          <p:spPr>
            <a:xfrm>
              <a:off x="246833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3">
              <a:extLst>
                <a:ext uri="{FF2B5EF4-FFF2-40B4-BE49-F238E27FC236}">
                  <a16:creationId xmlns:a16="http://schemas.microsoft.com/office/drawing/2014/main" id="{52447ABB-C9B8-08AB-6669-04E36898B941}"/>
                </a:ext>
              </a:extLst>
            </p:cNvPr>
            <p:cNvSpPr/>
            <p:nvPr/>
          </p:nvSpPr>
          <p:spPr>
            <a:xfrm>
              <a:off x="247777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4">
              <a:extLst>
                <a:ext uri="{FF2B5EF4-FFF2-40B4-BE49-F238E27FC236}">
                  <a16:creationId xmlns:a16="http://schemas.microsoft.com/office/drawing/2014/main" id="{E9718926-C9E3-01D9-636E-854CBD7B9B27}"/>
                </a:ext>
              </a:extLst>
            </p:cNvPr>
            <p:cNvSpPr/>
            <p:nvPr/>
          </p:nvSpPr>
          <p:spPr>
            <a:xfrm>
              <a:off x="248721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5">
              <a:extLst>
                <a:ext uri="{FF2B5EF4-FFF2-40B4-BE49-F238E27FC236}">
                  <a16:creationId xmlns:a16="http://schemas.microsoft.com/office/drawing/2014/main" id="{338C5F70-83F0-6999-B64D-DB9A20C2BDD5}"/>
                </a:ext>
              </a:extLst>
            </p:cNvPr>
            <p:cNvSpPr/>
            <p:nvPr/>
          </p:nvSpPr>
          <p:spPr>
            <a:xfrm>
              <a:off x="249665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6">
              <a:extLst>
                <a:ext uri="{FF2B5EF4-FFF2-40B4-BE49-F238E27FC236}">
                  <a16:creationId xmlns:a16="http://schemas.microsoft.com/office/drawing/2014/main" id="{397845D5-E2DD-998B-9BFE-4D0786AAF908}"/>
                </a:ext>
              </a:extLst>
            </p:cNvPr>
            <p:cNvSpPr/>
            <p:nvPr/>
          </p:nvSpPr>
          <p:spPr>
            <a:xfrm>
              <a:off x="250609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7">
              <a:extLst>
                <a:ext uri="{FF2B5EF4-FFF2-40B4-BE49-F238E27FC236}">
                  <a16:creationId xmlns:a16="http://schemas.microsoft.com/office/drawing/2014/main" id="{799E81BE-885A-2B8E-5A97-2F0B87364E47}"/>
                </a:ext>
              </a:extLst>
            </p:cNvPr>
            <p:cNvSpPr/>
            <p:nvPr/>
          </p:nvSpPr>
          <p:spPr>
            <a:xfrm>
              <a:off x="251553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8">
              <a:extLst>
                <a:ext uri="{FF2B5EF4-FFF2-40B4-BE49-F238E27FC236}">
                  <a16:creationId xmlns:a16="http://schemas.microsoft.com/office/drawing/2014/main" id="{FC302E56-0630-C6BC-206E-11CED844C3B5}"/>
                </a:ext>
              </a:extLst>
            </p:cNvPr>
            <p:cNvSpPr/>
            <p:nvPr/>
          </p:nvSpPr>
          <p:spPr>
            <a:xfrm>
              <a:off x="2534411" y="17812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400" y="914141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79">
              <a:extLst>
                <a:ext uri="{FF2B5EF4-FFF2-40B4-BE49-F238E27FC236}">
                  <a16:creationId xmlns:a16="http://schemas.microsoft.com/office/drawing/2014/main" id="{3C465128-29EC-3D71-AC9C-733DF1564F87}"/>
                </a:ext>
              </a:extLst>
            </p:cNvPr>
            <p:cNvSpPr/>
            <p:nvPr/>
          </p:nvSpPr>
          <p:spPr>
            <a:xfrm>
              <a:off x="2534411" y="17812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1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0">
              <a:extLst>
                <a:ext uri="{FF2B5EF4-FFF2-40B4-BE49-F238E27FC236}">
                  <a16:creationId xmlns:a16="http://schemas.microsoft.com/office/drawing/2014/main" id="{BEE22B5A-98DC-C351-21D0-42E11A004D13}"/>
                </a:ext>
              </a:extLst>
            </p:cNvPr>
            <p:cNvSpPr/>
            <p:nvPr/>
          </p:nvSpPr>
          <p:spPr>
            <a:xfrm>
              <a:off x="3195228" y="176368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1">
              <a:extLst>
                <a:ext uri="{FF2B5EF4-FFF2-40B4-BE49-F238E27FC236}">
                  <a16:creationId xmlns:a16="http://schemas.microsoft.com/office/drawing/2014/main" id="{0F2C6B15-8128-26A2-30B1-B1422C792252}"/>
                </a:ext>
              </a:extLst>
            </p:cNvPr>
            <p:cNvSpPr/>
            <p:nvPr/>
          </p:nvSpPr>
          <p:spPr>
            <a:xfrm>
              <a:off x="319522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2">
              <a:extLst>
                <a:ext uri="{FF2B5EF4-FFF2-40B4-BE49-F238E27FC236}">
                  <a16:creationId xmlns:a16="http://schemas.microsoft.com/office/drawing/2014/main" id="{E0B14AA6-BCCE-46A1-8EAD-13CD497D04FA}"/>
                </a:ext>
              </a:extLst>
            </p:cNvPr>
            <p:cNvSpPr/>
            <p:nvPr/>
          </p:nvSpPr>
          <p:spPr>
            <a:xfrm>
              <a:off x="320466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3">
              <a:extLst>
                <a:ext uri="{FF2B5EF4-FFF2-40B4-BE49-F238E27FC236}">
                  <a16:creationId xmlns:a16="http://schemas.microsoft.com/office/drawing/2014/main" id="{1821AA0D-0022-485B-F5EC-359FEAFD25B2}"/>
                </a:ext>
              </a:extLst>
            </p:cNvPr>
            <p:cNvSpPr/>
            <p:nvPr/>
          </p:nvSpPr>
          <p:spPr>
            <a:xfrm>
              <a:off x="321410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4">
              <a:extLst>
                <a:ext uri="{FF2B5EF4-FFF2-40B4-BE49-F238E27FC236}">
                  <a16:creationId xmlns:a16="http://schemas.microsoft.com/office/drawing/2014/main" id="{38CDBE31-C7A9-E609-AB7F-5FD2E3709A5B}"/>
                </a:ext>
              </a:extLst>
            </p:cNvPr>
            <p:cNvSpPr/>
            <p:nvPr/>
          </p:nvSpPr>
          <p:spPr>
            <a:xfrm>
              <a:off x="322354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5">
              <a:extLst>
                <a:ext uri="{FF2B5EF4-FFF2-40B4-BE49-F238E27FC236}">
                  <a16:creationId xmlns:a16="http://schemas.microsoft.com/office/drawing/2014/main" id="{1C6F0DDE-0BEC-92CC-1E6F-4A731D6FC0C0}"/>
                </a:ext>
              </a:extLst>
            </p:cNvPr>
            <p:cNvSpPr/>
            <p:nvPr/>
          </p:nvSpPr>
          <p:spPr>
            <a:xfrm>
              <a:off x="323298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6">
              <a:extLst>
                <a:ext uri="{FF2B5EF4-FFF2-40B4-BE49-F238E27FC236}">
                  <a16:creationId xmlns:a16="http://schemas.microsoft.com/office/drawing/2014/main" id="{B41330C6-933F-C60D-0531-393BA1DBBE95}"/>
                </a:ext>
              </a:extLst>
            </p:cNvPr>
            <p:cNvSpPr/>
            <p:nvPr/>
          </p:nvSpPr>
          <p:spPr>
            <a:xfrm>
              <a:off x="324242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7">
              <a:extLst>
                <a:ext uri="{FF2B5EF4-FFF2-40B4-BE49-F238E27FC236}">
                  <a16:creationId xmlns:a16="http://schemas.microsoft.com/office/drawing/2014/main" id="{8533509A-C44A-358C-2505-1464167A887A}"/>
                </a:ext>
              </a:extLst>
            </p:cNvPr>
            <p:cNvSpPr/>
            <p:nvPr/>
          </p:nvSpPr>
          <p:spPr>
            <a:xfrm>
              <a:off x="325187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8">
              <a:extLst>
                <a:ext uri="{FF2B5EF4-FFF2-40B4-BE49-F238E27FC236}">
                  <a16:creationId xmlns:a16="http://schemas.microsoft.com/office/drawing/2014/main" id="{AF99104B-80FC-8741-0996-64C9A840BDFE}"/>
                </a:ext>
              </a:extLst>
            </p:cNvPr>
            <p:cNvSpPr/>
            <p:nvPr/>
          </p:nvSpPr>
          <p:spPr>
            <a:xfrm>
              <a:off x="326131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89">
              <a:extLst>
                <a:ext uri="{FF2B5EF4-FFF2-40B4-BE49-F238E27FC236}">
                  <a16:creationId xmlns:a16="http://schemas.microsoft.com/office/drawing/2014/main" id="{09074174-3B55-F78B-5029-4F71AEECB270}"/>
                </a:ext>
              </a:extLst>
            </p:cNvPr>
            <p:cNvSpPr/>
            <p:nvPr/>
          </p:nvSpPr>
          <p:spPr>
            <a:xfrm>
              <a:off x="327075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0">
              <a:extLst>
                <a:ext uri="{FF2B5EF4-FFF2-40B4-BE49-F238E27FC236}">
                  <a16:creationId xmlns:a16="http://schemas.microsoft.com/office/drawing/2014/main" id="{1A8D09A3-0E17-9C6F-CA9D-2C68CD8226D7}"/>
                </a:ext>
              </a:extLst>
            </p:cNvPr>
            <p:cNvSpPr/>
            <p:nvPr/>
          </p:nvSpPr>
          <p:spPr>
            <a:xfrm>
              <a:off x="328019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1">
              <a:extLst>
                <a:ext uri="{FF2B5EF4-FFF2-40B4-BE49-F238E27FC236}">
                  <a16:creationId xmlns:a16="http://schemas.microsoft.com/office/drawing/2014/main" id="{79F4C6D6-62E8-5599-31A8-44E4D3C51398}"/>
                </a:ext>
              </a:extLst>
            </p:cNvPr>
            <p:cNvSpPr/>
            <p:nvPr/>
          </p:nvSpPr>
          <p:spPr>
            <a:xfrm>
              <a:off x="328963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2">
              <a:extLst>
                <a:ext uri="{FF2B5EF4-FFF2-40B4-BE49-F238E27FC236}">
                  <a16:creationId xmlns:a16="http://schemas.microsoft.com/office/drawing/2014/main" id="{148D9954-3CF6-C7DB-9524-F0E03689D6C2}"/>
                </a:ext>
              </a:extLst>
            </p:cNvPr>
            <p:cNvSpPr/>
            <p:nvPr/>
          </p:nvSpPr>
          <p:spPr>
            <a:xfrm>
              <a:off x="329907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3">
              <a:extLst>
                <a:ext uri="{FF2B5EF4-FFF2-40B4-BE49-F238E27FC236}">
                  <a16:creationId xmlns:a16="http://schemas.microsoft.com/office/drawing/2014/main" id="{C705CC4E-2A04-8276-0007-20E75BD54638}"/>
                </a:ext>
              </a:extLst>
            </p:cNvPr>
            <p:cNvSpPr/>
            <p:nvPr/>
          </p:nvSpPr>
          <p:spPr>
            <a:xfrm>
              <a:off x="330851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4">
              <a:extLst>
                <a:ext uri="{FF2B5EF4-FFF2-40B4-BE49-F238E27FC236}">
                  <a16:creationId xmlns:a16="http://schemas.microsoft.com/office/drawing/2014/main" id="{E0711D03-44B2-1313-1706-04B6DACB9878}"/>
                </a:ext>
              </a:extLst>
            </p:cNvPr>
            <p:cNvSpPr/>
            <p:nvPr/>
          </p:nvSpPr>
          <p:spPr>
            <a:xfrm>
              <a:off x="331795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5">
              <a:extLst>
                <a:ext uri="{FF2B5EF4-FFF2-40B4-BE49-F238E27FC236}">
                  <a16:creationId xmlns:a16="http://schemas.microsoft.com/office/drawing/2014/main" id="{D6A50CDC-47F8-7231-9576-ADEBFB3D20E6}"/>
                </a:ext>
              </a:extLst>
            </p:cNvPr>
            <p:cNvSpPr/>
            <p:nvPr/>
          </p:nvSpPr>
          <p:spPr>
            <a:xfrm>
              <a:off x="332739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6">
              <a:extLst>
                <a:ext uri="{FF2B5EF4-FFF2-40B4-BE49-F238E27FC236}">
                  <a16:creationId xmlns:a16="http://schemas.microsoft.com/office/drawing/2014/main" id="{A67F5174-539D-64D5-6F7D-5D2F4FDC63DC}"/>
                </a:ext>
              </a:extLst>
            </p:cNvPr>
            <p:cNvSpPr/>
            <p:nvPr/>
          </p:nvSpPr>
          <p:spPr>
            <a:xfrm>
              <a:off x="333683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7">
              <a:extLst>
                <a:ext uri="{FF2B5EF4-FFF2-40B4-BE49-F238E27FC236}">
                  <a16:creationId xmlns:a16="http://schemas.microsoft.com/office/drawing/2014/main" id="{198A181B-35B2-A44F-1B98-75CD3BC39E59}"/>
                </a:ext>
              </a:extLst>
            </p:cNvPr>
            <p:cNvSpPr/>
            <p:nvPr/>
          </p:nvSpPr>
          <p:spPr>
            <a:xfrm>
              <a:off x="334627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8">
              <a:extLst>
                <a:ext uri="{FF2B5EF4-FFF2-40B4-BE49-F238E27FC236}">
                  <a16:creationId xmlns:a16="http://schemas.microsoft.com/office/drawing/2014/main" id="{126E0063-C2DA-F33B-F413-FB981EB9888C}"/>
                </a:ext>
              </a:extLst>
            </p:cNvPr>
            <p:cNvSpPr/>
            <p:nvPr/>
          </p:nvSpPr>
          <p:spPr>
            <a:xfrm>
              <a:off x="335571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399">
              <a:extLst>
                <a:ext uri="{FF2B5EF4-FFF2-40B4-BE49-F238E27FC236}">
                  <a16:creationId xmlns:a16="http://schemas.microsoft.com/office/drawing/2014/main" id="{5C66FF61-AC47-FAEB-0FB5-B83E219442C7}"/>
                </a:ext>
              </a:extLst>
            </p:cNvPr>
            <p:cNvSpPr/>
            <p:nvPr/>
          </p:nvSpPr>
          <p:spPr>
            <a:xfrm>
              <a:off x="336515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0">
              <a:extLst>
                <a:ext uri="{FF2B5EF4-FFF2-40B4-BE49-F238E27FC236}">
                  <a16:creationId xmlns:a16="http://schemas.microsoft.com/office/drawing/2014/main" id="{33ED8245-B3A6-CE1C-B90D-56676E72591F}"/>
                </a:ext>
              </a:extLst>
            </p:cNvPr>
            <p:cNvSpPr/>
            <p:nvPr/>
          </p:nvSpPr>
          <p:spPr>
            <a:xfrm>
              <a:off x="337459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1">
              <a:extLst>
                <a:ext uri="{FF2B5EF4-FFF2-40B4-BE49-F238E27FC236}">
                  <a16:creationId xmlns:a16="http://schemas.microsoft.com/office/drawing/2014/main" id="{E306F663-B452-41A9-F48A-2BE15BAAD455}"/>
                </a:ext>
              </a:extLst>
            </p:cNvPr>
            <p:cNvSpPr/>
            <p:nvPr/>
          </p:nvSpPr>
          <p:spPr>
            <a:xfrm>
              <a:off x="338403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2">
              <a:extLst>
                <a:ext uri="{FF2B5EF4-FFF2-40B4-BE49-F238E27FC236}">
                  <a16:creationId xmlns:a16="http://schemas.microsoft.com/office/drawing/2014/main" id="{32411DD4-F6E7-92C8-CEC3-6B1C285C3C24}"/>
                </a:ext>
              </a:extLst>
            </p:cNvPr>
            <p:cNvSpPr/>
            <p:nvPr/>
          </p:nvSpPr>
          <p:spPr>
            <a:xfrm>
              <a:off x="339347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3">
              <a:extLst>
                <a:ext uri="{FF2B5EF4-FFF2-40B4-BE49-F238E27FC236}">
                  <a16:creationId xmlns:a16="http://schemas.microsoft.com/office/drawing/2014/main" id="{184BF73E-1374-42C2-EA48-5EB22EF9D0BA}"/>
                </a:ext>
              </a:extLst>
            </p:cNvPr>
            <p:cNvSpPr/>
            <p:nvPr/>
          </p:nvSpPr>
          <p:spPr>
            <a:xfrm>
              <a:off x="340291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4">
              <a:extLst>
                <a:ext uri="{FF2B5EF4-FFF2-40B4-BE49-F238E27FC236}">
                  <a16:creationId xmlns:a16="http://schemas.microsoft.com/office/drawing/2014/main" id="{48C5A61B-F53D-B0A5-4A75-0686B755A85A}"/>
                </a:ext>
              </a:extLst>
            </p:cNvPr>
            <p:cNvSpPr/>
            <p:nvPr/>
          </p:nvSpPr>
          <p:spPr>
            <a:xfrm>
              <a:off x="341235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5">
              <a:extLst>
                <a:ext uri="{FF2B5EF4-FFF2-40B4-BE49-F238E27FC236}">
                  <a16:creationId xmlns:a16="http://schemas.microsoft.com/office/drawing/2014/main" id="{BB9694DE-3653-4AE4-78B2-D60155391D64}"/>
                </a:ext>
              </a:extLst>
            </p:cNvPr>
            <p:cNvSpPr/>
            <p:nvPr/>
          </p:nvSpPr>
          <p:spPr>
            <a:xfrm>
              <a:off x="342179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6">
              <a:extLst>
                <a:ext uri="{FF2B5EF4-FFF2-40B4-BE49-F238E27FC236}">
                  <a16:creationId xmlns:a16="http://schemas.microsoft.com/office/drawing/2014/main" id="{F7A0BDB4-D1BC-1893-3D86-8F1B08BE33F1}"/>
                </a:ext>
              </a:extLst>
            </p:cNvPr>
            <p:cNvSpPr/>
            <p:nvPr/>
          </p:nvSpPr>
          <p:spPr>
            <a:xfrm>
              <a:off x="3431234" y="1781256"/>
              <a:ext cx="922761" cy="914400"/>
            </a:xfrm>
            <a:custGeom>
              <a:avLst/>
              <a:gdLst/>
              <a:ahLst/>
              <a:cxnLst/>
              <a:rect l="0" t="0" r="0" b="0"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7">
              <a:extLst>
                <a:ext uri="{FF2B5EF4-FFF2-40B4-BE49-F238E27FC236}">
                  <a16:creationId xmlns:a16="http://schemas.microsoft.com/office/drawing/2014/main" id="{E4FAA8BE-5F23-05B5-B8DA-F5377BE3CF85}"/>
                </a:ext>
              </a:extLst>
            </p:cNvPr>
            <p:cNvSpPr/>
            <p:nvPr/>
          </p:nvSpPr>
          <p:spPr>
            <a:xfrm>
              <a:off x="2222884" y="1746117"/>
              <a:ext cx="914400" cy="923493"/>
            </a:xfrm>
            <a:custGeom>
              <a:avLst/>
              <a:gdLst/>
              <a:ahLst/>
              <a:cxnLst/>
              <a:rect l="0" t="0" r="0" b="0"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8">
              <a:extLst>
                <a:ext uri="{FF2B5EF4-FFF2-40B4-BE49-F238E27FC236}">
                  <a16:creationId xmlns:a16="http://schemas.microsoft.com/office/drawing/2014/main" id="{AC45DFB1-1E0F-4380-5580-F5764DC38E28}"/>
                </a:ext>
              </a:extLst>
            </p:cNvPr>
            <p:cNvSpPr/>
            <p:nvPr/>
          </p:nvSpPr>
          <p:spPr>
            <a:xfrm>
              <a:off x="222288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09">
              <a:extLst>
                <a:ext uri="{FF2B5EF4-FFF2-40B4-BE49-F238E27FC236}">
                  <a16:creationId xmlns:a16="http://schemas.microsoft.com/office/drawing/2014/main" id="{30598830-1768-761E-B6C8-4735556A9272}"/>
                </a:ext>
              </a:extLst>
            </p:cNvPr>
            <p:cNvSpPr/>
            <p:nvPr/>
          </p:nvSpPr>
          <p:spPr>
            <a:xfrm>
              <a:off x="223232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0">
              <a:extLst>
                <a:ext uri="{FF2B5EF4-FFF2-40B4-BE49-F238E27FC236}">
                  <a16:creationId xmlns:a16="http://schemas.microsoft.com/office/drawing/2014/main" id="{CAF34FE7-6855-179C-820D-424C6A8A288F}"/>
                </a:ext>
              </a:extLst>
            </p:cNvPr>
            <p:cNvSpPr/>
            <p:nvPr/>
          </p:nvSpPr>
          <p:spPr>
            <a:xfrm>
              <a:off x="224176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1">
              <a:extLst>
                <a:ext uri="{FF2B5EF4-FFF2-40B4-BE49-F238E27FC236}">
                  <a16:creationId xmlns:a16="http://schemas.microsoft.com/office/drawing/2014/main" id="{3C89E5AF-8D9E-5A58-A5B4-B769B3373A7A}"/>
                </a:ext>
              </a:extLst>
            </p:cNvPr>
            <p:cNvSpPr/>
            <p:nvPr/>
          </p:nvSpPr>
          <p:spPr>
            <a:xfrm>
              <a:off x="225120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2">
              <a:extLst>
                <a:ext uri="{FF2B5EF4-FFF2-40B4-BE49-F238E27FC236}">
                  <a16:creationId xmlns:a16="http://schemas.microsoft.com/office/drawing/2014/main" id="{3A909F90-B108-3AF6-39C8-385549EFBF0F}"/>
                </a:ext>
              </a:extLst>
            </p:cNvPr>
            <p:cNvSpPr/>
            <p:nvPr/>
          </p:nvSpPr>
          <p:spPr>
            <a:xfrm>
              <a:off x="226064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3">
              <a:extLst>
                <a:ext uri="{FF2B5EF4-FFF2-40B4-BE49-F238E27FC236}">
                  <a16:creationId xmlns:a16="http://schemas.microsoft.com/office/drawing/2014/main" id="{5CD1D8EA-3361-7828-C83D-149EDEE47CE3}"/>
                </a:ext>
              </a:extLst>
            </p:cNvPr>
            <p:cNvSpPr/>
            <p:nvPr/>
          </p:nvSpPr>
          <p:spPr>
            <a:xfrm>
              <a:off x="227008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4">
              <a:extLst>
                <a:ext uri="{FF2B5EF4-FFF2-40B4-BE49-F238E27FC236}">
                  <a16:creationId xmlns:a16="http://schemas.microsoft.com/office/drawing/2014/main" id="{BEA73A12-D9AB-EF43-AFC6-987ED134C817}"/>
                </a:ext>
              </a:extLst>
            </p:cNvPr>
            <p:cNvSpPr/>
            <p:nvPr/>
          </p:nvSpPr>
          <p:spPr>
            <a:xfrm>
              <a:off x="227952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5">
              <a:extLst>
                <a:ext uri="{FF2B5EF4-FFF2-40B4-BE49-F238E27FC236}">
                  <a16:creationId xmlns:a16="http://schemas.microsoft.com/office/drawing/2014/main" id="{1EF7C7F3-D5EF-BC6A-15D8-217044B75A1D}"/>
                </a:ext>
              </a:extLst>
            </p:cNvPr>
            <p:cNvSpPr/>
            <p:nvPr/>
          </p:nvSpPr>
          <p:spPr>
            <a:xfrm>
              <a:off x="228896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6">
              <a:extLst>
                <a:ext uri="{FF2B5EF4-FFF2-40B4-BE49-F238E27FC236}">
                  <a16:creationId xmlns:a16="http://schemas.microsoft.com/office/drawing/2014/main" id="{B2DDB19C-C9B1-9853-C72B-48B120251872}"/>
                </a:ext>
              </a:extLst>
            </p:cNvPr>
            <p:cNvSpPr/>
            <p:nvPr/>
          </p:nvSpPr>
          <p:spPr>
            <a:xfrm>
              <a:off x="229840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7">
              <a:extLst>
                <a:ext uri="{FF2B5EF4-FFF2-40B4-BE49-F238E27FC236}">
                  <a16:creationId xmlns:a16="http://schemas.microsoft.com/office/drawing/2014/main" id="{17971A7F-A5EC-9222-A049-1D49F0FE05F7}"/>
                </a:ext>
              </a:extLst>
            </p:cNvPr>
            <p:cNvSpPr/>
            <p:nvPr/>
          </p:nvSpPr>
          <p:spPr>
            <a:xfrm>
              <a:off x="230784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8">
              <a:extLst>
                <a:ext uri="{FF2B5EF4-FFF2-40B4-BE49-F238E27FC236}">
                  <a16:creationId xmlns:a16="http://schemas.microsoft.com/office/drawing/2014/main" id="{E3B186B9-6BB1-35BF-4D79-D3DD8885050F}"/>
                </a:ext>
              </a:extLst>
            </p:cNvPr>
            <p:cNvSpPr/>
            <p:nvPr/>
          </p:nvSpPr>
          <p:spPr>
            <a:xfrm>
              <a:off x="231728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19">
              <a:extLst>
                <a:ext uri="{FF2B5EF4-FFF2-40B4-BE49-F238E27FC236}">
                  <a16:creationId xmlns:a16="http://schemas.microsoft.com/office/drawing/2014/main" id="{BC36D4EA-D8EE-6686-22D2-C98DBAB8BCC5}"/>
                </a:ext>
              </a:extLst>
            </p:cNvPr>
            <p:cNvSpPr/>
            <p:nvPr/>
          </p:nvSpPr>
          <p:spPr>
            <a:xfrm>
              <a:off x="232672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0">
              <a:extLst>
                <a:ext uri="{FF2B5EF4-FFF2-40B4-BE49-F238E27FC236}">
                  <a16:creationId xmlns:a16="http://schemas.microsoft.com/office/drawing/2014/main" id="{6E9292E0-EB24-52A3-EFF0-31E6D3549AE3}"/>
                </a:ext>
              </a:extLst>
            </p:cNvPr>
            <p:cNvSpPr/>
            <p:nvPr/>
          </p:nvSpPr>
          <p:spPr>
            <a:xfrm>
              <a:off x="233616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1">
              <a:extLst>
                <a:ext uri="{FF2B5EF4-FFF2-40B4-BE49-F238E27FC236}">
                  <a16:creationId xmlns:a16="http://schemas.microsoft.com/office/drawing/2014/main" id="{06C64F4C-449F-F014-B97B-BB597711967C}"/>
                </a:ext>
              </a:extLst>
            </p:cNvPr>
            <p:cNvSpPr/>
            <p:nvPr/>
          </p:nvSpPr>
          <p:spPr>
            <a:xfrm>
              <a:off x="234560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2">
              <a:extLst>
                <a:ext uri="{FF2B5EF4-FFF2-40B4-BE49-F238E27FC236}">
                  <a16:creationId xmlns:a16="http://schemas.microsoft.com/office/drawing/2014/main" id="{0F2C5237-5AA7-CB6C-C28C-7821C206B692}"/>
                </a:ext>
              </a:extLst>
            </p:cNvPr>
            <p:cNvSpPr/>
            <p:nvPr/>
          </p:nvSpPr>
          <p:spPr>
            <a:xfrm>
              <a:off x="235504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3">
              <a:extLst>
                <a:ext uri="{FF2B5EF4-FFF2-40B4-BE49-F238E27FC236}">
                  <a16:creationId xmlns:a16="http://schemas.microsoft.com/office/drawing/2014/main" id="{40BBBEA0-4FF5-359B-BB82-E900FAC2E9B7}"/>
                </a:ext>
              </a:extLst>
            </p:cNvPr>
            <p:cNvSpPr/>
            <p:nvPr/>
          </p:nvSpPr>
          <p:spPr>
            <a:xfrm>
              <a:off x="236448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4">
              <a:extLst>
                <a:ext uri="{FF2B5EF4-FFF2-40B4-BE49-F238E27FC236}">
                  <a16:creationId xmlns:a16="http://schemas.microsoft.com/office/drawing/2014/main" id="{F876A0FF-60AE-A2C2-3CC0-8CEFBDF70965}"/>
                </a:ext>
              </a:extLst>
            </p:cNvPr>
            <p:cNvSpPr/>
            <p:nvPr/>
          </p:nvSpPr>
          <p:spPr>
            <a:xfrm>
              <a:off x="237392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5">
              <a:extLst>
                <a:ext uri="{FF2B5EF4-FFF2-40B4-BE49-F238E27FC236}">
                  <a16:creationId xmlns:a16="http://schemas.microsoft.com/office/drawing/2014/main" id="{F0021BBB-ED5C-1846-F294-3D6C48557686}"/>
                </a:ext>
              </a:extLst>
            </p:cNvPr>
            <p:cNvSpPr/>
            <p:nvPr/>
          </p:nvSpPr>
          <p:spPr>
            <a:xfrm>
              <a:off x="238336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6">
              <a:extLst>
                <a:ext uri="{FF2B5EF4-FFF2-40B4-BE49-F238E27FC236}">
                  <a16:creationId xmlns:a16="http://schemas.microsoft.com/office/drawing/2014/main" id="{A680C7A9-9688-F2FD-558D-F3D104400BE9}"/>
                </a:ext>
              </a:extLst>
            </p:cNvPr>
            <p:cNvSpPr/>
            <p:nvPr/>
          </p:nvSpPr>
          <p:spPr>
            <a:xfrm>
              <a:off x="239280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7">
              <a:extLst>
                <a:ext uri="{FF2B5EF4-FFF2-40B4-BE49-F238E27FC236}">
                  <a16:creationId xmlns:a16="http://schemas.microsoft.com/office/drawing/2014/main" id="{9EF0BEF8-76E3-5994-2368-CB99F959AB6A}"/>
                </a:ext>
              </a:extLst>
            </p:cNvPr>
            <p:cNvSpPr/>
            <p:nvPr/>
          </p:nvSpPr>
          <p:spPr>
            <a:xfrm>
              <a:off x="240224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8">
              <a:extLst>
                <a:ext uri="{FF2B5EF4-FFF2-40B4-BE49-F238E27FC236}">
                  <a16:creationId xmlns:a16="http://schemas.microsoft.com/office/drawing/2014/main" id="{18CBDFF2-42F3-10C7-571A-B40046E97859}"/>
                </a:ext>
              </a:extLst>
            </p:cNvPr>
            <p:cNvSpPr/>
            <p:nvPr/>
          </p:nvSpPr>
          <p:spPr>
            <a:xfrm>
              <a:off x="241168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29">
              <a:extLst>
                <a:ext uri="{FF2B5EF4-FFF2-40B4-BE49-F238E27FC236}">
                  <a16:creationId xmlns:a16="http://schemas.microsoft.com/office/drawing/2014/main" id="{21AAFDC1-EEBA-DA04-ED69-96A464CE984E}"/>
                </a:ext>
              </a:extLst>
            </p:cNvPr>
            <p:cNvSpPr/>
            <p:nvPr/>
          </p:nvSpPr>
          <p:spPr>
            <a:xfrm>
              <a:off x="242112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0">
              <a:extLst>
                <a:ext uri="{FF2B5EF4-FFF2-40B4-BE49-F238E27FC236}">
                  <a16:creationId xmlns:a16="http://schemas.microsoft.com/office/drawing/2014/main" id="{E450FEDA-C762-9BA5-0EA9-D62BA837D9D0}"/>
                </a:ext>
              </a:extLst>
            </p:cNvPr>
            <p:cNvSpPr/>
            <p:nvPr/>
          </p:nvSpPr>
          <p:spPr>
            <a:xfrm>
              <a:off x="243056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1">
              <a:extLst>
                <a:ext uri="{FF2B5EF4-FFF2-40B4-BE49-F238E27FC236}">
                  <a16:creationId xmlns:a16="http://schemas.microsoft.com/office/drawing/2014/main" id="{526AD838-16BE-7E2F-DE08-8BADD9850388}"/>
                </a:ext>
              </a:extLst>
            </p:cNvPr>
            <p:cNvSpPr/>
            <p:nvPr/>
          </p:nvSpPr>
          <p:spPr>
            <a:xfrm>
              <a:off x="244000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2">
              <a:extLst>
                <a:ext uri="{FF2B5EF4-FFF2-40B4-BE49-F238E27FC236}">
                  <a16:creationId xmlns:a16="http://schemas.microsoft.com/office/drawing/2014/main" id="{6626A78B-27E2-12A2-DA57-58DAA1D942B6}"/>
                </a:ext>
              </a:extLst>
            </p:cNvPr>
            <p:cNvSpPr/>
            <p:nvPr/>
          </p:nvSpPr>
          <p:spPr>
            <a:xfrm>
              <a:off x="244944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3">
              <a:extLst>
                <a:ext uri="{FF2B5EF4-FFF2-40B4-BE49-F238E27FC236}">
                  <a16:creationId xmlns:a16="http://schemas.microsoft.com/office/drawing/2014/main" id="{5BD2F6ED-7945-DDBF-FE20-9F1ABB94C822}"/>
                </a:ext>
              </a:extLst>
            </p:cNvPr>
            <p:cNvSpPr/>
            <p:nvPr/>
          </p:nvSpPr>
          <p:spPr>
            <a:xfrm>
              <a:off x="245889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4">
              <a:extLst>
                <a:ext uri="{FF2B5EF4-FFF2-40B4-BE49-F238E27FC236}">
                  <a16:creationId xmlns:a16="http://schemas.microsoft.com/office/drawing/2014/main" id="{889366C8-413B-5CF8-795E-33100E4564F0}"/>
                </a:ext>
              </a:extLst>
            </p:cNvPr>
            <p:cNvSpPr/>
            <p:nvPr/>
          </p:nvSpPr>
          <p:spPr>
            <a:xfrm>
              <a:off x="246833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5">
              <a:extLst>
                <a:ext uri="{FF2B5EF4-FFF2-40B4-BE49-F238E27FC236}">
                  <a16:creationId xmlns:a16="http://schemas.microsoft.com/office/drawing/2014/main" id="{D35D76EE-B3BD-9A68-B549-AE4903066AF2}"/>
                </a:ext>
              </a:extLst>
            </p:cNvPr>
            <p:cNvSpPr/>
            <p:nvPr/>
          </p:nvSpPr>
          <p:spPr>
            <a:xfrm>
              <a:off x="247777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6">
              <a:extLst>
                <a:ext uri="{FF2B5EF4-FFF2-40B4-BE49-F238E27FC236}">
                  <a16:creationId xmlns:a16="http://schemas.microsoft.com/office/drawing/2014/main" id="{5F128539-8162-ABA0-D39C-FF16AE294869}"/>
                </a:ext>
              </a:extLst>
            </p:cNvPr>
            <p:cNvSpPr/>
            <p:nvPr/>
          </p:nvSpPr>
          <p:spPr>
            <a:xfrm>
              <a:off x="248721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7">
              <a:extLst>
                <a:ext uri="{FF2B5EF4-FFF2-40B4-BE49-F238E27FC236}">
                  <a16:creationId xmlns:a16="http://schemas.microsoft.com/office/drawing/2014/main" id="{671173E2-ACCF-245D-810A-99D24E3224E9}"/>
                </a:ext>
              </a:extLst>
            </p:cNvPr>
            <p:cNvSpPr/>
            <p:nvPr/>
          </p:nvSpPr>
          <p:spPr>
            <a:xfrm>
              <a:off x="249665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8">
              <a:extLst>
                <a:ext uri="{FF2B5EF4-FFF2-40B4-BE49-F238E27FC236}">
                  <a16:creationId xmlns:a16="http://schemas.microsoft.com/office/drawing/2014/main" id="{2C2CC07E-99F8-2C25-0FC4-A331FE261ABE}"/>
                </a:ext>
              </a:extLst>
            </p:cNvPr>
            <p:cNvSpPr/>
            <p:nvPr/>
          </p:nvSpPr>
          <p:spPr>
            <a:xfrm>
              <a:off x="250609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39">
              <a:extLst>
                <a:ext uri="{FF2B5EF4-FFF2-40B4-BE49-F238E27FC236}">
                  <a16:creationId xmlns:a16="http://schemas.microsoft.com/office/drawing/2014/main" id="{46CADFD8-81AF-2596-A373-5936C29631D3}"/>
                </a:ext>
              </a:extLst>
            </p:cNvPr>
            <p:cNvSpPr/>
            <p:nvPr/>
          </p:nvSpPr>
          <p:spPr>
            <a:xfrm>
              <a:off x="2524971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0">
              <a:extLst>
                <a:ext uri="{FF2B5EF4-FFF2-40B4-BE49-F238E27FC236}">
                  <a16:creationId xmlns:a16="http://schemas.microsoft.com/office/drawing/2014/main" id="{7B23361C-85CA-60BD-2FEC-803C79D3F5EC}"/>
                </a:ext>
              </a:extLst>
            </p:cNvPr>
            <p:cNvSpPr/>
            <p:nvPr/>
          </p:nvSpPr>
          <p:spPr>
            <a:xfrm>
              <a:off x="2524971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1">
              <a:extLst>
                <a:ext uri="{FF2B5EF4-FFF2-40B4-BE49-F238E27FC236}">
                  <a16:creationId xmlns:a16="http://schemas.microsoft.com/office/drawing/2014/main" id="{C374804C-447B-A371-01F1-ABDF9A36CA0F}"/>
                </a:ext>
              </a:extLst>
            </p:cNvPr>
            <p:cNvSpPr/>
            <p:nvPr/>
          </p:nvSpPr>
          <p:spPr>
            <a:xfrm>
              <a:off x="3195228" y="174611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2">
              <a:extLst>
                <a:ext uri="{FF2B5EF4-FFF2-40B4-BE49-F238E27FC236}">
                  <a16:creationId xmlns:a16="http://schemas.microsoft.com/office/drawing/2014/main" id="{56D944E4-8DBB-70C7-468F-EA7CCBE608C6}"/>
                </a:ext>
              </a:extLst>
            </p:cNvPr>
            <p:cNvSpPr/>
            <p:nvPr/>
          </p:nvSpPr>
          <p:spPr>
            <a:xfrm>
              <a:off x="319522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3">
              <a:extLst>
                <a:ext uri="{FF2B5EF4-FFF2-40B4-BE49-F238E27FC236}">
                  <a16:creationId xmlns:a16="http://schemas.microsoft.com/office/drawing/2014/main" id="{035637F8-72E1-FC22-AF91-8FAE447A1BCF}"/>
                </a:ext>
              </a:extLst>
            </p:cNvPr>
            <p:cNvSpPr/>
            <p:nvPr/>
          </p:nvSpPr>
          <p:spPr>
            <a:xfrm>
              <a:off x="320466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4">
              <a:extLst>
                <a:ext uri="{FF2B5EF4-FFF2-40B4-BE49-F238E27FC236}">
                  <a16:creationId xmlns:a16="http://schemas.microsoft.com/office/drawing/2014/main" id="{F98AB10C-8AEE-9244-6FBF-6CD6CEB012FE}"/>
                </a:ext>
              </a:extLst>
            </p:cNvPr>
            <p:cNvSpPr/>
            <p:nvPr/>
          </p:nvSpPr>
          <p:spPr>
            <a:xfrm>
              <a:off x="321410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5">
              <a:extLst>
                <a:ext uri="{FF2B5EF4-FFF2-40B4-BE49-F238E27FC236}">
                  <a16:creationId xmlns:a16="http://schemas.microsoft.com/office/drawing/2014/main" id="{276899C9-EC2E-27BE-C3D1-B6A41BAD0172}"/>
                </a:ext>
              </a:extLst>
            </p:cNvPr>
            <p:cNvSpPr/>
            <p:nvPr/>
          </p:nvSpPr>
          <p:spPr>
            <a:xfrm>
              <a:off x="322354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6">
              <a:extLst>
                <a:ext uri="{FF2B5EF4-FFF2-40B4-BE49-F238E27FC236}">
                  <a16:creationId xmlns:a16="http://schemas.microsoft.com/office/drawing/2014/main" id="{04F89869-ECA4-1ED1-0969-C7015C81FFDD}"/>
                </a:ext>
              </a:extLst>
            </p:cNvPr>
            <p:cNvSpPr/>
            <p:nvPr/>
          </p:nvSpPr>
          <p:spPr>
            <a:xfrm>
              <a:off x="323298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7">
              <a:extLst>
                <a:ext uri="{FF2B5EF4-FFF2-40B4-BE49-F238E27FC236}">
                  <a16:creationId xmlns:a16="http://schemas.microsoft.com/office/drawing/2014/main" id="{A0B13DB2-1BE5-8F92-0124-F2ADA3671F3E}"/>
                </a:ext>
              </a:extLst>
            </p:cNvPr>
            <p:cNvSpPr/>
            <p:nvPr/>
          </p:nvSpPr>
          <p:spPr>
            <a:xfrm>
              <a:off x="324242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8">
              <a:extLst>
                <a:ext uri="{FF2B5EF4-FFF2-40B4-BE49-F238E27FC236}">
                  <a16:creationId xmlns:a16="http://schemas.microsoft.com/office/drawing/2014/main" id="{4B596851-2232-AD9D-909B-452C4FD33874}"/>
                </a:ext>
              </a:extLst>
            </p:cNvPr>
            <p:cNvSpPr/>
            <p:nvPr/>
          </p:nvSpPr>
          <p:spPr>
            <a:xfrm>
              <a:off x="325187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49">
              <a:extLst>
                <a:ext uri="{FF2B5EF4-FFF2-40B4-BE49-F238E27FC236}">
                  <a16:creationId xmlns:a16="http://schemas.microsoft.com/office/drawing/2014/main" id="{C7F892F2-FB65-8060-CB34-1D475939E6EA}"/>
                </a:ext>
              </a:extLst>
            </p:cNvPr>
            <p:cNvSpPr/>
            <p:nvPr/>
          </p:nvSpPr>
          <p:spPr>
            <a:xfrm>
              <a:off x="326131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0">
              <a:extLst>
                <a:ext uri="{FF2B5EF4-FFF2-40B4-BE49-F238E27FC236}">
                  <a16:creationId xmlns:a16="http://schemas.microsoft.com/office/drawing/2014/main" id="{2F870257-ED4C-CE1E-4DFD-573863E6445D}"/>
                </a:ext>
              </a:extLst>
            </p:cNvPr>
            <p:cNvSpPr/>
            <p:nvPr/>
          </p:nvSpPr>
          <p:spPr>
            <a:xfrm>
              <a:off x="327075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1">
              <a:extLst>
                <a:ext uri="{FF2B5EF4-FFF2-40B4-BE49-F238E27FC236}">
                  <a16:creationId xmlns:a16="http://schemas.microsoft.com/office/drawing/2014/main" id="{431CD2DA-55B2-2AFD-38C4-A972E8BC7582}"/>
                </a:ext>
              </a:extLst>
            </p:cNvPr>
            <p:cNvSpPr/>
            <p:nvPr/>
          </p:nvSpPr>
          <p:spPr>
            <a:xfrm>
              <a:off x="328019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2">
              <a:extLst>
                <a:ext uri="{FF2B5EF4-FFF2-40B4-BE49-F238E27FC236}">
                  <a16:creationId xmlns:a16="http://schemas.microsoft.com/office/drawing/2014/main" id="{98966AC6-9C7C-AACC-3BA3-DCC2C0CBFD79}"/>
                </a:ext>
              </a:extLst>
            </p:cNvPr>
            <p:cNvSpPr/>
            <p:nvPr/>
          </p:nvSpPr>
          <p:spPr>
            <a:xfrm>
              <a:off x="328963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3">
              <a:extLst>
                <a:ext uri="{FF2B5EF4-FFF2-40B4-BE49-F238E27FC236}">
                  <a16:creationId xmlns:a16="http://schemas.microsoft.com/office/drawing/2014/main" id="{741E327F-1FA3-A502-37A6-B0235983CA4E}"/>
                </a:ext>
              </a:extLst>
            </p:cNvPr>
            <p:cNvSpPr/>
            <p:nvPr/>
          </p:nvSpPr>
          <p:spPr>
            <a:xfrm>
              <a:off x="329907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4">
              <a:extLst>
                <a:ext uri="{FF2B5EF4-FFF2-40B4-BE49-F238E27FC236}">
                  <a16:creationId xmlns:a16="http://schemas.microsoft.com/office/drawing/2014/main" id="{52C0F9DC-EE11-7F67-2169-3654EED801F6}"/>
                </a:ext>
              </a:extLst>
            </p:cNvPr>
            <p:cNvSpPr/>
            <p:nvPr/>
          </p:nvSpPr>
          <p:spPr>
            <a:xfrm>
              <a:off x="330851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5">
              <a:extLst>
                <a:ext uri="{FF2B5EF4-FFF2-40B4-BE49-F238E27FC236}">
                  <a16:creationId xmlns:a16="http://schemas.microsoft.com/office/drawing/2014/main" id="{F3092363-EFC2-06CF-1FD0-18DD07CF36ED}"/>
                </a:ext>
              </a:extLst>
            </p:cNvPr>
            <p:cNvSpPr/>
            <p:nvPr/>
          </p:nvSpPr>
          <p:spPr>
            <a:xfrm>
              <a:off x="331795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6">
              <a:extLst>
                <a:ext uri="{FF2B5EF4-FFF2-40B4-BE49-F238E27FC236}">
                  <a16:creationId xmlns:a16="http://schemas.microsoft.com/office/drawing/2014/main" id="{35C9D3D6-A254-1729-2C0D-85984F8C3AC1}"/>
                </a:ext>
              </a:extLst>
            </p:cNvPr>
            <p:cNvSpPr/>
            <p:nvPr/>
          </p:nvSpPr>
          <p:spPr>
            <a:xfrm>
              <a:off x="332739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7">
              <a:extLst>
                <a:ext uri="{FF2B5EF4-FFF2-40B4-BE49-F238E27FC236}">
                  <a16:creationId xmlns:a16="http://schemas.microsoft.com/office/drawing/2014/main" id="{683E64A3-162F-E6CD-010F-96E62B324BA3}"/>
                </a:ext>
              </a:extLst>
            </p:cNvPr>
            <p:cNvSpPr/>
            <p:nvPr/>
          </p:nvSpPr>
          <p:spPr>
            <a:xfrm>
              <a:off x="333683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8">
              <a:extLst>
                <a:ext uri="{FF2B5EF4-FFF2-40B4-BE49-F238E27FC236}">
                  <a16:creationId xmlns:a16="http://schemas.microsoft.com/office/drawing/2014/main" id="{58408DCE-536F-A65F-823F-ACBDA5ACD04B}"/>
                </a:ext>
              </a:extLst>
            </p:cNvPr>
            <p:cNvSpPr/>
            <p:nvPr/>
          </p:nvSpPr>
          <p:spPr>
            <a:xfrm>
              <a:off x="334627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59">
              <a:extLst>
                <a:ext uri="{FF2B5EF4-FFF2-40B4-BE49-F238E27FC236}">
                  <a16:creationId xmlns:a16="http://schemas.microsoft.com/office/drawing/2014/main" id="{978F0CBF-9FFA-328C-E912-8BFC2AA5C1A1}"/>
                </a:ext>
              </a:extLst>
            </p:cNvPr>
            <p:cNvSpPr/>
            <p:nvPr/>
          </p:nvSpPr>
          <p:spPr>
            <a:xfrm>
              <a:off x="335571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0">
              <a:extLst>
                <a:ext uri="{FF2B5EF4-FFF2-40B4-BE49-F238E27FC236}">
                  <a16:creationId xmlns:a16="http://schemas.microsoft.com/office/drawing/2014/main" id="{7FC2B072-1BCA-C0A1-2B6F-EF5E5C06C294}"/>
                </a:ext>
              </a:extLst>
            </p:cNvPr>
            <p:cNvSpPr/>
            <p:nvPr/>
          </p:nvSpPr>
          <p:spPr>
            <a:xfrm>
              <a:off x="336515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1">
              <a:extLst>
                <a:ext uri="{FF2B5EF4-FFF2-40B4-BE49-F238E27FC236}">
                  <a16:creationId xmlns:a16="http://schemas.microsoft.com/office/drawing/2014/main" id="{7C029624-7060-4AAC-DC7D-A58C4D40FF2C}"/>
                </a:ext>
              </a:extLst>
            </p:cNvPr>
            <p:cNvSpPr/>
            <p:nvPr/>
          </p:nvSpPr>
          <p:spPr>
            <a:xfrm>
              <a:off x="337459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2">
              <a:extLst>
                <a:ext uri="{FF2B5EF4-FFF2-40B4-BE49-F238E27FC236}">
                  <a16:creationId xmlns:a16="http://schemas.microsoft.com/office/drawing/2014/main" id="{E492CC61-68EA-D9D7-4337-385103F505B9}"/>
                </a:ext>
              </a:extLst>
            </p:cNvPr>
            <p:cNvSpPr/>
            <p:nvPr/>
          </p:nvSpPr>
          <p:spPr>
            <a:xfrm>
              <a:off x="338403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3">
              <a:extLst>
                <a:ext uri="{FF2B5EF4-FFF2-40B4-BE49-F238E27FC236}">
                  <a16:creationId xmlns:a16="http://schemas.microsoft.com/office/drawing/2014/main" id="{4AC04291-D05A-8325-3F88-AACACD042E65}"/>
                </a:ext>
              </a:extLst>
            </p:cNvPr>
            <p:cNvSpPr/>
            <p:nvPr/>
          </p:nvSpPr>
          <p:spPr>
            <a:xfrm>
              <a:off x="339347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4">
              <a:extLst>
                <a:ext uri="{FF2B5EF4-FFF2-40B4-BE49-F238E27FC236}">
                  <a16:creationId xmlns:a16="http://schemas.microsoft.com/office/drawing/2014/main" id="{F7708FC8-2CB8-D192-C14D-C1485975F1DB}"/>
                </a:ext>
              </a:extLst>
            </p:cNvPr>
            <p:cNvSpPr/>
            <p:nvPr/>
          </p:nvSpPr>
          <p:spPr>
            <a:xfrm>
              <a:off x="340291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5">
              <a:extLst>
                <a:ext uri="{FF2B5EF4-FFF2-40B4-BE49-F238E27FC236}">
                  <a16:creationId xmlns:a16="http://schemas.microsoft.com/office/drawing/2014/main" id="{88F54579-D959-3616-1342-54321B77F5D3}"/>
                </a:ext>
              </a:extLst>
            </p:cNvPr>
            <p:cNvSpPr/>
            <p:nvPr/>
          </p:nvSpPr>
          <p:spPr>
            <a:xfrm>
              <a:off x="341235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6">
              <a:extLst>
                <a:ext uri="{FF2B5EF4-FFF2-40B4-BE49-F238E27FC236}">
                  <a16:creationId xmlns:a16="http://schemas.microsoft.com/office/drawing/2014/main" id="{58F7672B-A52F-F7B3-B6C4-EF8911991E4C}"/>
                </a:ext>
              </a:extLst>
            </p:cNvPr>
            <p:cNvSpPr/>
            <p:nvPr/>
          </p:nvSpPr>
          <p:spPr>
            <a:xfrm>
              <a:off x="342179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7">
              <a:extLst>
                <a:ext uri="{FF2B5EF4-FFF2-40B4-BE49-F238E27FC236}">
                  <a16:creationId xmlns:a16="http://schemas.microsoft.com/office/drawing/2014/main" id="{A0BE088D-5200-1CE1-A583-A049A4DADFDC}"/>
                </a:ext>
              </a:extLst>
            </p:cNvPr>
            <p:cNvSpPr/>
            <p:nvPr/>
          </p:nvSpPr>
          <p:spPr>
            <a:xfrm>
              <a:off x="3431234" y="17636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8">
              <a:extLst>
                <a:ext uri="{FF2B5EF4-FFF2-40B4-BE49-F238E27FC236}">
                  <a16:creationId xmlns:a16="http://schemas.microsoft.com/office/drawing/2014/main" id="{8A1ACEA7-0B28-4111-0FFE-B16F0CF8004B}"/>
                </a:ext>
              </a:extLst>
            </p:cNvPr>
            <p:cNvSpPr/>
            <p:nvPr/>
          </p:nvSpPr>
          <p:spPr>
            <a:xfrm>
              <a:off x="3440674" y="1746117"/>
              <a:ext cx="915634" cy="918864"/>
            </a:xfrm>
            <a:custGeom>
              <a:avLst/>
              <a:gdLst/>
              <a:ahLst/>
              <a:cxnLst/>
              <a:rect l="0" t="0" r="0" b="0"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69">
              <a:extLst>
                <a:ext uri="{FF2B5EF4-FFF2-40B4-BE49-F238E27FC236}">
                  <a16:creationId xmlns:a16="http://schemas.microsoft.com/office/drawing/2014/main" id="{2FFB5C89-1BF5-5599-3171-306DBBA6E50C}"/>
                </a:ext>
              </a:extLst>
            </p:cNvPr>
            <p:cNvSpPr/>
            <p:nvPr/>
          </p:nvSpPr>
          <p:spPr>
            <a:xfrm>
              <a:off x="2213443" y="1728547"/>
              <a:ext cx="914400" cy="923542"/>
            </a:xfrm>
            <a:custGeom>
              <a:avLst/>
              <a:gdLst/>
              <a:ahLst/>
              <a:cxnLst/>
              <a:rect l="0" t="0" r="0" b="0"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0">
              <a:extLst>
                <a:ext uri="{FF2B5EF4-FFF2-40B4-BE49-F238E27FC236}">
                  <a16:creationId xmlns:a16="http://schemas.microsoft.com/office/drawing/2014/main" id="{EE15A237-22B2-ADAB-25CC-88174825E7DD}"/>
                </a:ext>
              </a:extLst>
            </p:cNvPr>
            <p:cNvSpPr/>
            <p:nvPr/>
          </p:nvSpPr>
          <p:spPr>
            <a:xfrm>
              <a:off x="221344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1">
              <a:extLst>
                <a:ext uri="{FF2B5EF4-FFF2-40B4-BE49-F238E27FC236}">
                  <a16:creationId xmlns:a16="http://schemas.microsoft.com/office/drawing/2014/main" id="{E1E825BC-B0DB-8DA7-A266-85021C5BB642}"/>
                </a:ext>
              </a:extLst>
            </p:cNvPr>
            <p:cNvSpPr/>
            <p:nvPr/>
          </p:nvSpPr>
          <p:spPr>
            <a:xfrm>
              <a:off x="222288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2">
              <a:extLst>
                <a:ext uri="{FF2B5EF4-FFF2-40B4-BE49-F238E27FC236}">
                  <a16:creationId xmlns:a16="http://schemas.microsoft.com/office/drawing/2014/main" id="{106A19EE-B381-D51A-AD91-5ED927CFFDD0}"/>
                </a:ext>
              </a:extLst>
            </p:cNvPr>
            <p:cNvSpPr/>
            <p:nvPr/>
          </p:nvSpPr>
          <p:spPr>
            <a:xfrm>
              <a:off x="223232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3">
              <a:extLst>
                <a:ext uri="{FF2B5EF4-FFF2-40B4-BE49-F238E27FC236}">
                  <a16:creationId xmlns:a16="http://schemas.microsoft.com/office/drawing/2014/main" id="{A4824B1E-CBDC-463E-3467-DF9E90CF8A68}"/>
                </a:ext>
              </a:extLst>
            </p:cNvPr>
            <p:cNvSpPr/>
            <p:nvPr/>
          </p:nvSpPr>
          <p:spPr>
            <a:xfrm>
              <a:off x="224176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4">
              <a:extLst>
                <a:ext uri="{FF2B5EF4-FFF2-40B4-BE49-F238E27FC236}">
                  <a16:creationId xmlns:a16="http://schemas.microsoft.com/office/drawing/2014/main" id="{9F9ACA33-55B0-F08C-903E-ABFAB8378453}"/>
                </a:ext>
              </a:extLst>
            </p:cNvPr>
            <p:cNvSpPr/>
            <p:nvPr/>
          </p:nvSpPr>
          <p:spPr>
            <a:xfrm>
              <a:off x="225120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5">
              <a:extLst>
                <a:ext uri="{FF2B5EF4-FFF2-40B4-BE49-F238E27FC236}">
                  <a16:creationId xmlns:a16="http://schemas.microsoft.com/office/drawing/2014/main" id="{D1B8F475-81A5-DA34-8903-AD5A1C6AF7A3}"/>
                </a:ext>
              </a:extLst>
            </p:cNvPr>
            <p:cNvSpPr/>
            <p:nvPr/>
          </p:nvSpPr>
          <p:spPr>
            <a:xfrm>
              <a:off x="226064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6">
              <a:extLst>
                <a:ext uri="{FF2B5EF4-FFF2-40B4-BE49-F238E27FC236}">
                  <a16:creationId xmlns:a16="http://schemas.microsoft.com/office/drawing/2014/main" id="{FC05AE0C-76A7-5415-7AF5-7A242623629E}"/>
                </a:ext>
              </a:extLst>
            </p:cNvPr>
            <p:cNvSpPr/>
            <p:nvPr/>
          </p:nvSpPr>
          <p:spPr>
            <a:xfrm>
              <a:off x="227008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7">
              <a:extLst>
                <a:ext uri="{FF2B5EF4-FFF2-40B4-BE49-F238E27FC236}">
                  <a16:creationId xmlns:a16="http://schemas.microsoft.com/office/drawing/2014/main" id="{A6DE98E3-A2DA-BAF7-BB5A-825E177E486E}"/>
                </a:ext>
              </a:extLst>
            </p:cNvPr>
            <p:cNvSpPr/>
            <p:nvPr/>
          </p:nvSpPr>
          <p:spPr>
            <a:xfrm>
              <a:off x="227952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8">
              <a:extLst>
                <a:ext uri="{FF2B5EF4-FFF2-40B4-BE49-F238E27FC236}">
                  <a16:creationId xmlns:a16="http://schemas.microsoft.com/office/drawing/2014/main" id="{C4711707-99CF-F4AE-AE68-7C69562981B7}"/>
                </a:ext>
              </a:extLst>
            </p:cNvPr>
            <p:cNvSpPr/>
            <p:nvPr/>
          </p:nvSpPr>
          <p:spPr>
            <a:xfrm>
              <a:off x="228896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A50">
                <a:alpha val="100000"/>
              </a:srgbClr>
            </a:solidFill>
            <a:ln w="5420" cap="flat">
              <a:solidFill>
                <a:srgbClr val="20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79">
              <a:extLst>
                <a:ext uri="{FF2B5EF4-FFF2-40B4-BE49-F238E27FC236}">
                  <a16:creationId xmlns:a16="http://schemas.microsoft.com/office/drawing/2014/main" id="{1E4CE799-D29C-E594-69A9-D59C3937A16B}"/>
                </a:ext>
              </a:extLst>
            </p:cNvPr>
            <p:cNvSpPr/>
            <p:nvPr/>
          </p:nvSpPr>
          <p:spPr>
            <a:xfrm>
              <a:off x="229840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0">
              <a:extLst>
                <a:ext uri="{FF2B5EF4-FFF2-40B4-BE49-F238E27FC236}">
                  <a16:creationId xmlns:a16="http://schemas.microsoft.com/office/drawing/2014/main" id="{DA1DD5A2-A3BC-D793-D73B-B1ED323E1C90}"/>
                </a:ext>
              </a:extLst>
            </p:cNvPr>
            <p:cNvSpPr/>
            <p:nvPr/>
          </p:nvSpPr>
          <p:spPr>
            <a:xfrm>
              <a:off x="230784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1">
              <a:extLst>
                <a:ext uri="{FF2B5EF4-FFF2-40B4-BE49-F238E27FC236}">
                  <a16:creationId xmlns:a16="http://schemas.microsoft.com/office/drawing/2014/main" id="{30321967-CF80-EAB2-E89A-4CEE66D634A4}"/>
                </a:ext>
              </a:extLst>
            </p:cNvPr>
            <p:cNvSpPr/>
            <p:nvPr/>
          </p:nvSpPr>
          <p:spPr>
            <a:xfrm>
              <a:off x="231728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2">
              <a:extLst>
                <a:ext uri="{FF2B5EF4-FFF2-40B4-BE49-F238E27FC236}">
                  <a16:creationId xmlns:a16="http://schemas.microsoft.com/office/drawing/2014/main" id="{D67FBD2C-8A92-8227-DD3F-B160E19EFF7E}"/>
                </a:ext>
              </a:extLst>
            </p:cNvPr>
            <p:cNvSpPr/>
            <p:nvPr/>
          </p:nvSpPr>
          <p:spPr>
            <a:xfrm>
              <a:off x="232672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3">
              <a:extLst>
                <a:ext uri="{FF2B5EF4-FFF2-40B4-BE49-F238E27FC236}">
                  <a16:creationId xmlns:a16="http://schemas.microsoft.com/office/drawing/2014/main" id="{2339BE9E-D7F3-0805-4D0A-2722C570E4F4}"/>
                </a:ext>
              </a:extLst>
            </p:cNvPr>
            <p:cNvSpPr/>
            <p:nvPr/>
          </p:nvSpPr>
          <p:spPr>
            <a:xfrm>
              <a:off x="233616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4">
              <a:extLst>
                <a:ext uri="{FF2B5EF4-FFF2-40B4-BE49-F238E27FC236}">
                  <a16:creationId xmlns:a16="http://schemas.microsoft.com/office/drawing/2014/main" id="{138924BF-47F2-B7CD-3133-E2D58F9D62F1}"/>
                </a:ext>
              </a:extLst>
            </p:cNvPr>
            <p:cNvSpPr/>
            <p:nvPr/>
          </p:nvSpPr>
          <p:spPr>
            <a:xfrm>
              <a:off x="234560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5">
              <a:extLst>
                <a:ext uri="{FF2B5EF4-FFF2-40B4-BE49-F238E27FC236}">
                  <a16:creationId xmlns:a16="http://schemas.microsoft.com/office/drawing/2014/main" id="{75FFE51D-A415-F97C-5BA7-4B180B190C34}"/>
                </a:ext>
              </a:extLst>
            </p:cNvPr>
            <p:cNvSpPr/>
            <p:nvPr/>
          </p:nvSpPr>
          <p:spPr>
            <a:xfrm>
              <a:off x="235504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6">
              <a:extLst>
                <a:ext uri="{FF2B5EF4-FFF2-40B4-BE49-F238E27FC236}">
                  <a16:creationId xmlns:a16="http://schemas.microsoft.com/office/drawing/2014/main" id="{4F2AFAE3-CFD1-92B4-DF9C-3CFBF2B96530}"/>
                </a:ext>
              </a:extLst>
            </p:cNvPr>
            <p:cNvSpPr/>
            <p:nvPr/>
          </p:nvSpPr>
          <p:spPr>
            <a:xfrm>
              <a:off x="236448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7">
              <a:extLst>
                <a:ext uri="{FF2B5EF4-FFF2-40B4-BE49-F238E27FC236}">
                  <a16:creationId xmlns:a16="http://schemas.microsoft.com/office/drawing/2014/main" id="{3833A216-4E86-89D0-A658-721C865E3E52}"/>
                </a:ext>
              </a:extLst>
            </p:cNvPr>
            <p:cNvSpPr/>
            <p:nvPr/>
          </p:nvSpPr>
          <p:spPr>
            <a:xfrm>
              <a:off x="237392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8">
              <a:extLst>
                <a:ext uri="{FF2B5EF4-FFF2-40B4-BE49-F238E27FC236}">
                  <a16:creationId xmlns:a16="http://schemas.microsoft.com/office/drawing/2014/main" id="{E03FA52F-0827-9555-7A3E-410FD6B49F60}"/>
                </a:ext>
              </a:extLst>
            </p:cNvPr>
            <p:cNvSpPr/>
            <p:nvPr/>
          </p:nvSpPr>
          <p:spPr>
            <a:xfrm>
              <a:off x="238336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89">
              <a:extLst>
                <a:ext uri="{FF2B5EF4-FFF2-40B4-BE49-F238E27FC236}">
                  <a16:creationId xmlns:a16="http://schemas.microsoft.com/office/drawing/2014/main" id="{8E63C4F3-285C-50EF-8077-82CC8B27459D}"/>
                </a:ext>
              </a:extLst>
            </p:cNvPr>
            <p:cNvSpPr/>
            <p:nvPr/>
          </p:nvSpPr>
          <p:spPr>
            <a:xfrm>
              <a:off x="239280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0">
              <a:extLst>
                <a:ext uri="{FF2B5EF4-FFF2-40B4-BE49-F238E27FC236}">
                  <a16:creationId xmlns:a16="http://schemas.microsoft.com/office/drawing/2014/main" id="{C850DEDA-2AAC-B639-6702-D6BD9CB7237A}"/>
                </a:ext>
              </a:extLst>
            </p:cNvPr>
            <p:cNvSpPr/>
            <p:nvPr/>
          </p:nvSpPr>
          <p:spPr>
            <a:xfrm>
              <a:off x="240224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1">
              <a:extLst>
                <a:ext uri="{FF2B5EF4-FFF2-40B4-BE49-F238E27FC236}">
                  <a16:creationId xmlns:a16="http://schemas.microsoft.com/office/drawing/2014/main" id="{712D5161-400D-3D27-0E26-86B630D95BA8}"/>
                </a:ext>
              </a:extLst>
            </p:cNvPr>
            <p:cNvSpPr/>
            <p:nvPr/>
          </p:nvSpPr>
          <p:spPr>
            <a:xfrm>
              <a:off x="241168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2">
              <a:extLst>
                <a:ext uri="{FF2B5EF4-FFF2-40B4-BE49-F238E27FC236}">
                  <a16:creationId xmlns:a16="http://schemas.microsoft.com/office/drawing/2014/main" id="{FCAD9D0A-3CBE-799A-0FB8-6C95A8A9F3AD}"/>
                </a:ext>
              </a:extLst>
            </p:cNvPr>
            <p:cNvSpPr/>
            <p:nvPr/>
          </p:nvSpPr>
          <p:spPr>
            <a:xfrm>
              <a:off x="242112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3">
              <a:extLst>
                <a:ext uri="{FF2B5EF4-FFF2-40B4-BE49-F238E27FC236}">
                  <a16:creationId xmlns:a16="http://schemas.microsoft.com/office/drawing/2014/main" id="{C9A64F71-034F-D9F8-D992-9D02EAA13984}"/>
                </a:ext>
              </a:extLst>
            </p:cNvPr>
            <p:cNvSpPr/>
            <p:nvPr/>
          </p:nvSpPr>
          <p:spPr>
            <a:xfrm>
              <a:off x="243056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4">
              <a:extLst>
                <a:ext uri="{FF2B5EF4-FFF2-40B4-BE49-F238E27FC236}">
                  <a16:creationId xmlns:a16="http://schemas.microsoft.com/office/drawing/2014/main" id="{901864FE-0784-EE63-12EB-8927E97B3F0C}"/>
                </a:ext>
              </a:extLst>
            </p:cNvPr>
            <p:cNvSpPr/>
            <p:nvPr/>
          </p:nvSpPr>
          <p:spPr>
            <a:xfrm>
              <a:off x="244000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5">
              <a:extLst>
                <a:ext uri="{FF2B5EF4-FFF2-40B4-BE49-F238E27FC236}">
                  <a16:creationId xmlns:a16="http://schemas.microsoft.com/office/drawing/2014/main" id="{5D171FEB-A84F-B4CD-6FEE-C52F934B83FB}"/>
                </a:ext>
              </a:extLst>
            </p:cNvPr>
            <p:cNvSpPr/>
            <p:nvPr/>
          </p:nvSpPr>
          <p:spPr>
            <a:xfrm>
              <a:off x="244944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6">
              <a:extLst>
                <a:ext uri="{FF2B5EF4-FFF2-40B4-BE49-F238E27FC236}">
                  <a16:creationId xmlns:a16="http://schemas.microsoft.com/office/drawing/2014/main" id="{29E1FAF9-287D-F3F4-3436-3FEA995442AF}"/>
                </a:ext>
              </a:extLst>
            </p:cNvPr>
            <p:cNvSpPr/>
            <p:nvPr/>
          </p:nvSpPr>
          <p:spPr>
            <a:xfrm>
              <a:off x="245889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7">
              <a:extLst>
                <a:ext uri="{FF2B5EF4-FFF2-40B4-BE49-F238E27FC236}">
                  <a16:creationId xmlns:a16="http://schemas.microsoft.com/office/drawing/2014/main" id="{954D9E3E-8D8A-F859-53D7-4305781B8A9A}"/>
                </a:ext>
              </a:extLst>
            </p:cNvPr>
            <p:cNvSpPr/>
            <p:nvPr/>
          </p:nvSpPr>
          <p:spPr>
            <a:xfrm>
              <a:off x="246833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8">
              <a:extLst>
                <a:ext uri="{FF2B5EF4-FFF2-40B4-BE49-F238E27FC236}">
                  <a16:creationId xmlns:a16="http://schemas.microsoft.com/office/drawing/2014/main" id="{D4681191-62E6-07B9-4894-E40D0EE3E9A7}"/>
                </a:ext>
              </a:extLst>
            </p:cNvPr>
            <p:cNvSpPr/>
            <p:nvPr/>
          </p:nvSpPr>
          <p:spPr>
            <a:xfrm>
              <a:off x="247777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499">
              <a:extLst>
                <a:ext uri="{FF2B5EF4-FFF2-40B4-BE49-F238E27FC236}">
                  <a16:creationId xmlns:a16="http://schemas.microsoft.com/office/drawing/2014/main" id="{877CF057-ED70-91A8-E0DD-04B036835C22}"/>
                </a:ext>
              </a:extLst>
            </p:cNvPr>
            <p:cNvSpPr/>
            <p:nvPr/>
          </p:nvSpPr>
          <p:spPr>
            <a:xfrm>
              <a:off x="248721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0">
              <a:extLst>
                <a:ext uri="{FF2B5EF4-FFF2-40B4-BE49-F238E27FC236}">
                  <a16:creationId xmlns:a16="http://schemas.microsoft.com/office/drawing/2014/main" id="{D8AD2BAD-CC15-9CA1-FCBA-21B8129E45CD}"/>
                </a:ext>
              </a:extLst>
            </p:cNvPr>
            <p:cNvSpPr/>
            <p:nvPr/>
          </p:nvSpPr>
          <p:spPr>
            <a:xfrm>
              <a:off x="249665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1">
              <a:extLst>
                <a:ext uri="{FF2B5EF4-FFF2-40B4-BE49-F238E27FC236}">
                  <a16:creationId xmlns:a16="http://schemas.microsoft.com/office/drawing/2014/main" id="{9FD22F50-C71B-80D7-EAE9-5A627A15BB1C}"/>
                </a:ext>
              </a:extLst>
            </p:cNvPr>
            <p:cNvSpPr/>
            <p:nvPr/>
          </p:nvSpPr>
          <p:spPr>
            <a:xfrm>
              <a:off x="2515531" y="17461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400" y="903922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2">
              <a:extLst>
                <a:ext uri="{FF2B5EF4-FFF2-40B4-BE49-F238E27FC236}">
                  <a16:creationId xmlns:a16="http://schemas.microsoft.com/office/drawing/2014/main" id="{58500CB4-3C2A-E29B-E2A1-545C45D864D5}"/>
                </a:ext>
              </a:extLst>
            </p:cNvPr>
            <p:cNvSpPr/>
            <p:nvPr/>
          </p:nvSpPr>
          <p:spPr>
            <a:xfrm>
              <a:off x="2515531" y="1746117"/>
              <a:ext cx="917388" cy="914400"/>
            </a:xfrm>
            <a:custGeom>
              <a:avLst/>
              <a:gdLst/>
              <a:ahLst/>
              <a:cxnLst/>
              <a:rect l="0" t="0" r="0" b="0"/>
              <a:pathLst>
                <a:path w="917388" h="914400">
                  <a:moveTo>
                    <a:pt x="914400" y="914400"/>
                  </a:moveTo>
                  <a:lnTo>
                    <a:pt x="914400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3">
              <a:extLst>
                <a:ext uri="{FF2B5EF4-FFF2-40B4-BE49-F238E27FC236}">
                  <a16:creationId xmlns:a16="http://schemas.microsoft.com/office/drawing/2014/main" id="{4783C39C-6BC6-442A-0E02-2020E576DB8F}"/>
                </a:ext>
              </a:extLst>
            </p:cNvPr>
            <p:cNvSpPr/>
            <p:nvPr/>
          </p:nvSpPr>
          <p:spPr>
            <a:xfrm>
              <a:off x="3195228" y="172854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4">
              <a:extLst>
                <a:ext uri="{FF2B5EF4-FFF2-40B4-BE49-F238E27FC236}">
                  <a16:creationId xmlns:a16="http://schemas.microsoft.com/office/drawing/2014/main" id="{E58184F1-9DCA-5D8C-B22D-C3604C76FB79}"/>
                </a:ext>
              </a:extLst>
            </p:cNvPr>
            <p:cNvSpPr/>
            <p:nvPr/>
          </p:nvSpPr>
          <p:spPr>
            <a:xfrm>
              <a:off x="319522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5">
              <a:extLst>
                <a:ext uri="{FF2B5EF4-FFF2-40B4-BE49-F238E27FC236}">
                  <a16:creationId xmlns:a16="http://schemas.microsoft.com/office/drawing/2014/main" id="{1404F503-867D-6AF8-2858-AC6B1D4C88F0}"/>
                </a:ext>
              </a:extLst>
            </p:cNvPr>
            <p:cNvSpPr/>
            <p:nvPr/>
          </p:nvSpPr>
          <p:spPr>
            <a:xfrm>
              <a:off x="320466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6">
              <a:extLst>
                <a:ext uri="{FF2B5EF4-FFF2-40B4-BE49-F238E27FC236}">
                  <a16:creationId xmlns:a16="http://schemas.microsoft.com/office/drawing/2014/main" id="{EC50DC79-251C-4B24-E55F-584699EC0C78}"/>
                </a:ext>
              </a:extLst>
            </p:cNvPr>
            <p:cNvSpPr/>
            <p:nvPr/>
          </p:nvSpPr>
          <p:spPr>
            <a:xfrm>
              <a:off x="321410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7">
              <a:extLst>
                <a:ext uri="{FF2B5EF4-FFF2-40B4-BE49-F238E27FC236}">
                  <a16:creationId xmlns:a16="http://schemas.microsoft.com/office/drawing/2014/main" id="{2CFA5C37-A2EB-2109-B0FD-53EE26B8A192}"/>
                </a:ext>
              </a:extLst>
            </p:cNvPr>
            <p:cNvSpPr/>
            <p:nvPr/>
          </p:nvSpPr>
          <p:spPr>
            <a:xfrm>
              <a:off x="322354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8">
              <a:extLst>
                <a:ext uri="{FF2B5EF4-FFF2-40B4-BE49-F238E27FC236}">
                  <a16:creationId xmlns:a16="http://schemas.microsoft.com/office/drawing/2014/main" id="{9ADE4F94-A97F-B574-A129-7237254128C9}"/>
                </a:ext>
              </a:extLst>
            </p:cNvPr>
            <p:cNvSpPr/>
            <p:nvPr/>
          </p:nvSpPr>
          <p:spPr>
            <a:xfrm>
              <a:off x="323298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09">
              <a:extLst>
                <a:ext uri="{FF2B5EF4-FFF2-40B4-BE49-F238E27FC236}">
                  <a16:creationId xmlns:a16="http://schemas.microsoft.com/office/drawing/2014/main" id="{BE0EBB29-8937-68F1-1D6C-97F9A5BA0B82}"/>
                </a:ext>
              </a:extLst>
            </p:cNvPr>
            <p:cNvSpPr/>
            <p:nvPr/>
          </p:nvSpPr>
          <p:spPr>
            <a:xfrm>
              <a:off x="324242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0">
              <a:extLst>
                <a:ext uri="{FF2B5EF4-FFF2-40B4-BE49-F238E27FC236}">
                  <a16:creationId xmlns:a16="http://schemas.microsoft.com/office/drawing/2014/main" id="{B376F48B-78EA-1F27-6CBF-9D83062A7799}"/>
                </a:ext>
              </a:extLst>
            </p:cNvPr>
            <p:cNvSpPr/>
            <p:nvPr/>
          </p:nvSpPr>
          <p:spPr>
            <a:xfrm>
              <a:off x="325187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1">
              <a:extLst>
                <a:ext uri="{FF2B5EF4-FFF2-40B4-BE49-F238E27FC236}">
                  <a16:creationId xmlns:a16="http://schemas.microsoft.com/office/drawing/2014/main" id="{9F9A9AC4-1978-9CEA-F3AB-E177708C71EE}"/>
                </a:ext>
              </a:extLst>
            </p:cNvPr>
            <p:cNvSpPr/>
            <p:nvPr/>
          </p:nvSpPr>
          <p:spPr>
            <a:xfrm>
              <a:off x="326131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2">
              <a:extLst>
                <a:ext uri="{FF2B5EF4-FFF2-40B4-BE49-F238E27FC236}">
                  <a16:creationId xmlns:a16="http://schemas.microsoft.com/office/drawing/2014/main" id="{8819611C-1DA5-461F-EA59-AE9A5FD0AD48}"/>
                </a:ext>
              </a:extLst>
            </p:cNvPr>
            <p:cNvSpPr/>
            <p:nvPr/>
          </p:nvSpPr>
          <p:spPr>
            <a:xfrm>
              <a:off x="327075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3">
              <a:extLst>
                <a:ext uri="{FF2B5EF4-FFF2-40B4-BE49-F238E27FC236}">
                  <a16:creationId xmlns:a16="http://schemas.microsoft.com/office/drawing/2014/main" id="{6DA70BD8-629D-5B26-A216-3B6A95E4C8A8}"/>
                </a:ext>
              </a:extLst>
            </p:cNvPr>
            <p:cNvSpPr/>
            <p:nvPr/>
          </p:nvSpPr>
          <p:spPr>
            <a:xfrm>
              <a:off x="328019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4">
              <a:extLst>
                <a:ext uri="{FF2B5EF4-FFF2-40B4-BE49-F238E27FC236}">
                  <a16:creationId xmlns:a16="http://schemas.microsoft.com/office/drawing/2014/main" id="{4152A1C5-556A-C29C-630A-E291649E14E1}"/>
                </a:ext>
              </a:extLst>
            </p:cNvPr>
            <p:cNvSpPr/>
            <p:nvPr/>
          </p:nvSpPr>
          <p:spPr>
            <a:xfrm>
              <a:off x="328963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5">
              <a:extLst>
                <a:ext uri="{FF2B5EF4-FFF2-40B4-BE49-F238E27FC236}">
                  <a16:creationId xmlns:a16="http://schemas.microsoft.com/office/drawing/2014/main" id="{DF7D22AC-4360-8FA2-8F7F-A0833DB5A637}"/>
                </a:ext>
              </a:extLst>
            </p:cNvPr>
            <p:cNvSpPr/>
            <p:nvPr/>
          </p:nvSpPr>
          <p:spPr>
            <a:xfrm>
              <a:off x="329907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6">
              <a:extLst>
                <a:ext uri="{FF2B5EF4-FFF2-40B4-BE49-F238E27FC236}">
                  <a16:creationId xmlns:a16="http://schemas.microsoft.com/office/drawing/2014/main" id="{7FA7B677-0207-A6BF-82C7-BCE70AD8C69E}"/>
                </a:ext>
              </a:extLst>
            </p:cNvPr>
            <p:cNvSpPr/>
            <p:nvPr/>
          </p:nvSpPr>
          <p:spPr>
            <a:xfrm>
              <a:off x="330851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7">
              <a:extLst>
                <a:ext uri="{FF2B5EF4-FFF2-40B4-BE49-F238E27FC236}">
                  <a16:creationId xmlns:a16="http://schemas.microsoft.com/office/drawing/2014/main" id="{9075240C-25D7-236C-0D80-F42B588CB563}"/>
                </a:ext>
              </a:extLst>
            </p:cNvPr>
            <p:cNvSpPr/>
            <p:nvPr/>
          </p:nvSpPr>
          <p:spPr>
            <a:xfrm>
              <a:off x="331795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8">
              <a:extLst>
                <a:ext uri="{FF2B5EF4-FFF2-40B4-BE49-F238E27FC236}">
                  <a16:creationId xmlns:a16="http://schemas.microsoft.com/office/drawing/2014/main" id="{FF99FFDC-A8D9-082D-EB6E-B8A37C521C98}"/>
                </a:ext>
              </a:extLst>
            </p:cNvPr>
            <p:cNvSpPr/>
            <p:nvPr/>
          </p:nvSpPr>
          <p:spPr>
            <a:xfrm>
              <a:off x="332739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19">
              <a:extLst>
                <a:ext uri="{FF2B5EF4-FFF2-40B4-BE49-F238E27FC236}">
                  <a16:creationId xmlns:a16="http://schemas.microsoft.com/office/drawing/2014/main" id="{54501001-E3C3-D762-027E-B82515C16152}"/>
                </a:ext>
              </a:extLst>
            </p:cNvPr>
            <p:cNvSpPr/>
            <p:nvPr/>
          </p:nvSpPr>
          <p:spPr>
            <a:xfrm>
              <a:off x="333683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0">
              <a:extLst>
                <a:ext uri="{FF2B5EF4-FFF2-40B4-BE49-F238E27FC236}">
                  <a16:creationId xmlns:a16="http://schemas.microsoft.com/office/drawing/2014/main" id="{2F96F633-7303-9C13-9515-F8A007EDA8E4}"/>
                </a:ext>
              </a:extLst>
            </p:cNvPr>
            <p:cNvSpPr/>
            <p:nvPr/>
          </p:nvSpPr>
          <p:spPr>
            <a:xfrm>
              <a:off x="334627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1">
              <a:extLst>
                <a:ext uri="{FF2B5EF4-FFF2-40B4-BE49-F238E27FC236}">
                  <a16:creationId xmlns:a16="http://schemas.microsoft.com/office/drawing/2014/main" id="{8C2FCCDA-DD21-18E5-79A9-4C1226F89E6C}"/>
                </a:ext>
              </a:extLst>
            </p:cNvPr>
            <p:cNvSpPr/>
            <p:nvPr/>
          </p:nvSpPr>
          <p:spPr>
            <a:xfrm>
              <a:off x="335571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2">
              <a:extLst>
                <a:ext uri="{FF2B5EF4-FFF2-40B4-BE49-F238E27FC236}">
                  <a16:creationId xmlns:a16="http://schemas.microsoft.com/office/drawing/2014/main" id="{EA4C2C2D-720B-75FE-79F8-47345740DBF9}"/>
                </a:ext>
              </a:extLst>
            </p:cNvPr>
            <p:cNvSpPr/>
            <p:nvPr/>
          </p:nvSpPr>
          <p:spPr>
            <a:xfrm>
              <a:off x="336515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3">
              <a:extLst>
                <a:ext uri="{FF2B5EF4-FFF2-40B4-BE49-F238E27FC236}">
                  <a16:creationId xmlns:a16="http://schemas.microsoft.com/office/drawing/2014/main" id="{8BF2B441-5813-72EC-23F0-F0026298DC58}"/>
                </a:ext>
              </a:extLst>
            </p:cNvPr>
            <p:cNvSpPr/>
            <p:nvPr/>
          </p:nvSpPr>
          <p:spPr>
            <a:xfrm>
              <a:off x="337459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4">
              <a:extLst>
                <a:ext uri="{FF2B5EF4-FFF2-40B4-BE49-F238E27FC236}">
                  <a16:creationId xmlns:a16="http://schemas.microsoft.com/office/drawing/2014/main" id="{3136DAA0-3936-0EE9-73BF-A6CFD63B47AD}"/>
                </a:ext>
              </a:extLst>
            </p:cNvPr>
            <p:cNvSpPr/>
            <p:nvPr/>
          </p:nvSpPr>
          <p:spPr>
            <a:xfrm>
              <a:off x="338403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5">
              <a:extLst>
                <a:ext uri="{FF2B5EF4-FFF2-40B4-BE49-F238E27FC236}">
                  <a16:creationId xmlns:a16="http://schemas.microsoft.com/office/drawing/2014/main" id="{E1E3E0F8-F117-B2B8-CE4F-7E10D47D4CB1}"/>
                </a:ext>
              </a:extLst>
            </p:cNvPr>
            <p:cNvSpPr/>
            <p:nvPr/>
          </p:nvSpPr>
          <p:spPr>
            <a:xfrm>
              <a:off x="339347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6">
              <a:extLst>
                <a:ext uri="{FF2B5EF4-FFF2-40B4-BE49-F238E27FC236}">
                  <a16:creationId xmlns:a16="http://schemas.microsoft.com/office/drawing/2014/main" id="{1B1BF632-16B8-EB7A-5B13-D27B9E9AF6DC}"/>
                </a:ext>
              </a:extLst>
            </p:cNvPr>
            <p:cNvSpPr/>
            <p:nvPr/>
          </p:nvSpPr>
          <p:spPr>
            <a:xfrm>
              <a:off x="340291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7">
              <a:extLst>
                <a:ext uri="{FF2B5EF4-FFF2-40B4-BE49-F238E27FC236}">
                  <a16:creationId xmlns:a16="http://schemas.microsoft.com/office/drawing/2014/main" id="{AC62D87F-B338-98AE-70BE-D8A44DC63730}"/>
                </a:ext>
              </a:extLst>
            </p:cNvPr>
            <p:cNvSpPr/>
            <p:nvPr/>
          </p:nvSpPr>
          <p:spPr>
            <a:xfrm>
              <a:off x="341235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8">
              <a:extLst>
                <a:ext uri="{FF2B5EF4-FFF2-40B4-BE49-F238E27FC236}">
                  <a16:creationId xmlns:a16="http://schemas.microsoft.com/office/drawing/2014/main" id="{FF69F4D0-6C44-2280-F8A4-456CF3530E9D}"/>
                </a:ext>
              </a:extLst>
            </p:cNvPr>
            <p:cNvSpPr/>
            <p:nvPr/>
          </p:nvSpPr>
          <p:spPr>
            <a:xfrm>
              <a:off x="342179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29">
              <a:extLst>
                <a:ext uri="{FF2B5EF4-FFF2-40B4-BE49-F238E27FC236}">
                  <a16:creationId xmlns:a16="http://schemas.microsoft.com/office/drawing/2014/main" id="{5B5E313F-C6F2-E63C-8344-8AA264E32084}"/>
                </a:ext>
              </a:extLst>
            </p:cNvPr>
            <p:cNvSpPr/>
            <p:nvPr/>
          </p:nvSpPr>
          <p:spPr>
            <a:xfrm>
              <a:off x="343123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0">
              <a:extLst>
                <a:ext uri="{FF2B5EF4-FFF2-40B4-BE49-F238E27FC236}">
                  <a16:creationId xmlns:a16="http://schemas.microsoft.com/office/drawing/2014/main" id="{B628F175-2EE2-4A03-F5B1-DC5A25726982}"/>
                </a:ext>
              </a:extLst>
            </p:cNvPr>
            <p:cNvSpPr/>
            <p:nvPr/>
          </p:nvSpPr>
          <p:spPr>
            <a:xfrm>
              <a:off x="3440674" y="1746117"/>
              <a:ext cx="919810" cy="914400"/>
            </a:xfrm>
            <a:custGeom>
              <a:avLst/>
              <a:gdLst/>
              <a:ahLst/>
              <a:cxnLst/>
              <a:rect l="0" t="0" r="0" b="0"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1">
              <a:extLst>
                <a:ext uri="{FF2B5EF4-FFF2-40B4-BE49-F238E27FC236}">
                  <a16:creationId xmlns:a16="http://schemas.microsoft.com/office/drawing/2014/main" id="{C3D151AB-7D4B-A8BD-9AA1-C062EB36F040}"/>
                </a:ext>
              </a:extLst>
            </p:cNvPr>
            <p:cNvSpPr/>
            <p:nvPr/>
          </p:nvSpPr>
          <p:spPr>
            <a:xfrm>
              <a:off x="2204003" y="1710977"/>
              <a:ext cx="914400" cy="918402"/>
            </a:xfrm>
            <a:custGeom>
              <a:avLst/>
              <a:gdLst/>
              <a:ahLst/>
              <a:cxnLst/>
              <a:rect l="0" t="0" r="0" b="0"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2">
              <a:extLst>
                <a:ext uri="{FF2B5EF4-FFF2-40B4-BE49-F238E27FC236}">
                  <a16:creationId xmlns:a16="http://schemas.microsoft.com/office/drawing/2014/main" id="{5FDD35BF-261F-2AE0-87A6-B9247BCFDAD4}"/>
                </a:ext>
              </a:extLst>
            </p:cNvPr>
            <p:cNvSpPr/>
            <p:nvPr/>
          </p:nvSpPr>
          <p:spPr>
            <a:xfrm>
              <a:off x="220400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3">
              <a:extLst>
                <a:ext uri="{FF2B5EF4-FFF2-40B4-BE49-F238E27FC236}">
                  <a16:creationId xmlns:a16="http://schemas.microsoft.com/office/drawing/2014/main" id="{BA2DF700-FDE4-BE07-8895-9912D618AA7D}"/>
                </a:ext>
              </a:extLst>
            </p:cNvPr>
            <p:cNvSpPr/>
            <p:nvPr/>
          </p:nvSpPr>
          <p:spPr>
            <a:xfrm>
              <a:off x="221344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4">
              <a:extLst>
                <a:ext uri="{FF2B5EF4-FFF2-40B4-BE49-F238E27FC236}">
                  <a16:creationId xmlns:a16="http://schemas.microsoft.com/office/drawing/2014/main" id="{E4F11DC6-7AF4-997C-F81C-CEF537749993}"/>
                </a:ext>
              </a:extLst>
            </p:cNvPr>
            <p:cNvSpPr/>
            <p:nvPr/>
          </p:nvSpPr>
          <p:spPr>
            <a:xfrm>
              <a:off x="222288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5">
              <a:extLst>
                <a:ext uri="{FF2B5EF4-FFF2-40B4-BE49-F238E27FC236}">
                  <a16:creationId xmlns:a16="http://schemas.microsoft.com/office/drawing/2014/main" id="{ACFDB486-1E75-5CCA-45A1-AABA55DC127A}"/>
                </a:ext>
              </a:extLst>
            </p:cNvPr>
            <p:cNvSpPr/>
            <p:nvPr/>
          </p:nvSpPr>
          <p:spPr>
            <a:xfrm>
              <a:off x="223232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6">
              <a:extLst>
                <a:ext uri="{FF2B5EF4-FFF2-40B4-BE49-F238E27FC236}">
                  <a16:creationId xmlns:a16="http://schemas.microsoft.com/office/drawing/2014/main" id="{89EA4AC9-8A05-CFAB-22DD-A6401D6D5372}"/>
                </a:ext>
              </a:extLst>
            </p:cNvPr>
            <p:cNvSpPr/>
            <p:nvPr/>
          </p:nvSpPr>
          <p:spPr>
            <a:xfrm>
              <a:off x="224176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7">
              <a:extLst>
                <a:ext uri="{FF2B5EF4-FFF2-40B4-BE49-F238E27FC236}">
                  <a16:creationId xmlns:a16="http://schemas.microsoft.com/office/drawing/2014/main" id="{597284AC-B6CE-2A11-D989-2770DFD3B717}"/>
                </a:ext>
              </a:extLst>
            </p:cNvPr>
            <p:cNvSpPr/>
            <p:nvPr/>
          </p:nvSpPr>
          <p:spPr>
            <a:xfrm>
              <a:off x="225120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8">
              <a:extLst>
                <a:ext uri="{FF2B5EF4-FFF2-40B4-BE49-F238E27FC236}">
                  <a16:creationId xmlns:a16="http://schemas.microsoft.com/office/drawing/2014/main" id="{AC56D2FC-851C-5023-6B93-3A653AA669D7}"/>
                </a:ext>
              </a:extLst>
            </p:cNvPr>
            <p:cNvSpPr/>
            <p:nvPr/>
          </p:nvSpPr>
          <p:spPr>
            <a:xfrm>
              <a:off x="226064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39">
              <a:extLst>
                <a:ext uri="{FF2B5EF4-FFF2-40B4-BE49-F238E27FC236}">
                  <a16:creationId xmlns:a16="http://schemas.microsoft.com/office/drawing/2014/main" id="{61BAF6B5-7277-9BD1-51EE-8948152CE707}"/>
                </a:ext>
              </a:extLst>
            </p:cNvPr>
            <p:cNvSpPr/>
            <p:nvPr/>
          </p:nvSpPr>
          <p:spPr>
            <a:xfrm>
              <a:off x="227008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0">
              <a:extLst>
                <a:ext uri="{FF2B5EF4-FFF2-40B4-BE49-F238E27FC236}">
                  <a16:creationId xmlns:a16="http://schemas.microsoft.com/office/drawing/2014/main" id="{AABD445B-C352-D9BF-9D9A-2D64BCBA0C0A}"/>
                </a:ext>
              </a:extLst>
            </p:cNvPr>
            <p:cNvSpPr/>
            <p:nvPr/>
          </p:nvSpPr>
          <p:spPr>
            <a:xfrm>
              <a:off x="227952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1">
              <a:extLst>
                <a:ext uri="{FF2B5EF4-FFF2-40B4-BE49-F238E27FC236}">
                  <a16:creationId xmlns:a16="http://schemas.microsoft.com/office/drawing/2014/main" id="{34822E60-143C-2ADA-4BC7-C39B747AEE71}"/>
                </a:ext>
              </a:extLst>
            </p:cNvPr>
            <p:cNvSpPr/>
            <p:nvPr/>
          </p:nvSpPr>
          <p:spPr>
            <a:xfrm>
              <a:off x="228896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2">
              <a:extLst>
                <a:ext uri="{FF2B5EF4-FFF2-40B4-BE49-F238E27FC236}">
                  <a16:creationId xmlns:a16="http://schemas.microsoft.com/office/drawing/2014/main" id="{0A3699C2-1612-F1FB-D0AC-7A775E5F66EF}"/>
                </a:ext>
              </a:extLst>
            </p:cNvPr>
            <p:cNvSpPr/>
            <p:nvPr/>
          </p:nvSpPr>
          <p:spPr>
            <a:xfrm>
              <a:off x="229840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3">
              <a:extLst>
                <a:ext uri="{FF2B5EF4-FFF2-40B4-BE49-F238E27FC236}">
                  <a16:creationId xmlns:a16="http://schemas.microsoft.com/office/drawing/2014/main" id="{4139BA3F-E59A-8747-D328-F169ECF0A956}"/>
                </a:ext>
              </a:extLst>
            </p:cNvPr>
            <p:cNvSpPr/>
            <p:nvPr/>
          </p:nvSpPr>
          <p:spPr>
            <a:xfrm>
              <a:off x="230784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4">
              <a:extLst>
                <a:ext uri="{FF2B5EF4-FFF2-40B4-BE49-F238E27FC236}">
                  <a16:creationId xmlns:a16="http://schemas.microsoft.com/office/drawing/2014/main" id="{6D4F3098-BB68-72C3-68D9-386CAC45939A}"/>
                </a:ext>
              </a:extLst>
            </p:cNvPr>
            <p:cNvSpPr/>
            <p:nvPr/>
          </p:nvSpPr>
          <p:spPr>
            <a:xfrm>
              <a:off x="231728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5">
              <a:extLst>
                <a:ext uri="{FF2B5EF4-FFF2-40B4-BE49-F238E27FC236}">
                  <a16:creationId xmlns:a16="http://schemas.microsoft.com/office/drawing/2014/main" id="{AA6948BA-6896-E7DB-D4A0-17CA985B5EC5}"/>
                </a:ext>
              </a:extLst>
            </p:cNvPr>
            <p:cNvSpPr/>
            <p:nvPr/>
          </p:nvSpPr>
          <p:spPr>
            <a:xfrm>
              <a:off x="232672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6">
              <a:extLst>
                <a:ext uri="{FF2B5EF4-FFF2-40B4-BE49-F238E27FC236}">
                  <a16:creationId xmlns:a16="http://schemas.microsoft.com/office/drawing/2014/main" id="{BC94AB85-16D3-AEBE-5E87-6192E2D8C97B}"/>
                </a:ext>
              </a:extLst>
            </p:cNvPr>
            <p:cNvSpPr/>
            <p:nvPr/>
          </p:nvSpPr>
          <p:spPr>
            <a:xfrm>
              <a:off x="233616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7">
              <a:extLst>
                <a:ext uri="{FF2B5EF4-FFF2-40B4-BE49-F238E27FC236}">
                  <a16:creationId xmlns:a16="http://schemas.microsoft.com/office/drawing/2014/main" id="{1B51561D-11BB-5FE7-D5FD-7D378906F20C}"/>
                </a:ext>
              </a:extLst>
            </p:cNvPr>
            <p:cNvSpPr/>
            <p:nvPr/>
          </p:nvSpPr>
          <p:spPr>
            <a:xfrm>
              <a:off x="234560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8">
              <a:extLst>
                <a:ext uri="{FF2B5EF4-FFF2-40B4-BE49-F238E27FC236}">
                  <a16:creationId xmlns:a16="http://schemas.microsoft.com/office/drawing/2014/main" id="{E08B5DC1-371A-0E22-30A8-8ED931BC958B}"/>
                </a:ext>
              </a:extLst>
            </p:cNvPr>
            <p:cNvSpPr/>
            <p:nvPr/>
          </p:nvSpPr>
          <p:spPr>
            <a:xfrm>
              <a:off x="235504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49">
              <a:extLst>
                <a:ext uri="{FF2B5EF4-FFF2-40B4-BE49-F238E27FC236}">
                  <a16:creationId xmlns:a16="http://schemas.microsoft.com/office/drawing/2014/main" id="{98B72B1A-0DA1-6BE1-992F-5318A78A88DF}"/>
                </a:ext>
              </a:extLst>
            </p:cNvPr>
            <p:cNvSpPr/>
            <p:nvPr/>
          </p:nvSpPr>
          <p:spPr>
            <a:xfrm>
              <a:off x="236448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0">
              <a:extLst>
                <a:ext uri="{FF2B5EF4-FFF2-40B4-BE49-F238E27FC236}">
                  <a16:creationId xmlns:a16="http://schemas.microsoft.com/office/drawing/2014/main" id="{A6664CD6-7A70-8D8F-38A7-DC23BD051D85}"/>
                </a:ext>
              </a:extLst>
            </p:cNvPr>
            <p:cNvSpPr/>
            <p:nvPr/>
          </p:nvSpPr>
          <p:spPr>
            <a:xfrm>
              <a:off x="237392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1">
              <a:extLst>
                <a:ext uri="{FF2B5EF4-FFF2-40B4-BE49-F238E27FC236}">
                  <a16:creationId xmlns:a16="http://schemas.microsoft.com/office/drawing/2014/main" id="{7B786E40-7848-8D95-B3AA-AC418E76835A}"/>
                </a:ext>
              </a:extLst>
            </p:cNvPr>
            <p:cNvSpPr/>
            <p:nvPr/>
          </p:nvSpPr>
          <p:spPr>
            <a:xfrm>
              <a:off x="238336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2">
              <a:extLst>
                <a:ext uri="{FF2B5EF4-FFF2-40B4-BE49-F238E27FC236}">
                  <a16:creationId xmlns:a16="http://schemas.microsoft.com/office/drawing/2014/main" id="{215A8C93-509C-486F-F88F-502C4DE2D42A}"/>
                </a:ext>
              </a:extLst>
            </p:cNvPr>
            <p:cNvSpPr/>
            <p:nvPr/>
          </p:nvSpPr>
          <p:spPr>
            <a:xfrm>
              <a:off x="239280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3">
              <a:extLst>
                <a:ext uri="{FF2B5EF4-FFF2-40B4-BE49-F238E27FC236}">
                  <a16:creationId xmlns:a16="http://schemas.microsoft.com/office/drawing/2014/main" id="{9BF464E3-A1F7-CA8E-4018-DA8853E77D17}"/>
                </a:ext>
              </a:extLst>
            </p:cNvPr>
            <p:cNvSpPr/>
            <p:nvPr/>
          </p:nvSpPr>
          <p:spPr>
            <a:xfrm>
              <a:off x="240224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4">
              <a:extLst>
                <a:ext uri="{FF2B5EF4-FFF2-40B4-BE49-F238E27FC236}">
                  <a16:creationId xmlns:a16="http://schemas.microsoft.com/office/drawing/2014/main" id="{C1AA540B-B4AF-6D01-E065-D2FB03D7009F}"/>
                </a:ext>
              </a:extLst>
            </p:cNvPr>
            <p:cNvSpPr/>
            <p:nvPr/>
          </p:nvSpPr>
          <p:spPr>
            <a:xfrm>
              <a:off x="241168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5">
              <a:extLst>
                <a:ext uri="{FF2B5EF4-FFF2-40B4-BE49-F238E27FC236}">
                  <a16:creationId xmlns:a16="http://schemas.microsoft.com/office/drawing/2014/main" id="{99A139CD-2AF9-F084-4DEF-8FED63D241D6}"/>
                </a:ext>
              </a:extLst>
            </p:cNvPr>
            <p:cNvSpPr/>
            <p:nvPr/>
          </p:nvSpPr>
          <p:spPr>
            <a:xfrm>
              <a:off x="242112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6">
              <a:extLst>
                <a:ext uri="{FF2B5EF4-FFF2-40B4-BE49-F238E27FC236}">
                  <a16:creationId xmlns:a16="http://schemas.microsoft.com/office/drawing/2014/main" id="{8F172E8B-F938-E2DF-C281-5CA6160EE443}"/>
                </a:ext>
              </a:extLst>
            </p:cNvPr>
            <p:cNvSpPr/>
            <p:nvPr/>
          </p:nvSpPr>
          <p:spPr>
            <a:xfrm>
              <a:off x="243056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7">
              <a:extLst>
                <a:ext uri="{FF2B5EF4-FFF2-40B4-BE49-F238E27FC236}">
                  <a16:creationId xmlns:a16="http://schemas.microsoft.com/office/drawing/2014/main" id="{7E3A3E78-22DE-560B-60B7-44915673B580}"/>
                </a:ext>
              </a:extLst>
            </p:cNvPr>
            <p:cNvSpPr/>
            <p:nvPr/>
          </p:nvSpPr>
          <p:spPr>
            <a:xfrm>
              <a:off x="244000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8">
              <a:extLst>
                <a:ext uri="{FF2B5EF4-FFF2-40B4-BE49-F238E27FC236}">
                  <a16:creationId xmlns:a16="http://schemas.microsoft.com/office/drawing/2014/main" id="{DBFF0BE0-BF7B-7E79-334D-C7B6925C8831}"/>
                </a:ext>
              </a:extLst>
            </p:cNvPr>
            <p:cNvSpPr/>
            <p:nvPr/>
          </p:nvSpPr>
          <p:spPr>
            <a:xfrm>
              <a:off x="244944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59">
              <a:extLst>
                <a:ext uri="{FF2B5EF4-FFF2-40B4-BE49-F238E27FC236}">
                  <a16:creationId xmlns:a16="http://schemas.microsoft.com/office/drawing/2014/main" id="{6273457C-6093-C5B8-0249-EE221D2AD94D}"/>
                </a:ext>
              </a:extLst>
            </p:cNvPr>
            <p:cNvSpPr/>
            <p:nvPr/>
          </p:nvSpPr>
          <p:spPr>
            <a:xfrm>
              <a:off x="245889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0">
              <a:extLst>
                <a:ext uri="{FF2B5EF4-FFF2-40B4-BE49-F238E27FC236}">
                  <a16:creationId xmlns:a16="http://schemas.microsoft.com/office/drawing/2014/main" id="{EDC3FEE9-EC63-AF24-9B4A-2D212BF0C945}"/>
                </a:ext>
              </a:extLst>
            </p:cNvPr>
            <p:cNvSpPr/>
            <p:nvPr/>
          </p:nvSpPr>
          <p:spPr>
            <a:xfrm>
              <a:off x="246833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1">
              <a:extLst>
                <a:ext uri="{FF2B5EF4-FFF2-40B4-BE49-F238E27FC236}">
                  <a16:creationId xmlns:a16="http://schemas.microsoft.com/office/drawing/2014/main" id="{F3BE2AB3-5A6D-6901-92A9-993A8E6FD638}"/>
                </a:ext>
              </a:extLst>
            </p:cNvPr>
            <p:cNvSpPr/>
            <p:nvPr/>
          </p:nvSpPr>
          <p:spPr>
            <a:xfrm>
              <a:off x="247777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2">
              <a:extLst>
                <a:ext uri="{FF2B5EF4-FFF2-40B4-BE49-F238E27FC236}">
                  <a16:creationId xmlns:a16="http://schemas.microsoft.com/office/drawing/2014/main" id="{AEB560B4-3C37-46CC-1592-34013055E673}"/>
                </a:ext>
              </a:extLst>
            </p:cNvPr>
            <p:cNvSpPr/>
            <p:nvPr/>
          </p:nvSpPr>
          <p:spPr>
            <a:xfrm>
              <a:off x="248721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3">
              <a:extLst>
                <a:ext uri="{FF2B5EF4-FFF2-40B4-BE49-F238E27FC236}">
                  <a16:creationId xmlns:a16="http://schemas.microsoft.com/office/drawing/2014/main" id="{F0883F16-E97D-FB9E-D933-16F9AA571FEF}"/>
                </a:ext>
              </a:extLst>
            </p:cNvPr>
            <p:cNvSpPr/>
            <p:nvPr/>
          </p:nvSpPr>
          <p:spPr>
            <a:xfrm>
              <a:off x="249665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4">
              <a:extLst>
                <a:ext uri="{FF2B5EF4-FFF2-40B4-BE49-F238E27FC236}">
                  <a16:creationId xmlns:a16="http://schemas.microsoft.com/office/drawing/2014/main" id="{C8E0C107-CC5E-AFEE-B216-D19AB5EAF702}"/>
                </a:ext>
              </a:extLst>
            </p:cNvPr>
            <p:cNvSpPr/>
            <p:nvPr/>
          </p:nvSpPr>
          <p:spPr>
            <a:xfrm>
              <a:off x="2506091" y="1728547"/>
              <a:ext cx="921542" cy="914400"/>
            </a:xfrm>
            <a:custGeom>
              <a:avLst/>
              <a:gdLst/>
              <a:ahLst/>
              <a:cxnLst/>
              <a:rect l="0" t="0" r="0" b="0"/>
              <a:pathLst>
                <a:path w="92154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5">
              <a:extLst>
                <a:ext uri="{FF2B5EF4-FFF2-40B4-BE49-F238E27FC236}">
                  <a16:creationId xmlns:a16="http://schemas.microsoft.com/office/drawing/2014/main" id="{EF113EB3-9ECE-47F7-E238-E941E42B9E3E}"/>
                </a:ext>
              </a:extLst>
            </p:cNvPr>
            <p:cNvSpPr/>
            <p:nvPr/>
          </p:nvSpPr>
          <p:spPr>
            <a:xfrm>
              <a:off x="3195228" y="172854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400" y="899263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6">
              <a:extLst>
                <a:ext uri="{FF2B5EF4-FFF2-40B4-BE49-F238E27FC236}">
                  <a16:creationId xmlns:a16="http://schemas.microsoft.com/office/drawing/2014/main" id="{E4CB1D19-5870-6739-27F4-2D86F80296B9}"/>
                </a:ext>
              </a:extLst>
            </p:cNvPr>
            <p:cNvSpPr/>
            <p:nvPr/>
          </p:nvSpPr>
          <p:spPr>
            <a:xfrm>
              <a:off x="3204668" y="171097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7">
              <a:extLst>
                <a:ext uri="{FF2B5EF4-FFF2-40B4-BE49-F238E27FC236}">
                  <a16:creationId xmlns:a16="http://schemas.microsoft.com/office/drawing/2014/main" id="{4E7C642B-632B-52A0-F875-2107533B0CB4}"/>
                </a:ext>
              </a:extLst>
            </p:cNvPr>
            <p:cNvSpPr/>
            <p:nvPr/>
          </p:nvSpPr>
          <p:spPr>
            <a:xfrm>
              <a:off x="320466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8">
              <a:extLst>
                <a:ext uri="{FF2B5EF4-FFF2-40B4-BE49-F238E27FC236}">
                  <a16:creationId xmlns:a16="http://schemas.microsoft.com/office/drawing/2014/main" id="{B05F5B6C-1EE6-B30C-A97A-656DED14BDD1}"/>
                </a:ext>
              </a:extLst>
            </p:cNvPr>
            <p:cNvSpPr/>
            <p:nvPr/>
          </p:nvSpPr>
          <p:spPr>
            <a:xfrm>
              <a:off x="321410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69">
              <a:extLst>
                <a:ext uri="{FF2B5EF4-FFF2-40B4-BE49-F238E27FC236}">
                  <a16:creationId xmlns:a16="http://schemas.microsoft.com/office/drawing/2014/main" id="{1E3A0821-53B7-D446-2BA0-885152FE97A9}"/>
                </a:ext>
              </a:extLst>
            </p:cNvPr>
            <p:cNvSpPr/>
            <p:nvPr/>
          </p:nvSpPr>
          <p:spPr>
            <a:xfrm>
              <a:off x="322354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0">
              <a:extLst>
                <a:ext uri="{FF2B5EF4-FFF2-40B4-BE49-F238E27FC236}">
                  <a16:creationId xmlns:a16="http://schemas.microsoft.com/office/drawing/2014/main" id="{BB9CE6A4-9479-607A-9E9B-B18209DFF61F}"/>
                </a:ext>
              </a:extLst>
            </p:cNvPr>
            <p:cNvSpPr/>
            <p:nvPr/>
          </p:nvSpPr>
          <p:spPr>
            <a:xfrm>
              <a:off x="323298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1">
              <a:extLst>
                <a:ext uri="{FF2B5EF4-FFF2-40B4-BE49-F238E27FC236}">
                  <a16:creationId xmlns:a16="http://schemas.microsoft.com/office/drawing/2014/main" id="{B1E7CB85-9490-D6E4-D8B8-61C7C91F4B40}"/>
                </a:ext>
              </a:extLst>
            </p:cNvPr>
            <p:cNvSpPr/>
            <p:nvPr/>
          </p:nvSpPr>
          <p:spPr>
            <a:xfrm>
              <a:off x="324242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2">
              <a:extLst>
                <a:ext uri="{FF2B5EF4-FFF2-40B4-BE49-F238E27FC236}">
                  <a16:creationId xmlns:a16="http://schemas.microsoft.com/office/drawing/2014/main" id="{3376725D-C771-8ED3-DD74-5E55C5503B25}"/>
                </a:ext>
              </a:extLst>
            </p:cNvPr>
            <p:cNvSpPr/>
            <p:nvPr/>
          </p:nvSpPr>
          <p:spPr>
            <a:xfrm>
              <a:off x="325187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3">
              <a:extLst>
                <a:ext uri="{FF2B5EF4-FFF2-40B4-BE49-F238E27FC236}">
                  <a16:creationId xmlns:a16="http://schemas.microsoft.com/office/drawing/2014/main" id="{CF6A0EF4-87BB-B23A-0D70-F2C53E2FC9EE}"/>
                </a:ext>
              </a:extLst>
            </p:cNvPr>
            <p:cNvSpPr/>
            <p:nvPr/>
          </p:nvSpPr>
          <p:spPr>
            <a:xfrm>
              <a:off x="326131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4">
              <a:extLst>
                <a:ext uri="{FF2B5EF4-FFF2-40B4-BE49-F238E27FC236}">
                  <a16:creationId xmlns:a16="http://schemas.microsoft.com/office/drawing/2014/main" id="{F9E22CFE-ACE6-6797-B488-37C743C3FB7B}"/>
                </a:ext>
              </a:extLst>
            </p:cNvPr>
            <p:cNvSpPr/>
            <p:nvPr/>
          </p:nvSpPr>
          <p:spPr>
            <a:xfrm>
              <a:off x="327075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5">
              <a:extLst>
                <a:ext uri="{FF2B5EF4-FFF2-40B4-BE49-F238E27FC236}">
                  <a16:creationId xmlns:a16="http://schemas.microsoft.com/office/drawing/2014/main" id="{6489841A-6869-92FC-6E23-CD29F7EEC7AC}"/>
                </a:ext>
              </a:extLst>
            </p:cNvPr>
            <p:cNvSpPr/>
            <p:nvPr/>
          </p:nvSpPr>
          <p:spPr>
            <a:xfrm>
              <a:off x="328019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6">
              <a:extLst>
                <a:ext uri="{FF2B5EF4-FFF2-40B4-BE49-F238E27FC236}">
                  <a16:creationId xmlns:a16="http://schemas.microsoft.com/office/drawing/2014/main" id="{1FB220E9-47C4-80B0-0D39-FFC1C2CD5CA8}"/>
                </a:ext>
              </a:extLst>
            </p:cNvPr>
            <p:cNvSpPr/>
            <p:nvPr/>
          </p:nvSpPr>
          <p:spPr>
            <a:xfrm>
              <a:off x="328963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7">
              <a:extLst>
                <a:ext uri="{FF2B5EF4-FFF2-40B4-BE49-F238E27FC236}">
                  <a16:creationId xmlns:a16="http://schemas.microsoft.com/office/drawing/2014/main" id="{ACBBC1D0-FE1E-80F9-FA2F-99E5578906AF}"/>
                </a:ext>
              </a:extLst>
            </p:cNvPr>
            <p:cNvSpPr/>
            <p:nvPr/>
          </p:nvSpPr>
          <p:spPr>
            <a:xfrm>
              <a:off x="329907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8">
              <a:extLst>
                <a:ext uri="{FF2B5EF4-FFF2-40B4-BE49-F238E27FC236}">
                  <a16:creationId xmlns:a16="http://schemas.microsoft.com/office/drawing/2014/main" id="{2DC19FE5-28D5-A6C2-A672-FD3DF3F9DD33}"/>
                </a:ext>
              </a:extLst>
            </p:cNvPr>
            <p:cNvSpPr/>
            <p:nvPr/>
          </p:nvSpPr>
          <p:spPr>
            <a:xfrm>
              <a:off x="330851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79">
              <a:extLst>
                <a:ext uri="{FF2B5EF4-FFF2-40B4-BE49-F238E27FC236}">
                  <a16:creationId xmlns:a16="http://schemas.microsoft.com/office/drawing/2014/main" id="{6DF87F00-133A-6D25-C86E-2E0F406C55C3}"/>
                </a:ext>
              </a:extLst>
            </p:cNvPr>
            <p:cNvSpPr/>
            <p:nvPr/>
          </p:nvSpPr>
          <p:spPr>
            <a:xfrm>
              <a:off x="331795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0">
              <a:extLst>
                <a:ext uri="{FF2B5EF4-FFF2-40B4-BE49-F238E27FC236}">
                  <a16:creationId xmlns:a16="http://schemas.microsoft.com/office/drawing/2014/main" id="{D714020B-1B8F-F021-43B9-48E6AA723FBA}"/>
                </a:ext>
              </a:extLst>
            </p:cNvPr>
            <p:cNvSpPr/>
            <p:nvPr/>
          </p:nvSpPr>
          <p:spPr>
            <a:xfrm>
              <a:off x="332739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1">
              <a:extLst>
                <a:ext uri="{FF2B5EF4-FFF2-40B4-BE49-F238E27FC236}">
                  <a16:creationId xmlns:a16="http://schemas.microsoft.com/office/drawing/2014/main" id="{61ABC187-81F3-05D1-64DE-508F1686650F}"/>
                </a:ext>
              </a:extLst>
            </p:cNvPr>
            <p:cNvSpPr/>
            <p:nvPr/>
          </p:nvSpPr>
          <p:spPr>
            <a:xfrm>
              <a:off x="333683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2">
              <a:extLst>
                <a:ext uri="{FF2B5EF4-FFF2-40B4-BE49-F238E27FC236}">
                  <a16:creationId xmlns:a16="http://schemas.microsoft.com/office/drawing/2014/main" id="{4B9EC340-033E-28DF-AA32-07D90BFE1FB3}"/>
                </a:ext>
              </a:extLst>
            </p:cNvPr>
            <p:cNvSpPr/>
            <p:nvPr/>
          </p:nvSpPr>
          <p:spPr>
            <a:xfrm>
              <a:off x="334627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3">
              <a:extLst>
                <a:ext uri="{FF2B5EF4-FFF2-40B4-BE49-F238E27FC236}">
                  <a16:creationId xmlns:a16="http://schemas.microsoft.com/office/drawing/2014/main" id="{B6A365F1-ECF7-6442-88AF-6354AC464698}"/>
                </a:ext>
              </a:extLst>
            </p:cNvPr>
            <p:cNvSpPr/>
            <p:nvPr/>
          </p:nvSpPr>
          <p:spPr>
            <a:xfrm>
              <a:off x="335571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4">
              <a:extLst>
                <a:ext uri="{FF2B5EF4-FFF2-40B4-BE49-F238E27FC236}">
                  <a16:creationId xmlns:a16="http://schemas.microsoft.com/office/drawing/2014/main" id="{66FB5B23-6CFC-4E6D-2775-E6DC36DD12A0}"/>
                </a:ext>
              </a:extLst>
            </p:cNvPr>
            <p:cNvSpPr/>
            <p:nvPr/>
          </p:nvSpPr>
          <p:spPr>
            <a:xfrm>
              <a:off x="336515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5">
              <a:extLst>
                <a:ext uri="{FF2B5EF4-FFF2-40B4-BE49-F238E27FC236}">
                  <a16:creationId xmlns:a16="http://schemas.microsoft.com/office/drawing/2014/main" id="{1CB917AE-7F92-41ED-899C-AA85A850C987}"/>
                </a:ext>
              </a:extLst>
            </p:cNvPr>
            <p:cNvSpPr/>
            <p:nvPr/>
          </p:nvSpPr>
          <p:spPr>
            <a:xfrm>
              <a:off x="337459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6">
              <a:extLst>
                <a:ext uri="{FF2B5EF4-FFF2-40B4-BE49-F238E27FC236}">
                  <a16:creationId xmlns:a16="http://schemas.microsoft.com/office/drawing/2014/main" id="{637B1425-7928-CA7A-1723-B7C746892EFA}"/>
                </a:ext>
              </a:extLst>
            </p:cNvPr>
            <p:cNvSpPr/>
            <p:nvPr/>
          </p:nvSpPr>
          <p:spPr>
            <a:xfrm>
              <a:off x="338403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7">
              <a:extLst>
                <a:ext uri="{FF2B5EF4-FFF2-40B4-BE49-F238E27FC236}">
                  <a16:creationId xmlns:a16="http://schemas.microsoft.com/office/drawing/2014/main" id="{3ECD28E6-9C1D-1420-2B43-A481B4B470E7}"/>
                </a:ext>
              </a:extLst>
            </p:cNvPr>
            <p:cNvSpPr/>
            <p:nvPr/>
          </p:nvSpPr>
          <p:spPr>
            <a:xfrm>
              <a:off x="339347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8">
              <a:extLst>
                <a:ext uri="{FF2B5EF4-FFF2-40B4-BE49-F238E27FC236}">
                  <a16:creationId xmlns:a16="http://schemas.microsoft.com/office/drawing/2014/main" id="{520A8E02-7DC9-13F9-6098-5AE5CDFCE5A8}"/>
                </a:ext>
              </a:extLst>
            </p:cNvPr>
            <p:cNvSpPr/>
            <p:nvPr/>
          </p:nvSpPr>
          <p:spPr>
            <a:xfrm>
              <a:off x="340291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89">
              <a:extLst>
                <a:ext uri="{FF2B5EF4-FFF2-40B4-BE49-F238E27FC236}">
                  <a16:creationId xmlns:a16="http://schemas.microsoft.com/office/drawing/2014/main" id="{7F87F0E2-FB1C-7EA4-B119-12762CE40D84}"/>
                </a:ext>
              </a:extLst>
            </p:cNvPr>
            <p:cNvSpPr/>
            <p:nvPr/>
          </p:nvSpPr>
          <p:spPr>
            <a:xfrm>
              <a:off x="341235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0">
              <a:extLst>
                <a:ext uri="{FF2B5EF4-FFF2-40B4-BE49-F238E27FC236}">
                  <a16:creationId xmlns:a16="http://schemas.microsoft.com/office/drawing/2014/main" id="{0B378A05-1C76-67F1-659F-DE1828EEEBF4}"/>
                </a:ext>
              </a:extLst>
            </p:cNvPr>
            <p:cNvSpPr/>
            <p:nvPr/>
          </p:nvSpPr>
          <p:spPr>
            <a:xfrm>
              <a:off x="342179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1">
              <a:extLst>
                <a:ext uri="{FF2B5EF4-FFF2-40B4-BE49-F238E27FC236}">
                  <a16:creationId xmlns:a16="http://schemas.microsoft.com/office/drawing/2014/main" id="{24BABB62-1EEC-EC9D-55C1-644ED31CFEF8}"/>
                </a:ext>
              </a:extLst>
            </p:cNvPr>
            <p:cNvSpPr/>
            <p:nvPr/>
          </p:nvSpPr>
          <p:spPr>
            <a:xfrm>
              <a:off x="343123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2">
              <a:extLst>
                <a:ext uri="{FF2B5EF4-FFF2-40B4-BE49-F238E27FC236}">
                  <a16:creationId xmlns:a16="http://schemas.microsoft.com/office/drawing/2014/main" id="{6142CF0A-38BD-DE8A-92D9-7BF0A89748B2}"/>
                </a:ext>
              </a:extLst>
            </p:cNvPr>
            <p:cNvSpPr/>
            <p:nvPr/>
          </p:nvSpPr>
          <p:spPr>
            <a:xfrm>
              <a:off x="3440674" y="1728547"/>
              <a:ext cx="923035" cy="914400"/>
            </a:xfrm>
            <a:custGeom>
              <a:avLst/>
              <a:gdLst/>
              <a:ahLst/>
              <a:cxnLst/>
              <a:rect l="0" t="0" r="0" b="0"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3">
              <a:extLst>
                <a:ext uri="{FF2B5EF4-FFF2-40B4-BE49-F238E27FC236}">
                  <a16:creationId xmlns:a16="http://schemas.microsoft.com/office/drawing/2014/main" id="{00AA8EC2-15AC-129D-C87C-EEBF7646F644}"/>
                </a:ext>
              </a:extLst>
            </p:cNvPr>
            <p:cNvSpPr/>
            <p:nvPr/>
          </p:nvSpPr>
          <p:spPr>
            <a:xfrm>
              <a:off x="2204003" y="16934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4">
              <a:extLst>
                <a:ext uri="{FF2B5EF4-FFF2-40B4-BE49-F238E27FC236}">
                  <a16:creationId xmlns:a16="http://schemas.microsoft.com/office/drawing/2014/main" id="{44966340-9117-3502-B981-C5C64ED21E1E}"/>
                </a:ext>
              </a:extLst>
            </p:cNvPr>
            <p:cNvSpPr/>
            <p:nvPr/>
          </p:nvSpPr>
          <p:spPr>
            <a:xfrm>
              <a:off x="220400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5">
              <a:extLst>
                <a:ext uri="{FF2B5EF4-FFF2-40B4-BE49-F238E27FC236}">
                  <a16:creationId xmlns:a16="http://schemas.microsoft.com/office/drawing/2014/main" id="{860DE33A-7302-A466-410C-F431DCB5C427}"/>
                </a:ext>
              </a:extLst>
            </p:cNvPr>
            <p:cNvSpPr/>
            <p:nvPr/>
          </p:nvSpPr>
          <p:spPr>
            <a:xfrm>
              <a:off x="221344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6">
              <a:extLst>
                <a:ext uri="{FF2B5EF4-FFF2-40B4-BE49-F238E27FC236}">
                  <a16:creationId xmlns:a16="http://schemas.microsoft.com/office/drawing/2014/main" id="{35D30125-3B26-4196-44D0-027AC9E64821}"/>
                </a:ext>
              </a:extLst>
            </p:cNvPr>
            <p:cNvSpPr/>
            <p:nvPr/>
          </p:nvSpPr>
          <p:spPr>
            <a:xfrm>
              <a:off x="222288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7">
              <a:extLst>
                <a:ext uri="{FF2B5EF4-FFF2-40B4-BE49-F238E27FC236}">
                  <a16:creationId xmlns:a16="http://schemas.microsoft.com/office/drawing/2014/main" id="{0D161D9F-98F1-D28A-868F-13B2864DFE1E}"/>
                </a:ext>
              </a:extLst>
            </p:cNvPr>
            <p:cNvSpPr/>
            <p:nvPr/>
          </p:nvSpPr>
          <p:spPr>
            <a:xfrm>
              <a:off x="223232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8">
              <a:extLst>
                <a:ext uri="{FF2B5EF4-FFF2-40B4-BE49-F238E27FC236}">
                  <a16:creationId xmlns:a16="http://schemas.microsoft.com/office/drawing/2014/main" id="{5544C1D1-B9DE-1004-0C0B-D897B18D7B4C}"/>
                </a:ext>
              </a:extLst>
            </p:cNvPr>
            <p:cNvSpPr/>
            <p:nvPr/>
          </p:nvSpPr>
          <p:spPr>
            <a:xfrm>
              <a:off x="224176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599">
              <a:extLst>
                <a:ext uri="{FF2B5EF4-FFF2-40B4-BE49-F238E27FC236}">
                  <a16:creationId xmlns:a16="http://schemas.microsoft.com/office/drawing/2014/main" id="{B7CF046F-1DC6-AA09-D687-10B1672AC34F}"/>
                </a:ext>
              </a:extLst>
            </p:cNvPr>
            <p:cNvSpPr/>
            <p:nvPr/>
          </p:nvSpPr>
          <p:spPr>
            <a:xfrm>
              <a:off x="225120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0">
              <a:extLst>
                <a:ext uri="{FF2B5EF4-FFF2-40B4-BE49-F238E27FC236}">
                  <a16:creationId xmlns:a16="http://schemas.microsoft.com/office/drawing/2014/main" id="{89060193-BC70-C344-A2AB-4468286A35DD}"/>
                </a:ext>
              </a:extLst>
            </p:cNvPr>
            <p:cNvSpPr/>
            <p:nvPr/>
          </p:nvSpPr>
          <p:spPr>
            <a:xfrm>
              <a:off x="226064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1">
              <a:extLst>
                <a:ext uri="{FF2B5EF4-FFF2-40B4-BE49-F238E27FC236}">
                  <a16:creationId xmlns:a16="http://schemas.microsoft.com/office/drawing/2014/main" id="{F0135D7A-FAA5-8D46-3800-5FE261D1323B}"/>
                </a:ext>
              </a:extLst>
            </p:cNvPr>
            <p:cNvSpPr/>
            <p:nvPr/>
          </p:nvSpPr>
          <p:spPr>
            <a:xfrm>
              <a:off x="227008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2">
              <a:extLst>
                <a:ext uri="{FF2B5EF4-FFF2-40B4-BE49-F238E27FC236}">
                  <a16:creationId xmlns:a16="http://schemas.microsoft.com/office/drawing/2014/main" id="{A95C9121-6C90-7584-6340-258B2C273647}"/>
                </a:ext>
              </a:extLst>
            </p:cNvPr>
            <p:cNvSpPr/>
            <p:nvPr/>
          </p:nvSpPr>
          <p:spPr>
            <a:xfrm>
              <a:off x="227952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3">
              <a:extLst>
                <a:ext uri="{FF2B5EF4-FFF2-40B4-BE49-F238E27FC236}">
                  <a16:creationId xmlns:a16="http://schemas.microsoft.com/office/drawing/2014/main" id="{06D315A0-2773-99CC-5E10-01F9BD670D0A}"/>
                </a:ext>
              </a:extLst>
            </p:cNvPr>
            <p:cNvSpPr/>
            <p:nvPr/>
          </p:nvSpPr>
          <p:spPr>
            <a:xfrm>
              <a:off x="228896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4">
              <a:extLst>
                <a:ext uri="{FF2B5EF4-FFF2-40B4-BE49-F238E27FC236}">
                  <a16:creationId xmlns:a16="http://schemas.microsoft.com/office/drawing/2014/main" id="{80241971-ECF8-525A-129F-A5CEDBED82D6}"/>
                </a:ext>
              </a:extLst>
            </p:cNvPr>
            <p:cNvSpPr/>
            <p:nvPr/>
          </p:nvSpPr>
          <p:spPr>
            <a:xfrm>
              <a:off x="229840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5">
              <a:extLst>
                <a:ext uri="{FF2B5EF4-FFF2-40B4-BE49-F238E27FC236}">
                  <a16:creationId xmlns:a16="http://schemas.microsoft.com/office/drawing/2014/main" id="{98C1AB90-8C92-E15E-9C68-F05759FC1068}"/>
                </a:ext>
              </a:extLst>
            </p:cNvPr>
            <p:cNvSpPr/>
            <p:nvPr/>
          </p:nvSpPr>
          <p:spPr>
            <a:xfrm>
              <a:off x="230784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6">
              <a:extLst>
                <a:ext uri="{FF2B5EF4-FFF2-40B4-BE49-F238E27FC236}">
                  <a16:creationId xmlns:a16="http://schemas.microsoft.com/office/drawing/2014/main" id="{D81281DF-6CE0-76A0-9DB1-05E9F99D2B55}"/>
                </a:ext>
              </a:extLst>
            </p:cNvPr>
            <p:cNvSpPr/>
            <p:nvPr/>
          </p:nvSpPr>
          <p:spPr>
            <a:xfrm>
              <a:off x="231728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7">
              <a:extLst>
                <a:ext uri="{FF2B5EF4-FFF2-40B4-BE49-F238E27FC236}">
                  <a16:creationId xmlns:a16="http://schemas.microsoft.com/office/drawing/2014/main" id="{BB7A63B1-DC0D-F0BA-4492-140710A7EF38}"/>
                </a:ext>
              </a:extLst>
            </p:cNvPr>
            <p:cNvSpPr/>
            <p:nvPr/>
          </p:nvSpPr>
          <p:spPr>
            <a:xfrm>
              <a:off x="232672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8">
              <a:extLst>
                <a:ext uri="{FF2B5EF4-FFF2-40B4-BE49-F238E27FC236}">
                  <a16:creationId xmlns:a16="http://schemas.microsoft.com/office/drawing/2014/main" id="{87469B76-1F8A-7206-E25F-6EAE8E5889BA}"/>
                </a:ext>
              </a:extLst>
            </p:cNvPr>
            <p:cNvSpPr/>
            <p:nvPr/>
          </p:nvSpPr>
          <p:spPr>
            <a:xfrm>
              <a:off x="233616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09">
              <a:extLst>
                <a:ext uri="{FF2B5EF4-FFF2-40B4-BE49-F238E27FC236}">
                  <a16:creationId xmlns:a16="http://schemas.microsoft.com/office/drawing/2014/main" id="{6B76A179-2909-6624-42A8-9A6383A6D59F}"/>
                </a:ext>
              </a:extLst>
            </p:cNvPr>
            <p:cNvSpPr/>
            <p:nvPr/>
          </p:nvSpPr>
          <p:spPr>
            <a:xfrm>
              <a:off x="234560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0">
              <a:extLst>
                <a:ext uri="{FF2B5EF4-FFF2-40B4-BE49-F238E27FC236}">
                  <a16:creationId xmlns:a16="http://schemas.microsoft.com/office/drawing/2014/main" id="{AF9257B5-442D-09BD-0F1D-8112895E9A75}"/>
                </a:ext>
              </a:extLst>
            </p:cNvPr>
            <p:cNvSpPr/>
            <p:nvPr/>
          </p:nvSpPr>
          <p:spPr>
            <a:xfrm>
              <a:off x="235504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1">
              <a:extLst>
                <a:ext uri="{FF2B5EF4-FFF2-40B4-BE49-F238E27FC236}">
                  <a16:creationId xmlns:a16="http://schemas.microsoft.com/office/drawing/2014/main" id="{8C4F3FAF-7DB9-E749-5BCE-D8CCD9D630BD}"/>
                </a:ext>
              </a:extLst>
            </p:cNvPr>
            <p:cNvSpPr/>
            <p:nvPr/>
          </p:nvSpPr>
          <p:spPr>
            <a:xfrm>
              <a:off x="236448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2">
              <a:extLst>
                <a:ext uri="{FF2B5EF4-FFF2-40B4-BE49-F238E27FC236}">
                  <a16:creationId xmlns:a16="http://schemas.microsoft.com/office/drawing/2014/main" id="{19723326-F8D5-D034-98DA-A5039AC4202B}"/>
                </a:ext>
              </a:extLst>
            </p:cNvPr>
            <p:cNvSpPr/>
            <p:nvPr/>
          </p:nvSpPr>
          <p:spPr>
            <a:xfrm>
              <a:off x="237392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3">
              <a:extLst>
                <a:ext uri="{FF2B5EF4-FFF2-40B4-BE49-F238E27FC236}">
                  <a16:creationId xmlns:a16="http://schemas.microsoft.com/office/drawing/2014/main" id="{02A09579-947E-5399-3903-237D04D6B4BA}"/>
                </a:ext>
              </a:extLst>
            </p:cNvPr>
            <p:cNvSpPr/>
            <p:nvPr/>
          </p:nvSpPr>
          <p:spPr>
            <a:xfrm>
              <a:off x="238336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4">
              <a:extLst>
                <a:ext uri="{FF2B5EF4-FFF2-40B4-BE49-F238E27FC236}">
                  <a16:creationId xmlns:a16="http://schemas.microsoft.com/office/drawing/2014/main" id="{32426AEF-C25E-4A20-728B-B6DDE67F05FA}"/>
                </a:ext>
              </a:extLst>
            </p:cNvPr>
            <p:cNvSpPr/>
            <p:nvPr/>
          </p:nvSpPr>
          <p:spPr>
            <a:xfrm>
              <a:off x="239280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5">
              <a:extLst>
                <a:ext uri="{FF2B5EF4-FFF2-40B4-BE49-F238E27FC236}">
                  <a16:creationId xmlns:a16="http://schemas.microsoft.com/office/drawing/2014/main" id="{0B66EE75-A0E6-25C8-E482-BA89B23F5938}"/>
                </a:ext>
              </a:extLst>
            </p:cNvPr>
            <p:cNvSpPr/>
            <p:nvPr/>
          </p:nvSpPr>
          <p:spPr>
            <a:xfrm>
              <a:off x="240224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6">
              <a:extLst>
                <a:ext uri="{FF2B5EF4-FFF2-40B4-BE49-F238E27FC236}">
                  <a16:creationId xmlns:a16="http://schemas.microsoft.com/office/drawing/2014/main" id="{B843C81E-D77E-5905-187A-4BEDB4576AAF}"/>
                </a:ext>
              </a:extLst>
            </p:cNvPr>
            <p:cNvSpPr/>
            <p:nvPr/>
          </p:nvSpPr>
          <p:spPr>
            <a:xfrm>
              <a:off x="241168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7">
              <a:extLst>
                <a:ext uri="{FF2B5EF4-FFF2-40B4-BE49-F238E27FC236}">
                  <a16:creationId xmlns:a16="http://schemas.microsoft.com/office/drawing/2014/main" id="{3F7635D5-74DE-25AA-59AF-3F8B1302FEF9}"/>
                </a:ext>
              </a:extLst>
            </p:cNvPr>
            <p:cNvSpPr/>
            <p:nvPr/>
          </p:nvSpPr>
          <p:spPr>
            <a:xfrm>
              <a:off x="242112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8">
              <a:extLst>
                <a:ext uri="{FF2B5EF4-FFF2-40B4-BE49-F238E27FC236}">
                  <a16:creationId xmlns:a16="http://schemas.microsoft.com/office/drawing/2014/main" id="{82648930-A4E3-3F0F-8816-EFEF729B752B}"/>
                </a:ext>
              </a:extLst>
            </p:cNvPr>
            <p:cNvSpPr/>
            <p:nvPr/>
          </p:nvSpPr>
          <p:spPr>
            <a:xfrm>
              <a:off x="243056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19">
              <a:extLst>
                <a:ext uri="{FF2B5EF4-FFF2-40B4-BE49-F238E27FC236}">
                  <a16:creationId xmlns:a16="http://schemas.microsoft.com/office/drawing/2014/main" id="{D8745E47-7598-C1A2-0C73-096A2E4553D9}"/>
                </a:ext>
              </a:extLst>
            </p:cNvPr>
            <p:cNvSpPr/>
            <p:nvPr/>
          </p:nvSpPr>
          <p:spPr>
            <a:xfrm>
              <a:off x="244000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0">
              <a:extLst>
                <a:ext uri="{FF2B5EF4-FFF2-40B4-BE49-F238E27FC236}">
                  <a16:creationId xmlns:a16="http://schemas.microsoft.com/office/drawing/2014/main" id="{35D7F617-C130-0707-CEA6-62276DAADD26}"/>
                </a:ext>
              </a:extLst>
            </p:cNvPr>
            <p:cNvSpPr/>
            <p:nvPr/>
          </p:nvSpPr>
          <p:spPr>
            <a:xfrm>
              <a:off x="244944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1">
              <a:extLst>
                <a:ext uri="{FF2B5EF4-FFF2-40B4-BE49-F238E27FC236}">
                  <a16:creationId xmlns:a16="http://schemas.microsoft.com/office/drawing/2014/main" id="{031E3F07-6104-7B30-BBCE-B9809853BAC3}"/>
                </a:ext>
              </a:extLst>
            </p:cNvPr>
            <p:cNvSpPr/>
            <p:nvPr/>
          </p:nvSpPr>
          <p:spPr>
            <a:xfrm>
              <a:off x="245889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2">
              <a:extLst>
                <a:ext uri="{FF2B5EF4-FFF2-40B4-BE49-F238E27FC236}">
                  <a16:creationId xmlns:a16="http://schemas.microsoft.com/office/drawing/2014/main" id="{91C8C639-91BF-00C2-C5C3-FEF1D0C46FF1}"/>
                </a:ext>
              </a:extLst>
            </p:cNvPr>
            <p:cNvSpPr/>
            <p:nvPr/>
          </p:nvSpPr>
          <p:spPr>
            <a:xfrm>
              <a:off x="246833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3">
              <a:extLst>
                <a:ext uri="{FF2B5EF4-FFF2-40B4-BE49-F238E27FC236}">
                  <a16:creationId xmlns:a16="http://schemas.microsoft.com/office/drawing/2014/main" id="{D0CE27E3-40FF-75DD-6345-6E0B170FBAB6}"/>
                </a:ext>
              </a:extLst>
            </p:cNvPr>
            <p:cNvSpPr/>
            <p:nvPr/>
          </p:nvSpPr>
          <p:spPr>
            <a:xfrm>
              <a:off x="247777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4">
              <a:extLst>
                <a:ext uri="{FF2B5EF4-FFF2-40B4-BE49-F238E27FC236}">
                  <a16:creationId xmlns:a16="http://schemas.microsoft.com/office/drawing/2014/main" id="{FC50DB7A-AFDD-DD5F-285D-4616DC0903F7}"/>
                </a:ext>
              </a:extLst>
            </p:cNvPr>
            <p:cNvSpPr/>
            <p:nvPr/>
          </p:nvSpPr>
          <p:spPr>
            <a:xfrm>
              <a:off x="248721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5">
              <a:extLst>
                <a:ext uri="{FF2B5EF4-FFF2-40B4-BE49-F238E27FC236}">
                  <a16:creationId xmlns:a16="http://schemas.microsoft.com/office/drawing/2014/main" id="{804EB021-3372-6732-DED8-7919E7E676C3}"/>
                </a:ext>
              </a:extLst>
            </p:cNvPr>
            <p:cNvSpPr/>
            <p:nvPr/>
          </p:nvSpPr>
          <p:spPr>
            <a:xfrm>
              <a:off x="2506091" y="171097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399" y="91299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6">
              <a:extLst>
                <a:ext uri="{FF2B5EF4-FFF2-40B4-BE49-F238E27FC236}">
                  <a16:creationId xmlns:a16="http://schemas.microsoft.com/office/drawing/2014/main" id="{7E905217-21C8-2456-3514-CA8FC49F0AAB}"/>
                </a:ext>
              </a:extLst>
            </p:cNvPr>
            <p:cNvSpPr/>
            <p:nvPr/>
          </p:nvSpPr>
          <p:spPr>
            <a:xfrm>
              <a:off x="2506091" y="1710977"/>
              <a:ext cx="914974" cy="914400"/>
            </a:xfrm>
            <a:custGeom>
              <a:avLst/>
              <a:gdLst/>
              <a:ahLst/>
              <a:cxnLst/>
              <a:rect l="0" t="0" r="0" b="0"/>
              <a:pathLst>
                <a:path w="914974" h="914400">
                  <a:moveTo>
                    <a:pt x="914399" y="914400"/>
                  </a:moveTo>
                  <a:lnTo>
                    <a:pt x="914399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7">
              <a:extLst>
                <a:ext uri="{FF2B5EF4-FFF2-40B4-BE49-F238E27FC236}">
                  <a16:creationId xmlns:a16="http://schemas.microsoft.com/office/drawing/2014/main" id="{0D70FFFA-5052-81B4-C2D9-A7B1E1AC40D1}"/>
                </a:ext>
              </a:extLst>
            </p:cNvPr>
            <p:cNvSpPr/>
            <p:nvPr/>
          </p:nvSpPr>
          <p:spPr>
            <a:xfrm>
              <a:off x="3195228" y="1693407"/>
              <a:ext cx="914400" cy="921432"/>
            </a:xfrm>
            <a:custGeom>
              <a:avLst/>
              <a:gdLst/>
              <a:ahLst/>
              <a:cxnLst/>
              <a:rect l="0" t="0" r="0" b="0"/>
              <a:pathLst>
                <a:path w="914400" h="921432">
                  <a:moveTo>
                    <a:pt x="914400" y="914400"/>
                  </a:moveTo>
                  <a:lnTo>
                    <a:pt x="914400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8">
              <a:extLst>
                <a:ext uri="{FF2B5EF4-FFF2-40B4-BE49-F238E27FC236}">
                  <a16:creationId xmlns:a16="http://schemas.microsoft.com/office/drawing/2014/main" id="{18BAD465-5C7E-1FF1-FBDC-DF235EFF0DFF}"/>
                </a:ext>
              </a:extLst>
            </p:cNvPr>
            <p:cNvSpPr/>
            <p:nvPr/>
          </p:nvSpPr>
          <p:spPr>
            <a:xfrm>
              <a:off x="319522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400" y="921432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29">
              <a:extLst>
                <a:ext uri="{FF2B5EF4-FFF2-40B4-BE49-F238E27FC236}">
                  <a16:creationId xmlns:a16="http://schemas.microsoft.com/office/drawing/2014/main" id="{1D9F508B-BC1D-BBC4-FEF6-B05AD681C2EA}"/>
                </a:ext>
              </a:extLst>
            </p:cNvPr>
            <p:cNvSpPr/>
            <p:nvPr/>
          </p:nvSpPr>
          <p:spPr>
            <a:xfrm>
              <a:off x="320466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0">
              <a:extLst>
                <a:ext uri="{FF2B5EF4-FFF2-40B4-BE49-F238E27FC236}">
                  <a16:creationId xmlns:a16="http://schemas.microsoft.com/office/drawing/2014/main" id="{B4C850F4-351E-A5ED-45D2-03DBE5037705}"/>
                </a:ext>
              </a:extLst>
            </p:cNvPr>
            <p:cNvSpPr/>
            <p:nvPr/>
          </p:nvSpPr>
          <p:spPr>
            <a:xfrm>
              <a:off x="321410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1">
              <a:extLst>
                <a:ext uri="{FF2B5EF4-FFF2-40B4-BE49-F238E27FC236}">
                  <a16:creationId xmlns:a16="http://schemas.microsoft.com/office/drawing/2014/main" id="{67FFBFE1-1656-DFBC-AF55-D52F2FE3AA72}"/>
                </a:ext>
              </a:extLst>
            </p:cNvPr>
            <p:cNvSpPr/>
            <p:nvPr/>
          </p:nvSpPr>
          <p:spPr>
            <a:xfrm>
              <a:off x="322354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2">
              <a:extLst>
                <a:ext uri="{FF2B5EF4-FFF2-40B4-BE49-F238E27FC236}">
                  <a16:creationId xmlns:a16="http://schemas.microsoft.com/office/drawing/2014/main" id="{282B5903-1033-7BF3-FF1E-74196661A9BD}"/>
                </a:ext>
              </a:extLst>
            </p:cNvPr>
            <p:cNvSpPr/>
            <p:nvPr/>
          </p:nvSpPr>
          <p:spPr>
            <a:xfrm>
              <a:off x="323298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3">
              <a:extLst>
                <a:ext uri="{FF2B5EF4-FFF2-40B4-BE49-F238E27FC236}">
                  <a16:creationId xmlns:a16="http://schemas.microsoft.com/office/drawing/2014/main" id="{CF66F2DF-1663-85E8-C54B-D5CB0884333A}"/>
                </a:ext>
              </a:extLst>
            </p:cNvPr>
            <p:cNvSpPr/>
            <p:nvPr/>
          </p:nvSpPr>
          <p:spPr>
            <a:xfrm>
              <a:off x="324242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4">
              <a:extLst>
                <a:ext uri="{FF2B5EF4-FFF2-40B4-BE49-F238E27FC236}">
                  <a16:creationId xmlns:a16="http://schemas.microsoft.com/office/drawing/2014/main" id="{17EDAE16-0CE5-F886-C1EC-83628B5CD1BF}"/>
                </a:ext>
              </a:extLst>
            </p:cNvPr>
            <p:cNvSpPr/>
            <p:nvPr/>
          </p:nvSpPr>
          <p:spPr>
            <a:xfrm>
              <a:off x="325187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5">
              <a:extLst>
                <a:ext uri="{FF2B5EF4-FFF2-40B4-BE49-F238E27FC236}">
                  <a16:creationId xmlns:a16="http://schemas.microsoft.com/office/drawing/2014/main" id="{08045D20-F145-D5E8-5631-954C7BEF598E}"/>
                </a:ext>
              </a:extLst>
            </p:cNvPr>
            <p:cNvSpPr/>
            <p:nvPr/>
          </p:nvSpPr>
          <p:spPr>
            <a:xfrm>
              <a:off x="326131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6">
              <a:extLst>
                <a:ext uri="{FF2B5EF4-FFF2-40B4-BE49-F238E27FC236}">
                  <a16:creationId xmlns:a16="http://schemas.microsoft.com/office/drawing/2014/main" id="{A84A4FAB-0B6F-28CA-0AE7-AAB0A5D13BA1}"/>
                </a:ext>
              </a:extLst>
            </p:cNvPr>
            <p:cNvSpPr/>
            <p:nvPr/>
          </p:nvSpPr>
          <p:spPr>
            <a:xfrm>
              <a:off x="327075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7">
              <a:extLst>
                <a:ext uri="{FF2B5EF4-FFF2-40B4-BE49-F238E27FC236}">
                  <a16:creationId xmlns:a16="http://schemas.microsoft.com/office/drawing/2014/main" id="{826EB56A-11EB-7483-8FCF-D4A9933E6DAB}"/>
                </a:ext>
              </a:extLst>
            </p:cNvPr>
            <p:cNvSpPr/>
            <p:nvPr/>
          </p:nvSpPr>
          <p:spPr>
            <a:xfrm>
              <a:off x="328019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8">
              <a:extLst>
                <a:ext uri="{FF2B5EF4-FFF2-40B4-BE49-F238E27FC236}">
                  <a16:creationId xmlns:a16="http://schemas.microsoft.com/office/drawing/2014/main" id="{80F1944D-DC73-C2B1-F4E5-E8D7B267C062}"/>
                </a:ext>
              </a:extLst>
            </p:cNvPr>
            <p:cNvSpPr/>
            <p:nvPr/>
          </p:nvSpPr>
          <p:spPr>
            <a:xfrm>
              <a:off x="328963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39">
              <a:extLst>
                <a:ext uri="{FF2B5EF4-FFF2-40B4-BE49-F238E27FC236}">
                  <a16:creationId xmlns:a16="http://schemas.microsoft.com/office/drawing/2014/main" id="{883135BA-DBEE-9B47-F61D-32586FA45258}"/>
                </a:ext>
              </a:extLst>
            </p:cNvPr>
            <p:cNvSpPr/>
            <p:nvPr/>
          </p:nvSpPr>
          <p:spPr>
            <a:xfrm>
              <a:off x="329907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0">
              <a:extLst>
                <a:ext uri="{FF2B5EF4-FFF2-40B4-BE49-F238E27FC236}">
                  <a16:creationId xmlns:a16="http://schemas.microsoft.com/office/drawing/2014/main" id="{148F6762-28BF-2893-5463-58189A911938}"/>
                </a:ext>
              </a:extLst>
            </p:cNvPr>
            <p:cNvSpPr/>
            <p:nvPr/>
          </p:nvSpPr>
          <p:spPr>
            <a:xfrm>
              <a:off x="330851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1">
              <a:extLst>
                <a:ext uri="{FF2B5EF4-FFF2-40B4-BE49-F238E27FC236}">
                  <a16:creationId xmlns:a16="http://schemas.microsoft.com/office/drawing/2014/main" id="{64F4E342-20BC-F117-EAF1-B134DCA35081}"/>
                </a:ext>
              </a:extLst>
            </p:cNvPr>
            <p:cNvSpPr/>
            <p:nvPr/>
          </p:nvSpPr>
          <p:spPr>
            <a:xfrm>
              <a:off x="331795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2">
              <a:extLst>
                <a:ext uri="{FF2B5EF4-FFF2-40B4-BE49-F238E27FC236}">
                  <a16:creationId xmlns:a16="http://schemas.microsoft.com/office/drawing/2014/main" id="{2C7C0B30-6C7B-1EA1-BBF0-E1FD85CE3C3B}"/>
                </a:ext>
              </a:extLst>
            </p:cNvPr>
            <p:cNvSpPr/>
            <p:nvPr/>
          </p:nvSpPr>
          <p:spPr>
            <a:xfrm>
              <a:off x="332739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3">
              <a:extLst>
                <a:ext uri="{FF2B5EF4-FFF2-40B4-BE49-F238E27FC236}">
                  <a16:creationId xmlns:a16="http://schemas.microsoft.com/office/drawing/2014/main" id="{B5DBED9D-1725-9A5B-373F-BA79211EA27D}"/>
                </a:ext>
              </a:extLst>
            </p:cNvPr>
            <p:cNvSpPr/>
            <p:nvPr/>
          </p:nvSpPr>
          <p:spPr>
            <a:xfrm>
              <a:off x="333683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4">
              <a:extLst>
                <a:ext uri="{FF2B5EF4-FFF2-40B4-BE49-F238E27FC236}">
                  <a16:creationId xmlns:a16="http://schemas.microsoft.com/office/drawing/2014/main" id="{B153D40A-55C3-0B62-5D0D-36D1A581681E}"/>
                </a:ext>
              </a:extLst>
            </p:cNvPr>
            <p:cNvSpPr/>
            <p:nvPr/>
          </p:nvSpPr>
          <p:spPr>
            <a:xfrm>
              <a:off x="334627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5">
              <a:extLst>
                <a:ext uri="{FF2B5EF4-FFF2-40B4-BE49-F238E27FC236}">
                  <a16:creationId xmlns:a16="http://schemas.microsoft.com/office/drawing/2014/main" id="{A9EB72E5-E47F-E2BD-C468-249073E49982}"/>
                </a:ext>
              </a:extLst>
            </p:cNvPr>
            <p:cNvSpPr/>
            <p:nvPr/>
          </p:nvSpPr>
          <p:spPr>
            <a:xfrm>
              <a:off x="335571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6">
              <a:extLst>
                <a:ext uri="{FF2B5EF4-FFF2-40B4-BE49-F238E27FC236}">
                  <a16:creationId xmlns:a16="http://schemas.microsoft.com/office/drawing/2014/main" id="{727B3ABA-B918-0480-4D57-E4C5F8A4088D}"/>
                </a:ext>
              </a:extLst>
            </p:cNvPr>
            <p:cNvSpPr/>
            <p:nvPr/>
          </p:nvSpPr>
          <p:spPr>
            <a:xfrm>
              <a:off x="336515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7">
              <a:extLst>
                <a:ext uri="{FF2B5EF4-FFF2-40B4-BE49-F238E27FC236}">
                  <a16:creationId xmlns:a16="http://schemas.microsoft.com/office/drawing/2014/main" id="{729DEC35-F8C7-C06D-136D-10BE3B27C053}"/>
                </a:ext>
              </a:extLst>
            </p:cNvPr>
            <p:cNvSpPr/>
            <p:nvPr/>
          </p:nvSpPr>
          <p:spPr>
            <a:xfrm>
              <a:off x="337459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8">
              <a:extLst>
                <a:ext uri="{FF2B5EF4-FFF2-40B4-BE49-F238E27FC236}">
                  <a16:creationId xmlns:a16="http://schemas.microsoft.com/office/drawing/2014/main" id="{08B87106-49B3-F882-E08F-8F97660CF752}"/>
                </a:ext>
              </a:extLst>
            </p:cNvPr>
            <p:cNvSpPr/>
            <p:nvPr/>
          </p:nvSpPr>
          <p:spPr>
            <a:xfrm>
              <a:off x="338403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49">
              <a:extLst>
                <a:ext uri="{FF2B5EF4-FFF2-40B4-BE49-F238E27FC236}">
                  <a16:creationId xmlns:a16="http://schemas.microsoft.com/office/drawing/2014/main" id="{283D4A13-8468-F6ED-F5E4-EF9BBFC30C1A}"/>
                </a:ext>
              </a:extLst>
            </p:cNvPr>
            <p:cNvSpPr/>
            <p:nvPr/>
          </p:nvSpPr>
          <p:spPr>
            <a:xfrm>
              <a:off x="339347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0">
              <a:extLst>
                <a:ext uri="{FF2B5EF4-FFF2-40B4-BE49-F238E27FC236}">
                  <a16:creationId xmlns:a16="http://schemas.microsoft.com/office/drawing/2014/main" id="{98038A31-4419-6025-C70F-D429B679C647}"/>
                </a:ext>
              </a:extLst>
            </p:cNvPr>
            <p:cNvSpPr/>
            <p:nvPr/>
          </p:nvSpPr>
          <p:spPr>
            <a:xfrm>
              <a:off x="340291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1">
              <a:extLst>
                <a:ext uri="{FF2B5EF4-FFF2-40B4-BE49-F238E27FC236}">
                  <a16:creationId xmlns:a16="http://schemas.microsoft.com/office/drawing/2014/main" id="{7886F69B-646C-DB5A-F274-91979D75C617}"/>
                </a:ext>
              </a:extLst>
            </p:cNvPr>
            <p:cNvSpPr/>
            <p:nvPr/>
          </p:nvSpPr>
          <p:spPr>
            <a:xfrm>
              <a:off x="341235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2">
              <a:extLst>
                <a:ext uri="{FF2B5EF4-FFF2-40B4-BE49-F238E27FC236}">
                  <a16:creationId xmlns:a16="http://schemas.microsoft.com/office/drawing/2014/main" id="{2C2AA061-2445-069F-EF87-E9232F96C872}"/>
                </a:ext>
              </a:extLst>
            </p:cNvPr>
            <p:cNvSpPr/>
            <p:nvPr/>
          </p:nvSpPr>
          <p:spPr>
            <a:xfrm>
              <a:off x="342179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3">
              <a:extLst>
                <a:ext uri="{FF2B5EF4-FFF2-40B4-BE49-F238E27FC236}">
                  <a16:creationId xmlns:a16="http://schemas.microsoft.com/office/drawing/2014/main" id="{E957C9F5-5C11-3B0A-0229-F0D01562F770}"/>
                </a:ext>
              </a:extLst>
            </p:cNvPr>
            <p:cNvSpPr/>
            <p:nvPr/>
          </p:nvSpPr>
          <p:spPr>
            <a:xfrm>
              <a:off x="343123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4">
              <a:extLst>
                <a:ext uri="{FF2B5EF4-FFF2-40B4-BE49-F238E27FC236}">
                  <a16:creationId xmlns:a16="http://schemas.microsoft.com/office/drawing/2014/main" id="{DD70E057-B036-020D-1CA7-9652CA3EC05A}"/>
                </a:ext>
              </a:extLst>
            </p:cNvPr>
            <p:cNvSpPr/>
            <p:nvPr/>
          </p:nvSpPr>
          <p:spPr>
            <a:xfrm>
              <a:off x="3440674" y="171097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5">
              <a:extLst>
                <a:ext uri="{FF2B5EF4-FFF2-40B4-BE49-F238E27FC236}">
                  <a16:creationId xmlns:a16="http://schemas.microsoft.com/office/drawing/2014/main" id="{338086B0-771E-1382-12BA-EC9354127264}"/>
                </a:ext>
              </a:extLst>
            </p:cNvPr>
            <p:cNvSpPr/>
            <p:nvPr/>
          </p:nvSpPr>
          <p:spPr>
            <a:xfrm>
              <a:off x="3450115" y="1693407"/>
              <a:ext cx="918988" cy="926490"/>
            </a:xfrm>
            <a:custGeom>
              <a:avLst/>
              <a:gdLst/>
              <a:ahLst/>
              <a:cxnLst/>
              <a:rect l="0" t="0" r="0" b="0"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6">
              <a:extLst>
                <a:ext uri="{FF2B5EF4-FFF2-40B4-BE49-F238E27FC236}">
                  <a16:creationId xmlns:a16="http://schemas.microsoft.com/office/drawing/2014/main" id="{25D44EC7-04ED-2E18-9A51-D6FBB902A565}"/>
                </a:ext>
              </a:extLst>
            </p:cNvPr>
            <p:cNvSpPr/>
            <p:nvPr/>
          </p:nvSpPr>
          <p:spPr>
            <a:xfrm>
              <a:off x="2194563" y="1675838"/>
              <a:ext cx="914400" cy="921728"/>
            </a:xfrm>
            <a:custGeom>
              <a:avLst/>
              <a:gdLst/>
              <a:ahLst/>
              <a:cxnLst/>
              <a:rect l="0" t="0" r="0" b="0"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7">
              <a:extLst>
                <a:ext uri="{FF2B5EF4-FFF2-40B4-BE49-F238E27FC236}">
                  <a16:creationId xmlns:a16="http://schemas.microsoft.com/office/drawing/2014/main" id="{7FCB395A-E55D-FE29-9EBA-8E13AEF6FE4F}"/>
                </a:ext>
              </a:extLst>
            </p:cNvPr>
            <p:cNvSpPr/>
            <p:nvPr/>
          </p:nvSpPr>
          <p:spPr>
            <a:xfrm>
              <a:off x="219456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8">
              <a:extLst>
                <a:ext uri="{FF2B5EF4-FFF2-40B4-BE49-F238E27FC236}">
                  <a16:creationId xmlns:a16="http://schemas.microsoft.com/office/drawing/2014/main" id="{02934562-9FEF-4809-D840-8A4DDE28EBD5}"/>
                </a:ext>
              </a:extLst>
            </p:cNvPr>
            <p:cNvSpPr/>
            <p:nvPr/>
          </p:nvSpPr>
          <p:spPr>
            <a:xfrm>
              <a:off x="220400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59">
              <a:extLst>
                <a:ext uri="{FF2B5EF4-FFF2-40B4-BE49-F238E27FC236}">
                  <a16:creationId xmlns:a16="http://schemas.microsoft.com/office/drawing/2014/main" id="{E2DB4215-840F-AF4C-F40A-99AD9338FDA1}"/>
                </a:ext>
              </a:extLst>
            </p:cNvPr>
            <p:cNvSpPr/>
            <p:nvPr/>
          </p:nvSpPr>
          <p:spPr>
            <a:xfrm>
              <a:off x="221344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0">
              <a:extLst>
                <a:ext uri="{FF2B5EF4-FFF2-40B4-BE49-F238E27FC236}">
                  <a16:creationId xmlns:a16="http://schemas.microsoft.com/office/drawing/2014/main" id="{627A650B-6F14-EC90-6868-8123AAD64A30}"/>
                </a:ext>
              </a:extLst>
            </p:cNvPr>
            <p:cNvSpPr/>
            <p:nvPr/>
          </p:nvSpPr>
          <p:spPr>
            <a:xfrm>
              <a:off x="222288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1">
              <a:extLst>
                <a:ext uri="{FF2B5EF4-FFF2-40B4-BE49-F238E27FC236}">
                  <a16:creationId xmlns:a16="http://schemas.microsoft.com/office/drawing/2014/main" id="{FB5A26B3-4E17-32C4-5EA9-FA9ED7E87D48}"/>
                </a:ext>
              </a:extLst>
            </p:cNvPr>
            <p:cNvSpPr/>
            <p:nvPr/>
          </p:nvSpPr>
          <p:spPr>
            <a:xfrm>
              <a:off x="223232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2">
              <a:extLst>
                <a:ext uri="{FF2B5EF4-FFF2-40B4-BE49-F238E27FC236}">
                  <a16:creationId xmlns:a16="http://schemas.microsoft.com/office/drawing/2014/main" id="{36B5B26B-8CF7-1D3C-E714-5A97131B3E92}"/>
                </a:ext>
              </a:extLst>
            </p:cNvPr>
            <p:cNvSpPr/>
            <p:nvPr/>
          </p:nvSpPr>
          <p:spPr>
            <a:xfrm>
              <a:off x="224176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3">
              <a:extLst>
                <a:ext uri="{FF2B5EF4-FFF2-40B4-BE49-F238E27FC236}">
                  <a16:creationId xmlns:a16="http://schemas.microsoft.com/office/drawing/2014/main" id="{19ADF453-8192-BECD-D4BE-2494704EA3FA}"/>
                </a:ext>
              </a:extLst>
            </p:cNvPr>
            <p:cNvSpPr/>
            <p:nvPr/>
          </p:nvSpPr>
          <p:spPr>
            <a:xfrm>
              <a:off x="225120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4">
              <a:extLst>
                <a:ext uri="{FF2B5EF4-FFF2-40B4-BE49-F238E27FC236}">
                  <a16:creationId xmlns:a16="http://schemas.microsoft.com/office/drawing/2014/main" id="{68ED01B5-E3CC-D3C2-0EB7-A6E1813323E5}"/>
                </a:ext>
              </a:extLst>
            </p:cNvPr>
            <p:cNvSpPr/>
            <p:nvPr/>
          </p:nvSpPr>
          <p:spPr>
            <a:xfrm>
              <a:off x="226064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5">
              <a:extLst>
                <a:ext uri="{FF2B5EF4-FFF2-40B4-BE49-F238E27FC236}">
                  <a16:creationId xmlns:a16="http://schemas.microsoft.com/office/drawing/2014/main" id="{359E38FA-C059-0681-B44D-D7D5BC055E1E}"/>
                </a:ext>
              </a:extLst>
            </p:cNvPr>
            <p:cNvSpPr/>
            <p:nvPr/>
          </p:nvSpPr>
          <p:spPr>
            <a:xfrm>
              <a:off x="227008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6">
              <a:extLst>
                <a:ext uri="{FF2B5EF4-FFF2-40B4-BE49-F238E27FC236}">
                  <a16:creationId xmlns:a16="http://schemas.microsoft.com/office/drawing/2014/main" id="{D7C12C2C-A097-92F3-E578-C9F53746D2F1}"/>
                </a:ext>
              </a:extLst>
            </p:cNvPr>
            <p:cNvSpPr/>
            <p:nvPr/>
          </p:nvSpPr>
          <p:spPr>
            <a:xfrm>
              <a:off x="227952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7">
              <a:extLst>
                <a:ext uri="{FF2B5EF4-FFF2-40B4-BE49-F238E27FC236}">
                  <a16:creationId xmlns:a16="http://schemas.microsoft.com/office/drawing/2014/main" id="{31A2525F-7C71-7B79-0FDD-4162358F90E1}"/>
                </a:ext>
              </a:extLst>
            </p:cNvPr>
            <p:cNvSpPr/>
            <p:nvPr/>
          </p:nvSpPr>
          <p:spPr>
            <a:xfrm>
              <a:off x="228896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8">
              <a:extLst>
                <a:ext uri="{FF2B5EF4-FFF2-40B4-BE49-F238E27FC236}">
                  <a16:creationId xmlns:a16="http://schemas.microsoft.com/office/drawing/2014/main" id="{EC7E2B00-DB33-40BE-B2E2-EAF637146A30}"/>
                </a:ext>
              </a:extLst>
            </p:cNvPr>
            <p:cNvSpPr/>
            <p:nvPr/>
          </p:nvSpPr>
          <p:spPr>
            <a:xfrm>
              <a:off x="229840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69">
              <a:extLst>
                <a:ext uri="{FF2B5EF4-FFF2-40B4-BE49-F238E27FC236}">
                  <a16:creationId xmlns:a16="http://schemas.microsoft.com/office/drawing/2014/main" id="{E4A0BB3E-56FC-C7B7-55F3-32A4CDD79BEA}"/>
                </a:ext>
              </a:extLst>
            </p:cNvPr>
            <p:cNvSpPr/>
            <p:nvPr/>
          </p:nvSpPr>
          <p:spPr>
            <a:xfrm>
              <a:off x="230784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0">
              <a:extLst>
                <a:ext uri="{FF2B5EF4-FFF2-40B4-BE49-F238E27FC236}">
                  <a16:creationId xmlns:a16="http://schemas.microsoft.com/office/drawing/2014/main" id="{C5A0D5A1-BD7C-08AB-62C6-4A51E21F1C23}"/>
                </a:ext>
              </a:extLst>
            </p:cNvPr>
            <p:cNvSpPr/>
            <p:nvPr/>
          </p:nvSpPr>
          <p:spPr>
            <a:xfrm>
              <a:off x="231728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1">
              <a:extLst>
                <a:ext uri="{FF2B5EF4-FFF2-40B4-BE49-F238E27FC236}">
                  <a16:creationId xmlns:a16="http://schemas.microsoft.com/office/drawing/2014/main" id="{4A6EF4E0-01B6-82BC-8D6E-32CDD89CA195}"/>
                </a:ext>
              </a:extLst>
            </p:cNvPr>
            <p:cNvSpPr/>
            <p:nvPr/>
          </p:nvSpPr>
          <p:spPr>
            <a:xfrm>
              <a:off x="232672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2">
              <a:extLst>
                <a:ext uri="{FF2B5EF4-FFF2-40B4-BE49-F238E27FC236}">
                  <a16:creationId xmlns:a16="http://schemas.microsoft.com/office/drawing/2014/main" id="{7047C118-A302-452A-F2D1-631446A24919}"/>
                </a:ext>
              </a:extLst>
            </p:cNvPr>
            <p:cNvSpPr/>
            <p:nvPr/>
          </p:nvSpPr>
          <p:spPr>
            <a:xfrm>
              <a:off x="233616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3">
              <a:extLst>
                <a:ext uri="{FF2B5EF4-FFF2-40B4-BE49-F238E27FC236}">
                  <a16:creationId xmlns:a16="http://schemas.microsoft.com/office/drawing/2014/main" id="{D2E04445-86E4-C025-8C83-73446361F08D}"/>
                </a:ext>
              </a:extLst>
            </p:cNvPr>
            <p:cNvSpPr/>
            <p:nvPr/>
          </p:nvSpPr>
          <p:spPr>
            <a:xfrm>
              <a:off x="234560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4">
              <a:extLst>
                <a:ext uri="{FF2B5EF4-FFF2-40B4-BE49-F238E27FC236}">
                  <a16:creationId xmlns:a16="http://schemas.microsoft.com/office/drawing/2014/main" id="{CC92B4AE-60F0-E444-834B-1600F9F525D1}"/>
                </a:ext>
              </a:extLst>
            </p:cNvPr>
            <p:cNvSpPr/>
            <p:nvPr/>
          </p:nvSpPr>
          <p:spPr>
            <a:xfrm>
              <a:off x="235504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5">
              <a:extLst>
                <a:ext uri="{FF2B5EF4-FFF2-40B4-BE49-F238E27FC236}">
                  <a16:creationId xmlns:a16="http://schemas.microsoft.com/office/drawing/2014/main" id="{1F40AE15-F4E5-A843-7CA6-F7317B5169B6}"/>
                </a:ext>
              </a:extLst>
            </p:cNvPr>
            <p:cNvSpPr/>
            <p:nvPr/>
          </p:nvSpPr>
          <p:spPr>
            <a:xfrm>
              <a:off x="236448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6">
              <a:extLst>
                <a:ext uri="{FF2B5EF4-FFF2-40B4-BE49-F238E27FC236}">
                  <a16:creationId xmlns:a16="http://schemas.microsoft.com/office/drawing/2014/main" id="{1877B826-2718-EA0E-511C-7FB4C50DBDFC}"/>
                </a:ext>
              </a:extLst>
            </p:cNvPr>
            <p:cNvSpPr/>
            <p:nvPr/>
          </p:nvSpPr>
          <p:spPr>
            <a:xfrm>
              <a:off x="237392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7">
              <a:extLst>
                <a:ext uri="{FF2B5EF4-FFF2-40B4-BE49-F238E27FC236}">
                  <a16:creationId xmlns:a16="http://schemas.microsoft.com/office/drawing/2014/main" id="{763C674E-685E-0BAE-60AA-AB42D29565F0}"/>
                </a:ext>
              </a:extLst>
            </p:cNvPr>
            <p:cNvSpPr/>
            <p:nvPr/>
          </p:nvSpPr>
          <p:spPr>
            <a:xfrm>
              <a:off x="238336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8">
              <a:extLst>
                <a:ext uri="{FF2B5EF4-FFF2-40B4-BE49-F238E27FC236}">
                  <a16:creationId xmlns:a16="http://schemas.microsoft.com/office/drawing/2014/main" id="{D8549DB9-3EBC-8436-AD13-497F18671768}"/>
                </a:ext>
              </a:extLst>
            </p:cNvPr>
            <p:cNvSpPr/>
            <p:nvPr/>
          </p:nvSpPr>
          <p:spPr>
            <a:xfrm>
              <a:off x="239280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79">
              <a:extLst>
                <a:ext uri="{FF2B5EF4-FFF2-40B4-BE49-F238E27FC236}">
                  <a16:creationId xmlns:a16="http://schemas.microsoft.com/office/drawing/2014/main" id="{87A7F693-2689-CBA9-A671-4E0A5E9651D3}"/>
                </a:ext>
              </a:extLst>
            </p:cNvPr>
            <p:cNvSpPr/>
            <p:nvPr/>
          </p:nvSpPr>
          <p:spPr>
            <a:xfrm>
              <a:off x="240224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0">
              <a:extLst>
                <a:ext uri="{FF2B5EF4-FFF2-40B4-BE49-F238E27FC236}">
                  <a16:creationId xmlns:a16="http://schemas.microsoft.com/office/drawing/2014/main" id="{6B131AD3-8805-16F3-76E7-42B21D4B2DAA}"/>
                </a:ext>
              </a:extLst>
            </p:cNvPr>
            <p:cNvSpPr/>
            <p:nvPr/>
          </p:nvSpPr>
          <p:spPr>
            <a:xfrm>
              <a:off x="241168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1">
              <a:extLst>
                <a:ext uri="{FF2B5EF4-FFF2-40B4-BE49-F238E27FC236}">
                  <a16:creationId xmlns:a16="http://schemas.microsoft.com/office/drawing/2014/main" id="{3EC5DBC8-D9BD-438A-472A-2A4F665A6592}"/>
                </a:ext>
              </a:extLst>
            </p:cNvPr>
            <p:cNvSpPr/>
            <p:nvPr/>
          </p:nvSpPr>
          <p:spPr>
            <a:xfrm>
              <a:off x="242112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2">
              <a:extLst>
                <a:ext uri="{FF2B5EF4-FFF2-40B4-BE49-F238E27FC236}">
                  <a16:creationId xmlns:a16="http://schemas.microsoft.com/office/drawing/2014/main" id="{5AE63114-4800-C970-BC34-8309215CFC79}"/>
                </a:ext>
              </a:extLst>
            </p:cNvPr>
            <p:cNvSpPr/>
            <p:nvPr/>
          </p:nvSpPr>
          <p:spPr>
            <a:xfrm>
              <a:off x="243056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3">
              <a:extLst>
                <a:ext uri="{FF2B5EF4-FFF2-40B4-BE49-F238E27FC236}">
                  <a16:creationId xmlns:a16="http://schemas.microsoft.com/office/drawing/2014/main" id="{97F95F4E-497C-B789-77C7-57C9BEF8E3CE}"/>
                </a:ext>
              </a:extLst>
            </p:cNvPr>
            <p:cNvSpPr/>
            <p:nvPr/>
          </p:nvSpPr>
          <p:spPr>
            <a:xfrm>
              <a:off x="244000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4">
              <a:extLst>
                <a:ext uri="{FF2B5EF4-FFF2-40B4-BE49-F238E27FC236}">
                  <a16:creationId xmlns:a16="http://schemas.microsoft.com/office/drawing/2014/main" id="{7BD9FFAD-8611-A4BC-600C-1FC1FA3499F5}"/>
                </a:ext>
              </a:extLst>
            </p:cNvPr>
            <p:cNvSpPr/>
            <p:nvPr/>
          </p:nvSpPr>
          <p:spPr>
            <a:xfrm>
              <a:off x="244944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5">
              <a:extLst>
                <a:ext uri="{FF2B5EF4-FFF2-40B4-BE49-F238E27FC236}">
                  <a16:creationId xmlns:a16="http://schemas.microsoft.com/office/drawing/2014/main" id="{8C2144A1-FB8D-45C6-7B34-41BBD02C92E9}"/>
                </a:ext>
              </a:extLst>
            </p:cNvPr>
            <p:cNvSpPr/>
            <p:nvPr/>
          </p:nvSpPr>
          <p:spPr>
            <a:xfrm>
              <a:off x="245889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6">
              <a:extLst>
                <a:ext uri="{FF2B5EF4-FFF2-40B4-BE49-F238E27FC236}">
                  <a16:creationId xmlns:a16="http://schemas.microsoft.com/office/drawing/2014/main" id="{77DC0C05-2AE9-D454-4B71-C1FBA16E03C5}"/>
                </a:ext>
              </a:extLst>
            </p:cNvPr>
            <p:cNvSpPr/>
            <p:nvPr/>
          </p:nvSpPr>
          <p:spPr>
            <a:xfrm>
              <a:off x="246833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7">
              <a:extLst>
                <a:ext uri="{FF2B5EF4-FFF2-40B4-BE49-F238E27FC236}">
                  <a16:creationId xmlns:a16="http://schemas.microsoft.com/office/drawing/2014/main" id="{955B686E-B7FE-95D9-BE56-5F19A4D1F545}"/>
                </a:ext>
              </a:extLst>
            </p:cNvPr>
            <p:cNvSpPr/>
            <p:nvPr/>
          </p:nvSpPr>
          <p:spPr>
            <a:xfrm>
              <a:off x="247777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8">
              <a:extLst>
                <a:ext uri="{FF2B5EF4-FFF2-40B4-BE49-F238E27FC236}">
                  <a16:creationId xmlns:a16="http://schemas.microsoft.com/office/drawing/2014/main" id="{2564753F-7805-D576-2076-98A93572F9E4}"/>
                </a:ext>
              </a:extLst>
            </p:cNvPr>
            <p:cNvSpPr/>
            <p:nvPr/>
          </p:nvSpPr>
          <p:spPr>
            <a:xfrm>
              <a:off x="2496650" y="169340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400" y="91088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89">
              <a:extLst>
                <a:ext uri="{FF2B5EF4-FFF2-40B4-BE49-F238E27FC236}">
                  <a16:creationId xmlns:a16="http://schemas.microsoft.com/office/drawing/2014/main" id="{ABEA73F0-D6C0-AA36-84B1-E7F2752ED897}"/>
                </a:ext>
              </a:extLst>
            </p:cNvPr>
            <p:cNvSpPr/>
            <p:nvPr/>
          </p:nvSpPr>
          <p:spPr>
            <a:xfrm>
              <a:off x="2496650" y="1693407"/>
              <a:ext cx="916249" cy="914400"/>
            </a:xfrm>
            <a:custGeom>
              <a:avLst/>
              <a:gdLst/>
              <a:ahLst/>
              <a:cxnLst/>
              <a:rect l="0" t="0" r="0" b="0"/>
              <a:pathLst>
                <a:path w="916249" h="914400">
                  <a:moveTo>
                    <a:pt x="914400" y="914400"/>
                  </a:moveTo>
                  <a:lnTo>
                    <a:pt x="914400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0">
              <a:extLst>
                <a:ext uri="{FF2B5EF4-FFF2-40B4-BE49-F238E27FC236}">
                  <a16:creationId xmlns:a16="http://schemas.microsoft.com/office/drawing/2014/main" id="{47B5D4A7-5C6B-F489-4738-2EA14ED1291C}"/>
                </a:ext>
              </a:extLst>
            </p:cNvPr>
            <p:cNvSpPr/>
            <p:nvPr/>
          </p:nvSpPr>
          <p:spPr>
            <a:xfrm>
              <a:off x="3176348" y="1675838"/>
              <a:ext cx="914400" cy="921729"/>
            </a:xfrm>
            <a:custGeom>
              <a:avLst/>
              <a:gdLst/>
              <a:ahLst/>
              <a:cxnLst/>
              <a:rect l="0" t="0" r="0" b="0"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1">
              <a:extLst>
                <a:ext uri="{FF2B5EF4-FFF2-40B4-BE49-F238E27FC236}">
                  <a16:creationId xmlns:a16="http://schemas.microsoft.com/office/drawing/2014/main" id="{CB99E979-66AF-4829-4E0A-5D85F38393E0}"/>
                </a:ext>
              </a:extLst>
            </p:cNvPr>
            <p:cNvSpPr/>
            <p:nvPr/>
          </p:nvSpPr>
          <p:spPr>
            <a:xfrm>
              <a:off x="3176348" y="1675838"/>
              <a:ext cx="923840" cy="931373"/>
            </a:xfrm>
            <a:custGeom>
              <a:avLst/>
              <a:gdLst/>
              <a:ahLst/>
              <a:cxnLst/>
              <a:rect l="0" t="0" r="0" b="0"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2">
              <a:extLst>
                <a:ext uri="{FF2B5EF4-FFF2-40B4-BE49-F238E27FC236}">
                  <a16:creationId xmlns:a16="http://schemas.microsoft.com/office/drawing/2014/main" id="{CA9EFD0A-483B-779B-A8BB-BF7830007C8A}"/>
                </a:ext>
              </a:extLst>
            </p:cNvPr>
            <p:cNvSpPr/>
            <p:nvPr/>
          </p:nvSpPr>
          <p:spPr>
            <a:xfrm>
              <a:off x="318578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399" y="931373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3">
              <a:extLst>
                <a:ext uri="{FF2B5EF4-FFF2-40B4-BE49-F238E27FC236}">
                  <a16:creationId xmlns:a16="http://schemas.microsoft.com/office/drawing/2014/main" id="{733C65CA-5ADE-5299-D4AB-5E3CB4AC1CB2}"/>
                </a:ext>
              </a:extLst>
            </p:cNvPr>
            <p:cNvSpPr/>
            <p:nvPr/>
          </p:nvSpPr>
          <p:spPr>
            <a:xfrm>
              <a:off x="319522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4">
              <a:extLst>
                <a:ext uri="{FF2B5EF4-FFF2-40B4-BE49-F238E27FC236}">
                  <a16:creationId xmlns:a16="http://schemas.microsoft.com/office/drawing/2014/main" id="{D4EC85D6-F903-87C1-D613-ACC3844A64C6}"/>
                </a:ext>
              </a:extLst>
            </p:cNvPr>
            <p:cNvSpPr/>
            <p:nvPr/>
          </p:nvSpPr>
          <p:spPr>
            <a:xfrm>
              <a:off x="320466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5">
              <a:extLst>
                <a:ext uri="{FF2B5EF4-FFF2-40B4-BE49-F238E27FC236}">
                  <a16:creationId xmlns:a16="http://schemas.microsoft.com/office/drawing/2014/main" id="{5234B2B7-A77D-30F3-5ED8-C686212476FC}"/>
                </a:ext>
              </a:extLst>
            </p:cNvPr>
            <p:cNvSpPr/>
            <p:nvPr/>
          </p:nvSpPr>
          <p:spPr>
            <a:xfrm>
              <a:off x="321410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6">
              <a:extLst>
                <a:ext uri="{FF2B5EF4-FFF2-40B4-BE49-F238E27FC236}">
                  <a16:creationId xmlns:a16="http://schemas.microsoft.com/office/drawing/2014/main" id="{61C8EA7C-9769-B318-B42B-1FA8F74F1947}"/>
                </a:ext>
              </a:extLst>
            </p:cNvPr>
            <p:cNvSpPr/>
            <p:nvPr/>
          </p:nvSpPr>
          <p:spPr>
            <a:xfrm>
              <a:off x="322354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7">
              <a:extLst>
                <a:ext uri="{FF2B5EF4-FFF2-40B4-BE49-F238E27FC236}">
                  <a16:creationId xmlns:a16="http://schemas.microsoft.com/office/drawing/2014/main" id="{FF8CB91F-6BF3-98E4-E227-6507FC156268}"/>
                </a:ext>
              </a:extLst>
            </p:cNvPr>
            <p:cNvSpPr/>
            <p:nvPr/>
          </p:nvSpPr>
          <p:spPr>
            <a:xfrm>
              <a:off x="323298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8">
              <a:extLst>
                <a:ext uri="{FF2B5EF4-FFF2-40B4-BE49-F238E27FC236}">
                  <a16:creationId xmlns:a16="http://schemas.microsoft.com/office/drawing/2014/main" id="{CB7B8F39-B703-E2A9-351C-0F126703EAD6}"/>
                </a:ext>
              </a:extLst>
            </p:cNvPr>
            <p:cNvSpPr/>
            <p:nvPr/>
          </p:nvSpPr>
          <p:spPr>
            <a:xfrm>
              <a:off x="324242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699">
              <a:extLst>
                <a:ext uri="{FF2B5EF4-FFF2-40B4-BE49-F238E27FC236}">
                  <a16:creationId xmlns:a16="http://schemas.microsoft.com/office/drawing/2014/main" id="{0E00D63B-BA36-5700-F390-C73096157E26}"/>
                </a:ext>
              </a:extLst>
            </p:cNvPr>
            <p:cNvSpPr/>
            <p:nvPr/>
          </p:nvSpPr>
          <p:spPr>
            <a:xfrm>
              <a:off x="325187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0">
              <a:extLst>
                <a:ext uri="{FF2B5EF4-FFF2-40B4-BE49-F238E27FC236}">
                  <a16:creationId xmlns:a16="http://schemas.microsoft.com/office/drawing/2014/main" id="{CDA69ADF-D51B-D3A2-2AE5-B8D6A9CC6BDD}"/>
                </a:ext>
              </a:extLst>
            </p:cNvPr>
            <p:cNvSpPr/>
            <p:nvPr/>
          </p:nvSpPr>
          <p:spPr>
            <a:xfrm>
              <a:off x="326131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1">
              <a:extLst>
                <a:ext uri="{FF2B5EF4-FFF2-40B4-BE49-F238E27FC236}">
                  <a16:creationId xmlns:a16="http://schemas.microsoft.com/office/drawing/2014/main" id="{77919BC8-DAA3-51CE-9D0F-32CF30B3B847}"/>
                </a:ext>
              </a:extLst>
            </p:cNvPr>
            <p:cNvSpPr/>
            <p:nvPr/>
          </p:nvSpPr>
          <p:spPr>
            <a:xfrm>
              <a:off x="327075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2">
              <a:extLst>
                <a:ext uri="{FF2B5EF4-FFF2-40B4-BE49-F238E27FC236}">
                  <a16:creationId xmlns:a16="http://schemas.microsoft.com/office/drawing/2014/main" id="{4637FDDA-B275-178F-39D5-45EE4DC86B90}"/>
                </a:ext>
              </a:extLst>
            </p:cNvPr>
            <p:cNvSpPr/>
            <p:nvPr/>
          </p:nvSpPr>
          <p:spPr>
            <a:xfrm>
              <a:off x="328019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3">
              <a:extLst>
                <a:ext uri="{FF2B5EF4-FFF2-40B4-BE49-F238E27FC236}">
                  <a16:creationId xmlns:a16="http://schemas.microsoft.com/office/drawing/2014/main" id="{39FA3BBA-D3FC-6906-064D-79A86C7E3CC3}"/>
                </a:ext>
              </a:extLst>
            </p:cNvPr>
            <p:cNvSpPr/>
            <p:nvPr/>
          </p:nvSpPr>
          <p:spPr>
            <a:xfrm>
              <a:off x="328963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4">
              <a:extLst>
                <a:ext uri="{FF2B5EF4-FFF2-40B4-BE49-F238E27FC236}">
                  <a16:creationId xmlns:a16="http://schemas.microsoft.com/office/drawing/2014/main" id="{B67C9387-24D7-AF24-5576-344FC10A4F2D}"/>
                </a:ext>
              </a:extLst>
            </p:cNvPr>
            <p:cNvSpPr/>
            <p:nvPr/>
          </p:nvSpPr>
          <p:spPr>
            <a:xfrm>
              <a:off x="329907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5">
              <a:extLst>
                <a:ext uri="{FF2B5EF4-FFF2-40B4-BE49-F238E27FC236}">
                  <a16:creationId xmlns:a16="http://schemas.microsoft.com/office/drawing/2014/main" id="{A761AFB9-A441-2499-984C-90233F44E414}"/>
                </a:ext>
              </a:extLst>
            </p:cNvPr>
            <p:cNvSpPr/>
            <p:nvPr/>
          </p:nvSpPr>
          <p:spPr>
            <a:xfrm>
              <a:off x="330851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6">
              <a:extLst>
                <a:ext uri="{FF2B5EF4-FFF2-40B4-BE49-F238E27FC236}">
                  <a16:creationId xmlns:a16="http://schemas.microsoft.com/office/drawing/2014/main" id="{07DE8BAF-DC92-A4F9-1807-5A1E1C634AEA}"/>
                </a:ext>
              </a:extLst>
            </p:cNvPr>
            <p:cNvSpPr/>
            <p:nvPr/>
          </p:nvSpPr>
          <p:spPr>
            <a:xfrm>
              <a:off x="331795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7">
              <a:extLst>
                <a:ext uri="{FF2B5EF4-FFF2-40B4-BE49-F238E27FC236}">
                  <a16:creationId xmlns:a16="http://schemas.microsoft.com/office/drawing/2014/main" id="{331A5B9F-AEBD-315C-5970-E80B4D4E9D48}"/>
                </a:ext>
              </a:extLst>
            </p:cNvPr>
            <p:cNvSpPr/>
            <p:nvPr/>
          </p:nvSpPr>
          <p:spPr>
            <a:xfrm>
              <a:off x="332739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8">
              <a:extLst>
                <a:ext uri="{FF2B5EF4-FFF2-40B4-BE49-F238E27FC236}">
                  <a16:creationId xmlns:a16="http://schemas.microsoft.com/office/drawing/2014/main" id="{67C4E44D-F964-EEFC-991A-3CCAB870F1E1}"/>
                </a:ext>
              </a:extLst>
            </p:cNvPr>
            <p:cNvSpPr/>
            <p:nvPr/>
          </p:nvSpPr>
          <p:spPr>
            <a:xfrm>
              <a:off x="333683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09">
              <a:extLst>
                <a:ext uri="{FF2B5EF4-FFF2-40B4-BE49-F238E27FC236}">
                  <a16:creationId xmlns:a16="http://schemas.microsoft.com/office/drawing/2014/main" id="{92D82E19-7A01-5307-E1C0-FF2E7D7157BA}"/>
                </a:ext>
              </a:extLst>
            </p:cNvPr>
            <p:cNvSpPr/>
            <p:nvPr/>
          </p:nvSpPr>
          <p:spPr>
            <a:xfrm>
              <a:off x="334627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0">
              <a:extLst>
                <a:ext uri="{FF2B5EF4-FFF2-40B4-BE49-F238E27FC236}">
                  <a16:creationId xmlns:a16="http://schemas.microsoft.com/office/drawing/2014/main" id="{585E0E66-9E8D-0B2A-5979-85D149B0BBBD}"/>
                </a:ext>
              </a:extLst>
            </p:cNvPr>
            <p:cNvSpPr/>
            <p:nvPr/>
          </p:nvSpPr>
          <p:spPr>
            <a:xfrm>
              <a:off x="335571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1">
              <a:extLst>
                <a:ext uri="{FF2B5EF4-FFF2-40B4-BE49-F238E27FC236}">
                  <a16:creationId xmlns:a16="http://schemas.microsoft.com/office/drawing/2014/main" id="{7D03B349-5D32-C267-E993-920697B38678}"/>
                </a:ext>
              </a:extLst>
            </p:cNvPr>
            <p:cNvSpPr/>
            <p:nvPr/>
          </p:nvSpPr>
          <p:spPr>
            <a:xfrm>
              <a:off x="336515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2">
              <a:extLst>
                <a:ext uri="{FF2B5EF4-FFF2-40B4-BE49-F238E27FC236}">
                  <a16:creationId xmlns:a16="http://schemas.microsoft.com/office/drawing/2014/main" id="{1FBE0875-4B63-FCA2-EDD0-8176CC733E03}"/>
                </a:ext>
              </a:extLst>
            </p:cNvPr>
            <p:cNvSpPr/>
            <p:nvPr/>
          </p:nvSpPr>
          <p:spPr>
            <a:xfrm>
              <a:off x="337459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3">
              <a:extLst>
                <a:ext uri="{FF2B5EF4-FFF2-40B4-BE49-F238E27FC236}">
                  <a16:creationId xmlns:a16="http://schemas.microsoft.com/office/drawing/2014/main" id="{FD26F793-751C-8A5C-AE60-F779F7CC75F5}"/>
                </a:ext>
              </a:extLst>
            </p:cNvPr>
            <p:cNvSpPr/>
            <p:nvPr/>
          </p:nvSpPr>
          <p:spPr>
            <a:xfrm>
              <a:off x="338403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4">
              <a:extLst>
                <a:ext uri="{FF2B5EF4-FFF2-40B4-BE49-F238E27FC236}">
                  <a16:creationId xmlns:a16="http://schemas.microsoft.com/office/drawing/2014/main" id="{6DF6008D-6DE9-9D10-7F3E-3E8612ED185E}"/>
                </a:ext>
              </a:extLst>
            </p:cNvPr>
            <p:cNvSpPr/>
            <p:nvPr/>
          </p:nvSpPr>
          <p:spPr>
            <a:xfrm>
              <a:off x="339347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5">
              <a:extLst>
                <a:ext uri="{FF2B5EF4-FFF2-40B4-BE49-F238E27FC236}">
                  <a16:creationId xmlns:a16="http://schemas.microsoft.com/office/drawing/2014/main" id="{EAE4200E-13CC-BE40-950D-A9C279946AE3}"/>
                </a:ext>
              </a:extLst>
            </p:cNvPr>
            <p:cNvSpPr/>
            <p:nvPr/>
          </p:nvSpPr>
          <p:spPr>
            <a:xfrm>
              <a:off x="340291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6">
              <a:extLst>
                <a:ext uri="{FF2B5EF4-FFF2-40B4-BE49-F238E27FC236}">
                  <a16:creationId xmlns:a16="http://schemas.microsoft.com/office/drawing/2014/main" id="{6705DC09-B149-3408-0120-C9B0F1091FB7}"/>
                </a:ext>
              </a:extLst>
            </p:cNvPr>
            <p:cNvSpPr/>
            <p:nvPr/>
          </p:nvSpPr>
          <p:spPr>
            <a:xfrm>
              <a:off x="341235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7">
              <a:extLst>
                <a:ext uri="{FF2B5EF4-FFF2-40B4-BE49-F238E27FC236}">
                  <a16:creationId xmlns:a16="http://schemas.microsoft.com/office/drawing/2014/main" id="{22A6B813-C201-D884-84B1-09C103290319}"/>
                </a:ext>
              </a:extLst>
            </p:cNvPr>
            <p:cNvSpPr/>
            <p:nvPr/>
          </p:nvSpPr>
          <p:spPr>
            <a:xfrm>
              <a:off x="342179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8">
              <a:extLst>
                <a:ext uri="{FF2B5EF4-FFF2-40B4-BE49-F238E27FC236}">
                  <a16:creationId xmlns:a16="http://schemas.microsoft.com/office/drawing/2014/main" id="{3B00CBBD-FC30-7805-551D-E1DA5ED9FDD1}"/>
                </a:ext>
              </a:extLst>
            </p:cNvPr>
            <p:cNvSpPr/>
            <p:nvPr/>
          </p:nvSpPr>
          <p:spPr>
            <a:xfrm>
              <a:off x="343123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19">
              <a:extLst>
                <a:ext uri="{FF2B5EF4-FFF2-40B4-BE49-F238E27FC236}">
                  <a16:creationId xmlns:a16="http://schemas.microsoft.com/office/drawing/2014/main" id="{C410EC30-47A8-3A5C-B5A2-AAF3C6E3B417}"/>
                </a:ext>
              </a:extLst>
            </p:cNvPr>
            <p:cNvSpPr/>
            <p:nvPr/>
          </p:nvSpPr>
          <p:spPr>
            <a:xfrm>
              <a:off x="344067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0">
              <a:extLst>
                <a:ext uri="{FF2B5EF4-FFF2-40B4-BE49-F238E27FC236}">
                  <a16:creationId xmlns:a16="http://schemas.microsoft.com/office/drawing/2014/main" id="{D7071B7B-CB00-0E6E-DB74-D1B5F9509CA7}"/>
                </a:ext>
              </a:extLst>
            </p:cNvPr>
            <p:cNvSpPr/>
            <p:nvPr/>
          </p:nvSpPr>
          <p:spPr>
            <a:xfrm>
              <a:off x="3450115" y="169340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1">
              <a:extLst>
                <a:ext uri="{FF2B5EF4-FFF2-40B4-BE49-F238E27FC236}">
                  <a16:creationId xmlns:a16="http://schemas.microsoft.com/office/drawing/2014/main" id="{B3077F1D-D26F-0EE4-8B74-C9CA24F33A1D}"/>
                </a:ext>
              </a:extLst>
            </p:cNvPr>
            <p:cNvSpPr/>
            <p:nvPr/>
          </p:nvSpPr>
          <p:spPr>
            <a:xfrm>
              <a:off x="3459555" y="1675838"/>
              <a:ext cx="916997" cy="920883"/>
            </a:xfrm>
            <a:custGeom>
              <a:avLst/>
              <a:gdLst/>
              <a:ahLst/>
              <a:cxnLst/>
              <a:rect l="0" t="0" r="0" b="0"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2">
              <a:extLst>
                <a:ext uri="{FF2B5EF4-FFF2-40B4-BE49-F238E27FC236}">
                  <a16:creationId xmlns:a16="http://schemas.microsoft.com/office/drawing/2014/main" id="{767BE0EC-77DB-35A5-AA97-E588DF6EC00E}"/>
                </a:ext>
              </a:extLst>
            </p:cNvPr>
            <p:cNvSpPr/>
            <p:nvPr/>
          </p:nvSpPr>
          <p:spPr>
            <a:xfrm>
              <a:off x="2194563" y="165826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3">
              <a:extLst>
                <a:ext uri="{FF2B5EF4-FFF2-40B4-BE49-F238E27FC236}">
                  <a16:creationId xmlns:a16="http://schemas.microsoft.com/office/drawing/2014/main" id="{A3DA0671-9823-979E-6BFF-66DE98E432F0}"/>
                </a:ext>
              </a:extLst>
            </p:cNvPr>
            <p:cNvSpPr/>
            <p:nvPr/>
          </p:nvSpPr>
          <p:spPr>
            <a:xfrm>
              <a:off x="219456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4">
              <a:extLst>
                <a:ext uri="{FF2B5EF4-FFF2-40B4-BE49-F238E27FC236}">
                  <a16:creationId xmlns:a16="http://schemas.microsoft.com/office/drawing/2014/main" id="{28283206-B03A-615F-E9E1-2E4D45B04EFB}"/>
                </a:ext>
              </a:extLst>
            </p:cNvPr>
            <p:cNvSpPr/>
            <p:nvPr/>
          </p:nvSpPr>
          <p:spPr>
            <a:xfrm>
              <a:off x="220400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5">
              <a:extLst>
                <a:ext uri="{FF2B5EF4-FFF2-40B4-BE49-F238E27FC236}">
                  <a16:creationId xmlns:a16="http://schemas.microsoft.com/office/drawing/2014/main" id="{AD0DB650-E9A0-E904-5896-00A8B96565E3}"/>
                </a:ext>
              </a:extLst>
            </p:cNvPr>
            <p:cNvSpPr/>
            <p:nvPr/>
          </p:nvSpPr>
          <p:spPr>
            <a:xfrm>
              <a:off x="221344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6">
              <a:extLst>
                <a:ext uri="{FF2B5EF4-FFF2-40B4-BE49-F238E27FC236}">
                  <a16:creationId xmlns:a16="http://schemas.microsoft.com/office/drawing/2014/main" id="{695DD974-DE22-8C22-EE71-A1C0544E9827}"/>
                </a:ext>
              </a:extLst>
            </p:cNvPr>
            <p:cNvSpPr/>
            <p:nvPr/>
          </p:nvSpPr>
          <p:spPr>
            <a:xfrm>
              <a:off x="222288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7">
              <a:extLst>
                <a:ext uri="{FF2B5EF4-FFF2-40B4-BE49-F238E27FC236}">
                  <a16:creationId xmlns:a16="http://schemas.microsoft.com/office/drawing/2014/main" id="{48EE70D1-396C-A6AE-A80F-6D91B31296B6}"/>
                </a:ext>
              </a:extLst>
            </p:cNvPr>
            <p:cNvSpPr/>
            <p:nvPr/>
          </p:nvSpPr>
          <p:spPr>
            <a:xfrm>
              <a:off x="223232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8">
              <a:extLst>
                <a:ext uri="{FF2B5EF4-FFF2-40B4-BE49-F238E27FC236}">
                  <a16:creationId xmlns:a16="http://schemas.microsoft.com/office/drawing/2014/main" id="{4CBA6F4A-FC7C-20F6-924A-A9FE5E63A27A}"/>
                </a:ext>
              </a:extLst>
            </p:cNvPr>
            <p:cNvSpPr/>
            <p:nvPr/>
          </p:nvSpPr>
          <p:spPr>
            <a:xfrm>
              <a:off x="224176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29">
              <a:extLst>
                <a:ext uri="{FF2B5EF4-FFF2-40B4-BE49-F238E27FC236}">
                  <a16:creationId xmlns:a16="http://schemas.microsoft.com/office/drawing/2014/main" id="{CC3889F2-D1A7-7DB8-BC12-D2FE7E5FB692}"/>
                </a:ext>
              </a:extLst>
            </p:cNvPr>
            <p:cNvSpPr/>
            <p:nvPr/>
          </p:nvSpPr>
          <p:spPr>
            <a:xfrm>
              <a:off x="225120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0">
              <a:extLst>
                <a:ext uri="{FF2B5EF4-FFF2-40B4-BE49-F238E27FC236}">
                  <a16:creationId xmlns:a16="http://schemas.microsoft.com/office/drawing/2014/main" id="{7677F7C6-DE74-E302-B710-BC882A975D58}"/>
                </a:ext>
              </a:extLst>
            </p:cNvPr>
            <p:cNvSpPr/>
            <p:nvPr/>
          </p:nvSpPr>
          <p:spPr>
            <a:xfrm>
              <a:off x="226064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1">
              <a:extLst>
                <a:ext uri="{FF2B5EF4-FFF2-40B4-BE49-F238E27FC236}">
                  <a16:creationId xmlns:a16="http://schemas.microsoft.com/office/drawing/2014/main" id="{BC457749-8963-2B35-56EB-019913EAE518}"/>
                </a:ext>
              </a:extLst>
            </p:cNvPr>
            <p:cNvSpPr/>
            <p:nvPr/>
          </p:nvSpPr>
          <p:spPr>
            <a:xfrm>
              <a:off x="227008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2">
              <a:extLst>
                <a:ext uri="{FF2B5EF4-FFF2-40B4-BE49-F238E27FC236}">
                  <a16:creationId xmlns:a16="http://schemas.microsoft.com/office/drawing/2014/main" id="{4120901C-133E-1315-3624-B9945FD54351}"/>
                </a:ext>
              </a:extLst>
            </p:cNvPr>
            <p:cNvSpPr/>
            <p:nvPr/>
          </p:nvSpPr>
          <p:spPr>
            <a:xfrm>
              <a:off x="227952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3">
              <a:extLst>
                <a:ext uri="{FF2B5EF4-FFF2-40B4-BE49-F238E27FC236}">
                  <a16:creationId xmlns:a16="http://schemas.microsoft.com/office/drawing/2014/main" id="{03C94FFA-75E0-F747-73D1-D3C30E41D43D}"/>
                </a:ext>
              </a:extLst>
            </p:cNvPr>
            <p:cNvSpPr/>
            <p:nvPr/>
          </p:nvSpPr>
          <p:spPr>
            <a:xfrm>
              <a:off x="228896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4">
              <a:extLst>
                <a:ext uri="{FF2B5EF4-FFF2-40B4-BE49-F238E27FC236}">
                  <a16:creationId xmlns:a16="http://schemas.microsoft.com/office/drawing/2014/main" id="{B48F9C62-174F-6B65-147F-3C6F09370D28}"/>
                </a:ext>
              </a:extLst>
            </p:cNvPr>
            <p:cNvSpPr/>
            <p:nvPr/>
          </p:nvSpPr>
          <p:spPr>
            <a:xfrm>
              <a:off x="229840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5">
              <a:extLst>
                <a:ext uri="{FF2B5EF4-FFF2-40B4-BE49-F238E27FC236}">
                  <a16:creationId xmlns:a16="http://schemas.microsoft.com/office/drawing/2014/main" id="{2BE34B7A-E4FF-0F25-73C8-6A150C869100}"/>
                </a:ext>
              </a:extLst>
            </p:cNvPr>
            <p:cNvSpPr/>
            <p:nvPr/>
          </p:nvSpPr>
          <p:spPr>
            <a:xfrm>
              <a:off x="230784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6">
              <a:extLst>
                <a:ext uri="{FF2B5EF4-FFF2-40B4-BE49-F238E27FC236}">
                  <a16:creationId xmlns:a16="http://schemas.microsoft.com/office/drawing/2014/main" id="{9A027B30-E97E-1515-25EF-7C01977DF566}"/>
                </a:ext>
              </a:extLst>
            </p:cNvPr>
            <p:cNvSpPr/>
            <p:nvPr/>
          </p:nvSpPr>
          <p:spPr>
            <a:xfrm>
              <a:off x="231728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7">
              <a:extLst>
                <a:ext uri="{FF2B5EF4-FFF2-40B4-BE49-F238E27FC236}">
                  <a16:creationId xmlns:a16="http://schemas.microsoft.com/office/drawing/2014/main" id="{C087F4CA-6CC9-A5E5-BF40-B90832C6C02C}"/>
                </a:ext>
              </a:extLst>
            </p:cNvPr>
            <p:cNvSpPr/>
            <p:nvPr/>
          </p:nvSpPr>
          <p:spPr>
            <a:xfrm>
              <a:off x="232672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8">
              <a:extLst>
                <a:ext uri="{FF2B5EF4-FFF2-40B4-BE49-F238E27FC236}">
                  <a16:creationId xmlns:a16="http://schemas.microsoft.com/office/drawing/2014/main" id="{0A7A4F05-C820-6325-B416-7E908FBA9DCD}"/>
                </a:ext>
              </a:extLst>
            </p:cNvPr>
            <p:cNvSpPr/>
            <p:nvPr/>
          </p:nvSpPr>
          <p:spPr>
            <a:xfrm>
              <a:off x="233616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39">
              <a:extLst>
                <a:ext uri="{FF2B5EF4-FFF2-40B4-BE49-F238E27FC236}">
                  <a16:creationId xmlns:a16="http://schemas.microsoft.com/office/drawing/2014/main" id="{F436E79D-D740-9DFF-3109-344E36DC58C3}"/>
                </a:ext>
              </a:extLst>
            </p:cNvPr>
            <p:cNvSpPr/>
            <p:nvPr/>
          </p:nvSpPr>
          <p:spPr>
            <a:xfrm>
              <a:off x="234560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0">
              <a:extLst>
                <a:ext uri="{FF2B5EF4-FFF2-40B4-BE49-F238E27FC236}">
                  <a16:creationId xmlns:a16="http://schemas.microsoft.com/office/drawing/2014/main" id="{4EC1E524-8AA0-0635-F8FE-C43CA5C29B42}"/>
                </a:ext>
              </a:extLst>
            </p:cNvPr>
            <p:cNvSpPr/>
            <p:nvPr/>
          </p:nvSpPr>
          <p:spPr>
            <a:xfrm>
              <a:off x="235504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1">
              <a:extLst>
                <a:ext uri="{FF2B5EF4-FFF2-40B4-BE49-F238E27FC236}">
                  <a16:creationId xmlns:a16="http://schemas.microsoft.com/office/drawing/2014/main" id="{B430644B-B53D-44FE-40B6-4C9C038FEDD2}"/>
                </a:ext>
              </a:extLst>
            </p:cNvPr>
            <p:cNvSpPr/>
            <p:nvPr/>
          </p:nvSpPr>
          <p:spPr>
            <a:xfrm>
              <a:off x="236448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2">
              <a:extLst>
                <a:ext uri="{FF2B5EF4-FFF2-40B4-BE49-F238E27FC236}">
                  <a16:creationId xmlns:a16="http://schemas.microsoft.com/office/drawing/2014/main" id="{A17E64A2-4D3D-5C51-3613-2D5758AED746}"/>
                </a:ext>
              </a:extLst>
            </p:cNvPr>
            <p:cNvSpPr/>
            <p:nvPr/>
          </p:nvSpPr>
          <p:spPr>
            <a:xfrm>
              <a:off x="237392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3">
              <a:extLst>
                <a:ext uri="{FF2B5EF4-FFF2-40B4-BE49-F238E27FC236}">
                  <a16:creationId xmlns:a16="http://schemas.microsoft.com/office/drawing/2014/main" id="{078534F8-5ED2-1065-C69D-8EE01AAB5BF3}"/>
                </a:ext>
              </a:extLst>
            </p:cNvPr>
            <p:cNvSpPr/>
            <p:nvPr/>
          </p:nvSpPr>
          <p:spPr>
            <a:xfrm>
              <a:off x="238336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4">
              <a:extLst>
                <a:ext uri="{FF2B5EF4-FFF2-40B4-BE49-F238E27FC236}">
                  <a16:creationId xmlns:a16="http://schemas.microsoft.com/office/drawing/2014/main" id="{F5A27D48-FC81-8A71-D0F6-683DB22633AF}"/>
                </a:ext>
              </a:extLst>
            </p:cNvPr>
            <p:cNvSpPr/>
            <p:nvPr/>
          </p:nvSpPr>
          <p:spPr>
            <a:xfrm>
              <a:off x="239280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5">
              <a:extLst>
                <a:ext uri="{FF2B5EF4-FFF2-40B4-BE49-F238E27FC236}">
                  <a16:creationId xmlns:a16="http://schemas.microsoft.com/office/drawing/2014/main" id="{754D269D-4234-1903-087A-9A8FA54E4B0E}"/>
                </a:ext>
              </a:extLst>
            </p:cNvPr>
            <p:cNvSpPr/>
            <p:nvPr/>
          </p:nvSpPr>
          <p:spPr>
            <a:xfrm>
              <a:off x="240224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A50">
                <a:alpha val="100000"/>
              </a:srgbClr>
            </a:solidFill>
            <a:ln w="5420" cap="flat">
              <a:solidFill>
                <a:srgbClr val="20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6">
              <a:extLst>
                <a:ext uri="{FF2B5EF4-FFF2-40B4-BE49-F238E27FC236}">
                  <a16:creationId xmlns:a16="http://schemas.microsoft.com/office/drawing/2014/main" id="{E23F42F6-8830-F5E2-03F1-3599EA78C690}"/>
                </a:ext>
              </a:extLst>
            </p:cNvPr>
            <p:cNvSpPr/>
            <p:nvPr/>
          </p:nvSpPr>
          <p:spPr>
            <a:xfrm>
              <a:off x="241168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7">
              <a:extLst>
                <a:ext uri="{FF2B5EF4-FFF2-40B4-BE49-F238E27FC236}">
                  <a16:creationId xmlns:a16="http://schemas.microsoft.com/office/drawing/2014/main" id="{13056EAA-5B9A-53FF-EFFC-2E25568B6F23}"/>
                </a:ext>
              </a:extLst>
            </p:cNvPr>
            <p:cNvSpPr/>
            <p:nvPr/>
          </p:nvSpPr>
          <p:spPr>
            <a:xfrm>
              <a:off x="242112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8">
              <a:extLst>
                <a:ext uri="{FF2B5EF4-FFF2-40B4-BE49-F238E27FC236}">
                  <a16:creationId xmlns:a16="http://schemas.microsoft.com/office/drawing/2014/main" id="{96032D7B-1170-CC1B-814D-28ABDCFC9033}"/>
                </a:ext>
              </a:extLst>
            </p:cNvPr>
            <p:cNvSpPr/>
            <p:nvPr/>
          </p:nvSpPr>
          <p:spPr>
            <a:xfrm>
              <a:off x="243056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49">
              <a:extLst>
                <a:ext uri="{FF2B5EF4-FFF2-40B4-BE49-F238E27FC236}">
                  <a16:creationId xmlns:a16="http://schemas.microsoft.com/office/drawing/2014/main" id="{2BB078C5-CB23-42CF-D77E-5E43E96FABDE}"/>
                </a:ext>
              </a:extLst>
            </p:cNvPr>
            <p:cNvSpPr/>
            <p:nvPr/>
          </p:nvSpPr>
          <p:spPr>
            <a:xfrm>
              <a:off x="244000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0">
              <a:extLst>
                <a:ext uri="{FF2B5EF4-FFF2-40B4-BE49-F238E27FC236}">
                  <a16:creationId xmlns:a16="http://schemas.microsoft.com/office/drawing/2014/main" id="{818E1E06-8CA4-18AD-F4D6-0AFAA05147AA}"/>
                </a:ext>
              </a:extLst>
            </p:cNvPr>
            <p:cNvSpPr/>
            <p:nvPr/>
          </p:nvSpPr>
          <p:spPr>
            <a:xfrm>
              <a:off x="244944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1">
              <a:extLst>
                <a:ext uri="{FF2B5EF4-FFF2-40B4-BE49-F238E27FC236}">
                  <a16:creationId xmlns:a16="http://schemas.microsoft.com/office/drawing/2014/main" id="{A590FC56-FC50-08F1-B6CF-A443AE90C735}"/>
                </a:ext>
              </a:extLst>
            </p:cNvPr>
            <p:cNvSpPr/>
            <p:nvPr/>
          </p:nvSpPr>
          <p:spPr>
            <a:xfrm>
              <a:off x="245889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2">
              <a:extLst>
                <a:ext uri="{FF2B5EF4-FFF2-40B4-BE49-F238E27FC236}">
                  <a16:creationId xmlns:a16="http://schemas.microsoft.com/office/drawing/2014/main" id="{AD786CDD-A66B-C95F-561F-F48C6286FBF0}"/>
                </a:ext>
              </a:extLst>
            </p:cNvPr>
            <p:cNvSpPr/>
            <p:nvPr/>
          </p:nvSpPr>
          <p:spPr>
            <a:xfrm>
              <a:off x="246833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3">
              <a:extLst>
                <a:ext uri="{FF2B5EF4-FFF2-40B4-BE49-F238E27FC236}">
                  <a16:creationId xmlns:a16="http://schemas.microsoft.com/office/drawing/2014/main" id="{81E8ADB7-F287-475F-4B37-FB6AFEF6BD19}"/>
                </a:ext>
              </a:extLst>
            </p:cNvPr>
            <p:cNvSpPr/>
            <p:nvPr/>
          </p:nvSpPr>
          <p:spPr>
            <a:xfrm>
              <a:off x="247777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4">
              <a:extLst>
                <a:ext uri="{FF2B5EF4-FFF2-40B4-BE49-F238E27FC236}">
                  <a16:creationId xmlns:a16="http://schemas.microsoft.com/office/drawing/2014/main" id="{9C4739F7-B63E-D53B-C701-1E64F8006DE2}"/>
                </a:ext>
              </a:extLst>
            </p:cNvPr>
            <p:cNvSpPr/>
            <p:nvPr/>
          </p:nvSpPr>
          <p:spPr>
            <a:xfrm>
              <a:off x="2487210" y="1675838"/>
              <a:ext cx="919578" cy="914400"/>
            </a:xfrm>
            <a:custGeom>
              <a:avLst/>
              <a:gdLst/>
              <a:ahLst/>
              <a:cxnLst/>
              <a:rect l="0" t="0" r="0" b="0"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5">
              <a:extLst>
                <a:ext uri="{FF2B5EF4-FFF2-40B4-BE49-F238E27FC236}">
                  <a16:creationId xmlns:a16="http://schemas.microsoft.com/office/drawing/2014/main" id="{A0A62EF1-3C4D-45FF-B178-EA67FEDE5E38}"/>
                </a:ext>
              </a:extLst>
            </p:cNvPr>
            <p:cNvSpPr/>
            <p:nvPr/>
          </p:nvSpPr>
          <p:spPr>
            <a:xfrm>
              <a:off x="3166907" y="1658268"/>
              <a:ext cx="914400" cy="927252"/>
            </a:xfrm>
            <a:custGeom>
              <a:avLst/>
              <a:gdLst/>
              <a:ahLst/>
              <a:cxnLst/>
              <a:rect l="0" t="0" r="0" b="0"/>
              <a:pathLst>
                <a:path w="914400" h="927252">
                  <a:moveTo>
                    <a:pt x="914400" y="914400"/>
                  </a:moveTo>
                  <a:lnTo>
                    <a:pt x="914400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6">
              <a:extLst>
                <a:ext uri="{FF2B5EF4-FFF2-40B4-BE49-F238E27FC236}">
                  <a16:creationId xmlns:a16="http://schemas.microsoft.com/office/drawing/2014/main" id="{655012D5-561E-AAAC-80B7-3F3094A22711}"/>
                </a:ext>
              </a:extLst>
            </p:cNvPr>
            <p:cNvSpPr/>
            <p:nvPr/>
          </p:nvSpPr>
          <p:spPr>
            <a:xfrm>
              <a:off x="316690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400" y="92725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7">
              <a:extLst>
                <a:ext uri="{FF2B5EF4-FFF2-40B4-BE49-F238E27FC236}">
                  <a16:creationId xmlns:a16="http://schemas.microsoft.com/office/drawing/2014/main" id="{DD7F654B-EEA7-D495-27F9-04E6DBEA1B8B}"/>
                </a:ext>
              </a:extLst>
            </p:cNvPr>
            <p:cNvSpPr/>
            <p:nvPr/>
          </p:nvSpPr>
          <p:spPr>
            <a:xfrm>
              <a:off x="317634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8">
              <a:extLst>
                <a:ext uri="{FF2B5EF4-FFF2-40B4-BE49-F238E27FC236}">
                  <a16:creationId xmlns:a16="http://schemas.microsoft.com/office/drawing/2014/main" id="{DACF496D-94DF-7B91-F090-C4AE438F544D}"/>
                </a:ext>
              </a:extLst>
            </p:cNvPr>
            <p:cNvSpPr/>
            <p:nvPr/>
          </p:nvSpPr>
          <p:spPr>
            <a:xfrm>
              <a:off x="318578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59">
              <a:extLst>
                <a:ext uri="{FF2B5EF4-FFF2-40B4-BE49-F238E27FC236}">
                  <a16:creationId xmlns:a16="http://schemas.microsoft.com/office/drawing/2014/main" id="{6D3345B9-59CB-1561-3033-5307BCCA97FD}"/>
                </a:ext>
              </a:extLst>
            </p:cNvPr>
            <p:cNvSpPr/>
            <p:nvPr/>
          </p:nvSpPr>
          <p:spPr>
            <a:xfrm>
              <a:off x="319522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0">
              <a:extLst>
                <a:ext uri="{FF2B5EF4-FFF2-40B4-BE49-F238E27FC236}">
                  <a16:creationId xmlns:a16="http://schemas.microsoft.com/office/drawing/2014/main" id="{71F12733-069E-DC40-B20F-AD3FB635A7B2}"/>
                </a:ext>
              </a:extLst>
            </p:cNvPr>
            <p:cNvSpPr/>
            <p:nvPr/>
          </p:nvSpPr>
          <p:spPr>
            <a:xfrm>
              <a:off x="320466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1">
              <a:extLst>
                <a:ext uri="{FF2B5EF4-FFF2-40B4-BE49-F238E27FC236}">
                  <a16:creationId xmlns:a16="http://schemas.microsoft.com/office/drawing/2014/main" id="{DBA6AA63-799D-E495-76C8-26FFF6980359}"/>
                </a:ext>
              </a:extLst>
            </p:cNvPr>
            <p:cNvSpPr/>
            <p:nvPr/>
          </p:nvSpPr>
          <p:spPr>
            <a:xfrm>
              <a:off x="321410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2">
              <a:extLst>
                <a:ext uri="{FF2B5EF4-FFF2-40B4-BE49-F238E27FC236}">
                  <a16:creationId xmlns:a16="http://schemas.microsoft.com/office/drawing/2014/main" id="{C1AE851B-8110-74C4-91F5-624CD9DC3EA5}"/>
                </a:ext>
              </a:extLst>
            </p:cNvPr>
            <p:cNvSpPr/>
            <p:nvPr/>
          </p:nvSpPr>
          <p:spPr>
            <a:xfrm>
              <a:off x="322354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3">
              <a:extLst>
                <a:ext uri="{FF2B5EF4-FFF2-40B4-BE49-F238E27FC236}">
                  <a16:creationId xmlns:a16="http://schemas.microsoft.com/office/drawing/2014/main" id="{A368CF14-A396-ECD8-BF7E-B53DC32F9906}"/>
                </a:ext>
              </a:extLst>
            </p:cNvPr>
            <p:cNvSpPr/>
            <p:nvPr/>
          </p:nvSpPr>
          <p:spPr>
            <a:xfrm>
              <a:off x="323298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4">
              <a:extLst>
                <a:ext uri="{FF2B5EF4-FFF2-40B4-BE49-F238E27FC236}">
                  <a16:creationId xmlns:a16="http://schemas.microsoft.com/office/drawing/2014/main" id="{2CDEEAFB-A9BE-65B7-C396-DB05BE46F22F}"/>
                </a:ext>
              </a:extLst>
            </p:cNvPr>
            <p:cNvSpPr/>
            <p:nvPr/>
          </p:nvSpPr>
          <p:spPr>
            <a:xfrm>
              <a:off x="324242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5">
              <a:extLst>
                <a:ext uri="{FF2B5EF4-FFF2-40B4-BE49-F238E27FC236}">
                  <a16:creationId xmlns:a16="http://schemas.microsoft.com/office/drawing/2014/main" id="{498D91CD-FB31-3483-B188-0DDE339E263F}"/>
                </a:ext>
              </a:extLst>
            </p:cNvPr>
            <p:cNvSpPr/>
            <p:nvPr/>
          </p:nvSpPr>
          <p:spPr>
            <a:xfrm>
              <a:off x="325187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6">
              <a:extLst>
                <a:ext uri="{FF2B5EF4-FFF2-40B4-BE49-F238E27FC236}">
                  <a16:creationId xmlns:a16="http://schemas.microsoft.com/office/drawing/2014/main" id="{A16BB41E-8E12-B1D9-AEC2-6E5A09AD2C67}"/>
                </a:ext>
              </a:extLst>
            </p:cNvPr>
            <p:cNvSpPr/>
            <p:nvPr/>
          </p:nvSpPr>
          <p:spPr>
            <a:xfrm>
              <a:off x="326131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7">
              <a:extLst>
                <a:ext uri="{FF2B5EF4-FFF2-40B4-BE49-F238E27FC236}">
                  <a16:creationId xmlns:a16="http://schemas.microsoft.com/office/drawing/2014/main" id="{00317A7F-5010-F5A7-878C-2FBD19787C7E}"/>
                </a:ext>
              </a:extLst>
            </p:cNvPr>
            <p:cNvSpPr/>
            <p:nvPr/>
          </p:nvSpPr>
          <p:spPr>
            <a:xfrm>
              <a:off x="327075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8">
              <a:extLst>
                <a:ext uri="{FF2B5EF4-FFF2-40B4-BE49-F238E27FC236}">
                  <a16:creationId xmlns:a16="http://schemas.microsoft.com/office/drawing/2014/main" id="{1D8E6596-8C98-0584-BF27-E210BC7AD9A3}"/>
                </a:ext>
              </a:extLst>
            </p:cNvPr>
            <p:cNvSpPr/>
            <p:nvPr/>
          </p:nvSpPr>
          <p:spPr>
            <a:xfrm>
              <a:off x="328019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69">
              <a:extLst>
                <a:ext uri="{FF2B5EF4-FFF2-40B4-BE49-F238E27FC236}">
                  <a16:creationId xmlns:a16="http://schemas.microsoft.com/office/drawing/2014/main" id="{12984C21-74F9-4FD0-88C1-78AE165D1745}"/>
                </a:ext>
              </a:extLst>
            </p:cNvPr>
            <p:cNvSpPr/>
            <p:nvPr/>
          </p:nvSpPr>
          <p:spPr>
            <a:xfrm>
              <a:off x="328963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0">
              <a:extLst>
                <a:ext uri="{FF2B5EF4-FFF2-40B4-BE49-F238E27FC236}">
                  <a16:creationId xmlns:a16="http://schemas.microsoft.com/office/drawing/2014/main" id="{585B9628-44B3-B680-FB1B-A64348F1B57A}"/>
                </a:ext>
              </a:extLst>
            </p:cNvPr>
            <p:cNvSpPr/>
            <p:nvPr/>
          </p:nvSpPr>
          <p:spPr>
            <a:xfrm>
              <a:off x="329907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1">
              <a:extLst>
                <a:ext uri="{FF2B5EF4-FFF2-40B4-BE49-F238E27FC236}">
                  <a16:creationId xmlns:a16="http://schemas.microsoft.com/office/drawing/2014/main" id="{5C458612-B15B-FFAC-64AB-465CE6DF1458}"/>
                </a:ext>
              </a:extLst>
            </p:cNvPr>
            <p:cNvSpPr/>
            <p:nvPr/>
          </p:nvSpPr>
          <p:spPr>
            <a:xfrm>
              <a:off x="330851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2">
              <a:extLst>
                <a:ext uri="{FF2B5EF4-FFF2-40B4-BE49-F238E27FC236}">
                  <a16:creationId xmlns:a16="http://schemas.microsoft.com/office/drawing/2014/main" id="{E57EEFCB-1BA6-E416-213F-E74C4B517A65}"/>
                </a:ext>
              </a:extLst>
            </p:cNvPr>
            <p:cNvSpPr/>
            <p:nvPr/>
          </p:nvSpPr>
          <p:spPr>
            <a:xfrm>
              <a:off x="331795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3">
              <a:extLst>
                <a:ext uri="{FF2B5EF4-FFF2-40B4-BE49-F238E27FC236}">
                  <a16:creationId xmlns:a16="http://schemas.microsoft.com/office/drawing/2014/main" id="{CCA5C0C2-0632-D65C-AF22-D5BDE55B7A5F}"/>
                </a:ext>
              </a:extLst>
            </p:cNvPr>
            <p:cNvSpPr/>
            <p:nvPr/>
          </p:nvSpPr>
          <p:spPr>
            <a:xfrm>
              <a:off x="332739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4">
              <a:extLst>
                <a:ext uri="{FF2B5EF4-FFF2-40B4-BE49-F238E27FC236}">
                  <a16:creationId xmlns:a16="http://schemas.microsoft.com/office/drawing/2014/main" id="{BA4E24A9-A7BF-8A3B-B0AB-6DFD85DA379C}"/>
                </a:ext>
              </a:extLst>
            </p:cNvPr>
            <p:cNvSpPr/>
            <p:nvPr/>
          </p:nvSpPr>
          <p:spPr>
            <a:xfrm>
              <a:off x="333683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5">
              <a:extLst>
                <a:ext uri="{FF2B5EF4-FFF2-40B4-BE49-F238E27FC236}">
                  <a16:creationId xmlns:a16="http://schemas.microsoft.com/office/drawing/2014/main" id="{78348F02-93B7-C579-1142-F6C1CA1C600B}"/>
                </a:ext>
              </a:extLst>
            </p:cNvPr>
            <p:cNvSpPr/>
            <p:nvPr/>
          </p:nvSpPr>
          <p:spPr>
            <a:xfrm>
              <a:off x="334627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6">
              <a:extLst>
                <a:ext uri="{FF2B5EF4-FFF2-40B4-BE49-F238E27FC236}">
                  <a16:creationId xmlns:a16="http://schemas.microsoft.com/office/drawing/2014/main" id="{37548E85-983B-E545-4A21-480FB361A59F}"/>
                </a:ext>
              </a:extLst>
            </p:cNvPr>
            <p:cNvSpPr/>
            <p:nvPr/>
          </p:nvSpPr>
          <p:spPr>
            <a:xfrm>
              <a:off x="335571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7">
              <a:extLst>
                <a:ext uri="{FF2B5EF4-FFF2-40B4-BE49-F238E27FC236}">
                  <a16:creationId xmlns:a16="http://schemas.microsoft.com/office/drawing/2014/main" id="{597CB948-2BB2-FA8D-ADC1-97D802873EBD}"/>
                </a:ext>
              </a:extLst>
            </p:cNvPr>
            <p:cNvSpPr/>
            <p:nvPr/>
          </p:nvSpPr>
          <p:spPr>
            <a:xfrm>
              <a:off x="336515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8">
              <a:extLst>
                <a:ext uri="{FF2B5EF4-FFF2-40B4-BE49-F238E27FC236}">
                  <a16:creationId xmlns:a16="http://schemas.microsoft.com/office/drawing/2014/main" id="{2DCA1F6A-3E78-A361-C5C3-A413EA637FE9}"/>
                </a:ext>
              </a:extLst>
            </p:cNvPr>
            <p:cNvSpPr/>
            <p:nvPr/>
          </p:nvSpPr>
          <p:spPr>
            <a:xfrm>
              <a:off x="337459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79">
              <a:extLst>
                <a:ext uri="{FF2B5EF4-FFF2-40B4-BE49-F238E27FC236}">
                  <a16:creationId xmlns:a16="http://schemas.microsoft.com/office/drawing/2014/main" id="{E2CC2170-0AA1-DCD7-31B9-0DB074FE4ECF}"/>
                </a:ext>
              </a:extLst>
            </p:cNvPr>
            <p:cNvSpPr/>
            <p:nvPr/>
          </p:nvSpPr>
          <p:spPr>
            <a:xfrm>
              <a:off x="338403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0">
              <a:extLst>
                <a:ext uri="{FF2B5EF4-FFF2-40B4-BE49-F238E27FC236}">
                  <a16:creationId xmlns:a16="http://schemas.microsoft.com/office/drawing/2014/main" id="{6576BE25-7457-6C73-0A93-EE43DA41E18E}"/>
                </a:ext>
              </a:extLst>
            </p:cNvPr>
            <p:cNvSpPr/>
            <p:nvPr/>
          </p:nvSpPr>
          <p:spPr>
            <a:xfrm>
              <a:off x="339347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1">
              <a:extLst>
                <a:ext uri="{FF2B5EF4-FFF2-40B4-BE49-F238E27FC236}">
                  <a16:creationId xmlns:a16="http://schemas.microsoft.com/office/drawing/2014/main" id="{267C7E33-EE11-0901-4954-B9BC2F5BD143}"/>
                </a:ext>
              </a:extLst>
            </p:cNvPr>
            <p:cNvSpPr/>
            <p:nvPr/>
          </p:nvSpPr>
          <p:spPr>
            <a:xfrm>
              <a:off x="340291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2">
              <a:extLst>
                <a:ext uri="{FF2B5EF4-FFF2-40B4-BE49-F238E27FC236}">
                  <a16:creationId xmlns:a16="http://schemas.microsoft.com/office/drawing/2014/main" id="{C93485CF-CDFA-06E2-ABAF-ACE28CE00C9A}"/>
                </a:ext>
              </a:extLst>
            </p:cNvPr>
            <p:cNvSpPr/>
            <p:nvPr/>
          </p:nvSpPr>
          <p:spPr>
            <a:xfrm>
              <a:off x="341235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3">
              <a:extLst>
                <a:ext uri="{FF2B5EF4-FFF2-40B4-BE49-F238E27FC236}">
                  <a16:creationId xmlns:a16="http://schemas.microsoft.com/office/drawing/2014/main" id="{9CDA04CC-2008-922D-FBDB-E4EF0414F137}"/>
                </a:ext>
              </a:extLst>
            </p:cNvPr>
            <p:cNvSpPr/>
            <p:nvPr/>
          </p:nvSpPr>
          <p:spPr>
            <a:xfrm>
              <a:off x="342179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4">
              <a:extLst>
                <a:ext uri="{FF2B5EF4-FFF2-40B4-BE49-F238E27FC236}">
                  <a16:creationId xmlns:a16="http://schemas.microsoft.com/office/drawing/2014/main" id="{4E05DC80-BE17-68CF-D8F4-A15794A97212}"/>
                </a:ext>
              </a:extLst>
            </p:cNvPr>
            <p:cNvSpPr/>
            <p:nvPr/>
          </p:nvSpPr>
          <p:spPr>
            <a:xfrm>
              <a:off x="343123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5">
              <a:extLst>
                <a:ext uri="{FF2B5EF4-FFF2-40B4-BE49-F238E27FC236}">
                  <a16:creationId xmlns:a16="http://schemas.microsoft.com/office/drawing/2014/main" id="{55956563-6219-EF96-C5FF-1794B7579DB5}"/>
                </a:ext>
              </a:extLst>
            </p:cNvPr>
            <p:cNvSpPr/>
            <p:nvPr/>
          </p:nvSpPr>
          <p:spPr>
            <a:xfrm>
              <a:off x="344067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6">
              <a:extLst>
                <a:ext uri="{FF2B5EF4-FFF2-40B4-BE49-F238E27FC236}">
                  <a16:creationId xmlns:a16="http://schemas.microsoft.com/office/drawing/2014/main" id="{D2C8238F-92A9-26E9-E3AF-FDE179E3898F}"/>
                </a:ext>
              </a:extLst>
            </p:cNvPr>
            <p:cNvSpPr/>
            <p:nvPr/>
          </p:nvSpPr>
          <p:spPr>
            <a:xfrm>
              <a:off x="345011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7">
              <a:extLst>
                <a:ext uri="{FF2B5EF4-FFF2-40B4-BE49-F238E27FC236}">
                  <a16:creationId xmlns:a16="http://schemas.microsoft.com/office/drawing/2014/main" id="{97CF5DD2-E7A6-D679-CD13-FA0BF93AC19B}"/>
                </a:ext>
              </a:extLst>
            </p:cNvPr>
            <p:cNvSpPr/>
            <p:nvPr/>
          </p:nvSpPr>
          <p:spPr>
            <a:xfrm>
              <a:off x="3459555" y="167583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8">
              <a:extLst>
                <a:ext uri="{FF2B5EF4-FFF2-40B4-BE49-F238E27FC236}">
                  <a16:creationId xmlns:a16="http://schemas.microsoft.com/office/drawing/2014/main" id="{871992DD-222F-F386-CEDB-AF30528287A5}"/>
                </a:ext>
              </a:extLst>
            </p:cNvPr>
            <p:cNvSpPr/>
            <p:nvPr/>
          </p:nvSpPr>
          <p:spPr>
            <a:xfrm>
              <a:off x="3468995" y="1658268"/>
              <a:ext cx="921388" cy="918088"/>
            </a:xfrm>
            <a:custGeom>
              <a:avLst/>
              <a:gdLst/>
              <a:ahLst/>
              <a:cxnLst/>
              <a:rect l="0" t="0" r="0" b="0"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89">
              <a:extLst>
                <a:ext uri="{FF2B5EF4-FFF2-40B4-BE49-F238E27FC236}">
                  <a16:creationId xmlns:a16="http://schemas.microsoft.com/office/drawing/2014/main" id="{0CF1B58C-04CC-BD26-6832-AE9EAC8B13D1}"/>
                </a:ext>
              </a:extLst>
            </p:cNvPr>
            <p:cNvSpPr/>
            <p:nvPr/>
          </p:nvSpPr>
          <p:spPr>
            <a:xfrm>
              <a:off x="2194563" y="164069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0">
              <a:extLst>
                <a:ext uri="{FF2B5EF4-FFF2-40B4-BE49-F238E27FC236}">
                  <a16:creationId xmlns:a16="http://schemas.microsoft.com/office/drawing/2014/main" id="{FC3273FB-28EA-0E16-956C-BC3197E589E8}"/>
                </a:ext>
              </a:extLst>
            </p:cNvPr>
            <p:cNvSpPr/>
            <p:nvPr/>
          </p:nvSpPr>
          <p:spPr>
            <a:xfrm>
              <a:off x="219456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1">
              <a:extLst>
                <a:ext uri="{FF2B5EF4-FFF2-40B4-BE49-F238E27FC236}">
                  <a16:creationId xmlns:a16="http://schemas.microsoft.com/office/drawing/2014/main" id="{4D60FEDB-3990-42F6-9265-82A315221BF1}"/>
                </a:ext>
              </a:extLst>
            </p:cNvPr>
            <p:cNvSpPr/>
            <p:nvPr/>
          </p:nvSpPr>
          <p:spPr>
            <a:xfrm>
              <a:off x="220400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2">
              <a:extLst>
                <a:ext uri="{FF2B5EF4-FFF2-40B4-BE49-F238E27FC236}">
                  <a16:creationId xmlns:a16="http://schemas.microsoft.com/office/drawing/2014/main" id="{D04ED8B9-7D6B-1270-A661-43EE4118C1CB}"/>
                </a:ext>
              </a:extLst>
            </p:cNvPr>
            <p:cNvSpPr/>
            <p:nvPr/>
          </p:nvSpPr>
          <p:spPr>
            <a:xfrm>
              <a:off x="221344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3">
              <a:extLst>
                <a:ext uri="{FF2B5EF4-FFF2-40B4-BE49-F238E27FC236}">
                  <a16:creationId xmlns:a16="http://schemas.microsoft.com/office/drawing/2014/main" id="{1B94DEE6-FED1-BB22-B1F6-EC0E9614B897}"/>
                </a:ext>
              </a:extLst>
            </p:cNvPr>
            <p:cNvSpPr/>
            <p:nvPr/>
          </p:nvSpPr>
          <p:spPr>
            <a:xfrm>
              <a:off x="222288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4">
              <a:extLst>
                <a:ext uri="{FF2B5EF4-FFF2-40B4-BE49-F238E27FC236}">
                  <a16:creationId xmlns:a16="http://schemas.microsoft.com/office/drawing/2014/main" id="{64BA4431-4F74-BFF6-8174-8062AB6A9998}"/>
                </a:ext>
              </a:extLst>
            </p:cNvPr>
            <p:cNvSpPr/>
            <p:nvPr/>
          </p:nvSpPr>
          <p:spPr>
            <a:xfrm>
              <a:off x="223232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5">
              <a:extLst>
                <a:ext uri="{FF2B5EF4-FFF2-40B4-BE49-F238E27FC236}">
                  <a16:creationId xmlns:a16="http://schemas.microsoft.com/office/drawing/2014/main" id="{66BE3F3F-5727-EC39-1D45-02A6CA99149C}"/>
                </a:ext>
              </a:extLst>
            </p:cNvPr>
            <p:cNvSpPr/>
            <p:nvPr/>
          </p:nvSpPr>
          <p:spPr>
            <a:xfrm>
              <a:off x="224176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6">
              <a:extLst>
                <a:ext uri="{FF2B5EF4-FFF2-40B4-BE49-F238E27FC236}">
                  <a16:creationId xmlns:a16="http://schemas.microsoft.com/office/drawing/2014/main" id="{98B055EB-DE49-4114-9AC6-DBDB7936542B}"/>
                </a:ext>
              </a:extLst>
            </p:cNvPr>
            <p:cNvSpPr/>
            <p:nvPr/>
          </p:nvSpPr>
          <p:spPr>
            <a:xfrm>
              <a:off x="225120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7">
              <a:extLst>
                <a:ext uri="{FF2B5EF4-FFF2-40B4-BE49-F238E27FC236}">
                  <a16:creationId xmlns:a16="http://schemas.microsoft.com/office/drawing/2014/main" id="{98BBDC46-BC13-D179-516D-0E8EF451DE53}"/>
                </a:ext>
              </a:extLst>
            </p:cNvPr>
            <p:cNvSpPr/>
            <p:nvPr/>
          </p:nvSpPr>
          <p:spPr>
            <a:xfrm>
              <a:off x="226064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8">
              <a:extLst>
                <a:ext uri="{FF2B5EF4-FFF2-40B4-BE49-F238E27FC236}">
                  <a16:creationId xmlns:a16="http://schemas.microsoft.com/office/drawing/2014/main" id="{A44EAAD0-465A-A661-089F-D4DDA7485DBA}"/>
                </a:ext>
              </a:extLst>
            </p:cNvPr>
            <p:cNvSpPr/>
            <p:nvPr/>
          </p:nvSpPr>
          <p:spPr>
            <a:xfrm>
              <a:off x="227008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799">
              <a:extLst>
                <a:ext uri="{FF2B5EF4-FFF2-40B4-BE49-F238E27FC236}">
                  <a16:creationId xmlns:a16="http://schemas.microsoft.com/office/drawing/2014/main" id="{9C4699AC-E838-7E00-7B89-CD2FD17F4362}"/>
                </a:ext>
              </a:extLst>
            </p:cNvPr>
            <p:cNvSpPr/>
            <p:nvPr/>
          </p:nvSpPr>
          <p:spPr>
            <a:xfrm>
              <a:off x="227952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0">
              <a:extLst>
                <a:ext uri="{FF2B5EF4-FFF2-40B4-BE49-F238E27FC236}">
                  <a16:creationId xmlns:a16="http://schemas.microsoft.com/office/drawing/2014/main" id="{D9E6DAE5-9090-3AF4-DE7C-1B26F4479672}"/>
                </a:ext>
              </a:extLst>
            </p:cNvPr>
            <p:cNvSpPr/>
            <p:nvPr/>
          </p:nvSpPr>
          <p:spPr>
            <a:xfrm>
              <a:off x="228896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1">
              <a:extLst>
                <a:ext uri="{FF2B5EF4-FFF2-40B4-BE49-F238E27FC236}">
                  <a16:creationId xmlns:a16="http://schemas.microsoft.com/office/drawing/2014/main" id="{B698FE9F-30B6-10AB-41C7-D19663B58A47}"/>
                </a:ext>
              </a:extLst>
            </p:cNvPr>
            <p:cNvSpPr/>
            <p:nvPr/>
          </p:nvSpPr>
          <p:spPr>
            <a:xfrm>
              <a:off x="229840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2">
              <a:extLst>
                <a:ext uri="{FF2B5EF4-FFF2-40B4-BE49-F238E27FC236}">
                  <a16:creationId xmlns:a16="http://schemas.microsoft.com/office/drawing/2014/main" id="{D7F0B34E-AC60-C565-922B-F1652D099D22}"/>
                </a:ext>
              </a:extLst>
            </p:cNvPr>
            <p:cNvSpPr/>
            <p:nvPr/>
          </p:nvSpPr>
          <p:spPr>
            <a:xfrm>
              <a:off x="230784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3">
              <a:extLst>
                <a:ext uri="{FF2B5EF4-FFF2-40B4-BE49-F238E27FC236}">
                  <a16:creationId xmlns:a16="http://schemas.microsoft.com/office/drawing/2014/main" id="{845F2AFF-2E18-FB09-D0BF-F95C848369B1}"/>
                </a:ext>
              </a:extLst>
            </p:cNvPr>
            <p:cNvSpPr/>
            <p:nvPr/>
          </p:nvSpPr>
          <p:spPr>
            <a:xfrm>
              <a:off x="231728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4">
              <a:extLst>
                <a:ext uri="{FF2B5EF4-FFF2-40B4-BE49-F238E27FC236}">
                  <a16:creationId xmlns:a16="http://schemas.microsoft.com/office/drawing/2014/main" id="{4F14DB01-9744-1764-E04C-1FE73AC14716}"/>
                </a:ext>
              </a:extLst>
            </p:cNvPr>
            <p:cNvSpPr/>
            <p:nvPr/>
          </p:nvSpPr>
          <p:spPr>
            <a:xfrm>
              <a:off x="232672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5">
              <a:extLst>
                <a:ext uri="{FF2B5EF4-FFF2-40B4-BE49-F238E27FC236}">
                  <a16:creationId xmlns:a16="http://schemas.microsoft.com/office/drawing/2014/main" id="{FCD6863B-1B4A-88B9-34F8-CB213B0DC1BE}"/>
                </a:ext>
              </a:extLst>
            </p:cNvPr>
            <p:cNvSpPr/>
            <p:nvPr/>
          </p:nvSpPr>
          <p:spPr>
            <a:xfrm>
              <a:off x="233616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6">
              <a:extLst>
                <a:ext uri="{FF2B5EF4-FFF2-40B4-BE49-F238E27FC236}">
                  <a16:creationId xmlns:a16="http://schemas.microsoft.com/office/drawing/2014/main" id="{AAFFA6C3-5C3C-C61C-3938-9D143A772450}"/>
                </a:ext>
              </a:extLst>
            </p:cNvPr>
            <p:cNvSpPr/>
            <p:nvPr/>
          </p:nvSpPr>
          <p:spPr>
            <a:xfrm>
              <a:off x="234560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7">
              <a:extLst>
                <a:ext uri="{FF2B5EF4-FFF2-40B4-BE49-F238E27FC236}">
                  <a16:creationId xmlns:a16="http://schemas.microsoft.com/office/drawing/2014/main" id="{EB99AA95-1031-B4FD-072C-406375841A27}"/>
                </a:ext>
              </a:extLst>
            </p:cNvPr>
            <p:cNvSpPr/>
            <p:nvPr/>
          </p:nvSpPr>
          <p:spPr>
            <a:xfrm>
              <a:off x="235504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8">
              <a:extLst>
                <a:ext uri="{FF2B5EF4-FFF2-40B4-BE49-F238E27FC236}">
                  <a16:creationId xmlns:a16="http://schemas.microsoft.com/office/drawing/2014/main" id="{28030492-57FE-7C50-8AA6-E01B710B6191}"/>
                </a:ext>
              </a:extLst>
            </p:cNvPr>
            <p:cNvSpPr/>
            <p:nvPr/>
          </p:nvSpPr>
          <p:spPr>
            <a:xfrm>
              <a:off x="236448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09">
              <a:extLst>
                <a:ext uri="{FF2B5EF4-FFF2-40B4-BE49-F238E27FC236}">
                  <a16:creationId xmlns:a16="http://schemas.microsoft.com/office/drawing/2014/main" id="{325691F9-7A9D-3347-AB51-78662BFB6414}"/>
                </a:ext>
              </a:extLst>
            </p:cNvPr>
            <p:cNvSpPr/>
            <p:nvPr/>
          </p:nvSpPr>
          <p:spPr>
            <a:xfrm>
              <a:off x="237392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0">
              <a:extLst>
                <a:ext uri="{FF2B5EF4-FFF2-40B4-BE49-F238E27FC236}">
                  <a16:creationId xmlns:a16="http://schemas.microsoft.com/office/drawing/2014/main" id="{FCFF3DA2-E798-4801-64C0-DDD382EC4C6D}"/>
                </a:ext>
              </a:extLst>
            </p:cNvPr>
            <p:cNvSpPr/>
            <p:nvPr/>
          </p:nvSpPr>
          <p:spPr>
            <a:xfrm>
              <a:off x="238336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1">
              <a:extLst>
                <a:ext uri="{FF2B5EF4-FFF2-40B4-BE49-F238E27FC236}">
                  <a16:creationId xmlns:a16="http://schemas.microsoft.com/office/drawing/2014/main" id="{D4A44368-A5D9-CDD2-CA9C-75B65B9D7DEE}"/>
                </a:ext>
              </a:extLst>
            </p:cNvPr>
            <p:cNvSpPr/>
            <p:nvPr/>
          </p:nvSpPr>
          <p:spPr>
            <a:xfrm>
              <a:off x="239280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2">
              <a:extLst>
                <a:ext uri="{FF2B5EF4-FFF2-40B4-BE49-F238E27FC236}">
                  <a16:creationId xmlns:a16="http://schemas.microsoft.com/office/drawing/2014/main" id="{B73C1EE4-9A38-E4B5-BFC0-F53EA727A78F}"/>
                </a:ext>
              </a:extLst>
            </p:cNvPr>
            <p:cNvSpPr/>
            <p:nvPr/>
          </p:nvSpPr>
          <p:spPr>
            <a:xfrm>
              <a:off x="240224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3">
              <a:extLst>
                <a:ext uri="{FF2B5EF4-FFF2-40B4-BE49-F238E27FC236}">
                  <a16:creationId xmlns:a16="http://schemas.microsoft.com/office/drawing/2014/main" id="{B7CEA282-28D0-19AB-5D77-BB3EDD116969}"/>
                </a:ext>
              </a:extLst>
            </p:cNvPr>
            <p:cNvSpPr/>
            <p:nvPr/>
          </p:nvSpPr>
          <p:spPr>
            <a:xfrm>
              <a:off x="241168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4">
              <a:extLst>
                <a:ext uri="{FF2B5EF4-FFF2-40B4-BE49-F238E27FC236}">
                  <a16:creationId xmlns:a16="http://schemas.microsoft.com/office/drawing/2014/main" id="{4AF8F715-2754-29D2-3F1D-D8B75EF01E10}"/>
                </a:ext>
              </a:extLst>
            </p:cNvPr>
            <p:cNvSpPr/>
            <p:nvPr/>
          </p:nvSpPr>
          <p:spPr>
            <a:xfrm>
              <a:off x="242112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5">
              <a:extLst>
                <a:ext uri="{FF2B5EF4-FFF2-40B4-BE49-F238E27FC236}">
                  <a16:creationId xmlns:a16="http://schemas.microsoft.com/office/drawing/2014/main" id="{9030C3FC-9CB1-1FD6-C37C-D1A419D9BBC5}"/>
                </a:ext>
              </a:extLst>
            </p:cNvPr>
            <p:cNvSpPr/>
            <p:nvPr/>
          </p:nvSpPr>
          <p:spPr>
            <a:xfrm>
              <a:off x="243056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6">
              <a:extLst>
                <a:ext uri="{FF2B5EF4-FFF2-40B4-BE49-F238E27FC236}">
                  <a16:creationId xmlns:a16="http://schemas.microsoft.com/office/drawing/2014/main" id="{622FD6C1-8662-F2BA-8256-8AFD704FDF11}"/>
                </a:ext>
              </a:extLst>
            </p:cNvPr>
            <p:cNvSpPr/>
            <p:nvPr/>
          </p:nvSpPr>
          <p:spPr>
            <a:xfrm>
              <a:off x="244000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7">
              <a:extLst>
                <a:ext uri="{FF2B5EF4-FFF2-40B4-BE49-F238E27FC236}">
                  <a16:creationId xmlns:a16="http://schemas.microsoft.com/office/drawing/2014/main" id="{973991D9-CC1E-C0BA-503A-E93A0102F4BD}"/>
                </a:ext>
              </a:extLst>
            </p:cNvPr>
            <p:cNvSpPr/>
            <p:nvPr/>
          </p:nvSpPr>
          <p:spPr>
            <a:xfrm>
              <a:off x="244944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8">
              <a:extLst>
                <a:ext uri="{FF2B5EF4-FFF2-40B4-BE49-F238E27FC236}">
                  <a16:creationId xmlns:a16="http://schemas.microsoft.com/office/drawing/2014/main" id="{DF87B385-9968-CD80-E8F0-1950DDBAA027}"/>
                </a:ext>
              </a:extLst>
            </p:cNvPr>
            <p:cNvSpPr/>
            <p:nvPr/>
          </p:nvSpPr>
          <p:spPr>
            <a:xfrm>
              <a:off x="245889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19">
              <a:extLst>
                <a:ext uri="{FF2B5EF4-FFF2-40B4-BE49-F238E27FC236}">
                  <a16:creationId xmlns:a16="http://schemas.microsoft.com/office/drawing/2014/main" id="{67A1B48E-A66A-284E-E15F-DDB90EB7B39D}"/>
                </a:ext>
              </a:extLst>
            </p:cNvPr>
            <p:cNvSpPr/>
            <p:nvPr/>
          </p:nvSpPr>
          <p:spPr>
            <a:xfrm>
              <a:off x="246833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0">
              <a:extLst>
                <a:ext uri="{FF2B5EF4-FFF2-40B4-BE49-F238E27FC236}">
                  <a16:creationId xmlns:a16="http://schemas.microsoft.com/office/drawing/2014/main" id="{079412D1-3A24-1005-67DF-886534D0A818}"/>
                </a:ext>
              </a:extLst>
            </p:cNvPr>
            <p:cNvSpPr/>
            <p:nvPr/>
          </p:nvSpPr>
          <p:spPr>
            <a:xfrm>
              <a:off x="2487210" y="165826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1">
              <a:extLst>
                <a:ext uri="{FF2B5EF4-FFF2-40B4-BE49-F238E27FC236}">
                  <a16:creationId xmlns:a16="http://schemas.microsoft.com/office/drawing/2014/main" id="{91289982-1AF8-9E54-5930-98A1F1F2B234}"/>
                </a:ext>
              </a:extLst>
            </p:cNvPr>
            <p:cNvSpPr/>
            <p:nvPr/>
          </p:nvSpPr>
          <p:spPr>
            <a:xfrm>
              <a:off x="2487210" y="1658268"/>
              <a:ext cx="916278" cy="914400"/>
            </a:xfrm>
            <a:custGeom>
              <a:avLst/>
              <a:gdLst/>
              <a:ahLst/>
              <a:cxnLst/>
              <a:rect l="0" t="0" r="0" b="0"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2">
              <a:extLst>
                <a:ext uri="{FF2B5EF4-FFF2-40B4-BE49-F238E27FC236}">
                  <a16:creationId xmlns:a16="http://schemas.microsoft.com/office/drawing/2014/main" id="{D3AD0A65-F0F2-ED84-86EA-9BCF9ECE61B9}"/>
                </a:ext>
              </a:extLst>
            </p:cNvPr>
            <p:cNvSpPr/>
            <p:nvPr/>
          </p:nvSpPr>
          <p:spPr>
            <a:xfrm>
              <a:off x="3157467" y="1640698"/>
              <a:ext cx="914400" cy="929772"/>
            </a:xfrm>
            <a:custGeom>
              <a:avLst/>
              <a:gdLst/>
              <a:ahLst/>
              <a:cxnLst/>
              <a:rect l="0" t="0" r="0" b="0"/>
              <a:pathLst>
                <a:path w="914400" h="929772">
                  <a:moveTo>
                    <a:pt x="914400" y="914400"/>
                  </a:moveTo>
                  <a:lnTo>
                    <a:pt x="914400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3">
              <a:extLst>
                <a:ext uri="{FF2B5EF4-FFF2-40B4-BE49-F238E27FC236}">
                  <a16:creationId xmlns:a16="http://schemas.microsoft.com/office/drawing/2014/main" id="{95D6F09F-730F-E65E-FD18-20613CBBB217}"/>
                </a:ext>
              </a:extLst>
            </p:cNvPr>
            <p:cNvSpPr/>
            <p:nvPr/>
          </p:nvSpPr>
          <p:spPr>
            <a:xfrm>
              <a:off x="315746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400" y="92977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4">
              <a:extLst>
                <a:ext uri="{FF2B5EF4-FFF2-40B4-BE49-F238E27FC236}">
                  <a16:creationId xmlns:a16="http://schemas.microsoft.com/office/drawing/2014/main" id="{AB2D6787-CC9C-2AA4-DAA4-73F289314F0A}"/>
                </a:ext>
              </a:extLst>
            </p:cNvPr>
            <p:cNvSpPr/>
            <p:nvPr/>
          </p:nvSpPr>
          <p:spPr>
            <a:xfrm>
              <a:off x="316690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5">
              <a:extLst>
                <a:ext uri="{FF2B5EF4-FFF2-40B4-BE49-F238E27FC236}">
                  <a16:creationId xmlns:a16="http://schemas.microsoft.com/office/drawing/2014/main" id="{EC47659C-D886-F163-1EF7-1FB3012070C3}"/>
                </a:ext>
              </a:extLst>
            </p:cNvPr>
            <p:cNvSpPr/>
            <p:nvPr/>
          </p:nvSpPr>
          <p:spPr>
            <a:xfrm>
              <a:off x="317634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6">
              <a:extLst>
                <a:ext uri="{FF2B5EF4-FFF2-40B4-BE49-F238E27FC236}">
                  <a16:creationId xmlns:a16="http://schemas.microsoft.com/office/drawing/2014/main" id="{BF4693A2-F03E-E03A-F0ED-7095BF4AD426}"/>
                </a:ext>
              </a:extLst>
            </p:cNvPr>
            <p:cNvSpPr/>
            <p:nvPr/>
          </p:nvSpPr>
          <p:spPr>
            <a:xfrm>
              <a:off x="318578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7">
              <a:extLst>
                <a:ext uri="{FF2B5EF4-FFF2-40B4-BE49-F238E27FC236}">
                  <a16:creationId xmlns:a16="http://schemas.microsoft.com/office/drawing/2014/main" id="{7DAA9ECE-6288-78F7-57B5-04661C04C23A}"/>
                </a:ext>
              </a:extLst>
            </p:cNvPr>
            <p:cNvSpPr/>
            <p:nvPr/>
          </p:nvSpPr>
          <p:spPr>
            <a:xfrm>
              <a:off x="319522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8">
              <a:extLst>
                <a:ext uri="{FF2B5EF4-FFF2-40B4-BE49-F238E27FC236}">
                  <a16:creationId xmlns:a16="http://schemas.microsoft.com/office/drawing/2014/main" id="{61961C1A-7590-A111-7097-0507C95B38C7}"/>
                </a:ext>
              </a:extLst>
            </p:cNvPr>
            <p:cNvSpPr/>
            <p:nvPr/>
          </p:nvSpPr>
          <p:spPr>
            <a:xfrm>
              <a:off x="320466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29">
              <a:extLst>
                <a:ext uri="{FF2B5EF4-FFF2-40B4-BE49-F238E27FC236}">
                  <a16:creationId xmlns:a16="http://schemas.microsoft.com/office/drawing/2014/main" id="{A223256F-693B-DB90-B3A5-0FD1C49EE865}"/>
                </a:ext>
              </a:extLst>
            </p:cNvPr>
            <p:cNvSpPr/>
            <p:nvPr/>
          </p:nvSpPr>
          <p:spPr>
            <a:xfrm>
              <a:off x="321410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0">
              <a:extLst>
                <a:ext uri="{FF2B5EF4-FFF2-40B4-BE49-F238E27FC236}">
                  <a16:creationId xmlns:a16="http://schemas.microsoft.com/office/drawing/2014/main" id="{F08116DE-DEEE-E221-6CDD-9BC202FC99DA}"/>
                </a:ext>
              </a:extLst>
            </p:cNvPr>
            <p:cNvSpPr/>
            <p:nvPr/>
          </p:nvSpPr>
          <p:spPr>
            <a:xfrm>
              <a:off x="322354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1">
              <a:extLst>
                <a:ext uri="{FF2B5EF4-FFF2-40B4-BE49-F238E27FC236}">
                  <a16:creationId xmlns:a16="http://schemas.microsoft.com/office/drawing/2014/main" id="{C5B0C547-357B-31AB-8894-1FEA99B1EF6E}"/>
                </a:ext>
              </a:extLst>
            </p:cNvPr>
            <p:cNvSpPr/>
            <p:nvPr/>
          </p:nvSpPr>
          <p:spPr>
            <a:xfrm>
              <a:off x="323298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2">
              <a:extLst>
                <a:ext uri="{FF2B5EF4-FFF2-40B4-BE49-F238E27FC236}">
                  <a16:creationId xmlns:a16="http://schemas.microsoft.com/office/drawing/2014/main" id="{1827CF7A-DAEF-6B10-FC01-4AECD3198435}"/>
                </a:ext>
              </a:extLst>
            </p:cNvPr>
            <p:cNvSpPr/>
            <p:nvPr/>
          </p:nvSpPr>
          <p:spPr>
            <a:xfrm>
              <a:off x="324242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3">
              <a:extLst>
                <a:ext uri="{FF2B5EF4-FFF2-40B4-BE49-F238E27FC236}">
                  <a16:creationId xmlns:a16="http://schemas.microsoft.com/office/drawing/2014/main" id="{146106E4-3114-2A2A-A4AB-78C19536E9D6}"/>
                </a:ext>
              </a:extLst>
            </p:cNvPr>
            <p:cNvSpPr/>
            <p:nvPr/>
          </p:nvSpPr>
          <p:spPr>
            <a:xfrm>
              <a:off x="325187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4">
              <a:extLst>
                <a:ext uri="{FF2B5EF4-FFF2-40B4-BE49-F238E27FC236}">
                  <a16:creationId xmlns:a16="http://schemas.microsoft.com/office/drawing/2014/main" id="{D676F5CC-92F6-FC6B-099E-1940FFFA59A9}"/>
                </a:ext>
              </a:extLst>
            </p:cNvPr>
            <p:cNvSpPr/>
            <p:nvPr/>
          </p:nvSpPr>
          <p:spPr>
            <a:xfrm>
              <a:off x="326131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5">
              <a:extLst>
                <a:ext uri="{FF2B5EF4-FFF2-40B4-BE49-F238E27FC236}">
                  <a16:creationId xmlns:a16="http://schemas.microsoft.com/office/drawing/2014/main" id="{081F87F9-E76D-E4DB-0580-913155D0B313}"/>
                </a:ext>
              </a:extLst>
            </p:cNvPr>
            <p:cNvSpPr/>
            <p:nvPr/>
          </p:nvSpPr>
          <p:spPr>
            <a:xfrm>
              <a:off x="327075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6">
              <a:extLst>
                <a:ext uri="{FF2B5EF4-FFF2-40B4-BE49-F238E27FC236}">
                  <a16:creationId xmlns:a16="http://schemas.microsoft.com/office/drawing/2014/main" id="{E163B48C-9F90-6D3F-B3DF-59D1808A90E5}"/>
                </a:ext>
              </a:extLst>
            </p:cNvPr>
            <p:cNvSpPr/>
            <p:nvPr/>
          </p:nvSpPr>
          <p:spPr>
            <a:xfrm>
              <a:off x="328019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7">
              <a:extLst>
                <a:ext uri="{FF2B5EF4-FFF2-40B4-BE49-F238E27FC236}">
                  <a16:creationId xmlns:a16="http://schemas.microsoft.com/office/drawing/2014/main" id="{05325C4A-8AAA-2426-2E0C-FDE05781A0E2}"/>
                </a:ext>
              </a:extLst>
            </p:cNvPr>
            <p:cNvSpPr/>
            <p:nvPr/>
          </p:nvSpPr>
          <p:spPr>
            <a:xfrm>
              <a:off x="328963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8">
              <a:extLst>
                <a:ext uri="{FF2B5EF4-FFF2-40B4-BE49-F238E27FC236}">
                  <a16:creationId xmlns:a16="http://schemas.microsoft.com/office/drawing/2014/main" id="{D0515D52-1F04-4350-A88B-E0FA1EF4FB9B}"/>
                </a:ext>
              </a:extLst>
            </p:cNvPr>
            <p:cNvSpPr/>
            <p:nvPr/>
          </p:nvSpPr>
          <p:spPr>
            <a:xfrm>
              <a:off x="329907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39">
              <a:extLst>
                <a:ext uri="{FF2B5EF4-FFF2-40B4-BE49-F238E27FC236}">
                  <a16:creationId xmlns:a16="http://schemas.microsoft.com/office/drawing/2014/main" id="{172D5F59-1809-DF67-A210-47CD2C04EE97}"/>
                </a:ext>
              </a:extLst>
            </p:cNvPr>
            <p:cNvSpPr/>
            <p:nvPr/>
          </p:nvSpPr>
          <p:spPr>
            <a:xfrm>
              <a:off x="330851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0">
              <a:extLst>
                <a:ext uri="{FF2B5EF4-FFF2-40B4-BE49-F238E27FC236}">
                  <a16:creationId xmlns:a16="http://schemas.microsoft.com/office/drawing/2014/main" id="{6DAFDD0B-01AE-781D-0AB5-3470C8894157}"/>
                </a:ext>
              </a:extLst>
            </p:cNvPr>
            <p:cNvSpPr/>
            <p:nvPr/>
          </p:nvSpPr>
          <p:spPr>
            <a:xfrm>
              <a:off x="331795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1">
              <a:extLst>
                <a:ext uri="{FF2B5EF4-FFF2-40B4-BE49-F238E27FC236}">
                  <a16:creationId xmlns:a16="http://schemas.microsoft.com/office/drawing/2014/main" id="{0E1069F7-0414-A3B8-8B2D-5F5C84602A5A}"/>
                </a:ext>
              </a:extLst>
            </p:cNvPr>
            <p:cNvSpPr/>
            <p:nvPr/>
          </p:nvSpPr>
          <p:spPr>
            <a:xfrm>
              <a:off x="332739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2">
              <a:extLst>
                <a:ext uri="{FF2B5EF4-FFF2-40B4-BE49-F238E27FC236}">
                  <a16:creationId xmlns:a16="http://schemas.microsoft.com/office/drawing/2014/main" id="{38D9B782-9B37-1B76-7871-EB55384A4C4C}"/>
                </a:ext>
              </a:extLst>
            </p:cNvPr>
            <p:cNvSpPr/>
            <p:nvPr/>
          </p:nvSpPr>
          <p:spPr>
            <a:xfrm>
              <a:off x="333683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3">
              <a:extLst>
                <a:ext uri="{FF2B5EF4-FFF2-40B4-BE49-F238E27FC236}">
                  <a16:creationId xmlns:a16="http://schemas.microsoft.com/office/drawing/2014/main" id="{A375926E-365B-1306-1153-92195CD23A01}"/>
                </a:ext>
              </a:extLst>
            </p:cNvPr>
            <p:cNvSpPr/>
            <p:nvPr/>
          </p:nvSpPr>
          <p:spPr>
            <a:xfrm>
              <a:off x="334627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4">
              <a:extLst>
                <a:ext uri="{FF2B5EF4-FFF2-40B4-BE49-F238E27FC236}">
                  <a16:creationId xmlns:a16="http://schemas.microsoft.com/office/drawing/2014/main" id="{CAA1B06B-03DB-66D5-28FE-1611A9EF60A3}"/>
                </a:ext>
              </a:extLst>
            </p:cNvPr>
            <p:cNvSpPr/>
            <p:nvPr/>
          </p:nvSpPr>
          <p:spPr>
            <a:xfrm>
              <a:off x="335571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5">
              <a:extLst>
                <a:ext uri="{FF2B5EF4-FFF2-40B4-BE49-F238E27FC236}">
                  <a16:creationId xmlns:a16="http://schemas.microsoft.com/office/drawing/2014/main" id="{F53F8B1F-8B8E-53AB-5E00-CDB458597F16}"/>
                </a:ext>
              </a:extLst>
            </p:cNvPr>
            <p:cNvSpPr/>
            <p:nvPr/>
          </p:nvSpPr>
          <p:spPr>
            <a:xfrm>
              <a:off x="336515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6">
              <a:extLst>
                <a:ext uri="{FF2B5EF4-FFF2-40B4-BE49-F238E27FC236}">
                  <a16:creationId xmlns:a16="http://schemas.microsoft.com/office/drawing/2014/main" id="{B0D2E38F-C2BE-245F-A8A5-91B16B54D1EB}"/>
                </a:ext>
              </a:extLst>
            </p:cNvPr>
            <p:cNvSpPr/>
            <p:nvPr/>
          </p:nvSpPr>
          <p:spPr>
            <a:xfrm>
              <a:off x="337459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7">
              <a:extLst>
                <a:ext uri="{FF2B5EF4-FFF2-40B4-BE49-F238E27FC236}">
                  <a16:creationId xmlns:a16="http://schemas.microsoft.com/office/drawing/2014/main" id="{F3871697-32C2-F969-1CA6-926559C0E07B}"/>
                </a:ext>
              </a:extLst>
            </p:cNvPr>
            <p:cNvSpPr/>
            <p:nvPr/>
          </p:nvSpPr>
          <p:spPr>
            <a:xfrm>
              <a:off x="338403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8">
              <a:extLst>
                <a:ext uri="{FF2B5EF4-FFF2-40B4-BE49-F238E27FC236}">
                  <a16:creationId xmlns:a16="http://schemas.microsoft.com/office/drawing/2014/main" id="{FEF28A8D-442E-EC35-571F-B5CBCCC35651}"/>
                </a:ext>
              </a:extLst>
            </p:cNvPr>
            <p:cNvSpPr/>
            <p:nvPr/>
          </p:nvSpPr>
          <p:spPr>
            <a:xfrm>
              <a:off x="339347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49">
              <a:extLst>
                <a:ext uri="{FF2B5EF4-FFF2-40B4-BE49-F238E27FC236}">
                  <a16:creationId xmlns:a16="http://schemas.microsoft.com/office/drawing/2014/main" id="{DE489A92-2B66-7679-EF9F-1C5162FC7C94}"/>
                </a:ext>
              </a:extLst>
            </p:cNvPr>
            <p:cNvSpPr/>
            <p:nvPr/>
          </p:nvSpPr>
          <p:spPr>
            <a:xfrm>
              <a:off x="340291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0">
              <a:extLst>
                <a:ext uri="{FF2B5EF4-FFF2-40B4-BE49-F238E27FC236}">
                  <a16:creationId xmlns:a16="http://schemas.microsoft.com/office/drawing/2014/main" id="{10CE7C08-4110-61AD-C3F0-529EACA48256}"/>
                </a:ext>
              </a:extLst>
            </p:cNvPr>
            <p:cNvSpPr/>
            <p:nvPr/>
          </p:nvSpPr>
          <p:spPr>
            <a:xfrm>
              <a:off x="341235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1">
              <a:extLst>
                <a:ext uri="{FF2B5EF4-FFF2-40B4-BE49-F238E27FC236}">
                  <a16:creationId xmlns:a16="http://schemas.microsoft.com/office/drawing/2014/main" id="{2FAFC463-72A8-339F-F611-5EEF8B1CCE3B}"/>
                </a:ext>
              </a:extLst>
            </p:cNvPr>
            <p:cNvSpPr/>
            <p:nvPr/>
          </p:nvSpPr>
          <p:spPr>
            <a:xfrm>
              <a:off x="342179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2">
              <a:extLst>
                <a:ext uri="{FF2B5EF4-FFF2-40B4-BE49-F238E27FC236}">
                  <a16:creationId xmlns:a16="http://schemas.microsoft.com/office/drawing/2014/main" id="{ED15881C-FD3D-0A90-D207-EBDF354139C6}"/>
                </a:ext>
              </a:extLst>
            </p:cNvPr>
            <p:cNvSpPr/>
            <p:nvPr/>
          </p:nvSpPr>
          <p:spPr>
            <a:xfrm>
              <a:off x="343123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3">
              <a:extLst>
                <a:ext uri="{FF2B5EF4-FFF2-40B4-BE49-F238E27FC236}">
                  <a16:creationId xmlns:a16="http://schemas.microsoft.com/office/drawing/2014/main" id="{67088E90-2D31-1D89-D4FA-C2E2F550E2C1}"/>
                </a:ext>
              </a:extLst>
            </p:cNvPr>
            <p:cNvSpPr/>
            <p:nvPr/>
          </p:nvSpPr>
          <p:spPr>
            <a:xfrm>
              <a:off x="344067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4">
              <a:extLst>
                <a:ext uri="{FF2B5EF4-FFF2-40B4-BE49-F238E27FC236}">
                  <a16:creationId xmlns:a16="http://schemas.microsoft.com/office/drawing/2014/main" id="{2DF38FB8-73C1-538C-E36F-BD9FE48B8C23}"/>
                </a:ext>
              </a:extLst>
            </p:cNvPr>
            <p:cNvSpPr/>
            <p:nvPr/>
          </p:nvSpPr>
          <p:spPr>
            <a:xfrm>
              <a:off x="345011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5">
              <a:extLst>
                <a:ext uri="{FF2B5EF4-FFF2-40B4-BE49-F238E27FC236}">
                  <a16:creationId xmlns:a16="http://schemas.microsoft.com/office/drawing/2014/main" id="{9D628D04-9DD7-4751-2FB7-3E65240D9759}"/>
                </a:ext>
              </a:extLst>
            </p:cNvPr>
            <p:cNvSpPr/>
            <p:nvPr/>
          </p:nvSpPr>
          <p:spPr>
            <a:xfrm>
              <a:off x="345955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6">
              <a:extLst>
                <a:ext uri="{FF2B5EF4-FFF2-40B4-BE49-F238E27FC236}">
                  <a16:creationId xmlns:a16="http://schemas.microsoft.com/office/drawing/2014/main" id="{38A23907-5CE4-27BE-6A8C-A9D9A2A7409B}"/>
                </a:ext>
              </a:extLst>
            </p:cNvPr>
            <p:cNvSpPr/>
            <p:nvPr/>
          </p:nvSpPr>
          <p:spPr>
            <a:xfrm>
              <a:off x="3468995" y="165826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7">
              <a:extLst>
                <a:ext uri="{FF2B5EF4-FFF2-40B4-BE49-F238E27FC236}">
                  <a16:creationId xmlns:a16="http://schemas.microsoft.com/office/drawing/2014/main" id="{6FB7C263-B24C-AB23-59CC-455420AC1773}"/>
                </a:ext>
              </a:extLst>
            </p:cNvPr>
            <p:cNvSpPr/>
            <p:nvPr/>
          </p:nvSpPr>
          <p:spPr>
            <a:xfrm>
              <a:off x="3478435" y="1640698"/>
              <a:ext cx="923840" cy="930677"/>
            </a:xfrm>
            <a:custGeom>
              <a:avLst/>
              <a:gdLst/>
              <a:ahLst/>
              <a:cxnLst/>
              <a:rect l="0" t="0" r="0" b="0"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8">
              <a:extLst>
                <a:ext uri="{FF2B5EF4-FFF2-40B4-BE49-F238E27FC236}">
                  <a16:creationId xmlns:a16="http://schemas.microsoft.com/office/drawing/2014/main" id="{21822DFA-B802-3C7B-A96A-2252D76D188E}"/>
                </a:ext>
              </a:extLst>
            </p:cNvPr>
            <p:cNvSpPr/>
            <p:nvPr/>
          </p:nvSpPr>
          <p:spPr>
            <a:xfrm>
              <a:off x="3487876" y="1640698"/>
              <a:ext cx="923840" cy="925127"/>
            </a:xfrm>
            <a:custGeom>
              <a:avLst/>
              <a:gdLst/>
              <a:ahLst/>
              <a:cxnLst/>
              <a:rect l="0" t="0" r="0" b="0"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59">
              <a:extLst>
                <a:ext uri="{FF2B5EF4-FFF2-40B4-BE49-F238E27FC236}">
                  <a16:creationId xmlns:a16="http://schemas.microsoft.com/office/drawing/2014/main" id="{AAD47C4E-9FF5-F3B1-BFF8-AE012CF24B37}"/>
                </a:ext>
              </a:extLst>
            </p:cNvPr>
            <p:cNvSpPr/>
            <p:nvPr/>
          </p:nvSpPr>
          <p:spPr>
            <a:xfrm>
              <a:off x="3497316" y="1640698"/>
              <a:ext cx="918350" cy="917938"/>
            </a:xfrm>
            <a:custGeom>
              <a:avLst/>
              <a:gdLst/>
              <a:ahLst/>
              <a:cxnLst/>
              <a:rect l="0" t="0" r="0" b="0"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0">
              <a:extLst>
                <a:ext uri="{FF2B5EF4-FFF2-40B4-BE49-F238E27FC236}">
                  <a16:creationId xmlns:a16="http://schemas.microsoft.com/office/drawing/2014/main" id="{D7423844-408B-A352-8858-2622ED4E563A}"/>
                </a:ext>
              </a:extLst>
            </p:cNvPr>
            <p:cNvSpPr/>
            <p:nvPr/>
          </p:nvSpPr>
          <p:spPr>
            <a:xfrm>
              <a:off x="2194563" y="162312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1">
              <a:extLst>
                <a:ext uri="{FF2B5EF4-FFF2-40B4-BE49-F238E27FC236}">
                  <a16:creationId xmlns:a16="http://schemas.microsoft.com/office/drawing/2014/main" id="{638FE84F-D741-FEB9-BC12-5441740D0988}"/>
                </a:ext>
              </a:extLst>
            </p:cNvPr>
            <p:cNvSpPr/>
            <p:nvPr/>
          </p:nvSpPr>
          <p:spPr>
            <a:xfrm>
              <a:off x="219456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2">
              <a:extLst>
                <a:ext uri="{FF2B5EF4-FFF2-40B4-BE49-F238E27FC236}">
                  <a16:creationId xmlns:a16="http://schemas.microsoft.com/office/drawing/2014/main" id="{9AA3466A-C1B3-50B9-0781-EDB8079B435F}"/>
                </a:ext>
              </a:extLst>
            </p:cNvPr>
            <p:cNvSpPr/>
            <p:nvPr/>
          </p:nvSpPr>
          <p:spPr>
            <a:xfrm>
              <a:off x="220400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3">
              <a:extLst>
                <a:ext uri="{FF2B5EF4-FFF2-40B4-BE49-F238E27FC236}">
                  <a16:creationId xmlns:a16="http://schemas.microsoft.com/office/drawing/2014/main" id="{1F70391F-AD65-6B16-EEEC-43F95755A7EB}"/>
                </a:ext>
              </a:extLst>
            </p:cNvPr>
            <p:cNvSpPr/>
            <p:nvPr/>
          </p:nvSpPr>
          <p:spPr>
            <a:xfrm>
              <a:off x="221344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4">
              <a:extLst>
                <a:ext uri="{FF2B5EF4-FFF2-40B4-BE49-F238E27FC236}">
                  <a16:creationId xmlns:a16="http://schemas.microsoft.com/office/drawing/2014/main" id="{7DC8FD12-2C38-4FD9-5794-ED8ED4603C01}"/>
                </a:ext>
              </a:extLst>
            </p:cNvPr>
            <p:cNvSpPr/>
            <p:nvPr/>
          </p:nvSpPr>
          <p:spPr>
            <a:xfrm>
              <a:off x="222288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5">
              <a:extLst>
                <a:ext uri="{FF2B5EF4-FFF2-40B4-BE49-F238E27FC236}">
                  <a16:creationId xmlns:a16="http://schemas.microsoft.com/office/drawing/2014/main" id="{7E26F50A-E3E1-3AE4-D4CF-E1B49E4915A9}"/>
                </a:ext>
              </a:extLst>
            </p:cNvPr>
            <p:cNvSpPr/>
            <p:nvPr/>
          </p:nvSpPr>
          <p:spPr>
            <a:xfrm>
              <a:off x="223232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6">
              <a:extLst>
                <a:ext uri="{FF2B5EF4-FFF2-40B4-BE49-F238E27FC236}">
                  <a16:creationId xmlns:a16="http://schemas.microsoft.com/office/drawing/2014/main" id="{4DCF56D6-76BA-25AA-1AF0-C49CFBA280AB}"/>
                </a:ext>
              </a:extLst>
            </p:cNvPr>
            <p:cNvSpPr/>
            <p:nvPr/>
          </p:nvSpPr>
          <p:spPr>
            <a:xfrm>
              <a:off x="224176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7">
              <a:extLst>
                <a:ext uri="{FF2B5EF4-FFF2-40B4-BE49-F238E27FC236}">
                  <a16:creationId xmlns:a16="http://schemas.microsoft.com/office/drawing/2014/main" id="{E527CCA1-6695-4458-5A88-AC3FA65CD24D}"/>
                </a:ext>
              </a:extLst>
            </p:cNvPr>
            <p:cNvSpPr/>
            <p:nvPr/>
          </p:nvSpPr>
          <p:spPr>
            <a:xfrm>
              <a:off x="225120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8">
              <a:extLst>
                <a:ext uri="{FF2B5EF4-FFF2-40B4-BE49-F238E27FC236}">
                  <a16:creationId xmlns:a16="http://schemas.microsoft.com/office/drawing/2014/main" id="{D91D28BF-5B6C-92BD-1B06-5FD108531F04}"/>
                </a:ext>
              </a:extLst>
            </p:cNvPr>
            <p:cNvSpPr/>
            <p:nvPr/>
          </p:nvSpPr>
          <p:spPr>
            <a:xfrm>
              <a:off x="226064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69">
              <a:extLst>
                <a:ext uri="{FF2B5EF4-FFF2-40B4-BE49-F238E27FC236}">
                  <a16:creationId xmlns:a16="http://schemas.microsoft.com/office/drawing/2014/main" id="{CB8457E9-B421-2B15-A3E9-85FFA99413F6}"/>
                </a:ext>
              </a:extLst>
            </p:cNvPr>
            <p:cNvSpPr/>
            <p:nvPr/>
          </p:nvSpPr>
          <p:spPr>
            <a:xfrm>
              <a:off x="227008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0">
              <a:extLst>
                <a:ext uri="{FF2B5EF4-FFF2-40B4-BE49-F238E27FC236}">
                  <a16:creationId xmlns:a16="http://schemas.microsoft.com/office/drawing/2014/main" id="{09B2F577-1608-F9F6-8C96-771558FECCA2}"/>
                </a:ext>
              </a:extLst>
            </p:cNvPr>
            <p:cNvSpPr/>
            <p:nvPr/>
          </p:nvSpPr>
          <p:spPr>
            <a:xfrm>
              <a:off x="227952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1">
              <a:extLst>
                <a:ext uri="{FF2B5EF4-FFF2-40B4-BE49-F238E27FC236}">
                  <a16:creationId xmlns:a16="http://schemas.microsoft.com/office/drawing/2014/main" id="{BCC3174D-52AD-8B7F-7CA7-6AB247ED26B9}"/>
                </a:ext>
              </a:extLst>
            </p:cNvPr>
            <p:cNvSpPr/>
            <p:nvPr/>
          </p:nvSpPr>
          <p:spPr>
            <a:xfrm>
              <a:off x="228896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2">
              <a:extLst>
                <a:ext uri="{FF2B5EF4-FFF2-40B4-BE49-F238E27FC236}">
                  <a16:creationId xmlns:a16="http://schemas.microsoft.com/office/drawing/2014/main" id="{2A46F195-3970-3314-545A-7BDF4055BB18}"/>
                </a:ext>
              </a:extLst>
            </p:cNvPr>
            <p:cNvSpPr/>
            <p:nvPr/>
          </p:nvSpPr>
          <p:spPr>
            <a:xfrm>
              <a:off x="229840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3">
              <a:extLst>
                <a:ext uri="{FF2B5EF4-FFF2-40B4-BE49-F238E27FC236}">
                  <a16:creationId xmlns:a16="http://schemas.microsoft.com/office/drawing/2014/main" id="{6BD260F9-F6C3-FDFD-8092-86F8FB629044}"/>
                </a:ext>
              </a:extLst>
            </p:cNvPr>
            <p:cNvSpPr/>
            <p:nvPr/>
          </p:nvSpPr>
          <p:spPr>
            <a:xfrm>
              <a:off x="230784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4">
              <a:extLst>
                <a:ext uri="{FF2B5EF4-FFF2-40B4-BE49-F238E27FC236}">
                  <a16:creationId xmlns:a16="http://schemas.microsoft.com/office/drawing/2014/main" id="{3862C901-4D50-98EA-7041-C9FF76F99A79}"/>
                </a:ext>
              </a:extLst>
            </p:cNvPr>
            <p:cNvSpPr/>
            <p:nvPr/>
          </p:nvSpPr>
          <p:spPr>
            <a:xfrm>
              <a:off x="231728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5">
              <a:extLst>
                <a:ext uri="{FF2B5EF4-FFF2-40B4-BE49-F238E27FC236}">
                  <a16:creationId xmlns:a16="http://schemas.microsoft.com/office/drawing/2014/main" id="{20293950-852B-191B-0C76-BA4D2401C89E}"/>
                </a:ext>
              </a:extLst>
            </p:cNvPr>
            <p:cNvSpPr/>
            <p:nvPr/>
          </p:nvSpPr>
          <p:spPr>
            <a:xfrm>
              <a:off x="232672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6">
              <a:extLst>
                <a:ext uri="{FF2B5EF4-FFF2-40B4-BE49-F238E27FC236}">
                  <a16:creationId xmlns:a16="http://schemas.microsoft.com/office/drawing/2014/main" id="{69B28C2F-739C-AD84-4811-CE1FF384561C}"/>
                </a:ext>
              </a:extLst>
            </p:cNvPr>
            <p:cNvSpPr/>
            <p:nvPr/>
          </p:nvSpPr>
          <p:spPr>
            <a:xfrm>
              <a:off x="233616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7">
              <a:extLst>
                <a:ext uri="{FF2B5EF4-FFF2-40B4-BE49-F238E27FC236}">
                  <a16:creationId xmlns:a16="http://schemas.microsoft.com/office/drawing/2014/main" id="{26326047-7B52-0620-C140-6ADBD618A41C}"/>
                </a:ext>
              </a:extLst>
            </p:cNvPr>
            <p:cNvSpPr/>
            <p:nvPr/>
          </p:nvSpPr>
          <p:spPr>
            <a:xfrm>
              <a:off x="234560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8">
              <a:extLst>
                <a:ext uri="{FF2B5EF4-FFF2-40B4-BE49-F238E27FC236}">
                  <a16:creationId xmlns:a16="http://schemas.microsoft.com/office/drawing/2014/main" id="{E11DD879-5A86-8488-02B9-31FDEFD875CA}"/>
                </a:ext>
              </a:extLst>
            </p:cNvPr>
            <p:cNvSpPr/>
            <p:nvPr/>
          </p:nvSpPr>
          <p:spPr>
            <a:xfrm>
              <a:off x="235504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79">
              <a:extLst>
                <a:ext uri="{FF2B5EF4-FFF2-40B4-BE49-F238E27FC236}">
                  <a16:creationId xmlns:a16="http://schemas.microsoft.com/office/drawing/2014/main" id="{0930D629-2B21-240C-1A89-99E800B0C7F6}"/>
                </a:ext>
              </a:extLst>
            </p:cNvPr>
            <p:cNvSpPr/>
            <p:nvPr/>
          </p:nvSpPr>
          <p:spPr>
            <a:xfrm>
              <a:off x="236448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0">
              <a:extLst>
                <a:ext uri="{FF2B5EF4-FFF2-40B4-BE49-F238E27FC236}">
                  <a16:creationId xmlns:a16="http://schemas.microsoft.com/office/drawing/2014/main" id="{B20F081E-E1A3-2ACA-B223-B8789FE300D3}"/>
                </a:ext>
              </a:extLst>
            </p:cNvPr>
            <p:cNvSpPr/>
            <p:nvPr/>
          </p:nvSpPr>
          <p:spPr>
            <a:xfrm>
              <a:off x="237392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1">
              <a:extLst>
                <a:ext uri="{FF2B5EF4-FFF2-40B4-BE49-F238E27FC236}">
                  <a16:creationId xmlns:a16="http://schemas.microsoft.com/office/drawing/2014/main" id="{AEAA9089-6DB1-1E83-091E-B64614C553AF}"/>
                </a:ext>
              </a:extLst>
            </p:cNvPr>
            <p:cNvSpPr/>
            <p:nvPr/>
          </p:nvSpPr>
          <p:spPr>
            <a:xfrm>
              <a:off x="238336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2">
              <a:extLst>
                <a:ext uri="{FF2B5EF4-FFF2-40B4-BE49-F238E27FC236}">
                  <a16:creationId xmlns:a16="http://schemas.microsoft.com/office/drawing/2014/main" id="{C4B92320-D751-4E60-E29F-582652FBA3B0}"/>
                </a:ext>
              </a:extLst>
            </p:cNvPr>
            <p:cNvSpPr/>
            <p:nvPr/>
          </p:nvSpPr>
          <p:spPr>
            <a:xfrm>
              <a:off x="239280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3">
              <a:extLst>
                <a:ext uri="{FF2B5EF4-FFF2-40B4-BE49-F238E27FC236}">
                  <a16:creationId xmlns:a16="http://schemas.microsoft.com/office/drawing/2014/main" id="{D20A5E78-90E3-84B6-E932-F608CCAFE000}"/>
                </a:ext>
              </a:extLst>
            </p:cNvPr>
            <p:cNvSpPr/>
            <p:nvPr/>
          </p:nvSpPr>
          <p:spPr>
            <a:xfrm>
              <a:off x="240224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4">
              <a:extLst>
                <a:ext uri="{FF2B5EF4-FFF2-40B4-BE49-F238E27FC236}">
                  <a16:creationId xmlns:a16="http://schemas.microsoft.com/office/drawing/2014/main" id="{B08A9492-DCF1-392F-1563-53FC3426D108}"/>
                </a:ext>
              </a:extLst>
            </p:cNvPr>
            <p:cNvSpPr/>
            <p:nvPr/>
          </p:nvSpPr>
          <p:spPr>
            <a:xfrm>
              <a:off x="241168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5">
              <a:extLst>
                <a:ext uri="{FF2B5EF4-FFF2-40B4-BE49-F238E27FC236}">
                  <a16:creationId xmlns:a16="http://schemas.microsoft.com/office/drawing/2014/main" id="{EA57B38E-4191-8328-5CE7-4EB49A9E7B3F}"/>
                </a:ext>
              </a:extLst>
            </p:cNvPr>
            <p:cNvSpPr/>
            <p:nvPr/>
          </p:nvSpPr>
          <p:spPr>
            <a:xfrm>
              <a:off x="242112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6">
              <a:extLst>
                <a:ext uri="{FF2B5EF4-FFF2-40B4-BE49-F238E27FC236}">
                  <a16:creationId xmlns:a16="http://schemas.microsoft.com/office/drawing/2014/main" id="{DD633714-E009-1009-33A6-7E5AE9DD6322}"/>
                </a:ext>
              </a:extLst>
            </p:cNvPr>
            <p:cNvSpPr/>
            <p:nvPr/>
          </p:nvSpPr>
          <p:spPr>
            <a:xfrm>
              <a:off x="243056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7">
              <a:extLst>
                <a:ext uri="{FF2B5EF4-FFF2-40B4-BE49-F238E27FC236}">
                  <a16:creationId xmlns:a16="http://schemas.microsoft.com/office/drawing/2014/main" id="{6CD4F312-2032-7ADC-B362-3D777A2E4FA7}"/>
                </a:ext>
              </a:extLst>
            </p:cNvPr>
            <p:cNvSpPr/>
            <p:nvPr/>
          </p:nvSpPr>
          <p:spPr>
            <a:xfrm>
              <a:off x="244000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8">
              <a:extLst>
                <a:ext uri="{FF2B5EF4-FFF2-40B4-BE49-F238E27FC236}">
                  <a16:creationId xmlns:a16="http://schemas.microsoft.com/office/drawing/2014/main" id="{CBCC0AB5-9FD3-AC4F-3472-318685122873}"/>
                </a:ext>
              </a:extLst>
            </p:cNvPr>
            <p:cNvSpPr/>
            <p:nvPr/>
          </p:nvSpPr>
          <p:spPr>
            <a:xfrm>
              <a:off x="244944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89">
              <a:extLst>
                <a:ext uri="{FF2B5EF4-FFF2-40B4-BE49-F238E27FC236}">
                  <a16:creationId xmlns:a16="http://schemas.microsoft.com/office/drawing/2014/main" id="{C8FC7DFD-A7FC-0F0E-1DC8-46041F449F54}"/>
                </a:ext>
              </a:extLst>
            </p:cNvPr>
            <p:cNvSpPr/>
            <p:nvPr/>
          </p:nvSpPr>
          <p:spPr>
            <a:xfrm>
              <a:off x="245889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0">
              <a:extLst>
                <a:ext uri="{FF2B5EF4-FFF2-40B4-BE49-F238E27FC236}">
                  <a16:creationId xmlns:a16="http://schemas.microsoft.com/office/drawing/2014/main" id="{00CEE964-0CA6-4DAF-07E5-0AB70997C588}"/>
                </a:ext>
              </a:extLst>
            </p:cNvPr>
            <p:cNvSpPr/>
            <p:nvPr/>
          </p:nvSpPr>
          <p:spPr>
            <a:xfrm>
              <a:off x="246833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1">
              <a:extLst>
                <a:ext uri="{FF2B5EF4-FFF2-40B4-BE49-F238E27FC236}">
                  <a16:creationId xmlns:a16="http://schemas.microsoft.com/office/drawing/2014/main" id="{F1D8C4C5-F594-CEA4-78FB-457D27E5874E}"/>
                </a:ext>
              </a:extLst>
            </p:cNvPr>
            <p:cNvSpPr/>
            <p:nvPr/>
          </p:nvSpPr>
          <p:spPr>
            <a:xfrm>
              <a:off x="2477770" y="1640698"/>
              <a:ext cx="921399" cy="914400"/>
            </a:xfrm>
            <a:custGeom>
              <a:avLst/>
              <a:gdLst/>
              <a:ahLst/>
              <a:cxnLst/>
              <a:rect l="0" t="0" r="0" b="0"/>
              <a:pathLst>
                <a:path w="9213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2">
              <a:extLst>
                <a:ext uri="{FF2B5EF4-FFF2-40B4-BE49-F238E27FC236}">
                  <a16:creationId xmlns:a16="http://schemas.microsoft.com/office/drawing/2014/main" id="{18459B35-2D99-0577-D82B-BB5E072F809E}"/>
                </a:ext>
              </a:extLst>
            </p:cNvPr>
            <p:cNvSpPr/>
            <p:nvPr/>
          </p:nvSpPr>
          <p:spPr>
            <a:xfrm>
              <a:off x="3148027" y="1623128"/>
              <a:ext cx="914400" cy="928330"/>
            </a:xfrm>
            <a:custGeom>
              <a:avLst/>
              <a:gdLst/>
              <a:ahLst/>
              <a:cxnLst/>
              <a:rect l="0" t="0" r="0" b="0"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3">
              <a:extLst>
                <a:ext uri="{FF2B5EF4-FFF2-40B4-BE49-F238E27FC236}">
                  <a16:creationId xmlns:a16="http://schemas.microsoft.com/office/drawing/2014/main" id="{F9807786-8DD0-29B2-7197-89D243AF4E27}"/>
                </a:ext>
              </a:extLst>
            </p:cNvPr>
            <p:cNvSpPr/>
            <p:nvPr/>
          </p:nvSpPr>
          <p:spPr>
            <a:xfrm>
              <a:off x="314802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4">
              <a:extLst>
                <a:ext uri="{FF2B5EF4-FFF2-40B4-BE49-F238E27FC236}">
                  <a16:creationId xmlns:a16="http://schemas.microsoft.com/office/drawing/2014/main" id="{3D5FCCC5-B57F-7DEA-F4CD-74845AC2D936}"/>
                </a:ext>
              </a:extLst>
            </p:cNvPr>
            <p:cNvSpPr/>
            <p:nvPr/>
          </p:nvSpPr>
          <p:spPr>
            <a:xfrm>
              <a:off x="315746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5">
              <a:extLst>
                <a:ext uri="{FF2B5EF4-FFF2-40B4-BE49-F238E27FC236}">
                  <a16:creationId xmlns:a16="http://schemas.microsoft.com/office/drawing/2014/main" id="{68486491-00F6-D316-8192-7A61B821CB91}"/>
                </a:ext>
              </a:extLst>
            </p:cNvPr>
            <p:cNvSpPr/>
            <p:nvPr/>
          </p:nvSpPr>
          <p:spPr>
            <a:xfrm>
              <a:off x="316690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6">
              <a:extLst>
                <a:ext uri="{FF2B5EF4-FFF2-40B4-BE49-F238E27FC236}">
                  <a16:creationId xmlns:a16="http://schemas.microsoft.com/office/drawing/2014/main" id="{56A5C854-7861-04FE-4E8A-52504F712F76}"/>
                </a:ext>
              </a:extLst>
            </p:cNvPr>
            <p:cNvSpPr/>
            <p:nvPr/>
          </p:nvSpPr>
          <p:spPr>
            <a:xfrm>
              <a:off x="317634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7">
              <a:extLst>
                <a:ext uri="{FF2B5EF4-FFF2-40B4-BE49-F238E27FC236}">
                  <a16:creationId xmlns:a16="http://schemas.microsoft.com/office/drawing/2014/main" id="{B8B4D9B8-47C7-9FCD-807D-4C49F0659B24}"/>
                </a:ext>
              </a:extLst>
            </p:cNvPr>
            <p:cNvSpPr/>
            <p:nvPr/>
          </p:nvSpPr>
          <p:spPr>
            <a:xfrm>
              <a:off x="318578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8">
              <a:extLst>
                <a:ext uri="{FF2B5EF4-FFF2-40B4-BE49-F238E27FC236}">
                  <a16:creationId xmlns:a16="http://schemas.microsoft.com/office/drawing/2014/main" id="{230E21A0-5355-56A5-F7D0-162007B91811}"/>
                </a:ext>
              </a:extLst>
            </p:cNvPr>
            <p:cNvSpPr/>
            <p:nvPr/>
          </p:nvSpPr>
          <p:spPr>
            <a:xfrm>
              <a:off x="319522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899">
              <a:extLst>
                <a:ext uri="{FF2B5EF4-FFF2-40B4-BE49-F238E27FC236}">
                  <a16:creationId xmlns:a16="http://schemas.microsoft.com/office/drawing/2014/main" id="{913B6320-8D10-B6C3-B023-6F70CBEAD8BC}"/>
                </a:ext>
              </a:extLst>
            </p:cNvPr>
            <p:cNvSpPr/>
            <p:nvPr/>
          </p:nvSpPr>
          <p:spPr>
            <a:xfrm>
              <a:off x="320466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0">
              <a:extLst>
                <a:ext uri="{FF2B5EF4-FFF2-40B4-BE49-F238E27FC236}">
                  <a16:creationId xmlns:a16="http://schemas.microsoft.com/office/drawing/2014/main" id="{D2320871-3043-BA55-7831-28373CBBF815}"/>
                </a:ext>
              </a:extLst>
            </p:cNvPr>
            <p:cNvSpPr/>
            <p:nvPr/>
          </p:nvSpPr>
          <p:spPr>
            <a:xfrm>
              <a:off x="321410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1">
              <a:extLst>
                <a:ext uri="{FF2B5EF4-FFF2-40B4-BE49-F238E27FC236}">
                  <a16:creationId xmlns:a16="http://schemas.microsoft.com/office/drawing/2014/main" id="{AD64C034-1D0A-9BB9-E06B-B2F739DB5110}"/>
                </a:ext>
              </a:extLst>
            </p:cNvPr>
            <p:cNvSpPr/>
            <p:nvPr/>
          </p:nvSpPr>
          <p:spPr>
            <a:xfrm>
              <a:off x="322354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2">
              <a:extLst>
                <a:ext uri="{FF2B5EF4-FFF2-40B4-BE49-F238E27FC236}">
                  <a16:creationId xmlns:a16="http://schemas.microsoft.com/office/drawing/2014/main" id="{CE7E9563-462E-7132-76ED-0D870616FDC8}"/>
                </a:ext>
              </a:extLst>
            </p:cNvPr>
            <p:cNvSpPr/>
            <p:nvPr/>
          </p:nvSpPr>
          <p:spPr>
            <a:xfrm>
              <a:off x="323298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3">
              <a:extLst>
                <a:ext uri="{FF2B5EF4-FFF2-40B4-BE49-F238E27FC236}">
                  <a16:creationId xmlns:a16="http://schemas.microsoft.com/office/drawing/2014/main" id="{808FC203-6C73-034A-DEF5-94A11E25ABFB}"/>
                </a:ext>
              </a:extLst>
            </p:cNvPr>
            <p:cNvSpPr/>
            <p:nvPr/>
          </p:nvSpPr>
          <p:spPr>
            <a:xfrm>
              <a:off x="324242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4">
              <a:extLst>
                <a:ext uri="{FF2B5EF4-FFF2-40B4-BE49-F238E27FC236}">
                  <a16:creationId xmlns:a16="http://schemas.microsoft.com/office/drawing/2014/main" id="{0A8948C9-13F7-91A8-264C-66FCFFE7FB08}"/>
                </a:ext>
              </a:extLst>
            </p:cNvPr>
            <p:cNvSpPr/>
            <p:nvPr/>
          </p:nvSpPr>
          <p:spPr>
            <a:xfrm>
              <a:off x="325187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5">
              <a:extLst>
                <a:ext uri="{FF2B5EF4-FFF2-40B4-BE49-F238E27FC236}">
                  <a16:creationId xmlns:a16="http://schemas.microsoft.com/office/drawing/2014/main" id="{2DEEE550-CC03-DB68-E210-9F726C17066A}"/>
                </a:ext>
              </a:extLst>
            </p:cNvPr>
            <p:cNvSpPr/>
            <p:nvPr/>
          </p:nvSpPr>
          <p:spPr>
            <a:xfrm>
              <a:off x="326131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6">
              <a:extLst>
                <a:ext uri="{FF2B5EF4-FFF2-40B4-BE49-F238E27FC236}">
                  <a16:creationId xmlns:a16="http://schemas.microsoft.com/office/drawing/2014/main" id="{4A42F1C3-E29E-CF7D-528E-F8DBDF11474B}"/>
                </a:ext>
              </a:extLst>
            </p:cNvPr>
            <p:cNvSpPr/>
            <p:nvPr/>
          </p:nvSpPr>
          <p:spPr>
            <a:xfrm>
              <a:off x="327075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7">
              <a:extLst>
                <a:ext uri="{FF2B5EF4-FFF2-40B4-BE49-F238E27FC236}">
                  <a16:creationId xmlns:a16="http://schemas.microsoft.com/office/drawing/2014/main" id="{2686E64B-2C40-7852-1B25-0F4280FBE5B6}"/>
                </a:ext>
              </a:extLst>
            </p:cNvPr>
            <p:cNvSpPr/>
            <p:nvPr/>
          </p:nvSpPr>
          <p:spPr>
            <a:xfrm>
              <a:off x="328019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8">
              <a:extLst>
                <a:ext uri="{FF2B5EF4-FFF2-40B4-BE49-F238E27FC236}">
                  <a16:creationId xmlns:a16="http://schemas.microsoft.com/office/drawing/2014/main" id="{BF9950B5-31D5-7367-0411-D18178F7CB5F}"/>
                </a:ext>
              </a:extLst>
            </p:cNvPr>
            <p:cNvSpPr/>
            <p:nvPr/>
          </p:nvSpPr>
          <p:spPr>
            <a:xfrm>
              <a:off x="328963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09">
              <a:extLst>
                <a:ext uri="{FF2B5EF4-FFF2-40B4-BE49-F238E27FC236}">
                  <a16:creationId xmlns:a16="http://schemas.microsoft.com/office/drawing/2014/main" id="{C6DAB9EA-B2A5-603B-519E-C3A24F8CF232}"/>
                </a:ext>
              </a:extLst>
            </p:cNvPr>
            <p:cNvSpPr/>
            <p:nvPr/>
          </p:nvSpPr>
          <p:spPr>
            <a:xfrm>
              <a:off x="329907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0">
              <a:extLst>
                <a:ext uri="{FF2B5EF4-FFF2-40B4-BE49-F238E27FC236}">
                  <a16:creationId xmlns:a16="http://schemas.microsoft.com/office/drawing/2014/main" id="{82ACB5C1-99DF-F289-DC9A-08D589B300D4}"/>
                </a:ext>
              </a:extLst>
            </p:cNvPr>
            <p:cNvSpPr/>
            <p:nvPr/>
          </p:nvSpPr>
          <p:spPr>
            <a:xfrm>
              <a:off x="330851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1">
              <a:extLst>
                <a:ext uri="{FF2B5EF4-FFF2-40B4-BE49-F238E27FC236}">
                  <a16:creationId xmlns:a16="http://schemas.microsoft.com/office/drawing/2014/main" id="{6A853097-E724-7A4B-26B5-A4B1A4E58928}"/>
                </a:ext>
              </a:extLst>
            </p:cNvPr>
            <p:cNvSpPr/>
            <p:nvPr/>
          </p:nvSpPr>
          <p:spPr>
            <a:xfrm>
              <a:off x="331795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2">
              <a:extLst>
                <a:ext uri="{FF2B5EF4-FFF2-40B4-BE49-F238E27FC236}">
                  <a16:creationId xmlns:a16="http://schemas.microsoft.com/office/drawing/2014/main" id="{AB595D68-C871-DE45-78B8-AD78F14D7C9E}"/>
                </a:ext>
              </a:extLst>
            </p:cNvPr>
            <p:cNvSpPr/>
            <p:nvPr/>
          </p:nvSpPr>
          <p:spPr>
            <a:xfrm>
              <a:off x="332739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3">
              <a:extLst>
                <a:ext uri="{FF2B5EF4-FFF2-40B4-BE49-F238E27FC236}">
                  <a16:creationId xmlns:a16="http://schemas.microsoft.com/office/drawing/2014/main" id="{9362FACA-A152-67EF-A309-9B9071EA054D}"/>
                </a:ext>
              </a:extLst>
            </p:cNvPr>
            <p:cNvSpPr/>
            <p:nvPr/>
          </p:nvSpPr>
          <p:spPr>
            <a:xfrm>
              <a:off x="333683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4">
              <a:extLst>
                <a:ext uri="{FF2B5EF4-FFF2-40B4-BE49-F238E27FC236}">
                  <a16:creationId xmlns:a16="http://schemas.microsoft.com/office/drawing/2014/main" id="{B6FC8C04-D27E-CB95-9F46-7F5B7AF5BF3F}"/>
                </a:ext>
              </a:extLst>
            </p:cNvPr>
            <p:cNvSpPr/>
            <p:nvPr/>
          </p:nvSpPr>
          <p:spPr>
            <a:xfrm>
              <a:off x="334627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5">
              <a:extLst>
                <a:ext uri="{FF2B5EF4-FFF2-40B4-BE49-F238E27FC236}">
                  <a16:creationId xmlns:a16="http://schemas.microsoft.com/office/drawing/2014/main" id="{CCCCF82F-E9F8-A048-7425-940798974E6E}"/>
                </a:ext>
              </a:extLst>
            </p:cNvPr>
            <p:cNvSpPr/>
            <p:nvPr/>
          </p:nvSpPr>
          <p:spPr>
            <a:xfrm>
              <a:off x="335571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6">
              <a:extLst>
                <a:ext uri="{FF2B5EF4-FFF2-40B4-BE49-F238E27FC236}">
                  <a16:creationId xmlns:a16="http://schemas.microsoft.com/office/drawing/2014/main" id="{1C9A3B9A-DBE6-7392-FD67-9F0B6CE13470}"/>
                </a:ext>
              </a:extLst>
            </p:cNvPr>
            <p:cNvSpPr/>
            <p:nvPr/>
          </p:nvSpPr>
          <p:spPr>
            <a:xfrm>
              <a:off x="336515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7">
              <a:extLst>
                <a:ext uri="{FF2B5EF4-FFF2-40B4-BE49-F238E27FC236}">
                  <a16:creationId xmlns:a16="http://schemas.microsoft.com/office/drawing/2014/main" id="{95713440-AA06-389F-07BA-581E6502D137}"/>
                </a:ext>
              </a:extLst>
            </p:cNvPr>
            <p:cNvSpPr/>
            <p:nvPr/>
          </p:nvSpPr>
          <p:spPr>
            <a:xfrm>
              <a:off x="337459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8">
              <a:extLst>
                <a:ext uri="{FF2B5EF4-FFF2-40B4-BE49-F238E27FC236}">
                  <a16:creationId xmlns:a16="http://schemas.microsoft.com/office/drawing/2014/main" id="{D5335B3F-1EA4-21E6-08BC-DB8A430343FD}"/>
                </a:ext>
              </a:extLst>
            </p:cNvPr>
            <p:cNvSpPr/>
            <p:nvPr/>
          </p:nvSpPr>
          <p:spPr>
            <a:xfrm>
              <a:off x="338403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19">
              <a:extLst>
                <a:ext uri="{FF2B5EF4-FFF2-40B4-BE49-F238E27FC236}">
                  <a16:creationId xmlns:a16="http://schemas.microsoft.com/office/drawing/2014/main" id="{13451DA3-2267-8A2F-67D7-1891C852334F}"/>
                </a:ext>
              </a:extLst>
            </p:cNvPr>
            <p:cNvSpPr/>
            <p:nvPr/>
          </p:nvSpPr>
          <p:spPr>
            <a:xfrm>
              <a:off x="339347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0">
              <a:extLst>
                <a:ext uri="{FF2B5EF4-FFF2-40B4-BE49-F238E27FC236}">
                  <a16:creationId xmlns:a16="http://schemas.microsoft.com/office/drawing/2014/main" id="{0A312E6E-D682-0CA3-9234-A0CFFC44837F}"/>
                </a:ext>
              </a:extLst>
            </p:cNvPr>
            <p:cNvSpPr/>
            <p:nvPr/>
          </p:nvSpPr>
          <p:spPr>
            <a:xfrm>
              <a:off x="340291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1">
              <a:extLst>
                <a:ext uri="{FF2B5EF4-FFF2-40B4-BE49-F238E27FC236}">
                  <a16:creationId xmlns:a16="http://schemas.microsoft.com/office/drawing/2014/main" id="{364C6CAA-ACEB-0AFD-5935-C141012E5095}"/>
                </a:ext>
              </a:extLst>
            </p:cNvPr>
            <p:cNvSpPr/>
            <p:nvPr/>
          </p:nvSpPr>
          <p:spPr>
            <a:xfrm>
              <a:off x="341235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2">
              <a:extLst>
                <a:ext uri="{FF2B5EF4-FFF2-40B4-BE49-F238E27FC236}">
                  <a16:creationId xmlns:a16="http://schemas.microsoft.com/office/drawing/2014/main" id="{CCF1746E-955C-3D35-3168-821573DCB5E1}"/>
                </a:ext>
              </a:extLst>
            </p:cNvPr>
            <p:cNvSpPr/>
            <p:nvPr/>
          </p:nvSpPr>
          <p:spPr>
            <a:xfrm>
              <a:off x="342179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3">
              <a:extLst>
                <a:ext uri="{FF2B5EF4-FFF2-40B4-BE49-F238E27FC236}">
                  <a16:creationId xmlns:a16="http://schemas.microsoft.com/office/drawing/2014/main" id="{FD55F9AF-07B8-6A34-D78E-09F8BEE1DB1A}"/>
                </a:ext>
              </a:extLst>
            </p:cNvPr>
            <p:cNvSpPr/>
            <p:nvPr/>
          </p:nvSpPr>
          <p:spPr>
            <a:xfrm>
              <a:off x="343123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4">
              <a:extLst>
                <a:ext uri="{FF2B5EF4-FFF2-40B4-BE49-F238E27FC236}">
                  <a16:creationId xmlns:a16="http://schemas.microsoft.com/office/drawing/2014/main" id="{60A60685-323D-E2CC-A175-FE5AF824F2EC}"/>
                </a:ext>
              </a:extLst>
            </p:cNvPr>
            <p:cNvSpPr/>
            <p:nvPr/>
          </p:nvSpPr>
          <p:spPr>
            <a:xfrm>
              <a:off x="344067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5">
              <a:extLst>
                <a:ext uri="{FF2B5EF4-FFF2-40B4-BE49-F238E27FC236}">
                  <a16:creationId xmlns:a16="http://schemas.microsoft.com/office/drawing/2014/main" id="{35C0492E-F29A-6745-FD37-6A7066CB2511}"/>
                </a:ext>
              </a:extLst>
            </p:cNvPr>
            <p:cNvSpPr/>
            <p:nvPr/>
          </p:nvSpPr>
          <p:spPr>
            <a:xfrm>
              <a:off x="345011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6">
              <a:extLst>
                <a:ext uri="{FF2B5EF4-FFF2-40B4-BE49-F238E27FC236}">
                  <a16:creationId xmlns:a16="http://schemas.microsoft.com/office/drawing/2014/main" id="{FF2A05C8-B265-1A2F-3F66-DB89B97C0238}"/>
                </a:ext>
              </a:extLst>
            </p:cNvPr>
            <p:cNvSpPr/>
            <p:nvPr/>
          </p:nvSpPr>
          <p:spPr>
            <a:xfrm>
              <a:off x="345955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7">
              <a:extLst>
                <a:ext uri="{FF2B5EF4-FFF2-40B4-BE49-F238E27FC236}">
                  <a16:creationId xmlns:a16="http://schemas.microsoft.com/office/drawing/2014/main" id="{0DA42B4F-1320-67C7-63B3-36B316ACAC2F}"/>
                </a:ext>
              </a:extLst>
            </p:cNvPr>
            <p:cNvSpPr/>
            <p:nvPr/>
          </p:nvSpPr>
          <p:spPr>
            <a:xfrm>
              <a:off x="346899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8">
              <a:extLst>
                <a:ext uri="{FF2B5EF4-FFF2-40B4-BE49-F238E27FC236}">
                  <a16:creationId xmlns:a16="http://schemas.microsoft.com/office/drawing/2014/main" id="{C0901F2D-5BAB-AA05-9B15-549C391847CA}"/>
                </a:ext>
              </a:extLst>
            </p:cNvPr>
            <p:cNvSpPr/>
            <p:nvPr/>
          </p:nvSpPr>
          <p:spPr>
            <a:xfrm>
              <a:off x="347843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29">
              <a:extLst>
                <a:ext uri="{FF2B5EF4-FFF2-40B4-BE49-F238E27FC236}">
                  <a16:creationId xmlns:a16="http://schemas.microsoft.com/office/drawing/2014/main" id="{F37BD26D-03E0-B607-0AE4-C8A954249D55}"/>
                </a:ext>
              </a:extLst>
            </p:cNvPr>
            <p:cNvSpPr/>
            <p:nvPr/>
          </p:nvSpPr>
          <p:spPr>
            <a:xfrm>
              <a:off x="348787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0">
              <a:extLst>
                <a:ext uri="{FF2B5EF4-FFF2-40B4-BE49-F238E27FC236}">
                  <a16:creationId xmlns:a16="http://schemas.microsoft.com/office/drawing/2014/main" id="{E80C2C09-B162-5C63-B4FD-DA92478BC981}"/>
                </a:ext>
              </a:extLst>
            </p:cNvPr>
            <p:cNvSpPr/>
            <p:nvPr/>
          </p:nvSpPr>
          <p:spPr>
            <a:xfrm>
              <a:off x="3497316" y="164069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1">
              <a:extLst>
                <a:ext uri="{FF2B5EF4-FFF2-40B4-BE49-F238E27FC236}">
                  <a16:creationId xmlns:a16="http://schemas.microsoft.com/office/drawing/2014/main" id="{07551446-3D52-F9AE-0451-721A91656541}"/>
                </a:ext>
              </a:extLst>
            </p:cNvPr>
            <p:cNvSpPr/>
            <p:nvPr/>
          </p:nvSpPr>
          <p:spPr>
            <a:xfrm>
              <a:off x="3506756" y="1623128"/>
              <a:ext cx="923840" cy="926348"/>
            </a:xfrm>
            <a:custGeom>
              <a:avLst/>
              <a:gdLst/>
              <a:ahLst/>
              <a:cxnLst/>
              <a:rect l="0" t="0" r="0" b="0"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2">
              <a:extLst>
                <a:ext uri="{FF2B5EF4-FFF2-40B4-BE49-F238E27FC236}">
                  <a16:creationId xmlns:a16="http://schemas.microsoft.com/office/drawing/2014/main" id="{CB8C1FCE-7672-D614-362E-D1B2098802A7}"/>
                </a:ext>
              </a:extLst>
            </p:cNvPr>
            <p:cNvSpPr/>
            <p:nvPr/>
          </p:nvSpPr>
          <p:spPr>
            <a:xfrm>
              <a:off x="3516196" y="1623128"/>
              <a:ext cx="914791" cy="914921"/>
            </a:xfrm>
            <a:custGeom>
              <a:avLst/>
              <a:gdLst/>
              <a:ahLst/>
              <a:cxnLst/>
              <a:rect l="0" t="0" r="0" b="0"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3">
              <a:extLst>
                <a:ext uri="{FF2B5EF4-FFF2-40B4-BE49-F238E27FC236}">
                  <a16:creationId xmlns:a16="http://schemas.microsoft.com/office/drawing/2014/main" id="{BF9D2785-DC38-9898-8B5D-BA2D87F72403}"/>
                </a:ext>
              </a:extLst>
            </p:cNvPr>
            <p:cNvSpPr/>
            <p:nvPr/>
          </p:nvSpPr>
          <p:spPr>
            <a:xfrm>
              <a:off x="2185123" y="1605559"/>
              <a:ext cx="914400" cy="922371"/>
            </a:xfrm>
            <a:custGeom>
              <a:avLst/>
              <a:gdLst/>
              <a:ahLst/>
              <a:cxnLst/>
              <a:rect l="0" t="0" r="0" b="0"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4">
              <a:extLst>
                <a:ext uri="{FF2B5EF4-FFF2-40B4-BE49-F238E27FC236}">
                  <a16:creationId xmlns:a16="http://schemas.microsoft.com/office/drawing/2014/main" id="{560386D5-1D21-AF89-001F-9F9923406C71}"/>
                </a:ext>
              </a:extLst>
            </p:cNvPr>
            <p:cNvSpPr/>
            <p:nvPr/>
          </p:nvSpPr>
          <p:spPr>
            <a:xfrm>
              <a:off x="218512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5">
              <a:extLst>
                <a:ext uri="{FF2B5EF4-FFF2-40B4-BE49-F238E27FC236}">
                  <a16:creationId xmlns:a16="http://schemas.microsoft.com/office/drawing/2014/main" id="{4C5FA21A-1C1B-2B6E-8C6C-2E231A38F590}"/>
                </a:ext>
              </a:extLst>
            </p:cNvPr>
            <p:cNvSpPr/>
            <p:nvPr/>
          </p:nvSpPr>
          <p:spPr>
            <a:xfrm>
              <a:off x="219456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6">
              <a:extLst>
                <a:ext uri="{FF2B5EF4-FFF2-40B4-BE49-F238E27FC236}">
                  <a16:creationId xmlns:a16="http://schemas.microsoft.com/office/drawing/2014/main" id="{70FEFFA2-7F13-81F2-7748-E183981343E5}"/>
                </a:ext>
              </a:extLst>
            </p:cNvPr>
            <p:cNvSpPr/>
            <p:nvPr/>
          </p:nvSpPr>
          <p:spPr>
            <a:xfrm>
              <a:off x="220400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7">
              <a:extLst>
                <a:ext uri="{FF2B5EF4-FFF2-40B4-BE49-F238E27FC236}">
                  <a16:creationId xmlns:a16="http://schemas.microsoft.com/office/drawing/2014/main" id="{A6DEAFF7-E78F-B651-6FB2-5943B9299973}"/>
                </a:ext>
              </a:extLst>
            </p:cNvPr>
            <p:cNvSpPr/>
            <p:nvPr/>
          </p:nvSpPr>
          <p:spPr>
            <a:xfrm>
              <a:off x="221344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8">
              <a:extLst>
                <a:ext uri="{FF2B5EF4-FFF2-40B4-BE49-F238E27FC236}">
                  <a16:creationId xmlns:a16="http://schemas.microsoft.com/office/drawing/2014/main" id="{F99A0396-E8B6-B824-FDCE-8D30F06615BE}"/>
                </a:ext>
              </a:extLst>
            </p:cNvPr>
            <p:cNvSpPr/>
            <p:nvPr/>
          </p:nvSpPr>
          <p:spPr>
            <a:xfrm>
              <a:off x="222288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39">
              <a:extLst>
                <a:ext uri="{FF2B5EF4-FFF2-40B4-BE49-F238E27FC236}">
                  <a16:creationId xmlns:a16="http://schemas.microsoft.com/office/drawing/2014/main" id="{C207B958-24F0-169B-BF28-70FC6433A1D5}"/>
                </a:ext>
              </a:extLst>
            </p:cNvPr>
            <p:cNvSpPr/>
            <p:nvPr/>
          </p:nvSpPr>
          <p:spPr>
            <a:xfrm>
              <a:off x="223232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0">
              <a:extLst>
                <a:ext uri="{FF2B5EF4-FFF2-40B4-BE49-F238E27FC236}">
                  <a16:creationId xmlns:a16="http://schemas.microsoft.com/office/drawing/2014/main" id="{96048C0B-E2C6-643D-BB2A-B98E790E3AE0}"/>
                </a:ext>
              </a:extLst>
            </p:cNvPr>
            <p:cNvSpPr/>
            <p:nvPr/>
          </p:nvSpPr>
          <p:spPr>
            <a:xfrm>
              <a:off x="224176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1">
              <a:extLst>
                <a:ext uri="{FF2B5EF4-FFF2-40B4-BE49-F238E27FC236}">
                  <a16:creationId xmlns:a16="http://schemas.microsoft.com/office/drawing/2014/main" id="{FA5E537F-B13C-318C-BA39-AD0383BEA04D}"/>
                </a:ext>
              </a:extLst>
            </p:cNvPr>
            <p:cNvSpPr/>
            <p:nvPr/>
          </p:nvSpPr>
          <p:spPr>
            <a:xfrm>
              <a:off x="225120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2">
              <a:extLst>
                <a:ext uri="{FF2B5EF4-FFF2-40B4-BE49-F238E27FC236}">
                  <a16:creationId xmlns:a16="http://schemas.microsoft.com/office/drawing/2014/main" id="{D2B4506B-C049-DC03-8804-02616A00A28C}"/>
                </a:ext>
              </a:extLst>
            </p:cNvPr>
            <p:cNvSpPr/>
            <p:nvPr/>
          </p:nvSpPr>
          <p:spPr>
            <a:xfrm>
              <a:off x="226064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3">
              <a:extLst>
                <a:ext uri="{FF2B5EF4-FFF2-40B4-BE49-F238E27FC236}">
                  <a16:creationId xmlns:a16="http://schemas.microsoft.com/office/drawing/2014/main" id="{EC8E1F77-589C-0AD2-A17D-D69BE5A8460D}"/>
                </a:ext>
              </a:extLst>
            </p:cNvPr>
            <p:cNvSpPr/>
            <p:nvPr/>
          </p:nvSpPr>
          <p:spPr>
            <a:xfrm>
              <a:off x="227008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4">
              <a:extLst>
                <a:ext uri="{FF2B5EF4-FFF2-40B4-BE49-F238E27FC236}">
                  <a16:creationId xmlns:a16="http://schemas.microsoft.com/office/drawing/2014/main" id="{500D8889-84AA-A893-6ED0-53B1A67A0405}"/>
                </a:ext>
              </a:extLst>
            </p:cNvPr>
            <p:cNvSpPr/>
            <p:nvPr/>
          </p:nvSpPr>
          <p:spPr>
            <a:xfrm>
              <a:off x="227952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5">
              <a:extLst>
                <a:ext uri="{FF2B5EF4-FFF2-40B4-BE49-F238E27FC236}">
                  <a16:creationId xmlns:a16="http://schemas.microsoft.com/office/drawing/2014/main" id="{28399E47-BCA5-704F-6222-9F6875CFD7DB}"/>
                </a:ext>
              </a:extLst>
            </p:cNvPr>
            <p:cNvSpPr/>
            <p:nvPr/>
          </p:nvSpPr>
          <p:spPr>
            <a:xfrm>
              <a:off x="228896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6">
              <a:extLst>
                <a:ext uri="{FF2B5EF4-FFF2-40B4-BE49-F238E27FC236}">
                  <a16:creationId xmlns:a16="http://schemas.microsoft.com/office/drawing/2014/main" id="{594CEA9E-8178-E3FF-EC48-A1632658618A}"/>
                </a:ext>
              </a:extLst>
            </p:cNvPr>
            <p:cNvSpPr/>
            <p:nvPr/>
          </p:nvSpPr>
          <p:spPr>
            <a:xfrm>
              <a:off x="229840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7">
              <a:extLst>
                <a:ext uri="{FF2B5EF4-FFF2-40B4-BE49-F238E27FC236}">
                  <a16:creationId xmlns:a16="http://schemas.microsoft.com/office/drawing/2014/main" id="{4CEBCBE4-220F-9B90-3748-C1963D4548C0}"/>
                </a:ext>
              </a:extLst>
            </p:cNvPr>
            <p:cNvSpPr/>
            <p:nvPr/>
          </p:nvSpPr>
          <p:spPr>
            <a:xfrm>
              <a:off x="230784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8">
              <a:extLst>
                <a:ext uri="{FF2B5EF4-FFF2-40B4-BE49-F238E27FC236}">
                  <a16:creationId xmlns:a16="http://schemas.microsoft.com/office/drawing/2014/main" id="{BBEEAE46-77B5-BE52-10CB-F1711FB138A4}"/>
                </a:ext>
              </a:extLst>
            </p:cNvPr>
            <p:cNvSpPr/>
            <p:nvPr/>
          </p:nvSpPr>
          <p:spPr>
            <a:xfrm>
              <a:off x="231728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49">
              <a:extLst>
                <a:ext uri="{FF2B5EF4-FFF2-40B4-BE49-F238E27FC236}">
                  <a16:creationId xmlns:a16="http://schemas.microsoft.com/office/drawing/2014/main" id="{EF58ACBD-B209-AA28-56E9-4B02C253E6DB}"/>
                </a:ext>
              </a:extLst>
            </p:cNvPr>
            <p:cNvSpPr/>
            <p:nvPr/>
          </p:nvSpPr>
          <p:spPr>
            <a:xfrm>
              <a:off x="232672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0">
              <a:extLst>
                <a:ext uri="{FF2B5EF4-FFF2-40B4-BE49-F238E27FC236}">
                  <a16:creationId xmlns:a16="http://schemas.microsoft.com/office/drawing/2014/main" id="{5165A9C4-4AA3-7030-A982-DA50FBEF4E94}"/>
                </a:ext>
              </a:extLst>
            </p:cNvPr>
            <p:cNvSpPr/>
            <p:nvPr/>
          </p:nvSpPr>
          <p:spPr>
            <a:xfrm>
              <a:off x="233616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1">
              <a:extLst>
                <a:ext uri="{FF2B5EF4-FFF2-40B4-BE49-F238E27FC236}">
                  <a16:creationId xmlns:a16="http://schemas.microsoft.com/office/drawing/2014/main" id="{E313EE44-2CC8-AF52-4D76-F3A997B14B87}"/>
                </a:ext>
              </a:extLst>
            </p:cNvPr>
            <p:cNvSpPr/>
            <p:nvPr/>
          </p:nvSpPr>
          <p:spPr>
            <a:xfrm>
              <a:off x="234560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2">
              <a:extLst>
                <a:ext uri="{FF2B5EF4-FFF2-40B4-BE49-F238E27FC236}">
                  <a16:creationId xmlns:a16="http://schemas.microsoft.com/office/drawing/2014/main" id="{D568D6C6-ACE6-201F-17F7-91E61E6B0A09}"/>
                </a:ext>
              </a:extLst>
            </p:cNvPr>
            <p:cNvSpPr/>
            <p:nvPr/>
          </p:nvSpPr>
          <p:spPr>
            <a:xfrm>
              <a:off x="235504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3">
              <a:extLst>
                <a:ext uri="{FF2B5EF4-FFF2-40B4-BE49-F238E27FC236}">
                  <a16:creationId xmlns:a16="http://schemas.microsoft.com/office/drawing/2014/main" id="{D91B9BB3-0EEC-14A3-30F4-188D8E430313}"/>
                </a:ext>
              </a:extLst>
            </p:cNvPr>
            <p:cNvSpPr/>
            <p:nvPr/>
          </p:nvSpPr>
          <p:spPr>
            <a:xfrm>
              <a:off x="236448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4">
              <a:extLst>
                <a:ext uri="{FF2B5EF4-FFF2-40B4-BE49-F238E27FC236}">
                  <a16:creationId xmlns:a16="http://schemas.microsoft.com/office/drawing/2014/main" id="{48A9F0DF-4E25-D849-F877-EDF59C0B004A}"/>
                </a:ext>
              </a:extLst>
            </p:cNvPr>
            <p:cNvSpPr/>
            <p:nvPr/>
          </p:nvSpPr>
          <p:spPr>
            <a:xfrm>
              <a:off x="237392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5">
              <a:extLst>
                <a:ext uri="{FF2B5EF4-FFF2-40B4-BE49-F238E27FC236}">
                  <a16:creationId xmlns:a16="http://schemas.microsoft.com/office/drawing/2014/main" id="{F49D1B25-B743-674B-711D-96E3E4E00DA2}"/>
                </a:ext>
              </a:extLst>
            </p:cNvPr>
            <p:cNvSpPr/>
            <p:nvPr/>
          </p:nvSpPr>
          <p:spPr>
            <a:xfrm>
              <a:off x="238336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6">
              <a:extLst>
                <a:ext uri="{FF2B5EF4-FFF2-40B4-BE49-F238E27FC236}">
                  <a16:creationId xmlns:a16="http://schemas.microsoft.com/office/drawing/2014/main" id="{DE5885F7-25CC-02F7-FA0F-FC3E140C5A36}"/>
                </a:ext>
              </a:extLst>
            </p:cNvPr>
            <p:cNvSpPr/>
            <p:nvPr/>
          </p:nvSpPr>
          <p:spPr>
            <a:xfrm>
              <a:off x="239280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7">
              <a:extLst>
                <a:ext uri="{FF2B5EF4-FFF2-40B4-BE49-F238E27FC236}">
                  <a16:creationId xmlns:a16="http://schemas.microsoft.com/office/drawing/2014/main" id="{003BCB77-1725-8CD8-8C87-0F74A89EE957}"/>
                </a:ext>
              </a:extLst>
            </p:cNvPr>
            <p:cNvSpPr/>
            <p:nvPr/>
          </p:nvSpPr>
          <p:spPr>
            <a:xfrm>
              <a:off x="240224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8">
              <a:extLst>
                <a:ext uri="{FF2B5EF4-FFF2-40B4-BE49-F238E27FC236}">
                  <a16:creationId xmlns:a16="http://schemas.microsoft.com/office/drawing/2014/main" id="{0FF925AC-D82E-ED2E-63C2-737B2B7692A3}"/>
                </a:ext>
              </a:extLst>
            </p:cNvPr>
            <p:cNvSpPr/>
            <p:nvPr/>
          </p:nvSpPr>
          <p:spPr>
            <a:xfrm>
              <a:off x="241168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59">
              <a:extLst>
                <a:ext uri="{FF2B5EF4-FFF2-40B4-BE49-F238E27FC236}">
                  <a16:creationId xmlns:a16="http://schemas.microsoft.com/office/drawing/2014/main" id="{E6720A53-AD66-6921-5265-7F874958797A}"/>
                </a:ext>
              </a:extLst>
            </p:cNvPr>
            <p:cNvSpPr/>
            <p:nvPr/>
          </p:nvSpPr>
          <p:spPr>
            <a:xfrm>
              <a:off x="242112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0">
              <a:extLst>
                <a:ext uri="{FF2B5EF4-FFF2-40B4-BE49-F238E27FC236}">
                  <a16:creationId xmlns:a16="http://schemas.microsoft.com/office/drawing/2014/main" id="{7CB2E0CE-C20F-F902-FCD4-E795B975176A}"/>
                </a:ext>
              </a:extLst>
            </p:cNvPr>
            <p:cNvSpPr/>
            <p:nvPr/>
          </p:nvSpPr>
          <p:spPr>
            <a:xfrm>
              <a:off x="243056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1">
              <a:extLst>
                <a:ext uri="{FF2B5EF4-FFF2-40B4-BE49-F238E27FC236}">
                  <a16:creationId xmlns:a16="http://schemas.microsoft.com/office/drawing/2014/main" id="{BAF8D4FD-0782-9581-6148-5DC7A6DE2B28}"/>
                </a:ext>
              </a:extLst>
            </p:cNvPr>
            <p:cNvSpPr/>
            <p:nvPr/>
          </p:nvSpPr>
          <p:spPr>
            <a:xfrm>
              <a:off x="244000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2">
              <a:extLst>
                <a:ext uri="{FF2B5EF4-FFF2-40B4-BE49-F238E27FC236}">
                  <a16:creationId xmlns:a16="http://schemas.microsoft.com/office/drawing/2014/main" id="{3B842F18-108C-AFD2-B7D6-3B4D01377FFB}"/>
                </a:ext>
              </a:extLst>
            </p:cNvPr>
            <p:cNvSpPr/>
            <p:nvPr/>
          </p:nvSpPr>
          <p:spPr>
            <a:xfrm>
              <a:off x="244944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3">
              <a:extLst>
                <a:ext uri="{FF2B5EF4-FFF2-40B4-BE49-F238E27FC236}">
                  <a16:creationId xmlns:a16="http://schemas.microsoft.com/office/drawing/2014/main" id="{578A89AF-B672-7C88-CEBA-FF9C07B4F858}"/>
                </a:ext>
              </a:extLst>
            </p:cNvPr>
            <p:cNvSpPr/>
            <p:nvPr/>
          </p:nvSpPr>
          <p:spPr>
            <a:xfrm>
              <a:off x="245889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4">
              <a:extLst>
                <a:ext uri="{FF2B5EF4-FFF2-40B4-BE49-F238E27FC236}">
                  <a16:creationId xmlns:a16="http://schemas.microsoft.com/office/drawing/2014/main" id="{AD510714-66D6-0BDD-C5C1-8DA7E6EAF198}"/>
                </a:ext>
              </a:extLst>
            </p:cNvPr>
            <p:cNvSpPr/>
            <p:nvPr/>
          </p:nvSpPr>
          <p:spPr>
            <a:xfrm>
              <a:off x="2477770" y="162312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400" y="909837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5">
              <a:extLst>
                <a:ext uri="{FF2B5EF4-FFF2-40B4-BE49-F238E27FC236}">
                  <a16:creationId xmlns:a16="http://schemas.microsoft.com/office/drawing/2014/main" id="{23C49610-8D08-FB11-A582-EB052B41CD3C}"/>
                </a:ext>
              </a:extLst>
            </p:cNvPr>
            <p:cNvSpPr/>
            <p:nvPr/>
          </p:nvSpPr>
          <p:spPr>
            <a:xfrm>
              <a:off x="2477770" y="1623128"/>
              <a:ext cx="915980" cy="914400"/>
            </a:xfrm>
            <a:custGeom>
              <a:avLst/>
              <a:gdLst/>
              <a:ahLst/>
              <a:cxnLst/>
              <a:rect l="0" t="0" r="0" b="0"/>
              <a:pathLst>
                <a:path w="915980" h="914400">
                  <a:moveTo>
                    <a:pt x="914400" y="914400"/>
                  </a:moveTo>
                  <a:lnTo>
                    <a:pt x="914400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6">
              <a:extLst>
                <a:ext uri="{FF2B5EF4-FFF2-40B4-BE49-F238E27FC236}">
                  <a16:creationId xmlns:a16="http://schemas.microsoft.com/office/drawing/2014/main" id="{E34BE2E7-2D1A-2057-9E2C-F7580DC4E21F}"/>
                </a:ext>
              </a:extLst>
            </p:cNvPr>
            <p:cNvSpPr/>
            <p:nvPr/>
          </p:nvSpPr>
          <p:spPr>
            <a:xfrm>
              <a:off x="3138587" y="1605559"/>
              <a:ext cx="914400" cy="920965"/>
            </a:xfrm>
            <a:custGeom>
              <a:avLst/>
              <a:gdLst/>
              <a:ahLst/>
              <a:cxnLst/>
              <a:rect l="0" t="0" r="0" b="0"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7">
              <a:extLst>
                <a:ext uri="{FF2B5EF4-FFF2-40B4-BE49-F238E27FC236}">
                  <a16:creationId xmlns:a16="http://schemas.microsoft.com/office/drawing/2014/main" id="{DFD198A5-2851-071E-D82A-A0EA757559D0}"/>
                </a:ext>
              </a:extLst>
            </p:cNvPr>
            <p:cNvSpPr/>
            <p:nvPr/>
          </p:nvSpPr>
          <p:spPr>
            <a:xfrm>
              <a:off x="313858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8">
              <a:extLst>
                <a:ext uri="{FF2B5EF4-FFF2-40B4-BE49-F238E27FC236}">
                  <a16:creationId xmlns:a16="http://schemas.microsoft.com/office/drawing/2014/main" id="{E12524D2-C953-AF75-1E7E-E61A103A1CA8}"/>
                </a:ext>
              </a:extLst>
            </p:cNvPr>
            <p:cNvSpPr/>
            <p:nvPr/>
          </p:nvSpPr>
          <p:spPr>
            <a:xfrm>
              <a:off x="314802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69">
              <a:extLst>
                <a:ext uri="{FF2B5EF4-FFF2-40B4-BE49-F238E27FC236}">
                  <a16:creationId xmlns:a16="http://schemas.microsoft.com/office/drawing/2014/main" id="{D4584816-044B-7F82-217F-75EBEF7A810D}"/>
                </a:ext>
              </a:extLst>
            </p:cNvPr>
            <p:cNvSpPr/>
            <p:nvPr/>
          </p:nvSpPr>
          <p:spPr>
            <a:xfrm>
              <a:off x="315746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0">
              <a:extLst>
                <a:ext uri="{FF2B5EF4-FFF2-40B4-BE49-F238E27FC236}">
                  <a16:creationId xmlns:a16="http://schemas.microsoft.com/office/drawing/2014/main" id="{5DEA00D2-B511-CFFD-B67E-33117D7A830F}"/>
                </a:ext>
              </a:extLst>
            </p:cNvPr>
            <p:cNvSpPr/>
            <p:nvPr/>
          </p:nvSpPr>
          <p:spPr>
            <a:xfrm>
              <a:off x="316690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1">
              <a:extLst>
                <a:ext uri="{FF2B5EF4-FFF2-40B4-BE49-F238E27FC236}">
                  <a16:creationId xmlns:a16="http://schemas.microsoft.com/office/drawing/2014/main" id="{E18515DF-3A63-C365-A571-076043762184}"/>
                </a:ext>
              </a:extLst>
            </p:cNvPr>
            <p:cNvSpPr/>
            <p:nvPr/>
          </p:nvSpPr>
          <p:spPr>
            <a:xfrm>
              <a:off x="317634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2">
              <a:extLst>
                <a:ext uri="{FF2B5EF4-FFF2-40B4-BE49-F238E27FC236}">
                  <a16:creationId xmlns:a16="http://schemas.microsoft.com/office/drawing/2014/main" id="{35F64655-2E61-752B-C996-E98113CE823D}"/>
                </a:ext>
              </a:extLst>
            </p:cNvPr>
            <p:cNvSpPr/>
            <p:nvPr/>
          </p:nvSpPr>
          <p:spPr>
            <a:xfrm>
              <a:off x="318578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3">
              <a:extLst>
                <a:ext uri="{FF2B5EF4-FFF2-40B4-BE49-F238E27FC236}">
                  <a16:creationId xmlns:a16="http://schemas.microsoft.com/office/drawing/2014/main" id="{11B68ADE-F78A-8FF5-935A-2E9361925B8D}"/>
                </a:ext>
              </a:extLst>
            </p:cNvPr>
            <p:cNvSpPr/>
            <p:nvPr/>
          </p:nvSpPr>
          <p:spPr>
            <a:xfrm>
              <a:off x="319522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4">
              <a:extLst>
                <a:ext uri="{FF2B5EF4-FFF2-40B4-BE49-F238E27FC236}">
                  <a16:creationId xmlns:a16="http://schemas.microsoft.com/office/drawing/2014/main" id="{A5FB8F6D-CBA1-F9EA-F30D-F85804BC9B12}"/>
                </a:ext>
              </a:extLst>
            </p:cNvPr>
            <p:cNvSpPr/>
            <p:nvPr/>
          </p:nvSpPr>
          <p:spPr>
            <a:xfrm>
              <a:off x="320466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5">
              <a:extLst>
                <a:ext uri="{FF2B5EF4-FFF2-40B4-BE49-F238E27FC236}">
                  <a16:creationId xmlns:a16="http://schemas.microsoft.com/office/drawing/2014/main" id="{CDDEC068-54BF-ECA8-0212-B2407BC3E081}"/>
                </a:ext>
              </a:extLst>
            </p:cNvPr>
            <p:cNvSpPr/>
            <p:nvPr/>
          </p:nvSpPr>
          <p:spPr>
            <a:xfrm>
              <a:off x="321410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6">
              <a:extLst>
                <a:ext uri="{FF2B5EF4-FFF2-40B4-BE49-F238E27FC236}">
                  <a16:creationId xmlns:a16="http://schemas.microsoft.com/office/drawing/2014/main" id="{228115D7-AD47-816F-5B94-47413E03CDC9}"/>
                </a:ext>
              </a:extLst>
            </p:cNvPr>
            <p:cNvSpPr/>
            <p:nvPr/>
          </p:nvSpPr>
          <p:spPr>
            <a:xfrm>
              <a:off x="322354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7">
              <a:extLst>
                <a:ext uri="{FF2B5EF4-FFF2-40B4-BE49-F238E27FC236}">
                  <a16:creationId xmlns:a16="http://schemas.microsoft.com/office/drawing/2014/main" id="{F7EA7452-0067-63E9-CFE2-6CB227BF1AB7}"/>
                </a:ext>
              </a:extLst>
            </p:cNvPr>
            <p:cNvSpPr/>
            <p:nvPr/>
          </p:nvSpPr>
          <p:spPr>
            <a:xfrm>
              <a:off x="323298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8">
              <a:extLst>
                <a:ext uri="{FF2B5EF4-FFF2-40B4-BE49-F238E27FC236}">
                  <a16:creationId xmlns:a16="http://schemas.microsoft.com/office/drawing/2014/main" id="{FCC7476A-5314-E5D4-213C-CC7F3BB0BCDD}"/>
                </a:ext>
              </a:extLst>
            </p:cNvPr>
            <p:cNvSpPr/>
            <p:nvPr/>
          </p:nvSpPr>
          <p:spPr>
            <a:xfrm>
              <a:off x="324242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79">
              <a:extLst>
                <a:ext uri="{FF2B5EF4-FFF2-40B4-BE49-F238E27FC236}">
                  <a16:creationId xmlns:a16="http://schemas.microsoft.com/office/drawing/2014/main" id="{460AF149-2AA1-1B79-720B-1844E0F63C9D}"/>
                </a:ext>
              </a:extLst>
            </p:cNvPr>
            <p:cNvSpPr/>
            <p:nvPr/>
          </p:nvSpPr>
          <p:spPr>
            <a:xfrm>
              <a:off x="325187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0">
              <a:extLst>
                <a:ext uri="{FF2B5EF4-FFF2-40B4-BE49-F238E27FC236}">
                  <a16:creationId xmlns:a16="http://schemas.microsoft.com/office/drawing/2014/main" id="{8C5879BB-A132-EED0-3226-4F2054F63E4A}"/>
                </a:ext>
              </a:extLst>
            </p:cNvPr>
            <p:cNvSpPr/>
            <p:nvPr/>
          </p:nvSpPr>
          <p:spPr>
            <a:xfrm>
              <a:off x="326131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1">
              <a:extLst>
                <a:ext uri="{FF2B5EF4-FFF2-40B4-BE49-F238E27FC236}">
                  <a16:creationId xmlns:a16="http://schemas.microsoft.com/office/drawing/2014/main" id="{75451664-CE11-AC6E-0232-317346DE9B57}"/>
                </a:ext>
              </a:extLst>
            </p:cNvPr>
            <p:cNvSpPr/>
            <p:nvPr/>
          </p:nvSpPr>
          <p:spPr>
            <a:xfrm>
              <a:off x="327075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2">
              <a:extLst>
                <a:ext uri="{FF2B5EF4-FFF2-40B4-BE49-F238E27FC236}">
                  <a16:creationId xmlns:a16="http://schemas.microsoft.com/office/drawing/2014/main" id="{B8DD909E-A2ED-C6D0-0347-0003CA4C319F}"/>
                </a:ext>
              </a:extLst>
            </p:cNvPr>
            <p:cNvSpPr/>
            <p:nvPr/>
          </p:nvSpPr>
          <p:spPr>
            <a:xfrm>
              <a:off x="328019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3">
              <a:extLst>
                <a:ext uri="{FF2B5EF4-FFF2-40B4-BE49-F238E27FC236}">
                  <a16:creationId xmlns:a16="http://schemas.microsoft.com/office/drawing/2014/main" id="{089A5923-19E5-17A0-375C-8EA089059A34}"/>
                </a:ext>
              </a:extLst>
            </p:cNvPr>
            <p:cNvSpPr/>
            <p:nvPr/>
          </p:nvSpPr>
          <p:spPr>
            <a:xfrm>
              <a:off x="328963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4">
              <a:extLst>
                <a:ext uri="{FF2B5EF4-FFF2-40B4-BE49-F238E27FC236}">
                  <a16:creationId xmlns:a16="http://schemas.microsoft.com/office/drawing/2014/main" id="{0599E9D1-5EFB-1FFF-AC21-B61F4C2A6CB0}"/>
                </a:ext>
              </a:extLst>
            </p:cNvPr>
            <p:cNvSpPr/>
            <p:nvPr/>
          </p:nvSpPr>
          <p:spPr>
            <a:xfrm>
              <a:off x="329907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5">
              <a:extLst>
                <a:ext uri="{FF2B5EF4-FFF2-40B4-BE49-F238E27FC236}">
                  <a16:creationId xmlns:a16="http://schemas.microsoft.com/office/drawing/2014/main" id="{0E6561AC-5E25-129F-43A3-B34C2C275A9C}"/>
                </a:ext>
              </a:extLst>
            </p:cNvPr>
            <p:cNvSpPr/>
            <p:nvPr/>
          </p:nvSpPr>
          <p:spPr>
            <a:xfrm>
              <a:off x="330851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6">
              <a:extLst>
                <a:ext uri="{FF2B5EF4-FFF2-40B4-BE49-F238E27FC236}">
                  <a16:creationId xmlns:a16="http://schemas.microsoft.com/office/drawing/2014/main" id="{2CA60914-1CA7-9BC6-11C3-E278C6BC9CDA}"/>
                </a:ext>
              </a:extLst>
            </p:cNvPr>
            <p:cNvSpPr/>
            <p:nvPr/>
          </p:nvSpPr>
          <p:spPr>
            <a:xfrm>
              <a:off x="331795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7">
              <a:extLst>
                <a:ext uri="{FF2B5EF4-FFF2-40B4-BE49-F238E27FC236}">
                  <a16:creationId xmlns:a16="http://schemas.microsoft.com/office/drawing/2014/main" id="{ED477EB7-048B-FE22-AD7B-68F30108620F}"/>
                </a:ext>
              </a:extLst>
            </p:cNvPr>
            <p:cNvSpPr/>
            <p:nvPr/>
          </p:nvSpPr>
          <p:spPr>
            <a:xfrm>
              <a:off x="332739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8">
              <a:extLst>
                <a:ext uri="{FF2B5EF4-FFF2-40B4-BE49-F238E27FC236}">
                  <a16:creationId xmlns:a16="http://schemas.microsoft.com/office/drawing/2014/main" id="{45B0C8DF-0FB0-4181-8EC0-7615C8B25076}"/>
                </a:ext>
              </a:extLst>
            </p:cNvPr>
            <p:cNvSpPr/>
            <p:nvPr/>
          </p:nvSpPr>
          <p:spPr>
            <a:xfrm>
              <a:off x="333683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89">
              <a:extLst>
                <a:ext uri="{FF2B5EF4-FFF2-40B4-BE49-F238E27FC236}">
                  <a16:creationId xmlns:a16="http://schemas.microsoft.com/office/drawing/2014/main" id="{6492667A-8A37-132D-ACBA-169F6288526F}"/>
                </a:ext>
              </a:extLst>
            </p:cNvPr>
            <p:cNvSpPr/>
            <p:nvPr/>
          </p:nvSpPr>
          <p:spPr>
            <a:xfrm>
              <a:off x="334627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0">
              <a:extLst>
                <a:ext uri="{FF2B5EF4-FFF2-40B4-BE49-F238E27FC236}">
                  <a16:creationId xmlns:a16="http://schemas.microsoft.com/office/drawing/2014/main" id="{DDCB6515-A846-A7AD-00BD-33DB89E995AF}"/>
                </a:ext>
              </a:extLst>
            </p:cNvPr>
            <p:cNvSpPr/>
            <p:nvPr/>
          </p:nvSpPr>
          <p:spPr>
            <a:xfrm>
              <a:off x="335571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1">
              <a:extLst>
                <a:ext uri="{FF2B5EF4-FFF2-40B4-BE49-F238E27FC236}">
                  <a16:creationId xmlns:a16="http://schemas.microsoft.com/office/drawing/2014/main" id="{12D6242C-AE4D-F896-6A8C-DB9A9FA06A12}"/>
                </a:ext>
              </a:extLst>
            </p:cNvPr>
            <p:cNvSpPr/>
            <p:nvPr/>
          </p:nvSpPr>
          <p:spPr>
            <a:xfrm>
              <a:off x="336515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2">
              <a:extLst>
                <a:ext uri="{FF2B5EF4-FFF2-40B4-BE49-F238E27FC236}">
                  <a16:creationId xmlns:a16="http://schemas.microsoft.com/office/drawing/2014/main" id="{345212C1-F0A2-9171-2BBC-1B37C757E05F}"/>
                </a:ext>
              </a:extLst>
            </p:cNvPr>
            <p:cNvSpPr/>
            <p:nvPr/>
          </p:nvSpPr>
          <p:spPr>
            <a:xfrm>
              <a:off x="337459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3">
              <a:extLst>
                <a:ext uri="{FF2B5EF4-FFF2-40B4-BE49-F238E27FC236}">
                  <a16:creationId xmlns:a16="http://schemas.microsoft.com/office/drawing/2014/main" id="{F20F18C1-9F42-206D-3AA1-AB3005DE00BE}"/>
                </a:ext>
              </a:extLst>
            </p:cNvPr>
            <p:cNvSpPr/>
            <p:nvPr/>
          </p:nvSpPr>
          <p:spPr>
            <a:xfrm>
              <a:off x="338403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4">
              <a:extLst>
                <a:ext uri="{FF2B5EF4-FFF2-40B4-BE49-F238E27FC236}">
                  <a16:creationId xmlns:a16="http://schemas.microsoft.com/office/drawing/2014/main" id="{6BC87922-B629-2125-B0F4-34AF78E0B3AC}"/>
                </a:ext>
              </a:extLst>
            </p:cNvPr>
            <p:cNvSpPr/>
            <p:nvPr/>
          </p:nvSpPr>
          <p:spPr>
            <a:xfrm>
              <a:off x="339347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5">
              <a:extLst>
                <a:ext uri="{FF2B5EF4-FFF2-40B4-BE49-F238E27FC236}">
                  <a16:creationId xmlns:a16="http://schemas.microsoft.com/office/drawing/2014/main" id="{C5E231F7-C847-D18B-5898-7988E8764DED}"/>
                </a:ext>
              </a:extLst>
            </p:cNvPr>
            <p:cNvSpPr/>
            <p:nvPr/>
          </p:nvSpPr>
          <p:spPr>
            <a:xfrm>
              <a:off x="340291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6">
              <a:extLst>
                <a:ext uri="{FF2B5EF4-FFF2-40B4-BE49-F238E27FC236}">
                  <a16:creationId xmlns:a16="http://schemas.microsoft.com/office/drawing/2014/main" id="{E4831AD9-845D-94A7-B0D9-0FD426FB2CCA}"/>
                </a:ext>
              </a:extLst>
            </p:cNvPr>
            <p:cNvSpPr/>
            <p:nvPr/>
          </p:nvSpPr>
          <p:spPr>
            <a:xfrm>
              <a:off x="341235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7">
              <a:extLst>
                <a:ext uri="{FF2B5EF4-FFF2-40B4-BE49-F238E27FC236}">
                  <a16:creationId xmlns:a16="http://schemas.microsoft.com/office/drawing/2014/main" id="{716C3E17-7BA9-4F9A-3707-232F7BC73B95}"/>
                </a:ext>
              </a:extLst>
            </p:cNvPr>
            <p:cNvSpPr/>
            <p:nvPr/>
          </p:nvSpPr>
          <p:spPr>
            <a:xfrm>
              <a:off x="342179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8">
              <a:extLst>
                <a:ext uri="{FF2B5EF4-FFF2-40B4-BE49-F238E27FC236}">
                  <a16:creationId xmlns:a16="http://schemas.microsoft.com/office/drawing/2014/main" id="{F6220297-7779-F962-D0BA-99A8E21480FD}"/>
                </a:ext>
              </a:extLst>
            </p:cNvPr>
            <p:cNvSpPr/>
            <p:nvPr/>
          </p:nvSpPr>
          <p:spPr>
            <a:xfrm>
              <a:off x="343123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4999">
              <a:extLst>
                <a:ext uri="{FF2B5EF4-FFF2-40B4-BE49-F238E27FC236}">
                  <a16:creationId xmlns:a16="http://schemas.microsoft.com/office/drawing/2014/main" id="{432E95BE-3A64-0291-A11E-CDD847229605}"/>
                </a:ext>
              </a:extLst>
            </p:cNvPr>
            <p:cNvSpPr/>
            <p:nvPr/>
          </p:nvSpPr>
          <p:spPr>
            <a:xfrm>
              <a:off x="344067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0">
              <a:extLst>
                <a:ext uri="{FF2B5EF4-FFF2-40B4-BE49-F238E27FC236}">
                  <a16:creationId xmlns:a16="http://schemas.microsoft.com/office/drawing/2014/main" id="{27B46443-4145-8666-01B1-07B3A4AFC705}"/>
                </a:ext>
              </a:extLst>
            </p:cNvPr>
            <p:cNvSpPr/>
            <p:nvPr/>
          </p:nvSpPr>
          <p:spPr>
            <a:xfrm>
              <a:off x="345011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1">
              <a:extLst>
                <a:ext uri="{FF2B5EF4-FFF2-40B4-BE49-F238E27FC236}">
                  <a16:creationId xmlns:a16="http://schemas.microsoft.com/office/drawing/2014/main" id="{9616D3D0-9260-9C0E-C2E1-9653C3B92821}"/>
                </a:ext>
              </a:extLst>
            </p:cNvPr>
            <p:cNvSpPr/>
            <p:nvPr/>
          </p:nvSpPr>
          <p:spPr>
            <a:xfrm>
              <a:off x="345955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2">
              <a:extLst>
                <a:ext uri="{FF2B5EF4-FFF2-40B4-BE49-F238E27FC236}">
                  <a16:creationId xmlns:a16="http://schemas.microsoft.com/office/drawing/2014/main" id="{4E8DB990-12D3-9AFB-12F1-12404859869A}"/>
                </a:ext>
              </a:extLst>
            </p:cNvPr>
            <p:cNvSpPr/>
            <p:nvPr/>
          </p:nvSpPr>
          <p:spPr>
            <a:xfrm>
              <a:off x="346899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3">
              <a:extLst>
                <a:ext uri="{FF2B5EF4-FFF2-40B4-BE49-F238E27FC236}">
                  <a16:creationId xmlns:a16="http://schemas.microsoft.com/office/drawing/2014/main" id="{6BEA1AA5-FB25-D84A-C77C-F264B33B63CD}"/>
                </a:ext>
              </a:extLst>
            </p:cNvPr>
            <p:cNvSpPr/>
            <p:nvPr/>
          </p:nvSpPr>
          <p:spPr>
            <a:xfrm>
              <a:off x="347843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4">
              <a:extLst>
                <a:ext uri="{FF2B5EF4-FFF2-40B4-BE49-F238E27FC236}">
                  <a16:creationId xmlns:a16="http://schemas.microsoft.com/office/drawing/2014/main" id="{A1B14948-3301-CB58-DB09-4E79B8BCF2B6}"/>
                </a:ext>
              </a:extLst>
            </p:cNvPr>
            <p:cNvSpPr/>
            <p:nvPr/>
          </p:nvSpPr>
          <p:spPr>
            <a:xfrm>
              <a:off x="348787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5">
              <a:extLst>
                <a:ext uri="{FF2B5EF4-FFF2-40B4-BE49-F238E27FC236}">
                  <a16:creationId xmlns:a16="http://schemas.microsoft.com/office/drawing/2014/main" id="{DA73A6CD-8FC6-050C-4531-F561E30E9F34}"/>
                </a:ext>
              </a:extLst>
            </p:cNvPr>
            <p:cNvSpPr/>
            <p:nvPr/>
          </p:nvSpPr>
          <p:spPr>
            <a:xfrm>
              <a:off x="349731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6">
              <a:extLst>
                <a:ext uri="{FF2B5EF4-FFF2-40B4-BE49-F238E27FC236}">
                  <a16:creationId xmlns:a16="http://schemas.microsoft.com/office/drawing/2014/main" id="{E2A3EC3A-16A1-35C2-DA58-451D564BDD2D}"/>
                </a:ext>
              </a:extLst>
            </p:cNvPr>
            <p:cNvSpPr/>
            <p:nvPr/>
          </p:nvSpPr>
          <p:spPr>
            <a:xfrm>
              <a:off x="350675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7">
              <a:extLst>
                <a:ext uri="{FF2B5EF4-FFF2-40B4-BE49-F238E27FC236}">
                  <a16:creationId xmlns:a16="http://schemas.microsoft.com/office/drawing/2014/main" id="{84E537AD-0001-8FA4-2CA9-0DB9CDDF9FEF}"/>
                </a:ext>
              </a:extLst>
            </p:cNvPr>
            <p:cNvSpPr/>
            <p:nvPr/>
          </p:nvSpPr>
          <p:spPr>
            <a:xfrm>
              <a:off x="3516196" y="162312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8">
              <a:extLst>
                <a:ext uri="{FF2B5EF4-FFF2-40B4-BE49-F238E27FC236}">
                  <a16:creationId xmlns:a16="http://schemas.microsoft.com/office/drawing/2014/main" id="{173CE19F-9896-AB95-144A-186C81E1C237}"/>
                </a:ext>
              </a:extLst>
            </p:cNvPr>
            <p:cNvSpPr/>
            <p:nvPr/>
          </p:nvSpPr>
          <p:spPr>
            <a:xfrm>
              <a:off x="3525637" y="1605559"/>
              <a:ext cx="923840" cy="924948"/>
            </a:xfrm>
            <a:custGeom>
              <a:avLst/>
              <a:gdLst/>
              <a:ahLst/>
              <a:cxnLst/>
              <a:rect l="0" t="0" r="0" b="0"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09">
              <a:extLst>
                <a:ext uri="{FF2B5EF4-FFF2-40B4-BE49-F238E27FC236}">
                  <a16:creationId xmlns:a16="http://schemas.microsoft.com/office/drawing/2014/main" id="{B758055A-93C6-1075-666C-578E259340CD}"/>
                </a:ext>
              </a:extLst>
            </p:cNvPr>
            <p:cNvSpPr/>
            <p:nvPr/>
          </p:nvSpPr>
          <p:spPr>
            <a:xfrm>
              <a:off x="3535077" y="1605559"/>
              <a:ext cx="923840" cy="920188"/>
            </a:xfrm>
            <a:custGeom>
              <a:avLst/>
              <a:gdLst/>
              <a:ahLst/>
              <a:cxnLst/>
              <a:rect l="0" t="0" r="0" b="0"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0">
              <a:extLst>
                <a:ext uri="{FF2B5EF4-FFF2-40B4-BE49-F238E27FC236}">
                  <a16:creationId xmlns:a16="http://schemas.microsoft.com/office/drawing/2014/main" id="{BEFDB022-246B-7F60-F2BA-8D450D17836D}"/>
                </a:ext>
              </a:extLst>
            </p:cNvPr>
            <p:cNvSpPr/>
            <p:nvPr/>
          </p:nvSpPr>
          <p:spPr>
            <a:xfrm>
              <a:off x="3544517" y="1605559"/>
              <a:ext cx="915793" cy="915201"/>
            </a:xfrm>
            <a:custGeom>
              <a:avLst/>
              <a:gdLst/>
              <a:ahLst/>
              <a:cxnLst/>
              <a:rect l="0" t="0" r="0" b="0"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1">
              <a:extLst>
                <a:ext uri="{FF2B5EF4-FFF2-40B4-BE49-F238E27FC236}">
                  <a16:creationId xmlns:a16="http://schemas.microsoft.com/office/drawing/2014/main" id="{AB5D9DFE-D34D-7DFD-AC8B-629D5EBC099D}"/>
                </a:ext>
              </a:extLst>
            </p:cNvPr>
            <p:cNvSpPr/>
            <p:nvPr/>
          </p:nvSpPr>
          <p:spPr>
            <a:xfrm>
              <a:off x="2185123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2">
              <a:extLst>
                <a:ext uri="{FF2B5EF4-FFF2-40B4-BE49-F238E27FC236}">
                  <a16:creationId xmlns:a16="http://schemas.microsoft.com/office/drawing/2014/main" id="{F28E5103-66E0-3C40-813A-5A4DB9E3F462}"/>
                </a:ext>
              </a:extLst>
            </p:cNvPr>
            <p:cNvSpPr/>
            <p:nvPr/>
          </p:nvSpPr>
          <p:spPr>
            <a:xfrm>
              <a:off x="218512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3">
              <a:extLst>
                <a:ext uri="{FF2B5EF4-FFF2-40B4-BE49-F238E27FC236}">
                  <a16:creationId xmlns:a16="http://schemas.microsoft.com/office/drawing/2014/main" id="{7DB5E810-3B76-748C-DE7D-3BEEAF903D90}"/>
                </a:ext>
              </a:extLst>
            </p:cNvPr>
            <p:cNvSpPr/>
            <p:nvPr/>
          </p:nvSpPr>
          <p:spPr>
            <a:xfrm>
              <a:off x="219456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4">
              <a:extLst>
                <a:ext uri="{FF2B5EF4-FFF2-40B4-BE49-F238E27FC236}">
                  <a16:creationId xmlns:a16="http://schemas.microsoft.com/office/drawing/2014/main" id="{36648A73-0B54-0C81-2143-DEB9F20A3F3D}"/>
                </a:ext>
              </a:extLst>
            </p:cNvPr>
            <p:cNvSpPr/>
            <p:nvPr/>
          </p:nvSpPr>
          <p:spPr>
            <a:xfrm>
              <a:off x="220400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5">
              <a:extLst>
                <a:ext uri="{FF2B5EF4-FFF2-40B4-BE49-F238E27FC236}">
                  <a16:creationId xmlns:a16="http://schemas.microsoft.com/office/drawing/2014/main" id="{A983D287-9C75-63A6-E674-520AAC05AD58}"/>
                </a:ext>
              </a:extLst>
            </p:cNvPr>
            <p:cNvSpPr/>
            <p:nvPr/>
          </p:nvSpPr>
          <p:spPr>
            <a:xfrm>
              <a:off x="221344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6">
              <a:extLst>
                <a:ext uri="{FF2B5EF4-FFF2-40B4-BE49-F238E27FC236}">
                  <a16:creationId xmlns:a16="http://schemas.microsoft.com/office/drawing/2014/main" id="{D8F64EA9-B353-2054-4B43-B087240E0B38}"/>
                </a:ext>
              </a:extLst>
            </p:cNvPr>
            <p:cNvSpPr/>
            <p:nvPr/>
          </p:nvSpPr>
          <p:spPr>
            <a:xfrm>
              <a:off x="222288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7">
              <a:extLst>
                <a:ext uri="{FF2B5EF4-FFF2-40B4-BE49-F238E27FC236}">
                  <a16:creationId xmlns:a16="http://schemas.microsoft.com/office/drawing/2014/main" id="{AC5E195D-7069-6149-4E23-0E7BA5CF5A26}"/>
                </a:ext>
              </a:extLst>
            </p:cNvPr>
            <p:cNvSpPr/>
            <p:nvPr/>
          </p:nvSpPr>
          <p:spPr>
            <a:xfrm>
              <a:off x="223232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8">
              <a:extLst>
                <a:ext uri="{FF2B5EF4-FFF2-40B4-BE49-F238E27FC236}">
                  <a16:creationId xmlns:a16="http://schemas.microsoft.com/office/drawing/2014/main" id="{595E9AF4-D669-851B-5195-DD70F478B982}"/>
                </a:ext>
              </a:extLst>
            </p:cNvPr>
            <p:cNvSpPr/>
            <p:nvPr/>
          </p:nvSpPr>
          <p:spPr>
            <a:xfrm>
              <a:off x="224176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19">
              <a:extLst>
                <a:ext uri="{FF2B5EF4-FFF2-40B4-BE49-F238E27FC236}">
                  <a16:creationId xmlns:a16="http://schemas.microsoft.com/office/drawing/2014/main" id="{7E158423-98CA-7C33-ED19-3BF02FE2A9E2}"/>
                </a:ext>
              </a:extLst>
            </p:cNvPr>
            <p:cNvSpPr/>
            <p:nvPr/>
          </p:nvSpPr>
          <p:spPr>
            <a:xfrm>
              <a:off x="225120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0">
              <a:extLst>
                <a:ext uri="{FF2B5EF4-FFF2-40B4-BE49-F238E27FC236}">
                  <a16:creationId xmlns:a16="http://schemas.microsoft.com/office/drawing/2014/main" id="{89BECF7A-962D-1853-376C-7264BCD0BBBA}"/>
                </a:ext>
              </a:extLst>
            </p:cNvPr>
            <p:cNvSpPr/>
            <p:nvPr/>
          </p:nvSpPr>
          <p:spPr>
            <a:xfrm>
              <a:off x="226064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1">
              <a:extLst>
                <a:ext uri="{FF2B5EF4-FFF2-40B4-BE49-F238E27FC236}">
                  <a16:creationId xmlns:a16="http://schemas.microsoft.com/office/drawing/2014/main" id="{96E45A8C-B4DD-858F-6B6C-CCA492D6E0AA}"/>
                </a:ext>
              </a:extLst>
            </p:cNvPr>
            <p:cNvSpPr/>
            <p:nvPr/>
          </p:nvSpPr>
          <p:spPr>
            <a:xfrm>
              <a:off x="227008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2">
              <a:extLst>
                <a:ext uri="{FF2B5EF4-FFF2-40B4-BE49-F238E27FC236}">
                  <a16:creationId xmlns:a16="http://schemas.microsoft.com/office/drawing/2014/main" id="{612CEAE2-2917-28CB-F698-CEAAE32BEF5A}"/>
                </a:ext>
              </a:extLst>
            </p:cNvPr>
            <p:cNvSpPr/>
            <p:nvPr/>
          </p:nvSpPr>
          <p:spPr>
            <a:xfrm>
              <a:off x="227952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3">
              <a:extLst>
                <a:ext uri="{FF2B5EF4-FFF2-40B4-BE49-F238E27FC236}">
                  <a16:creationId xmlns:a16="http://schemas.microsoft.com/office/drawing/2014/main" id="{A7C1EE27-A10F-706C-D209-334799661585}"/>
                </a:ext>
              </a:extLst>
            </p:cNvPr>
            <p:cNvSpPr/>
            <p:nvPr/>
          </p:nvSpPr>
          <p:spPr>
            <a:xfrm>
              <a:off x="228896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4">
              <a:extLst>
                <a:ext uri="{FF2B5EF4-FFF2-40B4-BE49-F238E27FC236}">
                  <a16:creationId xmlns:a16="http://schemas.microsoft.com/office/drawing/2014/main" id="{CA0CFB23-5BD9-1EA4-1B6B-7ED6B3628FE6}"/>
                </a:ext>
              </a:extLst>
            </p:cNvPr>
            <p:cNvSpPr/>
            <p:nvPr/>
          </p:nvSpPr>
          <p:spPr>
            <a:xfrm>
              <a:off x="229840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5">
              <a:extLst>
                <a:ext uri="{FF2B5EF4-FFF2-40B4-BE49-F238E27FC236}">
                  <a16:creationId xmlns:a16="http://schemas.microsoft.com/office/drawing/2014/main" id="{B0692F9B-288B-D7D1-2EA3-9595A5A0985A}"/>
                </a:ext>
              </a:extLst>
            </p:cNvPr>
            <p:cNvSpPr/>
            <p:nvPr/>
          </p:nvSpPr>
          <p:spPr>
            <a:xfrm>
              <a:off x="230784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6">
              <a:extLst>
                <a:ext uri="{FF2B5EF4-FFF2-40B4-BE49-F238E27FC236}">
                  <a16:creationId xmlns:a16="http://schemas.microsoft.com/office/drawing/2014/main" id="{1485B5A4-9FD1-B9E5-499F-81BDDA5D0972}"/>
                </a:ext>
              </a:extLst>
            </p:cNvPr>
            <p:cNvSpPr/>
            <p:nvPr/>
          </p:nvSpPr>
          <p:spPr>
            <a:xfrm>
              <a:off x="231728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7">
              <a:extLst>
                <a:ext uri="{FF2B5EF4-FFF2-40B4-BE49-F238E27FC236}">
                  <a16:creationId xmlns:a16="http://schemas.microsoft.com/office/drawing/2014/main" id="{2F6A2060-0CD0-1E86-1AB1-D336BFCA1FFC}"/>
                </a:ext>
              </a:extLst>
            </p:cNvPr>
            <p:cNvSpPr/>
            <p:nvPr/>
          </p:nvSpPr>
          <p:spPr>
            <a:xfrm>
              <a:off x="232672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8">
              <a:extLst>
                <a:ext uri="{FF2B5EF4-FFF2-40B4-BE49-F238E27FC236}">
                  <a16:creationId xmlns:a16="http://schemas.microsoft.com/office/drawing/2014/main" id="{C126849E-7187-F5CA-7AEF-12585FA5B789}"/>
                </a:ext>
              </a:extLst>
            </p:cNvPr>
            <p:cNvSpPr/>
            <p:nvPr/>
          </p:nvSpPr>
          <p:spPr>
            <a:xfrm>
              <a:off x="233616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29">
              <a:extLst>
                <a:ext uri="{FF2B5EF4-FFF2-40B4-BE49-F238E27FC236}">
                  <a16:creationId xmlns:a16="http://schemas.microsoft.com/office/drawing/2014/main" id="{2D87E331-A438-3338-44AE-5E1386C1F467}"/>
                </a:ext>
              </a:extLst>
            </p:cNvPr>
            <p:cNvSpPr/>
            <p:nvPr/>
          </p:nvSpPr>
          <p:spPr>
            <a:xfrm>
              <a:off x="234560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0">
              <a:extLst>
                <a:ext uri="{FF2B5EF4-FFF2-40B4-BE49-F238E27FC236}">
                  <a16:creationId xmlns:a16="http://schemas.microsoft.com/office/drawing/2014/main" id="{7D20CFF8-6D7B-5E51-E0E4-40E999E74048}"/>
                </a:ext>
              </a:extLst>
            </p:cNvPr>
            <p:cNvSpPr/>
            <p:nvPr/>
          </p:nvSpPr>
          <p:spPr>
            <a:xfrm>
              <a:off x="235504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1">
              <a:extLst>
                <a:ext uri="{FF2B5EF4-FFF2-40B4-BE49-F238E27FC236}">
                  <a16:creationId xmlns:a16="http://schemas.microsoft.com/office/drawing/2014/main" id="{37FDFE09-6D24-B390-7B9A-E7ABDF135CF4}"/>
                </a:ext>
              </a:extLst>
            </p:cNvPr>
            <p:cNvSpPr/>
            <p:nvPr/>
          </p:nvSpPr>
          <p:spPr>
            <a:xfrm>
              <a:off x="236448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2">
              <a:extLst>
                <a:ext uri="{FF2B5EF4-FFF2-40B4-BE49-F238E27FC236}">
                  <a16:creationId xmlns:a16="http://schemas.microsoft.com/office/drawing/2014/main" id="{32908965-0BC3-CF76-AC8E-67BE2CAD1FB2}"/>
                </a:ext>
              </a:extLst>
            </p:cNvPr>
            <p:cNvSpPr/>
            <p:nvPr/>
          </p:nvSpPr>
          <p:spPr>
            <a:xfrm>
              <a:off x="237392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3">
              <a:extLst>
                <a:ext uri="{FF2B5EF4-FFF2-40B4-BE49-F238E27FC236}">
                  <a16:creationId xmlns:a16="http://schemas.microsoft.com/office/drawing/2014/main" id="{70AFA3C2-E4F6-CA3B-4CC5-440F7A715488}"/>
                </a:ext>
              </a:extLst>
            </p:cNvPr>
            <p:cNvSpPr/>
            <p:nvPr/>
          </p:nvSpPr>
          <p:spPr>
            <a:xfrm>
              <a:off x="238336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4">
              <a:extLst>
                <a:ext uri="{FF2B5EF4-FFF2-40B4-BE49-F238E27FC236}">
                  <a16:creationId xmlns:a16="http://schemas.microsoft.com/office/drawing/2014/main" id="{26622587-D797-C6AD-13BC-7DF869CB292F}"/>
                </a:ext>
              </a:extLst>
            </p:cNvPr>
            <p:cNvSpPr/>
            <p:nvPr/>
          </p:nvSpPr>
          <p:spPr>
            <a:xfrm>
              <a:off x="239280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5">
              <a:extLst>
                <a:ext uri="{FF2B5EF4-FFF2-40B4-BE49-F238E27FC236}">
                  <a16:creationId xmlns:a16="http://schemas.microsoft.com/office/drawing/2014/main" id="{EBDF8133-3945-2800-1777-6C119DD2AE6E}"/>
                </a:ext>
              </a:extLst>
            </p:cNvPr>
            <p:cNvSpPr/>
            <p:nvPr/>
          </p:nvSpPr>
          <p:spPr>
            <a:xfrm>
              <a:off x="240224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6">
              <a:extLst>
                <a:ext uri="{FF2B5EF4-FFF2-40B4-BE49-F238E27FC236}">
                  <a16:creationId xmlns:a16="http://schemas.microsoft.com/office/drawing/2014/main" id="{A3C1E434-D40D-291C-437B-7F0E23F5E033}"/>
                </a:ext>
              </a:extLst>
            </p:cNvPr>
            <p:cNvSpPr/>
            <p:nvPr/>
          </p:nvSpPr>
          <p:spPr>
            <a:xfrm>
              <a:off x="241168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7">
              <a:extLst>
                <a:ext uri="{FF2B5EF4-FFF2-40B4-BE49-F238E27FC236}">
                  <a16:creationId xmlns:a16="http://schemas.microsoft.com/office/drawing/2014/main" id="{5388EF8A-870F-05E7-5CB8-CF660B025407}"/>
                </a:ext>
              </a:extLst>
            </p:cNvPr>
            <p:cNvSpPr/>
            <p:nvPr/>
          </p:nvSpPr>
          <p:spPr>
            <a:xfrm>
              <a:off x="242112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8">
              <a:extLst>
                <a:ext uri="{FF2B5EF4-FFF2-40B4-BE49-F238E27FC236}">
                  <a16:creationId xmlns:a16="http://schemas.microsoft.com/office/drawing/2014/main" id="{94CC9DCC-0D98-E324-2B57-415342EE61D6}"/>
                </a:ext>
              </a:extLst>
            </p:cNvPr>
            <p:cNvSpPr/>
            <p:nvPr/>
          </p:nvSpPr>
          <p:spPr>
            <a:xfrm>
              <a:off x="243056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39">
              <a:extLst>
                <a:ext uri="{FF2B5EF4-FFF2-40B4-BE49-F238E27FC236}">
                  <a16:creationId xmlns:a16="http://schemas.microsoft.com/office/drawing/2014/main" id="{6867655D-970B-1217-093C-0DC2E2533BB0}"/>
                </a:ext>
              </a:extLst>
            </p:cNvPr>
            <p:cNvSpPr/>
            <p:nvPr/>
          </p:nvSpPr>
          <p:spPr>
            <a:xfrm>
              <a:off x="244000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0">
              <a:extLst>
                <a:ext uri="{FF2B5EF4-FFF2-40B4-BE49-F238E27FC236}">
                  <a16:creationId xmlns:a16="http://schemas.microsoft.com/office/drawing/2014/main" id="{E55A2A0D-BC6A-C7FF-4690-CC9122054232}"/>
                </a:ext>
              </a:extLst>
            </p:cNvPr>
            <p:cNvSpPr/>
            <p:nvPr/>
          </p:nvSpPr>
          <p:spPr>
            <a:xfrm>
              <a:off x="244944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1">
              <a:extLst>
                <a:ext uri="{FF2B5EF4-FFF2-40B4-BE49-F238E27FC236}">
                  <a16:creationId xmlns:a16="http://schemas.microsoft.com/office/drawing/2014/main" id="{FCCD891E-CFA1-9E45-6619-E4542D44C055}"/>
                </a:ext>
              </a:extLst>
            </p:cNvPr>
            <p:cNvSpPr/>
            <p:nvPr/>
          </p:nvSpPr>
          <p:spPr>
            <a:xfrm>
              <a:off x="2468330" y="160555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2">
              <a:extLst>
                <a:ext uri="{FF2B5EF4-FFF2-40B4-BE49-F238E27FC236}">
                  <a16:creationId xmlns:a16="http://schemas.microsoft.com/office/drawing/2014/main" id="{71571635-9171-87CE-97EF-E4B1D2428F5C}"/>
                </a:ext>
              </a:extLst>
            </p:cNvPr>
            <p:cNvSpPr/>
            <p:nvPr/>
          </p:nvSpPr>
          <p:spPr>
            <a:xfrm>
              <a:off x="2468330" y="1605559"/>
              <a:ext cx="918677" cy="914400"/>
            </a:xfrm>
            <a:custGeom>
              <a:avLst/>
              <a:gdLst/>
              <a:ahLst/>
              <a:cxnLst/>
              <a:rect l="0" t="0" r="0" b="0"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3">
              <a:extLst>
                <a:ext uri="{FF2B5EF4-FFF2-40B4-BE49-F238E27FC236}">
                  <a16:creationId xmlns:a16="http://schemas.microsoft.com/office/drawing/2014/main" id="{DAAF543A-6127-89F1-04B9-849BB72FF99E}"/>
                </a:ext>
              </a:extLst>
            </p:cNvPr>
            <p:cNvSpPr/>
            <p:nvPr/>
          </p:nvSpPr>
          <p:spPr>
            <a:xfrm>
              <a:off x="3138587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4">
              <a:extLst>
                <a:ext uri="{FF2B5EF4-FFF2-40B4-BE49-F238E27FC236}">
                  <a16:creationId xmlns:a16="http://schemas.microsoft.com/office/drawing/2014/main" id="{BD099ADB-B919-2ACA-369E-438B4923E739}"/>
                </a:ext>
              </a:extLst>
            </p:cNvPr>
            <p:cNvSpPr/>
            <p:nvPr/>
          </p:nvSpPr>
          <p:spPr>
            <a:xfrm>
              <a:off x="313858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5">
              <a:extLst>
                <a:ext uri="{FF2B5EF4-FFF2-40B4-BE49-F238E27FC236}">
                  <a16:creationId xmlns:a16="http://schemas.microsoft.com/office/drawing/2014/main" id="{0FBC1EE6-80E9-9505-7FA0-5596D0E053FC}"/>
                </a:ext>
              </a:extLst>
            </p:cNvPr>
            <p:cNvSpPr/>
            <p:nvPr/>
          </p:nvSpPr>
          <p:spPr>
            <a:xfrm>
              <a:off x="314802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6">
              <a:extLst>
                <a:ext uri="{FF2B5EF4-FFF2-40B4-BE49-F238E27FC236}">
                  <a16:creationId xmlns:a16="http://schemas.microsoft.com/office/drawing/2014/main" id="{9FE272D7-B011-AE2B-FC5B-CD8DF0FACA45}"/>
                </a:ext>
              </a:extLst>
            </p:cNvPr>
            <p:cNvSpPr/>
            <p:nvPr/>
          </p:nvSpPr>
          <p:spPr>
            <a:xfrm>
              <a:off x="315746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7">
              <a:extLst>
                <a:ext uri="{FF2B5EF4-FFF2-40B4-BE49-F238E27FC236}">
                  <a16:creationId xmlns:a16="http://schemas.microsoft.com/office/drawing/2014/main" id="{83BFED30-D966-18ED-441C-BC6E4F38C311}"/>
                </a:ext>
              </a:extLst>
            </p:cNvPr>
            <p:cNvSpPr/>
            <p:nvPr/>
          </p:nvSpPr>
          <p:spPr>
            <a:xfrm>
              <a:off x="316690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8">
              <a:extLst>
                <a:ext uri="{FF2B5EF4-FFF2-40B4-BE49-F238E27FC236}">
                  <a16:creationId xmlns:a16="http://schemas.microsoft.com/office/drawing/2014/main" id="{F93FC0E4-0A83-25CD-3D2A-291AA6E8DE2D}"/>
                </a:ext>
              </a:extLst>
            </p:cNvPr>
            <p:cNvSpPr/>
            <p:nvPr/>
          </p:nvSpPr>
          <p:spPr>
            <a:xfrm>
              <a:off x="317634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49">
              <a:extLst>
                <a:ext uri="{FF2B5EF4-FFF2-40B4-BE49-F238E27FC236}">
                  <a16:creationId xmlns:a16="http://schemas.microsoft.com/office/drawing/2014/main" id="{14EECC4A-43D3-4878-1CDD-71492416E5FF}"/>
                </a:ext>
              </a:extLst>
            </p:cNvPr>
            <p:cNvSpPr/>
            <p:nvPr/>
          </p:nvSpPr>
          <p:spPr>
            <a:xfrm>
              <a:off x="318578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0">
              <a:extLst>
                <a:ext uri="{FF2B5EF4-FFF2-40B4-BE49-F238E27FC236}">
                  <a16:creationId xmlns:a16="http://schemas.microsoft.com/office/drawing/2014/main" id="{94CB721E-B98E-9A9E-E34A-758A31957164}"/>
                </a:ext>
              </a:extLst>
            </p:cNvPr>
            <p:cNvSpPr/>
            <p:nvPr/>
          </p:nvSpPr>
          <p:spPr>
            <a:xfrm>
              <a:off x="319522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1">
              <a:extLst>
                <a:ext uri="{FF2B5EF4-FFF2-40B4-BE49-F238E27FC236}">
                  <a16:creationId xmlns:a16="http://schemas.microsoft.com/office/drawing/2014/main" id="{C00CDC8F-A1BC-76B1-CD5B-14AC83830006}"/>
                </a:ext>
              </a:extLst>
            </p:cNvPr>
            <p:cNvSpPr/>
            <p:nvPr/>
          </p:nvSpPr>
          <p:spPr>
            <a:xfrm>
              <a:off x="320466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2">
              <a:extLst>
                <a:ext uri="{FF2B5EF4-FFF2-40B4-BE49-F238E27FC236}">
                  <a16:creationId xmlns:a16="http://schemas.microsoft.com/office/drawing/2014/main" id="{8E4490B4-E57F-14B8-2959-A5BCDE705B35}"/>
                </a:ext>
              </a:extLst>
            </p:cNvPr>
            <p:cNvSpPr/>
            <p:nvPr/>
          </p:nvSpPr>
          <p:spPr>
            <a:xfrm>
              <a:off x="321410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3">
              <a:extLst>
                <a:ext uri="{FF2B5EF4-FFF2-40B4-BE49-F238E27FC236}">
                  <a16:creationId xmlns:a16="http://schemas.microsoft.com/office/drawing/2014/main" id="{4FEDA5DA-CFC6-C9F5-903A-48A3487251C5}"/>
                </a:ext>
              </a:extLst>
            </p:cNvPr>
            <p:cNvSpPr/>
            <p:nvPr/>
          </p:nvSpPr>
          <p:spPr>
            <a:xfrm>
              <a:off x="322354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4">
              <a:extLst>
                <a:ext uri="{FF2B5EF4-FFF2-40B4-BE49-F238E27FC236}">
                  <a16:creationId xmlns:a16="http://schemas.microsoft.com/office/drawing/2014/main" id="{85DC5679-C3C4-4E37-9B1E-D4C0F3981726}"/>
                </a:ext>
              </a:extLst>
            </p:cNvPr>
            <p:cNvSpPr/>
            <p:nvPr/>
          </p:nvSpPr>
          <p:spPr>
            <a:xfrm>
              <a:off x="323298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5">
              <a:extLst>
                <a:ext uri="{FF2B5EF4-FFF2-40B4-BE49-F238E27FC236}">
                  <a16:creationId xmlns:a16="http://schemas.microsoft.com/office/drawing/2014/main" id="{FC381403-AFBC-EA43-1F5A-7FDF56D83ADF}"/>
                </a:ext>
              </a:extLst>
            </p:cNvPr>
            <p:cNvSpPr/>
            <p:nvPr/>
          </p:nvSpPr>
          <p:spPr>
            <a:xfrm>
              <a:off x="324242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6">
              <a:extLst>
                <a:ext uri="{FF2B5EF4-FFF2-40B4-BE49-F238E27FC236}">
                  <a16:creationId xmlns:a16="http://schemas.microsoft.com/office/drawing/2014/main" id="{E81810C9-EAA6-A27E-E2C8-5E4F552AA317}"/>
                </a:ext>
              </a:extLst>
            </p:cNvPr>
            <p:cNvSpPr/>
            <p:nvPr/>
          </p:nvSpPr>
          <p:spPr>
            <a:xfrm>
              <a:off x="325187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7">
              <a:extLst>
                <a:ext uri="{FF2B5EF4-FFF2-40B4-BE49-F238E27FC236}">
                  <a16:creationId xmlns:a16="http://schemas.microsoft.com/office/drawing/2014/main" id="{08592E1D-C828-2076-D7F2-C006F1EB4445}"/>
                </a:ext>
              </a:extLst>
            </p:cNvPr>
            <p:cNvSpPr/>
            <p:nvPr/>
          </p:nvSpPr>
          <p:spPr>
            <a:xfrm>
              <a:off x="326131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8">
              <a:extLst>
                <a:ext uri="{FF2B5EF4-FFF2-40B4-BE49-F238E27FC236}">
                  <a16:creationId xmlns:a16="http://schemas.microsoft.com/office/drawing/2014/main" id="{D4C6F6E3-5BD8-68E4-24B5-574101DF1BC3}"/>
                </a:ext>
              </a:extLst>
            </p:cNvPr>
            <p:cNvSpPr/>
            <p:nvPr/>
          </p:nvSpPr>
          <p:spPr>
            <a:xfrm>
              <a:off x="327075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59">
              <a:extLst>
                <a:ext uri="{FF2B5EF4-FFF2-40B4-BE49-F238E27FC236}">
                  <a16:creationId xmlns:a16="http://schemas.microsoft.com/office/drawing/2014/main" id="{894D572E-397A-26A9-D708-8DF8F78541C4}"/>
                </a:ext>
              </a:extLst>
            </p:cNvPr>
            <p:cNvSpPr/>
            <p:nvPr/>
          </p:nvSpPr>
          <p:spPr>
            <a:xfrm>
              <a:off x="328019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0">
              <a:extLst>
                <a:ext uri="{FF2B5EF4-FFF2-40B4-BE49-F238E27FC236}">
                  <a16:creationId xmlns:a16="http://schemas.microsoft.com/office/drawing/2014/main" id="{CC0A6DFB-3D33-5C66-83C2-58C306C37C63}"/>
                </a:ext>
              </a:extLst>
            </p:cNvPr>
            <p:cNvSpPr/>
            <p:nvPr/>
          </p:nvSpPr>
          <p:spPr>
            <a:xfrm>
              <a:off x="328963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1">
              <a:extLst>
                <a:ext uri="{FF2B5EF4-FFF2-40B4-BE49-F238E27FC236}">
                  <a16:creationId xmlns:a16="http://schemas.microsoft.com/office/drawing/2014/main" id="{E8518A95-3CB2-F56C-DA43-BE11FBF01EEB}"/>
                </a:ext>
              </a:extLst>
            </p:cNvPr>
            <p:cNvSpPr/>
            <p:nvPr/>
          </p:nvSpPr>
          <p:spPr>
            <a:xfrm>
              <a:off x="329907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2">
              <a:extLst>
                <a:ext uri="{FF2B5EF4-FFF2-40B4-BE49-F238E27FC236}">
                  <a16:creationId xmlns:a16="http://schemas.microsoft.com/office/drawing/2014/main" id="{D1DFB5C0-3715-AE22-7025-1C0045E5AB02}"/>
                </a:ext>
              </a:extLst>
            </p:cNvPr>
            <p:cNvSpPr/>
            <p:nvPr/>
          </p:nvSpPr>
          <p:spPr>
            <a:xfrm>
              <a:off x="330851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3">
              <a:extLst>
                <a:ext uri="{FF2B5EF4-FFF2-40B4-BE49-F238E27FC236}">
                  <a16:creationId xmlns:a16="http://schemas.microsoft.com/office/drawing/2014/main" id="{5273D5C3-E753-FBAE-675C-E745CD6AA912}"/>
                </a:ext>
              </a:extLst>
            </p:cNvPr>
            <p:cNvSpPr/>
            <p:nvPr/>
          </p:nvSpPr>
          <p:spPr>
            <a:xfrm>
              <a:off x="331795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4">
              <a:extLst>
                <a:ext uri="{FF2B5EF4-FFF2-40B4-BE49-F238E27FC236}">
                  <a16:creationId xmlns:a16="http://schemas.microsoft.com/office/drawing/2014/main" id="{B3325166-5A26-F1D3-2A78-9A6A4796601E}"/>
                </a:ext>
              </a:extLst>
            </p:cNvPr>
            <p:cNvSpPr/>
            <p:nvPr/>
          </p:nvSpPr>
          <p:spPr>
            <a:xfrm>
              <a:off x="332739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5">
              <a:extLst>
                <a:ext uri="{FF2B5EF4-FFF2-40B4-BE49-F238E27FC236}">
                  <a16:creationId xmlns:a16="http://schemas.microsoft.com/office/drawing/2014/main" id="{F53AE585-8FFC-2310-121E-8BABF6B7EED2}"/>
                </a:ext>
              </a:extLst>
            </p:cNvPr>
            <p:cNvSpPr/>
            <p:nvPr/>
          </p:nvSpPr>
          <p:spPr>
            <a:xfrm>
              <a:off x="333683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6">
              <a:extLst>
                <a:ext uri="{FF2B5EF4-FFF2-40B4-BE49-F238E27FC236}">
                  <a16:creationId xmlns:a16="http://schemas.microsoft.com/office/drawing/2014/main" id="{59DCFBC6-19E1-8F5F-A958-9E35D79F529C}"/>
                </a:ext>
              </a:extLst>
            </p:cNvPr>
            <p:cNvSpPr/>
            <p:nvPr/>
          </p:nvSpPr>
          <p:spPr>
            <a:xfrm>
              <a:off x="334627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7">
              <a:extLst>
                <a:ext uri="{FF2B5EF4-FFF2-40B4-BE49-F238E27FC236}">
                  <a16:creationId xmlns:a16="http://schemas.microsoft.com/office/drawing/2014/main" id="{8A77F4AF-0B6A-45FC-E930-82B75C19D517}"/>
                </a:ext>
              </a:extLst>
            </p:cNvPr>
            <p:cNvSpPr/>
            <p:nvPr/>
          </p:nvSpPr>
          <p:spPr>
            <a:xfrm>
              <a:off x="335571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8">
              <a:extLst>
                <a:ext uri="{FF2B5EF4-FFF2-40B4-BE49-F238E27FC236}">
                  <a16:creationId xmlns:a16="http://schemas.microsoft.com/office/drawing/2014/main" id="{19B07984-2094-6074-B043-34BE31E56AF5}"/>
                </a:ext>
              </a:extLst>
            </p:cNvPr>
            <p:cNvSpPr/>
            <p:nvPr/>
          </p:nvSpPr>
          <p:spPr>
            <a:xfrm>
              <a:off x="336515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69">
              <a:extLst>
                <a:ext uri="{FF2B5EF4-FFF2-40B4-BE49-F238E27FC236}">
                  <a16:creationId xmlns:a16="http://schemas.microsoft.com/office/drawing/2014/main" id="{E1C7BD3C-D0FD-17AE-03BD-03B53F1241B6}"/>
                </a:ext>
              </a:extLst>
            </p:cNvPr>
            <p:cNvSpPr/>
            <p:nvPr/>
          </p:nvSpPr>
          <p:spPr>
            <a:xfrm>
              <a:off x="337459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0">
              <a:extLst>
                <a:ext uri="{FF2B5EF4-FFF2-40B4-BE49-F238E27FC236}">
                  <a16:creationId xmlns:a16="http://schemas.microsoft.com/office/drawing/2014/main" id="{6576BF96-2665-5E13-B647-356B18CCC85F}"/>
                </a:ext>
              </a:extLst>
            </p:cNvPr>
            <p:cNvSpPr/>
            <p:nvPr/>
          </p:nvSpPr>
          <p:spPr>
            <a:xfrm>
              <a:off x="338403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1">
              <a:extLst>
                <a:ext uri="{FF2B5EF4-FFF2-40B4-BE49-F238E27FC236}">
                  <a16:creationId xmlns:a16="http://schemas.microsoft.com/office/drawing/2014/main" id="{5556BEC7-7A6E-D77C-2499-669B99183772}"/>
                </a:ext>
              </a:extLst>
            </p:cNvPr>
            <p:cNvSpPr/>
            <p:nvPr/>
          </p:nvSpPr>
          <p:spPr>
            <a:xfrm>
              <a:off x="339347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2">
              <a:extLst>
                <a:ext uri="{FF2B5EF4-FFF2-40B4-BE49-F238E27FC236}">
                  <a16:creationId xmlns:a16="http://schemas.microsoft.com/office/drawing/2014/main" id="{A3AC70E5-B74E-F8E5-4DA2-9C8CAFB6665B}"/>
                </a:ext>
              </a:extLst>
            </p:cNvPr>
            <p:cNvSpPr/>
            <p:nvPr/>
          </p:nvSpPr>
          <p:spPr>
            <a:xfrm>
              <a:off x="340291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3">
              <a:extLst>
                <a:ext uri="{FF2B5EF4-FFF2-40B4-BE49-F238E27FC236}">
                  <a16:creationId xmlns:a16="http://schemas.microsoft.com/office/drawing/2014/main" id="{5DC90810-7630-4D8A-0804-9EA44E75755C}"/>
                </a:ext>
              </a:extLst>
            </p:cNvPr>
            <p:cNvSpPr/>
            <p:nvPr/>
          </p:nvSpPr>
          <p:spPr>
            <a:xfrm>
              <a:off x="341235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4">
              <a:extLst>
                <a:ext uri="{FF2B5EF4-FFF2-40B4-BE49-F238E27FC236}">
                  <a16:creationId xmlns:a16="http://schemas.microsoft.com/office/drawing/2014/main" id="{95AA1D1D-B755-65E3-339E-AF0EF9C8FBE3}"/>
                </a:ext>
              </a:extLst>
            </p:cNvPr>
            <p:cNvSpPr/>
            <p:nvPr/>
          </p:nvSpPr>
          <p:spPr>
            <a:xfrm>
              <a:off x="342179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5">
              <a:extLst>
                <a:ext uri="{FF2B5EF4-FFF2-40B4-BE49-F238E27FC236}">
                  <a16:creationId xmlns:a16="http://schemas.microsoft.com/office/drawing/2014/main" id="{65F85163-E780-D44C-F210-5F715BAD693D}"/>
                </a:ext>
              </a:extLst>
            </p:cNvPr>
            <p:cNvSpPr/>
            <p:nvPr/>
          </p:nvSpPr>
          <p:spPr>
            <a:xfrm>
              <a:off x="343123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6">
              <a:extLst>
                <a:ext uri="{FF2B5EF4-FFF2-40B4-BE49-F238E27FC236}">
                  <a16:creationId xmlns:a16="http://schemas.microsoft.com/office/drawing/2014/main" id="{46BE72F6-105C-702E-DC2A-41E0D8926365}"/>
                </a:ext>
              </a:extLst>
            </p:cNvPr>
            <p:cNvSpPr/>
            <p:nvPr/>
          </p:nvSpPr>
          <p:spPr>
            <a:xfrm>
              <a:off x="344067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7">
              <a:extLst>
                <a:ext uri="{FF2B5EF4-FFF2-40B4-BE49-F238E27FC236}">
                  <a16:creationId xmlns:a16="http://schemas.microsoft.com/office/drawing/2014/main" id="{C1BA1BE2-7A0C-C05C-FACB-70F02A3FAEA0}"/>
                </a:ext>
              </a:extLst>
            </p:cNvPr>
            <p:cNvSpPr/>
            <p:nvPr/>
          </p:nvSpPr>
          <p:spPr>
            <a:xfrm>
              <a:off x="345011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8">
              <a:extLst>
                <a:ext uri="{FF2B5EF4-FFF2-40B4-BE49-F238E27FC236}">
                  <a16:creationId xmlns:a16="http://schemas.microsoft.com/office/drawing/2014/main" id="{C4AA55FE-371C-0E1C-200E-F3F1FA898A9C}"/>
                </a:ext>
              </a:extLst>
            </p:cNvPr>
            <p:cNvSpPr/>
            <p:nvPr/>
          </p:nvSpPr>
          <p:spPr>
            <a:xfrm>
              <a:off x="345955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79">
              <a:extLst>
                <a:ext uri="{FF2B5EF4-FFF2-40B4-BE49-F238E27FC236}">
                  <a16:creationId xmlns:a16="http://schemas.microsoft.com/office/drawing/2014/main" id="{FD1DC418-9045-B95A-5B29-69A719B3246A}"/>
                </a:ext>
              </a:extLst>
            </p:cNvPr>
            <p:cNvSpPr/>
            <p:nvPr/>
          </p:nvSpPr>
          <p:spPr>
            <a:xfrm>
              <a:off x="346899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0">
              <a:extLst>
                <a:ext uri="{FF2B5EF4-FFF2-40B4-BE49-F238E27FC236}">
                  <a16:creationId xmlns:a16="http://schemas.microsoft.com/office/drawing/2014/main" id="{AB2FA6B3-8281-2229-0A54-A8F1FA4BAC9D}"/>
                </a:ext>
              </a:extLst>
            </p:cNvPr>
            <p:cNvSpPr/>
            <p:nvPr/>
          </p:nvSpPr>
          <p:spPr>
            <a:xfrm>
              <a:off x="347843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1">
              <a:extLst>
                <a:ext uri="{FF2B5EF4-FFF2-40B4-BE49-F238E27FC236}">
                  <a16:creationId xmlns:a16="http://schemas.microsoft.com/office/drawing/2014/main" id="{091C720E-F9E3-25F0-2F73-4A82CDE166E9}"/>
                </a:ext>
              </a:extLst>
            </p:cNvPr>
            <p:cNvSpPr/>
            <p:nvPr/>
          </p:nvSpPr>
          <p:spPr>
            <a:xfrm>
              <a:off x="348787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2">
              <a:extLst>
                <a:ext uri="{FF2B5EF4-FFF2-40B4-BE49-F238E27FC236}">
                  <a16:creationId xmlns:a16="http://schemas.microsoft.com/office/drawing/2014/main" id="{E65DE744-FDE6-BCDA-590F-4DB8670F38BB}"/>
                </a:ext>
              </a:extLst>
            </p:cNvPr>
            <p:cNvSpPr/>
            <p:nvPr/>
          </p:nvSpPr>
          <p:spPr>
            <a:xfrm>
              <a:off x="349731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3">
              <a:extLst>
                <a:ext uri="{FF2B5EF4-FFF2-40B4-BE49-F238E27FC236}">
                  <a16:creationId xmlns:a16="http://schemas.microsoft.com/office/drawing/2014/main" id="{4414D0A7-875F-CE4C-9B6A-F171E50E1AAC}"/>
                </a:ext>
              </a:extLst>
            </p:cNvPr>
            <p:cNvSpPr/>
            <p:nvPr/>
          </p:nvSpPr>
          <p:spPr>
            <a:xfrm>
              <a:off x="350675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4">
              <a:extLst>
                <a:ext uri="{FF2B5EF4-FFF2-40B4-BE49-F238E27FC236}">
                  <a16:creationId xmlns:a16="http://schemas.microsoft.com/office/drawing/2014/main" id="{FDA3EA8B-9457-3328-3C6C-4111DBE8A1E7}"/>
                </a:ext>
              </a:extLst>
            </p:cNvPr>
            <p:cNvSpPr/>
            <p:nvPr/>
          </p:nvSpPr>
          <p:spPr>
            <a:xfrm>
              <a:off x="351619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5">
              <a:extLst>
                <a:ext uri="{FF2B5EF4-FFF2-40B4-BE49-F238E27FC236}">
                  <a16:creationId xmlns:a16="http://schemas.microsoft.com/office/drawing/2014/main" id="{45734CF1-8AD5-496C-C20F-8BDF33456C0C}"/>
                </a:ext>
              </a:extLst>
            </p:cNvPr>
            <p:cNvSpPr/>
            <p:nvPr/>
          </p:nvSpPr>
          <p:spPr>
            <a:xfrm>
              <a:off x="352563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6">
              <a:extLst>
                <a:ext uri="{FF2B5EF4-FFF2-40B4-BE49-F238E27FC236}">
                  <a16:creationId xmlns:a16="http://schemas.microsoft.com/office/drawing/2014/main" id="{75670248-0E6B-91D3-522F-14671FBFD762}"/>
                </a:ext>
              </a:extLst>
            </p:cNvPr>
            <p:cNvSpPr/>
            <p:nvPr/>
          </p:nvSpPr>
          <p:spPr>
            <a:xfrm>
              <a:off x="353507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7">
              <a:extLst>
                <a:ext uri="{FF2B5EF4-FFF2-40B4-BE49-F238E27FC236}">
                  <a16:creationId xmlns:a16="http://schemas.microsoft.com/office/drawing/2014/main" id="{E4AE8503-A5A8-3766-622D-BECAFE2CF5D5}"/>
                </a:ext>
              </a:extLst>
            </p:cNvPr>
            <p:cNvSpPr/>
            <p:nvPr/>
          </p:nvSpPr>
          <p:spPr>
            <a:xfrm>
              <a:off x="3544517" y="160555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8">
              <a:extLst>
                <a:ext uri="{FF2B5EF4-FFF2-40B4-BE49-F238E27FC236}">
                  <a16:creationId xmlns:a16="http://schemas.microsoft.com/office/drawing/2014/main" id="{131F1D7C-AF6C-E451-5FFB-F27267DD4644}"/>
                </a:ext>
              </a:extLst>
            </p:cNvPr>
            <p:cNvSpPr/>
            <p:nvPr/>
          </p:nvSpPr>
          <p:spPr>
            <a:xfrm>
              <a:off x="3553957" y="1587989"/>
              <a:ext cx="923840" cy="927553"/>
            </a:xfrm>
            <a:custGeom>
              <a:avLst/>
              <a:gdLst/>
              <a:ahLst/>
              <a:cxnLst/>
              <a:rect l="0" t="0" r="0" b="0"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89">
              <a:extLst>
                <a:ext uri="{FF2B5EF4-FFF2-40B4-BE49-F238E27FC236}">
                  <a16:creationId xmlns:a16="http://schemas.microsoft.com/office/drawing/2014/main" id="{222DC16F-A6F9-FEED-E9C4-87259CE0165B}"/>
                </a:ext>
              </a:extLst>
            </p:cNvPr>
            <p:cNvSpPr/>
            <p:nvPr/>
          </p:nvSpPr>
          <p:spPr>
            <a:xfrm>
              <a:off x="3563398" y="1587989"/>
              <a:ext cx="923840" cy="924715"/>
            </a:xfrm>
            <a:custGeom>
              <a:avLst/>
              <a:gdLst/>
              <a:ahLst/>
              <a:cxnLst/>
              <a:rect l="0" t="0" r="0" b="0"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0">
              <a:extLst>
                <a:ext uri="{FF2B5EF4-FFF2-40B4-BE49-F238E27FC236}">
                  <a16:creationId xmlns:a16="http://schemas.microsoft.com/office/drawing/2014/main" id="{9D898EE3-BD7C-8820-6EB9-1929B558F243}"/>
                </a:ext>
              </a:extLst>
            </p:cNvPr>
            <p:cNvSpPr/>
            <p:nvPr/>
          </p:nvSpPr>
          <p:spPr>
            <a:xfrm>
              <a:off x="3572838" y="1587989"/>
              <a:ext cx="923840" cy="920265"/>
            </a:xfrm>
            <a:custGeom>
              <a:avLst/>
              <a:gdLst/>
              <a:ahLst/>
              <a:cxnLst/>
              <a:rect l="0" t="0" r="0" b="0"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1">
              <a:extLst>
                <a:ext uri="{FF2B5EF4-FFF2-40B4-BE49-F238E27FC236}">
                  <a16:creationId xmlns:a16="http://schemas.microsoft.com/office/drawing/2014/main" id="{03A2A898-10E9-70F9-0159-824A35639C02}"/>
                </a:ext>
              </a:extLst>
            </p:cNvPr>
            <p:cNvSpPr/>
            <p:nvPr/>
          </p:nvSpPr>
          <p:spPr>
            <a:xfrm>
              <a:off x="3582278" y="1587989"/>
              <a:ext cx="914779" cy="914633"/>
            </a:xfrm>
            <a:custGeom>
              <a:avLst/>
              <a:gdLst/>
              <a:ahLst/>
              <a:cxnLst/>
              <a:rect l="0" t="0" r="0" b="0"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2">
              <a:extLst>
                <a:ext uri="{FF2B5EF4-FFF2-40B4-BE49-F238E27FC236}">
                  <a16:creationId xmlns:a16="http://schemas.microsoft.com/office/drawing/2014/main" id="{A4B6EFCC-FA6A-A2FA-3E69-D016F71158B9}"/>
                </a:ext>
              </a:extLst>
            </p:cNvPr>
            <p:cNvSpPr/>
            <p:nvPr/>
          </p:nvSpPr>
          <p:spPr>
            <a:xfrm>
              <a:off x="2185123" y="15879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3">
              <a:extLst>
                <a:ext uri="{FF2B5EF4-FFF2-40B4-BE49-F238E27FC236}">
                  <a16:creationId xmlns:a16="http://schemas.microsoft.com/office/drawing/2014/main" id="{02A0ADBE-BA62-9651-A7A9-845033C2D0D0}"/>
                </a:ext>
              </a:extLst>
            </p:cNvPr>
            <p:cNvSpPr/>
            <p:nvPr/>
          </p:nvSpPr>
          <p:spPr>
            <a:xfrm>
              <a:off x="2194563" y="157041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4">
              <a:extLst>
                <a:ext uri="{FF2B5EF4-FFF2-40B4-BE49-F238E27FC236}">
                  <a16:creationId xmlns:a16="http://schemas.microsoft.com/office/drawing/2014/main" id="{38F266FC-4E4A-9E49-8B8B-5F63B27E2FA7}"/>
                </a:ext>
              </a:extLst>
            </p:cNvPr>
            <p:cNvSpPr/>
            <p:nvPr/>
          </p:nvSpPr>
          <p:spPr>
            <a:xfrm>
              <a:off x="219456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5">
              <a:extLst>
                <a:ext uri="{FF2B5EF4-FFF2-40B4-BE49-F238E27FC236}">
                  <a16:creationId xmlns:a16="http://schemas.microsoft.com/office/drawing/2014/main" id="{4A1AE37A-616D-6E2F-12F6-3A799225731B}"/>
                </a:ext>
              </a:extLst>
            </p:cNvPr>
            <p:cNvSpPr/>
            <p:nvPr/>
          </p:nvSpPr>
          <p:spPr>
            <a:xfrm>
              <a:off x="220400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6">
              <a:extLst>
                <a:ext uri="{FF2B5EF4-FFF2-40B4-BE49-F238E27FC236}">
                  <a16:creationId xmlns:a16="http://schemas.microsoft.com/office/drawing/2014/main" id="{62E60C59-DD0F-83EB-38F2-B054509AD903}"/>
                </a:ext>
              </a:extLst>
            </p:cNvPr>
            <p:cNvSpPr/>
            <p:nvPr/>
          </p:nvSpPr>
          <p:spPr>
            <a:xfrm>
              <a:off x="221344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7">
              <a:extLst>
                <a:ext uri="{FF2B5EF4-FFF2-40B4-BE49-F238E27FC236}">
                  <a16:creationId xmlns:a16="http://schemas.microsoft.com/office/drawing/2014/main" id="{38946A2B-0EF5-84A0-C904-92F2DA28AA2C}"/>
                </a:ext>
              </a:extLst>
            </p:cNvPr>
            <p:cNvSpPr/>
            <p:nvPr/>
          </p:nvSpPr>
          <p:spPr>
            <a:xfrm>
              <a:off x="222288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8">
              <a:extLst>
                <a:ext uri="{FF2B5EF4-FFF2-40B4-BE49-F238E27FC236}">
                  <a16:creationId xmlns:a16="http://schemas.microsoft.com/office/drawing/2014/main" id="{1A59F63E-42B8-22E3-B7D8-67509A52396B}"/>
                </a:ext>
              </a:extLst>
            </p:cNvPr>
            <p:cNvSpPr/>
            <p:nvPr/>
          </p:nvSpPr>
          <p:spPr>
            <a:xfrm>
              <a:off x="223232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099">
              <a:extLst>
                <a:ext uri="{FF2B5EF4-FFF2-40B4-BE49-F238E27FC236}">
                  <a16:creationId xmlns:a16="http://schemas.microsoft.com/office/drawing/2014/main" id="{58CC4023-C127-34B8-C8ED-24FF152386EB}"/>
                </a:ext>
              </a:extLst>
            </p:cNvPr>
            <p:cNvSpPr/>
            <p:nvPr/>
          </p:nvSpPr>
          <p:spPr>
            <a:xfrm>
              <a:off x="224176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0">
              <a:extLst>
                <a:ext uri="{FF2B5EF4-FFF2-40B4-BE49-F238E27FC236}">
                  <a16:creationId xmlns:a16="http://schemas.microsoft.com/office/drawing/2014/main" id="{D4ADE835-8D4E-7A45-4EC4-E165864AB133}"/>
                </a:ext>
              </a:extLst>
            </p:cNvPr>
            <p:cNvSpPr/>
            <p:nvPr/>
          </p:nvSpPr>
          <p:spPr>
            <a:xfrm>
              <a:off x="225120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1">
              <a:extLst>
                <a:ext uri="{FF2B5EF4-FFF2-40B4-BE49-F238E27FC236}">
                  <a16:creationId xmlns:a16="http://schemas.microsoft.com/office/drawing/2014/main" id="{5E306C59-E89F-1C2A-7825-D70FFF14A6CC}"/>
                </a:ext>
              </a:extLst>
            </p:cNvPr>
            <p:cNvSpPr/>
            <p:nvPr/>
          </p:nvSpPr>
          <p:spPr>
            <a:xfrm>
              <a:off x="226064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2">
              <a:extLst>
                <a:ext uri="{FF2B5EF4-FFF2-40B4-BE49-F238E27FC236}">
                  <a16:creationId xmlns:a16="http://schemas.microsoft.com/office/drawing/2014/main" id="{045C34AA-F5BC-4171-15D1-704DAAF72055}"/>
                </a:ext>
              </a:extLst>
            </p:cNvPr>
            <p:cNvSpPr/>
            <p:nvPr/>
          </p:nvSpPr>
          <p:spPr>
            <a:xfrm>
              <a:off x="227008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3">
              <a:extLst>
                <a:ext uri="{FF2B5EF4-FFF2-40B4-BE49-F238E27FC236}">
                  <a16:creationId xmlns:a16="http://schemas.microsoft.com/office/drawing/2014/main" id="{407C092C-EA12-ADE1-40B5-4F8C0741E0F8}"/>
                </a:ext>
              </a:extLst>
            </p:cNvPr>
            <p:cNvSpPr/>
            <p:nvPr/>
          </p:nvSpPr>
          <p:spPr>
            <a:xfrm>
              <a:off x="227952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4">
              <a:extLst>
                <a:ext uri="{FF2B5EF4-FFF2-40B4-BE49-F238E27FC236}">
                  <a16:creationId xmlns:a16="http://schemas.microsoft.com/office/drawing/2014/main" id="{5FB2D996-70F8-2B5E-0DA0-A56C930DF147}"/>
                </a:ext>
              </a:extLst>
            </p:cNvPr>
            <p:cNvSpPr/>
            <p:nvPr/>
          </p:nvSpPr>
          <p:spPr>
            <a:xfrm>
              <a:off x="228896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5">
              <a:extLst>
                <a:ext uri="{FF2B5EF4-FFF2-40B4-BE49-F238E27FC236}">
                  <a16:creationId xmlns:a16="http://schemas.microsoft.com/office/drawing/2014/main" id="{C7056740-3E6C-1B81-43D2-99B1C3E6ABBB}"/>
                </a:ext>
              </a:extLst>
            </p:cNvPr>
            <p:cNvSpPr/>
            <p:nvPr/>
          </p:nvSpPr>
          <p:spPr>
            <a:xfrm>
              <a:off x="229840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6">
              <a:extLst>
                <a:ext uri="{FF2B5EF4-FFF2-40B4-BE49-F238E27FC236}">
                  <a16:creationId xmlns:a16="http://schemas.microsoft.com/office/drawing/2014/main" id="{195057CA-B483-B750-BE59-8AEAF0C675B8}"/>
                </a:ext>
              </a:extLst>
            </p:cNvPr>
            <p:cNvSpPr/>
            <p:nvPr/>
          </p:nvSpPr>
          <p:spPr>
            <a:xfrm>
              <a:off x="230784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7">
              <a:extLst>
                <a:ext uri="{FF2B5EF4-FFF2-40B4-BE49-F238E27FC236}">
                  <a16:creationId xmlns:a16="http://schemas.microsoft.com/office/drawing/2014/main" id="{373087D7-FBC7-FBC6-3E05-4C30693275D3}"/>
                </a:ext>
              </a:extLst>
            </p:cNvPr>
            <p:cNvSpPr/>
            <p:nvPr/>
          </p:nvSpPr>
          <p:spPr>
            <a:xfrm>
              <a:off x="231728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8">
              <a:extLst>
                <a:ext uri="{FF2B5EF4-FFF2-40B4-BE49-F238E27FC236}">
                  <a16:creationId xmlns:a16="http://schemas.microsoft.com/office/drawing/2014/main" id="{B5FBC312-A4A4-6B89-6779-5A0EF2CD6AC9}"/>
                </a:ext>
              </a:extLst>
            </p:cNvPr>
            <p:cNvSpPr/>
            <p:nvPr/>
          </p:nvSpPr>
          <p:spPr>
            <a:xfrm>
              <a:off x="232672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09">
              <a:extLst>
                <a:ext uri="{FF2B5EF4-FFF2-40B4-BE49-F238E27FC236}">
                  <a16:creationId xmlns:a16="http://schemas.microsoft.com/office/drawing/2014/main" id="{F7EC048F-3938-6D32-F99A-CDBB714C7810}"/>
                </a:ext>
              </a:extLst>
            </p:cNvPr>
            <p:cNvSpPr/>
            <p:nvPr/>
          </p:nvSpPr>
          <p:spPr>
            <a:xfrm>
              <a:off x="233616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0">
              <a:extLst>
                <a:ext uri="{FF2B5EF4-FFF2-40B4-BE49-F238E27FC236}">
                  <a16:creationId xmlns:a16="http://schemas.microsoft.com/office/drawing/2014/main" id="{9E3A7D82-76DE-F420-A70D-D6AAC3BCBD6F}"/>
                </a:ext>
              </a:extLst>
            </p:cNvPr>
            <p:cNvSpPr/>
            <p:nvPr/>
          </p:nvSpPr>
          <p:spPr>
            <a:xfrm>
              <a:off x="234560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1">
              <a:extLst>
                <a:ext uri="{FF2B5EF4-FFF2-40B4-BE49-F238E27FC236}">
                  <a16:creationId xmlns:a16="http://schemas.microsoft.com/office/drawing/2014/main" id="{F6E7E43A-F5BD-C58C-A702-B6FD9ACF1996}"/>
                </a:ext>
              </a:extLst>
            </p:cNvPr>
            <p:cNvSpPr/>
            <p:nvPr/>
          </p:nvSpPr>
          <p:spPr>
            <a:xfrm>
              <a:off x="235504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2">
              <a:extLst>
                <a:ext uri="{FF2B5EF4-FFF2-40B4-BE49-F238E27FC236}">
                  <a16:creationId xmlns:a16="http://schemas.microsoft.com/office/drawing/2014/main" id="{CB709594-3BF8-93AE-C8D1-9C47AFD98DCA}"/>
                </a:ext>
              </a:extLst>
            </p:cNvPr>
            <p:cNvSpPr/>
            <p:nvPr/>
          </p:nvSpPr>
          <p:spPr>
            <a:xfrm>
              <a:off x="236448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3">
              <a:extLst>
                <a:ext uri="{FF2B5EF4-FFF2-40B4-BE49-F238E27FC236}">
                  <a16:creationId xmlns:a16="http://schemas.microsoft.com/office/drawing/2014/main" id="{63BD2A86-1EE3-BD9E-4A8F-0B15967D8577}"/>
                </a:ext>
              </a:extLst>
            </p:cNvPr>
            <p:cNvSpPr/>
            <p:nvPr/>
          </p:nvSpPr>
          <p:spPr>
            <a:xfrm>
              <a:off x="237392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4">
              <a:extLst>
                <a:ext uri="{FF2B5EF4-FFF2-40B4-BE49-F238E27FC236}">
                  <a16:creationId xmlns:a16="http://schemas.microsoft.com/office/drawing/2014/main" id="{688E58C6-6BE1-4522-3B67-22B6F3FD710E}"/>
                </a:ext>
              </a:extLst>
            </p:cNvPr>
            <p:cNvSpPr/>
            <p:nvPr/>
          </p:nvSpPr>
          <p:spPr>
            <a:xfrm>
              <a:off x="238336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5">
              <a:extLst>
                <a:ext uri="{FF2B5EF4-FFF2-40B4-BE49-F238E27FC236}">
                  <a16:creationId xmlns:a16="http://schemas.microsoft.com/office/drawing/2014/main" id="{6E854273-6AFB-A46C-D9F4-B9DF7E514791}"/>
                </a:ext>
              </a:extLst>
            </p:cNvPr>
            <p:cNvSpPr/>
            <p:nvPr/>
          </p:nvSpPr>
          <p:spPr>
            <a:xfrm>
              <a:off x="239280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6">
              <a:extLst>
                <a:ext uri="{FF2B5EF4-FFF2-40B4-BE49-F238E27FC236}">
                  <a16:creationId xmlns:a16="http://schemas.microsoft.com/office/drawing/2014/main" id="{FAB5B1FF-0F27-6442-D473-9DC022676699}"/>
                </a:ext>
              </a:extLst>
            </p:cNvPr>
            <p:cNvSpPr/>
            <p:nvPr/>
          </p:nvSpPr>
          <p:spPr>
            <a:xfrm>
              <a:off x="240224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7">
              <a:extLst>
                <a:ext uri="{FF2B5EF4-FFF2-40B4-BE49-F238E27FC236}">
                  <a16:creationId xmlns:a16="http://schemas.microsoft.com/office/drawing/2014/main" id="{C0AAF150-B4E3-3CB7-A2DA-A2ED2C5359AF}"/>
                </a:ext>
              </a:extLst>
            </p:cNvPr>
            <p:cNvSpPr/>
            <p:nvPr/>
          </p:nvSpPr>
          <p:spPr>
            <a:xfrm>
              <a:off x="241168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8">
              <a:extLst>
                <a:ext uri="{FF2B5EF4-FFF2-40B4-BE49-F238E27FC236}">
                  <a16:creationId xmlns:a16="http://schemas.microsoft.com/office/drawing/2014/main" id="{B8A87845-1739-603C-0398-C871F24E25AF}"/>
                </a:ext>
              </a:extLst>
            </p:cNvPr>
            <p:cNvSpPr/>
            <p:nvPr/>
          </p:nvSpPr>
          <p:spPr>
            <a:xfrm>
              <a:off x="242112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19">
              <a:extLst>
                <a:ext uri="{FF2B5EF4-FFF2-40B4-BE49-F238E27FC236}">
                  <a16:creationId xmlns:a16="http://schemas.microsoft.com/office/drawing/2014/main" id="{F523DE9C-7AA4-BB7C-61A8-53B170F6B276}"/>
                </a:ext>
              </a:extLst>
            </p:cNvPr>
            <p:cNvSpPr/>
            <p:nvPr/>
          </p:nvSpPr>
          <p:spPr>
            <a:xfrm>
              <a:off x="243056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0">
              <a:extLst>
                <a:ext uri="{FF2B5EF4-FFF2-40B4-BE49-F238E27FC236}">
                  <a16:creationId xmlns:a16="http://schemas.microsoft.com/office/drawing/2014/main" id="{BE8E1243-45A3-11F4-D87A-387F3D0306D5}"/>
                </a:ext>
              </a:extLst>
            </p:cNvPr>
            <p:cNvSpPr/>
            <p:nvPr/>
          </p:nvSpPr>
          <p:spPr>
            <a:xfrm>
              <a:off x="244000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1">
              <a:extLst>
                <a:ext uri="{FF2B5EF4-FFF2-40B4-BE49-F238E27FC236}">
                  <a16:creationId xmlns:a16="http://schemas.microsoft.com/office/drawing/2014/main" id="{20A8C0D7-7010-387C-B6E5-F812A299B0DA}"/>
                </a:ext>
              </a:extLst>
            </p:cNvPr>
            <p:cNvSpPr/>
            <p:nvPr/>
          </p:nvSpPr>
          <p:spPr>
            <a:xfrm>
              <a:off x="2458890" y="15879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400" y="905076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2">
              <a:extLst>
                <a:ext uri="{FF2B5EF4-FFF2-40B4-BE49-F238E27FC236}">
                  <a16:creationId xmlns:a16="http://schemas.microsoft.com/office/drawing/2014/main" id="{B550B31C-233E-BF6F-C419-06F95051E060}"/>
                </a:ext>
              </a:extLst>
            </p:cNvPr>
            <p:cNvSpPr/>
            <p:nvPr/>
          </p:nvSpPr>
          <p:spPr>
            <a:xfrm>
              <a:off x="2458890" y="1587989"/>
              <a:ext cx="919709" cy="914400"/>
            </a:xfrm>
            <a:custGeom>
              <a:avLst/>
              <a:gdLst/>
              <a:ahLst/>
              <a:cxnLst/>
              <a:rect l="0" t="0" r="0" b="0"/>
              <a:pathLst>
                <a:path w="919709" h="914400">
                  <a:moveTo>
                    <a:pt x="914400" y="914400"/>
                  </a:moveTo>
                  <a:lnTo>
                    <a:pt x="914400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3">
              <a:extLst>
                <a:ext uri="{FF2B5EF4-FFF2-40B4-BE49-F238E27FC236}">
                  <a16:creationId xmlns:a16="http://schemas.microsoft.com/office/drawing/2014/main" id="{7FFF0886-8E13-B741-DCF8-D1104F61C421}"/>
                </a:ext>
              </a:extLst>
            </p:cNvPr>
            <p:cNvSpPr/>
            <p:nvPr/>
          </p:nvSpPr>
          <p:spPr>
            <a:xfrm>
              <a:off x="3129147" y="1570419"/>
              <a:ext cx="914400" cy="919298"/>
            </a:xfrm>
            <a:custGeom>
              <a:avLst/>
              <a:gdLst/>
              <a:ahLst/>
              <a:cxnLst/>
              <a:rect l="0" t="0" r="0" b="0"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4">
              <a:extLst>
                <a:ext uri="{FF2B5EF4-FFF2-40B4-BE49-F238E27FC236}">
                  <a16:creationId xmlns:a16="http://schemas.microsoft.com/office/drawing/2014/main" id="{2D36FDD1-928A-FDB8-0232-5278CB36010A}"/>
                </a:ext>
              </a:extLst>
            </p:cNvPr>
            <p:cNvSpPr/>
            <p:nvPr/>
          </p:nvSpPr>
          <p:spPr>
            <a:xfrm>
              <a:off x="312914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5">
              <a:extLst>
                <a:ext uri="{FF2B5EF4-FFF2-40B4-BE49-F238E27FC236}">
                  <a16:creationId xmlns:a16="http://schemas.microsoft.com/office/drawing/2014/main" id="{FD3510A4-7BFB-EFEF-C965-396EC24347DA}"/>
                </a:ext>
              </a:extLst>
            </p:cNvPr>
            <p:cNvSpPr/>
            <p:nvPr/>
          </p:nvSpPr>
          <p:spPr>
            <a:xfrm>
              <a:off x="313858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6">
              <a:extLst>
                <a:ext uri="{FF2B5EF4-FFF2-40B4-BE49-F238E27FC236}">
                  <a16:creationId xmlns:a16="http://schemas.microsoft.com/office/drawing/2014/main" id="{2BA1E5A9-0A83-773B-C05A-EDB32AC958E5}"/>
                </a:ext>
              </a:extLst>
            </p:cNvPr>
            <p:cNvSpPr/>
            <p:nvPr/>
          </p:nvSpPr>
          <p:spPr>
            <a:xfrm>
              <a:off x="314802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7">
              <a:extLst>
                <a:ext uri="{FF2B5EF4-FFF2-40B4-BE49-F238E27FC236}">
                  <a16:creationId xmlns:a16="http://schemas.microsoft.com/office/drawing/2014/main" id="{F5D39AEB-2E74-C9C0-2693-E0EF0038CCFE}"/>
                </a:ext>
              </a:extLst>
            </p:cNvPr>
            <p:cNvSpPr/>
            <p:nvPr/>
          </p:nvSpPr>
          <p:spPr>
            <a:xfrm>
              <a:off x="315746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8">
              <a:extLst>
                <a:ext uri="{FF2B5EF4-FFF2-40B4-BE49-F238E27FC236}">
                  <a16:creationId xmlns:a16="http://schemas.microsoft.com/office/drawing/2014/main" id="{8FFB92BE-3A00-06D7-6F15-C43B18535348}"/>
                </a:ext>
              </a:extLst>
            </p:cNvPr>
            <p:cNvSpPr/>
            <p:nvPr/>
          </p:nvSpPr>
          <p:spPr>
            <a:xfrm>
              <a:off x="316690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29">
              <a:extLst>
                <a:ext uri="{FF2B5EF4-FFF2-40B4-BE49-F238E27FC236}">
                  <a16:creationId xmlns:a16="http://schemas.microsoft.com/office/drawing/2014/main" id="{ACD65C20-ECC9-ABAD-2E2A-A443707A25E0}"/>
                </a:ext>
              </a:extLst>
            </p:cNvPr>
            <p:cNvSpPr/>
            <p:nvPr/>
          </p:nvSpPr>
          <p:spPr>
            <a:xfrm>
              <a:off x="317634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0">
              <a:extLst>
                <a:ext uri="{FF2B5EF4-FFF2-40B4-BE49-F238E27FC236}">
                  <a16:creationId xmlns:a16="http://schemas.microsoft.com/office/drawing/2014/main" id="{906F3829-C41A-9B77-40C4-C4CC8E774858}"/>
                </a:ext>
              </a:extLst>
            </p:cNvPr>
            <p:cNvSpPr/>
            <p:nvPr/>
          </p:nvSpPr>
          <p:spPr>
            <a:xfrm>
              <a:off x="318578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1">
              <a:extLst>
                <a:ext uri="{FF2B5EF4-FFF2-40B4-BE49-F238E27FC236}">
                  <a16:creationId xmlns:a16="http://schemas.microsoft.com/office/drawing/2014/main" id="{2D044479-5845-5F74-669C-6F5BBCF430AE}"/>
                </a:ext>
              </a:extLst>
            </p:cNvPr>
            <p:cNvSpPr/>
            <p:nvPr/>
          </p:nvSpPr>
          <p:spPr>
            <a:xfrm>
              <a:off x="319522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2">
              <a:extLst>
                <a:ext uri="{FF2B5EF4-FFF2-40B4-BE49-F238E27FC236}">
                  <a16:creationId xmlns:a16="http://schemas.microsoft.com/office/drawing/2014/main" id="{A944C8D6-9237-A35C-169A-8D05E40E7DE3}"/>
                </a:ext>
              </a:extLst>
            </p:cNvPr>
            <p:cNvSpPr/>
            <p:nvPr/>
          </p:nvSpPr>
          <p:spPr>
            <a:xfrm>
              <a:off x="320466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3">
              <a:extLst>
                <a:ext uri="{FF2B5EF4-FFF2-40B4-BE49-F238E27FC236}">
                  <a16:creationId xmlns:a16="http://schemas.microsoft.com/office/drawing/2014/main" id="{8203CECA-489F-68F0-FADC-205775E7EEB6}"/>
                </a:ext>
              </a:extLst>
            </p:cNvPr>
            <p:cNvSpPr/>
            <p:nvPr/>
          </p:nvSpPr>
          <p:spPr>
            <a:xfrm>
              <a:off x="321410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4">
              <a:extLst>
                <a:ext uri="{FF2B5EF4-FFF2-40B4-BE49-F238E27FC236}">
                  <a16:creationId xmlns:a16="http://schemas.microsoft.com/office/drawing/2014/main" id="{1539CB37-50FF-F592-3141-30D0A6CEF4B1}"/>
                </a:ext>
              </a:extLst>
            </p:cNvPr>
            <p:cNvSpPr/>
            <p:nvPr/>
          </p:nvSpPr>
          <p:spPr>
            <a:xfrm>
              <a:off x="322354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5">
              <a:extLst>
                <a:ext uri="{FF2B5EF4-FFF2-40B4-BE49-F238E27FC236}">
                  <a16:creationId xmlns:a16="http://schemas.microsoft.com/office/drawing/2014/main" id="{89397D32-3739-0AB7-00C9-A1B7F855F1DD}"/>
                </a:ext>
              </a:extLst>
            </p:cNvPr>
            <p:cNvSpPr/>
            <p:nvPr/>
          </p:nvSpPr>
          <p:spPr>
            <a:xfrm>
              <a:off x="323298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6">
              <a:extLst>
                <a:ext uri="{FF2B5EF4-FFF2-40B4-BE49-F238E27FC236}">
                  <a16:creationId xmlns:a16="http://schemas.microsoft.com/office/drawing/2014/main" id="{CCCA4918-DBD0-A999-60A5-4269FD54D3C8}"/>
                </a:ext>
              </a:extLst>
            </p:cNvPr>
            <p:cNvSpPr/>
            <p:nvPr/>
          </p:nvSpPr>
          <p:spPr>
            <a:xfrm>
              <a:off x="324242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7">
              <a:extLst>
                <a:ext uri="{FF2B5EF4-FFF2-40B4-BE49-F238E27FC236}">
                  <a16:creationId xmlns:a16="http://schemas.microsoft.com/office/drawing/2014/main" id="{67B2FCDD-F298-AF57-C548-44E75853181E}"/>
                </a:ext>
              </a:extLst>
            </p:cNvPr>
            <p:cNvSpPr/>
            <p:nvPr/>
          </p:nvSpPr>
          <p:spPr>
            <a:xfrm>
              <a:off x="325187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8">
              <a:extLst>
                <a:ext uri="{FF2B5EF4-FFF2-40B4-BE49-F238E27FC236}">
                  <a16:creationId xmlns:a16="http://schemas.microsoft.com/office/drawing/2014/main" id="{BFAD0556-E6ED-2225-4498-89AEE9FA68C4}"/>
                </a:ext>
              </a:extLst>
            </p:cNvPr>
            <p:cNvSpPr/>
            <p:nvPr/>
          </p:nvSpPr>
          <p:spPr>
            <a:xfrm>
              <a:off x="326131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39">
              <a:extLst>
                <a:ext uri="{FF2B5EF4-FFF2-40B4-BE49-F238E27FC236}">
                  <a16:creationId xmlns:a16="http://schemas.microsoft.com/office/drawing/2014/main" id="{04043E49-FF21-4F90-CCCF-8EC02A519FB7}"/>
                </a:ext>
              </a:extLst>
            </p:cNvPr>
            <p:cNvSpPr/>
            <p:nvPr/>
          </p:nvSpPr>
          <p:spPr>
            <a:xfrm>
              <a:off x="327075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0">
              <a:extLst>
                <a:ext uri="{FF2B5EF4-FFF2-40B4-BE49-F238E27FC236}">
                  <a16:creationId xmlns:a16="http://schemas.microsoft.com/office/drawing/2014/main" id="{AD34911A-8CC5-608F-8287-CD804AADCE95}"/>
                </a:ext>
              </a:extLst>
            </p:cNvPr>
            <p:cNvSpPr/>
            <p:nvPr/>
          </p:nvSpPr>
          <p:spPr>
            <a:xfrm>
              <a:off x="328019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1">
              <a:extLst>
                <a:ext uri="{FF2B5EF4-FFF2-40B4-BE49-F238E27FC236}">
                  <a16:creationId xmlns:a16="http://schemas.microsoft.com/office/drawing/2014/main" id="{420D5AE1-8482-DC8F-6CC8-A66E6BE254CB}"/>
                </a:ext>
              </a:extLst>
            </p:cNvPr>
            <p:cNvSpPr/>
            <p:nvPr/>
          </p:nvSpPr>
          <p:spPr>
            <a:xfrm>
              <a:off x="328963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2">
              <a:extLst>
                <a:ext uri="{FF2B5EF4-FFF2-40B4-BE49-F238E27FC236}">
                  <a16:creationId xmlns:a16="http://schemas.microsoft.com/office/drawing/2014/main" id="{1363ED17-5F04-A70E-ED8A-A2B5A7D8E737}"/>
                </a:ext>
              </a:extLst>
            </p:cNvPr>
            <p:cNvSpPr/>
            <p:nvPr/>
          </p:nvSpPr>
          <p:spPr>
            <a:xfrm>
              <a:off x="329907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3">
              <a:extLst>
                <a:ext uri="{FF2B5EF4-FFF2-40B4-BE49-F238E27FC236}">
                  <a16:creationId xmlns:a16="http://schemas.microsoft.com/office/drawing/2014/main" id="{3F5652C7-BA07-7806-499D-EBCCD283D792}"/>
                </a:ext>
              </a:extLst>
            </p:cNvPr>
            <p:cNvSpPr/>
            <p:nvPr/>
          </p:nvSpPr>
          <p:spPr>
            <a:xfrm>
              <a:off x="330851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4">
              <a:extLst>
                <a:ext uri="{FF2B5EF4-FFF2-40B4-BE49-F238E27FC236}">
                  <a16:creationId xmlns:a16="http://schemas.microsoft.com/office/drawing/2014/main" id="{6A20B143-A964-1E04-345A-FCC44E26EEFD}"/>
                </a:ext>
              </a:extLst>
            </p:cNvPr>
            <p:cNvSpPr/>
            <p:nvPr/>
          </p:nvSpPr>
          <p:spPr>
            <a:xfrm>
              <a:off x="331795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5">
              <a:extLst>
                <a:ext uri="{FF2B5EF4-FFF2-40B4-BE49-F238E27FC236}">
                  <a16:creationId xmlns:a16="http://schemas.microsoft.com/office/drawing/2014/main" id="{152FA8DD-57EE-4F2C-8A5F-60DFE2F15CCA}"/>
                </a:ext>
              </a:extLst>
            </p:cNvPr>
            <p:cNvSpPr/>
            <p:nvPr/>
          </p:nvSpPr>
          <p:spPr>
            <a:xfrm>
              <a:off x="332739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6">
              <a:extLst>
                <a:ext uri="{FF2B5EF4-FFF2-40B4-BE49-F238E27FC236}">
                  <a16:creationId xmlns:a16="http://schemas.microsoft.com/office/drawing/2014/main" id="{73B755BB-D33C-20C1-E575-CE2877E843B6}"/>
                </a:ext>
              </a:extLst>
            </p:cNvPr>
            <p:cNvSpPr/>
            <p:nvPr/>
          </p:nvSpPr>
          <p:spPr>
            <a:xfrm>
              <a:off x="333683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7">
              <a:extLst>
                <a:ext uri="{FF2B5EF4-FFF2-40B4-BE49-F238E27FC236}">
                  <a16:creationId xmlns:a16="http://schemas.microsoft.com/office/drawing/2014/main" id="{490640CE-B3B6-A0AE-F5B6-0F13CE025558}"/>
                </a:ext>
              </a:extLst>
            </p:cNvPr>
            <p:cNvSpPr/>
            <p:nvPr/>
          </p:nvSpPr>
          <p:spPr>
            <a:xfrm>
              <a:off x="334627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8">
              <a:extLst>
                <a:ext uri="{FF2B5EF4-FFF2-40B4-BE49-F238E27FC236}">
                  <a16:creationId xmlns:a16="http://schemas.microsoft.com/office/drawing/2014/main" id="{7631E853-24DC-C388-7056-772056010902}"/>
                </a:ext>
              </a:extLst>
            </p:cNvPr>
            <p:cNvSpPr/>
            <p:nvPr/>
          </p:nvSpPr>
          <p:spPr>
            <a:xfrm>
              <a:off x="335571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49">
              <a:extLst>
                <a:ext uri="{FF2B5EF4-FFF2-40B4-BE49-F238E27FC236}">
                  <a16:creationId xmlns:a16="http://schemas.microsoft.com/office/drawing/2014/main" id="{62DC8D43-283C-C408-CA13-70E8028BEBB8}"/>
                </a:ext>
              </a:extLst>
            </p:cNvPr>
            <p:cNvSpPr/>
            <p:nvPr/>
          </p:nvSpPr>
          <p:spPr>
            <a:xfrm>
              <a:off x="336515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0">
              <a:extLst>
                <a:ext uri="{FF2B5EF4-FFF2-40B4-BE49-F238E27FC236}">
                  <a16:creationId xmlns:a16="http://schemas.microsoft.com/office/drawing/2014/main" id="{4AB11E7E-2FA8-D684-973E-7AC482FF25AD}"/>
                </a:ext>
              </a:extLst>
            </p:cNvPr>
            <p:cNvSpPr/>
            <p:nvPr/>
          </p:nvSpPr>
          <p:spPr>
            <a:xfrm>
              <a:off x="337459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1">
              <a:extLst>
                <a:ext uri="{FF2B5EF4-FFF2-40B4-BE49-F238E27FC236}">
                  <a16:creationId xmlns:a16="http://schemas.microsoft.com/office/drawing/2014/main" id="{9FACFD03-B183-94C4-0933-D4E959007D1A}"/>
                </a:ext>
              </a:extLst>
            </p:cNvPr>
            <p:cNvSpPr/>
            <p:nvPr/>
          </p:nvSpPr>
          <p:spPr>
            <a:xfrm>
              <a:off x="338403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2">
              <a:extLst>
                <a:ext uri="{FF2B5EF4-FFF2-40B4-BE49-F238E27FC236}">
                  <a16:creationId xmlns:a16="http://schemas.microsoft.com/office/drawing/2014/main" id="{04E37918-AF34-3095-DF50-846FA4AEBA7D}"/>
                </a:ext>
              </a:extLst>
            </p:cNvPr>
            <p:cNvSpPr/>
            <p:nvPr/>
          </p:nvSpPr>
          <p:spPr>
            <a:xfrm>
              <a:off x="339347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3">
              <a:extLst>
                <a:ext uri="{FF2B5EF4-FFF2-40B4-BE49-F238E27FC236}">
                  <a16:creationId xmlns:a16="http://schemas.microsoft.com/office/drawing/2014/main" id="{B341AE8B-F02D-2256-E0A3-4832F96208BE}"/>
                </a:ext>
              </a:extLst>
            </p:cNvPr>
            <p:cNvSpPr/>
            <p:nvPr/>
          </p:nvSpPr>
          <p:spPr>
            <a:xfrm>
              <a:off x="340291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4">
              <a:extLst>
                <a:ext uri="{FF2B5EF4-FFF2-40B4-BE49-F238E27FC236}">
                  <a16:creationId xmlns:a16="http://schemas.microsoft.com/office/drawing/2014/main" id="{98F9AAA7-E33C-6F63-C167-95C0A1797228}"/>
                </a:ext>
              </a:extLst>
            </p:cNvPr>
            <p:cNvSpPr/>
            <p:nvPr/>
          </p:nvSpPr>
          <p:spPr>
            <a:xfrm>
              <a:off x="341235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5">
              <a:extLst>
                <a:ext uri="{FF2B5EF4-FFF2-40B4-BE49-F238E27FC236}">
                  <a16:creationId xmlns:a16="http://schemas.microsoft.com/office/drawing/2014/main" id="{1951F4C3-6754-AF12-E3C0-253B62D2C0B0}"/>
                </a:ext>
              </a:extLst>
            </p:cNvPr>
            <p:cNvSpPr/>
            <p:nvPr/>
          </p:nvSpPr>
          <p:spPr>
            <a:xfrm>
              <a:off x="342179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6">
              <a:extLst>
                <a:ext uri="{FF2B5EF4-FFF2-40B4-BE49-F238E27FC236}">
                  <a16:creationId xmlns:a16="http://schemas.microsoft.com/office/drawing/2014/main" id="{9BFC4C5D-CCDC-873A-ABCF-B6CD21714B8A}"/>
                </a:ext>
              </a:extLst>
            </p:cNvPr>
            <p:cNvSpPr/>
            <p:nvPr/>
          </p:nvSpPr>
          <p:spPr>
            <a:xfrm>
              <a:off x="343123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7">
              <a:extLst>
                <a:ext uri="{FF2B5EF4-FFF2-40B4-BE49-F238E27FC236}">
                  <a16:creationId xmlns:a16="http://schemas.microsoft.com/office/drawing/2014/main" id="{696785F3-9953-59DF-759B-4CFFC562DC2E}"/>
                </a:ext>
              </a:extLst>
            </p:cNvPr>
            <p:cNvSpPr/>
            <p:nvPr/>
          </p:nvSpPr>
          <p:spPr>
            <a:xfrm>
              <a:off x="344067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8">
              <a:extLst>
                <a:ext uri="{FF2B5EF4-FFF2-40B4-BE49-F238E27FC236}">
                  <a16:creationId xmlns:a16="http://schemas.microsoft.com/office/drawing/2014/main" id="{01F9D204-32B4-4A6C-8B47-94FDA0BCEEAC}"/>
                </a:ext>
              </a:extLst>
            </p:cNvPr>
            <p:cNvSpPr/>
            <p:nvPr/>
          </p:nvSpPr>
          <p:spPr>
            <a:xfrm>
              <a:off x="345011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59">
              <a:extLst>
                <a:ext uri="{FF2B5EF4-FFF2-40B4-BE49-F238E27FC236}">
                  <a16:creationId xmlns:a16="http://schemas.microsoft.com/office/drawing/2014/main" id="{469A040A-72D7-7327-6D39-0BD3AB5A8236}"/>
                </a:ext>
              </a:extLst>
            </p:cNvPr>
            <p:cNvSpPr/>
            <p:nvPr/>
          </p:nvSpPr>
          <p:spPr>
            <a:xfrm>
              <a:off x="345955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0">
              <a:extLst>
                <a:ext uri="{FF2B5EF4-FFF2-40B4-BE49-F238E27FC236}">
                  <a16:creationId xmlns:a16="http://schemas.microsoft.com/office/drawing/2014/main" id="{BE7AEA89-7013-EE34-CDBF-D57B9F8224FC}"/>
                </a:ext>
              </a:extLst>
            </p:cNvPr>
            <p:cNvSpPr/>
            <p:nvPr/>
          </p:nvSpPr>
          <p:spPr>
            <a:xfrm>
              <a:off x="346899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1">
              <a:extLst>
                <a:ext uri="{FF2B5EF4-FFF2-40B4-BE49-F238E27FC236}">
                  <a16:creationId xmlns:a16="http://schemas.microsoft.com/office/drawing/2014/main" id="{1505F1DD-2BF3-5E2F-08B6-54D44DA60D7D}"/>
                </a:ext>
              </a:extLst>
            </p:cNvPr>
            <p:cNvSpPr/>
            <p:nvPr/>
          </p:nvSpPr>
          <p:spPr>
            <a:xfrm>
              <a:off x="347843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2">
              <a:extLst>
                <a:ext uri="{FF2B5EF4-FFF2-40B4-BE49-F238E27FC236}">
                  <a16:creationId xmlns:a16="http://schemas.microsoft.com/office/drawing/2014/main" id="{A0E5B110-E388-476F-F5A5-1FB0F60168A1}"/>
                </a:ext>
              </a:extLst>
            </p:cNvPr>
            <p:cNvSpPr/>
            <p:nvPr/>
          </p:nvSpPr>
          <p:spPr>
            <a:xfrm>
              <a:off x="348787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3">
              <a:extLst>
                <a:ext uri="{FF2B5EF4-FFF2-40B4-BE49-F238E27FC236}">
                  <a16:creationId xmlns:a16="http://schemas.microsoft.com/office/drawing/2014/main" id="{F0760314-4E75-F345-5B75-58B73B280D03}"/>
                </a:ext>
              </a:extLst>
            </p:cNvPr>
            <p:cNvSpPr/>
            <p:nvPr/>
          </p:nvSpPr>
          <p:spPr>
            <a:xfrm>
              <a:off x="349731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4">
              <a:extLst>
                <a:ext uri="{FF2B5EF4-FFF2-40B4-BE49-F238E27FC236}">
                  <a16:creationId xmlns:a16="http://schemas.microsoft.com/office/drawing/2014/main" id="{C008DEC7-A852-4308-8F3B-DF4A6F46F2BB}"/>
                </a:ext>
              </a:extLst>
            </p:cNvPr>
            <p:cNvSpPr/>
            <p:nvPr/>
          </p:nvSpPr>
          <p:spPr>
            <a:xfrm>
              <a:off x="350675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5">
              <a:extLst>
                <a:ext uri="{FF2B5EF4-FFF2-40B4-BE49-F238E27FC236}">
                  <a16:creationId xmlns:a16="http://schemas.microsoft.com/office/drawing/2014/main" id="{8495CA84-A14C-3EC3-120F-B636DB7A7D0A}"/>
                </a:ext>
              </a:extLst>
            </p:cNvPr>
            <p:cNvSpPr/>
            <p:nvPr/>
          </p:nvSpPr>
          <p:spPr>
            <a:xfrm>
              <a:off x="351619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6">
              <a:extLst>
                <a:ext uri="{FF2B5EF4-FFF2-40B4-BE49-F238E27FC236}">
                  <a16:creationId xmlns:a16="http://schemas.microsoft.com/office/drawing/2014/main" id="{DC2ABF1A-5971-A2C3-1ACA-1CBF5ACDC4E4}"/>
                </a:ext>
              </a:extLst>
            </p:cNvPr>
            <p:cNvSpPr/>
            <p:nvPr/>
          </p:nvSpPr>
          <p:spPr>
            <a:xfrm>
              <a:off x="352563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7">
              <a:extLst>
                <a:ext uri="{FF2B5EF4-FFF2-40B4-BE49-F238E27FC236}">
                  <a16:creationId xmlns:a16="http://schemas.microsoft.com/office/drawing/2014/main" id="{580F567E-E5D4-A393-6C18-385E955DB200}"/>
                </a:ext>
              </a:extLst>
            </p:cNvPr>
            <p:cNvSpPr/>
            <p:nvPr/>
          </p:nvSpPr>
          <p:spPr>
            <a:xfrm>
              <a:off x="353507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8">
              <a:extLst>
                <a:ext uri="{FF2B5EF4-FFF2-40B4-BE49-F238E27FC236}">
                  <a16:creationId xmlns:a16="http://schemas.microsoft.com/office/drawing/2014/main" id="{3DF8FCE0-AB2F-EE09-8FFA-F1FCF25CC5FE}"/>
                </a:ext>
              </a:extLst>
            </p:cNvPr>
            <p:cNvSpPr/>
            <p:nvPr/>
          </p:nvSpPr>
          <p:spPr>
            <a:xfrm>
              <a:off x="354451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69">
              <a:extLst>
                <a:ext uri="{FF2B5EF4-FFF2-40B4-BE49-F238E27FC236}">
                  <a16:creationId xmlns:a16="http://schemas.microsoft.com/office/drawing/2014/main" id="{F794F84E-7FEF-DF6D-9EB4-CE88ACE16021}"/>
                </a:ext>
              </a:extLst>
            </p:cNvPr>
            <p:cNvSpPr/>
            <p:nvPr/>
          </p:nvSpPr>
          <p:spPr>
            <a:xfrm>
              <a:off x="355395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0">
              <a:extLst>
                <a:ext uri="{FF2B5EF4-FFF2-40B4-BE49-F238E27FC236}">
                  <a16:creationId xmlns:a16="http://schemas.microsoft.com/office/drawing/2014/main" id="{C0D97C78-2224-0813-174C-CC4E819B4274}"/>
                </a:ext>
              </a:extLst>
            </p:cNvPr>
            <p:cNvSpPr/>
            <p:nvPr/>
          </p:nvSpPr>
          <p:spPr>
            <a:xfrm>
              <a:off x="356339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1">
              <a:extLst>
                <a:ext uri="{FF2B5EF4-FFF2-40B4-BE49-F238E27FC236}">
                  <a16:creationId xmlns:a16="http://schemas.microsoft.com/office/drawing/2014/main" id="{D16CC239-1C79-76FB-A76B-0A4F2A9850F7}"/>
                </a:ext>
              </a:extLst>
            </p:cNvPr>
            <p:cNvSpPr/>
            <p:nvPr/>
          </p:nvSpPr>
          <p:spPr>
            <a:xfrm>
              <a:off x="357283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2">
              <a:extLst>
                <a:ext uri="{FF2B5EF4-FFF2-40B4-BE49-F238E27FC236}">
                  <a16:creationId xmlns:a16="http://schemas.microsoft.com/office/drawing/2014/main" id="{50B86FFF-28DC-0AD6-FA9E-457FE8B69A25}"/>
                </a:ext>
              </a:extLst>
            </p:cNvPr>
            <p:cNvSpPr/>
            <p:nvPr/>
          </p:nvSpPr>
          <p:spPr>
            <a:xfrm>
              <a:off x="3582278" y="158798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3">
              <a:extLst>
                <a:ext uri="{FF2B5EF4-FFF2-40B4-BE49-F238E27FC236}">
                  <a16:creationId xmlns:a16="http://schemas.microsoft.com/office/drawing/2014/main" id="{21ADDCA4-589E-5F97-6341-1D65B5DA7E08}"/>
                </a:ext>
              </a:extLst>
            </p:cNvPr>
            <p:cNvSpPr/>
            <p:nvPr/>
          </p:nvSpPr>
          <p:spPr>
            <a:xfrm>
              <a:off x="3591718" y="1570419"/>
              <a:ext cx="923840" cy="926401"/>
            </a:xfrm>
            <a:custGeom>
              <a:avLst/>
              <a:gdLst/>
              <a:ahLst/>
              <a:cxnLst/>
              <a:rect l="0" t="0" r="0" b="0"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4">
              <a:extLst>
                <a:ext uri="{FF2B5EF4-FFF2-40B4-BE49-F238E27FC236}">
                  <a16:creationId xmlns:a16="http://schemas.microsoft.com/office/drawing/2014/main" id="{A1CDA971-85BF-B59F-CB11-11734657572B}"/>
                </a:ext>
              </a:extLst>
            </p:cNvPr>
            <p:cNvSpPr/>
            <p:nvPr/>
          </p:nvSpPr>
          <p:spPr>
            <a:xfrm>
              <a:off x="3601159" y="1570419"/>
              <a:ext cx="923669" cy="920612"/>
            </a:xfrm>
            <a:custGeom>
              <a:avLst/>
              <a:gdLst/>
              <a:ahLst/>
              <a:cxnLst/>
              <a:rect l="0" t="0" r="0" b="0"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5">
              <a:extLst>
                <a:ext uri="{FF2B5EF4-FFF2-40B4-BE49-F238E27FC236}">
                  <a16:creationId xmlns:a16="http://schemas.microsoft.com/office/drawing/2014/main" id="{2D495ED7-5DB6-1AF2-F72F-05A4229183E2}"/>
                </a:ext>
              </a:extLst>
            </p:cNvPr>
            <p:cNvSpPr/>
            <p:nvPr/>
          </p:nvSpPr>
          <p:spPr>
            <a:xfrm>
              <a:off x="2194563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6">
              <a:extLst>
                <a:ext uri="{FF2B5EF4-FFF2-40B4-BE49-F238E27FC236}">
                  <a16:creationId xmlns:a16="http://schemas.microsoft.com/office/drawing/2014/main" id="{9688B6B1-F16A-6ED6-58F8-F3A1DE804956}"/>
                </a:ext>
              </a:extLst>
            </p:cNvPr>
            <p:cNvSpPr/>
            <p:nvPr/>
          </p:nvSpPr>
          <p:spPr>
            <a:xfrm>
              <a:off x="219456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7">
              <a:extLst>
                <a:ext uri="{FF2B5EF4-FFF2-40B4-BE49-F238E27FC236}">
                  <a16:creationId xmlns:a16="http://schemas.microsoft.com/office/drawing/2014/main" id="{CED827C9-6488-03B2-951F-BD7F3EC344F1}"/>
                </a:ext>
              </a:extLst>
            </p:cNvPr>
            <p:cNvSpPr/>
            <p:nvPr/>
          </p:nvSpPr>
          <p:spPr>
            <a:xfrm>
              <a:off x="220400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8">
              <a:extLst>
                <a:ext uri="{FF2B5EF4-FFF2-40B4-BE49-F238E27FC236}">
                  <a16:creationId xmlns:a16="http://schemas.microsoft.com/office/drawing/2014/main" id="{B3B87694-4294-E90F-7B73-7ECEAAD0CE4A}"/>
                </a:ext>
              </a:extLst>
            </p:cNvPr>
            <p:cNvSpPr/>
            <p:nvPr/>
          </p:nvSpPr>
          <p:spPr>
            <a:xfrm>
              <a:off x="221344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79">
              <a:extLst>
                <a:ext uri="{FF2B5EF4-FFF2-40B4-BE49-F238E27FC236}">
                  <a16:creationId xmlns:a16="http://schemas.microsoft.com/office/drawing/2014/main" id="{EBAF2F24-44BE-94C1-A7FD-D062B776D2CC}"/>
                </a:ext>
              </a:extLst>
            </p:cNvPr>
            <p:cNvSpPr/>
            <p:nvPr/>
          </p:nvSpPr>
          <p:spPr>
            <a:xfrm>
              <a:off x="222288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0">
              <a:extLst>
                <a:ext uri="{FF2B5EF4-FFF2-40B4-BE49-F238E27FC236}">
                  <a16:creationId xmlns:a16="http://schemas.microsoft.com/office/drawing/2014/main" id="{669A5508-E22D-7681-9D8E-D205AA564983}"/>
                </a:ext>
              </a:extLst>
            </p:cNvPr>
            <p:cNvSpPr/>
            <p:nvPr/>
          </p:nvSpPr>
          <p:spPr>
            <a:xfrm>
              <a:off x="223232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1">
              <a:extLst>
                <a:ext uri="{FF2B5EF4-FFF2-40B4-BE49-F238E27FC236}">
                  <a16:creationId xmlns:a16="http://schemas.microsoft.com/office/drawing/2014/main" id="{79791AF0-46E2-3C3F-EECA-BCC8B6388035}"/>
                </a:ext>
              </a:extLst>
            </p:cNvPr>
            <p:cNvSpPr/>
            <p:nvPr/>
          </p:nvSpPr>
          <p:spPr>
            <a:xfrm>
              <a:off x="224176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2">
              <a:extLst>
                <a:ext uri="{FF2B5EF4-FFF2-40B4-BE49-F238E27FC236}">
                  <a16:creationId xmlns:a16="http://schemas.microsoft.com/office/drawing/2014/main" id="{F35EF825-103B-A973-EE51-BF636224250A}"/>
                </a:ext>
              </a:extLst>
            </p:cNvPr>
            <p:cNvSpPr/>
            <p:nvPr/>
          </p:nvSpPr>
          <p:spPr>
            <a:xfrm>
              <a:off x="225120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3">
              <a:extLst>
                <a:ext uri="{FF2B5EF4-FFF2-40B4-BE49-F238E27FC236}">
                  <a16:creationId xmlns:a16="http://schemas.microsoft.com/office/drawing/2014/main" id="{5ED51E3C-08F0-FB87-312A-AEAE9607B27A}"/>
                </a:ext>
              </a:extLst>
            </p:cNvPr>
            <p:cNvSpPr/>
            <p:nvPr/>
          </p:nvSpPr>
          <p:spPr>
            <a:xfrm>
              <a:off x="226064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4">
              <a:extLst>
                <a:ext uri="{FF2B5EF4-FFF2-40B4-BE49-F238E27FC236}">
                  <a16:creationId xmlns:a16="http://schemas.microsoft.com/office/drawing/2014/main" id="{D45F798B-9D99-1857-3786-A37E9868C3CB}"/>
                </a:ext>
              </a:extLst>
            </p:cNvPr>
            <p:cNvSpPr/>
            <p:nvPr/>
          </p:nvSpPr>
          <p:spPr>
            <a:xfrm>
              <a:off x="227008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5">
              <a:extLst>
                <a:ext uri="{FF2B5EF4-FFF2-40B4-BE49-F238E27FC236}">
                  <a16:creationId xmlns:a16="http://schemas.microsoft.com/office/drawing/2014/main" id="{27F97624-39BA-5A35-74BC-93AB4C58F74C}"/>
                </a:ext>
              </a:extLst>
            </p:cNvPr>
            <p:cNvSpPr/>
            <p:nvPr/>
          </p:nvSpPr>
          <p:spPr>
            <a:xfrm>
              <a:off x="227952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6">
              <a:extLst>
                <a:ext uri="{FF2B5EF4-FFF2-40B4-BE49-F238E27FC236}">
                  <a16:creationId xmlns:a16="http://schemas.microsoft.com/office/drawing/2014/main" id="{27A103D0-91E5-C97C-EB38-1F7E21E5152C}"/>
                </a:ext>
              </a:extLst>
            </p:cNvPr>
            <p:cNvSpPr/>
            <p:nvPr/>
          </p:nvSpPr>
          <p:spPr>
            <a:xfrm>
              <a:off x="228896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7">
              <a:extLst>
                <a:ext uri="{FF2B5EF4-FFF2-40B4-BE49-F238E27FC236}">
                  <a16:creationId xmlns:a16="http://schemas.microsoft.com/office/drawing/2014/main" id="{3E474B0B-080C-1CBB-9382-A8F604B9B58B}"/>
                </a:ext>
              </a:extLst>
            </p:cNvPr>
            <p:cNvSpPr/>
            <p:nvPr/>
          </p:nvSpPr>
          <p:spPr>
            <a:xfrm>
              <a:off x="229840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8">
              <a:extLst>
                <a:ext uri="{FF2B5EF4-FFF2-40B4-BE49-F238E27FC236}">
                  <a16:creationId xmlns:a16="http://schemas.microsoft.com/office/drawing/2014/main" id="{8AF18502-1E13-AD00-159E-BBA0AA3B90AE}"/>
                </a:ext>
              </a:extLst>
            </p:cNvPr>
            <p:cNvSpPr/>
            <p:nvPr/>
          </p:nvSpPr>
          <p:spPr>
            <a:xfrm>
              <a:off x="230784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89">
              <a:extLst>
                <a:ext uri="{FF2B5EF4-FFF2-40B4-BE49-F238E27FC236}">
                  <a16:creationId xmlns:a16="http://schemas.microsoft.com/office/drawing/2014/main" id="{8FCC54A0-4729-A2AE-7EA9-C0A543F5A5DE}"/>
                </a:ext>
              </a:extLst>
            </p:cNvPr>
            <p:cNvSpPr/>
            <p:nvPr/>
          </p:nvSpPr>
          <p:spPr>
            <a:xfrm>
              <a:off x="231728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0">
              <a:extLst>
                <a:ext uri="{FF2B5EF4-FFF2-40B4-BE49-F238E27FC236}">
                  <a16:creationId xmlns:a16="http://schemas.microsoft.com/office/drawing/2014/main" id="{1786E25D-1BC5-90C4-635C-148A4E4D2898}"/>
                </a:ext>
              </a:extLst>
            </p:cNvPr>
            <p:cNvSpPr/>
            <p:nvPr/>
          </p:nvSpPr>
          <p:spPr>
            <a:xfrm>
              <a:off x="232672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1">
              <a:extLst>
                <a:ext uri="{FF2B5EF4-FFF2-40B4-BE49-F238E27FC236}">
                  <a16:creationId xmlns:a16="http://schemas.microsoft.com/office/drawing/2014/main" id="{31F4399E-CB15-0E3E-CE7E-F3A3E28B0530}"/>
                </a:ext>
              </a:extLst>
            </p:cNvPr>
            <p:cNvSpPr/>
            <p:nvPr/>
          </p:nvSpPr>
          <p:spPr>
            <a:xfrm>
              <a:off x="233616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2">
              <a:extLst>
                <a:ext uri="{FF2B5EF4-FFF2-40B4-BE49-F238E27FC236}">
                  <a16:creationId xmlns:a16="http://schemas.microsoft.com/office/drawing/2014/main" id="{737A4A73-5E17-BE29-AB7B-8990155D4BCD}"/>
                </a:ext>
              </a:extLst>
            </p:cNvPr>
            <p:cNvSpPr/>
            <p:nvPr/>
          </p:nvSpPr>
          <p:spPr>
            <a:xfrm>
              <a:off x="234560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3">
              <a:extLst>
                <a:ext uri="{FF2B5EF4-FFF2-40B4-BE49-F238E27FC236}">
                  <a16:creationId xmlns:a16="http://schemas.microsoft.com/office/drawing/2014/main" id="{F017C758-674F-19E2-7BB1-7747605B54AF}"/>
                </a:ext>
              </a:extLst>
            </p:cNvPr>
            <p:cNvSpPr/>
            <p:nvPr/>
          </p:nvSpPr>
          <p:spPr>
            <a:xfrm>
              <a:off x="235504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4">
              <a:extLst>
                <a:ext uri="{FF2B5EF4-FFF2-40B4-BE49-F238E27FC236}">
                  <a16:creationId xmlns:a16="http://schemas.microsoft.com/office/drawing/2014/main" id="{AD30F0C9-8064-75B1-FB1F-E5B6649D1872}"/>
                </a:ext>
              </a:extLst>
            </p:cNvPr>
            <p:cNvSpPr/>
            <p:nvPr/>
          </p:nvSpPr>
          <p:spPr>
            <a:xfrm>
              <a:off x="236448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5">
              <a:extLst>
                <a:ext uri="{FF2B5EF4-FFF2-40B4-BE49-F238E27FC236}">
                  <a16:creationId xmlns:a16="http://schemas.microsoft.com/office/drawing/2014/main" id="{0BEA5A1A-9523-9815-BDA9-65F398FAE5FE}"/>
                </a:ext>
              </a:extLst>
            </p:cNvPr>
            <p:cNvSpPr/>
            <p:nvPr/>
          </p:nvSpPr>
          <p:spPr>
            <a:xfrm>
              <a:off x="237392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6">
              <a:extLst>
                <a:ext uri="{FF2B5EF4-FFF2-40B4-BE49-F238E27FC236}">
                  <a16:creationId xmlns:a16="http://schemas.microsoft.com/office/drawing/2014/main" id="{67E82992-E1C4-DF7E-CB20-1AF365BA8064}"/>
                </a:ext>
              </a:extLst>
            </p:cNvPr>
            <p:cNvSpPr/>
            <p:nvPr/>
          </p:nvSpPr>
          <p:spPr>
            <a:xfrm>
              <a:off x="238336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7">
              <a:extLst>
                <a:ext uri="{FF2B5EF4-FFF2-40B4-BE49-F238E27FC236}">
                  <a16:creationId xmlns:a16="http://schemas.microsoft.com/office/drawing/2014/main" id="{E5F0FEB1-E126-E847-D12A-8D3891203DB0}"/>
                </a:ext>
              </a:extLst>
            </p:cNvPr>
            <p:cNvSpPr/>
            <p:nvPr/>
          </p:nvSpPr>
          <p:spPr>
            <a:xfrm>
              <a:off x="239280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8">
              <a:extLst>
                <a:ext uri="{FF2B5EF4-FFF2-40B4-BE49-F238E27FC236}">
                  <a16:creationId xmlns:a16="http://schemas.microsoft.com/office/drawing/2014/main" id="{00E3E3AD-2D04-701F-7215-BB564B7F0B6D}"/>
                </a:ext>
              </a:extLst>
            </p:cNvPr>
            <p:cNvSpPr/>
            <p:nvPr/>
          </p:nvSpPr>
          <p:spPr>
            <a:xfrm>
              <a:off x="240224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199">
              <a:extLst>
                <a:ext uri="{FF2B5EF4-FFF2-40B4-BE49-F238E27FC236}">
                  <a16:creationId xmlns:a16="http://schemas.microsoft.com/office/drawing/2014/main" id="{8F21C49E-0EC3-4BDF-7FBC-69B06053C774}"/>
                </a:ext>
              </a:extLst>
            </p:cNvPr>
            <p:cNvSpPr/>
            <p:nvPr/>
          </p:nvSpPr>
          <p:spPr>
            <a:xfrm>
              <a:off x="241168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0">
              <a:extLst>
                <a:ext uri="{FF2B5EF4-FFF2-40B4-BE49-F238E27FC236}">
                  <a16:creationId xmlns:a16="http://schemas.microsoft.com/office/drawing/2014/main" id="{AB89EE03-276F-83DE-6CA4-99A747BC8835}"/>
                </a:ext>
              </a:extLst>
            </p:cNvPr>
            <p:cNvSpPr/>
            <p:nvPr/>
          </p:nvSpPr>
          <p:spPr>
            <a:xfrm>
              <a:off x="242112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1">
              <a:extLst>
                <a:ext uri="{FF2B5EF4-FFF2-40B4-BE49-F238E27FC236}">
                  <a16:creationId xmlns:a16="http://schemas.microsoft.com/office/drawing/2014/main" id="{2C4798A6-C7BC-59FB-D342-258ADCB63E5E}"/>
                </a:ext>
              </a:extLst>
            </p:cNvPr>
            <p:cNvSpPr/>
            <p:nvPr/>
          </p:nvSpPr>
          <p:spPr>
            <a:xfrm>
              <a:off x="243056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2">
              <a:extLst>
                <a:ext uri="{FF2B5EF4-FFF2-40B4-BE49-F238E27FC236}">
                  <a16:creationId xmlns:a16="http://schemas.microsoft.com/office/drawing/2014/main" id="{9B312607-0645-C542-B1F8-E39AE015AA4E}"/>
                </a:ext>
              </a:extLst>
            </p:cNvPr>
            <p:cNvSpPr/>
            <p:nvPr/>
          </p:nvSpPr>
          <p:spPr>
            <a:xfrm>
              <a:off x="2449449" y="157041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3">
              <a:extLst>
                <a:ext uri="{FF2B5EF4-FFF2-40B4-BE49-F238E27FC236}">
                  <a16:creationId xmlns:a16="http://schemas.microsoft.com/office/drawing/2014/main" id="{1E6E26D6-F497-A8D0-DD8E-F90FC3933174}"/>
                </a:ext>
              </a:extLst>
            </p:cNvPr>
            <p:cNvSpPr/>
            <p:nvPr/>
          </p:nvSpPr>
          <p:spPr>
            <a:xfrm>
              <a:off x="2449449" y="1570419"/>
              <a:ext cx="918521" cy="914399"/>
            </a:xfrm>
            <a:custGeom>
              <a:avLst/>
              <a:gdLst/>
              <a:ahLst/>
              <a:cxnLst/>
              <a:rect l="0" t="0" r="0" b="0"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4">
              <a:extLst>
                <a:ext uri="{FF2B5EF4-FFF2-40B4-BE49-F238E27FC236}">
                  <a16:creationId xmlns:a16="http://schemas.microsoft.com/office/drawing/2014/main" id="{51EC374C-7022-C613-0176-513622059F64}"/>
                </a:ext>
              </a:extLst>
            </p:cNvPr>
            <p:cNvSpPr/>
            <p:nvPr/>
          </p:nvSpPr>
          <p:spPr>
            <a:xfrm>
              <a:off x="3129147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5">
              <a:extLst>
                <a:ext uri="{FF2B5EF4-FFF2-40B4-BE49-F238E27FC236}">
                  <a16:creationId xmlns:a16="http://schemas.microsoft.com/office/drawing/2014/main" id="{EA4FB881-9B52-1507-6844-17EB10335F70}"/>
                </a:ext>
              </a:extLst>
            </p:cNvPr>
            <p:cNvSpPr/>
            <p:nvPr/>
          </p:nvSpPr>
          <p:spPr>
            <a:xfrm>
              <a:off x="312914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6">
              <a:extLst>
                <a:ext uri="{FF2B5EF4-FFF2-40B4-BE49-F238E27FC236}">
                  <a16:creationId xmlns:a16="http://schemas.microsoft.com/office/drawing/2014/main" id="{DB2BB2CF-79ED-FB5F-BB58-B2D0AB3F4726}"/>
                </a:ext>
              </a:extLst>
            </p:cNvPr>
            <p:cNvSpPr/>
            <p:nvPr/>
          </p:nvSpPr>
          <p:spPr>
            <a:xfrm>
              <a:off x="313858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7">
              <a:extLst>
                <a:ext uri="{FF2B5EF4-FFF2-40B4-BE49-F238E27FC236}">
                  <a16:creationId xmlns:a16="http://schemas.microsoft.com/office/drawing/2014/main" id="{27C99745-EB06-0CBB-1BB4-D7C2CD155A24}"/>
                </a:ext>
              </a:extLst>
            </p:cNvPr>
            <p:cNvSpPr/>
            <p:nvPr/>
          </p:nvSpPr>
          <p:spPr>
            <a:xfrm>
              <a:off x="314802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8">
              <a:extLst>
                <a:ext uri="{FF2B5EF4-FFF2-40B4-BE49-F238E27FC236}">
                  <a16:creationId xmlns:a16="http://schemas.microsoft.com/office/drawing/2014/main" id="{AB375C71-4095-DCD6-C813-1EF0DE2950DB}"/>
                </a:ext>
              </a:extLst>
            </p:cNvPr>
            <p:cNvSpPr/>
            <p:nvPr/>
          </p:nvSpPr>
          <p:spPr>
            <a:xfrm>
              <a:off x="315746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09">
              <a:extLst>
                <a:ext uri="{FF2B5EF4-FFF2-40B4-BE49-F238E27FC236}">
                  <a16:creationId xmlns:a16="http://schemas.microsoft.com/office/drawing/2014/main" id="{1CD9DE55-0AD1-236E-FE2E-390721F05A85}"/>
                </a:ext>
              </a:extLst>
            </p:cNvPr>
            <p:cNvSpPr/>
            <p:nvPr/>
          </p:nvSpPr>
          <p:spPr>
            <a:xfrm>
              <a:off x="316690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0">
              <a:extLst>
                <a:ext uri="{FF2B5EF4-FFF2-40B4-BE49-F238E27FC236}">
                  <a16:creationId xmlns:a16="http://schemas.microsoft.com/office/drawing/2014/main" id="{D05EAE4D-18AC-D321-A040-9E0FB931C0AB}"/>
                </a:ext>
              </a:extLst>
            </p:cNvPr>
            <p:cNvSpPr/>
            <p:nvPr/>
          </p:nvSpPr>
          <p:spPr>
            <a:xfrm>
              <a:off x="317634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1">
              <a:extLst>
                <a:ext uri="{FF2B5EF4-FFF2-40B4-BE49-F238E27FC236}">
                  <a16:creationId xmlns:a16="http://schemas.microsoft.com/office/drawing/2014/main" id="{2420AF38-4C40-F501-227E-9631F3801ECF}"/>
                </a:ext>
              </a:extLst>
            </p:cNvPr>
            <p:cNvSpPr/>
            <p:nvPr/>
          </p:nvSpPr>
          <p:spPr>
            <a:xfrm>
              <a:off x="318578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2">
              <a:extLst>
                <a:ext uri="{FF2B5EF4-FFF2-40B4-BE49-F238E27FC236}">
                  <a16:creationId xmlns:a16="http://schemas.microsoft.com/office/drawing/2014/main" id="{3E32D86A-672D-FB10-C5C1-D4EB7BE2C17D}"/>
                </a:ext>
              </a:extLst>
            </p:cNvPr>
            <p:cNvSpPr/>
            <p:nvPr/>
          </p:nvSpPr>
          <p:spPr>
            <a:xfrm>
              <a:off x="319522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3">
              <a:extLst>
                <a:ext uri="{FF2B5EF4-FFF2-40B4-BE49-F238E27FC236}">
                  <a16:creationId xmlns:a16="http://schemas.microsoft.com/office/drawing/2014/main" id="{9913173B-FAD3-3FF2-DA17-391A4226F636}"/>
                </a:ext>
              </a:extLst>
            </p:cNvPr>
            <p:cNvSpPr/>
            <p:nvPr/>
          </p:nvSpPr>
          <p:spPr>
            <a:xfrm>
              <a:off x="320466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4">
              <a:extLst>
                <a:ext uri="{FF2B5EF4-FFF2-40B4-BE49-F238E27FC236}">
                  <a16:creationId xmlns:a16="http://schemas.microsoft.com/office/drawing/2014/main" id="{9C2DB0FC-C53B-0B7B-200F-958A9ECD8A7E}"/>
                </a:ext>
              </a:extLst>
            </p:cNvPr>
            <p:cNvSpPr/>
            <p:nvPr/>
          </p:nvSpPr>
          <p:spPr>
            <a:xfrm>
              <a:off x="321410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5">
              <a:extLst>
                <a:ext uri="{FF2B5EF4-FFF2-40B4-BE49-F238E27FC236}">
                  <a16:creationId xmlns:a16="http://schemas.microsoft.com/office/drawing/2014/main" id="{C77B35CA-038F-5325-E0B9-E472D7A5A2D0}"/>
                </a:ext>
              </a:extLst>
            </p:cNvPr>
            <p:cNvSpPr/>
            <p:nvPr/>
          </p:nvSpPr>
          <p:spPr>
            <a:xfrm>
              <a:off x="322354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6">
              <a:extLst>
                <a:ext uri="{FF2B5EF4-FFF2-40B4-BE49-F238E27FC236}">
                  <a16:creationId xmlns:a16="http://schemas.microsoft.com/office/drawing/2014/main" id="{4B735021-3324-88CF-94E0-0C8D41B099B2}"/>
                </a:ext>
              </a:extLst>
            </p:cNvPr>
            <p:cNvSpPr/>
            <p:nvPr/>
          </p:nvSpPr>
          <p:spPr>
            <a:xfrm>
              <a:off x="323298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7">
              <a:extLst>
                <a:ext uri="{FF2B5EF4-FFF2-40B4-BE49-F238E27FC236}">
                  <a16:creationId xmlns:a16="http://schemas.microsoft.com/office/drawing/2014/main" id="{99311F66-F079-345C-09AD-F0FEEE62017C}"/>
                </a:ext>
              </a:extLst>
            </p:cNvPr>
            <p:cNvSpPr/>
            <p:nvPr/>
          </p:nvSpPr>
          <p:spPr>
            <a:xfrm>
              <a:off x="324242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8">
              <a:extLst>
                <a:ext uri="{FF2B5EF4-FFF2-40B4-BE49-F238E27FC236}">
                  <a16:creationId xmlns:a16="http://schemas.microsoft.com/office/drawing/2014/main" id="{A693AD53-C799-8037-FECF-5BCDF656F7CB}"/>
                </a:ext>
              </a:extLst>
            </p:cNvPr>
            <p:cNvSpPr/>
            <p:nvPr/>
          </p:nvSpPr>
          <p:spPr>
            <a:xfrm>
              <a:off x="325187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19">
              <a:extLst>
                <a:ext uri="{FF2B5EF4-FFF2-40B4-BE49-F238E27FC236}">
                  <a16:creationId xmlns:a16="http://schemas.microsoft.com/office/drawing/2014/main" id="{797391BA-B965-82C9-6759-D7D5C6992951}"/>
                </a:ext>
              </a:extLst>
            </p:cNvPr>
            <p:cNvSpPr/>
            <p:nvPr/>
          </p:nvSpPr>
          <p:spPr>
            <a:xfrm>
              <a:off x="326131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0">
              <a:extLst>
                <a:ext uri="{FF2B5EF4-FFF2-40B4-BE49-F238E27FC236}">
                  <a16:creationId xmlns:a16="http://schemas.microsoft.com/office/drawing/2014/main" id="{FAD626AE-6200-ADD9-B057-8F894B4C0775}"/>
                </a:ext>
              </a:extLst>
            </p:cNvPr>
            <p:cNvSpPr/>
            <p:nvPr/>
          </p:nvSpPr>
          <p:spPr>
            <a:xfrm>
              <a:off x="327075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1">
              <a:extLst>
                <a:ext uri="{FF2B5EF4-FFF2-40B4-BE49-F238E27FC236}">
                  <a16:creationId xmlns:a16="http://schemas.microsoft.com/office/drawing/2014/main" id="{E3D03A15-EA2E-7543-912A-CA235E39DCD4}"/>
                </a:ext>
              </a:extLst>
            </p:cNvPr>
            <p:cNvSpPr/>
            <p:nvPr/>
          </p:nvSpPr>
          <p:spPr>
            <a:xfrm>
              <a:off x="328019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2">
              <a:extLst>
                <a:ext uri="{FF2B5EF4-FFF2-40B4-BE49-F238E27FC236}">
                  <a16:creationId xmlns:a16="http://schemas.microsoft.com/office/drawing/2014/main" id="{2DBE0DD1-8618-B851-503C-FA11917D0BC8}"/>
                </a:ext>
              </a:extLst>
            </p:cNvPr>
            <p:cNvSpPr/>
            <p:nvPr/>
          </p:nvSpPr>
          <p:spPr>
            <a:xfrm>
              <a:off x="328963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3">
              <a:extLst>
                <a:ext uri="{FF2B5EF4-FFF2-40B4-BE49-F238E27FC236}">
                  <a16:creationId xmlns:a16="http://schemas.microsoft.com/office/drawing/2014/main" id="{F0A9E9DE-DCD4-32BF-043D-AEF91F71C115}"/>
                </a:ext>
              </a:extLst>
            </p:cNvPr>
            <p:cNvSpPr/>
            <p:nvPr/>
          </p:nvSpPr>
          <p:spPr>
            <a:xfrm>
              <a:off x="329907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4">
              <a:extLst>
                <a:ext uri="{FF2B5EF4-FFF2-40B4-BE49-F238E27FC236}">
                  <a16:creationId xmlns:a16="http://schemas.microsoft.com/office/drawing/2014/main" id="{BF996B74-4151-4D13-2878-920D49E88A87}"/>
                </a:ext>
              </a:extLst>
            </p:cNvPr>
            <p:cNvSpPr/>
            <p:nvPr/>
          </p:nvSpPr>
          <p:spPr>
            <a:xfrm>
              <a:off x="330851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5">
              <a:extLst>
                <a:ext uri="{FF2B5EF4-FFF2-40B4-BE49-F238E27FC236}">
                  <a16:creationId xmlns:a16="http://schemas.microsoft.com/office/drawing/2014/main" id="{81DC6EAC-3410-B40A-367E-D720AB36FD4C}"/>
                </a:ext>
              </a:extLst>
            </p:cNvPr>
            <p:cNvSpPr/>
            <p:nvPr/>
          </p:nvSpPr>
          <p:spPr>
            <a:xfrm>
              <a:off x="331795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6">
              <a:extLst>
                <a:ext uri="{FF2B5EF4-FFF2-40B4-BE49-F238E27FC236}">
                  <a16:creationId xmlns:a16="http://schemas.microsoft.com/office/drawing/2014/main" id="{3BE09660-5299-9733-1382-65346C3640C1}"/>
                </a:ext>
              </a:extLst>
            </p:cNvPr>
            <p:cNvSpPr/>
            <p:nvPr/>
          </p:nvSpPr>
          <p:spPr>
            <a:xfrm>
              <a:off x="332739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7">
              <a:extLst>
                <a:ext uri="{FF2B5EF4-FFF2-40B4-BE49-F238E27FC236}">
                  <a16:creationId xmlns:a16="http://schemas.microsoft.com/office/drawing/2014/main" id="{320194DB-3C46-360A-DB6E-F9619D62B4FE}"/>
                </a:ext>
              </a:extLst>
            </p:cNvPr>
            <p:cNvSpPr/>
            <p:nvPr/>
          </p:nvSpPr>
          <p:spPr>
            <a:xfrm>
              <a:off x="333683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8">
              <a:extLst>
                <a:ext uri="{FF2B5EF4-FFF2-40B4-BE49-F238E27FC236}">
                  <a16:creationId xmlns:a16="http://schemas.microsoft.com/office/drawing/2014/main" id="{AE0A1524-4627-7604-DD24-B971311EE21D}"/>
                </a:ext>
              </a:extLst>
            </p:cNvPr>
            <p:cNvSpPr/>
            <p:nvPr/>
          </p:nvSpPr>
          <p:spPr>
            <a:xfrm>
              <a:off x="334627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29">
              <a:extLst>
                <a:ext uri="{FF2B5EF4-FFF2-40B4-BE49-F238E27FC236}">
                  <a16:creationId xmlns:a16="http://schemas.microsoft.com/office/drawing/2014/main" id="{D01B197E-0471-CB91-CA72-3A07FC94D4AC}"/>
                </a:ext>
              </a:extLst>
            </p:cNvPr>
            <p:cNvSpPr/>
            <p:nvPr/>
          </p:nvSpPr>
          <p:spPr>
            <a:xfrm>
              <a:off x="335571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0">
              <a:extLst>
                <a:ext uri="{FF2B5EF4-FFF2-40B4-BE49-F238E27FC236}">
                  <a16:creationId xmlns:a16="http://schemas.microsoft.com/office/drawing/2014/main" id="{538CBB1D-CB1B-B863-7775-046B564B7EC4}"/>
                </a:ext>
              </a:extLst>
            </p:cNvPr>
            <p:cNvSpPr/>
            <p:nvPr/>
          </p:nvSpPr>
          <p:spPr>
            <a:xfrm>
              <a:off x="336515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1">
              <a:extLst>
                <a:ext uri="{FF2B5EF4-FFF2-40B4-BE49-F238E27FC236}">
                  <a16:creationId xmlns:a16="http://schemas.microsoft.com/office/drawing/2014/main" id="{3EAD7B8B-B1F9-1797-5A1E-FAD529FE365C}"/>
                </a:ext>
              </a:extLst>
            </p:cNvPr>
            <p:cNvSpPr/>
            <p:nvPr/>
          </p:nvSpPr>
          <p:spPr>
            <a:xfrm>
              <a:off x="337459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2">
              <a:extLst>
                <a:ext uri="{FF2B5EF4-FFF2-40B4-BE49-F238E27FC236}">
                  <a16:creationId xmlns:a16="http://schemas.microsoft.com/office/drawing/2014/main" id="{4D3D68E4-B491-5DB1-64EE-F610416C7A03}"/>
                </a:ext>
              </a:extLst>
            </p:cNvPr>
            <p:cNvSpPr/>
            <p:nvPr/>
          </p:nvSpPr>
          <p:spPr>
            <a:xfrm>
              <a:off x="338403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3">
              <a:extLst>
                <a:ext uri="{FF2B5EF4-FFF2-40B4-BE49-F238E27FC236}">
                  <a16:creationId xmlns:a16="http://schemas.microsoft.com/office/drawing/2014/main" id="{B92C6FDA-9CEF-F8FD-38B0-0B1032ECC95D}"/>
                </a:ext>
              </a:extLst>
            </p:cNvPr>
            <p:cNvSpPr/>
            <p:nvPr/>
          </p:nvSpPr>
          <p:spPr>
            <a:xfrm>
              <a:off x="339347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4">
              <a:extLst>
                <a:ext uri="{FF2B5EF4-FFF2-40B4-BE49-F238E27FC236}">
                  <a16:creationId xmlns:a16="http://schemas.microsoft.com/office/drawing/2014/main" id="{0B1619C8-DC39-9925-865B-CAD91E84856D}"/>
                </a:ext>
              </a:extLst>
            </p:cNvPr>
            <p:cNvSpPr/>
            <p:nvPr/>
          </p:nvSpPr>
          <p:spPr>
            <a:xfrm>
              <a:off x="340291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5">
              <a:extLst>
                <a:ext uri="{FF2B5EF4-FFF2-40B4-BE49-F238E27FC236}">
                  <a16:creationId xmlns:a16="http://schemas.microsoft.com/office/drawing/2014/main" id="{DB1D6602-5F51-262A-4E8D-D5BA4969A51A}"/>
                </a:ext>
              </a:extLst>
            </p:cNvPr>
            <p:cNvSpPr/>
            <p:nvPr/>
          </p:nvSpPr>
          <p:spPr>
            <a:xfrm>
              <a:off x="341235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6">
              <a:extLst>
                <a:ext uri="{FF2B5EF4-FFF2-40B4-BE49-F238E27FC236}">
                  <a16:creationId xmlns:a16="http://schemas.microsoft.com/office/drawing/2014/main" id="{713535C3-B92A-13B1-7066-AF62BF914A2C}"/>
                </a:ext>
              </a:extLst>
            </p:cNvPr>
            <p:cNvSpPr/>
            <p:nvPr/>
          </p:nvSpPr>
          <p:spPr>
            <a:xfrm>
              <a:off x="342179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7">
              <a:extLst>
                <a:ext uri="{FF2B5EF4-FFF2-40B4-BE49-F238E27FC236}">
                  <a16:creationId xmlns:a16="http://schemas.microsoft.com/office/drawing/2014/main" id="{2D073E53-5137-9EE2-86AF-7BCFCF91F7D3}"/>
                </a:ext>
              </a:extLst>
            </p:cNvPr>
            <p:cNvSpPr/>
            <p:nvPr/>
          </p:nvSpPr>
          <p:spPr>
            <a:xfrm>
              <a:off x="343123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8">
              <a:extLst>
                <a:ext uri="{FF2B5EF4-FFF2-40B4-BE49-F238E27FC236}">
                  <a16:creationId xmlns:a16="http://schemas.microsoft.com/office/drawing/2014/main" id="{8EBD73B4-05DB-27C6-7D36-0DA8A096DECE}"/>
                </a:ext>
              </a:extLst>
            </p:cNvPr>
            <p:cNvSpPr/>
            <p:nvPr/>
          </p:nvSpPr>
          <p:spPr>
            <a:xfrm>
              <a:off x="344067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39">
              <a:extLst>
                <a:ext uri="{FF2B5EF4-FFF2-40B4-BE49-F238E27FC236}">
                  <a16:creationId xmlns:a16="http://schemas.microsoft.com/office/drawing/2014/main" id="{FC61DC5A-6724-3EBE-49AE-451640BBFDCD}"/>
                </a:ext>
              </a:extLst>
            </p:cNvPr>
            <p:cNvSpPr/>
            <p:nvPr/>
          </p:nvSpPr>
          <p:spPr>
            <a:xfrm>
              <a:off x="345011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0">
              <a:extLst>
                <a:ext uri="{FF2B5EF4-FFF2-40B4-BE49-F238E27FC236}">
                  <a16:creationId xmlns:a16="http://schemas.microsoft.com/office/drawing/2014/main" id="{E0AF999C-CF50-AD12-B190-6FCBD6C17BA6}"/>
                </a:ext>
              </a:extLst>
            </p:cNvPr>
            <p:cNvSpPr/>
            <p:nvPr/>
          </p:nvSpPr>
          <p:spPr>
            <a:xfrm>
              <a:off x="345955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1">
              <a:extLst>
                <a:ext uri="{FF2B5EF4-FFF2-40B4-BE49-F238E27FC236}">
                  <a16:creationId xmlns:a16="http://schemas.microsoft.com/office/drawing/2014/main" id="{29DC47F0-8571-179C-C601-75C073D4FF44}"/>
                </a:ext>
              </a:extLst>
            </p:cNvPr>
            <p:cNvSpPr/>
            <p:nvPr/>
          </p:nvSpPr>
          <p:spPr>
            <a:xfrm>
              <a:off x="346899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2">
              <a:extLst>
                <a:ext uri="{FF2B5EF4-FFF2-40B4-BE49-F238E27FC236}">
                  <a16:creationId xmlns:a16="http://schemas.microsoft.com/office/drawing/2014/main" id="{77385082-D6B7-BE48-E664-FBC47E30D033}"/>
                </a:ext>
              </a:extLst>
            </p:cNvPr>
            <p:cNvSpPr/>
            <p:nvPr/>
          </p:nvSpPr>
          <p:spPr>
            <a:xfrm>
              <a:off x="347843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3">
              <a:extLst>
                <a:ext uri="{FF2B5EF4-FFF2-40B4-BE49-F238E27FC236}">
                  <a16:creationId xmlns:a16="http://schemas.microsoft.com/office/drawing/2014/main" id="{F5B323FC-0095-1D9D-E390-E795045DCD67}"/>
                </a:ext>
              </a:extLst>
            </p:cNvPr>
            <p:cNvSpPr/>
            <p:nvPr/>
          </p:nvSpPr>
          <p:spPr>
            <a:xfrm>
              <a:off x="348787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4">
              <a:extLst>
                <a:ext uri="{FF2B5EF4-FFF2-40B4-BE49-F238E27FC236}">
                  <a16:creationId xmlns:a16="http://schemas.microsoft.com/office/drawing/2014/main" id="{F4558FCE-7CD2-F1BF-DA76-25E298BAB558}"/>
                </a:ext>
              </a:extLst>
            </p:cNvPr>
            <p:cNvSpPr/>
            <p:nvPr/>
          </p:nvSpPr>
          <p:spPr>
            <a:xfrm>
              <a:off x="349731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5">
              <a:extLst>
                <a:ext uri="{FF2B5EF4-FFF2-40B4-BE49-F238E27FC236}">
                  <a16:creationId xmlns:a16="http://schemas.microsoft.com/office/drawing/2014/main" id="{D69AD452-2FD1-684D-AAB4-B8B3F807BAB7}"/>
                </a:ext>
              </a:extLst>
            </p:cNvPr>
            <p:cNvSpPr/>
            <p:nvPr/>
          </p:nvSpPr>
          <p:spPr>
            <a:xfrm>
              <a:off x="350675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6">
              <a:extLst>
                <a:ext uri="{FF2B5EF4-FFF2-40B4-BE49-F238E27FC236}">
                  <a16:creationId xmlns:a16="http://schemas.microsoft.com/office/drawing/2014/main" id="{461148F9-AAFA-B056-B4D7-35A85FD49829}"/>
                </a:ext>
              </a:extLst>
            </p:cNvPr>
            <p:cNvSpPr/>
            <p:nvPr/>
          </p:nvSpPr>
          <p:spPr>
            <a:xfrm>
              <a:off x="351619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7">
              <a:extLst>
                <a:ext uri="{FF2B5EF4-FFF2-40B4-BE49-F238E27FC236}">
                  <a16:creationId xmlns:a16="http://schemas.microsoft.com/office/drawing/2014/main" id="{2490A69A-5351-06FA-6AD7-6BBDF8A3C4A2}"/>
                </a:ext>
              </a:extLst>
            </p:cNvPr>
            <p:cNvSpPr/>
            <p:nvPr/>
          </p:nvSpPr>
          <p:spPr>
            <a:xfrm>
              <a:off x="352563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8">
              <a:extLst>
                <a:ext uri="{FF2B5EF4-FFF2-40B4-BE49-F238E27FC236}">
                  <a16:creationId xmlns:a16="http://schemas.microsoft.com/office/drawing/2014/main" id="{74E47412-E629-CBF4-E844-AEC15AE8E67F}"/>
                </a:ext>
              </a:extLst>
            </p:cNvPr>
            <p:cNvSpPr/>
            <p:nvPr/>
          </p:nvSpPr>
          <p:spPr>
            <a:xfrm>
              <a:off x="353507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49">
              <a:extLst>
                <a:ext uri="{FF2B5EF4-FFF2-40B4-BE49-F238E27FC236}">
                  <a16:creationId xmlns:a16="http://schemas.microsoft.com/office/drawing/2014/main" id="{D40EE333-8576-462A-5931-82EF2136992B}"/>
                </a:ext>
              </a:extLst>
            </p:cNvPr>
            <p:cNvSpPr/>
            <p:nvPr/>
          </p:nvSpPr>
          <p:spPr>
            <a:xfrm>
              <a:off x="354451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0">
              <a:extLst>
                <a:ext uri="{FF2B5EF4-FFF2-40B4-BE49-F238E27FC236}">
                  <a16:creationId xmlns:a16="http://schemas.microsoft.com/office/drawing/2014/main" id="{51B0893A-B826-BE0A-CEC6-59C05262B471}"/>
                </a:ext>
              </a:extLst>
            </p:cNvPr>
            <p:cNvSpPr/>
            <p:nvPr/>
          </p:nvSpPr>
          <p:spPr>
            <a:xfrm>
              <a:off x="355395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1">
              <a:extLst>
                <a:ext uri="{FF2B5EF4-FFF2-40B4-BE49-F238E27FC236}">
                  <a16:creationId xmlns:a16="http://schemas.microsoft.com/office/drawing/2014/main" id="{632A4F21-30B2-4EED-D9BD-F2F1CF474692}"/>
                </a:ext>
              </a:extLst>
            </p:cNvPr>
            <p:cNvSpPr/>
            <p:nvPr/>
          </p:nvSpPr>
          <p:spPr>
            <a:xfrm>
              <a:off x="356339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2">
              <a:extLst>
                <a:ext uri="{FF2B5EF4-FFF2-40B4-BE49-F238E27FC236}">
                  <a16:creationId xmlns:a16="http://schemas.microsoft.com/office/drawing/2014/main" id="{6082C8A1-B65D-D6A6-58D8-BAF6DB93851F}"/>
                </a:ext>
              </a:extLst>
            </p:cNvPr>
            <p:cNvSpPr/>
            <p:nvPr/>
          </p:nvSpPr>
          <p:spPr>
            <a:xfrm>
              <a:off x="357283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3">
              <a:extLst>
                <a:ext uri="{FF2B5EF4-FFF2-40B4-BE49-F238E27FC236}">
                  <a16:creationId xmlns:a16="http://schemas.microsoft.com/office/drawing/2014/main" id="{0E107F07-8C73-700F-3D63-4E67F28A3A1D}"/>
                </a:ext>
              </a:extLst>
            </p:cNvPr>
            <p:cNvSpPr/>
            <p:nvPr/>
          </p:nvSpPr>
          <p:spPr>
            <a:xfrm>
              <a:off x="358227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4">
              <a:extLst>
                <a:ext uri="{FF2B5EF4-FFF2-40B4-BE49-F238E27FC236}">
                  <a16:creationId xmlns:a16="http://schemas.microsoft.com/office/drawing/2014/main" id="{7E553E43-FC16-3ABA-998C-1BE0801C152D}"/>
                </a:ext>
              </a:extLst>
            </p:cNvPr>
            <p:cNvSpPr/>
            <p:nvPr/>
          </p:nvSpPr>
          <p:spPr>
            <a:xfrm>
              <a:off x="359171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5">
              <a:extLst>
                <a:ext uri="{FF2B5EF4-FFF2-40B4-BE49-F238E27FC236}">
                  <a16:creationId xmlns:a16="http://schemas.microsoft.com/office/drawing/2014/main" id="{6643AFC7-56E6-E3AC-E61C-F8EAE2F4823E}"/>
                </a:ext>
              </a:extLst>
            </p:cNvPr>
            <p:cNvSpPr/>
            <p:nvPr/>
          </p:nvSpPr>
          <p:spPr>
            <a:xfrm>
              <a:off x="3601159" y="157041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6">
              <a:extLst>
                <a:ext uri="{FF2B5EF4-FFF2-40B4-BE49-F238E27FC236}">
                  <a16:creationId xmlns:a16="http://schemas.microsoft.com/office/drawing/2014/main" id="{C62B4688-CE46-D779-E79A-42E911FD6453}"/>
                </a:ext>
              </a:extLst>
            </p:cNvPr>
            <p:cNvSpPr/>
            <p:nvPr/>
          </p:nvSpPr>
          <p:spPr>
            <a:xfrm>
              <a:off x="3610599" y="1552849"/>
              <a:ext cx="923840" cy="931841"/>
            </a:xfrm>
            <a:custGeom>
              <a:avLst/>
              <a:gdLst/>
              <a:ahLst/>
              <a:cxnLst/>
              <a:rect l="0" t="0" r="0" b="0"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7">
              <a:extLst>
                <a:ext uri="{FF2B5EF4-FFF2-40B4-BE49-F238E27FC236}">
                  <a16:creationId xmlns:a16="http://schemas.microsoft.com/office/drawing/2014/main" id="{54880E3B-6918-CB9E-C85D-E8013F790134}"/>
                </a:ext>
              </a:extLst>
            </p:cNvPr>
            <p:cNvSpPr/>
            <p:nvPr/>
          </p:nvSpPr>
          <p:spPr>
            <a:xfrm>
              <a:off x="3620039" y="1552849"/>
              <a:ext cx="923840" cy="923894"/>
            </a:xfrm>
            <a:custGeom>
              <a:avLst/>
              <a:gdLst/>
              <a:ahLst/>
              <a:cxnLst/>
              <a:rect l="0" t="0" r="0" b="0"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8">
              <a:extLst>
                <a:ext uri="{FF2B5EF4-FFF2-40B4-BE49-F238E27FC236}">
                  <a16:creationId xmlns:a16="http://schemas.microsoft.com/office/drawing/2014/main" id="{B7F2A664-00F4-2E3D-704D-DAE224449AD8}"/>
                </a:ext>
              </a:extLst>
            </p:cNvPr>
            <p:cNvSpPr/>
            <p:nvPr/>
          </p:nvSpPr>
          <p:spPr>
            <a:xfrm>
              <a:off x="3629479" y="1552849"/>
              <a:ext cx="915873" cy="915399"/>
            </a:xfrm>
            <a:custGeom>
              <a:avLst/>
              <a:gdLst/>
              <a:ahLst/>
              <a:cxnLst/>
              <a:rect l="0" t="0" r="0" b="0"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59">
              <a:extLst>
                <a:ext uri="{FF2B5EF4-FFF2-40B4-BE49-F238E27FC236}">
                  <a16:creationId xmlns:a16="http://schemas.microsoft.com/office/drawing/2014/main" id="{5DA59674-9008-9160-2283-951C84AEE1E2}"/>
                </a:ext>
              </a:extLst>
            </p:cNvPr>
            <p:cNvSpPr/>
            <p:nvPr/>
          </p:nvSpPr>
          <p:spPr>
            <a:xfrm>
              <a:off x="2185123" y="1535279"/>
              <a:ext cx="914400" cy="931229"/>
            </a:xfrm>
            <a:custGeom>
              <a:avLst/>
              <a:gdLst/>
              <a:ahLst/>
              <a:cxnLst/>
              <a:rect l="0" t="0" r="0" b="0"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0">
              <a:extLst>
                <a:ext uri="{FF2B5EF4-FFF2-40B4-BE49-F238E27FC236}">
                  <a16:creationId xmlns:a16="http://schemas.microsoft.com/office/drawing/2014/main" id="{E84532B0-9772-8AD4-7ACC-2EF4BD92B025}"/>
                </a:ext>
              </a:extLst>
            </p:cNvPr>
            <p:cNvSpPr/>
            <p:nvPr/>
          </p:nvSpPr>
          <p:spPr>
            <a:xfrm>
              <a:off x="218512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1">
              <a:extLst>
                <a:ext uri="{FF2B5EF4-FFF2-40B4-BE49-F238E27FC236}">
                  <a16:creationId xmlns:a16="http://schemas.microsoft.com/office/drawing/2014/main" id="{75F879AD-EFD6-E560-6038-8C256047FF87}"/>
                </a:ext>
              </a:extLst>
            </p:cNvPr>
            <p:cNvSpPr/>
            <p:nvPr/>
          </p:nvSpPr>
          <p:spPr>
            <a:xfrm>
              <a:off x="219456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2">
              <a:extLst>
                <a:ext uri="{FF2B5EF4-FFF2-40B4-BE49-F238E27FC236}">
                  <a16:creationId xmlns:a16="http://schemas.microsoft.com/office/drawing/2014/main" id="{46DCC8BA-75A0-D9D0-BA86-C3A8568ADA9D}"/>
                </a:ext>
              </a:extLst>
            </p:cNvPr>
            <p:cNvSpPr/>
            <p:nvPr/>
          </p:nvSpPr>
          <p:spPr>
            <a:xfrm>
              <a:off x="220400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3">
              <a:extLst>
                <a:ext uri="{FF2B5EF4-FFF2-40B4-BE49-F238E27FC236}">
                  <a16:creationId xmlns:a16="http://schemas.microsoft.com/office/drawing/2014/main" id="{1F366B4E-259C-D484-EA6B-6203A0B7ABEA}"/>
                </a:ext>
              </a:extLst>
            </p:cNvPr>
            <p:cNvSpPr/>
            <p:nvPr/>
          </p:nvSpPr>
          <p:spPr>
            <a:xfrm>
              <a:off x="221344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4">
              <a:extLst>
                <a:ext uri="{FF2B5EF4-FFF2-40B4-BE49-F238E27FC236}">
                  <a16:creationId xmlns:a16="http://schemas.microsoft.com/office/drawing/2014/main" id="{695549CC-1C2F-B9E9-FB64-69C8A0851899}"/>
                </a:ext>
              </a:extLst>
            </p:cNvPr>
            <p:cNvSpPr/>
            <p:nvPr/>
          </p:nvSpPr>
          <p:spPr>
            <a:xfrm>
              <a:off x="222288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5">
              <a:extLst>
                <a:ext uri="{FF2B5EF4-FFF2-40B4-BE49-F238E27FC236}">
                  <a16:creationId xmlns:a16="http://schemas.microsoft.com/office/drawing/2014/main" id="{080CA620-E1CC-1174-373F-29A10442CF58}"/>
                </a:ext>
              </a:extLst>
            </p:cNvPr>
            <p:cNvSpPr/>
            <p:nvPr/>
          </p:nvSpPr>
          <p:spPr>
            <a:xfrm>
              <a:off x="223232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6">
              <a:extLst>
                <a:ext uri="{FF2B5EF4-FFF2-40B4-BE49-F238E27FC236}">
                  <a16:creationId xmlns:a16="http://schemas.microsoft.com/office/drawing/2014/main" id="{335D01F7-9869-9B33-7D41-E475D9075F68}"/>
                </a:ext>
              </a:extLst>
            </p:cNvPr>
            <p:cNvSpPr/>
            <p:nvPr/>
          </p:nvSpPr>
          <p:spPr>
            <a:xfrm>
              <a:off x="224176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7">
              <a:extLst>
                <a:ext uri="{FF2B5EF4-FFF2-40B4-BE49-F238E27FC236}">
                  <a16:creationId xmlns:a16="http://schemas.microsoft.com/office/drawing/2014/main" id="{3AB0506F-00CD-CF92-3D7A-1FF71F5D023B}"/>
                </a:ext>
              </a:extLst>
            </p:cNvPr>
            <p:cNvSpPr/>
            <p:nvPr/>
          </p:nvSpPr>
          <p:spPr>
            <a:xfrm>
              <a:off x="225120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8">
              <a:extLst>
                <a:ext uri="{FF2B5EF4-FFF2-40B4-BE49-F238E27FC236}">
                  <a16:creationId xmlns:a16="http://schemas.microsoft.com/office/drawing/2014/main" id="{8F8E4C1F-F385-C431-F18C-8F8F835BEF06}"/>
                </a:ext>
              </a:extLst>
            </p:cNvPr>
            <p:cNvSpPr/>
            <p:nvPr/>
          </p:nvSpPr>
          <p:spPr>
            <a:xfrm>
              <a:off x="226064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69">
              <a:extLst>
                <a:ext uri="{FF2B5EF4-FFF2-40B4-BE49-F238E27FC236}">
                  <a16:creationId xmlns:a16="http://schemas.microsoft.com/office/drawing/2014/main" id="{6414E409-AE82-9B11-F415-7595B1F69206}"/>
                </a:ext>
              </a:extLst>
            </p:cNvPr>
            <p:cNvSpPr/>
            <p:nvPr/>
          </p:nvSpPr>
          <p:spPr>
            <a:xfrm>
              <a:off x="227008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0">
              <a:extLst>
                <a:ext uri="{FF2B5EF4-FFF2-40B4-BE49-F238E27FC236}">
                  <a16:creationId xmlns:a16="http://schemas.microsoft.com/office/drawing/2014/main" id="{CD064F1D-82A6-6FC3-7DC5-561EE8FCC3B4}"/>
                </a:ext>
              </a:extLst>
            </p:cNvPr>
            <p:cNvSpPr/>
            <p:nvPr/>
          </p:nvSpPr>
          <p:spPr>
            <a:xfrm>
              <a:off x="227952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1">
              <a:extLst>
                <a:ext uri="{FF2B5EF4-FFF2-40B4-BE49-F238E27FC236}">
                  <a16:creationId xmlns:a16="http://schemas.microsoft.com/office/drawing/2014/main" id="{5F2D885A-6BB2-0332-22C7-251231DF1264}"/>
                </a:ext>
              </a:extLst>
            </p:cNvPr>
            <p:cNvSpPr/>
            <p:nvPr/>
          </p:nvSpPr>
          <p:spPr>
            <a:xfrm>
              <a:off x="228896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2">
              <a:extLst>
                <a:ext uri="{FF2B5EF4-FFF2-40B4-BE49-F238E27FC236}">
                  <a16:creationId xmlns:a16="http://schemas.microsoft.com/office/drawing/2014/main" id="{9355DABC-26D8-2350-9B39-951BDAFD0DF9}"/>
                </a:ext>
              </a:extLst>
            </p:cNvPr>
            <p:cNvSpPr/>
            <p:nvPr/>
          </p:nvSpPr>
          <p:spPr>
            <a:xfrm>
              <a:off x="229840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3">
              <a:extLst>
                <a:ext uri="{FF2B5EF4-FFF2-40B4-BE49-F238E27FC236}">
                  <a16:creationId xmlns:a16="http://schemas.microsoft.com/office/drawing/2014/main" id="{31A6372E-48C9-1A19-638F-F0204B4A7383}"/>
                </a:ext>
              </a:extLst>
            </p:cNvPr>
            <p:cNvSpPr/>
            <p:nvPr/>
          </p:nvSpPr>
          <p:spPr>
            <a:xfrm>
              <a:off x="230784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4">
              <a:extLst>
                <a:ext uri="{FF2B5EF4-FFF2-40B4-BE49-F238E27FC236}">
                  <a16:creationId xmlns:a16="http://schemas.microsoft.com/office/drawing/2014/main" id="{5D89A6F4-7D9A-AC2E-BEE7-3C457EB0155F}"/>
                </a:ext>
              </a:extLst>
            </p:cNvPr>
            <p:cNvSpPr/>
            <p:nvPr/>
          </p:nvSpPr>
          <p:spPr>
            <a:xfrm>
              <a:off x="231728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5">
              <a:extLst>
                <a:ext uri="{FF2B5EF4-FFF2-40B4-BE49-F238E27FC236}">
                  <a16:creationId xmlns:a16="http://schemas.microsoft.com/office/drawing/2014/main" id="{3C1FA09C-F4E3-2F70-BD14-DD074CABE409}"/>
                </a:ext>
              </a:extLst>
            </p:cNvPr>
            <p:cNvSpPr/>
            <p:nvPr/>
          </p:nvSpPr>
          <p:spPr>
            <a:xfrm>
              <a:off x="232672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6">
              <a:extLst>
                <a:ext uri="{FF2B5EF4-FFF2-40B4-BE49-F238E27FC236}">
                  <a16:creationId xmlns:a16="http://schemas.microsoft.com/office/drawing/2014/main" id="{AB2EFE8C-F7B5-9762-0631-7B7BEB9B2CDA}"/>
                </a:ext>
              </a:extLst>
            </p:cNvPr>
            <p:cNvSpPr/>
            <p:nvPr/>
          </p:nvSpPr>
          <p:spPr>
            <a:xfrm>
              <a:off x="233616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7">
              <a:extLst>
                <a:ext uri="{FF2B5EF4-FFF2-40B4-BE49-F238E27FC236}">
                  <a16:creationId xmlns:a16="http://schemas.microsoft.com/office/drawing/2014/main" id="{E1B35E03-255F-2C49-97B8-BE1C37FC374E}"/>
                </a:ext>
              </a:extLst>
            </p:cNvPr>
            <p:cNvSpPr/>
            <p:nvPr/>
          </p:nvSpPr>
          <p:spPr>
            <a:xfrm>
              <a:off x="234560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8">
              <a:extLst>
                <a:ext uri="{FF2B5EF4-FFF2-40B4-BE49-F238E27FC236}">
                  <a16:creationId xmlns:a16="http://schemas.microsoft.com/office/drawing/2014/main" id="{FEFFFE61-2B30-5DA9-B4E4-835157DEFA2B}"/>
                </a:ext>
              </a:extLst>
            </p:cNvPr>
            <p:cNvSpPr/>
            <p:nvPr/>
          </p:nvSpPr>
          <p:spPr>
            <a:xfrm>
              <a:off x="235504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79">
              <a:extLst>
                <a:ext uri="{FF2B5EF4-FFF2-40B4-BE49-F238E27FC236}">
                  <a16:creationId xmlns:a16="http://schemas.microsoft.com/office/drawing/2014/main" id="{EADB65E8-ED04-46BB-B098-A2883671449F}"/>
                </a:ext>
              </a:extLst>
            </p:cNvPr>
            <p:cNvSpPr/>
            <p:nvPr/>
          </p:nvSpPr>
          <p:spPr>
            <a:xfrm>
              <a:off x="236448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0">
              <a:extLst>
                <a:ext uri="{FF2B5EF4-FFF2-40B4-BE49-F238E27FC236}">
                  <a16:creationId xmlns:a16="http://schemas.microsoft.com/office/drawing/2014/main" id="{E48F1CDD-17E9-F2C0-3C1F-95C832DBE68B}"/>
                </a:ext>
              </a:extLst>
            </p:cNvPr>
            <p:cNvSpPr/>
            <p:nvPr/>
          </p:nvSpPr>
          <p:spPr>
            <a:xfrm>
              <a:off x="237392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1">
              <a:extLst>
                <a:ext uri="{FF2B5EF4-FFF2-40B4-BE49-F238E27FC236}">
                  <a16:creationId xmlns:a16="http://schemas.microsoft.com/office/drawing/2014/main" id="{6ACB4FCA-F5A0-25E6-6165-FFF1B376BFA0}"/>
                </a:ext>
              </a:extLst>
            </p:cNvPr>
            <p:cNvSpPr/>
            <p:nvPr/>
          </p:nvSpPr>
          <p:spPr>
            <a:xfrm>
              <a:off x="238336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2">
              <a:extLst>
                <a:ext uri="{FF2B5EF4-FFF2-40B4-BE49-F238E27FC236}">
                  <a16:creationId xmlns:a16="http://schemas.microsoft.com/office/drawing/2014/main" id="{BA5BDE39-7CC1-B481-F3FA-F03864E5A93D}"/>
                </a:ext>
              </a:extLst>
            </p:cNvPr>
            <p:cNvSpPr/>
            <p:nvPr/>
          </p:nvSpPr>
          <p:spPr>
            <a:xfrm>
              <a:off x="239280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3">
              <a:extLst>
                <a:ext uri="{FF2B5EF4-FFF2-40B4-BE49-F238E27FC236}">
                  <a16:creationId xmlns:a16="http://schemas.microsoft.com/office/drawing/2014/main" id="{FF9FF1AF-FE92-71C9-E902-F7FD11A0AE78}"/>
                </a:ext>
              </a:extLst>
            </p:cNvPr>
            <p:cNvSpPr/>
            <p:nvPr/>
          </p:nvSpPr>
          <p:spPr>
            <a:xfrm>
              <a:off x="240224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4">
              <a:extLst>
                <a:ext uri="{FF2B5EF4-FFF2-40B4-BE49-F238E27FC236}">
                  <a16:creationId xmlns:a16="http://schemas.microsoft.com/office/drawing/2014/main" id="{BB23E72F-0658-0933-D671-FE8A0244CFC0}"/>
                </a:ext>
              </a:extLst>
            </p:cNvPr>
            <p:cNvSpPr/>
            <p:nvPr/>
          </p:nvSpPr>
          <p:spPr>
            <a:xfrm>
              <a:off x="241168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5">
              <a:extLst>
                <a:ext uri="{FF2B5EF4-FFF2-40B4-BE49-F238E27FC236}">
                  <a16:creationId xmlns:a16="http://schemas.microsoft.com/office/drawing/2014/main" id="{DBFB26E3-1896-93A7-3B8F-FB119E2D1F72}"/>
                </a:ext>
              </a:extLst>
            </p:cNvPr>
            <p:cNvSpPr/>
            <p:nvPr/>
          </p:nvSpPr>
          <p:spPr>
            <a:xfrm>
              <a:off x="242112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6">
              <a:extLst>
                <a:ext uri="{FF2B5EF4-FFF2-40B4-BE49-F238E27FC236}">
                  <a16:creationId xmlns:a16="http://schemas.microsoft.com/office/drawing/2014/main" id="{8ADE4BA9-9432-D990-9281-EE6406ABF2A5}"/>
                </a:ext>
              </a:extLst>
            </p:cNvPr>
            <p:cNvSpPr/>
            <p:nvPr/>
          </p:nvSpPr>
          <p:spPr>
            <a:xfrm>
              <a:off x="2440009" y="155284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400" y="902244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7">
              <a:extLst>
                <a:ext uri="{FF2B5EF4-FFF2-40B4-BE49-F238E27FC236}">
                  <a16:creationId xmlns:a16="http://schemas.microsoft.com/office/drawing/2014/main" id="{A39F88D0-A9D3-2B72-5F5D-FCE4F2ABF872}"/>
                </a:ext>
              </a:extLst>
            </p:cNvPr>
            <p:cNvSpPr/>
            <p:nvPr/>
          </p:nvSpPr>
          <p:spPr>
            <a:xfrm>
              <a:off x="2440009" y="1552849"/>
              <a:ext cx="916377" cy="914399"/>
            </a:xfrm>
            <a:custGeom>
              <a:avLst/>
              <a:gdLst/>
              <a:ahLst/>
              <a:cxnLst/>
              <a:rect l="0" t="0" r="0" b="0"/>
              <a:pathLst>
                <a:path w="916377" h="914399">
                  <a:moveTo>
                    <a:pt x="914400" y="914399"/>
                  </a:moveTo>
                  <a:lnTo>
                    <a:pt x="914400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8">
              <a:extLst>
                <a:ext uri="{FF2B5EF4-FFF2-40B4-BE49-F238E27FC236}">
                  <a16:creationId xmlns:a16="http://schemas.microsoft.com/office/drawing/2014/main" id="{49A31A54-4BC5-906C-F5B3-E38E126E6500}"/>
                </a:ext>
              </a:extLst>
            </p:cNvPr>
            <p:cNvSpPr/>
            <p:nvPr/>
          </p:nvSpPr>
          <p:spPr>
            <a:xfrm>
              <a:off x="3129147" y="15352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89">
              <a:extLst>
                <a:ext uri="{FF2B5EF4-FFF2-40B4-BE49-F238E27FC236}">
                  <a16:creationId xmlns:a16="http://schemas.microsoft.com/office/drawing/2014/main" id="{1C0D2C54-0551-3DDB-D9FD-98275E6702EA}"/>
                </a:ext>
              </a:extLst>
            </p:cNvPr>
            <p:cNvSpPr/>
            <p:nvPr/>
          </p:nvSpPr>
          <p:spPr>
            <a:xfrm>
              <a:off x="312914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0">
              <a:extLst>
                <a:ext uri="{FF2B5EF4-FFF2-40B4-BE49-F238E27FC236}">
                  <a16:creationId xmlns:a16="http://schemas.microsoft.com/office/drawing/2014/main" id="{BAE52798-E50B-565F-7388-34F995BB35F5}"/>
                </a:ext>
              </a:extLst>
            </p:cNvPr>
            <p:cNvSpPr/>
            <p:nvPr/>
          </p:nvSpPr>
          <p:spPr>
            <a:xfrm>
              <a:off x="313858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1">
              <a:extLst>
                <a:ext uri="{FF2B5EF4-FFF2-40B4-BE49-F238E27FC236}">
                  <a16:creationId xmlns:a16="http://schemas.microsoft.com/office/drawing/2014/main" id="{6A059738-3C75-F6D7-2A0B-0FF9BDE542CB}"/>
                </a:ext>
              </a:extLst>
            </p:cNvPr>
            <p:cNvSpPr/>
            <p:nvPr/>
          </p:nvSpPr>
          <p:spPr>
            <a:xfrm>
              <a:off x="314802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2">
              <a:extLst>
                <a:ext uri="{FF2B5EF4-FFF2-40B4-BE49-F238E27FC236}">
                  <a16:creationId xmlns:a16="http://schemas.microsoft.com/office/drawing/2014/main" id="{876C719F-8F0A-3223-6ED2-E40029BCA2F4}"/>
                </a:ext>
              </a:extLst>
            </p:cNvPr>
            <p:cNvSpPr/>
            <p:nvPr/>
          </p:nvSpPr>
          <p:spPr>
            <a:xfrm>
              <a:off x="315746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3">
              <a:extLst>
                <a:ext uri="{FF2B5EF4-FFF2-40B4-BE49-F238E27FC236}">
                  <a16:creationId xmlns:a16="http://schemas.microsoft.com/office/drawing/2014/main" id="{9BC60E77-41C1-FBC5-95C9-CD1106B79479}"/>
                </a:ext>
              </a:extLst>
            </p:cNvPr>
            <p:cNvSpPr/>
            <p:nvPr/>
          </p:nvSpPr>
          <p:spPr>
            <a:xfrm>
              <a:off x="316690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4">
              <a:extLst>
                <a:ext uri="{FF2B5EF4-FFF2-40B4-BE49-F238E27FC236}">
                  <a16:creationId xmlns:a16="http://schemas.microsoft.com/office/drawing/2014/main" id="{052DA5BD-C21B-F7ED-CCBD-263B9EBBF179}"/>
                </a:ext>
              </a:extLst>
            </p:cNvPr>
            <p:cNvSpPr/>
            <p:nvPr/>
          </p:nvSpPr>
          <p:spPr>
            <a:xfrm>
              <a:off x="317634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5">
              <a:extLst>
                <a:ext uri="{FF2B5EF4-FFF2-40B4-BE49-F238E27FC236}">
                  <a16:creationId xmlns:a16="http://schemas.microsoft.com/office/drawing/2014/main" id="{BA889608-FD76-02D7-2319-095B16C4CFA0}"/>
                </a:ext>
              </a:extLst>
            </p:cNvPr>
            <p:cNvSpPr/>
            <p:nvPr/>
          </p:nvSpPr>
          <p:spPr>
            <a:xfrm>
              <a:off x="318578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6">
              <a:extLst>
                <a:ext uri="{FF2B5EF4-FFF2-40B4-BE49-F238E27FC236}">
                  <a16:creationId xmlns:a16="http://schemas.microsoft.com/office/drawing/2014/main" id="{26079D8D-4B32-9EED-4A96-353738F8FAD6}"/>
                </a:ext>
              </a:extLst>
            </p:cNvPr>
            <p:cNvSpPr/>
            <p:nvPr/>
          </p:nvSpPr>
          <p:spPr>
            <a:xfrm>
              <a:off x="319522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7">
              <a:extLst>
                <a:ext uri="{FF2B5EF4-FFF2-40B4-BE49-F238E27FC236}">
                  <a16:creationId xmlns:a16="http://schemas.microsoft.com/office/drawing/2014/main" id="{8C152624-6CDB-5605-DD24-647C3DF8A81A}"/>
                </a:ext>
              </a:extLst>
            </p:cNvPr>
            <p:cNvSpPr/>
            <p:nvPr/>
          </p:nvSpPr>
          <p:spPr>
            <a:xfrm>
              <a:off x="320466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8">
              <a:extLst>
                <a:ext uri="{FF2B5EF4-FFF2-40B4-BE49-F238E27FC236}">
                  <a16:creationId xmlns:a16="http://schemas.microsoft.com/office/drawing/2014/main" id="{0AB1D99C-CE7A-31CE-F226-945B59493FE0}"/>
                </a:ext>
              </a:extLst>
            </p:cNvPr>
            <p:cNvSpPr/>
            <p:nvPr/>
          </p:nvSpPr>
          <p:spPr>
            <a:xfrm>
              <a:off x="321410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299">
              <a:extLst>
                <a:ext uri="{FF2B5EF4-FFF2-40B4-BE49-F238E27FC236}">
                  <a16:creationId xmlns:a16="http://schemas.microsoft.com/office/drawing/2014/main" id="{A166AFBF-5905-4BC4-2255-54EE96204EC3}"/>
                </a:ext>
              </a:extLst>
            </p:cNvPr>
            <p:cNvSpPr/>
            <p:nvPr/>
          </p:nvSpPr>
          <p:spPr>
            <a:xfrm>
              <a:off x="322354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0">
              <a:extLst>
                <a:ext uri="{FF2B5EF4-FFF2-40B4-BE49-F238E27FC236}">
                  <a16:creationId xmlns:a16="http://schemas.microsoft.com/office/drawing/2014/main" id="{FB9CD2CA-9D9F-24DA-39C1-D6BAADFA4274}"/>
                </a:ext>
              </a:extLst>
            </p:cNvPr>
            <p:cNvSpPr/>
            <p:nvPr/>
          </p:nvSpPr>
          <p:spPr>
            <a:xfrm>
              <a:off x="323298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1">
              <a:extLst>
                <a:ext uri="{FF2B5EF4-FFF2-40B4-BE49-F238E27FC236}">
                  <a16:creationId xmlns:a16="http://schemas.microsoft.com/office/drawing/2014/main" id="{7F00433D-F044-AECB-60AD-4665A24EF753}"/>
                </a:ext>
              </a:extLst>
            </p:cNvPr>
            <p:cNvSpPr/>
            <p:nvPr/>
          </p:nvSpPr>
          <p:spPr>
            <a:xfrm>
              <a:off x="324242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2">
              <a:extLst>
                <a:ext uri="{FF2B5EF4-FFF2-40B4-BE49-F238E27FC236}">
                  <a16:creationId xmlns:a16="http://schemas.microsoft.com/office/drawing/2014/main" id="{047D3AE1-8038-6BB0-91D7-530EEA4E9201}"/>
                </a:ext>
              </a:extLst>
            </p:cNvPr>
            <p:cNvSpPr/>
            <p:nvPr/>
          </p:nvSpPr>
          <p:spPr>
            <a:xfrm>
              <a:off x="325187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3">
              <a:extLst>
                <a:ext uri="{FF2B5EF4-FFF2-40B4-BE49-F238E27FC236}">
                  <a16:creationId xmlns:a16="http://schemas.microsoft.com/office/drawing/2014/main" id="{CA5A28DE-A3FF-6581-5C6A-77147B306E1F}"/>
                </a:ext>
              </a:extLst>
            </p:cNvPr>
            <p:cNvSpPr/>
            <p:nvPr/>
          </p:nvSpPr>
          <p:spPr>
            <a:xfrm>
              <a:off x="326131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4">
              <a:extLst>
                <a:ext uri="{FF2B5EF4-FFF2-40B4-BE49-F238E27FC236}">
                  <a16:creationId xmlns:a16="http://schemas.microsoft.com/office/drawing/2014/main" id="{4C918EAE-AC16-8601-7733-FAC36679E643}"/>
                </a:ext>
              </a:extLst>
            </p:cNvPr>
            <p:cNvSpPr/>
            <p:nvPr/>
          </p:nvSpPr>
          <p:spPr>
            <a:xfrm>
              <a:off x="327075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5">
              <a:extLst>
                <a:ext uri="{FF2B5EF4-FFF2-40B4-BE49-F238E27FC236}">
                  <a16:creationId xmlns:a16="http://schemas.microsoft.com/office/drawing/2014/main" id="{26D67A04-A55C-F2CC-5E1F-F692A07D647B}"/>
                </a:ext>
              </a:extLst>
            </p:cNvPr>
            <p:cNvSpPr/>
            <p:nvPr/>
          </p:nvSpPr>
          <p:spPr>
            <a:xfrm>
              <a:off x="328019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6">
              <a:extLst>
                <a:ext uri="{FF2B5EF4-FFF2-40B4-BE49-F238E27FC236}">
                  <a16:creationId xmlns:a16="http://schemas.microsoft.com/office/drawing/2014/main" id="{C36896FF-C5C0-8F4C-E88A-874D1063A5ED}"/>
                </a:ext>
              </a:extLst>
            </p:cNvPr>
            <p:cNvSpPr/>
            <p:nvPr/>
          </p:nvSpPr>
          <p:spPr>
            <a:xfrm>
              <a:off x="328963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7">
              <a:extLst>
                <a:ext uri="{FF2B5EF4-FFF2-40B4-BE49-F238E27FC236}">
                  <a16:creationId xmlns:a16="http://schemas.microsoft.com/office/drawing/2014/main" id="{A1A20B47-6085-2486-B4B4-0A11EF71D4EC}"/>
                </a:ext>
              </a:extLst>
            </p:cNvPr>
            <p:cNvSpPr/>
            <p:nvPr/>
          </p:nvSpPr>
          <p:spPr>
            <a:xfrm>
              <a:off x="329907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8">
              <a:extLst>
                <a:ext uri="{FF2B5EF4-FFF2-40B4-BE49-F238E27FC236}">
                  <a16:creationId xmlns:a16="http://schemas.microsoft.com/office/drawing/2014/main" id="{B508A125-2AC5-0570-A8C1-EACE3A5A935E}"/>
                </a:ext>
              </a:extLst>
            </p:cNvPr>
            <p:cNvSpPr/>
            <p:nvPr/>
          </p:nvSpPr>
          <p:spPr>
            <a:xfrm>
              <a:off x="330851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09">
              <a:extLst>
                <a:ext uri="{FF2B5EF4-FFF2-40B4-BE49-F238E27FC236}">
                  <a16:creationId xmlns:a16="http://schemas.microsoft.com/office/drawing/2014/main" id="{D130E6ED-AB98-2EBA-2484-8992049DCF90}"/>
                </a:ext>
              </a:extLst>
            </p:cNvPr>
            <p:cNvSpPr/>
            <p:nvPr/>
          </p:nvSpPr>
          <p:spPr>
            <a:xfrm>
              <a:off x="331795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0">
              <a:extLst>
                <a:ext uri="{FF2B5EF4-FFF2-40B4-BE49-F238E27FC236}">
                  <a16:creationId xmlns:a16="http://schemas.microsoft.com/office/drawing/2014/main" id="{66D810D5-0B76-88F9-7C51-56223783BD89}"/>
                </a:ext>
              </a:extLst>
            </p:cNvPr>
            <p:cNvSpPr/>
            <p:nvPr/>
          </p:nvSpPr>
          <p:spPr>
            <a:xfrm>
              <a:off x="332739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1">
              <a:extLst>
                <a:ext uri="{FF2B5EF4-FFF2-40B4-BE49-F238E27FC236}">
                  <a16:creationId xmlns:a16="http://schemas.microsoft.com/office/drawing/2014/main" id="{F10F4C8A-BEE1-A72D-A602-F21C14822939}"/>
                </a:ext>
              </a:extLst>
            </p:cNvPr>
            <p:cNvSpPr/>
            <p:nvPr/>
          </p:nvSpPr>
          <p:spPr>
            <a:xfrm>
              <a:off x="333683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2">
              <a:extLst>
                <a:ext uri="{FF2B5EF4-FFF2-40B4-BE49-F238E27FC236}">
                  <a16:creationId xmlns:a16="http://schemas.microsoft.com/office/drawing/2014/main" id="{CA89B72F-6E1A-1FC7-6BFA-63E821CFAAE4}"/>
                </a:ext>
              </a:extLst>
            </p:cNvPr>
            <p:cNvSpPr/>
            <p:nvPr/>
          </p:nvSpPr>
          <p:spPr>
            <a:xfrm>
              <a:off x="334627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3">
              <a:extLst>
                <a:ext uri="{FF2B5EF4-FFF2-40B4-BE49-F238E27FC236}">
                  <a16:creationId xmlns:a16="http://schemas.microsoft.com/office/drawing/2014/main" id="{0E948CA5-67AE-4195-5C4F-01FF8B9EEB62}"/>
                </a:ext>
              </a:extLst>
            </p:cNvPr>
            <p:cNvSpPr/>
            <p:nvPr/>
          </p:nvSpPr>
          <p:spPr>
            <a:xfrm>
              <a:off x="335571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4">
              <a:extLst>
                <a:ext uri="{FF2B5EF4-FFF2-40B4-BE49-F238E27FC236}">
                  <a16:creationId xmlns:a16="http://schemas.microsoft.com/office/drawing/2014/main" id="{7C906818-43F6-23F2-16CE-D85FF3CB1D61}"/>
                </a:ext>
              </a:extLst>
            </p:cNvPr>
            <p:cNvSpPr/>
            <p:nvPr/>
          </p:nvSpPr>
          <p:spPr>
            <a:xfrm>
              <a:off x="336515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5">
              <a:extLst>
                <a:ext uri="{FF2B5EF4-FFF2-40B4-BE49-F238E27FC236}">
                  <a16:creationId xmlns:a16="http://schemas.microsoft.com/office/drawing/2014/main" id="{32793BE4-200B-B8D4-1BC4-C3B03F4BA485}"/>
                </a:ext>
              </a:extLst>
            </p:cNvPr>
            <p:cNvSpPr/>
            <p:nvPr/>
          </p:nvSpPr>
          <p:spPr>
            <a:xfrm>
              <a:off x="337459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6">
              <a:extLst>
                <a:ext uri="{FF2B5EF4-FFF2-40B4-BE49-F238E27FC236}">
                  <a16:creationId xmlns:a16="http://schemas.microsoft.com/office/drawing/2014/main" id="{B369FA97-02F9-3B59-E8C5-18F2E427AFED}"/>
                </a:ext>
              </a:extLst>
            </p:cNvPr>
            <p:cNvSpPr/>
            <p:nvPr/>
          </p:nvSpPr>
          <p:spPr>
            <a:xfrm>
              <a:off x="338403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7">
              <a:extLst>
                <a:ext uri="{FF2B5EF4-FFF2-40B4-BE49-F238E27FC236}">
                  <a16:creationId xmlns:a16="http://schemas.microsoft.com/office/drawing/2014/main" id="{8C47F471-D834-EBC5-13EC-87D869ACF4CF}"/>
                </a:ext>
              </a:extLst>
            </p:cNvPr>
            <p:cNvSpPr/>
            <p:nvPr/>
          </p:nvSpPr>
          <p:spPr>
            <a:xfrm>
              <a:off x="339347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8">
              <a:extLst>
                <a:ext uri="{FF2B5EF4-FFF2-40B4-BE49-F238E27FC236}">
                  <a16:creationId xmlns:a16="http://schemas.microsoft.com/office/drawing/2014/main" id="{0D64CF54-8C48-D759-7D56-EFD2FF8EB981}"/>
                </a:ext>
              </a:extLst>
            </p:cNvPr>
            <p:cNvSpPr/>
            <p:nvPr/>
          </p:nvSpPr>
          <p:spPr>
            <a:xfrm>
              <a:off x="340291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19">
              <a:extLst>
                <a:ext uri="{FF2B5EF4-FFF2-40B4-BE49-F238E27FC236}">
                  <a16:creationId xmlns:a16="http://schemas.microsoft.com/office/drawing/2014/main" id="{D70F4EEF-DE09-96C5-DD94-501A07F867A0}"/>
                </a:ext>
              </a:extLst>
            </p:cNvPr>
            <p:cNvSpPr/>
            <p:nvPr/>
          </p:nvSpPr>
          <p:spPr>
            <a:xfrm>
              <a:off x="341235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0">
              <a:extLst>
                <a:ext uri="{FF2B5EF4-FFF2-40B4-BE49-F238E27FC236}">
                  <a16:creationId xmlns:a16="http://schemas.microsoft.com/office/drawing/2014/main" id="{075834C8-BC36-8B00-3751-90E20FDC4753}"/>
                </a:ext>
              </a:extLst>
            </p:cNvPr>
            <p:cNvSpPr/>
            <p:nvPr/>
          </p:nvSpPr>
          <p:spPr>
            <a:xfrm>
              <a:off x="342179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1">
              <a:extLst>
                <a:ext uri="{FF2B5EF4-FFF2-40B4-BE49-F238E27FC236}">
                  <a16:creationId xmlns:a16="http://schemas.microsoft.com/office/drawing/2014/main" id="{453D854C-3AF3-1F9A-5578-C19AEA75651A}"/>
                </a:ext>
              </a:extLst>
            </p:cNvPr>
            <p:cNvSpPr/>
            <p:nvPr/>
          </p:nvSpPr>
          <p:spPr>
            <a:xfrm>
              <a:off x="343123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2">
              <a:extLst>
                <a:ext uri="{FF2B5EF4-FFF2-40B4-BE49-F238E27FC236}">
                  <a16:creationId xmlns:a16="http://schemas.microsoft.com/office/drawing/2014/main" id="{68BDEE43-B656-CBA2-BC65-F603D421D2E3}"/>
                </a:ext>
              </a:extLst>
            </p:cNvPr>
            <p:cNvSpPr/>
            <p:nvPr/>
          </p:nvSpPr>
          <p:spPr>
            <a:xfrm>
              <a:off x="344067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3">
              <a:extLst>
                <a:ext uri="{FF2B5EF4-FFF2-40B4-BE49-F238E27FC236}">
                  <a16:creationId xmlns:a16="http://schemas.microsoft.com/office/drawing/2014/main" id="{80D437B9-A180-79C8-1068-1EEB34F7B7CE}"/>
                </a:ext>
              </a:extLst>
            </p:cNvPr>
            <p:cNvSpPr/>
            <p:nvPr/>
          </p:nvSpPr>
          <p:spPr>
            <a:xfrm>
              <a:off x="345011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4">
              <a:extLst>
                <a:ext uri="{FF2B5EF4-FFF2-40B4-BE49-F238E27FC236}">
                  <a16:creationId xmlns:a16="http://schemas.microsoft.com/office/drawing/2014/main" id="{A2E37CB8-1027-CFCE-823B-9F155C1A18FE}"/>
                </a:ext>
              </a:extLst>
            </p:cNvPr>
            <p:cNvSpPr/>
            <p:nvPr/>
          </p:nvSpPr>
          <p:spPr>
            <a:xfrm>
              <a:off x="345955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5">
              <a:extLst>
                <a:ext uri="{FF2B5EF4-FFF2-40B4-BE49-F238E27FC236}">
                  <a16:creationId xmlns:a16="http://schemas.microsoft.com/office/drawing/2014/main" id="{B3B9E99A-D5F2-9378-BABA-148E3DCC91B3}"/>
                </a:ext>
              </a:extLst>
            </p:cNvPr>
            <p:cNvSpPr/>
            <p:nvPr/>
          </p:nvSpPr>
          <p:spPr>
            <a:xfrm>
              <a:off x="346899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6">
              <a:extLst>
                <a:ext uri="{FF2B5EF4-FFF2-40B4-BE49-F238E27FC236}">
                  <a16:creationId xmlns:a16="http://schemas.microsoft.com/office/drawing/2014/main" id="{27FBBD57-1DD7-D478-4E21-BC774D1B0D16}"/>
                </a:ext>
              </a:extLst>
            </p:cNvPr>
            <p:cNvSpPr/>
            <p:nvPr/>
          </p:nvSpPr>
          <p:spPr>
            <a:xfrm>
              <a:off x="347843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7">
              <a:extLst>
                <a:ext uri="{FF2B5EF4-FFF2-40B4-BE49-F238E27FC236}">
                  <a16:creationId xmlns:a16="http://schemas.microsoft.com/office/drawing/2014/main" id="{A05D965D-5854-A391-E59F-4880F005C047}"/>
                </a:ext>
              </a:extLst>
            </p:cNvPr>
            <p:cNvSpPr/>
            <p:nvPr/>
          </p:nvSpPr>
          <p:spPr>
            <a:xfrm>
              <a:off x="348787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8">
              <a:extLst>
                <a:ext uri="{FF2B5EF4-FFF2-40B4-BE49-F238E27FC236}">
                  <a16:creationId xmlns:a16="http://schemas.microsoft.com/office/drawing/2014/main" id="{51FB6989-D17C-D6FE-6C9F-B7F3579B45A0}"/>
                </a:ext>
              </a:extLst>
            </p:cNvPr>
            <p:cNvSpPr/>
            <p:nvPr/>
          </p:nvSpPr>
          <p:spPr>
            <a:xfrm>
              <a:off x="349731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29">
              <a:extLst>
                <a:ext uri="{FF2B5EF4-FFF2-40B4-BE49-F238E27FC236}">
                  <a16:creationId xmlns:a16="http://schemas.microsoft.com/office/drawing/2014/main" id="{AD47DBB0-7F74-2EEA-225D-F1C55345B0FB}"/>
                </a:ext>
              </a:extLst>
            </p:cNvPr>
            <p:cNvSpPr/>
            <p:nvPr/>
          </p:nvSpPr>
          <p:spPr>
            <a:xfrm>
              <a:off x="350675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0">
              <a:extLst>
                <a:ext uri="{FF2B5EF4-FFF2-40B4-BE49-F238E27FC236}">
                  <a16:creationId xmlns:a16="http://schemas.microsoft.com/office/drawing/2014/main" id="{592E2B0F-B668-F2CF-74CA-F3A647F32AF1}"/>
                </a:ext>
              </a:extLst>
            </p:cNvPr>
            <p:cNvSpPr/>
            <p:nvPr/>
          </p:nvSpPr>
          <p:spPr>
            <a:xfrm>
              <a:off x="351619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1">
              <a:extLst>
                <a:ext uri="{FF2B5EF4-FFF2-40B4-BE49-F238E27FC236}">
                  <a16:creationId xmlns:a16="http://schemas.microsoft.com/office/drawing/2014/main" id="{A8A2AA87-0232-E07C-7417-23C9B2275CCF}"/>
                </a:ext>
              </a:extLst>
            </p:cNvPr>
            <p:cNvSpPr/>
            <p:nvPr/>
          </p:nvSpPr>
          <p:spPr>
            <a:xfrm>
              <a:off x="352563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2">
              <a:extLst>
                <a:ext uri="{FF2B5EF4-FFF2-40B4-BE49-F238E27FC236}">
                  <a16:creationId xmlns:a16="http://schemas.microsoft.com/office/drawing/2014/main" id="{7F7C01CD-37C4-7C0C-89A6-FADD87DD940A}"/>
                </a:ext>
              </a:extLst>
            </p:cNvPr>
            <p:cNvSpPr/>
            <p:nvPr/>
          </p:nvSpPr>
          <p:spPr>
            <a:xfrm>
              <a:off x="353507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3">
              <a:extLst>
                <a:ext uri="{FF2B5EF4-FFF2-40B4-BE49-F238E27FC236}">
                  <a16:creationId xmlns:a16="http://schemas.microsoft.com/office/drawing/2014/main" id="{BA7B110D-C39D-9844-C9E7-3598CEFAFFD3}"/>
                </a:ext>
              </a:extLst>
            </p:cNvPr>
            <p:cNvSpPr/>
            <p:nvPr/>
          </p:nvSpPr>
          <p:spPr>
            <a:xfrm>
              <a:off x="354451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4">
              <a:extLst>
                <a:ext uri="{FF2B5EF4-FFF2-40B4-BE49-F238E27FC236}">
                  <a16:creationId xmlns:a16="http://schemas.microsoft.com/office/drawing/2014/main" id="{77FF4D39-FA8C-4ADD-4948-2F70D9137434}"/>
                </a:ext>
              </a:extLst>
            </p:cNvPr>
            <p:cNvSpPr/>
            <p:nvPr/>
          </p:nvSpPr>
          <p:spPr>
            <a:xfrm>
              <a:off x="355395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5">
              <a:extLst>
                <a:ext uri="{FF2B5EF4-FFF2-40B4-BE49-F238E27FC236}">
                  <a16:creationId xmlns:a16="http://schemas.microsoft.com/office/drawing/2014/main" id="{CA97BB2F-523E-CBFA-DB8C-735EAD1F78D1}"/>
                </a:ext>
              </a:extLst>
            </p:cNvPr>
            <p:cNvSpPr/>
            <p:nvPr/>
          </p:nvSpPr>
          <p:spPr>
            <a:xfrm>
              <a:off x="356339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6">
              <a:extLst>
                <a:ext uri="{FF2B5EF4-FFF2-40B4-BE49-F238E27FC236}">
                  <a16:creationId xmlns:a16="http://schemas.microsoft.com/office/drawing/2014/main" id="{EB3C88FB-78F6-47A2-C462-4EBF06B0BC40}"/>
                </a:ext>
              </a:extLst>
            </p:cNvPr>
            <p:cNvSpPr/>
            <p:nvPr/>
          </p:nvSpPr>
          <p:spPr>
            <a:xfrm>
              <a:off x="357283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7">
              <a:extLst>
                <a:ext uri="{FF2B5EF4-FFF2-40B4-BE49-F238E27FC236}">
                  <a16:creationId xmlns:a16="http://schemas.microsoft.com/office/drawing/2014/main" id="{3D2A447F-4105-37BD-9CBA-A741A2D22786}"/>
                </a:ext>
              </a:extLst>
            </p:cNvPr>
            <p:cNvSpPr/>
            <p:nvPr/>
          </p:nvSpPr>
          <p:spPr>
            <a:xfrm>
              <a:off x="358227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8">
              <a:extLst>
                <a:ext uri="{FF2B5EF4-FFF2-40B4-BE49-F238E27FC236}">
                  <a16:creationId xmlns:a16="http://schemas.microsoft.com/office/drawing/2014/main" id="{A7A89543-6423-D1C8-F78E-EE48A3CA9F92}"/>
                </a:ext>
              </a:extLst>
            </p:cNvPr>
            <p:cNvSpPr/>
            <p:nvPr/>
          </p:nvSpPr>
          <p:spPr>
            <a:xfrm>
              <a:off x="359171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39">
              <a:extLst>
                <a:ext uri="{FF2B5EF4-FFF2-40B4-BE49-F238E27FC236}">
                  <a16:creationId xmlns:a16="http://schemas.microsoft.com/office/drawing/2014/main" id="{165F0ED0-DCB6-BAE5-1622-D0718E35780D}"/>
                </a:ext>
              </a:extLst>
            </p:cNvPr>
            <p:cNvSpPr/>
            <p:nvPr/>
          </p:nvSpPr>
          <p:spPr>
            <a:xfrm>
              <a:off x="360115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0">
              <a:extLst>
                <a:ext uri="{FF2B5EF4-FFF2-40B4-BE49-F238E27FC236}">
                  <a16:creationId xmlns:a16="http://schemas.microsoft.com/office/drawing/2014/main" id="{D8BBED51-929C-528E-D67E-9AF47CC2A162}"/>
                </a:ext>
              </a:extLst>
            </p:cNvPr>
            <p:cNvSpPr/>
            <p:nvPr/>
          </p:nvSpPr>
          <p:spPr>
            <a:xfrm>
              <a:off x="361059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1">
              <a:extLst>
                <a:ext uri="{FF2B5EF4-FFF2-40B4-BE49-F238E27FC236}">
                  <a16:creationId xmlns:a16="http://schemas.microsoft.com/office/drawing/2014/main" id="{D05678FC-A12A-BC10-8F34-A3BB126D0CAE}"/>
                </a:ext>
              </a:extLst>
            </p:cNvPr>
            <p:cNvSpPr/>
            <p:nvPr/>
          </p:nvSpPr>
          <p:spPr>
            <a:xfrm>
              <a:off x="362003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2">
              <a:extLst>
                <a:ext uri="{FF2B5EF4-FFF2-40B4-BE49-F238E27FC236}">
                  <a16:creationId xmlns:a16="http://schemas.microsoft.com/office/drawing/2014/main" id="{88D04FE0-2728-A8C8-B5CC-A2FF9EFFF258}"/>
                </a:ext>
              </a:extLst>
            </p:cNvPr>
            <p:cNvSpPr/>
            <p:nvPr/>
          </p:nvSpPr>
          <p:spPr>
            <a:xfrm>
              <a:off x="3629479" y="155284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3">
              <a:extLst>
                <a:ext uri="{FF2B5EF4-FFF2-40B4-BE49-F238E27FC236}">
                  <a16:creationId xmlns:a16="http://schemas.microsoft.com/office/drawing/2014/main" id="{4C22AD05-7349-84AE-6F82-87C744054BA4}"/>
                </a:ext>
              </a:extLst>
            </p:cNvPr>
            <p:cNvSpPr/>
            <p:nvPr/>
          </p:nvSpPr>
          <p:spPr>
            <a:xfrm>
              <a:off x="3638919" y="1535279"/>
              <a:ext cx="923840" cy="928240"/>
            </a:xfrm>
            <a:custGeom>
              <a:avLst/>
              <a:gdLst/>
              <a:ahLst/>
              <a:cxnLst/>
              <a:rect l="0" t="0" r="0" b="0"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4">
              <a:extLst>
                <a:ext uri="{FF2B5EF4-FFF2-40B4-BE49-F238E27FC236}">
                  <a16:creationId xmlns:a16="http://schemas.microsoft.com/office/drawing/2014/main" id="{8A44B703-9E44-6D6D-CEA6-2971F5B78E64}"/>
                </a:ext>
              </a:extLst>
            </p:cNvPr>
            <p:cNvSpPr/>
            <p:nvPr/>
          </p:nvSpPr>
          <p:spPr>
            <a:xfrm>
              <a:off x="3648360" y="1535279"/>
              <a:ext cx="923840" cy="923829"/>
            </a:xfrm>
            <a:custGeom>
              <a:avLst/>
              <a:gdLst/>
              <a:ahLst/>
              <a:cxnLst/>
              <a:rect l="0" t="0" r="0" b="0"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5">
              <a:extLst>
                <a:ext uri="{FF2B5EF4-FFF2-40B4-BE49-F238E27FC236}">
                  <a16:creationId xmlns:a16="http://schemas.microsoft.com/office/drawing/2014/main" id="{C6FF97CE-DF8A-E871-1A0E-397BA0A3B182}"/>
                </a:ext>
              </a:extLst>
            </p:cNvPr>
            <p:cNvSpPr/>
            <p:nvPr/>
          </p:nvSpPr>
          <p:spPr>
            <a:xfrm>
              <a:off x="3657800" y="1535279"/>
              <a:ext cx="922453" cy="919242"/>
            </a:xfrm>
            <a:custGeom>
              <a:avLst/>
              <a:gdLst/>
              <a:ahLst/>
              <a:cxnLst/>
              <a:rect l="0" t="0" r="0" b="0"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6">
              <a:extLst>
                <a:ext uri="{FF2B5EF4-FFF2-40B4-BE49-F238E27FC236}">
                  <a16:creationId xmlns:a16="http://schemas.microsoft.com/office/drawing/2014/main" id="{95A704AB-D491-8EE8-38F0-F6148AD85F39}"/>
                </a:ext>
              </a:extLst>
            </p:cNvPr>
            <p:cNvSpPr/>
            <p:nvPr/>
          </p:nvSpPr>
          <p:spPr>
            <a:xfrm>
              <a:off x="2185123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7">
              <a:extLst>
                <a:ext uri="{FF2B5EF4-FFF2-40B4-BE49-F238E27FC236}">
                  <a16:creationId xmlns:a16="http://schemas.microsoft.com/office/drawing/2014/main" id="{5D8846B0-0268-166B-1E31-E96A5C248395}"/>
                </a:ext>
              </a:extLst>
            </p:cNvPr>
            <p:cNvSpPr/>
            <p:nvPr/>
          </p:nvSpPr>
          <p:spPr>
            <a:xfrm>
              <a:off x="218512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8">
              <a:extLst>
                <a:ext uri="{FF2B5EF4-FFF2-40B4-BE49-F238E27FC236}">
                  <a16:creationId xmlns:a16="http://schemas.microsoft.com/office/drawing/2014/main" id="{12667338-4D88-CB1D-257A-D5C562B5741D}"/>
                </a:ext>
              </a:extLst>
            </p:cNvPr>
            <p:cNvSpPr/>
            <p:nvPr/>
          </p:nvSpPr>
          <p:spPr>
            <a:xfrm>
              <a:off x="219456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49">
              <a:extLst>
                <a:ext uri="{FF2B5EF4-FFF2-40B4-BE49-F238E27FC236}">
                  <a16:creationId xmlns:a16="http://schemas.microsoft.com/office/drawing/2014/main" id="{1793520C-8DEB-BEBB-A459-2D59EEE4EC3D}"/>
                </a:ext>
              </a:extLst>
            </p:cNvPr>
            <p:cNvSpPr/>
            <p:nvPr/>
          </p:nvSpPr>
          <p:spPr>
            <a:xfrm>
              <a:off x="220400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0">
              <a:extLst>
                <a:ext uri="{FF2B5EF4-FFF2-40B4-BE49-F238E27FC236}">
                  <a16:creationId xmlns:a16="http://schemas.microsoft.com/office/drawing/2014/main" id="{F2D086F5-B406-EAEB-A31D-5D4FE86D8CBB}"/>
                </a:ext>
              </a:extLst>
            </p:cNvPr>
            <p:cNvSpPr/>
            <p:nvPr/>
          </p:nvSpPr>
          <p:spPr>
            <a:xfrm>
              <a:off x="221344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1">
              <a:extLst>
                <a:ext uri="{FF2B5EF4-FFF2-40B4-BE49-F238E27FC236}">
                  <a16:creationId xmlns:a16="http://schemas.microsoft.com/office/drawing/2014/main" id="{62029177-0E1B-D1B6-6548-B7AFB7266BFD}"/>
                </a:ext>
              </a:extLst>
            </p:cNvPr>
            <p:cNvSpPr/>
            <p:nvPr/>
          </p:nvSpPr>
          <p:spPr>
            <a:xfrm>
              <a:off x="222288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2">
              <a:extLst>
                <a:ext uri="{FF2B5EF4-FFF2-40B4-BE49-F238E27FC236}">
                  <a16:creationId xmlns:a16="http://schemas.microsoft.com/office/drawing/2014/main" id="{4EC431FD-3181-C164-5F56-C1F68BB0EAE6}"/>
                </a:ext>
              </a:extLst>
            </p:cNvPr>
            <p:cNvSpPr/>
            <p:nvPr/>
          </p:nvSpPr>
          <p:spPr>
            <a:xfrm>
              <a:off x="223232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3">
              <a:extLst>
                <a:ext uri="{FF2B5EF4-FFF2-40B4-BE49-F238E27FC236}">
                  <a16:creationId xmlns:a16="http://schemas.microsoft.com/office/drawing/2014/main" id="{87DD7335-A3BD-0491-6FAB-6BB61DBAB64A}"/>
                </a:ext>
              </a:extLst>
            </p:cNvPr>
            <p:cNvSpPr/>
            <p:nvPr/>
          </p:nvSpPr>
          <p:spPr>
            <a:xfrm>
              <a:off x="224176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4">
              <a:extLst>
                <a:ext uri="{FF2B5EF4-FFF2-40B4-BE49-F238E27FC236}">
                  <a16:creationId xmlns:a16="http://schemas.microsoft.com/office/drawing/2014/main" id="{34AE9A36-86AD-CB75-1AE7-20CB2964BB93}"/>
                </a:ext>
              </a:extLst>
            </p:cNvPr>
            <p:cNvSpPr/>
            <p:nvPr/>
          </p:nvSpPr>
          <p:spPr>
            <a:xfrm>
              <a:off x="225120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5">
              <a:extLst>
                <a:ext uri="{FF2B5EF4-FFF2-40B4-BE49-F238E27FC236}">
                  <a16:creationId xmlns:a16="http://schemas.microsoft.com/office/drawing/2014/main" id="{4A5667CC-809F-46CF-F472-819BB2F21948}"/>
                </a:ext>
              </a:extLst>
            </p:cNvPr>
            <p:cNvSpPr/>
            <p:nvPr/>
          </p:nvSpPr>
          <p:spPr>
            <a:xfrm>
              <a:off x="226064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6">
              <a:extLst>
                <a:ext uri="{FF2B5EF4-FFF2-40B4-BE49-F238E27FC236}">
                  <a16:creationId xmlns:a16="http://schemas.microsoft.com/office/drawing/2014/main" id="{4700C2A1-69E5-F4F1-1DAC-638F0AD104BD}"/>
                </a:ext>
              </a:extLst>
            </p:cNvPr>
            <p:cNvSpPr/>
            <p:nvPr/>
          </p:nvSpPr>
          <p:spPr>
            <a:xfrm>
              <a:off x="227008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7">
              <a:extLst>
                <a:ext uri="{FF2B5EF4-FFF2-40B4-BE49-F238E27FC236}">
                  <a16:creationId xmlns:a16="http://schemas.microsoft.com/office/drawing/2014/main" id="{FBDD4CC7-D967-6E45-AEB6-9EDB42A1C19C}"/>
                </a:ext>
              </a:extLst>
            </p:cNvPr>
            <p:cNvSpPr/>
            <p:nvPr/>
          </p:nvSpPr>
          <p:spPr>
            <a:xfrm>
              <a:off x="227952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8">
              <a:extLst>
                <a:ext uri="{FF2B5EF4-FFF2-40B4-BE49-F238E27FC236}">
                  <a16:creationId xmlns:a16="http://schemas.microsoft.com/office/drawing/2014/main" id="{2C92EFA5-3700-40AC-3EBD-C2F977EB0B24}"/>
                </a:ext>
              </a:extLst>
            </p:cNvPr>
            <p:cNvSpPr/>
            <p:nvPr/>
          </p:nvSpPr>
          <p:spPr>
            <a:xfrm>
              <a:off x="228896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59">
              <a:extLst>
                <a:ext uri="{FF2B5EF4-FFF2-40B4-BE49-F238E27FC236}">
                  <a16:creationId xmlns:a16="http://schemas.microsoft.com/office/drawing/2014/main" id="{1DD133E4-684D-7866-167A-D0024807AB79}"/>
                </a:ext>
              </a:extLst>
            </p:cNvPr>
            <p:cNvSpPr/>
            <p:nvPr/>
          </p:nvSpPr>
          <p:spPr>
            <a:xfrm>
              <a:off x="229840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0">
              <a:extLst>
                <a:ext uri="{FF2B5EF4-FFF2-40B4-BE49-F238E27FC236}">
                  <a16:creationId xmlns:a16="http://schemas.microsoft.com/office/drawing/2014/main" id="{29B8E1BE-7D8F-E40D-E8F1-9180784E3F82}"/>
                </a:ext>
              </a:extLst>
            </p:cNvPr>
            <p:cNvSpPr/>
            <p:nvPr/>
          </p:nvSpPr>
          <p:spPr>
            <a:xfrm>
              <a:off x="230784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1">
              <a:extLst>
                <a:ext uri="{FF2B5EF4-FFF2-40B4-BE49-F238E27FC236}">
                  <a16:creationId xmlns:a16="http://schemas.microsoft.com/office/drawing/2014/main" id="{F97BAE45-D641-C6C9-23C1-0903FCB7E5C8}"/>
                </a:ext>
              </a:extLst>
            </p:cNvPr>
            <p:cNvSpPr/>
            <p:nvPr/>
          </p:nvSpPr>
          <p:spPr>
            <a:xfrm>
              <a:off x="231728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2">
              <a:extLst>
                <a:ext uri="{FF2B5EF4-FFF2-40B4-BE49-F238E27FC236}">
                  <a16:creationId xmlns:a16="http://schemas.microsoft.com/office/drawing/2014/main" id="{FCAC0F6C-952F-8D41-4DE5-6F730DC9260D}"/>
                </a:ext>
              </a:extLst>
            </p:cNvPr>
            <p:cNvSpPr/>
            <p:nvPr/>
          </p:nvSpPr>
          <p:spPr>
            <a:xfrm>
              <a:off x="232672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3">
              <a:extLst>
                <a:ext uri="{FF2B5EF4-FFF2-40B4-BE49-F238E27FC236}">
                  <a16:creationId xmlns:a16="http://schemas.microsoft.com/office/drawing/2014/main" id="{FD0340F7-6344-9ABC-2C72-3043C910A485}"/>
                </a:ext>
              </a:extLst>
            </p:cNvPr>
            <p:cNvSpPr/>
            <p:nvPr/>
          </p:nvSpPr>
          <p:spPr>
            <a:xfrm>
              <a:off x="233616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4">
              <a:extLst>
                <a:ext uri="{FF2B5EF4-FFF2-40B4-BE49-F238E27FC236}">
                  <a16:creationId xmlns:a16="http://schemas.microsoft.com/office/drawing/2014/main" id="{EE651F89-4271-F512-7C33-0074C9EF2D90}"/>
                </a:ext>
              </a:extLst>
            </p:cNvPr>
            <p:cNvSpPr/>
            <p:nvPr/>
          </p:nvSpPr>
          <p:spPr>
            <a:xfrm>
              <a:off x="234560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5">
              <a:extLst>
                <a:ext uri="{FF2B5EF4-FFF2-40B4-BE49-F238E27FC236}">
                  <a16:creationId xmlns:a16="http://schemas.microsoft.com/office/drawing/2014/main" id="{5E846474-513C-830D-7BA6-AC94CFC860AD}"/>
                </a:ext>
              </a:extLst>
            </p:cNvPr>
            <p:cNvSpPr/>
            <p:nvPr/>
          </p:nvSpPr>
          <p:spPr>
            <a:xfrm>
              <a:off x="235504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6">
              <a:extLst>
                <a:ext uri="{FF2B5EF4-FFF2-40B4-BE49-F238E27FC236}">
                  <a16:creationId xmlns:a16="http://schemas.microsoft.com/office/drawing/2014/main" id="{F54B7555-B4D0-4EB6-25BF-0057882C14C7}"/>
                </a:ext>
              </a:extLst>
            </p:cNvPr>
            <p:cNvSpPr/>
            <p:nvPr/>
          </p:nvSpPr>
          <p:spPr>
            <a:xfrm>
              <a:off x="236448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7">
              <a:extLst>
                <a:ext uri="{FF2B5EF4-FFF2-40B4-BE49-F238E27FC236}">
                  <a16:creationId xmlns:a16="http://schemas.microsoft.com/office/drawing/2014/main" id="{93C8BFA0-3780-367B-C9FA-415ABCB20D6D}"/>
                </a:ext>
              </a:extLst>
            </p:cNvPr>
            <p:cNvSpPr/>
            <p:nvPr/>
          </p:nvSpPr>
          <p:spPr>
            <a:xfrm>
              <a:off x="237392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8">
              <a:extLst>
                <a:ext uri="{FF2B5EF4-FFF2-40B4-BE49-F238E27FC236}">
                  <a16:creationId xmlns:a16="http://schemas.microsoft.com/office/drawing/2014/main" id="{8BCC4EE2-3B1E-400F-4FFB-081332F5EEAC}"/>
                </a:ext>
              </a:extLst>
            </p:cNvPr>
            <p:cNvSpPr/>
            <p:nvPr/>
          </p:nvSpPr>
          <p:spPr>
            <a:xfrm>
              <a:off x="238336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69">
              <a:extLst>
                <a:ext uri="{FF2B5EF4-FFF2-40B4-BE49-F238E27FC236}">
                  <a16:creationId xmlns:a16="http://schemas.microsoft.com/office/drawing/2014/main" id="{562DCB60-0E95-34DE-DB09-1D6A580D25A7}"/>
                </a:ext>
              </a:extLst>
            </p:cNvPr>
            <p:cNvSpPr/>
            <p:nvPr/>
          </p:nvSpPr>
          <p:spPr>
            <a:xfrm>
              <a:off x="239280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0">
              <a:extLst>
                <a:ext uri="{FF2B5EF4-FFF2-40B4-BE49-F238E27FC236}">
                  <a16:creationId xmlns:a16="http://schemas.microsoft.com/office/drawing/2014/main" id="{0ED401BB-42C8-CBB6-430F-4DE3D41A8E23}"/>
                </a:ext>
              </a:extLst>
            </p:cNvPr>
            <p:cNvSpPr/>
            <p:nvPr/>
          </p:nvSpPr>
          <p:spPr>
            <a:xfrm>
              <a:off x="240224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1">
              <a:extLst>
                <a:ext uri="{FF2B5EF4-FFF2-40B4-BE49-F238E27FC236}">
                  <a16:creationId xmlns:a16="http://schemas.microsoft.com/office/drawing/2014/main" id="{8ABB96E1-E9AA-2CEB-FCEC-9D7C2DFAFB59}"/>
                </a:ext>
              </a:extLst>
            </p:cNvPr>
            <p:cNvSpPr/>
            <p:nvPr/>
          </p:nvSpPr>
          <p:spPr>
            <a:xfrm>
              <a:off x="241168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2">
              <a:extLst>
                <a:ext uri="{FF2B5EF4-FFF2-40B4-BE49-F238E27FC236}">
                  <a16:creationId xmlns:a16="http://schemas.microsoft.com/office/drawing/2014/main" id="{C161E830-7C15-FE5B-03D7-33F0A9378CF8}"/>
                </a:ext>
              </a:extLst>
            </p:cNvPr>
            <p:cNvSpPr/>
            <p:nvPr/>
          </p:nvSpPr>
          <p:spPr>
            <a:xfrm>
              <a:off x="242112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3">
              <a:extLst>
                <a:ext uri="{FF2B5EF4-FFF2-40B4-BE49-F238E27FC236}">
                  <a16:creationId xmlns:a16="http://schemas.microsoft.com/office/drawing/2014/main" id="{D7482F74-842B-E31D-AD06-3CD66841C022}"/>
                </a:ext>
              </a:extLst>
            </p:cNvPr>
            <p:cNvSpPr/>
            <p:nvPr/>
          </p:nvSpPr>
          <p:spPr>
            <a:xfrm>
              <a:off x="2430569" y="1535279"/>
              <a:ext cx="922848" cy="914400"/>
            </a:xfrm>
            <a:custGeom>
              <a:avLst/>
              <a:gdLst/>
              <a:ahLst/>
              <a:cxnLst/>
              <a:rect l="0" t="0" r="0" b="0"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4">
              <a:extLst>
                <a:ext uri="{FF2B5EF4-FFF2-40B4-BE49-F238E27FC236}">
                  <a16:creationId xmlns:a16="http://schemas.microsoft.com/office/drawing/2014/main" id="{8B532CEF-D12A-0E61-BACB-A3BB731E616E}"/>
                </a:ext>
              </a:extLst>
            </p:cNvPr>
            <p:cNvSpPr/>
            <p:nvPr/>
          </p:nvSpPr>
          <p:spPr>
            <a:xfrm>
              <a:off x="3129147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5">
              <a:extLst>
                <a:ext uri="{FF2B5EF4-FFF2-40B4-BE49-F238E27FC236}">
                  <a16:creationId xmlns:a16="http://schemas.microsoft.com/office/drawing/2014/main" id="{0FE33626-6A92-B152-74D5-C4D0DF5283E9}"/>
                </a:ext>
              </a:extLst>
            </p:cNvPr>
            <p:cNvSpPr/>
            <p:nvPr/>
          </p:nvSpPr>
          <p:spPr>
            <a:xfrm>
              <a:off x="312914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6">
              <a:extLst>
                <a:ext uri="{FF2B5EF4-FFF2-40B4-BE49-F238E27FC236}">
                  <a16:creationId xmlns:a16="http://schemas.microsoft.com/office/drawing/2014/main" id="{7EC190CE-20BA-E899-EDE2-B4B4F6792D99}"/>
                </a:ext>
              </a:extLst>
            </p:cNvPr>
            <p:cNvSpPr/>
            <p:nvPr/>
          </p:nvSpPr>
          <p:spPr>
            <a:xfrm>
              <a:off x="313858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7">
              <a:extLst>
                <a:ext uri="{FF2B5EF4-FFF2-40B4-BE49-F238E27FC236}">
                  <a16:creationId xmlns:a16="http://schemas.microsoft.com/office/drawing/2014/main" id="{57D30889-A156-BCC2-A8EB-E438F4B9843E}"/>
                </a:ext>
              </a:extLst>
            </p:cNvPr>
            <p:cNvSpPr/>
            <p:nvPr/>
          </p:nvSpPr>
          <p:spPr>
            <a:xfrm>
              <a:off x="314802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8">
              <a:extLst>
                <a:ext uri="{FF2B5EF4-FFF2-40B4-BE49-F238E27FC236}">
                  <a16:creationId xmlns:a16="http://schemas.microsoft.com/office/drawing/2014/main" id="{B7C01F43-0480-5396-6972-0BD326023DAD}"/>
                </a:ext>
              </a:extLst>
            </p:cNvPr>
            <p:cNvSpPr/>
            <p:nvPr/>
          </p:nvSpPr>
          <p:spPr>
            <a:xfrm>
              <a:off x="315746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79">
              <a:extLst>
                <a:ext uri="{FF2B5EF4-FFF2-40B4-BE49-F238E27FC236}">
                  <a16:creationId xmlns:a16="http://schemas.microsoft.com/office/drawing/2014/main" id="{89CB46E9-A84A-3EF0-E9A2-625EE61577D3}"/>
                </a:ext>
              </a:extLst>
            </p:cNvPr>
            <p:cNvSpPr/>
            <p:nvPr/>
          </p:nvSpPr>
          <p:spPr>
            <a:xfrm>
              <a:off x="316690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0">
              <a:extLst>
                <a:ext uri="{FF2B5EF4-FFF2-40B4-BE49-F238E27FC236}">
                  <a16:creationId xmlns:a16="http://schemas.microsoft.com/office/drawing/2014/main" id="{31110856-1325-0D66-B800-F8FFDCF8637F}"/>
                </a:ext>
              </a:extLst>
            </p:cNvPr>
            <p:cNvSpPr/>
            <p:nvPr/>
          </p:nvSpPr>
          <p:spPr>
            <a:xfrm>
              <a:off x="317634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1">
              <a:extLst>
                <a:ext uri="{FF2B5EF4-FFF2-40B4-BE49-F238E27FC236}">
                  <a16:creationId xmlns:a16="http://schemas.microsoft.com/office/drawing/2014/main" id="{E02B893F-51DB-3533-E852-B24FFB08D919}"/>
                </a:ext>
              </a:extLst>
            </p:cNvPr>
            <p:cNvSpPr/>
            <p:nvPr/>
          </p:nvSpPr>
          <p:spPr>
            <a:xfrm>
              <a:off x="318578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2">
              <a:extLst>
                <a:ext uri="{FF2B5EF4-FFF2-40B4-BE49-F238E27FC236}">
                  <a16:creationId xmlns:a16="http://schemas.microsoft.com/office/drawing/2014/main" id="{E18CD599-BE53-E2CF-E6B6-861A8F39A159}"/>
                </a:ext>
              </a:extLst>
            </p:cNvPr>
            <p:cNvSpPr/>
            <p:nvPr/>
          </p:nvSpPr>
          <p:spPr>
            <a:xfrm>
              <a:off x="319522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3">
              <a:extLst>
                <a:ext uri="{FF2B5EF4-FFF2-40B4-BE49-F238E27FC236}">
                  <a16:creationId xmlns:a16="http://schemas.microsoft.com/office/drawing/2014/main" id="{772CF949-AFFD-DFE5-6C46-05D6D75453FD}"/>
                </a:ext>
              </a:extLst>
            </p:cNvPr>
            <p:cNvSpPr/>
            <p:nvPr/>
          </p:nvSpPr>
          <p:spPr>
            <a:xfrm>
              <a:off x="320466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4">
              <a:extLst>
                <a:ext uri="{FF2B5EF4-FFF2-40B4-BE49-F238E27FC236}">
                  <a16:creationId xmlns:a16="http://schemas.microsoft.com/office/drawing/2014/main" id="{2B85C65B-37EA-DEEB-360C-78029E63A4FE}"/>
                </a:ext>
              </a:extLst>
            </p:cNvPr>
            <p:cNvSpPr/>
            <p:nvPr/>
          </p:nvSpPr>
          <p:spPr>
            <a:xfrm>
              <a:off x="321410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5">
              <a:extLst>
                <a:ext uri="{FF2B5EF4-FFF2-40B4-BE49-F238E27FC236}">
                  <a16:creationId xmlns:a16="http://schemas.microsoft.com/office/drawing/2014/main" id="{F09687F2-9A65-660B-0006-468A43B8B146}"/>
                </a:ext>
              </a:extLst>
            </p:cNvPr>
            <p:cNvSpPr/>
            <p:nvPr/>
          </p:nvSpPr>
          <p:spPr>
            <a:xfrm>
              <a:off x="322354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6">
              <a:extLst>
                <a:ext uri="{FF2B5EF4-FFF2-40B4-BE49-F238E27FC236}">
                  <a16:creationId xmlns:a16="http://schemas.microsoft.com/office/drawing/2014/main" id="{425077B6-C2FD-57BE-69AC-2E5690E35126}"/>
                </a:ext>
              </a:extLst>
            </p:cNvPr>
            <p:cNvSpPr/>
            <p:nvPr/>
          </p:nvSpPr>
          <p:spPr>
            <a:xfrm>
              <a:off x="323298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7">
              <a:extLst>
                <a:ext uri="{FF2B5EF4-FFF2-40B4-BE49-F238E27FC236}">
                  <a16:creationId xmlns:a16="http://schemas.microsoft.com/office/drawing/2014/main" id="{1FE2E309-974D-F49A-238A-91E28C12572B}"/>
                </a:ext>
              </a:extLst>
            </p:cNvPr>
            <p:cNvSpPr/>
            <p:nvPr/>
          </p:nvSpPr>
          <p:spPr>
            <a:xfrm>
              <a:off x="324242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8">
              <a:extLst>
                <a:ext uri="{FF2B5EF4-FFF2-40B4-BE49-F238E27FC236}">
                  <a16:creationId xmlns:a16="http://schemas.microsoft.com/office/drawing/2014/main" id="{5AF63397-511F-C646-E0B5-ABC4BE219B8C}"/>
                </a:ext>
              </a:extLst>
            </p:cNvPr>
            <p:cNvSpPr/>
            <p:nvPr/>
          </p:nvSpPr>
          <p:spPr>
            <a:xfrm>
              <a:off x="325187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89">
              <a:extLst>
                <a:ext uri="{FF2B5EF4-FFF2-40B4-BE49-F238E27FC236}">
                  <a16:creationId xmlns:a16="http://schemas.microsoft.com/office/drawing/2014/main" id="{0DB785C3-B14E-4E7F-20D1-FEDB73406DD4}"/>
                </a:ext>
              </a:extLst>
            </p:cNvPr>
            <p:cNvSpPr/>
            <p:nvPr/>
          </p:nvSpPr>
          <p:spPr>
            <a:xfrm>
              <a:off x="326131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0">
              <a:extLst>
                <a:ext uri="{FF2B5EF4-FFF2-40B4-BE49-F238E27FC236}">
                  <a16:creationId xmlns:a16="http://schemas.microsoft.com/office/drawing/2014/main" id="{579F976B-0E10-7869-6203-E0318C5F6CC8}"/>
                </a:ext>
              </a:extLst>
            </p:cNvPr>
            <p:cNvSpPr/>
            <p:nvPr/>
          </p:nvSpPr>
          <p:spPr>
            <a:xfrm>
              <a:off x="327075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1">
              <a:extLst>
                <a:ext uri="{FF2B5EF4-FFF2-40B4-BE49-F238E27FC236}">
                  <a16:creationId xmlns:a16="http://schemas.microsoft.com/office/drawing/2014/main" id="{3DDA201C-15C8-B0ED-E6EE-E14FDF542DD0}"/>
                </a:ext>
              </a:extLst>
            </p:cNvPr>
            <p:cNvSpPr/>
            <p:nvPr/>
          </p:nvSpPr>
          <p:spPr>
            <a:xfrm>
              <a:off x="328019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2">
              <a:extLst>
                <a:ext uri="{FF2B5EF4-FFF2-40B4-BE49-F238E27FC236}">
                  <a16:creationId xmlns:a16="http://schemas.microsoft.com/office/drawing/2014/main" id="{0C388571-C3AD-C5A1-F771-B182E8CDFB02}"/>
                </a:ext>
              </a:extLst>
            </p:cNvPr>
            <p:cNvSpPr/>
            <p:nvPr/>
          </p:nvSpPr>
          <p:spPr>
            <a:xfrm>
              <a:off x="328963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3">
              <a:extLst>
                <a:ext uri="{FF2B5EF4-FFF2-40B4-BE49-F238E27FC236}">
                  <a16:creationId xmlns:a16="http://schemas.microsoft.com/office/drawing/2014/main" id="{3D4F999A-FF06-66CB-3270-7EF1CBFBEBF5}"/>
                </a:ext>
              </a:extLst>
            </p:cNvPr>
            <p:cNvSpPr/>
            <p:nvPr/>
          </p:nvSpPr>
          <p:spPr>
            <a:xfrm>
              <a:off x="329907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4">
              <a:extLst>
                <a:ext uri="{FF2B5EF4-FFF2-40B4-BE49-F238E27FC236}">
                  <a16:creationId xmlns:a16="http://schemas.microsoft.com/office/drawing/2014/main" id="{254A10CE-06AB-D04E-AB77-79BDF10E61C0}"/>
                </a:ext>
              </a:extLst>
            </p:cNvPr>
            <p:cNvSpPr/>
            <p:nvPr/>
          </p:nvSpPr>
          <p:spPr>
            <a:xfrm>
              <a:off x="330851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5">
              <a:extLst>
                <a:ext uri="{FF2B5EF4-FFF2-40B4-BE49-F238E27FC236}">
                  <a16:creationId xmlns:a16="http://schemas.microsoft.com/office/drawing/2014/main" id="{333E1A60-1A1A-8944-C15F-C16B760CE063}"/>
                </a:ext>
              </a:extLst>
            </p:cNvPr>
            <p:cNvSpPr/>
            <p:nvPr/>
          </p:nvSpPr>
          <p:spPr>
            <a:xfrm>
              <a:off x="331795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6">
              <a:extLst>
                <a:ext uri="{FF2B5EF4-FFF2-40B4-BE49-F238E27FC236}">
                  <a16:creationId xmlns:a16="http://schemas.microsoft.com/office/drawing/2014/main" id="{C6419ED5-044A-58EA-C59F-75A1760931B0}"/>
                </a:ext>
              </a:extLst>
            </p:cNvPr>
            <p:cNvSpPr/>
            <p:nvPr/>
          </p:nvSpPr>
          <p:spPr>
            <a:xfrm>
              <a:off x="332739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7">
              <a:extLst>
                <a:ext uri="{FF2B5EF4-FFF2-40B4-BE49-F238E27FC236}">
                  <a16:creationId xmlns:a16="http://schemas.microsoft.com/office/drawing/2014/main" id="{FCB0BB92-8200-426B-1811-49B579D94C79}"/>
                </a:ext>
              </a:extLst>
            </p:cNvPr>
            <p:cNvSpPr/>
            <p:nvPr/>
          </p:nvSpPr>
          <p:spPr>
            <a:xfrm>
              <a:off x="333683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8">
              <a:extLst>
                <a:ext uri="{FF2B5EF4-FFF2-40B4-BE49-F238E27FC236}">
                  <a16:creationId xmlns:a16="http://schemas.microsoft.com/office/drawing/2014/main" id="{78081BAF-9551-754A-A6D2-7711F41BEF48}"/>
                </a:ext>
              </a:extLst>
            </p:cNvPr>
            <p:cNvSpPr/>
            <p:nvPr/>
          </p:nvSpPr>
          <p:spPr>
            <a:xfrm>
              <a:off x="334627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399">
              <a:extLst>
                <a:ext uri="{FF2B5EF4-FFF2-40B4-BE49-F238E27FC236}">
                  <a16:creationId xmlns:a16="http://schemas.microsoft.com/office/drawing/2014/main" id="{F22CD6A4-6E08-83A4-C71A-74FEDA25B4F9}"/>
                </a:ext>
              </a:extLst>
            </p:cNvPr>
            <p:cNvSpPr/>
            <p:nvPr/>
          </p:nvSpPr>
          <p:spPr>
            <a:xfrm>
              <a:off x="335571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0">
              <a:extLst>
                <a:ext uri="{FF2B5EF4-FFF2-40B4-BE49-F238E27FC236}">
                  <a16:creationId xmlns:a16="http://schemas.microsoft.com/office/drawing/2014/main" id="{E1DA45AB-B51C-CA36-8348-F65BE0BFA7E2}"/>
                </a:ext>
              </a:extLst>
            </p:cNvPr>
            <p:cNvSpPr/>
            <p:nvPr/>
          </p:nvSpPr>
          <p:spPr>
            <a:xfrm>
              <a:off x="336515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1">
              <a:extLst>
                <a:ext uri="{FF2B5EF4-FFF2-40B4-BE49-F238E27FC236}">
                  <a16:creationId xmlns:a16="http://schemas.microsoft.com/office/drawing/2014/main" id="{CCFC2CCB-E6A3-A921-FBA2-2D18D292E1C5}"/>
                </a:ext>
              </a:extLst>
            </p:cNvPr>
            <p:cNvSpPr/>
            <p:nvPr/>
          </p:nvSpPr>
          <p:spPr>
            <a:xfrm>
              <a:off x="337459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2">
              <a:extLst>
                <a:ext uri="{FF2B5EF4-FFF2-40B4-BE49-F238E27FC236}">
                  <a16:creationId xmlns:a16="http://schemas.microsoft.com/office/drawing/2014/main" id="{AB82B50F-FD28-2A58-9366-1570508C7387}"/>
                </a:ext>
              </a:extLst>
            </p:cNvPr>
            <p:cNvSpPr/>
            <p:nvPr/>
          </p:nvSpPr>
          <p:spPr>
            <a:xfrm>
              <a:off x="338403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3">
              <a:extLst>
                <a:ext uri="{FF2B5EF4-FFF2-40B4-BE49-F238E27FC236}">
                  <a16:creationId xmlns:a16="http://schemas.microsoft.com/office/drawing/2014/main" id="{D9C04BA9-84C0-55CB-404B-BAAE73F8079B}"/>
                </a:ext>
              </a:extLst>
            </p:cNvPr>
            <p:cNvSpPr/>
            <p:nvPr/>
          </p:nvSpPr>
          <p:spPr>
            <a:xfrm>
              <a:off x="339347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4">
              <a:extLst>
                <a:ext uri="{FF2B5EF4-FFF2-40B4-BE49-F238E27FC236}">
                  <a16:creationId xmlns:a16="http://schemas.microsoft.com/office/drawing/2014/main" id="{8243F64C-F12D-F18B-2E0C-7F2D84DE53B7}"/>
                </a:ext>
              </a:extLst>
            </p:cNvPr>
            <p:cNvSpPr/>
            <p:nvPr/>
          </p:nvSpPr>
          <p:spPr>
            <a:xfrm>
              <a:off x="340291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5">
              <a:extLst>
                <a:ext uri="{FF2B5EF4-FFF2-40B4-BE49-F238E27FC236}">
                  <a16:creationId xmlns:a16="http://schemas.microsoft.com/office/drawing/2014/main" id="{2C592DC3-1B50-BE30-229B-7C0CA8F27E8A}"/>
                </a:ext>
              </a:extLst>
            </p:cNvPr>
            <p:cNvSpPr/>
            <p:nvPr/>
          </p:nvSpPr>
          <p:spPr>
            <a:xfrm>
              <a:off x="341235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6">
              <a:extLst>
                <a:ext uri="{FF2B5EF4-FFF2-40B4-BE49-F238E27FC236}">
                  <a16:creationId xmlns:a16="http://schemas.microsoft.com/office/drawing/2014/main" id="{3784A2F8-4752-3C49-4E5E-2FEB307F1EDD}"/>
                </a:ext>
              </a:extLst>
            </p:cNvPr>
            <p:cNvSpPr/>
            <p:nvPr/>
          </p:nvSpPr>
          <p:spPr>
            <a:xfrm>
              <a:off x="342179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7">
              <a:extLst>
                <a:ext uri="{FF2B5EF4-FFF2-40B4-BE49-F238E27FC236}">
                  <a16:creationId xmlns:a16="http://schemas.microsoft.com/office/drawing/2014/main" id="{A1A95674-29C2-9D6B-5346-FCA6EE07A3B9}"/>
                </a:ext>
              </a:extLst>
            </p:cNvPr>
            <p:cNvSpPr/>
            <p:nvPr/>
          </p:nvSpPr>
          <p:spPr>
            <a:xfrm>
              <a:off x="343123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8">
              <a:extLst>
                <a:ext uri="{FF2B5EF4-FFF2-40B4-BE49-F238E27FC236}">
                  <a16:creationId xmlns:a16="http://schemas.microsoft.com/office/drawing/2014/main" id="{6373F4DC-276C-0B1A-CACF-AFAB18BEC047}"/>
                </a:ext>
              </a:extLst>
            </p:cNvPr>
            <p:cNvSpPr/>
            <p:nvPr/>
          </p:nvSpPr>
          <p:spPr>
            <a:xfrm>
              <a:off x="344067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09">
              <a:extLst>
                <a:ext uri="{FF2B5EF4-FFF2-40B4-BE49-F238E27FC236}">
                  <a16:creationId xmlns:a16="http://schemas.microsoft.com/office/drawing/2014/main" id="{A02ADFE3-8715-2D04-D3D9-FE578B95A56D}"/>
                </a:ext>
              </a:extLst>
            </p:cNvPr>
            <p:cNvSpPr/>
            <p:nvPr/>
          </p:nvSpPr>
          <p:spPr>
            <a:xfrm>
              <a:off x="345011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0">
              <a:extLst>
                <a:ext uri="{FF2B5EF4-FFF2-40B4-BE49-F238E27FC236}">
                  <a16:creationId xmlns:a16="http://schemas.microsoft.com/office/drawing/2014/main" id="{8F4ED429-359F-DE90-A460-BA0A3ACD3564}"/>
                </a:ext>
              </a:extLst>
            </p:cNvPr>
            <p:cNvSpPr/>
            <p:nvPr/>
          </p:nvSpPr>
          <p:spPr>
            <a:xfrm>
              <a:off x="345955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1">
              <a:extLst>
                <a:ext uri="{FF2B5EF4-FFF2-40B4-BE49-F238E27FC236}">
                  <a16:creationId xmlns:a16="http://schemas.microsoft.com/office/drawing/2014/main" id="{961A83C5-6474-BC64-8704-76AD6170D65D}"/>
                </a:ext>
              </a:extLst>
            </p:cNvPr>
            <p:cNvSpPr/>
            <p:nvPr/>
          </p:nvSpPr>
          <p:spPr>
            <a:xfrm>
              <a:off x="346899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2">
              <a:extLst>
                <a:ext uri="{FF2B5EF4-FFF2-40B4-BE49-F238E27FC236}">
                  <a16:creationId xmlns:a16="http://schemas.microsoft.com/office/drawing/2014/main" id="{D07EF605-6BCC-6842-1DAE-50B1F04DF15D}"/>
                </a:ext>
              </a:extLst>
            </p:cNvPr>
            <p:cNvSpPr/>
            <p:nvPr/>
          </p:nvSpPr>
          <p:spPr>
            <a:xfrm>
              <a:off x="347843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3">
              <a:extLst>
                <a:ext uri="{FF2B5EF4-FFF2-40B4-BE49-F238E27FC236}">
                  <a16:creationId xmlns:a16="http://schemas.microsoft.com/office/drawing/2014/main" id="{28BFC21C-B807-4CB3-2A31-3C58D51AED27}"/>
                </a:ext>
              </a:extLst>
            </p:cNvPr>
            <p:cNvSpPr/>
            <p:nvPr/>
          </p:nvSpPr>
          <p:spPr>
            <a:xfrm>
              <a:off x="348787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4">
              <a:extLst>
                <a:ext uri="{FF2B5EF4-FFF2-40B4-BE49-F238E27FC236}">
                  <a16:creationId xmlns:a16="http://schemas.microsoft.com/office/drawing/2014/main" id="{206E2D06-3461-A5B3-B55E-70BB2B89A73D}"/>
                </a:ext>
              </a:extLst>
            </p:cNvPr>
            <p:cNvSpPr/>
            <p:nvPr/>
          </p:nvSpPr>
          <p:spPr>
            <a:xfrm>
              <a:off x="349731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5">
              <a:extLst>
                <a:ext uri="{FF2B5EF4-FFF2-40B4-BE49-F238E27FC236}">
                  <a16:creationId xmlns:a16="http://schemas.microsoft.com/office/drawing/2014/main" id="{4E064C25-A318-9DA4-DCA4-6105EA99347E}"/>
                </a:ext>
              </a:extLst>
            </p:cNvPr>
            <p:cNvSpPr/>
            <p:nvPr/>
          </p:nvSpPr>
          <p:spPr>
            <a:xfrm>
              <a:off x="350675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6">
              <a:extLst>
                <a:ext uri="{FF2B5EF4-FFF2-40B4-BE49-F238E27FC236}">
                  <a16:creationId xmlns:a16="http://schemas.microsoft.com/office/drawing/2014/main" id="{B83133AC-6A45-0019-7941-CE37BF5BD962}"/>
                </a:ext>
              </a:extLst>
            </p:cNvPr>
            <p:cNvSpPr/>
            <p:nvPr/>
          </p:nvSpPr>
          <p:spPr>
            <a:xfrm>
              <a:off x="351619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7">
              <a:extLst>
                <a:ext uri="{FF2B5EF4-FFF2-40B4-BE49-F238E27FC236}">
                  <a16:creationId xmlns:a16="http://schemas.microsoft.com/office/drawing/2014/main" id="{FEAF665A-31C7-BEAE-211F-7469B35BC561}"/>
                </a:ext>
              </a:extLst>
            </p:cNvPr>
            <p:cNvSpPr/>
            <p:nvPr/>
          </p:nvSpPr>
          <p:spPr>
            <a:xfrm>
              <a:off x="352563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8">
              <a:extLst>
                <a:ext uri="{FF2B5EF4-FFF2-40B4-BE49-F238E27FC236}">
                  <a16:creationId xmlns:a16="http://schemas.microsoft.com/office/drawing/2014/main" id="{ADE61A33-C6CA-B536-B428-F615EF54CD49}"/>
                </a:ext>
              </a:extLst>
            </p:cNvPr>
            <p:cNvSpPr/>
            <p:nvPr/>
          </p:nvSpPr>
          <p:spPr>
            <a:xfrm>
              <a:off x="353507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19">
              <a:extLst>
                <a:ext uri="{FF2B5EF4-FFF2-40B4-BE49-F238E27FC236}">
                  <a16:creationId xmlns:a16="http://schemas.microsoft.com/office/drawing/2014/main" id="{B05C7402-2614-F75E-4DA1-1F01F44BAB42}"/>
                </a:ext>
              </a:extLst>
            </p:cNvPr>
            <p:cNvSpPr/>
            <p:nvPr/>
          </p:nvSpPr>
          <p:spPr>
            <a:xfrm>
              <a:off x="354451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0">
              <a:extLst>
                <a:ext uri="{FF2B5EF4-FFF2-40B4-BE49-F238E27FC236}">
                  <a16:creationId xmlns:a16="http://schemas.microsoft.com/office/drawing/2014/main" id="{686C46FD-A90D-9BCB-E757-CCA4DFDEE891}"/>
                </a:ext>
              </a:extLst>
            </p:cNvPr>
            <p:cNvSpPr/>
            <p:nvPr/>
          </p:nvSpPr>
          <p:spPr>
            <a:xfrm>
              <a:off x="355395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1">
              <a:extLst>
                <a:ext uri="{FF2B5EF4-FFF2-40B4-BE49-F238E27FC236}">
                  <a16:creationId xmlns:a16="http://schemas.microsoft.com/office/drawing/2014/main" id="{A8E85AC7-776C-AF39-12C0-B7FD77E7D90C}"/>
                </a:ext>
              </a:extLst>
            </p:cNvPr>
            <p:cNvSpPr/>
            <p:nvPr/>
          </p:nvSpPr>
          <p:spPr>
            <a:xfrm>
              <a:off x="356339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2">
              <a:extLst>
                <a:ext uri="{FF2B5EF4-FFF2-40B4-BE49-F238E27FC236}">
                  <a16:creationId xmlns:a16="http://schemas.microsoft.com/office/drawing/2014/main" id="{9F4E97F4-C5AB-FF41-F525-1B5627000E52}"/>
                </a:ext>
              </a:extLst>
            </p:cNvPr>
            <p:cNvSpPr/>
            <p:nvPr/>
          </p:nvSpPr>
          <p:spPr>
            <a:xfrm>
              <a:off x="357283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3">
              <a:extLst>
                <a:ext uri="{FF2B5EF4-FFF2-40B4-BE49-F238E27FC236}">
                  <a16:creationId xmlns:a16="http://schemas.microsoft.com/office/drawing/2014/main" id="{6C4F41A2-7CB6-38EA-CAED-2E9BDB22227F}"/>
                </a:ext>
              </a:extLst>
            </p:cNvPr>
            <p:cNvSpPr/>
            <p:nvPr/>
          </p:nvSpPr>
          <p:spPr>
            <a:xfrm>
              <a:off x="358227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4">
              <a:extLst>
                <a:ext uri="{FF2B5EF4-FFF2-40B4-BE49-F238E27FC236}">
                  <a16:creationId xmlns:a16="http://schemas.microsoft.com/office/drawing/2014/main" id="{C302D9E3-02CD-98E9-3B95-526DE4FDE5D1}"/>
                </a:ext>
              </a:extLst>
            </p:cNvPr>
            <p:cNvSpPr/>
            <p:nvPr/>
          </p:nvSpPr>
          <p:spPr>
            <a:xfrm>
              <a:off x="359171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5">
              <a:extLst>
                <a:ext uri="{FF2B5EF4-FFF2-40B4-BE49-F238E27FC236}">
                  <a16:creationId xmlns:a16="http://schemas.microsoft.com/office/drawing/2014/main" id="{0E4F7C79-1A9A-8D9C-2545-893888A3726B}"/>
                </a:ext>
              </a:extLst>
            </p:cNvPr>
            <p:cNvSpPr/>
            <p:nvPr/>
          </p:nvSpPr>
          <p:spPr>
            <a:xfrm>
              <a:off x="360115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6">
              <a:extLst>
                <a:ext uri="{FF2B5EF4-FFF2-40B4-BE49-F238E27FC236}">
                  <a16:creationId xmlns:a16="http://schemas.microsoft.com/office/drawing/2014/main" id="{92104A92-4D08-A8B8-3EE1-6CECFCDD36D3}"/>
                </a:ext>
              </a:extLst>
            </p:cNvPr>
            <p:cNvSpPr/>
            <p:nvPr/>
          </p:nvSpPr>
          <p:spPr>
            <a:xfrm>
              <a:off x="361059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7">
              <a:extLst>
                <a:ext uri="{FF2B5EF4-FFF2-40B4-BE49-F238E27FC236}">
                  <a16:creationId xmlns:a16="http://schemas.microsoft.com/office/drawing/2014/main" id="{8A366753-156D-ACB2-4B44-092684CD9BD8}"/>
                </a:ext>
              </a:extLst>
            </p:cNvPr>
            <p:cNvSpPr/>
            <p:nvPr/>
          </p:nvSpPr>
          <p:spPr>
            <a:xfrm>
              <a:off x="362003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8">
              <a:extLst>
                <a:ext uri="{FF2B5EF4-FFF2-40B4-BE49-F238E27FC236}">
                  <a16:creationId xmlns:a16="http://schemas.microsoft.com/office/drawing/2014/main" id="{CF61A072-B1E5-14B4-AA44-D3A44F9D9BD7}"/>
                </a:ext>
              </a:extLst>
            </p:cNvPr>
            <p:cNvSpPr/>
            <p:nvPr/>
          </p:nvSpPr>
          <p:spPr>
            <a:xfrm>
              <a:off x="362947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29">
              <a:extLst>
                <a:ext uri="{FF2B5EF4-FFF2-40B4-BE49-F238E27FC236}">
                  <a16:creationId xmlns:a16="http://schemas.microsoft.com/office/drawing/2014/main" id="{C7219AE5-E386-288B-F9D4-00713BE06AEB}"/>
                </a:ext>
              </a:extLst>
            </p:cNvPr>
            <p:cNvSpPr/>
            <p:nvPr/>
          </p:nvSpPr>
          <p:spPr>
            <a:xfrm>
              <a:off x="363891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0">
              <a:extLst>
                <a:ext uri="{FF2B5EF4-FFF2-40B4-BE49-F238E27FC236}">
                  <a16:creationId xmlns:a16="http://schemas.microsoft.com/office/drawing/2014/main" id="{3B4A39C0-CE91-BC8E-03A0-07580335C054}"/>
                </a:ext>
              </a:extLst>
            </p:cNvPr>
            <p:cNvSpPr/>
            <p:nvPr/>
          </p:nvSpPr>
          <p:spPr>
            <a:xfrm>
              <a:off x="364836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1">
              <a:extLst>
                <a:ext uri="{FF2B5EF4-FFF2-40B4-BE49-F238E27FC236}">
                  <a16:creationId xmlns:a16="http://schemas.microsoft.com/office/drawing/2014/main" id="{34D01D79-CF88-9D21-BC82-FC28320B3E77}"/>
                </a:ext>
              </a:extLst>
            </p:cNvPr>
            <p:cNvSpPr/>
            <p:nvPr/>
          </p:nvSpPr>
          <p:spPr>
            <a:xfrm>
              <a:off x="3657800" y="153527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2">
              <a:extLst>
                <a:ext uri="{FF2B5EF4-FFF2-40B4-BE49-F238E27FC236}">
                  <a16:creationId xmlns:a16="http://schemas.microsoft.com/office/drawing/2014/main" id="{2E9CE9BD-EC2D-2D0D-0F4F-D7CA853600D4}"/>
                </a:ext>
              </a:extLst>
            </p:cNvPr>
            <p:cNvSpPr/>
            <p:nvPr/>
          </p:nvSpPr>
          <p:spPr>
            <a:xfrm>
              <a:off x="3667240" y="1517710"/>
              <a:ext cx="923840" cy="930951"/>
            </a:xfrm>
            <a:custGeom>
              <a:avLst/>
              <a:gdLst/>
              <a:ahLst/>
              <a:cxnLst/>
              <a:rect l="0" t="0" r="0" b="0"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3">
              <a:extLst>
                <a:ext uri="{FF2B5EF4-FFF2-40B4-BE49-F238E27FC236}">
                  <a16:creationId xmlns:a16="http://schemas.microsoft.com/office/drawing/2014/main" id="{8EBC02A8-C569-A934-DA1A-DAF5B18A6854}"/>
                </a:ext>
              </a:extLst>
            </p:cNvPr>
            <p:cNvSpPr/>
            <p:nvPr/>
          </p:nvSpPr>
          <p:spPr>
            <a:xfrm>
              <a:off x="3676680" y="1517710"/>
              <a:ext cx="923121" cy="923331"/>
            </a:xfrm>
            <a:custGeom>
              <a:avLst/>
              <a:gdLst/>
              <a:ahLst/>
              <a:cxnLst/>
              <a:rect l="0" t="0" r="0" b="0"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4">
              <a:extLst>
                <a:ext uri="{FF2B5EF4-FFF2-40B4-BE49-F238E27FC236}">
                  <a16:creationId xmlns:a16="http://schemas.microsoft.com/office/drawing/2014/main" id="{721BD91C-D0F8-2C73-681E-2A648DED3201}"/>
                </a:ext>
              </a:extLst>
            </p:cNvPr>
            <p:cNvSpPr/>
            <p:nvPr/>
          </p:nvSpPr>
          <p:spPr>
            <a:xfrm>
              <a:off x="2175682" y="1500140"/>
              <a:ext cx="914400" cy="919531"/>
            </a:xfrm>
            <a:custGeom>
              <a:avLst/>
              <a:gdLst/>
              <a:ahLst/>
              <a:cxnLst/>
              <a:rect l="0" t="0" r="0" b="0"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5">
              <a:extLst>
                <a:ext uri="{FF2B5EF4-FFF2-40B4-BE49-F238E27FC236}">
                  <a16:creationId xmlns:a16="http://schemas.microsoft.com/office/drawing/2014/main" id="{DDB5B478-E8FE-AEB2-71B9-41ADCED9EDED}"/>
                </a:ext>
              </a:extLst>
            </p:cNvPr>
            <p:cNvSpPr/>
            <p:nvPr/>
          </p:nvSpPr>
          <p:spPr>
            <a:xfrm>
              <a:off x="217568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6">
              <a:extLst>
                <a:ext uri="{FF2B5EF4-FFF2-40B4-BE49-F238E27FC236}">
                  <a16:creationId xmlns:a16="http://schemas.microsoft.com/office/drawing/2014/main" id="{7A4459FE-00C4-4F52-9219-D9EC46F51ECB}"/>
                </a:ext>
              </a:extLst>
            </p:cNvPr>
            <p:cNvSpPr/>
            <p:nvPr/>
          </p:nvSpPr>
          <p:spPr>
            <a:xfrm>
              <a:off x="218512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7">
              <a:extLst>
                <a:ext uri="{FF2B5EF4-FFF2-40B4-BE49-F238E27FC236}">
                  <a16:creationId xmlns:a16="http://schemas.microsoft.com/office/drawing/2014/main" id="{A3CA2B61-AF4C-8215-A7B6-A8F0B2CD2802}"/>
                </a:ext>
              </a:extLst>
            </p:cNvPr>
            <p:cNvSpPr/>
            <p:nvPr/>
          </p:nvSpPr>
          <p:spPr>
            <a:xfrm>
              <a:off x="219456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8">
              <a:extLst>
                <a:ext uri="{FF2B5EF4-FFF2-40B4-BE49-F238E27FC236}">
                  <a16:creationId xmlns:a16="http://schemas.microsoft.com/office/drawing/2014/main" id="{FDF79E18-6926-AC7A-6D59-DD0C01FDDFE0}"/>
                </a:ext>
              </a:extLst>
            </p:cNvPr>
            <p:cNvSpPr/>
            <p:nvPr/>
          </p:nvSpPr>
          <p:spPr>
            <a:xfrm>
              <a:off x="220400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39">
              <a:extLst>
                <a:ext uri="{FF2B5EF4-FFF2-40B4-BE49-F238E27FC236}">
                  <a16:creationId xmlns:a16="http://schemas.microsoft.com/office/drawing/2014/main" id="{18C43C89-95FC-9F1F-6C64-F5EDF09CC079}"/>
                </a:ext>
              </a:extLst>
            </p:cNvPr>
            <p:cNvSpPr/>
            <p:nvPr/>
          </p:nvSpPr>
          <p:spPr>
            <a:xfrm>
              <a:off x="221344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0">
              <a:extLst>
                <a:ext uri="{FF2B5EF4-FFF2-40B4-BE49-F238E27FC236}">
                  <a16:creationId xmlns:a16="http://schemas.microsoft.com/office/drawing/2014/main" id="{574BDA89-E827-7028-0682-C5506748D16C}"/>
                </a:ext>
              </a:extLst>
            </p:cNvPr>
            <p:cNvSpPr/>
            <p:nvPr/>
          </p:nvSpPr>
          <p:spPr>
            <a:xfrm>
              <a:off x="222288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1">
              <a:extLst>
                <a:ext uri="{FF2B5EF4-FFF2-40B4-BE49-F238E27FC236}">
                  <a16:creationId xmlns:a16="http://schemas.microsoft.com/office/drawing/2014/main" id="{1A26337D-6D2E-3772-FB41-A720F95E8197}"/>
                </a:ext>
              </a:extLst>
            </p:cNvPr>
            <p:cNvSpPr/>
            <p:nvPr/>
          </p:nvSpPr>
          <p:spPr>
            <a:xfrm>
              <a:off x="223232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2">
              <a:extLst>
                <a:ext uri="{FF2B5EF4-FFF2-40B4-BE49-F238E27FC236}">
                  <a16:creationId xmlns:a16="http://schemas.microsoft.com/office/drawing/2014/main" id="{A543352C-5168-7E92-3E91-4330629E9F08}"/>
                </a:ext>
              </a:extLst>
            </p:cNvPr>
            <p:cNvSpPr/>
            <p:nvPr/>
          </p:nvSpPr>
          <p:spPr>
            <a:xfrm>
              <a:off x="224176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3">
              <a:extLst>
                <a:ext uri="{FF2B5EF4-FFF2-40B4-BE49-F238E27FC236}">
                  <a16:creationId xmlns:a16="http://schemas.microsoft.com/office/drawing/2014/main" id="{87A26D14-E084-F0DB-D955-7EDB7AF443DC}"/>
                </a:ext>
              </a:extLst>
            </p:cNvPr>
            <p:cNvSpPr/>
            <p:nvPr/>
          </p:nvSpPr>
          <p:spPr>
            <a:xfrm>
              <a:off x="225120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4">
              <a:extLst>
                <a:ext uri="{FF2B5EF4-FFF2-40B4-BE49-F238E27FC236}">
                  <a16:creationId xmlns:a16="http://schemas.microsoft.com/office/drawing/2014/main" id="{9A695D7C-A143-513A-7C12-81C03CE96562}"/>
                </a:ext>
              </a:extLst>
            </p:cNvPr>
            <p:cNvSpPr/>
            <p:nvPr/>
          </p:nvSpPr>
          <p:spPr>
            <a:xfrm>
              <a:off x="226064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5">
              <a:extLst>
                <a:ext uri="{FF2B5EF4-FFF2-40B4-BE49-F238E27FC236}">
                  <a16:creationId xmlns:a16="http://schemas.microsoft.com/office/drawing/2014/main" id="{95185D9C-EEDF-4176-5947-9BFA4C219574}"/>
                </a:ext>
              </a:extLst>
            </p:cNvPr>
            <p:cNvSpPr/>
            <p:nvPr/>
          </p:nvSpPr>
          <p:spPr>
            <a:xfrm>
              <a:off x="227008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6">
              <a:extLst>
                <a:ext uri="{FF2B5EF4-FFF2-40B4-BE49-F238E27FC236}">
                  <a16:creationId xmlns:a16="http://schemas.microsoft.com/office/drawing/2014/main" id="{41659401-73E7-DB6B-9F09-35A022E474A8}"/>
                </a:ext>
              </a:extLst>
            </p:cNvPr>
            <p:cNvSpPr/>
            <p:nvPr/>
          </p:nvSpPr>
          <p:spPr>
            <a:xfrm>
              <a:off x="227952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7">
              <a:extLst>
                <a:ext uri="{FF2B5EF4-FFF2-40B4-BE49-F238E27FC236}">
                  <a16:creationId xmlns:a16="http://schemas.microsoft.com/office/drawing/2014/main" id="{8531E5B5-30FD-AFCA-7B27-73F7A42EDEB2}"/>
                </a:ext>
              </a:extLst>
            </p:cNvPr>
            <p:cNvSpPr/>
            <p:nvPr/>
          </p:nvSpPr>
          <p:spPr>
            <a:xfrm>
              <a:off x="228896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8">
              <a:extLst>
                <a:ext uri="{FF2B5EF4-FFF2-40B4-BE49-F238E27FC236}">
                  <a16:creationId xmlns:a16="http://schemas.microsoft.com/office/drawing/2014/main" id="{3DED55C2-70F5-8CA1-395D-B666D17EE71C}"/>
                </a:ext>
              </a:extLst>
            </p:cNvPr>
            <p:cNvSpPr/>
            <p:nvPr/>
          </p:nvSpPr>
          <p:spPr>
            <a:xfrm>
              <a:off x="229840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49">
              <a:extLst>
                <a:ext uri="{FF2B5EF4-FFF2-40B4-BE49-F238E27FC236}">
                  <a16:creationId xmlns:a16="http://schemas.microsoft.com/office/drawing/2014/main" id="{674C2640-BA97-BA1F-675D-F6ACD2E063C9}"/>
                </a:ext>
              </a:extLst>
            </p:cNvPr>
            <p:cNvSpPr/>
            <p:nvPr/>
          </p:nvSpPr>
          <p:spPr>
            <a:xfrm>
              <a:off x="230784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0">
              <a:extLst>
                <a:ext uri="{FF2B5EF4-FFF2-40B4-BE49-F238E27FC236}">
                  <a16:creationId xmlns:a16="http://schemas.microsoft.com/office/drawing/2014/main" id="{56F866E0-118B-7CA5-712C-9BF00BE41AEF}"/>
                </a:ext>
              </a:extLst>
            </p:cNvPr>
            <p:cNvSpPr/>
            <p:nvPr/>
          </p:nvSpPr>
          <p:spPr>
            <a:xfrm>
              <a:off x="231728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1">
              <a:extLst>
                <a:ext uri="{FF2B5EF4-FFF2-40B4-BE49-F238E27FC236}">
                  <a16:creationId xmlns:a16="http://schemas.microsoft.com/office/drawing/2014/main" id="{46991A2F-D4CD-E32F-8D14-979C2D4B1F1A}"/>
                </a:ext>
              </a:extLst>
            </p:cNvPr>
            <p:cNvSpPr/>
            <p:nvPr/>
          </p:nvSpPr>
          <p:spPr>
            <a:xfrm>
              <a:off x="232672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2">
              <a:extLst>
                <a:ext uri="{FF2B5EF4-FFF2-40B4-BE49-F238E27FC236}">
                  <a16:creationId xmlns:a16="http://schemas.microsoft.com/office/drawing/2014/main" id="{E33DD37F-6C56-6CBF-B4CC-7B5CA72EEC73}"/>
                </a:ext>
              </a:extLst>
            </p:cNvPr>
            <p:cNvSpPr/>
            <p:nvPr/>
          </p:nvSpPr>
          <p:spPr>
            <a:xfrm>
              <a:off x="233616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3">
              <a:extLst>
                <a:ext uri="{FF2B5EF4-FFF2-40B4-BE49-F238E27FC236}">
                  <a16:creationId xmlns:a16="http://schemas.microsoft.com/office/drawing/2014/main" id="{853901D9-4CA3-39CB-E401-B774DE3ADCC4}"/>
                </a:ext>
              </a:extLst>
            </p:cNvPr>
            <p:cNvSpPr/>
            <p:nvPr/>
          </p:nvSpPr>
          <p:spPr>
            <a:xfrm>
              <a:off x="234560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4">
              <a:extLst>
                <a:ext uri="{FF2B5EF4-FFF2-40B4-BE49-F238E27FC236}">
                  <a16:creationId xmlns:a16="http://schemas.microsoft.com/office/drawing/2014/main" id="{72C8B9F4-3537-AFAB-F9D8-6FAC0EBB2514}"/>
                </a:ext>
              </a:extLst>
            </p:cNvPr>
            <p:cNvSpPr/>
            <p:nvPr/>
          </p:nvSpPr>
          <p:spPr>
            <a:xfrm>
              <a:off x="235504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5">
              <a:extLst>
                <a:ext uri="{FF2B5EF4-FFF2-40B4-BE49-F238E27FC236}">
                  <a16:creationId xmlns:a16="http://schemas.microsoft.com/office/drawing/2014/main" id="{965783BF-9D25-759C-44DE-CA15D937C65B}"/>
                </a:ext>
              </a:extLst>
            </p:cNvPr>
            <p:cNvSpPr/>
            <p:nvPr/>
          </p:nvSpPr>
          <p:spPr>
            <a:xfrm>
              <a:off x="236448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6">
              <a:extLst>
                <a:ext uri="{FF2B5EF4-FFF2-40B4-BE49-F238E27FC236}">
                  <a16:creationId xmlns:a16="http://schemas.microsoft.com/office/drawing/2014/main" id="{571070FF-3A92-90FA-4BDC-3593B824FE24}"/>
                </a:ext>
              </a:extLst>
            </p:cNvPr>
            <p:cNvSpPr/>
            <p:nvPr/>
          </p:nvSpPr>
          <p:spPr>
            <a:xfrm>
              <a:off x="237392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7">
              <a:extLst>
                <a:ext uri="{FF2B5EF4-FFF2-40B4-BE49-F238E27FC236}">
                  <a16:creationId xmlns:a16="http://schemas.microsoft.com/office/drawing/2014/main" id="{84A19AD9-B19D-4294-01B8-7843210EFC3E}"/>
                </a:ext>
              </a:extLst>
            </p:cNvPr>
            <p:cNvSpPr/>
            <p:nvPr/>
          </p:nvSpPr>
          <p:spPr>
            <a:xfrm>
              <a:off x="238336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8">
              <a:extLst>
                <a:ext uri="{FF2B5EF4-FFF2-40B4-BE49-F238E27FC236}">
                  <a16:creationId xmlns:a16="http://schemas.microsoft.com/office/drawing/2014/main" id="{BC152D07-4EFD-93A2-6075-49BCFF16A102}"/>
                </a:ext>
              </a:extLst>
            </p:cNvPr>
            <p:cNvSpPr/>
            <p:nvPr/>
          </p:nvSpPr>
          <p:spPr>
            <a:xfrm>
              <a:off x="239280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59">
              <a:extLst>
                <a:ext uri="{FF2B5EF4-FFF2-40B4-BE49-F238E27FC236}">
                  <a16:creationId xmlns:a16="http://schemas.microsoft.com/office/drawing/2014/main" id="{2904FD14-4A47-62A3-0ADB-7716525CD437}"/>
                </a:ext>
              </a:extLst>
            </p:cNvPr>
            <p:cNvSpPr/>
            <p:nvPr/>
          </p:nvSpPr>
          <p:spPr>
            <a:xfrm>
              <a:off x="240224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0">
              <a:extLst>
                <a:ext uri="{FF2B5EF4-FFF2-40B4-BE49-F238E27FC236}">
                  <a16:creationId xmlns:a16="http://schemas.microsoft.com/office/drawing/2014/main" id="{FC686B7A-ACCC-46C3-412E-DC2F961E0CD8}"/>
                </a:ext>
              </a:extLst>
            </p:cNvPr>
            <p:cNvSpPr/>
            <p:nvPr/>
          </p:nvSpPr>
          <p:spPr>
            <a:xfrm>
              <a:off x="241168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1">
              <a:extLst>
                <a:ext uri="{FF2B5EF4-FFF2-40B4-BE49-F238E27FC236}">
                  <a16:creationId xmlns:a16="http://schemas.microsoft.com/office/drawing/2014/main" id="{E249B4AF-673F-EA66-E9A7-A768FE11184F}"/>
                </a:ext>
              </a:extLst>
            </p:cNvPr>
            <p:cNvSpPr/>
            <p:nvPr/>
          </p:nvSpPr>
          <p:spPr>
            <a:xfrm>
              <a:off x="2430569" y="1517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2">
              <a:extLst>
                <a:ext uri="{FF2B5EF4-FFF2-40B4-BE49-F238E27FC236}">
                  <a16:creationId xmlns:a16="http://schemas.microsoft.com/office/drawing/2014/main" id="{646686D2-E682-4816-9B05-1BEEC6F3A28D}"/>
                </a:ext>
              </a:extLst>
            </p:cNvPr>
            <p:cNvSpPr/>
            <p:nvPr/>
          </p:nvSpPr>
          <p:spPr>
            <a:xfrm>
              <a:off x="2430569" y="1517710"/>
              <a:ext cx="918879" cy="914400"/>
            </a:xfrm>
            <a:custGeom>
              <a:avLst/>
              <a:gdLst/>
              <a:ahLst/>
              <a:cxnLst/>
              <a:rect l="0" t="0" r="0" b="0"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3">
              <a:extLst>
                <a:ext uri="{FF2B5EF4-FFF2-40B4-BE49-F238E27FC236}">
                  <a16:creationId xmlns:a16="http://schemas.microsoft.com/office/drawing/2014/main" id="{54C5FB22-6444-DFF3-5143-62A44EE3B811}"/>
                </a:ext>
              </a:extLst>
            </p:cNvPr>
            <p:cNvSpPr/>
            <p:nvPr/>
          </p:nvSpPr>
          <p:spPr>
            <a:xfrm>
              <a:off x="3129147" y="150014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4">
              <a:extLst>
                <a:ext uri="{FF2B5EF4-FFF2-40B4-BE49-F238E27FC236}">
                  <a16:creationId xmlns:a16="http://schemas.microsoft.com/office/drawing/2014/main" id="{22E4270B-FC1E-1088-B698-FF0766CFB205}"/>
                </a:ext>
              </a:extLst>
            </p:cNvPr>
            <p:cNvSpPr/>
            <p:nvPr/>
          </p:nvSpPr>
          <p:spPr>
            <a:xfrm>
              <a:off x="312914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5">
              <a:extLst>
                <a:ext uri="{FF2B5EF4-FFF2-40B4-BE49-F238E27FC236}">
                  <a16:creationId xmlns:a16="http://schemas.microsoft.com/office/drawing/2014/main" id="{1481AE8F-C9F4-CC3A-98BA-B9FF543824ED}"/>
                </a:ext>
              </a:extLst>
            </p:cNvPr>
            <p:cNvSpPr/>
            <p:nvPr/>
          </p:nvSpPr>
          <p:spPr>
            <a:xfrm>
              <a:off x="313858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6">
              <a:extLst>
                <a:ext uri="{FF2B5EF4-FFF2-40B4-BE49-F238E27FC236}">
                  <a16:creationId xmlns:a16="http://schemas.microsoft.com/office/drawing/2014/main" id="{C3820054-2873-CD11-37D9-2E097A4F17B3}"/>
                </a:ext>
              </a:extLst>
            </p:cNvPr>
            <p:cNvSpPr/>
            <p:nvPr/>
          </p:nvSpPr>
          <p:spPr>
            <a:xfrm>
              <a:off x="314802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7">
              <a:extLst>
                <a:ext uri="{FF2B5EF4-FFF2-40B4-BE49-F238E27FC236}">
                  <a16:creationId xmlns:a16="http://schemas.microsoft.com/office/drawing/2014/main" id="{8708147D-1E0E-8279-EA71-0ED3BC8FC89F}"/>
                </a:ext>
              </a:extLst>
            </p:cNvPr>
            <p:cNvSpPr/>
            <p:nvPr/>
          </p:nvSpPr>
          <p:spPr>
            <a:xfrm>
              <a:off x="315746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8">
              <a:extLst>
                <a:ext uri="{FF2B5EF4-FFF2-40B4-BE49-F238E27FC236}">
                  <a16:creationId xmlns:a16="http://schemas.microsoft.com/office/drawing/2014/main" id="{C6724630-F4AF-BB64-1B94-9F3F563137B1}"/>
                </a:ext>
              </a:extLst>
            </p:cNvPr>
            <p:cNvSpPr/>
            <p:nvPr/>
          </p:nvSpPr>
          <p:spPr>
            <a:xfrm>
              <a:off x="316690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69">
              <a:extLst>
                <a:ext uri="{FF2B5EF4-FFF2-40B4-BE49-F238E27FC236}">
                  <a16:creationId xmlns:a16="http://schemas.microsoft.com/office/drawing/2014/main" id="{3725F59F-ADFB-1844-F3FE-498C726DCEE5}"/>
                </a:ext>
              </a:extLst>
            </p:cNvPr>
            <p:cNvSpPr/>
            <p:nvPr/>
          </p:nvSpPr>
          <p:spPr>
            <a:xfrm>
              <a:off x="317634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0">
              <a:extLst>
                <a:ext uri="{FF2B5EF4-FFF2-40B4-BE49-F238E27FC236}">
                  <a16:creationId xmlns:a16="http://schemas.microsoft.com/office/drawing/2014/main" id="{A7077F77-F837-D528-C6A9-156EE72F8922}"/>
                </a:ext>
              </a:extLst>
            </p:cNvPr>
            <p:cNvSpPr/>
            <p:nvPr/>
          </p:nvSpPr>
          <p:spPr>
            <a:xfrm>
              <a:off x="318578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1">
              <a:extLst>
                <a:ext uri="{FF2B5EF4-FFF2-40B4-BE49-F238E27FC236}">
                  <a16:creationId xmlns:a16="http://schemas.microsoft.com/office/drawing/2014/main" id="{825CC1C7-23F0-58B1-DED6-720865EB2974}"/>
                </a:ext>
              </a:extLst>
            </p:cNvPr>
            <p:cNvSpPr/>
            <p:nvPr/>
          </p:nvSpPr>
          <p:spPr>
            <a:xfrm>
              <a:off x="319522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2">
              <a:extLst>
                <a:ext uri="{FF2B5EF4-FFF2-40B4-BE49-F238E27FC236}">
                  <a16:creationId xmlns:a16="http://schemas.microsoft.com/office/drawing/2014/main" id="{B2D9F041-D4D3-9310-2191-6B440B9B44E0}"/>
                </a:ext>
              </a:extLst>
            </p:cNvPr>
            <p:cNvSpPr/>
            <p:nvPr/>
          </p:nvSpPr>
          <p:spPr>
            <a:xfrm>
              <a:off x="320466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3">
              <a:extLst>
                <a:ext uri="{FF2B5EF4-FFF2-40B4-BE49-F238E27FC236}">
                  <a16:creationId xmlns:a16="http://schemas.microsoft.com/office/drawing/2014/main" id="{C7B15812-5076-0031-E9A4-ADBAF1160309}"/>
                </a:ext>
              </a:extLst>
            </p:cNvPr>
            <p:cNvSpPr/>
            <p:nvPr/>
          </p:nvSpPr>
          <p:spPr>
            <a:xfrm>
              <a:off x="321410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4">
              <a:extLst>
                <a:ext uri="{FF2B5EF4-FFF2-40B4-BE49-F238E27FC236}">
                  <a16:creationId xmlns:a16="http://schemas.microsoft.com/office/drawing/2014/main" id="{A1881BF4-CE66-5AA9-646E-FB6008F0418A}"/>
                </a:ext>
              </a:extLst>
            </p:cNvPr>
            <p:cNvSpPr/>
            <p:nvPr/>
          </p:nvSpPr>
          <p:spPr>
            <a:xfrm>
              <a:off x="322354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5">
              <a:extLst>
                <a:ext uri="{FF2B5EF4-FFF2-40B4-BE49-F238E27FC236}">
                  <a16:creationId xmlns:a16="http://schemas.microsoft.com/office/drawing/2014/main" id="{A6CA315F-6274-9F0A-2B8C-7ED75F72E9FE}"/>
                </a:ext>
              </a:extLst>
            </p:cNvPr>
            <p:cNvSpPr/>
            <p:nvPr/>
          </p:nvSpPr>
          <p:spPr>
            <a:xfrm>
              <a:off x="323298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6">
              <a:extLst>
                <a:ext uri="{FF2B5EF4-FFF2-40B4-BE49-F238E27FC236}">
                  <a16:creationId xmlns:a16="http://schemas.microsoft.com/office/drawing/2014/main" id="{61267C7D-B061-B72C-3124-6B3D1E0A4F08}"/>
                </a:ext>
              </a:extLst>
            </p:cNvPr>
            <p:cNvSpPr/>
            <p:nvPr/>
          </p:nvSpPr>
          <p:spPr>
            <a:xfrm>
              <a:off x="324242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7">
              <a:extLst>
                <a:ext uri="{FF2B5EF4-FFF2-40B4-BE49-F238E27FC236}">
                  <a16:creationId xmlns:a16="http://schemas.microsoft.com/office/drawing/2014/main" id="{DE51F4DD-045A-650E-E168-71FDB83A6D2E}"/>
                </a:ext>
              </a:extLst>
            </p:cNvPr>
            <p:cNvSpPr/>
            <p:nvPr/>
          </p:nvSpPr>
          <p:spPr>
            <a:xfrm>
              <a:off x="325187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8">
              <a:extLst>
                <a:ext uri="{FF2B5EF4-FFF2-40B4-BE49-F238E27FC236}">
                  <a16:creationId xmlns:a16="http://schemas.microsoft.com/office/drawing/2014/main" id="{17A80195-F6FB-43DF-E744-DAE4EF165913}"/>
                </a:ext>
              </a:extLst>
            </p:cNvPr>
            <p:cNvSpPr/>
            <p:nvPr/>
          </p:nvSpPr>
          <p:spPr>
            <a:xfrm>
              <a:off x="326131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79">
              <a:extLst>
                <a:ext uri="{FF2B5EF4-FFF2-40B4-BE49-F238E27FC236}">
                  <a16:creationId xmlns:a16="http://schemas.microsoft.com/office/drawing/2014/main" id="{91F5E271-4D8D-D34C-5EA5-35FB2EB16998}"/>
                </a:ext>
              </a:extLst>
            </p:cNvPr>
            <p:cNvSpPr/>
            <p:nvPr/>
          </p:nvSpPr>
          <p:spPr>
            <a:xfrm>
              <a:off x="327075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0">
              <a:extLst>
                <a:ext uri="{FF2B5EF4-FFF2-40B4-BE49-F238E27FC236}">
                  <a16:creationId xmlns:a16="http://schemas.microsoft.com/office/drawing/2014/main" id="{14B2AD6B-D65F-89C6-76CD-F19DB8CEBE4D}"/>
                </a:ext>
              </a:extLst>
            </p:cNvPr>
            <p:cNvSpPr/>
            <p:nvPr/>
          </p:nvSpPr>
          <p:spPr>
            <a:xfrm>
              <a:off x="328019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1">
              <a:extLst>
                <a:ext uri="{FF2B5EF4-FFF2-40B4-BE49-F238E27FC236}">
                  <a16:creationId xmlns:a16="http://schemas.microsoft.com/office/drawing/2014/main" id="{7BB98ADB-851F-9D94-804A-BA8BEF6E4725}"/>
                </a:ext>
              </a:extLst>
            </p:cNvPr>
            <p:cNvSpPr/>
            <p:nvPr/>
          </p:nvSpPr>
          <p:spPr>
            <a:xfrm>
              <a:off x="328963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2">
              <a:extLst>
                <a:ext uri="{FF2B5EF4-FFF2-40B4-BE49-F238E27FC236}">
                  <a16:creationId xmlns:a16="http://schemas.microsoft.com/office/drawing/2014/main" id="{ECFEB094-2EB5-BE4F-C88C-83A7F1983BEC}"/>
                </a:ext>
              </a:extLst>
            </p:cNvPr>
            <p:cNvSpPr/>
            <p:nvPr/>
          </p:nvSpPr>
          <p:spPr>
            <a:xfrm>
              <a:off x="329907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3">
              <a:extLst>
                <a:ext uri="{FF2B5EF4-FFF2-40B4-BE49-F238E27FC236}">
                  <a16:creationId xmlns:a16="http://schemas.microsoft.com/office/drawing/2014/main" id="{CB00BB70-6D88-4B62-6DEF-236BD5F121F9}"/>
                </a:ext>
              </a:extLst>
            </p:cNvPr>
            <p:cNvSpPr/>
            <p:nvPr/>
          </p:nvSpPr>
          <p:spPr>
            <a:xfrm>
              <a:off x="330851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4">
              <a:extLst>
                <a:ext uri="{FF2B5EF4-FFF2-40B4-BE49-F238E27FC236}">
                  <a16:creationId xmlns:a16="http://schemas.microsoft.com/office/drawing/2014/main" id="{C3672756-8BBA-C4BA-EEA6-97C14A7CE8D0}"/>
                </a:ext>
              </a:extLst>
            </p:cNvPr>
            <p:cNvSpPr/>
            <p:nvPr/>
          </p:nvSpPr>
          <p:spPr>
            <a:xfrm>
              <a:off x="331795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5">
              <a:extLst>
                <a:ext uri="{FF2B5EF4-FFF2-40B4-BE49-F238E27FC236}">
                  <a16:creationId xmlns:a16="http://schemas.microsoft.com/office/drawing/2014/main" id="{3AF20FE5-2308-88A3-EA61-12C01CCF340E}"/>
                </a:ext>
              </a:extLst>
            </p:cNvPr>
            <p:cNvSpPr/>
            <p:nvPr/>
          </p:nvSpPr>
          <p:spPr>
            <a:xfrm>
              <a:off x="332739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6">
              <a:extLst>
                <a:ext uri="{FF2B5EF4-FFF2-40B4-BE49-F238E27FC236}">
                  <a16:creationId xmlns:a16="http://schemas.microsoft.com/office/drawing/2014/main" id="{AB4C1528-C357-C0D3-BD92-C8A1D8A5816E}"/>
                </a:ext>
              </a:extLst>
            </p:cNvPr>
            <p:cNvSpPr/>
            <p:nvPr/>
          </p:nvSpPr>
          <p:spPr>
            <a:xfrm>
              <a:off x="333683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7">
              <a:extLst>
                <a:ext uri="{FF2B5EF4-FFF2-40B4-BE49-F238E27FC236}">
                  <a16:creationId xmlns:a16="http://schemas.microsoft.com/office/drawing/2014/main" id="{3A8D22B7-1758-D942-086A-06E28F233CBE}"/>
                </a:ext>
              </a:extLst>
            </p:cNvPr>
            <p:cNvSpPr/>
            <p:nvPr/>
          </p:nvSpPr>
          <p:spPr>
            <a:xfrm>
              <a:off x="334627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8">
              <a:extLst>
                <a:ext uri="{FF2B5EF4-FFF2-40B4-BE49-F238E27FC236}">
                  <a16:creationId xmlns:a16="http://schemas.microsoft.com/office/drawing/2014/main" id="{D716428A-472E-90C9-3B60-2ED0F2AB8DC0}"/>
                </a:ext>
              </a:extLst>
            </p:cNvPr>
            <p:cNvSpPr/>
            <p:nvPr/>
          </p:nvSpPr>
          <p:spPr>
            <a:xfrm>
              <a:off x="335571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89">
              <a:extLst>
                <a:ext uri="{FF2B5EF4-FFF2-40B4-BE49-F238E27FC236}">
                  <a16:creationId xmlns:a16="http://schemas.microsoft.com/office/drawing/2014/main" id="{63C9B856-FA48-B50A-7C96-868EBC074953}"/>
                </a:ext>
              </a:extLst>
            </p:cNvPr>
            <p:cNvSpPr/>
            <p:nvPr/>
          </p:nvSpPr>
          <p:spPr>
            <a:xfrm>
              <a:off x="336515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0">
              <a:extLst>
                <a:ext uri="{FF2B5EF4-FFF2-40B4-BE49-F238E27FC236}">
                  <a16:creationId xmlns:a16="http://schemas.microsoft.com/office/drawing/2014/main" id="{1AB1F5E7-64F3-A90C-0BEF-6AE62E897304}"/>
                </a:ext>
              </a:extLst>
            </p:cNvPr>
            <p:cNvSpPr/>
            <p:nvPr/>
          </p:nvSpPr>
          <p:spPr>
            <a:xfrm>
              <a:off x="337459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1">
              <a:extLst>
                <a:ext uri="{FF2B5EF4-FFF2-40B4-BE49-F238E27FC236}">
                  <a16:creationId xmlns:a16="http://schemas.microsoft.com/office/drawing/2014/main" id="{1F49352E-DBF9-2803-BEC3-6B34628490A1}"/>
                </a:ext>
              </a:extLst>
            </p:cNvPr>
            <p:cNvSpPr/>
            <p:nvPr/>
          </p:nvSpPr>
          <p:spPr>
            <a:xfrm>
              <a:off x="338403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2">
              <a:extLst>
                <a:ext uri="{FF2B5EF4-FFF2-40B4-BE49-F238E27FC236}">
                  <a16:creationId xmlns:a16="http://schemas.microsoft.com/office/drawing/2014/main" id="{A995D737-4AB3-3F25-E80F-B09D1E3DEDAD}"/>
                </a:ext>
              </a:extLst>
            </p:cNvPr>
            <p:cNvSpPr/>
            <p:nvPr/>
          </p:nvSpPr>
          <p:spPr>
            <a:xfrm>
              <a:off x="339347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3">
              <a:extLst>
                <a:ext uri="{FF2B5EF4-FFF2-40B4-BE49-F238E27FC236}">
                  <a16:creationId xmlns:a16="http://schemas.microsoft.com/office/drawing/2014/main" id="{CE979FB2-E59E-039F-B03B-7387A89E8EC7}"/>
                </a:ext>
              </a:extLst>
            </p:cNvPr>
            <p:cNvSpPr/>
            <p:nvPr/>
          </p:nvSpPr>
          <p:spPr>
            <a:xfrm>
              <a:off x="340291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4">
              <a:extLst>
                <a:ext uri="{FF2B5EF4-FFF2-40B4-BE49-F238E27FC236}">
                  <a16:creationId xmlns:a16="http://schemas.microsoft.com/office/drawing/2014/main" id="{69A4096F-D461-0BF9-D235-909FD3BB43AC}"/>
                </a:ext>
              </a:extLst>
            </p:cNvPr>
            <p:cNvSpPr/>
            <p:nvPr/>
          </p:nvSpPr>
          <p:spPr>
            <a:xfrm>
              <a:off x="341235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5">
              <a:extLst>
                <a:ext uri="{FF2B5EF4-FFF2-40B4-BE49-F238E27FC236}">
                  <a16:creationId xmlns:a16="http://schemas.microsoft.com/office/drawing/2014/main" id="{A10B26B5-216B-CC19-69D0-76F41FBD76CC}"/>
                </a:ext>
              </a:extLst>
            </p:cNvPr>
            <p:cNvSpPr/>
            <p:nvPr/>
          </p:nvSpPr>
          <p:spPr>
            <a:xfrm>
              <a:off x="342179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6">
              <a:extLst>
                <a:ext uri="{FF2B5EF4-FFF2-40B4-BE49-F238E27FC236}">
                  <a16:creationId xmlns:a16="http://schemas.microsoft.com/office/drawing/2014/main" id="{D7252181-F476-05CD-5929-B3A9E7EFF0CD}"/>
                </a:ext>
              </a:extLst>
            </p:cNvPr>
            <p:cNvSpPr/>
            <p:nvPr/>
          </p:nvSpPr>
          <p:spPr>
            <a:xfrm>
              <a:off x="343123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7">
              <a:extLst>
                <a:ext uri="{FF2B5EF4-FFF2-40B4-BE49-F238E27FC236}">
                  <a16:creationId xmlns:a16="http://schemas.microsoft.com/office/drawing/2014/main" id="{3195CF86-5EDD-D1C8-7492-D48F91C99459}"/>
                </a:ext>
              </a:extLst>
            </p:cNvPr>
            <p:cNvSpPr/>
            <p:nvPr/>
          </p:nvSpPr>
          <p:spPr>
            <a:xfrm>
              <a:off x="344067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8">
              <a:extLst>
                <a:ext uri="{FF2B5EF4-FFF2-40B4-BE49-F238E27FC236}">
                  <a16:creationId xmlns:a16="http://schemas.microsoft.com/office/drawing/2014/main" id="{91FD56CE-BB84-95D7-8B9D-17E9B0927730}"/>
                </a:ext>
              </a:extLst>
            </p:cNvPr>
            <p:cNvSpPr/>
            <p:nvPr/>
          </p:nvSpPr>
          <p:spPr>
            <a:xfrm>
              <a:off x="345011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499">
              <a:extLst>
                <a:ext uri="{FF2B5EF4-FFF2-40B4-BE49-F238E27FC236}">
                  <a16:creationId xmlns:a16="http://schemas.microsoft.com/office/drawing/2014/main" id="{885CD6F3-4E49-46A9-DE17-1FC09C875681}"/>
                </a:ext>
              </a:extLst>
            </p:cNvPr>
            <p:cNvSpPr/>
            <p:nvPr/>
          </p:nvSpPr>
          <p:spPr>
            <a:xfrm>
              <a:off x="345955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0">
              <a:extLst>
                <a:ext uri="{FF2B5EF4-FFF2-40B4-BE49-F238E27FC236}">
                  <a16:creationId xmlns:a16="http://schemas.microsoft.com/office/drawing/2014/main" id="{3B8AB7AA-2B5B-4596-8E23-E05411646B77}"/>
                </a:ext>
              </a:extLst>
            </p:cNvPr>
            <p:cNvSpPr/>
            <p:nvPr/>
          </p:nvSpPr>
          <p:spPr>
            <a:xfrm>
              <a:off x="346899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1">
              <a:extLst>
                <a:ext uri="{FF2B5EF4-FFF2-40B4-BE49-F238E27FC236}">
                  <a16:creationId xmlns:a16="http://schemas.microsoft.com/office/drawing/2014/main" id="{B6903E0C-22D4-809D-D5A3-4A79821F769D}"/>
                </a:ext>
              </a:extLst>
            </p:cNvPr>
            <p:cNvSpPr/>
            <p:nvPr/>
          </p:nvSpPr>
          <p:spPr>
            <a:xfrm>
              <a:off x="347843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2">
              <a:extLst>
                <a:ext uri="{FF2B5EF4-FFF2-40B4-BE49-F238E27FC236}">
                  <a16:creationId xmlns:a16="http://schemas.microsoft.com/office/drawing/2014/main" id="{AD42803F-4D9F-D0B8-2B9B-447398612B10}"/>
                </a:ext>
              </a:extLst>
            </p:cNvPr>
            <p:cNvSpPr/>
            <p:nvPr/>
          </p:nvSpPr>
          <p:spPr>
            <a:xfrm>
              <a:off x="348787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3">
              <a:extLst>
                <a:ext uri="{FF2B5EF4-FFF2-40B4-BE49-F238E27FC236}">
                  <a16:creationId xmlns:a16="http://schemas.microsoft.com/office/drawing/2014/main" id="{3551C838-E52A-075E-CC45-C9B8814477D1}"/>
                </a:ext>
              </a:extLst>
            </p:cNvPr>
            <p:cNvSpPr/>
            <p:nvPr/>
          </p:nvSpPr>
          <p:spPr>
            <a:xfrm>
              <a:off x="349731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4">
              <a:extLst>
                <a:ext uri="{FF2B5EF4-FFF2-40B4-BE49-F238E27FC236}">
                  <a16:creationId xmlns:a16="http://schemas.microsoft.com/office/drawing/2014/main" id="{0F37E4CF-451F-282B-ADC5-83C52AB76D07}"/>
                </a:ext>
              </a:extLst>
            </p:cNvPr>
            <p:cNvSpPr/>
            <p:nvPr/>
          </p:nvSpPr>
          <p:spPr>
            <a:xfrm>
              <a:off x="350675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5">
              <a:extLst>
                <a:ext uri="{FF2B5EF4-FFF2-40B4-BE49-F238E27FC236}">
                  <a16:creationId xmlns:a16="http://schemas.microsoft.com/office/drawing/2014/main" id="{DD67AA15-63F5-12D3-ECB4-CE37FEEC2814}"/>
                </a:ext>
              </a:extLst>
            </p:cNvPr>
            <p:cNvSpPr/>
            <p:nvPr/>
          </p:nvSpPr>
          <p:spPr>
            <a:xfrm>
              <a:off x="351619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6">
              <a:extLst>
                <a:ext uri="{FF2B5EF4-FFF2-40B4-BE49-F238E27FC236}">
                  <a16:creationId xmlns:a16="http://schemas.microsoft.com/office/drawing/2014/main" id="{098CDA0B-A64C-8D23-6C3C-C0D59B9CAE80}"/>
                </a:ext>
              </a:extLst>
            </p:cNvPr>
            <p:cNvSpPr/>
            <p:nvPr/>
          </p:nvSpPr>
          <p:spPr>
            <a:xfrm>
              <a:off x="352563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7">
              <a:extLst>
                <a:ext uri="{FF2B5EF4-FFF2-40B4-BE49-F238E27FC236}">
                  <a16:creationId xmlns:a16="http://schemas.microsoft.com/office/drawing/2014/main" id="{A7716F99-6CCC-A182-0F21-D9E99C95C765}"/>
                </a:ext>
              </a:extLst>
            </p:cNvPr>
            <p:cNvSpPr/>
            <p:nvPr/>
          </p:nvSpPr>
          <p:spPr>
            <a:xfrm>
              <a:off x="353507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8">
              <a:extLst>
                <a:ext uri="{FF2B5EF4-FFF2-40B4-BE49-F238E27FC236}">
                  <a16:creationId xmlns:a16="http://schemas.microsoft.com/office/drawing/2014/main" id="{359B72FA-AC67-5BD2-08DD-E7463CDCD2E5}"/>
                </a:ext>
              </a:extLst>
            </p:cNvPr>
            <p:cNvSpPr/>
            <p:nvPr/>
          </p:nvSpPr>
          <p:spPr>
            <a:xfrm>
              <a:off x="354451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09">
              <a:extLst>
                <a:ext uri="{FF2B5EF4-FFF2-40B4-BE49-F238E27FC236}">
                  <a16:creationId xmlns:a16="http://schemas.microsoft.com/office/drawing/2014/main" id="{C53468F2-C4A0-8031-4BCE-766561F4576F}"/>
                </a:ext>
              </a:extLst>
            </p:cNvPr>
            <p:cNvSpPr/>
            <p:nvPr/>
          </p:nvSpPr>
          <p:spPr>
            <a:xfrm>
              <a:off x="355395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0">
              <a:extLst>
                <a:ext uri="{FF2B5EF4-FFF2-40B4-BE49-F238E27FC236}">
                  <a16:creationId xmlns:a16="http://schemas.microsoft.com/office/drawing/2014/main" id="{685F5A97-9922-93A8-DD80-BC7FDAB9E84E}"/>
                </a:ext>
              </a:extLst>
            </p:cNvPr>
            <p:cNvSpPr/>
            <p:nvPr/>
          </p:nvSpPr>
          <p:spPr>
            <a:xfrm>
              <a:off x="356339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1">
              <a:extLst>
                <a:ext uri="{FF2B5EF4-FFF2-40B4-BE49-F238E27FC236}">
                  <a16:creationId xmlns:a16="http://schemas.microsoft.com/office/drawing/2014/main" id="{996DE50E-89D4-C6DE-528F-153E5A6F5BB8}"/>
                </a:ext>
              </a:extLst>
            </p:cNvPr>
            <p:cNvSpPr/>
            <p:nvPr/>
          </p:nvSpPr>
          <p:spPr>
            <a:xfrm>
              <a:off x="357283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2">
              <a:extLst>
                <a:ext uri="{FF2B5EF4-FFF2-40B4-BE49-F238E27FC236}">
                  <a16:creationId xmlns:a16="http://schemas.microsoft.com/office/drawing/2014/main" id="{4BF8341F-B6DA-6F1C-7E25-F1D7F8326177}"/>
                </a:ext>
              </a:extLst>
            </p:cNvPr>
            <p:cNvSpPr/>
            <p:nvPr/>
          </p:nvSpPr>
          <p:spPr>
            <a:xfrm>
              <a:off x="358227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3">
              <a:extLst>
                <a:ext uri="{FF2B5EF4-FFF2-40B4-BE49-F238E27FC236}">
                  <a16:creationId xmlns:a16="http://schemas.microsoft.com/office/drawing/2014/main" id="{5F2F49FE-DD5E-8870-A2DA-0CB3C4866463}"/>
                </a:ext>
              </a:extLst>
            </p:cNvPr>
            <p:cNvSpPr/>
            <p:nvPr/>
          </p:nvSpPr>
          <p:spPr>
            <a:xfrm>
              <a:off x="359171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4">
              <a:extLst>
                <a:ext uri="{FF2B5EF4-FFF2-40B4-BE49-F238E27FC236}">
                  <a16:creationId xmlns:a16="http://schemas.microsoft.com/office/drawing/2014/main" id="{2463D36E-9DE3-4DB5-765D-17B62286BEA3}"/>
                </a:ext>
              </a:extLst>
            </p:cNvPr>
            <p:cNvSpPr/>
            <p:nvPr/>
          </p:nvSpPr>
          <p:spPr>
            <a:xfrm>
              <a:off x="360115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5">
              <a:extLst>
                <a:ext uri="{FF2B5EF4-FFF2-40B4-BE49-F238E27FC236}">
                  <a16:creationId xmlns:a16="http://schemas.microsoft.com/office/drawing/2014/main" id="{B8B041A1-72CA-1FD1-E4B7-21ED3ECDFBD0}"/>
                </a:ext>
              </a:extLst>
            </p:cNvPr>
            <p:cNvSpPr/>
            <p:nvPr/>
          </p:nvSpPr>
          <p:spPr>
            <a:xfrm>
              <a:off x="361059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6">
              <a:extLst>
                <a:ext uri="{FF2B5EF4-FFF2-40B4-BE49-F238E27FC236}">
                  <a16:creationId xmlns:a16="http://schemas.microsoft.com/office/drawing/2014/main" id="{2C954428-9A8B-FF87-923A-204B3B2BF913}"/>
                </a:ext>
              </a:extLst>
            </p:cNvPr>
            <p:cNvSpPr/>
            <p:nvPr/>
          </p:nvSpPr>
          <p:spPr>
            <a:xfrm>
              <a:off x="362003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7">
              <a:extLst>
                <a:ext uri="{FF2B5EF4-FFF2-40B4-BE49-F238E27FC236}">
                  <a16:creationId xmlns:a16="http://schemas.microsoft.com/office/drawing/2014/main" id="{4876D536-C3F9-2CAB-160C-4C500CBD2AC1}"/>
                </a:ext>
              </a:extLst>
            </p:cNvPr>
            <p:cNvSpPr/>
            <p:nvPr/>
          </p:nvSpPr>
          <p:spPr>
            <a:xfrm>
              <a:off x="362947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8">
              <a:extLst>
                <a:ext uri="{FF2B5EF4-FFF2-40B4-BE49-F238E27FC236}">
                  <a16:creationId xmlns:a16="http://schemas.microsoft.com/office/drawing/2014/main" id="{B93E0D3F-4B52-D15B-77FB-6B04999DE0A1}"/>
                </a:ext>
              </a:extLst>
            </p:cNvPr>
            <p:cNvSpPr/>
            <p:nvPr/>
          </p:nvSpPr>
          <p:spPr>
            <a:xfrm>
              <a:off x="363891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19">
              <a:extLst>
                <a:ext uri="{FF2B5EF4-FFF2-40B4-BE49-F238E27FC236}">
                  <a16:creationId xmlns:a16="http://schemas.microsoft.com/office/drawing/2014/main" id="{16777F63-8307-711A-A430-34D1399B6DD3}"/>
                </a:ext>
              </a:extLst>
            </p:cNvPr>
            <p:cNvSpPr/>
            <p:nvPr/>
          </p:nvSpPr>
          <p:spPr>
            <a:xfrm>
              <a:off x="364836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0">
              <a:extLst>
                <a:ext uri="{FF2B5EF4-FFF2-40B4-BE49-F238E27FC236}">
                  <a16:creationId xmlns:a16="http://schemas.microsoft.com/office/drawing/2014/main" id="{13493BF2-C864-FAC7-E621-DE32965B9FE5}"/>
                </a:ext>
              </a:extLst>
            </p:cNvPr>
            <p:cNvSpPr/>
            <p:nvPr/>
          </p:nvSpPr>
          <p:spPr>
            <a:xfrm>
              <a:off x="365780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1">
              <a:extLst>
                <a:ext uri="{FF2B5EF4-FFF2-40B4-BE49-F238E27FC236}">
                  <a16:creationId xmlns:a16="http://schemas.microsoft.com/office/drawing/2014/main" id="{A2EB9E7D-9E81-C50C-8F87-867829E69336}"/>
                </a:ext>
              </a:extLst>
            </p:cNvPr>
            <p:cNvSpPr/>
            <p:nvPr/>
          </p:nvSpPr>
          <p:spPr>
            <a:xfrm>
              <a:off x="366724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2">
              <a:extLst>
                <a:ext uri="{FF2B5EF4-FFF2-40B4-BE49-F238E27FC236}">
                  <a16:creationId xmlns:a16="http://schemas.microsoft.com/office/drawing/2014/main" id="{33560C65-37EB-515F-31C9-F7B1683C2826}"/>
                </a:ext>
              </a:extLst>
            </p:cNvPr>
            <p:cNvSpPr/>
            <p:nvPr/>
          </p:nvSpPr>
          <p:spPr>
            <a:xfrm>
              <a:off x="3676680" y="15177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3">
              <a:extLst>
                <a:ext uri="{FF2B5EF4-FFF2-40B4-BE49-F238E27FC236}">
                  <a16:creationId xmlns:a16="http://schemas.microsoft.com/office/drawing/2014/main" id="{DE9DEFC9-D6AE-88EE-2A8D-46B1416EEDF0}"/>
                </a:ext>
              </a:extLst>
            </p:cNvPr>
            <p:cNvSpPr/>
            <p:nvPr/>
          </p:nvSpPr>
          <p:spPr>
            <a:xfrm>
              <a:off x="3686121" y="1500140"/>
              <a:ext cx="923840" cy="931182"/>
            </a:xfrm>
            <a:custGeom>
              <a:avLst/>
              <a:gdLst/>
              <a:ahLst/>
              <a:cxnLst/>
              <a:rect l="0" t="0" r="0" b="0"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4">
              <a:extLst>
                <a:ext uri="{FF2B5EF4-FFF2-40B4-BE49-F238E27FC236}">
                  <a16:creationId xmlns:a16="http://schemas.microsoft.com/office/drawing/2014/main" id="{F29AD3A8-0751-4B54-AFFF-D5D194407181}"/>
                </a:ext>
              </a:extLst>
            </p:cNvPr>
            <p:cNvSpPr/>
            <p:nvPr/>
          </p:nvSpPr>
          <p:spPr>
            <a:xfrm>
              <a:off x="3695561" y="1500140"/>
              <a:ext cx="918873" cy="920130"/>
            </a:xfrm>
            <a:custGeom>
              <a:avLst/>
              <a:gdLst/>
              <a:ahLst/>
              <a:cxnLst/>
              <a:rect l="0" t="0" r="0" b="0"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5">
              <a:extLst>
                <a:ext uri="{FF2B5EF4-FFF2-40B4-BE49-F238E27FC236}">
                  <a16:creationId xmlns:a16="http://schemas.microsoft.com/office/drawing/2014/main" id="{67B4E8AB-A177-21C6-DAB8-46373BAB45E8}"/>
                </a:ext>
              </a:extLst>
            </p:cNvPr>
            <p:cNvSpPr/>
            <p:nvPr/>
          </p:nvSpPr>
          <p:spPr>
            <a:xfrm>
              <a:off x="2156802" y="1482570"/>
              <a:ext cx="914400" cy="918089"/>
            </a:xfrm>
            <a:custGeom>
              <a:avLst/>
              <a:gdLst/>
              <a:ahLst/>
              <a:cxnLst/>
              <a:rect l="0" t="0" r="0" b="0"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6">
              <a:extLst>
                <a:ext uri="{FF2B5EF4-FFF2-40B4-BE49-F238E27FC236}">
                  <a16:creationId xmlns:a16="http://schemas.microsoft.com/office/drawing/2014/main" id="{650BA53A-961F-A0CF-B339-9E82045AD2AD}"/>
                </a:ext>
              </a:extLst>
            </p:cNvPr>
            <p:cNvSpPr/>
            <p:nvPr/>
          </p:nvSpPr>
          <p:spPr>
            <a:xfrm>
              <a:off x="2156802" y="1482570"/>
              <a:ext cx="923840" cy="928670"/>
            </a:xfrm>
            <a:custGeom>
              <a:avLst/>
              <a:gdLst/>
              <a:ahLst/>
              <a:cxnLst/>
              <a:rect l="0" t="0" r="0" b="0"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7">
              <a:extLst>
                <a:ext uri="{FF2B5EF4-FFF2-40B4-BE49-F238E27FC236}">
                  <a16:creationId xmlns:a16="http://schemas.microsoft.com/office/drawing/2014/main" id="{36CCA94A-AD29-AF50-0B08-F50CCE4FD8E3}"/>
                </a:ext>
              </a:extLst>
            </p:cNvPr>
            <p:cNvSpPr/>
            <p:nvPr/>
          </p:nvSpPr>
          <p:spPr>
            <a:xfrm>
              <a:off x="216624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8">
              <a:extLst>
                <a:ext uri="{FF2B5EF4-FFF2-40B4-BE49-F238E27FC236}">
                  <a16:creationId xmlns:a16="http://schemas.microsoft.com/office/drawing/2014/main" id="{D9AA3ABC-B94E-7605-6AC2-A08C919C4CF5}"/>
                </a:ext>
              </a:extLst>
            </p:cNvPr>
            <p:cNvSpPr/>
            <p:nvPr/>
          </p:nvSpPr>
          <p:spPr>
            <a:xfrm>
              <a:off x="217568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29">
              <a:extLst>
                <a:ext uri="{FF2B5EF4-FFF2-40B4-BE49-F238E27FC236}">
                  <a16:creationId xmlns:a16="http://schemas.microsoft.com/office/drawing/2014/main" id="{6F87C17C-ED96-E268-CD27-9008350AFF6E}"/>
                </a:ext>
              </a:extLst>
            </p:cNvPr>
            <p:cNvSpPr/>
            <p:nvPr/>
          </p:nvSpPr>
          <p:spPr>
            <a:xfrm>
              <a:off x="218512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0">
              <a:extLst>
                <a:ext uri="{FF2B5EF4-FFF2-40B4-BE49-F238E27FC236}">
                  <a16:creationId xmlns:a16="http://schemas.microsoft.com/office/drawing/2014/main" id="{BFBFBC01-5FB5-5FEE-08E5-74ED09B799ED}"/>
                </a:ext>
              </a:extLst>
            </p:cNvPr>
            <p:cNvSpPr/>
            <p:nvPr/>
          </p:nvSpPr>
          <p:spPr>
            <a:xfrm>
              <a:off x="219456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1">
              <a:extLst>
                <a:ext uri="{FF2B5EF4-FFF2-40B4-BE49-F238E27FC236}">
                  <a16:creationId xmlns:a16="http://schemas.microsoft.com/office/drawing/2014/main" id="{9D7DF34C-E7FD-83ED-4C3C-4132AC9464F2}"/>
                </a:ext>
              </a:extLst>
            </p:cNvPr>
            <p:cNvSpPr/>
            <p:nvPr/>
          </p:nvSpPr>
          <p:spPr>
            <a:xfrm>
              <a:off x="220400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2">
              <a:extLst>
                <a:ext uri="{FF2B5EF4-FFF2-40B4-BE49-F238E27FC236}">
                  <a16:creationId xmlns:a16="http://schemas.microsoft.com/office/drawing/2014/main" id="{4B8854A3-0240-7FB4-D66F-F4921AC6E293}"/>
                </a:ext>
              </a:extLst>
            </p:cNvPr>
            <p:cNvSpPr/>
            <p:nvPr/>
          </p:nvSpPr>
          <p:spPr>
            <a:xfrm>
              <a:off x="221344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3">
              <a:extLst>
                <a:ext uri="{FF2B5EF4-FFF2-40B4-BE49-F238E27FC236}">
                  <a16:creationId xmlns:a16="http://schemas.microsoft.com/office/drawing/2014/main" id="{40F6EC53-5689-055B-2DEE-AAE63154B65C}"/>
                </a:ext>
              </a:extLst>
            </p:cNvPr>
            <p:cNvSpPr/>
            <p:nvPr/>
          </p:nvSpPr>
          <p:spPr>
            <a:xfrm>
              <a:off x="222288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4">
              <a:extLst>
                <a:ext uri="{FF2B5EF4-FFF2-40B4-BE49-F238E27FC236}">
                  <a16:creationId xmlns:a16="http://schemas.microsoft.com/office/drawing/2014/main" id="{A3C032AC-BE47-E0B1-76F6-FE8C36B84818}"/>
                </a:ext>
              </a:extLst>
            </p:cNvPr>
            <p:cNvSpPr/>
            <p:nvPr/>
          </p:nvSpPr>
          <p:spPr>
            <a:xfrm>
              <a:off x="223232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5">
              <a:extLst>
                <a:ext uri="{FF2B5EF4-FFF2-40B4-BE49-F238E27FC236}">
                  <a16:creationId xmlns:a16="http://schemas.microsoft.com/office/drawing/2014/main" id="{675BA537-D064-BD7B-E3EE-A6F04BD2DEB3}"/>
                </a:ext>
              </a:extLst>
            </p:cNvPr>
            <p:cNvSpPr/>
            <p:nvPr/>
          </p:nvSpPr>
          <p:spPr>
            <a:xfrm>
              <a:off x="224176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6">
              <a:extLst>
                <a:ext uri="{FF2B5EF4-FFF2-40B4-BE49-F238E27FC236}">
                  <a16:creationId xmlns:a16="http://schemas.microsoft.com/office/drawing/2014/main" id="{8109B17E-1BC1-F7E6-C87B-B157416579E4}"/>
                </a:ext>
              </a:extLst>
            </p:cNvPr>
            <p:cNvSpPr/>
            <p:nvPr/>
          </p:nvSpPr>
          <p:spPr>
            <a:xfrm>
              <a:off x="225120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7">
              <a:extLst>
                <a:ext uri="{FF2B5EF4-FFF2-40B4-BE49-F238E27FC236}">
                  <a16:creationId xmlns:a16="http://schemas.microsoft.com/office/drawing/2014/main" id="{E432F484-4A24-016E-F3F8-36CE9978953A}"/>
                </a:ext>
              </a:extLst>
            </p:cNvPr>
            <p:cNvSpPr/>
            <p:nvPr/>
          </p:nvSpPr>
          <p:spPr>
            <a:xfrm>
              <a:off x="226064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8">
              <a:extLst>
                <a:ext uri="{FF2B5EF4-FFF2-40B4-BE49-F238E27FC236}">
                  <a16:creationId xmlns:a16="http://schemas.microsoft.com/office/drawing/2014/main" id="{ADD488B7-D7B1-88EA-3307-004D90883196}"/>
                </a:ext>
              </a:extLst>
            </p:cNvPr>
            <p:cNvSpPr/>
            <p:nvPr/>
          </p:nvSpPr>
          <p:spPr>
            <a:xfrm>
              <a:off x="227008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39">
              <a:extLst>
                <a:ext uri="{FF2B5EF4-FFF2-40B4-BE49-F238E27FC236}">
                  <a16:creationId xmlns:a16="http://schemas.microsoft.com/office/drawing/2014/main" id="{0DD0AD48-37B8-30CC-5D0E-BB3F39D1E2E2}"/>
                </a:ext>
              </a:extLst>
            </p:cNvPr>
            <p:cNvSpPr/>
            <p:nvPr/>
          </p:nvSpPr>
          <p:spPr>
            <a:xfrm>
              <a:off x="227952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0">
              <a:extLst>
                <a:ext uri="{FF2B5EF4-FFF2-40B4-BE49-F238E27FC236}">
                  <a16:creationId xmlns:a16="http://schemas.microsoft.com/office/drawing/2014/main" id="{B0D61740-473B-1CDF-3653-4D4200B9BD8B}"/>
                </a:ext>
              </a:extLst>
            </p:cNvPr>
            <p:cNvSpPr/>
            <p:nvPr/>
          </p:nvSpPr>
          <p:spPr>
            <a:xfrm>
              <a:off x="228896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1">
              <a:extLst>
                <a:ext uri="{FF2B5EF4-FFF2-40B4-BE49-F238E27FC236}">
                  <a16:creationId xmlns:a16="http://schemas.microsoft.com/office/drawing/2014/main" id="{C4B65589-C679-74AF-A654-1A8CA0030929}"/>
                </a:ext>
              </a:extLst>
            </p:cNvPr>
            <p:cNvSpPr/>
            <p:nvPr/>
          </p:nvSpPr>
          <p:spPr>
            <a:xfrm>
              <a:off x="229840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2">
              <a:extLst>
                <a:ext uri="{FF2B5EF4-FFF2-40B4-BE49-F238E27FC236}">
                  <a16:creationId xmlns:a16="http://schemas.microsoft.com/office/drawing/2014/main" id="{BD7901D7-6003-25BD-9CA0-CB89B483F7F5}"/>
                </a:ext>
              </a:extLst>
            </p:cNvPr>
            <p:cNvSpPr/>
            <p:nvPr/>
          </p:nvSpPr>
          <p:spPr>
            <a:xfrm>
              <a:off x="230784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3">
              <a:extLst>
                <a:ext uri="{FF2B5EF4-FFF2-40B4-BE49-F238E27FC236}">
                  <a16:creationId xmlns:a16="http://schemas.microsoft.com/office/drawing/2014/main" id="{3699D648-8577-26B2-5122-53C2DBE9DF9C}"/>
                </a:ext>
              </a:extLst>
            </p:cNvPr>
            <p:cNvSpPr/>
            <p:nvPr/>
          </p:nvSpPr>
          <p:spPr>
            <a:xfrm>
              <a:off x="231728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4">
              <a:extLst>
                <a:ext uri="{FF2B5EF4-FFF2-40B4-BE49-F238E27FC236}">
                  <a16:creationId xmlns:a16="http://schemas.microsoft.com/office/drawing/2014/main" id="{3FFA1242-4E56-A376-13A3-D5F4C1CCFA4B}"/>
                </a:ext>
              </a:extLst>
            </p:cNvPr>
            <p:cNvSpPr/>
            <p:nvPr/>
          </p:nvSpPr>
          <p:spPr>
            <a:xfrm>
              <a:off x="232672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5">
              <a:extLst>
                <a:ext uri="{FF2B5EF4-FFF2-40B4-BE49-F238E27FC236}">
                  <a16:creationId xmlns:a16="http://schemas.microsoft.com/office/drawing/2014/main" id="{90EBBB16-40F4-D068-14C1-FB2564016688}"/>
                </a:ext>
              </a:extLst>
            </p:cNvPr>
            <p:cNvSpPr/>
            <p:nvPr/>
          </p:nvSpPr>
          <p:spPr>
            <a:xfrm>
              <a:off x="233616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6">
              <a:extLst>
                <a:ext uri="{FF2B5EF4-FFF2-40B4-BE49-F238E27FC236}">
                  <a16:creationId xmlns:a16="http://schemas.microsoft.com/office/drawing/2014/main" id="{F66EB855-C751-4867-53CC-7F6A5B2C3C7C}"/>
                </a:ext>
              </a:extLst>
            </p:cNvPr>
            <p:cNvSpPr/>
            <p:nvPr/>
          </p:nvSpPr>
          <p:spPr>
            <a:xfrm>
              <a:off x="234560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7">
              <a:extLst>
                <a:ext uri="{FF2B5EF4-FFF2-40B4-BE49-F238E27FC236}">
                  <a16:creationId xmlns:a16="http://schemas.microsoft.com/office/drawing/2014/main" id="{FA454024-3D9B-1C65-78B7-8C2D6419C4B9}"/>
                </a:ext>
              </a:extLst>
            </p:cNvPr>
            <p:cNvSpPr/>
            <p:nvPr/>
          </p:nvSpPr>
          <p:spPr>
            <a:xfrm>
              <a:off x="235504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8">
              <a:extLst>
                <a:ext uri="{FF2B5EF4-FFF2-40B4-BE49-F238E27FC236}">
                  <a16:creationId xmlns:a16="http://schemas.microsoft.com/office/drawing/2014/main" id="{4C3E5888-B191-70A5-8F5B-1EC6D218D82A}"/>
                </a:ext>
              </a:extLst>
            </p:cNvPr>
            <p:cNvSpPr/>
            <p:nvPr/>
          </p:nvSpPr>
          <p:spPr>
            <a:xfrm>
              <a:off x="236448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49">
              <a:extLst>
                <a:ext uri="{FF2B5EF4-FFF2-40B4-BE49-F238E27FC236}">
                  <a16:creationId xmlns:a16="http://schemas.microsoft.com/office/drawing/2014/main" id="{288BF61F-B6E8-BF89-5C7B-41190AD3AE67}"/>
                </a:ext>
              </a:extLst>
            </p:cNvPr>
            <p:cNvSpPr/>
            <p:nvPr/>
          </p:nvSpPr>
          <p:spPr>
            <a:xfrm>
              <a:off x="237392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0">
              <a:extLst>
                <a:ext uri="{FF2B5EF4-FFF2-40B4-BE49-F238E27FC236}">
                  <a16:creationId xmlns:a16="http://schemas.microsoft.com/office/drawing/2014/main" id="{C011D1F8-031C-8A9C-B6C2-AA911F0AF2F2}"/>
                </a:ext>
              </a:extLst>
            </p:cNvPr>
            <p:cNvSpPr/>
            <p:nvPr/>
          </p:nvSpPr>
          <p:spPr>
            <a:xfrm>
              <a:off x="238336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1">
              <a:extLst>
                <a:ext uri="{FF2B5EF4-FFF2-40B4-BE49-F238E27FC236}">
                  <a16:creationId xmlns:a16="http://schemas.microsoft.com/office/drawing/2014/main" id="{A1B41142-0F74-2DFA-6800-C5882EC48189}"/>
                </a:ext>
              </a:extLst>
            </p:cNvPr>
            <p:cNvSpPr/>
            <p:nvPr/>
          </p:nvSpPr>
          <p:spPr>
            <a:xfrm>
              <a:off x="239280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2">
              <a:extLst>
                <a:ext uri="{FF2B5EF4-FFF2-40B4-BE49-F238E27FC236}">
                  <a16:creationId xmlns:a16="http://schemas.microsoft.com/office/drawing/2014/main" id="{D7EE6BBB-330D-B720-7D87-2993B2246A1A}"/>
                </a:ext>
              </a:extLst>
            </p:cNvPr>
            <p:cNvSpPr/>
            <p:nvPr/>
          </p:nvSpPr>
          <p:spPr>
            <a:xfrm>
              <a:off x="240224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3">
              <a:extLst>
                <a:ext uri="{FF2B5EF4-FFF2-40B4-BE49-F238E27FC236}">
                  <a16:creationId xmlns:a16="http://schemas.microsoft.com/office/drawing/2014/main" id="{1C9376F4-563E-EEB9-C868-C20B29A6F580}"/>
                </a:ext>
              </a:extLst>
            </p:cNvPr>
            <p:cNvSpPr/>
            <p:nvPr/>
          </p:nvSpPr>
          <p:spPr>
            <a:xfrm>
              <a:off x="241168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4">
              <a:extLst>
                <a:ext uri="{FF2B5EF4-FFF2-40B4-BE49-F238E27FC236}">
                  <a16:creationId xmlns:a16="http://schemas.microsoft.com/office/drawing/2014/main" id="{78FEAD90-BF67-E6BC-88B3-9CC4513E8E74}"/>
                </a:ext>
              </a:extLst>
            </p:cNvPr>
            <p:cNvSpPr/>
            <p:nvPr/>
          </p:nvSpPr>
          <p:spPr>
            <a:xfrm>
              <a:off x="2421129" y="1500140"/>
              <a:ext cx="923283" cy="914400"/>
            </a:xfrm>
            <a:custGeom>
              <a:avLst/>
              <a:gdLst/>
              <a:ahLst/>
              <a:cxnLst/>
              <a:rect l="0" t="0" r="0" b="0"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5">
              <a:extLst>
                <a:ext uri="{FF2B5EF4-FFF2-40B4-BE49-F238E27FC236}">
                  <a16:creationId xmlns:a16="http://schemas.microsoft.com/office/drawing/2014/main" id="{AFC134C4-E4EE-43C4-7676-E980024B34E9}"/>
                </a:ext>
              </a:extLst>
            </p:cNvPr>
            <p:cNvSpPr/>
            <p:nvPr/>
          </p:nvSpPr>
          <p:spPr>
            <a:xfrm>
              <a:off x="3129147" y="148257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6">
              <a:extLst>
                <a:ext uri="{FF2B5EF4-FFF2-40B4-BE49-F238E27FC236}">
                  <a16:creationId xmlns:a16="http://schemas.microsoft.com/office/drawing/2014/main" id="{CE76A1FD-936B-864B-D543-E85C0F011309}"/>
                </a:ext>
              </a:extLst>
            </p:cNvPr>
            <p:cNvSpPr/>
            <p:nvPr/>
          </p:nvSpPr>
          <p:spPr>
            <a:xfrm>
              <a:off x="312914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7">
              <a:extLst>
                <a:ext uri="{FF2B5EF4-FFF2-40B4-BE49-F238E27FC236}">
                  <a16:creationId xmlns:a16="http://schemas.microsoft.com/office/drawing/2014/main" id="{D9B950D7-DD33-5C31-928B-7252AE3052E3}"/>
                </a:ext>
              </a:extLst>
            </p:cNvPr>
            <p:cNvSpPr/>
            <p:nvPr/>
          </p:nvSpPr>
          <p:spPr>
            <a:xfrm>
              <a:off x="313858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8">
              <a:extLst>
                <a:ext uri="{FF2B5EF4-FFF2-40B4-BE49-F238E27FC236}">
                  <a16:creationId xmlns:a16="http://schemas.microsoft.com/office/drawing/2014/main" id="{500D3771-5A8A-8CC0-F214-8DE8FB0FB7A1}"/>
                </a:ext>
              </a:extLst>
            </p:cNvPr>
            <p:cNvSpPr/>
            <p:nvPr/>
          </p:nvSpPr>
          <p:spPr>
            <a:xfrm>
              <a:off x="314802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59">
              <a:extLst>
                <a:ext uri="{FF2B5EF4-FFF2-40B4-BE49-F238E27FC236}">
                  <a16:creationId xmlns:a16="http://schemas.microsoft.com/office/drawing/2014/main" id="{AB07D1DE-89A2-7A6B-83C0-A6726760A590}"/>
                </a:ext>
              </a:extLst>
            </p:cNvPr>
            <p:cNvSpPr/>
            <p:nvPr/>
          </p:nvSpPr>
          <p:spPr>
            <a:xfrm>
              <a:off x="315746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0">
              <a:extLst>
                <a:ext uri="{FF2B5EF4-FFF2-40B4-BE49-F238E27FC236}">
                  <a16:creationId xmlns:a16="http://schemas.microsoft.com/office/drawing/2014/main" id="{E94B6559-45A5-4DFE-BC45-6144574B4282}"/>
                </a:ext>
              </a:extLst>
            </p:cNvPr>
            <p:cNvSpPr/>
            <p:nvPr/>
          </p:nvSpPr>
          <p:spPr>
            <a:xfrm>
              <a:off x="316690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1">
              <a:extLst>
                <a:ext uri="{FF2B5EF4-FFF2-40B4-BE49-F238E27FC236}">
                  <a16:creationId xmlns:a16="http://schemas.microsoft.com/office/drawing/2014/main" id="{A1C1B84C-9127-2502-0FC6-80FE89C9F689}"/>
                </a:ext>
              </a:extLst>
            </p:cNvPr>
            <p:cNvSpPr/>
            <p:nvPr/>
          </p:nvSpPr>
          <p:spPr>
            <a:xfrm>
              <a:off x="317634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2">
              <a:extLst>
                <a:ext uri="{FF2B5EF4-FFF2-40B4-BE49-F238E27FC236}">
                  <a16:creationId xmlns:a16="http://schemas.microsoft.com/office/drawing/2014/main" id="{981E0EED-A5DE-4FF5-2D37-FFD128690675}"/>
                </a:ext>
              </a:extLst>
            </p:cNvPr>
            <p:cNvSpPr/>
            <p:nvPr/>
          </p:nvSpPr>
          <p:spPr>
            <a:xfrm>
              <a:off x="318578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3">
              <a:extLst>
                <a:ext uri="{FF2B5EF4-FFF2-40B4-BE49-F238E27FC236}">
                  <a16:creationId xmlns:a16="http://schemas.microsoft.com/office/drawing/2014/main" id="{2EFE00A5-C5A9-C87B-2832-9BD0AEB43EDC}"/>
                </a:ext>
              </a:extLst>
            </p:cNvPr>
            <p:cNvSpPr/>
            <p:nvPr/>
          </p:nvSpPr>
          <p:spPr>
            <a:xfrm>
              <a:off x="319522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4">
              <a:extLst>
                <a:ext uri="{FF2B5EF4-FFF2-40B4-BE49-F238E27FC236}">
                  <a16:creationId xmlns:a16="http://schemas.microsoft.com/office/drawing/2014/main" id="{1839846C-6AD9-F55D-9EBD-0090D2E9E5DA}"/>
                </a:ext>
              </a:extLst>
            </p:cNvPr>
            <p:cNvSpPr/>
            <p:nvPr/>
          </p:nvSpPr>
          <p:spPr>
            <a:xfrm>
              <a:off x="320466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5">
              <a:extLst>
                <a:ext uri="{FF2B5EF4-FFF2-40B4-BE49-F238E27FC236}">
                  <a16:creationId xmlns:a16="http://schemas.microsoft.com/office/drawing/2014/main" id="{45611C21-FC8B-1263-CA9C-649072769D6A}"/>
                </a:ext>
              </a:extLst>
            </p:cNvPr>
            <p:cNvSpPr/>
            <p:nvPr/>
          </p:nvSpPr>
          <p:spPr>
            <a:xfrm>
              <a:off x="321410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6">
              <a:extLst>
                <a:ext uri="{FF2B5EF4-FFF2-40B4-BE49-F238E27FC236}">
                  <a16:creationId xmlns:a16="http://schemas.microsoft.com/office/drawing/2014/main" id="{D56FB66C-8CFB-9F34-C394-65F8D5DDA549}"/>
                </a:ext>
              </a:extLst>
            </p:cNvPr>
            <p:cNvSpPr/>
            <p:nvPr/>
          </p:nvSpPr>
          <p:spPr>
            <a:xfrm>
              <a:off x="322354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7">
              <a:extLst>
                <a:ext uri="{FF2B5EF4-FFF2-40B4-BE49-F238E27FC236}">
                  <a16:creationId xmlns:a16="http://schemas.microsoft.com/office/drawing/2014/main" id="{8A4BEB1D-D4F9-4A2F-953B-9949D5F30EAB}"/>
                </a:ext>
              </a:extLst>
            </p:cNvPr>
            <p:cNvSpPr/>
            <p:nvPr/>
          </p:nvSpPr>
          <p:spPr>
            <a:xfrm>
              <a:off x="323298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8">
              <a:extLst>
                <a:ext uri="{FF2B5EF4-FFF2-40B4-BE49-F238E27FC236}">
                  <a16:creationId xmlns:a16="http://schemas.microsoft.com/office/drawing/2014/main" id="{2822BDFA-64A3-D5C2-4206-7826D342E2F4}"/>
                </a:ext>
              </a:extLst>
            </p:cNvPr>
            <p:cNvSpPr/>
            <p:nvPr/>
          </p:nvSpPr>
          <p:spPr>
            <a:xfrm>
              <a:off x="324242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69">
              <a:extLst>
                <a:ext uri="{FF2B5EF4-FFF2-40B4-BE49-F238E27FC236}">
                  <a16:creationId xmlns:a16="http://schemas.microsoft.com/office/drawing/2014/main" id="{791D2E1A-1D4A-CE7F-8EED-8386A175FC6E}"/>
                </a:ext>
              </a:extLst>
            </p:cNvPr>
            <p:cNvSpPr/>
            <p:nvPr/>
          </p:nvSpPr>
          <p:spPr>
            <a:xfrm>
              <a:off x="325187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0">
              <a:extLst>
                <a:ext uri="{FF2B5EF4-FFF2-40B4-BE49-F238E27FC236}">
                  <a16:creationId xmlns:a16="http://schemas.microsoft.com/office/drawing/2014/main" id="{6CCFDC29-02BE-9BE0-B253-773CDFA975CC}"/>
                </a:ext>
              </a:extLst>
            </p:cNvPr>
            <p:cNvSpPr/>
            <p:nvPr/>
          </p:nvSpPr>
          <p:spPr>
            <a:xfrm>
              <a:off x="326131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1">
              <a:extLst>
                <a:ext uri="{FF2B5EF4-FFF2-40B4-BE49-F238E27FC236}">
                  <a16:creationId xmlns:a16="http://schemas.microsoft.com/office/drawing/2014/main" id="{95A34885-4B09-4D3F-C201-B098CC9436D0}"/>
                </a:ext>
              </a:extLst>
            </p:cNvPr>
            <p:cNvSpPr/>
            <p:nvPr/>
          </p:nvSpPr>
          <p:spPr>
            <a:xfrm>
              <a:off x="327075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2">
              <a:extLst>
                <a:ext uri="{FF2B5EF4-FFF2-40B4-BE49-F238E27FC236}">
                  <a16:creationId xmlns:a16="http://schemas.microsoft.com/office/drawing/2014/main" id="{B5382A6B-2685-5AEC-2E6D-8CC094893B66}"/>
                </a:ext>
              </a:extLst>
            </p:cNvPr>
            <p:cNvSpPr/>
            <p:nvPr/>
          </p:nvSpPr>
          <p:spPr>
            <a:xfrm>
              <a:off x="328019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3">
              <a:extLst>
                <a:ext uri="{FF2B5EF4-FFF2-40B4-BE49-F238E27FC236}">
                  <a16:creationId xmlns:a16="http://schemas.microsoft.com/office/drawing/2014/main" id="{15F1CA93-401E-D331-6529-1D6706FF4428}"/>
                </a:ext>
              </a:extLst>
            </p:cNvPr>
            <p:cNvSpPr/>
            <p:nvPr/>
          </p:nvSpPr>
          <p:spPr>
            <a:xfrm>
              <a:off x="328963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4">
              <a:extLst>
                <a:ext uri="{FF2B5EF4-FFF2-40B4-BE49-F238E27FC236}">
                  <a16:creationId xmlns:a16="http://schemas.microsoft.com/office/drawing/2014/main" id="{FEDCDAE3-EC30-28BF-5E4C-D610A8D373DE}"/>
                </a:ext>
              </a:extLst>
            </p:cNvPr>
            <p:cNvSpPr/>
            <p:nvPr/>
          </p:nvSpPr>
          <p:spPr>
            <a:xfrm>
              <a:off x="329907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5">
              <a:extLst>
                <a:ext uri="{FF2B5EF4-FFF2-40B4-BE49-F238E27FC236}">
                  <a16:creationId xmlns:a16="http://schemas.microsoft.com/office/drawing/2014/main" id="{4BF05D38-759C-A486-C445-239CEF74AFDD}"/>
                </a:ext>
              </a:extLst>
            </p:cNvPr>
            <p:cNvSpPr/>
            <p:nvPr/>
          </p:nvSpPr>
          <p:spPr>
            <a:xfrm>
              <a:off x="330851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6">
              <a:extLst>
                <a:ext uri="{FF2B5EF4-FFF2-40B4-BE49-F238E27FC236}">
                  <a16:creationId xmlns:a16="http://schemas.microsoft.com/office/drawing/2014/main" id="{4E7CAF8F-D981-5A35-3433-CDA4F8A0A96A}"/>
                </a:ext>
              </a:extLst>
            </p:cNvPr>
            <p:cNvSpPr/>
            <p:nvPr/>
          </p:nvSpPr>
          <p:spPr>
            <a:xfrm>
              <a:off x="331795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7">
              <a:extLst>
                <a:ext uri="{FF2B5EF4-FFF2-40B4-BE49-F238E27FC236}">
                  <a16:creationId xmlns:a16="http://schemas.microsoft.com/office/drawing/2014/main" id="{9A3301ED-9EAD-8C01-C76F-8CCC16BC341A}"/>
                </a:ext>
              </a:extLst>
            </p:cNvPr>
            <p:cNvSpPr/>
            <p:nvPr/>
          </p:nvSpPr>
          <p:spPr>
            <a:xfrm>
              <a:off x="332739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8">
              <a:extLst>
                <a:ext uri="{FF2B5EF4-FFF2-40B4-BE49-F238E27FC236}">
                  <a16:creationId xmlns:a16="http://schemas.microsoft.com/office/drawing/2014/main" id="{6445A0A7-28DB-81AE-E3FA-3AAABC30B187}"/>
                </a:ext>
              </a:extLst>
            </p:cNvPr>
            <p:cNvSpPr/>
            <p:nvPr/>
          </p:nvSpPr>
          <p:spPr>
            <a:xfrm>
              <a:off x="333683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79">
              <a:extLst>
                <a:ext uri="{FF2B5EF4-FFF2-40B4-BE49-F238E27FC236}">
                  <a16:creationId xmlns:a16="http://schemas.microsoft.com/office/drawing/2014/main" id="{066B035B-7A48-217D-663B-611250DF0B46}"/>
                </a:ext>
              </a:extLst>
            </p:cNvPr>
            <p:cNvSpPr/>
            <p:nvPr/>
          </p:nvSpPr>
          <p:spPr>
            <a:xfrm>
              <a:off x="334627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0">
              <a:extLst>
                <a:ext uri="{FF2B5EF4-FFF2-40B4-BE49-F238E27FC236}">
                  <a16:creationId xmlns:a16="http://schemas.microsoft.com/office/drawing/2014/main" id="{76C76C72-4AD3-2BF5-C068-E7A2DDF441ED}"/>
                </a:ext>
              </a:extLst>
            </p:cNvPr>
            <p:cNvSpPr/>
            <p:nvPr/>
          </p:nvSpPr>
          <p:spPr>
            <a:xfrm>
              <a:off x="335571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1">
              <a:extLst>
                <a:ext uri="{FF2B5EF4-FFF2-40B4-BE49-F238E27FC236}">
                  <a16:creationId xmlns:a16="http://schemas.microsoft.com/office/drawing/2014/main" id="{01B9EE8E-97A2-C679-B299-8234965CF4CD}"/>
                </a:ext>
              </a:extLst>
            </p:cNvPr>
            <p:cNvSpPr/>
            <p:nvPr/>
          </p:nvSpPr>
          <p:spPr>
            <a:xfrm>
              <a:off x="336515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2">
              <a:extLst>
                <a:ext uri="{FF2B5EF4-FFF2-40B4-BE49-F238E27FC236}">
                  <a16:creationId xmlns:a16="http://schemas.microsoft.com/office/drawing/2014/main" id="{04F8A47F-BC01-CE28-3C59-BB85E36E0C42}"/>
                </a:ext>
              </a:extLst>
            </p:cNvPr>
            <p:cNvSpPr/>
            <p:nvPr/>
          </p:nvSpPr>
          <p:spPr>
            <a:xfrm>
              <a:off x="337459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3">
              <a:extLst>
                <a:ext uri="{FF2B5EF4-FFF2-40B4-BE49-F238E27FC236}">
                  <a16:creationId xmlns:a16="http://schemas.microsoft.com/office/drawing/2014/main" id="{3E2516AF-8514-F69E-2051-BE71654087AC}"/>
                </a:ext>
              </a:extLst>
            </p:cNvPr>
            <p:cNvSpPr/>
            <p:nvPr/>
          </p:nvSpPr>
          <p:spPr>
            <a:xfrm>
              <a:off x="338403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4">
              <a:extLst>
                <a:ext uri="{FF2B5EF4-FFF2-40B4-BE49-F238E27FC236}">
                  <a16:creationId xmlns:a16="http://schemas.microsoft.com/office/drawing/2014/main" id="{68C526E5-1927-F935-A41D-8EEE8C8E2F55}"/>
                </a:ext>
              </a:extLst>
            </p:cNvPr>
            <p:cNvSpPr/>
            <p:nvPr/>
          </p:nvSpPr>
          <p:spPr>
            <a:xfrm>
              <a:off x="339347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5">
              <a:extLst>
                <a:ext uri="{FF2B5EF4-FFF2-40B4-BE49-F238E27FC236}">
                  <a16:creationId xmlns:a16="http://schemas.microsoft.com/office/drawing/2014/main" id="{B5F44D3F-4AEA-00FD-9F1C-9EB22743996A}"/>
                </a:ext>
              </a:extLst>
            </p:cNvPr>
            <p:cNvSpPr/>
            <p:nvPr/>
          </p:nvSpPr>
          <p:spPr>
            <a:xfrm>
              <a:off x="340291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6">
              <a:extLst>
                <a:ext uri="{FF2B5EF4-FFF2-40B4-BE49-F238E27FC236}">
                  <a16:creationId xmlns:a16="http://schemas.microsoft.com/office/drawing/2014/main" id="{A33D414D-2C95-EAC9-0E2E-2F8EA0E99BC7}"/>
                </a:ext>
              </a:extLst>
            </p:cNvPr>
            <p:cNvSpPr/>
            <p:nvPr/>
          </p:nvSpPr>
          <p:spPr>
            <a:xfrm>
              <a:off x="341235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7">
              <a:extLst>
                <a:ext uri="{FF2B5EF4-FFF2-40B4-BE49-F238E27FC236}">
                  <a16:creationId xmlns:a16="http://schemas.microsoft.com/office/drawing/2014/main" id="{AB50F839-2842-A1D2-1126-4EC9A13B3BD7}"/>
                </a:ext>
              </a:extLst>
            </p:cNvPr>
            <p:cNvSpPr/>
            <p:nvPr/>
          </p:nvSpPr>
          <p:spPr>
            <a:xfrm>
              <a:off x="342179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8">
              <a:extLst>
                <a:ext uri="{FF2B5EF4-FFF2-40B4-BE49-F238E27FC236}">
                  <a16:creationId xmlns:a16="http://schemas.microsoft.com/office/drawing/2014/main" id="{3E3394A4-3624-0933-C73A-B910F958ED55}"/>
                </a:ext>
              </a:extLst>
            </p:cNvPr>
            <p:cNvSpPr/>
            <p:nvPr/>
          </p:nvSpPr>
          <p:spPr>
            <a:xfrm>
              <a:off x="343123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89">
              <a:extLst>
                <a:ext uri="{FF2B5EF4-FFF2-40B4-BE49-F238E27FC236}">
                  <a16:creationId xmlns:a16="http://schemas.microsoft.com/office/drawing/2014/main" id="{6FBC4D13-4BD0-1E34-EA6F-A9BCCAF001B4}"/>
                </a:ext>
              </a:extLst>
            </p:cNvPr>
            <p:cNvSpPr/>
            <p:nvPr/>
          </p:nvSpPr>
          <p:spPr>
            <a:xfrm>
              <a:off x="344067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0">
              <a:extLst>
                <a:ext uri="{FF2B5EF4-FFF2-40B4-BE49-F238E27FC236}">
                  <a16:creationId xmlns:a16="http://schemas.microsoft.com/office/drawing/2014/main" id="{21C6C26B-AD58-B62D-391D-078890441068}"/>
                </a:ext>
              </a:extLst>
            </p:cNvPr>
            <p:cNvSpPr/>
            <p:nvPr/>
          </p:nvSpPr>
          <p:spPr>
            <a:xfrm>
              <a:off x="345011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1">
              <a:extLst>
                <a:ext uri="{FF2B5EF4-FFF2-40B4-BE49-F238E27FC236}">
                  <a16:creationId xmlns:a16="http://schemas.microsoft.com/office/drawing/2014/main" id="{EDB761AA-2BEB-87F1-FB16-96D409162001}"/>
                </a:ext>
              </a:extLst>
            </p:cNvPr>
            <p:cNvSpPr/>
            <p:nvPr/>
          </p:nvSpPr>
          <p:spPr>
            <a:xfrm>
              <a:off x="345955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2">
              <a:extLst>
                <a:ext uri="{FF2B5EF4-FFF2-40B4-BE49-F238E27FC236}">
                  <a16:creationId xmlns:a16="http://schemas.microsoft.com/office/drawing/2014/main" id="{84D5B763-929D-F1B1-D60F-C7B895170546}"/>
                </a:ext>
              </a:extLst>
            </p:cNvPr>
            <p:cNvSpPr/>
            <p:nvPr/>
          </p:nvSpPr>
          <p:spPr>
            <a:xfrm>
              <a:off x="346899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3">
              <a:extLst>
                <a:ext uri="{FF2B5EF4-FFF2-40B4-BE49-F238E27FC236}">
                  <a16:creationId xmlns:a16="http://schemas.microsoft.com/office/drawing/2014/main" id="{975CD42D-CDE8-8459-C0A3-75AF2E314122}"/>
                </a:ext>
              </a:extLst>
            </p:cNvPr>
            <p:cNvSpPr/>
            <p:nvPr/>
          </p:nvSpPr>
          <p:spPr>
            <a:xfrm>
              <a:off x="347843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4">
              <a:extLst>
                <a:ext uri="{FF2B5EF4-FFF2-40B4-BE49-F238E27FC236}">
                  <a16:creationId xmlns:a16="http://schemas.microsoft.com/office/drawing/2014/main" id="{1156E395-9E23-E307-E09A-8886D5460A11}"/>
                </a:ext>
              </a:extLst>
            </p:cNvPr>
            <p:cNvSpPr/>
            <p:nvPr/>
          </p:nvSpPr>
          <p:spPr>
            <a:xfrm>
              <a:off x="348787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5">
              <a:extLst>
                <a:ext uri="{FF2B5EF4-FFF2-40B4-BE49-F238E27FC236}">
                  <a16:creationId xmlns:a16="http://schemas.microsoft.com/office/drawing/2014/main" id="{01D62786-752A-27B1-4FCC-5A8C29D58120}"/>
                </a:ext>
              </a:extLst>
            </p:cNvPr>
            <p:cNvSpPr/>
            <p:nvPr/>
          </p:nvSpPr>
          <p:spPr>
            <a:xfrm>
              <a:off x="349731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6">
              <a:extLst>
                <a:ext uri="{FF2B5EF4-FFF2-40B4-BE49-F238E27FC236}">
                  <a16:creationId xmlns:a16="http://schemas.microsoft.com/office/drawing/2014/main" id="{8F8E4F96-4656-FBD6-33FA-B74C4E668B17}"/>
                </a:ext>
              </a:extLst>
            </p:cNvPr>
            <p:cNvSpPr/>
            <p:nvPr/>
          </p:nvSpPr>
          <p:spPr>
            <a:xfrm>
              <a:off x="350675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7">
              <a:extLst>
                <a:ext uri="{FF2B5EF4-FFF2-40B4-BE49-F238E27FC236}">
                  <a16:creationId xmlns:a16="http://schemas.microsoft.com/office/drawing/2014/main" id="{AC734E21-95FB-06FF-18E0-363965FACB99}"/>
                </a:ext>
              </a:extLst>
            </p:cNvPr>
            <p:cNvSpPr/>
            <p:nvPr/>
          </p:nvSpPr>
          <p:spPr>
            <a:xfrm>
              <a:off x="351619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8">
              <a:extLst>
                <a:ext uri="{FF2B5EF4-FFF2-40B4-BE49-F238E27FC236}">
                  <a16:creationId xmlns:a16="http://schemas.microsoft.com/office/drawing/2014/main" id="{32292F0D-8C28-C105-9854-E726AFCB7054}"/>
                </a:ext>
              </a:extLst>
            </p:cNvPr>
            <p:cNvSpPr/>
            <p:nvPr/>
          </p:nvSpPr>
          <p:spPr>
            <a:xfrm>
              <a:off x="352563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599">
              <a:extLst>
                <a:ext uri="{FF2B5EF4-FFF2-40B4-BE49-F238E27FC236}">
                  <a16:creationId xmlns:a16="http://schemas.microsoft.com/office/drawing/2014/main" id="{5CF4F646-B93E-959F-2DB1-F27C96F6C95B}"/>
                </a:ext>
              </a:extLst>
            </p:cNvPr>
            <p:cNvSpPr/>
            <p:nvPr/>
          </p:nvSpPr>
          <p:spPr>
            <a:xfrm>
              <a:off x="353507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0">
              <a:extLst>
                <a:ext uri="{FF2B5EF4-FFF2-40B4-BE49-F238E27FC236}">
                  <a16:creationId xmlns:a16="http://schemas.microsoft.com/office/drawing/2014/main" id="{083F32C9-F8CE-FD6D-1138-2E2ADD137387}"/>
                </a:ext>
              </a:extLst>
            </p:cNvPr>
            <p:cNvSpPr/>
            <p:nvPr/>
          </p:nvSpPr>
          <p:spPr>
            <a:xfrm>
              <a:off x="354451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1">
              <a:extLst>
                <a:ext uri="{FF2B5EF4-FFF2-40B4-BE49-F238E27FC236}">
                  <a16:creationId xmlns:a16="http://schemas.microsoft.com/office/drawing/2014/main" id="{2E4D1EB5-A0FE-AF2E-2E5B-E654956C6B51}"/>
                </a:ext>
              </a:extLst>
            </p:cNvPr>
            <p:cNvSpPr/>
            <p:nvPr/>
          </p:nvSpPr>
          <p:spPr>
            <a:xfrm>
              <a:off x="355395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2">
              <a:extLst>
                <a:ext uri="{FF2B5EF4-FFF2-40B4-BE49-F238E27FC236}">
                  <a16:creationId xmlns:a16="http://schemas.microsoft.com/office/drawing/2014/main" id="{F6FC5D64-EC5C-50CB-EB0F-78E98A10E575}"/>
                </a:ext>
              </a:extLst>
            </p:cNvPr>
            <p:cNvSpPr/>
            <p:nvPr/>
          </p:nvSpPr>
          <p:spPr>
            <a:xfrm>
              <a:off x="356339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3">
              <a:extLst>
                <a:ext uri="{FF2B5EF4-FFF2-40B4-BE49-F238E27FC236}">
                  <a16:creationId xmlns:a16="http://schemas.microsoft.com/office/drawing/2014/main" id="{D28D9F20-38FF-913D-449B-5D4AB93DA4E9}"/>
                </a:ext>
              </a:extLst>
            </p:cNvPr>
            <p:cNvSpPr/>
            <p:nvPr/>
          </p:nvSpPr>
          <p:spPr>
            <a:xfrm>
              <a:off x="357283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4">
              <a:extLst>
                <a:ext uri="{FF2B5EF4-FFF2-40B4-BE49-F238E27FC236}">
                  <a16:creationId xmlns:a16="http://schemas.microsoft.com/office/drawing/2014/main" id="{81943CA5-1B5F-EAB1-2E8A-90BA214309DE}"/>
                </a:ext>
              </a:extLst>
            </p:cNvPr>
            <p:cNvSpPr/>
            <p:nvPr/>
          </p:nvSpPr>
          <p:spPr>
            <a:xfrm>
              <a:off x="358227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5">
              <a:extLst>
                <a:ext uri="{FF2B5EF4-FFF2-40B4-BE49-F238E27FC236}">
                  <a16:creationId xmlns:a16="http://schemas.microsoft.com/office/drawing/2014/main" id="{80AF2675-542B-13FE-EBFB-A6744242E6C5}"/>
                </a:ext>
              </a:extLst>
            </p:cNvPr>
            <p:cNvSpPr/>
            <p:nvPr/>
          </p:nvSpPr>
          <p:spPr>
            <a:xfrm>
              <a:off x="359171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6">
              <a:extLst>
                <a:ext uri="{FF2B5EF4-FFF2-40B4-BE49-F238E27FC236}">
                  <a16:creationId xmlns:a16="http://schemas.microsoft.com/office/drawing/2014/main" id="{12DFAC2D-1820-1D81-DC94-1F03C6684878}"/>
                </a:ext>
              </a:extLst>
            </p:cNvPr>
            <p:cNvSpPr/>
            <p:nvPr/>
          </p:nvSpPr>
          <p:spPr>
            <a:xfrm>
              <a:off x="360115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7">
              <a:extLst>
                <a:ext uri="{FF2B5EF4-FFF2-40B4-BE49-F238E27FC236}">
                  <a16:creationId xmlns:a16="http://schemas.microsoft.com/office/drawing/2014/main" id="{E16F6631-5A7E-2CD5-7554-D71F8940BADF}"/>
                </a:ext>
              </a:extLst>
            </p:cNvPr>
            <p:cNvSpPr/>
            <p:nvPr/>
          </p:nvSpPr>
          <p:spPr>
            <a:xfrm>
              <a:off x="361059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8">
              <a:extLst>
                <a:ext uri="{FF2B5EF4-FFF2-40B4-BE49-F238E27FC236}">
                  <a16:creationId xmlns:a16="http://schemas.microsoft.com/office/drawing/2014/main" id="{516A6BBA-B0FA-9B3B-6236-40E96F3E2E80}"/>
                </a:ext>
              </a:extLst>
            </p:cNvPr>
            <p:cNvSpPr/>
            <p:nvPr/>
          </p:nvSpPr>
          <p:spPr>
            <a:xfrm>
              <a:off x="362003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09">
              <a:extLst>
                <a:ext uri="{FF2B5EF4-FFF2-40B4-BE49-F238E27FC236}">
                  <a16:creationId xmlns:a16="http://schemas.microsoft.com/office/drawing/2014/main" id="{BE2F1BAB-4A70-6152-F7C3-BA917348FAC5}"/>
                </a:ext>
              </a:extLst>
            </p:cNvPr>
            <p:cNvSpPr/>
            <p:nvPr/>
          </p:nvSpPr>
          <p:spPr>
            <a:xfrm>
              <a:off x="362947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0">
              <a:extLst>
                <a:ext uri="{FF2B5EF4-FFF2-40B4-BE49-F238E27FC236}">
                  <a16:creationId xmlns:a16="http://schemas.microsoft.com/office/drawing/2014/main" id="{42118709-769D-9BF8-A206-57FA0A331B7C}"/>
                </a:ext>
              </a:extLst>
            </p:cNvPr>
            <p:cNvSpPr/>
            <p:nvPr/>
          </p:nvSpPr>
          <p:spPr>
            <a:xfrm>
              <a:off x="363891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1">
              <a:extLst>
                <a:ext uri="{FF2B5EF4-FFF2-40B4-BE49-F238E27FC236}">
                  <a16:creationId xmlns:a16="http://schemas.microsoft.com/office/drawing/2014/main" id="{7564AFB4-CDAB-4D37-013A-273BFCF29E17}"/>
                </a:ext>
              </a:extLst>
            </p:cNvPr>
            <p:cNvSpPr/>
            <p:nvPr/>
          </p:nvSpPr>
          <p:spPr>
            <a:xfrm>
              <a:off x="364836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2">
              <a:extLst>
                <a:ext uri="{FF2B5EF4-FFF2-40B4-BE49-F238E27FC236}">
                  <a16:creationId xmlns:a16="http://schemas.microsoft.com/office/drawing/2014/main" id="{635D6BC5-54C4-8BBA-6635-68A594FDDD05}"/>
                </a:ext>
              </a:extLst>
            </p:cNvPr>
            <p:cNvSpPr/>
            <p:nvPr/>
          </p:nvSpPr>
          <p:spPr>
            <a:xfrm>
              <a:off x="365780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3">
              <a:extLst>
                <a:ext uri="{FF2B5EF4-FFF2-40B4-BE49-F238E27FC236}">
                  <a16:creationId xmlns:a16="http://schemas.microsoft.com/office/drawing/2014/main" id="{867AE198-10EE-70C6-C54C-E39226DB4FFF}"/>
                </a:ext>
              </a:extLst>
            </p:cNvPr>
            <p:cNvSpPr/>
            <p:nvPr/>
          </p:nvSpPr>
          <p:spPr>
            <a:xfrm>
              <a:off x="366724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4">
              <a:extLst>
                <a:ext uri="{FF2B5EF4-FFF2-40B4-BE49-F238E27FC236}">
                  <a16:creationId xmlns:a16="http://schemas.microsoft.com/office/drawing/2014/main" id="{90488CF6-68F2-0E31-F760-5601E566EC6A}"/>
                </a:ext>
              </a:extLst>
            </p:cNvPr>
            <p:cNvSpPr/>
            <p:nvPr/>
          </p:nvSpPr>
          <p:spPr>
            <a:xfrm>
              <a:off x="367668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5">
              <a:extLst>
                <a:ext uri="{FF2B5EF4-FFF2-40B4-BE49-F238E27FC236}">
                  <a16:creationId xmlns:a16="http://schemas.microsoft.com/office/drawing/2014/main" id="{2FBD6678-1B7A-EA72-5507-1300C6CA6EC6}"/>
                </a:ext>
              </a:extLst>
            </p:cNvPr>
            <p:cNvSpPr/>
            <p:nvPr/>
          </p:nvSpPr>
          <p:spPr>
            <a:xfrm>
              <a:off x="368612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6">
              <a:extLst>
                <a:ext uri="{FF2B5EF4-FFF2-40B4-BE49-F238E27FC236}">
                  <a16:creationId xmlns:a16="http://schemas.microsoft.com/office/drawing/2014/main" id="{72B7E86B-A599-6F2E-B0B1-5B4AD4DDD282}"/>
                </a:ext>
              </a:extLst>
            </p:cNvPr>
            <p:cNvSpPr/>
            <p:nvPr/>
          </p:nvSpPr>
          <p:spPr>
            <a:xfrm>
              <a:off x="3695561" y="150014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7">
              <a:extLst>
                <a:ext uri="{FF2B5EF4-FFF2-40B4-BE49-F238E27FC236}">
                  <a16:creationId xmlns:a16="http://schemas.microsoft.com/office/drawing/2014/main" id="{CEF8C8D5-ED1E-B9EB-1FEC-6C129E00D508}"/>
                </a:ext>
              </a:extLst>
            </p:cNvPr>
            <p:cNvSpPr/>
            <p:nvPr/>
          </p:nvSpPr>
          <p:spPr>
            <a:xfrm>
              <a:off x="3705001" y="1482570"/>
              <a:ext cx="920873" cy="924879"/>
            </a:xfrm>
            <a:custGeom>
              <a:avLst/>
              <a:gdLst/>
              <a:ahLst/>
              <a:cxnLst/>
              <a:rect l="0" t="0" r="0" b="0"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8">
              <a:extLst>
                <a:ext uri="{FF2B5EF4-FFF2-40B4-BE49-F238E27FC236}">
                  <a16:creationId xmlns:a16="http://schemas.microsoft.com/office/drawing/2014/main" id="{6C4E7FA9-3875-FE2B-7D83-49CB7A2678C9}"/>
                </a:ext>
              </a:extLst>
            </p:cNvPr>
            <p:cNvSpPr/>
            <p:nvPr/>
          </p:nvSpPr>
          <p:spPr>
            <a:xfrm>
              <a:off x="2147362" y="1465000"/>
              <a:ext cx="914400" cy="922478"/>
            </a:xfrm>
            <a:custGeom>
              <a:avLst/>
              <a:gdLst/>
              <a:ahLst/>
              <a:cxnLst/>
              <a:rect l="0" t="0" r="0" b="0"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19">
              <a:extLst>
                <a:ext uri="{FF2B5EF4-FFF2-40B4-BE49-F238E27FC236}">
                  <a16:creationId xmlns:a16="http://schemas.microsoft.com/office/drawing/2014/main" id="{715A6889-FA91-4A9B-9DDD-C2EB2688774C}"/>
                </a:ext>
              </a:extLst>
            </p:cNvPr>
            <p:cNvSpPr/>
            <p:nvPr/>
          </p:nvSpPr>
          <p:spPr>
            <a:xfrm>
              <a:off x="214736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0">
              <a:extLst>
                <a:ext uri="{FF2B5EF4-FFF2-40B4-BE49-F238E27FC236}">
                  <a16:creationId xmlns:a16="http://schemas.microsoft.com/office/drawing/2014/main" id="{2CE67601-F2E2-919D-0EF0-B2897712B1ED}"/>
                </a:ext>
              </a:extLst>
            </p:cNvPr>
            <p:cNvSpPr/>
            <p:nvPr/>
          </p:nvSpPr>
          <p:spPr>
            <a:xfrm>
              <a:off x="215680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1">
              <a:extLst>
                <a:ext uri="{FF2B5EF4-FFF2-40B4-BE49-F238E27FC236}">
                  <a16:creationId xmlns:a16="http://schemas.microsoft.com/office/drawing/2014/main" id="{684090F5-9F4A-493D-2D56-C15A9C291B26}"/>
                </a:ext>
              </a:extLst>
            </p:cNvPr>
            <p:cNvSpPr/>
            <p:nvPr/>
          </p:nvSpPr>
          <p:spPr>
            <a:xfrm>
              <a:off x="216624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2">
              <a:extLst>
                <a:ext uri="{FF2B5EF4-FFF2-40B4-BE49-F238E27FC236}">
                  <a16:creationId xmlns:a16="http://schemas.microsoft.com/office/drawing/2014/main" id="{94D24188-B744-135C-C082-0ED45580D333}"/>
                </a:ext>
              </a:extLst>
            </p:cNvPr>
            <p:cNvSpPr/>
            <p:nvPr/>
          </p:nvSpPr>
          <p:spPr>
            <a:xfrm>
              <a:off x="217568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3">
              <a:extLst>
                <a:ext uri="{FF2B5EF4-FFF2-40B4-BE49-F238E27FC236}">
                  <a16:creationId xmlns:a16="http://schemas.microsoft.com/office/drawing/2014/main" id="{13FC02A4-4FA2-8154-5661-BA19478B41F6}"/>
                </a:ext>
              </a:extLst>
            </p:cNvPr>
            <p:cNvSpPr/>
            <p:nvPr/>
          </p:nvSpPr>
          <p:spPr>
            <a:xfrm>
              <a:off x="218512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4">
              <a:extLst>
                <a:ext uri="{FF2B5EF4-FFF2-40B4-BE49-F238E27FC236}">
                  <a16:creationId xmlns:a16="http://schemas.microsoft.com/office/drawing/2014/main" id="{38F83578-E9B2-1CC5-104F-7B173B6F67B0}"/>
                </a:ext>
              </a:extLst>
            </p:cNvPr>
            <p:cNvSpPr/>
            <p:nvPr/>
          </p:nvSpPr>
          <p:spPr>
            <a:xfrm>
              <a:off x="219456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5">
              <a:extLst>
                <a:ext uri="{FF2B5EF4-FFF2-40B4-BE49-F238E27FC236}">
                  <a16:creationId xmlns:a16="http://schemas.microsoft.com/office/drawing/2014/main" id="{537B9634-C8CF-6DEF-E126-007F48EE4286}"/>
                </a:ext>
              </a:extLst>
            </p:cNvPr>
            <p:cNvSpPr/>
            <p:nvPr/>
          </p:nvSpPr>
          <p:spPr>
            <a:xfrm>
              <a:off x="220400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6">
              <a:extLst>
                <a:ext uri="{FF2B5EF4-FFF2-40B4-BE49-F238E27FC236}">
                  <a16:creationId xmlns:a16="http://schemas.microsoft.com/office/drawing/2014/main" id="{F7BED842-E3C9-82CD-BB61-4D5D7D89EC3D}"/>
                </a:ext>
              </a:extLst>
            </p:cNvPr>
            <p:cNvSpPr/>
            <p:nvPr/>
          </p:nvSpPr>
          <p:spPr>
            <a:xfrm>
              <a:off x="221344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7">
              <a:extLst>
                <a:ext uri="{FF2B5EF4-FFF2-40B4-BE49-F238E27FC236}">
                  <a16:creationId xmlns:a16="http://schemas.microsoft.com/office/drawing/2014/main" id="{53427A5B-825F-E7A0-1430-E35B94E3CEA4}"/>
                </a:ext>
              </a:extLst>
            </p:cNvPr>
            <p:cNvSpPr/>
            <p:nvPr/>
          </p:nvSpPr>
          <p:spPr>
            <a:xfrm>
              <a:off x="222288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8">
              <a:extLst>
                <a:ext uri="{FF2B5EF4-FFF2-40B4-BE49-F238E27FC236}">
                  <a16:creationId xmlns:a16="http://schemas.microsoft.com/office/drawing/2014/main" id="{E6DD7078-7C11-5107-0042-2C01B5B62502}"/>
                </a:ext>
              </a:extLst>
            </p:cNvPr>
            <p:cNvSpPr/>
            <p:nvPr/>
          </p:nvSpPr>
          <p:spPr>
            <a:xfrm>
              <a:off x="223232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29">
              <a:extLst>
                <a:ext uri="{FF2B5EF4-FFF2-40B4-BE49-F238E27FC236}">
                  <a16:creationId xmlns:a16="http://schemas.microsoft.com/office/drawing/2014/main" id="{83BC71AA-C4B6-C6C8-CEA4-6E2E9A1ADDF7}"/>
                </a:ext>
              </a:extLst>
            </p:cNvPr>
            <p:cNvSpPr/>
            <p:nvPr/>
          </p:nvSpPr>
          <p:spPr>
            <a:xfrm>
              <a:off x="224176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0">
              <a:extLst>
                <a:ext uri="{FF2B5EF4-FFF2-40B4-BE49-F238E27FC236}">
                  <a16:creationId xmlns:a16="http://schemas.microsoft.com/office/drawing/2014/main" id="{7FB0971F-38B8-49CD-154E-36C8C3D0A5DD}"/>
                </a:ext>
              </a:extLst>
            </p:cNvPr>
            <p:cNvSpPr/>
            <p:nvPr/>
          </p:nvSpPr>
          <p:spPr>
            <a:xfrm>
              <a:off x="225120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1">
              <a:extLst>
                <a:ext uri="{FF2B5EF4-FFF2-40B4-BE49-F238E27FC236}">
                  <a16:creationId xmlns:a16="http://schemas.microsoft.com/office/drawing/2014/main" id="{17AACAEB-51A0-504B-EA10-41F648B20323}"/>
                </a:ext>
              </a:extLst>
            </p:cNvPr>
            <p:cNvSpPr/>
            <p:nvPr/>
          </p:nvSpPr>
          <p:spPr>
            <a:xfrm>
              <a:off x="226064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2">
              <a:extLst>
                <a:ext uri="{FF2B5EF4-FFF2-40B4-BE49-F238E27FC236}">
                  <a16:creationId xmlns:a16="http://schemas.microsoft.com/office/drawing/2014/main" id="{4DC252AA-AA37-5EFF-1F34-B1D1FDD50D24}"/>
                </a:ext>
              </a:extLst>
            </p:cNvPr>
            <p:cNvSpPr/>
            <p:nvPr/>
          </p:nvSpPr>
          <p:spPr>
            <a:xfrm>
              <a:off x="227008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3">
              <a:extLst>
                <a:ext uri="{FF2B5EF4-FFF2-40B4-BE49-F238E27FC236}">
                  <a16:creationId xmlns:a16="http://schemas.microsoft.com/office/drawing/2014/main" id="{A45B1400-7C0D-49A8-ABFE-AFB3BE84899B}"/>
                </a:ext>
              </a:extLst>
            </p:cNvPr>
            <p:cNvSpPr/>
            <p:nvPr/>
          </p:nvSpPr>
          <p:spPr>
            <a:xfrm>
              <a:off x="227952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4">
              <a:extLst>
                <a:ext uri="{FF2B5EF4-FFF2-40B4-BE49-F238E27FC236}">
                  <a16:creationId xmlns:a16="http://schemas.microsoft.com/office/drawing/2014/main" id="{91FFAB91-3B09-E0A4-3B31-D65171267AF7}"/>
                </a:ext>
              </a:extLst>
            </p:cNvPr>
            <p:cNvSpPr/>
            <p:nvPr/>
          </p:nvSpPr>
          <p:spPr>
            <a:xfrm>
              <a:off x="228896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5">
              <a:extLst>
                <a:ext uri="{FF2B5EF4-FFF2-40B4-BE49-F238E27FC236}">
                  <a16:creationId xmlns:a16="http://schemas.microsoft.com/office/drawing/2014/main" id="{90F7C4A0-53C0-43DE-5ABA-65D207E09C47}"/>
                </a:ext>
              </a:extLst>
            </p:cNvPr>
            <p:cNvSpPr/>
            <p:nvPr/>
          </p:nvSpPr>
          <p:spPr>
            <a:xfrm>
              <a:off x="229840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6">
              <a:extLst>
                <a:ext uri="{FF2B5EF4-FFF2-40B4-BE49-F238E27FC236}">
                  <a16:creationId xmlns:a16="http://schemas.microsoft.com/office/drawing/2014/main" id="{E8965209-A91C-2590-0C6E-8F7D35382993}"/>
                </a:ext>
              </a:extLst>
            </p:cNvPr>
            <p:cNvSpPr/>
            <p:nvPr/>
          </p:nvSpPr>
          <p:spPr>
            <a:xfrm>
              <a:off x="230784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7">
              <a:extLst>
                <a:ext uri="{FF2B5EF4-FFF2-40B4-BE49-F238E27FC236}">
                  <a16:creationId xmlns:a16="http://schemas.microsoft.com/office/drawing/2014/main" id="{F02D7BA8-6768-CFC5-5019-261E702FBE1B}"/>
                </a:ext>
              </a:extLst>
            </p:cNvPr>
            <p:cNvSpPr/>
            <p:nvPr/>
          </p:nvSpPr>
          <p:spPr>
            <a:xfrm>
              <a:off x="231728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8">
              <a:extLst>
                <a:ext uri="{FF2B5EF4-FFF2-40B4-BE49-F238E27FC236}">
                  <a16:creationId xmlns:a16="http://schemas.microsoft.com/office/drawing/2014/main" id="{24872A00-CC71-9C6D-4601-86ED97DCE07B}"/>
                </a:ext>
              </a:extLst>
            </p:cNvPr>
            <p:cNvSpPr/>
            <p:nvPr/>
          </p:nvSpPr>
          <p:spPr>
            <a:xfrm>
              <a:off x="232672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39">
              <a:extLst>
                <a:ext uri="{FF2B5EF4-FFF2-40B4-BE49-F238E27FC236}">
                  <a16:creationId xmlns:a16="http://schemas.microsoft.com/office/drawing/2014/main" id="{0C93C424-3B6C-B850-3F03-555FD3205337}"/>
                </a:ext>
              </a:extLst>
            </p:cNvPr>
            <p:cNvSpPr/>
            <p:nvPr/>
          </p:nvSpPr>
          <p:spPr>
            <a:xfrm>
              <a:off x="233616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0">
              <a:extLst>
                <a:ext uri="{FF2B5EF4-FFF2-40B4-BE49-F238E27FC236}">
                  <a16:creationId xmlns:a16="http://schemas.microsoft.com/office/drawing/2014/main" id="{F9CDCFA9-C4BF-D6DD-E02A-B0C035264990}"/>
                </a:ext>
              </a:extLst>
            </p:cNvPr>
            <p:cNvSpPr/>
            <p:nvPr/>
          </p:nvSpPr>
          <p:spPr>
            <a:xfrm>
              <a:off x="234560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1">
              <a:extLst>
                <a:ext uri="{FF2B5EF4-FFF2-40B4-BE49-F238E27FC236}">
                  <a16:creationId xmlns:a16="http://schemas.microsoft.com/office/drawing/2014/main" id="{F2E1542A-0080-1780-95D4-FFE6B38EC058}"/>
                </a:ext>
              </a:extLst>
            </p:cNvPr>
            <p:cNvSpPr/>
            <p:nvPr/>
          </p:nvSpPr>
          <p:spPr>
            <a:xfrm>
              <a:off x="235504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2">
              <a:extLst>
                <a:ext uri="{FF2B5EF4-FFF2-40B4-BE49-F238E27FC236}">
                  <a16:creationId xmlns:a16="http://schemas.microsoft.com/office/drawing/2014/main" id="{175AB188-9803-D3C6-166E-0580C5DF755A}"/>
                </a:ext>
              </a:extLst>
            </p:cNvPr>
            <p:cNvSpPr/>
            <p:nvPr/>
          </p:nvSpPr>
          <p:spPr>
            <a:xfrm>
              <a:off x="236448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3">
              <a:extLst>
                <a:ext uri="{FF2B5EF4-FFF2-40B4-BE49-F238E27FC236}">
                  <a16:creationId xmlns:a16="http://schemas.microsoft.com/office/drawing/2014/main" id="{14642116-9B49-8FBF-C034-67484B5144CE}"/>
                </a:ext>
              </a:extLst>
            </p:cNvPr>
            <p:cNvSpPr/>
            <p:nvPr/>
          </p:nvSpPr>
          <p:spPr>
            <a:xfrm>
              <a:off x="237392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4">
              <a:extLst>
                <a:ext uri="{FF2B5EF4-FFF2-40B4-BE49-F238E27FC236}">
                  <a16:creationId xmlns:a16="http://schemas.microsoft.com/office/drawing/2014/main" id="{F0E569EE-554D-A7AB-F8FD-09BB0C79DA02}"/>
                </a:ext>
              </a:extLst>
            </p:cNvPr>
            <p:cNvSpPr/>
            <p:nvPr/>
          </p:nvSpPr>
          <p:spPr>
            <a:xfrm>
              <a:off x="238336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5">
              <a:extLst>
                <a:ext uri="{FF2B5EF4-FFF2-40B4-BE49-F238E27FC236}">
                  <a16:creationId xmlns:a16="http://schemas.microsoft.com/office/drawing/2014/main" id="{01189B00-A549-F9A5-E84C-5B38AB508C67}"/>
                </a:ext>
              </a:extLst>
            </p:cNvPr>
            <p:cNvSpPr/>
            <p:nvPr/>
          </p:nvSpPr>
          <p:spPr>
            <a:xfrm>
              <a:off x="239280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6">
              <a:extLst>
                <a:ext uri="{FF2B5EF4-FFF2-40B4-BE49-F238E27FC236}">
                  <a16:creationId xmlns:a16="http://schemas.microsoft.com/office/drawing/2014/main" id="{98170302-EF8A-68EE-6009-0BCA8F439C27}"/>
                </a:ext>
              </a:extLst>
            </p:cNvPr>
            <p:cNvSpPr/>
            <p:nvPr/>
          </p:nvSpPr>
          <p:spPr>
            <a:xfrm>
              <a:off x="240224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7">
              <a:extLst>
                <a:ext uri="{FF2B5EF4-FFF2-40B4-BE49-F238E27FC236}">
                  <a16:creationId xmlns:a16="http://schemas.microsoft.com/office/drawing/2014/main" id="{A6A1A7ED-6725-7E55-EBC5-36707B6A5B40}"/>
                </a:ext>
              </a:extLst>
            </p:cNvPr>
            <p:cNvSpPr/>
            <p:nvPr/>
          </p:nvSpPr>
          <p:spPr>
            <a:xfrm>
              <a:off x="2421129" y="148257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8">
              <a:extLst>
                <a:ext uri="{FF2B5EF4-FFF2-40B4-BE49-F238E27FC236}">
                  <a16:creationId xmlns:a16="http://schemas.microsoft.com/office/drawing/2014/main" id="{97388BCA-CB18-9B95-5FBA-F508F866E37C}"/>
                </a:ext>
              </a:extLst>
            </p:cNvPr>
            <p:cNvSpPr/>
            <p:nvPr/>
          </p:nvSpPr>
          <p:spPr>
            <a:xfrm>
              <a:off x="2421129" y="1482570"/>
              <a:ext cx="917012" cy="914400"/>
            </a:xfrm>
            <a:custGeom>
              <a:avLst/>
              <a:gdLst/>
              <a:ahLst/>
              <a:cxnLst/>
              <a:rect l="0" t="0" r="0" b="0"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49">
              <a:extLst>
                <a:ext uri="{FF2B5EF4-FFF2-40B4-BE49-F238E27FC236}">
                  <a16:creationId xmlns:a16="http://schemas.microsoft.com/office/drawing/2014/main" id="{252A4B5F-08F1-62CE-402B-782CAF546C9F}"/>
                </a:ext>
              </a:extLst>
            </p:cNvPr>
            <p:cNvSpPr/>
            <p:nvPr/>
          </p:nvSpPr>
          <p:spPr>
            <a:xfrm>
              <a:off x="2421129" y="1465000"/>
              <a:ext cx="916914" cy="922385"/>
            </a:xfrm>
            <a:custGeom>
              <a:avLst/>
              <a:gdLst/>
              <a:ahLst/>
              <a:cxnLst/>
              <a:rect l="0" t="0" r="0" b="0"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0">
              <a:extLst>
                <a:ext uri="{FF2B5EF4-FFF2-40B4-BE49-F238E27FC236}">
                  <a16:creationId xmlns:a16="http://schemas.microsoft.com/office/drawing/2014/main" id="{64B6E9AB-5AFF-0E67-F913-B91DAEB8CD8D}"/>
                </a:ext>
              </a:extLst>
            </p:cNvPr>
            <p:cNvSpPr/>
            <p:nvPr/>
          </p:nvSpPr>
          <p:spPr>
            <a:xfrm>
              <a:off x="3129147" y="146500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1">
              <a:extLst>
                <a:ext uri="{FF2B5EF4-FFF2-40B4-BE49-F238E27FC236}">
                  <a16:creationId xmlns:a16="http://schemas.microsoft.com/office/drawing/2014/main" id="{28004701-3D36-3A28-3820-5D3C8A4C82BE}"/>
                </a:ext>
              </a:extLst>
            </p:cNvPr>
            <p:cNvSpPr/>
            <p:nvPr/>
          </p:nvSpPr>
          <p:spPr>
            <a:xfrm>
              <a:off x="312914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2">
              <a:extLst>
                <a:ext uri="{FF2B5EF4-FFF2-40B4-BE49-F238E27FC236}">
                  <a16:creationId xmlns:a16="http://schemas.microsoft.com/office/drawing/2014/main" id="{D4D5788A-3E96-E003-B681-021F4F023095}"/>
                </a:ext>
              </a:extLst>
            </p:cNvPr>
            <p:cNvSpPr/>
            <p:nvPr/>
          </p:nvSpPr>
          <p:spPr>
            <a:xfrm>
              <a:off x="313858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3">
              <a:extLst>
                <a:ext uri="{FF2B5EF4-FFF2-40B4-BE49-F238E27FC236}">
                  <a16:creationId xmlns:a16="http://schemas.microsoft.com/office/drawing/2014/main" id="{AD09090C-E838-1D1B-3115-C8EEFBFA5EE5}"/>
                </a:ext>
              </a:extLst>
            </p:cNvPr>
            <p:cNvSpPr/>
            <p:nvPr/>
          </p:nvSpPr>
          <p:spPr>
            <a:xfrm>
              <a:off x="314802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4">
              <a:extLst>
                <a:ext uri="{FF2B5EF4-FFF2-40B4-BE49-F238E27FC236}">
                  <a16:creationId xmlns:a16="http://schemas.microsoft.com/office/drawing/2014/main" id="{6992A766-0FFF-B7B7-2827-C5A13F704009}"/>
                </a:ext>
              </a:extLst>
            </p:cNvPr>
            <p:cNvSpPr/>
            <p:nvPr/>
          </p:nvSpPr>
          <p:spPr>
            <a:xfrm>
              <a:off x="315746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5">
              <a:extLst>
                <a:ext uri="{FF2B5EF4-FFF2-40B4-BE49-F238E27FC236}">
                  <a16:creationId xmlns:a16="http://schemas.microsoft.com/office/drawing/2014/main" id="{98BA32E1-2102-86AB-A2E2-46A47C52434E}"/>
                </a:ext>
              </a:extLst>
            </p:cNvPr>
            <p:cNvSpPr/>
            <p:nvPr/>
          </p:nvSpPr>
          <p:spPr>
            <a:xfrm>
              <a:off x="316690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6">
              <a:extLst>
                <a:ext uri="{FF2B5EF4-FFF2-40B4-BE49-F238E27FC236}">
                  <a16:creationId xmlns:a16="http://schemas.microsoft.com/office/drawing/2014/main" id="{FF547BDB-BE37-9D55-CF3A-DD62BD5D82A6}"/>
                </a:ext>
              </a:extLst>
            </p:cNvPr>
            <p:cNvSpPr/>
            <p:nvPr/>
          </p:nvSpPr>
          <p:spPr>
            <a:xfrm>
              <a:off x="317634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7">
              <a:extLst>
                <a:ext uri="{FF2B5EF4-FFF2-40B4-BE49-F238E27FC236}">
                  <a16:creationId xmlns:a16="http://schemas.microsoft.com/office/drawing/2014/main" id="{2CB29520-EBDA-8D00-CA67-25F1C0B8EC21}"/>
                </a:ext>
              </a:extLst>
            </p:cNvPr>
            <p:cNvSpPr/>
            <p:nvPr/>
          </p:nvSpPr>
          <p:spPr>
            <a:xfrm>
              <a:off x="318578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8">
              <a:extLst>
                <a:ext uri="{FF2B5EF4-FFF2-40B4-BE49-F238E27FC236}">
                  <a16:creationId xmlns:a16="http://schemas.microsoft.com/office/drawing/2014/main" id="{729313B0-646D-DC09-09C4-659FA083D601}"/>
                </a:ext>
              </a:extLst>
            </p:cNvPr>
            <p:cNvSpPr/>
            <p:nvPr/>
          </p:nvSpPr>
          <p:spPr>
            <a:xfrm>
              <a:off x="319522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59">
              <a:extLst>
                <a:ext uri="{FF2B5EF4-FFF2-40B4-BE49-F238E27FC236}">
                  <a16:creationId xmlns:a16="http://schemas.microsoft.com/office/drawing/2014/main" id="{EDE1A66B-50EB-91BB-7E81-EF1EB68ABC7F}"/>
                </a:ext>
              </a:extLst>
            </p:cNvPr>
            <p:cNvSpPr/>
            <p:nvPr/>
          </p:nvSpPr>
          <p:spPr>
            <a:xfrm>
              <a:off x="320466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0">
              <a:extLst>
                <a:ext uri="{FF2B5EF4-FFF2-40B4-BE49-F238E27FC236}">
                  <a16:creationId xmlns:a16="http://schemas.microsoft.com/office/drawing/2014/main" id="{F90F4822-00ED-F72A-DCFF-7893B3CCC065}"/>
                </a:ext>
              </a:extLst>
            </p:cNvPr>
            <p:cNvSpPr/>
            <p:nvPr/>
          </p:nvSpPr>
          <p:spPr>
            <a:xfrm>
              <a:off x="321410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1">
              <a:extLst>
                <a:ext uri="{FF2B5EF4-FFF2-40B4-BE49-F238E27FC236}">
                  <a16:creationId xmlns:a16="http://schemas.microsoft.com/office/drawing/2014/main" id="{91B23926-8A75-5780-4838-3EB8D84E4F4B}"/>
                </a:ext>
              </a:extLst>
            </p:cNvPr>
            <p:cNvSpPr/>
            <p:nvPr/>
          </p:nvSpPr>
          <p:spPr>
            <a:xfrm>
              <a:off x="322354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2">
              <a:extLst>
                <a:ext uri="{FF2B5EF4-FFF2-40B4-BE49-F238E27FC236}">
                  <a16:creationId xmlns:a16="http://schemas.microsoft.com/office/drawing/2014/main" id="{6E68115F-F39C-48F6-EAA9-4AEA39AF4D5E}"/>
                </a:ext>
              </a:extLst>
            </p:cNvPr>
            <p:cNvSpPr/>
            <p:nvPr/>
          </p:nvSpPr>
          <p:spPr>
            <a:xfrm>
              <a:off x="323298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3">
              <a:extLst>
                <a:ext uri="{FF2B5EF4-FFF2-40B4-BE49-F238E27FC236}">
                  <a16:creationId xmlns:a16="http://schemas.microsoft.com/office/drawing/2014/main" id="{3A3A690B-0E0B-8917-F3DF-A92712E43C54}"/>
                </a:ext>
              </a:extLst>
            </p:cNvPr>
            <p:cNvSpPr/>
            <p:nvPr/>
          </p:nvSpPr>
          <p:spPr>
            <a:xfrm>
              <a:off x="324242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4">
              <a:extLst>
                <a:ext uri="{FF2B5EF4-FFF2-40B4-BE49-F238E27FC236}">
                  <a16:creationId xmlns:a16="http://schemas.microsoft.com/office/drawing/2014/main" id="{8FBC9AB4-15AD-BAB4-30B3-8BBF9F171CC8}"/>
                </a:ext>
              </a:extLst>
            </p:cNvPr>
            <p:cNvSpPr/>
            <p:nvPr/>
          </p:nvSpPr>
          <p:spPr>
            <a:xfrm>
              <a:off x="325187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5">
              <a:extLst>
                <a:ext uri="{FF2B5EF4-FFF2-40B4-BE49-F238E27FC236}">
                  <a16:creationId xmlns:a16="http://schemas.microsoft.com/office/drawing/2014/main" id="{9F12384A-C981-5475-3951-B9F7E943CD16}"/>
                </a:ext>
              </a:extLst>
            </p:cNvPr>
            <p:cNvSpPr/>
            <p:nvPr/>
          </p:nvSpPr>
          <p:spPr>
            <a:xfrm>
              <a:off x="326131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6">
              <a:extLst>
                <a:ext uri="{FF2B5EF4-FFF2-40B4-BE49-F238E27FC236}">
                  <a16:creationId xmlns:a16="http://schemas.microsoft.com/office/drawing/2014/main" id="{C257D8A3-31B6-51DC-53B0-2B58DE5EAF0A}"/>
                </a:ext>
              </a:extLst>
            </p:cNvPr>
            <p:cNvSpPr/>
            <p:nvPr/>
          </p:nvSpPr>
          <p:spPr>
            <a:xfrm>
              <a:off x="327075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7">
              <a:extLst>
                <a:ext uri="{FF2B5EF4-FFF2-40B4-BE49-F238E27FC236}">
                  <a16:creationId xmlns:a16="http://schemas.microsoft.com/office/drawing/2014/main" id="{279445B6-D391-37EB-D4D3-56744861F43B}"/>
                </a:ext>
              </a:extLst>
            </p:cNvPr>
            <p:cNvSpPr/>
            <p:nvPr/>
          </p:nvSpPr>
          <p:spPr>
            <a:xfrm>
              <a:off x="328019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8">
              <a:extLst>
                <a:ext uri="{FF2B5EF4-FFF2-40B4-BE49-F238E27FC236}">
                  <a16:creationId xmlns:a16="http://schemas.microsoft.com/office/drawing/2014/main" id="{FB8AEA1B-982C-7B79-DCBA-BE620055C48E}"/>
                </a:ext>
              </a:extLst>
            </p:cNvPr>
            <p:cNvSpPr/>
            <p:nvPr/>
          </p:nvSpPr>
          <p:spPr>
            <a:xfrm>
              <a:off x="328963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69">
              <a:extLst>
                <a:ext uri="{FF2B5EF4-FFF2-40B4-BE49-F238E27FC236}">
                  <a16:creationId xmlns:a16="http://schemas.microsoft.com/office/drawing/2014/main" id="{2DF86179-BA37-ACCC-2AE2-8E32CE0FEE12}"/>
                </a:ext>
              </a:extLst>
            </p:cNvPr>
            <p:cNvSpPr/>
            <p:nvPr/>
          </p:nvSpPr>
          <p:spPr>
            <a:xfrm>
              <a:off x="329907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0">
              <a:extLst>
                <a:ext uri="{FF2B5EF4-FFF2-40B4-BE49-F238E27FC236}">
                  <a16:creationId xmlns:a16="http://schemas.microsoft.com/office/drawing/2014/main" id="{F72850A3-F344-B303-76CE-1FAF61A6BFCC}"/>
                </a:ext>
              </a:extLst>
            </p:cNvPr>
            <p:cNvSpPr/>
            <p:nvPr/>
          </p:nvSpPr>
          <p:spPr>
            <a:xfrm>
              <a:off x="330851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1">
              <a:extLst>
                <a:ext uri="{FF2B5EF4-FFF2-40B4-BE49-F238E27FC236}">
                  <a16:creationId xmlns:a16="http://schemas.microsoft.com/office/drawing/2014/main" id="{47975A0E-5C94-E58A-A5F2-7F4BAAA2297D}"/>
                </a:ext>
              </a:extLst>
            </p:cNvPr>
            <p:cNvSpPr/>
            <p:nvPr/>
          </p:nvSpPr>
          <p:spPr>
            <a:xfrm>
              <a:off x="331795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2">
              <a:extLst>
                <a:ext uri="{FF2B5EF4-FFF2-40B4-BE49-F238E27FC236}">
                  <a16:creationId xmlns:a16="http://schemas.microsoft.com/office/drawing/2014/main" id="{AE84D171-9B93-888E-18DE-8D280C954B6A}"/>
                </a:ext>
              </a:extLst>
            </p:cNvPr>
            <p:cNvSpPr/>
            <p:nvPr/>
          </p:nvSpPr>
          <p:spPr>
            <a:xfrm>
              <a:off x="332739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3">
              <a:extLst>
                <a:ext uri="{FF2B5EF4-FFF2-40B4-BE49-F238E27FC236}">
                  <a16:creationId xmlns:a16="http://schemas.microsoft.com/office/drawing/2014/main" id="{65B58D4B-4A47-249F-D104-4EFEA147E388}"/>
                </a:ext>
              </a:extLst>
            </p:cNvPr>
            <p:cNvSpPr/>
            <p:nvPr/>
          </p:nvSpPr>
          <p:spPr>
            <a:xfrm>
              <a:off x="333683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4">
              <a:extLst>
                <a:ext uri="{FF2B5EF4-FFF2-40B4-BE49-F238E27FC236}">
                  <a16:creationId xmlns:a16="http://schemas.microsoft.com/office/drawing/2014/main" id="{F207E9A2-7C64-B18D-E221-24CEE441ED40}"/>
                </a:ext>
              </a:extLst>
            </p:cNvPr>
            <p:cNvSpPr/>
            <p:nvPr/>
          </p:nvSpPr>
          <p:spPr>
            <a:xfrm>
              <a:off x="334627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5">
              <a:extLst>
                <a:ext uri="{FF2B5EF4-FFF2-40B4-BE49-F238E27FC236}">
                  <a16:creationId xmlns:a16="http://schemas.microsoft.com/office/drawing/2014/main" id="{F2AC6CB8-0CAC-967F-748F-0A8A06F3B247}"/>
                </a:ext>
              </a:extLst>
            </p:cNvPr>
            <p:cNvSpPr/>
            <p:nvPr/>
          </p:nvSpPr>
          <p:spPr>
            <a:xfrm>
              <a:off x="335571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6">
              <a:extLst>
                <a:ext uri="{FF2B5EF4-FFF2-40B4-BE49-F238E27FC236}">
                  <a16:creationId xmlns:a16="http://schemas.microsoft.com/office/drawing/2014/main" id="{0B5DC251-AA11-3719-5F40-A9E142B90897}"/>
                </a:ext>
              </a:extLst>
            </p:cNvPr>
            <p:cNvSpPr/>
            <p:nvPr/>
          </p:nvSpPr>
          <p:spPr>
            <a:xfrm>
              <a:off x="336515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7">
              <a:extLst>
                <a:ext uri="{FF2B5EF4-FFF2-40B4-BE49-F238E27FC236}">
                  <a16:creationId xmlns:a16="http://schemas.microsoft.com/office/drawing/2014/main" id="{7BC6AD4A-18FD-25F2-36C8-6A05040B912F}"/>
                </a:ext>
              </a:extLst>
            </p:cNvPr>
            <p:cNvSpPr/>
            <p:nvPr/>
          </p:nvSpPr>
          <p:spPr>
            <a:xfrm>
              <a:off x="337459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8">
              <a:extLst>
                <a:ext uri="{FF2B5EF4-FFF2-40B4-BE49-F238E27FC236}">
                  <a16:creationId xmlns:a16="http://schemas.microsoft.com/office/drawing/2014/main" id="{22640085-90BC-22C2-1A5B-1B1F49B4CA17}"/>
                </a:ext>
              </a:extLst>
            </p:cNvPr>
            <p:cNvSpPr/>
            <p:nvPr/>
          </p:nvSpPr>
          <p:spPr>
            <a:xfrm>
              <a:off x="338403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79">
              <a:extLst>
                <a:ext uri="{FF2B5EF4-FFF2-40B4-BE49-F238E27FC236}">
                  <a16:creationId xmlns:a16="http://schemas.microsoft.com/office/drawing/2014/main" id="{8D0E718F-AA29-9988-5306-1E3A3F19CF36}"/>
                </a:ext>
              </a:extLst>
            </p:cNvPr>
            <p:cNvSpPr/>
            <p:nvPr/>
          </p:nvSpPr>
          <p:spPr>
            <a:xfrm>
              <a:off x="339347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0">
              <a:extLst>
                <a:ext uri="{FF2B5EF4-FFF2-40B4-BE49-F238E27FC236}">
                  <a16:creationId xmlns:a16="http://schemas.microsoft.com/office/drawing/2014/main" id="{5C2B41DF-D372-81AC-CCE5-F5CFC6F390A3}"/>
                </a:ext>
              </a:extLst>
            </p:cNvPr>
            <p:cNvSpPr/>
            <p:nvPr/>
          </p:nvSpPr>
          <p:spPr>
            <a:xfrm>
              <a:off x="340291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1">
              <a:extLst>
                <a:ext uri="{FF2B5EF4-FFF2-40B4-BE49-F238E27FC236}">
                  <a16:creationId xmlns:a16="http://schemas.microsoft.com/office/drawing/2014/main" id="{8365E6C2-0240-7525-E139-2DC8D8D85B7C}"/>
                </a:ext>
              </a:extLst>
            </p:cNvPr>
            <p:cNvSpPr/>
            <p:nvPr/>
          </p:nvSpPr>
          <p:spPr>
            <a:xfrm>
              <a:off x="341235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2">
              <a:extLst>
                <a:ext uri="{FF2B5EF4-FFF2-40B4-BE49-F238E27FC236}">
                  <a16:creationId xmlns:a16="http://schemas.microsoft.com/office/drawing/2014/main" id="{44503053-FD7B-E0BB-0FF7-E5F571050C39}"/>
                </a:ext>
              </a:extLst>
            </p:cNvPr>
            <p:cNvSpPr/>
            <p:nvPr/>
          </p:nvSpPr>
          <p:spPr>
            <a:xfrm>
              <a:off x="342179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3">
              <a:extLst>
                <a:ext uri="{FF2B5EF4-FFF2-40B4-BE49-F238E27FC236}">
                  <a16:creationId xmlns:a16="http://schemas.microsoft.com/office/drawing/2014/main" id="{8F764ECD-C85D-0ED6-D79E-ADF59F15F51C}"/>
                </a:ext>
              </a:extLst>
            </p:cNvPr>
            <p:cNvSpPr/>
            <p:nvPr/>
          </p:nvSpPr>
          <p:spPr>
            <a:xfrm>
              <a:off x="343123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4">
              <a:extLst>
                <a:ext uri="{FF2B5EF4-FFF2-40B4-BE49-F238E27FC236}">
                  <a16:creationId xmlns:a16="http://schemas.microsoft.com/office/drawing/2014/main" id="{8CEC4AD8-A3D4-5D53-4FCF-CA248997B953}"/>
                </a:ext>
              </a:extLst>
            </p:cNvPr>
            <p:cNvSpPr/>
            <p:nvPr/>
          </p:nvSpPr>
          <p:spPr>
            <a:xfrm>
              <a:off x="344067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5">
              <a:extLst>
                <a:ext uri="{FF2B5EF4-FFF2-40B4-BE49-F238E27FC236}">
                  <a16:creationId xmlns:a16="http://schemas.microsoft.com/office/drawing/2014/main" id="{398C6F53-3EEE-C362-289F-B9FB88A401FF}"/>
                </a:ext>
              </a:extLst>
            </p:cNvPr>
            <p:cNvSpPr/>
            <p:nvPr/>
          </p:nvSpPr>
          <p:spPr>
            <a:xfrm>
              <a:off x="345011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6">
              <a:extLst>
                <a:ext uri="{FF2B5EF4-FFF2-40B4-BE49-F238E27FC236}">
                  <a16:creationId xmlns:a16="http://schemas.microsoft.com/office/drawing/2014/main" id="{06853651-1B15-97A6-7171-01EAB43E9AE3}"/>
                </a:ext>
              </a:extLst>
            </p:cNvPr>
            <p:cNvSpPr/>
            <p:nvPr/>
          </p:nvSpPr>
          <p:spPr>
            <a:xfrm>
              <a:off x="345955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7">
              <a:extLst>
                <a:ext uri="{FF2B5EF4-FFF2-40B4-BE49-F238E27FC236}">
                  <a16:creationId xmlns:a16="http://schemas.microsoft.com/office/drawing/2014/main" id="{B7C3A707-A663-D554-625B-D068CB5699D3}"/>
                </a:ext>
              </a:extLst>
            </p:cNvPr>
            <p:cNvSpPr/>
            <p:nvPr/>
          </p:nvSpPr>
          <p:spPr>
            <a:xfrm>
              <a:off x="346899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8">
              <a:extLst>
                <a:ext uri="{FF2B5EF4-FFF2-40B4-BE49-F238E27FC236}">
                  <a16:creationId xmlns:a16="http://schemas.microsoft.com/office/drawing/2014/main" id="{26EC37B1-0545-BD33-5338-C38B1EB9C606}"/>
                </a:ext>
              </a:extLst>
            </p:cNvPr>
            <p:cNvSpPr/>
            <p:nvPr/>
          </p:nvSpPr>
          <p:spPr>
            <a:xfrm>
              <a:off x="347843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89">
              <a:extLst>
                <a:ext uri="{FF2B5EF4-FFF2-40B4-BE49-F238E27FC236}">
                  <a16:creationId xmlns:a16="http://schemas.microsoft.com/office/drawing/2014/main" id="{A3F000D4-0C1C-20CB-591F-9847727AB74C}"/>
                </a:ext>
              </a:extLst>
            </p:cNvPr>
            <p:cNvSpPr/>
            <p:nvPr/>
          </p:nvSpPr>
          <p:spPr>
            <a:xfrm>
              <a:off x="348787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0">
              <a:extLst>
                <a:ext uri="{FF2B5EF4-FFF2-40B4-BE49-F238E27FC236}">
                  <a16:creationId xmlns:a16="http://schemas.microsoft.com/office/drawing/2014/main" id="{E8A28B65-E72F-2B7A-98D8-57ADA0766F11}"/>
                </a:ext>
              </a:extLst>
            </p:cNvPr>
            <p:cNvSpPr/>
            <p:nvPr/>
          </p:nvSpPr>
          <p:spPr>
            <a:xfrm>
              <a:off x="349731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1">
              <a:extLst>
                <a:ext uri="{FF2B5EF4-FFF2-40B4-BE49-F238E27FC236}">
                  <a16:creationId xmlns:a16="http://schemas.microsoft.com/office/drawing/2014/main" id="{4054F553-6B89-B9A7-52FC-41F4B7D0F6FC}"/>
                </a:ext>
              </a:extLst>
            </p:cNvPr>
            <p:cNvSpPr/>
            <p:nvPr/>
          </p:nvSpPr>
          <p:spPr>
            <a:xfrm>
              <a:off x="350675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2">
              <a:extLst>
                <a:ext uri="{FF2B5EF4-FFF2-40B4-BE49-F238E27FC236}">
                  <a16:creationId xmlns:a16="http://schemas.microsoft.com/office/drawing/2014/main" id="{97F68D05-16AC-BDCB-0004-660CBE1533B5}"/>
                </a:ext>
              </a:extLst>
            </p:cNvPr>
            <p:cNvSpPr/>
            <p:nvPr/>
          </p:nvSpPr>
          <p:spPr>
            <a:xfrm>
              <a:off x="351619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3">
              <a:extLst>
                <a:ext uri="{FF2B5EF4-FFF2-40B4-BE49-F238E27FC236}">
                  <a16:creationId xmlns:a16="http://schemas.microsoft.com/office/drawing/2014/main" id="{7B1CC873-6A51-D158-EF05-9441454C4633}"/>
                </a:ext>
              </a:extLst>
            </p:cNvPr>
            <p:cNvSpPr/>
            <p:nvPr/>
          </p:nvSpPr>
          <p:spPr>
            <a:xfrm>
              <a:off x="352563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4">
              <a:extLst>
                <a:ext uri="{FF2B5EF4-FFF2-40B4-BE49-F238E27FC236}">
                  <a16:creationId xmlns:a16="http://schemas.microsoft.com/office/drawing/2014/main" id="{0D881471-3C7E-E2DF-DD1D-6BD30CA439E5}"/>
                </a:ext>
              </a:extLst>
            </p:cNvPr>
            <p:cNvSpPr/>
            <p:nvPr/>
          </p:nvSpPr>
          <p:spPr>
            <a:xfrm>
              <a:off x="353507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5">
              <a:extLst>
                <a:ext uri="{FF2B5EF4-FFF2-40B4-BE49-F238E27FC236}">
                  <a16:creationId xmlns:a16="http://schemas.microsoft.com/office/drawing/2014/main" id="{00F7002C-6F85-A82C-E71A-21863DD518CF}"/>
                </a:ext>
              </a:extLst>
            </p:cNvPr>
            <p:cNvSpPr/>
            <p:nvPr/>
          </p:nvSpPr>
          <p:spPr>
            <a:xfrm>
              <a:off x="354451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6">
              <a:extLst>
                <a:ext uri="{FF2B5EF4-FFF2-40B4-BE49-F238E27FC236}">
                  <a16:creationId xmlns:a16="http://schemas.microsoft.com/office/drawing/2014/main" id="{0DC6EF7E-07AC-DBCB-1697-DEB2B64CACD4}"/>
                </a:ext>
              </a:extLst>
            </p:cNvPr>
            <p:cNvSpPr/>
            <p:nvPr/>
          </p:nvSpPr>
          <p:spPr>
            <a:xfrm>
              <a:off x="355395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7">
              <a:extLst>
                <a:ext uri="{FF2B5EF4-FFF2-40B4-BE49-F238E27FC236}">
                  <a16:creationId xmlns:a16="http://schemas.microsoft.com/office/drawing/2014/main" id="{4AC9712C-5650-0EA6-8EBA-C252ED09E3B2}"/>
                </a:ext>
              </a:extLst>
            </p:cNvPr>
            <p:cNvSpPr/>
            <p:nvPr/>
          </p:nvSpPr>
          <p:spPr>
            <a:xfrm>
              <a:off x="356339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8">
              <a:extLst>
                <a:ext uri="{FF2B5EF4-FFF2-40B4-BE49-F238E27FC236}">
                  <a16:creationId xmlns:a16="http://schemas.microsoft.com/office/drawing/2014/main" id="{8775D6E7-46B1-70C4-8436-6C64AEDA10D8}"/>
                </a:ext>
              </a:extLst>
            </p:cNvPr>
            <p:cNvSpPr/>
            <p:nvPr/>
          </p:nvSpPr>
          <p:spPr>
            <a:xfrm>
              <a:off x="357283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699">
              <a:extLst>
                <a:ext uri="{FF2B5EF4-FFF2-40B4-BE49-F238E27FC236}">
                  <a16:creationId xmlns:a16="http://schemas.microsoft.com/office/drawing/2014/main" id="{D0B77C06-031A-6E79-C102-15CF845C30F1}"/>
                </a:ext>
              </a:extLst>
            </p:cNvPr>
            <p:cNvSpPr/>
            <p:nvPr/>
          </p:nvSpPr>
          <p:spPr>
            <a:xfrm>
              <a:off x="358227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0">
              <a:extLst>
                <a:ext uri="{FF2B5EF4-FFF2-40B4-BE49-F238E27FC236}">
                  <a16:creationId xmlns:a16="http://schemas.microsoft.com/office/drawing/2014/main" id="{FEBF319C-C4E5-705A-19FB-E33FA17391C8}"/>
                </a:ext>
              </a:extLst>
            </p:cNvPr>
            <p:cNvSpPr/>
            <p:nvPr/>
          </p:nvSpPr>
          <p:spPr>
            <a:xfrm>
              <a:off x="359171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1">
              <a:extLst>
                <a:ext uri="{FF2B5EF4-FFF2-40B4-BE49-F238E27FC236}">
                  <a16:creationId xmlns:a16="http://schemas.microsoft.com/office/drawing/2014/main" id="{DD3E454C-10EB-F9EE-C7E3-3C463AB01E53}"/>
                </a:ext>
              </a:extLst>
            </p:cNvPr>
            <p:cNvSpPr/>
            <p:nvPr/>
          </p:nvSpPr>
          <p:spPr>
            <a:xfrm>
              <a:off x="360115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2">
              <a:extLst>
                <a:ext uri="{FF2B5EF4-FFF2-40B4-BE49-F238E27FC236}">
                  <a16:creationId xmlns:a16="http://schemas.microsoft.com/office/drawing/2014/main" id="{F8372D55-F9E5-17CB-EA02-5E8C4819C94D}"/>
                </a:ext>
              </a:extLst>
            </p:cNvPr>
            <p:cNvSpPr/>
            <p:nvPr/>
          </p:nvSpPr>
          <p:spPr>
            <a:xfrm>
              <a:off x="361059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3">
              <a:extLst>
                <a:ext uri="{FF2B5EF4-FFF2-40B4-BE49-F238E27FC236}">
                  <a16:creationId xmlns:a16="http://schemas.microsoft.com/office/drawing/2014/main" id="{C94DE654-0450-C6E0-5AF8-AD97220CBBFD}"/>
                </a:ext>
              </a:extLst>
            </p:cNvPr>
            <p:cNvSpPr/>
            <p:nvPr/>
          </p:nvSpPr>
          <p:spPr>
            <a:xfrm>
              <a:off x="362003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4">
              <a:extLst>
                <a:ext uri="{FF2B5EF4-FFF2-40B4-BE49-F238E27FC236}">
                  <a16:creationId xmlns:a16="http://schemas.microsoft.com/office/drawing/2014/main" id="{11F89E43-8FAA-D2AB-CA56-5C2E90B94B2A}"/>
                </a:ext>
              </a:extLst>
            </p:cNvPr>
            <p:cNvSpPr/>
            <p:nvPr/>
          </p:nvSpPr>
          <p:spPr>
            <a:xfrm>
              <a:off x="362947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5">
              <a:extLst>
                <a:ext uri="{FF2B5EF4-FFF2-40B4-BE49-F238E27FC236}">
                  <a16:creationId xmlns:a16="http://schemas.microsoft.com/office/drawing/2014/main" id="{9FE4A4F1-4533-404C-A054-EA61E8622218}"/>
                </a:ext>
              </a:extLst>
            </p:cNvPr>
            <p:cNvSpPr/>
            <p:nvPr/>
          </p:nvSpPr>
          <p:spPr>
            <a:xfrm>
              <a:off x="363891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6">
              <a:extLst>
                <a:ext uri="{FF2B5EF4-FFF2-40B4-BE49-F238E27FC236}">
                  <a16:creationId xmlns:a16="http://schemas.microsoft.com/office/drawing/2014/main" id="{24EAC3F6-BB61-5A44-A587-F92C504D4865}"/>
                </a:ext>
              </a:extLst>
            </p:cNvPr>
            <p:cNvSpPr/>
            <p:nvPr/>
          </p:nvSpPr>
          <p:spPr>
            <a:xfrm>
              <a:off x="364836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7">
              <a:extLst>
                <a:ext uri="{FF2B5EF4-FFF2-40B4-BE49-F238E27FC236}">
                  <a16:creationId xmlns:a16="http://schemas.microsoft.com/office/drawing/2014/main" id="{9EC1B02D-1AF0-9E71-88A9-68BB27AC64C5}"/>
                </a:ext>
              </a:extLst>
            </p:cNvPr>
            <p:cNvSpPr/>
            <p:nvPr/>
          </p:nvSpPr>
          <p:spPr>
            <a:xfrm>
              <a:off x="365780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8">
              <a:extLst>
                <a:ext uri="{FF2B5EF4-FFF2-40B4-BE49-F238E27FC236}">
                  <a16:creationId xmlns:a16="http://schemas.microsoft.com/office/drawing/2014/main" id="{C2DB5D3C-CA13-3FD7-8BB7-9319FEDA06DB}"/>
                </a:ext>
              </a:extLst>
            </p:cNvPr>
            <p:cNvSpPr/>
            <p:nvPr/>
          </p:nvSpPr>
          <p:spPr>
            <a:xfrm>
              <a:off x="366724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09">
              <a:extLst>
                <a:ext uri="{FF2B5EF4-FFF2-40B4-BE49-F238E27FC236}">
                  <a16:creationId xmlns:a16="http://schemas.microsoft.com/office/drawing/2014/main" id="{2F8D9037-A72D-EE0D-C898-7C1C866BA3B5}"/>
                </a:ext>
              </a:extLst>
            </p:cNvPr>
            <p:cNvSpPr/>
            <p:nvPr/>
          </p:nvSpPr>
          <p:spPr>
            <a:xfrm>
              <a:off x="367668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0">
              <a:extLst>
                <a:ext uri="{FF2B5EF4-FFF2-40B4-BE49-F238E27FC236}">
                  <a16:creationId xmlns:a16="http://schemas.microsoft.com/office/drawing/2014/main" id="{C85B3351-0542-7BBD-3F9B-4F8CFDDA5392}"/>
                </a:ext>
              </a:extLst>
            </p:cNvPr>
            <p:cNvSpPr/>
            <p:nvPr/>
          </p:nvSpPr>
          <p:spPr>
            <a:xfrm>
              <a:off x="368612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1">
              <a:extLst>
                <a:ext uri="{FF2B5EF4-FFF2-40B4-BE49-F238E27FC236}">
                  <a16:creationId xmlns:a16="http://schemas.microsoft.com/office/drawing/2014/main" id="{68F870CB-44FC-9DEE-3E62-5D71BF27C12E}"/>
                </a:ext>
              </a:extLst>
            </p:cNvPr>
            <p:cNvSpPr/>
            <p:nvPr/>
          </p:nvSpPr>
          <p:spPr>
            <a:xfrm>
              <a:off x="369556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2">
              <a:extLst>
                <a:ext uri="{FF2B5EF4-FFF2-40B4-BE49-F238E27FC236}">
                  <a16:creationId xmlns:a16="http://schemas.microsoft.com/office/drawing/2014/main" id="{446E9822-29E6-A5DA-4B87-1AB77C91F4F9}"/>
                </a:ext>
              </a:extLst>
            </p:cNvPr>
            <p:cNvSpPr/>
            <p:nvPr/>
          </p:nvSpPr>
          <p:spPr>
            <a:xfrm>
              <a:off x="3705001" y="148257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3">
              <a:extLst>
                <a:ext uri="{FF2B5EF4-FFF2-40B4-BE49-F238E27FC236}">
                  <a16:creationId xmlns:a16="http://schemas.microsoft.com/office/drawing/2014/main" id="{F13EE7FD-8A6F-7A56-E8EB-852942D23722}"/>
                </a:ext>
              </a:extLst>
            </p:cNvPr>
            <p:cNvSpPr/>
            <p:nvPr/>
          </p:nvSpPr>
          <p:spPr>
            <a:xfrm>
              <a:off x="3714441" y="1465000"/>
              <a:ext cx="921520" cy="926829"/>
            </a:xfrm>
            <a:custGeom>
              <a:avLst/>
              <a:gdLst/>
              <a:ahLst/>
              <a:cxnLst/>
              <a:rect l="0" t="0" r="0" b="0"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4">
              <a:extLst>
                <a:ext uri="{FF2B5EF4-FFF2-40B4-BE49-F238E27FC236}">
                  <a16:creationId xmlns:a16="http://schemas.microsoft.com/office/drawing/2014/main" id="{ED483DC5-5BB3-FA0C-3630-B8ADCAC5B0C1}"/>
                </a:ext>
              </a:extLst>
            </p:cNvPr>
            <p:cNvSpPr/>
            <p:nvPr/>
          </p:nvSpPr>
          <p:spPr>
            <a:xfrm>
              <a:off x="2137921" y="1447430"/>
              <a:ext cx="914400" cy="923575"/>
            </a:xfrm>
            <a:custGeom>
              <a:avLst/>
              <a:gdLst/>
              <a:ahLst/>
              <a:cxnLst/>
              <a:rect l="0" t="0" r="0" b="0"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5">
              <a:extLst>
                <a:ext uri="{FF2B5EF4-FFF2-40B4-BE49-F238E27FC236}">
                  <a16:creationId xmlns:a16="http://schemas.microsoft.com/office/drawing/2014/main" id="{B7CC9617-3F59-D600-C4B1-3E233BA41197}"/>
                </a:ext>
              </a:extLst>
            </p:cNvPr>
            <p:cNvSpPr/>
            <p:nvPr/>
          </p:nvSpPr>
          <p:spPr>
            <a:xfrm>
              <a:off x="213792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6">
              <a:extLst>
                <a:ext uri="{FF2B5EF4-FFF2-40B4-BE49-F238E27FC236}">
                  <a16:creationId xmlns:a16="http://schemas.microsoft.com/office/drawing/2014/main" id="{74F5E3DB-12A4-C69D-388F-AE3BA94251A9}"/>
                </a:ext>
              </a:extLst>
            </p:cNvPr>
            <p:cNvSpPr/>
            <p:nvPr/>
          </p:nvSpPr>
          <p:spPr>
            <a:xfrm>
              <a:off x="214736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7">
              <a:extLst>
                <a:ext uri="{FF2B5EF4-FFF2-40B4-BE49-F238E27FC236}">
                  <a16:creationId xmlns:a16="http://schemas.microsoft.com/office/drawing/2014/main" id="{E7372612-A7BD-36A9-EDE8-729F06C03BD1}"/>
                </a:ext>
              </a:extLst>
            </p:cNvPr>
            <p:cNvSpPr/>
            <p:nvPr/>
          </p:nvSpPr>
          <p:spPr>
            <a:xfrm>
              <a:off x="215680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8">
              <a:extLst>
                <a:ext uri="{FF2B5EF4-FFF2-40B4-BE49-F238E27FC236}">
                  <a16:creationId xmlns:a16="http://schemas.microsoft.com/office/drawing/2014/main" id="{3B0B5BB1-7608-AF80-BB38-92EC105D45BA}"/>
                </a:ext>
              </a:extLst>
            </p:cNvPr>
            <p:cNvSpPr/>
            <p:nvPr/>
          </p:nvSpPr>
          <p:spPr>
            <a:xfrm>
              <a:off x="216624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19">
              <a:extLst>
                <a:ext uri="{FF2B5EF4-FFF2-40B4-BE49-F238E27FC236}">
                  <a16:creationId xmlns:a16="http://schemas.microsoft.com/office/drawing/2014/main" id="{09789D97-3E5E-2927-49AD-71F5DD9EE102}"/>
                </a:ext>
              </a:extLst>
            </p:cNvPr>
            <p:cNvSpPr/>
            <p:nvPr/>
          </p:nvSpPr>
          <p:spPr>
            <a:xfrm>
              <a:off x="217568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0">
              <a:extLst>
                <a:ext uri="{FF2B5EF4-FFF2-40B4-BE49-F238E27FC236}">
                  <a16:creationId xmlns:a16="http://schemas.microsoft.com/office/drawing/2014/main" id="{F8454D6B-E1CA-0E2B-9FBB-DC9581CE4739}"/>
                </a:ext>
              </a:extLst>
            </p:cNvPr>
            <p:cNvSpPr/>
            <p:nvPr/>
          </p:nvSpPr>
          <p:spPr>
            <a:xfrm>
              <a:off x="218512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1">
              <a:extLst>
                <a:ext uri="{FF2B5EF4-FFF2-40B4-BE49-F238E27FC236}">
                  <a16:creationId xmlns:a16="http://schemas.microsoft.com/office/drawing/2014/main" id="{8D14ECA1-9B2A-648D-F395-67C37B94168C}"/>
                </a:ext>
              </a:extLst>
            </p:cNvPr>
            <p:cNvSpPr/>
            <p:nvPr/>
          </p:nvSpPr>
          <p:spPr>
            <a:xfrm>
              <a:off x="219456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2">
              <a:extLst>
                <a:ext uri="{FF2B5EF4-FFF2-40B4-BE49-F238E27FC236}">
                  <a16:creationId xmlns:a16="http://schemas.microsoft.com/office/drawing/2014/main" id="{0A9F17F4-54A4-62D3-60A9-1EF4200A99B8}"/>
                </a:ext>
              </a:extLst>
            </p:cNvPr>
            <p:cNvSpPr/>
            <p:nvPr/>
          </p:nvSpPr>
          <p:spPr>
            <a:xfrm>
              <a:off x="220400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3">
              <a:extLst>
                <a:ext uri="{FF2B5EF4-FFF2-40B4-BE49-F238E27FC236}">
                  <a16:creationId xmlns:a16="http://schemas.microsoft.com/office/drawing/2014/main" id="{959BD2AC-B64E-BF6E-8C71-3A5E4FE7F974}"/>
                </a:ext>
              </a:extLst>
            </p:cNvPr>
            <p:cNvSpPr/>
            <p:nvPr/>
          </p:nvSpPr>
          <p:spPr>
            <a:xfrm>
              <a:off x="221344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4">
              <a:extLst>
                <a:ext uri="{FF2B5EF4-FFF2-40B4-BE49-F238E27FC236}">
                  <a16:creationId xmlns:a16="http://schemas.microsoft.com/office/drawing/2014/main" id="{C8F33AAA-9296-7022-2442-AC300706A6E4}"/>
                </a:ext>
              </a:extLst>
            </p:cNvPr>
            <p:cNvSpPr/>
            <p:nvPr/>
          </p:nvSpPr>
          <p:spPr>
            <a:xfrm>
              <a:off x="222288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5">
              <a:extLst>
                <a:ext uri="{FF2B5EF4-FFF2-40B4-BE49-F238E27FC236}">
                  <a16:creationId xmlns:a16="http://schemas.microsoft.com/office/drawing/2014/main" id="{1845D086-BBA6-8AEA-78CC-D3DA92E3D893}"/>
                </a:ext>
              </a:extLst>
            </p:cNvPr>
            <p:cNvSpPr/>
            <p:nvPr/>
          </p:nvSpPr>
          <p:spPr>
            <a:xfrm>
              <a:off x="223232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6">
              <a:extLst>
                <a:ext uri="{FF2B5EF4-FFF2-40B4-BE49-F238E27FC236}">
                  <a16:creationId xmlns:a16="http://schemas.microsoft.com/office/drawing/2014/main" id="{3F5545F3-7CBF-0FF6-A20D-B9F95CA73486}"/>
                </a:ext>
              </a:extLst>
            </p:cNvPr>
            <p:cNvSpPr/>
            <p:nvPr/>
          </p:nvSpPr>
          <p:spPr>
            <a:xfrm>
              <a:off x="224176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7">
              <a:extLst>
                <a:ext uri="{FF2B5EF4-FFF2-40B4-BE49-F238E27FC236}">
                  <a16:creationId xmlns:a16="http://schemas.microsoft.com/office/drawing/2014/main" id="{CC7EB9FD-DD99-E5ED-EE5A-73D755028512}"/>
                </a:ext>
              </a:extLst>
            </p:cNvPr>
            <p:cNvSpPr/>
            <p:nvPr/>
          </p:nvSpPr>
          <p:spPr>
            <a:xfrm>
              <a:off x="225120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8">
              <a:extLst>
                <a:ext uri="{FF2B5EF4-FFF2-40B4-BE49-F238E27FC236}">
                  <a16:creationId xmlns:a16="http://schemas.microsoft.com/office/drawing/2014/main" id="{73E485D4-B754-8EB2-10B1-A1347D339083}"/>
                </a:ext>
              </a:extLst>
            </p:cNvPr>
            <p:cNvSpPr/>
            <p:nvPr/>
          </p:nvSpPr>
          <p:spPr>
            <a:xfrm>
              <a:off x="226064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29">
              <a:extLst>
                <a:ext uri="{FF2B5EF4-FFF2-40B4-BE49-F238E27FC236}">
                  <a16:creationId xmlns:a16="http://schemas.microsoft.com/office/drawing/2014/main" id="{DF0211AB-E1FC-55C1-02E6-B40EF4BAD21D}"/>
                </a:ext>
              </a:extLst>
            </p:cNvPr>
            <p:cNvSpPr/>
            <p:nvPr/>
          </p:nvSpPr>
          <p:spPr>
            <a:xfrm>
              <a:off x="227008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0">
              <a:extLst>
                <a:ext uri="{FF2B5EF4-FFF2-40B4-BE49-F238E27FC236}">
                  <a16:creationId xmlns:a16="http://schemas.microsoft.com/office/drawing/2014/main" id="{7CF4D03A-1C7F-F5F2-1A49-86395D47E882}"/>
                </a:ext>
              </a:extLst>
            </p:cNvPr>
            <p:cNvSpPr/>
            <p:nvPr/>
          </p:nvSpPr>
          <p:spPr>
            <a:xfrm>
              <a:off x="227952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1">
              <a:extLst>
                <a:ext uri="{FF2B5EF4-FFF2-40B4-BE49-F238E27FC236}">
                  <a16:creationId xmlns:a16="http://schemas.microsoft.com/office/drawing/2014/main" id="{6C765222-8A0C-5D2B-0F6D-D980CF1C3CD0}"/>
                </a:ext>
              </a:extLst>
            </p:cNvPr>
            <p:cNvSpPr/>
            <p:nvPr/>
          </p:nvSpPr>
          <p:spPr>
            <a:xfrm>
              <a:off x="228896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2">
              <a:extLst>
                <a:ext uri="{FF2B5EF4-FFF2-40B4-BE49-F238E27FC236}">
                  <a16:creationId xmlns:a16="http://schemas.microsoft.com/office/drawing/2014/main" id="{81CB449C-E46A-19B1-676E-B50FD7EBF5C0}"/>
                </a:ext>
              </a:extLst>
            </p:cNvPr>
            <p:cNvSpPr/>
            <p:nvPr/>
          </p:nvSpPr>
          <p:spPr>
            <a:xfrm>
              <a:off x="229840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3">
              <a:extLst>
                <a:ext uri="{FF2B5EF4-FFF2-40B4-BE49-F238E27FC236}">
                  <a16:creationId xmlns:a16="http://schemas.microsoft.com/office/drawing/2014/main" id="{FBEB68A3-9B65-6AB0-A4E6-8AB277F324D9}"/>
                </a:ext>
              </a:extLst>
            </p:cNvPr>
            <p:cNvSpPr/>
            <p:nvPr/>
          </p:nvSpPr>
          <p:spPr>
            <a:xfrm>
              <a:off x="230784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4">
              <a:extLst>
                <a:ext uri="{FF2B5EF4-FFF2-40B4-BE49-F238E27FC236}">
                  <a16:creationId xmlns:a16="http://schemas.microsoft.com/office/drawing/2014/main" id="{4FE5B87E-635E-E9A1-1B3F-308EFBAA640F}"/>
                </a:ext>
              </a:extLst>
            </p:cNvPr>
            <p:cNvSpPr/>
            <p:nvPr/>
          </p:nvSpPr>
          <p:spPr>
            <a:xfrm>
              <a:off x="231728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5">
              <a:extLst>
                <a:ext uri="{FF2B5EF4-FFF2-40B4-BE49-F238E27FC236}">
                  <a16:creationId xmlns:a16="http://schemas.microsoft.com/office/drawing/2014/main" id="{C1505400-196E-9308-B9E4-017167BB198A}"/>
                </a:ext>
              </a:extLst>
            </p:cNvPr>
            <p:cNvSpPr/>
            <p:nvPr/>
          </p:nvSpPr>
          <p:spPr>
            <a:xfrm>
              <a:off x="232672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6">
              <a:extLst>
                <a:ext uri="{FF2B5EF4-FFF2-40B4-BE49-F238E27FC236}">
                  <a16:creationId xmlns:a16="http://schemas.microsoft.com/office/drawing/2014/main" id="{8A4C81D6-A2A8-CAD1-F495-255A3B05CB2C}"/>
                </a:ext>
              </a:extLst>
            </p:cNvPr>
            <p:cNvSpPr/>
            <p:nvPr/>
          </p:nvSpPr>
          <p:spPr>
            <a:xfrm>
              <a:off x="233616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7">
              <a:extLst>
                <a:ext uri="{FF2B5EF4-FFF2-40B4-BE49-F238E27FC236}">
                  <a16:creationId xmlns:a16="http://schemas.microsoft.com/office/drawing/2014/main" id="{8996CD85-F803-D2ED-5D67-F649091EB0FE}"/>
                </a:ext>
              </a:extLst>
            </p:cNvPr>
            <p:cNvSpPr/>
            <p:nvPr/>
          </p:nvSpPr>
          <p:spPr>
            <a:xfrm>
              <a:off x="234560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8">
              <a:extLst>
                <a:ext uri="{FF2B5EF4-FFF2-40B4-BE49-F238E27FC236}">
                  <a16:creationId xmlns:a16="http://schemas.microsoft.com/office/drawing/2014/main" id="{467D512C-2EED-F0B1-8E0E-1EC85894F3B5}"/>
                </a:ext>
              </a:extLst>
            </p:cNvPr>
            <p:cNvSpPr/>
            <p:nvPr/>
          </p:nvSpPr>
          <p:spPr>
            <a:xfrm>
              <a:off x="235504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39">
              <a:extLst>
                <a:ext uri="{FF2B5EF4-FFF2-40B4-BE49-F238E27FC236}">
                  <a16:creationId xmlns:a16="http://schemas.microsoft.com/office/drawing/2014/main" id="{8E1EF8FE-1B95-8CFF-EB35-B70EAA5DD185}"/>
                </a:ext>
              </a:extLst>
            </p:cNvPr>
            <p:cNvSpPr/>
            <p:nvPr/>
          </p:nvSpPr>
          <p:spPr>
            <a:xfrm>
              <a:off x="236448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0">
              <a:extLst>
                <a:ext uri="{FF2B5EF4-FFF2-40B4-BE49-F238E27FC236}">
                  <a16:creationId xmlns:a16="http://schemas.microsoft.com/office/drawing/2014/main" id="{1C7654C8-A2AD-F0EF-176E-A256D8DCAD70}"/>
                </a:ext>
              </a:extLst>
            </p:cNvPr>
            <p:cNvSpPr/>
            <p:nvPr/>
          </p:nvSpPr>
          <p:spPr>
            <a:xfrm>
              <a:off x="237392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1">
              <a:extLst>
                <a:ext uri="{FF2B5EF4-FFF2-40B4-BE49-F238E27FC236}">
                  <a16:creationId xmlns:a16="http://schemas.microsoft.com/office/drawing/2014/main" id="{83B9A0E9-64A2-911D-45FD-3135D1AD3439}"/>
                </a:ext>
              </a:extLst>
            </p:cNvPr>
            <p:cNvSpPr/>
            <p:nvPr/>
          </p:nvSpPr>
          <p:spPr>
            <a:xfrm>
              <a:off x="238336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2">
              <a:extLst>
                <a:ext uri="{FF2B5EF4-FFF2-40B4-BE49-F238E27FC236}">
                  <a16:creationId xmlns:a16="http://schemas.microsoft.com/office/drawing/2014/main" id="{D27AE722-07EF-CFE5-E6F8-5327DEAFB9EE}"/>
                </a:ext>
              </a:extLst>
            </p:cNvPr>
            <p:cNvSpPr/>
            <p:nvPr/>
          </p:nvSpPr>
          <p:spPr>
            <a:xfrm>
              <a:off x="239280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3">
              <a:extLst>
                <a:ext uri="{FF2B5EF4-FFF2-40B4-BE49-F238E27FC236}">
                  <a16:creationId xmlns:a16="http://schemas.microsoft.com/office/drawing/2014/main" id="{8540C3A9-51FF-8FD1-8BEA-349B65DD588C}"/>
                </a:ext>
              </a:extLst>
            </p:cNvPr>
            <p:cNvSpPr/>
            <p:nvPr/>
          </p:nvSpPr>
          <p:spPr>
            <a:xfrm>
              <a:off x="240224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4">
              <a:extLst>
                <a:ext uri="{FF2B5EF4-FFF2-40B4-BE49-F238E27FC236}">
                  <a16:creationId xmlns:a16="http://schemas.microsoft.com/office/drawing/2014/main" id="{2C190182-F473-E6F9-437D-52663E8C6B34}"/>
                </a:ext>
              </a:extLst>
            </p:cNvPr>
            <p:cNvSpPr/>
            <p:nvPr/>
          </p:nvSpPr>
          <p:spPr>
            <a:xfrm>
              <a:off x="241168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5">
              <a:extLst>
                <a:ext uri="{FF2B5EF4-FFF2-40B4-BE49-F238E27FC236}">
                  <a16:creationId xmlns:a16="http://schemas.microsoft.com/office/drawing/2014/main" id="{A0DA9BFF-1E0E-72FC-53A4-FF342097213E}"/>
                </a:ext>
              </a:extLst>
            </p:cNvPr>
            <p:cNvSpPr/>
            <p:nvPr/>
          </p:nvSpPr>
          <p:spPr>
            <a:xfrm>
              <a:off x="2421129" y="1465000"/>
              <a:ext cx="921561" cy="914400"/>
            </a:xfrm>
            <a:custGeom>
              <a:avLst/>
              <a:gdLst/>
              <a:ahLst/>
              <a:cxnLst/>
              <a:rect l="0" t="0" r="0" b="0"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6">
              <a:extLst>
                <a:ext uri="{FF2B5EF4-FFF2-40B4-BE49-F238E27FC236}">
                  <a16:creationId xmlns:a16="http://schemas.microsoft.com/office/drawing/2014/main" id="{48AE4C44-70DE-D93B-0D50-9EEE6989631F}"/>
                </a:ext>
              </a:extLst>
            </p:cNvPr>
            <p:cNvSpPr/>
            <p:nvPr/>
          </p:nvSpPr>
          <p:spPr>
            <a:xfrm>
              <a:off x="3129147" y="14474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7">
              <a:extLst>
                <a:ext uri="{FF2B5EF4-FFF2-40B4-BE49-F238E27FC236}">
                  <a16:creationId xmlns:a16="http://schemas.microsoft.com/office/drawing/2014/main" id="{AF3C5874-5D7C-8E57-8E1E-D9BA2E0DF9AC}"/>
                </a:ext>
              </a:extLst>
            </p:cNvPr>
            <p:cNvSpPr/>
            <p:nvPr/>
          </p:nvSpPr>
          <p:spPr>
            <a:xfrm>
              <a:off x="312914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8">
              <a:extLst>
                <a:ext uri="{FF2B5EF4-FFF2-40B4-BE49-F238E27FC236}">
                  <a16:creationId xmlns:a16="http://schemas.microsoft.com/office/drawing/2014/main" id="{7D748823-E886-A7FB-DED5-1E8224F19E3D}"/>
                </a:ext>
              </a:extLst>
            </p:cNvPr>
            <p:cNvSpPr/>
            <p:nvPr/>
          </p:nvSpPr>
          <p:spPr>
            <a:xfrm>
              <a:off x="313858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49">
              <a:extLst>
                <a:ext uri="{FF2B5EF4-FFF2-40B4-BE49-F238E27FC236}">
                  <a16:creationId xmlns:a16="http://schemas.microsoft.com/office/drawing/2014/main" id="{A5707F83-B506-CE15-A352-AB87279A19A0}"/>
                </a:ext>
              </a:extLst>
            </p:cNvPr>
            <p:cNvSpPr/>
            <p:nvPr/>
          </p:nvSpPr>
          <p:spPr>
            <a:xfrm>
              <a:off x="314802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0">
              <a:extLst>
                <a:ext uri="{FF2B5EF4-FFF2-40B4-BE49-F238E27FC236}">
                  <a16:creationId xmlns:a16="http://schemas.microsoft.com/office/drawing/2014/main" id="{99472698-99DC-AC94-7A5C-0FFAFF0E651B}"/>
                </a:ext>
              </a:extLst>
            </p:cNvPr>
            <p:cNvSpPr/>
            <p:nvPr/>
          </p:nvSpPr>
          <p:spPr>
            <a:xfrm>
              <a:off x="315746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1">
              <a:extLst>
                <a:ext uri="{FF2B5EF4-FFF2-40B4-BE49-F238E27FC236}">
                  <a16:creationId xmlns:a16="http://schemas.microsoft.com/office/drawing/2014/main" id="{693DC89D-3D00-DBAF-78D0-875343082DD8}"/>
                </a:ext>
              </a:extLst>
            </p:cNvPr>
            <p:cNvSpPr/>
            <p:nvPr/>
          </p:nvSpPr>
          <p:spPr>
            <a:xfrm>
              <a:off x="316690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2">
              <a:extLst>
                <a:ext uri="{FF2B5EF4-FFF2-40B4-BE49-F238E27FC236}">
                  <a16:creationId xmlns:a16="http://schemas.microsoft.com/office/drawing/2014/main" id="{8721BFEA-0127-3A9C-B25F-158AD727467F}"/>
                </a:ext>
              </a:extLst>
            </p:cNvPr>
            <p:cNvSpPr/>
            <p:nvPr/>
          </p:nvSpPr>
          <p:spPr>
            <a:xfrm>
              <a:off x="317634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3">
              <a:extLst>
                <a:ext uri="{FF2B5EF4-FFF2-40B4-BE49-F238E27FC236}">
                  <a16:creationId xmlns:a16="http://schemas.microsoft.com/office/drawing/2014/main" id="{C1976806-B976-770F-CCEF-940D6EE98DE3}"/>
                </a:ext>
              </a:extLst>
            </p:cNvPr>
            <p:cNvSpPr/>
            <p:nvPr/>
          </p:nvSpPr>
          <p:spPr>
            <a:xfrm>
              <a:off x="318578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4">
              <a:extLst>
                <a:ext uri="{FF2B5EF4-FFF2-40B4-BE49-F238E27FC236}">
                  <a16:creationId xmlns:a16="http://schemas.microsoft.com/office/drawing/2014/main" id="{404331FE-602B-06BC-102D-CE8F0CD13BCB}"/>
                </a:ext>
              </a:extLst>
            </p:cNvPr>
            <p:cNvSpPr/>
            <p:nvPr/>
          </p:nvSpPr>
          <p:spPr>
            <a:xfrm>
              <a:off x="319522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5">
              <a:extLst>
                <a:ext uri="{FF2B5EF4-FFF2-40B4-BE49-F238E27FC236}">
                  <a16:creationId xmlns:a16="http://schemas.microsoft.com/office/drawing/2014/main" id="{C60DE778-15AE-F151-57E5-CDA79C220DAB}"/>
                </a:ext>
              </a:extLst>
            </p:cNvPr>
            <p:cNvSpPr/>
            <p:nvPr/>
          </p:nvSpPr>
          <p:spPr>
            <a:xfrm>
              <a:off x="320466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6">
              <a:extLst>
                <a:ext uri="{FF2B5EF4-FFF2-40B4-BE49-F238E27FC236}">
                  <a16:creationId xmlns:a16="http://schemas.microsoft.com/office/drawing/2014/main" id="{CFC2BABE-4844-03FC-573C-E85B3910DD37}"/>
                </a:ext>
              </a:extLst>
            </p:cNvPr>
            <p:cNvSpPr/>
            <p:nvPr/>
          </p:nvSpPr>
          <p:spPr>
            <a:xfrm>
              <a:off x="321410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7">
              <a:extLst>
                <a:ext uri="{FF2B5EF4-FFF2-40B4-BE49-F238E27FC236}">
                  <a16:creationId xmlns:a16="http://schemas.microsoft.com/office/drawing/2014/main" id="{A71B646D-1612-918F-7C11-D0620099B0D7}"/>
                </a:ext>
              </a:extLst>
            </p:cNvPr>
            <p:cNvSpPr/>
            <p:nvPr/>
          </p:nvSpPr>
          <p:spPr>
            <a:xfrm>
              <a:off x="322354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8">
              <a:extLst>
                <a:ext uri="{FF2B5EF4-FFF2-40B4-BE49-F238E27FC236}">
                  <a16:creationId xmlns:a16="http://schemas.microsoft.com/office/drawing/2014/main" id="{6D89D85D-DCEB-991E-A651-7FA5B50D151F}"/>
                </a:ext>
              </a:extLst>
            </p:cNvPr>
            <p:cNvSpPr/>
            <p:nvPr/>
          </p:nvSpPr>
          <p:spPr>
            <a:xfrm>
              <a:off x="323298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59">
              <a:extLst>
                <a:ext uri="{FF2B5EF4-FFF2-40B4-BE49-F238E27FC236}">
                  <a16:creationId xmlns:a16="http://schemas.microsoft.com/office/drawing/2014/main" id="{1DC9C8F1-A960-ECE9-7B03-B920A9E37F04}"/>
                </a:ext>
              </a:extLst>
            </p:cNvPr>
            <p:cNvSpPr/>
            <p:nvPr/>
          </p:nvSpPr>
          <p:spPr>
            <a:xfrm>
              <a:off x="324242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0">
              <a:extLst>
                <a:ext uri="{FF2B5EF4-FFF2-40B4-BE49-F238E27FC236}">
                  <a16:creationId xmlns:a16="http://schemas.microsoft.com/office/drawing/2014/main" id="{ED33B458-1B99-AC3C-EDF3-D6771FC0D924}"/>
                </a:ext>
              </a:extLst>
            </p:cNvPr>
            <p:cNvSpPr/>
            <p:nvPr/>
          </p:nvSpPr>
          <p:spPr>
            <a:xfrm>
              <a:off x="325187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1">
              <a:extLst>
                <a:ext uri="{FF2B5EF4-FFF2-40B4-BE49-F238E27FC236}">
                  <a16:creationId xmlns:a16="http://schemas.microsoft.com/office/drawing/2014/main" id="{4798A622-C08A-92A1-7E9B-35174A206E3A}"/>
                </a:ext>
              </a:extLst>
            </p:cNvPr>
            <p:cNvSpPr/>
            <p:nvPr/>
          </p:nvSpPr>
          <p:spPr>
            <a:xfrm>
              <a:off x="326131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2">
              <a:extLst>
                <a:ext uri="{FF2B5EF4-FFF2-40B4-BE49-F238E27FC236}">
                  <a16:creationId xmlns:a16="http://schemas.microsoft.com/office/drawing/2014/main" id="{B9AB7E43-2304-B88B-2B0E-94D15C71CC5A}"/>
                </a:ext>
              </a:extLst>
            </p:cNvPr>
            <p:cNvSpPr/>
            <p:nvPr/>
          </p:nvSpPr>
          <p:spPr>
            <a:xfrm>
              <a:off x="327075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3">
              <a:extLst>
                <a:ext uri="{FF2B5EF4-FFF2-40B4-BE49-F238E27FC236}">
                  <a16:creationId xmlns:a16="http://schemas.microsoft.com/office/drawing/2014/main" id="{E46775F5-E610-D12E-46ED-FD7A1EFDE536}"/>
                </a:ext>
              </a:extLst>
            </p:cNvPr>
            <p:cNvSpPr/>
            <p:nvPr/>
          </p:nvSpPr>
          <p:spPr>
            <a:xfrm>
              <a:off x="328019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4">
              <a:extLst>
                <a:ext uri="{FF2B5EF4-FFF2-40B4-BE49-F238E27FC236}">
                  <a16:creationId xmlns:a16="http://schemas.microsoft.com/office/drawing/2014/main" id="{62A0B9FB-ABE1-87C8-09FB-3539A129E863}"/>
                </a:ext>
              </a:extLst>
            </p:cNvPr>
            <p:cNvSpPr/>
            <p:nvPr/>
          </p:nvSpPr>
          <p:spPr>
            <a:xfrm>
              <a:off x="328963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5">
              <a:extLst>
                <a:ext uri="{FF2B5EF4-FFF2-40B4-BE49-F238E27FC236}">
                  <a16:creationId xmlns:a16="http://schemas.microsoft.com/office/drawing/2014/main" id="{617CF94F-9DAB-C238-BA84-BE5AC38B0374}"/>
                </a:ext>
              </a:extLst>
            </p:cNvPr>
            <p:cNvSpPr/>
            <p:nvPr/>
          </p:nvSpPr>
          <p:spPr>
            <a:xfrm>
              <a:off x="329907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6">
              <a:extLst>
                <a:ext uri="{FF2B5EF4-FFF2-40B4-BE49-F238E27FC236}">
                  <a16:creationId xmlns:a16="http://schemas.microsoft.com/office/drawing/2014/main" id="{BEFC7989-0B54-5901-5AAA-27DE9BBB34A4}"/>
                </a:ext>
              </a:extLst>
            </p:cNvPr>
            <p:cNvSpPr/>
            <p:nvPr/>
          </p:nvSpPr>
          <p:spPr>
            <a:xfrm>
              <a:off x="330851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7">
              <a:extLst>
                <a:ext uri="{FF2B5EF4-FFF2-40B4-BE49-F238E27FC236}">
                  <a16:creationId xmlns:a16="http://schemas.microsoft.com/office/drawing/2014/main" id="{3AF04FF6-2CCA-60F7-C15C-7F0170AF4CA0}"/>
                </a:ext>
              </a:extLst>
            </p:cNvPr>
            <p:cNvSpPr/>
            <p:nvPr/>
          </p:nvSpPr>
          <p:spPr>
            <a:xfrm>
              <a:off x="331795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8">
              <a:extLst>
                <a:ext uri="{FF2B5EF4-FFF2-40B4-BE49-F238E27FC236}">
                  <a16:creationId xmlns:a16="http://schemas.microsoft.com/office/drawing/2014/main" id="{B98B7030-B9CD-910D-00E2-4EFD08382DBE}"/>
                </a:ext>
              </a:extLst>
            </p:cNvPr>
            <p:cNvSpPr/>
            <p:nvPr/>
          </p:nvSpPr>
          <p:spPr>
            <a:xfrm>
              <a:off x="332739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69">
              <a:extLst>
                <a:ext uri="{FF2B5EF4-FFF2-40B4-BE49-F238E27FC236}">
                  <a16:creationId xmlns:a16="http://schemas.microsoft.com/office/drawing/2014/main" id="{66F4247E-BC14-A5E1-63D4-3B50030D06CB}"/>
                </a:ext>
              </a:extLst>
            </p:cNvPr>
            <p:cNvSpPr/>
            <p:nvPr/>
          </p:nvSpPr>
          <p:spPr>
            <a:xfrm>
              <a:off x="333683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0">
              <a:extLst>
                <a:ext uri="{FF2B5EF4-FFF2-40B4-BE49-F238E27FC236}">
                  <a16:creationId xmlns:a16="http://schemas.microsoft.com/office/drawing/2014/main" id="{73170D3C-370F-791E-CAAA-B37A715A1680}"/>
                </a:ext>
              </a:extLst>
            </p:cNvPr>
            <p:cNvSpPr/>
            <p:nvPr/>
          </p:nvSpPr>
          <p:spPr>
            <a:xfrm>
              <a:off x="334627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1">
              <a:extLst>
                <a:ext uri="{FF2B5EF4-FFF2-40B4-BE49-F238E27FC236}">
                  <a16:creationId xmlns:a16="http://schemas.microsoft.com/office/drawing/2014/main" id="{7C34B2FD-6A0B-88F8-4967-54E4F285FF23}"/>
                </a:ext>
              </a:extLst>
            </p:cNvPr>
            <p:cNvSpPr/>
            <p:nvPr/>
          </p:nvSpPr>
          <p:spPr>
            <a:xfrm>
              <a:off x="335571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2">
              <a:extLst>
                <a:ext uri="{FF2B5EF4-FFF2-40B4-BE49-F238E27FC236}">
                  <a16:creationId xmlns:a16="http://schemas.microsoft.com/office/drawing/2014/main" id="{5AD691CB-0900-2DAE-0DEB-65571D64128B}"/>
                </a:ext>
              </a:extLst>
            </p:cNvPr>
            <p:cNvSpPr/>
            <p:nvPr/>
          </p:nvSpPr>
          <p:spPr>
            <a:xfrm>
              <a:off x="336515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3">
              <a:extLst>
                <a:ext uri="{FF2B5EF4-FFF2-40B4-BE49-F238E27FC236}">
                  <a16:creationId xmlns:a16="http://schemas.microsoft.com/office/drawing/2014/main" id="{07A84EAA-A465-660E-95A1-9C0C5E6609D0}"/>
                </a:ext>
              </a:extLst>
            </p:cNvPr>
            <p:cNvSpPr/>
            <p:nvPr/>
          </p:nvSpPr>
          <p:spPr>
            <a:xfrm>
              <a:off x="337459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4">
              <a:extLst>
                <a:ext uri="{FF2B5EF4-FFF2-40B4-BE49-F238E27FC236}">
                  <a16:creationId xmlns:a16="http://schemas.microsoft.com/office/drawing/2014/main" id="{7A2166B9-9D27-919E-22BC-233D5536593A}"/>
                </a:ext>
              </a:extLst>
            </p:cNvPr>
            <p:cNvSpPr/>
            <p:nvPr/>
          </p:nvSpPr>
          <p:spPr>
            <a:xfrm>
              <a:off x="338403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5">
              <a:extLst>
                <a:ext uri="{FF2B5EF4-FFF2-40B4-BE49-F238E27FC236}">
                  <a16:creationId xmlns:a16="http://schemas.microsoft.com/office/drawing/2014/main" id="{5A9E6611-2CC4-D0B2-6BBF-F52C93EEBFBB}"/>
                </a:ext>
              </a:extLst>
            </p:cNvPr>
            <p:cNvSpPr/>
            <p:nvPr/>
          </p:nvSpPr>
          <p:spPr>
            <a:xfrm>
              <a:off x="339347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6">
              <a:extLst>
                <a:ext uri="{FF2B5EF4-FFF2-40B4-BE49-F238E27FC236}">
                  <a16:creationId xmlns:a16="http://schemas.microsoft.com/office/drawing/2014/main" id="{E5674AFC-2343-CA1E-795F-A247020CD844}"/>
                </a:ext>
              </a:extLst>
            </p:cNvPr>
            <p:cNvSpPr/>
            <p:nvPr/>
          </p:nvSpPr>
          <p:spPr>
            <a:xfrm>
              <a:off x="340291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7">
              <a:extLst>
                <a:ext uri="{FF2B5EF4-FFF2-40B4-BE49-F238E27FC236}">
                  <a16:creationId xmlns:a16="http://schemas.microsoft.com/office/drawing/2014/main" id="{CFBED5E6-6A83-3B38-7F1E-D1BF6256804B}"/>
                </a:ext>
              </a:extLst>
            </p:cNvPr>
            <p:cNvSpPr/>
            <p:nvPr/>
          </p:nvSpPr>
          <p:spPr>
            <a:xfrm>
              <a:off x="341235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8">
              <a:extLst>
                <a:ext uri="{FF2B5EF4-FFF2-40B4-BE49-F238E27FC236}">
                  <a16:creationId xmlns:a16="http://schemas.microsoft.com/office/drawing/2014/main" id="{273BC5DE-7675-C953-230C-2B88F161D96D}"/>
                </a:ext>
              </a:extLst>
            </p:cNvPr>
            <p:cNvSpPr/>
            <p:nvPr/>
          </p:nvSpPr>
          <p:spPr>
            <a:xfrm>
              <a:off x="342179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79">
              <a:extLst>
                <a:ext uri="{FF2B5EF4-FFF2-40B4-BE49-F238E27FC236}">
                  <a16:creationId xmlns:a16="http://schemas.microsoft.com/office/drawing/2014/main" id="{5665D647-9551-BB76-9DFD-B2DF9FCC47EB}"/>
                </a:ext>
              </a:extLst>
            </p:cNvPr>
            <p:cNvSpPr/>
            <p:nvPr/>
          </p:nvSpPr>
          <p:spPr>
            <a:xfrm>
              <a:off x="343123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0">
              <a:extLst>
                <a:ext uri="{FF2B5EF4-FFF2-40B4-BE49-F238E27FC236}">
                  <a16:creationId xmlns:a16="http://schemas.microsoft.com/office/drawing/2014/main" id="{219A29FD-E9D2-E042-9C2F-4C717514AEA4}"/>
                </a:ext>
              </a:extLst>
            </p:cNvPr>
            <p:cNvSpPr/>
            <p:nvPr/>
          </p:nvSpPr>
          <p:spPr>
            <a:xfrm>
              <a:off x="344067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1">
              <a:extLst>
                <a:ext uri="{FF2B5EF4-FFF2-40B4-BE49-F238E27FC236}">
                  <a16:creationId xmlns:a16="http://schemas.microsoft.com/office/drawing/2014/main" id="{C0DA5181-9866-1578-00F4-683C414770F7}"/>
                </a:ext>
              </a:extLst>
            </p:cNvPr>
            <p:cNvSpPr/>
            <p:nvPr/>
          </p:nvSpPr>
          <p:spPr>
            <a:xfrm>
              <a:off x="345011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2">
              <a:extLst>
                <a:ext uri="{FF2B5EF4-FFF2-40B4-BE49-F238E27FC236}">
                  <a16:creationId xmlns:a16="http://schemas.microsoft.com/office/drawing/2014/main" id="{106D2CB2-9FA0-B0E1-9D6F-2E78DB6143A7}"/>
                </a:ext>
              </a:extLst>
            </p:cNvPr>
            <p:cNvSpPr/>
            <p:nvPr/>
          </p:nvSpPr>
          <p:spPr>
            <a:xfrm>
              <a:off x="345955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3">
              <a:extLst>
                <a:ext uri="{FF2B5EF4-FFF2-40B4-BE49-F238E27FC236}">
                  <a16:creationId xmlns:a16="http://schemas.microsoft.com/office/drawing/2014/main" id="{68C3FF48-49F8-F211-0C6D-55A54370DA01}"/>
                </a:ext>
              </a:extLst>
            </p:cNvPr>
            <p:cNvSpPr/>
            <p:nvPr/>
          </p:nvSpPr>
          <p:spPr>
            <a:xfrm>
              <a:off x="346899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4">
              <a:extLst>
                <a:ext uri="{FF2B5EF4-FFF2-40B4-BE49-F238E27FC236}">
                  <a16:creationId xmlns:a16="http://schemas.microsoft.com/office/drawing/2014/main" id="{174AC7CD-D203-F719-A437-C7905185957D}"/>
                </a:ext>
              </a:extLst>
            </p:cNvPr>
            <p:cNvSpPr/>
            <p:nvPr/>
          </p:nvSpPr>
          <p:spPr>
            <a:xfrm>
              <a:off x="347843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5">
              <a:extLst>
                <a:ext uri="{FF2B5EF4-FFF2-40B4-BE49-F238E27FC236}">
                  <a16:creationId xmlns:a16="http://schemas.microsoft.com/office/drawing/2014/main" id="{4C68CDFE-16FB-282F-2DBC-84A19E716DDB}"/>
                </a:ext>
              </a:extLst>
            </p:cNvPr>
            <p:cNvSpPr/>
            <p:nvPr/>
          </p:nvSpPr>
          <p:spPr>
            <a:xfrm>
              <a:off x="348787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6">
              <a:extLst>
                <a:ext uri="{FF2B5EF4-FFF2-40B4-BE49-F238E27FC236}">
                  <a16:creationId xmlns:a16="http://schemas.microsoft.com/office/drawing/2014/main" id="{9F22EA26-0F97-1BC4-958C-F08BB34415C5}"/>
                </a:ext>
              </a:extLst>
            </p:cNvPr>
            <p:cNvSpPr/>
            <p:nvPr/>
          </p:nvSpPr>
          <p:spPr>
            <a:xfrm>
              <a:off x="349731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7">
              <a:extLst>
                <a:ext uri="{FF2B5EF4-FFF2-40B4-BE49-F238E27FC236}">
                  <a16:creationId xmlns:a16="http://schemas.microsoft.com/office/drawing/2014/main" id="{1007DCF1-F8B7-2B30-CB30-988ABD39260E}"/>
                </a:ext>
              </a:extLst>
            </p:cNvPr>
            <p:cNvSpPr/>
            <p:nvPr/>
          </p:nvSpPr>
          <p:spPr>
            <a:xfrm>
              <a:off x="350675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8">
              <a:extLst>
                <a:ext uri="{FF2B5EF4-FFF2-40B4-BE49-F238E27FC236}">
                  <a16:creationId xmlns:a16="http://schemas.microsoft.com/office/drawing/2014/main" id="{9CBD0856-7A2E-0120-B832-6E2975D32AF9}"/>
                </a:ext>
              </a:extLst>
            </p:cNvPr>
            <p:cNvSpPr/>
            <p:nvPr/>
          </p:nvSpPr>
          <p:spPr>
            <a:xfrm>
              <a:off x="351619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89">
              <a:extLst>
                <a:ext uri="{FF2B5EF4-FFF2-40B4-BE49-F238E27FC236}">
                  <a16:creationId xmlns:a16="http://schemas.microsoft.com/office/drawing/2014/main" id="{A93FF411-9D32-5A04-47CC-6B34B8AF3C67}"/>
                </a:ext>
              </a:extLst>
            </p:cNvPr>
            <p:cNvSpPr/>
            <p:nvPr/>
          </p:nvSpPr>
          <p:spPr>
            <a:xfrm>
              <a:off x="352563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0">
              <a:extLst>
                <a:ext uri="{FF2B5EF4-FFF2-40B4-BE49-F238E27FC236}">
                  <a16:creationId xmlns:a16="http://schemas.microsoft.com/office/drawing/2014/main" id="{45ABEFFC-3150-2BCE-97A6-70E07610BF16}"/>
                </a:ext>
              </a:extLst>
            </p:cNvPr>
            <p:cNvSpPr/>
            <p:nvPr/>
          </p:nvSpPr>
          <p:spPr>
            <a:xfrm>
              <a:off x="353507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1">
              <a:extLst>
                <a:ext uri="{FF2B5EF4-FFF2-40B4-BE49-F238E27FC236}">
                  <a16:creationId xmlns:a16="http://schemas.microsoft.com/office/drawing/2014/main" id="{CA51B8EA-D0A9-55EF-D4F1-C4CA3E1B6317}"/>
                </a:ext>
              </a:extLst>
            </p:cNvPr>
            <p:cNvSpPr/>
            <p:nvPr/>
          </p:nvSpPr>
          <p:spPr>
            <a:xfrm>
              <a:off x="354451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2">
              <a:extLst>
                <a:ext uri="{FF2B5EF4-FFF2-40B4-BE49-F238E27FC236}">
                  <a16:creationId xmlns:a16="http://schemas.microsoft.com/office/drawing/2014/main" id="{17A388C7-0C27-6B00-227C-099DC346B351}"/>
                </a:ext>
              </a:extLst>
            </p:cNvPr>
            <p:cNvSpPr/>
            <p:nvPr/>
          </p:nvSpPr>
          <p:spPr>
            <a:xfrm>
              <a:off x="355395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3">
              <a:extLst>
                <a:ext uri="{FF2B5EF4-FFF2-40B4-BE49-F238E27FC236}">
                  <a16:creationId xmlns:a16="http://schemas.microsoft.com/office/drawing/2014/main" id="{CBE43FB8-9631-837E-5F60-95F2D6514481}"/>
                </a:ext>
              </a:extLst>
            </p:cNvPr>
            <p:cNvSpPr/>
            <p:nvPr/>
          </p:nvSpPr>
          <p:spPr>
            <a:xfrm>
              <a:off x="356339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4">
              <a:extLst>
                <a:ext uri="{FF2B5EF4-FFF2-40B4-BE49-F238E27FC236}">
                  <a16:creationId xmlns:a16="http://schemas.microsoft.com/office/drawing/2014/main" id="{192E4ECF-91CE-26AF-1F0D-206DA5B76987}"/>
                </a:ext>
              </a:extLst>
            </p:cNvPr>
            <p:cNvSpPr/>
            <p:nvPr/>
          </p:nvSpPr>
          <p:spPr>
            <a:xfrm>
              <a:off x="357283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5">
              <a:extLst>
                <a:ext uri="{FF2B5EF4-FFF2-40B4-BE49-F238E27FC236}">
                  <a16:creationId xmlns:a16="http://schemas.microsoft.com/office/drawing/2014/main" id="{A2E11EAC-27B4-A26C-D958-7592C79E0B4E}"/>
                </a:ext>
              </a:extLst>
            </p:cNvPr>
            <p:cNvSpPr/>
            <p:nvPr/>
          </p:nvSpPr>
          <p:spPr>
            <a:xfrm>
              <a:off x="358227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6">
              <a:extLst>
                <a:ext uri="{FF2B5EF4-FFF2-40B4-BE49-F238E27FC236}">
                  <a16:creationId xmlns:a16="http://schemas.microsoft.com/office/drawing/2014/main" id="{0891A933-6115-5A90-2BDA-8406677487F4}"/>
                </a:ext>
              </a:extLst>
            </p:cNvPr>
            <p:cNvSpPr/>
            <p:nvPr/>
          </p:nvSpPr>
          <p:spPr>
            <a:xfrm>
              <a:off x="359171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7">
              <a:extLst>
                <a:ext uri="{FF2B5EF4-FFF2-40B4-BE49-F238E27FC236}">
                  <a16:creationId xmlns:a16="http://schemas.microsoft.com/office/drawing/2014/main" id="{2F61387F-D0C2-0E6E-37DD-8500EE742D7A}"/>
                </a:ext>
              </a:extLst>
            </p:cNvPr>
            <p:cNvSpPr/>
            <p:nvPr/>
          </p:nvSpPr>
          <p:spPr>
            <a:xfrm>
              <a:off x="360115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8">
              <a:extLst>
                <a:ext uri="{FF2B5EF4-FFF2-40B4-BE49-F238E27FC236}">
                  <a16:creationId xmlns:a16="http://schemas.microsoft.com/office/drawing/2014/main" id="{F3CD46F3-6468-AD97-73C8-25EF72D90C66}"/>
                </a:ext>
              </a:extLst>
            </p:cNvPr>
            <p:cNvSpPr/>
            <p:nvPr/>
          </p:nvSpPr>
          <p:spPr>
            <a:xfrm>
              <a:off x="361059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799">
              <a:extLst>
                <a:ext uri="{FF2B5EF4-FFF2-40B4-BE49-F238E27FC236}">
                  <a16:creationId xmlns:a16="http://schemas.microsoft.com/office/drawing/2014/main" id="{22C00271-A038-53D8-86FF-6E9C2D6C8EC8}"/>
                </a:ext>
              </a:extLst>
            </p:cNvPr>
            <p:cNvSpPr/>
            <p:nvPr/>
          </p:nvSpPr>
          <p:spPr>
            <a:xfrm>
              <a:off x="362003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0">
              <a:extLst>
                <a:ext uri="{FF2B5EF4-FFF2-40B4-BE49-F238E27FC236}">
                  <a16:creationId xmlns:a16="http://schemas.microsoft.com/office/drawing/2014/main" id="{D0549F58-2B0B-69EC-6B04-ECF0D1A3F941}"/>
                </a:ext>
              </a:extLst>
            </p:cNvPr>
            <p:cNvSpPr/>
            <p:nvPr/>
          </p:nvSpPr>
          <p:spPr>
            <a:xfrm>
              <a:off x="362947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1">
              <a:extLst>
                <a:ext uri="{FF2B5EF4-FFF2-40B4-BE49-F238E27FC236}">
                  <a16:creationId xmlns:a16="http://schemas.microsoft.com/office/drawing/2014/main" id="{5156AEED-C54E-5360-44F1-B0586F5AD9B9}"/>
                </a:ext>
              </a:extLst>
            </p:cNvPr>
            <p:cNvSpPr/>
            <p:nvPr/>
          </p:nvSpPr>
          <p:spPr>
            <a:xfrm>
              <a:off x="363891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2">
              <a:extLst>
                <a:ext uri="{FF2B5EF4-FFF2-40B4-BE49-F238E27FC236}">
                  <a16:creationId xmlns:a16="http://schemas.microsoft.com/office/drawing/2014/main" id="{E3B52419-2502-2B25-8AD7-9D844DF1140B}"/>
                </a:ext>
              </a:extLst>
            </p:cNvPr>
            <p:cNvSpPr/>
            <p:nvPr/>
          </p:nvSpPr>
          <p:spPr>
            <a:xfrm>
              <a:off x="364836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3">
              <a:extLst>
                <a:ext uri="{FF2B5EF4-FFF2-40B4-BE49-F238E27FC236}">
                  <a16:creationId xmlns:a16="http://schemas.microsoft.com/office/drawing/2014/main" id="{6A1D1C93-35D6-BF3E-BA9B-09040ABB062F}"/>
                </a:ext>
              </a:extLst>
            </p:cNvPr>
            <p:cNvSpPr/>
            <p:nvPr/>
          </p:nvSpPr>
          <p:spPr>
            <a:xfrm>
              <a:off x="365780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4">
              <a:extLst>
                <a:ext uri="{FF2B5EF4-FFF2-40B4-BE49-F238E27FC236}">
                  <a16:creationId xmlns:a16="http://schemas.microsoft.com/office/drawing/2014/main" id="{B76376C5-D8B1-9733-5172-15EEE17BFCF7}"/>
                </a:ext>
              </a:extLst>
            </p:cNvPr>
            <p:cNvSpPr/>
            <p:nvPr/>
          </p:nvSpPr>
          <p:spPr>
            <a:xfrm>
              <a:off x="366724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5">
              <a:extLst>
                <a:ext uri="{FF2B5EF4-FFF2-40B4-BE49-F238E27FC236}">
                  <a16:creationId xmlns:a16="http://schemas.microsoft.com/office/drawing/2014/main" id="{EC8B294E-0B08-9DCA-BC21-5B95453B3E8A}"/>
                </a:ext>
              </a:extLst>
            </p:cNvPr>
            <p:cNvSpPr/>
            <p:nvPr/>
          </p:nvSpPr>
          <p:spPr>
            <a:xfrm>
              <a:off x="367668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6">
              <a:extLst>
                <a:ext uri="{FF2B5EF4-FFF2-40B4-BE49-F238E27FC236}">
                  <a16:creationId xmlns:a16="http://schemas.microsoft.com/office/drawing/2014/main" id="{BEBE234C-E6B4-64F4-58ED-BFF11327DB99}"/>
                </a:ext>
              </a:extLst>
            </p:cNvPr>
            <p:cNvSpPr/>
            <p:nvPr/>
          </p:nvSpPr>
          <p:spPr>
            <a:xfrm>
              <a:off x="368612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7">
              <a:extLst>
                <a:ext uri="{FF2B5EF4-FFF2-40B4-BE49-F238E27FC236}">
                  <a16:creationId xmlns:a16="http://schemas.microsoft.com/office/drawing/2014/main" id="{3AFE84CC-AB60-CB0F-CBF9-12217AAD6465}"/>
                </a:ext>
              </a:extLst>
            </p:cNvPr>
            <p:cNvSpPr/>
            <p:nvPr/>
          </p:nvSpPr>
          <p:spPr>
            <a:xfrm>
              <a:off x="369556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8">
              <a:extLst>
                <a:ext uri="{FF2B5EF4-FFF2-40B4-BE49-F238E27FC236}">
                  <a16:creationId xmlns:a16="http://schemas.microsoft.com/office/drawing/2014/main" id="{7951954E-FC75-C400-5C69-618903923D45}"/>
                </a:ext>
              </a:extLst>
            </p:cNvPr>
            <p:cNvSpPr/>
            <p:nvPr/>
          </p:nvSpPr>
          <p:spPr>
            <a:xfrm>
              <a:off x="370500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09">
              <a:extLst>
                <a:ext uri="{FF2B5EF4-FFF2-40B4-BE49-F238E27FC236}">
                  <a16:creationId xmlns:a16="http://schemas.microsoft.com/office/drawing/2014/main" id="{0F5964F7-AFA8-61EC-3C4F-891CBEB6FA78}"/>
                </a:ext>
              </a:extLst>
            </p:cNvPr>
            <p:cNvSpPr/>
            <p:nvPr/>
          </p:nvSpPr>
          <p:spPr>
            <a:xfrm>
              <a:off x="3714441" y="146500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0">
              <a:extLst>
                <a:ext uri="{FF2B5EF4-FFF2-40B4-BE49-F238E27FC236}">
                  <a16:creationId xmlns:a16="http://schemas.microsoft.com/office/drawing/2014/main" id="{40A9F370-217F-076A-E23B-881593574ED2}"/>
                </a:ext>
              </a:extLst>
            </p:cNvPr>
            <p:cNvSpPr/>
            <p:nvPr/>
          </p:nvSpPr>
          <p:spPr>
            <a:xfrm>
              <a:off x="3723882" y="1447430"/>
              <a:ext cx="923840" cy="928707"/>
            </a:xfrm>
            <a:custGeom>
              <a:avLst/>
              <a:gdLst/>
              <a:ahLst/>
              <a:cxnLst/>
              <a:rect l="0" t="0" r="0" b="0"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1">
              <a:extLst>
                <a:ext uri="{FF2B5EF4-FFF2-40B4-BE49-F238E27FC236}">
                  <a16:creationId xmlns:a16="http://schemas.microsoft.com/office/drawing/2014/main" id="{798D7976-02E2-0E8C-0186-92C200D69680}"/>
                </a:ext>
              </a:extLst>
            </p:cNvPr>
            <p:cNvSpPr/>
            <p:nvPr/>
          </p:nvSpPr>
          <p:spPr>
            <a:xfrm>
              <a:off x="3733322" y="1447430"/>
              <a:ext cx="923319" cy="922261"/>
            </a:xfrm>
            <a:custGeom>
              <a:avLst/>
              <a:gdLst/>
              <a:ahLst/>
              <a:cxnLst/>
              <a:rect l="0" t="0" r="0" b="0"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2">
              <a:extLst>
                <a:ext uri="{FF2B5EF4-FFF2-40B4-BE49-F238E27FC236}">
                  <a16:creationId xmlns:a16="http://schemas.microsoft.com/office/drawing/2014/main" id="{D32EEFAC-5418-A5C0-E33B-9E5266FA726E}"/>
                </a:ext>
              </a:extLst>
            </p:cNvPr>
            <p:cNvSpPr/>
            <p:nvPr/>
          </p:nvSpPr>
          <p:spPr>
            <a:xfrm>
              <a:off x="2128481" y="1429861"/>
              <a:ext cx="914400" cy="920717"/>
            </a:xfrm>
            <a:custGeom>
              <a:avLst/>
              <a:gdLst/>
              <a:ahLst/>
              <a:cxnLst/>
              <a:rect l="0" t="0" r="0" b="0"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3">
              <a:extLst>
                <a:ext uri="{FF2B5EF4-FFF2-40B4-BE49-F238E27FC236}">
                  <a16:creationId xmlns:a16="http://schemas.microsoft.com/office/drawing/2014/main" id="{BC99D3AB-195D-42DC-0B6F-6F514D7EE4D2}"/>
                </a:ext>
              </a:extLst>
            </p:cNvPr>
            <p:cNvSpPr/>
            <p:nvPr/>
          </p:nvSpPr>
          <p:spPr>
            <a:xfrm>
              <a:off x="212848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4">
              <a:extLst>
                <a:ext uri="{FF2B5EF4-FFF2-40B4-BE49-F238E27FC236}">
                  <a16:creationId xmlns:a16="http://schemas.microsoft.com/office/drawing/2014/main" id="{7EAA7FA0-3311-5D6E-41E3-ADA98DFCCFA1}"/>
                </a:ext>
              </a:extLst>
            </p:cNvPr>
            <p:cNvSpPr/>
            <p:nvPr/>
          </p:nvSpPr>
          <p:spPr>
            <a:xfrm>
              <a:off x="213792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5">
              <a:extLst>
                <a:ext uri="{FF2B5EF4-FFF2-40B4-BE49-F238E27FC236}">
                  <a16:creationId xmlns:a16="http://schemas.microsoft.com/office/drawing/2014/main" id="{94F345A4-63A5-AAEC-675F-85F30A51832A}"/>
                </a:ext>
              </a:extLst>
            </p:cNvPr>
            <p:cNvSpPr/>
            <p:nvPr/>
          </p:nvSpPr>
          <p:spPr>
            <a:xfrm>
              <a:off x="214736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6">
              <a:extLst>
                <a:ext uri="{FF2B5EF4-FFF2-40B4-BE49-F238E27FC236}">
                  <a16:creationId xmlns:a16="http://schemas.microsoft.com/office/drawing/2014/main" id="{381C0504-5A26-33CA-AFE3-528BBD3884A8}"/>
                </a:ext>
              </a:extLst>
            </p:cNvPr>
            <p:cNvSpPr/>
            <p:nvPr/>
          </p:nvSpPr>
          <p:spPr>
            <a:xfrm>
              <a:off x="215680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7">
              <a:extLst>
                <a:ext uri="{FF2B5EF4-FFF2-40B4-BE49-F238E27FC236}">
                  <a16:creationId xmlns:a16="http://schemas.microsoft.com/office/drawing/2014/main" id="{B42564F7-382F-8CBE-FFFF-ABC4C890F546}"/>
                </a:ext>
              </a:extLst>
            </p:cNvPr>
            <p:cNvSpPr/>
            <p:nvPr/>
          </p:nvSpPr>
          <p:spPr>
            <a:xfrm>
              <a:off x="216624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8">
              <a:extLst>
                <a:ext uri="{FF2B5EF4-FFF2-40B4-BE49-F238E27FC236}">
                  <a16:creationId xmlns:a16="http://schemas.microsoft.com/office/drawing/2014/main" id="{45F2958D-6163-582C-F387-92D3955BCB65}"/>
                </a:ext>
              </a:extLst>
            </p:cNvPr>
            <p:cNvSpPr/>
            <p:nvPr/>
          </p:nvSpPr>
          <p:spPr>
            <a:xfrm>
              <a:off x="217568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19">
              <a:extLst>
                <a:ext uri="{FF2B5EF4-FFF2-40B4-BE49-F238E27FC236}">
                  <a16:creationId xmlns:a16="http://schemas.microsoft.com/office/drawing/2014/main" id="{4735998B-495B-6B03-C82D-16DFB109D1FE}"/>
                </a:ext>
              </a:extLst>
            </p:cNvPr>
            <p:cNvSpPr/>
            <p:nvPr/>
          </p:nvSpPr>
          <p:spPr>
            <a:xfrm>
              <a:off x="218512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0">
              <a:extLst>
                <a:ext uri="{FF2B5EF4-FFF2-40B4-BE49-F238E27FC236}">
                  <a16:creationId xmlns:a16="http://schemas.microsoft.com/office/drawing/2014/main" id="{E5845ACF-4AA0-B7D5-311F-DC05689CB471}"/>
                </a:ext>
              </a:extLst>
            </p:cNvPr>
            <p:cNvSpPr/>
            <p:nvPr/>
          </p:nvSpPr>
          <p:spPr>
            <a:xfrm>
              <a:off x="219456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1">
              <a:extLst>
                <a:ext uri="{FF2B5EF4-FFF2-40B4-BE49-F238E27FC236}">
                  <a16:creationId xmlns:a16="http://schemas.microsoft.com/office/drawing/2014/main" id="{1ABA560F-032B-59CA-41FB-1C39934CED64}"/>
                </a:ext>
              </a:extLst>
            </p:cNvPr>
            <p:cNvSpPr/>
            <p:nvPr/>
          </p:nvSpPr>
          <p:spPr>
            <a:xfrm>
              <a:off x="220400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2">
              <a:extLst>
                <a:ext uri="{FF2B5EF4-FFF2-40B4-BE49-F238E27FC236}">
                  <a16:creationId xmlns:a16="http://schemas.microsoft.com/office/drawing/2014/main" id="{507EC3F6-AA78-D4E3-CF32-29B473934235}"/>
                </a:ext>
              </a:extLst>
            </p:cNvPr>
            <p:cNvSpPr/>
            <p:nvPr/>
          </p:nvSpPr>
          <p:spPr>
            <a:xfrm>
              <a:off x="221344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3">
              <a:extLst>
                <a:ext uri="{FF2B5EF4-FFF2-40B4-BE49-F238E27FC236}">
                  <a16:creationId xmlns:a16="http://schemas.microsoft.com/office/drawing/2014/main" id="{4D3AEC6F-2943-6166-7A4C-9403A33F454D}"/>
                </a:ext>
              </a:extLst>
            </p:cNvPr>
            <p:cNvSpPr/>
            <p:nvPr/>
          </p:nvSpPr>
          <p:spPr>
            <a:xfrm>
              <a:off x="222288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4">
              <a:extLst>
                <a:ext uri="{FF2B5EF4-FFF2-40B4-BE49-F238E27FC236}">
                  <a16:creationId xmlns:a16="http://schemas.microsoft.com/office/drawing/2014/main" id="{30BE66BE-8F7A-5551-425E-95AB42924A6E}"/>
                </a:ext>
              </a:extLst>
            </p:cNvPr>
            <p:cNvSpPr/>
            <p:nvPr/>
          </p:nvSpPr>
          <p:spPr>
            <a:xfrm>
              <a:off x="223232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5">
              <a:extLst>
                <a:ext uri="{FF2B5EF4-FFF2-40B4-BE49-F238E27FC236}">
                  <a16:creationId xmlns:a16="http://schemas.microsoft.com/office/drawing/2014/main" id="{9E7FD74A-3E35-F3D7-65EB-BE73C06E28CA}"/>
                </a:ext>
              </a:extLst>
            </p:cNvPr>
            <p:cNvSpPr/>
            <p:nvPr/>
          </p:nvSpPr>
          <p:spPr>
            <a:xfrm>
              <a:off x="224176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6">
              <a:extLst>
                <a:ext uri="{FF2B5EF4-FFF2-40B4-BE49-F238E27FC236}">
                  <a16:creationId xmlns:a16="http://schemas.microsoft.com/office/drawing/2014/main" id="{CF733678-8E8B-ABF9-BC77-2279338A74DB}"/>
                </a:ext>
              </a:extLst>
            </p:cNvPr>
            <p:cNvSpPr/>
            <p:nvPr/>
          </p:nvSpPr>
          <p:spPr>
            <a:xfrm>
              <a:off x="225120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7">
              <a:extLst>
                <a:ext uri="{FF2B5EF4-FFF2-40B4-BE49-F238E27FC236}">
                  <a16:creationId xmlns:a16="http://schemas.microsoft.com/office/drawing/2014/main" id="{F7BAE7B6-1E1F-BB74-96A0-C69C5914BD28}"/>
                </a:ext>
              </a:extLst>
            </p:cNvPr>
            <p:cNvSpPr/>
            <p:nvPr/>
          </p:nvSpPr>
          <p:spPr>
            <a:xfrm>
              <a:off x="226064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8">
              <a:extLst>
                <a:ext uri="{FF2B5EF4-FFF2-40B4-BE49-F238E27FC236}">
                  <a16:creationId xmlns:a16="http://schemas.microsoft.com/office/drawing/2014/main" id="{BDE4EAD1-3421-2349-52FA-0CB6E3CD40EE}"/>
                </a:ext>
              </a:extLst>
            </p:cNvPr>
            <p:cNvSpPr/>
            <p:nvPr/>
          </p:nvSpPr>
          <p:spPr>
            <a:xfrm>
              <a:off x="227008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29">
              <a:extLst>
                <a:ext uri="{FF2B5EF4-FFF2-40B4-BE49-F238E27FC236}">
                  <a16:creationId xmlns:a16="http://schemas.microsoft.com/office/drawing/2014/main" id="{BE454C6F-2DE9-F70A-31A7-C7E33C5C9BDE}"/>
                </a:ext>
              </a:extLst>
            </p:cNvPr>
            <p:cNvSpPr/>
            <p:nvPr/>
          </p:nvSpPr>
          <p:spPr>
            <a:xfrm>
              <a:off x="227952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0">
              <a:extLst>
                <a:ext uri="{FF2B5EF4-FFF2-40B4-BE49-F238E27FC236}">
                  <a16:creationId xmlns:a16="http://schemas.microsoft.com/office/drawing/2014/main" id="{6785CCD8-2A65-223B-2D50-060EF7180636}"/>
                </a:ext>
              </a:extLst>
            </p:cNvPr>
            <p:cNvSpPr/>
            <p:nvPr/>
          </p:nvSpPr>
          <p:spPr>
            <a:xfrm>
              <a:off x="228896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1">
              <a:extLst>
                <a:ext uri="{FF2B5EF4-FFF2-40B4-BE49-F238E27FC236}">
                  <a16:creationId xmlns:a16="http://schemas.microsoft.com/office/drawing/2014/main" id="{06EC234C-2569-533A-CF05-5707DBB56983}"/>
                </a:ext>
              </a:extLst>
            </p:cNvPr>
            <p:cNvSpPr/>
            <p:nvPr/>
          </p:nvSpPr>
          <p:spPr>
            <a:xfrm>
              <a:off x="229840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2">
              <a:extLst>
                <a:ext uri="{FF2B5EF4-FFF2-40B4-BE49-F238E27FC236}">
                  <a16:creationId xmlns:a16="http://schemas.microsoft.com/office/drawing/2014/main" id="{E33A048F-8E34-4F37-A216-8A24E59D75FF}"/>
                </a:ext>
              </a:extLst>
            </p:cNvPr>
            <p:cNvSpPr/>
            <p:nvPr/>
          </p:nvSpPr>
          <p:spPr>
            <a:xfrm>
              <a:off x="230784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3">
              <a:extLst>
                <a:ext uri="{FF2B5EF4-FFF2-40B4-BE49-F238E27FC236}">
                  <a16:creationId xmlns:a16="http://schemas.microsoft.com/office/drawing/2014/main" id="{B493E2E4-C11A-BA3F-7501-199BCEFA249D}"/>
                </a:ext>
              </a:extLst>
            </p:cNvPr>
            <p:cNvSpPr/>
            <p:nvPr/>
          </p:nvSpPr>
          <p:spPr>
            <a:xfrm>
              <a:off x="231728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4">
              <a:extLst>
                <a:ext uri="{FF2B5EF4-FFF2-40B4-BE49-F238E27FC236}">
                  <a16:creationId xmlns:a16="http://schemas.microsoft.com/office/drawing/2014/main" id="{0544DDBA-C206-498F-2C9D-1B9944D3C39A}"/>
                </a:ext>
              </a:extLst>
            </p:cNvPr>
            <p:cNvSpPr/>
            <p:nvPr/>
          </p:nvSpPr>
          <p:spPr>
            <a:xfrm>
              <a:off x="232672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5">
              <a:extLst>
                <a:ext uri="{FF2B5EF4-FFF2-40B4-BE49-F238E27FC236}">
                  <a16:creationId xmlns:a16="http://schemas.microsoft.com/office/drawing/2014/main" id="{E28DA044-90A6-A887-8ABF-1F2C37FC66AB}"/>
                </a:ext>
              </a:extLst>
            </p:cNvPr>
            <p:cNvSpPr/>
            <p:nvPr/>
          </p:nvSpPr>
          <p:spPr>
            <a:xfrm>
              <a:off x="233616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6">
              <a:extLst>
                <a:ext uri="{FF2B5EF4-FFF2-40B4-BE49-F238E27FC236}">
                  <a16:creationId xmlns:a16="http://schemas.microsoft.com/office/drawing/2014/main" id="{90C8B19D-4B02-B1E6-E316-AEBF1946C2DF}"/>
                </a:ext>
              </a:extLst>
            </p:cNvPr>
            <p:cNvSpPr/>
            <p:nvPr/>
          </p:nvSpPr>
          <p:spPr>
            <a:xfrm>
              <a:off x="234560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7">
              <a:extLst>
                <a:ext uri="{FF2B5EF4-FFF2-40B4-BE49-F238E27FC236}">
                  <a16:creationId xmlns:a16="http://schemas.microsoft.com/office/drawing/2014/main" id="{9457A33D-A5FE-E01A-1823-9BCB1F2CD252}"/>
                </a:ext>
              </a:extLst>
            </p:cNvPr>
            <p:cNvSpPr/>
            <p:nvPr/>
          </p:nvSpPr>
          <p:spPr>
            <a:xfrm>
              <a:off x="235504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8">
              <a:extLst>
                <a:ext uri="{FF2B5EF4-FFF2-40B4-BE49-F238E27FC236}">
                  <a16:creationId xmlns:a16="http://schemas.microsoft.com/office/drawing/2014/main" id="{537ACA13-8661-201E-FC9B-B6EA28E46B0A}"/>
                </a:ext>
              </a:extLst>
            </p:cNvPr>
            <p:cNvSpPr/>
            <p:nvPr/>
          </p:nvSpPr>
          <p:spPr>
            <a:xfrm>
              <a:off x="236448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39">
              <a:extLst>
                <a:ext uri="{FF2B5EF4-FFF2-40B4-BE49-F238E27FC236}">
                  <a16:creationId xmlns:a16="http://schemas.microsoft.com/office/drawing/2014/main" id="{C7E8287E-915F-40BE-E059-55C84C187A36}"/>
                </a:ext>
              </a:extLst>
            </p:cNvPr>
            <p:cNvSpPr/>
            <p:nvPr/>
          </p:nvSpPr>
          <p:spPr>
            <a:xfrm>
              <a:off x="237392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0">
              <a:extLst>
                <a:ext uri="{FF2B5EF4-FFF2-40B4-BE49-F238E27FC236}">
                  <a16:creationId xmlns:a16="http://schemas.microsoft.com/office/drawing/2014/main" id="{5BA3810F-593C-B3ED-162F-F1EECCAFFC37}"/>
                </a:ext>
              </a:extLst>
            </p:cNvPr>
            <p:cNvSpPr/>
            <p:nvPr/>
          </p:nvSpPr>
          <p:spPr>
            <a:xfrm>
              <a:off x="238336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1">
              <a:extLst>
                <a:ext uri="{FF2B5EF4-FFF2-40B4-BE49-F238E27FC236}">
                  <a16:creationId xmlns:a16="http://schemas.microsoft.com/office/drawing/2014/main" id="{9BE674DA-4D21-23D3-B8EF-EC3961323C02}"/>
                </a:ext>
              </a:extLst>
            </p:cNvPr>
            <p:cNvSpPr/>
            <p:nvPr/>
          </p:nvSpPr>
          <p:spPr>
            <a:xfrm>
              <a:off x="239280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2">
              <a:extLst>
                <a:ext uri="{FF2B5EF4-FFF2-40B4-BE49-F238E27FC236}">
                  <a16:creationId xmlns:a16="http://schemas.microsoft.com/office/drawing/2014/main" id="{E559854F-0516-F488-90F4-A1DBE85737F7}"/>
                </a:ext>
              </a:extLst>
            </p:cNvPr>
            <p:cNvSpPr/>
            <p:nvPr/>
          </p:nvSpPr>
          <p:spPr>
            <a:xfrm>
              <a:off x="240224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3">
              <a:extLst>
                <a:ext uri="{FF2B5EF4-FFF2-40B4-BE49-F238E27FC236}">
                  <a16:creationId xmlns:a16="http://schemas.microsoft.com/office/drawing/2014/main" id="{0442B44D-0813-2C51-4AB8-E112F23790C3}"/>
                </a:ext>
              </a:extLst>
            </p:cNvPr>
            <p:cNvSpPr/>
            <p:nvPr/>
          </p:nvSpPr>
          <p:spPr>
            <a:xfrm>
              <a:off x="241168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4">
              <a:extLst>
                <a:ext uri="{FF2B5EF4-FFF2-40B4-BE49-F238E27FC236}">
                  <a16:creationId xmlns:a16="http://schemas.microsoft.com/office/drawing/2014/main" id="{C66272AD-4692-C8D9-33A9-2CB6BF473FDA}"/>
                </a:ext>
              </a:extLst>
            </p:cNvPr>
            <p:cNvSpPr/>
            <p:nvPr/>
          </p:nvSpPr>
          <p:spPr>
            <a:xfrm>
              <a:off x="2421129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5">
              <a:extLst>
                <a:ext uri="{FF2B5EF4-FFF2-40B4-BE49-F238E27FC236}">
                  <a16:creationId xmlns:a16="http://schemas.microsoft.com/office/drawing/2014/main" id="{E93F7583-014E-1978-CE93-BB53E54F26AC}"/>
                </a:ext>
              </a:extLst>
            </p:cNvPr>
            <p:cNvSpPr/>
            <p:nvPr/>
          </p:nvSpPr>
          <p:spPr>
            <a:xfrm>
              <a:off x="2430569" y="1429861"/>
              <a:ext cx="915731" cy="921520"/>
            </a:xfrm>
            <a:custGeom>
              <a:avLst/>
              <a:gdLst/>
              <a:ahLst/>
              <a:cxnLst/>
              <a:rect l="0" t="0" r="0" b="0"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6">
              <a:extLst>
                <a:ext uri="{FF2B5EF4-FFF2-40B4-BE49-F238E27FC236}">
                  <a16:creationId xmlns:a16="http://schemas.microsoft.com/office/drawing/2014/main" id="{9C924570-55B2-7E5B-7013-AAE5AB0123D8}"/>
                </a:ext>
              </a:extLst>
            </p:cNvPr>
            <p:cNvSpPr/>
            <p:nvPr/>
          </p:nvSpPr>
          <p:spPr>
            <a:xfrm>
              <a:off x="3129147" y="14474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7">
              <a:extLst>
                <a:ext uri="{FF2B5EF4-FFF2-40B4-BE49-F238E27FC236}">
                  <a16:creationId xmlns:a16="http://schemas.microsoft.com/office/drawing/2014/main" id="{A5B9ED4A-2FD2-9D2A-CCA5-820037A98F5E}"/>
                </a:ext>
              </a:extLst>
            </p:cNvPr>
            <p:cNvSpPr/>
            <p:nvPr/>
          </p:nvSpPr>
          <p:spPr>
            <a:xfrm>
              <a:off x="3138587" y="142986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8">
              <a:extLst>
                <a:ext uri="{FF2B5EF4-FFF2-40B4-BE49-F238E27FC236}">
                  <a16:creationId xmlns:a16="http://schemas.microsoft.com/office/drawing/2014/main" id="{7DD7D7AB-78E1-50D8-79AC-53557420D00F}"/>
                </a:ext>
              </a:extLst>
            </p:cNvPr>
            <p:cNvSpPr/>
            <p:nvPr/>
          </p:nvSpPr>
          <p:spPr>
            <a:xfrm>
              <a:off x="313858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49">
              <a:extLst>
                <a:ext uri="{FF2B5EF4-FFF2-40B4-BE49-F238E27FC236}">
                  <a16:creationId xmlns:a16="http://schemas.microsoft.com/office/drawing/2014/main" id="{29CFBE26-B7F2-E2EA-81AB-E6A9A00133AC}"/>
                </a:ext>
              </a:extLst>
            </p:cNvPr>
            <p:cNvSpPr/>
            <p:nvPr/>
          </p:nvSpPr>
          <p:spPr>
            <a:xfrm>
              <a:off x="314802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0">
              <a:extLst>
                <a:ext uri="{FF2B5EF4-FFF2-40B4-BE49-F238E27FC236}">
                  <a16:creationId xmlns:a16="http://schemas.microsoft.com/office/drawing/2014/main" id="{A0D03BF2-9A27-71DF-6509-354DA6809060}"/>
                </a:ext>
              </a:extLst>
            </p:cNvPr>
            <p:cNvSpPr/>
            <p:nvPr/>
          </p:nvSpPr>
          <p:spPr>
            <a:xfrm>
              <a:off x="315746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1">
              <a:extLst>
                <a:ext uri="{FF2B5EF4-FFF2-40B4-BE49-F238E27FC236}">
                  <a16:creationId xmlns:a16="http://schemas.microsoft.com/office/drawing/2014/main" id="{7B29DA30-6330-99F6-ACC4-95F242F1CCF2}"/>
                </a:ext>
              </a:extLst>
            </p:cNvPr>
            <p:cNvSpPr/>
            <p:nvPr/>
          </p:nvSpPr>
          <p:spPr>
            <a:xfrm>
              <a:off x="316690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2">
              <a:extLst>
                <a:ext uri="{FF2B5EF4-FFF2-40B4-BE49-F238E27FC236}">
                  <a16:creationId xmlns:a16="http://schemas.microsoft.com/office/drawing/2014/main" id="{E5DED46D-D27C-3B84-2503-4C88EE9E4215}"/>
                </a:ext>
              </a:extLst>
            </p:cNvPr>
            <p:cNvSpPr/>
            <p:nvPr/>
          </p:nvSpPr>
          <p:spPr>
            <a:xfrm>
              <a:off x="317634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3">
              <a:extLst>
                <a:ext uri="{FF2B5EF4-FFF2-40B4-BE49-F238E27FC236}">
                  <a16:creationId xmlns:a16="http://schemas.microsoft.com/office/drawing/2014/main" id="{98BCD140-6E48-F728-4771-AEE6E7301B36}"/>
                </a:ext>
              </a:extLst>
            </p:cNvPr>
            <p:cNvSpPr/>
            <p:nvPr/>
          </p:nvSpPr>
          <p:spPr>
            <a:xfrm>
              <a:off x="318578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4">
              <a:extLst>
                <a:ext uri="{FF2B5EF4-FFF2-40B4-BE49-F238E27FC236}">
                  <a16:creationId xmlns:a16="http://schemas.microsoft.com/office/drawing/2014/main" id="{F8813AC5-5E7F-7F48-5165-D8E47C118BAB}"/>
                </a:ext>
              </a:extLst>
            </p:cNvPr>
            <p:cNvSpPr/>
            <p:nvPr/>
          </p:nvSpPr>
          <p:spPr>
            <a:xfrm>
              <a:off x="319522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5">
              <a:extLst>
                <a:ext uri="{FF2B5EF4-FFF2-40B4-BE49-F238E27FC236}">
                  <a16:creationId xmlns:a16="http://schemas.microsoft.com/office/drawing/2014/main" id="{621D69C7-EA1E-0462-8FD8-80861D4CCAA9}"/>
                </a:ext>
              </a:extLst>
            </p:cNvPr>
            <p:cNvSpPr/>
            <p:nvPr/>
          </p:nvSpPr>
          <p:spPr>
            <a:xfrm>
              <a:off x="320466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6">
              <a:extLst>
                <a:ext uri="{FF2B5EF4-FFF2-40B4-BE49-F238E27FC236}">
                  <a16:creationId xmlns:a16="http://schemas.microsoft.com/office/drawing/2014/main" id="{92191CE8-BAD7-CB3B-DE05-0B242D86C7D6}"/>
                </a:ext>
              </a:extLst>
            </p:cNvPr>
            <p:cNvSpPr/>
            <p:nvPr/>
          </p:nvSpPr>
          <p:spPr>
            <a:xfrm>
              <a:off x="321410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7">
              <a:extLst>
                <a:ext uri="{FF2B5EF4-FFF2-40B4-BE49-F238E27FC236}">
                  <a16:creationId xmlns:a16="http://schemas.microsoft.com/office/drawing/2014/main" id="{6F100016-5646-3849-397F-C727566269B2}"/>
                </a:ext>
              </a:extLst>
            </p:cNvPr>
            <p:cNvSpPr/>
            <p:nvPr/>
          </p:nvSpPr>
          <p:spPr>
            <a:xfrm>
              <a:off x="322354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8">
              <a:extLst>
                <a:ext uri="{FF2B5EF4-FFF2-40B4-BE49-F238E27FC236}">
                  <a16:creationId xmlns:a16="http://schemas.microsoft.com/office/drawing/2014/main" id="{8895788B-317D-658C-9C3F-2DC85FD09475}"/>
                </a:ext>
              </a:extLst>
            </p:cNvPr>
            <p:cNvSpPr/>
            <p:nvPr/>
          </p:nvSpPr>
          <p:spPr>
            <a:xfrm>
              <a:off x="323298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59">
              <a:extLst>
                <a:ext uri="{FF2B5EF4-FFF2-40B4-BE49-F238E27FC236}">
                  <a16:creationId xmlns:a16="http://schemas.microsoft.com/office/drawing/2014/main" id="{73FBE1E1-6697-6AF1-621D-1CE53E05EE58}"/>
                </a:ext>
              </a:extLst>
            </p:cNvPr>
            <p:cNvSpPr/>
            <p:nvPr/>
          </p:nvSpPr>
          <p:spPr>
            <a:xfrm>
              <a:off x="324242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0">
              <a:extLst>
                <a:ext uri="{FF2B5EF4-FFF2-40B4-BE49-F238E27FC236}">
                  <a16:creationId xmlns:a16="http://schemas.microsoft.com/office/drawing/2014/main" id="{52B8B82E-F6BC-7B01-A4BF-986A098073DA}"/>
                </a:ext>
              </a:extLst>
            </p:cNvPr>
            <p:cNvSpPr/>
            <p:nvPr/>
          </p:nvSpPr>
          <p:spPr>
            <a:xfrm>
              <a:off x="325187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1">
              <a:extLst>
                <a:ext uri="{FF2B5EF4-FFF2-40B4-BE49-F238E27FC236}">
                  <a16:creationId xmlns:a16="http://schemas.microsoft.com/office/drawing/2014/main" id="{E318DC0D-58E3-B778-27E4-7C52577C2CAC}"/>
                </a:ext>
              </a:extLst>
            </p:cNvPr>
            <p:cNvSpPr/>
            <p:nvPr/>
          </p:nvSpPr>
          <p:spPr>
            <a:xfrm>
              <a:off x="326131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2">
              <a:extLst>
                <a:ext uri="{FF2B5EF4-FFF2-40B4-BE49-F238E27FC236}">
                  <a16:creationId xmlns:a16="http://schemas.microsoft.com/office/drawing/2014/main" id="{8EB6B7CB-D064-4D73-41C8-23EBE7F451B7}"/>
                </a:ext>
              </a:extLst>
            </p:cNvPr>
            <p:cNvSpPr/>
            <p:nvPr/>
          </p:nvSpPr>
          <p:spPr>
            <a:xfrm>
              <a:off x="327075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3">
              <a:extLst>
                <a:ext uri="{FF2B5EF4-FFF2-40B4-BE49-F238E27FC236}">
                  <a16:creationId xmlns:a16="http://schemas.microsoft.com/office/drawing/2014/main" id="{21887AF8-25E6-27CA-C2F4-CE7C84F1C67C}"/>
                </a:ext>
              </a:extLst>
            </p:cNvPr>
            <p:cNvSpPr/>
            <p:nvPr/>
          </p:nvSpPr>
          <p:spPr>
            <a:xfrm>
              <a:off x="328019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4">
              <a:extLst>
                <a:ext uri="{FF2B5EF4-FFF2-40B4-BE49-F238E27FC236}">
                  <a16:creationId xmlns:a16="http://schemas.microsoft.com/office/drawing/2014/main" id="{53066D54-FF2A-51D0-F7FF-97F1CC023901}"/>
                </a:ext>
              </a:extLst>
            </p:cNvPr>
            <p:cNvSpPr/>
            <p:nvPr/>
          </p:nvSpPr>
          <p:spPr>
            <a:xfrm>
              <a:off x="328963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5">
              <a:extLst>
                <a:ext uri="{FF2B5EF4-FFF2-40B4-BE49-F238E27FC236}">
                  <a16:creationId xmlns:a16="http://schemas.microsoft.com/office/drawing/2014/main" id="{188C8D6D-13A0-543D-2F9F-CD32B413349D}"/>
                </a:ext>
              </a:extLst>
            </p:cNvPr>
            <p:cNvSpPr/>
            <p:nvPr/>
          </p:nvSpPr>
          <p:spPr>
            <a:xfrm>
              <a:off x="329907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6">
              <a:extLst>
                <a:ext uri="{FF2B5EF4-FFF2-40B4-BE49-F238E27FC236}">
                  <a16:creationId xmlns:a16="http://schemas.microsoft.com/office/drawing/2014/main" id="{279EC399-9F46-9451-1D12-B73D6F9E999E}"/>
                </a:ext>
              </a:extLst>
            </p:cNvPr>
            <p:cNvSpPr/>
            <p:nvPr/>
          </p:nvSpPr>
          <p:spPr>
            <a:xfrm>
              <a:off x="330851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7">
              <a:extLst>
                <a:ext uri="{FF2B5EF4-FFF2-40B4-BE49-F238E27FC236}">
                  <a16:creationId xmlns:a16="http://schemas.microsoft.com/office/drawing/2014/main" id="{A5E8B312-EACF-5E52-EA4F-FA9AB0259C85}"/>
                </a:ext>
              </a:extLst>
            </p:cNvPr>
            <p:cNvSpPr/>
            <p:nvPr/>
          </p:nvSpPr>
          <p:spPr>
            <a:xfrm>
              <a:off x="331795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8">
              <a:extLst>
                <a:ext uri="{FF2B5EF4-FFF2-40B4-BE49-F238E27FC236}">
                  <a16:creationId xmlns:a16="http://schemas.microsoft.com/office/drawing/2014/main" id="{A3C060DB-5632-2F16-D098-7E1306CAA0B6}"/>
                </a:ext>
              </a:extLst>
            </p:cNvPr>
            <p:cNvSpPr/>
            <p:nvPr/>
          </p:nvSpPr>
          <p:spPr>
            <a:xfrm>
              <a:off x="332739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69">
              <a:extLst>
                <a:ext uri="{FF2B5EF4-FFF2-40B4-BE49-F238E27FC236}">
                  <a16:creationId xmlns:a16="http://schemas.microsoft.com/office/drawing/2014/main" id="{AAEBA825-9345-3BD6-3C18-C06EE6E8B9DD}"/>
                </a:ext>
              </a:extLst>
            </p:cNvPr>
            <p:cNvSpPr/>
            <p:nvPr/>
          </p:nvSpPr>
          <p:spPr>
            <a:xfrm>
              <a:off x="333683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0">
              <a:extLst>
                <a:ext uri="{FF2B5EF4-FFF2-40B4-BE49-F238E27FC236}">
                  <a16:creationId xmlns:a16="http://schemas.microsoft.com/office/drawing/2014/main" id="{8232D9C9-EEA0-90E0-E990-C8EDB53862BC}"/>
                </a:ext>
              </a:extLst>
            </p:cNvPr>
            <p:cNvSpPr/>
            <p:nvPr/>
          </p:nvSpPr>
          <p:spPr>
            <a:xfrm>
              <a:off x="334627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1">
              <a:extLst>
                <a:ext uri="{FF2B5EF4-FFF2-40B4-BE49-F238E27FC236}">
                  <a16:creationId xmlns:a16="http://schemas.microsoft.com/office/drawing/2014/main" id="{9AAE1ED7-015E-3E65-9BDE-13A431AD3AA3}"/>
                </a:ext>
              </a:extLst>
            </p:cNvPr>
            <p:cNvSpPr/>
            <p:nvPr/>
          </p:nvSpPr>
          <p:spPr>
            <a:xfrm>
              <a:off x="335571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2">
              <a:extLst>
                <a:ext uri="{FF2B5EF4-FFF2-40B4-BE49-F238E27FC236}">
                  <a16:creationId xmlns:a16="http://schemas.microsoft.com/office/drawing/2014/main" id="{3447196F-B763-BA64-14A3-879EFDA6C068}"/>
                </a:ext>
              </a:extLst>
            </p:cNvPr>
            <p:cNvSpPr/>
            <p:nvPr/>
          </p:nvSpPr>
          <p:spPr>
            <a:xfrm>
              <a:off x="336515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3">
              <a:extLst>
                <a:ext uri="{FF2B5EF4-FFF2-40B4-BE49-F238E27FC236}">
                  <a16:creationId xmlns:a16="http://schemas.microsoft.com/office/drawing/2014/main" id="{A1A53373-8442-A427-D3AE-BD329B4B3F4D}"/>
                </a:ext>
              </a:extLst>
            </p:cNvPr>
            <p:cNvSpPr/>
            <p:nvPr/>
          </p:nvSpPr>
          <p:spPr>
            <a:xfrm>
              <a:off x="337459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4">
              <a:extLst>
                <a:ext uri="{FF2B5EF4-FFF2-40B4-BE49-F238E27FC236}">
                  <a16:creationId xmlns:a16="http://schemas.microsoft.com/office/drawing/2014/main" id="{AF27EEFD-2AFB-2562-BFD4-C9F2749C2797}"/>
                </a:ext>
              </a:extLst>
            </p:cNvPr>
            <p:cNvSpPr/>
            <p:nvPr/>
          </p:nvSpPr>
          <p:spPr>
            <a:xfrm>
              <a:off x="338403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5">
              <a:extLst>
                <a:ext uri="{FF2B5EF4-FFF2-40B4-BE49-F238E27FC236}">
                  <a16:creationId xmlns:a16="http://schemas.microsoft.com/office/drawing/2014/main" id="{9D714897-A566-7959-243D-9E71F1D93F2E}"/>
                </a:ext>
              </a:extLst>
            </p:cNvPr>
            <p:cNvSpPr/>
            <p:nvPr/>
          </p:nvSpPr>
          <p:spPr>
            <a:xfrm>
              <a:off x="339347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6">
              <a:extLst>
                <a:ext uri="{FF2B5EF4-FFF2-40B4-BE49-F238E27FC236}">
                  <a16:creationId xmlns:a16="http://schemas.microsoft.com/office/drawing/2014/main" id="{A5FE8077-DF86-39E2-0D46-E46BA93782F6}"/>
                </a:ext>
              </a:extLst>
            </p:cNvPr>
            <p:cNvSpPr/>
            <p:nvPr/>
          </p:nvSpPr>
          <p:spPr>
            <a:xfrm>
              <a:off x="340291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7">
              <a:extLst>
                <a:ext uri="{FF2B5EF4-FFF2-40B4-BE49-F238E27FC236}">
                  <a16:creationId xmlns:a16="http://schemas.microsoft.com/office/drawing/2014/main" id="{F6FD7DA9-CE60-596A-31F2-5229C9AAC06F}"/>
                </a:ext>
              </a:extLst>
            </p:cNvPr>
            <p:cNvSpPr/>
            <p:nvPr/>
          </p:nvSpPr>
          <p:spPr>
            <a:xfrm>
              <a:off x="341235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8">
              <a:extLst>
                <a:ext uri="{FF2B5EF4-FFF2-40B4-BE49-F238E27FC236}">
                  <a16:creationId xmlns:a16="http://schemas.microsoft.com/office/drawing/2014/main" id="{90C9470F-D92D-8330-1A00-D07D78B3470C}"/>
                </a:ext>
              </a:extLst>
            </p:cNvPr>
            <p:cNvSpPr/>
            <p:nvPr/>
          </p:nvSpPr>
          <p:spPr>
            <a:xfrm>
              <a:off x="342179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79">
              <a:extLst>
                <a:ext uri="{FF2B5EF4-FFF2-40B4-BE49-F238E27FC236}">
                  <a16:creationId xmlns:a16="http://schemas.microsoft.com/office/drawing/2014/main" id="{1BA31F40-CE25-6C4B-1F86-5E822867CBD2}"/>
                </a:ext>
              </a:extLst>
            </p:cNvPr>
            <p:cNvSpPr/>
            <p:nvPr/>
          </p:nvSpPr>
          <p:spPr>
            <a:xfrm>
              <a:off x="343123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0">
              <a:extLst>
                <a:ext uri="{FF2B5EF4-FFF2-40B4-BE49-F238E27FC236}">
                  <a16:creationId xmlns:a16="http://schemas.microsoft.com/office/drawing/2014/main" id="{C0E5F15B-C22E-4356-211C-F5AA76CFA159}"/>
                </a:ext>
              </a:extLst>
            </p:cNvPr>
            <p:cNvSpPr/>
            <p:nvPr/>
          </p:nvSpPr>
          <p:spPr>
            <a:xfrm>
              <a:off x="344067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1">
              <a:extLst>
                <a:ext uri="{FF2B5EF4-FFF2-40B4-BE49-F238E27FC236}">
                  <a16:creationId xmlns:a16="http://schemas.microsoft.com/office/drawing/2014/main" id="{6B2D0F35-1DEA-B445-EC91-D815F2E32081}"/>
                </a:ext>
              </a:extLst>
            </p:cNvPr>
            <p:cNvSpPr/>
            <p:nvPr/>
          </p:nvSpPr>
          <p:spPr>
            <a:xfrm>
              <a:off x="345011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2">
              <a:extLst>
                <a:ext uri="{FF2B5EF4-FFF2-40B4-BE49-F238E27FC236}">
                  <a16:creationId xmlns:a16="http://schemas.microsoft.com/office/drawing/2014/main" id="{DB07C7DA-C49C-5AAC-A94D-FC2B25DFA5A3}"/>
                </a:ext>
              </a:extLst>
            </p:cNvPr>
            <p:cNvSpPr/>
            <p:nvPr/>
          </p:nvSpPr>
          <p:spPr>
            <a:xfrm>
              <a:off x="345955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3">
              <a:extLst>
                <a:ext uri="{FF2B5EF4-FFF2-40B4-BE49-F238E27FC236}">
                  <a16:creationId xmlns:a16="http://schemas.microsoft.com/office/drawing/2014/main" id="{3FFFB6E5-0E43-FBCE-6845-506230E37924}"/>
                </a:ext>
              </a:extLst>
            </p:cNvPr>
            <p:cNvSpPr/>
            <p:nvPr/>
          </p:nvSpPr>
          <p:spPr>
            <a:xfrm>
              <a:off x="346899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4">
              <a:extLst>
                <a:ext uri="{FF2B5EF4-FFF2-40B4-BE49-F238E27FC236}">
                  <a16:creationId xmlns:a16="http://schemas.microsoft.com/office/drawing/2014/main" id="{79376376-25F2-8D84-9260-739F5BFDEAFF}"/>
                </a:ext>
              </a:extLst>
            </p:cNvPr>
            <p:cNvSpPr/>
            <p:nvPr/>
          </p:nvSpPr>
          <p:spPr>
            <a:xfrm>
              <a:off x="347843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5">
              <a:extLst>
                <a:ext uri="{FF2B5EF4-FFF2-40B4-BE49-F238E27FC236}">
                  <a16:creationId xmlns:a16="http://schemas.microsoft.com/office/drawing/2014/main" id="{0DE6025E-A3B2-A374-67E9-D240F9B6329E}"/>
                </a:ext>
              </a:extLst>
            </p:cNvPr>
            <p:cNvSpPr/>
            <p:nvPr/>
          </p:nvSpPr>
          <p:spPr>
            <a:xfrm>
              <a:off x="348787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6">
              <a:extLst>
                <a:ext uri="{FF2B5EF4-FFF2-40B4-BE49-F238E27FC236}">
                  <a16:creationId xmlns:a16="http://schemas.microsoft.com/office/drawing/2014/main" id="{19B76CCF-73E6-FD8C-6D2E-193B679D35EB}"/>
                </a:ext>
              </a:extLst>
            </p:cNvPr>
            <p:cNvSpPr/>
            <p:nvPr/>
          </p:nvSpPr>
          <p:spPr>
            <a:xfrm>
              <a:off x="349731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7">
              <a:extLst>
                <a:ext uri="{FF2B5EF4-FFF2-40B4-BE49-F238E27FC236}">
                  <a16:creationId xmlns:a16="http://schemas.microsoft.com/office/drawing/2014/main" id="{51167256-5FBE-C0BA-DD29-60D72A5C151F}"/>
                </a:ext>
              </a:extLst>
            </p:cNvPr>
            <p:cNvSpPr/>
            <p:nvPr/>
          </p:nvSpPr>
          <p:spPr>
            <a:xfrm>
              <a:off x="350675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8">
              <a:extLst>
                <a:ext uri="{FF2B5EF4-FFF2-40B4-BE49-F238E27FC236}">
                  <a16:creationId xmlns:a16="http://schemas.microsoft.com/office/drawing/2014/main" id="{BAA21B7F-9AEA-BFB0-C433-FE38BBE370EB}"/>
                </a:ext>
              </a:extLst>
            </p:cNvPr>
            <p:cNvSpPr/>
            <p:nvPr/>
          </p:nvSpPr>
          <p:spPr>
            <a:xfrm>
              <a:off x="351619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89">
              <a:extLst>
                <a:ext uri="{FF2B5EF4-FFF2-40B4-BE49-F238E27FC236}">
                  <a16:creationId xmlns:a16="http://schemas.microsoft.com/office/drawing/2014/main" id="{5C5B81BB-B73F-97CF-1433-1C3828D0AD55}"/>
                </a:ext>
              </a:extLst>
            </p:cNvPr>
            <p:cNvSpPr/>
            <p:nvPr/>
          </p:nvSpPr>
          <p:spPr>
            <a:xfrm>
              <a:off x="352563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0">
              <a:extLst>
                <a:ext uri="{FF2B5EF4-FFF2-40B4-BE49-F238E27FC236}">
                  <a16:creationId xmlns:a16="http://schemas.microsoft.com/office/drawing/2014/main" id="{47605A95-E5AD-026C-1982-F633C6A2F75D}"/>
                </a:ext>
              </a:extLst>
            </p:cNvPr>
            <p:cNvSpPr/>
            <p:nvPr/>
          </p:nvSpPr>
          <p:spPr>
            <a:xfrm>
              <a:off x="353507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1">
              <a:extLst>
                <a:ext uri="{FF2B5EF4-FFF2-40B4-BE49-F238E27FC236}">
                  <a16:creationId xmlns:a16="http://schemas.microsoft.com/office/drawing/2014/main" id="{C3F6FBB5-75F1-264E-AAB3-F78807A9592A}"/>
                </a:ext>
              </a:extLst>
            </p:cNvPr>
            <p:cNvSpPr/>
            <p:nvPr/>
          </p:nvSpPr>
          <p:spPr>
            <a:xfrm>
              <a:off x="354451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2">
              <a:extLst>
                <a:ext uri="{FF2B5EF4-FFF2-40B4-BE49-F238E27FC236}">
                  <a16:creationId xmlns:a16="http://schemas.microsoft.com/office/drawing/2014/main" id="{7C40831B-9031-0E1F-D94E-F62F9447F84C}"/>
                </a:ext>
              </a:extLst>
            </p:cNvPr>
            <p:cNvSpPr/>
            <p:nvPr/>
          </p:nvSpPr>
          <p:spPr>
            <a:xfrm>
              <a:off x="355395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3">
              <a:extLst>
                <a:ext uri="{FF2B5EF4-FFF2-40B4-BE49-F238E27FC236}">
                  <a16:creationId xmlns:a16="http://schemas.microsoft.com/office/drawing/2014/main" id="{357D950E-9566-AE94-918A-9B10DFAC90E9}"/>
                </a:ext>
              </a:extLst>
            </p:cNvPr>
            <p:cNvSpPr/>
            <p:nvPr/>
          </p:nvSpPr>
          <p:spPr>
            <a:xfrm>
              <a:off x="356339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4">
              <a:extLst>
                <a:ext uri="{FF2B5EF4-FFF2-40B4-BE49-F238E27FC236}">
                  <a16:creationId xmlns:a16="http://schemas.microsoft.com/office/drawing/2014/main" id="{150CBC15-9686-13EC-A965-59BC6A6439A2}"/>
                </a:ext>
              </a:extLst>
            </p:cNvPr>
            <p:cNvSpPr/>
            <p:nvPr/>
          </p:nvSpPr>
          <p:spPr>
            <a:xfrm>
              <a:off x="357283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5">
              <a:extLst>
                <a:ext uri="{FF2B5EF4-FFF2-40B4-BE49-F238E27FC236}">
                  <a16:creationId xmlns:a16="http://schemas.microsoft.com/office/drawing/2014/main" id="{3F94CE06-8AFB-5692-D7A1-9AE59D37007A}"/>
                </a:ext>
              </a:extLst>
            </p:cNvPr>
            <p:cNvSpPr/>
            <p:nvPr/>
          </p:nvSpPr>
          <p:spPr>
            <a:xfrm>
              <a:off x="358227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6">
              <a:extLst>
                <a:ext uri="{FF2B5EF4-FFF2-40B4-BE49-F238E27FC236}">
                  <a16:creationId xmlns:a16="http://schemas.microsoft.com/office/drawing/2014/main" id="{C36BFE39-1CA2-2A71-51ED-F78A849E13FB}"/>
                </a:ext>
              </a:extLst>
            </p:cNvPr>
            <p:cNvSpPr/>
            <p:nvPr/>
          </p:nvSpPr>
          <p:spPr>
            <a:xfrm>
              <a:off x="359171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7">
              <a:extLst>
                <a:ext uri="{FF2B5EF4-FFF2-40B4-BE49-F238E27FC236}">
                  <a16:creationId xmlns:a16="http://schemas.microsoft.com/office/drawing/2014/main" id="{41C42BE6-D3E0-4872-CB95-50676CD4A346}"/>
                </a:ext>
              </a:extLst>
            </p:cNvPr>
            <p:cNvSpPr/>
            <p:nvPr/>
          </p:nvSpPr>
          <p:spPr>
            <a:xfrm>
              <a:off x="360115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8">
              <a:extLst>
                <a:ext uri="{FF2B5EF4-FFF2-40B4-BE49-F238E27FC236}">
                  <a16:creationId xmlns:a16="http://schemas.microsoft.com/office/drawing/2014/main" id="{7A8A7933-4EB2-D1A7-B3BA-273487CB0CA2}"/>
                </a:ext>
              </a:extLst>
            </p:cNvPr>
            <p:cNvSpPr/>
            <p:nvPr/>
          </p:nvSpPr>
          <p:spPr>
            <a:xfrm>
              <a:off x="361059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899">
              <a:extLst>
                <a:ext uri="{FF2B5EF4-FFF2-40B4-BE49-F238E27FC236}">
                  <a16:creationId xmlns:a16="http://schemas.microsoft.com/office/drawing/2014/main" id="{92396C63-A902-4340-1772-996B39EA621B}"/>
                </a:ext>
              </a:extLst>
            </p:cNvPr>
            <p:cNvSpPr/>
            <p:nvPr/>
          </p:nvSpPr>
          <p:spPr>
            <a:xfrm>
              <a:off x="362003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0">
              <a:extLst>
                <a:ext uri="{FF2B5EF4-FFF2-40B4-BE49-F238E27FC236}">
                  <a16:creationId xmlns:a16="http://schemas.microsoft.com/office/drawing/2014/main" id="{1E394CC5-516F-8AE9-B5A1-1C0C46F14565}"/>
                </a:ext>
              </a:extLst>
            </p:cNvPr>
            <p:cNvSpPr/>
            <p:nvPr/>
          </p:nvSpPr>
          <p:spPr>
            <a:xfrm>
              <a:off x="362947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1">
              <a:extLst>
                <a:ext uri="{FF2B5EF4-FFF2-40B4-BE49-F238E27FC236}">
                  <a16:creationId xmlns:a16="http://schemas.microsoft.com/office/drawing/2014/main" id="{F4C2E7CC-1039-0F1D-F0C2-78B7C632377D}"/>
                </a:ext>
              </a:extLst>
            </p:cNvPr>
            <p:cNvSpPr/>
            <p:nvPr/>
          </p:nvSpPr>
          <p:spPr>
            <a:xfrm>
              <a:off x="363891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2">
              <a:extLst>
                <a:ext uri="{FF2B5EF4-FFF2-40B4-BE49-F238E27FC236}">
                  <a16:creationId xmlns:a16="http://schemas.microsoft.com/office/drawing/2014/main" id="{609EE4D5-2EF6-F2BD-8C27-96127BF1557D}"/>
                </a:ext>
              </a:extLst>
            </p:cNvPr>
            <p:cNvSpPr/>
            <p:nvPr/>
          </p:nvSpPr>
          <p:spPr>
            <a:xfrm>
              <a:off x="364836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3">
              <a:extLst>
                <a:ext uri="{FF2B5EF4-FFF2-40B4-BE49-F238E27FC236}">
                  <a16:creationId xmlns:a16="http://schemas.microsoft.com/office/drawing/2014/main" id="{B7810FF8-B2D9-FDC7-AFD1-0B85962DEF04}"/>
                </a:ext>
              </a:extLst>
            </p:cNvPr>
            <p:cNvSpPr/>
            <p:nvPr/>
          </p:nvSpPr>
          <p:spPr>
            <a:xfrm>
              <a:off x="365780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4">
              <a:extLst>
                <a:ext uri="{FF2B5EF4-FFF2-40B4-BE49-F238E27FC236}">
                  <a16:creationId xmlns:a16="http://schemas.microsoft.com/office/drawing/2014/main" id="{0AB74C48-6FB0-9B0D-6E9A-733ED4F0D17F}"/>
                </a:ext>
              </a:extLst>
            </p:cNvPr>
            <p:cNvSpPr/>
            <p:nvPr/>
          </p:nvSpPr>
          <p:spPr>
            <a:xfrm>
              <a:off x="366724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5">
              <a:extLst>
                <a:ext uri="{FF2B5EF4-FFF2-40B4-BE49-F238E27FC236}">
                  <a16:creationId xmlns:a16="http://schemas.microsoft.com/office/drawing/2014/main" id="{C82909D1-4ACF-28EF-3482-43796DDAD079}"/>
                </a:ext>
              </a:extLst>
            </p:cNvPr>
            <p:cNvSpPr/>
            <p:nvPr/>
          </p:nvSpPr>
          <p:spPr>
            <a:xfrm>
              <a:off x="367668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6">
              <a:extLst>
                <a:ext uri="{FF2B5EF4-FFF2-40B4-BE49-F238E27FC236}">
                  <a16:creationId xmlns:a16="http://schemas.microsoft.com/office/drawing/2014/main" id="{DB79EA41-59E1-6259-5AC8-2C1E044C74BD}"/>
                </a:ext>
              </a:extLst>
            </p:cNvPr>
            <p:cNvSpPr/>
            <p:nvPr/>
          </p:nvSpPr>
          <p:spPr>
            <a:xfrm>
              <a:off x="368612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7">
              <a:extLst>
                <a:ext uri="{FF2B5EF4-FFF2-40B4-BE49-F238E27FC236}">
                  <a16:creationId xmlns:a16="http://schemas.microsoft.com/office/drawing/2014/main" id="{A9D00113-F519-7BF8-34C5-D3FD4E6D3EF8}"/>
                </a:ext>
              </a:extLst>
            </p:cNvPr>
            <p:cNvSpPr/>
            <p:nvPr/>
          </p:nvSpPr>
          <p:spPr>
            <a:xfrm>
              <a:off x="369556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8">
              <a:extLst>
                <a:ext uri="{FF2B5EF4-FFF2-40B4-BE49-F238E27FC236}">
                  <a16:creationId xmlns:a16="http://schemas.microsoft.com/office/drawing/2014/main" id="{4EF9345A-30D9-0BC5-CB0D-B989C9378C2B}"/>
                </a:ext>
              </a:extLst>
            </p:cNvPr>
            <p:cNvSpPr/>
            <p:nvPr/>
          </p:nvSpPr>
          <p:spPr>
            <a:xfrm>
              <a:off x="370500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09">
              <a:extLst>
                <a:ext uri="{FF2B5EF4-FFF2-40B4-BE49-F238E27FC236}">
                  <a16:creationId xmlns:a16="http://schemas.microsoft.com/office/drawing/2014/main" id="{9533A477-CE01-1CDA-F1B9-2A865563D5C1}"/>
                </a:ext>
              </a:extLst>
            </p:cNvPr>
            <p:cNvSpPr/>
            <p:nvPr/>
          </p:nvSpPr>
          <p:spPr>
            <a:xfrm>
              <a:off x="371444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0">
              <a:extLst>
                <a:ext uri="{FF2B5EF4-FFF2-40B4-BE49-F238E27FC236}">
                  <a16:creationId xmlns:a16="http://schemas.microsoft.com/office/drawing/2014/main" id="{5BDFB668-5C8F-DC9E-BD65-633D294A8B19}"/>
                </a:ext>
              </a:extLst>
            </p:cNvPr>
            <p:cNvSpPr/>
            <p:nvPr/>
          </p:nvSpPr>
          <p:spPr>
            <a:xfrm>
              <a:off x="372388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1">
              <a:extLst>
                <a:ext uri="{FF2B5EF4-FFF2-40B4-BE49-F238E27FC236}">
                  <a16:creationId xmlns:a16="http://schemas.microsoft.com/office/drawing/2014/main" id="{B521F757-A4CA-95B8-5C95-D30F0892B423}"/>
                </a:ext>
              </a:extLst>
            </p:cNvPr>
            <p:cNvSpPr/>
            <p:nvPr/>
          </p:nvSpPr>
          <p:spPr>
            <a:xfrm>
              <a:off x="3733322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2">
              <a:extLst>
                <a:ext uri="{FF2B5EF4-FFF2-40B4-BE49-F238E27FC236}">
                  <a16:creationId xmlns:a16="http://schemas.microsoft.com/office/drawing/2014/main" id="{08FBF30C-83A7-DE73-DE08-406C03F0B134}"/>
                </a:ext>
              </a:extLst>
            </p:cNvPr>
            <p:cNvSpPr/>
            <p:nvPr/>
          </p:nvSpPr>
          <p:spPr>
            <a:xfrm>
              <a:off x="3742762" y="1429861"/>
              <a:ext cx="923840" cy="931477"/>
            </a:xfrm>
            <a:custGeom>
              <a:avLst/>
              <a:gdLst/>
              <a:ahLst/>
              <a:cxnLst/>
              <a:rect l="0" t="0" r="0" b="0"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3">
              <a:extLst>
                <a:ext uri="{FF2B5EF4-FFF2-40B4-BE49-F238E27FC236}">
                  <a16:creationId xmlns:a16="http://schemas.microsoft.com/office/drawing/2014/main" id="{8CEFB719-4432-18DD-CC48-F7AEE9E239A5}"/>
                </a:ext>
              </a:extLst>
            </p:cNvPr>
            <p:cNvSpPr/>
            <p:nvPr/>
          </p:nvSpPr>
          <p:spPr>
            <a:xfrm>
              <a:off x="3752202" y="1429861"/>
              <a:ext cx="919383" cy="920939"/>
            </a:xfrm>
            <a:custGeom>
              <a:avLst/>
              <a:gdLst/>
              <a:ahLst/>
              <a:cxnLst/>
              <a:rect l="0" t="0" r="0" b="0"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4">
              <a:extLst>
                <a:ext uri="{FF2B5EF4-FFF2-40B4-BE49-F238E27FC236}">
                  <a16:creationId xmlns:a16="http://schemas.microsoft.com/office/drawing/2014/main" id="{EBD8C506-02C0-703B-7B57-8D0B721EE1CF}"/>
                </a:ext>
              </a:extLst>
            </p:cNvPr>
            <p:cNvSpPr/>
            <p:nvPr/>
          </p:nvSpPr>
          <p:spPr>
            <a:xfrm>
              <a:off x="2119041" y="1412291"/>
              <a:ext cx="914400" cy="917025"/>
            </a:xfrm>
            <a:custGeom>
              <a:avLst/>
              <a:gdLst/>
              <a:ahLst/>
              <a:cxnLst/>
              <a:rect l="0" t="0" r="0" b="0"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5">
              <a:extLst>
                <a:ext uri="{FF2B5EF4-FFF2-40B4-BE49-F238E27FC236}">
                  <a16:creationId xmlns:a16="http://schemas.microsoft.com/office/drawing/2014/main" id="{54836346-4CFD-ED91-EC9B-B3F89530982B}"/>
                </a:ext>
              </a:extLst>
            </p:cNvPr>
            <p:cNvSpPr/>
            <p:nvPr/>
          </p:nvSpPr>
          <p:spPr>
            <a:xfrm>
              <a:off x="211904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6">
              <a:extLst>
                <a:ext uri="{FF2B5EF4-FFF2-40B4-BE49-F238E27FC236}">
                  <a16:creationId xmlns:a16="http://schemas.microsoft.com/office/drawing/2014/main" id="{0D7F3333-3A89-40F0-6943-8247642F3443}"/>
                </a:ext>
              </a:extLst>
            </p:cNvPr>
            <p:cNvSpPr/>
            <p:nvPr/>
          </p:nvSpPr>
          <p:spPr>
            <a:xfrm>
              <a:off x="212848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7">
              <a:extLst>
                <a:ext uri="{FF2B5EF4-FFF2-40B4-BE49-F238E27FC236}">
                  <a16:creationId xmlns:a16="http://schemas.microsoft.com/office/drawing/2014/main" id="{8AA0A36B-7E7B-7C96-A327-6B2B2A99E036}"/>
                </a:ext>
              </a:extLst>
            </p:cNvPr>
            <p:cNvSpPr/>
            <p:nvPr/>
          </p:nvSpPr>
          <p:spPr>
            <a:xfrm>
              <a:off x="213792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8">
              <a:extLst>
                <a:ext uri="{FF2B5EF4-FFF2-40B4-BE49-F238E27FC236}">
                  <a16:creationId xmlns:a16="http://schemas.microsoft.com/office/drawing/2014/main" id="{538D12C8-4548-62E1-D421-39AA2036EF0D}"/>
                </a:ext>
              </a:extLst>
            </p:cNvPr>
            <p:cNvSpPr/>
            <p:nvPr/>
          </p:nvSpPr>
          <p:spPr>
            <a:xfrm>
              <a:off x="214736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19">
              <a:extLst>
                <a:ext uri="{FF2B5EF4-FFF2-40B4-BE49-F238E27FC236}">
                  <a16:creationId xmlns:a16="http://schemas.microsoft.com/office/drawing/2014/main" id="{ACF445CB-D370-4ECD-A52D-731580B74975}"/>
                </a:ext>
              </a:extLst>
            </p:cNvPr>
            <p:cNvSpPr/>
            <p:nvPr/>
          </p:nvSpPr>
          <p:spPr>
            <a:xfrm>
              <a:off x="215680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0">
              <a:extLst>
                <a:ext uri="{FF2B5EF4-FFF2-40B4-BE49-F238E27FC236}">
                  <a16:creationId xmlns:a16="http://schemas.microsoft.com/office/drawing/2014/main" id="{0B234DB1-C56A-1223-594E-5680E9921C20}"/>
                </a:ext>
              </a:extLst>
            </p:cNvPr>
            <p:cNvSpPr/>
            <p:nvPr/>
          </p:nvSpPr>
          <p:spPr>
            <a:xfrm>
              <a:off x="216624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1">
              <a:extLst>
                <a:ext uri="{FF2B5EF4-FFF2-40B4-BE49-F238E27FC236}">
                  <a16:creationId xmlns:a16="http://schemas.microsoft.com/office/drawing/2014/main" id="{577D47F9-93A8-FDD5-9140-E28A598D59D5}"/>
                </a:ext>
              </a:extLst>
            </p:cNvPr>
            <p:cNvSpPr/>
            <p:nvPr/>
          </p:nvSpPr>
          <p:spPr>
            <a:xfrm>
              <a:off x="217568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2">
              <a:extLst>
                <a:ext uri="{FF2B5EF4-FFF2-40B4-BE49-F238E27FC236}">
                  <a16:creationId xmlns:a16="http://schemas.microsoft.com/office/drawing/2014/main" id="{328DB251-F487-BF77-4BDF-3759229E6DBA}"/>
                </a:ext>
              </a:extLst>
            </p:cNvPr>
            <p:cNvSpPr/>
            <p:nvPr/>
          </p:nvSpPr>
          <p:spPr>
            <a:xfrm>
              <a:off x="218512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3">
              <a:extLst>
                <a:ext uri="{FF2B5EF4-FFF2-40B4-BE49-F238E27FC236}">
                  <a16:creationId xmlns:a16="http://schemas.microsoft.com/office/drawing/2014/main" id="{79190A9C-CE8A-4211-64B2-64330282FD84}"/>
                </a:ext>
              </a:extLst>
            </p:cNvPr>
            <p:cNvSpPr/>
            <p:nvPr/>
          </p:nvSpPr>
          <p:spPr>
            <a:xfrm>
              <a:off x="219456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4">
              <a:extLst>
                <a:ext uri="{FF2B5EF4-FFF2-40B4-BE49-F238E27FC236}">
                  <a16:creationId xmlns:a16="http://schemas.microsoft.com/office/drawing/2014/main" id="{36F507CF-A601-5A91-F92F-7D2719E3EB64}"/>
                </a:ext>
              </a:extLst>
            </p:cNvPr>
            <p:cNvSpPr/>
            <p:nvPr/>
          </p:nvSpPr>
          <p:spPr>
            <a:xfrm>
              <a:off x="220400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5">
              <a:extLst>
                <a:ext uri="{FF2B5EF4-FFF2-40B4-BE49-F238E27FC236}">
                  <a16:creationId xmlns:a16="http://schemas.microsoft.com/office/drawing/2014/main" id="{F6E8FD7B-6FCB-BFEA-8D18-8DBC46F94946}"/>
                </a:ext>
              </a:extLst>
            </p:cNvPr>
            <p:cNvSpPr/>
            <p:nvPr/>
          </p:nvSpPr>
          <p:spPr>
            <a:xfrm>
              <a:off x="221344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6">
              <a:extLst>
                <a:ext uri="{FF2B5EF4-FFF2-40B4-BE49-F238E27FC236}">
                  <a16:creationId xmlns:a16="http://schemas.microsoft.com/office/drawing/2014/main" id="{A2775D47-52B1-261A-178C-A06A594BC3A6}"/>
                </a:ext>
              </a:extLst>
            </p:cNvPr>
            <p:cNvSpPr/>
            <p:nvPr/>
          </p:nvSpPr>
          <p:spPr>
            <a:xfrm>
              <a:off x="222288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7">
              <a:extLst>
                <a:ext uri="{FF2B5EF4-FFF2-40B4-BE49-F238E27FC236}">
                  <a16:creationId xmlns:a16="http://schemas.microsoft.com/office/drawing/2014/main" id="{D4EDD717-10C3-ED0B-BB70-D39D663CC9A1}"/>
                </a:ext>
              </a:extLst>
            </p:cNvPr>
            <p:cNvSpPr/>
            <p:nvPr/>
          </p:nvSpPr>
          <p:spPr>
            <a:xfrm>
              <a:off x="223232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8">
              <a:extLst>
                <a:ext uri="{FF2B5EF4-FFF2-40B4-BE49-F238E27FC236}">
                  <a16:creationId xmlns:a16="http://schemas.microsoft.com/office/drawing/2014/main" id="{467586A0-95C6-3DA5-9FBC-F22BC9FF0362}"/>
                </a:ext>
              </a:extLst>
            </p:cNvPr>
            <p:cNvSpPr/>
            <p:nvPr/>
          </p:nvSpPr>
          <p:spPr>
            <a:xfrm>
              <a:off x="224176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29">
              <a:extLst>
                <a:ext uri="{FF2B5EF4-FFF2-40B4-BE49-F238E27FC236}">
                  <a16:creationId xmlns:a16="http://schemas.microsoft.com/office/drawing/2014/main" id="{1AF866EC-66EA-8DFF-15AF-6882E26DEA0E}"/>
                </a:ext>
              </a:extLst>
            </p:cNvPr>
            <p:cNvSpPr/>
            <p:nvPr/>
          </p:nvSpPr>
          <p:spPr>
            <a:xfrm>
              <a:off x="225120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0">
              <a:extLst>
                <a:ext uri="{FF2B5EF4-FFF2-40B4-BE49-F238E27FC236}">
                  <a16:creationId xmlns:a16="http://schemas.microsoft.com/office/drawing/2014/main" id="{34E7D9EF-BF0B-6B1B-1D2A-B049A4B6372D}"/>
                </a:ext>
              </a:extLst>
            </p:cNvPr>
            <p:cNvSpPr/>
            <p:nvPr/>
          </p:nvSpPr>
          <p:spPr>
            <a:xfrm>
              <a:off x="226064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1">
              <a:extLst>
                <a:ext uri="{FF2B5EF4-FFF2-40B4-BE49-F238E27FC236}">
                  <a16:creationId xmlns:a16="http://schemas.microsoft.com/office/drawing/2014/main" id="{3772E9B2-2DA1-769C-075E-A5E7AE3CCC00}"/>
                </a:ext>
              </a:extLst>
            </p:cNvPr>
            <p:cNvSpPr/>
            <p:nvPr/>
          </p:nvSpPr>
          <p:spPr>
            <a:xfrm>
              <a:off x="227008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2">
              <a:extLst>
                <a:ext uri="{FF2B5EF4-FFF2-40B4-BE49-F238E27FC236}">
                  <a16:creationId xmlns:a16="http://schemas.microsoft.com/office/drawing/2014/main" id="{27BB32EE-5E2D-DCC3-187B-18EF9EF02A7D}"/>
                </a:ext>
              </a:extLst>
            </p:cNvPr>
            <p:cNvSpPr/>
            <p:nvPr/>
          </p:nvSpPr>
          <p:spPr>
            <a:xfrm>
              <a:off x="227952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3">
              <a:extLst>
                <a:ext uri="{FF2B5EF4-FFF2-40B4-BE49-F238E27FC236}">
                  <a16:creationId xmlns:a16="http://schemas.microsoft.com/office/drawing/2014/main" id="{7BF0F5FA-980F-C48D-43CE-81DA27D15561}"/>
                </a:ext>
              </a:extLst>
            </p:cNvPr>
            <p:cNvSpPr/>
            <p:nvPr/>
          </p:nvSpPr>
          <p:spPr>
            <a:xfrm>
              <a:off x="228896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4">
              <a:extLst>
                <a:ext uri="{FF2B5EF4-FFF2-40B4-BE49-F238E27FC236}">
                  <a16:creationId xmlns:a16="http://schemas.microsoft.com/office/drawing/2014/main" id="{F3710F80-4149-6DD7-BD51-631353D55367}"/>
                </a:ext>
              </a:extLst>
            </p:cNvPr>
            <p:cNvSpPr/>
            <p:nvPr/>
          </p:nvSpPr>
          <p:spPr>
            <a:xfrm>
              <a:off x="229840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5">
              <a:extLst>
                <a:ext uri="{FF2B5EF4-FFF2-40B4-BE49-F238E27FC236}">
                  <a16:creationId xmlns:a16="http://schemas.microsoft.com/office/drawing/2014/main" id="{40FCC53F-BDA1-73DE-9F35-E8CF6DD72D51}"/>
                </a:ext>
              </a:extLst>
            </p:cNvPr>
            <p:cNvSpPr/>
            <p:nvPr/>
          </p:nvSpPr>
          <p:spPr>
            <a:xfrm>
              <a:off x="230784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6">
              <a:extLst>
                <a:ext uri="{FF2B5EF4-FFF2-40B4-BE49-F238E27FC236}">
                  <a16:creationId xmlns:a16="http://schemas.microsoft.com/office/drawing/2014/main" id="{19565360-0798-8076-41F5-2EA213503D9C}"/>
                </a:ext>
              </a:extLst>
            </p:cNvPr>
            <p:cNvSpPr/>
            <p:nvPr/>
          </p:nvSpPr>
          <p:spPr>
            <a:xfrm>
              <a:off x="231728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7">
              <a:extLst>
                <a:ext uri="{FF2B5EF4-FFF2-40B4-BE49-F238E27FC236}">
                  <a16:creationId xmlns:a16="http://schemas.microsoft.com/office/drawing/2014/main" id="{2F1784B8-3CCC-9CCB-060B-580A5AA328F8}"/>
                </a:ext>
              </a:extLst>
            </p:cNvPr>
            <p:cNvSpPr/>
            <p:nvPr/>
          </p:nvSpPr>
          <p:spPr>
            <a:xfrm>
              <a:off x="232672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8">
              <a:extLst>
                <a:ext uri="{FF2B5EF4-FFF2-40B4-BE49-F238E27FC236}">
                  <a16:creationId xmlns:a16="http://schemas.microsoft.com/office/drawing/2014/main" id="{782F846A-E6D0-EE3B-0CF6-764F4DC3B056}"/>
                </a:ext>
              </a:extLst>
            </p:cNvPr>
            <p:cNvSpPr/>
            <p:nvPr/>
          </p:nvSpPr>
          <p:spPr>
            <a:xfrm>
              <a:off x="233616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39">
              <a:extLst>
                <a:ext uri="{FF2B5EF4-FFF2-40B4-BE49-F238E27FC236}">
                  <a16:creationId xmlns:a16="http://schemas.microsoft.com/office/drawing/2014/main" id="{E8758258-E4A7-D633-785A-40F99DEB2AD3}"/>
                </a:ext>
              </a:extLst>
            </p:cNvPr>
            <p:cNvSpPr/>
            <p:nvPr/>
          </p:nvSpPr>
          <p:spPr>
            <a:xfrm>
              <a:off x="234560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0">
              <a:extLst>
                <a:ext uri="{FF2B5EF4-FFF2-40B4-BE49-F238E27FC236}">
                  <a16:creationId xmlns:a16="http://schemas.microsoft.com/office/drawing/2014/main" id="{7768B165-E6A2-BDC1-134E-349FF31A4DAF}"/>
                </a:ext>
              </a:extLst>
            </p:cNvPr>
            <p:cNvSpPr/>
            <p:nvPr/>
          </p:nvSpPr>
          <p:spPr>
            <a:xfrm>
              <a:off x="235504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1">
              <a:extLst>
                <a:ext uri="{FF2B5EF4-FFF2-40B4-BE49-F238E27FC236}">
                  <a16:creationId xmlns:a16="http://schemas.microsoft.com/office/drawing/2014/main" id="{3EA8EEF0-FD36-11D9-4545-561DAF4D79A9}"/>
                </a:ext>
              </a:extLst>
            </p:cNvPr>
            <p:cNvSpPr/>
            <p:nvPr/>
          </p:nvSpPr>
          <p:spPr>
            <a:xfrm>
              <a:off x="236448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2">
              <a:extLst>
                <a:ext uri="{FF2B5EF4-FFF2-40B4-BE49-F238E27FC236}">
                  <a16:creationId xmlns:a16="http://schemas.microsoft.com/office/drawing/2014/main" id="{23B05D6F-F246-F34D-2F6E-3F6372DAECB4}"/>
                </a:ext>
              </a:extLst>
            </p:cNvPr>
            <p:cNvSpPr/>
            <p:nvPr/>
          </p:nvSpPr>
          <p:spPr>
            <a:xfrm>
              <a:off x="237392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3">
              <a:extLst>
                <a:ext uri="{FF2B5EF4-FFF2-40B4-BE49-F238E27FC236}">
                  <a16:creationId xmlns:a16="http://schemas.microsoft.com/office/drawing/2014/main" id="{38D717A4-3A20-0824-0AC6-EA53B2EAD076}"/>
                </a:ext>
              </a:extLst>
            </p:cNvPr>
            <p:cNvSpPr/>
            <p:nvPr/>
          </p:nvSpPr>
          <p:spPr>
            <a:xfrm>
              <a:off x="23833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4">
              <a:extLst>
                <a:ext uri="{FF2B5EF4-FFF2-40B4-BE49-F238E27FC236}">
                  <a16:creationId xmlns:a16="http://schemas.microsoft.com/office/drawing/2014/main" id="{5148BACB-EA24-676B-3766-E491DACFFCEF}"/>
                </a:ext>
              </a:extLst>
            </p:cNvPr>
            <p:cNvSpPr/>
            <p:nvPr/>
          </p:nvSpPr>
          <p:spPr>
            <a:xfrm>
              <a:off x="239280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5">
              <a:extLst>
                <a:ext uri="{FF2B5EF4-FFF2-40B4-BE49-F238E27FC236}">
                  <a16:creationId xmlns:a16="http://schemas.microsoft.com/office/drawing/2014/main" id="{71C7701C-4953-C723-5DCE-3729ABDA2763}"/>
                </a:ext>
              </a:extLst>
            </p:cNvPr>
            <p:cNvSpPr/>
            <p:nvPr/>
          </p:nvSpPr>
          <p:spPr>
            <a:xfrm>
              <a:off x="240224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6">
              <a:extLst>
                <a:ext uri="{FF2B5EF4-FFF2-40B4-BE49-F238E27FC236}">
                  <a16:creationId xmlns:a16="http://schemas.microsoft.com/office/drawing/2014/main" id="{6265631E-2899-9822-BAA5-88F3384A52CA}"/>
                </a:ext>
              </a:extLst>
            </p:cNvPr>
            <p:cNvSpPr/>
            <p:nvPr/>
          </p:nvSpPr>
          <p:spPr>
            <a:xfrm>
              <a:off x="241168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7">
              <a:extLst>
                <a:ext uri="{FF2B5EF4-FFF2-40B4-BE49-F238E27FC236}">
                  <a16:creationId xmlns:a16="http://schemas.microsoft.com/office/drawing/2014/main" id="{DA7009EB-1E45-C3B1-4483-A80969D5E79A}"/>
                </a:ext>
              </a:extLst>
            </p:cNvPr>
            <p:cNvSpPr/>
            <p:nvPr/>
          </p:nvSpPr>
          <p:spPr>
            <a:xfrm>
              <a:off x="242112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8">
              <a:extLst>
                <a:ext uri="{FF2B5EF4-FFF2-40B4-BE49-F238E27FC236}">
                  <a16:creationId xmlns:a16="http://schemas.microsoft.com/office/drawing/2014/main" id="{B3DBF325-6DA0-B40F-C2E9-FFED92E911AF}"/>
                </a:ext>
              </a:extLst>
            </p:cNvPr>
            <p:cNvSpPr/>
            <p:nvPr/>
          </p:nvSpPr>
          <p:spPr>
            <a:xfrm>
              <a:off x="2430569" y="1429861"/>
              <a:ext cx="918446" cy="914400"/>
            </a:xfrm>
            <a:custGeom>
              <a:avLst/>
              <a:gdLst/>
              <a:ahLst/>
              <a:cxnLst/>
              <a:rect l="0" t="0" r="0" b="0"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49">
              <a:extLst>
                <a:ext uri="{FF2B5EF4-FFF2-40B4-BE49-F238E27FC236}">
                  <a16:creationId xmlns:a16="http://schemas.microsoft.com/office/drawing/2014/main" id="{0A3712E2-5F5B-A5A2-0E32-C5BB99004A10}"/>
                </a:ext>
              </a:extLst>
            </p:cNvPr>
            <p:cNvSpPr/>
            <p:nvPr/>
          </p:nvSpPr>
          <p:spPr>
            <a:xfrm>
              <a:off x="3138587" y="141229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0">
              <a:extLst>
                <a:ext uri="{FF2B5EF4-FFF2-40B4-BE49-F238E27FC236}">
                  <a16:creationId xmlns:a16="http://schemas.microsoft.com/office/drawing/2014/main" id="{03521234-0778-DB8E-2031-85B83D843090}"/>
                </a:ext>
              </a:extLst>
            </p:cNvPr>
            <p:cNvSpPr/>
            <p:nvPr/>
          </p:nvSpPr>
          <p:spPr>
            <a:xfrm>
              <a:off x="313858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1">
              <a:extLst>
                <a:ext uri="{FF2B5EF4-FFF2-40B4-BE49-F238E27FC236}">
                  <a16:creationId xmlns:a16="http://schemas.microsoft.com/office/drawing/2014/main" id="{8563421C-B34F-3EC3-63F2-8FB2C2886697}"/>
                </a:ext>
              </a:extLst>
            </p:cNvPr>
            <p:cNvSpPr/>
            <p:nvPr/>
          </p:nvSpPr>
          <p:spPr>
            <a:xfrm>
              <a:off x="314802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2">
              <a:extLst>
                <a:ext uri="{FF2B5EF4-FFF2-40B4-BE49-F238E27FC236}">
                  <a16:creationId xmlns:a16="http://schemas.microsoft.com/office/drawing/2014/main" id="{8EEA0E54-AACC-79C9-BF10-536B62CA0FB8}"/>
                </a:ext>
              </a:extLst>
            </p:cNvPr>
            <p:cNvSpPr/>
            <p:nvPr/>
          </p:nvSpPr>
          <p:spPr>
            <a:xfrm>
              <a:off x="315746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3">
              <a:extLst>
                <a:ext uri="{FF2B5EF4-FFF2-40B4-BE49-F238E27FC236}">
                  <a16:creationId xmlns:a16="http://schemas.microsoft.com/office/drawing/2014/main" id="{83064BE8-CB9D-FE06-69C6-C482C84592AC}"/>
                </a:ext>
              </a:extLst>
            </p:cNvPr>
            <p:cNvSpPr/>
            <p:nvPr/>
          </p:nvSpPr>
          <p:spPr>
            <a:xfrm>
              <a:off x="316690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4">
              <a:extLst>
                <a:ext uri="{FF2B5EF4-FFF2-40B4-BE49-F238E27FC236}">
                  <a16:creationId xmlns:a16="http://schemas.microsoft.com/office/drawing/2014/main" id="{2F19017E-0884-5F6E-1138-F873A2EF2754}"/>
                </a:ext>
              </a:extLst>
            </p:cNvPr>
            <p:cNvSpPr/>
            <p:nvPr/>
          </p:nvSpPr>
          <p:spPr>
            <a:xfrm>
              <a:off x="317634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5">
              <a:extLst>
                <a:ext uri="{FF2B5EF4-FFF2-40B4-BE49-F238E27FC236}">
                  <a16:creationId xmlns:a16="http://schemas.microsoft.com/office/drawing/2014/main" id="{67FECCEC-F246-C42A-FA5B-2E349ADD5B3B}"/>
                </a:ext>
              </a:extLst>
            </p:cNvPr>
            <p:cNvSpPr/>
            <p:nvPr/>
          </p:nvSpPr>
          <p:spPr>
            <a:xfrm>
              <a:off x="318578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6">
              <a:extLst>
                <a:ext uri="{FF2B5EF4-FFF2-40B4-BE49-F238E27FC236}">
                  <a16:creationId xmlns:a16="http://schemas.microsoft.com/office/drawing/2014/main" id="{1DCC1AA7-8FA9-67F1-5070-756D38DCEDBD}"/>
                </a:ext>
              </a:extLst>
            </p:cNvPr>
            <p:cNvSpPr/>
            <p:nvPr/>
          </p:nvSpPr>
          <p:spPr>
            <a:xfrm>
              <a:off x="319522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7">
              <a:extLst>
                <a:ext uri="{FF2B5EF4-FFF2-40B4-BE49-F238E27FC236}">
                  <a16:creationId xmlns:a16="http://schemas.microsoft.com/office/drawing/2014/main" id="{81EAEC90-E1DA-6CA8-F40F-0B561AE70951}"/>
                </a:ext>
              </a:extLst>
            </p:cNvPr>
            <p:cNvSpPr/>
            <p:nvPr/>
          </p:nvSpPr>
          <p:spPr>
            <a:xfrm>
              <a:off x="32046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8">
              <a:extLst>
                <a:ext uri="{FF2B5EF4-FFF2-40B4-BE49-F238E27FC236}">
                  <a16:creationId xmlns:a16="http://schemas.microsoft.com/office/drawing/2014/main" id="{48844789-313B-9528-7254-34B76445C865}"/>
                </a:ext>
              </a:extLst>
            </p:cNvPr>
            <p:cNvSpPr/>
            <p:nvPr/>
          </p:nvSpPr>
          <p:spPr>
            <a:xfrm>
              <a:off x="321410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59">
              <a:extLst>
                <a:ext uri="{FF2B5EF4-FFF2-40B4-BE49-F238E27FC236}">
                  <a16:creationId xmlns:a16="http://schemas.microsoft.com/office/drawing/2014/main" id="{3E38958B-EA74-9BF0-F582-B9033765C23C}"/>
                </a:ext>
              </a:extLst>
            </p:cNvPr>
            <p:cNvSpPr/>
            <p:nvPr/>
          </p:nvSpPr>
          <p:spPr>
            <a:xfrm>
              <a:off x="322354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0">
              <a:extLst>
                <a:ext uri="{FF2B5EF4-FFF2-40B4-BE49-F238E27FC236}">
                  <a16:creationId xmlns:a16="http://schemas.microsoft.com/office/drawing/2014/main" id="{9BF1C8D6-0EC2-F3A9-8BA3-DEE6ED30443E}"/>
                </a:ext>
              </a:extLst>
            </p:cNvPr>
            <p:cNvSpPr/>
            <p:nvPr/>
          </p:nvSpPr>
          <p:spPr>
            <a:xfrm>
              <a:off x="323298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1">
              <a:extLst>
                <a:ext uri="{FF2B5EF4-FFF2-40B4-BE49-F238E27FC236}">
                  <a16:creationId xmlns:a16="http://schemas.microsoft.com/office/drawing/2014/main" id="{75F3A010-924E-9C7C-248C-CFA9A7D2B6B5}"/>
                </a:ext>
              </a:extLst>
            </p:cNvPr>
            <p:cNvSpPr/>
            <p:nvPr/>
          </p:nvSpPr>
          <p:spPr>
            <a:xfrm>
              <a:off x="324242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2">
              <a:extLst>
                <a:ext uri="{FF2B5EF4-FFF2-40B4-BE49-F238E27FC236}">
                  <a16:creationId xmlns:a16="http://schemas.microsoft.com/office/drawing/2014/main" id="{85432205-8FF5-3B23-E4A6-FA92DE6A0264}"/>
                </a:ext>
              </a:extLst>
            </p:cNvPr>
            <p:cNvSpPr/>
            <p:nvPr/>
          </p:nvSpPr>
          <p:spPr>
            <a:xfrm>
              <a:off x="325187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3">
              <a:extLst>
                <a:ext uri="{FF2B5EF4-FFF2-40B4-BE49-F238E27FC236}">
                  <a16:creationId xmlns:a16="http://schemas.microsoft.com/office/drawing/2014/main" id="{76D99BB1-FFDA-0D37-BAA7-1656E5D7EECE}"/>
                </a:ext>
              </a:extLst>
            </p:cNvPr>
            <p:cNvSpPr/>
            <p:nvPr/>
          </p:nvSpPr>
          <p:spPr>
            <a:xfrm>
              <a:off x="326131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4">
              <a:extLst>
                <a:ext uri="{FF2B5EF4-FFF2-40B4-BE49-F238E27FC236}">
                  <a16:creationId xmlns:a16="http://schemas.microsoft.com/office/drawing/2014/main" id="{03E1B6AD-F799-898A-0175-88BA4E102E40}"/>
                </a:ext>
              </a:extLst>
            </p:cNvPr>
            <p:cNvSpPr/>
            <p:nvPr/>
          </p:nvSpPr>
          <p:spPr>
            <a:xfrm>
              <a:off x="327075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5">
              <a:extLst>
                <a:ext uri="{FF2B5EF4-FFF2-40B4-BE49-F238E27FC236}">
                  <a16:creationId xmlns:a16="http://schemas.microsoft.com/office/drawing/2014/main" id="{71164C96-5327-4041-5C4B-BD08EC89C987}"/>
                </a:ext>
              </a:extLst>
            </p:cNvPr>
            <p:cNvSpPr/>
            <p:nvPr/>
          </p:nvSpPr>
          <p:spPr>
            <a:xfrm>
              <a:off x="328019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6">
              <a:extLst>
                <a:ext uri="{FF2B5EF4-FFF2-40B4-BE49-F238E27FC236}">
                  <a16:creationId xmlns:a16="http://schemas.microsoft.com/office/drawing/2014/main" id="{9AD30913-E60A-69E5-9566-8E2E9E695D2C}"/>
                </a:ext>
              </a:extLst>
            </p:cNvPr>
            <p:cNvSpPr/>
            <p:nvPr/>
          </p:nvSpPr>
          <p:spPr>
            <a:xfrm>
              <a:off x="328963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7">
              <a:extLst>
                <a:ext uri="{FF2B5EF4-FFF2-40B4-BE49-F238E27FC236}">
                  <a16:creationId xmlns:a16="http://schemas.microsoft.com/office/drawing/2014/main" id="{DC778774-1723-C4DD-2FBC-624120741D0B}"/>
                </a:ext>
              </a:extLst>
            </p:cNvPr>
            <p:cNvSpPr/>
            <p:nvPr/>
          </p:nvSpPr>
          <p:spPr>
            <a:xfrm>
              <a:off x="329907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8">
              <a:extLst>
                <a:ext uri="{FF2B5EF4-FFF2-40B4-BE49-F238E27FC236}">
                  <a16:creationId xmlns:a16="http://schemas.microsoft.com/office/drawing/2014/main" id="{C2B0BA5C-0681-41C6-71F1-78EB20D7BC1A}"/>
                </a:ext>
              </a:extLst>
            </p:cNvPr>
            <p:cNvSpPr/>
            <p:nvPr/>
          </p:nvSpPr>
          <p:spPr>
            <a:xfrm>
              <a:off x="330851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69">
              <a:extLst>
                <a:ext uri="{FF2B5EF4-FFF2-40B4-BE49-F238E27FC236}">
                  <a16:creationId xmlns:a16="http://schemas.microsoft.com/office/drawing/2014/main" id="{F0278089-9A45-C6FC-6C01-2C51DAE53044}"/>
                </a:ext>
              </a:extLst>
            </p:cNvPr>
            <p:cNvSpPr/>
            <p:nvPr/>
          </p:nvSpPr>
          <p:spPr>
            <a:xfrm>
              <a:off x="331795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0">
              <a:extLst>
                <a:ext uri="{FF2B5EF4-FFF2-40B4-BE49-F238E27FC236}">
                  <a16:creationId xmlns:a16="http://schemas.microsoft.com/office/drawing/2014/main" id="{A729F8FF-6171-031D-57F0-397C05E0CA1F}"/>
                </a:ext>
              </a:extLst>
            </p:cNvPr>
            <p:cNvSpPr/>
            <p:nvPr/>
          </p:nvSpPr>
          <p:spPr>
            <a:xfrm>
              <a:off x="332739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1">
              <a:extLst>
                <a:ext uri="{FF2B5EF4-FFF2-40B4-BE49-F238E27FC236}">
                  <a16:creationId xmlns:a16="http://schemas.microsoft.com/office/drawing/2014/main" id="{B2E5A433-FAE9-AD86-D9CC-972EC5654AEA}"/>
                </a:ext>
              </a:extLst>
            </p:cNvPr>
            <p:cNvSpPr/>
            <p:nvPr/>
          </p:nvSpPr>
          <p:spPr>
            <a:xfrm>
              <a:off x="333683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2">
              <a:extLst>
                <a:ext uri="{FF2B5EF4-FFF2-40B4-BE49-F238E27FC236}">
                  <a16:creationId xmlns:a16="http://schemas.microsoft.com/office/drawing/2014/main" id="{59421E72-1780-375C-1650-D31DFA5D87B8}"/>
                </a:ext>
              </a:extLst>
            </p:cNvPr>
            <p:cNvSpPr/>
            <p:nvPr/>
          </p:nvSpPr>
          <p:spPr>
            <a:xfrm>
              <a:off x="334627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3">
              <a:extLst>
                <a:ext uri="{FF2B5EF4-FFF2-40B4-BE49-F238E27FC236}">
                  <a16:creationId xmlns:a16="http://schemas.microsoft.com/office/drawing/2014/main" id="{F8AB3BCC-CC90-331C-2965-CF68BE47A47E}"/>
                </a:ext>
              </a:extLst>
            </p:cNvPr>
            <p:cNvSpPr/>
            <p:nvPr/>
          </p:nvSpPr>
          <p:spPr>
            <a:xfrm>
              <a:off x="335571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4">
              <a:extLst>
                <a:ext uri="{FF2B5EF4-FFF2-40B4-BE49-F238E27FC236}">
                  <a16:creationId xmlns:a16="http://schemas.microsoft.com/office/drawing/2014/main" id="{D47A8C84-9502-0F5D-BEA8-536719F608F1}"/>
                </a:ext>
              </a:extLst>
            </p:cNvPr>
            <p:cNvSpPr/>
            <p:nvPr/>
          </p:nvSpPr>
          <p:spPr>
            <a:xfrm>
              <a:off x="336515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5">
              <a:extLst>
                <a:ext uri="{FF2B5EF4-FFF2-40B4-BE49-F238E27FC236}">
                  <a16:creationId xmlns:a16="http://schemas.microsoft.com/office/drawing/2014/main" id="{6435AA2B-2C77-B70C-6B9A-A30BE8CFF267}"/>
                </a:ext>
              </a:extLst>
            </p:cNvPr>
            <p:cNvSpPr/>
            <p:nvPr/>
          </p:nvSpPr>
          <p:spPr>
            <a:xfrm>
              <a:off x="337459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6">
              <a:extLst>
                <a:ext uri="{FF2B5EF4-FFF2-40B4-BE49-F238E27FC236}">
                  <a16:creationId xmlns:a16="http://schemas.microsoft.com/office/drawing/2014/main" id="{671F950F-3E50-B01B-2AEC-C4BD55018BF8}"/>
                </a:ext>
              </a:extLst>
            </p:cNvPr>
            <p:cNvSpPr/>
            <p:nvPr/>
          </p:nvSpPr>
          <p:spPr>
            <a:xfrm>
              <a:off x="338403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7">
              <a:extLst>
                <a:ext uri="{FF2B5EF4-FFF2-40B4-BE49-F238E27FC236}">
                  <a16:creationId xmlns:a16="http://schemas.microsoft.com/office/drawing/2014/main" id="{513F1CFC-34C9-33EB-6F87-159A40D5CCFD}"/>
                </a:ext>
              </a:extLst>
            </p:cNvPr>
            <p:cNvSpPr/>
            <p:nvPr/>
          </p:nvSpPr>
          <p:spPr>
            <a:xfrm>
              <a:off x="339347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8">
              <a:extLst>
                <a:ext uri="{FF2B5EF4-FFF2-40B4-BE49-F238E27FC236}">
                  <a16:creationId xmlns:a16="http://schemas.microsoft.com/office/drawing/2014/main" id="{83D2D6AA-215B-709C-6210-44E6CFD08027}"/>
                </a:ext>
              </a:extLst>
            </p:cNvPr>
            <p:cNvSpPr/>
            <p:nvPr/>
          </p:nvSpPr>
          <p:spPr>
            <a:xfrm>
              <a:off x="340291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79">
              <a:extLst>
                <a:ext uri="{FF2B5EF4-FFF2-40B4-BE49-F238E27FC236}">
                  <a16:creationId xmlns:a16="http://schemas.microsoft.com/office/drawing/2014/main" id="{6D078ADE-5340-58FC-F3CB-9FDFCF00F16F}"/>
                </a:ext>
              </a:extLst>
            </p:cNvPr>
            <p:cNvSpPr/>
            <p:nvPr/>
          </p:nvSpPr>
          <p:spPr>
            <a:xfrm>
              <a:off x="341235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0">
              <a:extLst>
                <a:ext uri="{FF2B5EF4-FFF2-40B4-BE49-F238E27FC236}">
                  <a16:creationId xmlns:a16="http://schemas.microsoft.com/office/drawing/2014/main" id="{C42F7DBA-C938-EDAB-02E2-E70E9B358541}"/>
                </a:ext>
              </a:extLst>
            </p:cNvPr>
            <p:cNvSpPr/>
            <p:nvPr/>
          </p:nvSpPr>
          <p:spPr>
            <a:xfrm>
              <a:off x="342179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1">
              <a:extLst>
                <a:ext uri="{FF2B5EF4-FFF2-40B4-BE49-F238E27FC236}">
                  <a16:creationId xmlns:a16="http://schemas.microsoft.com/office/drawing/2014/main" id="{37594119-8A41-2250-584F-59A2AEC60522}"/>
                </a:ext>
              </a:extLst>
            </p:cNvPr>
            <p:cNvSpPr/>
            <p:nvPr/>
          </p:nvSpPr>
          <p:spPr>
            <a:xfrm>
              <a:off x="343123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2">
              <a:extLst>
                <a:ext uri="{FF2B5EF4-FFF2-40B4-BE49-F238E27FC236}">
                  <a16:creationId xmlns:a16="http://schemas.microsoft.com/office/drawing/2014/main" id="{6DA8E0BC-A560-CBA4-DCFC-57B1322FA923}"/>
                </a:ext>
              </a:extLst>
            </p:cNvPr>
            <p:cNvSpPr/>
            <p:nvPr/>
          </p:nvSpPr>
          <p:spPr>
            <a:xfrm>
              <a:off x="344067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3">
              <a:extLst>
                <a:ext uri="{FF2B5EF4-FFF2-40B4-BE49-F238E27FC236}">
                  <a16:creationId xmlns:a16="http://schemas.microsoft.com/office/drawing/2014/main" id="{07453481-32BD-84AD-AFDD-900EDBD19F0E}"/>
                </a:ext>
              </a:extLst>
            </p:cNvPr>
            <p:cNvSpPr/>
            <p:nvPr/>
          </p:nvSpPr>
          <p:spPr>
            <a:xfrm>
              <a:off x="345011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4">
              <a:extLst>
                <a:ext uri="{FF2B5EF4-FFF2-40B4-BE49-F238E27FC236}">
                  <a16:creationId xmlns:a16="http://schemas.microsoft.com/office/drawing/2014/main" id="{B70A2EAE-2472-AE25-5482-28F0E1F7A984}"/>
                </a:ext>
              </a:extLst>
            </p:cNvPr>
            <p:cNvSpPr/>
            <p:nvPr/>
          </p:nvSpPr>
          <p:spPr>
            <a:xfrm>
              <a:off x="345955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5">
              <a:extLst>
                <a:ext uri="{FF2B5EF4-FFF2-40B4-BE49-F238E27FC236}">
                  <a16:creationId xmlns:a16="http://schemas.microsoft.com/office/drawing/2014/main" id="{0A8E82ED-1DDC-DE88-2E56-4AB603022A56}"/>
                </a:ext>
              </a:extLst>
            </p:cNvPr>
            <p:cNvSpPr/>
            <p:nvPr/>
          </p:nvSpPr>
          <p:spPr>
            <a:xfrm>
              <a:off x="346899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6">
              <a:extLst>
                <a:ext uri="{FF2B5EF4-FFF2-40B4-BE49-F238E27FC236}">
                  <a16:creationId xmlns:a16="http://schemas.microsoft.com/office/drawing/2014/main" id="{7C2E8B1D-B6A6-BB7D-094A-1065FDBEE9FD}"/>
                </a:ext>
              </a:extLst>
            </p:cNvPr>
            <p:cNvSpPr/>
            <p:nvPr/>
          </p:nvSpPr>
          <p:spPr>
            <a:xfrm>
              <a:off x="347843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7">
              <a:extLst>
                <a:ext uri="{FF2B5EF4-FFF2-40B4-BE49-F238E27FC236}">
                  <a16:creationId xmlns:a16="http://schemas.microsoft.com/office/drawing/2014/main" id="{C75C3EF4-8CBC-C4FD-8F2F-164F4C3986C8}"/>
                </a:ext>
              </a:extLst>
            </p:cNvPr>
            <p:cNvSpPr/>
            <p:nvPr/>
          </p:nvSpPr>
          <p:spPr>
            <a:xfrm>
              <a:off x="348787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8">
              <a:extLst>
                <a:ext uri="{FF2B5EF4-FFF2-40B4-BE49-F238E27FC236}">
                  <a16:creationId xmlns:a16="http://schemas.microsoft.com/office/drawing/2014/main" id="{45E47796-1D63-5E44-6307-DEFFB8D16503}"/>
                </a:ext>
              </a:extLst>
            </p:cNvPr>
            <p:cNvSpPr/>
            <p:nvPr/>
          </p:nvSpPr>
          <p:spPr>
            <a:xfrm>
              <a:off x="349731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89">
              <a:extLst>
                <a:ext uri="{FF2B5EF4-FFF2-40B4-BE49-F238E27FC236}">
                  <a16:creationId xmlns:a16="http://schemas.microsoft.com/office/drawing/2014/main" id="{F8E56D25-F87E-FF20-13DD-E0101829D1A2}"/>
                </a:ext>
              </a:extLst>
            </p:cNvPr>
            <p:cNvSpPr/>
            <p:nvPr/>
          </p:nvSpPr>
          <p:spPr>
            <a:xfrm>
              <a:off x="350675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0">
              <a:extLst>
                <a:ext uri="{FF2B5EF4-FFF2-40B4-BE49-F238E27FC236}">
                  <a16:creationId xmlns:a16="http://schemas.microsoft.com/office/drawing/2014/main" id="{CE2B8CFF-1759-CD41-F944-089D35AEC795}"/>
                </a:ext>
              </a:extLst>
            </p:cNvPr>
            <p:cNvSpPr/>
            <p:nvPr/>
          </p:nvSpPr>
          <p:spPr>
            <a:xfrm>
              <a:off x="351619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1">
              <a:extLst>
                <a:ext uri="{FF2B5EF4-FFF2-40B4-BE49-F238E27FC236}">
                  <a16:creationId xmlns:a16="http://schemas.microsoft.com/office/drawing/2014/main" id="{E24ADF56-3ED1-1A95-247F-E847863A9BEC}"/>
                </a:ext>
              </a:extLst>
            </p:cNvPr>
            <p:cNvSpPr/>
            <p:nvPr/>
          </p:nvSpPr>
          <p:spPr>
            <a:xfrm>
              <a:off x="352563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2">
              <a:extLst>
                <a:ext uri="{FF2B5EF4-FFF2-40B4-BE49-F238E27FC236}">
                  <a16:creationId xmlns:a16="http://schemas.microsoft.com/office/drawing/2014/main" id="{EC3E0D75-60EA-EA1B-240B-06A3514EC253}"/>
                </a:ext>
              </a:extLst>
            </p:cNvPr>
            <p:cNvSpPr/>
            <p:nvPr/>
          </p:nvSpPr>
          <p:spPr>
            <a:xfrm>
              <a:off x="353507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3">
              <a:extLst>
                <a:ext uri="{FF2B5EF4-FFF2-40B4-BE49-F238E27FC236}">
                  <a16:creationId xmlns:a16="http://schemas.microsoft.com/office/drawing/2014/main" id="{7D65C781-D69E-A6C3-D493-E1F40DEA34A4}"/>
                </a:ext>
              </a:extLst>
            </p:cNvPr>
            <p:cNvSpPr/>
            <p:nvPr/>
          </p:nvSpPr>
          <p:spPr>
            <a:xfrm>
              <a:off x="354451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4">
              <a:extLst>
                <a:ext uri="{FF2B5EF4-FFF2-40B4-BE49-F238E27FC236}">
                  <a16:creationId xmlns:a16="http://schemas.microsoft.com/office/drawing/2014/main" id="{89DD5A7C-B224-7E1C-CFC3-45A92374389C}"/>
                </a:ext>
              </a:extLst>
            </p:cNvPr>
            <p:cNvSpPr/>
            <p:nvPr/>
          </p:nvSpPr>
          <p:spPr>
            <a:xfrm>
              <a:off x="355395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5">
              <a:extLst>
                <a:ext uri="{FF2B5EF4-FFF2-40B4-BE49-F238E27FC236}">
                  <a16:creationId xmlns:a16="http://schemas.microsoft.com/office/drawing/2014/main" id="{D40B6B9F-6AA6-B9CD-E197-A3A10CF20729}"/>
                </a:ext>
              </a:extLst>
            </p:cNvPr>
            <p:cNvSpPr/>
            <p:nvPr/>
          </p:nvSpPr>
          <p:spPr>
            <a:xfrm>
              <a:off x="356339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6">
              <a:extLst>
                <a:ext uri="{FF2B5EF4-FFF2-40B4-BE49-F238E27FC236}">
                  <a16:creationId xmlns:a16="http://schemas.microsoft.com/office/drawing/2014/main" id="{A0F11BD0-BDA9-58B4-1D75-5F24324E751B}"/>
                </a:ext>
              </a:extLst>
            </p:cNvPr>
            <p:cNvSpPr/>
            <p:nvPr/>
          </p:nvSpPr>
          <p:spPr>
            <a:xfrm>
              <a:off x="357283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7">
              <a:extLst>
                <a:ext uri="{FF2B5EF4-FFF2-40B4-BE49-F238E27FC236}">
                  <a16:creationId xmlns:a16="http://schemas.microsoft.com/office/drawing/2014/main" id="{D90DC7FB-5043-6A78-0788-A152DDAB12BB}"/>
                </a:ext>
              </a:extLst>
            </p:cNvPr>
            <p:cNvSpPr/>
            <p:nvPr/>
          </p:nvSpPr>
          <p:spPr>
            <a:xfrm>
              <a:off x="358227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8">
              <a:extLst>
                <a:ext uri="{FF2B5EF4-FFF2-40B4-BE49-F238E27FC236}">
                  <a16:creationId xmlns:a16="http://schemas.microsoft.com/office/drawing/2014/main" id="{EA4591A8-5C98-42F3-93BB-3C107425C025}"/>
                </a:ext>
              </a:extLst>
            </p:cNvPr>
            <p:cNvSpPr/>
            <p:nvPr/>
          </p:nvSpPr>
          <p:spPr>
            <a:xfrm>
              <a:off x="359171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5999">
              <a:extLst>
                <a:ext uri="{FF2B5EF4-FFF2-40B4-BE49-F238E27FC236}">
                  <a16:creationId xmlns:a16="http://schemas.microsoft.com/office/drawing/2014/main" id="{6457B091-3FFB-2D2E-48CA-8A368685B7B9}"/>
                </a:ext>
              </a:extLst>
            </p:cNvPr>
            <p:cNvSpPr/>
            <p:nvPr/>
          </p:nvSpPr>
          <p:spPr>
            <a:xfrm>
              <a:off x="360115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0">
              <a:extLst>
                <a:ext uri="{FF2B5EF4-FFF2-40B4-BE49-F238E27FC236}">
                  <a16:creationId xmlns:a16="http://schemas.microsoft.com/office/drawing/2014/main" id="{7C2F6BD7-FC2D-92AC-5699-FFD3B3565DEF}"/>
                </a:ext>
              </a:extLst>
            </p:cNvPr>
            <p:cNvSpPr/>
            <p:nvPr/>
          </p:nvSpPr>
          <p:spPr>
            <a:xfrm>
              <a:off x="361059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1">
              <a:extLst>
                <a:ext uri="{FF2B5EF4-FFF2-40B4-BE49-F238E27FC236}">
                  <a16:creationId xmlns:a16="http://schemas.microsoft.com/office/drawing/2014/main" id="{9304D5B8-8D95-1B00-D840-7EDCBE5F2374}"/>
                </a:ext>
              </a:extLst>
            </p:cNvPr>
            <p:cNvSpPr/>
            <p:nvPr/>
          </p:nvSpPr>
          <p:spPr>
            <a:xfrm>
              <a:off x="362003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2">
              <a:extLst>
                <a:ext uri="{FF2B5EF4-FFF2-40B4-BE49-F238E27FC236}">
                  <a16:creationId xmlns:a16="http://schemas.microsoft.com/office/drawing/2014/main" id="{AC55BDD3-EBBB-381A-7662-01C37337C63B}"/>
                </a:ext>
              </a:extLst>
            </p:cNvPr>
            <p:cNvSpPr/>
            <p:nvPr/>
          </p:nvSpPr>
          <p:spPr>
            <a:xfrm>
              <a:off x="362947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3">
              <a:extLst>
                <a:ext uri="{FF2B5EF4-FFF2-40B4-BE49-F238E27FC236}">
                  <a16:creationId xmlns:a16="http://schemas.microsoft.com/office/drawing/2014/main" id="{88677710-AB70-387D-4CB3-F827A1895DFA}"/>
                </a:ext>
              </a:extLst>
            </p:cNvPr>
            <p:cNvSpPr/>
            <p:nvPr/>
          </p:nvSpPr>
          <p:spPr>
            <a:xfrm>
              <a:off x="363891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4">
              <a:extLst>
                <a:ext uri="{FF2B5EF4-FFF2-40B4-BE49-F238E27FC236}">
                  <a16:creationId xmlns:a16="http://schemas.microsoft.com/office/drawing/2014/main" id="{02FF4B73-E6E1-BDB2-0B1E-76BDFD5E7E24}"/>
                </a:ext>
              </a:extLst>
            </p:cNvPr>
            <p:cNvSpPr/>
            <p:nvPr/>
          </p:nvSpPr>
          <p:spPr>
            <a:xfrm>
              <a:off x="364836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5">
              <a:extLst>
                <a:ext uri="{FF2B5EF4-FFF2-40B4-BE49-F238E27FC236}">
                  <a16:creationId xmlns:a16="http://schemas.microsoft.com/office/drawing/2014/main" id="{9A2BB970-C3FB-0679-3524-DA1515271CF0}"/>
                </a:ext>
              </a:extLst>
            </p:cNvPr>
            <p:cNvSpPr/>
            <p:nvPr/>
          </p:nvSpPr>
          <p:spPr>
            <a:xfrm>
              <a:off x="365780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6">
              <a:extLst>
                <a:ext uri="{FF2B5EF4-FFF2-40B4-BE49-F238E27FC236}">
                  <a16:creationId xmlns:a16="http://schemas.microsoft.com/office/drawing/2014/main" id="{35926A64-B62D-9F48-88CC-FF030F8A60B0}"/>
                </a:ext>
              </a:extLst>
            </p:cNvPr>
            <p:cNvSpPr/>
            <p:nvPr/>
          </p:nvSpPr>
          <p:spPr>
            <a:xfrm>
              <a:off x="366724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7">
              <a:extLst>
                <a:ext uri="{FF2B5EF4-FFF2-40B4-BE49-F238E27FC236}">
                  <a16:creationId xmlns:a16="http://schemas.microsoft.com/office/drawing/2014/main" id="{1422AE69-D918-D190-1051-77AA120A52D9}"/>
                </a:ext>
              </a:extLst>
            </p:cNvPr>
            <p:cNvSpPr/>
            <p:nvPr/>
          </p:nvSpPr>
          <p:spPr>
            <a:xfrm>
              <a:off x="367668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8">
              <a:extLst>
                <a:ext uri="{FF2B5EF4-FFF2-40B4-BE49-F238E27FC236}">
                  <a16:creationId xmlns:a16="http://schemas.microsoft.com/office/drawing/2014/main" id="{AB0951CA-99DA-EE58-1780-455937D712DB}"/>
                </a:ext>
              </a:extLst>
            </p:cNvPr>
            <p:cNvSpPr/>
            <p:nvPr/>
          </p:nvSpPr>
          <p:spPr>
            <a:xfrm>
              <a:off x="368612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09">
              <a:extLst>
                <a:ext uri="{FF2B5EF4-FFF2-40B4-BE49-F238E27FC236}">
                  <a16:creationId xmlns:a16="http://schemas.microsoft.com/office/drawing/2014/main" id="{DFB44857-C5FD-ED86-8C08-93371FE504A6}"/>
                </a:ext>
              </a:extLst>
            </p:cNvPr>
            <p:cNvSpPr/>
            <p:nvPr/>
          </p:nvSpPr>
          <p:spPr>
            <a:xfrm>
              <a:off x="369556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0">
              <a:extLst>
                <a:ext uri="{FF2B5EF4-FFF2-40B4-BE49-F238E27FC236}">
                  <a16:creationId xmlns:a16="http://schemas.microsoft.com/office/drawing/2014/main" id="{ED8294FF-9D66-C8EC-5044-6E08A4E34991}"/>
                </a:ext>
              </a:extLst>
            </p:cNvPr>
            <p:cNvSpPr/>
            <p:nvPr/>
          </p:nvSpPr>
          <p:spPr>
            <a:xfrm>
              <a:off x="370500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1">
              <a:extLst>
                <a:ext uri="{FF2B5EF4-FFF2-40B4-BE49-F238E27FC236}">
                  <a16:creationId xmlns:a16="http://schemas.microsoft.com/office/drawing/2014/main" id="{0AA0E0BC-DEC1-202F-1AE0-9C632A267E0D}"/>
                </a:ext>
              </a:extLst>
            </p:cNvPr>
            <p:cNvSpPr/>
            <p:nvPr/>
          </p:nvSpPr>
          <p:spPr>
            <a:xfrm>
              <a:off x="371444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2">
              <a:extLst>
                <a:ext uri="{FF2B5EF4-FFF2-40B4-BE49-F238E27FC236}">
                  <a16:creationId xmlns:a16="http://schemas.microsoft.com/office/drawing/2014/main" id="{529CCFD1-035B-955A-DEE9-FECB89A11017}"/>
                </a:ext>
              </a:extLst>
            </p:cNvPr>
            <p:cNvSpPr/>
            <p:nvPr/>
          </p:nvSpPr>
          <p:spPr>
            <a:xfrm>
              <a:off x="372388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3">
              <a:extLst>
                <a:ext uri="{FF2B5EF4-FFF2-40B4-BE49-F238E27FC236}">
                  <a16:creationId xmlns:a16="http://schemas.microsoft.com/office/drawing/2014/main" id="{C54AA734-A116-4CBE-DAD6-1605E3CAD87B}"/>
                </a:ext>
              </a:extLst>
            </p:cNvPr>
            <p:cNvSpPr/>
            <p:nvPr/>
          </p:nvSpPr>
          <p:spPr>
            <a:xfrm>
              <a:off x="373332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4">
              <a:extLst>
                <a:ext uri="{FF2B5EF4-FFF2-40B4-BE49-F238E27FC236}">
                  <a16:creationId xmlns:a16="http://schemas.microsoft.com/office/drawing/2014/main" id="{0EFC5B17-3871-2B23-69B4-EF566719593D}"/>
                </a:ext>
              </a:extLst>
            </p:cNvPr>
            <p:cNvSpPr/>
            <p:nvPr/>
          </p:nvSpPr>
          <p:spPr>
            <a:xfrm>
              <a:off x="374276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5">
              <a:extLst>
                <a:ext uri="{FF2B5EF4-FFF2-40B4-BE49-F238E27FC236}">
                  <a16:creationId xmlns:a16="http://schemas.microsoft.com/office/drawing/2014/main" id="{8D882B27-8398-5D0C-ACC6-3D9C9235CD76}"/>
                </a:ext>
              </a:extLst>
            </p:cNvPr>
            <p:cNvSpPr/>
            <p:nvPr/>
          </p:nvSpPr>
          <p:spPr>
            <a:xfrm>
              <a:off x="3752202" y="142986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6">
              <a:extLst>
                <a:ext uri="{FF2B5EF4-FFF2-40B4-BE49-F238E27FC236}">
                  <a16:creationId xmlns:a16="http://schemas.microsoft.com/office/drawing/2014/main" id="{0B734358-2334-8A07-9051-5D4D15A63876}"/>
                </a:ext>
              </a:extLst>
            </p:cNvPr>
            <p:cNvSpPr/>
            <p:nvPr/>
          </p:nvSpPr>
          <p:spPr>
            <a:xfrm>
              <a:off x="3761643" y="1412291"/>
              <a:ext cx="921017" cy="925437"/>
            </a:xfrm>
            <a:custGeom>
              <a:avLst/>
              <a:gdLst/>
              <a:ahLst/>
              <a:cxnLst/>
              <a:rect l="0" t="0" r="0" b="0"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7">
              <a:extLst>
                <a:ext uri="{FF2B5EF4-FFF2-40B4-BE49-F238E27FC236}">
                  <a16:creationId xmlns:a16="http://schemas.microsoft.com/office/drawing/2014/main" id="{6B68B821-8958-68F2-3B28-6C4A1DA7749D}"/>
                </a:ext>
              </a:extLst>
            </p:cNvPr>
            <p:cNvSpPr/>
            <p:nvPr/>
          </p:nvSpPr>
          <p:spPr>
            <a:xfrm>
              <a:off x="2109601" y="1394721"/>
              <a:ext cx="914400" cy="917829"/>
            </a:xfrm>
            <a:custGeom>
              <a:avLst/>
              <a:gdLst/>
              <a:ahLst/>
              <a:cxnLst/>
              <a:rect l="0" t="0" r="0" b="0"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8">
              <a:extLst>
                <a:ext uri="{FF2B5EF4-FFF2-40B4-BE49-F238E27FC236}">
                  <a16:creationId xmlns:a16="http://schemas.microsoft.com/office/drawing/2014/main" id="{9A976DB3-39CD-4588-5AB1-BD16BF23373A}"/>
                </a:ext>
              </a:extLst>
            </p:cNvPr>
            <p:cNvSpPr/>
            <p:nvPr/>
          </p:nvSpPr>
          <p:spPr>
            <a:xfrm>
              <a:off x="210960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19">
              <a:extLst>
                <a:ext uri="{FF2B5EF4-FFF2-40B4-BE49-F238E27FC236}">
                  <a16:creationId xmlns:a16="http://schemas.microsoft.com/office/drawing/2014/main" id="{C4323C66-AB17-C4A2-6A31-C061021217AA}"/>
                </a:ext>
              </a:extLst>
            </p:cNvPr>
            <p:cNvSpPr/>
            <p:nvPr/>
          </p:nvSpPr>
          <p:spPr>
            <a:xfrm>
              <a:off x="211904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0">
              <a:extLst>
                <a:ext uri="{FF2B5EF4-FFF2-40B4-BE49-F238E27FC236}">
                  <a16:creationId xmlns:a16="http://schemas.microsoft.com/office/drawing/2014/main" id="{6172EA74-2EB7-F621-A5DA-1E5E69925B28}"/>
                </a:ext>
              </a:extLst>
            </p:cNvPr>
            <p:cNvSpPr/>
            <p:nvPr/>
          </p:nvSpPr>
          <p:spPr>
            <a:xfrm>
              <a:off x="212848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1">
              <a:extLst>
                <a:ext uri="{FF2B5EF4-FFF2-40B4-BE49-F238E27FC236}">
                  <a16:creationId xmlns:a16="http://schemas.microsoft.com/office/drawing/2014/main" id="{AD2E1CB4-4B0C-C093-A9D1-804FAD3316DE}"/>
                </a:ext>
              </a:extLst>
            </p:cNvPr>
            <p:cNvSpPr/>
            <p:nvPr/>
          </p:nvSpPr>
          <p:spPr>
            <a:xfrm>
              <a:off x="213792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2">
              <a:extLst>
                <a:ext uri="{FF2B5EF4-FFF2-40B4-BE49-F238E27FC236}">
                  <a16:creationId xmlns:a16="http://schemas.microsoft.com/office/drawing/2014/main" id="{CFDDD00B-B350-0C60-75DF-355FDBD941F7}"/>
                </a:ext>
              </a:extLst>
            </p:cNvPr>
            <p:cNvSpPr/>
            <p:nvPr/>
          </p:nvSpPr>
          <p:spPr>
            <a:xfrm>
              <a:off x="214736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3">
              <a:extLst>
                <a:ext uri="{FF2B5EF4-FFF2-40B4-BE49-F238E27FC236}">
                  <a16:creationId xmlns:a16="http://schemas.microsoft.com/office/drawing/2014/main" id="{3BEB3FED-FFD4-AA2E-2B11-33A210CA8685}"/>
                </a:ext>
              </a:extLst>
            </p:cNvPr>
            <p:cNvSpPr/>
            <p:nvPr/>
          </p:nvSpPr>
          <p:spPr>
            <a:xfrm>
              <a:off x="215680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4">
              <a:extLst>
                <a:ext uri="{FF2B5EF4-FFF2-40B4-BE49-F238E27FC236}">
                  <a16:creationId xmlns:a16="http://schemas.microsoft.com/office/drawing/2014/main" id="{C6DCD6BE-F0A1-1C27-9637-99B9170BABA6}"/>
                </a:ext>
              </a:extLst>
            </p:cNvPr>
            <p:cNvSpPr/>
            <p:nvPr/>
          </p:nvSpPr>
          <p:spPr>
            <a:xfrm>
              <a:off x="216624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5">
              <a:extLst>
                <a:ext uri="{FF2B5EF4-FFF2-40B4-BE49-F238E27FC236}">
                  <a16:creationId xmlns:a16="http://schemas.microsoft.com/office/drawing/2014/main" id="{7D0DD90F-74A6-CA63-5612-8BF1D13109B0}"/>
                </a:ext>
              </a:extLst>
            </p:cNvPr>
            <p:cNvSpPr/>
            <p:nvPr/>
          </p:nvSpPr>
          <p:spPr>
            <a:xfrm>
              <a:off x="217568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6">
              <a:extLst>
                <a:ext uri="{FF2B5EF4-FFF2-40B4-BE49-F238E27FC236}">
                  <a16:creationId xmlns:a16="http://schemas.microsoft.com/office/drawing/2014/main" id="{6720A3B5-E043-769F-DF0B-9EEE3EA02DD1}"/>
                </a:ext>
              </a:extLst>
            </p:cNvPr>
            <p:cNvSpPr/>
            <p:nvPr/>
          </p:nvSpPr>
          <p:spPr>
            <a:xfrm>
              <a:off x="218512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7">
              <a:extLst>
                <a:ext uri="{FF2B5EF4-FFF2-40B4-BE49-F238E27FC236}">
                  <a16:creationId xmlns:a16="http://schemas.microsoft.com/office/drawing/2014/main" id="{47519255-1583-EA0E-1A15-580BD6C6B798}"/>
                </a:ext>
              </a:extLst>
            </p:cNvPr>
            <p:cNvSpPr/>
            <p:nvPr/>
          </p:nvSpPr>
          <p:spPr>
            <a:xfrm>
              <a:off x="219456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8">
              <a:extLst>
                <a:ext uri="{FF2B5EF4-FFF2-40B4-BE49-F238E27FC236}">
                  <a16:creationId xmlns:a16="http://schemas.microsoft.com/office/drawing/2014/main" id="{18D5EECF-8CE7-973D-9997-B6B3EE733EC0}"/>
                </a:ext>
              </a:extLst>
            </p:cNvPr>
            <p:cNvSpPr/>
            <p:nvPr/>
          </p:nvSpPr>
          <p:spPr>
            <a:xfrm>
              <a:off x="220400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29">
              <a:extLst>
                <a:ext uri="{FF2B5EF4-FFF2-40B4-BE49-F238E27FC236}">
                  <a16:creationId xmlns:a16="http://schemas.microsoft.com/office/drawing/2014/main" id="{451D0BA1-A123-0D1B-871A-FE39C636FB04}"/>
                </a:ext>
              </a:extLst>
            </p:cNvPr>
            <p:cNvSpPr/>
            <p:nvPr/>
          </p:nvSpPr>
          <p:spPr>
            <a:xfrm>
              <a:off x="221344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0">
              <a:extLst>
                <a:ext uri="{FF2B5EF4-FFF2-40B4-BE49-F238E27FC236}">
                  <a16:creationId xmlns:a16="http://schemas.microsoft.com/office/drawing/2014/main" id="{EEC9505C-F300-AA37-7F29-6BAFAF5597B2}"/>
                </a:ext>
              </a:extLst>
            </p:cNvPr>
            <p:cNvSpPr/>
            <p:nvPr/>
          </p:nvSpPr>
          <p:spPr>
            <a:xfrm>
              <a:off x="222288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1">
              <a:extLst>
                <a:ext uri="{FF2B5EF4-FFF2-40B4-BE49-F238E27FC236}">
                  <a16:creationId xmlns:a16="http://schemas.microsoft.com/office/drawing/2014/main" id="{F72D5713-C5FA-195A-FB21-A1845ED2CBF5}"/>
                </a:ext>
              </a:extLst>
            </p:cNvPr>
            <p:cNvSpPr/>
            <p:nvPr/>
          </p:nvSpPr>
          <p:spPr>
            <a:xfrm>
              <a:off x="223232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2">
              <a:extLst>
                <a:ext uri="{FF2B5EF4-FFF2-40B4-BE49-F238E27FC236}">
                  <a16:creationId xmlns:a16="http://schemas.microsoft.com/office/drawing/2014/main" id="{CF7197E5-C1A9-6CA7-4C60-D091091AD016}"/>
                </a:ext>
              </a:extLst>
            </p:cNvPr>
            <p:cNvSpPr/>
            <p:nvPr/>
          </p:nvSpPr>
          <p:spPr>
            <a:xfrm>
              <a:off x="224176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3">
              <a:extLst>
                <a:ext uri="{FF2B5EF4-FFF2-40B4-BE49-F238E27FC236}">
                  <a16:creationId xmlns:a16="http://schemas.microsoft.com/office/drawing/2014/main" id="{FC4C7087-AC77-F9F5-C847-4321AF47251B}"/>
                </a:ext>
              </a:extLst>
            </p:cNvPr>
            <p:cNvSpPr/>
            <p:nvPr/>
          </p:nvSpPr>
          <p:spPr>
            <a:xfrm>
              <a:off x="225120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4">
              <a:extLst>
                <a:ext uri="{FF2B5EF4-FFF2-40B4-BE49-F238E27FC236}">
                  <a16:creationId xmlns:a16="http://schemas.microsoft.com/office/drawing/2014/main" id="{935668DC-E28D-15B5-63DC-1DCA7C0360EB}"/>
                </a:ext>
              </a:extLst>
            </p:cNvPr>
            <p:cNvSpPr/>
            <p:nvPr/>
          </p:nvSpPr>
          <p:spPr>
            <a:xfrm>
              <a:off x="226064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5">
              <a:extLst>
                <a:ext uri="{FF2B5EF4-FFF2-40B4-BE49-F238E27FC236}">
                  <a16:creationId xmlns:a16="http://schemas.microsoft.com/office/drawing/2014/main" id="{CE640216-3907-664F-8DE4-F4D535713E94}"/>
                </a:ext>
              </a:extLst>
            </p:cNvPr>
            <p:cNvSpPr/>
            <p:nvPr/>
          </p:nvSpPr>
          <p:spPr>
            <a:xfrm>
              <a:off x="227008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6">
              <a:extLst>
                <a:ext uri="{FF2B5EF4-FFF2-40B4-BE49-F238E27FC236}">
                  <a16:creationId xmlns:a16="http://schemas.microsoft.com/office/drawing/2014/main" id="{D4F9F609-1EE5-FAC1-CDE0-88D10382514F}"/>
                </a:ext>
              </a:extLst>
            </p:cNvPr>
            <p:cNvSpPr/>
            <p:nvPr/>
          </p:nvSpPr>
          <p:spPr>
            <a:xfrm>
              <a:off x="227952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7">
              <a:extLst>
                <a:ext uri="{FF2B5EF4-FFF2-40B4-BE49-F238E27FC236}">
                  <a16:creationId xmlns:a16="http://schemas.microsoft.com/office/drawing/2014/main" id="{CFAA51C3-4DC5-F978-3A38-2CDD908126A4}"/>
                </a:ext>
              </a:extLst>
            </p:cNvPr>
            <p:cNvSpPr/>
            <p:nvPr/>
          </p:nvSpPr>
          <p:spPr>
            <a:xfrm>
              <a:off x="228896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8">
              <a:extLst>
                <a:ext uri="{FF2B5EF4-FFF2-40B4-BE49-F238E27FC236}">
                  <a16:creationId xmlns:a16="http://schemas.microsoft.com/office/drawing/2014/main" id="{724B3F1C-224E-9156-084D-C9DFAB2F5A66}"/>
                </a:ext>
              </a:extLst>
            </p:cNvPr>
            <p:cNvSpPr/>
            <p:nvPr/>
          </p:nvSpPr>
          <p:spPr>
            <a:xfrm>
              <a:off x="229840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39">
              <a:extLst>
                <a:ext uri="{FF2B5EF4-FFF2-40B4-BE49-F238E27FC236}">
                  <a16:creationId xmlns:a16="http://schemas.microsoft.com/office/drawing/2014/main" id="{C33DA47B-DB98-6A86-1AB0-31C52C47A7CF}"/>
                </a:ext>
              </a:extLst>
            </p:cNvPr>
            <p:cNvSpPr/>
            <p:nvPr/>
          </p:nvSpPr>
          <p:spPr>
            <a:xfrm>
              <a:off x="230784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0">
              <a:extLst>
                <a:ext uri="{FF2B5EF4-FFF2-40B4-BE49-F238E27FC236}">
                  <a16:creationId xmlns:a16="http://schemas.microsoft.com/office/drawing/2014/main" id="{DB67A651-DB54-66E8-AAD6-B478ED27A747}"/>
                </a:ext>
              </a:extLst>
            </p:cNvPr>
            <p:cNvSpPr/>
            <p:nvPr/>
          </p:nvSpPr>
          <p:spPr>
            <a:xfrm>
              <a:off x="231728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1">
              <a:extLst>
                <a:ext uri="{FF2B5EF4-FFF2-40B4-BE49-F238E27FC236}">
                  <a16:creationId xmlns:a16="http://schemas.microsoft.com/office/drawing/2014/main" id="{04620F5C-59BF-750F-0876-94E047E69B24}"/>
                </a:ext>
              </a:extLst>
            </p:cNvPr>
            <p:cNvSpPr/>
            <p:nvPr/>
          </p:nvSpPr>
          <p:spPr>
            <a:xfrm>
              <a:off x="232672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2">
              <a:extLst>
                <a:ext uri="{FF2B5EF4-FFF2-40B4-BE49-F238E27FC236}">
                  <a16:creationId xmlns:a16="http://schemas.microsoft.com/office/drawing/2014/main" id="{897322D3-771D-E097-0162-5AC575890CAE}"/>
                </a:ext>
              </a:extLst>
            </p:cNvPr>
            <p:cNvSpPr/>
            <p:nvPr/>
          </p:nvSpPr>
          <p:spPr>
            <a:xfrm>
              <a:off x="233616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3">
              <a:extLst>
                <a:ext uri="{FF2B5EF4-FFF2-40B4-BE49-F238E27FC236}">
                  <a16:creationId xmlns:a16="http://schemas.microsoft.com/office/drawing/2014/main" id="{846E39FF-BA30-1FB4-ADF0-73C6D7FF1504}"/>
                </a:ext>
              </a:extLst>
            </p:cNvPr>
            <p:cNvSpPr/>
            <p:nvPr/>
          </p:nvSpPr>
          <p:spPr>
            <a:xfrm>
              <a:off x="234560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4">
              <a:extLst>
                <a:ext uri="{FF2B5EF4-FFF2-40B4-BE49-F238E27FC236}">
                  <a16:creationId xmlns:a16="http://schemas.microsoft.com/office/drawing/2014/main" id="{67A80DAD-1923-8AD9-1AD3-B92A5676E202}"/>
                </a:ext>
              </a:extLst>
            </p:cNvPr>
            <p:cNvSpPr/>
            <p:nvPr/>
          </p:nvSpPr>
          <p:spPr>
            <a:xfrm>
              <a:off x="235504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5">
              <a:extLst>
                <a:ext uri="{FF2B5EF4-FFF2-40B4-BE49-F238E27FC236}">
                  <a16:creationId xmlns:a16="http://schemas.microsoft.com/office/drawing/2014/main" id="{061597E1-DB12-31A6-B6B3-9DCB09B4B293}"/>
                </a:ext>
              </a:extLst>
            </p:cNvPr>
            <p:cNvSpPr/>
            <p:nvPr/>
          </p:nvSpPr>
          <p:spPr>
            <a:xfrm>
              <a:off x="236448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6">
              <a:extLst>
                <a:ext uri="{FF2B5EF4-FFF2-40B4-BE49-F238E27FC236}">
                  <a16:creationId xmlns:a16="http://schemas.microsoft.com/office/drawing/2014/main" id="{7AB6CA1F-399E-F8D3-6406-E672CB9C70EB}"/>
                </a:ext>
              </a:extLst>
            </p:cNvPr>
            <p:cNvSpPr/>
            <p:nvPr/>
          </p:nvSpPr>
          <p:spPr>
            <a:xfrm>
              <a:off x="237392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7">
              <a:extLst>
                <a:ext uri="{FF2B5EF4-FFF2-40B4-BE49-F238E27FC236}">
                  <a16:creationId xmlns:a16="http://schemas.microsoft.com/office/drawing/2014/main" id="{0F2A6C73-79B6-8FD6-E648-7019C2AD1FA4}"/>
                </a:ext>
              </a:extLst>
            </p:cNvPr>
            <p:cNvSpPr/>
            <p:nvPr/>
          </p:nvSpPr>
          <p:spPr>
            <a:xfrm>
              <a:off x="23833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8">
              <a:extLst>
                <a:ext uri="{FF2B5EF4-FFF2-40B4-BE49-F238E27FC236}">
                  <a16:creationId xmlns:a16="http://schemas.microsoft.com/office/drawing/2014/main" id="{747465C6-4028-7EE4-F634-BA2AD12A217E}"/>
                </a:ext>
              </a:extLst>
            </p:cNvPr>
            <p:cNvSpPr/>
            <p:nvPr/>
          </p:nvSpPr>
          <p:spPr>
            <a:xfrm>
              <a:off x="239280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49">
              <a:extLst>
                <a:ext uri="{FF2B5EF4-FFF2-40B4-BE49-F238E27FC236}">
                  <a16:creationId xmlns:a16="http://schemas.microsoft.com/office/drawing/2014/main" id="{D79D7BAA-AE62-FC07-F04B-753A88E91902}"/>
                </a:ext>
              </a:extLst>
            </p:cNvPr>
            <p:cNvSpPr/>
            <p:nvPr/>
          </p:nvSpPr>
          <p:spPr>
            <a:xfrm>
              <a:off x="240224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0">
              <a:extLst>
                <a:ext uri="{FF2B5EF4-FFF2-40B4-BE49-F238E27FC236}">
                  <a16:creationId xmlns:a16="http://schemas.microsoft.com/office/drawing/2014/main" id="{37C9550E-0FC3-2E28-FF6D-C4B9A78B908E}"/>
                </a:ext>
              </a:extLst>
            </p:cNvPr>
            <p:cNvSpPr/>
            <p:nvPr/>
          </p:nvSpPr>
          <p:spPr>
            <a:xfrm>
              <a:off x="241168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1">
              <a:extLst>
                <a:ext uri="{FF2B5EF4-FFF2-40B4-BE49-F238E27FC236}">
                  <a16:creationId xmlns:a16="http://schemas.microsoft.com/office/drawing/2014/main" id="{6178A543-D92A-C87A-7613-ABA2AA9FC230}"/>
                </a:ext>
              </a:extLst>
            </p:cNvPr>
            <p:cNvSpPr/>
            <p:nvPr/>
          </p:nvSpPr>
          <p:spPr>
            <a:xfrm>
              <a:off x="242112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2">
              <a:extLst>
                <a:ext uri="{FF2B5EF4-FFF2-40B4-BE49-F238E27FC236}">
                  <a16:creationId xmlns:a16="http://schemas.microsoft.com/office/drawing/2014/main" id="{9658C000-08F6-B2D5-B459-41FE570E68A5}"/>
                </a:ext>
              </a:extLst>
            </p:cNvPr>
            <p:cNvSpPr/>
            <p:nvPr/>
          </p:nvSpPr>
          <p:spPr>
            <a:xfrm>
              <a:off x="2430569" y="1412291"/>
              <a:ext cx="920306" cy="914399"/>
            </a:xfrm>
            <a:custGeom>
              <a:avLst/>
              <a:gdLst/>
              <a:ahLst/>
              <a:cxnLst/>
              <a:rect l="0" t="0" r="0" b="0"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3">
              <a:extLst>
                <a:ext uri="{FF2B5EF4-FFF2-40B4-BE49-F238E27FC236}">
                  <a16:creationId xmlns:a16="http://schemas.microsoft.com/office/drawing/2014/main" id="{3B7BC482-3E23-3A4E-FDB6-5CBC3683EBFA}"/>
                </a:ext>
              </a:extLst>
            </p:cNvPr>
            <p:cNvSpPr/>
            <p:nvPr/>
          </p:nvSpPr>
          <p:spPr>
            <a:xfrm>
              <a:off x="3138587" y="141229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4">
              <a:extLst>
                <a:ext uri="{FF2B5EF4-FFF2-40B4-BE49-F238E27FC236}">
                  <a16:creationId xmlns:a16="http://schemas.microsoft.com/office/drawing/2014/main" id="{4D4254FB-1B5B-C4A5-A9AF-33B22C65DBE7}"/>
                </a:ext>
              </a:extLst>
            </p:cNvPr>
            <p:cNvSpPr/>
            <p:nvPr/>
          </p:nvSpPr>
          <p:spPr>
            <a:xfrm>
              <a:off x="3148027" y="139472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5">
              <a:extLst>
                <a:ext uri="{FF2B5EF4-FFF2-40B4-BE49-F238E27FC236}">
                  <a16:creationId xmlns:a16="http://schemas.microsoft.com/office/drawing/2014/main" id="{14D336CF-6AAF-84B5-169E-86F9C8DA69FE}"/>
                </a:ext>
              </a:extLst>
            </p:cNvPr>
            <p:cNvSpPr/>
            <p:nvPr/>
          </p:nvSpPr>
          <p:spPr>
            <a:xfrm>
              <a:off x="314802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6">
              <a:extLst>
                <a:ext uri="{FF2B5EF4-FFF2-40B4-BE49-F238E27FC236}">
                  <a16:creationId xmlns:a16="http://schemas.microsoft.com/office/drawing/2014/main" id="{8BEE30D7-BD49-A698-2BFD-6FAA02BE5C22}"/>
                </a:ext>
              </a:extLst>
            </p:cNvPr>
            <p:cNvSpPr/>
            <p:nvPr/>
          </p:nvSpPr>
          <p:spPr>
            <a:xfrm>
              <a:off x="315746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7">
              <a:extLst>
                <a:ext uri="{FF2B5EF4-FFF2-40B4-BE49-F238E27FC236}">
                  <a16:creationId xmlns:a16="http://schemas.microsoft.com/office/drawing/2014/main" id="{E6614CA2-A41A-FD20-76CC-EF2B60DD1228}"/>
                </a:ext>
              </a:extLst>
            </p:cNvPr>
            <p:cNvSpPr/>
            <p:nvPr/>
          </p:nvSpPr>
          <p:spPr>
            <a:xfrm>
              <a:off x="316690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8">
              <a:extLst>
                <a:ext uri="{FF2B5EF4-FFF2-40B4-BE49-F238E27FC236}">
                  <a16:creationId xmlns:a16="http://schemas.microsoft.com/office/drawing/2014/main" id="{2ADBBC86-724E-5DAF-F434-5BAA7B0F4363}"/>
                </a:ext>
              </a:extLst>
            </p:cNvPr>
            <p:cNvSpPr/>
            <p:nvPr/>
          </p:nvSpPr>
          <p:spPr>
            <a:xfrm>
              <a:off x="317634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59">
              <a:extLst>
                <a:ext uri="{FF2B5EF4-FFF2-40B4-BE49-F238E27FC236}">
                  <a16:creationId xmlns:a16="http://schemas.microsoft.com/office/drawing/2014/main" id="{B3CC3E74-DB55-04B5-5468-4A9A15E72A4C}"/>
                </a:ext>
              </a:extLst>
            </p:cNvPr>
            <p:cNvSpPr/>
            <p:nvPr/>
          </p:nvSpPr>
          <p:spPr>
            <a:xfrm>
              <a:off x="318578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0">
              <a:extLst>
                <a:ext uri="{FF2B5EF4-FFF2-40B4-BE49-F238E27FC236}">
                  <a16:creationId xmlns:a16="http://schemas.microsoft.com/office/drawing/2014/main" id="{062A30B7-6CAA-3B6B-AA56-A24760348013}"/>
                </a:ext>
              </a:extLst>
            </p:cNvPr>
            <p:cNvSpPr/>
            <p:nvPr/>
          </p:nvSpPr>
          <p:spPr>
            <a:xfrm>
              <a:off x="319522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1">
              <a:extLst>
                <a:ext uri="{FF2B5EF4-FFF2-40B4-BE49-F238E27FC236}">
                  <a16:creationId xmlns:a16="http://schemas.microsoft.com/office/drawing/2014/main" id="{C5E0AD0A-0A7F-38CF-97CE-AFC21C4B4646}"/>
                </a:ext>
              </a:extLst>
            </p:cNvPr>
            <p:cNvSpPr/>
            <p:nvPr/>
          </p:nvSpPr>
          <p:spPr>
            <a:xfrm>
              <a:off x="32046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2">
              <a:extLst>
                <a:ext uri="{FF2B5EF4-FFF2-40B4-BE49-F238E27FC236}">
                  <a16:creationId xmlns:a16="http://schemas.microsoft.com/office/drawing/2014/main" id="{F71D77FA-AAC7-BF70-D19B-EB0C13A4404B}"/>
                </a:ext>
              </a:extLst>
            </p:cNvPr>
            <p:cNvSpPr/>
            <p:nvPr/>
          </p:nvSpPr>
          <p:spPr>
            <a:xfrm>
              <a:off x="321410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3">
              <a:extLst>
                <a:ext uri="{FF2B5EF4-FFF2-40B4-BE49-F238E27FC236}">
                  <a16:creationId xmlns:a16="http://schemas.microsoft.com/office/drawing/2014/main" id="{9D209DEB-B5BE-0789-00B8-156DB67C7E7E}"/>
                </a:ext>
              </a:extLst>
            </p:cNvPr>
            <p:cNvSpPr/>
            <p:nvPr/>
          </p:nvSpPr>
          <p:spPr>
            <a:xfrm>
              <a:off x="322354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4">
              <a:extLst>
                <a:ext uri="{FF2B5EF4-FFF2-40B4-BE49-F238E27FC236}">
                  <a16:creationId xmlns:a16="http://schemas.microsoft.com/office/drawing/2014/main" id="{3F05CB49-B063-528D-437F-7F056489FD6B}"/>
                </a:ext>
              </a:extLst>
            </p:cNvPr>
            <p:cNvSpPr/>
            <p:nvPr/>
          </p:nvSpPr>
          <p:spPr>
            <a:xfrm>
              <a:off x="323298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5">
              <a:extLst>
                <a:ext uri="{FF2B5EF4-FFF2-40B4-BE49-F238E27FC236}">
                  <a16:creationId xmlns:a16="http://schemas.microsoft.com/office/drawing/2014/main" id="{60EAFE8F-04BC-F35A-0CAE-2CA9532E7449}"/>
                </a:ext>
              </a:extLst>
            </p:cNvPr>
            <p:cNvSpPr/>
            <p:nvPr/>
          </p:nvSpPr>
          <p:spPr>
            <a:xfrm>
              <a:off x="324242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6">
              <a:extLst>
                <a:ext uri="{FF2B5EF4-FFF2-40B4-BE49-F238E27FC236}">
                  <a16:creationId xmlns:a16="http://schemas.microsoft.com/office/drawing/2014/main" id="{B2201708-A6F0-BF82-7E33-A497D8ECFA2D}"/>
                </a:ext>
              </a:extLst>
            </p:cNvPr>
            <p:cNvSpPr/>
            <p:nvPr/>
          </p:nvSpPr>
          <p:spPr>
            <a:xfrm>
              <a:off x="325187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7">
              <a:extLst>
                <a:ext uri="{FF2B5EF4-FFF2-40B4-BE49-F238E27FC236}">
                  <a16:creationId xmlns:a16="http://schemas.microsoft.com/office/drawing/2014/main" id="{01D78ADF-4BC7-554A-F429-047B091F964F}"/>
                </a:ext>
              </a:extLst>
            </p:cNvPr>
            <p:cNvSpPr/>
            <p:nvPr/>
          </p:nvSpPr>
          <p:spPr>
            <a:xfrm>
              <a:off x="326131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8">
              <a:extLst>
                <a:ext uri="{FF2B5EF4-FFF2-40B4-BE49-F238E27FC236}">
                  <a16:creationId xmlns:a16="http://schemas.microsoft.com/office/drawing/2014/main" id="{E86873DC-D624-F4DD-7A18-59B5D812B007}"/>
                </a:ext>
              </a:extLst>
            </p:cNvPr>
            <p:cNvSpPr/>
            <p:nvPr/>
          </p:nvSpPr>
          <p:spPr>
            <a:xfrm>
              <a:off x="327075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69">
              <a:extLst>
                <a:ext uri="{FF2B5EF4-FFF2-40B4-BE49-F238E27FC236}">
                  <a16:creationId xmlns:a16="http://schemas.microsoft.com/office/drawing/2014/main" id="{B66069F2-5ABD-A1CB-E1A0-968E82528EDD}"/>
                </a:ext>
              </a:extLst>
            </p:cNvPr>
            <p:cNvSpPr/>
            <p:nvPr/>
          </p:nvSpPr>
          <p:spPr>
            <a:xfrm>
              <a:off x="328019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0">
              <a:extLst>
                <a:ext uri="{FF2B5EF4-FFF2-40B4-BE49-F238E27FC236}">
                  <a16:creationId xmlns:a16="http://schemas.microsoft.com/office/drawing/2014/main" id="{0953E982-B890-5A31-B7F6-E69818E69613}"/>
                </a:ext>
              </a:extLst>
            </p:cNvPr>
            <p:cNvSpPr/>
            <p:nvPr/>
          </p:nvSpPr>
          <p:spPr>
            <a:xfrm>
              <a:off x="328963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1">
              <a:extLst>
                <a:ext uri="{FF2B5EF4-FFF2-40B4-BE49-F238E27FC236}">
                  <a16:creationId xmlns:a16="http://schemas.microsoft.com/office/drawing/2014/main" id="{5A0B9952-1046-CF63-F58C-21BFDF5F1157}"/>
                </a:ext>
              </a:extLst>
            </p:cNvPr>
            <p:cNvSpPr/>
            <p:nvPr/>
          </p:nvSpPr>
          <p:spPr>
            <a:xfrm>
              <a:off x="329907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2">
              <a:extLst>
                <a:ext uri="{FF2B5EF4-FFF2-40B4-BE49-F238E27FC236}">
                  <a16:creationId xmlns:a16="http://schemas.microsoft.com/office/drawing/2014/main" id="{0E3E2422-0D8F-C469-4A39-41C2DC475FF2}"/>
                </a:ext>
              </a:extLst>
            </p:cNvPr>
            <p:cNvSpPr/>
            <p:nvPr/>
          </p:nvSpPr>
          <p:spPr>
            <a:xfrm>
              <a:off x="330851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3">
              <a:extLst>
                <a:ext uri="{FF2B5EF4-FFF2-40B4-BE49-F238E27FC236}">
                  <a16:creationId xmlns:a16="http://schemas.microsoft.com/office/drawing/2014/main" id="{87EB606A-5024-35D4-265A-EAD8578B96E1}"/>
                </a:ext>
              </a:extLst>
            </p:cNvPr>
            <p:cNvSpPr/>
            <p:nvPr/>
          </p:nvSpPr>
          <p:spPr>
            <a:xfrm>
              <a:off x="331795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4">
              <a:extLst>
                <a:ext uri="{FF2B5EF4-FFF2-40B4-BE49-F238E27FC236}">
                  <a16:creationId xmlns:a16="http://schemas.microsoft.com/office/drawing/2014/main" id="{C2D47252-3EE2-B159-7EBC-E3509874A4AA}"/>
                </a:ext>
              </a:extLst>
            </p:cNvPr>
            <p:cNvSpPr/>
            <p:nvPr/>
          </p:nvSpPr>
          <p:spPr>
            <a:xfrm>
              <a:off x="332739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5">
              <a:extLst>
                <a:ext uri="{FF2B5EF4-FFF2-40B4-BE49-F238E27FC236}">
                  <a16:creationId xmlns:a16="http://schemas.microsoft.com/office/drawing/2014/main" id="{E31BE89E-7DAC-C494-91DC-11F6EB62A22B}"/>
                </a:ext>
              </a:extLst>
            </p:cNvPr>
            <p:cNvSpPr/>
            <p:nvPr/>
          </p:nvSpPr>
          <p:spPr>
            <a:xfrm>
              <a:off x="333683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6">
              <a:extLst>
                <a:ext uri="{FF2B5EF4-FFF2-40B4-BE49-F238E27FC236}">
                  <a16:creationId xmlns:a16="http://schemas.microsoft.com/office/drawing/2014/main" id="{0B97C3F1-3482-B73C-AAB2-7120450F792A}"/>
                </a:ext>
              </a:extLst>
            </p:cNvPr>
            <p:cNvSpPr/>
            <p:nvPr/>
          </p:nvSpPr>
          <p:spPr>
            <a:xfrm>
              <a:off x="334627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7">
              <a:extLst>
                <a:ext uri="{FF2B5EF4-FFF2-40B4-BE49-F238E27FC236}">
                  <a16:creationId xmlns:a16="http://schemas.microsoft.com/office/drawing/2014/main" id="{6830BE36-264F-CBD9-53AA-02B11E9DB17F}"/>
                </a:ext>
              </a:extLst>
            </p:cNvPr>
            <p:cNvSpPr/>
            <p:nvPr/>
          </p:nvSpPr>
          <p:spPr>
            <a:xfrm>
              <a:off x="335571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8">
              <a:extLst>
                <a:ext uri="{FF2B5EF4-FFF2-40B4-BE49-F238E27FC236}">
                  <a16:creationId xmlns:a16="http://schemas.microsoft.com/office/drawing/2014/main" id="{58E0D905-E3C6-8A87-0BCA-8794D4AD7342}"/>
                </a:ext>
              </a:extLst>
            </p:cNvPr>
            <p:cNvSpPr/>
            <p:nvPr/>
          </p:nvSpPr>
          <p:spPr>
            <a:xfrm>
              <a:off x="336515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79">
              <a:extLst>
                <a:ext uri="{FF2B5EF4-FFF2-40B4-BE49-F238E27FC236}">
                  <a16:creationId xmlns:a16="http://schemas.microsoft.com/office/drawing/2014/main" id="{0735BD17-1C43-A754-218F-83FDA3B403C0}"/>
                </a:ext>
              </a:extLst>
            </p:cNvPr>
            <p:cNvSpPr/>
            <p:nvPr/>
          </p:nvSpPr>
          <p:spPr>
            <a:xfrm>
              <a:off x="337459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0">
              <a:extLst>
                <a:ext uri="{FF2B5EF4-FFF2-40B4-BE49-F238E27FC236}">
                  <a16:creationId xmlns:a16="http://schemas.microsoft.com/office/drawing/2014/main" id="{85526B64-2497-BD29-7897-F304A47B865E}"/>
                </a:ext>
              </a:extLst>
            </p:cNvPr>
            <p:cNvSpPr/>
            <p:nvPr/>
          </p:nvSpPr>
          <p:spPr>
            <a:xfrm>
              <a:off x="338403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1">
              <a:extLst>
                <a:ext uri="{FF2B5EF4-FFF2-40B4-BE49-F238E27FC236}">
                  <a16:creationId xmlns:a16="http://schemas.microsoft.com/office/drawing/2014/main" id="{C242EC3F-5E46-03CA-F0A2-5E6FB24F7885}"/>
                </a:ext>
              </a:extLst>
            </p:cNvPr>
            <p:cNvSpPr/>
            <p:nvPr/>
          </p:nvSpPr>
          <p:spPr>
            <a:xfrm>
              <a:off x="339347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2">
              <a:extLst>
                <a:ext uri="{FF2B5EF4-FFF2-40B4-BE49-F238E27FC236}">
                  <a16:creationId xmlns:a16="http://schemas.microsoft.com/office/drawing/2014/main" id="{45EE00B3-3983-7355-6231-7D3297570B38}"/>
                </a:ext>
              </a:extLst>
            </p:cNvPr>
            <p:cNvSpPr/>
            <p:nvPr/>
          </p:nvSpPr>
          <p:spPr>
            <a:xfrm>
              <a:off x="340291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3">
              <a:extLst>
                <a:ext uri="{FF2B5EF4-FFF2-40B4-BE49-F238E27FC236}">
                  <a16:creationId xmlns:a16="http://schemas.microsoft.com/office/drawing/2014/main" id="{ED10E23A-EF9D-2665-0D03-8AB5E10AE7CF}"/>
                </a:ext>
              </a:extLst>
            </p:cNvPr>
            <p:cNvSpPr/>
            <p:nvPr/>
          </p:nvSpPr>
          <p:spPr>
            <a:xfrm>
              <a:off x="341235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4">
              <a:extLst>
                <a:ext uri="{FF2B5EF4-FFF2-40B4-BE49-F238E27FC236}">
                  <a16:creationId xmlns:a16="http://schemas.microsoft.com/office/drawing/2014/main" id="{43A706F1-86B2-2C78-7C80-545321283C8C}"/>
                </a:ext>
              </a:extLst>
            </p:cNvPr>
            <p:cNvSpPr/>
            <p:nvPr/>
          </p:nvSpPr>
          <p:spPr>
            <a:xfrm>
              <a:off x="342179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5">
              <a:extLst>
                <a:ext uri="{FF2B5EF4-FFF2-40B4-BE49-F238E27FC236}">
                  <a16:creationId xmlns:a16="http://schemas.microsoft.com/office/drawing/2014/main" id="{48E13FB0-7C0D-A608-4F1A-42389AC126EC}"/>
                </a:ext>
              </a:extLst>
            </p:cNvPr>
            <p:cNvSpPr/>
            <p:nvPr/>
          </p:nvSpPr>
          <p:spPr>
            <a:xfrm>
              <a:off x="343123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6">
              <a:extLst>
                <a:ext uri="{FF2B5EF4-FFF2-40B4-BE49-F238E27FC236}">
                  <a16:creationId xmlns:a16="http://schemas.microsoft.com/office/drawing/2014/main" id="{07887BA2-BBE7-D754-67C0-1169BA9230CD}"/>
                </a:ext>
              </a:extLst>
            </p:cNvPr>
            <p:cNvSpPr/>
            <p:nvPr/>
          </p:nvSpPr>
          <p:spPr>
            <a:xfrm>
              <a:off x="344067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7">
              <a:extLst>
                <a:ext uri="{FF2B5EF4-FFF2-40B4-BE49-F238E27FC236}">
                  <a16:creationId xmlns:a16="http://schemas.microsoft.com/office/drawing/2014/main" id="{FCEC90CD-2AF0-646A-3B3B-902565F80529}"/>
                </a:ext>
              </a:extLst>
            </p:cNvPr>
            <p:cNvSpPr/>
            <p:nvPr/>
          </p:nvSpPr>
          <p:spPr>
            <a:xfrm>
              <a:off x="345011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8">
              <a:extLst>
                <a:ext uri="{FF2B5EF4-FFF2-40B4-BE49-F238E27FC236}">
                  <a16:creationId xmlns:a16="http://schemas.microsoft.com/office/drawing/2014/main" id="{995D6A1E-89E9-A9C4-4F11-82CED89A6691}"/>
                </a:ext>
              </a:extLst>
            </p:cNvPr>
            <p:cNvSpPr/>
            <p:nvPr/>
          </p:nvSpPr>
          <p:spPr>
            <a:xfrm>
              <a:off x="345955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89">
              <a:extLst>
                <a:ext uri="{FF2B5EF4-FFF2-40B4-BE49-F238E27FC236}">
                  <a16:creationId xmlns:a16="http://schemas.microsoft.com/office/drawing/2014/main" id="{D39D3482-4202-185A-29AE-7D15E4E98267}"/>
                </a:ext>
              </a:extLst>
            </p:cNvPr>
            <p:cNvSpPr/>
            <p:nvPr/>
          </p:nvSpPr>
          <p:spPr>
            <a:xfrm>
              <a:off x="346899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0">
              <a:extLst>
                <a:ext uri="{FF2B5EF4-FFF2-40B4-BE49-F238E27FC236}">
                  <a16:creationId xmlns:a16="http://schemas.microsoft.com/office/drawing/2014/main" id="{518A05AF-762C-163A-318E-6142CA17DFE0}"/>
                </a:ext>
              </a:extLst>
            </p:cNvPr>
            <p:cNvSpPr/>
            <p:nvPr/>
          </p:nvSpPr>
          <p:spPr>
            <a:xfrm>
              <a:off x="347843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1">
              <a:extLst>
                <a:ext uri="{FF2B5EF4-FFF2-40B4-BE49-F238E27FC236}">
                  <a16:creationId xmlns:a16="http://schemas.microsoft.com/office/drawing/2014/main" id="{C8EAFCA7-6D11-1753-7647-838348B44745}"/>
                </a:ext>
              </a:extLst>
            </p:cNvPr>
            <p:cNvSpPr/>
            <p:nvPr/>
          </p:nvSpPr>
          <p:spPr>
            <a:xfrm>
              <a:off x="348787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2">
              <a:extLst>
                <a:ext uri="{FF2B5EF4-FFF2-40B4-BE49-F238E27FC236}">
                  <a16:creationId xmlns:a16="http://schemas.microsoft.com/office/drawing/2014/main" id="{B6EE1C4B-28F9-C5C0-888E-D8711618CE0D}"/>
                </a:ext>
              </a:extLst>
            </p:cNvPr>
            <p:cNvSpPr/>
            <p:nvPr/>
          </p:nvSpPr>
          <p:spPr>
            <a:xfrm>
              <a:off x="349731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3">
              <a:extLst>
                <a:ext uri="{FF2B5EF4-FFF2-40B4-BE49-F238E27FC236}">
                  <a16:creationId xmlns:a16="http://schemas.microsoft.com/office/drawing/2014/main" id="{D1C0C9DE-83A2-8E1B-A515-72048F549C16}"/>
                </a:ext>
              </a:extLst>
            </p:cNvPr>
            <p:cNvSpPr/>
            <p:nvPr/>
          </p:nvSpPr>
          <p:spPr>
            <a:xfrm>
              <a:off x="350675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4">
              <a:extLst>
                <a:ext uri="{FF2B5EF4-FFF2-40B4-BE49-F238E27FC236}">
                  <a16:creationId xmlns:a16="http://schemas.microsoft.com/office/drawing/2014/main" id="{760DCE1A-DCCE-35F0-2205-5E3D6B1A3305}"/>
                </a:ext>
              </a:extLst>
            </p:cNvPr>
            <p:cNvSpPr/>
            <p:nvPr/>
          </p:nvSpPr>
          <p:spPr>
            <a:xfrm>
              <a:off x="351619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5">
              <a:extLst>
                <a:ext uri="{FF2B5EF4-FFF2-40B4-BE49-F238E27FC236}">
                  <a16:creationId xmlns:a16="http://schemas.microsoft.com/office/drawing/2014/main" id="{C9B52B16-A2B9-A640-D6B7-87AC9A6B390C}"/>
                </a:ext>
              </a:extLst>
            </p:cNvPr>
            <p:cNvSpPr/>
            <p:nvPr/>
          </p:nvSpPr>
          <p:spPr>
            <a:xfrm>
              <a:off x="352563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6">
              <a:extLst>
                <a:ext uri="{FF2B5EF4-FFF2-40B4-BE49-F238E27FC236}">
                  <a16:creationId xmlns:a16="http://schemas.microsoft.com/office/drawing/2014/main" id="{CACDA255-A103-90A5-8A9E-90B74BE01AF2}"/>
                </a:ext>
              </a:extLst>
            </p:cNvPr>
            <p:cNvSpPr/>
            <p:nvPr/>
          </p:nvSpPr>
          <p:spPr>
            <a:xfrm>
              <a:off x="353507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7">
              <a:extLst>
                <a:ext uri="{FF2B5EF4-FFF2-40B4-BE49-F238E27FC236}">
                  <a16:creationId xmlns:a16="http://schemas.microsoft.com/office/drawing/2014/main" id="{1BFD57DB-539E-76CB-8CE2-FF7E8DF2D0F4}"/>
                </a:ext>
              </a:extLst>
            </p:cNvPr>
            <p:cNvSpPr/>
            <p:nvPr/>
          </p:nvSpPr>
          <p:spPr>
            <a:xfrm>
              <a:off x="354451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8">
              <a:extLst>
                <a:ext uri="{FF2B5EF4-FFF2-40B4-BE49-F238E27FC236}">
                  <a16:creationId xmlns:a16="http://schemas.microsoft.com/office/drawing/2014/main" id="{D63F5BE3-BD22-A35C-3C84-1456B9B4949F}"/>
                </a:ext>
              </a:extLst>
            </p:cNvPr>
            <p:cNvSpPr/>
            <p:nvPr/>
          </p:nvSpPr>
          <p:spPr>
            <a:xfrm>
              <a:off x="355395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099">
              <a:extLst>
                <a:ext uri="{FF2B5EF4-FFF2-40B4-BE49-F238E27FC236}">
                  <a16:creationId xmlns:a16="http://schemas.microsoft.com/office/drawing/2014/main" id="{9B5DFED9-37E3-302A-763F-940B14D8288B}"/>
                </a:ext>
              </a:extLst>
            </p:cNvPr>
            <p:cNvSpPr/>
            <p:nvPr/>
          </p:nvSpPr>
          <p:spPr>
            <a:xfrm>
              <a:off x="356339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0">
              <a:extLst>
                <a:ext uri="{FF2B5EF4-FFF2-40B4-BE49-F238E27FC236}">
                  <a16:creationId xmlns:a16="http://schemas.microsoft.com/office/drawing/2014/main" id="{EFA7FFF7-0E14-6E92-7058-83E67286F75C}"/>
                </a:ext>
              </a:extLst>
            </p:cNvPr>
            <p:cNvSpPr/>
            <p:nvPr/>
          </p:nvSpPr>
          <p:spPr>
            <a:xfrm>
              <a:off x="357283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1">
              <a:extLst>
                <a:ext uri="{FF2B5EF4-FFF2-40B4-BE49-F238E27FC236}">
                  <a16:creationId xmlns:a16="http://schemas.microsoft.com/office/drawing/2014/main" id="{CDD73B77-9396-B7B9-BAD5-9701228208A5}"/>
                </a:ext>
              </a:extLst>
            </p:cNvPr>
            <p:cNvSpPr/>
            <p:nvPr/>
          </p:nvSpPr>
          <p:spPr>
            <a:xfrm>
              <a:off x="358227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2">
              <a:extLst>
                <a:ext uri="{FF2B5EF4-FFF2-40B4-BE49-F238E27FC236}">
                  <a16:creationId xmlns:a16="http://schemas.microsoft.com/office/drawing/2014/main" id="{654742CC-71BE-AC3F-541F-BA112332D723}"/>
                </a:ext>
              </a:extLst>
            </p:cNvPr>
            <p:cNvSpPr/>
            <p:nvPr/>
          </p:nvSpPr>
          <p:spPr>
            <a:xfrm>
              <a:off x="359171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3">
              <a:extLst>
                <a:ext uri="{FF2B5EF4-FFF2-40B4-BE49-F238E27FC236}">
                  <a16:creationId xmlns:a16="http://schemas.microsoft.com/office/drawing/2014/main" id="{B3EB5801-3FE4-10E5-899A-6B3C03B62B70}"/>
                </a:ext>
              </a:extLst>
            </p:cNvPr>
            <p:cNvSpPr/>
            <p:nvPr/>
          </p:nvSpPr>
          <p:spPr>
            <a:xfrm>
              <a:off x="360115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4">
              <a:extLst>
                <a:ext uri="{FF2B5EF4-FFF2-40B4-BE49-F238E27FC236}">
                  <a16:creationId xmlns:a16="http://schemas.microsoft.com/office/drawing/2014/main" id="{A966F0D9-3DE4-BA86-A9C6-5476502B2075}"/>
                </a:ext>
              </a:extLst>
            </p:cNvPr>
            <p:cNvSpPr/>
            <p:nvPr/>
          </p:nvSpPr>
          <p:spPr>
            <a:xfrm>
              <a:off x="361059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5">
              <a:extLst>
                <a:ext uri="{FF2B5EF4-FFF2-40B4-BE49-F238E27FC236}">
                  <a16:creationId xmlns:a16="http://schemas.microsoft.com/office/drawing/2014/main" id="{D4F6865F-5598-DBF1-6FC3-C976018EFC14}"/>
                </a:ext>
              </a:extLst>
            </p:cNvPr>
            <p:cNvSpPr/>
            <p:nvPr/>
          </p:nvSpPr>
          <p:spPr>
            <a:xfrm>
              <a:off x="362003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6">
              <a:extLst>
                <a:ext uri="{FF2B5EF4-FFF2-40B4-BE49-F238E27FC236}">
                  <a16:creationId xmlns:a16="http://schemas.microsoft.com/office/drawing/2014/main" id="{C20383A4-3389-3FA1-52F4-9A0505158EF1}"/>
                </a:ext>
              </a:extLst>
            </p:cNvPr>
            <p:cNvSpPr/>
            <p:nvPr/>
          </p:nvSpPr>
          <p:spPr>
            <a:xfrm>
              <a:off x="362947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7">
              <a:extLst>
                <a:ext uri="{FF2B5EF4-FFF2-40B4-BE49-F238E27FC236}">
                  <a16:creationId xmlns:a16="http://schemas.microsoft.com/office/drawing/2014/main" id="{8B63E1A3-0A8D-3CC7-D3CC-D1322EBD7A86}"/>
                </a:ext>
              </a:extLst>
            </p:cNvPr>
            <p:cNvSpPr/>
            <p:nvPr/>
          </p:nvSpPr>
          <p:spPr>
            <a:xfrm>
              <a:off x="363891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8">
              <a:extLst>
                <a:ext uri="{FF2B5EF4-FFF2-40B4-BE49-F238E27FC236}">
                  <a16:creationId xmlns:a16="http://schemas.microsoft.com/office/drawing/2014/main" id="{302F7963-15FE-A577-73E8-E748814EEC85}"/>
                </a:ext>
              </a:extLst>
            </p:cNvPr>
            <p:cNvSpPr/>
            <p:nvPr/>
          </p:nvSpPr>
          <p:spPr>
            <a:xfrm>
              <a:off x="364836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09">
              <a:extLst>
                <a:ext uri="{FF2B5EF4-FFF2-40B4-BE49-F238E27FC236}">
                  <a16:creationId xmlns:a16="http://schemas.microsoft.com/office/drawing/2014/main" id="{825C0E4F-3699-B7C8-F4FD-1A57C0A1D98B}"/>
                </a:ext>
              </a:extLst>
            </p:cNvPr>
            <p:cNvSpPr/>
            <p:nvPr/>
          </p:nvSpPr>
          <p:spPr>
            <a:xfrm>
              <a:off x="365780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0">
              <a:extLst>
                <a:ext uri="{FF2B5EF4-FFF2-40B4-BE49-F238E27FC236}">
                  <a16:creationId xmlns:a16="http://schemas.microsoft.com/office/drawing/2014/main" id="{BBBEFC26-5E83-5862-86C5-C8DA010F30D2}"/>
                </a:ext>
              </a:extLst>
            </p:cNvPr>
            <p:cNvSpPr/>
            <p:nvPr/>
          </p:nvSpPr>
          <p:spPr>
            <a:xfrm>
              <a:off x="366724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1">
              <a:extLst>
                <a:ext uri="{FF2B5EF4-FFF2-40B4-BE49-F238E27FC236}">
                  <a16:creationId xmlns:a16="http://schemas.microsoft.com/office/drawing/2014/main" id="{313FAECF-77AD-071F-84E8-44C76895BAD7}"/>
                </a:ext>
              </a:extLst>
            </p:cNvPr>
            <p:cNvSpPr/>
            <p:nvPr/>
          </p:nvSpPr>
          <p:spPr>
            <a:xfrm>
              <a:off x="367668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2">
              <a:extLst>
                <a:ext uri="{FF2B5EF4-FFF2-40B4-BE49-F238E27FC236}">
                  <a16:creationId xmlns:a16="http://schemas.microsoft.com/office/drawing/2014/main" id="{C7BCBB7D-6724-07E1-A380-1E1E02F53997}"/>
                </a:ext>
              </a:extLst>
            </p:cNvPr>
            <p:cNvSpPr/>
            <p:nvPr/>
          </p:nvSpPr>
          <p:spPr>
            <a:xfrm>
              <a:off x="368612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3">
              <a:extLst>
                <a:ext uri="{FF2B5EF4-FFF2-40B4-BE49-F238E27FC236}">
                  <a16:creationId xmlns:a16="http://schemas.microsoft.com/office/drawing/2014/main" id="{6D591C37-5727-214A-CA43-F8E66897975D}"/>
                </a:ext>
              </a:extLst>
            </p:cNvPr>
            <p:cNvSpPr/>
            <p:nvPr/>
          </p:nvSpPr>
          <p:spPr>
            <a:xfrm>
              <a:off x="369556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4">
              <a:extLst>
                <a:ext uri="{FF2B5EF4-FFF2-40B4-BE49-F238E27FC236}">
                  <a16:creationId xmlns:a16="http://schemas.microsoft.com/office/drawing/2014/main" id="{6D0EBCA3-F6F9-F0AB-9F39-3B75B34608C0}"/>
                </a:ext>
              </a:extLst>
            </p:cNvPr>
            <p:cNvSpPr/>
            <p:nvPr/>
          </p:nvSpPr>
          <p:spPr>
            <a:xfrm>
              <a:off x="370500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5">
              <a:extLst>
                <a:ext uri="{FF2B5EF4-FFF2-40B4-BE49-F238E27FC236}">
                  <a16:creationId xmlns:a16="http://schemas.microsoft.com/office/drawing/2014/main" id="{098B54B6-2168-4BA5-F2D5-7F8166274A73}"/>
                </a:ext>
              </a:extLst>
            </p:cNvPr>
            <p:cNvSpPr/>
            <p:nvPr/>
          </p:nvSpPr>
          <p:spPr>
            <a:xfrm>
              <a:off x="371444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6">
              <a:extLst>
                <a:ext uri="{FF2B5EF4-FFF2-40B4-BE49-F238E27FC236}">
                  <a16:creationId xmlns:a16="http://schemas.microsoft.com/office/drawing/2014/main" id="{7EF1E307-5239-8DBE-EE54-3BF0E5D299D3}"/>
                </a:ext>
              </a:extLst>
            </p:cNvPr>
            <p:cNvSpPr/>
            <p:nvPr/>
          </p:nvSpPr>
          <p:spPr>
            <a:xfrm>
              <a:off x="372388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7">
              <a:extLst>
                <a:ext uri="{FF2B5EF4-FFF2-40B4-BE49-F238E27FC236}">
                  <a16:creationId xmlns:a16="http://schemas.microsoft.com/office/drawing/2014/main" id="{19628893-6DC8-B362-9101-2C045262B2C4}"/>
                </a:ext>
              </a:extLst>
            </p:cNvPr>
            <p:cNvSpPr/>
            <p:nvPr/>
          </p:nvSpPr>
          <p:spPr>
            <a:xfrm>
              <a:off x="373332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8">
              <a:extLst>
                <a:ext uri="{FF2B5EF4-FFF2-40B4-BE49-F238E27FC236}">
                  <a16:creationId xmlns:a16="http://schemas.microsoft.com/office/drawing/2014/main" id="{7F366D92-950B-8BF8-EB22-59F2EB487305}"/>
                </a:ext>
              </a:extLst>
            </p:cNvPr>
            <p:cNvSpPr/>
            <p:nvPr/>
          </p:nvSpPr>
          <p:spPr>
            <a:xfrm>
              <a:off x="374276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19">
              <a:extLst>
                <a:ext uri="{FF2B5EF4-FFF2-40B4-BE49-F238E27FC236}">
                  <a16:creationId xmlns:a16="http://schemas.microsoft.com/office/drawing/2014/main" id="{2C0C83A9-20CA-9EF0-F160-D21F27D2B474}"/>
                </a:ext>
              </a:extLst>
            </p:cNvPr>
            <p:cNvSpPr/>
            <p:nvPr/>
          </p:nvSpPr>
          <p:spPr>
            <a:xfrm>
              <a:off x="375220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0">
              <a:extLst>
                <a:ext uri="{FF2B5EF4-FFF2-40B4-BE49-F238E27FC236}">
                  <a16:creationId xmlns:a16="http://schemas.microsoft.com/office/drawing/2014/main" id="{39A91697-6A4B-45D9-4502-C379E8E4121E}"/>
                </a:ext>
              </a:extLst>
            </p:cNvPr>
            <p:cNvSpPr/>
            <p:nvPr/>
          </p:nvSpPr>
          <p:spPr>
            <a:xfrm>
              <a:off x="3761643" y="1412291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1">
              <a:extLst>
                <a:ext uri="{FF2B5EF4-FFF2-40B4-BE49-F238E27FC236}">
                  <a16:creationId xmlns:a16="http://schemas.microsoft.com/office/drawing/2014/main" id="{928FB997-EF10-DA8E-403F-133544A1DB7C}"/>
                </a:ext>
              </a:extLst>
            </p:cNvPr>
            <p:cNvSpPr/>
            <p:nvPr/>
          </p:nvSpPr>
          <p:spPr>
            <a:xfrm>
              <a:off x="3771083" y="1394721"/>
              <a:ext cx="920257" cy="926738"/>
            </a:xfrm>
            <a:custGeom>
              <a:avLst/>
              <a:gdLst/>
              <a:ahLst/>
              <a:cxnLst/>
              <a:rect l="0" t="0" r="0" b="0"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2">
              <a:extLst>
                <a:ext uri="{FF2B5EF4-FFF2-40B4-BE49-F238E27FC236}">
                  <a16:creationId xmlns:a16="http://schemas.microsoft.com/office/drawing/2014/main" id="{DD353AF7-C6E9-2A2D-99D5-53D70CB3552D}"/>
                </a:ext>
              </a:extLst>
            </p:cNvPr>
            <p:cNvSpPr/>
            <p:nvPr/>
          </p:nvSpPr>
          <p:spPr>
            <a:xfrm>
              <a:off x="2100160" y="1377151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3">
              <a:extLst>
                <a:ext uri="{FF2B5EF4-FFF2-40B4-BE49-F238E27FC236}">
                  <a16:creationId xmlns:a16="http://schemas.microsoft.com/office/drawing/2014/main" id="{F353CFD3-9776-03D5-06CB-E118BC508FCC}"/>
                </a:ext>
              </a:extLst>
            </p:cNvPr>
            <p:cNvSpPr/>
            <p:nvPr/>
          </p:nvSpPr>
          <p:spPr>
            <a:xfrm>
              <a:off x="210016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4">
              <a:extLst>
                <a:ext uri="{FF2B5EF4-FFF2-40B4-BE49-F238E27FC236}">
                  <a16:creationId xmlns:a16="http://schemas.microsoft.com/office/drawing/2014/main" id="{623FC76E-CBF7-1931-0F90-9DC65422E719}"/>
                </a:ext>
              </a:extLst>
            </p:cNvPr>
            <p:cNvSpPr/>
            <p:nvPr/>
          </p:nvSpPr>
          <p:spPr>
            <a:xfrm>
              <a:off x="210960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5">
              <a:extLst>
                <a:ext uri="{FF2B5EF4-FFF2-40B4-BE49-F238E27FC236}">
                  <a16:creationId xmlns:a16="http://schemas.microsoft.com/office/drawing/2014/main" id="{8C1B047F-7923-6860-577B-F6C73A9CCB2D}"/>
                </a:ext>
              </a:extLst>
            </p:cNvPr>
            <p:cNvSpPr/>
            <p:nvPr/>
          </p:nvSpPr>
          <p:spPr>
            <a:xfrm>
              <a:off x="211904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6">
              <a:extLst>
                <a:ext uri="{FF2B5EF4-FFF2-40B4-BE49-F238E27FC236}">
                  <a16:creationId xmlns:a16="http://schemas.microsoft.com/office/drawing/2014/main" id="{B151999C-2326-2CA8-DF4C-19E05C898F60}"/>
                </a:ext>
              </a:extLst>
            </p:cNvPr>
            <p:cNvSpPr/>
            <p:nvPr/>
          </p:nvSpPr>
          <p:spPr>
            <a:xfrm>
              <a:off x="212848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7">
              <a:extLst>
                <a:ext uri="{FF2B5EF4-FFF2-40B4-BE49-F238E27FC236}">
                  <a16:creationId xmlns:a16="http://schemas.microsoft.com/office/drawing/2014/main" id="{C0283795-B2BA-A5B4-884C-5E3D500AA57E}"/>
                </a:ext>
              </a:extLst>
            </p:cNvPr>
            <p:cNvSpPr/>
            <p:nvPr/>
          </p:nvSpPr>
          <p:spPr>
            <a:xfrm>
              <a:off x="213792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8">
              <a:extLst>
                <a:ext uri="{FF2B5EF4-FFF2-40B4-BE49-F238E27FC236}">
                  <a16:creationId xmlns:a16="http://schemas.microsoft.com/office/drawing/2014/main" id="{DCD24293-47C7-A926-6D7D-C3D9B4D06B18}"/>
                </a:ext>
              </a:extLst>
            </p:cNvPr>
            <p:cNvSpPr/>
            <p:nvPr/>
          </p:nvSpPr>
          <p:spPr>
            <a:xfrm>
              <a:off x="214736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29">
              <a:extLst>
                <a:ext uri="{FF2B5EF4-FFF2-40B4-BE49-F238E27FC236}">
                  <a16:creationId xmlns:a16="http://schemas.microsoft.com/office/drawing/2014/main" id="{ABAF3365-A647-5518-281A-D0DF9A7DA301}"/>
                </a:ext>
              </a:extLst>
            </p:cNvPr>
            <p:cNvSpPr/>
            <p:nvPr/>
          </p:nvSpPr>
          <p:spPr>
            <a:xfrm>
              <a:off x="215680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0">
              <a:extLst>
                <a:ext uri="{FF2B5EF4-FFF2-40B4-BE49-F238E27FC236}">
                  <a16:creationId xmlns:a16="http://schemas.microsoft.com/office/drawing/2014/main" id="{43D0EE3A-D75D-E2FE-8B06-8D78D9A4F46E}"/>
                </a:ext>
              </a:extLst>
            </p:cNvPr>
            <p:cNvSpPr/>
            <p:nvPr/>
          </p:nvSpPr>
          <p:spPr>
            <a:xfrm>
              <a:off x="216624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1">
              <a:extLst>
                <a:ext uri="{FF2B5EF4-FFF2-40B4-BE49-F238E27FC236}">
                  <a16:creationId xmlns:a16="http://schemas.microsoft.com/office/drawing/2014/main" id="{24B71C7C-569E-070E-D1DD-15325CCE421D}"/>
                </a:ext>
              </a:extLst>
            </p:cNvPr>
            <p:cNvSpPr/>
            <p:nvPr/>
          </p:nvSpPr>
          <p:spPr>
            <a:xfrm>
              <a:off x="217568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2">
              <a:extLst>
                <a:ext uri="{FF2B5EF4-FFF2-40B4-BE49-F238E27FC236}">
                  <a16:creationId xmlns:a16="http://schemas.microsoft.com/office/drawing/2014/main" id="{7FF13AE7-F77C-F66C-25A5-60B644E77086}"/>
                </a:ext>
              </a:extLst>
            </p:cNvPr>
            <p:cNvSpPr/>
            <p:nvPr/>
          </p:nvSpPr>
          <p:spPr>
            <a:xfrm>
              <a:off x="218512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3">
              <a:extLst>
                <a:ext uri="{FF2B5EF4-FFF2-40B4-BE49-F238E27FC236}">
                  <a16:creationId xmlns:a16="http://schemas.microsoft.com/office/drawing/2014/main" id="{0D0651D9-1D44-A36A-BD31-A7FC7673A921}"/>
                </a:ext>
              </a:extLst>
            </p:cNvPr>
            <p:cNvSpPr/>
            <p:nvPr/>
          </p:nvSpPr>
          <p:spPr>
            <a:xfrm>
              <a:off x="219456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4">
              <a:extLst>
                <a:ext uri="{FF2B5EF4-FFF2-40B4-BE49-F238E27FC236}">
                  <a16:creationId xmlns:a16="http://schemas.microsoft.com/office/drawing/2014/main" id="{EA1FEB2B-E9B9-85E2-E238-567835195537}"/>
                </a:ext>
              </a:extLst>
            </p:cNvPr>
            <p:cNvSpPr/>
            <p:nvPr/>
          </p:nvSpPr>
          <p:spPr>
            <a:xfrm>
              <a:off x="220400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5">
              <a:extLst>
                <a:ext uri="{FF2B5EF4-FFF2-40B4-BE49-F238E27FC236}">
                  <a16:creationId xmlns:a16="http://schemas.microsoft.com/office/drawing/2014/main" id="{6DFFA4DA-8E06-21E7-6526-FAAF7BB5ED53}"/>
                </a:ext>
              </a:extLst>
            </p:cNvPr>
            <p:cNvSpPr/>
            <p:nvPr/>
          </p:nvSpPr>
          <p:spPr>
            <a:xfrm>
              <a:off x="221344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6">
              <a:extLst>
                <a:ext uri="{FF2B5EF4-FFF2-40B4-BE49-F238E27FC236}">
                  <a16:creationId xmlns:a16="http://schemas.microsoft.com/office/drawing/2014/main" id="{FCC457B4-739E-B1AF-B4D3-AB4C7505A752}"/>
                </a:ext>
              </a:extLst>
            </p:cNvPr>
            <p:cNvSpPr/>
            <p:nvPr/>
          </p:nvSpPr>
          <p:spPr>
            <a:xfrm>
              <a:off x="222288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7">
              <a:extLst>
                <a:ext uri="{FF2B5EF4-FFF2-40B4-BE49-F238E27FC236}">
                  <a16:creationId xmlns:a16="http://schemas.microsoft.com/office/drawing/2014/main" id="{C46AF86D-27CA-7CA2-F443-D3BE404D96CB}"/>
                </a:ext>
              </a:extLst>
            </p:cNvPr>
            <p:cNvSpPr/>
            <p:nvPr/>
          </p:nvSpPr>
          <p:spPr>
            <a:xfrm>
              <a:off x="223232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8">
              <a:extLst>
                <a:ext uri="{FF2B5EF4-FFF2-40B4-BE49-F238E27FC236}">
                  <a16:creationId xmlns:a16="http://schemas.microsoft.com/office/drawing/2014/main" id="{BC263872-75A9-1A2B-0CA2-147CCAE96B8B}"/>
                </a:ext>
              </a:extLst>
            </p:cNvPr>
            <p:cNvSpPr/>
            <p:nvPr/>
          </p:nvSpPr>
          <p:spPr>
            <a:xfrm>
              <a:off x="224176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39">
              <a:extLst>
                <a:ext uri="{FF2B5EF4-FFF2-40B4-BE49-F238E27FC236}">
                  <a16:creationId xmlns:a16="http://schemas.microsoft.com/office/drawing/2014/main" id="{1B570F99-2C19-7987-9844-9D60B3892046}"/>
                </a:ext>
              </a:extLst>
            </p:cNvPr>
            <p:cNvSpPr/>
            <p:nvPr/>
          </p:nvSpPr>
          <p:spPr>
            <a:xfrm>
              <a:off x="225120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0">
              <a:extLst>
                <a:ext uri="{FF2B5EF4-FFF2-40B4-BE49-F238E27FC236}">
                  <a16:creationId xmlns:a16="http://schemas.microsoft.com/office/drawing/2014/main" id="{D4CDCD86-E5C5-7926-3963-F63003C5A569}"/>
                </a:ext>
              </a:extLst>
            </p:cNvPr>
            <p:cNvSpPr/>
            <p:nvPr/>
          </p:nvSpPr>
          <p:spPr>
            <a:xfrm>
              <a:off x="226064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1">
              <a:extLst>
                <a:ext uri="{FF2B5EF4-FFF2-40B4-BE49-F238E27FC236}">
                  <a16:creationId xmlns:a16="http://schemas.microsoft.com/office/drawing/2014/main" id="{AB143347-2DBD-3AED-D150-8A074A64323D}"/>
                </a:ext>
              </a:extLst>
            </p:cNvPr>
            <p:cNvSpPr/>
            <p:nvPr/>
          </p:nvSpPr>
          <p:spPr>
            <a:xfrm>
              <a:off x="227008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2">
              <a:extLst>
                <a:ext uri="{FF2B5EF4-FFF2-40B4-BE49-F238E27FC236}">
                  <a16:creationId xmlns:a16="http://schemas.microsoft.com/office/drawing/2014/main" id="{4B90E5AD-16C6-A4D5-0908-30134AC65C5D}"/>
                </a:ext>
              </a:extLst>
            </p:cNvPr>
            <p:cNvSpPr/>
            <p:nvPr/>
          </p:nvSpPr>
          <p:spPr>
            <a:xfrm>
              <a:off x="227952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3">
              <a:extLst>
                <a:ext uri="{FF2B5EF4-FFF2-40B4-BE49-F238E27FC236}">
                  <a16:creationId xmlns:a16="http://schemas.microsoft.com/office/drawing/2014/main" id="{D43076C9-06A7-AE64-5F29-4BFE9D167A44}"/>
                </a:ext>
              </a:extLst>
            </p:cNvPr>
            <p:cNvSpPr/>
            <p:nvPr/>
          </p:nvSpPr>
          <p:spPr>
            <a:xfrm>
              <a:off x="228896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4">
              <a:extLst>
                <a:ext uri="{FF2B5EF4-FFF2-40B4-BE49-F238E27FC236}">
                  <a16:creationId xmlns:a16="http://schemas.microsoft.com/office/drawing/2014/main" id="{E02EFA0E-377E-BAB6-6F03-BFFF21A3F658}"/>
                </a:ext>
              </a:extLst>
            </p:cNvPr>
            <p:cNvSpPr/>
            <p:nvPr/>
          </p:nvSpPr>
          <p:spPr>
            <a:xfrm>
              <a:off x="229840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5">
              <a:extLst>
                <a:ext uri="{FF2B5EF4-FFF2-40B4-BE49-F238E27FC236}">
                  <a16:creationId xmlns:a16="http://schemas.microsoft.com/office/drawing/2014/main" id="{26381EE2-0EF7-FB4E-E68E-B93E96D8A1E3}"/>
                </a:ext>
              </a:extLst>
            </p:cNvPr>
            <p:cNvSpPr/>
            <p:nvPr/>
          </p:nvSpPr>
          <p:spPr>
            <a:xfrm>
              <a:off x="230784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6">
              <a:extLst>
                <a:ext uri="{FF2B5EF4-FFF2-40B4-BE49-F238E27FC236}">
                  <a16:creationId xmlns:a16="http://schemas.microsoft.com/office/drawing/2014/main" id="{514E19B3-763F-59CF-A748-EBB0AE31D129}"/>
                </a:ext>
              </a:extLst>
            </p:cNvPr>
            <p:cNvSpPr/>
            <p:nvPr/>
          </p:nvSpPr>
          <p:spPr>
            <a:xfrm>
              <a:off x="231728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7">
              <a:extLst>
                <a:ext uri="{FF2B5EF4-FFF2-40B4-BE49-F238E27FC236}">
                  <a16:creationId xmlns:a16="http://schemas.microsoft.com/office/drawing/2014/main" id="{DA15577F-EB4F-1D07-49A6-4E38B533611F}"/>
                </a:ext>
              </a:extLst>
            </p:cNvPr>
            <p:cNvSpPr/>
            <p:nvPr/>
          </p:nvSpPr>
          <p:spPr>
            <a:xfrm>
              <a:off x="232672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8">
              <a:extLst>
                <a:ext uri="{FF2B5EF4-FFF2-40B4-BE49-F238E27FC236}">
                  <a16:creationId xmlns:a16="http://schemas.microsoft.com/office/drawing/2014/main" id="{D79149A1-6167-1ABC-380D-3C0987150066}"/>
                </a:ext>
              </a:extLst>
            </p:cNvPr>
            <p:cNvSpPr/>
            <p:nvPr/>
          </p:nvSpPr>
          <p:spPr>
            <a:xfrm>
              <a:off x="233616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49">
              <a:extLst>
                <a:ext uri="{FF2B5EF4-FFF2-40B4-BE49-F238E27FC236}">
                  <a16:creationId xmlns:a16="http://schemas.microsoft.com/office/drawing/2014/main" id="{D3A6D0D8-CA71-D6CC-0273-C50C9046CBB1}"/>
                </a:ext>
              </a:extLst>
            </p:cNvPr>
            <p:cNvSpPr/>
            <p:nvPr/>
          </p:nvSpPr>
          <p:spPr>
            <a:xfrm>
              <a:off x="234560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0">
              <a:extLst>
                <a:ext uri="{FF2B5EF4-FFF2-40B4-BE49-F238E27FC236}">
                  <a16:creationId xmlns:a16="http://schemas.microsoft.com/office/drawing/2014/main" id="{8DC69138-7AB8-96B4-81B0-39B08F359894}"/>
                </a:ext>
              </a:extLst>
            </p:cNvPr>
            <p:cNvSpPr/>
            <p:nvPr/>
          </p:nvSpPr>
          <p:spPr>
            <a:xfrm>
              <a:off x="235504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1">
              <a:extLst>
                <a:ext uri="{FF2B5EF4-FFF2-40B4-BE49-F238E27FC236}">
                  <a16:creationId xmlns:a16="http://schemas.microsoft.com/office/drawing/2014/main" id="{F3CF39EE-98AA-9706-617C-AAD464F6D613}"/>
                </a:ext>
              </a:extLst>
            </p:cNvPr>
            <p:cNvSpPr/>
            <p:nvPr/>
          </p:nvSpPr>
          <p:spPr>
            <a:xfrm>
              <a:off x="236448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2">
              <a:extLst>
                <a:ext uri="{FF2B5EF4-FFF2-40B4-BE49-F238E27FC236}">
                  <a16:creationId xmlns:a16="http://schemas.microsoft.com/office/drawing/2014/main" id="{8D69782E-1624-DE45-DF59-9424E09B168D}"/>
                </a:ext>
              </a:extLst>
            </p:cNvPr>
            <p:cNvSpPr/>
            <p:nvPr/>
          </p:nvSpPr>
          <p:spPr>
            <a:xfrm>
              <a:off x="237392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3">
              <a:extLst>
                <a:ext uri="{FF2B5EF4-FFF2-40B4-BE49-F238E27FC236}">
                  <a16:creationId xmlns:a16="http://schemas.microsoft.com/office/drawing/2014/main" id="{290C1053-5141-4B5E-D135-D297E78BCD15}"/>
                </a:ext>
              </a:extLst>
            </p:cNvPr>
            <p:cNvSpPr/>
            <p:nvPr/>
          </p:nvSpPr>
          <p:spPr>
            <a:xfrm>
              <a:off x="23833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4">
              <a:extLst>
                <a:ext uri="{FF2B5EF4-FFF2-40B4-BE49-F238E27FC236}">
                  <a16:creationId xmlns:a16="http://schemas.microsoft.com/office/drawing/2014/main" id="{DA0CEF49-DE6E-B1F1-9134-9423AE5544CA}"/>
                </a:ext>
              </a:extLst>
            </p:cNvPr>
            <p:cNvSpPr/>
            <p:nvPr/>
          </p:nvSpPr>
          <p:spPr>
            <a:xfrm>
              <a:off x="239280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5">
              <a:extLst>
                <a:ext uri="{FF2B5EF4-FFF2-40B4-BE49-F238E27FC236}">
                  <a16:creationId xmlns:a16="http://schemas.microsoft.com/office/drawing/2014/main" id="{0A21BADF-23AE-4DB3-EA0F-4D3B481610E6}"/>
                </a:ext>
              </a:extLst>
            </p:cNvPr>
            <p:cNvSpPr/>
            <p:nvPr/>
          </p:nvSpPr>
          <p:spPr>
            <a:xfrm>
              <a:off x="240224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6">
              <a:extLst>
                <a:ext uri="{FF2B5EF4-FFF2-40B4-BE49-F238E27FC236}">
                  <a16:creationId xmlns:a16="http://schemas.microsoft.com/office/drawing/2014/main" id="{0F05FFBB-34DF-8D11-020D-359401E554A2}"/>
                </a:ext>
              </a:extLst>
            </p:cNvPr>
            <p:cNvSpPr/>
            <p:nvPr/>
          </p:nvSpPr>
          <p:spPr>
            <a:xfrm>
              <a:off x="24116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7">
              <a:extLst>
                <a:ext uri="{FF2B5EF4-FFF2-40B4-BE49-F238E27FC236}">
                  <a16:creationId xmlns:a16="http://schemas.microsoft.com/office/drawing/2014/main" id="{D749FCB0-475E-063C-CB43-E4B301205AD9}"/>
                </a:ext>
              </a:extLst>
            </p:cNvPr>
            <p:cNvSpPr/>
            <p:nvPr/>
          </p:nvSpPr>
          <p:spPr>
            <a:xfrm>
              <a:off x="242112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8">
              <a:extLst>
                <a:ext uri="{FF2B5EF4-FFF2-40B4-BE49-F238E27FC236}">
                  <a16:creationId xmlns:a16="http://schemas.microsoft.com/office/drawing/2014/main" id="{35D0B595-8202-BA4D-09BD-27DF8C867637}"/>
                </a:ext>
              </a:extLst>
            </p:cNvPr>
            <p:cNvSpPr/>
            <p:nvPr/>
          </p:nvSpPr>
          <p:spPr>
            <a:xfrm>
              <a:off x="2430569" y="1394721"/>
              <a:ext cx="921315" cy="914400"/>
            </a:xfrm>
            <a:custGeom>
              <a:avLst/>
              <a:gdLst/>
              <a:ahLst/>
              <a:cxnLst/>
              <a:rect l="0" t="0" r="0" b="0"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59">
              <a:extLst>
                <a:ext uri="{FF2B5EF4-FFF2-40B4-BE49-F238E27FC236}">
                  <a16:creationId xmlns:a16="http://schemas.microsoft.com/office/drawing/2014/main" id="{49E18350-25AB-C660-6B82-9BBD05E3C345}"/>
                </a:ext>
              </a:extLst>
            </p:cNvPr>
            <p:cNvSpPr/>
            <p:nvPr/>
          </p:nvSpPr>
          <p:spPr>
            <a:xfrm>
              <a:off x="3148027" y="137715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0">
              <a:extLst>
                <a:ext uri="{FF2B5EF4-FFF2-40B4-BE49-F238E27FC236}">
                  <a16:creationId xmlns:a16="http://schemas.microsoft.com/office/drawing/2014/main" id="{6D710F51-F88E-10F5-4B1A-DB93735E7484}"/>
                </a:ext>
              </a:extLst>
            </p:cNvPr>
            <p:cNvSpPr/>
            <p:nvPr/>
          </p:nvSpPr>
          <p:spPr>
            <a:xfrm>
              <a:off x="314802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1">
              <a:extLst>
                <a:ext uri="{FF2B5EF4-FFF2-40B4-BE49-F238E27FC236}">
                  <a16:creationId xmlns:a16="http://schemas.microsoft.com/office/drawing/2014/main" id="{ED631DC0-125B-1229-E4A1-E4F8A444CC92}"/>
                </a:ext>
              </a:extLst>
            </p:cNvPr>
            <p:cNvSpPr/>
            <p:nvPr/>
          </p:nvSpPr>
          <p:spPr>
            <a:xfrm>
              <a:off x="315746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2">
              <a:extLst>
                <a:ext uri="{FF2B5EF4-FFF2-40B4-BE49-F238E27FC236}">
                  <a16:creationId xmlns:a16="http://schemas.microsoft.com/office/drawing/2014/main" id="{4B31C176-DDD6-9D1E-EECB-4657B9544656}"/>
                </a:ext>
              </a:extLst>
            </p:cNvPr>
            <p:cNvSpPr/>
            <p:nvPr/>
          </p:nvSpPr>
          <p:spPr>
            <a:xfrm>
              <a:off x="316690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3">
              <a:extLst>
                <a:ext uri="{FF2B5EF4-FFF2-40B4-BE49-F238E27FC236}">
                  <a16:creationId xmlns:a16="http://schemas.microsoft.com/office/drawing/2014/main" id="{7069D9CB-9636-E97F-BC9E-BC3B3C74C848}"/>
                </a:ext>
              </a:extLst>
            </p:cNvPr>
            <p:cNvSpPr/>
            <p:nvPr/>
          </p:nvSpPr>
          <p:spPr>
            <a:xfrm>
              <a:off x="317634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4">
              <a:extLst>
                <a:ext uri="{FF2B5EF4-FFF2-40B4-BE49-F238E27FC236}">
                  <a16:creationId xmlns:a16="http://schemas.microsoft.com/office/drawing/2014/main" id="{7A142731-9A54-7D2B-4843-69B8EB5273F7}"/>
                </a:ext>
              </a:extLst>
            </p:cNvPr>
            <p:cNvSpPr/>
            <p:nvPr/>
          </p:nvSpPr>
          <p:spPr>
            <a:xfrm>
              <a:off x="31857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5">
              <a:extLst>
                <a:ext uri="{FF2B5EF4-FFF2-40B4-BE49-F238E27FC236}">
                  <a16:creationId xmlns:a16="http://schemas.microsoft.com/office/drawing/2014/main" id="{1A5FB09F-1F14-E457-F27C-785CC30B2133}"/>
                </a:ext>
              </a:extLst>
            </p:cNvPr>
            <p:cNvSpPr/>
            <p:nvPr/>
          </p:nvSpPr>
          <p:spPr>
            <a:xfrm>
              <a:off x="319522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6">
              <a:extLst>
                <a:ext uri="{FF2B5EF4-FFF2-40B4-BE49-F238E27FC236}">
                  <a16:creationId xmlns:a16="http://schemas.microsoft.com/office/drawing/2014/main" id="{1A30B048-0A74-E838-D0B2-9FCF5C7B3383}"/>
                </a:ext>
              </a:extLst>
            </p:cNvPr>
            <p:cNvSpPr/>
            <p:nvPr/>
          </p:nvSpPr>
          <p:spPr>
            <a:xfrm>
              <a:off x="32046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7">
              <a:extLst>
                <a:ext uri="{FF2B5EF4-FFF2-40B4-BE49-F238E27FC236}">
                  <a16:creationId xmlns:a16="http://schemas.microsoft.com/office/drawing/2014/main" id="{F56233A1-6126-121A-4973-A092E459F2A3}"/>
                </a:ext>
              </a:extLst>
            </p:cNvPr>
            <p:cNvSpPr/>
            <p:nvPr/>
          </p:nvSpPr>
          <p:spPr>
            <a:xfrm>
              <a:off x="321410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8">
              <a:extLst>
                <a:ext uri="{FF2B5EF4-FFF2-40B4-BE49-F238E27FC236}">
                  <a16:creationId xmlns:a16="http://schemas.microsoft.com/office/drawing/2014/main" id="{43E8F3FF-A982-2F32-A79C-F254E005AB24}"/>
                </a:ext>
              </a:extLst>
            </p:cNvPr>
            <p:cNvSpPr/>
            <p:nvPr/>
          </p:nvSpPr>
          <p:spPr>
            <a:xfrm>
              <a:off x="322354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69">
              <a:extLst>
                <a:ext uri="{FF2B5EF4-FFF2-40B4-BE49-F238E27FC236}">
                  <a16:creationId xmlns:a16="http://schemas.microsoft.com/office/drawing/2014/main" id="{BB0E621E-C283-71DF-1F18-822381EA62C1}"/>
                </a:ext>
              </a:extLst>
            </p:cNvPr>
            <p:cNvSpPr/>
            <p:nvPr/>
          </p:nvSpPr>
          <p:spPr>
            <a:xfrm>
              <a:off x="323298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0">
              <a:extLst>
                <a:ext uri="{FF2B5EF4-FFF2-40B4-BE49-F238E27FC236}">
                  <a16:creationId xmlns:a16="http://schemas.microsoft.com/office/drawing/2014/main" id="{666A5D0E-AF32-1A2B-0C32-5FBF335B3982}"/>
                </a:ext>
              </a:extLst>
            </p:cNvPr>
            <p:cNvSpPr/>
            <p:nvPr/>
          </p:nvSpPr>
          <p:spPr>
            <a:xfrm>
              <a:off x="324242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1">
              <a:extLst>
                <a:ext uri="{FF2B5EF4-FFF2-40B4-BE49-F238E27FC236}">
                  <a16:creationId xmlns:a16="http://schemas.microsoft.com/office/drawing/2014/main" id="{5E999354-3672-7D62-0B54-4C162A40D864}"/>
                </a:ext>
              </a:extLst>
            </p:cNvPr>
            <p:cNvSpPr/>
            <p:nvPr/>
          </p:nvSpPr>
          <p:spPr>
            <a:xfrm>
              <a:off x="325187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2">
              <a:extLst>
                <a:ext uri="{FF2B5EF4-FFF2-40B4-BE49-F238E27FC236}">
                  <a16:creationId xmlns:a16="http://schemas.microsoft.com/office/drawing/2014/main" id="{E53BCE07-7F96-CCFF-F355-E31B0E2FFD11}"/>
                </a:ext>
              </a:extLst>
            </p:cNvPr>
            <p:cNvSpPr/>
            <p:nvPr/>
          </p:nvSpPr>
          <p:spPr>
            <a:xfrm>
              <a:off x="326131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3">
              <a:extLst>
                <a:ext uri="{FF2B5EF4-FFF2-40B4-BE49-F238E27FC236}">
                  <a16:creationId xmlns:a16="http://schemas.microsoft.com/office/drawing/2014/main" id="{7471DA9D-73C8-0BD6-47D1-AC731956F724}"/>
                </a:ext>
              </a:extLst>
            </p:cNvPr>
            <p:cNvSpPr/>
            <p:nvPr/>
          </p:nvSpPr>
          <p:spPr>
            <a:xfrm>
              <a:off x="327075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4">
              <a:extLst>
                <a:ext uri="{FF2B5EF4-FFF2-40B4-BE49-F238E27FC236}">
                  <a16:creationId xmlns:a16="http://schemas.microsoft.com/office/drawing/2014/main" id="{3A1FB107-2958-7FFF-D584-11EFF4FCC5C3}"/>
                </a:ext>
              </a:extLst>
            </p:cNvPr>
            <p:cNvSpPr/>
            <p:nvPr/>
          </p:nvSpPr>
          <p:spPr>
            <a:xfrm>
              <a:off x="328019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5">
              <a:extLst>
                <a:ext uri="{FF2B5EF4-FFF2-40B4-BE49-F238E27FC236}">
                  <a16:creationId xmlns:a16="http://schemas.microsoft.com/office/drawing/2014/main" id="{F8631457-4D0E-DB01-AC52-25C3B3A275A3}"/>
                </a:ext>
              </a:extLst>
            </p:cNvPr>
            <p:cNvSpPr/>
            <p:nvPr/>
          </p:nvSpPr>
          <p:spPr>
            <a:xfrm>
              <a:off x="328963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6">
              <a:extLst>
                <a:ext uri="{FF2B5EF4-FFF2-40B4-BE49-F238E27FC236}">
                  <a16:creationId xmlns:a16="http://schemas.microsoft.com/office/drawing/2014/main" id="{47B512B6-7980-D08B-366F-CFF18658AB53}"/>
                </a:ext>
              </a:extLst>
            </p:cNvPr>
            <p:cNvSpPr/>
            <p:nvPr/>
          </p:nvSpPr>
          <p:spPr>
            <a:xfrm>
              <a:off x="329907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7">
              <a:extLst>
                <a:ext uri="{FF2B5EF4-FFF2-40B4-BE49-F238E27FC236}">
                  <a16:creationId xmlns:a16="http://schemas.microsoft.com/office/drawing/2014/main" id="{45955934-468B-E834-80FC-7D01471FC2E7}"/>
                </a:ext>
              </a:extLst>
            </p:cNvPr>
            <p:cNvSpPr/>
            <p:nvPr/>
          </p:nvSpPr>
          <p:spPr>
            <a:xfrm>
              <a:off x="330851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8">
              <a:extLst>
                <a:ext uri="{FF2B5EF4-FFF2-40B4-BE49-F238E27FC236}">
                  <a16:creationId xmlns:a16="http://schemas.microsoft.com/office/drawing/2014/main" id="{22391227-2461-6E77-C1F0-C912CF31CBAE}"/>
                </a:ext>
              </a:extLst>
            </p:cNvPr>
            <p:cNvSpPr/>
            <p:nvPr/>
          </p:nvSpPr>
          <p:spPr>
            <a:xfrm>
              <a:off x="331795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79">
              <a:extLst>
                <a:ext uri="{FF2B5EF4-FFF2-40B4-BE49-F238E27FC236}">
                  <a16:creationId xmlns:a16="http://schemas.microsoft.com/office/drawing/2014/main" id="{FC9FD1BF-0023-FEEC-A03E-2B9AFB5C9855}"/>
                </a:ext>
              </a:extLst>
            </p:cNvPr>
            <p:cNvSpPr/>
            <p:nvPr/>
          </p:nvSpPr>
          <p:spPr>
            <a:xfrm>
              <a:off x="332739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0">
              <a:extLst>
                <a:ext uri="{FF2B5EF4-FFF2-40B4-BE49-F238E27FC236}">
                  <a16:creationId xmlns:a16="http://schemas.microsoft.com/office/drawing/2014/main" id="{60300BEA-A499-9D33-6A32-C69DB486FBD0}"/>
                </a:ext>
              </a:extLst>
            </p:cNvPr>
            <p:cNvSpPr/>
            <p:nvPr/>
          </p:nvSpPr>
          <p:spPr>
            <a:xfrm>
              <a:off x="333683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1">
              <a:extLst>
                <a:ext uri="{FF2B5EF4-FFF2-40B4-BE49-F238E27FC236}">
                  <a16:creationId xmlns:a16="http://schemas.microsoft.com/office/drawing/2014/main" id="{046A8AAD-6E19-5CD5-615E-0D35A8EDA153}"/>
                </a:ext>
              </a:extLst>
            </p:cNvPr>
            <p:cNvSpPr/>
            <p:nvPr/>
          </p:nvSpPr>
          <p:spPr>
            <a:xfrm>
              <a:off x="334627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2">
              <a:extLst>
                <a:ext uri="{FF2B5EF4-FFF2-40B4-BE49-F238E27FC236}">
                  <a16:creationId xmlns:a16="http://schemas.microsoft.com/office/drawing/2014/main" id="{C808D7D9-11AE-96D1-AA2C-B04FA3EEEE5F}"/>
                </a:ext>
              </a:extLst>
            </p:cNvPr>
            <p:cNvSpPr/>
            <p:nvPr/>
          </p:nvSpPr>
          <p:spPr>
            <a:xfrm>
              <a:off x="335571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3">
              <a:extLst>
                <a:ext uri="{FF2B5EF4-FFF2-40B4-BE49-F238E27FC236}">
                  <a16:creationId xmlns:a16="http://schemas.microsoft.com/office/drawing/2014/main" id="{C6F3A037-BC9D-EE11-1146-A13DFEAF6E13}"/>
                </a:ext>
              </a:extLst>
            </p:cNvPr>
            <p:cNvSpPr/>
            <p:nvPr/>
          </p:nvSpPr>
          <p:spPr>
            <a:xfrm>
              <a:off x="336515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4">
              <a:extLst>
                <a:ext uri="{FF2B5EF4-FFF2-40B4-BE49-F238E27FC236}">
                  <a16:creationId xmlns:a16="http://schemas.microsoft.com/office/drawing/2014/main" id="{C73C9BF2-D8A4-63FB-A2E3-2309490BCB48}"/>
                </a:ext>
              </a:extLst>
            </p:cNvPr>
            <p:cNvSpPr/>
            <p:nvPr/>
          </p:nvSpPr>
          <p:spPr>
            <a:xfrm>
              <a:off x="337459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5">
              <a:extLst>
                <a:ext uri="{FF2B5EF4-FFF2-40B4-BE49-F238E27FC236}">
                  <a16:creationId xmlns:a16="http://schemas.microsoft.com/office/drawing/2014/main" id="{EEDFC56A-F912-8AFE-89F8-5B96FC88E515}"/>
                </a:ext>
              </a:extLst>
            </p:cNvPr>
            <p:cNvSpPr/>
            <p:nvPr/>
          </p:nvSpPr>
          <p:spPr>
            <a:xfrm>
              <a:off x="338403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6">
              <a:extLst>
                <a:ext uri="{FF2B5EF4-FFF2-40B4-BE49-F238E27FC236}">
                  <a16:creationId xmlns:a16="http://schemas.microsoft.com/office/drawing/2014/main" id="{47E99633-4810-FA1E-0981-201BACD641AE}"/>
                </a:ext>
              </a:extLst>
            </p:cNvPr>
            <p:cNvSpPr/>
            <p:nvPr/>
          </p:nvSpPr>
          <p:spPr>
            <a:xfrm>
              <a:off x="339347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7">
              <a:extLst>
                <a:ext uri="{FF2B5EF4-FFF2-40B4-BE49-F238E27FC236}">
                  <a16:creationId xmlns:a16="http://schemas.microsoft.com/office/drawing/2014/main" id="{7672B7AB-AFB8-375D-5EBB-7F1F3AB2971E}"/>
                </a:ext>
              </a:extLst>
            </p:cNvPr>
            <p:cNvSpPr/>
            <p:nvPr/>
          </p:nvSpPr>
          <p:spPr>
            <a:xfrm>
              <a:off x="340291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8">
              <a:extLst>
                <a:ext uri="{FF2B5EF4-FFF2-40B4-BE49-F238E27FC236}">
                  <a16:creationId xmlns:a16="http://schemas.microsoft.com/office/drawing/2014/main" id="{503BDC42-93F7-D635-E15C-DA7DBAE3E9F8}"/>
                </a:ext>
              </a:extLst>
            </p:cNvPr>
            <p:cNvSpPr/>
            <p:nvPr/>
          </p:nvSpPr>
          <p:spPr>
            <a:xfrm>
              <a:off x="341235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89">
              <a:extLst>
                <a:ext uri="{FF2B5EF4-FFF2-40B4-BE49-F238E27FC236}">
                  <a16:creationId xmlns:a16="http://schemas.microsoft.com/office/drawing/2014/main" id="{5ABD552F-29BC-8C9A-3E1C-60C904995C0D}"/>
                </a:ext>
              </a:extLst>
            </p:cNvPr>
            <p:cNvSpPr/>
            <p:nvPr/>
          </p:nvSpPr>
          <p:spPr>
            <a:xfrm>
              <a:off x="342179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0">
              <a:extLst>
                <a:ext uri="{FF2B5EF4-FFF2-40B4-BE49-F238E27FC236}">
                  <a16:creationId xmlns:a16="http://schemas.microsoft.com/office/drawing/2014/main" id="{D3573E49-1398-D41D-459F-9592BE722B99}"/>
                </a:ext>
              </a:extLst>
            </p:cNvPr>
            <p:cNvSpPr/>
            <p:nvPr/>
          </p:nvSpPr>
          <p:spPr>
            <a:xfrm>
              <a:off x="343123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1">
              <a:extLst>
                <a:ext uri="{FF2B5EF4-FFF2-40B4-BE49-F238E27FC236}">
                  <a16:creationId xmlns:a16="http://schemas.microsoft.com/office/drawing/2014/main" id="{AA3E0A01-8F5E-6C71-78FC-FF73A54480F8}"/>
                </a:ext>
              </a:extLst>
            </p:cNvPr>
            <p:cNvSpPr/>
            <p:nvPr/>
          </p:nvSpPr>
          <p:spPr>
            <a:xfrm>
              <a:off x="344067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2">
              <a:extLst>
                <a:ext uri="{FF2B5EF4-FFF2-40B4-BE49-F238E27FC236}">
                  <a16:creationId xmlns:a16="http://schemas.microsoft.com/office/drawing/2014/main" id="{51C93BAB-92FB-346A-FE44-AB6EB2751689}"/>
                </a:ext>
              </a:extLst>
            </p:cNvPr>
            <p:cNvSpPr/>
            <p:nvPr/>
          </p:nvSpPr>
          <p:spPr>
            <a:xfrm>
              <a:off x="345011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3">
              <a:extLst>
                <a:ext uri="{FF2B5EF4-FFF2-40B4-BE49-F238E27FC236}">
                  <a16:creationId xmlns:a16="http://schemas.microsoft.com/office/drawing/2014/main" id="{748141C0-8BF0-4B72-ED13-F8AE3DDDDE9F}"/>
                </a:ext>
              </a:extLst>
            </p:cNvPr>
            <p:cNvSpPr/>
            <p:nvPr/>
          </p:nvSpPr>
          <p:spPr>
            <a:xfrm>
              <a:off x="345955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4">
              <a:extLst>
                <a:ext uri="{FF2B5EF4-FFF2-40B4-BE49-F238E27FC236}">
                  <a16:creationId xmlns:a16="http://schemas.microsoft.com/office/drawing/2014/main" id="{8D70BA9C-08F3-4D7B-92CF-869F96386D33}"/>
                </a:ext>
              </a:extLst>
            </p:cNvPr>
            <p:cNvSpPr/>
            <p:nvPr/>
          </p:nvSpPr>
          <p:spPr>
            <a:xfrm>
              <a:off x="346899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5">
              <a:extLst>
                <a:ext uri="{FF2B5EF4-FFF2-40B4-BE49-F238E27FC236}">
                  <a16:creationId xmlns:a16="http://schemas.microsoft.com/office/drawing/2014/main" id="{B59413A9-B5CC-B32E-9E3E-09B3D6012233}"/>
                </a:ext>
              </a:extLst>
            </p:cNvPr>
            <p:cNvSpPr/>
            <p:nvPr/>
          </p:nvSpPr>
          <p:spPr>
            <a:xfrm>
              <a:off x="347843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6">
              <a:extLst>
                <a:ext uri="{FF2B5EF4-FFF2-40B4-BE49-F238E27FC236}">
                  <a16:creationId xmlns:a16="http://schemas.microsoft.com/office/drawing/2014/main" id="{9D2E701F-F353-FAF5-B827-F93AA702CE08}"/>
                </a:ext>
              </a:extLst>
            </p:cNvPr>
            <p:cNvSpPr/>
            <p:nvPr/>
          </p:nvSpPr>
          <p:spPr>
            <a:xfrm>
              <a:off x="348787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7">
              <a:extLst>
                <a:ext uri="{FF2B5EF4-FFF2-40B4-BE49-F238E27FC236}">
                  <a16:creationId xmlns:a16="http://schemas.microsoft.com/office/drawing/2014/main" id="{CED4CCF7-5E7D-A56F-EE04-982C47A0E880}"/>
                </a:ext>
              </a:extLst>
            </p:cNvPr>
            <p:cNvSpPr/>
            <p:nvPr/>
          </p:nvSpPr>
          <p:spPr>
            <a:xfrm>
              <a:off x="349731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8">
              <a:extLst>
                <a:ext uri="{FF2B5EF4-FFF2-40B4-BE49-F238E27FC236}">
                  <a16:creationId xmlns:a16="http://schemas.microsoft.com/office/drawing/2014/main" id="{8AD3A572-A68C-DB81-7572-AB8558DE263A}"/>
                </a:ext>
              </a:extLst>
            </p:cNvPr>
            <p:cNvSpPr/>
            <p:nvPr/>
          </p:nvSpPr>
          <p:spPr>
            <a:xfrm>
              <a:off x="350675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199">
              <a:extLst>
                <a:ext uri="{FF2B5EF4-FFF2-40B4-BE49-F238E27FC236}">
                  <a16:creationId xmlns:a16="http://schemas.microsoft.com/office/drawing/2014/main" id="{8FF7A673-763F-9A1D-5CC9-8313C5F8C593}"/>
                </a:ext>
              </a:extLst>
            </p:cNvPr>
            <p:cNvSpPr/>
            <p:nvPr/>
          </p:nvSpPr>
          <p:spPr>
            <a:xfrm>
              <a:off x="351619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0">
              <a:extLst>
                <a:ext uri="{FF2B5EF4-FFF2-40B4-BE49-F238E27FC236}">
                  <a16:creationId xmlns:a16="http://schemas.microsoft.com/office/drawing/2014/main" id="{A4B0F929-AF8D-4CC1-2B26-7299FF9F1AA0}"/>
                </a:ext>
              </a:extLst>
            </p:cNvPr>
            <p:cNvSpPr/>
            <p:nvPr/>
          </p:nvSpPr>
          <p:spPr>
            <a:xfrm>
              <a:off x="352563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1">
              <a:extLst>
                <a:ext uri="{FF2B5EF4-FFF2-40B4-BE49-F238E27FC236}">
                  <a16:creationId xmlns:a16="http://schemas.microsoft.com/office/drawing/2014/main" id="{88879441-A397-1CEA-9ABC-9BA0F75B2B24}"/>
                </a:ext>
              </a:extLst>
            </p:cNvPr>
            <p:cNvSpPr/>
            <p:nvPr/>
          </p:nvSpPr>
          <p:spPr>
            <a:xfrm>
              <a:off x="353507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2">
              <a:extLst>
                <a:ext uri="{FF2B5EF4-FFF2-40B4-BE49-F238E27FC236}">
                  <a16:creationId xmlns:a16="http://schemas.microsoft.com/office/drawing/2014/main" id="{A65EBAA0-B44D-57AD-1EF3-551821F306B3}"/>
                </a:ext>
              </a:extLst>
            </p:cNvPr>
            <p:cNvSpPr/>
            <p:nvPr/>
          </p:nvSpPr>
          <p:spPr>
            <a:xfrm>
              <a:off x="354451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3">
              <a:extLst>
                <a:ext uri="{FF2B5EF4-FFF2-40B4-BE49-F238E27FC236}">
                  <a16:creationId xmlns:a16="http://schemas.microsoft.com/office/drawing/2014/main" id="{BB7069A7-5F3B-37BF-8052-6BBE588A384B}"/>
                </a:ext>
              </a:extLst>
            </p:cNvPr>
            <p:cNvSpPr/>
            <p:nvPr/>
          </p:nvSpPr>
          <p:spPr>
            <a:xfrm>
              <a:off x="355395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4">
              <a:extLst>
                <a:ext uri="{FF2B5EF4-FFF2-40B4-BE49-F238E27FC236}">
                  <a16:creationId xmlns:a16="http://schemas.microsoft.com/office/drawing/2014/main" id="{AA057863-5466-7B92-65F2-55E9FFAE32FB}"/>
                </a:ext>
              </a:extLst>
            </p:cNvPr>
            <p:cNvSpPr/>
            <p:nvPr/>
          </p:nvSpPr>
          <p:spPr>
            <a:xfrm>
              <a:off x="356339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5">
              <a:extLst>
                <a:ext uri="{FF2B5EF4-FFF2-40B4-BE49-F238E27FC236}">
                  <a16:creationId xmlns:a16="http://schemas.microsoft.com/office/drawing/2014/main" id="{5EAE07A7-ACAE-D7A9-F6F5-048F5124E748}"/>
                </a:ext>
              </a:extLst>
            </p:cNvPr>
            <p:cNvSpPr/>
            <p:nvPr/>
          </p:nvSpPr>
          <p:spPr>
            <a:xfrm>
              <a:off x="357283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6">
              <a:extLst>
                <a:ext uri="{FF2B5EF4-FFF2-40B4-BE49-F238E27FC236}">
                  <a16:creationId xmlns:a16="http://schemas.microsoft.com/office/drawing/2014/main" id="{43E91676-C27A-9246-7A8D-EE2EFB6A62FC}"/>
                </a:ext>
              </a:extLst>
            </p:cNvPr>
            <p:cNvSpPr/>
            <p:nvPr/>
          </p:nvSpPr>
          <p:spPr>
            <a:xfrm>
              <a:off x="358227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7">
              <a:extLst>
                <a:ext uri="{FF2B5EF4-FFF2-40B4-BE49-F238E27FC236}">
                  <a16:creationId xmlns:a16="http://schemas.microsoft.com/office/drawing/2014/main" id="{7D463DD0-57ED-C50E-99F4-6376F4C5195E}"/>
                </a:ext>
              </a:extLst>
            </p:cNvPr>
            <p:cNvSpPr/>
            <p:nvPr/>
          </p:nvSpPr>
          <p:spPr>
            <a:xfrm>
              <a:off x="359171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8">
              <a:extLst>
                <a:ext uri="{FF2B5EF4-FFF2-40B4-BE49-F238E27FC236}">
                  <a16:creationId xmlns:a16="http://schemas.microsoft.com/office/drawing/2014/main" id="{C6354756-8BC4-5802-8208-BD9866C1B05A}"/>
                </a:ext>
              </a:extLst>
            </p:cNvPr>
            <p:cNvSpPr/>
            <p:nvPr/>
          </p:nvSpPr>
          <p:spPr>
            <a:xfrm>
              <a:off x="360115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09">
              <a:extLst>
                <a:ext uri="{FF2B5EF4-FFF2-40B4-BE49-F238E27FC236}">
                  <a16:creationId xmlns:a16="http://schemas.microsoft.com/office/drawing/2014/main" id="{DEB071C0-604F-C14E-C6A5-D9CD0795106F}"/>
                </a:ext>
              </a:extLst>
            </p:cNvPr>
            <p:cNvSpPr/>
            <p:nvPr/>
          </p:nvSpPr>
          <p:spPr>
            <a:xfrm>
              <a:off x="361059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0">
              <a:extLst>
                <a:ext uri="{FF2B5EF4-FFF2-40B4-BE49-F238E27FC236}">
                  <a16:creationId xmlns:a16="http://schemas.microsoft.com/office/drawing/2014/main" id="{C7D63540-BD3C-73DE-B89D-FE648FCAA6B6}"/>
                </a:ext>
              </a:extLst>
            </p:cNvPr>
            <p:cNvSpPr/>
            <p:nvPr/>
          </p:nvSpPr>
          <p:spPr>
            <a:xfrm>
              <a:off x="362003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1">
              <a:extLst>
                <a:ext uri="{FF2B5EF4-FFF2-40B4-BE49-F238E27FC236}">
                  <a16:creationId xmlns:a16="http://schemas.microsoft.com/office/drawing/2014/main" id="{000CE6A5-EB81-E8B6-9CCC-11353E0FE24D}"/>
                </a:ext>
              </a:extLst>
            </p:cNvPr>
            <p:cNvSpPr/>
            <p:nvPr/>
          </p:nvSpPr>
          <p:spPr>
            <a:xfrm>
              <a:off x="362947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2">
              <a:extLst>
                <a:ext uri="{FF2B5EF4-FFF2-40B4-BE49-F238E27FC236}">
                  <a16:creationId xmlns:a16="http://schemas.microsoft.com/office/drawing/2014/main" id="{515A8542-CD6E-AE14-CCD4-D330AC388DBA}"/>
                </a:ext>
              </a:extLst>
            </p:cNvPr>
            <p:cNvSpPr/>
            <p:nvPr/>
          </p:nvSpPr>
          <p:spPr>
            <a:xfrm>
              <a:off x="363891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3">
              <a:extLst>
                <a:ext uri="{FF2B5EF4-FFF2-40B4-BE49-F238E27FC236}">
                  <a16:creationId xmlns:a16="http://schemas.microsoft.com/office/drawing/2014/main" id="{AC6E1E2F-3CF5-FC42-02F0-1EB08BC717D6}"/>
                </a:ext>
              </a:extLst>
            </p:cNvPr>
            <p:cNvSpPr/>
            <p:nvPr/>
          </p:nvSpPr>
          <p:spPr>
            <a:xfrm>
              <a:off x="364836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4">
              <a:extLst>
                <a:ext uri="{FF2B5EF4-FFF2-40B4-BE49-F238E27FC236}">
                  <a16:creationId xmlns:a16="http://schemas.microsoft.com/office/drawing/2014/main" id="{D7150F70-DB05-87B4-58A2-6B336C3852C3}"/>
                </a:ext>
              </a:extLst>
            </p:cNvPr>
            <p:cNvSpPr/>
            <p:nvPr/>
          </p:nvSpPr>
          <p:spPr>
            <a:xfrm>
              <a:off x="365780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5">
              <a:extLst>
                <a:ext uri="{FF2B5EF4-FFF2-40B4-BE49-F238E27FC236}">
                  <a16:creationId xmlns:a16="http://schemas.microsoft.com/office/drawing/2014/main" id="{0A5C6B49-3C5C-0FFE-21E2-BAE5ECB65266}"/>
                </a:ext>
              </a:extLst>
            </p:cNvPr>
            <p:cNvSpPr/>
            <p:nvPr/>
          </p:nvSpPr>
          <p:spPr>
            <a:xfrm>
              <a:off x="366724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6">
              <a:extLst>
                <a:ext uri="{FF2B5EF4-FFF2-40B4-BE49-F238E27FC236}">
                  <a16:creationId xmlns:a16="http://schemas.microsoft.com/office/drawing/2014/main" id="{22E992CC-9AE4-B997-9097-19999770D934}"/>
                </a:ext>
              </a:extLst>
            </p:cNvPr>
            <p:cNvSpPr/>
            <p:nvPr/>
          </p:nvSpPr>
          <p:spPr>
            <a:xfrm>
              <a:off x="367668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7">
              <a:extLst>
                <a:ext uri="{FF2B5EF4-FFF2-40B4-BE49-F238E27FC236}">
                  <a16:creationId xmlns:a16="http://schemas.microsoft.com/office/drawing/2014/main" id="{FD164858-9CA7-2B8A-AD79-2349BA590DA1}"/>
                </a:ext>
              </a:extLst>
            </p:cNvPr>
            <p:cNvSpPr/>
            <p:nvPr/>
          </p:nvSpPr>
          <p:spPr>
            <a:xfrm>
              <a:off x="368612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8">
              <a:extLst>
                <a:ext uri="{FF2B5EF4-FFF2-40B4-BE49-F238E27FC236}">
                  <a16:creationId xmlns:a16="http://schemas.microsoft.com/office/drawing/2014/main" id="{30C6C60A-3E32-2FA1-6432-AE41568D00A7}"/>
                </a:ext>
              </a:extLst>
            </p:cNvPr>
            <p:cNvSpPr/>
            <p:nvPr/>
          </p:nvSpPr>
          <p:spPr>
            <a:xfrm>
              <a:off x="369556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19">
              <a:extLst>
                <a:ext uri="{FF2B5EF4-FFF2-40B4-BE49-F238E27FC236}">
                  <a16:creationId xmlns:a16="http://schemas.microsoft.com/office/drawing/2014/main" id="{09EE49E0-6CA7-4885-CAB2-616B18B7B6E9}"/>
                </a:ext>
              </a:extLst>
            </p:cNvPr>
            <p:cNvSpPr/>
            <p:nvPr/>
          </p:nvSpPr>
          <p:spPr>
            <a:xfrm>
              <a:off x="370500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0">
              <a:extLst>
                <a:ext uri="{FF2B5EF4-FFF2-40B4-BE49-F238E27FC236}">
                  <a16:creationId xmlns:a16="http://schemas.microsoft.com/office/drawing/2014/main" id="{907737A4-746C-1396-A90E-F3E4D2E59A2D}"/>
                </a:ext>
              </a:extLst>
            </p:cNvPr>
            <p:cNvSpPr/>
            <p:nvPr/>
          </p:nvSpPr>
          <p:spPr>
            <a:xfrm>
              <a:off x="371444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1">
              <a:extLst>
                <a:ext uri="{FF2B5EF4-FFF2-40B4-BE49-F238E27FC236}">
                  <a16:creationId xmlns:a16="http://schemas.microsoft.com/office/drawing/2014/main" id="{AB0733AF-6B20-4335-2D43-6024352554F2}"/>
                </a:ext>
              </a:extLst>
            </p:cNvPr>
            <p:cNvSpPr/>
            <p:nvPr/>
          </p:nvSpPr>
          <p:spPr>
            <a:xfrm>
              <a:off x="372388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2">
              <a:extLst>
                <a:ext uri="{FF2B5EF4-FFF2-40B4-BE49-F238E27FC236}">
                  <a16:creationId xmlns:a16="http://schemas.microsoft.com/office/drawing/2014/main" id="{036FE2D7-FEBB-7A3E-F850-008131E062EF}"/>
                </a:ext>
              </a:extLst>
            </p:cNvPr>
            <p:cNvSpPr/>
            <p:nvPr/>
          </p:nvSpPr>
          <p:spPr>
            <a:xfrm>
              <a:off x="373332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3">
              <a:extLst>
                <a:ext uri="{FF2B5EF4-FFF2-40B4-BE49-F238E27FC236}">
                  <a16:creationId xmlns:a16="http://schemas.microsoft.com/office/drawing/2014/main" id="{08306615-A958-2094-C504-B5CB17E06651}"/>
                </a:ext>
              </a:extLst>
            </p:cNvPr>
            <p:cNvSpPr/>
            <p:nvPr/>
          </p:nvSpPr>
          <p:spPr>
            <a:xfrm>
              <a:off x="374276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4">
              <a:extLst>
                <a:ext uri="{FF2B5EF4-FFF2-40B4-BE49-F238E27FC236}">
                  <a16:creationId xmlns:a16="http://schemas.microsoft.com/office/drawing/2014/main" id="{395CB26F-A0D7-4518-9DF4-64802477D3F3}"/>
                </a:ext>
              </a:extLst>
            </p:cNvPr>
            <p:cNvSpPr/>
            <p:nvPr/>
          </p:nvSpPr>
          <p:spPr>
            <a:xfrm>
              <a:off x="375220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5">
              <a:extLst>
                <a:ext uri="{FF2B5EF4-FFF2-40B4-BE49-F238E27FC236}">
                  <a16:creationId xmlns:a16="http://schemas.microsoft.com/office/drawing/2014/main" id="{78538B40-A317-4458-E65F-AC02C54771B1}"/>
                </a:ext>
              </a:extLst>
            </p:cNvPr>
            <p:cNvSpPr/>
            <p:nvPr/>
          </p:nvSpPr>
          <p:spPr>
            <a:xfrm>
              <a:off x="376164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6">
              <a:extLst>
                <a:ext uri="{FF2B5EF4-FFF2-40B4-BE49-F238E27FC236}">
                  <a16:creationId xmlns:a16="http://schemas.microsoft.com/office/drawing/2014/main" id="{BBA1C6BB-EEC0-F83B-9B66-A54542691E7A}"/>
                </a:ext>
              </a:extLst>
            </p:cNvPr>
            <p:cNvSpPr/>
            <p:nvPr/>
          </p:nvSpPr>
          <p:spPr>
            <a:xfrm>
              <a:off x="3771083" y="139472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7">
              <a:extLst>
                <a:ext uri="{FF2B5EF4-FFF2-40B4-BE49-F238E27FC236}">
                  <a16:creationId xmlns:a16="http://schemas.microsoft.com/office/drawing/2014/main" id="{3ECF728E-24AA-C150-2A48-C8D8D1E1CD51}"/>
                </a:ext>
              </a:extLst>
            </p:cNvPr>
            <p:cNvSpPr/>
            <p:nvPr/>
          </p:nvSpPr>
          <p:spPr>
            <a:xfrm>
              <a:off x="3780523" y="1377151"/>
              <a:ext cx="917782" cy="923409"/>
            </a:xfrm>
            <a:custGeom>
              <a:avLst/>
              <a:gdLst/>
              <a:ahLst/>
              <a:cxnLst/>
              <a:rect l="0" t="0" r="0" b="0"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8">
              <a:extLst>
                <a:ext uri="{FF2B5EF4-FFF2-40B4-BE49-F238E27FC236}">
                  <a16:creationId xmlns:a16="http://schemas.microsoft.com/office/drawing/2014/main" id="{C0F95FFE-EC44-CA5E-311A-83DF4E570E1F}"/>
                </a:ext>
              </a:extLst>
            </p:cNvPr>
            <p:cNvSpPr/>
            <p:nvPr/>
          </p:nvSpPr>
          <p:spPr>
            <a:xfrm>
              <a:off x="2100160" y="135958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29">
              <a:extLst>
                <a:ext uri="{FF2B5EF4-FFF2-40B4-BE49-F238E27FC236}">
                  <a16:creationId xmlns:a16="http://schemas.microsoft.com/office/drawing/2014/main" id="{AC9C1ACB-D9F4-114A-46E9-A5F4CC349087}"/>
                </a:ext>
              </a:extLst>
            </p:cNvPr>
            <p:cNvSpPr/>
            <p:nvPr/>
          </p:nvSpPr>
          <p:spPr>
            <a:xfrm>
              <a:off x="210016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0">
              <a:extLst>
                <a:ext uri="{FF2B5EF4-FFF2-40B4-BE49-F238E27FC236}">
                  <a16:creationId xmlns:a16="http://schemas.microsoft.com/office/drawing/2014/main" id="{D2948880-A3D4-7DFC-0D28-066FDBAC4761}"/>
                </a:ext>
              </a:extLst>
            </p:cNvPr>
            <p:cNvSpPr/>
            <p:nvPr/>
          </p:nvSpPr>
          <p:spPr>
            <a:xfrm>
              <a:off x="210960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1">
              <a:extLst>
                <a:ext uri="{FF2B5EF4-FFF2-40B4-BE49-F238E27FC236}">
                  <a16:creationId xmlns:a16="http://schemas.microsoft.com/office/drawing/2014/main" id="{B72E8A66-14AA-DA11-04B5-8616CCA0514A}"/>
                </a:ext>
              </a:extLst>
            </p:cNvPr>
            <p:cNvSpPr/>
            <p:nvPr/>
          </p:nvSpPr>
          <p:spPr>
            <a:xfrm>
              <a:off x="211904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2">
              <a:extLst>
                <a:ext uri="{FF2B5EF4-FFF2-40B4-BE49-F238E27FC236}">
                  <a16:creationId xmlns:a16="http://schemas.microsoft.com/office/drawing/2014/main" id="{088C4D8B-903D-A792-DD1D-4BD19D17C802}"/>
                </a:ext>
              </a:extLst>
            </p:cNvPr>
            <p:cNvSpPr/>
            <p:nvPr/>
          </p:nvSpPr>
          <p:spPr>
            <a:xfrm>
              <a:off x="212848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3">
              <a:extLst>
                <a:ext uri="{FF2B5EF4-FFF2-40B4-BE49-F238E27FC236}">
                  <a16:creationId xmlns:a16="http://schemas.microsoft.com/office/drawing/2014/main" id="{425C83F9-3E4D-ABBD-ADB8-8D1509B96091}"/>
                </a:ext>
              </a:extLst>
            </p:cNvPr>
            <p:cNvSpPr/>
            <p:nvPr/>
          </p:nvSpPr>
          <p:spPr>
            <a:xfrm>
              <a:off x="213792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4">
              <a:extLst>
                <a:ext uri="{FF2B5EF4-FFF2-40B4-BE49-F238E27FC236}">
                  <a16:creationId xmlns:a16="http://schemas.microsoft.com/office/drawing/2014/main" id="{C6D7D9F1-B617-3E04-6974-28DC590AABB7}"/>
                </a:ext>
              </a:extLst>
            </p:cNvPr>
            <p:cNvSpPr/>
            <p:nvPr/>
          </p:nvSpPr>
          <p:spPr>
            <a:xfrm>
              <a:off x="214736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5">
              <a:extLst>
                <a:ext uri="{FF2B5EF4-FFF2-40B4-BE49-F238E27FC236}">
                  <a16:creationId xmlns:a16="http://schemas.microsoft.com/office/drawing/2014/main" id="{07C4A249-D1C3-4EB6-B47A-B32FE0B9DB1D}"/>
                </a:ext>
              </a:extLst>
            </p:cNvPr>
            <p:cNvSpPr/>
            <p:nvPr/>
          </p:nvSpPr>
          <p:spPr>
            <a:xfrm>
              <a:off x="215680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6">
              <a:extLst>
                <a:ext uri="{FF2B5EF4-FFF2-40B4-BE49-F238E27FC236}">
                  <a16:creationId xmlns:a16="http://schemas.microsoft.com/office/drawing/2014/main" id="{D39A4EBE-EB84-F2E2-8EE7-8BCC85DB1B14}"/>
                </a:ext>
              </a:extLst>
            </p:cNvPr>
            <p:cNvSpPr/>
            <p:nvPr/>
          </p:nvSpPr>
          <p:spPr>
            <a:xfrm>
              <a:off x="216624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7">
              <a:extLst>
                <a:ext uri="{FF2B5EF4-FFF2-40B4-BE49-F238E27FC236}">
                  <a16:creationId xmlns:a16="http://schemas.microsoft.com/office/drawing/2014/main" id="{462BF141-36E2-5F08-8662-57DF9457E9C6}"/>
                </a:ext>
              </a:extLst>
            </p:cNvPr>
            <p:cNvSpPr/>
            <p:nvPr/>
          </p:nvSpPr>
          <p:spPr>
            <a:xfrm>
              <a:off x="217568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8">
              <a:extLst>
                <a:ext uri="{FF2B5EF4-FFF2-40B4-BE49-F238E27FC236}">
                  <a16:creationId xmlns:a16="http://schemas.microsoft.com/office/drawing/2014/main" id="{BF076B36-80EE-024A-6508-A413E9B8A504}"/>
                </a:ext>
              </a:extLst>
            </p:cNvPr>
            <p:cNvSpPr/>
            <p:nvPr/>
          </p:nvSpPr>
          <p:spPr>
            <a:xfrm>
              <a:off x="218512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39">
              <a:extLst>
                <a:ext uri="{FF2B5EF4-FFF2-40B4-BE49-F238E27FC236}">
                  <a16:creationId xmlns:a16="http://schemas.microsoft.com/office/drawing/2014/main" id="{21E5BCAC-15DE-CBB3-77B9-730DF0201619}"/>
                </a:ext>
              </a:extLst>
            </p:cNvPr>
            <p:cNvSpPr/>
            <p:nvPr/>
          </p:nvSpPr>
          <p:spPr>
            <a:xfrm>
              <a:off x="219456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0">
              <a:extLst>
                <a:ext uri="{FF2B5EF4-FFF2-40B4-BE49-F238E27FC236}">
                  <a16:creationId xmlns:a16="http://schemas.microsoft.com/office/drawing/2014/main" id="{4076A8FB-D615-AC39-EE47-5F7A88EB78BF}"/>
                </a:ext>
              </a:extLst>
            </p:cNvPr>
            <p:cNvSpPr/>
            <p:nvPr/>
          </p:nvSpPr>
          <p:spPr>
            <a:xfrm>
              <a:off x="220400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1">
              <a:extLst>
                <a:ext uri="{FF2B5EF4-FFF2-40B4-BE49-F238E27FC236}">
                  <a16:creationId xmlns:a16="http://schemas.microsoft.com/office/drawing/2014/main" id="{EFEBC117-ABFF-D5BE-5E49-0C51E8095C44}"/>
                </a:ext>
              </a:extLst>
            </p:cNvPr>
            <p:cNvSpPr/>
            <p:nvPr/>
          </p:nvSpPr>
          <p:spPr>
            <a:xfrm>
              <a:off x="221344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2">
              <a:extLst>
                <a:ext uri="{FF2B5EF4-FFF2-40B4-BE49-F238E27FC236}">
                  <a16:creationId xmlns:a16="http://schemas.microsoft.com/office/drawing/2014/main" id="{43CA4AD1-2D52-B6E5-4836-BF14D809B804}"/>
                </a:ext>
              </a:extLst>
            </p:cNvPr>
            <p:cNvSpPr/>
            <p:nvPr/>
          </p:nvSpPr>
          <p:spPr>
            <a:xfrm>
              <a:off x="222288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3">
              <a:extLst>
                <a:ext uri="{FF2B5EF4-FFF2-40B4-BE49-F238E27FC236}">
                  <a16:creationId xmlns:a16="http://schemas.microsoft.com/office/drawing/2014/main" id="{EE26758B-D3A5-4D8A-5ADA-3762C00BE306}"/>
                </a:ext>
              </a:extLst>
            </p:cNvPr>
            <p:cNvSpPr/>
            <p:nvPr/>
          </p:nvSpPr>
          <p:spPr>
            <a:xfrm>
              <a:off x="223232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4">
              <a:extLst>
                <a:ext uri="{FF2B5EF4-FFF2-40B4-BE49-F238E27FC236}">
                  <a16:creationId xmlns:a16="http://schemas.microsoft.com/office/drawing/2014/main" id="{D8AFDA64-3FC8-93CB-D788-1F214BC2B8F5}"/>
                </a:ext>
              </a:extLst>
            </p:cNvPr>
            <p:cNvSpPr/>
            <p:nvPr/>
          </p:nvSpPr>
          <p:spPr>
            <a:xfrm>
              <a:off x="224176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5">
              <a:extLst>
                <a:ext uri="{FF2B5EF4-FFF2-40B4-BE49-F238E27FC236}">
                  <a16:creationId xmlns:a16="http://schemas.microsoft.com/office/drawing/2014/main" id="{74C4CF11-2DD2-196D-9C0B-8B7CCC23F85A}"/>
                </a:ext>
              </a:extLst>
            </p:cNvPr>
            <p:cNvSpPr/>
            <p:nvPr/>
          </p:nvSpPr>
          <p:spPr>
            <a:xfrm>
              <a:off x="225120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6">
              <a:extLst>
                <a:ext uri="{FF2B5EF4-FFF2-40B4-BE49-F238E27FC236}">
                  <a16:creationId xmlns:a16="http://schemas.microsoft.com/office/drawing/2014/main" id="{3B30EF9E-AD05-598A-F317-606084E073ED}"/>
                </a:ext>
              </a:extLst>
            </p:cNvPr>
            <p:cNvSpPr/>
            <p:nvPr/>
          </p:nvSpPr>
          <p:spPr>
            <a:xfrm>
              <a:off x="226064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7">
              <a:extLst>
                <a:ext uri="{FF2B5EF4-FFF2-40B4-BE49-F238E27FC236}">
                  <a16:creationId xmlns:a16="http://schemas.microsoft.com/office/drawing/2014/main" id="{34B44D0F-395D-CADD-6154-448B0185FBF2}"/>
                </a:ext>
              </a:extLst>
            </p:cNvPr>
            <p:cNvSpPr/>
            <p:nvPr/>
          </p:nvSpPr>
          <p:spPr>
            <a:xfrm>
              <a:off x="227008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8">
              <a:extLst>
                <a:ext uri="{FF2B5EF4-FFF2-40B4-BE49-F238E27FC236}">
                  <a16:creationId xmlns:a16="http://schemas.microsoft.com/office/drawing/2014/main" id="{E8E8E52A-B436-0121-B1E2-DFB45F403982}"/>
                </a:ext>
              </a:extLst>
            </p:cNvPr>
            <p:cNvSpPr/>
            <p:nvPr/>
          </p:nvSpPr>
          <p:spPr>
            <a:xfrm>
              <a:off x="227952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49">
              <a:extLst>
                <a:ext uri="{FF2B5EF4-FFF2-40B4-BE49-F238E27FC236}">
                  <a16:creationId xmlns:a16="http://schemas.microsoft.com/office/drawing/2014/main" id="{21B1605C-DE8F-67C0-2149-4A101A620F8B}"/>
                </a:ext>
              </a:extLst>
            </p:cNvPr>
            <p:cNvSpPr/>
            <p:nvPr/>
          </p:nvSpPr>
          <p:spPr>
            <a:xfrm>
              <a:off x="228896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0">
              <a:extLst>
                <a:ext uri="{FF2B5EF4-FFF2-40B4-BE49-F238E27FC236}">
                  <a16:creationId xmlns:a16="http://schemas.microsoft.com/office/drawing/2014/main" id="{1D34FAD6-7B0C-E8A5-BCA7-949B89EE4455}"/>
                </a:ext>
              </a:extLst>
            </p:cNvPr>
            <p:cNvSpPr/>
            <p:nvPr/>
          </p:nvSpPr>
          <p:spPr>
            <a:xfrm>
              <a:off x="229840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1">
              <a:extLst>
                <a:ext uri="{FF2B5EF4-FFF2-40B4-BE49-F238E27FC236}">
                  <a16:creationId xmlns:a16="http://schemas.microsoft.com/office/drawing/2014/main" id="{1BF65386-BB4E-7988-A0B7-86FA416D1E65}"/>
                </a:ext>
              </a:extLst>
            </p:cNvPr>
            <p:cNvSpPr/>
            <p:nvPr/>
          </p:nvSpPr>
          <p:spPr>
            <a:xfrm>
              <a:off x="230784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2">
              <a:extLst>
                <a:ext uri="{FF2B5EF4-FFF2-40B4-BE49-F238E27FC236}">
                  <a16:creationId xmlns:a16="http://schemas.microsoft.com/office/drawing/2014/main" id="{8A35E9C6-6FC5-AAF2-EFD6-2DE6280C6227}"/>
                </a:ext>
              </a:extLst>
            </p:cNvPr>
            <p:cNvSpPr/>
            <p:nvPr/>
          </p:nvSpPr>
          <p:spPr>
            <a:xfrm>
              <a:off x="231728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3">
              <a:extLst>
                <a:ext uri="{FF2B5EF4-FFF2-40B4-BE49-F238E27FC236}">
                  <a16:creationId xmlns:a16="http://schemas.microsoft.com/office/drawing/2014/main" id="{B50CDC81-0C29-A341-8785-385B199B28C1}"/>
                </a:ext>
              </a:extLst>
            </p:cNvPr>
            <p:cNvSpPr/>
            <p:nvPr/>
          </p:nvSpPr>
          <p:spPr>
            <a:xfrm>
              <a:off x="232672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4">
              <a:extLst>
                <a:ext uri="{FF2B5EF4-FFF2-40B4-BE49-F238E27FC236}">
                  <a16:creationId xmlns:a16="http://schemas.microsoft.com/office/drawing/2014/main" id="{6714B738-AC53-B2B6-7740-016ACE5CF086}"/>
                </a:ext>
              </a:extLst>
            </p:cNvPr>
            <p:cNvSpPr/>
            <p:nvPr/>
          </p:nvSpPr>
          <p:spPr>
            <a:xfrm>
              <a:off x="233616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5">
              <a:extLst>
                <a:ext uri="{FF2B5EF4-FFF2-40B4-BE49-F238E27FC236}">
                  <a16:creationId xmlns:a16="http://schemas.microsoft.com/office/drawing/2014/main" id="{8F744F84-54FE-9C12-F99B-57E5D58EBAFD}"/>
                </a:ext>
              </a:extLst>
            </p:cNvPr>
            <p:cNvSpPr/>
            <p:nvPr/>
          </p:nvSpPr>
          <p:spPr>
            <a:xfrm>
              <a:off x="234560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6">
              <a:extLst>
                <a:ext uri="{FF2B5EF4-FFF2-40B4-BE49-F238E27FC236}">
                  <a16:creationId xmlns:a16="http://schemas.microsoft.com/office/drawing/2014/main" id="{F1953578-3BFE-912D-93F3-6DD9063A41C8}"/>
                </a:ext>
              </a:extLst>
            </p:cNvPr>
            <p:cNvSpPr/>
            <p:nvPr/>
          </p:nvSpPr>
          <p:spPr>
            <a:xfrm>
              <a:off x="235504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7">
              <a:extLst>
                <a:ext uri="{FF2B5EF4-FFF2-40B4-BE49-F238E27FC236}">
                  <a16:creationId xmlns:a16="http://schemas.microsoft.com/office/drawing/2014/main" id="{880CC6B7-F43D-3527-73B0-8286B8EE7C9F}"/>
                </a:ext>
              </a:extLst>
            </p:cNvPr>
            <p:cNvSpPr/>
            <p:nvPr/>
          </p:nvSpPr>
          <p:spPr>
            <a:xfrm>
              <a:off x="236448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8">
              <a:extLst>
                <a:ext uri="{FF2B5EF4-FFF2-40B4-BE49-F238E27FC236}">
                  <a16:creationId xmlns:a16="http://schemas.microsoft.com/office/drawing/2014/main" id="{BD3DE0DB-91D1-0238-B548-465E514064B8}"/>
                </a:ext>
              </a:extLst>
            </p:cNvPr>
            <p:cNvSpPr/>
            <p:nvPr/>
          </p:nvSpPr>
          <p:spPr>
            <a:xfrm>
              <a:off x="237392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59">
              <a:extLst>
                <a:ext uri="{FF2B5EF4-FFF2-40B4-BE49-F238E27FC236}">
                  <a16:creationId xmlns:a16="http://schemas.microsoft.com/office/drawing/2014/main" id="{B725ADA1-7077-BB4E-4A1F-47BE641E2204}"/>
                </a:ext>
              </a:extLst>
            </p:cNvPr>
            <p:cNvSpPr/>
            <p:nvPr/>
          </p:nvSpPr>
          <p:spPr>
            <a:xfrm>
              <a:off x="23833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0">
              <a:extLst>
                <a:ext uri="{FF2B5EF4-FFF2-40B4-BE49-F238E27FC236}">
                  <a16:creationId xmlns:a16="http://schemas.microsoft.com/office/drawing/2014/main" id="{BCD7BD81-0412-F4C0-3876-5FBB9AF63DEE}"/>
                </a:ext>
              </a:extLst>
            </p:cNvPr>
            <p:cNvSpPr/>
            <p:nvPr/>
          </p:nvSpPr>
          <p:spPr>
            <a:xfrm>
              <a:off x="239280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1">
              <a:extLst>
                <a:ext uri="{FF2B5EF4-FFF2-40B4-BE49-F238E27FC236}">
                  <a16:creationId xmlns:a16="http://schemas.microsoft.com/office/drawing/2014/main" id="{A950F843-D33B-A08E-414D-C0FC4002C664}"/>
                </a:ext>
              </a:extLst>
            </p:cNvPr>
            <p:cNvSpPr/>
            <p:nvPr/>
          </p:nvSpPr>
          <p:spPr>
            <a:xfrm>
              <a:off x="240224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2">
              <a:extLst>
                <a:ext uri="{FF2B5EF4-FFF2-40B4-BE49-F238E27FC236}">
                  <a16:creationId xmlns:a16="http://schemas.microsoft.com/office/drawing/2014/main" id="{FF7DF7F4-31A7-7036-1AF0-E3F2FFD19E74}"/>
                </a:ext>
              </a:extLst>
            </p:cNvPr>
            <p:cNvSpPr/>
            <p:nvPr/>
          </p:nvSpPr>
          <p:spPr>
            <a:xfrm>
              <a:off x="24116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3">
              <a:extLst>
                <a:ext uri="{FF2B5EF4-FFF2-40B4-BE49-F238E27FC236}">
                  <a16:creationId xmlns:a16="http://schemas.microsoft.com/office/drawing/2014/main" id="{423C6A5A-48EE-0656-7454-B33C651DAABA}"/>
                </a:ext>
              </a:extLst>
            </p:cNvPr>
            <p:cNvSpPr/>
            <p:nvPr/>
          </p:nvSpPr>
          <p:spPr>
            <a:xfrm>
              <a:off x="242112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4">
              <a:extLst>
                <a:ext uri="{FF2B5EF4-FFF2-40B4-BE49-F238E27FC236}">
                  <a16:creationId xmlns:a16="http://schemas.microsoft.com/office/drawing/2014/main" id="{074304A5-79FA-090D-0157-05B311495A49}"/>
                </a:ext>
              </a:extLst>
            </p:cNvPr>
            <p:cNvSpPr/>
            <p:nvPr/>
          </p:nvSpPr>
          <p:spPr>
            <a:xfrm>
              <a:off x="2430569" y="1377151"/>
              <a:ext cx="921600" cy="914400"/>
            </a:xfrm>
            <a:custGeom>
              <a:avLst/>
              <a:gdLst/>
              <a:ahLst/>
              <a:cxnLst/>
              <a:rect l="0" t="0" r="0" b="0"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5">
              <a:extLst>
                <a:ext uri="{FF2B5EF4-FFF2-40B4-BE49-F238E27FC236}">
                  <a16:creationId xmlns:a16="http://schemas.microsoft.com/office/drawing/2014/main" id="{565A8AE9-DF2B-997F-7461-57D2025481A0}"/>
                </a:ext>
              </a:extLst>
            </p:cNvPr>
            <p:cNvSpPr/>
            <p:nvPr/>
          </p:nvSpPr>
          <p:spPr>
            <a:xfrm>
              <a:off x="3148027" y="137715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6">
              <a:extLst>
                <a:ext uri="{FF2B5EF4-FFF2-40B4-BE49-F238E27FC236}">
                  <a16:creationId xmlns:a16="http://schemas.microsoft.com/office/drawing/2014/main" id="{3F6EB4FB-CA1B-E5A8-31E4-AF33916A3DF5}"/>
                </a:ext>
              </a:extLst>
            </p:cNvPr>
            <p:cNvSpPr/>
            <p:nvPr/>
          </p:nvSpPr>
          <p:spPr>
            <a:xfrm>
              <a:off x="3157467" y="135958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7">
              <a:extLst>
                <a:ext uri="{FF2B5EF4-FFF2-40B4-BE49-F238E27FC236}">
                  <a16:creationId xmlns:a16="http://schemas.microsoft.com/office/drawing/2014/main" id="{F929FE90-AC08-8BE2-FCEE-EC79D96A7BE8}"/>
                </a:ext>
              </a:extLst>
            </p:cNvPr>
            <p:cNvSpPr/>
            <p:nvPr/>
          </p:nvSpPr>
          <p:spPr>
            <a:xfrm>
              <a:off x="315746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8">
              <a:extLst>
                <a:ext uri="{FF2B5EF4-FFF2-40B4-BE49-F238E27FC236}">
                  <a16:creationId xmlns:a16="http://schemas.microsoft.com/office/drawing/2014/main" id="{695FF79C-0B98-266C-4E4B-4F2562FF4107}"/>
                </a:ext>
              </a:extLst>
            </p:cNvPr>
            <p:cNvSpPr/>
            <p:nvPr/>
          </p:nvSpPr>
          <p:spPr>
            <a:xfrm>
              <a:off x="316690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69">
              <a:extLst>
                <a:ext uri="{FF2B5EF4-FFF2-40B4-BE49-F238E27FC236}">
                  <a16:creationId xmlns:a16="http://schemas.microsoft.com/office/drawing/2014/main" id="{29E2B55D-4608-21A0-CC73-B36D9B427361}"/>
                </a:ext>
              </a:extLst>
            </p:cNvPr>
            <p:cNvSpPr/>
            <p:nvPr/>
          </p:nvSpPr>
          <p:spPr>
            <a:xfrm>
              <a:off x="317634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0">
              <a:extLst>
                <a:ext uri="{FF2B5EF4-FFF2-40B4-BE49-F238E27FC236}">
                  <a16:creationId xmlns:a16="http://schemas.microsoft.com/office/drawing/2014/main" id="{A7D45CDF-718B-61D8-7283-AD50A3C38716}"/>
                </a:ext>
              </a:extLst>
            </p:cNvPr>
            <p:cNvSpPr/>
            <p:nvPr/>
          </p:nvSpPr>
          <p:spPr>
            <a:xfrm>
              <a:off x="31857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1">
              <a:extLst>
                <a:ext uri="{FF2B5EF4-FFF2-40B4-BE49-F238E27FC236}">
                  <a16:creationId xmlns:a16="http://schemas.microsoft.com/office/drawing/2014/main" id="{717496A6-C955-E41F-60A8-A6303005D9B1}"/>
                </a:ext>
              </a:extLst>
            </p:cNvPr>
            <p:cNvSpPr/>
            <p:nvPr/>
          </p:nvSpPr>
          <p:spPr>
            <a:xfrm>
              <a:off x="319522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2">
              <a:extLst>
                <a:ext uri="{FF2B5EF4-FFF2-40B4-BE49-F238E27FC236}">
                  <a16:creationId xmlns:a16="http://schemas.microsoft.com/office/drawing/2014/main" id="{2D76E660-4A93-E038-0C2B-E30FE54B5839}"/>
                </a:ext>
              </a:extLst>
            </p:cNvPr>
            <p:cNvSpPr/>
            <p:nvPr/>
          </p:nvSpPr>
          <p:spPr>
            <a:xfrm>
              <a:off x="32046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3">
              <a:extLst>
                <a:ext uri="{FF2B5EF4-FFF2-40B4-BE49-F238E27FC236}">
                  <a16:creationId xmlns:a16="http://schemas.microsoft.com/office/drawing/2014/main" id="{70E7C4DE-F10D-156F-B417-0ECEA78D78CB}"/>
                </a:ext>
              </a:extLst>
            </p:cNvPr>
            <p:cNvSpPr/>
            <p:nvPr/>
          </p:nvSpPr>
          <p:spPr>
            <a:xfrm>
              <a:off x="321410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4">
              <a:extLst>
                <a:ext uri="{FF2B5EF4-FFF2-40B4-BE49-F238E27FC236}">
                  <a16:creationId xmlns:a16="http://schemas.microsoft.com/office/drawing/2014/main" id="{F6BC0A62-4305-8B3F-9F61-5840A7B36BB7}"/>
                </a:ext>
              </a:extLst>
            </p:cNvPr>
            <p:cNvSpPr/>
            <p:nvPr/>
          </p:nvSpPr>
          <p:spPr>
            <a:xfrm>
              <a:off x="322354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5">
              <a:extLst>
                <a:ext uri="{FF2B5EF4-FFF2-40B4-BE49-F238E27FC236}">
                  <a16:creationId xmlns:a16="http://schemas.microsoft.com/office/drawing/2014/main" id="{D6B2F357-C576-2837-BF5A-E822181D9115}"/>
                </a:ext>
              </a:extLst>
            </p:cNvPr>
            <p:cNvSpPr/>
            <p:nvPr/>
          </p:nvSpPr>
          <p:spPr>
            <a:xfrm>
              <a:off x="323298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6">
              <a:extLst>
                <a:ext uri="{FF2B5EF4-FFF2-40B4-BE49-F238E27FC236}">
                  <a16:creationId xmlns:a16="http://schemas.microsoft.com/office/drawing/2014/main" id="{D50D33D1-F3EB-EBDC-6E1B-BD53660F23BA}"/>
                </a:ext>
              </a:extLst>
            </p:cNvPr>
            <p:cNvSpPr/>
            <p:nvPr/>
          </p:nvSpPr>
          <p:spPr>
            <a:xfrm>
              <a:off x="324242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7">
              <a:extLst>
                <a:ext uri="{FF2B5EF4-FFF2-40B4-BE49-F238E27FC236}">
                  <a16:creationId xmlns:a16="http://schemas.microsoft.com/office/drawing/2014/main" id="{9886DDA8-62BE-4C1C-B119-0070CE4E25E3}"/>
                </a:ext>
              </a:extLst>
            </p:cNvPr>
            <p:cNvSpPr/>
            <p:nvPr/>
          </p:nvSpPr>
          <p:spPr>
            <a:xfrm>
              <a:off x="325187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8">
              <a:extLst>
                <a:ext uri="{FF2B5EF4-FFF2-40B4-BE49-F238E27FC236}">
                  <a16:creationId xmlns:a16="http://schemas.microsoft.com/office/drawing/2014/main" id="{AAC35680-4A1B-A107-ABEF-4B5B8B158690}"/>
                </a:ext>
              </a:extLst>
            </p:cNvPr>
            <p:cNvSpPr/>
            <p:nvPr/>
          </p:nvSpPr>
          <p:spPr>
            <a:xfrm>
              <a:off x="326131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79">
              <a:extLst>
                <a:ext uri="{FF2B5EF4-FFF2-40B4-BE49-F238E27FC236}">
                  <a16:creationId xmlns:a16="http://schemas.microsoft.com/office/drawing/2014/main" id="{63A2484D-02D3-A5E1-F3DA-192635349118}"/>
                </a:ext>
              </a:extLst>
            </p:cNvPr>
            <p:cNvSpPr/>
            <p:nvPr/>
          </p:nvSpPr>
          <p:spPr>
            <a:xfrm>
              <a:off x="327075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0">
              <a:extLst>
                <a:ext uri="{FF2B5EF4-FFF2-40B4-BE49-F238E27FC236}">
                  <a16:creationId xmlns:a16="http://schemas.microsoft.com/office/drawing/2014/main" id="{0C2F88C2-C6CB-295A-A9D4-2FB2D3A566E3}"/>
                </a:ext>
              </a:extLst>
            </p:cNvPr>
            <p:cNvSpPr/>
            <p:nvPr/>
          </p:nvSpPr>
          <p:spPr>
            <a:xfrm>
              <a:off x="328019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1">
              <a:extLst>
                <a:ext uri="{FF2B5EF4-FFF2-40B4-BE49-F238E27FC236}">
                  <a16:creationId xmlns:a16="http://schemas.microsoft.com/office/drawing/2014/main" id="{5E441EF4-356D-8257-7549-9FA446CCA564}"/>
                </a:ext>
              </a:extLst>
            </p:cNvPr>
            <p:cNvSpPr/>
            <p:nvPr/>
          </p:nvSpPr>
          <p:spPr>
            <a:xfrm>
              <a:off x="328963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2">
              <a:extLst>
                <a:ext uri="{FF2B5EF4-FFF2-40B4-BE49-F238E27FC236}">
                  <a16:creationId xmlns:a16="http://schemas.microsoft.com/office/drawing/2014/main" id="{77F4F23A-8AED-7F8F-60AA-F14CB3900B4F}"/>
                </a:ext>
              </a:extLst>
            </p:cNvPr>
            <p:cNvSpPr/>
            <p:nvPr/>
          </p:nvSpPr>
          <p:spPr>
            <a:xfrm>
              <a:off x="329907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3">
              <a:extLst>
                <a:ext uri="{FF2B5EF4-FFF2-40B4-BE49-F238E27FC236}">
                  <a16:creationId xmlns:a16="http://schemas.microsoft.com/office/drawing/2014/main" id="{9E10EAB2-4519-AE3D-FECB-0AE8E578F068}"/>
                </a:ext>
              </a:extLst>
            </p:cNvPr>
            <p:cNvSpPr/>
            <p:nvPr/>
          </p:nvSpPr>
          <p:spPr>
            <a:xfrm>
              <a:off x="330851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4">
              <a:extLst>
                <a:ext uri="{FF2B5EF4-FFF2-40B4-BE49-F238E27FC236}">
                  <a16:creationId xmlns:a16="http://schemas.microsoft.com/office/drawing/2014/main" id="{5C061108-659A-A42D-91D3-E2D3228C85C0}"/>
                </a:ext>
              </a:extLst>
            </p:cNvPr>
            <p:cNvSpPr/>
            <p:nvPr/>
          </p:nvSpPr>
          <p:spPr>
            <a:xfrm>
              <a:off x="331795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5">
              <a:extLst>
                <a:ext uri="{FF2B5EF4-FFF2-40B4-BE49-F238E27FC236}">
                  <a16:creationId xmlns:a16="http://schemas.microsoft.com/office/drawing/2014/main" id="{F52D565E-516C-1771-3733-CB6F8325B8B1}"/>
                </a:ext>
              </a:extLst>
            </p:cNvPr>
            <p:cNvSpPr/>
            <p:nvPr/>
          </p:nvSpPr>
          <p:spPr>
            <a:xfrm>
              <a:off x="332739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6">
              <a:extLst>
                <a:ext uri="{FF2B5EF4-FFF2-40B4-BE49-F238E27FC236}">
                  <a16:creationId xmlns:a16="http://schemas.microsoft.com/office/drawing/2014/main" id="{24DD45DA-8B58-3217-F744-ADD61ECAE1EE}"/>
                </a:ext>
              </a:extLst>
            </p:cNvPr>
            <p:cNvSpPr/>
            <p:nvPr/>
          </p:nvSpPr>
          <p:spPr>
            <a:xfrm>
              <a:off x="333683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7">
              <a:extLst>
                <a:ext uri="{FF2B5EF4-FFF2-40B4-BE49-F238E27FC236}">
                  <a16:creationId xmlns:a16="http://schemas.microsoft.com/office/drawing/2014/main" id="{AD26B7B3-9868-213E-D40B-D8F62E0A0EC8}"/>
                </a:ext>
              </a:extLst>
            </p:cNvPr>
            <p:cNvSpPr/>
            <p:nvPr/>
          </p:nvSpPr>
          <p:spPr>
            <a:xfrm>
              <a:off x="334627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8">
              <a:extLst>
                <a:ext uri="{FF2B5EF4-FFF2-40B4-BE49-F238E27FC236}">
                  <a16:creationId xmlns:a16="http://schemas.microsoft.com/office/drawing/2014/main" id="{71FCEE78-A284-E35D-2285-E9F3D6C964A8}"/>
                </a:ext>
              </a:extLst>
            </p:cNvPr>
            <p:cNvSpPr/>
            <p:nvPr/>
          </p:nvSpPr>
          <p:spPr>
            <a:xfrm>
              <a:off x="335571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89">
              <a:extLst>
                <a:ext uri="{FF2B5EF4-FFF2-40B4-BE49-F238E27FC236}">
                  <a16:creationId xmlns:a16="http://schemas.microsoft.com/office/drawing/2014/main" id="{339B9D3A-8F23-4A0E-A0CF-432AD8022BD5}"/>
                </a:ext>
              </a:extLst>
            </p:cNvPr>
            <p:cNvSpPr/>
            <p:nvPr/>
          </p:nvSpPr>
          <p:spPr>
            <a:xfrm>
              <a:off x="336515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0">
              <a:extLst>
                <a:ext uri="{FF2B5EF4-FFF2-40B4-BE49-F238E27FC236}">
                  <a16:creationId xmlns:a16="http://schemas.microsoft.com/office/drawing/2014/main" id="{283B3F8D-8238-468E-522F-8CD6228A8DC8}"/>
                </a:ext>
              </a:extLst>
            </p:cNvPr>
            <p:cNvSpPr/>
            <p:nvPr/>
          </p:nvSpPr>
          <p:spPr>
            <a:xfrm>
              <a:off x="337459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1">
              <a:extLst>
                <a:ext uri="{FF2B5EF4-FFF2-40B4-BE49-F238E27FC236}">
                  <a16:creationId xmlns:a16="http://schemas.microsoft.com/office/drawing/2014/main" id="{556210AC-D982-CB48-91ED-7B1D01BEF0AD}"/>
                </a:ext>
              </a:extLst>
            </p:cNvPr>
            <p:cNvSpPr/>
            <p:nvPr/>
          </p:nvSpPr>
          <p:spPr>
            <a:xfrm>
              <a:off x="338403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2">
              <a:extLst>
                <a:ext uri="{FF2B5EF4-FFF2-40B4-BE49-F238E27FC236}">
                  <a16:creationId xmlns:a16="http://schemas.microsoft.com/office/drawing/2014/main" id="{84062EBE-456B-AD83-7629-5EAA8334087B}"/>
                </a:ext>
              </a:extLst>
            </p:cNvPr>
            <p:cNvSpPr/>
            <p:nvPr/>
          </p:nvSpPr>
          <p:spPr>
            <a:xfrm>
              <a:off x="339347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3">
              <a:extLst>
                <a:ext uri="{FF2B5EF4-FFF2-40B4-BE49-F238E27FC236}">
                  <a16:creationId xmlns:a16="http://schemas.microsoft.com/office/drawing/2014/main" id="{B3C81B3A-E679-C8B5-3872-9B09BFDC4414}"/>
                </a:ext>
              </a:extLst>
            </p:cNvPr>
            <p:cNvSpPr/>
            <p:nvPr/>
          </p:nvSpPr>
          <p:spPr>
            <a:xfrm>
              <a:off x="340291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4">
              <a:extLst>
                <a:ext uri="{FF2B5EF4-FFF2-40B4-BE49-F238E27FC236}">
                  <a16:creationId xmlns:a16="http://schemas.microsoft.com/office/drawing/2014/main" id="{095B8FB2-985C-B085-BC3E-799EAB0ED969}"/>
                </a:ext>
              </a:extLst>
            </p:cNvPr>
            <p:cNvSpPr/>
            <p:nvPr/>
          </p:nvSpPr>
          <p:spPr>
            <a:xfrm>
              <a:off x="341235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5">
              <a:extLst>
                <a:ext uri="{FF2B5EF4-FFF2-40B4-BE49-F238E27FC236}">
                  <a16:creationId xmlns:a16="http://schemas.microsoft.com/office/drawing/2014/main" id="{13F6E607-A6F1-02BC-71E1-4C40E35CB712}"/>
                </a:ext>
              </a:extLst>
            </p:cNvPr>
            <p:cNvSpPr/>
            <p:nvPr/>
          </p:nvSpPr>
          <p:spPr>
            <a:xfrm>
              <a:off x="342179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6">
              <a:extLst>
                <a:ext uri="{FF2B5EF4-FFF2-40B4-BE49-F238E27FC236}">
                  <a16:creationId xmlns:a16="http://schemas.microsoft.com/office/drawing/2014/main" id="{2C162B84-6338-9255-4291-C35EFE1909D0}"/>
                </a:ext>
              </a:extLst>
            </p:cNvPr>
            <p:cNvSpPr/>
            <p:nvPr/>
          </p:nvSpPr>
          <p:spPr>
            <a:xfrm>
              <a:off x="343123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7">
              <a:extLst>
                <a:ext uri="{FF2B5EF4-FFF2-40B4-BE49-F238E27FC236}">
                  <a16:creationId xmlns:a16="http://schemas.microsoft.com/office/drawing/2014/main" id="{BA0EF821-CBA2-2041-DDBD-3D7508E63D82}"/>
                </a:ext>
              </a:extLst>
            </p:cNvPr>
            <p:cNvSpPr/>
            <p:nvPr/>
          </p:nvSpPr>
          <p:spPr>
            <a:xfrm>
              <a:off x="344067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8">
              <a:extLst>
                <a:ext uri="{FF2B5EF4-FFF2-40B4-BE49-F238E27FC236}">
                  <a16:creationId xmlns:a16="http://schemas.microsoft.com/office/drawing/2014/main" id="{F0DCA955-D3BF-AD85-E4D1-73DD9A463D98}"/>
                </a:ext>
              </a:extLst>
            </p:cNvPr>
            <p:cNvSpPr/>
            <p:nvPr/>
          </p:nvSpPr>
          <p:spPr>
            <a:xfrm>
              <a:off x="345011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299">
              <a:extLst>
                <a:ext uri="{FF2B5EF4-FFF2-40B4-BE49-F238E27FC236}">
                  <a16:creationId xmlns:a16="http://schemas.microsoft.com/office/drawing/2014/main" id="{6A420662-8975-8445-6A77-9A6FCFAB236D}"/>
                </a:ext>
              </a:extLst>
            </p:cNvPr>
            <p:cNvSpPr/>
            <p:nvPr/>
          </p:nvSpPr>
          <p:spPr>
            <a:xfrm>
              <a:off x="345955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0">
              <a:extLst>
                <a:ext uri="{FF2B5EF4-FFF2-40B4-BE49-F238E27FC236}">
                  <a16:creationId xmlns:a16="http://schemas.microsoft.com/office/drawing/2014/main" id="{B0C1D18E-3A25-A91F-C0D8-F7F2C660579B}"/>
                </a:ext>
              </a:extLst>
            </p:cNvPr>
            <p:cNvSpPr/>
            <p:nvPr/>
          </p:nvSpPr>
          <p:spPr>
            <a:xfrm>
              <a:off x="346899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1">
              <a:extLst>
                <a:ext uri="{FF2B5EF4-FFF2-40B4-BE49-F238E27FC236}">
                  <a16:creationId xmlns:a16="http://schemas.microsoft.com/office/drawing/2014/main" id="{0CB781D4-54E0-E878-85DF-D982F83D538C}"/>
                </a:ext>
              </a:extLst>
            </p:cNvPr>
            <p:cNvSpPr/>
            <p:nvPr/>
          </p:nvSpPr>
          <p:spPr>
            <a:xfrm>
              <a:off x="347843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2">
              <a:extLst>
                <a:ext uri="{FF2B5EF4-FFF2-40B4-BE49-F238E27FC236}">
                  <a16:creationId xmlns:a16="http://schemas.microsoft.com/office/drawing/2014/main" id="{49A9FAEC-8B82-2A8B-AFA7-D73B764FB0AA}"/>
                </a:ext>
              </a:extLst>
            </p:cNvPr>
            <p:cNvSpPr/>
            <p:nvPr/>
          </p:nvSpPr>
          <p:spPr>
            <a:xfrm>
              <a:off x="348787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3">
              <a:extLst>
                <a:ext uri="{FF2B5EF4-FFF2-40B4-BE49-F238E27FC236}">
                  <a16:creationId xmlns:a16="http://schemas.microsoft.com/office/drawing/2014/main" id="{428C2BDB-A71F-EAEA-F975-CDFB532AD438}"/>
                </a:ext>
              </a:extLst>
            </p:cNvPr>
            <p:cNvSpPr/>
            <p:nvPr/>
          </p:nvSpPr>
          <p:spPr>
            <a:xfrm>
              <a:off x="349731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4">
              <a:extLst>
                <a:ext uri="{FF2B5EF4-FFF2-40B4-BE49-F238E27FC236}">
                  <a16:creationId xmlns:a16="http://schemas.microsoft.com/office/drawing/2014/main" id="{56AADBAD-DFAC-CAC9-0C35-C8D551E077EE}"/>
                </a:ext>
              </a:extLst>
            </p:cNvPr>
            <p:cNvSpPr/>
            <p:nvPr/>
          </p:nvSpPr>
          <p:spPr>
            <a:xfrm>
              <a:off x="350675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5">
              <a:extLst>
                <a:ext uri="{FF2B5EF4-FFF2-40B4-BE49-F238E27FC236}">
                  <a16:creationId xmlns:a16="http://schemas.microsoft.com/office/drawing/2014/main" id="{85537C48-B5F2-774D-9447-2F41CA08CE49}"/>
                </a:ext>
              </a:extLst>
            </p:cNvPr>
            <p:cNvSpPr/>
            <p:nvPr/>
          </p:nvSpPr>
          <p:spPr>
            <a:xfrm>
              <a:off x="351619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6">
              <a:extLst>
                <a:ext uri="{FF2B5EF4-FFF2-40B4-BE49-F238E27FC236}">
                  <a16:creationId xmlns:a16="http://schemas.microsoft.com/office/drawing/2014/main" id="{A426CC7D-2ECE-1DB9-2097-7BE9B81F9571}"/>
                </a:ext>
              </a:extLst>
            </p:cNvPr>
            <p:cNvSpPr/>
            <p:nvPr/>
          </p:nvSpPr>
          <p:spPr>
            <a:xfrm>
              <a:off x="352563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7">
              <a:extLst>
                <a:ext uri="{FF2B5EF4-FFF2-40B4-BE49-F238E27FC236}">
                  <a16:creationId xmlns:a16="http://schemas.microsoft.com/office/drawing/2014/main" id="{3128EF1C-FEC4-CAED-107C-4984358BDBA1}"/>
                </a:ext>
              </a:extLst>
            </p:cNvPr>
            <p:cNvSpPr/>
            <p:nvPr/>
          </p:nvSpPr>
          <p:spPr>
            <a:xfrm>
              <a:off x="353507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8">
              <a:extLst>
                <a:ext uri="{FF2B5EF4-FFF2-40B4-BE49-F238E27FC236}">
                  <a16:creationId xmlns:a16="http://schemas.microsoft.com/office/drawing/2014/main" id="{1BA7B56D-8658-68FD-26B0-4FE5596223E0}"/>
                </a:ext>
              </a:extLst>
            </p:cNvPr>
            <p:cNvSpPr/>
            <p:nvPr/>
          </p:nvSpPr>
          <p:spPr>
            <a:xfrm>
              <a:off x="354451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09">
              <a:extLst>
                <a:ext uri="{FF2B5EF4-FFF2-40B4-BE49-F238E27FC236}">
                  <a16:creationId xmlns:a16="http://schemas.microsoft.com/office/drawing/2014/main" id="{BC2989F2-78B8-D76C-AB43-FCA442DC9BD4}"/>
                </a:ext>
              </a:extLst>
            </p:cNvPr>
            <p:cNvSpPr/>
            <p:nvPr/>
          </p:nvSpPr>
          <p:spPr>
            <a:xfrm>
              <a:off x="355395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0">
              <a:extLst>
                <a:ext uri="{FF2B5EF4-FFF2-40B4-BE49-F238E27FC236}">
                  <a16:creationId xmlns:a16="http://schemas.microsoft.com/office/drawing/2014/main" id="{A78E570E-0B3C-E05E-557B-0F47F2595B38}"/>
                </a:ext>
              </a:extLst>
            </p:cNvPr>
            <p:cNvSpPr/>
            <p:nvPr/>
          </p:nvSpPr>
          <p:spPr>
            <a:xfrm>
              <a:off x="356339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1">
              <a:extLst>
                <a:ext uri="{FF2B5EF4-FFF2-40B4-BE49-F238E27FC236}">
                  <a16:creationId xmlns:a16="http://schemas.microsoft.com/office/drawing/2014/main" id="{341A6E11-7100-E3AC-100D-462604C77AEB}"/>
                </a:ext>
              </a:extLst>
            </p:cNvPr>
            <p:cNvSpPr/>
            <p:nvPr/>
          </p:nvSpPr>
          <p:spPr>
            <a:xfrm>
              <a:off x="357283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2">
              <a:extLst>
                <a:ext uri="{FF2B5EF4-FFF2-40B4-BE49-F238E27FC236}">
                  <a16:creationId xmlns:a16="http://schemas.microsoft.com/office/drawing/2014/main" id="{091A23ED-58AE-CA98-E950-BD7B649D7C38}"/>
                </a:ext>
              </a:extLst>
            </p:cNvPr>
            <p:cNvSpPr/>
            <p:nvPr/>
          </p:nvSpPr>
          <p:spPr>
            <a:xfrm>
              <a:off x="358227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3">
              <a:extLst>
                <a:ext uri="{FF2B5EF4-FFF2-40B4-BE49-F238E27FC236}">
                  <a16:creationId xmlns:a16="http://schemas.microsoft.com/office/drawing/2014/main" id="{DDE770AC-EB87-E504-9588-D37727BCF057}"/>
                </a:ext>
              </a:extLst>
            </p:cNvPr>
            <p:cNvSpPr/>
            <p:nvPr/>
          </p:nvSpPr>
          <p:spPr>
            <a:xfrm>
              <a:off x="359171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4">
              <a:extLst>
                <a:ext uri="{FF2B5EF4-FFF2-40B4-BE49-F238E27FC236}">
                  <a16:creationId xmlns:a16="http://schemas.microsoft.com/office/drawing/2014/main" id="{234C25B0-3450-1550-94AE-D0E2A6B16547}"/>
                </a:ext>
              </a:extLst>
            </p:cNvPr>
            <p:cNvSpPr/>
            <p:nvPr/>
          </p:nvSpPr>
          <p:spPr>
            <a:xfrm>
              <a:off x="360115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5">
              <a:extLst>
                <a:ext uri="{FF2B5EF4-FFF2-40B4-BE49-F238E27FC236}">
                  <a16:creationId xmlns:a16="http://schemas.microsoft.com/office/drawing/2014/main" id="{2C21481F-3213-20DF-A842-465BC8E4DCFC}"/>
                </a:ext>
              </a:extLst>
            </p:cNvPr>
            <p:cNvSpPr/>
            <p:nvPr/>
          </p:nvSpPr>
          <p:spPr>
            <a:xfrm>
              <a:off x="361059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6">
              <a:extLst>
                <a:ext uri="{FF2B5EF4-FFF2-40B4-BE49-F238E27FC236}">
                  <a16:creationId xmlns:a16="http://schemas.microsoft.com/office/drawing/2014/main" id="{7D70F19B-6CFB-A076-786E-5CC9E37F0DFC}"/>
                </a:ext>
              </a:extLst>
            </p:cNvPr>
            <p:cNvSpPr/>
            <p:nvPr/>
          </p:nvSpPr>
          <p:spPr>
            <a:xfrm>
              <a:off x="362003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7">
              <a:extLst>
                <a:ext uri="{FF2B5EF4-FFF2-40B4-BE49-F238E27FC236}">
                  <a16:creationId xmlns:a16="http://schemas.microsoft.com/office/drawing/2014/main" id="{5B6DBE01-DA47-9886-9909-8673C9A736AE}"/>
                </a:ext>
              </a:extLst>
            </p:cNvPr>
            <p:cNvSpPr/>
            <p:nvPr/>
          </p:nvSpPr>
          <p:spPr>
            <a:xfrm>
              <a:off x="362947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8">
              <a:extLst>
                <a:ext uri="{FF2B5EF4-FFF2-40B4-BE49-F238E27FC236}">
                  <a16:creationId xmlns:a16="http://schemas.microsoft.com/office/drawing/2014/main" id="{0F3BCAB7-C187-326F-BE20-6041CDB49074}"/>
                </a:ext>
              </a:extLst>
            </p:cNvPr>
            <p:cNvSpPr/>
            <p:nvPr/>
          </p:nvSpPr>
          <p:spPr>
            <a:xfrm>
              <a:off x="363891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19">
              <a:extLst>
                <a:ext uri="{FF2B5EF4-FFF2-40B4-BE49-F238E27FC236}">
                  <a16:creationId xmlns:a16="http://schemas.microsoft.com/office/drawing/2014/main" id="{D21958DD-5C76-F1DE-ED40-8DD1C488DB1B}"/>
                </a:ext>
              </a:extLst>
            </p:cNvPr>
            <p:cNvSpPr/>
            <p:nvPr/>
          </p:nvSpPr>
          <p:spPr>
            <a:xfrm>
              <a:off x="364836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0">
              <a:extLst>
                <a:ext uri="{FF2B5EF4-FFF2-40B4-BE49-F238E27FC236}">
                  <a16:creationId xmlns:a16="http://schemas.microsoft.com/office/drawing/2014/main" id="{5BEB9ACD-02C4-30B5-777E-D64CE7FC6703}"/>
                </a:ext>
              </a:extLst>
            </p:cNvPr>
            <p:cNvSpPr/>
            <p:nvPr/>
          </p:nvSpPr>
          <p:spPr>
            <a:xfrm>
              <a:off x="365780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1">
              <a:extLst>
                <a:ext uri="{FF2B5EF4-FFF2-40B4-BE49-F238E27FC236}">
                  <a16:creationId xmlns:a16="http://schemas.microsoft.com/office/drawing/2014/main" id="{051228C7-2BA3-63E8-1B64-764895C6E161}"/>
                </a:ext>
              </a:extLst>
            </p:cNvPr>
            <p:cNvSpPr/>
            <p:nvPr/>
          </p:nvSpPr>
          <p:spPr>
            <a:xfrm>
              <a:off x="366724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2">
              <a:extLst>
                <a:ext uri="{FF2B5EF4-FFF2-40B4-BE49-F238E27FC236}">
                  <a16:creationId xmlns:a16="http://schemas.microsoft.com/office/drawing/2014/main" id="{B68D97A8-23A8-7D42-5345-15B4124A4061}"/>
                </a:ext>
              </a:extLst>
            </p:cNvPr>
            <p:cNvSpPr/>
            <p:nvPr/>
          </p:nvSpPr>
          <p:spPr>
            <a:xfrm>
              <a:off x="367668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3">
              <a:extLst>
                <a:ext uri="{FF2B5EF4-FFF2-40B4-BE49-F238E27FC236}">
                  <a16:creationId xmlns:a16="http://schemas.microsoft.com/office/drawing/2014/main" id="{967B258F-A103-193D-331D-374501B7BBDD}"/>
                </a:ext>
              </a:extLst>
            </p:cNvPr>
            <p:cNvSpPr/>
            <p:nvPr/>
          </p:nvSpPr>
          <p:spPr>
            <a:xfrm>
              <a:off x="368612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4">
              <a:extLst>
                <a:ext uri="{FF2B5EF4-FFF2-40B4-BE49-F238E27FC236}">
                  <a16:creationId xmlns:a16="http://schemas.microsoft.com/office/drawing/2014/main" id="{2EA27019-C39C-5745-E6D9-24412B87B82F}"/>
                </a:ext>
              </a:extLst>
            </p:cNvPr>
            <p:cNvSpPr/>
            <p:nvPr/>
          </p:nvSpPr>
          <p:spPr>
            <a:xfrm>
              <a:off x="369556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5">
              <a:extLst>
                <a:ext uri="{FF2B5EF4-FFF2-40B4-BE49-F238E27FC236}">
                  <a16:creationId xmlns:a16="http://schemas.microsoft.com/office/drawing/2014/main" id="{19E1B8B7-2536-2FAF-A202-FD33F7BD20DB}"/>
                </a:ext>
              </a:extLst>
            </p:cNvPr>
            <p:cNvSpPr/>
            <p:nvPr/>
          </p:nvSpPr>
          <p:spPr>
            <a:xfrm>
              <a:off x="370500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6">
              <a:extLst>
                <a:ext uri="{FF2B5EF4-FFF2-40B4-BE49-F238E27FC236}">
                  <a16:creationId xmlns:a16="http://schemas.microsoft.com/office/drawing/2014/main" id="{DAB92D48-0AC9-BD8B-483F-18BEB9517044}"/>
                </a:ext>
              </a:extLst>
            </p:cNvPr>
            <p:cNvSpPr/>
            <p:nvPr/>
          </p:nvSpPr>
          <p:spPr>
            <a:xfrm>
              <a:off x="371444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7">
              <a:extLst>
                <a:ext uri="{FF2B5EF4-FFF2-40B4-BE49-F238E27FC236}">
                  <a16:creationId xmlns:a16="http://schemas.microsoft.com/office/drawing/2014/main" id="{D8A3136F-5AB5-90D2-142C-5654D24FE530}"/>
                </a:ext>
              </a:extLst>
            </p:cNvPr>
            <p:cNvSpPr/>
            <p:nvPr/>
          </p:nvSpPr>
          <p:spPr>
            <a:xfrm>
              <a:off x="372388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8">
              <a:extLst>
                <a:ext uri="{FF2B5EF4-FFF2-40B4-BE49-F238E27FC236}">
                  <a16:creationId xmlns:a16="http://schemas.microsoft.com/office/drawing/2014/main" id="{B9A6C781-EBE2-8A3C-4D11-9D1CD7370B96}"/>
                </a:ext>
              </a:extLst>
            </p:cNvPr>
            <p:cNvSpPr/>
            <p:nvPr/>
          </p:nvSpPr>
          <p:spPr>
            <a:xfrm>
              <a:off x="373332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29">
              <a:extLst>
                <a:ext uri="{FF2B5EF4-FFF2-40B4-BE49-F238E27FC236}">
                  <a16:creationId xmlns:a16="http://schemas.microsoft.com/office/drawing/2014/main" id="{FDEF3181-50CB-AE90-FE85-CDAB8A335FBF}"/>
                </a:ext>
              </a:extLst>
            </p:cNvPr>
            <p:cNvSpPr/>
            <p:nvPr/>
          </p:nvSpPr>
          <p:spPr>
            <a:xfrm>
              <a:off x="374276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0">
              <a:extLst>
                <a:ext uri="{FF2B5EF4-FFF2-40B4-BE49-F238E27FC236}">
                  <a16:creationId xmlns:a16="http://schemas.microsoft.com/office/drawing/2014/main" id="{8FB8DEC3-92F6-A67E-E62A-811936FB9A89}"/>
                </a:ext>
              </a:extLst>
            </p:cNvPr>
            <p:cNvSpPr/>
            <p:nvPr/>
          </p:nvSpPr>
          <p:spPr>
            <a:xfrm>
              <a:off x="375220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1">
              <a:extLst>
                <a:ext uri="{FF2B5EF4-FFF2-40B4-BE49-F238E27FC236}">
                  <a16:creationId xmlns:a16="http://schemas.microsoft.com/office/drawing/2014/main" id="{4FAAA575-0E42-92BE-9453-9871B2F4A0D4}"/>
                </a:ext>
              </a:extLst>
            </p:cNvPr>
            <p:cNvSpPr/>
            <p:nvPr/>
          </p:nvSpPr>
          <p:spPr>
            <a:xfrm>
              <a:off x="376164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2">
              <a:extLst>
                <a:ext uri="{FF2B5EF4-FFF2-40B4-BE49-F238E27FC236}">
                  <a16:creationId xmlns:a16="http://schemas.microsoft.com/office/drawing/2014/main" id="{D4B76C3B-38FC-A6B1-1684-C0FF15752DA8}"/>
                </a:ext>
              </a:extLst>
            </p:cNvPr>
            <p:cNvSpPr/>
            <p:nvPr/>
          </p:nvSpPr>
          <p:spPr>
            <a:xfrm>
              <a:off x="377108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3">
              <a:extLst>
                <a:ext uri="{FF2B5EF4-FFF2-40B4-BE49-F238E27FC236}">
                  <a16:creationId xmlns:a16="http://schemas.microsoft.com/office/drawing/2014/main" id="{75AAB26C-C9C6-E0E9-32AC-1FDB5763C8C2}"/>
                </a:ext>
              </a:extLst>
            </p:cNvPr>
            <p:cNvSpPr/>
            <p:nvPr/>
          </p:nvSpPr>
          <p:spPr>
            <a:xfrm>
              <a:off x="3780523" y="1377151"/>
              <a:ext cx="923391" cy="914400"/>
            </a:xfrm>
            <a:custGeom>
              <a:avLst/>
              <a:gdLst/>
              <a:ahLst/>
              <a:cxnLst/>
              <a:rect l="0" t="0" r="0" b="0"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4">
              <a:extLst>
                <a:ext uri="{FF2B5EF4-FFF2-40B4-BE49-F238E27FC236}">
                  <a16:creationId xmlns:a16="http://schemas.microsoft.com/office/drawing/2014/main" id="{2659B285-0FB5-72C1-344C-FB36C15017C3}"/>
                </a:ext>
              </a:extLst>
            </p:cNvPr>
            <p:cNvSpPr/>
            <p:nvPr/>
          </p:nvSpPr>
          <p:spPr>
            <a:xfrm>
              <a:off x="2090720" y="1342012"/>
              <a:ext cx="914400" cy="930752"/>
            </a:xfrm>
            <a:custGeom>
              <a:avLst/>
              <a:gdLst/>
              <a:ahLst/>
              <a:cxnLst/>
              <a:rect l="0" t="0" r="0" b="0"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5">
              <a:extLst>
                <a:ext uri="{FF2B5EF4-FFF2-40B4-BE49-F238E27FC236}">
                  <a16:creationId xmlns:a16="http://schemas.microsoft.com/office/drawing/2014/main" id="{4D029CF3-6ED3-FFF5-8BCD-B71A9963751A}"/>
                </a:ext>
              </a:extLst>
            </p:cNvPr>
            <p:cNvSpPr/>
            <p:nvPr/>
          </p:nvSpPr>
          <p:spPr>
            <a:xfrm>
              <a:off x="209072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6">
              <a:extLst>
                <a:ext uri="{FF2B5EF4-FFF2-40B4-BE49-F238E27FC236}">
                  <a16:creationId xmlns:a16="http://schemas.microsoft.com/office/drawing/2014/main" id="{A4632153-B4E9-ADF4-F146-1EDD0C7099D9}"/>
                </a:ext>
              </a:extLst>
            </p:cNvPr>
            <p:cNvSpPr/>
            <p:nvPr/>
          </p:nvSpPr>
          <p:spPr>
            <a:xfrm>
              <a:off x="210016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7">
              <a:extLst>
                <a:ext uri="{FF2B5EF4-FFF2-40B4-BE49-F238E27FC236}">
                  <a16:creationId xmlns:a16="http://schemas.microsoft.com/office/drawing/2014/main" id="{722CEC18-4135-2878-F1C9-39374E1EC437}"/>
                </a:ext>
              </a:extLst>
            </p:cNvPr>
            <p:cNvSpPr/>
            <p:nvPr/>
          </p:nvSpPr>
          <p:spPr>
            <a:xfrm>
              <a:off x="210960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8">
              <a:extLst>
                <a:ext uri="{FF2B5EF4-FFF2-40B4-BE49-F238E27FC236}">
                  <a16:creationId xmlns:a16="http://schemas.microsoft.com/office/drawing/2014/main" id="{66402E6D-E5AD-ED8A-89BF-7CE687A23283}"/>
                </a:ext>
              </a:extLst>
            </p:cNvPr>
            <p:cNvSpPr/>
            <p:nvPr/>
          </p:nvSpPr>
          <p:spPr>
            <a:xfrm>
              <a:off x="211904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39">
              <a:extLst>
                <a:ext uri="{FF2B5EF4-FFF2-40B4-BE49-F238E27FC236}">
                  <a16:creationId xmlns:a16="http://schemas.microsoft.com/office/drawing/2014/main" id="{1C068952-3884-9F7D-10A3-B2A5A36D909D}"/>
                </a:ext>
              </a:extLst>
            </p:cNvPr>
            <p:cNvSpPr/>
            <p:nvPr/>
          </p:nvSpPr>
          <p:spPr>
            <a:xfrm>
              <a:off x="212848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0">
              <a:extLst>
                <a:ext uri="{FF2B5EF4-FFF2-40B4-BE49-F238E27FC236}">
                  <a16:creationId xmlns:a16="http://schemas.microsoft.com/office/drawing/2014/main" id="{1D6F7F47-0903-8552-B42A-193141727CF6}"/>
                </a:ext>
              </a:extLst>
            </p:cNvPr>
            <p:cNvSpPr/>
            <p:nvPr/>
          </p:nvSpPr>
          <p:spPr>
            <a:xfrm>
              <a:off x="213792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1">
              <a:extLst>
                <a:ext uri="{FF2B5EF4-FFF2-40B4-BE49-F238E27FC236}">
                  <a16:creationId xmlns:a16="http://schemas.microsoft.com/office/drawing/2014/main" id="{D6C724D2-30C6-02B2-AD87-F3EF64C3C411}"/>
                </a:ext>
              </a:extLst>
            </p:cNvPr>
            <p:cNvSpPr/>
            <p:nvPr/>
          </p:nvSpPr>
          <p:spPr>
            <a:xfrm>
              <a:off x="214736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2">
              <a:extLst>
                <a:ext uri="{FF2B5EF4-FFF2-40B4-BE49-F238E27FC236}">
                  <a16:creationId xmlns:a16="http://schemas.microsoft.com/office/drawing/2014/main" id="{A2FADDA2-73EA-A7CD-1261-8FFE32EAB5F8}"/>
                </a:ext>
              </a:extLst>
            </p:cNvPr>
            <p:cNvSpPr/>
            <p:nvPr/>
          </p:nvSpPr>
          <p:spPr>
            <a:xfrm>
              <a:off x="215680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3">
              <a:extLst>
                <a:ext uri="{FF2B5EF4-FFF2-40B4-BE49-F238E27FC236}">
                  <a16:creationId xmlns:a16="http://schemas.microsoft.com/office/drawing/2014/main" id="{5A57942A-B477-9A4B-956C-7D12922BB65D}"/>
                </a:ext>
              </a:extLst>
            </p:cNvPr>
            <p:cNvSpPr/>
            <p:nvPr/>
          </p:nvSpPr>
          <p:spPr>
            <a:xfrm>
              <a:off x="216624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4">
              <a:extLst>
                <a:ext uri="{FF2B5EF4-FFF2-40B4-BE49-F238E27FC236}">
                  <a16:creationId xmlns:a16="http://schemas.microsoft.com/office/drawing/2014/main" id="{4367B2D2-CA51-CFDB-3BCB-6CA34259077E}"/>
                </a:ext>
              </a:extLst>
            </p:cNvPr>
            <p:cNvSpPr/>
            <p:nvPr/>
          </p:nvSpPr>
          <p:spPr>
            <a:xfrm>
              <a:off x="217568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5">
              <a:extLst>
                <a:ext uri="{FF2B5EF4-FFF2-40B4-BE49-F238E27FC236}">
                  <a16:creationId xmlns:a16="http://schemas.microsoft.com/office/drawing/2014/main" id="{EE821CAA-6A41-38E6-2C3C-C60CA975E85C}"/>
                </a:ext>
              </a:extLst>
            </p:cNvPr>
            <p:cNvSpPr/>
            <p:nvPr/>
          </p:nvSpPr>
          <p:spPr>
            <a:xfrm>
              <a:off x="218512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6">
              <a:extLst>
                <a:ext uri="{FF2B5EF4-FFF2-40B4-BE49-F238E27FC236}">
                  <a16:creationId xmlns:a16="http://schemas.microsoft.com/office/drawing/2014/main" id="{315A2EF7-5989-D660-02B7-4D7E8399DE66}"/>
                </a:ext>
              </a:extLst>
            </p:cNvPr>
            <p:cNvSpPr/>
            <p:nvPr/>
          </p:nvSpPr>
          <p:spPr>
            <a:xfrm>
              <a:off x="219456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7">
              <a:extLst>
                <a:ext uri="{FF2B5EF4-FFF2-40B4-BE49-F238E27FC236}">
                  <a16:creationId xmlns:a16="http://schemas.microsoft.com/office/drawing/2014/main" id="{5C74EBE6-9147-06CA-0AE5-4453BE54CC2B}"/>
                </a:ext>
              </a:extLst>
            </p:cNvPr>
            <p:cNvSpPr/>
            <p:nvPr/>
          </p:nvSpPr>
          <p:spPr>
            <a:xfrm>
              <a:off x="220400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8">
              <a:extLst>
                <a:ext uri="{FF2B5EF4-FFF2-40B4-BE49-F238E27FC236}">
                  <a16:creationId xmlns:a16="http://schemas.microsoft.com/office/drawing/2014/main" id="{0CC24023-E26B-5C29-2E64-C9B75C12127B}"/>
                </a:ext>
              </a:extLst>
            </p:cNvPr>
            <p:cNvSpPr/>
            <p:nvPr/>
          </p:nvSpPr>
          <p:spPr>
            <a:xfrm>
              <a:off x="221344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49">
              <a:extLst>
                <a:ext uri="{FF2B5EF4-FFF2-40B4-BE49-F238E27FC236}">
                  <a16:creationId xmlns:a16="http://schemas.microsoft.com/office/drawing/2014/main" id="{8CC7E0A5-1AF0-15E6-5883-B3AFB488A382}"/>
                </a:ext>
              </a:extLst>
            </p:cNvPr>
            <p:cNvSpPr/>
            <p:nvPr/>
          </p:nvSpPr>
          <p:spPr>
            <a:xfrm>
              <a:off x="222288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0">
              <a:extLst>
                <a:ext uri="{FF2B5EF4-FFF2-40B4-BE49-F238E27FC236}">
                  <a16:creationId xmlns:a16="http://schemas.microsoft.com/office/drawing/2014/main" id="{A1F7E8AE-6CDF-B9EE-79DA-B1C7059D9201}"/>
                </a:ext>
              </a:extLst>
            </p:cNvPr>
            <p:cNvSpPr/>
            <p:nvPr/>
          </p:nvSpPr>
          <p:spPr>
            <a:xfrm>
              <a:off x="223232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1">
              <a:extLst>
                <a:ext uri="{FF2B5EF4-FFF2-40B4-BE49-F238E27FC236}">
                  <a16:creationId xmlns:a16="http://schemas.microsoft.com/office/drawing/2014/main" id="{F0E92484-C62F-C4EA-B0F5-5E60D19AC216}"/>
                </a:ext>
              </a:extLst>
            </p:cNvPr>
            <p:cNvSpPr/>
            <p:nvPr/>
          </p:nvSpPr>
          <p:spPr>
            <a:xfrm>
              <a:off x="224176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2">
              <a:extLst>
                <a:ext uri="{FF2B5EF4-FFF2-40B4-BE49-F238E27FC236}">
                  <a16:creationId xmlns:a16="http://schemas.microsoft.com/office/drawing/2014/main" id="{F2B1AF80-B43F-99B6-08E0-8352231AB990}"/>
                </a:ext>
              </a:extLst>
            </p:cNvPr>
            <p:cNvSpPr/>
            <p:nvPr/>
          </p:nvSpPr>
          <p:spPr>
            <a:xfrm>
              <a:off x="225120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3">
              <a:extLst>
                <a:ext uri="{FF2B5EF4-FFF2-40B4-BE49-F238E27FC236}">
                  <a16:creationId xmlns:a16="http://schemas.microsoft.com/office/drawing/2014/main" id="{7EAF1480-08A6-4025-9E1D-9C83836EECE5}"/>
                </a:ext>
              </a:extLst>
            </p:cNvPr>
            <p:cNvSpPr/>
            <p:nvPr/>
          </p:nvSpPr>
          <p:spPr>
            <a:xfrm>
              <a:off x="226064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4">
              <a:extLst>
                <a:ext uri="{FF2B5EF4-FFF2-40B4-BE49-F238E27FC236}">
                  <a16:creationId xmlns:a16="http://schemas.microsoft.com/office/drawing/2014/main" id="{3B12CF59-F1E1-D7BA-3D2E-AB0FA03DD7D9}"/>
                </a:ext>
              </a:extLst>
            </p:cNvPr>
            <p:cNvSpPr/>
            <p:nvPr/>
          </p:nvSpPr>
          <p:spPr>
            <a:xfrm>
              <a:off x="227008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5">
              <a:extLst>
                <a:ext uri="{FF2B5EF4-FFF2-40B4-BE49-F238E27FC236}">
                  <a16:creationId xmlns:a16="http://schemas.microsoft.com/office/drawing/2014/main" id="{1F59CE28-D264-E386-3A9F-7E5B16F56DC3}"/>
                </a:ext>
              </a:extLst>
            </p:cNvPr>
            <p:cNvSpPr/>
            <p:nvPr/>
          </p:nvSpPr>
          <p:spPr>
            <a:xfrm>
              <a:off x="227952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6">
              <a:extLst>
                <a:ext uri="{FF2B5EF4-FFF2-40B4-BE49-F238E27FC236}">
                  <a16:creationId xmlns:a16="http://schemas.microsoft.com/office/drawing/2014/main" id="{20D48026-E3E9-A00C-C96A-76974CF21821}"/>
                </a:ext>
              </a:extLst>
            </p:cNvPr>
            <p:cNvSpPr/>
            <p:nvPr/>
          </p:nvSpPr>
          <p:spPr>
            <a:xfrm>
              <a:off x="228896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7">
              <a:extLst>
                <a:ext uri="{FF2B5EF4-FFF2-40B4-BE49-F238E27FC236}">
                  <a16:creationId xmlns:a16="http://schemas.microsoft.com/office/drawing/2014/main" id="{FB7BBF60-8023-260D-C8C9-43DE50DFD59E}"/>
                </a:ext>
              </a:extLst>
            </p:cNvPr>
            <p:cNvSpPr/>
            <p:nvPr/>
          </p:nvSpPr>
          <p:spPr>
            <a:xfrm>
              <a:off x="229840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8">
              <a:extLst>
                <a:ext uri="{FF2B5EF4-FFF2-40B4-BE49-F238E27FC236}">
                  <a16:creationId xmlns:a16="http://schemas.microsoft.com/office/drawing/2014/main" id="{9E8FB41E-DF2C-FCAF-1E2E-4E8F1C61AD7D}"/>
                </a:ext>
              </a:extLst>
            </p:cNvPr>
            <p:cNvSpPr/>
            <p:nvPr/>
          </p:nvSpPr>
          <p:spPr>
            <a:xfrm>
              <a:off x="230784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59">
              <a:extLst>
                <a:ext uri="{FF2B5EF4-FFF2-40B4-BE49-F238E27FC236}">
                  <a16:creationId xmlns:a16="http://schemas.microsoft.com/office/drawing/2014/main" id="{63C94AC5-E694-84F0-A220-9337D3D35008}"/>
                </a:ext>
              </a:extLst>
            </p:cNvPr>
            <p:cNvSpPr/>
            <p:nvPr/>
          </p:nvSpPr>
          <p:spPr>
            <a:xfrm>
              <a:off x="231728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0">
              <a:extLst>
                <a:ext uri="{FF2B5EF4-FFF2-40B4-BE49-F238E27FC236}">
                  <a16:creationId xmlns:a16="http://schemas.microsoft.com/office/drawing/2014/main" id="{ADA3E020-89F7-C05A-DFD6-1E9561CBB07A}"/>
                </a:ext>
              </a:extLst>
            </p:cNvPr>
            <p:cNvSpPr/>
            <p:nvPr/>
          </p:nvSpPr>
          <p:spPr>
            <a:xfrm>
              <a:off x="232672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1">
              <a:extLst>
                <a:ext uri="{FF2B5EF4-FFF2-40B4-BE49-F238E27FC236}">
                  <a16:creationId xmlns:a16="http://schemas.microsoft.com/office/drawing/2014/main" id="{E53FCBC7-7B85-2522-31F4-98DF918F46FF}"/>
                </a:ext>
              </a:extLst>
            </p:cNvPr>
            <p:cNvSpPr/>
            <p:nvPr/>
          </p:nvSpPr>
          <p:spPr>
            <a:xfrm>
              <a:off x="233616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2">
              <a:extLst>
                <a:ext uri="{FF2B5EF4-FFF2-40B4-BE49-F238E27FC236}">
                  <a16:creationId xmlns:a16="http://schemas.microsoft.com/office/drawing/2014/main" id="{5219B77D-7CBD-D237-A475-C92A2602F0F3}"/>
                </a:ext>
              </a:extLst>
            </p:cNvPr>
            <p:cNvSpPr/>
            <p:nvPr/>
          </p:nvSpPr>
          <p:spPr>
            <a:xfrm>
              <a:off x="234560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3">
              <a:extLst>
                <a:ext uri="{FF2B5EF4-FFF2-40B4-BE49-F238E27FC236}">
                  <a16:creationId xmlns:a16="http://schemas.microsoft.com/office/drawing/2014/main" id="{29492944-32F7-8ECB-01CD-B67F071EECE6}"/>
                </a:ext>
              </a:extLst>
            </p:cNvPr>
            <p:cNvSpPr/>
            <p:nvPr/>
          </p:nvSpPr>
          <p:spPr>
            <a:xfrm>
              <a:off x="235504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4">
              <a:extLst>
                <a:ext uri="{FF2B5EF4-FFF2-40B4-BE49-F238E27FC236}">
                  <a16:creationId xmlns:a16="http://schemas.microsoft.com/office/drawing/2014/main" id="{4EECE35B-82F4-4BBC-DA79-428D3B18FE92}"/>
                </a:ext>
              </a:extLst>
            </p:cNvPr>
            <p:cNvSpPr/>
            <p:nvPr/>
          </p:nvSpPr>
          <p:spPr>
            <a:xfrm>
              <a:off x="236448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5">
              <a:extLst>
                <a:ext uri="{FF2B5EF4-FFF2-40B4-BE49-F238E27FC236}">
                  <a16:creationId xmlns:a16="http://schemas.microsoft.com/office/drawing/2014/main" id="{8CB9D6A5-1630-9B75-B26A-05D80BB17BE1}"/>
                </a:ext>
              </a:extLst>
            </p:cNvPr>
            <p:cNvSpPr/>
            <p:nvPr/>
          </p:nvSpPr>
          <p:spPr>
            <a:xfrm>
              <a:off x="237392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6">
              <a:extLst>
                <a:ext uri="{FF2B5EF4-FFF2-40B4-BE49-F238E27FC236}">
                  <a16:creationId xmlns:a16="http://schemas.microsoft.com/office/drawing/2014/main" id="{3AB6504D-EFDF-DDB6-0978-A0D4699FEB08}"/>
                </a:ext>
              </a:extLst>
            </p:cNvPr>
            <p:cNvSpPr/>
            <p:nvPr/>
          </p:nvSpPr>
          <p:spPr>
            <a:xfrm>
              <a:off x="23833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7">
              <a:extLst>
                <a:ext uri="{FF2B5EF4-FFF2-40B4-BE49-F238E27FC236}">
                  <a16:creationId xmlns:a16="http://schemas.microsoft.com/office/drawing/2014/main" id="{A75588FF-94E1-4498-FE64-64DC61E2A7D2}"/>
                </a:ext>
              </a:extLst>
            </p:cNvPr>
            <p:cNvSpPr/>
            <p:nvPr/>
          </p:nvSpPr>
          <p:spPr>
            <a:xfrm>
              <a:off x="239280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8">
              <a:extLst>
                <a:ext uri="{FF2B5EF4-FFF2-40B4-BE49-F238E27FC236}">
                  <a16:creationId xmlns:a16="http://schemas.microsoft.com/office/drawing/2014/main" id="{765F5898-46E4-CF29-6023-9F19316ECA55}"/>
                </a:ext>
              </a:extLst>
            </p:cNvPr>
            <p:cNvSpPr/>
            <p:nvPr/>
          </p:nvSpPr>
          <p:spPr>
            <a:xfrm>
              <a:off x="240224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69">
              <a:extLst>
                <a:ext uri="{FF2B5EF4-FFF2-40B4-BE49-F238E27FC236}">
                  <a16:creationId xmlns:a16="http://schemas.microsoft.com/office/drawing/2014/main" id="{ED1F1D9B-5C57-462C-5077-14C57574E223}"/>
                </a:ext>
              </a:extLst>
            </p:cNvPr>
            <p:cNvSpPr/>
            <p:nvPr/>
          </p:nvSpPr>
          <p:spPr>
            <a:xfrm>
              <a:off x="24116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0">
              <a:extLst>
                <a:ext uri="{FF2B5EF4-FFF2-40B4-BE49-F238E27FC236}">
                  <a16:creationId xmlns:a16="http://schemas.microsoft.com/office/drawing/2014/main" id="{60D4D704-9043-330D-AAAD-7F0BBC1C8A61}"/>
                </a:ext>
              </a:extLst>
            </p:cNvPr>
            <p:cNvSpPr/>
            <p:nvPr/>
          </p:nvSpPr>
          <p:spPr>
            <a:xfrm>
              <a:off x="242112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1">
              <a:extLst>
                <a:ext uri="{FF2B5EF4-FFF2-40B4-BE49-F238E27FC236}">
                  <a16:creationId xmlns:a16="http://schemas.microsoft.com/office/drawing/2014/main" id="{2C2BAF0A-9D63-35AD-75DB-C51D66D12A72}"/>
                </a:ext>
              </a:extLst>
            </p:cNvPr>
            <p:cNvSpPr/>
            <p:nvPr/>
          </p:nvSpPr>
          <p:spPr>
            <a:xfrm>
              <a:off x="2430569" y="1359581"/>
              <a:ext cx="921578" cy="914400"/>
            </a:xfrm>
            <a:custGeom>
              <a:avLst/>
              <a:gdLst/>
              <a:ahLst/>
              <a:cxnLst/>
              <a:rect l="0" t="0" r="0" b="0"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2">
              <a:extLst>
                <a:ext uri="{FF2B5EF4-FFF2-40B4-BE49-F238E27FC236}">
                  <a16:creationId xmlns:a16="http://schemas.microsoft.com/office/drawing/2014/main" id="{D31B0502-EC14-98BD-8E3E-D88395B7D031}"/>
                </a:ext>
              </a:extLst>
            </p:cNvPr>
            <p:cNvSpPr/>
            <p:nvPr/>
          </p:nvSpPr>
          <p:spPr>
            <a:xfrm>
              <a:off x="3157467" y="135958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400" y="90591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3">
              <a:extLst>
                <a:ext uri="{FF2B5EF4-FFF2-40B4-BE49-F238E27FC236}">
                  <a16:creationId xmlns:a16="http://schemas.microsoft.com/office/drawing/2014/main" id="{9C62EC2A-F069-F228-5494-1117B8A88D26}"/>
                </a:ext>
              </a:extLst>
            </p:cNvPr>
            <p:cNvSpPr/>
            <p:nvPr/>
          </p:nvSpPr>
          <p:spPr>
            <a:xfrm>
              <a:off x="3166907" y="134201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4">
              <a:extLst>
                <a:ext uri="{FF2B5EF4-FFF2-40B4-BE49-F238E27FC236}">
                  <a16:creationId xmlns:a16="http://schemas.microsoft.com/office/drawing/2014/main" id="{95FCC5E7-1101-764A-90E1-248320ACAB78}"/>
                </a:ext>
              </a:extLst>
            </p:cNvPr>
            <p:cNvSpPr/>
            <p:nvPr/>
          </p:nvSpPr>
          <p:spPr>
            <a:xfrm>
              <a:off x="316690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5">
              <a:extLst>
                <a:ext uri="{FF2B5EF4-FFF2-40B4-BE49-F238E27FC236}">
                  <a16:creationId xmlns:a16="http://schemas.microsoft.com/office/drawing/2014/main" id="{C4C6CBF2-6E72-14E8-6C95-9E6C6F5265CA}"/>
                </a:ext>
              </a:extLst>
            </p:cNvPr>
            <p:cNvSpPr/>
            <p:nvPr/>
          </p:nvSpPr>
          <p:spPr>
            <a:xfrm>
              <a:off x="317634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6">
              <a:extLst>
                <a:ext uri="{FF2B5EF4-FFF2-40B4-BE49-F238E27FC236}">
                  <a16:creationId xmlns:a16="http://schemas.microsoft.com/office/drawing/2014/main" id="{74F7AC49-DAF7-D5D5-39D9-B33EED9BBE47}"/>
                </a:ext>
              </a:extLst>
            </p:cNvPr>
            <p:cNvSpPr/>
            <p:nvPr/>
          </p:nvSpPr>
          <p:spPr>
            <a:xfrm>
              <a:off x="31857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7">
              <a:extLst>
                <a:ext uri="{FF2B5EF4-FFF2-40B4-BE49-F238E27FC236}">
                  <a16:creationId xmlns:a16="http://schemas.microsoft.com/office/drawing/2014/main" id="{3E399F4A-9DF3-D62A-DD72-EA3A1CE5D6C7}"/>
                </a:ext>
              </a:extLst>
            </p:cNvPr>
            <p:cNvSpPr/>
            <p:nvPr/>
          </p:nvSpPr>
          <p:spPr>
            <a:xfrm>
              <a:off x="319522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8">
              <a:extLst>
                <a:ext uri="{FF2B5EF4-FFF2-40B4-BE49-F238E27FC236}">
                  <a16:creationId xmlns:a16="http://schemas.microsoft.com/office/drawing/2014/main" id="{16D2F080-4271-6221-0A0D-620E42B294D7}"/>
                </a:ext>
              </a:extLst>
            </p:cNvPr>
            <p:cNvSpPr/>
            <p:nvPr/>
          </p:nvSpPr>
          <p:spPr>
            <a:xfrm>
              <a:off x="32046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79">
              <a:extLst>
                <a:ext uri="{FF2B5EF4-FFF2-40B4-BE49-F238E27FC236}">
                  <a16:creationId xmlns:a16="http://schemas.microsoft.com/office/drawing/2014/main" id="{80F9F41A-CBE3-9D6F-B2A8-089924046E70}"/>
                </a:ext>
              </a:extLst>
            </p:cNvPr>
            <p:cNvSpPr/>
            <p:nvPr/>
          </p:nvSpPr>
          <p:spPr>
            <a:xfrm>
              <a:off x="321410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0">
              <a:extLst>
                <a:ext uri="{FF2B5EF4-FFF2-40B4-BE49-F238E27FC236}">
                  <a16:creationId xmlns:a16="http://schemas.microsoft.com/office/drawing/2014/main" id="{997A64D3-D7C4-D635-D765-2167F386C585}"/>
                </a:ext>
              </a:extLst>
            </p:cNvPr>
            <p:cNvSpPr/>
            <p:nvPr/>
          </p:nvSpPr>
          <p:spPr>
            <a:xfrm>
              <a:off x="322354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1">
              <a:extLst>
                <a:ext uri="{FF2B5EF4-FFF2-40B4-BE49-F238E27FC236}">
                  <a16:creationId xmlns:a16="http://schemas.microsoft.com/office/drawing/2014/main" id="{7615BE98-8B27-6D93-C87C-F0D457C7E006}"/>
                </a:ext>
              </a:extLst>
            </p:cNvPr>
            <p:cNvSpPr/>
            <p:nvPr/>
          </p:nvSpPr>
          <p:spPr>
            <a:xfrm>
              <a:off x="323298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2">
              <a:extLst>
                <a:ext uri="{FF2B5EF4-FFF2-40B4-BE49-F238E27FC236}">
                  <a16:creationId xmlns:a16="http://schemas.microsoft.com/office/drawing/2014/main" id="{226F66B7-3718-5CE8-41A0-F4582BF70B53}"/>
                </a:ext>
              </a:extLst>
            </p:cNvPr>
            <p:cNvSpPr/>
            <p:nvPr/>
          </p:nvSpPr>
          <p:spPr>
            <a:xfrm>
              <a:off x="324242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3">
              <a:extLst>
                <a:ext uri="{FF2B5EF4-FFF2-40B4-BE49-F238E27FC236}">
                  <a16:creationId xmlns:a16="http://schemas.microsoft.com/office/drawing/2014/main" id="{EBC62600-C135-34B7-5ED3-503605250649}"/>
                </a:ext>
              </a:extLst>
            </p:cNvPr>
            <p:cNvSpPr/>
            <p:nvPr/>
          </p:nvSpPr>
          <p:spPr>
            <a:xfrm>
              <a:off x="325187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4">
              <a:extLst>
                <a:ext uri="{FF2B5EF4-FFF2-40B4-BE49-F238E27FC236}">
                  <a16:creationId xmlns:a16="http://schemas.microsoft.com/office/drawing/2014/main" id="{83EB4817-0DCE-AA47-B1B0-A3276E12B2E1}"/>
                </a:ext>
              </a:extLst>
            </p:cNvPr>
            <p:cNvSpPr/>
            <p:nvPr/>
          </p:nvSpPr>
          <p:spPr>
            <a:xfrm>
              <a:off x="326131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5">
              <a:extLst>
                <a:ext uri="{FF2B5EF4-FFF2-40B4-BE49-F238E27FC236}">
                  <a16:creationId xmlns:a16="http://schemas.microsoft.com/office/drawing/2014/main" id="{4A3EA888-C2B7-1EA2-2799-590DC4D34070}"/>
                </a:ext>
              </a:extLst>
            </p:cNvPr>
            <p:cNvSpPr/>
            <p:nvPr/>
          </p:nvSpPr>
          <p:spPr>
            <a:xfrm>
              <a:off x="327075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6">
              <a:extLst>
                <a:ext uri="{FF2B5EF4-FFF2-40B4-BE49-F238E27FC236}">
                  <a16:creationId xmlns:a16="http://schemas.microsoft.com/office/drawing/2014/main" id="{33A69BA3-59FB-5916-77A6-9622BBACF907}"/>
                </a:ext>
              </a:extLst>
            </p:cNvPr>
            <p:cNvSpPr/>
            <p:nvPr/>
          </p:nvSpPr>
          <p:spPr>
            <a:xfrm>
              <a:off x="328019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7">
              <a:extLst>
                <a:ext uri="{FF2B5EF4-FFF2-40B4-BE49-F238E27FC236}">
                  <a16:creationId xmlns:a16="http://schemas.microsoft.com/office/drawing/2014/main" id="{07242297-5320-69F9-7E17-F419E579CFF1}"/>
                </a:ext>
              </a:extLst>
            </p:cNvPr>
            <p:cNvSpPr/>
            <p:nvPr/>
          </p:nvSpPr>
          <p:spPr>
            <a:xfrm>
              <a:off x="328963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8">
              <a:extLst>
                <a:ext uri="{FF2B5EF4-FFF2-40B4-BE49-F238E27FC236}">
                  <a16:creationId xmlns:a16="http://schemas.microsoft.com/office/drawing/2014/main" id="{DE27A569-3894-FDB1-2061-A095DABDED56}"/>
                </a:ext>
              </a:extLst>
            </p:cNvPr>
            <p:cNvSpPr/>
            <p:nvPr/>
          </p:nvSpPr>
          <p:spPr>
            <a:xfrm>
              <a:off x="329907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89">
              <a:extLst>
                <a:ext uri="{FF2B5EF4-FFF2-40B4-BE49-F238E27FC236}">
                  <a16:creationId xmlns:a16="http://schemas.microsoft.com/office/drawing/2014/main" id="{08480438-2A3C-550C-CEC3-975E31440F43}"/>
                </a:ext>
              </a:extLst>
            </p:cNvPr>
            <p:cNvSpPr/>
            <p:nvPr/>
          </p:nvSpPr>
          <p:spPr>
            <a:xfrm>
              <a:off x="330851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0">
              <a:extLst>
                <a:ext uri="{FF2B5EF4-FFF2-40B4-BE49-F238E27FC236}">
                  <a16:creationId xmlns:a16="http://schemas.microsoft.com/office/drawing/2014/main" id="{0FF80831-91BB-678C-15C9-417E221ADCB5}"/>
                </a:ext>
              </a:extLst>
            </p:cNvPr>
            <p:cNvSpPr/>
            <p:nvPr/>
          </p:nvSpPr>
          <p:spPr>
            <a:xfrm>
              <a:off x="331795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1">
              <a:extLst>
                <a:ext uri="{FF2B5EF4-FFF2-40B4-BE49-F238E27FC236}">
                  <a16:creationId xmlns:a16="http://schemas.microsoft.com/office/drawing/2014/main" id="{E90B931D-8464-4706-5695-DA74586E33C7}"/>
                </a:ext>
              </a:extLst>
            </p:cNvPr>
            <p:cNvSpPr/>
            <p:nvPr/>
          </p:nvSpPr>
          <p:spPr>
            <a:xfrm>
              <a:off x="332739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2">
              <a:extLst>
                <a:ext uri="{FF2B5EF4-FFF2-40B4-BE49-F238E27FC236}">
                  <a16:creationId xmlns:a16="http://schemas.microsoft.com/office/drawing/2014/main" id="{3D5C1157-2BB2-81C6-C3C3-4041E722E662}"/>
                </a:ext>
              </a:extLst>
            </p:cNvPr>
            <p:cNvSpPr/>
            <p:nvPr/>
          </p:nvSpPr>
          <p:spPr>
            <a:xfrm>
              <a:off x="333683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3">
              <a:extLst>
                <a:ext uri="{FF2B5EF4-FFF2-40B4-BE49-F238E27FC236}">
                  <a16:creationId xmlns:a16="http://schemas.microsoft.com/office/drawing/2014/main" id="{6A9386F4-2EA8-1903-1CF9-909EC9A4F3FC}"/>
                </a:ext>
              </a:extLst>
            </p:cNvPr>
            <p:cNvSpPr/>
            <p:nvPr/>
          </p:nvSpPr>
          <p:spPr>
            <a:xfrm>
              <a:off x="334627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4">
              <a:extLst>
                <a:ext uri="{FF2B5EF4-FFF2-40B4-BE49-F238E27FC236}">
                  <a16:creationId xmlns:a16="http://schemas.microsoft.com/office/drawing/2014/main" id="{E5439975-16C8-2344-39D4-715CE7D99A3B}"/>
                </a:ext>
              </a:extLst>
            </p:cNvPr>
            <p:cNvSpPr/>
            <p:nvPr/>
          </p:nvSpPr>
          <p:spPr>
            <a:xfrm>
              <a:off x="335571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5">
              <a:extLst>
                <a:ext uri="{FF2B5EF4-FFF2-40B4-BE49-F238E27FC236}">
                  <a16:creationId xmlns:a16="http://schemas.microsoft.com/office/drawing/2014/main" id="{C0793812-CF5B-DAB9-4E42-82B86F00D924}"/>
                </a:ext>
              </a:extLst>
            </p:cNvPr>
            <p:cNvSpPr/>
            <p:nvPr/>
          </p:nvSpPr>
          <p:spPr>
            <a:xfrm>
              <a:off x="336515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6">
              <a:extLst>
                <a:ext uri="{FF2B5EF4-FFF2-40B4-BE49-F238E27FC236}">
                  <a16:creationId xmlns:a16="http://schemas.microsoft.com/office/drawing/2014/main" id="{9592F3E0-4E44-4A90-FAF6-F4A0F66EDA55}"/>
                </a:ext>
              </a:extLst>
            </p:cNvPr>
            <p:cNvSpPr/>
            <p:nvPr/>
          </p:nvSpPr>
          <p:spPr>
            <a:xfrm>
              <a:off x="337459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7">
              <a:extLst>
                <a:ext uri="{FF2B5EF4-FFF2-40B4-BE49-F238E27FC236}">
                  <a16:creationId xmlns:a16="http://schemas.microsoft.com/office/drawing/2014/main" id="{423F59AA-32C3-09BB-DA39-EC056437D1A7}"/>
                </a:ext>
              </a:extLst>
            </p:cNvPr>
            <p:cNvSpPr/>
            <p:nvPr/>
          </p:nvSpPr>
          <p:spPr>
            <a:xfrm>
              <a:off x="338403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8">
              <a:extLst>
                <a:ext uri="{FF2B5EF4-FFF2-40B4-BE49-F238E27FC236}">
                  <a16:creationId xmlns:a16="http://schemas.microsoft.com/office/drawing/2014/main" id="{67369135-62B0-5484-F588-E31985FC7485}"/>
                </a:ext>
              </a:extLst>
            </p:cNvPr>
            <p:cNvSpPr/>
            <p:nvPr/>
          </p:nvSpPr>
          <p:spPr>
            <a:xfrm>
              <a:off x="339347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399">
              <a:extLst>
                <a:ext uri="{FF2B5EF4-FFF2-40B4-BE49-F238E27FC236}">
                  <a16:creationId xmlns:a16="http://schemas.microsoft.com/office/drawing/2014/main" id="{6770DF2E-93BA-347E-0D47-55542B84E101}"/>
                </a:ext>
              </a:extLst>
            </p:cNvPr>
            <p:cNvSpPr/>
            <p:nvPr/>
          </p:nvSpPr>
          <p:spPr>
            <a:xfrm>
              <a:off x="340291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0">
              <a:extLst>
                <a:ext uri="{FF2B5EF4-FFF2-40B4-BE49-F238E27FC236}">
                  <a16:creationId xmlns:a16="http://schemas.microsoft.com/office/drawing/2014/main" id="{1528B3DF-F108-3675-80C0-35CD85C14A6D}"/>
                </a:ext>
              </a:extLst>
            </p:cNvPr>
            <p:cNvSpPr/>
            <p:nvPr/>
          </p:nvSpPr>
          <p:spPr>
            <a:xfrm>
              <a:off x="341235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1">
              <a:extLst>
                <a:ext uri="{FF2B5EF4-FFF2-40B4-BE49-F238E27FC236}">
                  <a16:creationId xmlns:a16="http://schemas.microsoft.com/office/drawing/2014/main" id="{242C61CF-9FAB-3179-6C63-3A873795D47C}"/>
                </a:ext>
              </a:extLst>
            </p:cNvPr>
            <p:cNvSpPr/>
            <p:nvPr/>
          </p:nvSpPr>
          <p:spPr>
            <a:xfrm>
              <a:off x="342179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2">
              <a:extLst>
                <a:ext uri="{FF2B5EF4-FFF2-40B4-BE49-F238E27FC236}">
                  <a16:creationId xmlns:a16="http://schemas.microsoft.com/office/drawing/2014/main" id="{A77783F9-1EC4-95AE-D7FE-676611F05A0C}"/>
                </a:ext>
              </a:extLst>
            </p:cNvPr>
            <p:cNvSpPr/>
            <p:nvPr/>
          </p:nvSpPr>
          <p:spPr>
            <a:xfrm>
              <a:off x="343123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3">
              <a:extLst>
                <a:ext uri="{FF2B5EF4-FFF2-40B4-BE49-F238E27FC236}">
                  <a16:creationId xmlns:a16="http://schemas.microsoft.com/office/drawing/2014/main" id="{D02C20CC-9D27-0CB6-005C-7B1E8B9671B1}"/>
                </a:ext>
              </a:extLst>
            </p:cNvPr>
            <p:cNvSpPr/>
            <p:nvPr/>
          </p:nvSpPr>
          <p:spPr>
            <a:xfrm>
              <a:off x="344067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4">
              <a:extLst>
                <a:ext uri="{FF2B5EF4-FFF2-40B4-BE49-F238E27FC236}">
                  <a16:creationId xmlns:a16="http://schemas.microsoft.com/office/drawing/2014/main" id="{A4C116EF-C405-A2B9-591A-C377CBE21C2C}"/>
                </a:ext>
              </a:extLst>
            </p:cNvPr>
            <p:cNvSpPr/>
            <p:nvPr/>
          </p:nvSpPr>
          <p:spPr>
            <a:xfrm>
              <a:off x="345011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5">
              <a:extLst>
                <a:ext uri="{FF2B5EF4-FFF2-40B4-BE49-F238E27FC236}">
                  <a16:creationId xmlns:a16="http://schemas.microsoft.com/office/drawing/2014/main" id="{33E97C0D-332D-316B-BF1B-DECDC7385074}"/>
                </a:ext>
              </a:extLst>
            </p:cNvPr>
            <p:cNvSpPr/>
            <p:nvPr/>
          </p:nvSpPr>
          <p:spPr>
            <a:xfrm>
              <a:off x="345955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6">
              <a:extLst>
                <a:ext uri="{FF2B5EF4-FFF2-40B4-BE49-F238E27FC236}">
                  <a16:creationId xmlns:a16="http://schemas.microsoft.com/office/drawing/2014/main" id="{489B07A3-BC4D-80E1-639D-A34EEF256020}"/>
                </a:ext>
              </a:extLst>
            </p:cNvPr>
            <p:cNvSpPr/>
            <p:nvPr/>
          </p:nvSpPr>
          <p:spPr>
            <a:xfrm>
              <a:off x="346899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7">
              <a:extLst>
                <a:ext uri="{FF2B5EF4-FFF2-40B4-BE49-F238E27FC236}">
                  <a16:creationId xmlns:a16="http://schemas.microsoft.com/office/drawing/2014/main" id="{D2B68F31-A635-9950-F445-DC15745D3B79}"/>
                </a:ext>
              </a:extLst>
            </p:cNvPr>
            <p:cNvSpPr/>
            <p:nvPr/>
          </p:nvSpPr>
          <p:spPr>
            <a:xfrm>
              <a:off x="347843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8">
              <a:extLst>
                <a:ext uri="{FF2B5EF4-FFF2-40B4-BE49-F238E27FC236}">
                  <a16:creationId xmlns:a16="http://schemas.microsoft.com/office/drawing/2014/main" id="{7A8005F3-5F98-F03F-7E96-F09D1544C9AD}"/>
                </a:ext>
              </a:extLst>
            </p:cNvPr>
            <p:cNvSpPr/>
            <p:nvPr/>
          </p:nvSpPr>
          <p:spPr>
            <a:xfrm>
              <a:off x="348787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09">
              <a:extLst>
                <a:ext uri="{FF2B5EF4-FFF2-40B4-BE49-F238E27FC236}">
                  <a16:creationId xmlns:a16="http://schemas.microsoft.com/office/drawing/2014/main" id="{9603F943-A0C1-D875-B408-6CF269803E90}"/>
                </a:ext>
              </a:extLst>
            </p:cNvPr>
            <p:cNvSpPr/>
            <p:nvPr/>
          </p:nvSpPr>
          <p:spPr>
            <a:xfrm>
              <a:off x="349731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0">
              <a:extLst>
                <a:ext uri="{FF2B5EF4-FFF2-40B4-BE49-F238E27FC236}">
                  <a16:creationId xmlns:a16="http://schemas.microsoft.com/office/drawing/2014/main" id="{367995D0-4748-3D11-B5A4-5AE51F8B8C3C}"/>
                </a:ext>
              </a:extLst>
            </p:cNvPr>
            <p:cNvSpPr/>
            <p:nvPr/>
          </p:nvSpPr>
          <p:spPr>
            <a:xfrm>
              <a:off x="350675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1">
              <a:extLst>
                <a:ext uri="{FF2B5EF4-FFF2-40B4-BE49-F238E27FC236}">
                  <a16:creationId xmlns:a16="http://schemas.microsoft.com/office/drawing/2014/main" id="{4090E7F3-1E0B-90AD-C8A4-4E82992FE447}"/>
                </a:ext>
              </a:extLst>
            </p:cNvPr>
            <p:cNvSpPr/>
            <p:nvPr/>
          </p:nvSpPr>
          <p:spPr>
            <a:xfrm>
              <a:off x="351619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2">
              <a:extLst>
                <a:ext uri="{FF2B5EF4-FFF2-40B4-BE49-F238E27FC236}">
                  <a16:creationId xmlns:a16="http://schemas.microsoft.com/office/drawing/2014/main" id="{DBADFE9C-E1DE-F544-5DFF-0F1AE1D16C98}"/>
                </a:ext>
              </a:extLst>
            </p:cNvPr>
            <p:cNvSpPr/>
            <p:nvPr/>
          </p:nvSpPr>
          <p:spPr>
            <a:xfrm>
              <a:off x="352563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3">
              <a:extLst>
                <a:ext uri="{FF2B5EF4-FFF2-40B4-BE49-F238E27FC236}">
                  <a16:creationId xmlns:a16="http://schemas.microsoft.com/office/drawing/2014/main" id="{2C64F0AF-36D6-96E0-5FEA-89E5D9DCAE3A}"/>
                </a:ext>
              </a:extLst>
            </p:cNvPr>
            <p:cNvSpPr/>
            <p:nvPr/>
          </p:nvSpPr>
          <p:spPr>
            <a:xfrm>
              <a:off x="353507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4">
              <a:extLst>
                <a:ext uri="{FF2B5EF4-FFF2-40B4-BE49-F238E27FC236}">
                  <a16:creationId xmlns:a16="http://schemas.microsoft.com/office/drawing/2014/main" id="{37BA8836-C6AB-7198-5049-BC886B5A238B}"/>
                </a:ext>
              </a:extLst>
            </p:cNvPr>
            <p:cNvSpPr/>
            <p:nvPr/>
          </p:nvSpPr>
          <p:spPr>
            <a:xfrm>
              <a:off x="354451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5">
              <a:extLst>
                <a:ext uri="{FF2B5EF4-FFF2-40B4-BE49-F238E27FC236}">
                  <a16:creationId xmlns:a16="http://schemas.microsoft.com/office/drawing/2014/main" id="{F46D449C-4CE1-419E-592E-E2F69C353489}"/>
                </a:ext>
              </a:extLst>
            </p:cNvPr>
            <p:cNvSpPr/>
            <p:nvPr/>
          </p:nvSpPr>
          <p:spPr>
            <a:xfrm>
              <a:off x="355395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6">
              <a:extLst>
                <a:ext uri="{FF2B5EF4-FFF2-40B4-BE49-F238E27FC236}">
                  <a16:creationId xmlns:a16="http://schemas.microsoft.com/office/drawing/2014/main" id="{F98E6301-9687-3611-E66B-862C791684CD}"/>
                </a:ext>
              </a:extLst>
            </p:cNvPr>
            <p:cNvSpPr/>
            <p:nvPr/>
          </p:nvSpPr>
          <p:spPr>
            <a:xfrm>
              <a:off x="356339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7">
              <a:extLst>
                <a:ext uri="{FF2B5EF4-FFF2-40B4-BE49-F238E27FC236}">
                  <a16:creationId xmlns:a16="http://schemas.microsoft.com/office/drawing/2014/main" id="{5464BAEE-AE66-2749-D1C3-48D81AE4A611}"/>
                </a:ext>
              </a:extLst>
            </p:cNvPr>
            <p:cNvSpPr/>
            <p:nvPr/>
          </p:nvSpPr>
          <p:spPr>
            <a:xfrm>
              <a:off x="357283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8">
              <a:extLst>
                <a:ext uri="{FF2B5EF4-FFF2-40B4-BE49-F238E27FC236}">
                  <a16:creationId xmlns:a16="http://schemas.microsoft.com/office/drawing/2014/main" id="{4CCBDCC3-C191-A849-F4AB-7C109EBF2C54}"/>
                </a:ext>
              </a:extLst>
            </p:cNvPr>
            <p:cNvSpPr/>
            <p:nvPr/>
          </p:nvSpPr>
          <p:spPr>
            <a:xfrm>
              <a:off x="358227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19">
              <a:extLst>
                <a:ext uri="{FF2B5EF4-FFF2-40B4-BE49-F238E27FC236}">
                  <a16:creationId xmlns:a16="http://schemas.microsoft.com/office/drawing/2014/main" id="{F07581B9-23B7-E489-0DE0-86C0FC31D291}"/>
                </a:ext>
              </a:extLst>
            </p:cNvPr>
            <p:cNvSpPr/>
            <p:nvPr/>
          </p:nvSpPr>
          <p:spPr>
            <a:xfrm>
              <a:off x="359171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0">
              <a:extLst>
                <a:ext uri="{FF2B5EF4-FFF2-40B4-BE49-F238E27FC236}">
                  <a16:creationId xmlns:a16="http://schemas.microsoft.com/office/drawing/2014/main" id="{3EA60EBC-328A-1188-E058-35E114B55003}"/>
                </a:ext>
              </a:extLst>
            </p:cNvPr>
            <p:cNvSpPr/>
            <p:nvPr/>
          </p:nvSpPr>
          <p:spPr>
            <a:xfrm>
              <a:off x="360115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1">
              <a:extLst>
                <a:ext uri="{FF2B5EF4-FFF2-40B4-BE49-F238E27FC236}">
                  <a16:creationId xmlns:a16="http://schemas.microsoft.com/office/drawing/2014/main" id="{712ECEAD-072D-6A09-A7B3-FCA7C3291433}"/>
                </a:ext>
              </a:extLst>
            </p:cNvPr>
            <p:cNvSpPr/>
            <p:nvPr/>
          </p:nvSpPr>
          <p:spPr>
            <a:xfrm>
              <a:off x="361059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2">
              <a:extLst>
                <a:ext uri="{FF2B5EF4-FFF2-40B4-BE49-F238E27FC236}">
                  <a16:creationId xmlns:a16="http://schemas.microsoft.com/office/drawing/2014/main" id="{88E61B2E-EDFE-9DA3-12DC-62C17DC30B25}"/>
                </a:ext>
              </a:extLst>
            </p:cNvPr>
            <p:cNvSpPr/>
            <p:nvPr/>
          </p:nvSpPr>
          <p:spPr>
            <a:xfrm>
              <a:off x="362003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3">
              <a:extLst>
                <a:ext uri="{FF2B5EF4-FFF2-40B4-BE49-F238E27FC236}">
                  <a16:creationId xmlns:a16="http://schemas.microsoft.com/office/drawing/2014/main" id="{CDFCF36F-759E-DF5F-3A95-5AA2361DD0D2}"/>
                </a:ext>
              </a:extLst>
            </p:cNvPr>
            <p:cNvSpPr/>
            <p:nvPr/>
          </p:nvSpPr>
          <p:spPr>
            <a:xfrm>
              <a:off x="362947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4">
              <a:extLst>
                <a:ext uri="{FF2B5EF4-FFF2-40B4-BE49-F238E27FC236}">
                  <a16:creationId xmlns:a16="http://schemas.microsoft.com/office/drawing/2014/main" id="{2F5820B4-9A2B-A7C7-DBA6-5D8BFAD68AB7}"/>
                </a:ext>
              </a:extLst>
            </p:cNvPr>
            <p:cNvSpPr/>
            <p:nvPr/>
          </p:nvSpPr>
          <p:spPr>
            <a:xfrm>
              <a:off x="363891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5">
              <a:extLst>
                <a:ext uri="{FF2B5EF4-FFF2-40B4-BE49-F238E27FC236}">
                  <a16:creationId xmlns:a16="http://schemas.microsoft.com/office/drawing/2014/main" id="{8EFCC6B6-9393-E4A9-792B-78BFFA6D6AC7}"/>
                </a:ext>
              </a:extLst>
            </p:cNvPr>
            <p:cNvSpPr/>
            <p:nvPr/>
          </p:nvSpPr>
          <p:spPr>
            <a:xfrm>
              <a:off x="364836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6">
              <a:extLst>
                <a:ext uri="{FF2B5EF4-FFF2-40B4-BE49-F238E27FC236}">
                  <a16:creationId xmlns:a16="http://schemas.microsoft.com/office/drawing/2014/main" id="{AAE4D7F7-3B70-743A-769B-B483DFB0C6AC}"/>
                </a:ext>
              </a:extLst>
            </p:cNvPr>
            <p:cNvSpPr/>
            <p:nvPr/>
          </p:nvSpPr>
          <p:spPr>
            <a:xfrm>
              <a:off x="365780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7">
              <a:extLst>
                <a:ext uri="{FF2B5EF4-FFF2-40B4-BE49-F238E27FC236}">
                  <a16:creationId xmlns:a16="http://schemas.microsoft.com/office/drawing/2014/main" id="{031E6947-8B11-44BE-914A-C1FD18F61872}"/>
                </a:ext>
              </a:extLst>
            </p:cNvPr>
            <p:cNvSpPr/>
            <p:nvPr/>
          </p:nvSpPr>
          <p:spPr>
            <a:xfrm>
              <a:off x="366724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8">
              <a:extLst>
                <a:ext uri="{FF2B5EF4-FFF2-40B4-BE49-F238E27FC236}">
                  <a16:creationId xmlns:a16="http://schemas.microsoft.com/office/drawing/2014/main" id="{E70D2F83-BE54-87A4-7AD4-2A8AC890CA68}"/>
                </a:ext>
              </a:extLst>
            </p:cNvPr>
            <p:cNvSpPr/>
            <p:nvPr/>
          </p:nvSpPr>
          <p:spPr>
            <a:xfrm>
              <a:off x="367668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29">
              <a:extLst>
                <a:ext uri="{FF2B5EF4-FFF2-40B4-BE49-F238E27FC236}">
                  <a16:creationId xmlns:a16="http://schemas.microsoft.com/office/drawing/2014/main" id="{511308C3-0345-8451-B1D7-1FEA02674552}"/>
                </a:ext>
              </a:extLst>
            </p:cNvPr>
            <p:cNvSpPr/>
            <p:nvPr/>
          </p:nvSpPr>
          <p:spPr>
            <a:xfrm>
              <a:off x="368612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0">
              <a:extLst>
                <a:ext uri="{FF2B5EF4-FFF2-40B4-BE49-F238E27FC236}">
                  <a16:creationId xmlns:a16="http://schemas.microsoft.com/office/drawing/2014/main" id="{F7E7AE67-D334-FA4E-9F6D-C866DA4DFEC7}"/>
                </a:ext>
              </a:extLst>
            </p:cNvPr>
            <p:cNvSpPr/>
            <p:nvPr/>
          </p:nvSpPr>
          <p:spPr>
            <a:xfrm>
              <a:off x="369556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1">
              <a:extLst>
                <a:ext uri="{FF2B5EF4-FFF2-40B4-BE49-F238E27FC236}">
                  <a16:creationId xmlns:a16="http://schemas.microsoft.com/office/drawing/2014/main" id="{CA53EFB1-F1D0-8178-B5A1-2807903BEBCD}"/>
                </a:ext>
              </a:extLst>
            </p:cNvPr>
            <p:cNvSpPr/>
            <p:nvPr/>
          </p:nvSpPr>
          <p:spPr>
            <a:xfrm>
              <a:off x="370500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2">
              <a:extLst>
                <a:ext uri="{FF2B5EF4-FFF2-40B4-BE49-F238E27FC236}">
                  <a16:creationId xmlns:a16="http://schemas.microsoft.com/office/drawing/2014/main" id="{3E00AFB1-D76C-5F68-6C71-4A56FF1C000E}"/>
                </a:ext>
              </a:extLst>
            </p:cNvPr>
            <p:cNvSpPr/>
            <p:nvPr/>
          </p:nvSpPr>
          <p:spPr>
            <a:xfrm>
              <a:off x="371444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3">
              <a:extLst>
                <a:ext uri="{FF2B5EF4-FFF2-40B4-BE49-F238E27FC236}">
                  <a16:creationId xmlns:a16="http://schemas.microsoft.com/office/drawing/2014/main" id="{54EE9A1C-8A67-2D36-5E74-5590054ED94B}"/>
                </a:ext>
              </a:extLst>
            </p:cNvPr>
            <p:cNvSpPr/>
            <p:nvPr/>
          </p:nvSpPr>
          <p:spPr>
            <a:xfrm>
              <a:off x="372388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4">
              <a:extLst>
                <a:ext uri="{FF2B5EF4-FFF2-40B4-BE49-F238E27FC236}">
                  <a16:creationId xmlns:a16="http://schemas.microsoft.com/office/drawing/2014/main" id="{9986981E-F1E1-22EF-7DB5-646102ECB094}"/>
                </a:ext>
              </a:extLst>
            </p:cNvPr>
            <p:cNvSpPr/>
            <p:nvPr/>
          </p:nvSpPr>
          <p:spPr>
            <a:xfrm>
              <a:off x="373332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5">
              <a:extLst>
                <a:ext uri="{FF2B5EF4-FFF2-40B4-BE49-F238E27FC236}">
                  <a16:creationId xmlns:a16="http://schemas.microsoft.com/office/drawing/2014/main" id="{3968F2B2-E662-B4B7-B430-CA03FD1C8B2F}"/>
                </a:ext>
              </a:extLst>
            </p:cNvPr>
            <p:cNvSpPr/>
            <p:nvPr/>
          </p:nvSpPr>
          <p:spPr>
            <a:xfrm>
              <a:off x="374276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6">
              <a:extLst>
                <a:ext uri="{FF2B5EF4-FFF2-40B4-BE49-F238E27FC236}">
                  <a16:creationId xmlns:a16="http://schemas.microsoft.com/office/drawing/2014/main" id="{72DF9F4C-2F33-6DC4-AA55-5E62C1854FE7}"/>
                </a:ext>
              </a:extLst>
            </p:cNvPr>
            <p:cNvSpPr/>
            <p:nvPr/>
          </p:nvSpPr>
          <p:spPr>
            <a:xfrm>
              <a:off x="375220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7">
              <a:extLst>
                <a:ext uri="{FF2B5EF4-FFF2-40B4-BE49-F238E27FC236}">
                  <a16:creationId xmlns:a16="http://schemas.microsoft.com/office/drawing/2014/main" id="{2022647C-779A-1E1A-5F63-C6D96CF93199}"/>
                </a:ext>
              </a:extLst>
            </p:cNvPr>
            <p:cNvSpPr/>
            <p:nvPr/>
          </p:nvSpPr>
          <p:spPr>
            <a:xfrm>
              <a:off x="376164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8">
              <a:extLst>
                <a:ext uri="{FF2B5EF4-FFF2-40B4-BE49-F238E27FC236}">
                  <a16:creationId xmlns:a16="http://schemas.microsoft.com/office/drawing/2014/main" id="{9D6E5C59-F12C-C226-BF25-E55A6AB61EC9}"/>
                </a:ext>
              </a:extLst>
            </p:cNvPr>
            <p:cNvSpPr/>
            <p:nvPr/>
          </p:nvSpPr>
          <p:spPr>
            <a:xfrm>
              <a:off x="377108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39">
              <a:extLst>
                <a:ext uri="{FF2B5EF4-FFF2-40B4-BE49-F238E27FC236}">
                  <a16:creationId xmlns:a16="http://schemas.microsoft.com/office/drawing/2014/main" id="{4AF096F8-0CA7-88DC-EBA5-C1C893C7FA79}"/>
                </a:ext>
              </a:extLst>
            </p:cNvPr>
            <p:cNvSpPr/>
            <p:nvPr/>
          </p:nvSpPr>
          <p:spPr>
            <a:xfrm>
              <a:off x="3780523" y="135958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0">
              <a:extLst>
                <a:ext uri="{FF2B5EF4-FFF2-40B4-BE49-F238E27FC236}">
                  <a16:creationId xmlns:a16="http://schemas.microsoft.com/office/drawing/2014/main" id="{A8E8EC23-2B8D-46D2-A642-ED606FEBAD09}"/>
                </a:ext>
              </a:extLst>
            </p:cNvPr>
            <p:cNvSpPr/>
            <p:nvPr/>
          </p:nvSpPr>
          <p:spPr>
            <a:xfrm>
              <a:off x="3789963" y="1342012"/>
              <a:ext cx="918411" cy="930340"/>
            </a:xfrm>
            <a:custGeom>
              <a:avLst/>
              <a:gdLst/>
              <a:ahLst/>
              <a:cxnLst/>
              <a:rect l="0" t="0" r="0" b="0"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1">
              <a:extLst>
                <a:ext uri="{FF2B5EF4-FFF2-40B4-BE49-F238E27FC236}">
                  <a16:creationId xmlns:a16="http://schemas.microsoft.com/office/drawing/2014/main" id="{EB2FE223-84C3-E415-FCAC-F49F2717E29C}"/>
                </a:ext>
              </a:extLst>
            </p:cNvPr>
            <p:cNvSpPr/>
            <p:nvPr/>
          </p:nvSpPr>
          <p:spPr>
            <a:xfrm>
              <a:off x="2081280" y="1324442"/>
              <a:ext cx="914400" cy="931347"/>
            </a:xfrm>
            <a:custGeom>
              <a:avLst/>
              <a:gdLst/>
              <a:ahLst/>
              <a:cxnLst/>
              <a:rect l="0" t="0" r="0" b="0"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2">
              <a:extLst>
                <a:ext uri="{FF2B5EF4-FFF2-40B4-BE49-F238E27FC236}">
                  <a16:creationId xmlns:a16="http://schemas.microsoft.com/office/drawing/2014/main" id="{84F50CFB-2F8B-EEB4-85F3-7BA6ECE40EFA}"/>
                </a:ext>
              </a:extLst>
            </p:cNvPr>
            <p:cNvSpPr/>
            <p:nvPr/>
          </p:nvSpPr>
          <p:spPr>
            <a:xfrm>
              <a:off x="208128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3">
              <a:extLst>
                <a:ext uri="{FF2B5EF4-FFF2-40B4-BE49-F238E27FC236}">
                  <a16:creationId xmlns:a16="http://schemas.microsoft.com/office/drawing/2014/main" id="{D2EC12D1-D4CA-8961-FAC0-D11BF7D6D2C6}"/>
                </a:ext>
              </a:extLst>
            </p:cNvPr>
            <p:cNvSpPr/>
            <p:nvPr/>
          </p:nvSpPr>
          <p:spPr>
            <a:xfrm>
              <a:off x="209072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4">
              <a:extLst>
                <a:ext uri="{FF2B5EF4-FFF2-40B4-BE49-F238E27FC236}">
                  <a16:creationId xmlns:a16="http://schemas.microsoft.com/office/drawing/2014/main" id="{E8CB0599-3A56-D53B-AE42-3C4E2966D6A8}"/>
                </a:ext>
              </a:extLst>
            </p:cNvPr>
            <p:cNvSpPr/>
            <p:nvPr/>
          </p:nvSpPr>
          <p:spPr>
            <a:xfrm>
              <a:off x="210016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5">
              <a:extLst>
                <a:ext uri="{FF2B5EF4-FFF2-40B4-BE49-F238E27FC236}">
                  <a16:creationId xmlns:a16="http://schemas.microsoft.com/office/drawing/2014/main" id="{FB602619-BDCE-4294-E605-815C20E4146C}"/>
                </a:ext>
              </a:extLst>
            </p:cNvPr>
            <p:cNvSpPr/>
            <p:nvPr/>
          </p:nvSpPr>
          <p:spPr>
            <a:xfrm>
              <a:off x="210960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6">
              <a:extLst>
                <a:ext uri="{FF2B5EF4-FFF2-40B4-BE49-F238E27FC236}">
                  <a16:creationId xmlns:a16="http://schemas.microsoft.com/office/drawing/2014/main" id="{D5129E30-6E20-C5A1-AF40-FA5351E6EB25}"/>
                </a:ext>
              </a:extLst>
            </p:cNvPr>
            <p:cNvSpPr/>
            <p:nvPr/>
          </p:nvSpPr>
          <p:spPr>
            <a:xfrm>
              <a:off x="211904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7">
              <a:extLst>
                <a:ext uri="{FF2B5EF4-FFF2-40B4-BE49-F238E27FC236}">
                  <a16:creationId xmlns:a16="http://schemas.microsoft.com/office/drawing/2014/main" id="{822FBA7B-7EF1-FF16-4748-08FFFE1CFA8F}"/>
                </a:ext>
              </a:extLst>
            </p:cNvPr>
            <p:cNvSpPr/>
            <p:nvPr/>
          </p:nvSpPr>
          <p:spPr>
            <a:xfrm>
              <a:off x="212848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8">
              <a:extLst>
                <a:ext uri="{FF2B5EF4-FFF2-40B4-BE49-F238E27FC236}">
                  <a16:creationId xmlns:a16="http://schemas.microsoft.com/office/drawing/2014/main" id="{788CCFA4-A30E-721F-19AC-1AC6D972AAB7}"/>
                </a:ext>
              </a:extLst>
            </p:cNvPr>
            <p:cNvSpPr/>
            <p:nvPr/>
          </p:nvSpPr>
          <p:spPr>
            <a:xfrm>
              <a:off x="213792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49">
              <a:extLst>
                <a:ext uri="{FF2B5EF4-FFF2-40B4-BE49-F238E27FC236}">
                  <a16:creationId xmlns:a16="http://schemas.microsoft.com/office/drawing/2014/main" id="{55D7366C-BE32-7729-7974-D266E9CB8BFE}"/>
                </a:ext>
              </a:extLst>
            </p:cNvPr>
            <p:cNvSpPr/>
            <p:nvPr/>
          </p:nvSpPr>
          <p:spPr>
            <a:xfrm>
              <a:off x="214736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0">
              <a:extLst>
                <a:ext uri="{FF2B5EF4-FFF2-40B4-BE49-F238E27FC236}">
                  <a16:creationId xmlns:a16="http://schemas.microsoft.com/office/drawing/2014/main" id="{82ADFCCD-9313-2BC0-BA29-28060AEBB310}"/>
                </a:ext>
              </a:extLst>
            </p:cNvPr>
            <p:cNvSpPr/>
            <p:nvPr/>
          </p:nvSpPr>
          <p:spPr>
            <a:xfrm>
              <a:off x="215680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1">
              <a:extLst>
                <a:ext uri="{FF2B5EF4-FFF2-40B4-BE49-F238E27FC236}">
                  <a16:creationId xmlns:a16="http://schemas.microsoft.com/office/drawing/2014/main" id="{6A9FD2AC-E623-C471-CB23-27BF3C9D456A}"/>
                </a:ext>
              </a:extLst>
            </p:cNvPr>
            <p:cNvSpPr/>
            <p:nvPr/>
          </p:nvSpPr>
          <p:spPr>
            <a:xfrm>
              <a:off x="216624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2">
              <a:extLst>
                <a:ext uri="{FF2B5EF4-FFF2-40B4-BE49-F238E27FC236}">
                  <a16:creationId xmlns:a16="http://schemas.microsoft.com/office/drawing/2014/main" id="{F2D59CE8-581A-626F-C7C7-4B3AC52CDF5E}"/>
                </a:ext>
              </a:extLst>
            </p:cNvPr>
            <p:cNvSpPr/>
            <p:nvPr/>
          </p:nvSpPr>
          <p:spPr>
            <a:xfrm>
              <a:off x="217568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3">
              <a:extLst>
                <a:ext uri="{FF2B5EF4-FFF2-40B4-BE49-F238E27FC236}">
                  <a16:creationId xmlns:a16="http://schemas.microsoft.com/office/drawing/2014/main" id="{D6F24DCA-FE14-B9C6-15FA-839A5CC46239}"/>
                </a:ext>
              </a:extLst>
            </p:cNvPr>
            <p:cNvSpPr/>
            <p:nvPr/>
          </p:nvSpPr>
          <p:spPr>
            <a:xfrm>
              <a:off x="218512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4">
              <a:extLst>
                <a:ext uri="{FF2B5EF4-FFF2-40B4-BE49-F238E27FC236}">
                  <a16:creationId xmlns:a16="http://schemas.microsoft.com/office/drawing/2014/main" id="{61D35B6E-070E-464F-8101-EC5E8F524CDB}"/>
                </a:ext>
              </a:extLst>
            </p:cNvPr>
            <p:cNvSpPr/>
            <p:nvPr/>
          </p:nvSpPr>
          <p:spPr>
            <a:xfrm>
              <a:off x="219456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5">
              <a:extLst>
                <a:ext uri="{FF2B5EF4-FFF2-40B4-BE49-F238E27FC236}">
                  <a16:creationId xmlns:a16="http://schemas.microsoft.com/office/drawing/2014/main" id="{F53D48FF-2FAC-DAAD-9F3D-324E0E8C2D05}"/>
                </a:ext>
              </a:extLst>
            </p:cNvPr>
            <p:cNvSpPr/>
            <p:nvPr/>
          </p:nvSpPr>
          <p:spPr>
            <a:xfrm>
              <a:off x="220400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6">
              <a:extLst>
                <a:ext uri="{FF2B5EF4-FFF2-40B4-BE49-F238E27FC236}">
                  <a16:creationId xmlns:a16="http://schemas.microsoft.com/office/drawing/2014/main" id="{462EA693-EED5-4221-6C6E-3D60DD569277}"/>
                </a:ext>
              </a:extLst>
            </p:cNvPr>
            <p:cNvSpPr/>
            <p:nvPr/>
          </p:nvSpPr>
          <p:spPr>
            <a:xfrm>
              <a:off x="221344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7">
              <a:extLst>
                <a:ext uri="{FF2B5EF4-FFF2-40B4-BE49-F238E27FC236}">
                  <a16:creationId xmlns:a16="http://schemas.microsoft.com/office/drawing/2014/main" id="{6C522AC3-698A-59B6-9B0E-F6A99385BBD9}"/>
                </a:ext>
              </a:extLst>
            </p:cNvPr>
            <p:cNvSpPr/>
            <p:nvPr/>
          </p:nvSpPr>
          <p:spPr>
            <a:xfrm>
              <a:off x="222288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8">
              <a:extLst>
                <a:ext uri="{FF2B5EF4-FFF2-40B4-BE49-F238E27FC236}">
                  <a16:creationId xmlns:a16="http://schemas.microsoft.com/office/drawing/2014/main" id="{81420B47-A661-B79B-BB7E-4A6935CD30FC}"/>
                </a:ext>
              </a:extLst>
            </p:cNvPr>
            <p:cNvSpPr/>
            <p:nvPr/>
          </p:nvSpPr>
          <p:spPr>
            <a:xfrm>
              <a:off x="223232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59">
              <a:extLst>
                <a:ext uri="{FF2B5EF4-FFF2-40B4-BE49-F238E27FC236}">
                  <a16:creationId xmlns:a16="http://schemas.microsoft.com/office/drawing/2014/main" id="{FEF491CF-6B5C-2604-926C-3B48748E787F}"/>
                </a:ext>
              </a:extLst>
            </p:cNvPr>
            <p:cNvSpPr/>
            <p:nvPr/>
          </p:nvSpPr>
          <p:spPr>
            <a:xfrm>
              <a:off x="224176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0">
              <a:extLst>
                <a:ext uri="{FF2B5EF4-FFF2-40B4-BE49-F238E27FC236}">
                  <a16:creationId xmlns:a16="http://schemas.microsoft.com/office/drawing/2014/main" id="{81CFA00E-C288-E4D6-B301-F04ED17F2480}"/>
                </a:ext>
              </a:extLst>
            </p:cNvPr>
            <p:cNvSpPr/>
            <p:nvPr/>
          </p:nvSpPr>
          <p:spPr>
            <a:xfrm>
              <a:off x="225120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1">
              <a:extLst>
                <a:ext uri="{FF2B5EF4-FFF2-40B4-BE49-F238E27FC236}">
                  <a16:creationId xmlns:a16="http://schemas.microsoft.com/office/drawing/2014/main" id="{576CEEFC-AEF1-B9F6-4B4C-D0BF62437E1A}"/>
                </a:ext>
              </a:extLst>
            </p:cNvPr>
            <p:cNvSpPr/>
            <p:nvPr/>
          </p:nvSpPr>
          <p:spPr>
            <a:xfrm>
              <a:off x="226064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2">
              <a:extLst>
                <a:ext uri="{FF2B5EF4-FFF2-40B4-BE49-F238E27FC236}">
                  <a16:creationId xmlns:a16="http://schemas.microsoft.com/office/drawing/2014/main" id="{292D7B58-897F-B994-5EE8-FDD8169568CE}"/>
                </a:ext>
              </a:extLst>
            </p:cNvPr>
            <p:cNvSpPr/>
            <p:nvPr/>
          </p:nvSpPr>
          <p:spPr>
            <a:xfrm>
              <a:off x="227008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3">
              <a:extLst>
                <a:ext uri="{FF2B5EF4-FFF2-40B4-BE49-F238E27FC236}">
                  <a16:creationId xmlns:a16="http://schemas.microsoft.com/office/drawing/2014/main" id="{ACE58E75-4622-F95B-86A1-B34C7D56AB31}"/>
                </a:ext>
              </a:extLst>
            </p:cNvPr>
            <p:cNvSpPr/>
            <p:nvPr/>
          </p:nvSpPr>
          <p:spPr>
            <a:xfrm>
              <a:off x="227952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4">
              <a:extLst>
                <a:ext uri="{FF2B5EF4-FFF2-40B4-BE49-F238E27FC236}">
                  <a16:creationId xmlns:a16="http://schemas.microsoft.com/office/drawing/2014/main" id="{EBEF21B9-ACB4-DE6A-9A37-7586066E3A8F}"/>
                </a:ext>
              </a:extLst>
            </p:cNvPr>
            <p:cNvSpPr/>
            <p:nvPr/>
          </p:nvSpPr>
          <p:spPr>
            <a:xfrm>
              <a:off x="228896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5">
              <a:extLst>
                <a:ext uri="{FF2B5EF4-FFF2-40B4-BE49-F238E27FC236}">
                  <a16:creationId xmlns:a16="http://schemas.microsoft.com/office/drawing/2014/main" id="{2D5C7CC3-AB3E-CC2F-3A8C-1AE993B8B9BE}"/>
                </a:ext>
              </a:extLst>
            </p:cNvPr>
            <p:cNvSpPr/>
            <p:nvPr/>
          </p:nvSpPr>
          <p:spPr>
            <a:xfrm>
              <a:off x="229840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6">
              <a:extLst>
                <a:ext uri="{FF2B5EF4-FFF2-40B4-BE49-F238E27FC236}">
                  <a16:creationId xmlns:a16="http://schemas.microsoft.com/office/drawing/2014/main" id="{63832E1D-084E-5710-CBAF-83DA1C21CAA3}"/>
                </a:ext>
              </a:extLst>
            </p:cNvPr>
            <p:cNvSpPr/>
            <p:nvPr/>
          </p:nvSpPr>
          <p:spPr>
            <a:xfrm>
              <a:off x="230784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7">
              <a:extLst>
                <a:ext uri="{FF2B5EF4-FFF2-40B4-BE49-F238E27FC236}">
                  <a16:creationId xmlns:a16="http://schemas.microsoft.com/office/drawing/2014/main" id="{DDE59416-00D7-4E14-5B98-E65E3CB1682B}"/>
                </a:ext>
              </a:extLst>
            </p:cNvPr>
            <p:cNvSpPr/>
            <p:nvPr/>
          </p:nvSpPr>
          <p:spPr>
            <a:xfrm>
              <a:off x="231728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8">
              <a:extLst>
                <a:ext uri="{FF2B5EF4-FFF2-40B4-BE49-F238E27FC236}">
                  <a16:creationId xmlns:a16="http://schemas.microsoft.com/office/drawing/2014/main" id="{A091602B-66BA-522C-6424-7CDB074843F6}"/>
                </a:ext>
              </a:extLst>
            </p:cNvPr>
            <p:cNvSpPr/>
            <p:nvPr/>
          </p:nvSpPr>
          <p:spPr>
            <a:xfrm>
              <a:off x="232672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69">
              <a:extLst>
                <a:ext uri="{FF2B5EF4-FFF2-40B4-BE49-F238E27FC236}">
                  <a16:creationId xmlns:a16="http://schemas.microsoft.com/office/drawing/2014/main" id="{258AFD08-1802-EF77-562F-0ABD68004DFE}"/>
                </a:ext>
              </a:extLst>
            </p:cNvPr>
            <p:cNvSpPr/>
            <p:nvPr/>
          </p:nvSpPr>
          <p:spPr>
            <a:xfrm>
              <a:off x="233616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0">
              <a:extLst>
                <a:ext uri="{FF2B5EF4-FFF2-40B4-BE49-F238E27FC236}">
                  <a16:creationId xmlns:a16="http://schemas.microsoft.com/office/drawing/2014/main" id="{0F8AF1B8-D2B5-391B-0A11-3F41BCA77331}"/>
                </a:ext>
              </a:extLst>
            </p:cNvPr>
            <p:cNvSpPr/>
            <p:nvPr/>
          </p:nvSpPr>
          <p:spPr>
            <a:xfrm>
              <a:off x="234560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1">
              <a:extLst>
                <a:ext uri="{FF2B5EF4-FFF2-40B4-BE49-F238E27FC236}">
                  <a16:creationId xmlns:a16="http://schemas.microsoft.com/office/drawing/2014/main" id="{5D081632-0561-85BC-34B2-5777804B00BE}"/>
                </a:ext>
              </a:extLst>
            </p:cNvPr>
            <p:cNvSpPr/>
            <p:nvPr/>
          </p:nvSpPr>
          <p:spPr>
            <a:xfrm>
              <a:off x="235504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2">
              <a:extLst>
                <a:ext uri="{FF2B5EF4-FFF2-40B4-BE49-F238E27FC236}">
                  <a16:creationId xmlns:a16="http://schemas.microsoft.com/office/drawing/2014/main" id="{F4F9794C-48AD-0E75-E3E6-777C4FE19D8D}"/>
                </a:ext>
              </a:extLst>
            </p:cNvPr>
            <p:cNvSpPr/>
            <p:nvPr/>
          </p:nvSpPr>
          <p:spPr>
            <a:xfrm>
              <a:off x="236448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3">
              <a:extLst>
                <a:ext uri="{FF2B5EF4-FFF2-40B4-BE49-F238E27FC236}">
                  <a16:creationId xmlns:a16="http://schemas.microsoft.com/office/drawing/2014/main" id="{FE5A5E93-1FAA-4542-F136-CFD1C4DAE746}"/>
                </a:ext>
              </a:extLst>
            </p:cNvPr>
            <p:cNvSpPr/>
            <p:nvPr/>
          </p:nvSpPr>
          <p:spPr>
            <a:xfrm>
              <a:off x="237392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4">
              <a:extLst>
                <a:ext uri="{FF2B5EF4-FFF2-40B4-BE49-F238E27FC236}">
                  <a16:creationId xmlns:a16="http://schemas.microsoft.com/office/drawing/2014/main" id="{34EA93DC-3024-C328-4C0F-FAEDC2753B16}"/>
                </a:ext>
              </a:extLst>
            </p:cNvPr>
            <p:cNvSpPr/>
            <p:nvPr/>
          </p:nvSpPr>
          <p:spPr>
            <a:xfrm>
              <a:off x="23833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5">
              <a:extLst>
                <a:ext uri="{FF2B5EF4-FFF2-40B4-BE49-F238E27FC236}">
                  <a16:creationId xmlns:a16="http://schemas.microsoft.com/office/drawing/2014/main" id="{0C5B0CC1-A621-0397-0F2E-D986A1337778}"/>
                </a:ext>
              </a:extLst>
            </p:cNvPr>
            <p:cNvSpPr/>
            <p:nvPr/>
          </p:nvSpPr>
          <p:spPr>
            <a:xfrm>
              <a:off x="239280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6">
              <a:extLst>
                <a:ext uri="{FF2B5EF4-FFF2-40B4-BE49-F238E27FC236}">
                  <a16:creationId xmlns:a16="http://schemas.microsoft.com/office/drawing/2014/main" id="{EF4D6691-C670-3429-C23B-72A5D3F6D9A7}"/>
                </a:ext>
              </a:extLst>
            </p:cNvPr>
            <p:cNvSpPr/>
            <p:nvPr/>
          </p:nvSpPr>
          <p:spPr>
            <a:xfrm>
              <a:off x="240224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7">
              <a:extLst>
                <a:ext uri="{FF2B5EF4-FFF2-40B4-BE49-F238E27FC236}">
                  <a16:creationId xmlns:a16="http://schemas.microsoft.com/office/drawing/2014/main" id="{40685B25-91CF-7B50-FAB3-DA470DFF8D90}"/>
                </a:ext>
              </a:extLst>
            </p:cNvPr>
            <p:cNvSpPr/>
            <p:nvPr/>
          </p:nvSpPr>
          <p:spPr>
            <a:xfrm>
              <a:off x="24116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8">
              <a:extLst>
                <a:ext uri="{FF2B5EF4-FFF2-40B4-BE49-F238E27FC236}">
                  <a16:creationId xmlns:a16="http://schemas.microsoft.com/office/drawing/2014/main" id="{9ACF888A-F2C8-2660-7E91-5E2EC65E0B56}"/>
                </a:ext>
              </a:extLst>
            </p:cNvPr>
            <p:cNvSpPr/>
            <p:nvPr/>
          </p:nvSpPr>
          <p:spPr>
            <a:xfrm>
              <a:off x="242112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79">
              <a:extLst>
                <a:ext uri="{FF2B5EF4-FFF2-40B4-BE49-F238E27FC236}">
                  <a16:creationId xmlns:a16="http://schemas.microsoft.com/office/drawing/2014/main" id="{4314F9CC-9DDA-604C-458C-FE420BE03A25}"/>
                </a:ext>
              </a:extLst>
            </p:cNvPr>
            <p:cNvSpPr/>
            <p:nvPr/>
          </p:nvSpPr>
          <p:spPr>
            <a:xfrm>
              <a:off x="2430569" y="1342012"/>
              <a:ext cx="921117" cy="914399"/>
            </a:xfrm>
            <a:custGeom>
              <a:avLst/>
              <a:gdLst/>
              <a:ahLst/>
              <a:cxnLst/>
              <a:rect l="0" t="0" r="0" b="0"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0">
              <a:extLst>
                <a:ext uri="{FF2B5EF4-FFF2-40B4-BE49-F238E27FC236}">
                  <a16:creationId xmlns:a16="http://schemas.microsoft.com/office/drawing/2014/main" id="{B73EB121-BA63-23FD-BDF8-55654E98BEEF}"/>
                </a:ext>
              </a:extLst>
            </p:cNvPr>
            <p:cNvSpPr/>
            <p:nvPr/>
          </p:nvSpPr>
          <p:spPr>
            <a:xfrm>
              <a:off x="3166907" y="134201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400" y="90847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1">
              <a:extLst>
                <a:ext uri="{FF2B5EF4-FFF2-40B4-BE49-F238E27FC236}">
                  <a16:creationId xmlns:a16="http://schemas.microsoft.com/office/drawing/2014/main" id="{06A9450F-375C-9313-C6BC-B168A0995830}"/>
                </a:ext>
              </a:extLst>
            </p:cNvPr>
            <p:cNvSpPr/>
            <p:nvPr/>
          </p:nvSpPr>
          <p:spPr>
            <a:xfrm>
              <a:off x="3176348" y="132444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2">
              <a:extLst>
                <a:ext uri="{FF2B5EF4-FFF2-40B4-BE49-F238E27FC236}">
                  <a16:creationId xmlns:a16="http://schemas.microsoft.com/office/drawing/2014/main" id="{37D3BA26-D321-EF20-0529-AFEC0C2C5EBA}"/>
                </a:ext>
              </a:extLst>
            </p:cNvPr>
            <p:cNvSpPr/>
            <p:nvPr/>
          </p:nvSpPr>
          <p:spPr>
            <a:xfrm>
              <a:off x="317634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3">
              <a:extLst>
                <a:ext uri="{FF2B5EF4-FFF2-40B4-BE49-F238E27FC236}">
                  <a16:creationId xmlns:a16="http://schemas.microsoft.com/office/drawing/2014/main" id="{FD1350A5-E9BA-211F-C697-BAEF74695F86}"/>
                </a:ext>
              </a:extLst>
            </p:cNvPr>
            <p:cNvSpPr/>
            <p:nvPr/>
          </p:nvSpPr>
          <p:spPr>
            <a:xfrm>
              <a:off x="31857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4">
              <a:extLst>
                <a:ext uri="{FF2B5EF4-FFF2-40B4-BE49-F238E27FC236}">
                  <a16:creationId xmlns:a16="http://schemas.microsoft.com/office/drawing/2014/main" id="{79930B66-2364-1CD1-18D0-A2BC52EDD80F}"/>
                </a:ext>
              </a:extLst>
            </p:cNvPr>
            <p:cNvSpPr/>
            <p:nvPr/>
          </p:nvSpPr>
          <p:spPr>
            <a:xfrm>
              <a:off x="319522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5">
              <a:extLst>
                <a:ext uri="{FF2B5EF4-FFF2-40B4-BE49-F238E27FC236}">
                  <a16:creationId xmlns:a16="http://schemas.microsoft.com/office/drawing/2014/main" id="{C03EC6EC-B5E2-CC41-D032-FF85E5BB7E08}"/>
                </a:ext>
              </a:extLst>
            </p:cNvPr>
            <p:cNvSpPr/>
            <p:nvPr/>
          </p:nvSpPr>
          <p:spPr>
            <a:xfrm>
              <a:off x="32046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6">
              <a:extLst>
                <a:ext uri="{FF2B5EF4-FFF2-40B4-BE49-F238E27FC236}">
                  <a16:creationId xmlns:a16="http://schemas.microsoft.com/office/drawing/2014/main" id="{637E3CC1-FD84-C7C2-72A0-E533A1F79182}"/>
                </a:ext>
              </a:extLst>
            </p:cNvPr>
            <p:cNvSpPr/>
            <p:nvPr/>
          </p:nvSpPr>
          <p:spPr>
            <a:xfrm>
              <a:off x="321410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7">
              <a:extLst>
                <a:ext uri="{FF2B5EF4-FFF2-40B4-BE49-F238E27FC236}">
                  <a16:creationId xmlns:a16="http://schemas.microsoft.com/office/drawing/2014/main" id="{C559BCCE-A533-0E0B-9E66-E7C695669858}"/>
                </a:ext>
              </a:extLst>
            </p:cNvPr>
            <p:cNvSpPr/>
            <p:nvPr/>
          </p:nvSpPr>
          <p:spPr>
            <a:xfrm>
              <a:off x="322354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8">
              <a:extLst>
                <a:ext uri="{FF2B5EF4-FFF2-40B4-BE49-F238E27FC236}">
                  <a16:creationId xmlns:a16="http://schemas.microsoft.com/office/drawing/2014/main" id="{44DF14A3-5F30-C74C-1A48-205225736955}"/>
                </a:ext>
              </a:extLst>
            </p:cNvPr>
            <p:cNvSpPr/>
            <p:nvPr/>
          </p:nvSpPr>
          <p:spPr>
            <a:xfrm>
              <a:off x="323298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89">
              <a:extLst>
                <a:ext uri="{FF2B5EF4-FFF2-40B4-BE49-F238E27FC236}">
                  <a16:creationId xmlns:a16="http://schemas.microsoft.com/office/drawing/2014/main" id="{6D3041D3-1469-A320-79CB-5754A3630ECD}"/>
                </a:ext>
              </a:extLst>
            </p:cNvPr>
            <p:cNvSpPr/>
            <p:nvPr/>
          </p:nvSpPr>
          <p:spPr>
            <a:xfrm>
              <a:off x="324242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0">
              <a:extLst>
                <a:ext uri="{FF2B5EF4-FFF2-40B4-BE49-F238E27FC236}">
                  <a16:creationId xmlns:a16="http://schemas.microsoft.com/office/drawing/2014/main" id="{6ADA9F90-51B6-FF13-5C0B-336DB872D42A}"/>
                </a:ext>
              </a:extLst>
            </p:cNvPr>
            <p:cNvSpPr/>
            <p:nvPr/>
          </p:nvSpPr>
          <p:spPr>
            <a:xfrm>
              <a:off x="325187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1">
              <a:extLst>
                <a:ext uri="{FF2B5EF4-FFF2-40B4-BE49-F238E27FC236}">
                  <a16:creationId xmlns:a16="http://schemas.microsoft.com/office/drawing/2014/main" id="{CB1402BD-B384-C43B-F94C-B03343675714}"/>
                </a:ext>
              </a:extLst>
            </p:cNvPr>
            <p:cNvSpPr/>
            <p:nvPr/>
          </p:nvSpPr>
          <p:spPr>
            <a:xfrm>
              <a:off x="326131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2">
              <a:extLst>
                <a:ext uri="{FF2B5EF4-FFF2-40B4-BE49-F238E27FC236}">
                  <a16:creationId xmlns:a16="http://schemas.microsoft.com/office/drawing/2014/main" id="{D9ADB062-6008-E9ED-C98C-C069A7AB2F93}"/>
                </a:ext>
              </a:extLst>
            </p:cNvPr>
            <p:cNvSpPr/>
            <p:nvPr/>
          </p:nvSpPr>
          <p:spPr>
            <a:xfrm>
              <a:off x="327075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3">
              <a:extLst>
                <a:ext uri="{FF2B5EF4-FFF2-40B4-BE49-F238E27FC236}">
                  <a16:creationId xmlns:a16="http://schemas.microsoft.com/office/drawing/2014/main" id="{AC150811-7FAE-CC7E-C58A-BD84880F5515}"/>
                </a:ext>
              </a:extLst>
            </p:cNvPr>
            <p:cNvSpPr/>
            <p:nvPr/>
          </p:nvSpPr>
          <p:spPr>
            <a:xfrm>
              <a:off x="328019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4">
              <a:extLst>
                <a:ext uri="{FF2B5EF4-FFF2-40B4-BE49-F238E27FC236}">
                  <a16:creationId xmlns:a16="http://schemas.microsoft.com/office/drawing/2014/main" id="{D8576550-9E4C-A075-7ED5-11760434F0F1}"/>
                </a:ext>
              </a:extLst>
            </p:cNvPr>
            <p:cNvSpPr/>
            <p:nvPr/>
          </p:nvSpPr>
          <p:spPr>
            <a:xfrm>
              <a:off x="328963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5">
              <a:extLst>
                <a:ext uri="{FF2B5EF4-FFF2-40B4-BE49-F238E27FC236}">
                  <a16:creationId xmlns:a16="http://schemas.microsoft.com/office/drawing/2014/main" id="{42172568-D68B-0BE1-2A0C-3148299BC7B0}"/>
                </a:ext>
              </a:extLst>
            </p:cNvPr>
            <p:cNvSpPr/>
            <p:nvPr/>
          </p:nvSpPr>
          <p:spPr>
            <a:xfrm>
              <a:off x="329907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6">
              <a:extLst>
                <a:ext uri="{FF2B5EF4-FFF2-40B4-BE49-F238E27FC236}">
                  <a16:creationId xmlns:a16="http://schemas.microsoft.com/office/drawing/2014/main" id="{93376571-A8AB-4F94-5302-658B2EC75D62}"/>
                </a:ext>
              </a:extLst>
            </p:cNvPr>
            <p:cNvSpPr/>
            <p:nvPr/>
          </p:nvSpPr>
          <p:spPr>
            <a:xfrm>
              <a:off x="330851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7">
              <a:extLst>
                <a:ext uri="{FF2B5EF4-FFF2-40B4-BE49-F238E27FC236}">
                  <a16:creationId xmlns:a16="http://schemas.microsoft.com/office/drawing/2014/main" id="{A26EE91D-7FEE-26FA-D426-7983A265EC08}"/>
                </a:ext>
              </a:extLst>
            </p:cNvPr>
            <p:cNvSpPr/>
            <p:nvPr/>
          </p:nvSpPr>
          <p:spPr>
            <a:xfrm>
              <a:off x="331795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8">
              <a:extLst>
                <a:ext uri="{FF2B5EF4-FFF2-40B4-BE49-F238E27FC236}">
                  <a16:creationId xmlns:a16="http://schemas.microsoft.com/office/drawing/2014/main" id="{5912F514-4FB5-26E5-2F50-8E976A8CBA4E}"/>
                </a:ext>
              </a:extLst>
            </p:cNvPr>
            <p:cNvSpPr/>
            <p:nvPr/>
          </p:nvSpPr>
          <p:spPr>
            <a:xfrm>
              <a:off x="332739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499">
              <a:extLst>
                <a:ext uri="{FF2B5EF4-FFF2-40B4-BE49-F238E27FC236}">
                  <a16:creationId xmlns:a16="http://schemas.microsoft.com/office/drawing/2014/main" id="{43421D27-32A4-4AB0-23ED-F46BBF73C66A}"/>
                </a:ext>
              </a:extLst>
            </p:cNvPr>
            <p:cNvSpPr/>
            <p:nvPr/>
          </p:nvSpPr>
          <p:spPr>
            <a:xfrm>
              <a:off x="333683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0">
              <a:extLst>
                <a:ext uri="{FF2B5EF4-FFF2-40B4-BE49-F238E27FC236}">
                  <a16:creationId xmlns:a16="http://schemas.microsoft.com/office/drawing/2014/main" id="{660DA2F0-43B6-75FC-85EB-075EC060BBC1}"/>
                </a:ext>
              </a:extLst>
            </p:cNvPr>
            <p:cNvSpPr/>
            <p:nvPr/>
          </p:nvSpPr>
          <p:spPr>
            <a:xfrm>
              <a:off x="334627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1">
              <a:extLst>
                <a:ext uri="{FF2B5EF4-FFF2-40B4-BE49-F238E27FC236}">
                  <a16:creationId xmlns:a16="http://schemas.microsoft.com/office/drawing/2014/main" id="{6847D329-3EFB-CFD1-4E7C-9D9099EB418F}"/>
                </a:ext>
              </a:extLst>
            </p:cNvPr>
            <p:cNvSpPr/>
            <p:nvPr/>
          </p:nvSpPr>
          <p:spPr>
            <a:xfrm>
              <a:off x="335571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2">
              <a:extLst>
                <a:ext uri="{FF2B5EF4-FFF2-40B4-BE49-F238E27FC236}">
                  <a16:creationId xmlns:a16="http://schemas.microsoft.com/office/drawing/2014/main" id="{117187A5-2B6E-99A3-53EF-9AE9E3304AA9}"/>
                </a:ext>
              </a:extLst>
            </p:cNvPr>
            <p:cNvSpPr/>
            <p:nvPr/>
          </p:nvSpPr>
          <p:spPr>
            <a:xfrm>
              <a:off x="336515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3">
              <a:extLst>
                <a:ext uri="{FF2B5EF4-FFF2-40B4-BE49-F238E27FC236}">
                  <a16:creationId xmlns:a16="http://schemas.microsoft.com/office/drawing/2014/main" id="{F8087D53-02A3-4DCA-BC44-2B86E2987CA5}"/>
                </a:ext>
              </a:extLst>
            </p:cNvPr>
            <p:cNvSpPr/>
            <p:nvPr/>
          </p:nvSpPr>
          <p:spPr>
            <a:xfrm>
              <a:off x="337459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4">
              <a:extLst>
                <a:ext uri="{FF2B5EF4-FFF2-40B4-BE49-F238E27FC236}">
                  <a16:creationId xmlns:a16="http://schemas.microsoft.com/office/drawing/2014/main" id="{E1F3A60D-C19C-C5A1-685D-EDE281002A9E}"/>
                </a:ext>
              </a:extLst>
            </p:cNvPr>
            <p:cNvSpPr/>
            <p:nvPr/>
          </p:nvSpPr>
          <p:spPr>
            <a:xfrm>
              <a:off x="338403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5">
              <a:extLst>
                <a:ext uri="{FF2B5EF4-FFF2-40B4-BE49-F238E27FC236}">
                  <a16:creationId xmlns:a16="http://schemas.microsoft.com/office/drawing/2014/main" id="{E769009B-6A5C-921A-29BB-4B3A62938E29}"/>
                </a:ext>
              </a:extLst>
            </p:cNvPr>
            <p:cNvSpPr/>
            <p:nvPr/>
          </p:nvSpPr>
          <p:spPr>
            <a:xfrm>
              <a:off x="339347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6">
              <a:extLst>
                <a:ext uri="{FF2B5EF4-FFF2-40B4-BE49-F238E27FC236}">
                  <a16:creationId xmlns:a16="http://schemas.microsoft.com/office/drawing/2014/main" id="{39D7C3C6-2E18-2092-C258-8F2B31558F5D}"/>
                </a:ext>
              </a:extLst>
            </p:cNvPr>
            <p:cNvSpPr/>
            <p:nvPr/>
          </p:nvSpPr>
          <p:spPr>
            <a:xfrm>
              <a:off x="340291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7">
              <a:extLst>
                <a:ext uri="{FF2B5EF4-FFF2-40B4-BE49-F238E27FC236}">
                  <a16:creationId xmlns:a16="http://schemas.microsoft.com/office/drawing/2014/main" id="{0CB689FC-58AB-27DF-DAB8-191F76040668}"/>
                </a:ext>
              </a:extLst>
            </p:cNvPr>
            <p:cNvSpPr/>
            <p:nvPr/>
          </p:nvSpPr>
          <p:spPr>
            <a:xfrm>
              <a:off x="341235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8">
              <a:extLst>
                <a:ext uri="{FF2B5EF4-FFF2-40B4-BE49-F238E27FC236}">
                  <a16:creationId xmlns:a16="http://schemas.microsoft.com/office/drawing/2014/main" id="{0DDBB5B0-5FA1-9913-9772-F0D91FC3A9C8}"/>
                </a:ext>
              </a:extLst>
            </p:cNvPr>
            <p:cNvSpPr/>
            <p:nvPr/>
          </p:nvSpPr>
          <p:spPr>
            <a:xfrm>
              <a:off x="342179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09">
              <a:extLst>
                <a:ext uri="{FF2B5EF4-FFF2-40B4-BE49-F238E27FC236}">
                  <a16:creationId xmlns:a16="http://schemas.microsoft.com/office/drawing/2014/main" id="{6823C72A-4979-6411-CC99-BF7C2B8AC85A}"/>
                </a:ext>
              </a:extLst>
            </p:cNvPr>
            <p:cNvSpPr/>
            <p:nvPr/>
          </p:nvSpPr>
          <p:spPr>
            <a:xfrm>
              <a:off x="343123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0">
              <a:extLst>
                <a:ext uri="{FF2B5EF4-FFF2-40B4-BE49-F238E27FC236}">
                  <a16:creationId xmlns:a16="http://schemas.microsoft.com/office/drawing/2014/main" id="{088C2D48-353B-3FF8-CC50-5DE23AB57158}"/>
                </a:ext>
              </a:extLst>
            </p:cNvPr>
            <p:cNvSpPr/>
            <p:nvPr/>
          </p:nvSpPr>
          <p:spPr>
            <a:xfrm>
              <a:off x="344067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1">
              <a:extLst>
                <a:ext uri="{FF2B5EF4-FFF2-40B4-BE49-F238E27FC236}">
                  <a16:creationId xmlns:a16="http://schemas.microsoft.com/office/drawing/2014/main" id="{4169BD03-D81C-6CA6-756D-6AE05AB435BE}"/>
                </a:ext>
              </a:extLst>
            </p:cNvPr>
            <p:cNvSpPr/>
            <p:nvPr/>
          </p:nvSpPr>
          <p:spPr>
            <a:xfrm>
              <a:off x="345011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2">
              <a:extLst>
                <a:ext uri="{FF2B5EF4-FFF2-40B4-BE49-F238E27FC236}">
                  <a16:creationId xmlns:a16="http://schemas.microsoft.com/office/drawing/2014/main" id="{9DD1BF0E-AE01-D798-CF39-211B3268BE0C}"/>
                </a:ext>
              </a:extLst>
            </p:cNvPr>
            <p:cNvSpPr/>
            <p:nvPr/>
          </p:nvSpPr>
          <p:spPr>
            <a:xfrm>
              <a:off x="345955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3">
              <a:extLst>
                <a:ext uri="{FF2B5EF4-FFF2-40B4-BE49-F238E27FC236}">
                  <a16:creationId xmlns:a16="http://schemas.microsoft.com/office/drawing/2014/main" id="{EF43DB61-2351-2297-87DB-EC0AEE478C1C}"/>
                </a:ext>
              </a:extLst>
            </p:cNvPr>
            <p:cNvSpPr/>
            <p:nvPr/>
          </p:nvSpPr>
          <p:spPr>
            <a:xfrm>
              <a:off x="346899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4">
              <a:extLst>
                <a:ext uri="{FF2B5EF4-FFF2-40B4-BE49-F238E27FC236}">
                  <a16:creationId xmlns:a16="http://schemas.microsoft.com/office/drawing/2014/main" id="{5C5E889E-B3BB-4F43-03E8-BBA6AF61CE8B}"/>
                </a:ext>
              </a:extLst>
            </p:cNvPr>
            <p:cNvSpPr/>
            <p:nvPr/>
          </p:nvSpPr>
          <p:spPr>
            <a:xfrm>
              <a:off x="347843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5">
              <a:extLst>
                <a:ext uri="{FF2B5EF4-FFF2-40B4-BE49-F238E27FC236}">
                  <a16:creationId xmlns:a16="http://schemas.microsoft.com/office/drawing/2014/main" id="{7E552241-8EA6-073E-35F4-F85B9DC11DD6}"/>
                </a:ext>
              </a:extLst>
            </p:cNvPr>
            <p:cNvSpPr/>
            <p:nvPr/>
          </p:nvSpPr>
          <p:spPr>
            <a:xfrm>
              <a:off x="348787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6">
              <a:extLst>
                <a:ext uri="{FF2B5EF4-FFF2-40B4-BE49-F238E27FC236}">
                  <a16:creationId xmlns:a16="http://schemas.microsoft.com/office/drawing/2014/main" id="{EE8C755A-D73D-EF38-E5AF-DFBD7D552DE5}"/>
                </a:ext>
              </a:extLst>
            </p:cNvPr>
            <p:cNvSpPr/>
            <p:nvPr/>
          </p:nvSpPr>
          <p:spPr>
            <a:xfrm>
              <a:off x="349731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7">
              <a:extLst>
                <a:ext uri="{FF2B5EF4-FFF2-40B4-BE49-F238E27FC236}">
                  <a16:creationId xmlns:a16="http://schemas.microsoft.com/office/drawing/2014/main" id="{8D77B82B-2418-95DA-7D8D-ED3266C7BC2A}"/>
                </a:ext>
              </a:extLst>
            </p:cNvPr>
            <p:cNvSpPr/>
            <p:nvPr/>
          </p:nvSpPr>
          <p:spPr>
            <a:xfrm>
              <a:off x="350675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8">
              <a:extLst>
                <a:ext uri="{FF2B5EF4-FFF2-40B4-BE49-F238E27FC236}">
                  <a16:creationId xmlns:a16="http://schemas.microsoft.com/office/drawing/2014/main" id="{33077D38-C687-534D-41DD-E06518D88CFD}"/>
                </a:ext>
              </a:extLst>
            </p:cNvPr>
            <p:cNvSpPr/>
            <p:nvPr/>
          </p:nvSpPr>
          <p:spPr>
            <a:xfrm>
              <a:off x="351619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19">
              <a:extLst>
                <a:ext uri="{FF2B5EF4-FFF2-40B4-BE49-F238E27FC236}">
                  <a16:creationId xmlns:a16="http://schemas.microsoft.com/office/drawing/2014/main" id="{5373C5C5-7B85-8152-5499-C222B9530F50}"/>
                </a:ext>
              </a:extLst>
            </p:cNvPr>
            <p:cNvSpPr/>
            <p:nvPr/>
          </p:nvSpPr>
          <p:spPr>
            <a:xfrm>
              <a:off x="352563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0">
              <a:extLst>
                <a:ext uri="{FF2B5EF4-FFF2-40B4-BE49-F238E27FC236}">
                  <a16:creationId xmlns:a16="http://schemas.microsoft.com/office/drawing/2014/main" id="{EB67AB31-4C19-C744-BD8E-F1A2F9A0AF4F}"/>
                </a:ext>
              </a:extLst>
            </p:cNvPr>
            <p:cNvSpPr/>
            <p:nvPr/>
          </p:nvSpPr>
          <p:spPr>
            <a:xfrm>
              <a:off x="353507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1">
              <a:extLst>
                <a:ext uri="{FF2B5EF4-FFF2-40B4-BE49-F238E27FC236}">
                  <a16:creationId xmlns:a16="http://schemas.microsoft.com/office/drawing/2014/main" id="{7573321D-F970-53DD-1335-A476C21F3EA5}"/>
                </a:ext>
              </a:extLst>
            </p:cNvPr>
            <p:cNvSpPr/>
            <p:nvPr/>
          </p:nvSpPr>
          <p:spPr>
            <a:xfrm>
              <a:off x="354451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2">
              <a:extLst>
                <a:ext uri="{FF2B5EF4-FFF2-40B4-BE49-F238E27FC236}">
                  <a16:creationId xmlns:a16="http://schemas.microsoft.com/office/drawing/2014/main" id="{0E19EE61-2524-E9FA-4CEB-3FC02A488701}"/>
                </a:ext>
              </a:extLst>
            </p:cNvPr>
            <p:cNvSpPr/>
            <p:nvPr/>
          </p:nvSpPr>
          <p:spPr>
            <a:xfrm>
              <a:off x="355395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3">
              <a:extLst>
                <a:ext uri="{FF2B5EF4-FFF2-40B4-BE49-F238E27FC236}">
                  <a16:creationId xmlns:a16="http://schemas.microsoft.com/office/drawing/2014/main" id="{3DDD654E-2FAD-4539-B6C3-EF06DCBDE425}"/>
                </a:ext>
              </a:extLst>
            </p:cNvPr>
            <p:cNvSpPr/>
            <p:nvPr/>
          </p:nvSpPr>
          <p:spPr>
            <a:xfrm>
              <a:off x="356339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4">
              <a:extLst>
                <a:ext uri="{FF2B5EF4-FFF2-40B4-BE49-F238E27FC236}">
                  <a16:creationId xmlns:a16="http://schemas.microsoft.com/office/drawing/2014/main" id="{B286607D-F7D6-9538-4E71-974D707B1379}"/>
                </a:ext>
              </a:extLst>
            </p:cNvPr>
            <p:cNvSpPr/>
            <p:nvPr/>
          </p:nvSpPr>
          <p:spPr>
            <a:xfrm>
              <a:off x="357283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5">
              <a:extLst>
                <a:ext uri="{FF2B5EF4-FFF2-40B4-BE49-F238E27FC236}">
                  <a16:creationId xmlns:a16="http://schemas.microsoft.com/office/drawing/2014/main" id="{29F4F24D-5CE8-D83A-2A19-7FA6E677EFE2}"/>
                </a:ext>
              </a:extLst>
            </p:cNvPr>
            <p:cNvSpPr/>
            <p:nvPr/>
          </p:nvSpPr>
          <p:spPr>
            <a:xfrm>
              <a:off x="358227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6">
              <a:extLst>
                <a:ext uri="{FF2B5EF4-FFF2-40B4-BE49-F238E27FC236}">
                  <a16:creationId xmlns:a16="http://schemas.microsoft.com/office/drawing/2014/main" id="{C0FD5EFE-8B42-642F-6C85-6D8DBE0836D9}"/>
                </a:ext>
              </a:extLst>
            </p:cNvPr>
            <p:cNvSpPr/>
            <p:nvPr/>
          </p:nvSpPr>
          <p:spPr>
            <a:xfrm>
              <a:off x="359171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7">
              <a:extLst>
                <a:ext uri="{FF2B5EF4-FFF2-40B4-BE49-F238E27FC236}">
                  <a16:creationId xmlns:a16="http://schemas.microsoft.com/office/drawing/2014/main" id="{5D678F3B-AD9A-8492-D201-FC506DFAF089}"/>
                </a:ext>
              </a:extLst>
            </p:cNvPr>
            <p:cNvSpPr/>
            <p:nvPr/>
          </p:nvSpPr>
          <p:spPr>
            <a:xfrm>
              <a:off x="360115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8">
              <a:extLst>
                <a:ext uri="{FF2B5EF4-FFF2-40B4-BE49-F238E27FC236}">
                  <a16:creationId xmlns:a16="http://schemas.microsoft.com/office/drawing/2014/main" id="{26AEDF23-2F4B-6124-9EFE-1B9C5A04F630}"/>
                </a:ext>
              </a:extLst>
            </p:cNvPr>
            <p:cNvSpPr/>
            <p:nvPr/>
          </p:nvSpPr>
          <p:spPr>
            <a:xfrm>
              <a:off x="361059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29">
              <a:extLst>
                <a:ext uri="{FF2B5EF4-FFF2-40B4-BE49-F238E27FC236}">
                  <a16:creationId xmlns:a16="http://schemas.microsoft.com/office/drawing/2014/main" id="{25F806D1-5F4D-5AAB-179D-657075829FCE}"/>
                </a:ext>
              </a:extLst>
            </p:cNvPr>
            <p:cNvSpPr/>
            <p:nvPr/>
          </p:nvSpPr>
          <p:spPr>
            <a:xfrm>
              <a:off x="362003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0">
              <a:extLst>
                <a:ext uri="{FF2B5EF4-FFF2-40B4-BE49-F238E27FC236}">
                  <a16:creationId xmlns:a16="http://schemas.microsoft.com/office/drawing/2014/main" id="{12DDFD10-66A8-A27D-49B9-1A3E4A9BD853}"/>
                </a:ext>
              </a:extLst>
            </p:cNvPr>
            <p:cNvSpPr/>
            <p:nvPr/>
          </p:nvSpPr>
          <p:spPr>
            <a:xfrm>
              <a:off x="362947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1">
              <a:extLst>
                <a:ext uri="{FF2B5EF4-FFF2-40B4-BE49-F238E27FC236}">
                  <a16:creationId xmlns:a16="http://schemas.microsoft.com/office/drawing/2014/main" id="{CE9D7B8F-AA68-FEE7-78F7-AF1A9506BB6C}"/>
                </a:ext>
              </a:extLst>
            </p:cNvPr>
            <p:cNvSpPr/>
            <p:nvPr/>
          </p:nvSpPr>
          <p:spPr>
            <a:xfrm>
              <a:off x="363891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2">
              <a:extLst>
                <a:ext uri="{FF2B5EF4-FFF2-40B4-BE49-F238E27FC236}">
                  <a16:creationId xmlns:a16="http://schemas.microsoft.com/office/drawing/2014/main" id="{341BEA3E-D9AA-CDF3-3AC9-95815831346C}"/>
                </a:ext>
              </a:extLst>
            </p:cNvPr>
            <p:cNvSpPr/>
            <p:nvPr/>
          </p:nvSpPr>
          <p:spPr>
            <a:xfrm>
              <a:off x="364836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3">
              <a:extLst>
                <a:ext uri="{FF2B5EF4-FFF2-40B4-BE49-F238E27FC236}">
                  <a16:creationId xmlns:a16="http://schemas.microsoft.com/office/drawing/2014/main" id="{BF222E89-163B-4F8A-521B-5BC39C2DD2A6}"/>
                </a:ext>
              </a:extLst>
            </p:cNvPr>
            <p:cNvSpPr/>
            <p:nvPr/>
          </p:nvSpPr>
          <p:spPr>
            <a:xfrm>
              <a:off x="365780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4">
              <a:extLst>
                <a:ext uri="{FF2B5EF4-FFF2-40B4-BE49-F238E27FC236}">
                  <a16:creationId xmlns:a16="http://schemas.microsoft.com/office/drawing/2014/main" id="{3996EF0C-AF68-0966-03A7-9F1D9A4C568D}"/>
                </a:ext>
              </a:extLst>
            </p:cNvPr>
            <p:cNvSpPr/>
            <p:nvPr/>
          </p:nvSpPr>
          <p:spPr>
            <a:xfrm>
              <a:off x="366724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5">
              <a:extLst>
                <a:ext uri="{FF2B5EF4-FFF2-40B4-BE49-F238E27FC236}">
                  <a16:creationId xmlns:a16="http://schemas.microsoft.com/office/drawing/2014/main" id="{1997F7B0-95D3-AC2D-1B50-800BEE126F59}"/>
                </a:ext>
              </a:extLst>
            </p:cNvPr>
            <p:cNvSpPr/>
            <p:nvPr/>
          </p:nvSpPr>
          <p:spPr>
            <a:xfrm>
              <a:off x="367668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6">
              <a:extLst>
                <a:ext uri="{FF2B5EF4-FFF2-40B4-BE49-F238E27FC236}">
                  <a16:creationId xmlns:a16="http://schemas.microsoft.com/office/drawing/2014/main" id="{E1FE9964-A6DF-7C88-026E-3786BB94F5F3}"/>
                </a:ext>
              </a:extLst>
            </p:cNvPr>
            <p:cNvSpPr/>
            <p:nvPr/>
          </p:nvSpPr>
          <p:spPr>
            <a:xfrm>
              <a:off x="368612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7">
              <a:extLst>
                <a:ext uri="{FF2B5EF4-FFF2-40B4-BE49-F238E27FC236}">
                  <a16:creationId xmlns:a16="http://schemas.microsoft.com/office/drawing/2014/main" id="{D70B6FA5-9694-B7A6-D596-0121900D0055}"/>
                </a:ext>
              </a:extLst>
            </p:cNvPr>
            <p:cNvSpPr/>
            <p:nvPr/>
          </p:nvSpPr>
          <p:spPr>
            <a:xfrm>
              <a:off x="369556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8">
              <a:extLst>
                <a:ext uri="{FF2B5EF4-FFF2-40B4-BE49-F238E27FC236}">
                  <a16:creationId xmlns:a16="http://schemas.microsoft.com/office/drawing/2014/main" id="{9C1DA273-723D-C8E6-8ABD-326CD27B6F82}"/>
                </a:ext>
              </a:extLst>
            </p:cNvPr>
            <p:cNvSpPr/>
            <p:nvPr/>
          </p:nvSpPr>
          <p:spPr>
            <a:xfrm>
              <a:off x="370500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39">
              <a:extLst>
                <a:ext uri="{FF2B5EF4-FFF2-40B4-BE49-F238E27FC236}">
                  <a16:creationId xmlns:a16="http://schemas.microsoft.com/office/drawing/2014/main" id="{29EF6E7F-D6A2-C680-D333-A91E9B094867}"/>
                </a:ext>
              </a:extLst>
            </p:cNvPr>
            <p:cNvSpPr/>
            <p:nvPr/>
          </p:nvSpPr>
          <p:spPr>
            <a:xfrm>
              <a:off x="371444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0">
              <a:extLst>
                <a:ext uri="{FF2B5EF4-FFF2-40B4-BE49-F238E27FC236}">
                  <a16:creationId xmlns:a16="http://schemas.microsoft.com/office/drawing/2014/main" id="{6880B555-4DD8-442D-099F-30E523B941EB}"/>
                </a:ext>
              </a:extLst>
            </p:cNvPr>
            <p:cNvSpPr/>
            <p:nvPr/>
          </p:nvSpPr>
          <p:spPr>
            <a:xfrm>
              <a:off x="372388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1">
              <a:extLst>
                <a:ext uri="{FF2B5EF4-FFF2-40B4-BE49-F238E27FC236}">
                  <a16:creationId xmlns:a16="http://schemas.microsoft.com/office/drawing/2014/main" id="{EC658BD3-7ED2-406A-3BCA-5CA52E9DF338}"/>
                </a:ext>
              </a:extLst>
            </p:cNvPr>
            <p:cNvSpPr/>
            <p:nvPr/>
          </p:nvSpPr>
          <p:spPr>
            <a:xfrm>
              <a:off x="373332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2">
              <a:extLst>
                <a:ext uri="{FF2B5EF4-FFF2-40B4-BE49-F238E27FC236}">
                  <a16:creationId xmlns:a16="http://schemas.microsoft.com/office/drawing/2014/main" id="{90471890-E805-61A3-5EC4-8031CFC9DF6F}"/>
                </a:ext>
              </a:extLst>
            </p:cNvPr>
            <p:cNvSpPr/>
            <p:nvPr/>
          </p:nvSpPr>
          <p:spPr>
            <a:xfrm>
              <a:off x="374276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3">
              <a:extLst>
                <a:ext uri="{FF2B5EF4-FFF2-40B4-BE49-F238E27FC236}">
                  <a16:creationId xmlns:a16="http://schemas.microsoft.com/office/drawing/2014/main" id="{68009097-1CF1-DC0A-84A0-98D5E3835434}"/>
                </a:ext>
              </a:extLst>
            </p:cNvPr>
            <p:cNvSpPr/>
            <p:nvPr/>
          </p:nvSpPr>
          <p:spPr>
            <a:xfrm>
              <a:off x="375220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4">
              <a:extLst>
                <a:ext uri="{FF2B5EF4-FFF2-40B4-BE49-F238E27FC236}">
                  <a16:creationId xmlns:a16="http://schemas.microsoft.com/office/drawing/2014/main" id="{BCDAB04E-A36E-D013-5A94-99312DAAC30B}"/>
                </a:ext>
              </a:extLst>
            </p:cNvPr>
            <p:cNvSpPr/>
            <p:nvPr/>
          </p:nvSpPr>
          <p:spPr>
            <a:xfrm>
              <a:off x="376164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5">
              <a:extLst>
                <a:ext uri="{FF2B5EF4-FFF2-40B4-BE49-F238E27FC236}">
                  <a16:creationId xmlns:a16="http://schemas.microsoft.com/office/drawing/2014/main" id="{DA496DDD-3495-3781-91E7-0E66E25BCD1B}"/>
                </a:ext>
              </a:extLst>
            </p:cNvPr>
            <p:cNvSpPr/>
            <p:nvPr/>
          </p:nvSpPr>
          <p:spPr>
            <a:xfrm>
              <a:off x="377108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6">
              <a:extLst>
                <a:ext uri="{FF2B5EF4-FFF2-40B4-BE49-F238E27FC236}">
                  <a16:creationId xmlns:a16="http://schemas.microsoft.com/office/drawing/2014/main" id="{A2BA5001-646F-908F-D29A-9D38E64FD707}"/>
                </a:ext>
              </a:extLst>
            </p:cNvPr>
            <p:cNvSpPr/>
            <p:nvPr/>
          </p:nvSpPr>
          <p:spPr>
            <a:xfrm>
              <a:off x="378052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7">
              <a:extLst>
                <a:ext uri="{FF2B5EF4-FFF2-40B4-BE49-F238E27FC236}">
                  <a16:creationId xmlns:a16="http://schemas.microsoft.com/office/drawing/2014/main" id="{9CF62C44-3D39-7886-757F-D4DC49CA2106}"/>
                </a:ext>
              </a:extLst>
            </p:cNvPr>
            <p:cNvSpPr/>
            <p:nvPr/>
          </p:nvSpPr>
          <p:spPr>
            <a:xfrm>
              <a:off x="3789963" y="1342012"/>
              <a:ext cx="921849" cy="914399"/>
            </a:xfrm>
            <a:custGeom>
              <a:avLst/>
              <a:gdLst/>
              <a:ahLst/>
              <a:cxnLst/>
              <a:rect l="0" t="0" r="0" b="0"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8">
              <a:extLst>
                <a:ext uri="{FF2B5EF4-FFF2-40B4-BE49-F238E27FC236}">
                  <a16:creationId xmlns:a16="http://schemas.microsoft.com/office/drawing/2014/main" id="{C1D31EE8-7A38-75A6-B6B5-9AFD4C3AF724}"/>
                </a:ext>
              </a:extLst>
            </p:cNvPr>
            <p:cNvSpPr/>
            <p:nvPr/>
          </p:nvSpPr>
          <p:spPr>
            <a:xfrm>
              <a:off x="2071840" y="1306872"/>
              <a:ext cx="914400" cy="931206"/>
            </a:xfrm>
            <a:custGeom>
              <a:avLst/>
              <a:gdLst/>
              <a:ahLst/>
              <a:cxnLst/>
              <a:rect l="0" t="0" r="0" b="0"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49">
              <a:extLst>
                <a:ext uri="{FF2B5EF4-FFF2-40B4-BE49-F238E27FC236}">
                  <a16:creationId xmlns:a16="http://schemas.microsoft.com/office/drawing/2014/main" id="{7EA09E4D-29ED-E5E2-CC20-C40AC613BE5F}"/>
                </a:ext>
              </a:extLst>
            </p:cNvPr>
            <p:cNvSpPr/>
            <p:nvPr/>
          </p:nvSpPr>
          <p:spPr>
            <a:xfrm>
              <a:off x="207184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0">
              <a:extLst>
                <a:ext uri="{FF2B5EF4-FFF2-40B4-BE49-F238E27FC236}">
                  <a16:creationId xmlns:a16="http://schemas.microsoft.com/office/drawing/2014/main" id="{73BF50B0-F654-250B-CE42-9D19E7A5A091}"/>
                </a:ext>
              </a:extLst>
            </p:cNvPr>
            <p:cNvSpPr/>
            <p:nvPr/>
          </p:nvSpPr>
          <p:spPr>
            <a:xfrm>
              <a:off x="208128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1">
              <a:extLst>
                <a:ext uri="{FF2B5EF4-FFF2-40B4-BE49-F238E27FC236}">
                  <a16:creationId xmlns:a16="http://schemas.microsoft.com/office/drawing/2014/main" id="{42FB723C-6563-2180-BE42-86DAB423DC6B}"/>
                </a:ext>
              </a:extLst>
            </p:cNvPr>
            <p:cNvSpPr/>
            <p:nvPr/>
          </p:nvSpPr>
          <p:spPr>
            <a:xfrm>
              <a:off x="209072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2">
              <a:extLst>
                <a:ext uri="{FF2B5EF4-FFF2-40B4-BE49-F238E27FC236}">
                  <a16:creationId xmlns:a16="http://schemas.microsoft.com/office/drawing/2014/main" id="{3C7B20F1-4B9E-48D7-772E-D06F235DC6A9}"/>
                </a:ext>
              </a:extLst>
            </p:cNvPr>
            <p:cNvSpPr/>
            <p:nvPr/>
          </p:nvSpPr>
          <p:spPr>
            <a:xfrm>
              <a:off x="210016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3">
              <a:extLst>
                <a:ext uri="{FF2B5EF4-FFF2-40B4-BE49-F238E27FC236}">
                  <a16:creationId xmlns:a16="http://schemas.microsoft.com/office/drawing/2014/main" id="{154879BA-4B34-3353-8065-6C5D1685BFCC}"/>
                </a:ext>
              </a:extLst>
            </p:cNvPr>
            <p:cNvSpPr/>
            <p:nvPr/>
          </p:nvSpPr>
          <p:spPr>
            <a:xfrm>
              <a:off x="210960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4">
              <a:extLst>
                <a:ext uri="{FF2B5EF4-FFF2-40B4-BE49-F238E27FC236}">
                  <a16:creationId xmlns:a16="http://schemas.microsoft.com/office/drawing/2014/main" id="{80F6F355-A434-5DAD-FAF0-78EB367B7B8A}"/>
                </a:ext>
              </a:extLst>
            </p:cNvPr>
            <p:cNvSpPr/>
            <p:nvPr/>
          </p:nvSpPr>
          <p:spPr>
            <a:xfrm>
              <a:off x="211904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5">
              <a:extLst>
                <a:ext uri="{FF2B5EF4-FFF2-40B4-BE49-F238E27FC236}">
                  <a16:creationId xmlns:a16="http://schemas.microsoft.com/office/drawing/2014/main" id="{D2BC35A6-CBC2-2AC4-C9E3-296911900F64}"/>
                </a:ext>
              </a:extLst>
            </p:cNvPr>
            <p:cNvSpPr/>
            <p:nvPr/>
          </p:nvSpPr>
          <p:spPr>
            <a:xfrm>
              <a:off x="212848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6">
              <a:extLst>
                <a:ext uri="{FF2B5EF4-FFF2-40B4-BE49-F238E27FC236}">
                  <a16:creationId xmlns:a16="http://schemas.microsoft.com/office/drawing/2014/main" id="{B0CC6225-F19E-0FC4-B1B5-B59E3DE3F0C3}"/>
                </a:ext>
              </a:extLst>
            </p:cNvPr>
            <p:cNvSpPr/>
            <p:nvPr/>
          </p:nvSpPr>
          <p:spPr>
            <a:xfrm>
              <a:off x="213792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7">
              <a:extLst>
                <a:ext uri="{FF2B5EF4-FFF2-40B4-BE49-F238E27FC236}">
                  <a16:creationId xmlns:a16="http://schemas.microsoft.com/office/drawing/2014/main" id="{1ACB8414-88EA-E320-A579-769E70AA110F}"/>
                </a:ext>
              </a:extLst>
            </p:cNvPr>
            <p:cNvSpPr/>
            <p:nvPr/>
          </p:nvSpPr>
          <p:spPr>
            <a:xfrm>
              <a:off x="214736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8">
              <a:extLst>
                <a:ext uri="{FF2B5EF4-FFF2-40B4-BE49-F238E27FC236}">
                  <a16:creationId xmlns:a16="http://schemas.microsoft.com/office/drawing/2014/main" id="{71B14078-577F-F6F3-239C-E8E0E6A60E78}"/>
                </a:ext>
              </a:extLst>
            </p:cNvPr>
            <p:cNvSpPr/>
            <p:nvPr/>
          </p:nvSpPr>
          <p:spPr>
            <a:xfrm>
              <a:off x="215680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59">
              <a:extLst>
                <a:ext uri="{FF2B5EF4-FFF2-40B4-BE49-F238E27FC236}">
                  <a16:creationId xmlns:a16="http://schemas.microsoft.com/office/drawing/2014/main" id="{C458627D-ED2D-9248-F5FF-33C4F0731A7A}"/>
                </a:ext>
              </a:extLst>
            </p:cNvPr>
            <p:cNvSpPr/>
            <p:nvPr/>
          </p:nvSpPr>
          <p:spPr>
            <a:xfrm>
              <a:off x="216624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0">
              <a:extLst>
                <a:ext uri="{FF2B5EF4-FFF2-40B4-BE49-F238E27FC236}">
                  <a16:creationId xmlns:a16="http://schemas.microsoft.com/office/drawing/2014/main" id="{6660E65E-93A4-9F9F-31EA-42416AB325AB}"/>
                </a:ext>
              </a:extLst>
            </p:cNvPr>
            <p:cNvSpPr/>
            <p:nvPr/>
          </p:nvSpPr>
          <p:spPr>
            <a:xfrm>
              <a:off x="217568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1">
              <a:extLst>
                <a:ext uri="{FF2B5EF4-FFF2-40B4-BE49-F238E27FC236}">
                  <a16:creationId xmlns:a16="http://schemas.microsoft.com/office/drawing/2014/main" id="{868F230C-00E7-2A4B-78E2-B8B1F05CD5AD}"/>
                </a:ext>
              </a:extLst>
            </p:cNvPr>
            <p:cNvSpPr/>
            <p:nvPr/>
          </p:nvSpPr>
          <p:spPr>
            <a:xfrm>
              <a:off x="218512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2">
              <a:extLst>
                <a:ext uri="{FF2B5EF4-FFF2-40B4-BE49-F238E27FC236}">
                  <a16:creationId xmlns:a16="http://schemas.microsoft.com/office/drawing/2014/main" id="{4B40B90F-A0F9-195E-6DFC-7F5349CB99F3}"/>
                </a:ext>
              </a:extLst>
            </p:cNvPr>
            <p:cNvSpPr/>
            <p:nvPr/>
          </p:nvSpPr>
          <p:spPr>
            <a:xfrm>
              <a:off x="219456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3">
              <a:extLst>
                <a:ext uri="{FF2B5EF4-FFF2-40B4-BE49-F238E27FC236}">
                  <a16:creationId xmlns:a16="http://schemas.microsoft.com/office/drawing/2014/main" id="{119B83FA-4EEA-511E-F32E-8FE6B9EB5E45}"/>
                </a:ext>
              </a:extLst>
            </p:cNvPr>
            <p:cNvSpPr/>
            <p:nvPr/>
          </p:nvSpPr>
          <p:spPr>
            <a:xfrm>
              <a:off x="220400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4">
              <a:extLst>
                <a:ext uri="{FF2B5EF4-FFF2-40B4-BE49-F238E27FC236}">
                  <a16:creationId xmlns:a16="http://schemas.microsoft.com/office/drawing/2014/main" id="{C017EEF5-43C7-376A-2A35-D7F1123BBEA1}"/>
                </a:ext>
              </a:extLst>
            </p:cNvPr>
            <p:cNvSpPr/>
            <p:nvPr/>
          </p:nvSpPr>
          <p:spPr>
            <a:xfrm>
              <a:off x="221344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5">
              <a:extLst>
                <a:ext uri="{FF2B5EF4-FFF2-40B4-BE49-F238E27FC236}">
                  <a16:creationId xmlns:a16="http://schemas.microsoft.com/office/drawing/2014/main" id="{47EF0227-10A4-4DB6-3D64-791C0EF30148}"/>
                </a:ext>
              </a:extLst>
            </p:cNvPr>
            <p:cNvSpPr/>
            <p:nvPr/>
          </p:nvSpPr>
          <p:spPr>
            <a:xfrm>
              <a:off x="222288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6">
              <a:extLst>
                <a:ext uri="{FF2B5EF4-FFF2-40B4-BE49-F238E27FC236}">
                  <a16:creationId xmlns:a16="http://schemas.microsoft.com/office/drawing/2014/main" id="{6D2AE57D-333B-FCC2-C300-CF6B500DA3CE}"/>
                </a:ext>
              </a:extLst>
            </p:cNvPr>
            <p:cNvSpPr/>
            <p:nvPr/>
          </p:nvSpPr>
          <p:spPr>
            <a:xfrm>
              <a:off x="223232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7">
              <a:extLst>
                <a:ext uri="{FF2B5EF4-FFF2-40B4-BE49-F238E27FC236}">
                  <a16:creationId xmlns:a16="http://schemas.microsoft.com/office/drawing/2014/main" id="{1FDFB328-C6DB-A3C9-FEE2-5084211D24E3}"/>
                </a:ext>
              </a:extLst>
            </p:cNvPr>
            <p:cNvSpPr/>
            <p:nvPr/>
          </p:nvSpPr>
          <p:spPr>
            <a:xfrm>
              <a:off x="224176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8">
              <a:extLst>
                <a:ext uri="{FF2B5EF4-FFF2-40B4-BE49-F238E27FC236}">
                  <a16:creationId xmlns:a16="http://schemas.microsoft.com/office/drawing/2014/main" id="{D876F7A6-7149-40F8-11CD-D6064BA26255}"/>
                </a:ext>
              </a:extLst>
            </p:cNvPr>
            <p:cNvSpPr/>
            <p:nvPr/>
          </p:nvSpPr>
          <p:spPr>
            <a:xfrm>
              <a:off x="225120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69">
              <a:extLst>
                <a:ext uri="{FF2B5EF4-FFF2-40B4-BE49-F238E27FC236}">
                  <a16:creationId xmlns:a16="http://schemas.microsoft.com/office/drawing/2014/main" id="{8315A454-78DF-09E0-CD03-874B5C99E5A7}"/>
                </a:ext>
              </a:extLst>
            </p:cNvPr>
            <p:cNvSpPr/>
            <p:nvPr/>
          </p:nvSpPr>
          <p:spPr>
            <a:xfrm>
              <a:off x="226064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0">
              <a:extLst>
                <a:ext uri="{FF2B5EF4-FFF2-40B4-BE49-F238E27FC236}">
                  <a16:creationId xmlns:a16="http://schemas.microsoft.com/office/drawing/2014/main" id="{186FE053-A51D-F89F-3C27-72F5389B764F}"/>
                </a:ext>
              </a:extLst>
            </p:cNvPr>
            <p:cNvSpPr/>
            <p:nvPr/>
          </p:nvSpPr>
          <p:spPr>
            <a:xfrm>
              <a:off x="227008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1">
              <a:extLst>
                <a:ext uri="{FF2B5EF4-FFF2-40B4-BE49-F238E27FC236}">
                  <a16:creationId xmlns:a16="http://schemas.microsoft.com/office/drawing/2014/main" id="{6E4A6587-6D85-E9D2-467D-9FBCF1BE5033}"/>
                </a:ext>
              </a:extLst>
            </p:cNvPr>
            <p:cNvSpPr/>
            <p:nvPr/>
          </p:nvSpPr>
          <p:spPr>
            <a:xfrm>
              <a:off x="227952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2">
              <a:extLst>
                <a:ext uri="{FF2B5EF4-FFF2-40B4-BE49-F238E27FC236}">
                  <a16:creationId xmlns:a16="http://schemas.microsoft.com/office/drawing/2014/main" id="{15413D6B-7029-5D0D-71F2-02068543D005}"/>
                </a:ext>
              </a:extLst>
            </p:cNvPr>
            <p:cNvSpPr/>
            <p:nvPr/>
          </p:nvSpPr>
          <p:spPr>
            <a:xfrm>
              <a:off x="228896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3">
              <a:extLst>
                <a:ext uri="{FF2B5EF4-FFF2-40B4-BE49-F238E27FC236}">
                  <a16:creationId xmlns:a16="http://schemas.microsoft.com/office/drawing/2014/main" id="{22CEAD0A-AE92-47EC-FB91-8043E8B6FF2D}"/>
                </a:ext>
              </a:extLst>
            </p:cNvPr>
            <p:cNvSpPr/>
            <p:nvPr/>
          </p:nvSpPr>
          <p:spPr>
            <a:xfrm>
              <a:off x="229840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4">
              <a:extLst>
                <a:ext uri="{FF2B5EF4-FFF2-40B4-BE49-F238E27FC236}">
                  <a16:creationId xmlns:a16="http://schemas.microsoft.com/office/drawing/2014/main" id="{4694FBDC-E99D-1455-1DBF-BE8DD0916DCD}"/>
                </a:ext>
              </a:extLst>
            </p:cNvPr>
            <p:cNvSpPr/>
            <p:nvPr/>
          </p:nvSpPr>
          <p:spPr>
            <a:xfrm>
              <a:off x="230784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5">
              <a:extLst>
                <a:ext uri="{FF2B5EF4-FFF2-40B4-BE49-F238E27FC236}">
                  <a16:creationId xmlns:a16="http://schemas.microsoft.com/office/drawing/2014/main" id="{69351FFB-C9B6-6E57-F305-B03DBCB043EB}"/>
                </a:ext>
              </a:extLst>
            </p:cNvPr>
            <p:cNvSpPr/>
            <p:nvPr/>
          </p:nvSpPr>
          <p:spPr>
            <a:xfrm>
              <a:off x="231728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6">
              <a:extLst>
                <a:ext uri="{FF2B5EF4-FFF2-40B4-BE49-F238E27FC236}">
                  <a16:creationId xmlns:a16="http://schemas.microsoft.com/office/drawing/2014/main" id="{ECA4D40B-4E4D-8C3A-E88D-A0A3FA5C8F9D}"/>
                </a:ext>
              </a:extLst>
            </p:cNvPr>
            <p:cNvSpPr/>
            <p:nvPr/>
          </p:nvSpPr>
          <p:spPr>
            <a:xfrm>
              <a:off x="232672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7">
              <a:extLst>
                <a:ext uri="{FF2B5EF4-FFF2-40B4-BE49-F238E27FC236}">
                  <a16:creationId xmlns:a16="http://schemas.microsoft.com/office/drawing/2014/main" id="{532747A5-EDE0-B1DB-5CD8-6F41D5226141}"/>
                </a:ext>
              </a:extLst>
            </p:cNvPr>
            <p:cNvSpPr/>
            <p:nvPr/>
          </p:nvSpPr>
          <p:spPr>
            <a:xfrm>
              <a:off x="233616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8">
              <a:extLst>
                <a:ext uri="{FF2B5EF4-FFF2-40B4-BE49-F238E27FC236}">
                  <a16:creationId xmlns:a16="http://schemas.microsoft.com/office/drawing/2014/main" id="{2BAB13B9-92EC-499F-3EA6-0D9C7DD6B750}"/>
                </a:ext>
              </a:extLst>
            </p:cNvPr>
            <p:cNvSpPr/>
            <p:nvPr/>
          </p:nvSpPr>
          <p:spPr>
            <a:xfrm>
              <a:off x="234560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79">
              <a:extLst>
                <a:ext uri="{FF2B5EF4-FFF2-40B4-BE49-F238E27FC236}">
                  <a16:creationId xmlns:a16="http://schemas.microsoft.com/office/drawing/2014/main" id="{552A4BB3-12CF-65D8-BABB-C216ADF74F9A}"/>
                </a:ext>
              </a:extLst>
            </p:cNvPr>
            <p:cNvSpPr/>
            <p:nvPr/>
          </p:nvSpPr>
          <p:spPr>
            <a:xfrm>
              <a:off x="235504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0">
              <a:extLst>
                <a:ext uri="{FF2B5EF4-FFF2-40B4-BE49-F238E27FC236}">
                  <a16:creationId xmlns:a16="http://schemas.microsoft.com/office/drawing/2014/main" id="{947AFE3C-AD9C-D3CC-41B6-5255FE137899}"/>
                </a:ext>
              </a:extLst>
            </p:cNvPr>
            <p:cNvSpPr/>
            <p:nvPr/>
          </p:nvSpPr>
          <p:spPr>
            <a:xfrm>
              <a:off x="236448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1">
              <a:extLst>
                <a:ext uri="{FF2B5EF4-FFF2-40B4-BE49-F238E27FC236}">
                  <a16:creationId xmlns:a16="http://schemas.microsoft.com/office/drawing/2014/main" id="{0B4B8DC0-6272-E234-46AC-91B9A025E5E4}"/>
                </a:ext>
              </a:extLst>
            </p:cNvPr>
            <p:cNvSpPr/>
            <p:nvPr/>
          </p:nvSpPr>
          <p:spPr>
            <a:xfrm>
              <a:off x="237392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2">
              <a:extLst>
                <a:ext uri="{FF2B5EF4-FFF2-40B4-BE49-F238E27FC236}">
                  <a16:creationId xmlns:a16="http://schemas.microsoft.com/office/drawing/2014/main" id="{35747821-63B6-BA87-4D97-06E4E14DD750}"/>
                </a:ext>
              </a:extLst>
            </p:cNvPr>
            <p:cNvSpPr/>
            <p:nvPr/>
          </p:nvSpPr>
          <p:spPr>
            <a:xfrm>
              <a:off x="23833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3">
              <a:extLst>
                <a:ext uri="{FF2B5EF4-FFF2-40B4-BE49-F238E27FC236}">
                  <a16:creationId xmlns:a16="http://schemas.microsoft.com/office/drawing/2014/main" id="{D682DEDA-605B-4F60-8067-CE727F2CE5BB}"/>
                </a:ext>
              </a:extLst>
            </p:cNvPr>
            <p:cNvSpPr/>
            <p:nvPr/>
          </p:nvSpPr>
          <p:spPr>
            <a:xfrm>
              <a:off x="239280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4">
              <a:extLst>
                <a:ext uri="{FF2B5EF4-FFF2-40B4-BE49-F238E27FC236}">
                  <a16:creationId xmlns:a16="http://schemas.microsoft.com/office/drawing/2014/main" id="{CE73E50F-E93D-3D66-2A2F-0FC52FCCC5FA}"/>
                </a:ext>
              </a:extLst>
            </p:cNvPr>
            <p:cNvSpPr/>
            <p:nvPr/>
          </p:nvSpPr>
          <p:spPr>
            <a:xfrm>
              <a:off x="240224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5">
              <a:extLst>
                <a:ext uri="{FF2B5EF4-FFF2-40B4-BE49-F238E27FC236}">
                  <a16:creationId xmlns:a16="http://schemas.microsoft.com/office/drawing/2014/main" id="{78A119AD-7E91-AFC0-31A5-D1C91B050481}"/>
                </a:ext>
              </a:extLst>
            </p:cNvPr>
            <p:cNvSpPr/>
            <p:nvPr/>
          </p:nvSpPr>
          <p:spPr>
            <a:xfrm>
              <a:off x="241168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6">
              <a:extLst>
                <a:ext uri="{FF2B5EF4-FFF2-40B4-BE49-F238E27FC236}">
                  <a16:creationId xmlns:a16="http://schemas.microsoft.com/office/drawing/2014/main" id="{02BB24FF-1AE5-FA78-5415-D2BC7B3BF6AD}"/>
                </a:ext>
              </a:extLst>
            </p:cNvPr>
            <p:cNvSpPr/>
            <p:nvPr/>
          </p:nvSpPr>
          <p:spPr>
            <a:xfrm>
              <a:off x="242112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7">
              <a:extLst>
                <a:ext uri="{FF2B5EF4-FFF2-40B4-BE49-F238E27FC236}">
                  <a16:creationId xmlns:a16="http://schemas.microsoft.com/office/drawing/2014/main" id="{4D15020E-B7DE-2201-14B8-AD34F33032C7}"/>
                </a:ext>
              </a:extLst>
            </p:cNvPr>
            <p:cNvSpPr/>
            <p:nvPr/>
          </p:nvSpPr>
          <p:spPr>
            <a:xfrm>
              <a:off x="2430569" y="1324442"/>
              <a:ext cx="920191" cy="914399"/>
            </a:xfrm>
            <a:custGeom>
              <a:avLst/>
              <a:gdLst/>
              <a:ahLst/>
              <a:cxnLst/>
              <a:rect l="0" t="0" r="0" b="0"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8">
              <a:extLst>
                <a:ext uri="{FF2B5EF4-FFF2-40B4-BE49-F238E27FC236}">
                  <a16:creationId xmlns:a16="http://schemas.microsoft.com/office/drawing/2014/main" id="{05667CEB-1F92-FA50-004C-A47344DD189D}"/>
                </a:ext>
              </a:extLst>
            </p:cNvPr>
            <p:cNvSpPr/>
            <p:nvPr/>
          </p:nvSpPr>
          <p:spPr>
            <a:xfrm>
              <a:off x="3176348" y="132444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89">
              <a:extLst>
                <a:ext uri="{FF2B5EF4-FFF2-40B4-BE49-F238E27FC236}">
                  <a16:creationId xmlns:a16="http://schemas.microsoft.com/office/drawing/2014/main" id="{7213A926-45F3-A9AC-1CDB-1656EE1A8E9D}"/>
                </a:ext>
              </a:extLst>
            </p:cNvPr>
            <p:cNvSpPr/>
            <p:nvPr/>
          </p:nvSpPr>
          <p:spPr>
            <a:xfrm>
              <a:off x="3185788" y="1324442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399" y="90427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0">
              <a:extLst>
                <a:ext uri="{FF2B5EF4-FFF2-40B4-BE49-F238E27FC236}">
                  <a16:creationId xmlns:a16="http://schemas.microsoft.com/office/drawing/2014/main" id="{072B025B-E610-18CF-2938-D219F55EBFEB}"/>
                </a:ext>
              </a:extLst>
            </p:cNvPr>
            <p:cNvSpPr/>
            <p:nvPr/>
          </p:nvSpPr>
          <p:spPr>
            <a:xfrm>
              <a:off x="3195228" y="130687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1">
              <a:extLst>
                <a:ext uri="{FF2B5EF4-FFF2-40B4-BE49-F238E27FC236}">
                  <a16:creationId xmlns:a16="http://schemas.microsoft.com/office/drawing/2014/main" id="{A1E4E036-6508-4B8E-7BCB-66E62D32078F}"/>
                </a:ext>
              </a:extLst>
            </p:cNvPr>
            <p:cNvSpPr/>
            <p:nvPr/>
          </p:nvSpPr>
          <p:spPr>
            <a:xfrm>
              <a:off x="319522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2">
              <a:extLst>
                <a:ext uri="{FF2B5EF4-FFF2-40B4-BE49-F238E27FC236}">
                  <a16:creationId xmlns:a16="http://schemas.microsoft.com/office/drawing/2014/main" id="{81DABA41-A2FB-6647-E646-D40C9D49A6DD}"/>
                </a:ext>
              </a:extLst>
            </p:cNvPr>
            <p:cNvSpPr/>
            <p:nvPr/>
          </p:nvSpPr>
          <p:spPr>
            <a:xfrm>
              <a:off x="32046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3">
              <a:extLst>
                <a:ext uri="{FF2B5EF4-FFF2-40B4-BE49-F238E27FC236}">
                  <a16:creationId xmlns:a16="http://schemas.microsoft.com/office/drawing/2014/main" id="{2BB259E8-6A88-EC62-B6C6-8E1B8684F6F1}"/>
                </a:ext>
              </a:extLst>
            </p:cNvPr>
            <p:cNvSpPr/>
            <p:nvPr/>
          </p:nvSpPr>
          <p:spPr>
            <a:xfrm>
              <a:off x="321410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4">
              <a:extLst>
                <a:ext uri="{FF2B5EF4-FFF2-40B4-BE49-F238E27FC236}">
                  <a16:creationId xmlns:a16="http://schemas.microsoft.com/office/drawing/2014/main" id="{D28277DD-5680-27A3-725F-22AF33BF0F4C}"/>
                </a:ext>
              </a:extLst>
            </p:cNvPr>
            <p:cNvSpPr/>
            <p:nvPr/>
          </p:nvSpPr>
          <p:spPr>
            <a:xfrm>
              <a:off x="322354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5">
              <a:extLst>
                <a:ext uri="{FF2B5EF4-FFF2-40B4-BE49-F238E27FC236}">
                  <a16:creationId xmlns:a16="http://schemas.microsoft.com/office/drawing/2014/main" id="{8DB50789-C2F5-24CE-D7EF-EA740F5356F4}"/>
                </a:ext>
              </a:extLst>
            </p:cNvPr>
            <p:cNvSpPr/>
            <p:nvPr/>
          </p:nvSpPr>
          <p:spPr>
            <a:xfrm>
              <a:off x="323298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6">
              <a:extLst>
                <a:ext uri="{FF2B5EF4-FFF2-40B4-BE49-F238E27FC236}">
                  <a16:creationId xmlns:a16="http://schemas.microsoft.com/office/drawing/2014/main" id="{A09F68D5-4E98-2153-287D-038C7CB8C75E}"/>
                </a:ext>
              </a:extLst>
            </p:cNvPr>
            <p:cNvSpPr/>
            <p:nvPr/>
          </p:nvSpPr>
          <p:spPr>
            <a:xfrm>
              <a:off x="324242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7">
              <a:extLst>
                <a:ext uri="{FF2B5EF4-FFF2-40B4-BE49-F238E27FC236}">
                  <a16:creationId xmlns:a16="http://schemas.microsoft.com/office/drawing/2014/main" id="{20D8F6DD-07F0-764B-4E77-2AAD6F4E5F6E}"/>
                </a:ext>
              </a:extLst>
            </p:cNvPr>
            <p:cNvSpPr/>
            <p:nvPr/>
          </p:nvSpPr>
          <p:spPr>
            <a:xfrm>
              <a:off x="325187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8">
              <a:extLst>
                <a:ext uri="{FF2B5EF4-FFF2-40B4-BE49-F238E27FC236}">
                  <a16:creationId xmlns:a16="http://schemas.microsoft.com/office/drawing/2014/main" id="{E1941627-B68E-5545-F198-009A849DF5E5}"/>
                </a:ext>
              </a:extLst>
            </p:cNvPr>
            <p:cNvSpPr/>
            <p:nvPr/>
          </p:nvSpPr>
          <p:spPr>
            <a:xfrm>
              <a:off x="326131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599">
              <a:extLst>
                <a:ext uri="{FF2B5EF4-FFF2-40B4-BE49-F238E27FC236}">
                  <a16:creationId xmlns:a16="http://schemas.microsoft.com/office/drawing/2014/main" id="{0AB7344F-4678-C896-1A62-C606F5299D1A}"/>
                </a:ext>
              </a:extLst>
            </p:cNvPr>
            <p:cNvSpPr/>
            <p:nvPr/>
          </p:nvSpPr>
          <p:spPr>
            <a:xfrm>
              <a:off x="327075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0">
              <a:extLst>
                <a:ext uri="{FF2B5EF4-FFF2-40B4-BE49-F238E27FC236}">
                  <a16:creationId xmlns:a16="http://schemas.microsoft.com/office/drawing/2014/main" id="{4E53200E-729D-D493-8AAA-99BCFD154D5F}"/>
                </a:ext>
              </a:extLst>
            </p:cNvPr>
            <p:cNvSpPr/>
            <p:nvPr/>
          </p:nvSpPr>
          <p:spPr>
            <a:xfrm>
              <a:off x="328019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1">
              <a:extLst>
                <a:ext uri="{FF2B5EF4-FFF2-40B4-BE49-F238E27FC236}">
                  <a16:creationId xmlns:a16="http://schemas.microsoft.com/office/drawing/2014/main" id="{673403D9-83C5-C590-617F-FC532D9D67DA}"/>
                </a:ext>
              </a:extLst>
            </p:cNvPr>
            <p:cNvSpPr/>
            <p:nvPr/>
          </p:nvSpPr>
          <p:spPr>
            <a:xfrm>
              <a:off x="328963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2">
              <a:extLst>
                <a:ext uri="{FF2B5EF4-FFF2-40B4-BE49-F238E27FC236}">
                  <a16:creationId xmlns:a16="http://schemas.microsoft.com/office/drawing/2014/main" id="{10F0F2F5-7D35-1C32-B618-011272B59341}"/>
                </a:ext>
              </a:extLst>
            </p:cNvPr>
            <p:cNvSpPr/>
            <p:nvPr/>
          </p:nvSpPr>
          <p:spPr>
            <a:xfrm>
              <a:off x="329907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3">
              <a:extLst>
                <a:ext uri="{FF2B5EF4-FFF2-40B4-BE49-F238E27FC236}">
                  <a16:creationId xmlns:a16="http://schemas.microsoft.com/office/drawing/2014/main" id="{C7A8773D-7010-B72D-D1CB-4EEC9AEC1A55}"/>
                </a:ext>
              </a:extLst>
            </p:cNvPr>
            <p:cNvSpPr/>
            <p:nvPr/>
          </p:nvSpPr>
          <p:spPr>
            <a:xfrm>
              <a:off x="330851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4">
              <a:extLst>
                <a:ext uri="{FF2B5EF4-FFF2-40B4-BE49-F238E27FC236}">
                  <a16:creationId xmlns:a16="http://schemas.microsoft.com/office/drawing/2014/main" id="{7AC994CC-1594-F85D-3BB3-C630C20E0B36}"/>
                </a:ext>
              </a:extLst>
            </p:cNvPr>
            <p:cNvSpPr/>
            <p:nvPr/>
          </p:nvSpPr>
          <p:spPr>
            <a:xfrm>
              <a:off x="331795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5">
              <a:extLst>
                <a:ext uri="{FF2B5EF4-FFF2-40B4-BE49-F238E27FC236}">
                  <a16:creationId xmlns:a16="http://schemas.microsoft.com/office/drawing/2014/main" id="{D35C4B14-732F-B61E-714E-F81A93033E3F}"/>
                </a:ext>
              </a:extLst>
            </p:cNvPr>
            <p:cNvSpPr/>
            <p:nvPr/>
          </p:nvSpPr>
          <p:spPr>
            <a:xfrm>
              <a:off x="332739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6">
              <a:extLst>
                <a:ext uri="{FF2B5EF4-FFF2-40B4-BE49-F238E27FC236}">
                  <a16:creationId xmlns:a16="http://schemas.microsoft.com/office/drawing/2014/main" id="{2C2834C5-F02D-2F52-D552-D85ED4A43C48}"/>
                </a:ext>
              </a:extLst>
            </p:cNvPr>
            <p:cNvSpPr/>
            <p:nvPr/>
          </p:nvSpPr>
          <p:spPr>
            <a:xfrm>
              <a:off x="333683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7">
              <a:extLst>
                <a:ext uri="{FF2B5EF4-FFF2-40B4-BE49-F238E27FC236}">
                  <a16:creationId xmlns:a16="http://schemas.microsoft.com/office/drawing/2014/main" id="{D30F45D2-2ED8-E245-A148-CE37DD2621A6}"/>
                </a:ext>
              </a:extLst>
            </p:cNvPr>
            <p:cNvSpPr/>
            <p:nvPr/>
          </p:nvSpPr>
          <p:spPr>
            <a:xfrm>
              <a:off x="334627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8">
              <a:extLst>
                <a:ext uri="{FF2B5EF4-FFF2-40B4-BE49-F238E27FC236}">
                  <a16:creationId xmlns:a16="http://schemas.microsoft.com/office/drawing/2014/main" id="{8886901C-7273-5E18-0DB5-354FC590AB79}"/>
                </a:ext>
              </a:extLst>
            </p:cNvPr>
            <p:cNvSpPr/>
            <p:nvPr/>
          </p:nvSpPr>
          <p:spPr>
            <a:xfrm>
              <a:off x="335571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09">
              <a:extLst>
                <a:ext uri="{FF2B5EF4-FFF2-40B4-BE49-F238E27FC236}">
                  <a16:creationId xmlns:a16="http://schemas.microsoft.com/office/drawing/2014/main" id="{D472D0A3-CD54-F56A-4CF2-E618B6CF559A}"/>
                </a:ext>
              </a:extLst>
            </p:cNvPr>
            <p:cNvSpPr/>
            <p:nvPr/>
          </p:nvSpPr>
          <p:spPr>
            <a:xfrm>
              <a:off x="336515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0">
              <a:extLst>
                <a:ext uri="{FF2B5EF4-FFF2-40B4-BE49-F238E27FC236}">
                  <a16:creationId xmlns:a16="http://schemas.microsoft.com/office/drawing/2014/main" id="{E982F2A6-19A3-D1C7-4E77-5CA2F213954F}"/>
                </a:ext>
              </a:extLst>
            </p:cNvPr>
            <p:cNvSpPr/>
            <p:nvPr/>
          </p:nvSpPr>
          <p:spPr>
            <a:xfrm>
              <a:off x="337459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1">
              <a:extLst>
                <a:ext uri="{FF2B5EF4-FFF2-40B4-BE49-F238E27FC236}">
                  <a16:creationId xmlns:a16="http://schemas.microsoft.com/office/drawing/2014/main" id="{6D9CE070-D78C-9AA2-49CA-C6C782ECE311}"/>
                </a:ext>
              </a:extLst>
            </p:cNvPr>
            <p:cNvSpPr/>
            <p:nvPr/>
          </p:nvSpPr>
          <p:spPr>
            <a:xfrm>
              <a:off x="338403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2">
              <a:extLst>
                <a:ext uri="{FF2B5EF4-FFF2-40B4-BE49-F238E27FC236}">
                  <a16:creationId xmlns:a16="http://schemas.microsoft.com/office/drawing/2014/main" id="{FA141539-D6BA-4395-C225-F448ED61BF89}"/>
                </a:ext>
              </a:extLst>
            </p:cNvPr>
            <p:cNvSpPr/>
            <p:nvPr/>
          </p:nvSpPr>
          <p:spPr>
            <a:xfrm>
              <a:off x="339347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3">
              <a:extLst>
                <a:ext uri="{FF2B5EF4-FFF2-40B4-BE49-F238E27FC236}">
                  <a16:creationId xmlns:a16="http://schemas.microsoft.com/office/drawing/2014/main" id="{C2A4A060-40A7-A72F-7276-6EC32ED14446}"/>
                </a:ext>
              </a:extLst>
            </p:cNvPr>
            <p:cNvSpPr/>
            <p:nvPr/>
          </p:nvSpPr>
          <p:spPr>
            <a:xfrm>
              <a:off x="340291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4">
              <a:extLst>
                <a:ext uri="{FF2B5EF4-FFF2-40B4-BE49-F238E27FC236}">
                  <a16:creationId xmlns:a16="http://schemas.microsoft.com/office/drawing/2014/main" id="{E9FD8760-D91E-4F5B-6D8A-5D55F0675831}"/>
                </a:ext>
              </a:extLst>
            </p:cNvPr>
            <p:cNvSpPr/>
            <p:nvPr/>
          </p:nvSpPr>
          <p:spPr>
            <a:xfrm>
              <a:off x="341235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5">
              <a:extLst>
                <a:ext uri="{FF2B5EF4-FFF2-40B4-BE49-F238E27FC236}">
                  <a16:creationId xmlns:a16="http://schemas.microsoft.com/office/drawing/2014/main" id="{0B45453D-1A43-4DCA-5E5F-32D3875FC728}"/>
                </a:ext>
              </a:extLst>
            </p:cNvPr>
            <p:cNvSpPr/>
            <p:nvPr/>
          </p:nvSpPr>
          <p:spPr>
            <a:xfrm>
              <a:off x="342179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6">
              <a:extLst>
                <a:ext uri="{FF2B5EF4-FFF2-40B4-BE49-F238E27FC236}">
                  <a16:creationId xmlns:a16="http://schemas.microsoft.com/office/drawing/2014/main" id="{B36C69D3-C10C-53C4-F22A-3023A146B2B0}"/>
                </a:ext>
              </a:extLst>
            </p:cNvPr>
            <p:cNvSpPr/>
            <p:nvPr/>
          </p:nvSpPr>
          <p:spPr>
            <a:xfrm>
              <a:off x="343123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7">
              <a:extLst>
                <a:ext uri="{FF2B5EF4-FFF2-40B4-BE49-F238E27FC236}">
                  <a16:creationId xmlns:a16="http://schemas.microsoft.com/office/drawing/2014/main" id="{342670C2-54BA-5114-102D-0A32A515D773}"/>
                </a:ext>
              </a:extLst>
            </p:cNvPr>
            <p:cNvSpPr/>
            <p:nvPr/>
          </p:nvSpPr>
          <p:spPr>
            <a:xfrm>
              <a:off x="344067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8">
              <a:extLst>
                <a:ext uri="{FF2B5EF4-FFF2-40B4-BE49-F238E27FC236}">
                  <a16:creationId xmlns:a16="http://schemas.microsoft.com/office/drawing/2014/main" id="{41BACE8E-E68B-9EBA-4CCF-B8336AC759D2}"/>
                </a:ext>
              </a:extLst>
            </p:cNvPr>
            <p:cNvSpPr/>
            <p:nvPr/>
          </p:nvSpPr>
          <p:spPr>
            <a:xfrm>
              <a:off x="345011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19">
              <a:extLst>
                <a:ext uri="{FF2B5EF4-FFF2-40B4-BE49-F238E27FC236}">
                  <a16:creationId xmlns:a16="http://schemas.microsoft.com/office/drawing/2014/main" id="{05FA6DFF-1057-2D44-20E3-E59B6588994C}"/>
                </a:ext>
              </a:extLst>
            </p:cNvPr>
            <p:cNvSpPr/>
            <p:nvPr/>
          </p:nvSpPr>
          <p:spPr>
            <a:xfrm>
              <a:off x="345955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0">
              <a:extLst>
                <a:ext uri="{FF2B5EF4-FFF2-40B4-BE49-F238E27FC236}">
                  <a16:creationId xmlns:a16="http://schemas.microsoft.com/office/drawing/2014/main" id="{84563DCE-C03C-BFE1-FCC3-FB9DD8397233}"/>
                </a:ext>
              </a:extLst>
            </p:cNvPr>
            <p:cNvSpPr/>
            <p:nvPr/>
          </p:nvSpPr>
          <p:spPr>
            <a:xfrm>
              <a:off x="346899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1">
              <a:extLst>
                <a:ext uri="{FF2B5EF4-FFF2-40B4-BE49-F238E27FC236}">
                  <a16:creationId xmlns:a16="http://schemas.microsoft.com/office/drawing/2014/main" id="{D7C27A54-66F7-2712-C6AB-9188C82B08F5}"/>
                </a:ext>
              </a:extLst>
            </p:cNvPr>
            <p:cNvSpPr/>
            <p:nvPr/>
          </p:nvSpPr>
          <p:spPr>
            <a:xfrm>
              <a:off x="347843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2">
              <a:extLst>
                <a:ext uri="{FF2B5EF4-FFF2-40B4-BE49-F238E27FC236}">
                  <a16:creationId xmlns:a16="http://schemas.microsoft.com/office/drawing/2014/main" id="{C3BA9352-F026-A9C0-31EB-562AF4F4ED44}"/>
                </a:ext>
              </a:extLst>
            </p:cNvPr>
            <p:cNvSpPr/>
            <p:nvPr/>
          </p:nvSpPr>
          <p:spPr>
            <a:xfrm>
              <a:off x="348787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3">
              <a:extLst>
                <a:ext uri="{FF2B5EF4-FFF2-40B4-BE49-F238E27FC236}">
                  <a16:creationId xmlns:a16="http://schemas.microsoft.com/office/drawing/2014/main" id="{1E2DB5EF-7118-C8DD-E8B7-3F97AE414AB0}"/>
                </a:ext>
              </a:extLst>
            </p:cNvPr>
            <p:cNvSpPr/>
            <p:nvPr/>
          </p:nvSpPr>
          <p:spPr>
            <a:xfrm>
              <a:off x="349731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4">
              <a:extLst>
                <a:ext uri="{FF2B5EF4-FFF2-40B4-BE49-F238E27FC236}">
                  <a16:creationId xmlns:a16="http://schemas.microsoft.com/office/drawing/2014/main" id="{32EC253D-C29F-31FC-2C25-8AA0A12CCC36}"/>
                </a:ext>
              </a:extLst>
            </p:cNvPr>
            <p:cNvSpPr/>
            <p:nvPr/>
          </p:nvSpPr>
          <p:spPr>
            <a:xfrm>
              <a:off x="350675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5">
              <a:extLst>
                <a:ext uri="{FF2B5EF4-FFF2-40B4-BE49-F238E27FC236}">
                  <a16:creationId xmlns:a16="http://schemas.microsoft.com/office/drawing/2014/main" id="{C95443CF-4408-9130-22F3-C64B91D881F6}"/>
                </a:ext>
              </a:extLst>
            </p:cNvPr>
            <p:cNvSpPr/>
            <p:nvPr/>
          </p:nvSpPr>
          <p:spPr>
            <a:xfrm>
              <a:off x="351619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6">
              <a:extLst>
                <a:ext uri="{FF2B5EF4-FFF2-40B4-BE49-F238E27FC236}">
                  <a16:creationId xmlns:a16="http://schemas.microsoft.com/office/drawing/2014/main" id="{426C61EC-557D-7AD4-60AF-767230E8FB8D}"/>
                </a:ext>
              </a:extLst>
            </p:cNvPr>
            <p:cNvSpPr/>
            <p:nvPr/>
          </p:nvSpPr>
          <p:spPr>
            <a:xfrm>
              <a:off x="352563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7">
              <a:extLst>
                <a:ext uri="{FF2B5EF4-FFF2-40B4-BE49-F238E27FC236}">
                  <a16:creationId xmlns:a16="http://schemas.microsoft.com/office/drawing/2014/main" id="{122182B7-9694-AA91-6AF0-25FD17B321FA}"/>
                </a:ext>
              </a:extLst>
            </p:cNvPr>
            <p:cNvSpPr/>
            <p:nvPr/>
          </p:nvSpPr>
          <p:spPr>
            <a:xfrm>
              <a:off x="353507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8">
              <a:extLst>
                <a:ext uri="{FF2B5EF4-FFF2-40B4-BE49-F238E27FC236}">
                  <a16:creationId xmlns:a16="http://schemas.microsoft.com/office/drawing/2014/main" id="{97535973-66CC-8C6A-2CFC-1EAE3E1DE7E1}"/>
                </a:ext>
              </a:extLst>
            </p:cNvPr>
            <p:cNvSpPr/>
            <p:nvPr/>
          </p:nvSpPr>
          <p:spPr>
            <a:xfrm>
              <a:off x="354451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29">
              <a:extLst>
                <a:ext uri="{FF2B5EF4-FFF2-40B4-BE49-F238E27FC236}">
                  <a16:creationId xmlns:a16="http://schemas.microsoft.com/office/drawing/2014/main" id="{1BB80A23-1D5B-7CB9-06B8-BF0263A9316C}"/>
                </a:ext>
              </a:extLst>
            </p:cNvPr>
            <p:cNvSpPr/>
            <p:nvPr/>
          </p:nvSpPr>
          <p:spPr>
            <a:xfrm>
              <a:off x="355395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0">
              <a:extLst>
                <a:ext uri="{FF2B5EF4-FFF2-40B4-BE49-F238E27FC236}">
                  <a16:creationId xmlns:a16="http://schemas.microsoft.com/office/drawing/2014/main" id="{3E5448C5-D216-167D-EC0A-482F8F6FFD54}"/>
                </a:ext>
              </a:extLst>
            </p:cNvPr>
            <p:cNvSpPr/>
            <p:nvPr/>
          </p:nvSpPr>
          <p:spPr>
            <a:xfrm>
              <a:off x="356339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1">
              <a:extLst>
                <a:ext uri="{FF2B5EF4-FFF2-40B4-BE49-F238E27FC236}">
                  <a16:creationId xmlns:a16="http://schemas.microsoft.com/office/drawing/2014/main" id="{D4806ADB-B8D5-E340-6645-19A5A016E6CF}"/>
                </a:ext>
              </a:extLst>
            </p:cNvPr>
            <p:cNvSpPr/>
            <p:nvPr/>
          </p:nvSpPr>
          <p:spPr>
            <a:xfrm>
              <a:off x="357283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2">
              <a:extLst>
                <a:ext uri="{FF2B5EF4-FFF2-40B4-BE49-F238E27FC236}">
                  <a16:creationId xmlns:a16="http://schemas.microsoft.com/office/drawing/2014/main" id="{CE3D4BB0-F38C-B38B-098B-E91FC5C4C806}"/>
                </a:ext>
              </a:extLst>
            </p:cNvPr>
            <p:cNvSpPr/>
            <p:nvPr/>
          </p:nvSpPr>
          <p:spPr>
            <a:xfrm>
              <a:off x="358227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3">
              <a:extLst>
                <a:ext uri="{FF2B5EF4-FFF2-40B4-BE49-F238E27FC236}">
                  <a16:creationId xmlns:a16="http://schemas.microsoft.com/office/drawing/2014/main" id="{8DA71ED1-EFC6-27D4-1F2C-527F7BB0E1EC}"/>
                </a:ext>
              </a:extLst>
            </p:cNvPr>
            <p:cNvSpPr/>
            <p:nvPr/>
          </p:nvSpPr>
          <p:spPr>
            <a:xfrm>
              <a:off x="359171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4">
              <a:extLst>
                <a:ext uri="{FF2B5EF4-FFF2-40B4-BE49-F238E27FC236}">
                  <a16:creationId xmlns:a16="http://schemas.microsoft.com/office/drawing/2014/main" id="{EB18E63A-F8BF-ACD2-CE72-0A9D296B04F5}"/>
                </a:ext>
              </a:extLst>
            </p:cNvPr>
            <p:cNvSpPr/>
            <p:nvPr/>
          </p:nvSpPr>
          <p:spPr>
            <a:xfrm>
              <a:off x="360115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5">
              <a:extLst>
                <a:ext uri="{FF2B5EF4-FFF2-40B4-BE49-F238E27FC236}">
                  <a16:creationId xmlns:a16="http://schemas.microsoft.com/office/drawing/2014/main" id="{7EAB9020-92D3-7F21-D400-DFFAD94C6960}"/>
                </a:ext>
              </a:extLst>
            </p:cNvPr>
            <p:cNvSpPr/>
            <p:nvPr/>
          </p:nvSpPr>
          <p:spPr>
            <a:xfrm>
              <a:off x="361059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6">
              <a:extLst>
                <a:ext uri="{FF2B5EF4-FFF2-40B4-BE49-F238E27FC236}">
                  <a16:creationId xmlns:a16="http://schemas.microsoft.com/office/drawing/2014/main" id="{D8F5D01D-5511-4DEB-2AAD-01C2CC6DDD82}"/>
                </a:ext>
              </a:extLst>
            </p:cNvPr>
            <p:cNvSpPr/>
            <p:nvPr/>
          </p:nvSpPr>
          <p:spPr>
            <a:xfrm>
              <a:off x="362003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7">
              <a:extLst>
                <a:ext uri="{FF2B5EF4-FFF2-40B4-BE49-F238E27FC236}">
                  <a16:creationId xmlns:a16="http://schemas.microsoft.com/office/drawing/2014/main" id="{D44CED65-8DBD-3F01-5C55-D41529112C9F}"/>
                </a:ext>
              </a:extLst>
            </p:cNvPr>
            <p:cNvSpPr/>
            <p:nvPr/>
          </p:nvSpPr>
          <p:spPr>
            <a:xfrm>
              <a:off x="362947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8">
              <a:extLst>
                <a:ext uri="{FF2B5EF4-FFF2-40B4-BE49-F238E27FC236}">
                  <a16:creationId xmlns:a16="http://schemas.microsoft.com/office/drawing/2014/main" id="{5C23D7D0-AC28-A1C2-991E-1996F8D841F4}"/>
                </a:ext>
              </a:extLst>
            </p:cNvPr>
            <p:cNvSpPr/>
            <p:nvPr/>
          </p:nvSpPr>
          <p:spPr>
            <a:xfrm>
              <a:off x="363891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39">
              <a:extLst>
                <a:ext uri="{FF2B5EF4-FFF2-40B4-BE49-F238E27FC236}">
                  <a16:creationId xmlns:a16="http://schemas.microsoft.com/office/drawing/2014/main" id="{7E1EEDCF-5D95-A37E-2C6B-D2F98CDC7A1B}"/>
                </a:ext>
              </a:extLst>
            </p:cNvPr>
            <p:cNvSpPr/>
            <p:nvPr/>
          </p:nvSpPr>
          <p:spPr>
            <a:xfrm>
              <a:off x="364836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0">
              <a:extLst>
                <a:ext uri="{FF2B5EF4-FFF2-40B4-BE49-F238E27FC236}">
                  <a16:creationId xmlns:a16="http://schemas.microsoft.com/office/drawing/2014/main" id="{0BBB2D7A-F0F0-7082-32B2-E4D901F30205}"/>
                </a:ext>
              </a:extLst>
            </p:cNvPr>
            <p:cNvSpPr/>
            <p:nvPr/>
          </p:nvSpPr>
          <p:spPr>
            <a:xfrm>
              <a:off x="365780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1">
              <a:extLst>
                <a:ext uri="{FF2B5EF4-FFF2-40B4-BE49-F238E27FC236}">
                  <a16:creationId xmlns:a16="http://schemas.microsoft.com/office/drawing/2014/main" id="{930C8B37-AF2A-029A-A70C-ECDE784F0E76}"/>
                </a:ext>
              </a:extLst>
            </p:cNvPr>
            <p:cNvSpPr/>
            <p:nvPr/>
          </p:nvSpPr>
          <p:spPr>
            <a:xfrm>
              <a:off x="366724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2">
              <a:extLst>
                <a:ext uri="{FF2B5EF4-FFF2-40B4-BE49-F238E27FC236}">
                  <a16:creationId xmlns:a16="http://schemas.microsoft.com/office/drawing/2014/main" id="{E7F2ECC9-3ACA-3080-736C-CB262F15958D}"/>
                </a:ext>
              </a:extLst>
            </p:cNvPr>
            <p:cNvSpPr/>
            <p:nvPr/>
          </p:nvSpPr>
          <p:spPr>
            <a:xfrm>
              <a:off x="367668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3">
              <a:extLst>
                <a:ext uri="{FF2B5EF4-FFF2-40B4-BE49-F238E27FC236}">
                  <a16:creationId xmlns:a16="http://schemas.microsoft.com/office/drawing/2014/main" id="{FBCC0ACC-61EB-FE73-75C8-E54EDFF6945C}"/>
                </a:ext>
              </a:extLst>
            </p:cNvPr>
            <p:cNvSpPr/>
            <p:nvPr/>
          </p:nvSpPr>
          <p:spPr>
            <a:xfrm>
              <a:off x="368612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4">
              <a:extLst>
                <a:ext uri="{FF2B5EF4-FFF2-40B4-BE49-F238E27FC236}">
                  <a16:creationId xmlns:a16="http://schemas.microsoft.com/office/drawing/2014/main" id="{18B3497E-BDBA-64E3-E5E5-C9ACDB1EE61A}"/>
                </a:ext>
              </a:extLst>
            </p:cNvPr>
            <p:cNvSpPr/>
            <p:nvPr/>
          </p:nvSpPr>
          <p:spPr>
            <a:xfrm>
              <a:off x="369556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5">
              <a:extLst>
                <a:ext uri="{FF2B5EF4-FFF2-40B4-BE49-F238E27FC236}">
                  <a16:creationId xmlns:a16="http://schemas.microsoft.com/office/drawing/2014/main" id="{C471C3AE-4D28-439C-A91F-BF300FB18CF6}"/>
                </a:ext>
              </a:extLst>
            </p:cNvPr>
            <p:cNvSpPr/>
            <p:nvPr/>
          </p:nvSpPr>
          <p:spPr>
            <a:xfrm>
              <a:off x="370500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6">
              <a:extLst>
                <a:ext uri="{FF2B5EF4-FFF2-40B4-BE49-F238E27FC236}">
                  <a16:creationId xmlns:a16="http://schemas.microsoft.com/office/drawing/2014/main" id="{D49B7E00-AC2B-C3FB-A8E7-AA3B13ED5073}"/>
                </a:ext>
              </a:extLst>
            </p:cNvPr>
            <p:cNvSpPr/>
            <p:nvPr/>
          </p:nvSpPr>
          <p:spPr>
            <a:xfrm>
              <a:off x="371444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7">
              <a:extLst>
                <a:ext uri="{FF2B5EF4-FFF2-40B4-BE49-F238E27FC236}">
                  <a16:creationId xmlns:a16="http://schemas.microsoft.com/office/drawing/2014/main" id="{76696AB3-2A91-DC0E-ED85-FE402ED173F3}"/>
                </a:ext>
              </a:extLst>
            </p:cNvPr>
            <p:cNvSpPr/>
            <p:nvPr/>
          </p:nvSpPr>
          <p:spPr>
            <a:xfrm>
              <a:off x="372388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8">
              <a:extLst>
                <a:ext uri="{FF2B5EF4-FFF2-40B4-BE49-F238E27FC236}">
                  <a16:creationId xmlns:a16="http://schemas.microsoft.com/office/drawing/2014/main" id="{BF6D42A3-A2E5-29DC-9E43-122B35052163}"/>
                </a:ext>
              </a:extLst>
            </p:cNvPr>
            <p:cNvSpPr/>
            <p:nvPr/>
          </p:nvSpPr>
          <p:spPr>
            <a:xfrm>
              <a:off x="373332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49">
              <a:extLst>
                <a:ext uri="{FF2B5EF4-FFF2-40B4-BE49-F238E27FC236}">
                  <a16:creationId xmlns:a16="http://schemas.microsoft.com/office/drawing/2014/main" id="{379D9553-18F1-2743-281A-F1A56AC7E01E}"/>
                </a:ext>
              </a:extLst>
            </p:cNvPr>
            <p:cNvSpPr/>
            <p:nvPr/>
          </p:nvSpPr>
          <p:spPr>
            <a:xfrm>
              <a:off x="374276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0">
              <a:extLst>
                <a:ext uri="{FF2B5EF4-FFF2-40B4-BE49-F238E27FC236}">
                  <a16:creationId xmlns:a16="http://schemas.microsoft.com/office/drawing/2014/main" id="{A62404B2-7978-1C8D-A067-54E276F23C54}"/>
                </a:ext>
              </a:extLst>
            </p:cNvPr>
            <p:cNvSpPr/>
            <p:nvPr/>
          </p:nvSpPr>
          <p:spPr>
            <a:xfrm>
              <a:off x="375220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1">
              <a:extLst>
                <a:ext uri="{FF2B5EF4-FFF2-40B4-BE49-F238E27FC236}">
                  <a16:creationId xmlns:a16="http://schemas.microsoft.com/office/drawing/2014/main" id="{C10581F2-A4C5-BA30-AF95-CFBB0FE42547}"/>
                </a:ext>
              </a:extLst>
            </p:cNvPr>
            <p:cNvSpPr/>
            <p:nvPr/>
          </p:nvSpPr>
          <p:spPr>
            <a:xfrm>
              <a:off x="376164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2">
              <a:extLst>
                <a:ext uri="{FF2B5EF4-FFF2-40B4-BE49-F238E27FC236}">
                  <a16:creationId xmlns:a16="http://schemas.microsoft.com/office/drawing/2014/main" id="{10ED0A51-4BEA-B433-C05E-EE3AF0E09DE6}"/>
                </a:ext>
              </a:extLst>
            </p:cNvPr>
            <p:cNvSpPr/>
            <p:nvPr/>
          </p:nvSpPr>
          <p:spPr>
            <a:xfrm>
              <a:off x="377108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3">
              <a:extLst>
                <a:ext uri="{FF2B5EF4-FFF2-40B4-BE49-F238E27FC236}">
                  <a16:creationId xmlns:a16="http://schemas.microsoft.com/office/drawing/2014/main" id="{334D04E8-D9A2-02C7-07B1-42A645AD7794}"/>
                </a:ext>
              </a:extLst>
            </p:cNvPr>
            <p:cNvSpPr/>
            <p:nvPr/>
          </p:nvSpPr>
          <p:spPr>
            <a:xfrm>
              <a:off x="378052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4">
              <a:extLst>
                <a:ext uri="{FF2B5EF4-FFF2-40B4-BE49-F238E27FC236}">
                  <a16:creationId xmlns:a16="http://schemas.microsoft.com/office/drawing/2014/main" id="{BA90C7C1-D8C0-C613-9F74-727FD7962169}"/>
                </a:ext>
              </a:extLst>
            </p:cNvPr>
            <p:cNvSpPr/>
            <p:nvPr/>
          </p:nvSpPr>
          <p:spPr>
            <a:xfrm>
              <a:off x="3789963" y="1324442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5">
              <a:extLst>
                <a:ext uri="{FF2B5EF4-FFF2-40B4-BE49-F238E27FC236}">
                  <a16:creationId xmlns:a16="http://schemas.microsoft.com/office/drawing/2014/main" id="{611856E9-7BD8-B7EE-1574-9F03874F6828}"/>
                </a:ext>
              </a:extLst>
            </p:cNvPr>
            <p:cNvSpPr/>
            <p:nvPr/>
          </p:nvSpPr>
          <p:spPr>
            <a:xfrm>
              <a:off x="3799404" y="1306872"/>
              <a:ext cx="914944" cy="918930"/>
            </a:xfrm>
            <a:custGeom>
              <a:avLst/>
              <a:gdLst/>
              <a:ahLst/>
              <a:cxnLst/>
              <a:rect l="0" t="0" r="0" b="0"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6">
              <a:extLst>
                <a:ext uri="{FF2B5EF4-FFF2-40B4-BE49-F238E27FC236}">
                  <a16:creationId xmlns:a16="http://schemas.microsoft.com/office/drawing/2014/main" id="{98D2C783-4D99-8836-5465-36CEBBD8889A}"/>
                </a:ext>
              </a:extLst>
            </p:cNvPr>
            <p:cNvSpPr/>
            <p:nvPr/>
          </p:nvSpPr>
          <p:spPr>
            <a:xfrm>
              <a:off x="2062399" y="1289302"/>
              <a:ext cx="914400" cy="925912"/>
            </a:xfrm>
            <a:custGeom>
              <a:avLst/>
              <a:gdLst/>
              <a:ahLst/>
              <a:cxnLst/>
              <a:rect l="0" t="0" r="0" b="0"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7">
              <a:extLst>
                <a:ext uri="{FF2B5EF4-FFF2-40B4-BE49-F238E27FC236}">
                  <a16:creationId xmlns:a16="http://schemas.microsoft.com/office/drawing/2014/main" id="{C416695C-598A-BED3-DE3D-6DFCA1F724F9}"/>
                </a:ext>
              </a:extLst>
            </p:cNvPr>
            <p:cNvSpPr/>
            <p:nvPr/>
          </p:nvSpPr>
          <p:spPr>
            <a:xfrm>
              <a:off x="206239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8">
              <a:extLst>
                <a:ext uri="{FF2B5EF4-FFF2-40B4-BE49-F238E27FC236}">
                  <a16:creationId xmlns:a16="http://schemas.microsoft.com/office/drawing/2014/main" id="{0FE85B41-9529-E96A-153F-55DB053BAF6E}"/>
                </a:ext>
              </a:extLst>
            </p:cNvPr>
            <p:cNvSpPr/>
            <p:nvPr/>
          </p:nvSpPr>
          <p:spPr>
            <a:xfrm>
              <a:off x="207184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59">
              <a:extLst>
                <a:ext uri="{FF2B5EF4-FFF2-40B4-BE49-F238E27FC236}">
                  <a16:creationId xmlns:a16="http://schemas.microsoft.com/office/drawing/2014/main" id="{A0BF9D80-0841-FB39-7421-0A70402F8AA2}"/>
                </a:ext>
              </a:extLst>
            </p:cNvPr>
            <p:cNvSpPr/>
            <p:nvPr/>
          </p:nvSpPr>
          <p:spPr>
            <a:xfrm>
              <a:off x="208128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0">
              <a:extLst>
                <a:ext uri="{FF2B5EF4-FFF2-40B4-BE49-F238E27FC236}">
                  <a16:creationId xmlns:a16="http://schemas.microsoft.com/office/drawing/2014/main" id="{49EAF9E9-846B-426C-38A0-C502AEB43A9D}"/>
                </a:ext>
              </a:extLst>
            </p:cNvPr>
            <p:cNvSpPr/>
            <p:nvPr/>
          </p:nvSpPr>
          <p:spPr>
            <a:xfrm>
              <a:off x="209072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1">
              <a:extLst>
                <a:ext uri="{FF2B5EF4-FFF2-40B4-BE49-F238E27FC236}">
                  <a16:creationId xmlns:a16="http://schemas.microsoft.com/office/drawing/2014/main" id="{E393A901-EE2C-DB74-B878-6A160B5583CF}"/>
                </a:ext>
              </a:extLst>
            </p:cNvPr>
            <p:cNvSpPr/>
            <p:nvPr/>
          </p:nvSpPr>
          <p:spPr>
            <a:xfrm>
              <a:off x="210016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2">
              <a:extLst>
                <a:ext uri="{FF2B5EF4-FFF2-40B4-BE49-F238E27FC236}">
                  <a16:creationId xmlns:a16="http://schemas.microsoft.com/office/drawing/2014/main" id="{ABBFA630-B970-766F-BE63-C63C73ECE3F2}"/>
                </a:ext>
              </a:extLst>
            </p:cNvPr>
            <p:cNvSpPr/>
            <p:nvPr/>
          </p:nvSpPr>
          <p:spPr>
            <a:xfrm>
              <a:off x="210960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3">
              <a:extLst>
                <a:ext uri="{FF2B5EF4-FFF2-40B4-BE49-F238E27FC236}">
                  <a16:creationId xmlns:a16="http://schemas.microsoft.com/office/drawing/2014/main" id="{C0745562-BB6A-0912-9085-E53ED83671F7}"/>
                </a:ext>
              </a:extLst>
            </p:cNvPr>
            <p:cNvSpPr/>
            <p:nvPr/>
          </p:nvSpPr>
          <p:spPr>
            <a:xfrm>
              <a:off x="211904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4">
              <a:extLst>
                <a:ext uri="{FF2B5EF4-FFF2-40B4-BE49-F238E27FC236}">
                  <a16:creationId xmlns:a16="http://schemas.microsoft.com/office/drawing/2014/main" id="{2883ED1C-4C4E-8723-326F-596AA6A745C6}"/>
                </a:ext>
              </a:extLst>
            </p:cNvPr>
            <p:cNvSpPr/>
            <p:nvPr/>
          </p:nvSpPr>
          <p:spPr>
            <a:xfrm>
              <a:off x="212848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5">
              <a:extLst>
                <a:ext uri="{FF2B5EF4-FFF2-40B4-BE49-F238E27FC236}">
                  <a16:creationId xmlns:a16="http://schemas.microsoft.com/office/drawing/2014/main" id="{FECBA7B7-C4F0-73E8-6F67-47546A4C9014}"/>
                </a:ext>
              </a:extLst>
            </p:cNvPr>
            <p:cNvSpPr/>
            <p:nvPr/>
          </p:nvSpPr>
          <p:spPr>
            <a:xfrm>
              <a:off x="213792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6">
              <a:extLst>
                <a:ext uri="{FF2B5EF4-FFF2-40B4-BE49-F238E27FC236}">
                  <a16:creationId xmlns:a16="http://schemas.microsoft.com/office/drawing/2014/main" id="{04FB8F5A-A01F-8100-3242-30B1F7C81B67}"/>
                </a:ext>
              </a:extLst>
            </p:cNvPr>
            <p:cNvSpPr/>
            <p:nvPr/>
          </p:nvSpPr>
          <p:spPr>
            <a:xfrm>
              <a:off x="214736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7">
              <a:extLst>
                <a:ext uri="{FF2B5EF4-FFF2-40B4-BE49-F238E27FC236}">
                  <a16:creationId xmlns:a16="http://schemas.microsoft.com/office/drawing/2014/main" id="{646A66EA-5DB6-2F5E-F0D1-89A53072A79F}"/>
                </a:ext>
              </a:extLst>
            </p:cNvPr>
            <p:cNvSpPr/>
            <p:nvPr/>
          </p:nvSpPr>
          <p:spPr>
            <a:xfrm>
              <a:off x="215680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8">
              <a:extLst>
                <a:ext uri="{FF2B5EF4-FFF2-40B4-BE49-F238E27FC236}">
                  <a16:creationId xmlns:a16="http://schemas.microsoft.com/office/drawing/2014/main" id="{EBAEC856-417C-4DA8-A2FC-0374254CCD80}"/>
                </a:ext>
              </a:extLst>
            </p:cNvPr>
            <p:cNvSpPr/>
            <p:nvPr/>
          </p:nvSpPr>
          <p:spPr>
            <a:xfrm>
              <a:off x="216624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69">
              <a:extLst>
                <a:ext uri="{FF2B5EF4-FFF2-40B4-BE49-F238E27FC236}">
                  <a16:creationId xmlns:a16="http://schemas.microsoft.com/office/drawing/2014/main" id="{4681A6D0-1854-49B5-0699-273D7939B1A7}"/>
                </a:ext>
              </a:extLst>
            </p:cNvPr>
            <p:cNvSpPr/>
            <p:nvPr/>
          </p:nvSpPr>
          <p:spPr>
            <a:xfrm>
              <a:off x="217568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0">
              <a:extLst>
                <a:ext uri="{FF2B5EF4-FFF2-40B4-BE49-F238E27FC236}">
                  <a16:creationId xmlns:a16="http://schemas.microsoft.com/office/drawing/2014/main" id="{3FA62D2C-D1C7-95C2-4B72-5B15BE23ED43}"/>
                </a:ext>
              </a:extLst>
            </p:cNvPr>
            <p:cNvSpPr/>
            <p:nvPr/>
          </p:nvSpPr>
          <p:spPr>
            <a:xfrm>
              <a:off x="218512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1">
              <a:extLst>
                <a:ext uri="{FF2B5EF4-FFF2-40B4-BE49-F238E27FC236}">
                  <a16:creationId xmlns:a16="http://schemas.microsoft.com/office/drawing/2014/main" id="{C61F7155-180A-1D11-78DE-F91E2F0A8916}"/>
                </a:ext>
              </a:extLst>
            </p:cNvPr>
            <p:cNvSpPr/>
            <p:nvPr/>
          </p:nvSpPr>
          <p:spPr>
            <a:xfrm>
              <a:off x="219456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2">
              <a:extLst>
                <a:ext uri="{FF2B5EF4-FFF2-40B4-BE49-F238E27FC236}">
                  <a16:creationId xmlns:a16="http://schemas.microsoft.com/office/drawing/2014/main" id="{CA71D423-36C8-88E9-80C5-E7E4059132A2}"/>
                </a:ext>
              </a:extLst>
            </p:cNvPr>
            <p:cNvSpPr/>
            <p:nvPr/>
          </p:nvSpPr>
          <p:spPr>
            <a:xfrm>
              <a:off x="220400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3">
              <a:extLst>
                <a:ext uri="{FF2B5EF4-FFF2-40B4-BE49-F238E27FC236}">
                  <a16:creationId xmlns:a16="http://schemas.microsoft.com/office/drawing/2014/main" id="{1A510F6B-C2EC-FD2E-7145-5FE6F683AD28}"/>
                </a:ext>
              </a:extLst>
            </p:cNvPr>
            <p:cNvSpPr/>
            <p:nvPr/>
          </p:nvSpPr>
          <p:spPr>
            <a:xfrm>
              <a:off x="221344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4">
              <a:extLst>
                <a:ext uri="{FF2B5EF4-FFF2-40B4-BE49-F238E27FC236}">
                  <a16:creationId xmlns:a16="http://schemas.microsoft.com/office/drawing/2014/main" id="{796CC118-539C-7E99-A68B-C0BCB8107726}"/>
                </a:ext>
              </a:extLst>
            </p:cNvPr>
            <p:cNvSpPr/>
            <p:nvPr/>
          </p:nvSpPr>
          <p:spPr>
            <a:xfrm>
              <a:off x="222288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5">
              <a:extLst>
                <a:ext uri="{FF2B5EF4-FFF2-40B4-BE49-F238E27FC236}">
                  <a16:creationId xmlns:a16="http://schemas.microsoft.com/office/drawing/2014/main" id="{E6DAE418-52BD-0274-B719-102CDB89E742}"/>
                </a:ext>
              </a:extLst>
            </p:cNvPr>
            <p:cNvSpPr/>
            <p:nvPr/>
          </p:nvSpPr>
          <p:spPr>
            <a:xfrm>
              <a:off x="223232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6">
              <a:extLst>
                <a:ext uri="{FF2B5EF4-FFF2-40B4-BE49-F238E27FC236}">
                  <a16:creationId xmlns:a16="http://schemas.microsoft.com/office/drawing/2014/main" id="{9847F9B1-EF77-DE74-80E1-DA664ABD6B84}"/>
                </a:ext>
              </a:extLst>
            </p:cNvPr>
            <p:cNvSpPr/>
            <p:nvPr/>
          </p:nvSpPr>
          <p:spPr>
            <a:xfrm>
              <a:off x="224176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7">
              <a:extLst>
                <a:ext uri="{FF2B5EF4-FFF2-40B4-BE49-F238E27FC236}">
                  <a16:creationId xmlns:a16="http://schemas.microsoft.com/office/drawing/2014/main" id="{0C22DC64-3E12-51F5-714A-3709F588D103}"/>
                </a:ext>
              </a:extLst>
            </p:cNvPr>
            <p:cNvSpPr/>
            <p:nvPr/>
          </p:nvSpPr>
          <p:spPr>
            <a:xfrm>
              <a:off x="225120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8">
              <a:extLst>
                <a:ext uri="{FF2B5EF4-FFF2-40B4-BE49-F238E27FC236}">
                  <a16:creationId xmlns:a16="http://schemas.microsoft.com/office/drawing/2014/main" id="{7FC24A1D-2250-E0CA-87EA-A34D9A2A7043}"/>
                </a:ext>
              </a:extLst>
            </p:cNvPr>
            <p:cNvSpPr/>
            <p:nvPr/>
          </p:nvSpPr>
          <p:spPr>
            <a:xfrm>
              <a:off x="226064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79">
              <a:extLst>
                <a:ext uri="{FF2B5EF4-FFF2-40B4-BE49-F238E27FC236}">
                  <a16:creationId xmlns:a16="http://schemas.microsoft.com/office/drawing/2014/main" id="{D62F7EB7-2138-19BD-10BF-9A2880654FD9}"/>
                </a:ext>
              </a:extLst>
            </p:cNvPr>
            <p:cNvSpPr/>
            <p:nvPr/>
          </p:nvSpPr>
          <p:spPr>
            <a:xfrm>
              <a:off x="227008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0">
              <a:extLst>
                <a:ext uri="{FF2B5EF4-FFF2-40B4-BE49-F238E27FC236}">
                  <a16:creationId xmlns:a16="http://schemas.microsoft.com/office/drawing/2014/main" id="{87ADFFAD-DB40-EFE1-7B29-AAB8407713F1}"/>
                </a:ext>
              </a:extLst>
            </p:cNvPr>
            <p:cNvSpPr/>
            <p:nvPr/>
          </p:nvSpPr>
          <p:spPr>
            <a:xfrm>
              <a:off x="227952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1">
              <a:extLst>
                <a:ext uri="{FF2B5EF4-FFF2-40B4-BE49-F238E27FC236}">
                  <a16:creationId xmlns:a16="http://schemas.microsoft.com/office/drawing/2014/main" id="{6B01F98D-EFEB-059B-B6B0-1D453371AB45}"/>
                </a:ext>
              </a:extLst>
            </p:cNvPr>
            <p:cNvSpPr/>
            <p:nvPr/>
          </p:nvSpPr>
          <p:spPr>
            <a:xfrm>
              <a:off x="228896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2">
              <a:extLst>
                <a:ext uri="{FF2B5EF4-FFF2-40B4-BE49-F238E27FC236}">
                  <a16:creationId xmlns:a16="http://schemas.microsoft.com/office/drawing/2014/main" id="{2516F067-539A-40FA-CE36-D9CA37009218}"/>
                </a:ext>
              </a:extLst>
            </p:cNvPr>
            <p:cNvSpPr/>
            <p:nvPr/>
          </p:nvSpPr>
          <p:spPr>
            <a:xfrm>
              <a:off x="229840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3">
              <a:extLst>
                <a:ext uri="{FF2B5EF4-FFF2-40B4-BE49-F238E27FC236}">
                  <a16:creationId xmlns:a16="http://schemas.microsoft.com/office/drawing/2014/main" id="{0F7E7BEB-8EE2-E5FA-AE34-D23EC23BF71F}"/>
                </a:ext>
              </a:extLst>
            </p:cNvPr>
            <p:cNvSpPr/>
            <p:nvPr/>
          </p:nvSpPr>
          <p:spPr>
            <a:xfrm>
              <a:off x="230784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4">
              <a:extLst>
                <a:ext uri="{FF2B5EF4-FFF2-40B4-BE49-F238E27FC236}">
                  <a16:creationId xmlns:a16="http://schemas.microsoft.com/office/drawing/2014/main" id="{3F3D147C-6420-3501-750C-2CC4B00EB92F}"/>
                </a:ext>
              </a:extLst>
            </p:cNvPr>
            <p:cNvSpPr/>
            <p:nvPr/>
          </p:nvSpPr>
          <p:spPr>
            <a:xfrm>
              <a:off x="231728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5">
              <a:extLst>
                <a:ext uri="{FF2B5EF4-FFF2-40B4-BE49-F238E27FC236}">
                  <a16:creationId xmlns:a16="http://schemas.microsoft.com/office/drawing/2014/main" id="{F893B0F8-94FB-5965-D48C-FA3F2B0F0AF0}"/>
                </a:ext>
              </a:extLst>
            </p:cNvPr>
            <p:cNvSpPr/>
            <p:nvPr/>
          </p:nvSpPr>
          <p:spPr>
            <a:xfrm>
              <a:off x="232672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6">
              <a:extLst>
                <a:ext uri="{FF2B5EF4-FFF2-40B4-BE49-F238E27FC236}">
                  <a16:creationId xmlns:a16="http://schemas.microsoft.com/office/drawing/2014/main" id="{49F562AC-9F31-D072-B08E-49E6AAEC8789}"/>
                </a:ext>
              </a:extLst>
            </p:cNvPr>
            <p:cNvSpPr/>
            <p:nvPr/>
          </p:nvSpPr>
          <p:spPr>
            <a:xfrm>
              <a:off x="233616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7">
              <a:extLst>
                <a:ext uri="{FF2B5EF4-FFF2-40B4-BE49-F238E27FC236}">
                  <a16:creationId xmlns:a16="http://schemas.microsoft.com/office/drawing/2014/main" id="{AAF84E13-61DB-52A5-FF4A-4726BAF0E5B4}"/>
                </a:ext>
              </a:extLst>
            </p:cNvPr>
            <p:cNvSpPr/>
            <p:nvPr/>
          </p:nvSpPr>
          <p:spPr>
            <a:xfrm>
              <a:off x="234560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8">
              <a:extLst>
                <a:ext uri="{FF2B5EF4-FFF2-40B4-BE49-F238E27FC236}">
                  <a16:creationId xmlns:a16="http://schemas.microsoft.com/office/drawing/2014/main" id="{1097A2C6-E157-615A-7705-A9EB06213F7C}"/>
                </a:ext>
              </a:extLst>
            </p:cNvPr>
            <p:cNvSpPr/>
            <p:nvPr/>
          </p:nvSpPr>
          <p:spPr>
            <a:xfrm>
              <a:off x="235504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89">
              <a:extLst>
                <a:ext uri="{FF2B5EF4-FFF2-40B4-BE49-F238E27FC236}">
                  <a16:creationId xmlns:a16="http://schemas.microsoft.com/office/drawing/2014/main" id="{BFBC2BDF-AE3D-FDA9-E66D-E8BA45302BD5}"/>
                </a:ext>
              </a:extLst>
            </p:cNvPr>
            <p:cNvSpPr/>
            <p:nvPr/>
          </p:nvSpPr>
          <p:spPr>
            <a:xfrm>
              <a:off x="236448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0">
              <a:extLst>
                <a:ext uri="{FF2B5EF4-FFF2-40B4-BE49-F238E27FC236}">
                  <a16:creationId xmlns:a16="http://schemas.microsoft.com/office/drawing/2014/main" id="{EA3BDDB1-4A52-0312-90D5-7C01A68647DC}"/>
                </a:ext>
              </a:extLst>
            </p:cNvPr>
            <p:cNvSpPr/>
            <p:nvPr/>
          </p:nvSpPr>
          <p:spPr>
            <a:xfrm>
              <a:off x="237392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1">
              <a:extLst>
                <a:ext uri="{FF2B5EF4-FFF2-40B4-BE49-F238E27FC236}">
                  <a16:creationId xmlns:a16="http://schemas.microsoft.com/office/drawing/2014/main" id="{7502AAE8-0599-5EB7-E601-D85B7B5B2392}"/>
                </a:ext>
              </a:extLst>
            </p:cNvPr>
            <p:cNvSpPr/>
            <p:nvPr/>
          </p:nvSpPr>
          <p:spPr>
            <a:xfrm>
              <a:off x="238336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2">
              <a:extLst>
                <a:ext uri="{FF2B5EF4-FFF2-40B4-BE49-F238E27FC236}">
                  <a16:creationId xmlns:a16="http://schemas.microsoft.com/office/drawing/2014/main" id="{8294C38F-9CCA-CBA8-E8F3-73D577FB8A94}"/>
                </a:ext>
              </a:extLst>
            </p:cNvPr>
            <p:cNvSpPr/>
            <p:nvPr/>
          </p:nvSpPr>
          <p:spPr>
            <a:xfrm>
              <a:off x="239280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3">
              <a:extLst>
                <a:ext uri="{FF2B5EF4-FFF2-40B4-BE49-F238E27FC236}">
                  <a16:creationId xmlns:a16="http://schemas.microsoft.com/office/drawing/2014/main" id="{8F18A982-C2E5-0CAE-75DC-DBDC54F537BF}"/>
                </a:ext>
              </a:extLst>
            </p:cNvPr>
            <p:cNvSpPr/>
            <p:nvPr/>
          </p:nvSpPr>
          <p:spPr>
            <a:xfrm>
              <a:off x="240224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4">
              <a:extLst>
                <a:ext uri="{FF2B5EF4-FFF2-40B4-BE49-F238E27FC236}">
                  <a16:creationId xmlns:a16="http://schemas.microsoft.com/office/drawing/2014/main" id="{C65E80CE-9F60-A6F1-C29B-684C43F3113C}"/>
                </a:ext>
              </a:extLst>
            </p:cNvPr>
            <p:cNvSpPr/>
            <p:nvPr/>
          </p:nvSpPr>
          <p:spPr>
            <a:xfrm>
              <a:off x="241168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5">
              <a:extLst>
                <a:ext uri="{FF2B5EF4-FFF2-40B4-BE49-F238E27FC236}">
                  <a16:creationId xmlns:a16="http://schemas.microsoft.com/office/drawing/2014/main" id="{42C123D2-C91C-3C5D-4934-80687182E973}"/>
                </a:ext>
              </a:extLst>
            </p:cNvPr>
            <p:cNvSpPr/>
            <p:nvPr/>
          </p:nvSpPr>
          <p:spPr>
            <a:xfrm>
              <a:off x="242112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6">
              <a:extLst>
                <a:ext uri="{FF2B5EF4-FFF2-40B4-BE49-F238E27FC236}">
                  <a16:creationId xmlns:a16="http://schemas.microsoft.com/office/drawing/2014/main" id="{223E10DC-11DA-E75C-161D-71731F648369}"/>
                </a:ext>
              </a:extLst>
            </p:cNvPr>
            <p:cNvSpPr/>
            <p:nvPr/>
          </p:nvSpPr>
          <p:spPr>
            <a:xfrm>
              <a:off x="2430569" y="1306872"/>
              <a:ext cx="918530" cy="914400"/>
            </a:xfrm>
            <a:custGeom>
              <a:avLst/>
              <a:gdLst/>
              <a:ahLst/>
              <a:cxnLst/>
              <a:rect l="0" t="0" r="0" b="0"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7">
              <a:extLst>
                <a:ext uri="{FF2B5EF4-FFF2-40B4-BE49-F238E27FC236}">
                  <a16:creationId xmlns:a16="http://schemas.microsoft.com/office/drawing/2014/main" id="{16E89EFE-B2DC-C6F2-6660-AB8BC898AB51}"/>
                </a:ext>
              </a:extLst>
            </p:cNvPr>
            <p:cNvSpPr/>
            <p:nvPr/>
          </p:nvSpPr>
          <p:spPr>
            <a:xfrm>
              <a:off x="3195228" y="13068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1" y="914400"/>
                  </a:lnTo>
                  <a:lnTo>
                    <a:pt x="914400" y="91414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8">
              <a:extLst>
                <a:ext uri="{FF2B5EF4-FFF2-40B4-BE49-F238E27FC236}">
                  <a16:creationId xmlns:a16="http://schemas.microsoft.com/office/drawing/2014/main" id="{1DD08691-92B8-05FD-9436-C1A17970E8CB}"/>
                </a:ext>
              </a:extLst>
            </p:cNvPr>
            <p:cNvSpPr/>
            <p:nvPr/>
          </p:nvSpPr>
          <p:spPr>
            <a:xfrm>
              <a:off x="3204668" y="13068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400" y="90836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699">
              <a:extLst>
                <a:ext uri="{FF2B5EF4-FFF2-40B4-BE49-F238E27FC236}">
                  <a16:creationId xmlns:a16="http://schemas.microsoft.com/office/drawing/2014/main" id="{C815CC85-9FAB-6E0C-51DF-ACA865481EA1}"/>
                </a:ext>
              </a:extLst>
            </p:cNvPr>
            <p:cNvSpPr/>
            <p:nvPr/>
          </p:nvSpPr>
          <p:spPr>
            <a:xfrm>
              <a:off x="3214109" y="13068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400" y="90359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0">
              <a:extLst>
                <a:ext uri="{FF2B5EF4-FFF2-40B4-BE49-F238E27FC236}">
                  <a16:creationId xmlns:a16="http://schemas.microsoft.com/office/drawing/2014/main" id="{7EE95083-F322-803B-1898-B4A0CD83E027}"/>
                </a:ext>
              </a:extLst>
            </p:cNvPr>
            <p:cNvSpPr/>
            <p:nvPr/>
          </p:nvSpPr>
          <p:spPr>
            <a:xfrm>
              <a:off x="3223549" y="13068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400" y="898937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1">
              <a:extLst>
                <a:ext uri="{FF2B5EF4-FFF2-40B4-BE49-F238E27FC236}">
                  <a16:creationId xmlns:a16="http://schemas.microsoft.com/office/drawing/2014/main" id="{E719F8A3-270E-CC8A-74FA-923CBA5B9AFA}"/>
                </a:ext>
              </a:extLst>
            </p:cNvPr>
            <p:cNvSpPr/>
            <p:nvPr/>
          </p:nvSpPr>
          <p:spPr>
            <a:xfrm>
              <a:off x="3232989" y="128930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2">
              <a:extLst>
                <a:ext uri="{FF2B5EF4-FFF2-40B4-BE49-F238E27FC236}">
                  <a16:creationId xmlns:a16="http://schemas.microsoft.com/office/drawing/2014/main" id="{E651083C-784E-BB5B-799E-CFB23AFDB6EA}"/>
                </a:ext>
              </a:extLst>
            </p:cNvPr>
            <p:cNvSpPr/>
            <p:nvPr/>
          </p:nvSpPr>
          <p:spPr>
            <a:xfrm>
              <a:off x="323298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3">
              <a:extLst>
                <a:ext uri="{FF2B5EF4-FFF2-40B4-BE49-F238E27FC236}">
                  <a16:creationId xmlns:a16="http://schemas.microsoft.com/office/drawing/2014/main" id="{FA1D4555-2A6D-5552-7E62-1F52555F204A}"/>
                </a:ext>
              </a:extLst>
            </p:cNvPr>
            <p:cNvSpPr/>
            <p:nvPr/>
          </p:nvSpPr>
          <p:spPr>
            <a:xfrm>
              <a:off x="324242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4">
              <a:extLst>
                <a:ext uri="{FF2B5EF4-FFF2-40B4-BE49-F238E27FC236}">
                  <a16:creationId xmlns:a16="http://schemas.microsoft.com/office/drawing/2014/main" id="{F609E206-ADA7-901D-A993-147E66D291E2}"/>
                </a:ext>
              </a:extLst>
            </p:cNvPr>
            <p:cNvSpPr/>
            <p:nvPr/>
          </p:nvSpPr>
          <p:spPr>
            <a:xfrm>
              <a:off x="325187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5">
              <a:extLst>
                <a:ext uri="{FF2B5EF4-FFF2-40B4-BE49-F238E27FC236}">
                  <a16:creationId xmlns:a16="http://schemas.microsoft.com/office/drawing/2014/main" id="{A226E97B-165D-2C33-FC9A-98BA4EE1963C}"/>
                </a:ext>
              </a:extLst>
            </p:cNvPr>
            <p:cNvSpPr/>
            <p:nvPr/>
          </p:nvSpPr>
          <p:spPr>
            <a:xfrm>
              <a:off x="326131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6">
              <a:extLst>
                <a:ext uri="{FF2B5EF4-FFF2-40B4-BE49-F238E27FC236}">
                  <a16:creationId xmlns:a16="http://schemas.microsoft.com/office/drawing/2014/main" id="{CC7B6463-4AE8-8622-4C8D-F4B7BDC1DCE9}"/>
                </a:ext>
              </a:extLst>
            </p:cNvPr>
            <p:cNvSpPr/>
            <p:nvPr/>
          </p:nvSpPr>
          <p:spPr>
            <a:xfrm>
              <a:off x="327075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7">
              <a:extLst>
                <a:ext uri="{FF2B5EF4-FFF2-40B4-BE49-F238E27FC236}">
                  <a16:creationId xmlns:a16="http://schemas.microsoft.com/office/drawing/2014/main" id="{D24C83C0-53C7-4272-27F2-BF6C8B443D2D}"/>
                </a:ext>
              </a:extLst>
            </p:cNvPr>
            <p:cNvSpPr/>
            <p:nvPr/>
          </p:nvSpPr>
          <p:spPr>
            <a:xfrm>
              <a:off x="328019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8">
              <a:extLst>
                <a:ext uri="{FF2B5EF4-FFF2-40B4-BE49-F238E27FC236}">
                  <a16:creationId xmlns:a16="http://schemas.microsoft.com/office/drawing/2014/main" id="{7A377919-6859-25EB-6242-DF9AA3C5F4CD}"/>
                </a:ext>
              </a:extLst>
            </p:cNvPr>
            <p:cNvSpPr/>
            <p:nvPr/>
          </p:nvSpPr>
          <p:spPr>
            <a:xfrm>
              <a:off x="328963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09">
              <a:extLst>
                <a:ext uri="{FF2B5EF4-FFF2-40B4-BE49-F238E27FC236}">
                  <a16:creationId xmlns:a16="http://schemas.microsoft.com/office/drawing/2014/main" id="{16955C4B-194D-FE98-49DD-0F1051ACF13E}"/>
                </a:ext>
              </a:extLst>
            </p:cNvPr>
            <p:cNvSpPr/>
            <p:nvPr/>
          </p:nvSpPr>
          <p:spPr>
            <a:xfrm>
              <a:off x="329907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0">
              <a:extLst>
                <a:ext uri="{FF2B5EF4-FFF2-40B4-BE49-F238E27FC236}">
                  <a16:creationId xmlns:a16="http://schemas.microsoft.com/office/drawing/2014/main" id="{369D9D9C-5755-4C94-4C50-043C7F9868B9}"/>
                </a:ext>
              </a:extLst>
            </p:cNvPr>
            <p:cNvSpPr/>
            <p:nvPr/>
          </p:nvSpPr>
          <p:spPr>
            <a:xfrm>
              <a:off x="330851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1">
              <a:extLst>
                <a:ext uri="{FF2B5EF4-FFF2-40B4-BE49-F238E27FC236}">
                  <a16:creationId xmlns:a16="http://schemas.microsoft.com/office/drawing/2014/main" id="{521E4863-D7E5-7155-122E-6538A7C5A9A8}"/>
                </a:ext>
              </a:extLst>
            </p:cNvPr>
            <p:cNvSpPr/>
            <p:nvPr/>
          </p:nvSpPr>
          <p:spPr>
            <a:xfrm>
              <a:off x="331795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2">
              <a:extLst>
                <a:ext uri="{FF2B5EF4-FFF2-40B4-BE49-F238E27FC236}">
                  <a16:creationId xmlns:a16="http://schemas.microsoft.com/office/drawing/2014/main" id="{A3891F96-F83D-2E68-FE21-1F91EC3918F9}"/>
                </a:ext>
              </a:extLst>
            </p:cNvPr>
            <p:cNvSpPr/>
            <p:nvPr/>
          </p:nvSpPr>
          <p:spPr>
            <a:xfrm>
              <a:off x="332739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3">
              <a:extLst>
                <a:ext uri="{FF2B5EF4-FFF2-40B4-BE49-F238E27FC236}">
                  <a16:creationId xmlns:a16="http://schemas.microsoft.com/office/drawing/2014/main" id="{BBCDA011-444F-E546-EB78-E73261490F9E}"/>
                </a:ext>
              </a:extLst>
            </p:cNvPr>
            <p:cNvSpPr/>
            <p:nvPr/>
          </p:nvSpPr>
          <p:spPr>
            <a:xfrm>
              <a:off x="333683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4">
              <a:extLst>
                <a:ext uri="{FF2B5EF4-FFF2-40B4-BE49-F238E27FC236}">
                  <a16:creationId xmlns:a16="http://schemas.microsoft.com/office/drawing/2014/main" id="{F5633925-ABC7-B26A-0659-FC751E6F2219}"/>
                </a:ext>
              </a:extLst>
            </p:cNvPr>
            <p:cNvSpPr/>
            <p:nvPr/>
          </p:nvSpPr>
          <p:spPr>
            <a:xfrm>
              <a:off x="334627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5">
              <a:extLst>
                <a:ext uri="{FF2B5EF4-FFF2-40B4-BE49-F238E27FC236}">
                  <a16:creationId xmlns:a16="http://schemas.microsoft.com/office/drawing/2014/main" id="{8FCBAD3D-1D3A-58F4-7F82-682CCBBCB887}"/>
                </a:ext>
              </a:extLst>
            </p:cNvPr>
            <p:cNvSpPr/>
            <p:nvPr/>
          </p:nvSpPr>
          <p:spPr>
            <a:xfrm>
              <a:off x="335571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6">
              <a:extLst>
                <a:ext uri="{FF2B5EF4-FFF2-40B4-BE49-F238E27FC236}">
                  <a16:creationId xmlns:a16="http://schemas.microsoft.com/office/drawing/2014/main" id="{D48EF06E-C622-28C0-9E75-C301F3BD7CDA}"/>
                </a:ext>
              </a:extLst>
            </p:cNvPr>
            <p:cNvSpPr/>
            <p:nvPr/>
          </p:nvSpPr>
          <p:spPr>
            <a:xfrm>
              <a:off x="336515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7">
              <a:extLst>
                <a:ext uri="{FF2B5EF4-FFF2-40B4-BE49-F238E27FC236}">
                  <a16:creationId xmlns:a16="http://schemas.microsoft.com/office/drawing/2014/main" id="{D01FAD73-1EE5-BA15-E5CC-3599A329D3B9}"/>
                </a:ext>
              </a:extLst>
            </p:cNvPr>
            <p:cNvSpPr/>
            <p:nvPr/>
          </p:nvSpPr>
          <p:spPr>
            <a:xfrm>
              <a:off x="337459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8">
              <a:extLst>
                <a:ext uri="{FF2B5EF4-FFF2-40B4-BE49-F238E27FC236}">
                  <a16:creationId xmlns:a16="http://schemas.microsoft.com/office/drawing/2014/main" id="{A10FC1B8-26B1-8506-B068-BD2DF7F72EA1}"/>
                </a:ext>
              </a:extLst>
            </p:cNvPr>
            <p:cNvSpPr/>
            <p:nvPr/>
          </p:nvSpPr>
          <p:spPr>
            <a:xfrm>
              <a:off x="338403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19">
              <a:extLst>
                <a:ext uri="{FF2B5EF4-FFF2-40B4-BE49-F238E27FC236}">
                  <a16:creationId xmlns:a16="http://schemas.microsoft.com/office/drawing/2014/main" id="{80B67082-2662-FB72-F79C-E5196EE6329C}"/>
                </a:ext>
              </a:extLst>
            </p:cNvPr>
            <p:cNvSpPr/>
            <p:nvPr/>
          </p:nvSpPr>
          <p:spPr>
            <a:xfrm>
              <a:off x="339347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0">
              <a:extLst>
                <a:ext uri="{FF2B5EF4-FFF2-40B4-BE49-F238E27FC236}">
                  <a16:creationId xmlns:a16="http://schemas.microsoft.com/office/drawing/2014/main" id="{72475560-98AE-A40F-C626-403BB1FB3EE8}"/>
                </a:ext>
              </a:extLst>
            </p:cNvPr>
            <p:cNvSpPr/>
            <p:nvPr/>
          </p:nvSpPr>
          <p:spPr>
            <a:xfrm>
              <a:off x="340291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1">
              <a:extLst>
                <a:ext uri="{FF2B5EF4-FFF2-40B4-BE49-F238E27FC236}">
                  <a16:creationId xmlns:a16="http://schemas.microsoft.com/office/drawing/2014/main" id="{82141999-792C-29E2-D2E3-0F7FC14F82E0}"/>
                </a:ext>
              </a:extLst>
            </p:cNvPr>
            <p:cNvSpPr/>
            <p:nvPr/>
          </p:nvSpPr>
          <p:spPr>
            <a:xfrm>
              <a:off x="341235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2">
              <a:extLst>
                <a:ext uri="{FF2B5EF4-FFF2-40B4-BE49-F238E27FC236}">
                  <a16:creationId xmlns:a16="http://schemas.microsoft.com/office/drawing/2014/main" id="{A28F1093-DFDD-CC67-186B-365244C3011B}"/>
                </a:ext>
              </a:extLst>
            </p:cNvPr>
            <p:cNvSpPr/>
            <p:nvPr/>
          </p:nvSpPr>
          <p:spPr>
            <a:xfrm>
              <a:off x="342179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3">
              <a:extLst>
                <a:ext uri="{FF2B5EF4-FFF2-40B4-BE49-F238E27FC236}">
                  <a16:creationId xmlns:a16="http://schemas.microsoft.com/office/drawing/2014/main" id="{0454BCF3-5389-763B-10E8-7D366FC826BA}"/>
                </a:ext>
              </a:extLst>
            </p:cNvPr>
            <p:cNvSpPr/>
            <p:nvPr/>
          </p:nvSpPr>
          <p:spPr>
            <a:xfrm>
              <a:off x="343123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4">
              <a:extLst>
                <a:ext uri="{FF2B5EF4-FFF2-40B4-BE49-F238E27FC236}">
                  <a16:creationId xmlns:a16="http://schemas.microsoft.com/office/drawing/2014/main" id="{66D1F61D-0167-B556-AA28-4EAAD1804240}"/>
                </a:ext>
              </a:extLst>
            </p:cNvPr>
            <p:cNvSpPr/>
            <p:nvPr/>
          </p:nvSpPr>
          <p:spPr>
            <a:xfrm>
              <a:off x="344067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5">
              <a:extLst>
                <a:ext uri="{FF2B5EF4-FFF2-40B4-BE49-F238E27FC236}">
                  <a16:creationId xmlns:a16="http://schemas.microsoft.com/office/drawing/2014/main" id="{244BFCDB-97BA-8537-728C-D44965D17F11}"/>
                </a:ext>
              </a:extLst>
            </p:cNvPr>
            <p:cNvSpPr/>
            <p:nvPr/>
          </p:nvSpPr>
          <p:spPr>
            <a:xfrm>
              <a:off x="345011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6">
              <a:extLst>
                <a:ext uri="{FF2B5EF4-FFF2-40B4-BE49-F238E27FC236}">
                  <a16:creationId xmlns:a16="http://schemas.microsoft.com/office/drawing/2014/main" id="{3BDA3478-DA32-B089-4444-6FC4BA0AF0FE}"/>
                </a:ext>
              </a:extLst>
            </p:cNvPr>
            <p:cNvSpPr/>
            <p:nvPr/>
          </p:nvSpPr>
          <p:spPr>
            <a:xfrm>
              <a:off x="345955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7">
              <a:extLst>
                <a:ext uri="{FF2B5EF4-FFF2-40B4-BE49-F238E27FC236}">
                  <a16:creationId xmlns:a16="http://schemas.microsoft.com/office/drawing/2014/main" id="{CB3352DD-9136-4AEB-E718-EB67B0DAC6E1}"/>
                </a:ext>
              </a:extLst>
            </p:cNvPr>
            <p:cNvSpPr/>
            <p:nvPr/>
          </p:nvSpPr>
          <p:spPr>
            <a:xfrm>
              <a:off x="346899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8">
              <a:extLst>
                <a:ext uri="{FF2B5EF4-FFF2-40B4-BE49-F238E27FC236}">
                  <a16:creationId xmlns:a16="http://schemas.microsoft.com/office/drawing/2014/main" id="{D0BD49D9-7059-8069-D7A3-2125ED5DE564}"/>
                </a:ext>
              </a:extLst>
            </p:cNvPr>
            <p:cNvSpPr/>
            <p:nvPr/>
          </p:nvSpPr>
          <p:spPr>
            <a:xfrm>
              <a:off x="347843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29">
              <a:extLst>
                <a:ext uri="{FF2B5EF4-FFF2-40B4-BE49-F238E27FC236}">
                  <a16:creationId xmlns:a16="http://schemas.microsoft.com/office/drawing/2014/main" id="{40B74AAB-D9CA-17FA-6575-CF4F105C65B1}"/>
                </a:ext>
              </a:extLst>
            </p:cNvPr>
            <p:cNvSpPr/>
            <p:nvPr/>
          </p:nvSpPr>
          <p:spPr>
            <a:xfrm>
              <a:off x="348787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0">
              <a:extLst>
                <a:ext uri="{FF2B5EF4-FFF2-40B4-BE49-F238E27FC236}">
                  <a16:creationId xmlns:a16="http://schemas.microsoft.com/office/drawing/2014/main" id="{61ABD8E8-1E87-FA16-04FC-3D78E5CD63D9}"/>
                </a:ext>
              </a:extLst>
            </p:cNvPr>
            <p:cNvSpPr/>
            <p:nvPr/>
          </p:nvSpPr>
          <p:spPr>
            <a:xfrm>
              <a:off x="349731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1">
              <a:extLst>
                <a:ext uri="{FF2B5EF4-FFF2-40B4-BE49-F238E27FC236}">
                  <a16:creationId xmlns:a16="http://schemas.microsoft.com/office/drawing/2014/main" id="{86B35E49-3996-E151-986C-2779E3A263F6}"/>
                </a:ext>
              </a:extLst>
            </p:cNvPr>
            <p:cNvSpPr/>
            <p:nvPr/>
          </p:nvSpPr>
          <p:spPr>
            <a:xfrm>
              <a:off x="350675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2">
              <a:extLst>
                <a:ext uri="{FF2B5EF4-FFF2-40B4-BE49-F238E27FC236}">
                  <a16:creationId xmlns:a16="http://schemas.microsoft.com/office/drawing/2014/main" id="{46917110-2FDD-1973-A447-0D819031A54B}"/>
                </a:ext>
              </a:extLst>
            </p:cNvPr>
            <p:cNvSpPr/>
            <p:nvPr/>
          </p:nvSpPr>
          <p:spPr>
            <a:xfrm>
              <a:off x="351619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3">
              <a:extLst>
                <a:ext uri="{FF2B5EF4-FFF2-40B4-BE49-F238E27FC236}">
                  <a16:creationId xmlns:a16="http://schemas.microsoft.com/office/drawing/2014/main" id="{9307AE36-C939-1CDD-6CC0-E9A9D63F68A1}"/>
                </a:ext>
              </a:extLst>
            </p:cNvPr>
            <p:cNvSpPr/>
            <p:nvPr/>
          </p:nvSpPr>
          <p:spPr>
            <a:xfrm>
              <a:off x="352563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4">
              <a:extLst>
                <a:ext uri="{FF2B5EF4-FFF2-40B4-BE49-F238E27FC236}">
                  <a16:creationId xmlns:a16="http://schemas.microsoft.com/office/drawing/2014/main" id="{E029FB5B-5D11-B869-A844-6D1321497CDC}"/>
                </a:ext>
              </a:extLst>
            </p:cNvPr>
            <p:cNvSpPr/>
            <p:nvPr/>
          </p:nvSpPr>
          <p:spPr>
            <a:xfrm>
              <a:off x="353507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5">
              <a:extLst>
                <a:ext uri="{FF2B5EF4-FFF2-40B4-BE49-F238E27FC236}">
                  <a16:creationId xmlns:a16="http://schemas.microsoft.com/office/drawing/2014/main" id="{4F4334D5-2D68-62D2-AEA2-D7A9B3DE7617}"/>
                </a:ext>
              </a:extLst>
            </p:cNvPr>
            <p:cNvSpPr/>
            <p:nvPr/>
          </p:nvSpPr>
          <p:spPr>
            <a:xfrm>
              <a:off x="354451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6">
              <a:extLst>
                <a:ext uri="{FF2B5EF4-FFF2-40B4-BE49-F238E27FC236}">
                  <a16:creationId xmlns:a16="http://schemas.microsoft.com/office/drawing/2014/main" id="{9F49EF9C-9FE9-0F4F-D809-E5F7A2032641}"/>
                </a:ext>
              </a:extLst>
            </p:cNvPr>
            <p:cNvSpPr/>
            <p:nvPr/>
          </p:nvSpPr>
          <p:spPr>
            <a:xfrm>
              <a:off x="355395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7">
              <a:extLst>
                <a:ext uri="{FF2B5EF4-FFF2-40B4-BE49-F238E27FC236}">
                  <a16:creationId xmlns:a16="http://schemas.microsoft.com/office/drawing/2014/main" id="{7A05E964-007A-329A-AFDA-41B552E04AF2}"/>
                </a:ext>
              </a:extLst>
            </p:cNvPr>
            <p:cNvSpPr/>
            <p:nvPr/>
          </p:nvSpPr>
          <p:spPr>
            <a:xfrm>
              <a:off x="356339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8">
              <a:extLst>
                <a:ext uri="{FF2B5EF4-FFF2-40B4-BE49-F238E27FC236}">
                  <a16:creationId xmlns:a16="http://schemas.microsoft.com/office/drawing/2014/main" id="{1743FD2B-69EC-BD71-7982-195C4733831C}"/>
                </a:ext>
              </a:extLst>
            </p:cNvPr>
            <p:cNvSpPr/>
            <p:nvPr/>
          </p:nvSpPr>
          <p:spPr>
            <a:xfrm>
              <a:off x="357283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39">
              <a:extLst>
                <a:ext uri="{FF2B5EF4-FFF2-40B4-BE49-F238E27FC236}">
                  <a16:creationId xmlns:a16="http://schemas.microsoft.com/office/drawing/2014/main" id="{F2D78A7C-ED27-E8BF-29F2-47FD45BC7B1D}"/>
                </a:ext>
              </a:extLst>
            </p:cNvPr>
            <p:cNvSpPr/>
            <p:nvPr/>
          </p:nvSpPr>
          <p:spPr>
            <a:xfrm>
              <a:off x="358227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0">
              <a:extLst>
                <a:ext uri="{FF2B5EF4-FFF2-40B4-BE49-F238E27FC236}">
                  <a16:creationId xmlns:a16="http://schemas.microsoft.com/office/drawing/2014/main" id="{F51A2575-1583-9AB5-B146-601634AB7D71}"/>
                </a:ext>
              </a:extLst>
            </p:cNvPr>
            <p:cNvSpPr/>
            <p:nvPr/>
          </p:nvSpPr>
          <p:spPr>
            <a:xfrm>
              <a:off x="359171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1">
              <a:extLst>
                <a:ext uri="{FF2B5EF4-FFF2-40B4-BE49-F238E27FC236}">
                  <a16:creationId xmlns:a16="http://schemas.microsoft.com/office/drawing/2014/main" id="{1E33B37C-022A-9DFB-F5DF-0C383C1BD322}"/>
                </a:ext>
              </a:extLst>
            </p:cNvPr>
            <p:cNvSpPr/>
            <p:nvPr/>
          </p:nvSpPr>
          <p:spPr>
            <a:xfrm>
              <a:off x="360115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2">
              <a:extLst>
                <a:ext uri="{FF2B5EF4-FFF2-40B4-BE49-F238E27FC236}">
                  <a16:creationId xmlns:a16="http://schemas.microsoft.com/office/drawing/2014/main" id="{97EC5C55-D4A8-F8F0-B5BE-38305E225F08}"/>
                </a:ext>
              </a:extLst>
            </p:cNvPr>
            <p:cNvSpPr/>
            <p:nvPr/>
          </p:nvSpPr>
          <p:spPr>
            <a:xfrm>
              <a:off x="361059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3">
              <a:extLst>
                <a:ext uri="{FF2B5EF4-FFF2-40B4-BE49-F238E27FC236}">
                  <a16:creationId xmlns:a16="http://schemas.microsoft.com/office/drawing/2014/main" id="{E99085F5-9349-26AF-9CBB-EE0CEB4E605E}"/>
                </a:ext>
              </a:extLst>
            </p:cNvPr>
            <p:cNvSpPr/>
            <p:nvPr/>
          </p:nvSpPr>
          <p:spPr>
            <a:xfrm>
              <a:off x="362003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4">
              <a:extLst>
                <a:ext uri="{FF2B5EF4-FFF2-40B4-BE49-F238E27FC236}">
                  <a16:creationId xmlns:a16="http://schemas.microsoft.com/office/drawing/2014/main" id="{91EADBFA-9A25-3751-EF28-ADE94A23AB39}"/>
                </a:ext>
              </a:extLst>
            </p:cNvPr>
            <p:cNvSpPr/>
            <p:nvPr/>
          </p:nvSpPr>
          <p:spPr>
            <a:xfrm>
              <a:off x="362947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5">
              <a:extLst>
                <a:ext uri="{FF2B5EF4-FFF2-40B4-BE49-F238E27FC236}">
                  <a16:creationId xmlns:a16="http://schemas.microsoft.com/office/drawing/2014/main" id="{8292E3EA-C6F2-FF3E-1CB8-F2C68D90FD40}"/>
                </a:ext>
              </a:extLst>
            </p:cNvPr>
            <p:cNvSpPr/>
            <p:nvPr/>
          </p:nvSpPr>
          <p:spPr>
            <a:xfrm>
              <a:off x="363891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6">
              <a:extLst>
                <a:ext uri="{FF2B5EF4-FFF2-40B4-BE49-F238E27FC236}">
                  <a16:creationId xmlns:a16="http://schemas.microsoft.com/office/drawing/2014/main" id="{17F99689-B908-04C3-309B-CD68F6F203EF}"/>
                </a:ext>
              </a:extLst>
            </p:cNvPr>
            <p:cNvSpPr/>
            <p:nvPr/>
          </p:nvSpPr>
          <p:spPr>
            <a:xfrm>
              <a:off x="364836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7">
              <a:extLst>
                <a:ext uri="{FF2B5EF4-FFF2-40B4-BE49-F238E27FC236}">
                  <a16:creationId xmlns:a16="http://schemas.microsoft.com/office/drawing/2014/main" id="{DB019E1C-11FD-45DA-CAF6-1E6EC1DA8ADB}"/>
                </a:ext>
              </a:extLst>
            </p:cNvPr>
            <p:cNvSpPr/>
            <p:nvPr/>
          </p:nvSpPr>
          <p:spPr>
            <a:xfrm>
              <a:off x="365780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8">
              <a:extLst>
                <a:ext uri="{FF2B5EF4-FFF2-40B4-BE49-F238E27FC236}">
                  <a16:creationId xmlns:a16="http://schemas.microsoft.com/office/drawing/2014/main" id="{D5191FFE-D6E5-0F53-EE6C-73D08CF57BA8}"/>
                </a:ext>
              </a:extLst>
            </p:cNvPr>
            <p:cNvSpPr/>
            <p:nvPr/>
          </p:nvSpPr>
          <p:spPr>
            <a:xfrm>
              <a:off x="366724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49">
              <a:extLst>
                <a:ext uri="{FF2B5EF4-FFF2-40B4-BE49-F238E27FC236}">
                  <a16:creationId xmlns:a16="http://schemas.microsoft.com/office/drawing/2014/main" id="{0A62D596-25C4-02E7-7B96-7BC4755FFB5C}"/>
                </a:ext>
              </a:extLst>
            </p:cNvPr>
            <p:cNvSpPr/>
            <p:nvPr/>
          </p:nvSpPr>
          <p:spPr>
            <a:xfrm>
              <a:off x="367668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0">
              <a:extLst>
                <a:ext uri="{FF2B5EF4-FFF2-40B4-BE49-F238E27FC236}">
                  <a16:creationId xmlns:a16="http://schemas.microsoft.com/office/drawing/2014/main" id="{45CDE5C9-6607-8061-C1CA-74ECDE43790B}"/>
                </a:ext>
              </a:extLst>
            </p:cNvPr>
            <p:cNvSpPr/>
            <p:nvPr/>
          </p:nvSpPr>
          <p:spPr>
            <a:xfrm>
              <a:off x="368612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1">
              <a:extLst>
                <a:ext uri="{FF2B5EF4-FFF2-40B4-BE49-F238E27FC236}">
                  <a16:creationId xmlns:a16="http://schemas.microsoft.com/office/drawing/2014/main" id="{82EA9AA4-A687-105B-BFFE-7C323DF3F6AD}"/>
                </a:ext>
              </a:extLst>
            </p:cNvPr>
            <p:cNvSpPr/>
            <p:nvPr/>
          </p:nvSpPr>
          <p:spPr>
            <a:xfrm>
              <a:off x="369556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2">
              <a:extLst>
                <a:ext uri="{FF2B5EF4-FFF2-40B4-BE49-F238E27FC236}">
                  <a16:creationId xmlns:a16="http://schemas.microsoft.com/office/drawing/2014/main" id="{E2F7E91C-2919-243F-7121-F690DFA90012}"/>
                </a:ext>
              </a:extLst>
            </p:cNvPr>
            <p:cNvSpPr/>
            <p:nvPr/>
          </p:nvSpPr>
          <p:spPr>
            <a:xfrm>
              <a:off x="370500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3">
              <a:extLst>
                <a:ext uri="{FF2B5EF4-FFF2-40B4-BE49-F238E27FC236}">
                  <a16:creationId xmlns:a16="http://schemas.microsoft.com/office/drawing/2014/main" id="{957B6EBB-C0D5-302A-A198-45694637EDAD}"/>
                </a:ext>
              </a:extLst>
            </p:cNvPr>
            <p:cNvSpPr/>
            <p:nvPr/>
          </p:nvSpPr>
          <p:spPr>
            <a:xfrm>
              <a:off x="371444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4">
              <a:extLst>
                <a:ext uri="{FF2B5EF4-FFF2-40B4-BE49-F238E27FC236}">
                  <a16:creationId xmlns:a16="http://schemas.microsoft.com/office/drawing/2014/main" id="{09D228AF-D1CE-6087-99CB-69BBD7AE1E78}"/>
                </a:ext>
              </a:extLst>
            </p:cNvPr>
            <p:cNvSpPr/>
            <p:nvPr/>
          </p:nvSpPr>
          <p:spPr>
            <a:xfrm>
              <a:off x="372388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5">
              <a:extLst>
                <a:ext uri="{FF2B5EF4-FFF2-40B4-BE49-F238E27FC236}">
                  <a16:creationId xmlns:a16="http://schemas.microsoft.com/office/drawing/2014/main" id="{ABE94972-B633-37EC-AC51-D16B2F58E199}"/>
                </a:ext>
              </a:extLst>
            </p:cNvPr>
            <p:cNvSpPr/>
            <p:nvPr/>
          </p:nvSpPr>
          <p:spPr>
            <a:xfrm>
              <a:off x="373332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6">
              <a:extLst>
                <a:ext uri="{FF2B5EF4-FFF2-40B4-BE49-F238E27FC236}">
                  <a16:creationId xmlns:a16="http://schemas.microsoft.com/office/drawing/2014/main" id="{708E1C6B-4D30-3ADB-C42C-0177FCB40DAE}"/>
                </a:ext>
              </a:extLst>
            </p:cNvPr>
            <p:cNvSpPr/>
            <p:nvPr/>
          </p:nvSpPr>
          <p:spPr>
            <a:xfrm>
              <a:off x="374276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7">
              <a:extLst>
                <a:ext uri="{FF2B5EF4-FFF2-40B4-BE49-F238E27FC236}">
                  <a16:creationId xmlns:a16="http://schemas.microsoft.com/office/drawing/2014/main" id="{A6CA03F8-3D40-AA69-C886-08A21ED11264}"/>
                </a:ext>
              </a:extLst>
            </p:cNvPr>
            <p:cNvSpPr/>
            <p:nvPr/>
          </p:nvSpPr>
          <p:spPr>
            <a:xfrm>
              <a:off x="375220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8">
              <a:extLst>
                <a:ext uri="{FF2B5EF4-FFF2-40B4-BE49-F238E27FC236}">
                  <a16:creationId xmlns:a16="http://schemas.microsoft.com/office/drawing/2014/main" id="{161EC77E-83F6-D07F-17FC-CB3F6DA47594}"/>
                </a:ext>
              </a:extLst>
            </p:cNvPr>
            <p:cNvSpPr/>
            <p:nvPr/>
          </p:nvSpPr>
          <p:spPr>
            <a:xfrm>
              <a:off x="376164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59">
              <a:extLst>
                <a:ext uri="{FF2B5EF4-FFF2-40B4-BE49-F238E27FC236}">
                  <a16:creationId xmlns:a16="http://schemas.microsoft.com/office/drawing/2014/main" id="{7C3C07C3-133C-0B8F-2C84-3828DB053AB8}"/>
                </a:ext>
              </a:extLst>
            </p:cNvPr>
            <p:cNvSpPr/>
            <p:nvPr/>
          </p:nvSpPr>
          <p:spPr>
            <a:xfrm>
              <a:off x="377108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0">
              <a:extLst>
                <a:ext uri="{FF2B5EF4-FFF2-40B4-BE49-F238E27FC236}">
                  <a16:creationId xmlns:a16="http://schemas.microsoft.com/office/drawing/2014/main" id="{763DD177-324B-364E-EFBE-C46BBFCC5650}"/>
                </a:ext>
              </a:extLst>
            </p:cNvPr>
            <p:cNvSpPr/>
            <p:nvPr/>
          </p:nvSpPr>
          <p:spPr>
            <a:xfrm>
              <a:off x="378052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1">
              <a:extLst>
                <a:ext uri="{FF2B5EF4-FFF2-40B4-BE49-F238E27FC236}">
                  <a16:creationId xmlns:a16="http://schemas.microsoft.com/office/drawing/2014/main" id="{81B7D38C-8866-4633-B5D5-0BDA86D26D56}"/>
                </a:ext>
              </a:extLst>
            </p:cNvPr>
            <p:cNvSpPr/>
            <p:nvPr/>
          </p:nvSpPr>
          <p:spPr>
            <a:xfrm>
              <a:off x="378996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2">
              <a:extLst>
                <a:ext uri="{FF2B5EF4-FFF2-40B4-BE49-F238E27FC236}">
                  <a16:creationId xmlns:a16="http://schemas.microsoft.com/office/drawing/2014/main" id="{B841567D-5C4C-E1A4-9816-6CC5370E20DA}"/>
                </a:ext>
              </a:extLst>
            </p:cNvPr>
            <p:cNvSpPr/>
            <p:nvPr/>
          </p:nvSpPr>
          <p:spPr>
            <a:xfrm>
              <a:off x="3799404" y="130687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3">
              <a:extLst>
                <a:ext uri="{FF2B5EF4-FFF2-40B4-BE49-F238E27FC236}">
                  <a16:creationId xmlns:a16="http://schemas.microsoft.com/office/drawing/2014/main" id="{ED6EDC7B-B897-C8BA-AF59-1160E66F56DB}"/>
                </a:ext>
              </a:extLst>
            </p:cNvPr>
            <p:cNvSpPr/>
            <p:nvPr/>
          </p:nvSpPr>
          <p:spPr>
            <a:xfrm>
              <a:off x="3808844" y="1289302"/>
              <a:ext cx="920969" cy="921379"/>
            </a:xfrm>
            <a:custGeom>
              <a:avLst/>
              <a:gdLst/>
              <a:ahLst/>
              <a:cxnLst/>
              <a:rect l="0" t="0" r="0" b="0"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4">
              <a:extLst>
                <a:ext uri="{FF2B5EF4-FFF2-40B4-BE49-F238E27FC236}">
                  <a16:creationId xmlns:a16="http://schemas.microsoft.com/office/drawing/2014/main" id="{18FB3B73-FB45-F80D-DCE5-939C4FC89A4E}"/>
                </a:ext>
              </a:extLst>
            </p:cNvPr>
            <p:cNvSpPr/>
            <p:nvPr/>
          </p:nvSpPr>
          <p:spPr>
            <a:xfrm>
              <a:off x="2062399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5">
              <a:extLst>
                <a:ext uri="{FF2B5EF4-FFF2-40B4-BE49-F238E27FC236}">
                  <a16:creationId xmlns:a16="http://schemas.microsoft.com/office/drawing/2014/main" id="{01741C24-E875-10F3-EAD2-0FFFC955AD1A}"/>
                </a:ext>
              </a:extLst>
            </p:cNvPr>
            <p:cNvSpPr/>
            <p:nvPr/>
          </p:nvSpPr>
          <p:spPr>
            <a:xfrm>
              <a:off x="206239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6">
              <a:extLst>
                <a:ext uri="{FF2B5EF4-FFF2-40B4-BE49-F238E27FC236}">
                  <a16:creationId xmlns:a16="http://schemas.microsoft.com/office/drawing/2014/main" id="{C948A4B6-2BB8-9246-B2F3-24EAE48023DE}"/>
                </a:ext>
              </a:extLst>
            </p:cNvPr>
            <p:cNvSpPr/>
            <p:nvPr/>
          </p:nvSpPr>
          <p:spPr>
            <a:xfrm>
              <a:off x="207184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7">
              <a:extLst>
                <a:ext uri="{FF2B5EF4-FFF2-40B4-BE49-F238E27FC236}">
                  <a16:creationId xmlns:a16="http://schemas.microsoft.com/office/drawing/2014/main" id="{023A3292-76EA-D947-E3D0-D38727220B73}"/>
                </a:ext>
              </a:extLst>
            </p:cNvPr>
            <p:cNvSpPr/>
            <p:nvPr/>
          </p:nvSpPr>
          <p:spPr>
            <a:xfrm>
              <a:off x="208128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8">
              <a:extLst>
                <a:ext uri="{FF2B5EF4-FFF2-40B4-BE49-F238E27FC236}">
                  <a16:creationId xmlns:a16="http://schemas.microsoft.com/office/drawing/2014/main" id="{927D349A-2978-A59C-AA58-F3A949156467}"/>
                </a:ext>
              </a:extLst>
            </p:cNvPr>
            <p:cNvSpPr/>
            <p:nvPr/>
          </p:nvSpPr>
          <p:spPr>
            <a:xfrm>
              <a:off x="209072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69">
              <a:extLst>
                <a:ext uri="{FF2B5EF4-FFF2-40B4-BE49-F238E27FC236}">
                  <a16:creationId xmlns:a16="http://schemas.microsoft.com/office/drawing/2014/main" id="{81FA44CF-9D4E-A3A1-B4DD-AD6F04195ABD}"/>
                </a:ext>
              </a:extLst>
            </p:cNvPr>
            <p:cNvSpPr/>
            <p:nvPr/>
          </p:nvSpPr>
          <p:spPr>
            <a:xfrm>
              <a:off x="210016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0">
              <a:extLst>
                <a:ext uri="{FF2B5EF4-FFF2-40B4-BE49-F238E27FC236}">
                  <a16:creationId xmlns:a16="http://schemas.microsoft.com/office/drawing/2014/main" id="{AA7BE260-DC73-E71E-F20D-35824EE95C41}"/>
                </a:ext>
              </a:extLst>
            </p:cNvPr>
            <p:cNvSpPr/>
            <p:nvPr/>
          </p:nvSpPr>
          <p:spPr>
            <a:xfrm>
              <a:off x="210960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1">
              <a:extLst>
                <a:ext uri="{FF2B5EF4-FFF2-40B4-BE49-F238E27FC236}">
                  <a16:creationId xmlns:a16="http://schemas.microsoft.com/office/drawing/2014/main" id="{98BDE919-7FF1-47AA-37C0-1171600E7D5C}"/>
                </a:ext>
              </a:extLst>
            </p:cNvPr>
            <p:cNvSpPr/>
            <p:nvPr/>
          </p:nvSpPr>
          <p:spPr>
            <a:xfrm>
              <a:off x="211904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2">
              <a:extLst>
                <a:ext uri="{FF2B5EF4-FFF2-40B4-BE49-F238E27FC236}">
                  <a16:creationId xmlns:a16="http://schemas.microsoft.com/office/drawing/2014/main" id="{CD020437-3C08-5339-3E3E-490F0803D446}"/>
                </a:ext>
              </a:extLst>
            </p:cNvPr>
            <p:cNvSpPr/>
            <p:nvPr/>
          </p:nvSpPr>
          <p:spPr>
            <a:xfrm>
              <a:off x="212848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3">
              <a:extLst>
                <a:ext uri="{FF2B5EF4-FFF2-40B4-BE49-F238E27FC236}">
                  <a16:creationId xmlns:a16="http://schemas.microsoft.com/office/drawing/2014/main" id="{A34E506C-781C-4BDD-928B-F431E6524DE6}"/>
                </a:ext>
              </a:extLst>
            </p:cNvPr>
            <p:cNvSpPr/>
            <p:nvPr/>
          </p:nvSpPr>
          <p:spPr>
            <a:xfrm>
              <a:off x="213792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4">
              <a:extLst>
                <a:ext uri="{FF2B5EF4-FFF2-40B4-BE49-F238E27FC236}">
                  <a16:creationId xmlns:a16="http://schemas.microsoft.com/office/drawing/2014/main" id="{9C64C76A-8BCD-DA98-883C-3DCE87FAA8E7}"/>
                </a:ext>
              </a:extLst>
            </p:cNvPr>
            <p:cNvSpPr/>
            <p:nvPr/>
          </p:nvSpPr>
          <p:spPr>
            <a:xfrm>
              <a:off x="214736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5">
              <a:extLst>
                <a:ext uri="{FF2B5EF4-FFF2-40B4-BE49-F238E27FC236}">
                  <a16:creationId xmlns:a16="http://schemas.microsoft.com/office/drawing/2014/main" id="{0D6A36C1-462A-5277-57FF-7A4BD247D682}"/>
                </a:ext>
              </a:extLst>
            </p:cNvPr>
            <p:cNvSpPr/>
            <p:nvPr/>
          </p:nvSpPr>
          <p:spPr>
            <a:xfrm>
              <a:off x="215680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6">
              <a:extLst>
                <a:ext uri="{FF2B5EF4-FFF2-40B4-BE49-F238E27FC236}">
                  <a16:creationId xmlns:a16="http://schemas.microsoft.com/office/drawing/2014/main" id="{198A779C-1043-3311-E80E-F890783906CB}"/>
                </a:ext>
              </a:extLst>
            </p:cNvPr>
            <p:cNvSpPr/>
            <p:nvPr/>
          </p:nvSpPr>
          <p:spPr>
            <a:xfrm>
              <a:off x="216624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7">
              <a:extLst>
                <a:ext uri="{FF2B5EF4-FFF2-40B4-BE49-F238E27FC236}">
                  <a16:creationId xmlns:a16="http://schemas.microsoft.com/office/drawing/2014/main" id="{EB390CDC-82AF-BFF1-09C4-29BB315A52C6}"/>
                </a:ext>
              </a:extLst>
            </p:cNvPr>
            <p:cNvSpPr/>
            <p:nvPr/>
          </p:nvSpPr>
          <p:spPr>
            <a:xfrm>
              <a:off x="217568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8">
              <a:extLst>
                <a:ext uri="{FF2B5EF4-FFF2-40B4-BE49-F238E27FC236}">
                  <a16:creationId xmlns:a16="http://schemas.microsoft.com/office/drawing/2014/main" id="{DE04AE9C-00BF-2251-D926-AE4A357B97C5}"/>
                </a:ext>
              </a:extLst>
            </p:cNvPr>
            <p:cNvSpPr/>
            <p:nvPr/>
          </p:nvSpPr>
          <p:spPr>
            <a:xfrm>
              <a:off x="218512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79">
              <a:extLst>
                <a:ext uri="{FF2B5EF4-FFF2-40B4-BE49-F238E27FC236}">
                  <a16:creationId xmlns:a16="http://schemas.microsoft.com/office/drawing/2014/main" id="{4E8ED8A9-C625-46F4-7D39-1532BEF06C46}"/>
                </a:ext>
              </a:extLst>
            </p:cNvPr>
            <p:cNvSpPr/>
            <p:nvPr/>
          </p:nvSpPr>
          <p:spPr>
            <a:xfrm>
              <a:off x="219456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0">
              <a:extLst>
                <a:ext uri="{FF2B5EF4-FFF2-40B4-BE49-F238E27FC236}">
                  <a16:creationId xmlns:a16="http://schemas.microsoft.com/office/drawing/2014/main" id="{7C18213B-323F-A145-B448-553579F2B4D6}"/>
                </a:ext>
              </a:extLst>
            </p:cNvPr>
            <p:cNvSpPr/>
            <p:nvPr/>
          </p:nvSpPr>
          <p:spPr>
            <a:xfrm>
              <a:off x="220400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1">
              <a:extLst>
                <a:ext uri="{FF2B5EF4-FFF2-40B4-BE49-F238E27FC236}">
                  <a16:creationId xmlns:a16="http://schemas.microsoft.com/office/drawing/2014/main" id="{F8E04AE4-BE72-CF09-154C-9846A23D4D27}"/>
                </a:ext>
              </a:extLst>
            </p:cNvPr>
            <p:cNvSpPr/>
            <p:nvPr/>
          </p:nvSpPr>
          <p:spPr>
            <a:xfrm>
              <a:off x="221344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2">
              <a:extLst>
                <a:ext uri="{FF2B5EF4-FFF2-40B4-BE49-F238E27FC236}">
                  <a16:creationId xmlns:a16="http://schemas.microsoft.com/office/drawing/2014/main" id="{161D372C-D80D-7763-EEEA-A05A97066166}"/>
                </a:ext>
              </a:extLst>
            </p:cNvPr>
            <p:cNvSpPr/>
            <p:nvPr/>
          </p:nvSpPr>
          <p:spPr>
            <a:xfrm>
              <a:off x="222288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3">
              <a:extLst>
                <a:ext uri="{FF2B5EF4-FFF2-40B4-BE49-F238E27FC236}">
                  <a16:creationId xmlns:a16="http://schemas.microsoft.com/office/drawing/2014/main" id="{A5185FFD-C451-1E69-DEAF-6429379B47FE}"/>
                </a:ext>
              </a:extLst>
            </p:cNvPr>
            <p:cNvSpPr/>
            <p:nvPr/>
          </p:nvSpPr>
          <p:spPr>
            <a:xfrm>
              <a:off x="223232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4">
              <a:extLst>
                <a:ext uri="{FF2B5EF4-FFF2-40B4-BE49-F238E27FC236}">
                  <a16:creationId xmlns:a16="http://schemas.microsoft.com/office/drawing/2014/main" id="{BBAF35A3-FAE4-ABFF-2A6C-04B70CFFEDFB}"/>
                </a:ext>
              </a:extLst>
            </p:cNvPr>
            <p:cNvSpPr/>
            <p:nvPr/>
          </p:nvSpPr>
          <p:spPr>
            <a:xfrm>
              <a:off x="224176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5">
              <a:extLst>
                <a:ext uri="{FF2B5EF4-FFF2-40B4-BE49-F238E27FC236}">
                  <a16:creationId xmlns:a16="http://schemas.microsoft.com/office/drawing/2014/main" id="{3448C389-29DC-96D0-35E8-71B4273DE6B6}"/>
                </a:ext>
              </a:extLst>
            </p:cNvPr>
            <p:cNvSpPr/>
            <p:nvPr/>
          </p:nvSpPr>
          <p:spPr>
            <a:xfrm>
              <a:off x="225120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6">
              <a:extLst>
                <a:ext uri="{FF2B5EF4-FFF2-40B4-BE49-F238E27FC236}">
                  <a16:creationId xmlns:a16="http://schemas.microsoft.com/office/drawing/2014/main" id="{053639D2-4072-186C-09BA-CA3554EA2516}"/>
                </a:ext>
              </a:extLst>
            </p:cNvPr>
            <p:cNvSpPr/>
            <p:nvPr/>
          </p:nvSpPr>
          <p:spPr>
            <a:xfrm>
              <a:off x="226064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7">
              <a:extLst>
                <a:ext uri="{FF2B5EF4-FFF2-40B4-BE49-F238E27FC236}">
                  <a16:creationId xmlns:a16="http://schemas.microsoft.com/office/drawing/2014/main" id="{DD0F03C7-A77D-81CE-A912-47C6F3C7D438}"/>
                </a:ext>
              </a:extLst>
            </p:cNvPr>
            <p:cNvSpPr/>
            <p:nvPr/>
          </p:nvSpPr>
          <p:spPr>
            <a:xfrm>
              <a:off x="227008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8">
              <a:extLst>
                <a:ext uri="{FF2B5EF4-FFF2-40B4-BE49-F238E27FC236}">
                  <a16:creationId xmlns:a16="http://schemas.microsoft.com/office/drawing/2014/main" id="{B7941306-A348-88DF-2F3E-0B5D92EABB14}"/>
                </a:ext>
              </a:extLst>
            </p:cNvPr>
            <p:cNvSpPr/>
            <p:nvPr/>
          </p:nvSpPr>
          <p:spPr>
            <a:xfrm>
              <a:off x="227952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89">
              <a:extLst>
                <a:ext uri="{FF2B5EF4-FFF2-40B4-BE49-F238E27FC236}">
                  <a16:creationId xmlns:a16="http://schemas.microsoft.com/office/drawing/2014/main" id="{8F62A687-EA9C-47B6-0CE3-383D14CB89EE}"/>
                </a:ext>
              </a:extLst>
            </p:cNvPr>
            <p:cNvSpPr/>
            <p:nvPr/>
          </p:nvSpPr>
          <p:spPr>
            <a:xfrm>
              <a:off x="228896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0">
              <a:extLst>
                <a:ext uri="{FF2B5EF4-FFF2-40B4-BE49-F238E27FC236}">
                  <a16:creationId xmlns:a16="http://schemas.microsoft.com/office/drawing/2014/main" id="{A423670A-3A7E-735B-E1AA-B6600F7D7504}"/>
                </a:ext>
              </a:extLst>
            </p:cNvPr>
            <p:cNvSpPr/>
            <p:nvPr/>
          </p:nvSpPr>
          <p:spPr>
            <a:xfrm>
              <a:off x="229840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1">
              <a:extLst>
                <a:ext uri="{FF2B5EF4-FFF2-40B4-BE49-F238E27FC236}">
                  <a16:creationId xmlns:a16="http://schemas.microsoft.com/office/drawing/2014/main" id="{B7755BB2-9ACD-42C7-6317-86057FE0C1F2}"/>
                </a:ext>
              </a:extLst>
            </p:cNvPr>
            <p:cNvSpPr/>
            <p:nvPr/>
          </p:nvSpPr>
          <p:spPr>
            <a:xfrm>
              <a:off x="230784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2">
              <a:extLst>
                <a:ext uri="{FF2B5EF4-FFF2-40B4-BE49-F238E27FC236}">
                  <a16:creationId xmlns:a16="http://schemas.microsoft.com/office/drawing/2014/main" id="{4C0F6FD7-77CF-1154-7E36-080C16C1521D}"/>
                </a:ext>
              </a:extLst>
            </p:cNvPr>
            <p:cNvSpPr/>
            <p:nvPr/>
          </p:nvSpPr>
          <p:spPr>
            <a:xfrm>
              <a:off x="231728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3">
              <a:extLst>
                <a:ext uri="{FF2B5EF4-FFF2-40B4-BE49-F238E27FC236}">
                  <a16:creationId xmlns:a16="http://schemas.microsoft.com/office/drawing/2014/main" id="{1E3AA112-96BC-CC20-C5B8-97DC5B3C7E2A}"/>
                </a:ext>
              </a:extLst>
            </p:cNvPr>
            <p:cNvSpPr/>
            <p:nvPr/>
          </p:nvSpPr>
          <p:spPr>
            <a:xfrm>
              <a:off x="232672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4">
              <a:extLst>
                <a:ext uri="{FF2B5EF4-FFF2-40B4-BE49-F238E27FC236}">
                  <a16:creationId xmlns:a16="http://schemas.microsoft.com/office/drawing/2014/main" id="{ED56C7E9-73DD-69DD-9C64-98347D63A2C3}"/>
                </a:ext>
              </a:extLst>
            </p:cNvPr>
            <p:cNvSpPr/>
            <p:nvPr/>
          </p:nvSpPr>
          <p:spPr>
            <a:xfrm>
              <a:off x="233616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5">
              <a:extLst>
                <a:ext uri="{FF2B5EF4-FFF2-40B4-BE49-F238E27FC236}">
                  <a16:creationId xmlns:a16="http://schemas.microsoft.com/office/drawing/2014/main" id="{7164065D-4F19-9DEB-CC7C-DE7731DC01A6}"/>
                </a:ext>
              </a:extLst>
            </p:cNvPr>
            <p:cNvSpPr/>
            <p:nvPr/>
          </p:nvSpPr>
          <p:spPr>
            <a:xfrm>
              <a:off x="234560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6">
              <a:extLst>
                <a:ext uri="{FF2B5EF4-FFF2-40B4-BE49-F238E27FC236}">
                  <a16:creationId xmlns:a16="http://schemas.microsoft.com/office/drawing/2014/main" id="{24E73345-EF90-67BE-6BA9-2D87B32982AB}"/>
                </a:ext>
              </a:extLst>
            </p:cNvPr>
            <p:cNvSpPr/>
            <p:nvPr/>
          </p:nvSpPr>
          <p:spPr>
            <a:xfrm>
              <a:off x="235504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7">
              <a:extLst>
                <a:ext uri="{FF2B5EF4-FFF2-40B4-BE49-F238E27FC236}">
                  <a16:creationId xmlns:a16="http://schemas.microsoft.com/office/drawing/2014/main" id="{8E607328-C73B-D3A2-6517-E59A18501EF4}"/>
                </a:ext>
              </a:extLst>
            </p:cNvPr>
            <p:cNvSpPr/>
            <p:nvPr/>
          </p:nvSpPr>
          <p:spPr>
            <a:xfrm>
              <a:off x="236448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8">
              <a:extLst>
                <a:ext uri="{FF2B5EF4-FFF2-40B4-BE49-F238E27FC236}">
                  <a16:creationId xmlns:a16="http://schemas.microsoft.com/office/drawing/2014/main" id="{4FC0F837-E455-27E5-FC6C-E52FF71C03EA}"/>
                </a:ext>
              </a:extLst>
            </p:cNvPr>
            <p:cNvSpPr/>
            <p:nvPr/>
          </p:nvSpPr>
          <p:spPr>
            <a:xfrm>
              <a:off x="237392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799">
              <a:extLst>
                <a:ext uri="{FF2B5EF4-FFF2-40B4-BE49-F238E27FC236}">
                  <a16:creationId xmlns:a16="http://schemas.microsoft.com/office/drawing/2014/main" id="{68D7D8C4-C893-2BA8-0632-CE22DC9C276F}"/>
                </a:ext>
              </a:extLst>
            </p:cNvPr>
            <p:cNvSpPr/>
            <p:nvPr/>
          </p:nvSpPr>
          <p:spPr>
            <a:xfrm>
              <a:off x="238336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0">
              <a:extLst>
                <a:ext uri="{FF2B5EF4-FFF2-40B4-BE49-F238E27FC236}">
                  <a16:creationId xmlns:a16="http://schemas.microsoft.com/office/drawing/2014/main" id="{7D588B76-2553-A639-52D7-C06A179F1966}"/>
                </a:ext>
              </a:extLst>
            </p:cNvPr>
            <p:cNvSpPr/>
            <p:nvPr/>
          </p:nvSpPr>
          <p:spPr>
            <a:xfrm>
              <a:off x="239280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1">
              <a:extLst>
                <a:ext uri="{FF2B5EF4-FFF2-40B4-BE49-F238E27FC236}">
                  <a16:creationId xmlns:a16="http://schemas.microsoft.com/office/drawing/2014/main" id="{725F8E47-5733-54CB-EFA6-90B08BA0B0E0}"/>
                </a:ext>
              </a:extLst>
            </p:cNvPr>
            <p:cNvSpPr/>
            <p:nvPr/>
          </p:nvSpPr>
          <p:spPr>
            <a:xfrm>
              <a:off x="240224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2">
              <a:extLst>
                <a:ext uri="{FF2B5EF4-FFF2-40B4-BE49-F238E27FC236}">
                  <a16:creationId xmlns:a16="http://schemas.microsoft.com/office/drawing/2014/main" id="{1276C29B-25FE-57D3-A03A-6F93CF40853F}"/>
                </a:ext>
              </a:extLst>
            </p:cNvPr>
            <p:cNvSpPr/>
            <p:nvPr/>
          </p:nvSpPr>
          <p:spPr>
            <a:xfrm>
              <a:off x="241168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3">
              <a:extLst>
                <a:ext uri="{FF2B5EF4-FFF2-40B4-BE49-F238E27FC236}">
                  <a16:creationId xmlns:a16="http://schemas.microsoft.com/office/drawing/2014/main" id="{4506A8C6-92D6-DEED-0EA4-FF61B3A0FE8F}"/>
                </a:ext>
              </a:extLst>
            </p:cNvPr>
            <p:cNvSpPr/>
            <p:nvPr/>
          </p:nvSpPr>
          <p:spPr>
            <a:xfrm>
              <a:off x="243056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4">
              <a:extLst>
                <a:ext uri="{FF2B5EF4-FFF2-40B4-BE49-F238E27FC236}">
                  <a16:creationId xmlns:a16="http://schemas.microsoft.com/office/drawing/2014/main" id="{89652872-72C0-D9D1-9136-31718C53EA0B}"/>
                </a:ext>
              </a:extLst>
            </p:cNvPr>
            <p:cNvSpPr/>
            <p:nvPr/>
          </p:nvSpPr>
          <p:spPr>
            <a:xfrm>
              <a:off x="2430569" y="1289302"/>
              <a:ext cx="915958" cy="914400"/>
            </a:xfrm>
            <a:custGeom>
              <a:avLst/>
              <a:gdLst/>
              <a:ahLst/>
              <a:cxnLst/>
              <a:rect l="0" t="0" r="0" b="0"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5">
              <a:extLst>
                <a:ext uri="{FF2B5EF4-FFF2-40B4-BE49-F238E27FC236}">
                  <a16:creationId xmlns:a16="http://schemas.microsoft.com/office/drawing/2014/main" id="{DD28E8AF-3F33-1989-1DC7-D477EA37666A}"/>
                </a:ext>
              </a:extLst>
            </p:cNvPr>
            <p:cNvSpPr/>
            <p:nvPr/>
          </p:nvSpPr>
          <p:spPr>
            <a:xfrm>
              <a:off x="323298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6">
              <a:extLst>
                <a:ext uri="{FF2B5EF4-FFF2-40B4-BE49-F238E27FC236}">
                  <a16:creationId xmlns:a16="http://schemas.microsoft.com/office/drawing/2014/main" id="{EAC507D2-13D9-41F4-A685-662B2D65F79C}"/>
                </a:ext>
              </a:extLst>
            </p:cNvPr>
            <p:cNvSpPr/>
            <p:nvPr/>
          </p:nvSpPr>
          <p:spPr>
            <a:xfrm>
              <a:off x="3242429" y="128930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399" y="909627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7">
              <a:extLst>
                <a:ext uri="{FF2B5EF4-FFF2-40B4-BE49-F238E27FC236}">
                  <a16:creationId xmlns:a16="http://schemas.microsoft.com/office/drawing/2014/main" id="{9A56F02F-6557-BEF4-AFEE-546322CE1128}"/>
                </a:ext>
              </a:extLst>
            </p:cNvPr>
            <p:cNvSpPr/>
            <p:nvPr/>
          </p:nvSpPr>
          <p:spPr>
            <a:xfrm>
              <a:off x="325187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8">
              <a:extLst>
                <a:ext uri="{FF2B5EF4-FFF2-40B4-BE49-F238E27FC236}">
                  <a16:creationId xmlns:a16="http://schemas.microsoft.com/office/drawing/2014/main" id="{ED108E1C-8D06-7F0F-54F8-18C0C8433A78}"/>
                </a:ext>
              </a:extLst>
            </p:cNvPr>
            <p:cNvSpPr/>
            <p:nvPr/>
          </p:nvSpPr>
          <p:spPr>
            <a:xfrm>
              <a:off x="326131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400" y="908656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09">
              <a:extLst>
                <a:ext uri="{FF2B5EF4-FFF2-40B4-BE49-F238E27FC236}">
                  <a16:creationId xmlns:a16="http://schemas.microsoft.com/office/drawing/2014/main" id="{F4A37496-8DD6-60E3-3D23-25C443C8C58F}"/>
                </a:ext>
              </a:extLst>
            </p:cNvPr>
            <p:cNvSpPr/>
            <p:nvPr/>
          </p:nvSpPr>
          <p:spPr>
            <a:xfrm>
              <a:off x="327075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0">
              <a:extLst>
                <a:ext uri="{FF2B5EF4-FFF2-40B4-BE49-F238E27FC236}">
                  <a16:creationId xmlns:a16="http://schemas.microsoft.com/office/drawing/2014/main" id="{429BB852-8DBE-BE25-5CA3-DFA333BB1415}"/>
                </a:ext>
              </a:extLst>
            </p:cNvPr>
            <p:cNvSpPr/>
            <p:nvPr/>
          </p:nvSpPr>
          <p:spPr>
            <a:xfrm>
              <a:off x="328019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1">
              <a:extLst>
                <a:ext uri="{FF2B5EF4-FFF2-40B4-BE49-F238E27FC236}">
                  <a16:creationId xmlns:a16="http://schemas.microsoft.com/office/drawing/2014/main" id="{52418170-3EF4-1709-9BE1-A28CF5520D2D}"/>
                </a:ext>
              </a:extLst>
            </p:cNvPr>
            <p:cNvSpPr/>
            <p:nvPr/>
          </p:nvSpPr>
          <p:spPr>
            <a:xfrm>
              <a:off x="3289631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2">
              <a:extLst>
                <a:ext uri="{FF2B5EF4-FFF2-40B4-BE49-F238E27FC236}">
                  <a16:creationId xmlns:a16="http://schemas.microsoft.com/office/drawing/2014/main" id="{7B6563C7-4DB5-A2BD-EB6E-BBF1481071E0}"/>
                </a:ext>
              </a:extLst>
            </p:cNvPr>
            <p:cNvSpPr/>
            <p:nvPr/>
          </p:nvSpPr>
          <p:spPr>
            <a:xfrm>
              <a:off x="3299071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3">
              <a:extLst>
                <a:ext uri="{FF2B5EF4-FFF2-40B4-BE49-F238E27FC236}">
                  <a16:creationId xmlns:a16="http://schemas.microsoft.com/office/drawing/2014/main" id="{6AFFCB65-E707-C004-E053-802B3815B09D}"/>
                </a:ext>
              </a:extLst>
            </p:cNvPr>
            <p:cNvSpPr/>
            <p:nvPr/>
          </p:nvSpPr>
          <p:spPr>
            <a:xfrm>
              <a:off x="3308511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4">
              <a:extLst>
                <a:ext uri="{FF2B5EF4-FFF2-40B4-BE49-F238E27FC236}">
                  <a16:creationId xmlns:a16="http://schemas.microsoft.com/office/drawing/2014/main" id="{B8C7DABF-BAB0-1BFB-F797-0C870273539C}"/>
                </a:ext>
              </a:extLst>
            </p:cNvPr>
            <p:cNvSpPr/>
            <p:nvPr/>
          </p:nvSpPr>
          <p:spPr>
            <a:xfrm>
              <a:off x="3317951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5">
              <a:extLst>
                <a:ext uri="{FF2B5EF4-FFF2-40B4-BE49-F238E27FC236}">
                  <a16:creationId xmlns:a16="http://schemas.microsoft.com/office/drawing/2014/main" id="{19316CFA-4354-452B-DB8B-4F8336E150B8}"/>
                </a:ext>
              </a:extLst>
            </p:cNvPr>
            <p:cNvSpPr/>
            <p:nvPr/>
          </p:nvSpPr>
          <p:spPr>
            <a:xfrm>
              <a:off x="3327392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6">
              <a:extLst>
                <a:ext uri="{FF2B5EF4-FFF2-40B4-BE49-F238E27FC236}">
                  <a16:creationId xmlns:a16="http://schemas.microsoft.com/office/drawing/2014/main" id="{C64B2169-9C79-E142-EC15-35AE8CFD71D5}"/>
                </a:ext>
              </a:extLst>
            </p:cNvPr>
            <p:cNvSpPr/>
            <p:nvPr/>
          </p:nvSpPr>
          <p:spPr>
            <a:xfrm>
              <a:off x="3336832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7">
              <a:extLst>
                <a:ext uri="{FF2B5EF4-FFF2-40B4-BE49-F238E27FC236}">
                  <a16:creationId xmlns:a16="http://schemas.microsoft.com/office/drawing/2014/main" id="{99B0474F-F9C5-188B-CE6B-BC377AF67D69}"/>
                </a:ext>
              </a:extLst>
            </p:cNvPr>
            <p:cNvSpPr/>
            <p:nvPr/>
          </p:nvSpPr>
          <p:spPr>
            <a:xfrm>
              <a:off x="3346272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8">
              <a:extLst>
                <a:ext uri="{FF2B5EF4-FFF2-40B4-BE49-F238E27FC236}">
                  <a16:creationId xmlns:a16="http://schemas.microsoft.com/office/drawing/2014/main" id="{8D54404B-5EFE-BB28-8251-3E915A3539C0}"/>
                </a:ext>
              </a:extLst>
            </p:cNvPr>
            <p:cNvSpPr/>
            <p:nvPr/>
          </p:nvSpPr>
          <p:spPr>
            <a:xfrm>
              <a:off x="3355712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19">
              <a:extLst>
                <a:ext uri="{FF2B5EF4-FFF2-40B4-BE49-F238E27FC236}">
                  <a16:creationId xmlns:a16="http://schemas.microsoft.com/office/drawing/2014/main" id="{505168DC-E57C-CDB0-0B3F-CB9D80C80F4E}"/>
                </a:ext>
              </a:extLst>
            </p:cNvPr>
            <p:cNvSpPr/>
            <p:nvPr/>
          </p:nvSpPr>
          <p:spPr>
            <a:xfrm>
              <a:off x="3365153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0">
              <a:extLst>
                <a:ext uri="{FF2B5EF4-FFF2-40B4-BE49-F238E27FC236}">
                  <a16:creationId xmlns:a16="http://schemas.microsoft.com/office/drawing/2014/main" id="{BC9C5180-CB43-7C24-7A81-F77EE75D4941}"/>
                </a:ext>
              </a:extLst>
            </p:cNvPr>
            <p:cNvSpPr/>
            <p:nvPr/>
          </p:nvSpPr>
          <p:spPr>
            <a:xfrm>
              <a:off x="3374593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1">
              <a:extLst>
                <a:ext uri="{FF2B5EF4-FFF2-40B4-BE49-F238E27FC236}">
                  <a16:creationId xmlns:a16="http://schemas.microsoft.com/office/drawing/2014/main" id="{BE600596-10A2-0E97-D410-092261D2287A}"/>
                </a:ext>
              </a:extLst>
            </p:cNvPr>
            <p:cNvSpPr/>
            <p:nvPr/>
          </p:nvSpPr>
          <p:spPr>
            <a:xfrm>
              <a:off x="3384033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2">
              <a:extLst>
                <a:ext uri="{FF2B5EF4-FFF2-40B4-BE49-F238E27FC236}">
                  <a16:creationId xmlns:a16="http://schemas.microsoft.com/office/drawing/2014/main" id="{2813E07D-0D71-5C6D-0A8A-FCBBF6C4AAE0}"/>
                </a:ext>
              </a:extLst>
            </p:cNvPr>
            <p:cNvSpPr/>
            <p:nvPr/>
          </p:nvSpPr>
          <p:spPr>
            <a:xfrm>
              <a:off x="338403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3">
              <a:extLst>
                <a:ext uri="{FF2B5EF4-FFF2-40B4-BE49-F238E27FC236}">
                  <a16:creationId xmlns:a16="http://schemas.microsoft.com/office/drawing/2014/main" id="{877CB115-B4C4-2C8B-D6D3-1CDB35D61322}"/>
                </a:ext>
              </a:extLst>
            </p:cNvPr>
            <p:cNvSpPr/>
            <p:nvPr/>
          </p:nvSpPr>
          <p:spPr>
            <a:xfrm>
              <a:off x="339347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4">
              <a:extLst>
                <a:ext uri="{FF2B5EF4-FFF2-40B4-BE49-F238E27FC236}">
                  <a16:creationId xmlns:a16="http://schemas.microsoft.com/office/drawing/2014/main" id="{65B124B7-AF8C-36AC-CB3F-D6E95A1FE437}"/>
                </a:ext>
              </a:extLst>
            </p:cNvPr>
            <p:cNvSpPr/>
            <p:nvPr/>
          </p:nvSpPr>
          <p:spPr>
            <a:xfrm>
              <a:off x="340291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5">
              <a:extLst>
                <a:ext uri="{FF2B5EF4-FFF2-40B4-BE49-F238E27FC236}">
                  <a16:creationId xmlns:a16="http://schemas.microsoft.com/office/drawing/2014/main" id="{0EBDB961-BA95-47FD-456B-E85D558A57CE}"/>
                </a:ext>
              </a:extLst>
            </p:cNvPr>
            <p:cNvSpPr/>
            <p:nvPr/>
          </p:nvSpPr>
          <p:spPr>
            <a:xfrm>
              <a:off x="341235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6">
              <a:extLst>
                <a:ext uri="{FF2B5EF4-FFF2-40B4-BE49-F238E27FC236}">
                  <a16:creationId xmlns:a16="http://schemas.microsoft.com/office/drawing/2014/main" id="{E0B3B212-BBD9-2FB5-A118-8D12D8AEA532}"/>
                </a:ext>
              </a:extLst>
            </p:cNvPr>
            <p:cNvSpPr/>
            <p:nvPr/>
          </p:nvSpPr>
          <p:spPr>
            <a:xfrm>
              <a:off x="342179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7">
              <a:extLst>
                <a:ext uri="{FF2B5EF4-FFF2-40B4-BE49-F238E27FC236}">
                  <a16:creationId xmlns:a16="http://schemas.microsoft.com/office/drawing/2014/main" id="{CE31BBB0-6B72-6EA2-07AE-C5733F8B1D49}"/>
                </a:ext>
              </a:extLst>
            </p:cNvPr>
            <p:cNvSpPr/>
            <p:nvPr/>
          </p:nvSpPr>
          <p:spPr>
            <a:xfrm>
              <a:off x="343123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8">
              <a:extLst>
                <a:ext uri="{FF2B5EF4-FFF2-40B4-BE49-F238E27FC236}">
                  <a16:creationId xmlns:a16="http://schemas.microsoft.com/office/drawing/2014/main" id="{2668E176-8257-C41E-AC8A-3535DA97969F}"/>
                </a:ext>
              </a:extLst>
            </p:cNvPr>
            <p:cNvSpPr/>
            <p:nvPr/>
          </p:nvSpPr>
          <p:spPr>
            <a:xfrm>
              <a:off x="344067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29">
              <a:extLst>
                <a:ext uri="{FF2B5EF4-FFF2-40B4-BE49-F238E27FC236}">
                  <a16:creationId xmlns:a16="http://schemas.microsoft.com/office/drawing/2014/main" id="{E144EFEB-EE91-DB22-1CA3-E700DE3842FD}"/>
                </a:ext>
              </a:extLst>
            </p:cNvPr>
            <p:cNvSpPr/>
            <p:nvPr/>
          </p:nvSpPr>
          <p:spPr>
            <a:xfrm>
              <a:off x="345011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0">
              <a:extLst>
                <a:ext uri="{FF2B5EF4-FFF2-40B4-BE49-F238E27FC236}">
                  <a16:creationId xmlns:a16="http://schemas.microsoft.com/office/drawing/2014/main" id="{0027A1AB-FDC9-48D4-EB85-3320DACD42FE}"/>
                </a:ext>
              </a:extLst>
            </p:cNvPr>
            <p:cNvSpPr/>
            <p:nvPr/>
          </p:nvSpPr>
          <p:spPr>
            <a:xfrm>
              <a:off x="345955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1">
              <a:extLst>
                <a:ext uri="{FF2B5EF4-FFF2-40B4-BE49-F238E27FC236}">
                  <a16:creationId xmlns:a16="http://schemas.microsoft.com/office/drawing/2014/main" id="{8616B52F-77D2-A9CC-7C03-CD30F78846C1}"/>
                </a:ext>
              </a:extLst>
            </p:cNvPr>
            <p:cNvSpPr/>
            <p:nvPr/>
          </p:nvSpPr>
          <p:spPr>
            <a:xfrm>
              <a:off x="346899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2">
              <a:extLst>
                <a:ext uri="{FF2B5EF4-FFF2-40B4-BE49-F238E27FC236}">
                  <a16:creationId xmlns:a16="http://schemas.microsoft.com/office/drawing/2014/main" id="{E6CCE198-BEE8-7211-B703-7E5E361BBD9C}"/>
                </a:ext>
              </a:extLst>
            </p:cNvPr>
            <p:cNvSpPr/>
            <p:nvPr/>
          </p:nvSpPr>
          <p:spPr>
            <a:xfrm>
              <a:off x="347843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3">
              <a:extLst>
                <a:ext uri="{FF2B5EF4-FFF2-40B4-BE49-F238E27FC236}">
                  <a16:creationId xmlns:a16="http://schemas.microsoft.com/office/drawing/2014/main" id="{544F40D9-3D16-FA0F-4CAC-48920B8CE081}"/>
                </a:ext>
              </a:extLst>
            </p:cNvPr>
            <p:cNvSpPr/>
            <p:nvPr/>
          </p:nvSpPr>
          <p:spPr>
            <a:xfrm>
              <a:off x="348787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4">
              <a:extLst>
                <a:ext uri="{FF2B5EF4-FFF2-40B4-BE49-F238E27FC236}">
                  <a16:creationId xmlns:a16="http://schemas.microsoft.com/office/drawing/2014/main" id="{75325A73-55BD-6619-F6E9-7E6D7E142864}"/>
                </a:ext>
              </a:extLst>
            </p:cNvPr>
            <p:cNvSpPr/>
            <p:nvPr/>
          </p:nvSpPr>
          <p:spPr>
            <a:xfrm>
              <a:off x="349731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5">
              <a:extLst>
                <a:ext uri="{FF2B5EF4-FFF2-40B4-BE49-F238E27FC236}">
                  <a16:creationId xmlns:a16="http://schemas.microsoft.com/office/drawing/2014/main" id="{1FCCF5E8-3D95-7A30-DEBC-C5EA67F28EF2}"/>
                </a:ext>
              </a:extLst>
            </p:cNvPr>
            <p:cNvSpPr/>
            <p:nvPr/>
          </p:nvSpPr>
          <p:spPr>
            <a:xfrm>
              <a:off x="350675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6">
              <a:extLst>
                <a:ext uri="{FF2B5EF4-FFF2-40B4-BE49-F238E27FC236}">
                  <a16:creationId xmlns:a16="http://schemas.microsoft.com/office/drawing/2014/main" id="{B0B3E70D-5185-73B8-4DB4-5DDCA7F87B45}"/>
                </a:ext>
              </a:extLst>
            </p:cNvPr>
            <p:cNvSpPr/>
            <p:nvPr/>
          </p:nvSpPr>
          <p:spPr>
            <a:xfrm>
              <a:off x="351619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7">
              <a:extLst>
                <a:ext uri="{FF2B5EF4-FFF2-40B4-BE49-F238E27FC236}">
                  <a16:creationId xmlns:a16="http://schemas.microsoft.com/office/drawing/2014/main" id="{9C7C191B-2127-9C9F-5859-98AEBA7FD7F7}"/>
                </a:ext>
              </a:extLst>
            </p:cNvPr>
            <p:cNvSpPr/>
            <p:nvPr/>
          </p:nvSpPr>
          <p:spPr>
            <a:xfrm>
              <a:off x="352563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8">
              <a:extLst>
                <a:ext uri="{FF2B5EF4-FFF2-40B4-BE49-F238E27FC236}">
                  <a16:creationId xmlns:a16="http://schemas.microsoft.com/office/drawing/2014/main" id="{5CBA3DE3-3CA6-2B0A-0F75-3BA386EFE66D}"/>
                </a:ext>
              </a:extLst>
            </p:cNvPr>
            <p:cNvSpPr/>
            <p:nvPr/>
          </p:nvSpPr>
          <p:spPr>
            <a:xfrm>
              <a:off x="353507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39">
              <a:extLst>
                <a:ext uri="{FF2B5EF4-FFF2-40B4-BE49-F238E27FC236}">
                  <a16:creationId xmlns:a16="http://schemas.microsoft.com/office/drawing/2014/main" id="{68667B8D-1A58-333B-CF43-57A02CF5BD97}"/>
                </a:ext>
              </a:extLst>
            </p:cNvPr>
            <p:cNvSpPr/>
            <p:nvPr/>
          </p:nvSpPr>
          <p:spPr>
            <a:xfrm>
              <a:off x="354451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0">
              <a:extLst>
                <a:ext uri="{FF2B5EF4-FFF2-40B4-BE49-F238E27FC236}">
                  <a16:creationId xmlns:a16="http://schemas.microsoft.com/office/drawing/2014/main" id="{648447AD-9741-3E82-F3E1-02BE4C529EE5}"/>
                </a:ext>
              </a:extLst>
            </p:cNvPr>
            <p:cNvSpPr/>
            <p:nvPr/>
          </p:nvSpPr>
          <p:spPr>
            <a:xfrm>
              <a:off x="355395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1">
              <a:extLst>
                <a:ext uri="{FF2B5EF4-FFF2-40B4-BE49-F238E27FC236}">
                  <a16:creationId xmlns:a16="http://schemas.microsoft.com/office/drawing/2014/main" id="{7CCF94DB-D209-A70C-7426-F766F58F3A5E}"/>
                </a:ext>
              </a:extLst>
            </p:cNvPr>
            <p:cNvSpPr/>
            <p:nvPr/>
          </p:nvSpPr>
          <p:spPr>
            <a:xfrm>
              <a:off x="356339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2">
              <a:extLst>
                <a:ext uri="{FF2B5EF4-FFF2-40B4-BE49-F238E27FC236}">
                  <a16:creationId xmlns:a16="http://schemas.microsoft.com/office/drawing/2014/main" id="{7AEE3440-4FB5-CDD1-D32B-347D9CA319EA}"/>
                </a:ext>
              </a:extLst>
            </p:cNvPr>
            <p:cNvSpPr/>
            <p:nvPr/>
          </p:nvSpPr>
          <p:spPr>
            <a:xfrm>
              <a:off x="357283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3">
              <a:extLst>
                <a:ext uri="{FF2B5EF4-FFF2-40B4-BE49-F238E27FC236}">
                  <a16:creationId xmlns:a16="http://schemas.microsoft.com/office/drawing/2014/main" id="{5361BE18-F4AC-B716-179E-87956D51D483}"/>
                </a:ext>
              </a:extLst>
            </p:cNvPr>
            <p:cNvSpPr/>
            <p:nvPr/>
          </p:nvSpPr>
          <p:spPr>
            <a:xfrm>
              <a:off x="358227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4">
              <a:extLst>
                <a:ext uri="{FF2B5EF4-FFF2-40B4-BE49-F238E27FC236}">
                  <a16:creationId xmlns:a16="http://schemas.microsoft.com/office/drawing/2014/main" id="{DDC206F7-7382-FBF1-1796-3C48C25F4A55}"/>
                </a:ext>
              </a:extLst>
            </p:cNvPr>
            <p:cNvSpPr/>
            <p:nvPr/>
          </p:nvSpPr>
          <p:spPr>
            <a:xfrm>
              <a:off x="359171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5">
              <a:extLst>
                <a:ext uri="{FF2B5EF4-FFF2-40B4-BE49-F238E27FC236}">
                  <a16:creationId xmlns:a16="http://schemas.microsoft.com/office/drawing/2014/main" id="{1CF937EF-2877-6EB4-E8CE-15D07AB60E72}"/>
                </a:ext>
              </a:extLst>
            </p:cNvPr>
            <p:cNvSpPr/>
            <p:nvPr/>
          </p:nvSpPr>
          <p:spPr>
            <a:xfrm>
              <a:off x="360115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6">
              <a:extLst>
                <a:ext uri="{FF2B5EF4-FFF2-40B4-BE49-F238E27FC236}">
                  <a16:creationId xmlns:a16="http://schemas.microsoft.com/office/drawing/2014/main" id="{717CF204-B6B4-08F9-0C56-52E13506E732}"/>
                </a:ext>
              </a:extLst>
            </p:cNvPr>
            <p:cNvSpPr/>
            <p:nvPr/>
          </p:nvSpPr>
          <p:spPr>
            <a:xfrm>
              <a:off x="361059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7">
              <a:extLst>
                <a:ext uri="{FF2B5EF4-FFF2-40B4-BE49-F238E27FC236}">
                  <a16:creationId xmlns:a16="http://schemas.microsoft.com/office/drawing/2014/main" id="{BF343E5C-2B04-20D8-0D76-7A197E00ED6B}"/>
                </a:ext>
              </a:extLst>
            </p:cNvPr>
            <p:cNvSpPr/>
            <p:nvPr/>
          </p:nvSpPr>
          <p:spPr>
            <a:xfrm>
              <a:off x="362003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8">
              <a:extLst>
                <a:ext uri="{FF2B5EF4-FFF2-40B4-BE49-F238E27FC236}">
                  <a16:creationId xmlns:a16="http://schemas.microsoft.com/office/drawing/2014/main" id="{6272890F-5841-4084-C637-ED27626D9611}"/>
                </a:ext>
              </a:extLst>
            </p:cNvPr>
            <p:cNvSpPr/>
            <p:nvPr/>
          </p:nvSpPr>
          <p:spPr>
            <a:xfrm>
              <a:off x="362947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49">
              <a:extLst>
                <a:ext uri="{FF2B5EF4-FFF2-40B4-BE49-F238E27FC236}">
                  <a16:creationId xmlns:a16="http://schemas.microsoft.com/office/drawing/2014/main" id="{C7234224-3267-2AF1-F688-83300D149663}"/>
                </a:ext>
              </a:extLst>
            </p:cNvPr>
            <p:cNvSpPr/>
            <p:nvPr/>
          </p:nvSpPr>
          <p:spPr>
            <a:xfrm>
              <a:off x="363891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0">
              <a:extLst>
                <a:ext uri="{FF2B5EF4-FFF2-40B4-BE49-F238E27FC236}">
                  <a16:creationId xmlns:a16="http://schemas.microsoft.com/office/drawing/2014/main" id="{D4A02480-DE31-62A7-727E-58847D476FA0}"/>
                </a:ext>
              </a:extLst>
            </p:cNvPr>
            <p:cNvSpPr/>
            <p:nvPr/>
          </p:nvSpPr>
          <p:spPr>
            <a:xfrm>
              <a:off x="364836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1">
              <a:extLst>
                <a:ext uri="{FF2B5EF4-FFF2-40B4-BE49-F238E27FC236}">
                  <a16:creationId xmlns:a16="http://schemas.microsoft.com/office/drawing/2014/main" id="{EACC4B5F-549D-0B61-BC9A-34BF458924D2}"/>
                </a:ext>
              </a:extLst>
            </p:cNvPr>
            <p:cNvSpPr/>
            <p:nvPr/>
          </p:nvSpPr>
          <p:spPr>
            <a:xfrm>
              <a:off x="365780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2">
              <a:extLst>
                <a:ext uri="{FF2B5EF4-FFF2-40B4-BE49-F238E27FC236}">
                  <a16:creationId xmlns:a16="http://schemas.microsoft.com/office/drawing/2014/main" id="{5570D66E-AE53-C842-71AB-4130D092C258}"/>
                </a:ext>
              </a:extLst>
            </p:cNvPr>
            <p:cNvSpPr/>
            <p:nvPr/>
          </p:nvSpPr>
          <p:spPr>
            <a:xfrm>
              <a:off x="366724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3">
              <a:extLst>
                <a:ext uri="{FF2B5EF4-FFF2-40B4-BE49-F238E27FC236}">
                  <a16:creationId xmlns:a16="http://schemas.microsoft.com/office/drawing/2014/main" id="{63790D5F-0E61-665E-C4CB-314A3B29EE66}"/>
                </a:ext>
              </a:extLst>
            </p:cNvPr>
            <p:cNvSpPr/>
            <p:nvPr/>
          </p:nvSpPr>
          <p:spPr>
            <a:xfrm>
              <a:off x="367668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4">
              <a:extLst>
                <a:ext uri="{FF2B5EF4-FFF2-40B4-BE49-F238E27FC236}">
                  <a16:creationId xmlns:a16="http://schemas.microsoft.com/office/drawing/2014/main" id="{4B0814B4-8C56-D502-0CD1-0E9B39016B77}"/>
                </a:ext>
              </a:extLst>
            </p:cNvPr>
            <p:cNvSpPr/>
            <p:nvPr/>
          </p:nvSpPr>
          <p:spPr>
            <a:xfrm>
              <a:off x="368612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5">
              <a:extLst>
                <a:ext uri="{FF2B5EF4-FFF2-40B4-BE49-F238E27FC236}">
                  <a16:creationId xmlns:a16="http://schemas.microsoft.com/office/drawing/2014/main" id="{1180C216-E057-C682-8178-A70EA4E7716C}"/>
                </a:ext>
              </a:extLst>
            </p:cNvPr>
            <p:cNvSpPr/>
            <p:nvPr/>
          </p:nvSpPr>
          <p:spPr>
            <a:xfrm>
              <a:off x="369556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6">
              <a:extLst>
                <a:ext uri="{FF2B5EF4-FFF2-40B4-BE49-F238E27FC236}">
                  <a16:creationId xmlns:a16="http://schemas.microsoft.com/office/drawing/2014/main" id="{44BED066-AAC4-9806-1D96-16D07F31FF66}"/>
                </a:ext>
              </a:extLst>
            </p:cNvPr>
            <p:cNvSpPr/>
            <p:nvPr/>
          </p:nvSpPr>
          <p:spPr>
            <a:xfrm>
              <a:off x="370500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7">
              <a:extLst>
                <a:ext uri="{FF2B5EF4-FFF2-40B4-BE49-F238E27FC236}">
                  <a16:creationId xmlns:a16="http://schemas.microsoft.com/office/drawing/2014/main" id="{333282B2-BB37-9B58-3962-004E829118CD}"/>
                </a:ext>
              </a:extLst>
            </p:cNvPr>
            <p:cNvSpPr/>
            <p:nvPr/>
          </p:nvSpPr>
          <p:spPr>
            <a:xfrm>
              <a:off x="371444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8">
              <a:extLst>
                <a:ext uri="{FF2B5EF4-FFF2-40B4-BE49-F238E27FC236}">
                  <a16:creationId xmlns:a16="http://schemas.microsoft.com/office/drawing/2014/main" id="{447D9B1A-6D61-C57A-395F-F0F3040A654B}"/>
                </a:ext>
              </a:extLst>
            </p:cNvPr>
            <p:cNvSpPr/>
            <p:nvPr/>
          </p:nvSpPr>
          <p:spPr>
            <a:xfrm>
              <a:off x="372388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59">
              <a:extLst>
                <a:ext uri="{FF2B5EF4-FFF2-40B4-BE49-F238E27FC236}">
                  <a16:creationId xmlns:a16="http://schemas.microsoft.com/office/drawing/2014/main" id="{EBBD4CCD-6B6A-9776-5D44-CEA06B9BE17E}"/>
                </a:ext>
              </a:extLst>
            </p:cNvPr>
            <p:cNvSpPr/>
            <p:nvPr/>
          </p:nvSpPr>
          <p:spPr>
            <a:xfrm>
              <a:off x="373332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0">
              <a:extLst>
                <a:ext uri="{FF2B5EF4-FFF2-40B4-BE49-F238E27FC236}">
                  <a16:creationId xmlns:a16="http://schemas.microsoft.com/office/drawing/2014/main" id="{B3DB2AA0-845F-C654-1D6B-E2BCDC5C1513}"/>
                </a:ext>
              </a:extLst>
            </p:cNvPr>
            <p:cNvSpPr/>
            <p:nvPr/>
          </p:nvSpPr>
          <p:spPr>
            <a:xfrm>
              <a:off x="374276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1">
              <a:extLst>
                <a:ext uri="{FF2B5EF4-FFF2-40B4-BE49-F238E27FC236}">
                  <a16:creationId xmlns:a16="http://schemas.microsoft.com/office/drawing/2014/main" id="{C784708D-1E60-48F4-87D1-A0DC4CE6834B}"/>
                </a:ext>
              </a:extLst>
            </p:cNvPr>
            <p:cNvSpPr/>
            <p:nvPr/>
          </p:nvSpPr>
          <p:spPr>
            <a:xfrm>
              <a:off x="375220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2">
              <a:extLst>
                <a:ext uri="{FF2B5EF4-FFF2-40B4-BE49-F238E27FC236}">
                  <a16:creationId xmlns:a16="http://schemas.microsoft.com/office/drawing/2014/main" id="{754D8C95-D8FD-D9B9-7B8C-383482236C68}"/>
                </a:ext>
              </a:extLst>
            </p:cNvPr>
            <p:cNvSpPr/>
            <p:nvPr/>
          </p:nvSpPr>
          <p:spPr>
            <a:xfrm>
              <a:off x="376164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3">
              <a:extLst>
                <a:ext uri="{FF2B5EF4-FFF2-40B4-BE49-F238E27FC236}">
                  <a16:creationId xmlns:a16="http://schemas.microsoft.com/office/drawing/2014/main" id="{5256DFD8-DB69-68F1-A8E1-9BC99D10094B}"/>
                </a:ext>
              </a:extLst>
            </p:cNvPr>
            <p:cNvSpPr/>
            <p:nvPr/>
          </p:nvSpPr>
          <p:spPr>
            <a:xfrm>
              <a:off x="377108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4">
              <a:extLst>
                <a:ext uri="{FF2B5EF4-FFF2-40B4-BE49-F238E27FC236}">
                  <a16:creationId xmlns:a16="http://schemas.microsoft.com/office/drawing/2014/main" id="{584068A4-620E-942C-42C4-55B55D06E3E7}"/>
                </a:ext>
              </a:extLst>
            </p:cNvPr>
            <p:cNvSpPr/>
            <p:nvPr/>
          </p:nvSpPr>
          <p:spPr>
            <a:xfrm>
              <a:off x="378052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5">
              <a:extLst>
                <a:ext uri="{FF2B5EF4-FFF2-40B4-BE49-F238E27FC236}">
                  <a16:creationId xmlns:a16="http://schemas.microsoft.com/office/drawing/2014/main" id="{8868F5EF-B45D-0709-9BCC-F3DF7CE3E94B}"/>
                </a:ext>
              </a:extLst>
            </p:cNvPr>
            <p:cNvSpPr/>
            <p:nvPr/>
          </p:nvSpPr>
          <p:spPr>
            <a:xfrm>
              <a:off x="378996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6">
              <a:extLst>
                <a:ext uri="{FF2B5EF4-FFF2-40B4-BE49-F238E27FC236}">
                  <a16:creationId xmlns:a16="http://schemas.microsoft.com/office/drawing/2014/main" id="{B538F70F-907C-96AA-418C-1BE9AC752D39}"/>
                </a:ext>
              </a:extLst>
            </p:cNvPr>
            <p:cNvSpPr/>
            <p:nvPr/>
          </p:nvSpPr>
          <p:spPr>
            <a:xfrm>
              <a:off x="379940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7">
              <a:extLst>
                <a:ext uri="{FF2B5EF4-FFF2-40B4-BE49-F238E27FC236}">
                  <a16:creationId xmlns:a16="http://schemas.microsoft.com/office/drawing/2014/main" id="{F2A1D3DF-657D-F0E4-7862-BAC805EFE434}"/>
                </a:ext>
              </a:extLst>
            </p:cNvPr>
            <p:cNvSpPr/>
            <p:nvPr/>
          </p:nvSpPr>
          <p:spPr>
            <a:xfrm>
              <a:off x="3808844" y="128930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8">
              <a:extLst>
                <a:ext uri="{FF2B5EF4-FFF2-40B4-BE49-F238E27FC236}">
                  <a16:creationId xmlns:a16="http://schemas.microsoft.com/office/drawing/2014/main" id="{A5BB662C-937E-5A84-9843-B8CE8E6099B9}"/>
                </a:ext>
              </a:extLst>
            </p:cNvPr>
            <p:cNvSpPr/>
            <p:nvPr/>
          </p:nvSpPr>
          <p:spPr>
            <a:xfrm>
              <a:off x="3818284" y="1271733"/>
              <a:ext cx="923840" cy="928597"/>
            </a:xfrm>
            <a:custGeom>
              <a:avLst/>
              <a:gdLst/>
              <a:ahLst/>
              <a:cxnLst/>
              <a:rect l="0" t="0" r="0" b="0"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69">
              <a:extLst>
                <a:ext uri="{FF2B5EF4-FFF2-40B4-BE49-F238E27FC236}">
                  <a16:creationId xmlns:a16="http://schemas.microsoft.com/office/drawing/2014/main" id="{FD7479F2-4906-C96F-32CE-744CE225AC1D}"/>
                </a:ext>
              </a:extLst>
            </p:cNvPr>
            <p:cNvSpPr/>
            <p:nvPr/>
          </p:nvSpPr>
          <p:spPr>
            <a:xfrm>
              <a:off x="3827724" y="1271733"/>
              <a:ext cx="915223" cy="915694"/>
            </a:xfrm>
            <a:custGeom>
              <a:avLst/>
              <a:gdLst/>
              <a:ahLst/>
              <a:cxnLst/>
              <a:rect l="0" t="0" r="0" b="0"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0">
              <a:extLst>
                <a:ext uri="{FF2B5EF4-FFF2-40B4-BE49-F238E27FC236}">
                  <a16:creationId xmlns:a16="http://schemas.microsoft.com/office/drawing/2014/main" id="{22A360F3-FC9D-469B-E537-E19B8049F61C}"/>
                </a:ext>
              </a:extLst>
            </p:cNvPr>
            <p:cNvSpPr/>
            <p:nvPr/>
          </p:nvSpPr>
          <p:spPr>
            <a:xfrm>
              <a:off x="2052959" y="1254163"/>
              <a:ext cx="914400" cy="928692"/>
            </a:xfrm>
            <a:custGeom>
              <a:avLst/>
              <a:gdLst/>
              <a:ahLst/>
              <a:cxnLst/>
              <a:rect l="0" t="0" r="0" b="0"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1">
              <a:extLst>
                <a:ext uri="{FF2B5EF4-FFF2-40B4-BE49-F238E27FC236}">
                  <a16:creationId xmlns:a16="http://schemas.microsoft.com/office/drawing/2014/main" id="{C45BD5B3-A5DA-724F-3E55-E35556258C7A}"/>
                </a:ext>
              </a:extLst>
            </p:cNvPr>
            <p:cNvSpPr/>
            <p:nvPr/>
          </p:nvSpPr>
          <p:spPr>
            <a:xfrm>
              <a:off x="205295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2">
              <a:extLst>
                <a:ext uri="{FF2B5EF4-FFF2-40B4-BE49-F238E27FC236}">
                  <a16:creationId xmlns:a16="http://schemas.microsoft.com/office/drawing/2014/main" id="{10130362-123B-1D74-5F90-BE8196DA29C4}"/>
                </a:ext>
              </a:extLst>
            </p:cNvPr>
            <p:cNvSpPr/>
            <p:nvPr/>
          </p:nvSpPr>
          <p:spPr>
            <a:xfrm>
              <a:off x="206239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3">
              <a:extLst>
                <a:ext uri="{FF2B5EF4-FFF2-40B4-BE49-F238E27FC236}">
                  <a16:creationId xmlns:a16="http://schemas.microsoft.com/office/drawing/2014/main" id="{6E27A579-356B-8968-C8CC-78A85FFDCB5F}"/>
                </a:ext>
              </a:extLst>
            </p:cNvPr>
            <p:cNvSpPr/>
            <p:nvPr/>
          </p:nvSpPr>
          <p:spPr>
            <a:xfrm>
              <a:off x="207184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4">
              <a:extLst>
                <a:ext uri="{FF2B5EF4-FFF2-40B4-BE49-F238E27FC236}">
                  <a16:creationId xmlns:a16="http://schemas.microsoft.com/office/drawing/2014/main" id="{23C26225-9CBB-3B41-ABC8-0B6AB52EAF41}"/>
                </a:ext>
              </a:extLst>
            </p:cNvPr>
            <p:cNvSpPr/>
            <p:nvPr/>
          </p:nvSpPr>
          <p:spPr>
            <a:xfrm>
              <a:off x="208128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5">
              <a:extLst>
                <a:ext uri="{FF2B5EF4-FFF2-40B4-BE49-F238E27FC236}">
                  <a16:creationId xmlns:a16="http://schemas.microsoft.com/office/drawing/2014/main" id="{262D4A16-81E5-5112-C844-B7032D076AF8}"/>
                </a:ext>
              </a:extLst>
            </p:cNvPr>
            <p:cNvSpPr/>
            <p:nvPr/>
          </p:nvSpPr>
          <p:spPr>
            <a:xfrm>
              <a:off x="209072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6">
              <a:extLst>
                <a:ext uri="{FF2B5EF4-FFF2-40B4-BE49-F238E27FC236}">
                  <a16:creationId xmlns:a16="http://schemas.microsoft.com/office/drawing/2014/main" id="{52B7959C-78CD-F793-C056-B3360173AAFB}"/>
                </a:ext>
              </a:extLst>
            </p:cNvPr>
            <p:cNvSpPr/>
            <p:nvPr/>
          </p:nvSpPr>
          <p:spPr>
            <a:xfrm>
              <a:off x="210016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7">
              <a:extLst>
                <a:ext uri="{FF2B5EF4-FFF2-40B4-BE49-F238E27FC236}">
                  <a16:creationId xmlns:a16="http://schemas.microsoft.com/office/drawing/2014/main" id="{76CAD15A-BBE6-5E0F-7C20-1F0A06630176}"/>
                </a:ext>
              </a:extLst>
            </p:cNvPr>
            <p:cNvSpPr/>
            <p:nvPr/>
          </p:nvSpPr>
          <p:spPr>
            <a:xfrm>
              <a:off x="210960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8">
              <a:extLst>
                <a:ext uri="{FF2B5EF4-FFF2-40B4-BE49-F238E27FC236}">
                  <a16:creationId xmlns:a16="http://schemas.microsoft.com/office/drawing/2014/main" id="{3EA39F83-A07D-2BF9-79DE-782A253C34C0}"/>
                </a:ext>
              </a:extLst>
            </p:cNvPr>
            <p:cNvSpPr/>
            <p:nvPr/>
          </p:nvSpPr>
          <p:spPr>
            <a:xfrm>
              <a:off x="211904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79">
              <a:extLst>
                <a:ext uri="{FF2B5EF4-FFF2-40B4-BE49-F238E27FC236}">
                  <a16:creationId xmlns:a16="http://schemas.microsoft.com/office/drawing/2014/main" id="{49ED1866-3F5F-1549-491B-9BDFE40FD86B}"/>
                </a:ext>
              </a:extLst>
            </p:cNvPr>
            <p:cNvSpPr/>
            <p:nvPr/>
          </p:nvSpPr>
          <p:spPr>
            <a:xfrm>
              <a:off x="212848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0">
              <a:extLst>
                <a:ext uri="{FF2B5EF4-FFF2-40B4-BE49-F238E27FC236}">
                  <a16:creationId xmlns:a16="http://schemas.microsoft.com/office/drawing/2014/main" id="{B8020903-FFFB-D118-971B-B4B73A91D209}"/>
                </a:ext>
              </a:extLst>
            </p:cNvPr>
            <p:cNvSpPr/>
            <p:nvPr/>
          </p:nvSpPr>
          <p:spPr>
            <a:xfrm>
              <a:off x="213792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1">
              <a:extLst>
                <a:ext uri="{FF2B5EF4-FFF2-40B4-BE49-F238E27FC236}">
                  <a16:creationId xmlns:a16="http://schemas.microsoft.com/office/drawing/2014/main" id="{DDB93CF9-54AC-628B-6345-6D2A78FBE962}"/>
                </a:ext>
              </a:extLst>
            </p:cNvPr>
            <p:cNvSpPr/>
            <p:nvPr/>
          </p:nvSpPr>
          <p:spPr>
            <a:xfrm>
              <a:off x="214736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2">
              <a:extLst>
                <a:ext uri="{FF2B5EF4-FFF2-40B4-BE49-F238E27FC236}">
                  <a16:creationId xmlns:a16="http://schemas.microsoft.com/office/drawing/2014/main" id="{95D46D9F-2DAE-D5B7-A0EF-1E464FE2E64E}"/>
                </a:ext>
              </a:extLst>
            </p:cNvPr>
            <p:cNvSpPr/>
            <p:nvPr/>
          </p:nvSpPr>
          <p:spPr>
            <a:xfrm>
              <a:off x="215680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3">
              <a:extLst>
                <a:ext uri="{FF2B5EF4-FFF2-40B4-BE49-F238E27FC236}">
                  <a16:creationId xmlns:a16="http://schemas.microsoft.com/office/drawing/2014/main" id="{3BCFC24C-6313-EBAE-37C6-8506F82E017D}"/>
                </a:ext>
              </a:extLst>
            </p:cNvPr>
            <p:cNvSpPr/>
            <p:nvPr/>
          </p:nvSpPr>
          <p:spPr>
            <a:xfrm>
              <a:off x="216624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4">
              <a:extLst>
                <a:ext uri="{FF2B5EF4-FFF2-40B4-BE49-F238E27FC236}">
                  <a16:creationId xmlns:a16="http://schemas.microsoft.com/office/drawing/2014/main" id="{FB2FAE4E-BB1E-B89D-978F-21AEAB6E29CE}"/>
                </a:ext>
              </a:extLst>
            </p:cNvPr>
            <p:cNvSpPr/>
            <p:nvPr/>
          </p:nvSpPr>
          <p:spPr>
            <a:xfrm>
              <a:off x="217568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5">
              <a:extLst>
                <a:ext uri="{FF2B5EF4-FFF2-40B4-BE49-F238E27FC236}">
                  <a16:creationId xmlns:a16="http://schemas.microsoft.com/office/drawing/2014/main" id="{0DDD80F6-B574-AEE9-1FBD-8EBFB596222D}"/>
                </a:ext>
              </a:extLst>
            </p:cNvPr>
            <p:cNvSpPr/>
            <p:nvPr/>
          </p:nvSpPr>
          <p:spPr>
            <a:xfrm>
              <a:off x="218512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6">
              <a:extLst>
                <a:ext uri="{FF2B5EF4-FFF2-40B4-BE49-F238E27FC236}">
                  <a16:creationId xmlns:a16="http://schemas.microsoft.com/office/drawing/2014/main" id="{C917D991-5319-7A5B-9506-AE4B9E04C138}"/>
                </a:ext>
              </a:extLst>
            </p:cNvPr>
            <p:cNvSpPr/>
            <p:nvPr/>
          </p:nvSpPr>
          <p:spPr>
            <a:xfrm>
              <a:off x="219456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7">
              <a:extLst>
                <a:ext uri="{FF2B5EF4-FFF2-40B4-BE49-F238E27FC236}">
                  <a16:creationId xmlns:a16="http://schemas.microsoft.com/office/drawing/2014/main" id="{BBDFC928-B048-91BA-0405-58F1BFBD188C}"/>
                </a:ext>
              </a:extLst>
            </p:cNvPr>
            <p:cNvSpPr/>
            <p:nvPr/>
          </p:nvSpPr>
          <p:spPr>
            <a:xfrm>
              <a:off x="220400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8">
              <a:extLst>
                <a:ext uri="{FF2B5EF4-FFF2-40B4-BE49-F238E27FC236}">
                  <a16:creationId xmlns:a16="http://schemas.microsoft.com/office/drawing/2014/main" id="{4A63AE03-7129-B8B6-7F6F-D329AB61814B}"/>
                </a:ext>
              </a:extLst>
            </p:cNvPr>
            <p:cNvSpPr/>
            <p:nvPr/>
          </p:nvSpPr>
          <p:spPr>
            <a:xfrm>
              <a:off x="221344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89">
              <a:extLst>
                <a:ext uri="{FF2B5EF4-FFF2-40B4-BE49-F238E27FC236}">
                  <a16:creationId xmlns:a16="http://schemas.microsoft.com/office/drawing/2014/main" id="{D5728615-838A-6D2E-5A71-29CB99DE499F}"/>
                </a:ext>
              </a:extLst>
            </p:cNvPr>
            <p:cNvSpPr/>
            <p:nvPr/>
          </p:nvSpPr>
          <p:spPr>
            <a:xfrm>
              <a:off x="222288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0">
              <a:extLst>
                <a:ext uri="{FF2B5EF4-FFF2-40B4-BE49-F238E27FC236}">
                  <a16:creationId xmlns:a16="http://schemas.microsoft.com/office/drawing/2014/main" id="{87361076-D9E8-90B9-2332-9432F61AE157}"/>
                </a:ext>
              </a:extLst>
            </p:cNvPr>
            <p:cNvSpPr/>
            <p:nvPr/>
          </p:nvSpPr>
          <p:spPr>
            <a:xfrm>
              <a:off x="223232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1">
              <a:extLst>
                <a:ext uri="{FF2B5EF4-FFF2-40B4-BE49-F238E27FC236}">
                  <a16:creationId xmlns:a16="http://schemas.microsoft.com/office/drawing/2014/main" id="{1F222C01-1579-FCC0-2466-E792CC1D1A4A}"/>
                </a:ext>
              </a:extLst>
            </p:cNvPr>
            <p:cNvSpPr/>
            <p:nvPr/>
          </p:nvSpPr>
          <p:spPr>
            <a:xfrm>
              <a:off x="224176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2">
              <a:extLst>
                <a:ext uri="{FF2B5EF4-FFF2-40B4-BE49-F238E27FC236}">
                  <a16:creationId xmlns:a16="http://schemas.microsoft.com/office/drawing/2014/main" id="{CBB21A7B-9575-882A-A4D7-C25456AD2996}"/>
                </a:ext>
              </a:extLst>
            </p:cNvPr>
            <p:cNvSpPr/>
            <p:nvPr/>
          </p:nvSpPr>
          <p:spPr>
            <a:xfrm>
              <a:off x="225120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3">
              <a:extLst>
                <a:ext uri="{FF2B5EF4-FFF2-40B4-BE49-F238E27FC236}">
                  <a16:creationId xmlns:a16="http://schemas.microsoft.com/office/drawing/2014/main" id="{EE50E755-F1BB-A3F1-3CF5-BDD2C3C86063}"/>
                </a:ext>
              </a:extLst>
            </p:cNvPr>
            <p:cNvSpPr/>
            <p:nvPr/>
          </p:nvSpPr>
          <p:spPr>
            <a:xfrm>
              <a:off x="226064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4">
              <a:extLst>
                <a:ext uri="{FF2B5EF4-FFF2-40B4-BE49-F238E27FC236}">
                  <a16:creationId xmlns:a16="http://schemas.microsoft.com/office/drawing/2014/main" id="{F2EE51DE-9144-7821-5A1A-F3C7371AAE39}"/>
                </a:ext>
              </a:extLst>
            </p:cNvPr>
            <p:cNvSpPr/>
            <p:nvPr/>
          </p:nvSpPr>
          <p:spPr>
            <a:xfrm>
              <a:off x="227008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5">
              <a:extLst>
                <a:ext uri="{FF2B5EF4-FFF2-40B4-BE49-F238E27FC236}">
                  <a16:creationId xmlns:a16="http://schemas.microsoft.com/office/drawing/2014/main" id="{0D8132EB-D396-3B3F-29E4-1BF9D41C6EE5}"/>
                </a:ext>
              </a:extLst>
            </p:cNvPr>
            <p:cNvSpPr/>
            <p:nvPr/>
          </p:nvSpPr>
          <p:spPr>
            <a:xfrm>
              <a:off x="227952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6">
              <a:extLst>
                <a:ext uri="{FF2B5EF4-FFF2-40B4-BE49-F238E27FC236}">
                  <a16:creationId xmlns:a16="http://schemas.microsoft.com/office/drawing/2014/main" id="{4021FCE9-32BD-DC56-BD86-BD9FA11EB1B9}"/>
                </a:ext>
              </a:extLst>
            </p:cNvPr>
            <p:cNvSpPr/>
            <p:nvPr/>
          </p:nvSpPr>
          <p:spPr>
            <a:xfrm>
              <a:off x="228896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7">
              <a:extLst>
                <a:ext uri="{FF2B5EF4-FFF2-40B4-BE49-F238E27FC236}">
                  <a16:creationId xmlns:a16="http://schemas.microsoft.com/office/drawing/2014/main" id="{594A1C10-872B-FF6E-976C-77BF888E20B2}"/>
                </a:ext>
              </a:extLst>
            </p:cNvPr>
            <p:cNvSpPr/>
            <p:nvPr/>
          </p:nvSpPr>
          <p:spPr>
            <a:xfrm>
              <a:off x="229840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8">
              <a:extLst>
                <a:ext uri="{FF2B5EF4-FFF2-40B4-BE49-F238E27FC236}">
                  <a16:creationId xmlns:a16="http://schemas.microsoft.com/office/drawing/2014/main" id="{471A5170-E659-B99E-89E7-219A77AA6485}"/>
                </a:ext>
              </a:extLst>
            </p:cNvPr>
            <p:cNvSpPr/>
            <p:nvPr/>
          </p:nvSpPr>
          <p:spPr>
            <a:xfrm>
              <a:off x="230784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899">
              <a:extLst>
                <a:ext uri="{FF2B5EF4-FFF2-40B4-BE49-F238E27FC236}">
                  <a16:creationId xmlns:a16="http://schemas.microsoft.com/office/drawing/2014/main" id="{FE91CB66-49A8-4783-849A-03EA3C233520}"/>
                </a:ext>
              </a:extLst>
            </p:cNvPr>
            <p:cNvSpPr/>
            <p:nvPr/>
          </p:nvSpPr>
          <p:spPr>
            <a:xfrm>
              <a:off x="231728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0">
              <a:extLst>
                <a:ext uri="{FF2B5EF4-FFF2-40B4-BE49-F238E27FC236}">
                  <a16:creationId xmlns:a16="http://schemas.microsoft.com/office/drawing/2014/main" id="{A43BFDD8-2CED-F09A-BC52-54C9800CCD2E}"/>
                </a:ext>
              </a:extLst>
            </p:cNvPr>
            <p:cNvSpPr/>
            <p:nvPr/>
          </p:nvSpPr>
          <p:spPr>
            <a:xfrm>
              <a:off x="232672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1">
              <a:extLst>
                <a:ext uri="{FF2B5EF4-FFF2-40B4-BE49-F238E27FC236}">
                  <a16:creationId xmlns:a16="http://schemas.microsoft.com/office/drawing/2014/main" id="{776809D9-FECF-E445-4F2E-C5980EF4A6AE}"/>
                </a:ext>
              </a:extLst>
            </p:cNvPr>
            <p:cNvSpPr/>
            <p:nvPr/>
          </p:nvSpPr>
          <p:spPr>
            <a:xfrm>
              <a:off x="233616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2">
              <a:extLst>
                <a:ext uri="{FF2B5EF4-FFF2-40B4-BE49-F238E27FC236}">
                  <a16:creationId xmlns:a16="http://schemas.microsoft.com/office/drawing/2014/main" id="{BC78CF87-4917-78F1-BE40-61FC2DB77507}"/>
                </a:ext>
              </a:extLst>
            </p:cNvPr>
            <p:cNvSpPr/>
            <p:nvPr/>
          </p:nvSpPr>
          <p:spPr>
            <a:xfrm>
              <a:off x="234560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3">
              <a:extLst>
                <a:ext uri="{FF2B5EF4-FFF2-40B4-BE49-F238E27FC236}">
                  <a16:creationId xmlns:a16="http://schemas.microsoft.com/office/drawing/2014/main" id="{3F4978B4-511E-3EF5-78CC-68D801155BD0}"/>
                </a:ext>
              </a:extLst>
            </p:cNvPr>
            <p:cNvSpPr/>
            <p:nvPr/>
          </p:nvSpPr>
          <p:spPr>
            <a:xfrm>
              <a:off x="235504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4">
              <a:extLst>
                <a:ext uri="{FF2B5EF4-FFF2-40B4-BE49-F238E27FC236}">
                  <a16:creationId xmlns:a16="http://schemas.microsoft.com/office/drawing/2014/main" id="{5C6C41C3-606B-5711-6D42-9357B68880FB}"/>
                </a:ext>
              </a:extLst>
            </p:cNvPr>
            <p:cNvSpPr/>
            <p:nvPr/>
          </p:nvSpPr>
          <p:spPr>
            <a:xfrm>
              <a:off x="236448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5">
              <a:extLst>
                <a:ext uri="{FF2B5EF4-FFF2-40B4-BE49-F238E27FC236}">
                  <a16:creationId xmlns:a16="http://schemas.microsoft.com/office/drawing/2014/main" id="{B3CDC3B0-661B-2ACE-2918-99F3EF177D7B}"/>
                </a:ext>
              </a:extLst>
            </p:cNvPr>
            <p:cNvSpPr/>
            <p:nvPr/>
          </p:nvSpPr>
          <p:spPr>
            <a:xfrm>
              <a:off x="237392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6">
              <a:extLst>
                <a:ext uri="{FF2B5EF4-FFF2-40B4-BE49-F238E27FC236}">
                  <a16:creationId xmlns:a16="http://schemas.microsoft.com/office/drawing/2014/main" id="{CCEDBA8C-1F5C-0E64-2375-D8D5635BA5C7}"/>
                </a:ext>
              </a:extLst>
            </p:cNvPr>
            <p:cNvSpPr/>
            <p:nvPr/>
          </p:nvSpPr>
          <p:spPr>
            <a:xfrm>
              <a:off x="238336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7">
              <a:extLst>
                <a:ext uri="{FF2B5EF4-FFF2-40B4-BE49-F238E27FC236}">
                  <a16:creationId xmlns:a16="http://schemas.microsoft.com/office/drawing/2014/main" id="{78B5956F-9B70-228D-A36D-9F13237807B0}"/>
                </a:ext>
              </a:extLst>
            </p:cNvPr>
            <p:cNvSpPr/>
            <p:nvPr/>
          </p:nvSpPr>
          <p:spPr>
            <a:xfrm>
              <a:off x="239280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8">
              <a:extLst>
                <a:ext uri="{FF2B5EF4-FFF2-40B4-BE49-F238E27FC236}">
                  <a16:creationId xmlns:a16="http://schemas.microsoft.com/office/drawing/2014/main" id="{C819A18C-4DA9-EB07-4D85-A8CBFB40E0E9}"/>
                </a:ext>
              </a:extLst>
            </p:cNvPr>
            <p:cNvSpPr/>
            <p:nvPr/>
          </p:nvSpPr>
          <p:spPr>
            <a:xfrm>
              <a:off x="240224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09">
              <a:extLst>
                <a:ext uri="{FF2B5EF4-FFF2-40B4-BE49-F238E27FC236}">
                  <a16:creationId xmlns:a16="http://schemas.microsoft.com/office/drawing/2014/main" id="{CAE64347-A71D-81ED-EFF9-9901C0C1E169}"/>
                </a:ext>
              </a:extLst>
            </p:cNvPr>
            <p:cNvSpPr/>
            <p:nvPr/>
          </p:nvSpPr>
          <p:spPr>
            <a:xfrm>
              <a:off x="241168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0">
              <a:extLst>
                <a:ext uri="{FF2B5EF4-FFF2-40B4-BE49-F238E27FC236}">
                  <a16:creationId xmlns:a16="http://schemas.microsoft.com/office/drawing/2014/main" id="{CF032D8A-C62D-C17E-EB2A-9D8A9D9C3591}"/>
                </a:ext>
              </a:extLst>
            </p:cNvPr>
            <p:cNvSpPr/>
            <p:nvPr/>
          </p:nvSpPr>
          <p:spPr>
            <a:xfrm>
              <a:off x="2421129" y="1271733"/>
              <a:ext cx="921954" cy="914400"/>
            </a:xfrm>
            <a:custGeom>
              <a:avLst/>
              <a:gdLst/>
              <a:ahLst/>
              <a:cxnLst/>
              <a:rect l="0" t="0" r="0" b="0"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1">
              <a:extLst>
                <a:ext uri="{FF2B5EF4-FFF2-40B4-BE49-F238E27FC236}">
                  <a16:creationId xmlns:a16="http://schemas.microsoft.com/office/drawing/2014/main" id="{36FA9028-EA73-2479-7AA9-F51C82F638CD}"/>
                </a:ext>
              </a:extLst>
            </p:cNvPr>
            <p:cNvSpPr/>
            <p:nvPr/>
          </p:nvSpPr>
          <p:spPr>
            <a:xfrm>
              <a:off x="3384033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2">
              <a:extLst>
                <a:ext uri="{FF2B5EF4-FFF2-40B4-BE49-F238E27FC236}">
                  <a16:creationId xmlns:a16="http://schemas.microsoft.com/office/drawing/2014/main" id="{6053F90A-36BC-CB95-C54F-FE09FA675508}"/>
                </a:ext>
              </a:extLst>
            </p:cNvPr>
            <p:cNvSpPr/>
            <p:nvPr/>
          </p:nvSpPr>
          <p:spPr>
            <a:xfrm>
              <a:off x="3393473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3">
              <a:extLst>
                <a:ext uri="{FF2B5EF4-FFF2-40B4-BE49-F238E27FC236}">
                  <a16:creationId xmlns:a16="http://schemas.microsoft.com/office/drawing/2014/main" id="{2A9B6B86-9F3E-AB8A-F741-A0F07096AB2F}"/>
                </a:ext>
              </a:extLst>
            </p:cNvPr>
            <p:cNvSpPr/>
            <p:nvPr/>
          </p:nvSpPr>
          <p:spPr>
            <a:xfrm>
              <a:off x="3402913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4">
              <a:extLst>
                <a:ext uri="{FF2B5EF4-FFF2-40B4-BE49-F238E27FC236}">
                  <a16:creationId xmlns:a16="http://schemas.microsoft.com/office/drawing/2014/main" id="{21C11D6E-076E-47DE-CA0B-23D43708B2AD}"/>
                </a:ext>
              </a:extLst>
            </p:cNvPr>
            <p:cNvSpPr/>
            <p:nvPr/>
          </p:nvSpPr>
          <p:spPr>
            <a:xfrm>
              <a:off x="3412354" y="125416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5">
              <a:extLst>
                <a:ext uri="{FF2B5EF4-FFF2-40B4-BE49-F238E27FC236}">
                  <a16:creationId xmlns:a16="http://schemas.microsoft.com/office/drawing/2014/main" id="{15F1E9E5-A348-0B93-67E1-040710BCFB2F}"/>
                </a:ext>
              </a:extLst>
            </p:cNvPr>
            <p:cNvSpPr/>
            <p:nvPr/>
          </p:nvSpPr>
          <p:spPr>
            <a:xfrm>
              <a:off x="341235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6">
              <a:extLst>
                <a:ext uri="{FF2B5EF4-FFF2-40B4-BE49-F238E27FC236}">
                  <a16:creationId xmlns:a16="http://schemas.microsoft.com/office/drawing/2014/main" id="{1D9B4FAE-40A9-BCB0-2BF3-AC80209B2B66}"/>
                </a:ext>
              </a:extLst>
            </p:cNvPr>
            <p:cNvSpPr/>
            <p:nvPr/>
          </p:nvSpPr>
          <p:spPr>
            <a:xfrm>
              <a:off x="342179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7">
              <a:extLst>
                <a:ext uri="{FF2B5EF4-FFF2-40B4-BE49-F238E27FC236}">
                  <a16:creationId xmlns:a16="http://schemas.microsoft.com/office/drawing/2014/main" id="{0899E37A-6832-5CAA-401F-7233FE8F3907}"/>
                </a:ext>
              </a:extLst>
            </p:cNvPr>
            <p:cNvSpPr/>
            <p:nvPr/>
          </p:nvSpPr>
          <p:spPr>
            <a:xfrm>
              <a:off x="343123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8">
              <a:extLst>
                <a:ext uri="{FF2B5EF4-FFF2-40B4-BE49-F238E27FC236}">
                  <a16:creationId xmlns:a16="http://schemas.microsoft.com/office/drawing/2014/main" id="{42FB0C2F-E36B-B58D-7B3C-F2BF3A2EA9D3}"/>
                </a:ext>
              </a:extLst>
            </p:cNvPr>
            <p:cNvSpPr/>
            <p:nvPr/>
          </p:nvSpPr>
          <p:spPr>
            <a:xfrm>
              <a:off x="344067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19">
              <a:extLst>
                <a:ext uri="{FF2B5EF4-FFF2-40B4-BE49-F238E27FC236}">
                  <a16:creationId xmlns:a16="http://schemas.microsoft.com/office/drawing/2014/main" id="{E610E4FE-D402-A5B5-B494-5344A0DE90BE}"/>
                </a:ext>
              </a:extLst>
            </p:cNvPr>
            <p:cNvSpPr/>
            <p:nvPr/>
          </p:nvSpPr>
          <p:spPr>
            <a:xfrm>
              <a:off x="345011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0">
              <a:extLst>
                <a:ext uri="{FF2B5EF4-FFF2-40B4-BE49-F238E27FC236}">
                  <a16:creationId xmlns:a16="http://schemas.microsoft.com/office/drawing/2014/main" id="{3074BF35-0292-D766-B8CA-4DB78D0EBFFF}"/>
                </a:ext>
              </a:extLst>
            </p:cNvPr>
            <p:cNvSpPr/>
            <p:nvPr/>
          </p:nvSpPr>
          <p:spPr>
            <a:xfrm>
              <a:off x="345955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1">
              <a:extLst>
                <a:ext uri="{FF2B5EF4-FFF2-40B4-BE49-F238E27FC236}">
                  <a16:creationId xmlns:a16="http://schemas.microsoft.com/office/drawing/2014/main" id="{72D9F171-B0FD-23B8-B1A8-9730EFCFE2DE}"/>
                </a:ext>
              </a:extLst>
            </p:cNvPr>
            <p:cNvSpPr/>
            <p:nvPr/>
          </p:nvSpPr>
          <p:spPr>
            <a:xfrm>
              <a:off x="346899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2">
              <a:extLst>
                <a:ext uri="{FF2B5EF4-FFF2-40B4-BE49-F238E27FC236}">
                  <a16:creationId xmlns:a16="http://schemas.microsoft.com/office/drawing/2014/main" id="{301B1FF2-7AFC-7ABC-B371-EA9D0AF7316F}"/>
                </a:ext>
              </a:extLst>
            </p:cNvPr>
            <p:cNvSpPr/>
            <p:nvPr/>
          </p:nvSpPr>
          <p:spPr>
            <a:xfrm>
              <a:off x="347843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3">
              <a:extLst>
                <a:ext uri="{FF2B5EF4-FFF2-40B4-BE49-F238E27FC236}">
                  <a16:creationId xmlns:a16="http://schemas.microsoft.com/office/drawing/2014/main" id="{DDD57AEF-1E29-7B9D-2AEB-7E09148F06AC}"/>
                </a:ext>
              </a:extLst>
            </p:cNvPr>
            <p:cNvSpPr/>
            <p:nvPr/>
          </p:nvSpPr>
          <p:spPr>
            <a:xfrm>
              <a:off x="348787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4">
              <a:extLst>
                <a:ext uri="{FF2B5EF4-FFF2-40B4-BE49-F238E27FC236}">
                  <a16:creationId xmlns:a16="http://schemas.microsoft.com/office/drawing/2014/main" id="{B2C42B1E-0260-A6C3-C0EF-780D85272132}"/>
                </a:ext>
              </a:extLst>
            </p:cNvPr>
            <p:cNvSpPr/>
            <p:nvPr/>
          </p:nvSpPr>
          <p:spPr>
            <a:xfrm>
              <a:off x="349731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5">
              <a:extLst>
                <a:ext uri="{FF2B5EF4-FFF2-40B4-BE49-F238E27FC236}">
                  <a16:creationId xmlns:a16="http://schemas.microsoft.com/office/drawing/2014/main" id="{E9237AED-9CA7-13F6-11EA-0444ED7C4C0C}"/>
                </a:ext>
              </a:extLst>
            </p:cNvPr>
            <p:cNvSpPr/>
            <p:nvPr/>
          </p:nvSpPr>
          <p:spPr>
            <a:xfrm>
              <a:off x="350675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6">
              <a:extLst>
                <a:ext uri="{FF2B5EF4-FFF2-40B4-BE49-F238E27FC236}">
                  <a16:creationId xmlns:a16="http://schemas.microsoft.com/office/drawing/2014/main" id="{6A183840-111D-BEC8-2113-D9398DA30629}"/>
                </a:ext>
              </a:extLst>
            </p:cNvPr>
            <p:cNvSpPr/>
            <p:nvPr/>
          </p:nvSpPr>
          <p:spPr>
            <a:xfrm>
              <a:off x="351619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7">
              <a:extLst>
                <a:ext uri="{FF2B5EF4-FFF2-40B4-BE49-F238E27FC236}">
                  <a16:creationId xmlns:a16="http://schemas.microsoft.com/office/drawing/2014/main" id="{2C37CAC4-A869-A152-C702-F18731A9A09C}"/>
                </a:ext>
              </a:extLst>
            </p:cNvPr>
            <p:cNvSpPr/>
            <p:nvPr/>
          </p:nvSpPr>
          <p:spPr>
            <a:xfrm>
              <a:off x="352563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8">
              <a:extLst>
                <a:ext uri="{FF2B5EF4-FFF2-40B4-BE49-F238E27FC236}">
                  <a16:creationId xmlns:a16="http://schemas.microsoft.com/office/drawing/2014/main" id="{ABEAC20D-8E64-62A2-7DB8-AFD8463E06E6}"/>
                </a:ext>
              </a:extLst>
            </p:cNvPr>
            <p:cNvSpPr/>
            <p:nvPr/>
          </p:nvSpPr>
          <p:spPr>
            <a:xfrm>
              <a:off x="353507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29">
              <a:extLst>
                <a:ext uri="{FF2B5EF4-FFF2-40B4-BE49-F238E27FC236}">
                  <a16:creationId xmlns:a16="http://schemas.microsoft.com/office/drawing/2014/main" id="{D4D6AE9E-E162-A95B-BBB7-0659B8B15CD8}"/>
                </a:ext>
              </a:extLst>
            </p:cNvPr>
            <p:cNvSpPr/>
            <p:nvPr/>
          </p:nvSpPr>
          <p:spPr>
            <a:xfrm>
              <a:off x="354451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0">
              <a:extLst>
                <a:ext uri="{FF2B5EF4-FFF2-40B4-BE49-F238E27FC236}">
                  <a16:creationId xmlns:a16="http://schemas.microsoft.com/office/drawing/2014/main" id="{5471C932-CC85-5765-DBBF-33168962C6C3}"/>
                </a:ext>
              </a:extLst>
            </p:cNvPr>
            <p:cNvSpPr/>
            <p:nvPr/>
          </p:nvSpPr>
          <p:spPr>
            <a:xfrm>
              <a:off x="355395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1">
              <a:extLst>
                <a:ext uri="{FF2B5EF4-FFF2-40B4-BE49-F238E27FC236}">
                  <a16:creationId xmlns:a16="http://schemas.microsoft.com/office/drawing/2014/main" id="{DC3B74C6-466B-1F9A-5B11-E17D2BA57BCE}"/>
                </a:ext>
              </a:extLst>
            </p:cNvPr>
            <p:cNvSpPr/>
            <p:nvPr/>
          </p:nvSpPr>
          <p:spPr>
            <a:xfrm>
              <a:off x="356339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2">
              <a:extLst>
                <a:ext uri="{FF2B5EF4-FFF2-40B4-BE49-F238E27FC236}">
                  <a16:creationId xmlns:a16="http://schemas.microsoft.com/office/drawing/2014/main" id="{B3C14923-A52B-54EC-8238-702CFCBD083F}"/>
                </a:ext>
              </a:extLst>
            </p:cNvPr>
            <p:cNvSpPr/>
            <p:nvPr/>
          </p:nvSpPr>
          <p:spPr>
            <a:xfrm>
              <a:off x="357283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3">
              <a:extLst>
                <a:ext uri="{FF2B5EF4-FFF2-40B4-BE49-F238E27FC236}">
                  <a16:creationId xmlns:a16="http://schemas.microsoft.com/office/drawing/2014/main" id="{2A67637A-53CE-3C03-4338-A84FF383326D}"/>
                </a:ext>
              </a:extLst>
            </p:cNvPr>
            <p:cNvSpPr/>
            <p:nvPr/>
          </p:nvSpPr>
          <p:spPr>
            <a:xfrm>
              <a:off x="358227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4">
              <a:extLst>
                <a:ext uri="{FF2B5EF4-FFF2-40B4-BE49-F238E27FC236}">
                  <a16:creationId xmlns:a16="http://schemas.microsoft.com/office/drawing/2014/main" id="{D311DEF7-5CAB-1063-E784-E62B905F1CCC}"/>
                </a:ext>
              </a:extLst>
            </p:cNvPr>
            <p:cNvSpPr/>
            <p:nvPr/>
          </p:nvSpPr>
          <p:spPr>
            <a:xfrm>
              <a:off x="359171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5">
              <a:extLst>
                <a:ext uri="{FF2B5EF4-FFF2-40B4-BE49-F238E27FC236}">
                  <a16:creationId xmlns:a16="http://schemas.microsoft.com/office/drawing/2014/main" id="{4B1A014D-4290-AE47-E9AA-062620002ECF}"/>
                </a:ext>
              </a:extLst>
            </p:cNvPr>
            <p:cNvSpPr/>
            <p:nvPr/>
          </p:nvSpPr>
          <p:spPr>
            <a:xfrm>
              <a:off x="360115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6">
              <a:extLst>
                <a:ext uri="{FF2B5EF4-FFF2-40B4-BE49-F238E27FC236}">
                  <a16:creationId xmlns:a16="http://schemas.microsoft.com/office/drawing/2014/main" id="{85548699-5E78-D3B9-3E75-211F025AC6D7}"/>
                </a:ext>
              </a:extLst>
            </p:cNvPr>
            <p:cNvSpPr/>
            <p:nvPr/>
          </p:nvSpPr>
          <p:spPr>
            <a:xfrm>
              <a:off x="361059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7">
              <a:extLst>
                <a:ext uri="{FF2B5EF4-FFF2-40B4-BE49-F238E27FC236}">
                  <a16:creationId xmlns:a16="http://schemas.microsoft.com/office/drawing/2014/main" id="{85A2FBC3-FEC1-42FD-AA33-03794F2F7998}"/>
                </a:ext>
              </a:extLst>
            </p:cNvPr>
            <p:cNvSpPr/>
            <p:nvPr/>
          </p:nvSpPr>
          <p:spPr>
            <a:xfrm>
              <a:off x="362003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8">
              <a:extLst>
                <a:ext uri="{FF2B5EF4-FFF2-40B4-BE49-F238E27FC236}">
                  <a16:creationId xmlns:a16="http://schemas.microsoft.com/office/drawing/2014/main" id="{2867AB6D-6C63-A3B8-6BF4-522AC79EAB89}"/>
                </a:ext>
              </a:extLst>
            </p:cNvPr>
            <p:cNvSpPr/>
            <p:nvPr/>
          </p:nvSpPr>
          <p:spPr>
            <a:xfrm>
              <a:off x="362947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39">
              <a:extLst>
                <a:ext uri="{FF2B5EF4-FFF2-40B4-BE49-F238E27FC236}">
                  <a16:creationId xmlns:a16="http://schemas.microsoft.com/office/drawing/2014/main" id="{BDEF4017-5CEE-D7BB-80C7-7F795E2FBCCE}"/>
                </a:ext>
              </a:extLst>
            </p:cNvPr>
            <p:cNvSpPr/>
            <p:nvPr/>
          </p:nvSpPr>
          <p:spPr>
            <a:xfrm>
              <a:off x="363891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0">
              <a:extLst>
                <a:ext uri="{FF2B5EF4-FFF2-40B4-BE49-F238E27FC236}">
                  <a16:creationId xmlns:a16="http://schemas.microsoft.com/office/drawing/2014/main" id="{92179934-6F8A-BAD2-32CF-BB54A43EC8A5}"/>
                </a:ext>
              </a:extLst>
            </p:cNvPr>
            <p:cNvSpPr/>
            <p:nvPr/>
          </p:nvSpPr>
          <p:spPr>
            <a:xfrm>
              <a:off x="364836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1">
              <a:extLst>
                <a:ext uri="{FF2B5EF4-FFF2-40B4-BE49-F238E27FC236}">
                  <a16:creationId xmlns:a16="http://schemas.microsoft.com/office/drawing/2014/main" id="{10DBC286-A3C0-FD3E-A046-2515F8A03D6C}"/>
                </a:ext>
              </a:extLst>
            </p:cNvPr>
            <p:cNvSpPr/>
            <p:nvPr/>
          </p:nvSpPr>
          <p:spPr>
            <a:xfrm>
              <a:off x="365780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2">
              <a:extLst>
                <a:ext uri="{FF2B5EF4-FFF2-40B4-BE49-F238E27FC236}">
                  <a16:creationId xmlns:a16="http://schemas.microsoft.com/office/drawing/2014/main" id="{4591CFB1-0F03-9905-DFF3-30F85FD25AB4}"/>
                </a:ext>
              </a:extLst>
            </p:cNvPr>
            <p:cNvSpPr/>
            <p:nvPr/>
          </p:nvSpPr>
          <p:spPr>
            <a:xfrm>
              <a:off x="366724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3">
              <a:extLst>
                <a:ext uri="{FF2B5EF4-FFF2-40B4-BE49-F238E27FC236}">
                  <a16:creationId xmlns:a16="http://schemas.microsoft.com/office/drawing/2014/main" id="{80D76383-FEF0-23C3-D3CE-317676162F7F}"/>
                </a:ext>
              </a:extLst>
            </p:cNvPr>
            <p:cNvSpPr/>
            <p:nvPr/>
          </p:nvSpPr>
          <p:spPr>
            <a:xfrm>
              <a:off x="367668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4">
              <a:extLst>
                <a:ext uri="{FF2B5EF4-FFF2-40B4-BE49-F238E27FC236}">
                  <a16:creationId xmlns:a16="http://schemas.microsoft.com/office/drawing/2014/main" id="{043DF7B9-7775-406F-0920-0F56775C4B18}"/>
                </a:ext>
              </a:extLst>
            </p:cNvPr>
            <p:cNvSpPr/>
            <p:nvPr/>
          </p:nvSpPr>
          <p:spPr>
            <a:xfrm>
              <a:off x="368612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5">
              <a:extLst>
                <a:ext uri="{FF2B5EF4-FFF2-40B4-BE49-F238E27FC236}">
                  <a16:creationId xmlns:a16="http://schemas.microsoft.com/office/drawing/2014/main" id="{60A10BC1-5918-EC09-1F52-962B37310DCD}"/>
                </a:ext>
              </a:extLst>
            </p:cNvPr>
            <p:cNvSpPr/>
            <p:nvPr/>
          </p:nvSpPr>
          <p:spPr>
            <a:xfrm>
              <a:off x="369556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6">
              <a:extLst>
                <a:ext uri="{FF2B5EF4-FFF2-40B4-BE49-F238E27FC236}">
                  <a16:creationId xmlns:a16="http://schemas.microsoft.com/office/drawing/2014/main" id="{09A50655-C60C-3823-C489-FB9DBC96F6BE}"/>
                </a:ext>
              </a:extLst>
            </p:cNvPr>
            <p:cNvSpPr/>
            <p:nvPr/>
          </p:nvSpPr>
          <p:spPr>
            <a:xfrm>
              <a:off x="370500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7">
              <a:extLst>
                <a:ext uri="{FF2B5EF4-FFF2-40B4-BE49-F238E27FC236}">
                  <a16:creationId xmlns:a16="http://schemas.microsoft.com/office/drawing/2014/main" id="{A27D32B7-73DC-1FB0-CECC-0B57FEFFE3C2}"/>
                </a:ext>
              </a:extLst>
            </p:cNvPr>
            <p:cNvSpPr/>
            <p:nvPr/>
          </p:nvSpPr>
          <p:spPr>
            <a:xfrm>
              <a:off x="371444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8">
              <a:extLst>
                <a:ext uri="{FF2B5EF4-FFF2-40B4-BE49-F238E27FC236}">
                  <a16:creationId xmlns:a16="http://schemas.microsoft.com/office/drawing/2014/main" id="{1C67CE6A-B11C-9109-FBDC-E1DD91F7264B}"/>
                </a:ext>
              </a:extLst>
            </p:cNvPr>
            <p:cNvSpPr/>
            <p:nvPr/>
          </p:nvSpPr>
          <p:spPr>
            <a:xfrm>
              <a:off x="372388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49">
              <a:extLst>
                <a:ext uri="{FF2B5EF4-FFF2-40B4-BE49-F238E27FC236}">
                  <a16:creationId xmlns:a16="http://schemas.microsoft.com/office/drawing/2014/main" id="{A47110B2-8F6A-0987-32E8-2F7EE68FBAB5}"/>
                </a:ext>
              </a:extLst>
            </p:cNvPr>
            <p:cNvSpPr/>
            <p:nvPr/>
          </p:nvSpPr>
          <p:spPr>
            <a:xfrm>
              <a:off x="373332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0">
              <a:extLst>
                <a:ext uri="{FF2B5EF4-FFF2-40B4-BE49-F238E27FC236}">
                  <a16:creationId xmlns:a16="http://schemas.microsoft.com/office/drawing/2014/main" id="{ACED1DC6-515E-46E2-8CFB-64CA45CE7BD1}"/>
                </a:ext>
              </a:extLst>
            </p:cNvPr>
            <p:cNvSpPr/>
            <p:nvPr/>
          </p:nvSpPr>
          <p:spPr>
            <a:xfrm>
              <a:off x="374276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1">
              <a:extLst>
                <a:ext uri="{FF2B5EF4-FFF2-40B4-BE49-F238E27FC236}">
                  <a16:creationId xmlns:a16="http://schemas.microsoft.com/office/drawing/2014/main" id="{4BCC6A1D-D5C2-BCDF-129E-5CEEF63901DC}"/>
                </a:ext>
              </a:extLst>
            </p:cNvPr>
            <p:cNvSpPr/>
            <p:nvPr/>
          </p:nvSpPr>
          <p:spPr>
            <a:xfrm>
              <a:off x="375220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2">
              <a:extLst>
                <a:ext uri="{FF2B5EF4-FFF2-40B4-BE49-F238E27FC236}">
                  <a16:creationId xmlns:a16="http://schemas.microsoft.com/office/drawing/2014/main" id="{FC87F6AF-9971-37D0-7248-B0D60AD1C699}"/>
                </a:ext>
              </a:extLst>
            </p:cNvPr>
            <p:cNvSpPr/>
            <p:nvPr/>
          </p:nvSpPr>
          <p:spPr>
            <a:xfrm>
              <a:off x="376164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3">
              <a:extLst>
                <a:ext uri="{FF2B5EF4-FFF2-40B4-BE49-F238E27FC236}">
                  <a16:creationId xmlns:a16="http://schemas.microsoft.com/office/drawing/2014/main" id="{8F63FB9B-EAF9-E78F-D706-6432B4ACD7CE}"/>
                </a:ext>
              </a:extLst>
            </p:cNvPr>
            <p:cNvSpPr/>
            <p:nvPr/>
          </p:nvSpPr>
          <p:spPr>
            <a:xfrm>
              <a:off x="377108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4">
              <a:extLst>
                <a:ext uri="{FF2B5EF4-FFF2-40B4-BE49-F238E27FC236}">
                  <a16:creationId xmlns:a16="http://schemas.microsoft.com/office/drawing/2014/main" id="{51F189F5-501C-70E3-6826-AED005F368A2}"/>
                </a:ext>
              </a:extLst>
            </p:cNvPr>
            <p:cNvSpPr/>
            <p:nvPr/>
          </p:nvSpPr>
          <p:spPr>
            <a:xfrm>
              <a:off x="378052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5">
              <a:extLst>
                <a:ext uri="{FF2B5EF4-FFF2-40B4-BE49-F238E27FC236}">
                  <a16:creationId xmlns:a16="http://schemas.microsoft.com/office/drawing/2014/main" id="{C81B3107-C558-1F6E-F771-7F2B089C0A81}"/>
                </a:ext>
              </a:extLst>
            </p:cNvPr>
            <p:cNvSpPr/>
            <p:nvPr/>
          </p:nvSpPr>
          <p:spPr>
            <a:xfrm>
              <a:off x="378996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6">
              <a:extLst>
                <a:ext uri="{FF2B5EF4-FFF2-40B4-BE49-F238E27FC236}">
                  <a16:creationId xmlns:a16="http://schemas.microsoft.com/office/drawing/2014/main" id="{6C953BB4-C68F-53B6-A8C6-77B90FFB0F86}"/>
                </a:ext>
              </a:extLst>
            </p:cNvPr>
            <p:cNvSpPr/>
            <p:nvPr/>
          </p:nvSpPr>
          <p:spPr>
            <a:xfrm>
              <a:off x="379940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7">
              <a:extLst>
                <a:ext uri="{FF2B5EF4-FFF2-40B4-BE49-F238E27FC236}">
                  <a16:creationId xmlns:a16="http://schemas.microsoft.com/office/drawing/2014/main" id="{3875DC51-A312-0215-1FD7-CA38C55A5B91}"/>
                </a:ext>
              </a:extLst>
            </p:cNvPr>
            <p:cNvSpPr/>
            <p:nvPr/>
          </p:nvSpPr>
          <p:spPr>
            <a:xfrm>
              <a:off x="380884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8">
              <a:extLst>
                <a:ext uri="{FF2B5EF4-FFF2-40B4-BE49-F238E27FC236}">
                  <a16:creationId xmlns:a16="http://schemas.microsoft.com/office/drawing/2014/main" id="{D74B6C69-7A11-E4ED-CABB-4AB8597E8C95}"/>
                </a:ext>
              </a:extLst>
            </p:cNvPr>
            <p:cNvSpPr/>
            <p:nvPr/>
          </p:nvSpPr>
          <p:spPr>
            <a:xfrm>
              <a:off x="381828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59">
              <a:extLst>
                <a:ext uri="{FF2B5EF4-FFF2-40B4-BE49-F238E27FC236}">
                  <a16:creationId xmlns:a16="http://schemas.microsoft.com/office/drawing/2014/main" id="{B390A753-99AE-0B95-791E-A33AD4A6E7BF}"/>
                </a:ext>
              </a:extLst>
            </p:cNvPr>
            <p:cNvSpPr/>
            <p:nvPr/>
          </p:nvSpPr>
          <p:spPr>
            <a:xfrm>
              <a:off x="3827724" y="127173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0">
              <a:extLst>
                <a:ext uri="{FF2B5EF4-FFF2-40B4-BE49-F238E27FC236}">
                  <a16:creationId xmlns:a16="http://schemas.microsoft.com/office/drawing/2014/main" id="{8CC74131-061F-664D-19EA-60FC4CA9AEFD}"/>
                </a:ext>
              </a:extLst>
            </p:cNvPr>
            <p:cNvSpPr/>
            <p:nvPr/>
          </p:nvSpPr>
          <p:spPr>
            <a:xfrm>
              <a:off x="3837165" y="1254163"/>
              <a:ext cx="915813" cy="917133"/>
            </a:xfrm>
            <a:custGeom>
              <a:avLst/>
              <a:gdLst/>
              <a:ahLst/>
              <a:cxnLst/>
              <a:rect l="0" t="0" r="0" b="0"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1">
              <a:extLst>
                <a:ext uri="{FF2B5EF4-FFF2-40B4-BE49-F238E27FC236}">
                  <a16:creationId xmlns:a16="http://schemas.microsoft.com/office/drawing/2014/main" id="{515EED2B-5065-70F4-0A89-2F11CCA92C53}"/>
                </a:ext>
              </a:extLst>
            </p:cNvPr>
            <p:cNvSpPr/>
            <p:nvPr/>
          </p:nvSpPr>
          <p:spPr>
            <a:xfrm>
              <a:off x="2052959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2">
              <a:extLst>
                <a:ext uri="{FF2B5EF4-FFF2-40B4-BE49-F238E27FC236}">
                  <a16:creationId xmlns:a16="http://schemas.microsoft.com/office/drawing/2014/main" id="{FA066818-D331-4DBD-4B74-7319D428EECE}"/>
                </a:ext>
              </a:extLst>
            </p:cNvPr>
            <p:cNvSpPr/>
            <p:nvPr/>
          </p:nvSpPr>
          <p:spPr>
            <a:xfrm>
              <a:off x="205295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3">
              <a:extLst>
                <a:ext uri="{FF2B5EF4-FFF2-40B4-BE49-F238E27FC236}">
                  <a16:creationId xmlns:a16="http://schemas.microsoft.com/office/drawing/2014/main" id="{4AC970CC-ABDD-B323-42A1-85581CC21324}"/>
                </a:ext>
              </a:extLst>
            </p:cNvPr>
            <p:cNvSpPr/>
            <p:nvPr/>
          </p:nvSpPr>
          <p:spPr>
            <a:xfrm>
              <a:off x="206239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4">
              <a:extLst>
                <a:ext uri="{FF2B5EF4-FFF2-40B4-BE49-F238E27FC236}">
                  <a16:creationId xmlns:a16="http://schemas.microsoft.com/office/drawing/2014/main" id="{1FD70035-EAD0-9FB0-C4B2-293AA28FDA7E}"/>
                </a:ext>
              </a:extLst>
            </p:cNvPr>
            <p:cNvSpPr/>
            <p:nvPr/>
          </p:nvSpPr>
          <p:spPr>
            <a:xfrm>
              <a:off x="207184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5">
              <a:extLst>
                <a:ext uri="{FF2B5EF4-FFF2-40B4-BE49-F238E27FC236}">
                  <a16:creationId xmlns:a16="http://schemas.microsoft.com/office/drawing/2014/main" id="{B0AEC907-292C-CFE9-12FC-F25346911D46}"/>
                </a:ext>
              </a:extLst>
            </p:cNvPr>
            <p:cNvSpPr/>
            <p:nvPr/>
          </p:nvSpPr>
          <p:spPr>
            <a:xfrm>
              <a:off x="208128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6">
              <a:extLst>
                <a:ext uri="{FF2B5EF4-FFF2-40B4-BE49-F238E27FC236}">
                  <a16:creationId xmlns:a16="http://schemas.microsoft.com/office/drawing/2014/main" id="{0C73B58B-2222-8FF7-A2BA-1761ACB4EE92}"/>
                </a:ext>
              </a:extLst>
            </p:cNvPr>
            <p:cNvSpPr/>
            <p:nvPr/>
          </p:nvSpPr>
          <p:spPr>
            <a:xfrm>
              <a:off x="209072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7">
              <a:extLst>
                <a:ext uri="{FF2B5EF4-FFF2-40B4-BE49-F238E27FC236}">
                  <a16:creationId xmlns:a16="http://schemas.microsoft.com/office/drawing/2014/main" id="{E8A19DE6-E1F2-7AEC-2E4E-335E461C23F6}"/>
                </a:ext>
              </a:extLst>
            </p:cNvPr>
            <p:cNvSpPr/>
            <p:nvPr/>
          </p:nvSpPr>
          <p:spPr>
            <a:xfrm>
              <a:off x="210016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8">
              <a:extLst>
                <a:ext uri="{FF2B5EF4-FFF2-40B4-BE49-F238E27FC236}">
                  <a16:creationId xmlns:a16="http://schemas.microsoft.com/office/drawing/2014/main" id="{D06DBEEC-F9CE-0C5A-7CFC-64D60619D504}"/>
                </a:ext>
              </a:extLst>
            </p:cNvPr>
            <p:cNvSpPr/>
            <p:nvPr/>
          </p:nvSpPr>
          <p:spPr>
            <a:xfrm>
              <a:off x="210960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69">
              <a:extLst>
                <a:ext uri="{FF2B5EF4-FFF2-40B4-BE49-F238E27FC236}">
                  <a16:creationId xmlns:a16="http://schemas.microsoft.com/office/drawing/2014/main" id="{316DABA0-2ECD-3A5B-1C38-65D1D5775173}"/>
                </a:ext>
              </a:extLst>
            </p:cNvPr>
            <p:cNvSpPr/>
            <p:nvPr/>
          </p:nvSpPr>
          <p:spPr>
            <a:xfrm>
              <a:off x="211904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0">
              <a:extLst>
                <a:ext uri="{FF2B5EF4-FFF2-40B4-BE49-F238E27FC236}">
                  <a16:creationId xmlns:a16="http://schemas.microsoft.com/office/drawing/2014/main" id="{87180A54-BEB6-DD72-418D-DC9F757E7C80}"/>
                </a:ext>
              </a:extLst>
            </p:cNvPr>
            <p:cNvSpPr/>
            <p:nvPr/>
          </p:nvSpPr>
          <p:spPr>
            <a:xfrm>
              <a:off x="212848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1">
              <a:extLst>
                <a:ext uri="{FF2B5EF4-FFF2-40B4-BE49-F238E27FC236}">
                  <a16:creationId xmlns:a16="http://schemas.microsoft.com/office/drawing/2014/main" id="{0C35D178-AC26-2CCC-0C29-18862506B223}"/>
                </a:ext>
              </a:extLst>
            </p:cNvPr>
            <p:cNvSpPr/>
            <p:nvPr/>
          </p:nvSpPr>
          <p:spPr>
            <a:xfrm>
              <a:off x="213792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2">
              <a:extLst>
                <a:ext uri="{FF2B5EF4-FFF2-40B4-BE49-F238E27FC236}">
                  <a16:creationId xmlns:a16="http://schemas.microsoft.com/office/drawing/2014/main" id="{A021EE6D-B35A-9337-5D6E-DD50EA4ABDEF}"/>
                </a:ext>
              </a:extLst>
            </p:cNvPr>
            <p:cNvSpPr/>
            <p:nvPr/>
          </p:nvSpPr>
          <p:spPr>
            <a:xfrm>
              <a:off x="214736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3">
              <a:extLst>
                <a:ext uri="{FF2B5EF4-FFF2-40B4-BE49-F238E27FC236}">
                  <a16:creationId xmlns:a16="http://schemas.microsoft.com/office/drawing/2014/main" id="{ED29081C-9574-23C0-B09D-9911A61F8F03}"/>
                </a:ext>
              </a:extLst>
            </p:cNvPr>
            <p:cNvSpPr/>
            <p:nvPr/>
          </p:nvSpPr>
          <p:spPr>
            <a:xfrm>
              <a:off x="215680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4">
              <a:extLst>
                <a:ext uri="{FF2B5EF4-FFF2-40B4-BE49-F238E27FC236}">
                  <a16:creationId xmlns:a16="http://schemas.microsoft.com/office/drawing/2014/main" id="{D43FB21B-E472-26AF-64F9-451B656868B7}"/>
                </a:ext>
              </a:extLst>
            </p:cNvPr>
            <p:cNvSpPr/>
            <p:nvPr/>
          </p:nvSpPr>
          <p:spPr>
            <a:xfrm>
              <a:off x="216624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5">
              <a:extLst>
                <a:ext uri="{FF2B5EF4-FFF2-40B4-BE49-F238E27FC236}">
                  <a16:creationId xmlns:a16="http://schemas.microsoft.com/office/drawing/2014/main" id="{3A3C75CE-6E8B-3C48-DFE6-F649DCBDA204}"/>
                </a:ext>
              </a:extLst>
            </p:cNvPr>
            <p:cNvSpPr/>
            <p:nvPr/>
          </p:nvSpPr>
          <p:spPr>
            <a:xfrm>
              <a:off x="217568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6">
              <a:extLst>
                <a:ext uri="{FF2B5EF4-FFF2-40B4-BE49-F238E27FC236}">
                  <a16:creationId xmlns:a16="http://schemas.microsoft.com/office/drawing/2014/main" id="{F0891BAE-6768-25C1-AA23-812EFB67D1C7}"/>
                </a:ext>
              </a:extLst>
            </p:cNvPr>
            <p:cNvSpPr/>
            <p:nvPr/>
          </p:nvSpPr>
          <p:spPr>
            <a:xfrm>
              <a:off x="218512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7">
              <a:extLst>
                <a:ext uri="{FF2B5EF4-FFF2-40B4-BE49-F238E27FC236}">
                  <a16:creationId xmlns:a16="http://schemas.microsoft.com/office/drawing/2014/main" id="{6BEAC6AC-0052-BFAF-7EE0-0CDFC419BD48}"/>
                </a:ext>
              </a:extLst>
            </p:cNvPr>
            <p:cNvSpPr/>
            <p:nvPr/>
          </p:nvSpPr>
          <p:spPr>
            <a:xfrm>
              <a:off x="219456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8">
              <a:extLst>
                <a:ext uri="{FF2B5EF4-FFF2-40B4-BE49-F238E27FC236}">
                  <a16:creationId xmlns:a16="http://schemas.microsoft.com/office/drawing/2014/main" id="{632039E6-F863-2F55-A9E2-578085F2E378}"/>
                </a:ext>
              </a:extLst>
            </p:cNvPr>
            <p:cNvSpPr/>
            <p:nvPr/>
          </p:nvSpPr>
          <p:spPr>
            <a:xfrm>
              <a:off x="220400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79">
              <a:extLst>
                <a:ext uri="{FF2B5EF4-FFF2-40B4-BE49-F238E27FC236}">
                  <a16:creationId xmlns:a16="http://schemas.microsoft.com/office/drawing/2014/main" id="{F16BB737-885D-CAA8-A86B-2A6260CC3F59}"/>
                </a:ext>
              </a:extLst>
            </p:cNvPr>
            <p:cNvSpPr/>
            <p:nvPr/>
          </p:nvSpPr>
          <p:spPr>
            <a:xfrm>
              <a:off x="221344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0">
              <a:extLst>
                <a:ext uri="{FF2B5EF4-FFF2-40B4-BE49-F238E27FC236}">
                  <a16:creationId xmlns:a16="http://schemas.microsoft.com/office/drawing/2014/main" id="{426886D9-AA54-6AF9-DAA3-D70D2BF4E33F}"/>
                </a:ext>
              </a:extLst>
            </p:cNvPr>
            <p:cNvSpPr/>
            <p:nvPr/>
          </p:nvSpPr>
          <p:spPr>
            <a:xfrm>
              <a:off x="222288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1">
              <a:extLst>
                <a:ext uri="{FF2B5EF4-FFF2-40B4-BE49-F238E27FC236}">
                  <a16:creationId xmlns:a16="http://schemas.microsoft.com/office/drawing/2014/main" id="{0306A653-0D25-80A7-2156-5257A34337EE}"/>
                </a:ext>
              </a:extLst>
            </p:cNvPr>
            <p:cNvSpPr/>
            <p:nvPr/>
          </p:nvSpPr>
          <p:spPr>
            <a:xfrm>
              <a:off x="223232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2">
              <a:extLst>
                <a:ext uri="{FF2B5EF4-FFF2-40B4-BE49-F238E27FC236}">
                  <a16:creationId xmlns:a16="http://schemas.microsoft.com/office/drawing/2014/main" id="{21FFE691-B85B-BB97-915D-77839BD19AEC}"/>
                </a:ext>
              </a:extLst>
            </p:cNvPr>
            <p:cNvSpPr/>
            <p:nvPr/>
          </p:nvSpPr>
          <p:spPr>
            <a:xfrm>
              <a:off x="224176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3">
              <a:extLst>
                <a:ext uri="{FF2B5EF4-FFF2-40B4-BE49-F238E27FC236}">
                  <a16:creationId xmlns:a16="http://schemas.microsoft.com/office/drawing/2014/main" id="{DE8DB3DD-34A1-D631-117B-478FD2AD0AAD}"/>
                </a:ext>
              </a:extLst>
            </p:cNvPr>
            <p:cNvSpPr/>
            <p:nvPr/>
          </p:nvSpPr>
          <p:spPr>
            <a:xfrm>
              <a:off x="225120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4">
              <a:extLst>
                <a:ext uri="{FF2B5EF4-FFF2-40B4-BE49-F238E27FC236}">
                  <a16:creationId xmlns:a16="http://schemas.microsoft.com/office/drawing/2014/main" id="{29407196-B122-DEC6-D898-FFD300F6D529}"/>
                </a:ext>
              </a:extLst>
            </p:cNvPr>
            <p:cNvSpPr/>
            <p:nvPr/>
          </p:nvSpPr>
          <p:spPr>
            <a:xfrm>
              <a:off x="226064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5">
              <a:extLst>
                <a:ext uri="{FF2B5EF4-FFF2-40B4-BE49-F238E27FC236}">
                  <a16:creationId xmlns:a16="http://schemas.microsoft.com/office/drawing/2014/main" id="{E3927B27-EC50-8F2F-5416-F7958A353CFF}"/>
                </a:ext>
              </a:extLst>
            </p:cNvPr>
            <p:cNvSpPr/>
            <p:nvPr/>
          </p:nvSpPr>
          <p:spPr>
            <a:xfrm>
              <a:off x="227008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6">
              <a:extLst>
                <a:ext uri="{FF2B5EF4-FFF2-40B4-BE49-F238E27FC236}">
                  <a16:creationId xmlns:a16="http://schemas.microsoft.com/office/drawing/2014/main" id="{BE7960B5-6903-095E-0281-55A40E83C2D5}"/>
                </a:ext>
              </a:extLst>
            </p:cNvPr>
            <p:cNvSpPr/>
            <p:nvPr/>
          </p:nvSpPr>
          <p:spPr>
            <a:xfrm>
              <a:off x="227952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7">
              <a:extLst>
                <a:ext uri="{FF2B5EF4-FFF2-40B4-BE49-F238E27FC236}">
                  <a16:creationId xmlns:a16="http://schemas.microsoft.com/office/drawing/2014/main" id="{F790E2FD-CE40-FD5B-BF7C-E36FE1F54E06}"/>
                </a:ext>
              </a:extLst>
            </p:cNvPr>
            <p:cNvSpPr/>
            <p:nvPr/>
          </p:nvSpPr>
          <p:spPr>
            <a:xfrm>
              <a:off x="228896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8">
              <a:extLst>
                <a:ext uri="{FF2B5EF4-FFF2-40B4-BE49-F238E27FC236}">
                  <a16:creationId xmlns:a16="http://schemas.microsoft.com/office/drawing/2014/main" id="{0307601A-7084-1635-475C-580F4EE3A514}"/>
                </a:ext>
              </a:extLst>
            </p:cNvPr>
            <p:cNvSpPr/>
            <p:nvPr/>
          </p:nvSpPr>
          <p:spPr>
            <a:xfrm>
              <a:off x="229840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89">
              <a:extLst>
                <a:ext uri="{FF2B5EF4-FFF2-40B4-BE49-F238E27FC236}">
                  <a16:creationId xmlns:a16="http://schemas.microsoft.com/office/drawing/2014/main" id="{A89D1B37-4A1E-E6D4-35FB-EDEB68547E7E}"/>
                </a:ext>
              </a:extLst>
            </p:cNvPr>
            <p:cNvSpPr/>
            <p:nvPr/>
          </p:nvSpPr>
          <p:spPr>
            <a:xfrm>
              <a:off x="230784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0">
              <a:extLst>
                <a:ext uri="{FF2B5EF4-FFF2-40B4-BE49-F238E27FC236}">
                  <a16:creationId xmlns:a16="http://schemas.microsoft.com/office/drawing/2014/main" id="{20A8791D-2534-9A76-01A8-B548E53CD737}"/>
                </a:ext>
              </a:extLst>
            </p:cNvPr>
            <p:cNvSpPr/>
            <p:nvPr/>
          </p:nvSpPr>
          <p:spPr>
            <a:xfrm>
              <a:off x="231728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1">
              <a:extLst>
                <a:ext uri="{FF2B5EF4-FFF2-40B4-BE49-F238E27FC236}">
                  <a16:creationId xmlns:a16="http://schemas.microsoft.com/office/drawing/2014/main" id="{F72C91B7-724A-5B7E-B2D6-8315AC3B5483}"/>
                </a:ext>
              </a:extLst>
            </p:cNvPr>
            <p:cNvSpPr/>
            <p:nvPr/>
          </p:nvSpPr>
          <p:spPr>
            <a:xfrm>
              <a:off x="232672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2">
              <a:extLst>
                <a:ext uri="{FF2B5EF4-FFF2-40B4-BE49-F238E27FC236}">
                  <a16:creationId xmlns:a16="http://schemas.microsoft.com/office/drawing/2014/main" id="{FC0D04D8-DE5E-B6F7-20C0-FB004EAB7104}"/>
                </a:ext>
              </a:extLst>
            </p:cNvPr>
            <p:cNvSpPr/>
            <p:nvPr/>
          </p:nvSpPr>
          <p:spPr>
            <a:xfrm>
              <a:off x="233616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3">
              <a:extLst>
                <a:ext uri="{FF2B5EF4-FFF2-40B4-BE49-F238E27FC236}">
                  <a16:creationId xmlns:a16="http://schemas.microsoft.com/office/drawing/2014/main" id="{1936432F-1A77-022B-894E-FCD7C40B65DD}"/>
                </a:ext>
              </a:extLst>
            </p:cNvPr>
            <p:cNvSpPr/>
            <p:nvPr/>
          </p:nvSpPr>
          <p:spPr>
            <a:xfrm>
              <a:off x="234560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4">
              <a:extLst>
                <a:ext uri="{FF2B5EF4-FFF2-40B4-BE49-F238E27FC236}">
                  <a16:creationId xmlns:a16="http://schemas.microsoft.com/office/drawing/2014/main" id="{A49CAA2A-0A20-6304-2CDF-213045C19765}"/>
                </a:ext>
              </a:extLst>
            </p:cNvPr>
            <p:cNvSpPr/>
            <p:nvPr/>
          </p:nvSpPr>
          <p:spPr>
            <a:xfrm>
              <a:off x="235504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5">
              <a:extLst>
                <a:ext uri="{FF2B5EF4-FFF2-40B4-BE49-F238E27FC236}">
                  <a16:creationId xmlns:a16="http://schemas.microsoft.com/office/drawing/2014/main" id="{CAFCBB2B-7FAD-6168-54F9-8F634059D7FA}"/>
                </a:ext>
              </a:extLst>
            </p:cNvPr>
            <p:cNvSpPr/>
            <p:nvPr/>
          </p:nvSpPr>
          <p:spPr>
            <a:xfrm>
              <a:off x="236448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6">
              <a:extLst>
                <a:ext uri="{FF2B5EF4-FFF2-40B4-BE49-F238E27FC236}">
                  <a16:creationId xmlns:a16="http://schemas.microsoft.com/office/drawing/2014/main" id="{D7A921B2-0B6D-C723-8BEE-54DB4A7D4E9F}"/>
                </a:ext>
              </a:extLst>
            </p:cNvPr>
            <p:cNvSpPr/>
            <p:nvPr/>
          </p:nvSpPr>
          <p:spPr>
            <a:xfrm>
              <a:off x="237392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7">
              <a:extLst>
                <a:ext uri="{FF2B5EF4-FFF2-40B4-BE49-F238E27FC236}">
                  <a16:creationId xmlns:a16="http://schemas.microsoft.com/office/drawing/2014/main" id="{71ECD064-C26B-D0AD-52F5-9308168D679A}"/>
                </a:ext>
              </a:extLst>
            </p:cNvPr>
            <p:cNvSpPr/>
            <p:nvPr/>
          </p:nvSpPr>
          <p:spPr>
            <a:xfrm>
              <a:off x="238336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8">
              <a:extLst>
                <a:ext uri="{FF2B5EF4-FFF2-40B4-BE49-F238E27FC236}">
                  <a16:creationId xmlns:a16="http://schemas.microsoft.com/office/drawing/2014/main" id="{41AB7E28-CB2E-538B-89E3-DBD20612708B}"/>
                </a:ext>
              </a:extLst>
            </p:cNvPr>
            <p:cNvSpPr/>
            <p:nvPr/>
          </p:nvSpPr>
          <p:spPr>
            <a:xfrm>
              <a:off x="239280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6999">
              <a:extLst>
                <a:ext uri="{FF2B5EF4-FFF2-40B4-BE49-F238E27FC236}">
                  <a16:creationId xmlns:a16="http://schemas.microsoft.com/office/drawing/2014/main" id="{CCAD9B37-6B23-9FD1-088A-282E1964DC39}"/>
                </a:ext>
              </a:extLst>
            </p:cNvPr>
            <p:cNvSpPr/>
            <p:nvPr/>
          </p:nvSpPr>
          <p:spPr>
            <a:xfrm>
              <a:off x="240224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0">
              <a:extLst>
                <a:ext uri="{FF2B5EF4-FFF2-40B4-BE49-F238E27FC236}">
                  <a16:creationId xmlns:a16="http://schemas.microsoft.com/office/drawing/2014/main" id="{BB854A6F-027D-CE49-45EA-69415414B17C}"/>
                </a:ext>
              </a:extLst>
            </p:cNvPr>
            <p:cNvSpPr/>
            <p:nvPr/>
          </p:nvSpPr>
          <p:spPr>
            <a:xfrm>
              <a:off x="2421129" y="125416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1">
              <a:extLst>
                <a:ext uri="{FF2B5EF4-FFF2-40B4-BE49-F238E27FC236}">
                  <a16:creationId xmlns:a16="http://schemas.microsoft.com/office/drawing/2014/main" id="{59B8790F-8C2A-9997-A2A7-5198D873862B}"/>
                </a:ext>
              </a:extLst>
            </p:cNvPr>
            <p:cNvSpPr/>
            <p:nvPr/>
          </p:nvSpPr>
          <p:spPr>
            <a:xfrm>
              <a:off x="2421129" y="1254163"/>
              <a:ext cx="917536" cy="914400"/>
            </a:xfrm>
            <a:custGeom>
              <a:avLst/>
              <a:gdLst/>
              <a:ahLst/>
              <a:cxnLst/>
              <a:rect l="0" t="0" r="0" b="0"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2">
              <a:extLst>
                <a:ext uri="{FF2B5EF4-FFF2-40B4-BE49-F238E27FC236}">
                  <a16:creationId xmlns:a16="http://schemas.microsoft.com/office/drawing/2014/main" id="{B7BB94AC-4143-98EC-7FFB-C51D2741F90A}"/>
                </a:ext>
              </a:extLst>
            </p:cNvPr>
            <p:cNvSpPr/>
            <p:nvPr/>
          </p:nvSpPr>
          <p:spPr>
            <a:xfrm>
              <a:off x="3412354" y="12541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3">
              <a:extLst>
                <a:ext uri="{FF2B5EF4-FFF2-40B4-BE49-F238E27FC236}">
                  <a16:creationId xmlns:a16="http://schemas.microsoft.com/office/drawing/2014/main" id="{2D2F4F01-8D07-734F-D888-129ED2847326}"/>
                </a:ext>
              </a:extLst>
            </p:cNvPr>
            <p:cNvSpPr/>
            <p:nvPr/>
          </p:nvSpPr>
          <p:spPr>
            <a:xfrm>
              <a:off x="3421794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4">
              <a:extLst>
                <a:ext uri="{FF2B5EF4-FFF2-40B4-BE49-F238E27FC236}">
                  <a16:creationId xmlns:a16="http://schemas.microsoft.com/office/drawing/2014/main" id="{F7706A77-689B-C856-9B8A-0457E7756D3C}"/>
                </a:ext>
              </a:extLst>
            </p:cNvPr>
            <p:cNvSpPr/>
            <p:nvPr/>
          </p:nvSpPr>
          <p:spPr>
            <a:xfrm>
              <a:off x="342179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5">
              <a:extLst>
                <a:ext uri="{FF2B5EF4-FFF2-40B4-BE49-F238E27FC236}">
                  <a16:creationId xmlns:a16="http://schemas.microsoft.com/office/drawing/2014/main" id="{DB217161-210B-21AF-07AE-2D9904E49608}"/>
                </a:ext>
              </a:extLst>
            </p:cNvPr>
            <p:cNvSpPr/>
            <p:nvPr/>
          </p:nvSpPr>
          <p:spPr>
            <a:xfrm>
              <a:off x="343123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6">
              <a:extLst>
                <a:ext uri="{FF2B5EF4-FFF2-40B4-BE49-F238E27FC236}">
                  <a16:creationId xmlns:a16="http://schemas.microsoft.com/office/drawing/2014/main" id="{F7D8F0BE-3594-D108-B504-C30B17E43122}"/>
                </a:ext>
              </a:extLst>
            </p:cNvPr>
            <p:cNvSpPr/>
            <p:nvPr/>
          </p:nvSpPr>
          <p:spPr>
            <a:xfrm>
              <a:off x="344067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7">
              <a:extLst>
                <a:ext uri="{FF2B5EF4-FFF2-40B4-BE49-F238E27FC236}">
                  <a16:creationId xmlns:a16="http://schemas.microsoft.com/office/drawing/2014/main" id="{AA0341B5-496D-E1BA-03D2-386B28B20521}"/>
                </a:ext>
              </a:extLst>
            </p:cNvPr>
            <p:cNvSpPr/>
            <p:nvPr/>
          </p:nvSpPr>
          <p:spPr>
            <a:xfrm>
              <a:off x="345011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8">
              <a:extLst>
                <a:ext uri="{FF2B5EF4-FFF2-40B4-BE49-F238E27FC236}">
                  <a16:creationId xmlns:a16="http://schemas.microsoft.com/office/drawing/2014/main" id="{8A9AE3A0-87FF-421B-EDA1-8E63C243E82E}"/>
                </a:ext>
              </a:extLst>
            </p:cNvPr>
            <p:cNvSpPr/>
            <p:nvPr/>
          </p:nvSpPr>
          <p:spPr>
            <a:xfrm>
              <a:off x="345955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09">
              <a:extLst>
                <a:ext uri="{FF2B5EF4-FFF2-40B4-BE49-F238E27FC236}">
                  <a16:creationId xmlns:a16="http://schemas.microsoft.com/office/drawing/2014/main" id="{DE222D6A-9B3C-02FC-BD5B-F35A631A7C35}"/>
                </a:ext>
              </a:extLst>
            </p:cNvPr>
            <p:cNvSpPr/>
            <p:nvPr/>
          </p:nvSpPr>
          <p:spPr>
            <a:xfrm>
              <a:off x="346899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0">
              <a:extLst>
                <a:ext uri="{FF2B5EF4-FFF2-40B4-BE49-F238E27FC236}">
                  <a16:creationId xmlns:a16="http://schemas.microsoft.com/office/drawing/2014/main" id="{08F9D23C-DE00-F9FB-6184-B1BAFCB3C7C6}"/>
                </a:ext>
              </a:extLst>
            </p:cNvPr>
            <p:cNvSpPr/>
            <p:nvPr/>
          </p:nvSpPr>
          <p:spPr>
            <a:xfrm>
              <a:off x="347843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1">
              <a:extLst>
                <a:ext uri="{FF2B5EF4-FFF2-40B4-BE49-F238E27FC236}">
                  <a16:creationId xmlns:a16="http://schemas.microsoft.com/office/drawing/2014/main" id="{2A493A4A-5A2F-1EF9-2BE5-EFC857AAAB9A}"/>
                </a:ext>
              </a:extLst>
            </p:cNvPr>
            <p:cNvSpPr/>
            <p:nvPr/>
          </p:nvSpPr>
          <p:spPr>
            <a:xfrm>
              <a:off x="348787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2">
              <a:extLst>
                <a:ext uri="{FF2B5EF4-FFF2-40B4-BE49-F238E27FC236}">
                  <a16:creationId xmlns:a16="http://schemas.microsoft.com/office/drawing/2014/main" id="{7FA09CD1-806F-E7D0-555E-74CC1B6FDFC1}"/>
                </a:ext>
              </a:extLst>
            </p:cNvPr>
            <p:cNvSpPr/>
            <p:nvPr/>
          </p:nvSpPr>
          <p:spPr>
            <a:xfrm>
              <a:off x="349731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3">
              <a:extLst>
                <a:ext uri="{FF2B5EF4-FFF2-40B4-BE49-F238E27FC236}">
                  <a16:creationId xmlns:a16="http://schemas.microsoft.com/office/drawing/2014/main" id="{E64CE534-0879-4725-7F10-DD9F8FAEE2F4}"/>
                </a:ext>
              </a:extLst>
            </p:cNvPr>
            <p:cNvSpPr/>
            <p:nvPr/>
          </p:nvSpPr>
          <p:spPr>
            <a:xfrm>
              <a:off x="350675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4">
              <a:extLst>
                <a:ext uri="{FF2B5EF4-FFF2-40B4-BE49-F238E27FC236}">
                  <a16:creationId xmlns:a16="http://schemas.microsoft.com/office/drawing/2014/main" id="{B1CE8E12-5A4B-9B54-3709-19297BEE865E}"/>
                </a:ext>
              </a:extLst>
            </p:cNvPr>
            <p:cNvSpPr/>
            <p:nvPr/>
          </p:nvSpPr>
          <p:spPr>
            <a:xfrm>
              <a:off x="351619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5">
              <a:extLst>
                <a:ext uri="{FF2B5EF4-FFF2-40B4-BE49-F238E27FC236}">
                  <a16:creationId xmlns:a16="http://schemas.microsoft.com/office/drawing/2014/main" id="{6EBAB268-9988-F5A0-DD7F-E1ACC6611A44}"/>
                </a:ext>
              </a:extLst>
            </p:cNvPr>
            <p:cNvSpPr/>
            <p:nvPr/>
          </p:nvSpPr>
          <p:spPr>
            <a:xfrm>
              <a:off x="352563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6">
              <a:extLst>
                <a:ext uri="{FF2B5EF4-FFF2-40B4-BE49-F238E27FC236}">
                  <a16:creationId xmlns:a16="http://schemas.microsoft.com/office/drawing/2014/main" id="{13C33DC1-6E82-8F15-BE8E-A379FEEA6D99}"/>
                </a:ext>
              </a:extLst>
            </p:cNvPr>
            <p:cNvSpPr/>
            <p:nvPr/>
          </p:nvSpPr>
          <p:spPr>
            <a:xfrm>
              <a:off x="353507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7">
              <a:extLst>
                <a:ext uri="{FF2B5EF4-FFF2-40B4-BE49-F238E27FC236}">
                  <a16:creationId xmlns:a16="http://schemas.microsoft.com/office/drawing/2014/main" id="{CA0235E1-7549-543B-9FCF-CF6C4B237CD3}"/>
                </a:ext>
              </a:extLst>
            </p:cNvPr>
            <p:cNvSpPr/>
            <p:nvPr/>
          </p:nvSpPr>
          <p:spPr>
            <a:xfrm>
              <a:off x="354451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8">
              <a:extLst>
                <a:ext uri="{FF2B5EF4-FFF2-40B4-BE49-F238E27FC236}">
                  <a16:creationId xmlns:a16="http://schemas.microsoft.com/office/drawing/2014/main" id="{B2064FC1-5A25-28A6-8699-9D2414A9E00C}"/>
                </a:ext>
              </a:extLst>
            </p:cNvPr>
            <p:cNvSpPr/>
            <p:nvPr/>
          </p:nvSpPr>
          <p:spPr>
            <a:xfrm>
              <a:off x="355395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19">
              <a:extLst>
                <a:ext uri="{FF2B5EF4-FFF2-40B4-BE49-F238E27FC236}">
                  <a16:creationId xmlns:a16="http://schemas.microsoft.com/office/drawing/2014/main" id="{0F1EDEE7-8570-A07B-7724-59867681D608}"/>
                </a:ext>
              </a:extLst>
            </p:cNvPr>
            <p:cNvSpPr/>
            <p:nvPr/>
          </p:nvSpPr>
          <p:spPr>
            <a:xfrm>
              <a:off x="356339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0">
              <a:extLst>
                <a:ext uri="{FF2B5EF4-FFF2-40B4-BE49-F238E27FC236}">
                  <a16:creationId xmlns:a16="http://schemas.microsoft.com/office/drawing/2014/main" id="{06086FD9-E987-353D-D399-5977DC11EE5D}"/>
                </a:ext>
              </a:extLst>
            </p:cNvPr>
            <p:cNvSpPr/>
            <p:nvPr/>
          </p:nvSpPr>
          <p:spPr>
            <a:xfrm>
              <a:off x="357283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1">
              <a:extLst>
                <a:ext uri="{FF2B5EF4-FFF2-40B4-BE49-F238E27FC236}">
                  <a16:creationId xmlns:a16="http://schemas.microsoft.com/office/drawing/2014/main" id="{712914DF-B77E-5A37-CA00-A09F3BDC807B}"/>
                </a:ext>
              </a:extLst>
            </p:cNvPr>
            <p:cNvSpPr/>
            <p:nvPr/>
          </p:nvSpPr>
          <p:spPr>
            <a:xfrm>
              <a:off x="358227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2">
              <a:extLst>
                <a:ext uri="{FF2B5EF4-FFF2-40B4-BE49-F238E27FC236}">
                  <a16:creationId xmlns:a16="http://schemas.microsoft.com/office/drawing/2014/main" id="{AB3EE55C-A95E-4E1B-F712-24E891CD030B}"/>
                </a:ext>
              </a:extLst>
            </p:cNvPr>
            <p:cNvSpPr/>
            <p:nvPr/>
          </p:nvSpPr>
          <p:spPr>
            <a:xfrm>
              <a:off x="359171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3">
              <a:extLst>
                <a:ext uri="{FF2B5EF4-FFF2-40B4-BE49-F238E27FC236}">
                  <a16:creationId xmlns:a16="http://schemas.microsoft.com/office/drawing/2014/main" id="{EE94FECF-39C1-968C-1C29-C93FA8CEC904}"/>
                </a:ext>
              </a:extLst>
            </p:cNvPr>
            <p:cNvSpPr/>
            <p:nvPr/>
          </p:nvSpPr>
          <p:spPr>
            <a:xfrm>
              <a:off x="360115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4">
              <a:extLst>
                <a:ext uri="{FF2B5EF4-FFF2-40B4-BE49-F238E27FC236}">
                  <a16:creationId xmlns:a16="http://schemas.microsoft.com/office/drawing/2014/main" id="{3416299B-1E79-1F13-82B8-E030F458252B}"/>
                </a:ext>
              </a:extLst>
            </p:cNvPr>
            <p:cNvSpPr/>
            <p:nvPr/>
          </p:nvSpPr>
          <p:spPr>
            <a:xfrm>
              <a:off x="361059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5">
              <a:extLst>
                <a:ext uri="{FF2B5EF4-FFF2-40B4-BE49-F238E27FC236}">
                  <a16:creationId xmlns:a16="http://schemas.microsoft.com/office/drawing/2014/main" id="{5F426A81-97F3-C7D8-A277-794BFDA09D15}"/>
                </a:ext>
              </a:extLst>
            </p:cNvPr>
            <p:cNvSpPr/>
            <p:nvPr/>
          </p:nvSpPr>
          <p:spPr>
            <a:xfrm>
              <a:off x="362003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6">
              <a:extLst>
                <a:ext uri="{FF2B5EF4-FFF2-40B4-BE49-F238E27FC236}">
                  <a16:creationId xmlns:a16="http://schemas.microsoft.com/office/drawing/2014/main" id="{F9ADF023-54F3-CBF4-6D4A-2782ECF4B329}"/>
                </a:ext>
              </a:extLst>
            </p:cNvPr>
            <p:cNvSpPr/>
            <p:nvPr/>
          </p:nvSpPr>
          <p:spPr>
            <a:xfrm>
              <a:off x="362947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7">
              <a:extLst>
                <a:ext uri="{FF2B5EF4-FFF2-40B4-BE49-F238E27FC236}">
                  <a16:creationId xmlns:a16="http://schemas.microsoft.com/office/drawing/2014/main" id="{FDC26E31-8693-B005-77B1-6354E0CCD28B}"/>
                </a:ext>
              </a:extLst>
            </p:cNvPr>
            <p:cNvSpPr/>
            <p:nvPr/>
          </p:nvSpPr>
          <p:spPr>
            <a:xfrm>
              <a:off x="363891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8">
              <a:extLst>
                <a:ext uri="{FF2B5EF4-FFF2-40B4-BE49-F238E27FC236}">
                  <a16:creationId xmlns:a16="http://schemas.microsoft.com/office/drawing/2014/main" id="{30A065A6-CFA9-023F-5D30-970C7BB5A71F}"/>
                </a:ext>
              </a:extLst>
            </p:cNvPr>
            <p:cNvSpPr/>
            <p:nvPr/>
          </p:nvSpPr>
          <p:spPr>
            <a:xfrm>
              <a:off x="364836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29">
              <a:extLst>
                <a:ext uri="{FF2B5EF4-FFF2-40B4-BE49-F238E27FC236}">
                  <a16:creationId xmlns:a16="http://schemas.microsoft.com/office/drawing/2014/main" id="{58DA29F1-4691-4A3E-C998-07A3E75E2F6F}"/>
                </a:ext>
              </a:extLst>
            </p:cNvPr>
            <p:cNvSpPr/>
            <p:nvPr/>
          </p:nvSpPr>
          <p:spPr>
            <a:xfrm>
              <a:off x="365780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0">
              <a:extLst>
                <a:ext uri="{FF2B5EF4-FFF2-40B4-BE49-F238E27FC236}">
                  <a16:creationId xmlns:a16="http://schemas.microsoft.com/office/drawing/2014/main" id="{BA3D1069-F4F2-10AB-E432-25530A0AC50D}"/>
                </a:ext>
              </a:extLst>
            </p:cNvPr>
            <p:cNvSpPr/>
            <p:nvPr/>
          </p:nvSpPr>
          <p:spPr>
            <a:xfrm>
              <a:off x="366724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1">
              <a:extLst>
                <a:ext uri="{FF2B5EF4-FFF2-40B4-BE49-F238E27FC236}">
                  <a16:creationId xmlns:a16="http://schemas.microsoft.com/office/drawing/2014/main" id="{9D5D6FC1-83A1-5355-6AAB-7E550800046A}"/>
                </a:ext>
              </a:extLst>
            </p:cNvPr>
            <p:cNvSpPr/>
            <p:nvPr/>
          </p:nvSpPr>
          <p:spPr>
            <a:xfrm>
              <a:off x="367668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2">
              <a:extLst>
                <a:ext uri="{FF2B5EF4-FFF2-40B4-BE49-F238E27FC236}">
                  <a16:creationId xmlns:a16="http://schemas.microsoft.com/office/drawing/2014/main" id="{96BED888-E9AF-00CB-18E9-A026D156CC2D}"/>
                </a:ext>
              </a:extLst>
            </p:cNvPr>
            <p:cNvSpPr/>
            <p:nvPr/>
          </p:nvSpPr>
          <p:spPr>
            <a:xfrm>
              <a:off x="368612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3">
              <a:extLst>
                <a:ext uri="{FF2B5EF4-FFF2-40B4-BE49-F238E27FC236}">
                  <a16:creationId xmlns:a16="http://schemas.microsoft.com/office/drawing/2014/main" id="{2EFEE44B-8047-D79C-5713-5F0148C8AFF4}"/>
                </a:ext>
              </a:extLst>
            </p:cNvPr>
            <p:cNvSpPr/>
            <p:nvPr/>
          </p:nvSpPr>
          <p:spPr>
            <a:xfrm>
              <a:off x="369556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4">
              <a:extLst>
                <a:ext uri="{FF2B5EF4-FFF2-40B4-BE49-F238E27FC236}">
                  <a16:creationId xmlns:a16="http://schemas.microsoft.com/office/drawing/2014/main" id="{C5729436-816A-EE80-1E83-370EEAFD9802}"/>
                </a:ext>
              </a:extLst>
            </p:cNvPr>
            <p:cNvSpPr/>
            <p:nvPr/>
          </p:nvSpPr>
          <p:spPr>
            <a:xfrm>
              <a:off x="370500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5">
              <a:extLst>
                <a:ext uri="{FF2B5EF4-FFF2-40B4-BE49-F238E27FC236}">
                  <a16:creationId xmlns:a16="http://schemas.microsoft.com/office/drawing/2014/main" id="{8BC14B9A-B7EF-5FE1-7955-421D9E8597F9}"/>
                </a:ext>
              </a:extLst>
            </p:cNvPr>
            <p:cNvSpPr/>
            <p:nvPr/>
          </p:nvSpPr>
          <p:spPr>
            <a:xfrm>
              <a:off x="371444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6">
              <a:extLst>
                <a:ext uri="{FF2B5EF4-FFF2-40B4-BE49-F238E27FC236}">
                  <a16:creationId xmlns:a16="http://schemas.microsoft.com/office/drawing/2014/main" id="{3060FC3A-2453-B0F7-7E95-701A59780540}"/>
                </a:ext>
              </a:extLst>
            </p:cNvPr>
            <p:cNvSpPr/>
            <p:nvPr/>
          </p:nvSpPr>
          <p:spPr>
            <a:xfrm>
              <a:off x="372388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7">
              <a:extLst>
                <a:ext uri="{FF2B5EF4-FFF2-40B4-BE49-F238E27FC236}">
                  <a16:creationId xmlns:a16="http://schemas.microsoft.com/office/drawing/2014/main" id="{1F1DF111-18CC-D3C9-640A-EDE89E570D17}"/>
                </a:ext>
              </a:extLst>
            </p:cNvPr>
            <p:cNvSpPr/>
            <p:nvPr/>
          </p:nvSpPr>
          <p:spPr>
            <a:xfrm>
              <a:off x="373332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8">
              <a:extLst>
                <a:ext uri="{FF2B5EF4-FFF2-40B4-BE49-F238E27FC236}">
                  <a16:creationId xmlns:a16="http://schemas.microsoft.com/office/drawing/2014/main" id="{8D3B51E7-60CA-B68D-DA34-BA357EBBF42B}"/>
                </a:ext>
              </a:extLst>
            </p:cNvPr>
            <p:cNvSpPr/>
            <p:nvPr/>
          </p:nvSpPr>
          <p:spPr>
            <a:xfrm>
              <a:off x="374276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39">
              <a:extLst>
                <a:ext uri="{FF2B5EF4-FFF2-40B4-BE49-F238E27FC236}">
                  <a16:creationId xmlns:a16="http://schemas.microsoft.com/office/drawing/2014/main" id="{D99F2079-9778-58CB-4310-09E35EFDE758}"/>
                </a:ext>
              </a:extLst>
            </p:cNvPr>
            <p:cNvSpPr/>
            <p:nvPr/>
          </p:nvSpPr>
          <p:spPr>
            <a:xfrm>
              <a:off x="375220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0">
              <a:extLst>
                <a:ext uri="{FF2B5EF4-FFF2-40B4-BE49-F238E27FC236}">
                  <a16:creationId xmlns:a16="http://schemas.microsoft.com/office/drawing/2014/main" id="{2F93373C-4225-4415-0B05-B39FEE101124}"/>
                </a:ext>
              </a:extLst>
            </p:cNvPr>
            <p:cNvSpPr/>
            <p:nvPr/>
          </p:nvSpPr>
          <p:spPr>
            <a:xfrm>
              <a:off x="376164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1">
              <a:extLst>
                <a:ext uri="{FF2B5EF4-FFF2-40B4-BE49-F238E27FC236}">
                  <a16:creationId xmlns:a16="http://schemas.microsoft.com/office/drawing/2014/main" id="{74C5C620-39DB-A497-CC87-1ACD6E16A103}"/>
                </a:ext>
              </a:extLst>
            </p:cNvPr>
            <p:cNvSpPr/>
            <p:nvPr/>
          </p:nvSpPr>
          <p:spPr>
            <a:xfrm>
              <a:off x="377108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2">
              <a:extLst>
                <a:ext uri="{FF2B5EF4-FFF2-40B4-BE49-F238E27FC236}">
                  <a16:creationId xmlns:a16="http://schemas.microsoft.com/office/drawing/2014/main" id="{B98AC968-571C-CA48-39A2-AD5C143F9CD8}"/>
                </a:ext>
              </a:extLst>
            </p:cNvPr>
            <p:cNvSpPr/>
            <p:nvPr/>
          </p:nvSpPr>
          <p:spPr>
            <a:xfrm>
              <a:off x="378052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3">
              <a:extLst>
                <a:ext uri="{FF2B5EF4-FFF2-40B4-BE49-F238E27FC236}">
                  <a16:creationId xmlns:a16="http://schemas.microsoft.com/office/drawing/2014/main" id="{FFC8BB3B-2332-C5A8-06A2-621DA27EF71D}"/>
                </a:ext>
              </a:extLst>
            </p:cNvPr>
            <p:cNvSpPr/>
            <p:nvPr/>
          </p:nvSpPr>
          <p:spPr>
            <a:xfrm>
              <a:off x="378996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4">
              <a:extLst>
                <a:ext uri="{FF2B5EF4-FFF2-40B4-BE49-F238E27FC236}">
                  <a16:creationId xmlns:a16="http://schemas.microsoft.com/office/drawing/2014/main" id="{290FC6B8-27DC-791A-FFDB-06178EE398B8}"/>
                </a:ext>
              </a:extLst>
            </p:cNvPr>
            <p:cNvSpPr/>
            <p:nvPr/>
          </p:nvSpPr>
          <p:spPr>
            <a:xfrm>
              <a:off x="379940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5">
              <a:extLst>
                <a:ext uri="{FF2B5EF4-FFF2-40B4-BE49-F238E27FC236}">
                  <a16:creationId xmlns:a16="http://schemas.microsoft.com/office/drawing/2014/main" id="{6D59DFDE-2529-78E9-EAF0-0183042A8C39}"/>
                </a:ext>
              </a:extLst>
            </p:cNvPr>
            <p:cNvSpPr/>
            <p:nvPr/>
          </p:nvSpPr>
          <p:spPr>
            <a:xfrm>
              <a:off x="380884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6">
              <a:extLst>
                <a:ext uri="{FF2B5EF4-FFF2-40B4-BE49-F238E27FC236}">
                  <a16:creationId xmlns:a16="http://schemas.microsoft.com/office/drawing/2014/main" id="{68C0B2D9-B75E-2004-87D7-A39DF9A4E38C}"/>
                </a:ext>
              </a:extLst>
            </p:cNvPr>
            <p:cNvSpPr/>
            <p:nvPr/>
          </p:nvSpPr>
          <p:spPr>
            <a:xfrm>
              <a:off x="381828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7">
              <a:extLst>
                <a:ext uri="{FF2B5EF4-FFF2-40B4-BE49-F238E27FC236}">
                  <a16:creationId xmlns:a16="http://schemas.microsoft.com/office/drawing/2014/main" id="{5671F7C6-4632-1DF7-0C7B-8CB250AD74E6}"/>
                </a:ext>
              </a:extLst>
            </p:cNvPr>
            <p:cNvSpPr/>
            <p:nvPr/>
          </p:nvSpPr>
          <p:spPr>
            <a:xfrm>
              <a:off x="382772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8">
              <a:extLst>
                <a:ext uri="{FF2B5EF4-FFF2-40B4-BE49-F238E27FC236}">
                  <a16:creationId xmlns:a16="http://schemas.microsoft.com/office/drawing/2014/main" id="{7719C86E-97AB-7311-37E3-22DDB22DD743}"/>
                </a:ext>
              </a:extLst>
            </p:cNvPr>
            <p:cNvSpPr/>
            <p:nvPr/>
          </p:nvSpPr>
          <p:spPr>
            <a:xfrm>
              <a:off x="3837165" y="1254163"/>
              <a:ext cx="923775" cy="914400"/>
            </a:xfrm>
            <a:custGeom>
              <a:avLst/>
              <a:gdLst/>
              <a:ahLst/>
              <a:cxnLst/>
              <a:rect l="0" t="0" r="0" b="0"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49">
              <a:extLst>
                <a:ext uri="{FF2B5EF4-FFF2-40B4-BE49-F238E27FC236}">
                  <a16:creationId xmlns:a16="http://schemas.microsoft.com/office/drawing/2014/main" id="{0805E003-1E27-F7F0-76CB-D103DC7990FA}"/>
                </a:ext>
              </a:extLst>
            </p:cNvPr>
            <p:cNvSpPr/>
            <p:nvPr/>
          </p:nvSpPr>
          <p:spPr>
            <a:xfrm>
              <a:off x="2052959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0">
              <a:extLst>
                <a:ext uri="{FF2B5EF4-FFF2-40B4-BE49-F238E27FC236}">
                  <a16:creationId xmlns:a16="http://schemas.microsoft.com/office/drawing/2014/main" id="{1E5E03E4-049D-9E9B-9418-2353E2855C2F}"/>
                </a:ext>
              </a:extLst>
            </p:cNvPr>
            <p:cNvSpPr/>
            <p:nvPr/>
          </p:nvSpPr>
          <p:spPr>
            <a:xfrm>
              <a:off x="205295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1">
              <a:extLst>
                <a:ext uri="{FF2B5EF4-FFF2-40B4-BE49-F238E27FC236}">
                  <a16:creationId xmlns:a16="http://schemas.microsoft.com/office/drawing/2014/main" id="{957ED9C5-948C-929B-A0CC-0DD9585B3559}"/>
                </a:ext>
              </a:extLst>
            </p:cNvPr>
            <p:cNvSpPr/>
            <p:nvPr/>
          </p:nvSpPr>
          <p:spPr>
            <a:xfrm>
              <a:off x="206239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2">
              <a:extLst>
                <a:ext uri="{FF2B5EF4-FFF2-40B4-BE49-F238E27FC236}">
                  <a16:creationId xmlns:a16="http://schemas.microsoft.com/office/drawing/2014/main" id="{665BC44D-AD08-516D-1F40-40F927E5C5BB}"/>
                </a:ext>
              </a:extLst>
            </p:cNvPr>
            <p:cNvSpPr/>
            <p:nvPr/>
          </p:nvSpPr>
          <p:spPr>
            <a:xfrm>
              <a:off x="207184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3">
              <a:extLst>
                <a:ext uri="{FF2B5EF4-FFF2-40B4-BE49-F238E27FC236}">
                  <a16:creationId xmlns:a16="http://schemas.microsoft.com/office/drawing/2014/main" id="{E0556DCF-BE82-A780-C5FB-EE6A90148DDF}"/>
                </a:ext>
              </a:extLst>
            </p:cNvPr>
            <p:cNvSpPr/>
            <p:nvPr/>
          </p:nvSpPr>
          <p:spPr>
            <a:xfrm>
              <a:off x="208128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4">
              <a:extLst>
                <a:ext uri="{FF2B5EF4-FFF2-40B4-BE49-F238E27FC236}">
                  <a16:creationId xmlns:a16="http://schemas.microsoft.com/office/drawing/2014/main" id="{3FD09474-A925-EE7F-9168-B20771913FD4}"/>
                </a:ext>
              </a:extLst>
            </p:cNvPr>
            <p:cNvSpPr/>
            <p:nvPr/>
          </p:nvSpPr>
          <p:spPr>
            <a:xfrm>
              <a:off x="209072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5">
              <a:extLst>
                <a:ext uri="{FF2B5EF4-FFF2-40B4-BE49-F238E27FC236}">
                  <a16:creationId xmlns:a16="http://schemas.microsoft.com/office/drawing/2014/main" id="{5EB5A3C8-BE65-82E0-EF5E-E621400329C3}"/>
                </a:ext>
              </a:extLst>
            </p:cNvPr>
            <p:cNvSpPr/>
            <p:nvPr/>
          </p:nvSpPr>
          <p:spPr>
            <a:xfrm>
              <a:off x="210016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6">
              <a:extLst>
                <a:ext uri="{FF2B5EF4-FFF2-40B4-BE49-F238E27FC236}">
                  <a16:creationId xmlns:a16="http://schemas.microsoft.com/office/drawing/2014/main" id="{EA419F5F-3203-4182-5A1D-78D92A7E3A7F}"/>
                </a:ext>
              </a:extLst>
            </p:cNvPr>
            <p:cNvSpPr/>
            <p:nvPr/>
          </p:nvSpPr>
          <p:spPr>
            <a:xfrm>
              <a:off x="210960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7">
              <a:extLst>
                <a:ext uri="{FF2B5EF4-FFF2-40B4-BE49-F238E27FC236}">
                  <a16:creationId xmlns:a16="http://schemas.microsoft.com/office/drawing/2014/main" id="{9696A4DE-5D21-90D3-09CE-A8DEEC9FB9C0}"/>
                </a:ext>
              </a:extLst>
            </p:cNvPr>
            <p:cNvSpPr/>
            <p:nvPr/>
          </p:nvSpPr>
          <p:spPr>
            <a:xfrm>
              <a:off x="211904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8">
              <a:extLst>
                <a:ext uri="{FF2B5EF4-FFF2-40B4-BE49-F238E27FC236}">
                  <a16:creationId xmlns:a16="http://schemas.microsoft.com/office/drawing/2014/main" id="{A83C6E19-51AB-AB10-FF0E-93AFDA06AFCC}"/>
                </a:ext>
              </a:extLst>
            </p:cNvPr>
            <p:cNvSpPr/>
            <p:nvPr/>
          </p:nvSpPr>
          <p:spPr>
            <a:xfrm>
              <a:off x="212848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59">
              <a:extLst>
                <a:ext uri="{FF2B5EF4-FFF2-40B4-BE49-F238E27FC236}">
                  <a16:creationId xmlns:a16="http://schemas.microsoft.com/office/drawing/2014/main" id="{0963ABDD-8744-7FD2-71AB-792C2B53BFF9}"/>
                </a:ext>
              </a:extLst>
            </p:cNvPr>
            <p:cNvSpPr/>
            <p:nvPr/>
          </p:nvSpPr>
          <p:spPr>
            <a:xfrm>
              <a:off x="213792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0">
              <a:extLst>
                <a:ext uri="{FF2B5EF4-FFF2-40B4-BE49-F238E27FC236}">
                  <a16:creationId xmlns:a16="http://schemas.microsoft.com/office/drawing/2014/main" id="{F3CA3399-C7E3-60EB-7F98-53EFDB5B963E}"/>
                </a:ext>
              </a:extLst>
            </p:cNvPr>
            <p:cNvSpPr/>
            <p:nvPr/>
          </p:nvSpPr>
          <p:spPr>
            <a:xfrm>
              <a:off x="214736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1">
              <a:extLst>
                <a:ext uri="{FF2B5EF4-FFF2-40B4-BE49-F238E27FC236}">
                  <a16:creationId xmlns:a16="http://schemas.microsoft.com/office/drawing/2014/main" id="{2F987A12-E6E0-1321-6C1C-5000880A3D17}"/>
                </a:ext>
              </a:extLst>
            </p:cNvPr>
            <p:cNvSpPr/>
            <p:nvPr/>
          </p:nvSpPr>
          <p:spPr>
            <a:xfrm>
              <a:off x="215680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2">
              <a:extLst>
                <a:ext uri="{FF2B5EF4-FFF2-40B4-BE49-F238E27FC236}">
                  <a16:creationId xmlns:a16="http://schemas.microsoft.com/office/drawing/2014/main" id="{EDCDE0D9-AB54-EBB5-C61C-8FA599779C35}"/>
                </a:ext>
              </a:extLst>
            </p:cNvPr>
            <p:cNvSpPr/>
            <p:nvPr/>
          </p:nvSpPr>
          <p:spPr>
            <a:xfrm>
              <a:off x="216624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3">
              <a:extLst>
                <a:ext uri="{FF2B5EF4-FFF2-40B4-BE49-F238E27FC236}">
                  <a16:creationId xmlns:a16="http://schemas.microsoft.com/office/drawing/2014/main" id="{650F4269-FCAD-9B27-F6E3-BE1F190BE3BB}"/>
                </a:ext>
              </a:extLst>
            </p:cNvPr>
            <p:cNvSpPr/>
            <p:nvPr/>
          </p:nvSpPr>
          <p:spPr>
            <a:xfrm>
              <a:off x="217568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4">
              <a:extLst>
                <a:ext uri="{FF2B5EF4-FFF2-40B4-BE49-F238E27FC236}">
                  <a16:creationId xmlns:a16="http://schemas.microsoft.com/office/drawing/2014/main" id="{702A7F16-F362-A2FC-B31E-4A5819D91D3B}"/>
                </a:ext>
              </a:extLst>
            </p:cNvPr>
            <p:cNvSpPr/>
            <p:nvPr/>
          </p:nvSpPr>
          <p:spPr>
            <a:xfrm>
              <a:off x="218512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5">
              <a:extLst>
                <a:ext uri="{FF2B5EF4-FFF2-40B4-BE49-F238E27FC236}">
                  <a16:creationId xmlns:a16="http://schemas.microsoft.com/office/drawing/2014/main" id="{F7DFE6CB-8658-B624-E3C2-06BD978BE924}"/>
                </a:ext>
              </a:extLst>
            </p:cNvPr>
            <p:cNvSpPr/>
            <p:nvPr/>
          </p:nvSpPr>
          <p:spPr>
            <a:xfrm>
              <a:off x="219456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6">
              <a:extLst>
                <a:ext uri="{FF2B5EF4-FFF2-40B4-BE49-F238E27FC236}">
                  <a16:creationId xmlns:a16="http://schemas.microsoft.com/office/drawing/2014/main" id="{1EFB0FE6-34A4-EC1B-4731-33D8C1DD4E41}"/>
                </a:ext>
              </a:extLst>
            </p:cNvPr>
            <p:cNvSpPr/>
            <p:nvPr/>
          </p:nvSpPr>
          <p:spPr>
            <a:xfrm>
              <a:off x="220400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7">
              <a:extLst>
                <a:ext uri="{FF2B5EF4-FFF2-40B4-BE49-F238E27FC236}">
                  <a16:creationId xmlns:a16="http://schemas.microsoft.com/office/drawing/2014/main" id="{6B9A97AD-7F89-FC24-4E72-B6FDD37D8F3A}"/>
                </a:ext>
              </a:extLst>
            </p:cNvPr>
            <p:cNvSpPr/>
            <p:nvPr/>
          </p:nvSpPr>
          <p:spPr>
            <a:xfrm>
              <a:off x="221344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8">
              <a:extLst>
                <a:ext uri="{FF2B5EF4-FFF2-40B4-BE49-F238E27FC236}">
                  <a16:creationId xmlns:a16="http://schemas.microsoft.com/office/drawing/2014/main" id="{B31A72A2-5B13-17C0-1E01-EF3BC0FAC1F1}"/>
                </a:ext>
              </a:extLst>
            </p:cNvPr>
            <p:cNvSpPr/>
            <p:nvPr/>
          </p:nvSpPr>
          <p:spPr>
            <a:xfrm>
              <a:off x="222288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69">
              <a:extLst>
                <a:ext uri="{FF2B5EF4-FFF2-40B4-BE49-F238E27FC236}">
                  <a16:creationId xmlns:a16="http://schemas.microsoft.com/office/drawing/2014/main" id="{69C6E1E4-3D6E-E637-74B2-ABD3AB99BFC8}"/>
                </a:ext>
              </a:extLst>
            </p:cNvPr>
            <p:cNvSpPr/>
            <p:nvPr/>
          </p:nvSpPr>
          <p:spPr>
            <a:xfrm>
              <a:off x="223232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0">
              <a:extLst>
                <a:ext uri="{FF2B5EF4-FFF2-40B4-BE49-F238E27FC236}">
                  <a16:creationId xmlns:a16="http://schemas.microsoft.com/office/drawing/2014/main" id="{11CAA7A5-0948-E7A8-23E2-B0B38E42DCE9}"/>
                </a:ext>
              </a:extLst>
            </p:cNvPr>
            <p:cNvSpPr/>
            <p:nvPr/>
          </p:nvSpPr>
          <p:spPr>
            <a:xfrm>
              <a:off x="224176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1">
              <a:extLst>
                <a:ext uri="{FF2B5EF4-FFF2-40B4-BE49-F238E27FC236}">
                  <a16:creationId xmlns:a16="http://schemas.microsoft.com/office/drawing/2014/main" id="{0E20B490-826B-DE40-BE31-E1113985A3DD}"/>
                </a:ext>
              </a:extLst>
            </p:cNvPr>
            <p:cNvSpPr/>
            <p:nvPr/>
          </p:nvSpPr>
          <p:spPr>
            <a:xfrm>
              <a:off x="225120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2">
              <a:extLst>
                <a:ext uri="{FF2B5EF4-FFF2-40B4-BE49-F238E27FC236}">
                  <a16:creationId xmlns:a16="http://schemas.microsoft.com/office/drawing/2014/main" id="{B9ACA8CB-2199-8DDA-FEC6-F985161E48AF}"/>
                </a:ext>
              </a:extLst>
            </p:cNvPr>
            <p:cNvSpPr/>
            <p:nvPr/>
          </p:nvSpPr>
          <p:spPr>
            <a:xfrm>
              <a:off x="226064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3">
              <a:extLst>
                <a:ext uri="{FF2B5EF4-FFF2-40B4-BE49-F238E27FC236}">
                  <a16:creationId xmlns:a16="http://schemas.microsoft.com/office/drawing/2014/main" id="{7BD304FD-A0A6-462C-51D3-8F3AD9283140}"/>
                </a:ext>
              </a:extLst>
            </p:cNvPr>
            <p:cNvSpPr/>
            <p:nvPr/>
          </p:nvSpPr>
          <p:spPr>
            <a:xfrm>
              <a:off x="227008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4">
              <a:extLst>
                <a:ext uri="{FF2B5EF4-FFF2-40B4-BE49-F238E27FC236}">
                  <a16:creationId xmlns:a16="http://schemas.microsoft.com/office/drawing/2014/main" id="{EE64873A-637D-3A0C-C5C6-6B8213D8406E}"/>
                </a:ext>
              </a:extLst>
            </p:cNvPr>
            <p:cNvSpPr/>
            <p:nvPr/>
          </p:nvSpPr>
          <p:spPr>
            <a:xfrm>
              <a:off x="227952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5">
              <a:extLst>
                <a:ext uri="{FF2B5EF4-FFF2-40B4-BE49-F238E27FC236}">
                  <a16:creationId xmlns:a16="http://schemas.microsoft.com/office/drawing/2014/main" id="{0AC17418-F9B4-AC78-0A22-7C7B096AD202}"/>
                </a:ext>
              </a:extLst>
            </p:cNvPr>
            <p:cNvSpPr/>
            <p:nvPr/>
          </p:nvSpPr>
          <p:spPr>
            <a:xfrm>
              <a:off x="228896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6">
              <a:extLst>
                <a:ext uri="{FF2B5EF4-FFF2-40B4-BE49-F238E27FC236}">
                  <a16:creationId xmlns:a16="http://schemas.microsoft.com/office/drawing/2014/main" id="{4A851DB6-142A-8B07-FC52-FDA30FCED36A}"/>
                </a:ext>
              </a:extLst>
            </p:cNvPr>
            <p:cNvSpPr/>
            <p:nvPr/>
          </p:nvSpPr>
          <p:spPr>
            <a:xfrm>
              <a:off x="229840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7">
              <a:extLst>
                <a:ext uri="{FF2B5EF4-FFF2-40B4-BE49-F238E27FC236}">
                  <a16:creationId xmlns:a16="http://schemas.microsoft.com/office/drawing/2014/main" id="{BC7E4679-CAF0-3F4C-B44B-FD9041BE9B8A}"/>
                </a:ext>
              </a:extLst>
            </p:cNvPr>
            <p:cNvSpPr/>
            <p:nvPr/>
          </p:nvSpPr>
          <p:spPr>
            <a:xfrm>
              <a:off x="230784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8">
              <a:extLst>
                <a:ext uri="{FF2B5EF4-FFF2-40B4-BE49-F238E27FC236}">
                  <a16:creationId xmlns:a16="http://schemas.microsoft.com/office/drawing/2014/main" id="{5D5548AA-7574-B90C-A099-657BD900700B}"/>
                </a:ext>
              </a:extLst>
            </p:cNvPr>
            <p:cNvSpPr/>
            <p:nvPr/>
          </p:nvSpPr>
          <p:spPr>
            <a:xfrm>
              <a:off x="231728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79">
              <a:extLst>
                <a:ext uri="{FF2B5EF4-FFF2-40B4-BE49-F238E27FC236}">
                  <a16:creationId xmlns:a16="http://schemas.microsoft.com/office/drawing/2014/main" id="{7EED2638-28BD-A4E5-B0FD-BABA37850CB2}"/>
                </a:ext>
              </a:extLst>
            </p:cNvPr>
            <p:cNvSpPr/>
            <p:nvPr/>
          </p:nvSpPr>
          <p:spPr>
            <a:xfrm>
              <a:off x="232672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0">
              <a:extLst>
                <a:ext uri="{FF2B5EF4-FFF2-40B4-BE49-F238E27FC236}">
                  <a16:creationId xmlns:a16="http://schemas.microsoft.com/office/drawing/2014/main" id="{F4D3A34F-2BC8-C0A7-CD80-5C615B2CB267}"/>
                </a:ext>
              </a:extLst>
            </p:cNvPr>
            <p:cNvSpPr/>
            <p:nvPr/>
          </p:nvSpPr>
          <p:spPr>
            <a:xfrm>
              <a:off x="233616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1">
              <a:extLst>
                <a:ext uri="{FF2B5EF4-FFF2-40B4-BE49-F238E27FC236}">
                  <a16:creationId xmlns:a16="http://schemas.microsoft.com/office/drawing/2014/main" id="{F15A8E95-A471-5C1D-2247-46D92D85522A}"/>
                </a:ext>
              </a:extLst>
            </p:cNvPr>
            <p:cNvSpPr/>
            <p:nvPr/>
          </p:nvSpPr>
          <p:spPr>
            <a:xfrm>
              <a:off x="234560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2">
              <a:extLst>
                <a:ext uri="{FF2B5EF4-FFF2-40B4-BE49-F238E27FC236}">
                  <a16:creationId xmlns:a16="http://schemas.microsoft.com/office/drawing/2014/main" id="{7713AD28-70C8-6D65-B0C1-A507341239AD}"/>
                </a:ext>
              </a:extLst>
            </p:cNvPr>
            <p:cNvSpPr/>
            <p:nvPr/>
          </p:nvSpPr>
          <p:spPr>
            <a:xfrm>
              <a:off x="235504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3">
              <a:extLst>
                <a:ext uri="{FF2B5EF4-FFF2-40B4-BE49-F238E27FC236}">
                  <a16:creationId xmlns:a16="http://schemas.microsoft.com/office/drawing/2014/main" id="{878090E2-94A7-AB9A-CA61-68C2D668B895}"/>
                </a:ext>
              </a:extLst>
            </p:cNvPr>
            <p:cNvSpPr/>
            <p:nvPr/>
          </p:nvSpPr>
          <p:spPr>
            <a:xfrm>
              <a:off x="236448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4">
              <a:extLst>
                <a:ext uri="{FF2B5EF4-FFF2-40B4-BE49-F238E27FC236}">
                  <a16:creationId xmlns:a16="http://schemas.microsoft.com/office/drawing/2014/main" id="{BCC789AF-2B44-DFAC-6319-935DF6C60F37}"/>
                </a:ext>
              </a:extLst>
            </p:cNvPr>
            <p:cNvSpPr/>
            <p:nvPr/>
          </p:nvSpPr>
          <p:spPr>
            <a:xfrm>
              <a:off x="237392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5">
              <a:extLst>
                <a:ext uri="{FF2B5EF4-FFF2-40B4-BE49-F238E27FC236}">
                  <a16:creationId xmlns:a16="http://schemas.microsoft.com/office/drawing/2014/main" id="{12D22055-FAA5-BE6D-BA3B-7D56C38917FE}"/>
                </a:ext>
              </a:extLst>
            </p:cNvPr>
            <p:cNvSpPr/>
            <p:nvPr/>
          </p:nvSpPr>
          <p:spPr>
            <a:xfrm>
              <a:off x="238336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6">
              <a:extLst>
                <a:ext uri="{FF2B5EF4-FFF2-40B4-BE49-F238E27FC236}">
                  <a16:creationId xmlns:a16="http://schemas.microsoft.com/office/drawing/2014/main" id="{0F3FBAC5-B9D8-128E-D49E-B34BE3FB1267}"/>
                </a:ext>
              </a:extLst>
            </p:cNvPr>
            <p:cNvSpPr/>
            <p:nvPr/>
          </p:nvSpPr>
          <p:spPr>
            <a:xfrm>
              <a:off x="239280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7">
              <a:extLst>
                <a:ext uri="{FF2B5EF4-FFF2-40B4-BE49-F238E27FC236}">
                  <a16:creationId xmlns:a16="http://schemas.microsoft.com/office/drawing/2014/main" id="{ABE98763-FBEE-BD67-E1C2-F7A2E5E43DB0}"/>
                </a:ext>
              </a:extLst>
            </p:cNvPr>
            <p:cNvSpPr/>
            <p:nvPr/>
          </p:nvSpPr>
          <p:spPr>
            <a:xfrm>
              <a:off x="240224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8">
              <a:extLst>
                <a:ext uri="{FF2B5EF4-FFF2-40B4-BE49-F238E27FC236}">
                  <a16:creationId xmlns:a16="http://schemas.microsoft.com/office/drawing/2014/main" id="{22A9679F-20DE-6531-B7BA-3593C3F67DB3}"/>
                </a:ext>
              </a:extLst>
            </p:cNvPr>
            <p:cNvSpPr/>
            <p:nvPr/>
          </p:nvSpPr>
          <p:spPr>
            <a:xfrm>
              <a:off x="2411688" y="1236593"/>
              <a:ext cx="921917" cy="914400"/>
            </a:xfrm>
            <a:custGeom>
              <a:avLst/>
              <a:gdLst/>
              <a:ahLst/>
              <a:cxnLst/>
              <a:rect l="0" t="0" r="0" b="0"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89">
              <a:extLst>
                <a:ext uri="{FF2B5EF4-FFF2-40B4-BE49-F238E27FC236}">
                  <a16:creationId xmlns:a16="http://schemas.microsoft.com/office/drawing/2014/main" id="{6D4BC4AB-3E72-AF0A-BFC6-C9E0B61ADC8E}"/>
                </a:ext>
              </a:extLst>
            </p:cNvPr>
            <p:cNvSpPr/>
            <p:nvPr/>
          </p:nvSpPr>
          <p:spPr>
            <a:xfrm>
              <a:off x="3421794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0">
              <a:extLst>
                <a:ext uri="{FF2B5EF4-FFF2-40B4-BE49-F238E27FC236}">
                  <a16:creationId xmlns:a16="http://schemas.microsoft.com/office/drawing/2014/main" id="{39F81E5D-2F29-19FD-A065-2EEACA1BD286}"/>
                </a:ext>
              </a:extLst>
            </p:cNvPr>
            <p:cNvSpPr/>
            <p:nvPr/>
          </p:nvSpPr>
          <p:spPr>
            <a:xfrm>
              <a:off x="3431234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1">
              <a:extLst>
                <a:ext uri="{FF2B5EF4-FFF2-40B4-BE49-F238E27FC236}">
                  <a16:creationId xmlns:a16="http://schemas.microsoft.com/office/drawing/2014/main" id="{D0C693AD-A19E-8A44-D3A4-484E9432878A}"/>
                </a:ext>
              </a:extLst>
            </p:cNvPr>
            <p:cNvSpPr/>
            <p:nvPr/>
          </p:nvSpPr>
          <p:spPr>
            <a:xfrm>
              <a:off x="3440674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2">
              <a:extLst>
                <a:ext uri="{FF2B5EF4-FFF2-40B4-BE49-F238E27FC236}">
                  <a16:creationId xmlns:a16="http://schemas.microsoft.com/office/drawing/2014/main" id="{54486D33-0483-4598-91CC-F320AD57993C}"/>
                </a:ext>
              </a:extLst>
            </p:cNvPr>
            <p:cNvSpPr/>
            <p:nvPr/>
          </p:nvSpPr>
          <p:spPr>
            <a:xfrm>
              <a:off x="3450115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3">
              <a:extLst>
                <a:ext uri="{FF2B5EF4-FFF2-40B4-BE49-F238E27FC236}">
                  <a16:creationId xmlns:a16="http://schemas.microsoft.com/office/drawing/2014/main" id="{B6B1C153-049F-1164-E24B-6B3E3CA9D510}"/>
                </a:ext>
              </a:extLst>
            </p:cNvPr>
            <p:cNvSpPr/>
            <p:nvPr/>
          </p:nvSpPr>
          <p:spPr>
            <a:xfrm>
              <a:off x="345011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4">
              <a:extLst>
                <a:ext uri="{FF2B5EF4-FFF2-40B4-BE49-F238E27FC236}">
                  <a16:creationId xmlns:a16="http://schemas.microsoft.com/office/drawing/2014/main" id="{1078BC0B-13D3-6A9E-18AE-4CBEB144974B}"/>
                </a:ext>
              </a:extLst>
            </p:cNvPr>
            <p:cNvSpPr/>
            <p:nvPr/>
          </p:nvSpPr>
          <p:spPr>
            <a:xfrm>
              <a:off x="345955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5">
              <a:extLst>
                <a:ext uri="{FF2B5EF4-FFF2-40B4-BE49-F238E27FC236}">
                  <a16:creationId xmlns:a16="http://schemas.microsoft.com/office/drawing/2014/main" id="{3D815C49-D21B-243D-9576-2B282EE31BF3}"/>
                </a:ext>
              </a:extLst>
            </p:cNvPr>
            <p:cNvSpPr/>
            <p:nvPr/>
          </p:nvSpPr>
          <p:spPr>
            <a:xfrm>
              <a:off x="346899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6">
              <a:extLst>
                <a:ext uri="{FF2B5EF4-FFF2-40B4-BE49-F238E27FC236}">
                  <a16:creationId xmlns:a16="http://schemas.microsoft.com/office/drawing/2014/main" id="{52120E72-8E2A-8274-0C8B-756EA3BFA974}"/>
                </a:ext>
              </a:extLst>
            </p:cNvPr>
            <p:cNvSpPr/>
            <p:nvPr/>
          </p:nvSpPr>
          <p:spPr>
            <a:xfrm>
              <a:off x="347843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7">
              <a:extLst>
                <a:ext uri="{FF2B5EF4-FFF2-40B4-BE49-F238E27FC236}">
                  <a16:creationId xmlns:a16="http://schemas.microsoft.com/office/drawing/2014/main" id="{69DF827C-1826-4C9F-E0A8-F1EDC6A8D00D}"/>
                </a:ext>
              </a:extLst>
            </p:cNvPr>
            <p:cNvSpPr/>
            <p:nvPr/>
          </p:nvSpPr>
          <p:spPr>
            <a:xfrm>
              <a:off x="348787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8">
              <a:extLst>
                <a:ext uri="{FF2B5EF4-FFF2-40B4-BE49-F238E27FC236}">
                  <a16:creationId xmlns:a16="http://schemas.microsoft.com/office/drawing/2014/main" id="{7F061427-F989-6058-5A58-2D89DD9DAF63}"/>
                </a:ext>
              </a:extLst>
            </p:cNvPr>
            <p:cNvSpPr/>
            <p:nvPr/>
          </p:nvSpPr>
          <p:spPr>
            <a:xfrm>
              <a:off x="349731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099">
              <a:extLst>
                <a:ext uri="{FF2B5EF4-FFF2-40B4-BE49-F238E27FC236}">
                  <a16:creationId xmlns:a16="http://schemas.microsoft.com/office/drawing/2014/main" id="{41F22AC1-01D6-9617-7FC8-320CAB279B8B}"/>
                </a:ext>
              </a:extLst>
            </p:cNvPr>
            <p:cNvSpPr/>
            <p:nvPr/>
          </p:nvSpPr>
          <p:spPr>
            <a:xfrm>
              <a:off x="350675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0">
              <a:extLst>
                <a:ext uri="{FF2B5EF4-FFF2-40B4-BE49-F238E27FC236}">
                  <a16:creationId xmlns:a16="http://schemas.microsoft.com/office/drawing/2014/main" id="{85FEC87B-1C89-2CED-3F16-0370B5F5ECA9}"/>
                </a:ext>
              </a:extLst>
            </p:cNvPr>
            <p:cNvSpPr/>
            <p:nvPr/>
          </p:nvSpPr>
          <p:spPr>
            <a:xfrm>
              <a:off x="351619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1">
              <a:extLst>
                <a:ext uri="{FF2B5EF4-FFF2-40B4-BE49-F238E27FC236}">
                  <a16:creationId xmlns:a16="http://schemas.microsoft.com/office/drawing/2014/main" id="{466C297E-95D8-7538-0545-462D34CE74EB}"/>
                </a:ext>
              </a:extLst>
            </p:cNvPr>
            <p:cNvSpPr/>
            <p:nvPr/>
          </p:nvSpPr>
          <p:spPr>
            <a:xfrm>
              <a:off x="352563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2">
              <a:extLst>
                <a:ext uri="{FF2B5EF4-FFF2-40B4-BE49-F238E27FC236}">
                  <a16:creationId xmlns:a16="http://schemas.microsoft.com/office/drawing/2014/main" id="{BCF8AF42-41D4-4FCC-9FE6-DE7B01B07F82}"/>
                </a:ext>
              </a:extLst>
            </p:cNvPr>
            <p:cNvSpPr/>
            <p:nvPr/>
          </p:nvSpPr>
          <p:spPr>
            <a:xfrm>
              <a:off x="353507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3">
              <a:extLst>
                <a:ext uri="{FF2B5EF4-FFF2-40B4-BE49-F238E27FC236}">
                  <a16:creationId xmlns:a16="http://schemas.microsoft.com/office/drawing/2014/main" id="{7CB0821E-902A-1AAB-C596-B1A3F279CBDF}"/>
                </a:ext>
              </a:extLst>
            </p:cNvPr>
            <p:cNvSpPr/>
            <p:nvPr/>
          </p:nvSpPr>
          <p:spPr>
            <a:xfrm>
              <a:off x="354451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4">
              <a:extLst>
                <a:ext uri="{FF2B5EF4-FFF2-40B4-BE49-F238E27FC236}">
                  <a16:creationId xmlns:a16="http://schemas.microsoft.com/office/drawing/2014/main" id="{EB0ED8AE-DD33-ECDC-D262-66DCF5211491}"/>
                </a:ext>
              </a:extLst>
            </p:cNvPr>
            <p:cNvSpPr/>
            <p:nvPr/>
          </p:nvSpPr>
          <p:spPr>
            <a:xfrm>
              <a:off x="355395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5">
              <a:extLst>
                <a:ext uri="{FF2B5EF4-FFF2-40B4-BE49-F238E27FC236}">
                  <a16:creationId xmlns:a16="http://schemas.microsoft.com/office/drawing/2014/main" id="{8BAFFCB3-5584-6FFD-8BA9-64B4F62E5A06}"/>
                </a:ext>
              </a:extLst>
            </p:cNvPr>
            <p:cNvSpPr/>
            <p:nvPr/>
          </p:nvSpPr>
          <p:spPr>
            <a:xfrm>
              <a:off x="356339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6">
              <a:extLst>
                <a:ext uri="{FF2B5EF4-FFF2-40B4-BE49-F238E27FC236}">
                  <a16:creationId xmlns:a16="http://schemas.microsoft.com/office/drawing/2014/main" id="{8B269C3F-C2C6-28EC-4089-158AB8202FBE}"/>
                </a:ext>
              </a:extLst>
            </p:cNvPr>
            <p:cNvSpPr/>
            <p:nvPr/>
          </p:nvSpPr>
          <p:spPr>
            <a:xfrm>
              <a:off x="357283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7">
              <a:extLst>
                <a:ext uri="{FF2B5EF4-FFF2-40B4-BE49-F238E27FC236}">
                  <a16:creationId xmlns:a16="http://schemas.microsoft.com/office/drawing/2014/main" id="{4AFD1B53-FFC2-872F-1D6F-A3CE912BAC69}"/>
                </a:ext>
              </a:extLst>
            </p:cNvPr>
            <p:cNvSpPr/>
            <p:nvPr/>
          </p:nvSpPr>
          <p:spPr>
            <a:xfrm>
              <a:off x="358227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8">
              <a:extLst>
                <a:ext uri="{FF2B5EF4-FFF2-40B4-BE49-F238E27FC236}">
                  <a16:creationId xmlns:a16="http://schemas.microsoft.com/office/drawing/2014/main" id="{4746AB6D-F7C7-956C-ACBC-4E7609310907}"/>
                </a:ext>
              </a:extLst>
            </p:cNvPr>
            <p:cNvSpPr/>
            <p:nvPr/>
          </p:nvSpPr>
          <p:spPr>
            <a:xfrm>
              <a:off x="359171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09">
              <a:extLst>
                <a:ext uri="{FF2B5EF4-FFF2-40B4-BE49-F238E27FC236}">
                  <a16:creationId xmlns:a16="http://schemas.microsoft.com/office/drawing/2014/main" id="{AACD612C-4089-34AA-C470-C535AED6E6B6}"/>
                </a:ext>
              </a:extLst>
            </p:cNvPr>
            <p:cNvSpPr/>
            <p:nvPr/>
          </p:nvSpPr>
          <p:spPr>
            <a:xfrm>
              <a:off x="360115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0">
              <a:extLst>
                <a:ext uri="{FF2B5EF4-FFF2-40B4-BE49-F238E27FC236}">
                  <a16:creationId xmlns:a16="http://schemas.microsoft.com/office/drawing/2014/main" id="{C801321B-DAE0-3269-912B-DEC13925D9E3}"/>
                </a:ext>
              </a:extLst>
            </p:cNvPr>
            <p:cNvSpPr/>
            <p:nvPr/>
          </p:nvSpPr>
          <p:spPr>
            <a:xfrm>
              <a:off x="361059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1">
              <a:extLst>
                <a:ext uri="{FF2B5EF4-FFF2-40B4-BE49-F238E27FC236}">
                  <a16:creationId xmlns:a16="http://schemas.microsoft.com/office/drawing/2014/main" id="{420EB932-AEF3-4743-75FF-C7C8EFCDCF77}"/>
                </a:ext>
              </a:extLst>
            </p:cNvPr>
            <p:cNvSpPr/>
            <p:nvPr/>
          </p:nvSpPr>
          <p:spPr>
            <a:xfrm>
              <a:off x="362003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2">
              <a:extLst>
                <a:ext uri="{FF2B5EF4-FFF2-40B4-BE49-F238E27FC236}">
                  <a16:creationId xmlns:a16="http://schemas.microsoft.com/office/drawing/2014/main" id="{DF0DD631-A5AD-534A-2866-AC1E7CE7462A}"/>
                </a:ext>
              </a:extLst>
            </p:cNvPr>
            <p:cNvSpPr/>
            <p:nvPr/>
          </p:nvSpPr>
          <p:spPr>
            <a:xfrm>
              <a:off x="362947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3">
              <a:extLst>
                <a:ext uri="{FF2B5EF4-FFF2-40B4-BE49-F238E27FC236}">
                  <a16:creationId xmlns:a16="http://schemas.microsoft.com/office/drawing/2014/main" id="{EA5C5F40-4027-A5A1-FBBB-E239E244C7CE}"/>
                </a:ext>
              </a:extLst>
            </p:cNvPr>
            <p:cNvSpPr/>
            <p:nvPr/>
          </p:nvSpPr>
          <p:spPr>
            <a:xfrm>
              <a:off x="363891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4">
              <a:extLst>
                <a:ext uri="{FF2B5EF4-FFF2-40B4-BE49-F238E27FC236}">
                  <a16:creationId xmlns:a16="http://schemas.microsoft.com/office/drawing/2014/main" id="{6AB6B7D8-F084-1D15-6491-1C8F9B2BC724}"/>
                </a:ext>
              </a:extLst>
            </p:cNvPr>
            <p:cNvSpPr/>
            <p:nvPr/>
          </p:nvSpPr>
          <p:spPr>
            <a:xfrm>
              <a:off x="364836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5">
              <a:extLst>
                <a:ext uri="{FF2B5EF4-FFF2-40B4-BE49-F238E27FC236}">
                  <a16:creationId xmlns:a16="http://schemas.microsoft.com/office/drawing/2014/main" id="{4CA8D571-BB95-BC03-6223-EE0EE4E5461E}"/>
                </a:ext>
              </a:extLst>
            </p:cNvPr>
            <p:cNvSpPr/>
            <p:nvPr/>
          </p:nvSpPr>
          <p:spPr>
            <a:xfrm>
              <a:off x="365780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6">
              <a:extLst>
                <a:ext uri="{FF2B5EF4-FFF2-40B4-BE49-F238E27FC236}">
                  <a16:creationId xmlns:a16="http://schemas.microsoft.com/office/drawing/2014/main" id="{3DDB4F18-9BF6-43A8-C44B-CB82A6584178}"/>
                </a:ext>
              </a:extLst>
            </p:cNvPr>
            <p:cNvSpPr/>
            <p:nvPr/>
          </p:nvSpPr>
          <p:spPr>
            <a:xfrm>
              <a:off x="366724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7">
              <a:extLst>
                <a:ext uri="{FF2B5EF4-FFF2-40B4-BE49-F238E27FC236}">
                  <a16:creationId xmlns:a16="http://schemas.microsoft.com/office/drawing/2014/main" id="{09E13918-5DDB-A1F3-0FCF-A7B4A756B0F5}"/>
                </a:ext>
              </a:extLst>
            </p:cNvPr>
            <p:cNvSpPr/>
            <p:nvPr/>
          </p:nvSpPr>
          <p:spPr>
            <a:xfrm>
              <a:off x="367668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8">
              <a:extLst>
                <a:ext uri="{FF2B5EF4-FFF2-40B4-BE49-F238E27FC236}">
                  <a16:creationId xmlns:a16="http://schemas.microsoft.com/office/drawing/2014/main" id="{EA27A012-13D3-BC68-F578-94BFA2EE8389}"/>
                </a:ext>
              </a:extLst>
            </p:cNvPr>
            <p:cNvSpPr/>
            <p:nvPr/>
          </p:nvSpPr>
          <p:spPr>
            <a:xfrm>
              <a:off x="368612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19">
              <a:extLst>
                <a:ext uri="{FF2B5EF4-FFF2-40B4-BE49-F238E27FC236}">
                  <a16:creationId xmlns:a16="http://schemas.microsoft.com/office/drawing/2014/main" id="{328507F4-1840-7AC3-4CF4-49255BF7F6F9}"/>
                </a:ext>
              </a:extLst>
            </p:cNvPr>
            <p:cNvSpPr/>
            <p:nvPr/>
          </p:nvSpPr>
          <p:spPr>
            <a:xfrm>
              <a:off x="369556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0">
              <a:extLst>
                <a:ext uri="{FF2B5EF4-FFF2-40B4-BE49-F238E27FC236}">
                  <a16:creationId xmlns:a16="http://schemas.microsoft.com/office/drawing/2014/main" id="{6A79C10B-1D66-1F5D-9E34-E71837C6EFAB}"/>
                </a:ext>
              </a:extLst>
            </p:cNvPr>
            <p:cNvSpPr/>
            <p:nvPr/>
          </p:nvSpPr>
          <p:spPr>
            <a:xfrm>
              <a:off x="370500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1">
              <a:extLst>
                <a:ext uri="{FF2B5EF4-FFF2-40B4-BE49-F238E27FC236}">
                  <a16:creationId xmlns:a16="http://schemas.microsoft.com/office/drawing/2014/main" id="{26D6C8A7-F105-F51F-6EA0-D3B01396F3EC}"/>
                </a:ext>
              </a:extLst>
            </p:cNvPr>
            <p:cNvSpPr/>
            <p:nvPr/>
          </p:nvSpPr>
          <p:spPr>
            <a:xfrm>
              <a:off x="371444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2">
              <a:extLst>
                <a:ext uri="{FF2B5EF4-FFF2-40B4-BE49-F238E27FC236}">
                  <a16:creationId xmlns:a16="http://schemas.microsoft.com/office/drawing/2014/main" id="{26B0C45F-159F-2A98-903C-31AAAFE042F0}"/>
                </a:ext>
              </a:extLst>
            </p:cNvPr>
            <p:cNvSpPr/>
            <p:nvPr/>
          </p:nvSpPr>
          <p:spPr>
            <a:xfrm>
              <a:off x="372388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3">
              <a:extLst>
                <a:ext uri="{FF2B5EF4-FFF2-40B4-BE49-F238E27FC236}">
                  <a16:creationId xmlns:a16="http://schemas.microsoft.com/office/drawing/2014/main" id="{71407EB8-580F-C96B-34C6-501D6FB5A9D8}"/>
                </a:ext>
              </a:extLst>
            </p:cNvPr>
            <p:cNvSpPr/>
            <p:nvPr/>
          </p:nvSpPr>
          <p:spPr>
            <a:xfrm>
              <a:off x="373332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4">
              <a:extLst>
                <a:ext uri="{FF2B5EF4-FFF2-40B4-BE49-F238E27FC236}">
                  <a16:creationId xmlns:a16="http://schemas.microsoft.com/office/drawing/2014/main" id="{1CFB5FAC-05FC-0DBA-5C29-73DE13434860}"/>
                </a:ext>
              </a:extLst>
            </p:cNvPr>
            <p:cNvSpPr/>
            <p:nvPr/>
          </p:nvSpPr>
          <p:spPr>
            <a:xfrm>
              <a:off x="374276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5">
              <a:extLst>
                <a:ext uri="{FF2B5EF4-FFF2-40B4-BE49-F238E27FC236}">
                  <a16:creationId xmlns:a16="http://schemas.microsoft.com/office/drawing/2014/main" id="{D1B8A52B-9F30-B792-F4F1-BD2A88DDF638}"/>
                </a:ext>
              </a:extLst>
            </p:cNvPr>
            <p:cNvSpPr/>
            <p:nvPr/>
          </p:nvSpPr>
          <p:spPr>
            <a:xfrm>
              <a:off x="375220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6">
              <a:extLst>
                <a:ext uri="{FF2B5EF4-FFF2-40B4-BE49-F238E27FC236}">
                  <a16:creationId xmlns:a16="http://schemas.microsoft.com/office/drawing/2014/main" id="{38883E9E-F91A-68DF-892C-4F1A5BC6915D}"/>
                </a:ext>
              </a:extLst>
            </p:cNvPr>
            <p:cNvSpPr/>
            <p:nvPr/>
          </p:nvSpPr>
          <p:spPr>
            <a:xfrm>
              <a:off x="376164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7">
              <a:extLst>
                <a:ext uri="{FF2B5EF4-FFF2-40B4-BE49-F238E27FC236}">
                  <a16:creationId xmlns:a16="http://schemas.microsoft.com/office/drawing/2014/main" id="{59E502FB-2226-F972-79D6-90B498EC2C76}"/>
                </a:ext>
              </a:extLst>
            </p:cNvPr>
            <p:cNvSpPr/>
            <p:nvPr/>
          </p:nvSpPr>
          <p:spPr>
            <a:xfrm>
              <a:off x="377108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8">
              <a:extLst>
                <a:ext uri="{FF2B5EF4-FFF2-40B4-BE49-F238E27FC236}">
                  <a16:creationId xmlns:a16="http://schemas.microsoft.com/office/drawing/2014/main" id="{B068BBA2-7520-93F7-3F43-9C44D614936B}"/>
                </a:ext>
              </a:extLst>
            </p:cNvPr>
            <p:cNvSpPr/>
            <p:nvPr/>
          </p:nvSpPr>
          <p:spPr>
            <a:xfrm>
              <a:off x="378052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29">
              <a:extLst>
                <a:ext uri="{FF2B5EF4-FFF2-40B4-BE49-F238E27FC236}">
                  <a16:creationId xmlns:a16="http://schemas.microsoft.com/office/drawing/2014/main" id="{74CD4888-8F46-9CEE-2D90-A722507DA5FA}"/>
                </a:ext>
              </a:extLst>
            </p:cNvPr>
            <p:cNvSpPr/>
            <p:nvPr/>
          </p:nvSpPr>
          <p:spPr>
            <a:xfrm>
              <a:off x="378996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0">
              <a:extLst>
                <a:ext uri="{FF2B5EF4-FFF2-40B4-BE49-F238E27FC236}">
                  <a16:creationId xmlns:a16="http://schemas.microsoft.com/office/drawing/2014/main" id="{F8A34F45-5739-906C-3998-38F37AB55460}"/>
                </a:ext>
              </a:extLst>
            </p:cNvPr>
            <p:cNvSpPr/>
            <p:nvPr/>
          </p:nvSpPr>
          <p:spPr>
            <a:xfrm>
              <a:off x="379940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1">
              <a:extLst>
                <a:ext uri="{FF2B5EF4-FFF2-40B4-BE49-F238E27FC236}">
                  <a16:creationId xmlns:a16="http://schemas.microsoft.com/office/drawing/2014/main" id="{86FCC4FE-6D48-223C-F05D-4F40796D6943}"/>
                </a:ext>
              </a:extLst>
            </p:cNvPr>
            <p:cNvSpPr/>
            <p:nvPr/>
          </p:nvSpPr>
          <p:spPr>
            <a:xfrm>
              <a:off x="380884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2">
              <a:extLst>
                <a:ext uri="{FF2B5EF4-FFF2-40B4-BE49-F238E27FC236}">
                  <a16:creationId xmlns:a16="http://schemas.microsoft.com/office/drawing/2014/main" id="{F63D7AC2-0F4B-8AE1-402A-D183CCD4950B}"/>
                </a:ext>
              </a:extLst>
            </p:cNvPr>
            <p:cNvSpPr/>
            <p:nvPr/>
          </p:nvSpPr>
          <p:spPr>
            <a:xfrm>
              <a:off x="381828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3">
              <a:extLst>
                <a:ext uri="{FF2B5EF4-FFF2-40B4-BE49-F238E27FC236}">
                  <a16:creationId xmlns:a16="http://schemas.microsoft.com/office/drawing/2014/main" id="{1A787935-8882-00C3-5E1A-5E464DA328BB}"/>
                </a:ext>
              </a:extLst>
            </p:cNvPr>
            <p:cNvSpPr/>
            <p:nvPr/>
          </p:nvSpPr>
          <p:spPr>
            <a:xfrm>
              <a:off x="382772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4">
              <a:extLst>
                <a:ext uri="{FF2B5EF4-FFF2-40B4-BE49-F238E27FC236}">
                  <a16:creationId xmlns:a16="http://schemas.microsoft.com/office/drawing/2014/main" id="{0CC78653-7BD9-3BA1-BB89-DAB37286D159}"/>
                </a:ext>
              </a:extLst>
            </p:cNvPr>
            <p:cNvSpPr/>
            <p:nvPr/>
          </p:nvSpPr>
          <p:spPr>
            <a:xfrm>
              <a:off x="3837165" y="123659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5">
              <a:extLst>
                <a:ext uri="{FF2B5EF4-FFF2-40B4-BE49-F238E27FC236}">
                  <a16:creationId xmlns:a16="http://schemas.microsoft.com/office/drawing/2014/main" id="{C051BB98-2834-49D9-35E4-17BAD1A58811}"/>
                </a:ext>
              </a:extLst>
            </p:cNvPr>
            <p:cNvSpPr/>
            <p:nvPr/>
          </p:nvSpPr>
          <p:spPr>
            <a:xfrm>
              <a:off x="3846605" y="1219023"/>
              <a:ext cx="920718" cy="931814"/>
            </a:xfrm>
            <a:custGeom>
              <a:avLst/>
              <a:gdLst/>
              <a:ahLst/>
              <a:cxnLst/>
              <a:rect l="0" t="0" r="0" b="0"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6">
              <a:extLst>
                <a:ext uri="{FF2B5EF4-FFF2-40B4-BE49-F238E27FC236}">
                  <a16:creationId xmlns:a16="http://schemas.microsoft.com/office/drawing/2014/main" id="{8B8CF27E-21BE-FC60-6D33-35CF3D4DD601}"/>
                </a:ext>
              </a:extLst>
            </p:cNvPr>
            <p:cNvSpPr/>
            <p:nvPr/>
          </p:nvSpPr>
          <p:spPr>
            <a:xfrm>
              <a:off x="2052959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7">
              <a:extLst>
                <a:ext uri="{FF2B5EF4-FFF2-40B4-BE49-F238E27FC236}">
                  <a16:creationId xmlns:a16="http://schemas.microsoft.com/office/drawing/2014/main" id="{C09A8362-8EDD-2F7A-9417-1AC1FC4E5F77}"/>
                </a:ext>
              </a:extLst>
            </p:cNvPr>
            <p:cNvSpPr/>
            <p:nvPr/>
          </p:nvSpPr>
          <p:spPr>
            <a:xfrm>
              <a:off x="205295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8">
              <a:extLst>
                <a:ext uri="{FF2B5EF4-FFF2-40B4-BE49-F238E27FC236}">
                  <a16:creationId xmlns:a16="http://schemas.microsoft.com/office/drawing/2014/main" id="{4993FD06-24E0-F4A1-A5F8-E27885D7E961}"/>
                </a:ext>
              </a:extLst>
            </p:cNvPr>
            <p:cNvSpPr/>
            <p:nvPr/>
          </p:nvSpPr>
          <p:spPr>
            <a:xfrm>
              <a:off x="206239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39">
              <a:extLst>
                <a:ext uri="{FF2B5EF4-FFF2-40B4-BE49-F238E27FC236}">
                  <a16:creationId xmlns:a16="http://schemas.microsoft.com/office/drawing/2014/main" id="{B23448C7-A0AD-12ED-5069-9C3C784885A4}"/>
                </a:ext>
              </a:extLst>
            </p:cNvPr>
            <p:cNvSpPr/>
            <p:nvPr/>
          </p:nvSpPr>
          <p:spPr>
            <a:xfrm>
              <a:off x="207184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0">
              <a:extLst>
                <a:ext uri="{FF2B5EF4-FFF2-40B4-BE49-F238E27FC236}">
                  <a16:creationId xmlns:a16="http://schemas.microsoft.com/office/drawing/2014/main" id="{6CE6D6A4-9770-A7F1-3F15-4F43D42F365D}"/>
                </a:ext>
              </a:extLst>
            </p:cNvPr>
            <p:cNvSpPr/>
            <p:nvPr/>
          </p:nvSpPr>
          <p:spPr>
            <a:xfrm>
              <a:off x="208128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1">
              <a:extLst>
                <a:ext uri="{FF2B5EF4-FFF2-40B4-BE49-F238E27FC236}">
                  <a16:creationId xmlns:a16="http://schemas.microsoft.com/office/drawing/2014/main" id="{5F5D56B5-C2ED-F234-98C1-BC93651F7422}"/>
                </a:ext>
              </a:extLst>
            </p:cNvPr>
            <p:cNvSpPr/>
            <p:nvPr/>
          </p:nvSpPr>
          <p:spPr>
            <a:xfrm>
              <a:off x="209072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2">
              <a:extLst>
                <a:ext uri="{FF2B5EF4-FFF2-40B4-BE49-F238E27FC236}">
                  <a16:creationId xmlns:a16="http://schemas.microsoft.com/office/drawing/2014/main" id="{2C9F58C4-40E8-0E83-0D65-59A75B069815}"/>
                </a:ext>
              </a:extLst>
            </p:cNvPr>
            <p:cNvSpPr/>
            <p:nvPr/>
          </p:nvSpPr>
          <p:spPr>
            <a:xfrm>
              <a:off x="210016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3">
              <a:extLst>
                <a:ext uri="{FF2B5EF4-FFF2-40B4-BE49-F238E27FC236}">
                  <a16:creationId xmlns:a16="http://schemas.microsoft.com/office/drawing/2014/main" id="{1B45AC60-D5F5-EC70-FD80-E469CA1ED403}"/>
                </a:ext>
              </a:extLst>
            </p:cNvPr>
            <p:cNvSpPr/>
            <p:nvPr/>
          </p:nvSpPr>
          <p:spPr>
            <a:xfrm>
              <a:off x="210960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4">
              <a:extLst>
                <a:ext uri="{FF2B5EF4-FFF2-40B4-BE49-F238E27FC236}">
                  <a16:creationId xmlns:a16="http://schemas.microsoft.com/office/drawing/2014/main" id="{DCEBAFE5-A1A6-2E7E-25E6-9F66A5E2E83F}"/>
                </a:ext>
              </a:extLst>
            </p:cNvPr>
            <p:cNvSpPr/>
            <p:nvPr/>
          </p:nvSpPr>
          <p:spPr>
            <a:xfrm>
              <a:off x="211904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5">
              <a:extLst>
                <a:ext uri="{FF2B5EF4-FFF2-40B4-BE49-F238E27FC236}">
                  <a16:creationId xmlns:a16="http://schemas.microsoft.com/office/drawing/2014/main" id="{824FED43-EF81-946D-FD5E-EEF9A70BFA03}"/>
                </a:ext>
              </a:extLst>
            </p:cNvPr>
            <p:cNvSpPr/>
            <p:nvPr/>
          </p:nvSpPr>
          <p:spPr>
            <a:xfrm>
              <a:off x="212848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6">
              <a:extLst>
                <a:ext uri="{FF2B5EF4-FFF2-40B4-BE49-F238E27FC236}">
                  <a16:creationId xmlns:a16="http://schemas.microsoft.com/office/drawing/2014/main" id="{FB966901-39C0-775F-A7C7-BDA88580FFD8}"/>
                </a:ext>
              </a:extLst>
            </p:cNvPr>
            <p:cNvSpPr/>
            <p:nvPr/>
          </p:nvSpPr>
          <p:spPr>
            <a:xfrm>
              <a:off x="213792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7">
              <a:extLst>
                <a:ext uri="{FF2B5EF4-FFF2-40B4-BE49-F238E27FC236}">
                  <a16:creationId xmlns:a16="http://schemas.microsoft.com/office/drawing/2014/main" id="{00383395-97F6-9AD5-4F5F-1A42593BB044}"/>
                </a:ext>
              </a:extLst>
            </p:cNvPr>
            <p:cNvSpPr/>
            <p:nvPr/>
          </p:nvSpPr>
          <p:spPr>
            <a:xfrm>
              <a:off x="214736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8">
              <a:extLst>
                <a:ext uri="{FF2B5EF4-FFF2-40B4-BE49-F238E27FC236}">
                  <a16:creationId xmlns:a16="http://schemas.microsoft.com/office/drawing/2014/main" id="{1C720796-BF49-6B60-7BED-93CE266BFD9D}"/>
                </a:ext>
              </a:extLst>
            </p:cNvPr>
            <p:cNvSpPr/>
            <p:nvPr/>
          </p:nvSpPr>
          <p:spPr>
            <a:xfrm>
              <a:off x="215680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49">
              <a:extLst>
                <a:ext uri="{FF2B5EF4-FFF2-40B4-BE49-F238E27FC236}">
                  <a16:creationId xmlns:a16="http://schemas.microsoft.com/office/drawing/2014/main" id="{6704C60C-564E-682A-F788-D7EBCEF6CAAD}"/>
                </a:ext>
              </a:extLst>
            </p:cNvPr>
            <p:cNvSpPr/>
            <p:nvPr/>
          </p:nvSpPr>
          <p:spPr>
            <a:xfrm>
              <a:off x="216624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0">
              <a:extLst>
                <a:ext uri="{FF2B5EF4-FFF2-40B4-BE49-F238E27FC236}">
                  <a16:creationId xmlns:a16="http://schemas.microsoft.com/office/drawing/2014/main" id="{5869557D-A200-8EBB-9325-19159602B7AD}"/>
                </a:ext>
              </a:extLst>
            </p:cNvPr>
            <p:cNvSpPr/>
            <p:nvPr/>
          </p:nvSpPr>
          <p:spPr>
            <a:xfrm>
              <a:off x="217568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1">
              <a:extLst>
                <a:ext uri="{FF2B5EF4-FFF2-40B4-BE49-F238E27FC236}">
                  <a16:creationId xmlns:a16="http://schemas.microsoft.com/office/drawing/2014/main" id="{63D55785-1F89-6C8A-5FB8-1DEFB0547977}"/>
                </a:ext>
              </a:extLst>
            </p:cNvPr>
            <p:cNvSpPr/>
            <p:nvPr/>
          </p:nvSpPr>
          <p:spPr>
            <a:xfrm>
              <a:off x="218512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2">
              <a:extLst>
                <a:ext uri="{FF2B5EF4-FFF2-40B4-BE49-F238E27FC236}">
                  <a16:creationId xmlns:a16="http://schemas.microsoft.com/office/drawing/2014/main" id="{0F2F6D9D-410B-158B-531E-E54C2F2F6973}"/>
                </a:ext>
              </a:extLst>
            </p:cNvPr>
            <p:cNvSpPr/>
            <p:nvPr/>
          </p:nvSpPr>
          <p:spPr>
            <a:xfrm>
              <a:off x="219456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3">
              <a:extLst>
                <a:ext uri="{FF2B5EF4-FFF2-40B4-BE49-F238E27FC236}">
                  <a16:creationId xmlns:a16="http://schemas.microsoft.com/office/drawing/2014/main" id="{364E1231-EA03-6F2A-49B4-AFBDD72C2037}"/>
                </a:ext>
              </a:extLst>
            </p:cNvPr>
            <p:cNvSpPr/>
            <p:nvPr/>
          </p:nvSpPr>
          <p:spPr>
            <a:xfrm>
              <a:off x="220400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4">
              <a:extLst>
                <a:ext uri="{FF2B5EF4-FFF2-40B4-BE49-F238E27FC236}">
                  <a16:creationId xmlns:a16="http://schemas.microsoft.com/office/drawing/2014/main" id="{E76E0815-D808-719B-CC53-C89D454869F3}"/>
                </a:ext>
              </a:extLst>
            </p:cNvPr>
            <p:cNvSpPr/>
            <p:nvPr/>
          </p:nvSpPr>
          <p:spPr>
            <a:xfrm>
              <a:off x="221344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5">
              <a:extLst>
                <a:ext uri="{FF2B5EF4-FFF2-40B4-BE49-F238E27FC236}">
                  <a16:creationId xmlns:a16="http://schemas.microsoft.com/office/drawing/2014/main" id="{B742A351-ACA3-F909-76FE-C5EEB14B1A3D}"/>
                </a:ext>
              </a:extLst>
            </p:cNvPr>
            <p:cNvSpPr/>
            <p:nvPr/>
          </p:nvSpPr>
          <p:spPr>
            <a:xfrm>
              <a:off x="222288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6">
              <a:extLst>
                <a:ext uri="{FF2B5EF4-FFF2-40B4-BE49-F238E27FC236}">
                  <a16:creationId xmlns:a16="http://schemas.microsoft.com/office/drawing/2014/main" id="{14E6D00C-1F36-EBB7-514C-2B581041193A}"/>
                </a:ext>
              </a:extLst>
            </p:cNvPr>
            <p:cNvSpPr/>
            <p:nvPr/>
          </p:nvSpPr>
          <p:spPr>
            <a:xfrm>
              <a:off x="223232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7">
              <a:extLst>
                <a:ext uri="{FF2B5EF4-FFF2-40B4-BE49-F238E27FC236}">
                  <a16:creationId xmlns:a16="http://schemas.microsoft.com/office/drawing/2014/main" id="{59CB211F-28E7-3794-5740-7411E0FE0E16}"/>
                </a:ext>
              </a:extLst>
            </p:cNvPr>
            <p:cNvSpPr/>
            <p:nvPr/>
          </p:nvSpPr>
          <p:spPr>
            <a:xfrm>
              <a:off x="224176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8">
              <a:extLst>
                <a:ext uri="{FF2B5EF4-FFF2-40B4-BE49-F238E27FC236}">
                  <a16:creationId xmlns:a16="http://schemas.microsoft.com/office/drawing/2014/main" id="{9EAA398D-BAA0-3BAC-2083-CBB3A687BD52}"/>
                </a:ext>
              </a:extLst>
            </p:cNvPr>
            <p:cNvSpPr/>
            <p:nvPr/>
          </p:nvSpPr>
          <p:spPr>
            <a:xfrm>
              <a:off x="225120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59">
              <a:extLst>
                <a:ext uri="{FF2B5EF4-FFF2-40B4-BE49-F238E27FC236}">
                  <a16:creationId xmlns:a16="http://schemas.microsoft.com/office/drawing/2014/main" id="{2F8A48D1-7547-9030-A271-2822AD1C2184}"/>
                </a:ext>
              </a:extLst>
            </p:cNvPr>
            <p:cNvSpPr/>
            <p:nvPr/>
          </p:nvSpPr>
          <p:spPr>
            <a:xfrm>
              <a:off x="226064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0">
              <a:extLst>
                <a:ext uri="{FF2B5EF4-FFF2-40B4-BE49-F238E27FC236}">
                  <a16:creationId xmlns:a16="http://schemas.microsoft.com/office/drawing/2014/main" id="{76C5F409-6AD9-D5DE-AD72-FD7722653601}"/>
                </a:ext>
              </a:extLst>
            </p:cNvPr>
            <p:cNvSpPr/>
            <p:nvPr/>
          </p:nvSpPr>
          <p:spPr>
            <a:xfrm>
              <a:off x="227008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1">
              <a:extLst>
                <a:ext uri="{FF2B5EF4-FFF2-40B4-BE49-F238E27FC236}">
                  <a16:creationId xmlns:a16="http://schemas.microsoft.com/office/drawing/2014/main" id="{044BB410-0C55-9B83-FD05-120882E17075}"/>
                </a:ext>
              </a:extLst>
            </p:cNvPr>
            <p:cNvSpPr/>
            <p:nvPr/>
          </p:nvSpPr>
          <p:spPr>
            <a:xfrm>
              <a:off x="227952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2">
              <a:extLst>
                <a:ext uri="{FF2B5EF4-FFF2-40B4-BE49-F238E27FC236}">
                  <a16:creationId xmlns:a16="http://schemas.microsoft.com/office/drawing/2014/main" id="{0BE5D972-90EF-6A9E-4B45-D1C615737FC7}"/>
                </a:ext>
              </a:extLst>
            </p:cNvPr>
            <p:cNvSpPr/>
            <p:nvPr/>
          </p:nvSpPr>
          <p:spPr>
            <a:xfrm>
              <a:off x="228896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3">
              <a:extLst>
                <a:ext uri="{FF2B5EF4-FFF2-40B4-BE49-F238E27FC236}">
                  <a16:creationId xmlns:a16="http://schemas.microsoft.com/office/drawing/2014/main" id="{61330142-EFD8-4423-7EB3-B7B5CABA051B}"/>
                </a:ext>
              </a:extLst>
            </p:cNvPr>
            <p:cNvSpPr/>
            <p:nvPr/>
          </p:nvSpPr>
          <p:spPr>
            <a:xfrm>
              <a:off x="229840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4">
              <a:extLst>
                <a:ext uri="{FF2B5EF4-FFF2-40B4-BE49-F238E27FC236}">
                  <a16:creationId xmlns:a16="http://schemas.microsoft.com/office/drawing/2014/main" id="{C096309C-E445-12C2-9B4F-32DE6C791086}"/>
                </a:ext>
              </a:extLst>
            </p:cNvPr>
            <p:cNvSpPr/>
            <p:nvPr/>
          </p:nvSpPr>
          <p:spPr>
            <a:xfrm>
              <a:off x="230784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5">
              <a:extLst>
                <a:ext uri="{FF2B5EF4-FFF2-40B4-BE49-F238E27FC236}">
                  <a16:creationId xmlns:a16="http://schemas.microsoft.com/office/drawing/2014/main" id="{7C6698AB-0864-CE14-836A-4294C548B879}"/>
                </a:ext>
              </a:extLst>
            </p:cNvPr>
            <p:cNvSpPr/>
            <p:nvPr/>
          </p:nvSpPr>
          <p:spPr>
            <a:xfrm>
              <a:off x="231728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6">
              <a:extLst>
                <a:ext uri="{FF2B5EF4-FFF2-40B4-BE49-F238E27FC236}">
                  <a16:creationId xmlns:a16="http://schemas.microsoft.com/office/drawing/2014/main" id="{3A46A71B-305F-F16E-BC4E-F83D97B43362}"/>
                </a:ext>
              </a:extLst>
            </p:cNvPr>
            <p:cNvSpPr/>
            <p:nvPr/>
          </p:nvSpPr>
          <p:spPr>
            <a:xfrm>
              <a:off x="232672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7">
              <a:extLst>
                <a:ext uri="{FF2B5EF4-FFF2-40B4-BE49-F238E27FC236}">
                  <a16:creationId xmlns:a16="http://schemas.microsoft.com/office/drawing/2014/main" id="{835F3876-85A4-4B2B-F389-9248EDFAFDB8}"/>
                </a:ext>
              </a:extLst>
            </p:cNvPr>
            <p:cNvSpPr/>
            <p:nvPr/>
          </p:nvSpPr>
          <p:spPr>
            <a:xfrm>
              <a:off x="233616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8">
              <a:extLst>
                <a:ext uri="{FF2B5EF4-FFF2-40B4-BE49-F238E27FC236}">
                  <a16:creationId xmlns:a16="http://schemas.microsoft.com/office/drawing/2014/main" id="{7DC6A4DC-4550-A585-9849-5B4A97BE797F}"/>
                </a:ext>
              </a:extLst>
            </p:cNvPr>
            <p:cNvSpPr/>
            <p:nvPr/>
          </p:nvSpPr>
          <p:spPr>
            <a:xfrm>
              <a:off x="234560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69">
              <a:extLst>
                <a:ext uri="{FF2B5EF4-FFF2-40B4-BE49-F238E27FC236}">
                  <a16:creationId xmlns:a16="http://schemas.microsoft.com/office/drawing/2014/main" id="{98EC1299-6DC1-83C8-1F36-67CD8B110E9D}"/>
                </a:ext>
              </a:extLst>
            </p:cNvPr>
            <p:cNvSpPr/>
            <p:nvPr/>
          </p:nvSpPr>
          <p:spPr>
            <a:xfrm>
              <a:off x="235504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0">
              <a:extLst>
                <a:ext uri="{FF2B5EF4-FFF2-40B4-BE49-F238E27FC236}">
                  <a16:creationId xmlns:a16="http://schemas.microsoft.com/office/drawing/2014/main" id="{1A9DA5FA-F94E-BAC8-14D2-C0AC2953B720}"/>
                </a:ext>
              </a:extLst>
            </p:cNvPr>
            <p:cNvSpPr/>
            <p:nvPr/>
          </p:nvSpPr>
          <p:spPr>
            <a:xfrm>
              <a:off x="236448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1">
              <a:extLst>
                <a:ext uri="{FF2B5EF4-FFF2-40B4-BE49-F238E27FC236}">
                  <a16:creationId xmlns:a16="http://schemas.microsoft.com/office/drawing/2014/main" id="{E4FCFAEA-E358-27C9-507F-D507A510594F}"/>
                </a:ext>
              </a:extLst>
            </p:cNvPr>
            <p:cNvSpPr/>
            <p:nvPr/>
          </p:nvSpPr>
          <p:spPr>
            <a:xfrm>
              <a:off x="237392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2">
              <a:extLst>
                <a:ext uri="{FF2B5EF4-FFF2-40B4-BE49-F238E27FC236}">
                  <a16:creationId xmlns:a16="http://schemas.microsoft.com/office/drawing/2014/main" id="{E55958A0-7C39-8030-BB0E-AF1DAAD8B2F6}"/>
                </a:ext>
              </a:extLst>
            </p:cNvPr>
            <p:cNvSpPr/>
            <p:nvPr/>
          </p:nvSpPr>
          <p:spPr>
            <a:xfrm>
              <a:off x="238336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3">
              <a:extLst>
                <a:ext uri="{FF2B5EF4-FFF2-40B4-BE49-F238E27FC236}">
                  <a16:creationId xmlns:a16="http://schemas.microsoft.com/office/drawing/2014/main" id="{4CA575BB-0FC8-1CDE-5DC9-67409179C81B}"/>
                </a:ext>
              </a:extLst>
            </p:cNvPr>
            <p:cNvSpPr/>
            <p:nvPr/>
          </p:nvSpPr>
          <p:spPr>
            <a:xfrm>
              <a:off x="239280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4">
              <a:extLst>
                <a:ext uri="{FF2B5EF4-FFF2-40B4-BE49-F238E27FC236}">
                  <a16:creationId xmlns:a16="http://schemas.microsoft.com/office/drawing/2014/main" id="{495144D1-9956-4DB5-B57F-EB2B8030F14F}"/>
                </a:ext>
              </a:extLst>
            </p:cNvPr>
            <p:cNvSpPr/>
            <p:nvPr/>
          </p:nvSpPr>
          <p:spPr>
            <a:xfrm>
              <a:off x="2411688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5">
              <a:extLst>
                <a:ext uri="{FF2B5EF4-FFF2-40B4-BE49-F238E27FC236}">
                  <a16:creationId xmlns:a16="http://schemas.microsoft.com/office/drawing/2014/main" id="{8566BEEE-5E09-5F80-7592-60778E62FA87}"/>
                </a:ext>
              </a:extLst>
            </p:cNvPr>
            <p:cNvSpPr/>
            <p:nvPr/>
          </p:nvSpPr>
          <p:spPr>
            <a:xfrm>
              <a:off x="2411688" y="1219023"/>
              <a:ext cx="916036" cy="914400"/>
            </a:xfrm>
            <a:custGeom>
              <a:avLst/>
              <a:gdLst/>
              <a:ahLst/>
              <a:cxnLst/>
              <a:rect l="0" t="0" r="0" b="0"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6">
              <a:extLst>
                <a:ext uri="{FF2B5EF4-FFF2-40B4-BE49-F238E27FC236}">
                  <a16:creationId xmlns:a16="http://schemas.microsoft.com/office/drawing/2014/main" id="{3D0D10C4-C74D-56EF-1126-0D8F8C510B9E}"/>
                </a:ext>
              </a:extLst>
            </p:cNvPr>
            <p:cNvSpPr/>
            <p:nvPr/>
          </p:nvSpPr>
          <p:spPr>
            <a:xfrm>
              <a:off x="3450115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7">
              <a:extLst>
                <a:ext uri="{FF2B5EF4-FFF2-40B4-BE49-F238E27FC236}">
                  <a16:creationId xmlns:a16="http://schemas.microsoft.com/office/drawing/2014/main" id="{5B039F44-49DB-B5E3-AAF3-1908629680AA}"/>
                </a:ext>
              </a:extLst>
            </p:cNvPr>
            <p:cNvSpPr/>
            <p:nvPr/>
          </p:nvSpPr>
          <p:spPr>
            <a:xfrm>
              <a:off x="3459555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8">
              <a:extLst>
                <a:ext uri="{FF2B5EF4-FFF2-40B4-BE49-F238E27FC236}">
                  <a16:creationId xmlns:a16="http://schemas.microsoft.com/office/drawing/2014/main" id="{8AB5D254-2BA5-7B2C-85E9-1CB70DA953B2}"/>
                </a:ext>
              </a:extLst>
            </p:cNvPr>
            <p:cNvSpPr/>
            <p:nvPr/>
          </p:nvSpPr>
          <p:spPr>
            <a:xfrm>
              <a:off x="345955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79">
              <a:extLst>
                <a:ext uri="{FF2B5EF4-FFF2-40B4-BE49-F238E27FC236}">
                  <a16:creationId xmlns:a16="http://schemas.microsoft.com/office/drawing/2014/main" id="{2F562A20-A3A2-273F-0C14-FD7EDD4AF9F2}"/>
                </a:ext>
              </a:extLst>
            </p:cNvPr>
            <p:cNvSpPr/>
            <p:nvPr/>
          </p:nvSpPr>
          <p:spPr>
            <a:xfrm>
              <a:off x="346899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0">
              <a:extLst>
                <a:ext uri="{FF2B5EF4-FFF2-40B4-BE49-F238E27FC236}">
                  <a16:creationId xmlns:a16="http://schemas.microsoft.com/office/drawing/2014/main" id="{E6FF59B1-C299-4E07-1225-6F19F1DE2B9C}"/>
                </a:ext>
              </a:extLst>
            </p:cNvPr>
            <p:cNvSpPr/>
            <p:nvPr/>
          </p:nvSpPr>
          <p:spPr>
            <a:xfrm>
              <a:off x="347843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1">
              <a:extLst>
                <a:ext uri="{FF2B5EF4-FFF2-40B4-BE49-F238E27FC236}">
                  <a16:creationId xmlns:a16="http://schemas.microsoft.com/office/drawing/2014/main" id="{29657F28-5F86-E1D4-4C5A-DF0244FC9D2B}"/>
                </a:ext>
              </a:extLst>
            </p:cNvPr>
            <p:cNvSpPr/>
            <p:nvPr/>
          </p:nvSpPr>
          <p:spPr>
            <a:xfrm>
              <a:off x="348787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2">
              <a:extLst>
                <a:ext uri="{FF2B5EF4-FFF2-40B4-BE49-F238E27FC236}">
                  <a16:creationId xmlns:a16="http://schemas.microsoft.com/office/drawing/2014/main" id="{C2462163-BBED-CF0C-9E5F-5071BC5283C1}"/>
                </a:ext>
              </a:extLst>
            </p:cNvPr>
            <p:cNvSpPr/>
            <p:nvPr/>
          </p:nvSpPr>
          <p:spPr>
            <a:xfrm>
              <a:off x="349731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3">
              <a:extLst>
                <a:ext uri="{FF2B5EF4-FFF2-40B4-BE49-F238E27FC236}">
                  <a16:creationId xmlns:a16="http://schemas.microsoft.com/office/drawing/2014/main" id="{9F9C2144-5385-0ED2-7CAB-C61E339F004D}"/>
                </a:ext>
              </a:extLst>
            </p:cNvPr>
            <p:cNvSpPr/>
            <p:nvPr/>
          </p:nvSpPr>
          <p:spPr>
            <a:xfrm>
              <a:off x="350675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4">
              <a:extLst>
                <a:ext uri="{FF2B5EF4-FFF2-40B4-BE49-F238E27FC236}">
                  <a16:creationId xmlns:a16="http://schemas.microsoft.com/office/drawing/2014/main" id="{12B13888-B14C-F050-1480-AB7AD9626D9D}"/>
                </a:ext>
              </a:extLst>
            </p:cNvPr>
            <p:cNvSpPr/>
            <p:nvPr/>
          </p:nvSpPr>
          <p:spPr>
            <a:xfrm>
              <a:off x="351619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5">
              <a:extLst>
                <a:ext uri="{FF2B5EF4-FFF2-40B4-BE49-F238E27FC236}">
                  <a16:creationId xmlns:a16="http://schemas.microsoft.com/office/drawing/2014/main" id="{1B3D6463-3ADB-A019-4DB0-BF36BD430DC1}"/>
                </a:ext>
              </a:extLst>
            </p:cNvPr>
            <p:cNvSpPr/>
            <p:nvPr/>
          </p:nvSpPr>
          <p:spPr>
            <a:xfrm>
              <a:off x="352563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6">
              <a:extLst>
                <a:ext uri="{FF2B5EF4-FFF2-40B4-BE49-F238E27FC236}">
                  <a16:creationId xmlns:a16="http://schemas.microsoft.com/office/drawing/2014/main" id="{14C5A422-812F-FC5C-A727-D7A9B448C1B7}"/>
                </a:ext>
              </a:extLst>
            </p:cNvPr>
            <p:cNvSpPr/>
            <p:nvPr/>
          </p:nvSpPr>
          <p:spPr>
            <a:xfrm>
              <a:off x="353507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7">
              <a:extLst>
                <a:ext uri="{FF2B5EF4-FFF2-40B4-BE49-F238E27FC236}">
                  <a16:creationId xmlns:a16="http://schemas.microsoft.com/office/drawing/2014/main" id="{A25DDA4C-C6B0-480C-16AD-5CB31593DCDA}"/>
                </a:ext>
              </a:extLst>
            </p:cNvPr>
            <p:cNvSpPr/>
            <p:nvPr/>
          </p:nvSpPr>
          <p:spPr>
            <a:xfrm>
              <a:off x="354451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8">
              <a:extLst>
                <a:ext uri="{FF2B5EF4-FFF2-40B4-BE49-F238E27FC236}">
                  <a16:creationId xmlns:a16="http://schemas.microsoft.com/office/drawing/2014/main" id="{8F268B69-FEF4-441C-B761-50C60C438A3B}"/>
                </a:ext>
              </a:extLst>
            </p:cNvPr>
            <p:cNvSpPr/>
            <p:nvPr/>
          </p:nvSpPr>
          <p:spPr>
            <a:xfrm>
              <a:off x="355395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89">
              <a:extLst>
                <a:ext uri="{FF2B5EF4-FFF2-40B4-BE49-F238E27FC236}">
                  <a16:creationId xmlns:a16="http://schemas.microsoft.com/office/drawing/2014/main" id="{06EBE11D-9AFD-0275-A230-BEB0CE129276}"/>
                </a:ext>
              </a:extLst>
            </p:cNvPr>
            <p:cNvSpPr/>
            <p:nvPr/>
          </p:nvSpPr>
          <p:spPr>
            <a:xfrm>
              <a:off x="356339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0">
              <a:extLst>
                <a:ext uri="{FF2B5EF4-FFF2-40B4-BE49-F238E27FC236}">
                  <a16:creationId xmlns:a16="http://schemas.microsoft.com/office/drawing/2014/main" id="{2B37B9B0-0E8B-E842-A71B-B7FA12A53A34}"/>
                </a:ext>
              </a:extLst>
            </p:cNvPr>
            <p:cNvSpPr/>
            <p:nvPr/>
          </p:nvSpPr>
          <p:spPr>
            <a:xfrm>
              <a:off x="357283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1">
              <a:extLst>
                <a:ext uri="{FF2B5EF4-FFF2-40B4-BE49-F238E27FC236}">
                  <a16:creationId xmlns:a16="http://schemas.microsoft.com/office/drawing/2014/main" id="{9BCB77E9-24AA-D988-3A08-5DEF67A1850E}"/>
                </a:ext>
              </a:extLst>
            </p:cNvPr>
            <p:cNvSpPr/>
            <p:nvPr/>
          </p:nvSpPr>
          <p:spPr>
            <a:xfrm>
              <a:off x="358227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2">
              <a:extLst>
                <a:ext uri="{FF2B5EF4-FFF2-40B4-BE49-F238E27FC236}">
                  <a16:creationId xmlns:a16="http://schemas.microsoft.com/office/drawing/2014/main" id="{4280B895-D2F5-11DC-6987-68CABD0C5765}"/>
                </a:ext>
              </a:extLst>
            </p:cNvPr>
            <p:cNvSpPr/>
            <p:nvPr/>
          </p:nvSpPr>
          <p:spPr>
            <a:xfrm>
              <a:off x="359171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3">
              <a:extLst>
                <a:ext uri="{FF2B5EF4-FFF2-40B4-BE49-F238E27FC236}">
                  <a16:creationId xmlns:a16="http://schemas.microsoft.com/office/drawing/2014/main" id="{0E7DBEE9-5C16-1336-C841-B818D4CF27EB}"/>
                </a:ext>
              </a:extLst>
            </p:cNvPr>
            <p:cNvSpPr/>
            <p:nvPr/>
          </p:nvSpPr>
          <p:spPr>
            <a:xfrm>
              <a:off x="360115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4">
              <a:extLst>
                <a:ext uri="{FF2B5EF4-FFF2-40B4-BE49-F238E27FC236}">
                  <a16:creationId xmlns:a16="http://schemas.microsoft.com/office/drawing/2014/main" id="{64071A04-B240-56B4-0F0F-3354CCC76B95}"/>
                </a:ext>
              </a:extLst>
            </p:cNvPr>
            <p:cNvSpPr/>
            <p:nvPr/>
          </p:nvSpPr>
          <p:spPr>
            <a:xfrm>
              <a:off x="361059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5">
              <a:extLst>
                <a:ext uri="{FF2B5EF4-FFF2-40B4-BE49-F238E27FC236}">
                  <a16:creationId xmlns:a16="http://schemas.microsoft.com/office/drawing/2014/main" id="{E0B20D01-039A-965E-68CC-5E727F3215AF}"/>
                </a:ext>
              </a:extLst>
            </p:cNvPr>
            <p:cNvSpPr/>
            <p:nvPr/>
          </p:nvSpPr>
          <p:spPr>
            <a:xfrm>
              <a:off x="362003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6">
              <a:extLst>
                <a:ext uri="{FF2B5EF4-FFF2-40B4-BE49-F238E27FC236}">
                  <a16:creationId xmlns:a16="http://schemas.microsoft.com/office/drawing/2014/main" id="{4B867F79-AC37-1661-F83E-52B65A9BFD6C}"/>
                </a:ext>
              </a:extLst>
            </p:cNvPr>
            <p:cNvSpPr/>
            <p:nvPr/>
          </p:nvSpPr>
          <p:spPr>
            <a:xfrm>
              <a:off x="362947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7">
              <a:extLst>
                <a:ext uri="{FF2B5EF4-FFF2-40B4-BE49-F238E27FC236}">
                  <a16:creationId xmlns:a16="http://schemas.microsoft.com/office/drawing/2014/main" id="{A9D8CBC1-5A6F-1DF3-1CE3-8B64172CDA22}"/>
                </a:ext>
              </a:extLst>
            </p:cNvPr>
            <p:cNvSpPr/>
            <p:nvPr/>
          </p:nvSpPr>
          <p:spPr>
            <a:xfrm>
              <a:off x="363891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8">
              <a:extLst>
                <a:ext uri="{FF2B5EF4-FFF2-40B4-BE49-F238E27FC236}">
                  <a16:creationId xmlns:a16="http://schemas.microsoft.com/office/drawing/2014/main" id="{FCE91D1F-5C85-1373-686A-AB05EB18B4D7}"/>
                </a:ext>
              </a:extLst>
            </p:cNvPr>
            <p:cNvSpPr/>
            <p:nvPr/>
          </p:nvSpPr>
          <p:spPr>
            <a:xfrm>
              <a:off x="364836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199">
              <a:extLst>
                <a:ext uri="{FF2B5EF4-FFF2-40B4-BE49-F238E27FC236}">
                  <a16:creationId xmlns:a16="http://schemas.microsoft.com/office/drawing/2014/main" id="{2B066A5E-014A-147D-B3CA-4FD4FF7E8F5C}"/>
                </a:ext>
              </a:extLst>
            </p:cNvPr>
            <p:cNvSpPr/>
            <p:nvPr/>
          </p:nvSpPr>
          <p:spPr>
            <a:xfrm>
              <a:off x="365780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0">
              <a:extLst>
                <a:ext uri="{FF2B5EF4-FFF2-40B4-BE49-F238E27FC236}">
                  <a16:creationId xmlns:a16="http://schemas.microsoft.com/office/drawing/2014/main" id="{1A07C99D-9CAC-6474-3FC5-18C2CB3E1146}"/>
                </a:ext>
              </a:extLst>
            </p:cNvPr>
            <p:cNvSpPr/>
            <p:nvPr/>
          </p:nvSpPr>
          <p:spPr>
            <a:xfrm>
              <a:off x="366724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1">
              <a:extLst>
                <a:ext uri="{FF2B5EF4-FFF2-40B4-BE49-F238E27FC236}">
                  <a16:creationId xmlns:a16="http://schemas.microsoft.com/office/drawing/2014/main" id="{CAF8673D-15E8-FE03-BDF3-420CF35FFBFA}"/>
                </a:ext>
              </a:extLst>
            </p:cNvPr>
            <p:cNvSpPr/>
            <p:nvPr/>
          </p:nvSpPr>
          <p:spPr>
            <a:xfrm>
              <a:off x="367668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2">
              <a:extLst>
                <a:ext uri="{FF2B5EF4-FFF2-40B4-BE49-F238E27FC236}">
                  <a16:creationId xmlns:a16="http://schemas.microsoft.com/office/drawing/2014/main" id="{753CC219-7612-5543-3887-83D7233FD81F}"/>
                </a:ext>
              </a:extLst>
            </p:cNvPr>
            <p:cNvSpPr/>
            <p:nvPr/>
          </p:nvSpPr>
          <p:spPr>
            <a:xfrm>
              <a:off x="368612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3">
              <a:extLst>
                <a:ext uri="{FF2B5EF4-FFF2-40B4-BE49-F238E27FC236}">
                  <a16:creationId xmlns:a16="http://schemas.microsoft.com/office/drawing/2014/main" id="{15E70E65-D2BA-DD05-5044-9BDCAD1B1D13}"/>
                </a:ext>
              </a:extLst>
            </p:cNvPr>
            <p:cNvSpPr/>
            <p:nvPr/>
          </p:nvSpPr>
          <p:spPr>
            <a:xfrm>
              <a:off x="369556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4">
              <a:extLst>
                <a:ext uri="{FF2B5EF4-FFF2-40B4-BE49-F238E27FC236}">
                  <a16:creationId xmlns:a16="http://schemas.microsoft.com/office/drawing/2014/main" id="{7089CEF4-AB55-70AB-833E-0A63A2BB0355}"/>
                </a:ext>
              </a:extLst>
            </p:cNvPr>
            <p:cNvSpPr/>
            <p:nvPr/>
          </p:nvSpPr>
          <p:spPr>
            <a:xfrm>
              <a:off x="370500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5">
              <a:extLst>
                <a:ext uri="{FF2B5EF4-FFF2-40B4-BE49-F238E27FC236}">
                  <a16:creationId xmlns:a16="http://schemas.microsoft.com/office/drawing/2014/main" id="{D1CAE7E8-72BA-EC33-9D64-D02F782261CC}"/>
                </a:ext>
              </a:extLst>
            </p:cNvPr>
            <p:cNvSpPr/>
            <p:nvPr/>
          </p:nvSpPr>
          <p:spPr>
            <a:xfrm>
              <a:off x="371444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6">
              <a:extLst>
                <a:ext uri="{FF2B5EF4-FFF2-40B4-BE49-F238E27FC236}">
                  <a16:creationId xmlns:a16="http://schemas.microsoft.com/office/drawing/2014/main" id="{2D548CA0-30D3-9224-1D85-1FD7B949E472}"/>
                </a:ext>
              </a:extLst>
            </p:cNvPr>
            <p:cNvSpPr/>
            <p:nvPr/>
          </p:nvSpPr>
          <p:spPr>
            <a:xfrm>
              <a:off x="372388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7">
              <a:extLst>
                <a:ext uri="{FF2B5EF4-FFF2-40B4-BE49-F238E27FC236}">
                  <a16:creationId xmlns:a16="http://schemas.microsoft.com/office/drawing/2014/main" id="{437C80C0-FD0C-A18C-DA4E-BCB9438636E9}"/>
                </a:ext>
              </a:extLst>
            </p:cNvPr>
            <p:cNvSpPr/>
            <p:nvPr/>
          </p:nvSpPr>
          <p:spPr>
            <a:xfrm>
              <a:off x="373332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8">
              <a:extLst>
                <a:ext uri="{FF2B5EF4-FFF2-40B4-BE49-F238E27FC236}">
                  <a16:creationId xmlns:a16="http://schemas.microsoft.com/office/drawing/2014/main" id="{36297F37-ABB6-D7F1-E18E-780A2D5F2A1F}"/>
                </a:ext>
              </a:extLst>
            </p:cNvPr>
            <p:cNvSpPr/>
            <p:nvPr/>
          </p:nvSpPr>
          <p:spPr>
            <a:xfrm>
              <a:off x="374276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09">
              <a:extLst>
                <a:ext uri="{FF2B5EF4-FFF2-40B4-BE49-F238E27FC236}">
                  <a16:creationId xmlns:a16="http://schemas.microsoft.com/office/drawing/2014/main" id="{776C5D70-AE65-F133-4150-5167A9725839}"/>
                </a:ext>
              </a:extLst>
            </p:cNvPr>
            <p:cNvSpPr/>
            <p:nvPr/>
          </p:nvSpPr>
          <p:spPr>
            <a:xfrm>
              <a:off x="375220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0">
              <a:extLst>
                <a:ext uri="{FF2B5EF4-FFF2-40B4-BE49-F238E27FC236}">
                  <a16:creationId xmlns:a16="http://schemas.microsoft.com/office/drawing/2014/main" id="{E541F8CE-E291-CD14-3776-0A111A2E2657}"/>
                </a:ext>
              </a:extLst>
            </p:cNvPr>
            <p:cNvSpPr/>
            <p:nvPr/>
          </p:nvSpPr>
          <p:spPr>
            <a:xfrm>
              <a:off x="376164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1">
              <a:extLst>
                <a:ext uri="{FF2B5EF4-FFF2-40B4-BE49-F238E27FC236}">
                  <a16:creationId xmlns:a16="http://schemas.microsoft.com/office/drawing/2014/main" id="{263B885C-02BB-3F40-CC27-30282CB769A4}"/>
                </a:ext>
              </a:extLst>
            </p:cNvPr>
            <p:cNvSpPr/>
            <p:nvPr/>
          </p:nvSpPr>
          <p:spPr>
            <a:xfrm>
              <a:off x="377108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2">
              <a:extLst>
                <a:ext uri="{FF2B5EF4-FFF2-40B4-BE49-F238E27FC236}">
                  <a16:creationId xmlns:a16="http://schemas.microsoft.com/office/drawing/2014/main" id="{EA42B9E3-7E66-B753-3439-17792A4B5167}"/>
                </a:ext>
              </a:extLst>
            </p:cNvPr>
            <p:cNvSpPr/>
            <p:nvPr/>
          </p:nvSpPr>
          <p:spPr>
            <a:xfrm>
              <a:off x="378052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3">
              <a:extLst>
                <a:ext uri="{FF2B5EF4-FFF2-40B4-BE49-F238E27FC236}">
                  <a16:creationId xmlns:a16="http://schemas.microsoft.com/office/drawing/2014/main" id="{EB35E3B3-2ABD-1D8E-B8D2-3EA57A601C84}"/>
                </a:ext>
              </a:extLst>
            </p:cNvPr>
            <p:cNvSpPr/>
            <p:nvPr/>
          </p:nvSpPr>
          <p:spPr>
            <a:xfrm>
              <a:off x="378996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4">
              <a:extLst>
                <a:ext uri="{FF2B5EF4-FFF2-40B4-BE49-F238E27FC236}">
                  <a16:creationId xmlns:a16="http://schemas.microsoft.com/office/drawing/2014/main" id="{CD958D2E-D9B7-D7C4-B562-C21C96AE6B38}"/>
                </a:ext>
              </a:extLst>
            </p:cNvPr>
            <p:cNvSpPr/>
            <p:nvPr/>
          </p:nvSpPr>
          <p:spPr>
            <a:xfrm>
              <a:off x="379940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5">
              <a:extLst>
                <a:ext uri="{FF2B5EF4-FFF2-40B4-BE49-F238E27FC236}">
                  <a16:creationId xmlns:a16="http://schemas.microsoft.com/office/drawing/2014/main" id="{20E5CC27-6FA1-305F-DC26-64CAD095248E}"/>
                </a:ext>
              </a:extLst>
            </p:cNvPr>
            <p:cNvSpPr/>
            <p:nvPr/>
          </p:nvSpPr>
          <p:spPr>
            <a:xfrm>
              <a:off x="380884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6">
              <a:extLst>
                <a:ext uri="{FF2B5EF4-FFF2-40B4-BE49-F238E27FC236}">
                  <a16:creationId xmlns:a16="http://schemas.microsoft.com/office/drawing/2014/main" id="{B676E369-B014-BFAC-6EB5-8B614976FC52}"/>
                </a:ext>
              </a:extLst>
            </p:cNvPr>
            <p:cNvSpPr/>
            <p:nvPr/>
          </p:nvSpPr>
          <p:spPr>
            <a:xfrm>
              <a:off x="381828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7">
              <a:extLst>
                <a:ext uri="{FF2B5EF4-FFF2-40B4-BE49-F238E27FC236}">
                  <a16:creationId xmlns:a16="http://schemas.microsoft.com/office/drawing/2014/main" id="{6C10545F-B5D8-2338-FA2A-97992C35387D}"/>
                </a:ext>
              </a:extLst>
            </p:cNvPr>
            <p:cNvSpPr/>
            <p:nvPr/>
          </p:nvSpPr>
          <p:spPr>
            <a:xfrm>
              <a:off x="382772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8">
              <a:extLst>
                <a:ext uri="{FF2B5EF4-FFF2-40B4-BE49-F238E27FC236}">
                  <a16:creationId xmlns:a16="http://schemas.microsoft.com/office/drawing/2014/main" id="{3E0498BB-A057-0305-A994-505792653167}"/>
                </a:ext>
              </a:extLst>
            </p:cNvPr>
            <p:cNvSpPr/>
            <p:nvPr/>
          </p:nvSpPr>
          <p:spPr>
            <a:xfrm>
              <a:off x="383716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19">
              <a:extLst>
                <a:ext uri="{FF2B5EF4-FFF2-40B4-BE49-F238E27FC236}">
                  <a16:creationId xmlns:a16="http://schemas.microsoft.com/office/drawing/2014/main" id="{2762ACBE-ED65-FF39-EBEE-FE7B7B98AE20}"/>
                </a:ext>
              </a:extLst>
            </p:cNvPr>
            <p:cNvSpPr/>
            <p:nvPr/>
          </p:nvSpPr>
          <p:spPr>
            <a:xfrm>
              <a:off x="3846605" y="121902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0">
              <a:extLst>
                <a:ext uri="{FF2B5EF4-FFF2-40B4-BE49-F238E27FC236}">
                  <a16:creationId xmlns:a16="http://schemas.microsoft.com/office/drawing/2014/main" id="{9D0D7A91-9E7E-3B08-4AC2-FF9CBFE2FC50}"/>
                </a:ext>
              </a:extLst>
            </p:cNvPr>
            <p:cNvSpPr/>
            <p:nvPr/>
          </p:nvSpPr>
          <p:spPr>
            <a:xfrm>
              <a:off x="3856045" y="1201453"/>
              <a:ext cx="916390" cy="921773"/>
            </a:xfrm>
            <a:custGeom>
              <a:avLst/>
              <a:gdLst/>
              <a:ahLst/>
              <a:cxnLst/>
              <a:rect l="0" t="0" r="0" b="0"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1">
              <a:extLst>
                <a:ext uri="{FF2B5EF4-FFF2-40B4-BE49-F238E27FC236}">
                  <a16:creationId xmlns:a16="http://schemas.microsoft.com/office/drawing/2014/main" id="{CECC2D32-5D6F-BDEC-A960-3B1AA972A67A}"/>
                </a:ext>
              </a:extLst>
            </p:cNvPr>
            <p:cNvSpPr/>
            <p:nvPr/>
          </p:nvSpPr>
          <p:spPr>
            <a:xfrm>
              <a:off x="2052959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2">
              <a:extLst>
                <a:ext uri="{FF2B5EF4-FFF2-40B4-BE49-F238E27FC236}">
                  <a16:creationId xmlns:a16="http://schemas.microsoft.com/office/drawing/2014/main" id="{961F4ED6-A216-3CC0-2451-1C75C15BE1AA}"/>
                </a:ext>
              </a:extLst>
            </p:cNvPr>
            <p:cNvSpPr/>
            <p:nvPr/>
          </p:nvSpPr>
          <p:spPr>
            <a:xfrm>
              <a:off x="205295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3">
              <a:extLst>
                <a:ext uri="{FF2B5EF4-FFF2-40B4-BE49-F238E27FC236}">
                  <a16:creationId xmlns:a16="http://schemas.microsoft.com/office/drawing/2014/main" id="{69D49632-F299-BD0E-AB44-F33692CA268E}"/>
                </a:ext>
              </a:extLst>
            </p:cNvPr>
            <p:cNvSpPr/>
            <p:nvPr/>
          </p:nvSpPr>
          <p:spPr>
            <a:xfrm>
              <a:off x="206239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4">
              <a:extLst>
                <a:ext uri="{FF2B5EF4-FFF2-40B4-BE49-F238E27FC236}">
                  <a16:creationId xmlns:a16="http://schemas.microsoft.com/office/drawing/2014/main" id="{9076E846-A9A5-ADB2-7EE8-FFA684A36768}"/>
                </a:ext>
              </a:extLst>
            </p:cNvPr>
            <p:cNvSpPr/>
            <p:nvPr/>
          </p:nvSpPr>
          <p:spPr>
            <a:xfrm>
              <a:off x="207184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5">
              <a:extLst>
                <a:ext uri="{FF2B5EF4-FFF2-40B4-BE49-F238E27FC236}">
                  <a16:creationId xmlns:a16="http://schemas.microsoft.com/office/drawing/2014/main" id="{5D9622EC-816A-FB38-EB80-FC79F5ACF75F}"/>
                </a:ext>
              </a:extLst>
            </p:cNvPr>
            <p:cNvSpPr/>
            <p:nvPr/>
          </p:nvSpPr>
          <p:spPr>
            <a:xfrm>
              <a:off x="208128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6">
              <a:extLst>
                <a:ext uri="{FF2B5EF4-FFF2-40B4-BE49-F238E27FC236}">
                  <a16:creationId xmlns:a16="http://schemas.microsoft.com/office/drawing/2014/main" id="{7DD7DAC5-5583-8920-203C-22B5C7DDCDCC}"/>
                </a:ext>
              </a:extLst>
            </p:cNvPr>
            <p:cNvSpPr/>
            <p:nvPr/>
          </p:nvSpPr>
          <p:spPr>
            <a:xfrm>
              <a:off x="209072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7">
              <a:extLst>
                <a:ext uri="{FF2B5EF4-FFF2-40B4-BE49-F238E27FC236}">
                  <a16:creationId xmlns:a16="http://schemas.microsoft.com/office/drawing/2014/main" id="{A562D4D9-6733-81C4-3C89-D1F913346C86}"/>
                </a:ext>
              </a:extLst>
            </p:cNvPr>
            <p:cNvSpPr/>
            <p:nvPr/>
          </p:nvSpPr>
          <p:spPr>
            <a:xfrm>
              <a:off x="210016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8">
              <a:extLst>
                <a:ext uri="{FF2B5EF4-FFF2-40B4-BE49-F238E27FC236}">
                  <a16:creationId xmlns:a16="http://schemas.microsoft.com/office/drawing/2014/main" id="{75C00584-CB43-181E-1A24-9B97E1C4A6F8}"/>
                </a:ext>
              </a:extLst>
            </p:cNvPr>
            <p:cNvSpPr/>
            <p:nvPr/>
          </p:nvSpPr>
          <p:spPr>
            <a:xfrm>
              <a:off x="210960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29">
              <a:extLst>
                <a:ext uri="{FF2B5EF4-FFF2-40B4-BE49-F238E27FC236}">
                  <a16:creationId xmlns:a16="http://schemas.microsoft.com/office/drawing/2014/main" id="{2BBEDBC1-172E-12AC-B358-FB9C452057B5}"/>
                </a:ext>
              </a:extLst>
            </p:cNvPr>
            <p:cNvSpPr/>
            <p:nvPr/>
          </p:nvSpPr>
          <p:spPr>
            <a:xfrm>
              <a:off x="211904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0">
              <a:extLst>
                <a:ext uri="{FF2B5EF4-FFF2-40B4-BE49-F238E27FC236}">
                  <a16:creationId xmlns:a16="http://schemas.microsoft.com/office/drawing/2014/main" id="{C2EACAF4-CFA9-FE88-87BE-9489370EC988}"/>
                </a:ext>
              </a:extLst>
            </p:cNvPr>
            <p:cNvSpPr/>
            <p:nvPr/>
          </p:nvSpPr>
          <p:spPr>
            <a:xfrm>
              <a:off x="212848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1">
              <a:extLst>
                <a:ext uri="{FF2B5EF4-FFF2-40B4-BE49-F238E27FC236}">
                  <a16:creationId xmlns:a16="http://schemas.microsoft.com/office/drawing/2014/main" id="{BBB5B051-8C8E-CFC4-7BCA-DFAAA25AFDC1}"/>
                </a:ext>
              </a:extLst>
            </p:cNvPr>
            <p:cNvSpPr/>
            <p:nvPr/>
          </p:nvSpPr>
          <p:spPr>
            <a:xfrm>
              <a:off x="213792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2">
              <a:extLst>
                <a:ext uri="{FF2B5EF4-FFF2-40B4-BE49-F238E27FC236}">
                  <a16:creationId xmlns:a16="http://schemas.microsoft.com/office/drawing/2014/main" id="{23C0A8DD-E9E6-17AD-F9DB-89DAA5438C8C}"/>
                </a:ext>
              </a:extLst>
            </p:cNvPr>
            <p:cNvSpPr/>
            <p:nvPr/>
          </p:nvSpPr>
          <p:spPr>
            <a:xfrm>
              <a:off x="214736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3">
              <a:extLst>
                <a:ext uri="{FF2B5EF4-FFF2-40B4-BE49-F238E27FC236}">
                  <a16:creationId xmlns:a16="http://schemas.microsoft.com/office/drawing/2014/main" id="{EAC39ECB-5E43-27A4-BAD6-5AF8D7C17DD5}"/>
                </a:ext>
              </a:extLst>
            </p:cNvPr>
            <p:cNvSpPr/>
            <p:nvPr/>
          </p:nvSpPr>
          <p:spPr>
            <a:xfrm>
              <a:off x="215680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4">
              <a:extLst>
                <a:ext uri="{FF2B5EF4-FFF2-40B4-BE49-F238E27FC236}">
                  <a16:creationId xmlns:a16="http://schemas.microsoft.com/office/drawing/2014/main" id="{9162ECEB-1CC8-FEBE-43D0-922401388BD5}"/>
                </a:ext>
              </a:extLst>
            </p:cNvPr>
            <p:cNvSpPr/>
            <p:nvPr/>
          </p:nvSpPr>
          <p:spPr>
            <a:xfrm>
              <a:off x="216624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5">
              <a:extLst>
                <a:ext uri="{FF2B5EF4-FFF2-40B4-BE49-F238E27FC236}">
                  <a16:creationId xmlns:a16="http://schemas.microsoft.com/office/drawing/2014/main" id="{F9572DDF-DB36-06AE-BC4D-EEB708B9B1A3}"/>
                </a:ext>
              </a:extLst>
            </p:cNvPr>
            <p:cNvSpPr/>
            <p:nvPr/>
          </p:nvSpPr>
          <p:spPr>
            <a:xfrm>
              <a:off x="217568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6">
              <a:extLst>
                <a:ext uri="{FF2B5EF4-FFF2-40B4-BE49-F238E27FC236}">
                  <a16:creationId xmlns:a16="http://schemas.microsoft.com/office/drawing/2014/main" id="{B1EF7081-D91D-7208-C0D2-437DEF593FCD}"/>
                </a:ext>
              </a:extLst>
            </p:cNvPr>
            <p:cNvSpPr/>
            <p:nvPr/>
          </p:nvSpPr>
          <p:spPr>
            <a:xfrm>
              <a:off x="218512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7">
              <a:extLst>
                <a:ext uri="{FF2B5EF4-FFF2-40B4-BE49-F238E27FC236}">
                  <a16:creationId xmlns:a16="http://schemas.microsoft.com/office/drawing/2014/main" id="{E50A525B-C4C1-4BD2-424F-BEEA7E3AC2B4}"/>
                </a:ext>
              </a:extLst>
            </p:cNvPr>
            <p:cNvSpPr/>
            <p:nvPr/>
          </p:nvSpPr>
          <p:spPr>
            <a:xfrm>
              <a:off x="219456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8">
              <a:extLst>
                <a:ext uri="{FF2B5EF4-FFF2-40B4-BE49-F238E27FC236}">
                  <a16:creationId xmlns:a16="http://schemas.microsoft.com/office/drawing/2014/main" id="{ECB6A6F5-A9CC-AD91-792F-9D460F7670BF}"/>
                </a:ext>
              </a:extLst>
            </p:cNvPr>
            <p:cNvSpPr/>
            <p:nvPr/>
          </p:nvSpPr>
          <p:spPr>
            <a:xfrm>
              <a:off x="220400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39">
              <a:extLst>
                <a:ext uri="{FF2B5EF4-FFF2-40B4-BE49-F238E27FC236}">
                  <a16:creationId xmlns:a16="http://schemas.microsoft.com/office/drawing/2014/main" id="{9A6ABCD0-DAF2-743C-25BF-A78AFB662D88}"/>
                </a:ext>
              </a:extLst>
            </p:cNvPr>
            <p:cNvSpPr/>
            <p:nvPr/>
          </p:nvSpPr>
          <p:spPr>
            <a:xfrm>
              <a:off x="221344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0">
              <a:extLst>
                <a:ext uri="{FF2B5EF4-FFF2-40B4-BE49-F238E27FC236}">
                  <a16:creationId xmlns:a16="http://schemas.microsoft.com/office/drawing/2014/main" id="{B328150E-7AC7-A935-83FB-66A8D50FFB43}"/>
                </a:ext>
              </a:extLst>
            </p:cNvPr>
            <p:cNvSpPr/>
            <p:nvPr/>
          </p:nvSpPr>
          <p:spPr>
            <a:xfrm>
              <a:off x="222288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1">
              <a:extLst>
                <a:ext uri="{FF2B5EF4-FFF2-40B4-BE49-F238E27FC236}">
                  <a16:creationId xmlns:a16="http://schemas.microsoft.com/office/drawing/2014/main" id="{EFDA0194-2A93-1DD1-88E4-DBDB2E59E8BE}"/>
                </a:ext>
              </a:extLst>
            </p:cNvPr>
            <p:cNvSpPr/>
            <p:nvPr/>
          </p:nvSpPr>
          <p:spPr>
            <a:xfrm>
              <a:off x="223232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2">
              <a:extLst>
                <a:ext uri="{FF2B5EF4-FFF2-40B4-BE49-F238E27FC236}">
                  <a16:creationId xmlns:a16="http://schemas.microsoft.com/office/drawing/2014/main" id="{CDC3F3B0-BE0F-4C70-F87E-15BAF73F699D}"/>
                </a:ext>
              </a:extLst>
            </p:cNvPr>
            <p:cNvSpPr/>
            <p:nvPr/>
          </p:nvSpPr>
          <p:spPr>
            <a:xfrm>
              <a:off x="224176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3">
              <a:extLst>
                <a:ext uri="{FF2B5EF4-FFF2-40B4-BE49-F238E27FC236}">
                  <a16:creationId xmlns:a16="http://schemas.microsoft.com/office/drawing/2014/main" id="{9504053E-AEC1-3B7E-36F9-D1B91F9686CF}"/>
                </a:ext>
              </a:extLst>
            </p:cNvPr>
            <p:cNvSpPr/>
            <p:nvPr/>
          </p:nvSpPr>
          <p:spPr>
            <a:xfrm>
              <a:off x="225120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4">
              <a:extLst>
                <a:ext uri="{FF2B5EF4-FFF2-40B4-BE49-F238E27FC236}">
                  <a16:creationId xmlns:a16="http://schemas.microsoft.com/office/drawing/2014/main" id="{8702AA53-9AEC-CC9E-4D92-8DCAA3EEC844}"/>
                </a:ext>
              </a:extLst>
            </p:cNvPr>
            <p:cNvSpPr/>
            <p:nvPr/>
          </p:nvSpPr>
          <p:spPr>
            <a:xfrm>
              <a:off x="226064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5">
              <a:extLst>
                <a:ext uri="{FF2B5EF4-FFF2-40B4-BE49-F238E27FC236}">
                  <a16:creationId xmlns:a16="http://schemas.microsoft.com/office/drawing/2014/main" id="{964E3837-339E-12FC-C4FB-DF54B8A329DE}"/>
                </a:ext>
              </a:extLst>
            </p:cNvPr>
            <p:cNvSpPr/>
            <p:nvPr/>
          </p:nvSpPr>
          <p:spPr>
            <a:xfrm>
              <a:off x="227008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6">
              <a:extLst>
                <a:ext uri="{FF2B5EF4-FFF2-40B4-BE49-F238E27FC236}">
                  <a16:creationId xmlns:a16="http://schemas.microsoft.com/office/drawing/2014/main" id="{76C13614-40FB-6648-4D17-CB9277402111}"/>
                </a:ext>
              </a:extLst>
            </p:cNvPr>
            <p:cNvSpPr/>
            <p:nvPr/>
          </p:nvSpPr>
          <p:spPr>
            <a:xfrm>
              <a:off x="227952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7">
              <a:extLst>
                <a:ext uri="{FF2B5EF4-FFF2-40B4-BE49-F238E27FC236}">
                  <a16:creationId xmlns:a16="http://schemas.microsoft.com/office/drawing/2014/main" id="{E0EC1642-D15A-E7AC-118B-8CA9C13A7BA8}"/>
                </a:ext>
              </a:extLst>
            </p:cNvPr>
            <p:cNvSpPr/>
            <p:nvPr/>
          </p:nvSpPr>
          <p:spPr>
            <a:xfrm>
              <a:off x="228896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8">
              <a:extLst>
                <a:ext uri="{FF2B5EF4-FFF2-40B4-BE49-F238E27FC236}">
                  <a16:creationId xmlns:a16="http://schemas.microsoft.com/office/drawing/2014/main" id="{82B864D2-6466-A466-C0ED-47C02CB16899}"/>
                </a:ext>
              </a:extLst>
            </p:cNvPr>
            <p:cNvSpPr/>
            <p:nvPr/>
          </p:nvSpPr>
          <p:spPr>
            <a:xfrm>
              <a:off x="229840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49">
              <a:extLst>
                <a:ext uri="{FF2B5EF4-FFF2-40B4-BE49-F238E27FC236}">
                  <a16:creationId xmlns:a16="http://schemas.microsoft.com/office/drawing/2014/main" id="{0F35C766-BE12-2559-A028-4BF909D65FA0}"/>
                </a:ext>
              </a:extLst>
            </p:cNvPr>
            <p:cNvSpPr/>
            <p:nvPr/>
          </p:nvSpPr>
          <p:spPr>
            <a:xfrm>
              <a:off x="230784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0">
              <a:extLst>
                <a:ext uri="{FF2B5EF4-FFF2-40B4-BE49-F238E27FC236}">
                  <a16:creationId xmlns:a16="http://schemas.microsoft.com/office/drawing/2014/main" id="{4FDD133C-E7AD-18EB-0619-502B598E8CDD}"/>
                </a:ext>
              </a:extLst>
            </p:cNvPr>
            <p:cNvSpPr/>
            <p:nvPr/>
          </p:nvSpPr>
          <p:spPr>
            <a:xfrm>
              <a:off x="231728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1">
              <a:extLst>
                <a:ext uri="{FF2B5EF4-FFF2-40B4-BE49-F238E27FC236}">
                  <a16:creationId xmlns:a16="http://schemas.microsoft.com/office/drawing/2014/main" id="{11BD5C12-B1D5-4C28-C168-6B1774D9EB57}"/>
                </a:ext>
              </a:extLst>
            </p:cNvPr>
            <p:cNvSpPr/>
            <p:nvPr/>
          </p:nvSpPr>
          <p:spPr>
            <a:xfrm>
              <a:off x="232672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2">
              <a:extLst>
                <a:ext uri="{FF2B5EF4-FFF2-40B4-BE49-F238E27FC236}">
                  <a16:creationId xmlns:a16="http://schemas.microsoft.com/office/drawing/2014/main" id="{7C093AB1-533F-3DF3-F765-FCCD2A9BBF5D}"/>
                </a:ext>
              </a:extLst>
            </p:cNvPr>
            <p:cNvSpPr/>
            <p:nvPr/>
          </p:nvSpPr>
          <p:spPr>
            <a:xfrm>
              <a:off x="233616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3">
              <a:extLst>
                <a:ext uri="{FF2B5EF4-FFF2-40B4-BE49-F238E27FC236}">
                  <a16:creationId xmlns:a16="http://schemas.microsoft.com/office/drawing/2014/main" id="{9F7775E8-DD37-E1D2-9329-22FA7E1F8818}"/>
                </a:ext>
              </a:extLst>
            </p:cNvPr>
            <p:cNvSpPr/>
            <p:nvPr/>
          </p:nvSpPr>
          <p:spPr>
            <a:xfrm>
              <a:off x="234560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4">
              <a:extLst>
                <a:ext uri="{FF2B5EF4-FFF2-40B4-BE49-F238E27FC236}">
                  <a16:creationId xmlns:a16="http://schemas.microsoft.com/office/drawing/2014/main" id="{37931EA6-5769-03B1-E315-378145468D87}"/>
                </a:ext>
              </a:extLst>
            </p:cNvPr>
            <p:cNvSpPr/>
            <p:nvPr/>
          </p:nvSpPr>
          <p:spPr>
            <a:xfrm>
              <a:off x="235504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5">
              <a:extLst>
                <a:ext uri="{FF2B5EF4-FFF2-40B4-BE49-F238E27FC236}">
                  <a16:creationId xmlns:a16="http://schemas.microsoft.com/office/drawing/2014/main" id="{E5FFDE62-47BB-AC2D-2932-0B45DFC58D55}"/>
                </a:ext>
              </a:extLst>
            </p:cNvPr>
            <p:cNvSpPr/>
            <p:nvPr/>
          </p:nvSpPr>
          <p:spPr>
            <a:xfrm>
              <a:off x="236448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6">
              <a:extLst>
                <a:ext uri="{FF2B5EF4-FFF2-40B4-BE49-F238E27FC236}">
                  <a16:creationId xmlns:a16="http://schemas.microsoft.com/office/drawing/2014/main" id="{5A2549AE-61E0-B069-B831-9A7F8C4ABAB6}"/>
                </a:ext>
              </a:extLst>
            </p:cNvPr>
            <p:cNvSpPr/>
            <p:nvPr/>
          </p:nvSpPr>
          <p:spPr>
            <a:xfrm>
              <a:off x="237392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7">
              <a:extLst>
                <a:ext uri="{FF2B5EF4-FFF2-40B4-BE49-F238E27FC236}">
                  <a16:creationId xmlns:a16="http://schemas.microsoft.com/office/drawing/2014/main" id="{C754E7D2-CEEC-262D-1E00-886ED4836A09}"/>
                </a:ext>
              </a:extLst>
            </p:cNvPr>
            <p:cNvSpPr/>
            <p:nvPr/>
          </p:nvSpPr>
          <p:spPr>
            <a:xfrm>
              <a:off x="238336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8">
              <a:extLst>
                <a:ext uri="{FF2B5EF4-FFF2-40B4-BE49-F238E27FC236}">
                  <a16:creationId xmlns:a16="http://schemas.microsoft.com/office/drawing/2014/main" id="{A807C433-2B86-EA50-CBE9-A9A3344AEE7B}"/>
                </a:ext>
              </a:extLst>
            </p:cNvPr>
            <p:cNvSpPr/>
            <p:nvPr/>
          </p:nvSpPr>
          <p:spPr>
            <a:xfrm>
              <a:off x="2402248" y="120145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59">
              <a:extLst>
                <a:ext uri="{FF2B5EF4-FFF2-40B4-BE49-F238E27FC236}">
                  <a16:creationId xmlns:a16="http://schemas.microsoft.com/office/drawing/2014/main" id="{D6370A20-E925-EF68-3920-D8BBE1BF9945}"/>
                </a:ext>
              </a:extLst>
            </p:cNvPr>
            <p:cNvSpPr/>
            <p:nvPr/>
          </p:nvSpPr>
          <p:spPr>
            <a:xfrm>
              <a:off x="2402248" y="1201453"/>
              <a:ext cx="918159" cy="914400"/>
            </a:xfrm>
            <a:custGeom>
              <a:avLst/>
              <a:gdLst/>
              <a:ahLst/>
              <a:cxnLst/>
              <a:rect l="0" t="0" r="0" b="0"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0">
              <a:extLst>
                <a:ext uri="{FF2B5EF4-FFF2-40B4-BE49-F238E27FC236}">
                  <a16:creationId xmlns:a16="http://schemas.microsoft.com/office/drawing/2014/main" id="{C00B6731-60A5-8B64-263D-C00EDF591924}"/>
                </a:ext>
              </a:extLst>
            </p:cNvPr>
            <p:cNvSpPr/>
            <p:nvPr/>
          </p:nvSpPr>
          <p:spPr>
            <a:xfrm>
              <a:off x="3459555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1">
              <a:extLst>
                <a:ext uri="{FF2B5EF4-FFF2-40B4-BE49-F238E27FC236}">
                  <a16:creationId xmlns:a16="http://schemas.microsoft.com/office/drawing/2014/main" id="{3E445565-FA61-66E5-3004-F13A2129EAA1}"/>
                </a:ext>
              </a:extLst>
            </p:cNvPr>
            <p:cNvSpPr/>
            <p:nvPr/>
          </p:nvSpPr>
          <p:spPr>
            <a:xfrm>
              <a:off x="345955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2">
              <a:extLst>
                <a:ext uri="{FF2B5EF4-FFF2-40B4-BE49-F238E27FC236}">
                  <a16:creationId xmlns:a16="http://schemas.microsoft.com/office/drawing/2014/main" id="{6C3049ED-5096-A213-EAAD-DE69E0F84CDC}"/>
                </a:ext>
              </a:extLst>
            </p:cNvPr>
            <p:cNvSpPr/>
            <p:nvPr/>
          </p:nvSpPr>
          <p:spPr>
            <a:xfrm>
              <a:off x="346899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3">
              <a:extLst>
                <a:ext uri="{FF2B5EF4-FFF2-40B4-BE49-F238E27FC236}">
                  <a16:creationId xmlns:a16="http://schemas.microsoft.com/office/drawing/2014/main" id="{7506659B-A247-2612-895D-8F88065FE474}"/>
                </a:ext>
              </a:extLst>
            </p:cNvPr>
            <p:cNvSpPr/>
            <p:nvPr/>
          </p:nvSpPr>
          <p:spPr>
            <a:xfrm>
              <a:off x="347843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4">
              <a:extLst>
                <a:ext uri="{FF2B5EF4-FFF2-40B4-BE49-F238E27FC236}">
                  <a16:creationId xmlns:a16="http://schemas.microsoft.com/office/drawing/2014/main" id="{3CDBA5D0-9F45-31B1-FE04-9378F0828B4B}"/>
                </a:ext>
              </a:extLst>
            </p:cNvPr>
            <p:cNvSpPr/>
            <p:nvPr/>
          </p:nvSpPr>
          <p:spPr>
            <a:xfrm>
              <a:off x="348787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5">
              <a:extLst>
                <a:ext uri="{FF2B5EF4-FFF2-40B4-BE49-F238E27FC236}">
                  <a16:creationId xmlns:a16="http://schemas.microsoft.com/office/drawing/2014/main" id="{AA24D242-6BDF-83DE-5456-BD4D510AB3D9}"/>
                </a:ext>
              </a:extLst>
            </p:cNvPr>
            <p:cNvSpPr/>
            <p:nvPr/>
          </p:nvSpPr>
          <p:spPr>
            <a:xfrm>
              <a:off x="349731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6">
              <a:extLst>
                <a:ext uri="{FF2B5EF4-FFF2-40B4-BE49-F238E27FC236}">
                  <a16:creationId xmlns:a16="http://schemas.microsoft.com/office/drawing/2014/main" id="{AA6E171C-068B-F275-2073-5D6487638D41}"/>
                </a:ext>
              </a:extLst>
            </p:cNvPr>
            <p:cNvSpPr/>
            <p:nvPr/>
          </p:nvSpPr>
          <p:spPr>
            <a:xfrm>
              <a:off x="350675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7">
              <a:extLst>
                <a:ext uri="{FF2B5EF4-FFF2-40B4-BE49-F238E27FC236}">
                  <a16:creationId xmlns:a16="http://schemas.microsoft.com/office/drawing/2014/main" id="{54DE6DE5-0861-40E4-AF41-414305FACC71}"/>
                </a:ext>
              </a:extLst>
            </p:cNvPr>
            <p:cNvSpPr/>
            <p:nvPr/>
          </p:nvSpPr>
          <p:spPr>
            <a:xfrm>
              <a:off x="351619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8">
              <a:extLst>
                <a:ext uri="{FF2B5EF4-FFF2-40B4-BE49-F238E27FC236}">
                  <a16:creationId xmlns:a16="http://schemas.microsoft.com/office/drawing/2014/main" id="{568E4E1D-D5D8-A130-5D44-A2111F88B5E0}"/>
                </a:ext>
              </a:extLst>
            </p:cNvPr>
            <p:cNvSpPr/>
            <p:nvPr/>
          </p:nvSpPr>
          <p:spPr>
            <a:xfrm>
              <a:off x="352563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69">
              <a:extLst>
                <a:ext uri="{FF2B5EF4-FFF2-40B4-BE49-F238E27FC236}">
                  <a16:creationId xmlns:a16="http://schemas.microsoft.com/office/drawing/2014/main" id="{42361F5F-F416-1D7F-6124-2C9A77A255A8}"/>
                </a:ext>
              </a:extLst>
            </p:cNvPr>
            <p:cNvSpPr/>
            <p:nvPr/>
          </p:nvSpPr>
          <p:spPr>
            <a:xfrm>
              <a:off x="353507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0">
              <a:extLst>
                <a:ext uri="{FF2B5EF4-FFF2-40B4-BE49-F238E27FC236}">
                  <a16:creationId xmlns:a16="http://schemas.microsoft.com/office/drawing/2014/main" id="{7F1017C1-CD28-83D3-3848-FF0F33C43F98}"/>
                </a:ext>
              </a:extLst>
            </p:cNvPr>
            <p:cNvSpPr/>
            <p:nvPr/>
          </p:nvSpPr>
          <p:spPr>
            <a:xfrm>
              <a:off x="354451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1">
              <a:extLst>
                <a:ext uri="{FF2B5EF4-FFF2-40B4-BE49-F238E27FC236}">
                  <a16:creationId xmlns:a16="http://schemas.microsoft.com/office/drawing/2014/main" id="{6F30524B-E09D-D3C3-12DF-6F9C1B817645}"/>
                </a:ext>
              </a:extLst>
            </p:cNvPr>
            <p:cNvSpPr/>
            <p:nvPr/>
          </p:nvSpPr>
          <p:spPr>
            <a:xfrm>
              <a:off x="355395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2">
              <a:extLst>
                <a:ext uri="{FF2B5EF4-FFF2-40B4-BE49-F238E27FC236}">
                  <a16:creationId xmlns:a16="http://schemas.microsoft.com/office/drawing/2014/main" id="{A9303B51-2D05-DA97-2A22-F4D723250B81}"/>
                </a:ext>
              </a:extLst>
            </p:cNvPr>
            <p:cNvSpPr/>
            <p:nvPr/>
          </p:nvSpPr>
          <p:spPr>
            <a:xfrm>
              <a:off x="356339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3">
              <a:extLst>
                <a:ext uri="{FF2B5EF4-FFF2-40B4-BE49-F238E27FC236}">
                  <a16:creationId xmlns:a16="http://schemas.microsoft.com/office/drawing/2014/main" id="{B744AED4-1E56-EF86-A570-F33787DF5D26}"/>
                </a:ext>
              </a:extLst>
            </p:cNvPr>
            <p:cNvSpPr/>
            <p:nvPr/>
          </p:nvSpPr>
          <p:spPr>
            <a:xfrm>
              <a:off x="357283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4">
              <a:extLst>
                <a:ext uri="{FF2B5EF4-FFF2-40B4-BE49-F238E27FC236}">
                  <a16:creationId xmlns:a16="http://schemas.microsoft.com/office/drawing/2014/main" id="{CDAA3BD6-664E-8B7D-37B9-15C678992D1F}"/>
                </a:ext>
              </a:extLst>
            </p:cNvPr>
            <p:cNvSpPr/>
            <p:nvPr/>
          </p:nvSpPr>
          <p:spPr>
            <a:xfrm>
              <a:off x="358227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5">
              <a:extLst>
                <a:ext uri="{FF2B5EF4-FFF2-40B4-BE49-F238E27FC236}">
                  <a16:creationId xmlns:a16="http://schemas.microsoft.com/office/drawing/2014/main" id="{D56A0FDA-29F6-2173-FEB7-2EE940D20FC9}"/>
                </a:ext>
              </a:extLst>
            </p:cNvPr>
            <p:cNvSpPr/>
            <p:nvPr/>
          </p:nvSpPr>
          <p:spPr>
            <a:xfrm>
              <a:off x="359171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6">
              <a:extLst>
                <a:ext uri="{FF2B5EF4-FFF2-40B4-BE49-F238E27FC236}">
                  <a16:creationId xmlns:a16="http://schemas.microsoft.com/office/drawing/2014/main" id="{C34CFB65-A4D1-12CD-BD9B-D16241C1EC2C}"/>
                </a:ext>
              </a:extLst>
            </p:cNvPr>
            <p:cNvSpPr/>
            <p:nvPr/>
          </p:nvSpPr>
          <p:spPr>
            <a:xfrm>
              <a:off x="360115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7">
              <a:extLst>
                <a:ext uri="{FF2B5EF4-FFF2-40B4-BE49-F238E27FC236}">
                  <a16:creationId xmlns:a16="http://schemas.microsoft.com/office/drawing/2014/main" id="{60EFA275-139A-9852-77A9-6331B14C498B}"/>
                </a:ext>
              </a:extLst>
            </p:cNvPr>
            <p:cNvSpPr/>
            <p:nvPr/>
          </p:nvSpPr>
          <p:spPr>
            <a:xfrm>
              <a:off x="361059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8">
              <a:extLst>
                <a:ext uri="{FF2B5EF4-FFF2-40B4-BE49-F238E27FC236}">
                  <a16:creationId xmlns:a16="http://schemas.microsoft.com/office/drawing/2014/main" id="{E0310907-6350-3902-73BF-88EB1AE4B9A4}"/>
                </a:ext>
              </a:extLst>
            </p:cNvPr>
            <p:cNvSpPr/>
            <p:nvPr/>
          </p:nvSpPr>
          <p:spPr>
            <a:xfrm>
              <a:off x="362003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79">
              <a:extLst>
                <a:ext uri="{FF2B5EF4-FFF2-40B4-BE49-F238E27FC236}">
                  <a16:creationId xmlns:a16="http://schemas.microsoft.com/office/drawing/2014/main" id="{2AEDAC47-BC07-4418-B718-ED2DA06D5299}"/>
                </a:ext>
              </a:extLst>
            </p:cNvPr>
            <p:cNvSpPr/>
            <p:nvPr/>
          </p:nvSpPr>
          <p:spPr>
            <a:xfrm>
              <a:off x="362947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0">
              <a:extLst>
                <a:ext uri="{FF2B5EF4-FFF2-40B4-BE49-F238E27FC236}">
                  <a16:creationId xmlns:a16="http://schemas.microsoft.com/office/drawing/2014/main" id="{222A2A43-CCEC-F1D1-CB49-7917B2DD5F26}"/>
                </a:ext>
              </a:extLst>
            </p:cNvPr>
            <p:cNvSpPr/>
            <p:nvPr/>
          </p:nvSpPr>
          <p:spPr>
            <a:xfrm>
              <a:off x="363891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1">
              <a:extLst>
                <a:ext uri="{FF2B5EF4-FFF2-40B4-BE49-F238E27FC236}">
                  <a16:creationId xmlns:a16="http://schemas.microsoft.com/office/drawing/2014/main" id="{194F365C-08EF-2DA5-F4E1-B8ED28699CDD}"/>
                </a:ext>
              </a:extLst>
            </p:cNvPr>
            <p:cNvSpPr/>
            <p:nvPr/>
          </p:nvSpPr>
          <p:spPr>
            <a:xfrm>
              <a:off x="364836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2">
              <a:extLst>
                <a:ext uri="{FF2B5EF4-FFF2-40B4-BE49-F238E27FC236}">
                  <a16:creationId xmlns:a16="http://schemas.microsoft.com/office/drawing/2014/main" id="{D6323A18-AD4B-93D9-A2EC-DBDDC5C21F54}"/>
                </a:ext>
              </a:extLst>
            </p:cNvPr>
            <p:cNvSpPr/>
            <p:nvPr/>
          </p:nvSpPr>
          <p:spPr>
            <a:xfrm>
              <a:off x="365780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3">
              <a:extLst>
                <a:ext uri="{FF2B5EF4-FFF2-40B4-BE49-F238E27FC236}">
                  <a16:creationId xmlns:a16="http://schemas.microsoft.com/office/drawing/2014/main" id="{66350179-75D3-6D5E-32D9-2D64CD46BACD}"/>
                </a:ext>
              </a:extLst>
            </p:cNvPr>
            <p:cNvSpPr/>
            <p:nvPr/>
          </p:nvSpPr>
          <p:spPr>
            <a:xfrm>
              <a:off x="366724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4">
              <a:extLst>
                <a:ext uri="{FF2B5EF4-FFF2-40B4-BE49-F238E27FC236}">
                  <a16:creationId xmlns:a16="http://schemas.microsoft.com/office/drawing/2014/main" id="{236A801C-5A57-C519-C205-CCE9194A966C}"/>
                </a:ext>
              </a:extLst>
            </p:cNvPr>
            <p:cNvSpPr/>
            <p:nvPr/>
          </p:nvSpPr>
          <p:spPr>
            <a:xfrm>
              <a:off x="367668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5">
              <a:extLst>
                <a:ext uri="{FF2B5EF4-FFF2-40B4-BE49-F238E27FC236}">
                  <a16:creationId xmlns:a16="http://schemas.microsoft.com/office/drawing/2014/main" id="{9A45FEAB-7062-185E-A06A-2E845A75CE97}"/>
                </a:ext>
              </a:extLst>
            </p:cNvPr>
            <p:cNvSpPr/>
            <p:nvPr/>
          </p:nvSpPr>
          <p:spPr>
            <a:xfrm>
              <a:off x="368612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6">
              <a:extLst>
                <a:ext uri="{FF2B5EF4-FFF2-40B4-BE49-F238E27FC236}">
                  <a16:creationId xmlns:a16="http://schemas.microsoft.com/office/drawing/2014/main" id="{4CFF22AA-18C2-8DFC-D918-668CDBA082EA}"/>
                </a:ext>
              </a:extLst>
            </p:cNvPr>
            <p:cNvSpPr/>
            <p:nvPr/>
          </p:nvSpPr>
          <p:spPr>
            <a:xfrm>
              <a:off x="369556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7">
              <a:extLst>
                <a:ext uri="{FF2B5EF4-FFF2-40B4-BE49-F238E27FC236}">
                  <a16:creationId xmlns:a16="http://schemas.microsoft.com/office/drawing/2014/main" id="{8A6498FB-4A4F-F68A-B2FE-F9D5411D557C}"/>
                </a:ext>
              </a:extLst>
            </p:cNvPr>
            <p:cNvSpPr/>
            <p:nvPr/>
          </p:nvSpPr>
          <p:spPr>
            <a:xfrm>
              <a:off x="370500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8">
              <a:extLst>
                <a:ext uri="{FF2B5EF4-FFF2-40B4-BE49-F238E27FC236}">
                  <a16:creationId xmlns:a16="http://schemas.microsoft.com/office/drawing/2014/main" id="{1F83E10C-BB47-EFD6-95B1-4038C5599A22}"/>
                </a:ext>
              </a:extLst>
            </p:cNvPr>
            <p:cNvSpPr/>
            <p:nvPr/>
          </p:nvSpPr>
          <p:spPr>
            <a:xfrm>
              <a:off x="371444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89">
              <a:extLst>
                <a:ext uri="{FF2B5EF4-FFF2-40B4-BE49-F238E27FC236}">
                  <a16:creationId xmlns:a16="http://schemas.microsoft.com/office/drawing/2014/main" id="{39FBFA7C-AE66-8BA4-E4C3-2CE107B1735F}"/>
                </a:ext>
              </a:extLst>
            </p:cNvPr>
            <p:cNvSpPr/>
            <p:nvPr/>
          </p:nvSpPr>
          <p:spPr>
            <a:xfrm>
              <a:off x="372388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0">
              <a:extLst>
                <a:ext uri="{FF2B5EF4-FFF2-40B4-BE49-F238E27FC236}">
                  <a16:creationId xmlns:a16="http://schemas.microsoft.com/office/drawing/2014/main" id="{CF1B1146-2A22-AB8D-877A-EE5FB89409E4}"/>
                </a:ext>
              </a:extLst>
            </p:cNvPr>
            <p:cNvSpPr/>
            <p:nvPr/>
          </p:nvSpPr>
          <p:spPr>
            <a:xfrm>
              <a:off x="373332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1">
              <a:extLst>
                <a:ext uri="{FF2B5EF4-FFF2-40B4-BE49-F238E27FC236}">
                  <a16:creationId xmlns:a16="http://schemas.microsoft.com/office/drawing/2014/main" id="{E732B4D2-4D8B-4EA4-A20F-A36523EE1AB6}"/>
                </a:ext>
              </a:extLst>
            </p:cNvPr>
            <p:cNvSpPr/>
            <p:nvPr/>
          </p:nvSpPr>
          <p:spPr>
            <a:xfrm>
              <a:off x="374276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2">
              <a:extLst>
                <a:ext uri="{FF2B5EF4-FFF2-40B4-BE49-F238E27FC236}">
                  <a16:creationId xmlns:a16="http://schemas.microsoft.com/office/drawing/2014/main" id="{8C087748-4805-2BA6-2EA1-EFE5D3A784CB}"/>
                </a:ext>
              </a:extLst>
            </p:cNvPr>
            <p:cNvSpPr/>
            <p:nvPr/>
          </p:nvSpPr>
          <p:spPr>
            <a:xfrm>
              <a:off x="375220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3">
              <a:extLst>
                <a:ext uri="{FF2B5EF4-FFF2-40B4-BE49-F238E27FC236}">
                  <a16:creationId xmlns:a16="http://schemas.microsoft.com/office/drawing/2014/main" id="{176B9937-BAF3-BC9E-F837-7D075F21DC60}"/>
                </a:ext>
              </a:extLst>
            </p:cNvPr>
            <p:cNvSpPr/>
            <p:nvPr/>
          </p:nvSpPr>
          <p:spPr>
            <a:xfrm>
              <a:off x="376164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4">
              <a:extLst>
                <a:ext uri="{FF2B5EF4-FFF2-40B4-BE49-F238E27FC236}">
                  <a16:creationId xmlns:a16="http://schemas.microsoft.com/office/drawing/2014/main" id="{13850BE2-EA1D-40BE-7164-26E3A16EAD40}"/>
                </a:ext>
              </a:extLst>
            </p:cNvPr>
            <p:cNvSpPr/>
            <p:nvPr/>
          </p:nvSpPr>
          <p:spPr>
            <a:xfrm>
              <a:off x="377108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5">
              <a:extLst>
                <a:ext uri="{FF2B5EF4-FFF2-40B4-BE49-F238E27FC236}">
                  <a16:creationId xmlns:a16="http://schemas.microsoft.com/office/drawing/2014/main" id="{F1133470-A916-3AE7-28F2-878046BB5CDA}"/>
                </a:ext>
              </a:extLst>
            </p:cNvPr>
            <p:cNvSpPr/>
            <p:nvPr/>
          </p:nvSpPr>
          <p:spPr>
            <a:xfrm>
              <a:off x="378052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6">
              <a:extLst>
                <a:ext uri="{FF2B5EF4-FFF2-40B4-BE49-F238E27FC236}">
                  <a16:creationId xmlns:a16="http://schemas.microsoft.com/office/drawing/2014/main" id="{07545B0F-5C82-9C36-11DA-C5C4B5DE331A}"/>
                </a:ext>
              </a:extLst>
            </p:cNvPr>
            <p:cNvSpPr/>
            <p:nvPr/>
          </p:nvSpPr>
          <p:spPr>
            <a:xfrm>
              <a:off x="378996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7">
              <a:extLst>
                <a:ext uri="{FF2B5EF4-FFF2-40B4-BE49-F238E27FC236}">
                  <a16:creationId xmlns:a16="http://schemas.microsoft.com/office/drawing/2014/main" id="{0F7F5F27-0A39-A07C-7182-F24B30D5871A}"/>
                </a:ext>
              </a:extLst>
            </p:cNvPr>
            <p:cNvSpPr/>
            <p:nvPr/>
          </p:nvSpPr>
          <p:spPr>
            <a:xfrm>
              <a:off x="379940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8">
              <a:extLst>
                <a:ext uri="{FF2B5EF4-FFF2-40B4-BE49-F238E27FC236}">
                  <a16:creationId xmlns:a16="http://schemas.microsoft.com/office/drawing/2014/main" id="{BF6A8529-1D9C-ADA3-E68F-DCFCAB234F0F}"/>
                </a:ext>
              </a:extLst>
            </p:cNvPr>
            <p:cNvSpPr/>
            <p:nvPr/>
          </p:nvSpPr>
          <p:spPr>
            <a:xfrm>
              <a:off x="380884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299">
              <a:extLst>
                <a:ext uri="{FF2B5EF4-FFF2-40B4-BE49-F238E27FC236}">
                  <a16:creationId xmlns:a16="http://schemas.microsoft.com/office/drawing/2014/main" id="{BE18195F-0759-4430-46D3-038467A8A5F2}"/>
                </a:ext>
              </a:extLst>
            </p:cNvPr>
            <p:cNvSpPr/>
            <p:nvPr/>
          </p:nvSpPr>
          <p:spPr>
            <a:xfrm>
              <a:off x="381828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0">
              <a:extLst>
                <a:ext uri="{FF2B5EF4-FFF2-40B4-BE49-F238E27FC236}">
                  <a16:creationId xmlns:a16="http://schemas.microsoft.com/office/drawing/2014/main" id="{C6E87442-3536-A6CA-02C4-642E6EFCFBC6}"/>
                </a:ext>
              </a:extLst>
            </p:cNvPr>
            <p:cNvSpPr/>
            <p:nvPr/>
          </p:nvSpPr>
          <p:spPr>
            <a:xfrm>
              <a:off x="382772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1">
              <a:extLst>
                <a:ext uri="{FF2B5EF4-FFF2-40B4-BE49-F238E27FC236}">
                  <a16:creationId xmlns:a16="http://schemas.microsoft.com/office/drawing/2014/main" id="{4BCB4411-B772-A034-7A72-36D22B4B99C0}"/>
                </a:ext>
              </a:extLst>
            </p:cNvPr>
            <p:cNvSpPr/>
            <p:nvPr/>
          </p:nvSpPr>
          <p:spPr>
            <a:xfrm>
              <a:off x="383716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2">
              <a:extLst>
                <a:ext uri="{FF2B5EF4-FFF2-40B4-BE49-F238E27FC236}">
                  <a16:creationId xmlns:a16="http://schemas.microsoft.com/office/drawing/2014/main" id="{31EA6841-92AC-3ECF-B63E-F87EFAA6B3F8}"/>
                </a:ext>
              </a:extLst>
            </p:cNvPr>
            <p:cNvSpPr/>
            <p:nvPr/>
          </p:nvSpPr>
          <p:spPr>
            <a:xfrm>
              <a:off x="384660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3">
              <a:extLst>
                <a:ext uri="{FF2B5EF4-FFF2-40B4-BE49-F238E27FC236}">
                  <a16:creationId xmlns:a16="http://schemas.microsoft.com/office/drawing/2014/main" id="{A5FAC42D-26B0-CEB6-F7D4-ADE94D38E78F}"/>
                </a:ext>
              </a:extLst>
            </p:cNvPr>
            <p:cNvSpPr/>
            <p:nvPr/>
          </p:nvSpPr>
          <p:spPr>
            <a:xfrm>
              <a:off x="3856045" y="1201453"/>
              <a:ext cx="920431" cy="914400"/>
            </a:xfrm>
            <a:custGeom>
              <a:avLst/>
              <a:gdLst/>
              <a:ahLst/>
              <a:cxnLst/>
              <a:rect l="0" t="0" r="0" b="0"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4">
              <a:extLst>
                <a:ext uri="{FF2B5EF4-FFF2-40B4-BE49-F238E27FC236}">
                  <a16:creationId xmlns:a16="http://schemas.microsoft.com/office/drawing/2014/main" id="{6A629B87-4C8B-3C8C-9B8D-40659C2F311B}"/>
                </a:ext>
              </a:extLst>
            </p:cNvPr>
            <p:cNvSpPr/>
            <p:nvPr/>
          </p:nvSpPr>
          <p:spPr>
            <a:xfrm>
              <a:off x="2052959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5">
              <a:extLst>
                <a:ext uri="{FF2B5EF4-FFF2-40B4-BE49-F238E27FC236}">
                  <a16:creationId xmlns:a16="http://schemas.microsoft.com/office/drawing/2014/main" id="{176F154E-293D-4A60-0E25-46A753E59FF5}"/>
                </a:ext>
              </a:extLst>
            </p:cNvPr>
            <p:cNvSpPr/>
            <p:nvPr/>
          </p:nvSpPr>
          <p:spPr>
            <a:xfrm>
              <a:off x="205295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6">
              <a:extLst>
                <a:ext uri="{FF2B5EF4-FFF2-40B4-BE49-F238E27FC236}">
                  <a16:creationId xmlns:a16="http://schemas.microsoft.com/office/drawing/2014/main" id="{F95161D8-E446-FE64-4B50-8662753095F2}"/>
                </a:ext>
              </a:extLst>
            </p:cNvPr>
            <p:cNvSpPr/>
            <p:nvPr/>
          </p:nvSpPr>
          <p:spPr>
            <a:xfrm>
              <a:off x="206239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7">
              <a:extLst>
                <a:ext uri="{FF2B5EF4-FFF2-40B4-BE49-F238E27FC236}">
                  <a16:creationId xmlns:a16="http://schemas.microsoft.com/office/drawing/2014/main" id="{553C327F-4B36-D891-1999-447C49252E0F}"/>
                </a:ext>
              </a:extLst>
            </p:cNvPr>
            <p:cNvSpPr/>
            <p:nvPr/>
          </p:nvSpPr>
          <p:spPr>
            <a:xfrm>
              <a:off x="207184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8">
              <a:extLst>
                <a:ext uri="{FF2B5EF4-FFF2-40B4-BE49-F238E27FC236}">
                  <a16:creationId xmlns:a16="http://schemas.microsoft.com/office/drawing/2014/main" id="{D9A6A5C7-27EC-0710-13CE-86099BF81585}"/>
                </a:ext>
              </a:extLst>
            </p:cNvPr>
            <p:cNvSpPr/>
            <p:nvPr/>
          </p:nvSpPr>
          <p:spPr>
            <a:xfrm>
              <a:off x="208128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09">
              <a:extLst>
                <a:ext uri="{FF2B5EF4-FFF2-40B4-BE49-F238E27FC236}">
                  <a16:creationId xmlns:a16="http://schemas.microsoft.com/office/drawing/2014/main" id="{29143204-FF11-B6DF-9BE5-C8BF93BC1B00}"/>
                </a:ext>
              </a:extLst>
            </p:cNvPr>
            <p:cNvSpPr/>
            <p:nvPr/>
          </p:nvSpPr>
          <p:spPr>
            <a:xfrm>
              <a:off x="209072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0">
              <a:extLst>
                <a:ext uri="{FF2B5EF4-FFF2-40B4-BE49-F238E27FC236}">
                  <a16:creationId xmlns:a16="http://schemas.microsoft.com/office/drawing/2014/main" id="{2F882BE9-C14B-84D8-90C1-D0CEC83F71FA}"/>
                </a:ext>
              </a:extLst>
            </p:cNvPr>
            <p:cNvSpPr/>
            <p:nvPr/>
          </p:nvSpPr>
          <p:spPr>
            <a:xfrm>
              <a:off x="210016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1">
              <a:extLst>
                <a:ext uri="{FF2B5EF4-FFF2-40B4-BE49-F238E27FC236}">
                  <a16:creationId xmlns:a16="http://schemas.microsoft.com/office/drawing/2014/main" id="{240B4CB3-29F4-DA8E-19E2-60370FD7ADA5}"/>
                </a:ext>
              </a:extLst>
            </p:cNvPr>
            <p:cNvSpPr/>
            <p:nvPr/>
          </p:nvSpPr>
          <p:spPr>
            <a:xfrm>
              <a:off x="210960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2">
              <a:extLst>
                <a:ext uri="{FF2B5EF4-FFF2-40B4-BE49-F238E27FC236}">
                  <a16:creationId xmlns:a16="http://schemas.microsoft.com/office/drawing/2014/main" id="{68A56242-6B20-4126-136F-DB23EC7C6A2A}"/>
                </a:ext>
              </a:extLst>
            </p:cNvPr>
            <p:cNvSpPr/>
            <p:nvPr/>
          </p:nvSpPr>
          <p:spPr>
            <a:xfrm>
              <a:off x="211904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3">
              <a:extLst>
                <a:ext uri="{FF2B5EF4-FFF2-40B4-BE49-F238E27FC236}">
                  <a16:creationId xmlns:a16="http://schemas.microsoft.com/office/drawing/2014/main" id="{05E678FE-21BB-5014-9E7C-2851CFF6E6DB}"/>
                </a:ext>
              </a:extLst>
            </p:cNvPr>
            <p:cNvSpPr/>
            <p:nvPr/>
          </p:nvSpPr>
          <p:spPr>
            <a:xfrm>
              <a:off x="212848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4">
              <a:extLst>
                <a:ext uri="{FF2B5EF4-FFF2-40B4-BE49-F238E27FC236}">
                  <a16:creationId xmlns:a16="http://schemas.microsoft.com/office/drawing/2014/main" id="{CBB022E3-AFE0-21B2-730D-248DC1CC1DA1}"/>
                </a:ext>
              </a:extLst>
            </p:cNvPr>
            <p:cNvSpPr/>
            <p:nvPr/>
          </p:nvSpPr>
          <p:spPr>
            <a:xfrm>
              <a:off x="213792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5">
              <a:extLst>
                <a:ext uri="{FF2B5EF4-FFF2-40B4-BE49-F238E27FC236}">
                  <a16:creationId xmlns:a16="http://schemas.microsoft.com/office/drawing/2014/main" id="{2F64C4E2-D71A-AD97-676E-257915F209FB}"/>
                </a:ext>
              </a:extLst>
            </p:cNvPr>
            <p:cNvSpPr/>
            <p:nvPr/>
          </p:nvSpPr>
          <p:spPr>
            <a:xfrm>
              <a:off x="214736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6">
              <a:extLst>
                <a:ext uri="{FF2B5EF4-FFF2-40B4-BE49-F238E27FC236}">
                  <a16:creationId xmlns:a16="http://schemas.microsoft.com/office/drawing/2014/main" id="{01F202A2-9A10-C10E-9F19-EEC90085C687}"/>
                </a:ext>
              </a:extLst>
            </p:cNvPr>
            <p:cNvSpPr/>
            <p:nvPr/>
          </p:nvSpPr>
          <p:spPr>
            <a:xfrm>
              <a:off x="215680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7">
              <a:extLst>
                <a:ext uri="{FF2B5EF4-FFF2-40B4-BE49-F238E27FC236}">
                  <a16:creationId xmlns:a16="http://schemas.microsoft.com/office/drawing/2014/main" id="{E7815AA7-81CD-0FCC-FF7C-C7914407DEE8}"/>
                </a:ext>
              </a:extLst>
            </p:cNvPr>
            <p:cNvSpPr/>
            <p:nvPr/>
          </p:nvSpPr>
          <p:spPr>
            <a:xfrm>
              <a:off x="216624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8">
              <a:extLst>
                <a:ext uri="{FF2B5EF4-FFF2-40B4-BE49-F238E27FC236}">
                  <a16:creationId xmlns:a16="http://schemas.microsoft.com/office/drawing/2014/main" id="{0BDF5D63-5466-EF2E-C8F3-1D0D3120CEBB}"/>
                </a:ext>
              </a:extLst>
            </p:cNvPr>
            <p:cNvSpPr/>
            <p:nvPr/>
          </p:nvSpPr>
          <p:spPr>
            <a:xfrm>
              <a:off x="217568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19">
              <a:extLst>
                <a:ext uri="{FF2B5EF4-FFF2-40B4-BE49-F238E27FC236}">
                  <a16:creationId xmlns:a16="http://schemas.microsoft.com/office/drawing/2014/main" id="{52EEC580-0888-0F50-7BBE-A683EBE8D2F9}"/>
                </a:ext>
              </a:extLst>
            </p:cNvPr>
            <p:cNvSpPr/>
            <p:nvPr/>
          </p:nvSpPr>
          <p:spPr>
            <a:xfrm>
              <a:off x="218512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0">
              <a:extLst>
                <a:ext uri="{FF2B5EF4-FFF2-40B4-BE49-F238E27FC236}">
                  <a16:creationId xmlns:a16="http://schemas.microsoft.com/office/drawing/2014/main" id="{B24FC1E0-96BE-A8AD-2B03-14B4AFD91625}"/>
                </a:ext>
              </a:extLst>
            </p:cNvPr>
            <p:cNvSpPr/>
            <p:nvPr/>
          </p:nvSpPr>
          <p:spPr>
            <a:xfrm>
              <a:off x="219456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1">
              <a:extLst>
                <a:ext uri="{FF2B5EF4-FFF2-40B4-BE49-F238E27FC236}">
                  <a16:creationId xmlns:a16="http://schemas.microsoft.com/office/drawing/2014/main" id="{297371B4-5B9C-4344-E1E7-A0E175985F78}"/>
                </a:ext>
              </a:extLst>
            </p:cNvPr>
            <p:cNvSpPr/>
            <p:nvPr/>
          </p:nvSpPr>
          <p:spPr>
            <a:xfrm>
              <a:off x="220400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2">
              <a:extLst>
                <a:ext uri="{FF2B5EF4-FFF2-40B4-BE49-F238E27FC236}">
                  <a16:creationId xmlns:a16="http://schemas.microsoft.com/office/drawing/2014/main" id="{485DA99B-C3B6-5F8C-583B-5A5E10E63A00}"/>
                </a:ext>
              </a:extLst>
            </p:cNvPr>
            <p:cNvSpPr/>
            <p:nvPr/>
          </p:nvSpPr>
          <p:spPr>
            <a:xfrm>
              <a:off x="221344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3">
              <a:extLst>
                <a:ext uri="{FF2B5EF4-FFF2-40B4-BE49-F238E27FC236}">
                  <a16:creationId xmlns:a16="http://schemas.microsoft.com/office/drawing/2014/main" id="{12EE9112-2DAA-010B-4449-CAAEC14E7BC9}"/>
                </a:ext>
              </a:extLst>
            </p:cNvPr>
            <p:cNvSpPr/>
            <p:nvPr/>
          </p:nvSpPr>
          <p:spPr>
            <a:xfrm>
              <a:off x="222288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4">
              <a:extLst>
                <a:ext uri="{FF2B5EF4-FFF2-40B4-BE49-F238E27FC236}">
                  <a16:creationId xmlns:a16="http://schemas.microsoft.com/office/drawing/2014/main" id="{BABC62E6-A5B4-B9BE-FA16-E9C9F2A7002D}"/>
                </a:ext>
              </a:extLst>
            </p:cNvPr>
            <p:cNvSpPr/>
            <p:nvPr/>
          </p:nvSpPr>
          <p:spPr>
            <a:xfrm>
              <a:off x="223232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5">
              <a:extLst>
                <a:ext uri="{FF2B5EF4-FFF2-40B4-BE49-F238E27FC236}">
                  <a16:creationId xmlns:a16="http://schemas.microsoft.com/office/drawing/2014/main" id="{0D9FC5F1-0AA6-FCC6-F9B9-334851B879D9}"/>
                </a:ext>
              </a:extLst>
            </p:cNvPr>
            <p:cNvSpPr/>
            <p:nvPr/>
          </p:nvSpPr>
          <p:spPr>
            <a:xfrm>
              <a:off x="224176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6">
              <a:extLst>
                <a:ext uri="{FF2B5EF4-FFF2-40B4-BE49-F238E27FC236}">
                  <a16:creationId xmlns:a16="http://schemas.microsoft.com/office/drawing/2014/main" id="{72AF554F-80A7-BC1A-37BC-01948C18FC7E}"/>
                </a:ext>
              </a:extLst>
            </p:cNvPr>
            <p:cNvSpPr/>
            <p:nvPr/>
          </p:nvSpPr>
          <p:spPr>
            <a:xfrm>
              <a:off x="225120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7">
              <a:extLst>
                <a:ext uri="{FF2B5EF4-FFF2-40B4-BE49-F238E27FC236}">
                  <a16:creationId xmlns:a16="http://schemas.microsoft.com/office/drawing/2014/main" id="{3254A66A-52F2-F962-DDDB-C4A890EDD6B7}"/>
                </a:ext>
              </a:extLst>
            </p:cNvPr>
            <p:cNvSpPr/>
            <p:nvPr/>
          </p:nvSpPr>
          <p:spPr>
            <a:xfrm>
              <a:off x="226064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8">
              <a:extLst>
                <a:ext uri="{FF2B5EF4-FFF2-40B4-BE49-F238E27FC236}">
                  <a16:creationId xmlns:a16="http://schemas.microsoft.com/office/drawing/2014/main" id="{2962ECBA-8BCD-D0AE-E3E8-1BF10DFD7CB3}"/>
                </a:ext>
              </a:extLst>
            </p:cNvPr>
            <p:cNvSpPr/>
            <p:nvPr/>
          </p:nvSpPr>
          <p:spPr>
            <a:xfrm>
              <a:off x="227008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29">
              <a:extLst>
                <a:ext uri="{FF2B5EF4-FFF2-40B4-BE49-F238E27FC236}">
                  <a16:creationId xmlns:a16="http://schemas.microsoft.com/office/drawing/2014/main" id="{6CA64B13-0B0D-9057-AFE8-6F8B35130B1F}"/>
                </a:ext>
              </a:extLst>
            </p:cNvPr>
            <p:cNvSpPr/>
            <p:nvPr/>
          </p:nvSpPr>
          <p:spPr>
            <a:xfrm>
              <a:off x="227952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0">
              <a:extLst>
                <a:ext uri="{FF2B5EF4-FFF2-40B4-BE49-F238E27FC236}">
                  <a16:creationId xmlns:a16="http://schemas.microsoft.com/office/drawing/2014/main" id="{66BDFC99-0F8E-E767-02CF-71E09EF9CCE2}"/>
                </a:ext>
              </a:extLst>
            </p:cNvPr>
            <p:cNvSpPr/>
            <p:nvPr/>
          </p:nvSpPr>
          <p:spPr>
            <a:xfrm>
              <a:off x="228896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1">
              <a:extLst>
                <a:ext uri="{FF2B5EF4-FFF2-40B4-BE49-F238E27FC236}">
                  <a16:creationId xmlns:a16="http://schemas.microsoft.com/office/drawing/2014/main" id="{53709A3A-F98C-947B-A7AE-3E38E2971DA9}"/>
                </a:ext>
              </a:extLst>
            </p:cNvPr>
            <p:cNvSpPr/>
            <p:nvPr/>
          </p:nvSpPr>
          <p:spPr>
            <a:xfrm>
              <a:off x="229840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2">
              <a:extLst>
                <a:ext uri="{FF2B5EF4-FFF2-40B4-BE49-F238E27FC236}">
                  <a16:creationId xmlns:a16="http://schemas.microsoft.com/office/drawing/2014/main" id="{82886F20-DB57-596C-DE43-8C2149FD8B52}"/>
                </a:ext>
              </a:extLst>
            </p:cNvPr>
            <p:cNvSpPr/>
            <p:nvPr/>
          </p:nvSpPr>
          <p:spPr>
            <a:xfrm>
              <a:off x="230784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3">
              <a:extLst>
                <a:ext uri="{FF2B5EF4-FFF2-40B4-BE49-F238E27FC236}">
                  <a16:creationId xmlns:a16="http://schemas.microsoft.com/office/drawing/2014/main" id="{40FD640B-5DF0-90F7-C5BE-416AF0FC09BF}"/>
                </a:ext>
              </a:extLst>
            </p:cNvPr>
            <p:cNvSpPr/>
            <p:nvPr/>
          </p:nvSpPr>
          <p:spPr>
            <a:xfrm>
              <a:off x="231728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4">
              <a:extLst>
                <a:ext uri="{FF2B5EF4-FFF2-40B4-BE49-F238E27FC236}">
                  <a16:creationId xmlns:a16="http://schemas.microsoft.com/office/drawing/2014/main" id="{08CF41D7-0BCC-FDC8-A0B6-4B05785DABFD}"/>
                </a:ext>
              </a:extLst>
            </p:cNvPr>
            <p:cNvSpPr/>
            <p:nvPr/>
          </p:nvSpPr>
          <p:spPr>
            <a:xfrm>
              <a:off x="232672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5">
              <a:extLst>
                <a:ext uri="{FF2B5EF4-FFF2-40B4-BE49-F238E27FC236}">
                  <a16:creationId xmlns:a16="http://schemas.microsoft.com/office/drawing/2014/main" id="{389D6C1F-6210-0060-ECF9-4DF01C24401F}"/>
                </a:ext>
              </a:extLst>
            </p:cNvPr>
            <p:cNvSpPr/>
            <p:nvPr/>
          </p:nvSpPr>
          <p:spPr>
            <a:xfrm>
              <a:off x="233616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6">
              <a:extLst>
                <a:ext uri="{FF2B5EF4-FFF2-40B4-BE49-F238E27FC236}">
                  <a16:creationId xmlns:a16="http://schemas.microsoft.com/office/drawing/2014/main" id="{01815053-8F6F-84E1-AA9C-A4D91A4604D6}"/>
                </a:ext>
              </a:extLst>
            </p:cNvPr>
            <p:cNvSpPr/>
            <p:nvPr/>
          </p:nvSpPr>
          <p:spPr>
            <a:xfrm>
              <a:off x="234560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7">
              <a:extLst>
                <a:ext uri="{FF2B5EF4-FFF2-40B4-BE49-F238E27FC236}">
                  <a16:creationId xmlns:a16="http://schemas.microsoft.com/office/drawing/2014/main" id="{66905949-014C-2405-B5F1-B71649C5949D}"/>
                </a:ext>
              </a:extLst>
            </p:cNvPr>
            <p:cNvSpPr/>
            <p:nvPr/>
          </p:nvSpPr>
          <p:spPr>
            <a:xfrm>
              <a:off x="235504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8">
              <a:extLst>
                <a:ext uri="{FF2B5EF4-FFF2-40B4-BE49-F238E27FC236}">
                  <a16:creationId xmlns:a16="http://schemas.microsoft.com/office/drawing/2014/main" id="{DCA81677-B8D0-D19D-2919-5B1D7EC6D9DB}"/>
                </a:ext>
              </a:extLst>
            </p:cNvPr>
            <p:cNvSpPr/>
            <p:nvPr/>
          </p:nvSpPr>
          <p:spPr>
            <a:xfrm>
              <a:off x="236448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39">
              <a:extLst>
                <a:ext uri="{FF2B5EF4-FFF2-40B4-BE49-F238E27FC236}">
                  <a16:creationId xmlns:a16="http://schemas.microsoft.com/office/drawing/2014/main" id="{04C4DA94-D146-17E3-7DB0-86197EED95E1}"/>
                </a:ext>
              </a:extLst>
            </p:cNvPr>
            <p:cNvSpPr/>
            <p:nvPr/>
          </p:nvSpPr>
          <p:spPr>
            <a:xfrm>
              <a:off x="237392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0">
              <a:extLst>
                <a:ext uri="{FF2B5EF4-FFF2-40B4-BE49-F238E27FC236}">
                  <a16:creationId xmlns:a16="http://schemas.microsoft.com/office/drawing/2014/main" id="{5EE5EE70-E299-3498-5376-ED853E2FD00B}"/>
                </a:ext>
              </a:extLst>
            </p:cNvPr>
            <p:cNvSpPr/>
            <p:nvPr/>
          </p:nvSpPr>
          <p:spPr>
            <a:xfrm>
              <a:off x="2392808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1">
              <a:extLst>
                <a:ext uri="{FF2B5EF4-FFF2-40B4-BE49-F238E27FC236}">
                  <a16:creationId xmlns:a16="http://schemas.microsoft.com/office/drawing/2014/main" id="{B73CC979-4F6B-05D7-F8FA-D6B21AA663BD}"/>
                </a:ext>
              </a:extLst>
            </p:cNvPr>
            <p:cNvSpPr/>
            <p:nvPr/>
          </p:nvSpPr>
          <p:spPr>
            <a:xfrm>
              <a:off x="2392808" y="1183884"/>
              <a:ext cx="918450" cy="914400"/>
            </a:xfrm>
            <a:custGeom>
              <a:avLst/>
              <a:gdLst/>
              <a:ahLst/>
              <a:cxnLst/>
              <a:rect l="0" t="0" r="0" b="0"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2">
              <a:extLst>
                <a:ext uri="{FF2B5EF4-FFF2-40B4-BE49-F238E27FC236}">
                  <a16:creationId xmlns:a16="http://schemas.microsoft.com/office/drawing/2014/main" id="{417E2D87-ADDA-1F52-613A-B2F42FE4A99F}"/>
                </a:ext>
              </a:extLst>
            </p:cNvPr>
            <p:cNvSpPr/>
            <p:nvPr/>
          </p:nvSpPr>
          <p:spPr>
            <a:xfrm>
              <a:off x="3459555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3">
              <a:extLst>
                <a:ext uri="{FF2B5EF4-FFF2-40B4-BE49-F238E27FC236}">
                  <a16:creationId xmlns:a16="http://schemas.microsoft.com/office/drawing/2014/main" id="{00E2A302-8887-91D3-5BDD-02B5BD713129}"/>
                </a:ext>
              </a:extLst>
            </p:cNvPr>
            <p:cNvSpPr/>
            <p:nvPr/>
          </p:nvSpPr>
          <p:spPr>
            <a:xfrm>
              <a:off x="3468995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4">
              <a:extLst>
                <a:ext uri="{FF2B5EF4-FFF2-40B4-BE49-F238E27FC236}">
                  <a16:creationId xmlns:a16="http://schemas.microsoft.com/office/drawing/2014/main" id="{7DCC8E39-A271-0E4B-9AC7-55F8FA5DC991}"/>
                </a:ext>
              </a:extLst>
            </p:cNvPr>
            <p:cNvSpPr/>
            <p:nvPr/>
          </p:nvSpPr>
          <p:spPr>
            <a:xfrm>
              <a:off x="346899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5">
              <a:extLst>
                <a:ext uri="{FF2B5EF4-FFF2-40B4-BE49-F238E27FC236}">
                  <a16:creationId xmlns:a16="http://schemas.microsoft.com/office/drawing/2014/main" id="{046AC92D-886F-ED0B-C31E-2C17FC8D1611}"/>
                </a:ext>
              </a:extLst>
            </p:cNvPr>
            <p:cNvSpPr/>
            <p:nvPr/>
          </p:nvSpPr>
          <p:spPr>
            <a:xfrm>
              <a:off x="347843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6">
              <a:extLst>
                <a:ext uri="{FF2B5EF4-FFF2-40B4-BE49-F238E27FC236}">
                  <a16:creationId xmlns:a16="http://schemas.microsoft.com/office/drawing/2014/main" id="{D06820F5-D418-73C9-2C6A-DA161937A0BD}"/>
                </a:ext>
              </a:extLst>
            </p:cNvPr>
            <p:cNvSpPr/>
            <p:nvPr/>
          </p:nvSpPr>
          <p:spPr>
            <a:xfrm>
              <a:off x="348787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7">
              <a:extLst>
                <a:ext uri="{FF2B5EF4-FFF2-40B4-BE49-F238E27FC236}">
                  <a16:creationId xmlns:a16="http://schemas.microsoft.com/office/drawing/2014/main" id="{ACE77005-36FF-6F2A-6A49-8396CD06A916}"/>
                </a:ext>
              </a:extLst>
            </p:cNvPr>
            <p:cNvSpPr/>
            <p:nvPr/>
          </p:nvSpPr>
          <p:spPr>
            <a:xfrm>
              <a:off x="349731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8">
              <a:extLst>
                <a:ext uri="{FF2B5EF4-FFF2-40B4-BE49-F238E27FC236}">
                  <a16:creationId xmlns:a16="http://schemas.microsoft.com/office/drawing/2014/main" id="{4FDD3459-36AE-A8E1-ED41-C589BC41D52C}"/>
                </a:ext>
              </a:extLst>
            </p:cNvPr>
            <p:cNvSpPr/>
            <p:nvPr/>
          </p:nvSpPr>
          <p:spPr>
            <a:xfrm>
              <a:off x="350675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49">
              <a:extLst>
                <a:ext uri="{FF2B5EF4-FFF2-40B4-BE49-F238E27FC236}">
                  <a16:creationId xmlns:a16="http://schemas.microsoft.com/office/drawing/2014/main" id="{919C16D1-A44D-DE73-0E65-7BAE2C6ACEF6}"/>
                </a:ext>
              </a:extLst>
            </p:cNvPr>
            <p:cNvSpPr/>
            <p:nvPr/>
          </p:nvSpPr>
          <p:spPr>
            <a:xfrm>
              <a:off x="351619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0">
              <a:extLst>
                <a:ext uri="{FF2B5EF4-FFF2-40B4-BE49-F238E27FC236}">
                  <a16:creationId xmlns:a16="http://schemas.microsoft.com/office/drawing/2014/main" id="{8196B7D7-6F7E-E7C5-976E-E426447B2910}"/>
                </a:ext>
              </a:extLst>
            </p:cNvPr>
            <p:cNvSpPr/>
            <p:nvPr/>
          </p:nvSpPr>
          <p:spPr>
            <a:xfrm>
              <a:off x="352563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1">
              <a:extLst>
                <a:ext uri="{FF2B5EF4-FFF2-40B4-BE49-F238E27FC236}">
                  <a16:creationId xmlns:a16="http://schemas.microsoft.com/office/drawing/2014/main" id="{C06FE295-292F-653F-D38F-E18E6630A61D}"/>
                </a:ext>
              </a:extLst>
            </p:cNvPr>
            <p:cNvSpPr/>
            <p:nvPr/>
          </p:nvSpPr>
          <p:spPr>
            <a:xfrm>
              <a:off x="353507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2">
              <a:extLst>
                <a:ext uri="{FF2B5EF4-FFF2-40B4-BE49-F238E27FC236}">
                  <a16:creationId xmlns:a16="http://schemas.microsoft.com/office/drawing/2014/main" id="{23986445-D0B0-4E35-18EA-4E538FF9238E}"/>
                </a:ext>
              </a:extLst>
            </p:cNvPr>
            <p:cNvSpPr/>
            <p:nvPr/>
          </p:nvSpPr>
          <p:spPr>
            <a:xfrm>
              <a:off x="354451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3">
              <a:extLst>
                <a:ext uri="{FF2B5EF4-FFF2-40B4-BE49-F238E27FC236}">
                  <a16:creationId xmlns:a16="http://schemas.microsoft.com/office/drawing/2014/main" id="{3DBF9C3C-E751-30E8-7533-7018B91D6220}"/>
                </a:ext>
              </a:extLst>
            </p:cNvPr>
            <p:cNvSpPr/>
            <p:nvPr/>
          </p:nvSpPr>
          <p:spPr>
            <a:xfrm>
              <a:off x="355395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4">
              <a:extLst>
                <a:ext uri="{FF2B5EF4-FFF2-40B4-BE49-F238E27FC236}">
                  <a16:creationId xmlns:a16="http://schemas.microsoft.com/office/drawing/2014/main" id="{D7DDD620-2452-C6C6-0929-4BE32078287B}"/>
                </a:ext>
              </a:extLst>
            </p:cNvPr>
            <p:cNvSpPr/>
            <p:nvPr/>
          </p:nvSpPr>
          <p:spPr>
            <a:xfrm>
              <a:off x="356339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5">
              <a:extLst>
                <a:ext uri="{FF2B5EF4-FFF2-40B4-BE49-F238E27FC236}">
                  <a16:creationId xmlns:a16="http://schemas.microsoft.com/office/drawing/2014/main" id="{14CA58AF-FFAF-F187-7E94-163346A6EEA9}"/>
                </a:ext>
              </a:extLst>
            </p:cNvPr>
            <p:cNvSpPr/>
            <p:nvPr/>
          </p:nvSpPr>
          <p:spPr>
            <a:xfrm>
              <a:off x="357283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6">
              <a:extLst>
                <a:ext uri="{FF2B5EF4-FFF2-40B4-BE49-F238E27FC236}">
                  <a16:creationId xmlns:a16="http://schemas.microsoft.com/office/drawing/2014/main" id="{885C2AEA-ACEA-18A9-66EA-66DC53300ED0}"/>
                </a:ext>
              </a:extLst>
            </p:cNvPr>
            <p:cNvSpPr/>
            <p:nvPr/>
          </p:nvSpPr>
          <p:spPr>
            <a:xfrm>
              <a:off x="358227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7">
              <a:extLst>
                <a:ext uri="{FF2B5EF4-FFF2-40B4-BE49-F238E27FC236}">
                  <a16:creationId xmlns:a16="http://schemas.microsoft.com/office/drawing/2014/main" id="{6350EA5B-7DF5-8FEF-968C-BE81E3DD25F4}"/>
                </a:ext>
              </a:extLst>
            </p:cNvPr>
            <p:cNvSpPr/>
            <p:nvPr/>
          </p:nvSpPr>
          <p:spPr>
            <a:xfrm>
              <a:off x="359171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8">
              <a:extLst>
                <a:ext uri="{FF2B5EF4-FFF2-40B4-BE49-F238E27FC236}">
                  <a16:creationId xmlns:a16="http://schemas.microsoft.com/office/drawing/2014/main" id="{D7F60B05-51AE-C622-1355-8660FFB2C1E2}"/>
                </a:ext>
              </a:extLst>
            </p:cNvPr>
            <p:cNvSpPr/>
            <p:nvPr/>
          </p:nvSpPr>
          <p:spPr>
            <a:xfrm>
              <a:off x="360115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59">
              <a:extLst>
                <a:ext uri="{FF2B5EF4-FFF2-40B4-BE49-F238E27FC236}">
                  <a16:creationId xmlns:a16="http://schemas.microsoft.com/office/drawing/2014/main" id="{F152199B-CC1F-EF4B-AF41-031EC640EE8D}"/>
                </a:ext>
              </a:extLst>
            </p:cNvPr>
            <p:cNvSpPr/>
            <p:nvPr/>
          </p:nvSpPr>
          <p:spPr>
            <a:xfrm>
              <a:off x="361059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0">
              <a:extLst>
                <a:ext uri="{FF2B5EF4-FFF2-40B4-BE49-F238E27FC236}">
                  <a16:creationId xmlns:a16="http://schemas.microsoft.com/office/drawing/2014/main" id="{5F08C16B-AECB-04FF-6F18-BAFF89C7A575}"/>
                </a:ext>
              </a:extLst>
            </p:cNvPr>
            <p:cNvSpPr/>
            <p:nvPr/>
          </p:nvSpPr>
          <p:spPr>
            <a:xfrm>
              <a:off x="362003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1">
              <a:extLst>
                <a:ext uri="{FF2B5EF4-FFF2-40B4-BE49-F238E27FC236}">
                  <a16:creationId xmlns:a16="http://schemas.microsoft.com/office/drawing/2014/main" id="{D0C37C12-CB07-EC0C-3D7C-043E2A6FB94C}"/>
                </a:ext>
              </a:extLst>
            </p:cNvPr>
            <p:cNvSpPr/>
            <p:nvPr/>
          </p:nvSpPr>
          <p:spPr>
            <a:xfrm>
              <a:off x="362947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2">
              <a:extLst>
                <a:ext uri="{FF2B5EF4-FFF2-40B4-BE49-F238E27FC236}">
                  <a16:creationId xmlns:a16="http://schemas.microsoft.com/office/drawing/2014/main" id="{AAFD5A06-8443-E10F-D659-464AF5D1BCD5}"/>
                </a:ext>
              </a:extLst>
            </p:cNvPr>
            <p:cNvSpPr/>
            <p:nvPr/>
          </p:nvSpPr>
          <p:spPr>
            <a:xfrm>
              <a:off x="363891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3">
              <a:extLst>
                <a:ext uri="{FF2B5EF4-FFF2-40B4-BE49-F238E27FC236}">
                  <a16:creationId xmlns:a16="http://schemas.microsoft.com/office/drawing/2014/main" id="{081E02E8-0AF7-DB9B-1BE1-43B95D5A0FCE}"/>
                </a:ext>
              </a:extLst>
            </p:cNvPr>
            <p:cNvSpPr/>
            <p:nvPr/>
          </p:nvSpPr>
          <p:spPr>
            <a:xfrm>
              <a:off x="364836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4">
              <a:extLst>
                <a:ext uri="{FF2B5EF4-FFF2-40B4-BE49-F238E27FC236}">
                  <a16:creationId xmlns:a16="http://schemas.microsoft.com/office/drawing/2014/main" id="{E9650EFC-2F1D-A75D-E81A-8538E10CE7F7}"/>
                </a:ext>
              </a:extLst>
            </p:cNvPr>
            <p:cNvSpPr/>
            <p:nvPr/>
          </p:nvSpPr>
          <p:spPr>
            <a:xfrm>
              <a:off x="365780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5">
              <a:extLst>
                <a:ext uri="{FF2B5EF4-FFF2-40B4-BE49-F238E27FC236}">
                  <a16:creationId xmlns:a16="http://schemas.microsoft.com/office/drawing/2014/main" id="{A261ACFB-05E9-2D78-66DB-7EF75EF23109}"/>
                </a:ext>
              </a:extLst>
            </p:cNvPr>
            <p:cNvSpPr/>
            <p:nvPr/>
          </p:nvSpPr>
          <p:spPr>
            <a:xfrm>
              <a:off x="366724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6">
              <a:extLst>
                <a:ext uri="{FF2B5EF4-FFF2-40B4-BE49-F238E27FC236}">
                  <a16:creationId xmlns:a16="http://schemas.microsoft.com/office/drawing/2014/main" id="{B3ABAE65-D7BF-E4EF-95DC-762FD149A6C6}"/>
                </a:ext>
              </a:extLst>
            </p:cNvPr>
            <p:cNvSpPr/>
            <p:nvPr/>
          </p:nvSpPr>
          <p:spPr>
            <a:xfrm>
              <a:off x="367668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7">
              <a:extLst>
                <a:ext uri="{FF2B5EF4-FFF2-40B4-BE49-F238E27FC236}">
                  <a16:creationId xmlns:a16="http://schemas.microsoft.com/office/drawing/2014/main" id="{6800B0C5-7254-737E-EFB5-F5F530A08BE7}"/>
                </a:ext>
              </a:extLst>
            </p:cNvPr>
            <p:cNvSpPr/>
            <p:nvPr/>
          </p:nvSpPr>
          <p:spPr>
            <a:xfrm>
              <a:off x="368612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8">
              <a:extLst>
                <a:ext uri="{FF2B5EF4-FFF2-40B4-BE49-F238E27FC236}">
                  <a16:creationId xmlns:a16="http://schemas.microsoft.com/office/drawing/2014/main" id="{BB12B5D5-C71B-C4A1-283D-8A6E3BE1CCD8}"/>
                </a:ext>
              </a:extLst>
            </p:cNvPr>
            <p:cNvSpPr/>
            <p:nvPr/>
          </p:nvSpPr>
          <p:spPr>
            <a:xfrm>
              <a:off x="369556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69">
              <a:extLst>
                <a:ext uri="{FF2B5EF4-FFF2-40B4-BE49-F238E27FC236}">
                  <a16:creationId xmlns:a16="http://schemas.microsoft.com/office/drawing/2014/main" id="{0187AEFA-2A1A-F586-F348-29A6C2AF951C}"/>
                </a:ext>
              </a:extLst>
            </p:cNvPr>
            <p:cNvSpPr/>
            <p:nvPr/>
          </p:nvSpPr>
          <p:spPr>
            <a:xfrm>
              <a:off x="370500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0">
              <a:extLst>
                <a:ext uri="{FF2B5EF4-FFF2-40B4-BE49-F238E27FC236}">
                  <a16:creationId xmlns:a16="http://schemas.microsoft.com/office/drawing/2014/main" id="{38651AD5-B748-E031-C50A-7C7785D7AD81}"/>
                </a:ext>
              </a:extLst>
            </p:cNvPr>
            <p:cNvSpPr/>
            <p:nvPr/>
          </p:nvSpPr>
          <p:spPr>
            <a:xfrm>
              <a:off x="371444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1">
              <a:extLst>
                <a:ext uri="{FF2B5EF4-FFF2-40B4-BE49-F238E27FC236}">
                  <a16:creationId xmlns:a16="http://schemas.microsoft.com/office/drawing/2014/main" id="{B9644122-C759-D368-63AF-2E1507FC0526}"/>
                </a:ext>
              </a:extLst>
            </p:cNvPr>
            <p:cNvSpPr/>
            <p:nvPr/>
          </p:nvSpPr>
          <p:spPr>
            <a:xfrm>
              <a:off x="372388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2">
              <a:extLst>
                <a:ext uri="{FF2B5EF4-FFF2-40B4-BE49-F238E27FC236}">
                  <a16:creationId xmlns:a16="http://schemas.microsoft.com/office/drawing/2014/main" id="{9D45C418-09B7-BC8C-71E2-077E757FA215}"/>
                </a:ext>
              </a:extLst>
            </p:cNvPr>
            <p:cNvSpPr/>
            <p:nvPr/>
          </p:nvSpPr>
          <p:spPr>
            <a:xfrm>
              <a:off x="373332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3">
              <a:extLst>
                <a:ext uri="{FF2B5EF4-FFF2-40B4-BE49-F238E27FC236}">
                  <a16:creationId xmlns:a16="http://schemas.microsoft.com/office/drawing/2014/main" id="{59E11ABD-7372-C86D-3DFA-A029A841136E}"/>
                </a:ext>
              </a:extLst>
            </p:cNvPr>
            <p:cNvSpPr/>
            <p:nvPr/>
          </p:nvSpPr>
          <p:spPr>
            <a:xfrm>
              <a:off x="374276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4">
              <a:extLst>
                <a:ext uri="{FF2B5EF4-FFF2-40B4-BE49-F238E27FC236}">
                  <a16:creationId xmlns:a16="http://schemas.microsoft.com/office/drawing/2014/main" id="{B5CDBCC7-4805-B147-4F57-6E18F1923DAD}"/>
                </a:ext>
              </a:extLst>
            </p:cNvPr>
            <p:cNvSpPr/>
            <p:nvPr/>
          </p:nvSpPr>
          <p:spPr>
            <a:xfrm>
              <a:off x="375220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5">
              <a:extLst>
                <a:ext uri="{FF2B5EF4-FFF2-40B4-BE49-F238E27FC236}">
                  <a16:creationId xmlns:a16="http://schemas.microsoft.com/office/drawing/2014/main" id="{5ABB35FB-DF84-733B-2C57-468B202EC2D3}"/>
                </a:ext>
              </a:extLst>
            </p:cNvPr>
            <p:cNvSpPr/>
            <p:nvPr/>
          </p:nvSpPr>
          <p:spPr>
            <a:xfrm>
              <a:off x="376164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6">
              <a:extLst>
                <a:ext uri="{FF2B5EF4-FFF2-40B4-BE49-F238E27FC236}">
                  <a16:creationId xmlns:a16="http://schemas.microsoft.com/office/drawing/2014/main" id="{8A5063C8-3896-0AD2-6796-C88B36A5DC8C}"/>
                </a:ext>
              </a:extLst>
            </p:cNvPr>
            <p:cNvSpPr/>
            <p:nvPr/>
          </p:nvSpPr>
          <p:spPr>
            <a:xfrm>
              <a:off x="377108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7">
              <a:extLst>
                <a:ext uri="{FF2B5EF4-FFF2-40B4-BE49-F238E27FC236}">
                  <a16:creationId xmlns:a16="http://schemas.microsoft.com/office/drawing/2014/main" id="{28B85389-9097-3F13-FC36-6D0C18488856}"/>
                </a:ext>
              </a:extLst>
            </p:cNvPr>
            <p:cNvSpPr/>
            <p:nvPr/>
          </p:nvSpPr>
          <p:spPr>
            <a:xfrm>
              <a:off x="378052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8">
              <a:extLst>
                <a:ext uri="{FF2B5EF4-FFF2-40B4-BE49-F238E27FC236}">
                  <a16:creationId xmlns:a16="http://schemas.microsoft.com/office/drawing/2014/main" id="{EB7AC52A-95E2-C940-3381-0FEA01596C52}"/>
                </a:ext>
              </a:extLst>
            </p:cNvPr>
            <p:cNvSpPr/>
            <p:nvPr/>
          </p:nvSpPr>
          <p:spPr>
            <a:xfrm>
              <a:off x="378996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79">
              <a:extLst>
                <a:ext uri="{FF2B5EF4-FFF2-40B4-BE49-F238E27FC236}">
                  <a16:creationId xmlns:a16="http://schemas.microsoft.com/office/drawing/2014/main" id="{E4C37256-38D9-86CC-96A9-4C5687A8A0D5}"/>
                </a:ext>
              </a:extLst>
            </p:cNvPr>
            <p:cNvSpPr/>
            <p:nvPr/>
          </p:nvSpPr>
          <p:spPr>
            <a:xfrm>
              <a:off x="379940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0">
              <a:extLst>
                <a:ext uri="{FF2B5EF4-FFF2-40B4-BE49-F238E27FC236}">
                  <a16:creationId xmlns:a16="http://schemas.microsoft.com/office/drawing/2014/main" id="{32DA4448-2A3A-43DA-4734-A13F45D66AEC}"/>
                </a:ext>
              </a:extLst>
            </p:cNvPr>
            <p:cNvSpPr/>
            <p:nvPr/>
          </p:nvSpPr>
          <p:spPr>
            <a:xfrm>
              <a:off x="380884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1">
              <a:extLst>
                <a:ext uri="{FF2B5EF4-FFF2-40B4-BE49-F238E27FC236}">
                  <a16:creationId xmlns:a16="http://schemas.microsoft.com/office/drawing/2014/main" id="{52E31E39-4AD1-3377-6EFD-885B49DD47C4}"/>
                </a:ext>
              </a:extLst>
            </p:cNvPr>
            <p:cNvSpPr/>
            <p:nvPr/>
          </p:nvSpPr>
          <p:spPr>
            <a:xfrm>
              <a:off x="381828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2">
              <a:extLst>
                <a:ext uri="{FF2B5EF4-FFF2-40B4-BE49-F238E27FC236}">
                  <a16:creationId xmlns:a16="http://schemas.microsoft.com/office/drawing/2014/main" id="{AEE2F087-A346-B510-2192-FA8316298220}"/>
                </a:ext>
              </a:extLst>
            </p:cNvPr>
            <p:cNvSpPr/>
            <p:nvPr/>
          </p:nvSpPr>
          <p:spPr>
            <a:xfrm>
              <a:off x="382772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3">
              <a:extLst>
                <a:ext uri="{FF2B5EF4-FFF2-40B4-BE49-F238E27FC236}">
                  <a16:creationId xmlns:a16="http://schemas.microsoft.com/office/drawing/2014/main" id="{653576C6-8CFE-09ED-7CDB-5E3CC3AF536D}"/>
                </a:ext>
              </a:extLst>
            </p:cNvPr>
            <p:cNvSpPr/>
            <p:nvPr/>
          </p:nvSpPr>
          <p:spPr>
            <a:xfrm>
              <a:off x="383716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4">
              <a:extLst>
                <a:ext uri="{FF2B5EF4-FFF2-40B4-BE49-F238E27FC236}">
                  <a16:creationId xmlns:a16="http://schemas.microsoft.com/office/drawing/2014/main" id="{1869BC2C-138B-2A5A-9E14-BD80D59EBC43}"/>
                </a:ext>
              </a:extLst>
            </p:cNvPr>
            <p:cNvSpPr/>
            <p:nvPr/>
          </p:nvSpPr>
          <p:spPr>
            <a:xfrm>
              <a:off x="384660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5">
              <a:extLst>
                <a:ext uri="{FF2B5EF4-FFF2-40B4-BE49-F238E27FC236}">
                  <a16:creationId xmlns:a16="http://schemas.microsoft.com/office/drawing/2014/main" id="{4393E7AE-B668-97D3-C438-734C8DF8D504}"/>
                </a:ext>
              </a:extLst>
            </p:cNvPr>
            <p:cNvSpPr/>
            <p:nvPr/>
          </p:nvSpPr>
          <p:spPr>
            <a:xfrm>
              <a:off x="3856045" y="1183884"/>
              <a:ext cx="923548" cy="914400"/>
            </a:xfrm>
            <a:custGeom>
              <a:avLst/>
              <a:gdLst/>
              <a:ahLst/>
              <a:cxnLst/>
              <a:rect l="0" t="0" r="0" b="0"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6">
              <a:extLst>
                <a:ext uri="{FF2B5EF4-FFF2-40B4-BE49-F238E27FC236}">
                  <a16:creationId xmlns:a16="http://schemas.microsoft.com/office/drawing/2014/main" id="{BC67866A-8A15-EADA-D72E-E51307FB4FE1}"/>
                </a:ext>
              </a:extLst>
            </p:cNvPr>
            <p:cNvSpPr/>
            <p:nvPr/>
          </p:nvSpPr>
          <p:spPr>
            <a:xfrm>
              <a:off x="2052959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7">
              <a:extLst>
                <a:ext uri="{FF2B5EF4-FFF2-40B4-BE49-F238E27FC236}">
                  <a16:creationId xmlns:a16="http://schemas.microsoft.com/office/drawing/2014/main" id="{2A970FAF-509F-DF00-5AE3-232FD679D744}"/>
                </a:ext>
              </a:extLst>
            </p:cNvPr>
            <p:cNvSpPr/>
            <p:nvPr/>
          </p:nvSpPr>
          <p:spPr>
            <a:xfrm>
              <a:off x="205295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8">
              <a:extLst>
                <a:ext uri="{FF2B5EF4-FFF2-40B4-BE49-F238E27FC236}">
                  <a16:creationId xmlns:a16="http://schemas.microsoft.com/office/drawing/2014/main" id="{24C18084-F926-7C90-B2E0-33E868668043}"/>
                </a:ext>
              </a:extLst>
            </p:cNvPr>
            <p:cNvSpPr/>
            <p:nvPr/>
          </p:nvSpPr>
          <p:spPr>
            <a:xfrm>
              <a:off x="206239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89">
              <a:extLst>
                <a:ext uri="{FF2B5EF4-FFF2-40B4-BE49-F238E27FC236}">
                  <a16:creationId xmlns:a16="http://schemas.microsoft.com/office/drawing/2014/main" id="{163AB6E1-2CA8-65BF-7F4E-D0C8AD27BAEF}"/>
                </a:ext>
              </a:extLst>
            </p:cNvPr>
            <p:cNvSpPr/>
            <p:nvPr/>
          </p:nvSpPr>
          <p:spPr>
            <a:xfrm>
              <a:off x="207184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0">
              <a:extLst>
                <a:ext uri="{FF2B5EF4-FFF2-40B4-BE49-F238E27FC236}">
                  <a16:creationId xmlns:a16="http://schemas.microsoft.com/office/drawing/2014/main" id="{1DA8D1FE-83FD-D290-76FE-034857D624AA}"/>
                </a:ext>
              </a:extLst>
            </p:cNvPr>
            <p:cNvSpPr/>
            <p:nvPr/>
          </p:nvSpPr>
          <p:spPr>
            <a:xfrm>
              <a:off x="208128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1">
              <a:extLst>
                <a:ext uri="{FF2B5EF4-FFF2-40B4-BE49-F238E27FC236}">
                  <a16:creationId xmlns:a16="http://schemas.microsoft.com/office/drawing/2014/main" id="{424E20D2-AD1D-D93A-2519-7B66C0BA3158}"/>
                </a:ext>
              </a:extLst>
            </p:cNvPr>
            <p:cNvSpPr/>
            <p:nvPr/>
          </p:nvSpPr>
          <p:spPr>
            <a:xfrm>
              <a:off x="209072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2">
              <a:extLst>
                <a:ext uri="{FF2B5EF4-FFF2-40B4-BE49-F238E27FC236}">
                  <a16:creationId xmlns:a16="http://schemas.microsoft.com/office/drawing/2014/main" id="{928380B0-83EE-1463-9DD0-502C0A3893B1}"/>
                </a:ext>
              </a:extLst>
            </p:cNvPr>
            <p:cNvSpPr/>
            <p:nvPr/>
          </p:nvSpPr>
          <p:spPr>
            <a:xfrm>
              <a:off x="210016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3">
              <a:extLst>
                <a:ext uri="{FF2B5EF4-FFF2-40B4-BE49-F238E27FC236}">
                  <a16:creationId xmlns:a16="http://schemas.microsoft.com/office/drawing/2014/main" id="{3B122085-F4F2-7AE4-B5DF-98B6F5D46E9E}"/>
                </a:ext>
              </a:extLst>
            </p:cNvPr>
            <p:cNvSpPr/>
            <p:nvPr/>
          </p:nvSpPr>
          <p:spPr>
            <a:xfrm>
              <a:off x="210960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4">
              <a:extLst>
                <a:ext uri="{FF2B5EF4-FFF2-40B4-BE49-F238E27FC236}">
                  <a16:creationId xmlns:a16="http://schemas.microsoft.com/office/drawing/2014/main" id="{1E73668E-5B26-D6FA-EDED-33A3621E52DB}"/>
                </a:ext>
              </a:extLst>
            </p:cNvPr>
            <p:cNvSpPr/>
            <p:nvPr/>
          </p:nvSpPr>
          <p:spPr>
            <a:xfrm>
              <a:off x="211904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5">
              <a:extLst>
                <a:ext uri="{FF2B5EF4-FFF2-40B4-BE49-F238E27FC236}">
                  <a16:creationId xmlns:a16="http://schemas.microsoft.com/office/drawing/2014/main" id="{80A7994E-7345-D5D4-B2F5-302E256A00F7}"/>
                </a:ext>
              </a:extLst>
            </p:cNvPr>
            <p:cNvSpPr/>
            <p:nvPr/>
          </p:nvSpPr>
          <p:spPr>
            <a:xfrm>
              <a:off x="212848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6">
              <a:extLst>
                <a:ext uri="{FF2B5EF4-FFF2-40B4-BE49-F238E27FC236}">
                  <a16:creationId xmlns:a16="http://schemas.microsoft.com/office/drawing/2014/main" id="{DA80AB63-6BFF-07DB-DB17-B46854F9780B}"/>
                </a:ext>
              </a:extLst>
            </p:cNvPr>
            <p:cNvSpPr/>
            <p:nvPr/>
          </p:nvSpPr>
          <p:spPr>
            <a:xfrm>
              <a:off x="213792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7">
              <a:extLst>
                <a:ext uri="{FF2B5EF4-FFF2-40B4-BE49-F238E27FC236}">
                  <a16:creationId xmlns:a16="http://schemas.microsoft.com/office/drawing/2014/main" id="{550C41C4-5D83-EB54-8D24-FC49E7287AEF}"/>
                </a:ext>
              </a:extLst>
            </p:cNvPr>
            <p:cNvSpPr/>
            <p:nvPr/>
          </p:nvSpPr>
          <p:spPr>
            <a:xfrm>
              <a:off x="214736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8">
              <a:extLst>
                <a:ext uri="{FF2B5EF4-FFF2-40B4-BE49-F238E27FC236}">
                  <a16:creationId xmlns:a16="http://schemas.microsoft.com/office/drawing/2014/main" id="{919BA5EE-B171-96F3-B97C-05EAE3684F27}"/>
                </a:ext>
              </a:extLst>
            </p:cNvPr>
            <p:cNvSpPr/>
            <p:nvPr/>
          </p:nvSpPr>
          <p:spPr>
            <a:xfrm>
              <a:off x="215680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399">
              <a:extLst>
                <a:ext uri="{FF2B5EF4-FFF2-40B4-BE49-F238E27FC236}">
                  <a16:creationId xmlns:a16="http://schemas.microsoft.com/office/drawing/2014/main" id="{90EB9610-DE3A-EC92-C965-2584262B2802}"/>
                </a:ext>
              </a:extLst>
            </p:cNvPr>
            <p:cNvSpPr/>
            <p:nvPr/>
          </p:nvSpPr>
          <p:spPr>
            <a:xfrm>
              <a:off x="216624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0">
              <a:extLst>
                <a:ext uri="{FF2B5EF4-FFF2-40B4-BE49-F238E27FC236}">
                  <a16:creationId xmlns:a16="http://schemas.microsoft.com/office/drawing/2014/main" id="{1B5E0FC2-C486-BB2E-4F6A-0295A5B6950D}"/>
                </a:ext>
              </a:extLst>
            </p:cNvPr>
            <p:cNvSpPr/>
            <p:nvPr/>
          </p:nvSpPr>
          <p:spPr>
            <a:xfrm>
              <a:off x="217568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1">
              <a:extLst>
                <a:ext uri="{FF2B5EF4-FFF2-40B4-BE49-F238E27FC236}">
                  <a16:creationId xmlns:a16="http://schemas.microsoft.com/office/drawing/2014/main" id="{D84E4703-1A3A-89E1-A82F-03F161F036DB}"/>
                </a:ext>
              </a:extLst>
            </p:cNvPr>
            <p:cNvSpPr/>
            <p:nvPr/>
          </p:nvSpPr>
          <p:spPr>
            <a:xfrm>
              <a:off x="218512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2">
              <a:extLst>
                <a:ext uri="{FF2B5EF4-FFF2-40B4-BE49-F238E27FC236}">
                  <a16:creationId xmlns:a16="http://schemas.microsoft.com/office/drawing/2014/main" id="{96092735-D8B1-423A-F453-E10E622375E9}"/>
                </a:ext>
              </a:extLst>
            </p:cNvPr>
            <p:cNvSpPr/>
            <p:nvPr/>
          </p:nvSpPr>
          <p:spPr>
            <a:xfrm>
              <a:off x="219456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3">
              <a:extLst>
                <a:ext uri="{FF2B5EF4-FFF2-40B4-BE49-F238E27FC236}">
                  <a16:creationId xmlns:a16="http://schemas.microsoft.com/office/drawing/2014/main" id="{52EA048C-C186-8D3E-BDB6-B890265B02E2}"/>
                </a:ext>
              </a:extLst>
            </p:cNvPr>
            <p:cNvSpPr/>
            <p:nvPr/>
          </p:nvSpPr>
          <p:spPr>
            <a:xfrm>
              <a:off x="220400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4">
              <a:extLst>
                <a:ext uri="{FF2B5EF4-FFF2-40B4-BE49-F238E27FC236}">
                  <a16:creationId xmlns:a16="http://schemas.microsoft.com/office/drawing/2014/main" id="{35225865-6BD4-5F22-C252-3FD59089F778}"/>
                </a:ext>
              </a:extLst>
            </p:cNvPr>
            <p:cNvSpPr/>
            <p:nvPr/>
          </p:nvSpPr>
          <p:spPr>
            <a:xfrm>
              <a:off x="221344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5">
              <a:extLst>
                <a:ext uri="{FF2B5EF4-FFF2-40B4-BE49-F238E27FC236}">
                  <a16:creationId xmlns:a16="http://schemas.microsoft.com/office/drawing/2014/main" id="{AF35A4B3-6AEF-56C9-7312-4F78F06E67D5}"/>
                </a:ext>
              </a:extLst>
            </p:cNvPr>
            <p:cNvSpPr/>
            <p:nvPr/>
          </p:nvSpPr>
          <p:spPr>
            <a:xfrm>
              <a:off x="222288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6">
              <a:extLst>
                <a:ext uri="{FF2B5EF4-FFF2-40B4-BE49-F238E27FC236}">
                  <a16:creationId xmlns:a16="http://schemas.microsoft.com/office/drawing/2014/main" id="{46AED36B-D598-6AAF-E4E0-12B57E85DAB9}"/>
                </a:ext>
              </a:extLst>
            </p:cNvPr>
            <p:cNvSpPr/>
            <p:nvPr/>
          </p:nvSpPr>
          <p:spPr>
            <a:xfrm>
              <a:off x="223232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7">
              <a:extLst>
                <a:ext uri="{FF2B5EF4-FFF2-40B4-BE49-F238E27FC236}">
                  <a16:creationId xmlns:a16="http://schemas.microsoft.com/office/drawing/2014/main" id="{3053B61A-0A71-7257-5A8F-2835E29B7955}"/>
                </a:ext>
              </a:extLst>
            </p:cNvPr>
            <p:cNvSpPr/>
            <p:nvPr/>
          </p:nvSpPr>
          <p:spPr>
            <a:xfrm>
              <a:off x="224176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8">
              <a:extLst>
                <a:ext uri="{FF2B5EF4-FFF2-40B4-BE49-F238E27FC236}">
                  <a16:creationId xmlns:a16="http://schemas.microsoft.com/office/drawing/2014/main" id="{FFB359F3-4CEF-963F-0504-4529138C3404}"/>
                </a:ext>
              </a:extLst>
            </p:cNvPr>
            <p:cNvSpPr/>
            <p:nvPr/>
          </p:nvSpPr>
          <p:spPr>
            <a:xfrm>
              <a:off x="225120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09">
              <a:extLst>
                <a:ext uri="{FF2B5EF4-FFF2-40B4-BE49-F238E27FC236}">
                  <a16:creationId xmlns:a16="http://schemas.microsoft.com/office/drawing/2014/main" id="{CC202E85-46E7-6367-0B5A-CD1397364E58}"/>
                </a:ext>
              </a:extLst>
            </p:cNvPr>
            <p:cNvSpPr/>
            <p:nvPr/>
          </p:nvSpPr>
          <p:spPr>
            <a:xfrm>
              <a:off x="226064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0">
              <a:extLst>
                <a:ext uri="{FF2B5EF4-FFF2-40B4-BE49-F238E27FC236}">
                  <a16:creationId xmlns:a16="http://schemas.microsoft.com/office/drawing/2014/main" id="{55760A12-0A52-8675-675A-5C9DA055B048}"/>
                </a:ext>
              </a:extLst>
            </p:cNvPr>
            <p:cNvSpPr/>
            <p:nvPr/>
          </p:nvSpPr>
          <p:spPr>
            <a:xfrm>
              <a:off x="227008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1">
              <a:extLst>
                <a:ext uri="{FF2B5EF4-FFF2-40B4-BE49-F238E27FC236}">
                  <a16:creationId xmlns:a16="http://schemas.microsoft.com/office/drawing/2014/main" id="{0229417A-129D-3091-D41D-ACA838E1B02D}"/>
                </a:ext>
              </a:extLst>
            </p:cNvPr>
            <p:cNvSpPr/>
            <p:nvPr/>
          </p:nvSpPr>
          <p:spPr>
            <a:xfrm>
              <a:off x="227952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2">
              <a:extLst>
                <a:ext uri="{FF2B5EF4-FFF2-40B4-BE49-F238E27FC236}">
                  <a16:creationId xmlns:a16="http://schemas.microsoft.com/office/drawing/2014/main" id="{6B9E746D-13E7-EE0C-58E3-2128E4AC6D35}"/>
                </a:ext>
              </a:extLst>
            </p:cNvPr>
            <p:cNvSpPr/>
            <p:nvPr/>
          </p:nvSpPr>
          <p:spPr>
            <a:xfrm>
              <a:off x="228896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3">
              <a:extLst>
                <a:ext uri="{FF2B5EF4-FFF2-40B4-BE49-F238E27FC236}">
                  <a16:creationId xmlns:a16="http://schemas.microsoft.com/office/drawing/2014/main" id="{B5916BB1-C002-0E6F-2384-48DC877300FB}"/>
                </a:ext>
              </a:extLst>
            </p:cNvPr>
            <p:cNvSpPr/>
            <p:nvPr/>
          </p:nvSpPr>
          <p:spPr>
            <a:xfrm>
              <a:off x="229840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4">
              <a:extLst>
                <a:ext uri="{FF2B5EF4-FFF2-40B4-BE49-F238E27FC236}">
                  <a16:creationId xmlns:a16="http://schemas.microsoft.com/office/drawing/2014/main" id="{5C46F48D-8EE8-6382-48AB-F7AA7432E5B6}"/>
                </a:ext>
              </a:extLst>
            </p:cNvPr>
            <p:cNvSpPr/>
            <p:nvPr/>
          </p:nvSpPr>
          <p:spPr>
            <a:xfrm>
              <a:off x="230784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5">
              <a:extLst>
                <a:ext uri="{FF2B5EF4-FFF2-40B4-BE49-F238E27FC236}">
                  <a16:creationId xmlns:a16="http://schemas.microsoft.com/office/drawing/2014/main" id="{341A7A25-03F4-02ED-F79E-F6ACBCE790DD}"/>
                </a:ext>
              </a:extLst>
            </p:cNvPr>
            <p:cNvSpPr/>
            <p:nvPr/>
          </p:nvSpPr>
          <p:spPr>
            <a:xfrm>
              <a:off x="231728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6">
              <a:extLst>
                <a:ext uri="{FF2B5EF4-FFF2-40B4-BE49-F238E27FC236}">
                  <a16:creationId xmlns:a16="http://schemas.microsoft.com/office/drawing/2014/main" id="{1CC7462D-A5CA-9EE1-F177-8AF32EAED427}"/>
                </a:ext>
              </a:extLst>
            </p:cNvPr>
            <p:cNvSpPr/>
            <p:nvPr/>
          </p:nvSpPr>
          <p:spPr>
            <a:xfrm>
              <a:off x="232672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7">
              <a:extLst>
                <a:ext uri="{FF2B5EF4-FFF2-40B4-BE49-F238E27FC236}">
                  <a16:creationId xmlns:a16="http://schemas.microsoft.com/office/drawing/2014/main" id="{2E5690AA-013B-0FF2-FE15-4F4AF8FF3B9E}"/>
                </a:ext>
              </a:extLst>
            </p:cNvPr>
            <p:cNvSpPr/>
            <p:nvPr/>
          </p:nvSpPr>
          <p:spPr>
            <a:xfrm>
              <a:off x="233616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8">
              <a:extLst>
                <a:ext uri="{FF2B5EF4-FFF2-40B4-BE49-F238E27FC236}">
                  <a16:creationId xmlns:a16="http://schemas.microsoft.com/office/drawing/2014/main" id="{3BB22B21-4E9B-F2D1-1460-B59E71D627AB}"/>
                </a:ext>
              </a:extLst>
            </p:cNvPr>
            <p:cNvSpPr/>
            <p:nvPr/>
          </p:nvSpPr>
          <p:spPr>
            <a:xfrm>
              <a:off x="234560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19">
              <a:extLst>
                <a:ext uri="{FF2B5EF4-FFF2-40B4-BE49-F238E27FC236}">
                  <a16:creationId xmlns:a16="http://schemas.microsoft.com/office/drawing/2014/main" id="{1BC03225-43BD-64B7-FA29-585FB38E1285}"/>
                </a:ext>
              </a:extLst>
            </p:cNvPr>
            <p:cNvSpPr/>
            <p:nvPr/>
          </p:nvSpPr>
          <p:spPr>
            <a:xfrm>
              <a:off x="235504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0">
              <a:extLst>
                <a:ext uri="{FF2B5EF4-FFF2-40B4-BE49-F238E27FC236}">
                  <a16:creationId xmlns:a16="http://schemas.microsoft.com/office/drawing/2014/main" id="{D70B7CE7-EDAC-8F11-4477-C404E83CB28E}"/>
                </a:ext>
              </a:extLst>
            </p:cNvPr>
            <p:cNvSpPr/>
            <p:nvPr/>
          </p:nvSpPr>
          <p:spPr>
            <a:xfrm>
              <a:off x="2373927" y="116631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1">
              <a:extLst>
                <a:ext uri="{FF2B5EF4-FFF2-40B4-BE49-F238E27FC236}">
                  <a16:creationId xmlns:a16="http://schemas.microsoft.com/office/drawing/2014/main" id="{57AF0EBF-2E79-B735-E98F-385591DF1520}"/>
                </a:ext>
              </a:extLst>
            </p:cNvPr>
            <p:cNvSpPr/>
            <p:nvPr/>
          </p:nvSpPr>
          <p:spPr>
            <a:xfrm>
              <a:off x="2383368" y="116631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2">
              <a:extLst>
                <a:ext uri="{FF2B5EF4-FFF2-40B4-BE49-F238E27FC236}">
                  <a16:creationId xmlns:a16="http://schemas.microsoft.com/office/drawing/2014/main" id="{A8FB7756-CE09-9CB1-32D2-F4D30BB9BA92}"/>
                </a:ext>
              </a:extLst>
            </p:cNvPr>
            <p:cNvSpPr/>
            <p:nvPr/>
          </p:nvSpPr>
          <p:spPr>
            <a:xfrm>
              <a:off x="2383368" y="1166314"/>
              <a:ext cx="916122" cy="914400"/>
            </a:xfrm>
            <a:custGeom>
              <a:avLst/>
              <a:gdLst/>
              <a:ahLst/>
              <a:cxnLst/>
              <a:rect l="0" t="0" r="0" b="0"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3">
              <a:extLst>
                <a:ext uri="{FF2B5EF4-FFF2-40B4-BE49-F238E27FC236}">
                  <a16:creationId xmlns:a16="http://schemas.microsoft.com/office/drawing/2014/main" id="{19D7DB8E-5E16-D28F-EA00-B868BBEEAF91}"/>
                </a:ext>
              </a:extLst>
            </p:cNvPr>
            <p:cNvSpPr/>
            <p:nvPr/>
          </p:nvSpPr>
          <p:spPr>
            <a:xfrm>
              <a:off x="3468995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4">
              <a:extLst>
                <a:ext uri="{FF2B5EF4-FFF2-40B4-BE49-F238E27FC236}">
                  <a16:creationId xmlns:a16="http://schemas.microsoft.com/office/drawing/2014/main" id="{7E65AA81-204D-0D7E-51CD-02CB447C3158}"/>
                </a:ext>
              </a:extLst>
            </p:cNvPr>
            <p:cNvSpPr/>
            <p:nvPr/>
          </p:nvSpPr>
          <p:spPr>
            <a:xfrm>
              <a:off x="346899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5">
              <a:extLst>
                <a:ext uri="{FF2B5EF4-FFF2-40B4-BE49-F238E27FC236}">
                  <a16:creationId xmlns:a16="http://schemas.microsoft.com/office/drawing/2014/main" id="{58AC1111-1E61-E4E0-65C8-AED49933A189}"/>
                </a:ext>
              </a:extLst>
            </p:cNvPr>
            <p:cNvSpPr/>
            <p:nvPr/>
          </p:nvSpPr>
          <p:spPr>
            <a:xfrm>
              <a:off x="347843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6">
              <a:extLst>
                <a:ext uri="{FF2B5EF4-FFF2-40B4-BE49-F238E27FC236}">
                  <a16:creationId xmlns:a16="http://schemas.microsoft.com/office/drawing/2014/main" id="{14628B92-C5D7-D3A8-6AD6-90080D4B98F5}"/>
                </a:ext>
              </a:extLst>
            </p:cNvPr>
            <p:cNvSpPr/>
            <p:nvPr/>
          </p:nvSpPr>
          <p:spPr>
            <a:xfrm>
              <a:off x="348787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7">
              <a:extLst>
                <a:ext uri="{FF2B5EF4-FFF2-40B4-BE49-F238E27FC236}">
                  <a16:creationId xmlns:a16="http://schemas.microsoft.com/office/drawing/2014/main" id="{F4CB9C12-ACB8-58BE-CBF4-1B878905A5D6}"/>
                </a:ext>
              </a:extLst>
            </p:cNvPr>
            <p:cNvSpPr/>
            <p:nvPr/>
          </p:nvSpPr>
          <p:spPr>
            <a:xfrm>
              <a:off x="349731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8">
              <a:extLst>
                <a:ext uri="{FF2B5EF4-FFF2-40B4-BE49-F238E27FC236}">
                  <a16:creationId xmlns:a16="http://schemas.microsoft.com/office/drawing/2014/main" id="{33DF31E1-B623-EE58-8710-D3D11A3FA6F2}"/>
                </a:ext>
              </a:extLst>
            </p:cNvPr>
            <p:cNvSpPr/>
            <p:nvPr/>
          </p:nvSpPr>
          <p:spPr>
            <a:xfrm>
              <a:off x="350675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29">
              <a:extLst>
                <a:ext uri="{FF2B5EF4-FFF2-40B4-BE49-F238E27FC236}">
                  <a16:creationId xmlns:a16="http://schemas.microsoft.com/office/drawing/2014/main" id="{939D733F-E046-DFC3-C33C-2CB6F9F95B5F}"/>
                </a:ext>
              </a:extLst>
            </p:cNvPr>
            <p:cNvSpPr/>
            <p:nvPr/>
          </p:nvSpPr>
          <p:spPr>
            <a:xfrm>
              <a:off x="351619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0">
              <a:extLst>
                <a:ext uri="{FF2B5EF4-FFF2-40B4-BE49-F238E27FC236}">
                  <a16:creationId xmlns:a16="http://schemas.microsoft.com/office/drawing/2014/main" id="{CE47F3A9-02E5-44D0-99E2-57A789B0A2DE}"/>
                </a:ext>
              </a:extLst>
            </p:cNvPr>
            <p:cNvSpPr/>
            <p:nvPr/>
          </p:nvSpPr>
          <p:spPr>
            <a:xfrm>
              <a:off x="352563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1">
              <a:extLst>
                <a:ext uri="{FF2B5EF4-FFF2-40B4-BE49-F238E27FC236}">
                  <a16:creationId xmlns:a16="http://schemas.microsoft.com/office/drawing/2014/main" id="{22A35394-F31F-9857-E3CC-78AF8511DA10}"/>
                </a:ext>
              </a:extLst>
            </p:cNvPr>
            <p:cNvSpPr/>
            <p:nvPr/>
          </p:nvSpPr>
          <p:spPr>
            <a:xfrm>
              <a:off x="353507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2">
              <a:extLst>
                <a:ext uri="{FF2B5EF4-FFF2-40B4-BE49-F238E27FC236}">
                  <a16:creationId xmlns:a16="http://schemas.microsoft.com/office/drawing/2014/main" id="{6863752A-5ACA-5C94-6EE6-8DC387CFB1A5}"/>
                </a:ext>
              </a:extLst>
            </p:cNvPr>
            <p:cNvSpPr/>
            <p:nvPr/>
          </p:nvSpPr>
          <p:spPr>
            <a:xfrm>
              <a:off x="354451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3">
              <a:extLst>
                <a:ext uri="{FF2B5EF4-FFF2-40B4-BE49-F238E27FC236}">
                  <a16:creationId xmlns:a16="http://schemas.microsoft.com/office/drawing/2014/main" id="{76B64520-956F-5DA6-40F8-B70AF5FCA387}"/>
                </a:ext>
              </a:extLst>
            </p:cNvPr>
            <p:cNvSpPr/>
            <p:nvPr/>
          </p:nvSpPr>
          <p:spPr>
            <a:xfrm>
              <a:off x="355395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4">
              <a:extLst>
                <a:ext uri="{FF2B5EF4-FFF2-40B4-BE49-F238E27FC236}">
                  <a16:creationId xmlns:a16="http://schemas.microsoft.com/office/drawing/2014/main" id="{4CEB5A6B-79E7-9C11-84DB-154DD941B600}"/>
                </a:ext>
              </a:extLst>
            </p:cNvPr>
            <p:cNvSpPr/>
            <p:nvPr/>
          </p:nvSpPr>
          <p:spPr>
            <a:xfrm>
              <a:off x="356339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5">
              <a:extLst>
                <a:ext uri="{FF2B5EF4-FFF2-40B4-BE49-F238E27FC236}">
                  <a16:creationId xmlns:a16="http://schemas.microsoft.com/office/drawing/2014/main" id="{AD903E12-AA6E-C596-A0A3-579F41E08831}"/>
                </a:ext>
              </a:extLst>
            </p:cNvPr>
            <p:cNvSpPr/>
            <p:nvPr/>
          </p:nvSpPr>
          <p:spPr>
            <a:xfrm>
              <a:off x="357283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6">
              <a:extLst>
                <a:ext uri="{FF2B5EF4-FFF2-40B4-BE49-F238E27FC236}">
                  <a16:creationId xmlns:a16="http://schemas.microsoft.com/office/drawing/2014/main" id="{C9B703C4-9B30-C2DC-FEF2-525CB3FD8F0B}"/>
                </a:ext>
              </a:extLst>
            </p:cNvPr>
            <p:cNvSpPr/>
            <p:nvPr/>
          </p:nvSpPr>
          <p:spPr>
            <a:xfrm>
              <a:off x="358227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7">
              <a:extLst>
                <a:ext uri="{FF2B5EF4-FFF2-40B4-BE49-F238E27FC236}">
                  <a16:creationId xmlns:a16="http://schemas.microsoft.com/office/drawing/2014/main" id="{FB749EF9-25E2-AE4E-3C5F-71002E55ACA7}"/>
                </a:ext>
              </a:extLst>
            </p:cNvPr>
            <p:cNvSpPr/>
            <p:nvPr/>
          </p:nvSpPr>
          <p:spPr>
            <a:xfrm>
              <a:off x="359171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8">
              <a:extLst>
                <a:ext uri="{FF2B5EF4-FFF2-40B4-BE49-F238E27FC236}">
                  <a16:creationId xmlns:a16="http://schemas.microsoft.com/office/drawing/2014/main" id="{0E83A43C-FCA8-4346-058E-E2149F8FDA99}"/>
                </a:ext>
              </a:extLst>
            </p:cNvPr>
            <p:cNvSpPr/>
            <p:nvPr/>
          </p:nvSpPr>
          <p:spPr>
            <a:xfrm>
              <a:off x="360115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39">
              <a:extLst>
                <a:ext uri="{FF2B5EF4-FFF2-40B4-BE49-F238E27FC236}">
                  <a16:creationId xmlns:a16="http://schemas.microsoft.com/office/drawing/2014/main" id="{C75F9759-FEED-1193-F431-58F12E4A9F08}"/>
                </a:ext>
              </a:extLst>
            </p:cNvPr>
            <p:cNvSpPr/>
            <p:nvPr/>
          </p:nvSpPr>
          <p:spPr>
            <a:xfrm>
              <a:off x="361059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0">
              <a:extLst>
                <a:ext uri="{FF2B5EF4-FFF2-40B4-BE49-F238E27FC236}">
                  <a16:creationId xmlns:a16="http://schemas.microsoft.com/office/drawing/2014/main" id="{A1C59C64-C9EA-7534-0C75-0FF486F95818}"/>
                </a:ext>
              </a:extLst>
            </p:cNvPr>
            <p:cNvSpPr/>
            <p:nvPr/>
          </p:nvSpPr>
          <p:spPr>
            <a:xfrm>
              <a:off x="362003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1">
              <a:extLst>
                <a:ext uri="{FF2B5EF4-FFF2-40B4-BE49-F238E27FC236}">
                  <a16:creationId xmlns:a16="http://schemas.microsoft.com/office/drawing/2014/main" id="{FF72E603-7960-5C19-3E79-6087C784BF3E}"/>
                </a:ext>
              </a:extLst>
            </p:cNvPr>
            <p:cNvSpPr/>
            <p:nvPr/>
          </p:nvSpPr>
          <p:spPr>
            <a:xfrm>
              <a:off x="362947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2">
              <a:extLst>
                <a:ext uri="{FF2B5EF4-FFF2-40B4-BE49-F238E27FC236}">
                  <a16:creationId xmlns:a16="http://schemas.microsoft.com/office/drawing/2014/main" id="{57630486-06E7-2989-B9F4-D465DA8CF0A5}"/>
                </a:ext>
              </a:extLst>
            </p:cNvPr>
            <p:cNvSpPr/>
            <p:nvPr/>
          </p:nvSpPr>
          <p:spPr>
            <a:xfrm>
              <a:off x="363891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3">
              <a:extLst>
                <a:ext uri="{FF2B5EF4-FFF2-40B4-BE49-F238E27FC236}">
                  <a16:creationId xmlns:a16="http://schemas.microsoft.com/office/drawing/2014/main" id="{54A0F107-F5D4-D4E0-5D28-7ADA2C352354}"/>
                </a:ext>
              </a:extLst>
            </p:cNvPr>
            <p:cNvSpPr/>
            <p:nvPr/>
          </p:nvSpPr>
          <p:spPr>
            <a:xfrm>
              <a:off x="364836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4">
              <a:extLst>
                <a:ext uri="{FF2B5EF4-FFF2-40B4-BE49-F238E27FC236}">
                  <a16:creationId xmlns:a16="http://schemas.microsoft.com/office/drawing/2014/main" id="{35083FDC-2421-99FE-B129-9D515A0C0BF4}"/>
                </a:ext>
              </a:extLst>
            </p:cNvPr>
            <p:cNvSpPr/>
            <p:nvPr/>
          </p:nvSpPr>
          <p:spPr>
            <a:xfrm>
              <a:off x="365780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5">
              <a:extLst>
                <a:ext uri="{FF2B5EF4-FFF2-40B4-BE49-F238E27FC236}">
                  <a16:creationId xmlns:a16="http://schemas.microsoft.com/office/drawing/2014/main" id="{20F80271-7FA8-B681-1866-5370F449CB9F}"/>
                </a:ext>
              </a:extLst>
            </p:cNvPr>
            <p:cNvSpPr/>
            <p:nvPr/>
          </p:nvSpPr>
          <p:spPr>
            <a:xfrm>
              <a:off x="366724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6">
              <a:extLst>
                <a:ext uri="{FF2B5EF4-FFF2-40B4-BE49-F238E27FC236}">
                  <a16:creationId xmlns:a16="http://schemas.microsoft.com/office/drawing/2014/main" id="{2D349749-4100-10D1-1127-D19C9DA0DBCB}"/>
                </a:ext>
              </a:extLst>
            </p:cNvPr>
            <p:cNvSpPr/>
            <p:nvPr/>
          </p:nvSpPr>
          <p:spPr>
            <a:xfrm>
              <a:off x="367668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7">
              <a:extLst>
                <a:ext uri="{FF2B5EF4-FFF2-40B4-BE49-F238E27FC236}">
                  <a16:creationId xmlns:a16="http://schemas.microsoft.com/office/drawing/2014/main" id="{59507A1E-8C49-6044-40F9-B7520E1FC328}"/>
                </a:ext>
              </a:extLst>
            </p:cNvPr>
            <p:cNvSpPr/>
            <p:nvPr/>
          </p:nvSpPr>
          <p:spPr>
            <a:xfrm>
              <a:off x="368612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8">
              <a:extLst>
                <a:ext uri="{FF2B5EF4-FFF2-40B4-BE49-F238E27FC236}">
                  <a16:creationId xmlns:a16="http://schemas.microsoft.com/office/drawing/2014/main" id="{728B4FFE-7EDC-D881-F4E6-855EBA543834}"/>
                </a:ext>
              </a:extLst>
            </p:cNvPr>
            <p:cNvSpPr/>
            <p:nvPr/>
          </p:nvSpPr>
          <p:spPr>
            <a:xfrm>
              <a:off x="369556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49">
              <a:extLst>
                <a:ext uri="{FF2B5EF4-FFF2-40B4-BE49-F238E27FC236}">
                  <a16:creationId xmlns:a16="http://schemas.microsoft.com/office/drawing/2014/main" id="{B92902E3-8275-49E5-9A1E-00046176384A}"/>
                </a:ext>
              </a:extLst>
            </p:cNvPr>
            <p:cNvSpPr/>
            <p:nvPr/>
          </p:nvSpPr>
          <p:spPr>
            <a:xfrm>
              <a:off x="370500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0">
              <a:extLst>
                <a:ext uri="{FF2B5EF4-FFF2-40B4-BE49-F238E27FC236}">
                  <a16:creationId xmlns:a16="http://schemas.microsoft.com/office/drawing/2014/main" id="{64446127-509F-DC4D-995B-82FD27606E25}"/>
                </a:ext>
              </a:extLst>
            </p:cNvPr>
            <p:cNvSpPr/>
            <p:nvPr/>
          </p:nvSpPr>
          <p:spPr>
            <a:xfrm>
              <a:off x="371444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1">
              <a:extLst>
                <a:ext uri="{FF2B5EF4-FFF2-40B4-BE49-F238E27FC236}">
                  <a16:creationId xmlns:a16="http://schemas.microsoft.com/office/drawing/2014/main" id="{0AD9B7F1-CB05-E318-A965-F5B3CB778180}"/>
                </a:ext>
              </a:extLst>
            </p:cNvPr>
            <p:cNvSpPr/>
            <p:nvPr/>
          </p:nvSpPr>
          <p:spPr>
            <a:xfrm>
              <a:off x="372388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2">
              <a:extLst>
                <a:ext uri="{FF2B5EF4-FFF2-40B4-BE49-F238E27FC236}">
                  <a16:creationId xmlns:a16="http://schemas.microsoft.com/office/drawing/2014/main" id="{BF1448D6-9E5C-B6C1-726C-1F74F1F79A09}"/>
                </a:ext>
              </a:extLst>
            </p:cNvPr>
            <p:cNvSpPr/>
            <p:nvPr/>
          </p:nvSpPr>
          <p:spPr>
            <a:xfrm>
              <a:off x="373332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3">
              <a:extLst>
                <a:ext uri="{FF2B5EF4-FFF2-40B4-BE49-F238E27FC236}">
                  <a16:creationId xmlns:a16="http://schemas.microsoft.com/office/drawing/2014/main" id="{FBE31132-1B5A-6692-CE34-5BB8B709D5AC}"/>
                </a:ext>
              </a:extLst>
            </p:cNvPr>
            <p:cNvSpPr/>
            <p:nvPr/>
          </p:nvSpPr>
          <p:spPr>
            <a:xfrm>
              <a:off x="374276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4">
              <a:extLst>
                <a:ext uri="{FF2B5EF4-FFF2-40B4-BE49-F238E27FC236}">
                  <a16:creationId xmlns:a16="http://schemas.microsoft.com/office/drawing/2014/main" id="{8B64DD12-E297-39D2-573F-521F5A06B153}"/>
                </a:ext>
              </a:extLst>
            </p:cNvPr>
            <p:cNvSpPr/>
            <p:nvPr/>
          </p:nvSpPr>
          <p:spPr>
            <a:xfrm>
              <a:off x="375220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5">
              <a:extLst>
                <a:ext uri="{FF2B5EF4-FFF2-40B4-BE49-F238E27FC236}">
                  <a16:creationId xmlns:a16="http://schemas.microsoft.com/office/drawing/2014/main" id="{8C5AFF02-9C4E-BBCE-566E-ED29FF4EA585}"/>
                </a:ext>
              </a:extLst>
            </p:cNvPr>
            <p:cNvSpPr/>
            <p:nvPr/>
          </p:nvSpPr>
          <p:spPr>
            <a:xfrm>
              <a:off x="376164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6">
              <a:extLst>
                <a:ext uri="{FF2B5EF4-FFF2-40B4-BE49-F238E27FC236}">
                  <a16:creationId xmlns:a16="http://schemas.microsoft.com/office/drawing/2014/main" id="{7B069124-FDB6-C065-A7A0-920031332EC4}"/>
                </a:ext>
              </a:extLst>
            </p:cNvPr>
            <p:cNvSpPr/>
            <p:nvPr/>
          </p:nvSpPr>
          <p:spPr>
            <a:xfrm>
              <a:off x="377108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7">
              <a:extLst>
                <a:ext uri="{FF2B5EF4-FFF2-40B4-BE49-F238E27FC236}">
                  <a16:creationId xmlns:a16="http://schemas.microsoft.com/office/drawing/2014/main" id="{1D4BC523-EBA9-D26F-CBF7-AC4A8715EC8D}"/>
                </a:ext>
              </a:extLst>
            </p:cNvPr>
            <p:cNvSpPr/>
            <p:nvPr/>
          </p:nvSpPr>
          <p:spPr>
            <a:xfrm>
              <a:off x="378052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8">
              <a:extLst>
                <a:ext uri="{FF2B5EF4-FFF2-40B4-BE49-F238E27FC236}">
                  <a16:creationId xmlns:a16="http://schemas.microsoft.com/office/drawing/2014/main" id="{5785B7C2-26A8-C767-0105-2BDEA9D1727D}"/>
                </a:ext>
              </a:extLst>
            </p:cNvPr>
            <p:cNvSpPr/>
            <p:nvPr/>
          </p:nvSpPr>
          <p:spPr>
            <a:xfrm>
              <a:off x="378996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59">
              <a:extLst>
                <a:ext uri="{FF2B5EF4-FFF2-40B4-BE49-F238E27FC236}">
                  <a16:creationId xmlns:a16="http://schemas.microsoft.com/office/drawing/2014/main" id="{D59AC82E-58D4-CC42-254A-D410C45F46CB}"/>
                </a:ext>
              </a:extLst>
            </p:cNvPr>
            <p:cNvSpPr/>
            <p:nvPr/>
          </p:nvSpPr>
          <p:spPr>
            <a:xfrm>
              <a:off x="379940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0">
              <a:extLst>
                <a:ext uri="{FF2B5EF4-FFF2-40B4-BE49-F238E27FC236}">
                  <a16:creationId xmlns:a16="http://schemas.microsoft.com/office/drawing/2014/main" id="{7ABCF226-E0BD-04AC-1539-F7A0D7EE6207}"/>
                </a:ext>
              </a:extLst>
            </p:cNvPr>
            <p:cNvSpPr/>
            <p:nvPr/>
          </p:nvSpPr>
          <p:spPr>
            <a:xfrm>
              <a:off x="380884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1">
              <a:extLst>
                <a:ext uri="{FF2B5EF4-FFF2-40B4-BE49-F238E27FC236}">
                  <a16:creationId xmlns:a16="http://schemas.microsoft.com/office/drawing/2014/main" id="{D32089A8-1601-E365-8A02-DD13DA7D2FDC}"/>
                </a:ext>
              </a:extLst>
            </p:cNvPr>
            <p:cNvSpPr/>
            <p:nvPr/>
          </p:nvSpPr>
          <p:spPr>
            <a:xfrm>
              <a:off x="381828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2">
              <a:extLst>
                <a:ext uri="{FF2B5EF4-FFF2-40B4-BE49-F238E27FC236}">
                  <a16:creationId xmlns:a16="http://schemas.microsoft.com/office/drawing/2014/main" id="{DBC69975-5B97-7F15-94CD-5B153BF591A5}"/>
                </a:ext>
              </a:extLst>
            </p:cNvPr>
            <p:cNvSpPr/>
            <p:nvPr/>
          </p:nvSpPr>
          <p:spPr>
            <a:xfrm>
              <a:off x="382772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3">
              <a:extLst>
                <a:ext uri="{FF2B5EF4-FFF2-40B4-BE49-F238E27FC236}">
                  <a16:creationId xmlns:a16="http://schemas.microsoft.com/office/drawing/2014/main" id="{1AC79231-EF80-8993-52CA-C074CAEEB312}"/>
                </a:ext>
              </a:extLst>
            </p:cNvPr>
            <p:cNvSpPr/>
            <p:nvPr/>
          </p:nvSpPr>
          <p:spPr>
            <a:xfrm>
              <a:off x="383716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4">
              <a:extLst>
                <a:ext uri="{FF2B5EF4-FFF2-40B4-BE49-F238E27FC236}">
                  <a16:creationId xmlns:a16="http://schemas.microsoft.com/office/drawing/2014/main" id="{93CC8241-CDE5-C7CC-11E8-DB803ADD514C}"/>
                </a:ext>
              </a:extLst>
            </p:cNvPr>
            <p:cNvSpPr/>
            <p:nvPr/>
          </p:nvSpPr>
          <p:spPr>
            <a:xfrm>
              <a:off x="384660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5">
              <a:extLst>
                <a:ext uri="{FF2B5EF4-FFF2-40B4-BE49-F238E27FC236}">
                  <a16:creationId xmlns:a16="http://schemas.microsoft.com/office/drawing/2014/main" id="{AF4912F5-8116-FD81-CDC2-2E02019DC48B}"/>
                </a:ext>
              </a:extLst>
            </p:cNvPr>
            <p:cNvSpPr/>
            <p:nvPr/>
          </p:nvSpPr>
          <p:spPr>
            <a:xfrm>
              <a:off x="3856045" y="116631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6">
              <a:extLst>
                <a:ext uri="{FF2B5EF4-FFF2-40B4-BE49-F238E27FC236}">
                  <a16:creationId xmlns:a16="http://schemas.microsoft.com/office/drawing/2014/main" id="{3DAE2D6B-8441-9779-CBE6-DC10EFED8267}"/>
                </a:ext>
              </a:extLst>
            </p:cNvPr>
            <p:cNvSpPr/>
            <p:nvPr/>
          </p:nvSpPr>
          <p:spPr>
            <a:xfrm>
              <a:off x="3865485" y="1148744"/>
              <a:ext cx="916772" cy="930041"/>
            </a:xfrm>
            <a:custGeom>
              <a:avLst/>
              <a:gdLst/>
              <a:ahLst/>
              <a:cxnLst/>
              <a:rect l="0" t="0" r="0" b="0"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7">
              <a:extLst>
                <a:ext uri="{FF2B5EF4-FFF2-40B4-BE49-F238E27FC236}">
                  <a16:creationId xmlns:a16="http://schemas.microsoft.com/office/drawing/2014/main" id="{C6037176-5F41-2CD5-9E24-84517E0836E4}"/>
                </a:ext>
              </a:extLst>
            </p:cNvPr>
            <p:cNvSpPr/>
            <p:nvPr/>
          </p:nvSpPr>
          <p:spPr>
            <a:xfrm>
              <a:off x="2052959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8">
              <a:extLst>
                <a:ext uri="{FF2B5EF4-FFF2-40B4-BE49-F238E27FC236}">
                  <a16:creationId xmlns:a16="http://schemas.microsoft.com/office/drawing/2014/main" id="{5D830E1E-7048-11EA-134B-22CFE1BD0101}"/>
                </a:ext>
              </a:extLst>
            </p:cNvPr>
            <p:cNvSpPr/>
            <p:nvPr/>
          </p:nvSpPr>
          <p:spPr>
            <a:xfrm>
              <a:off x="205295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69">
              <a:extLst>
                <a:ext uri="{FF2B5EF4-FFF2-40B4-BE49-F238E27FC236}">
                  <a16:creationId xmlns:a16="http://schemas.microsoft.com/office/drawing/2014/main" id="{6DBB1B17-F5EA-0D9C-163F-F26F94496B37}"/>
                </a:ext>
              </a:extLst>
            </p:cNvPr>
            <p:cNvSpPr/>
            <p:nvPr/>
          </p:nvSpPr>
          <p:spPr>
            <a:xfrm>
              <a:off x="206239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0">
              <a:extLst>
                <a:ext uri="{FF2B5EF4-FFF2-40B4-BE49-F238E27FC236}">
                  <a16:creationId xmlns:a16="http://schemas.microsoft.com/office/drawing/2014/main" id="{FB81E9E1-E77B-3B2E-C1AE-AD206FE393C7}"/>
                </a:ext>
              </a:extLst>
            </p:cNvPr>
            <p:cNvSpPr/>
            <p:nvPr/>
          </p:nvSpPr>
          <p:spPr>
            <a:xfrm>
              <a:off x="207184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1">
              <a:extLst>
                <a:ext uri="{FF2B5EF4-FFF2-40B4-BE49-F238E27FC236}">
                  <a16:creationId xmlns:a16="http://schemas.microsoft.com/office/drawing/2014/main" id="{4442BE32-A719-0A69-F652-49EE950A9A74}"/>
                </a:ext>
              </a:extLst>
            </p:cNvPr>
            <p:cNvSpPr/>
            <p:nvPr/>
          </p:nvSpPr>
          <p:spPr>
            <a:xfrm>
              <a:off x="208128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2">
              <a:extLst>
                <a:ext uri="{FF2B5EF4-FFF2-40B4-BE49-F238E27FC236}">
                  <a16:creationId xmlns:a16="http://schemas.microsoft.com/office/drawing/2014/main" id="{2BDCB61E-EC84-C308-1B4F-725D189074F2}"/>
                </a:ext>
              </a:extLst>
            </p:cNvPr>
            <p:cNvSpPr/>
            <p:nvPr/>
          </p:nvSpPr>
          <p:spPr>
            <a:xfrm>
              <a:off x="209072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3">
              <a:extLst>
                <a:ext uri="{FF2B5EF4-FFF2-40B4-BE49-F238E27FC236}">
                  <a16:creationId xmlns:a16="http://schemas.microsoft.com/office/drawing/2014/main" id="{135DF8B3-BDFD-7B83-E114-2189B875943C}"/>
                </a:ext>
              </a:extLst>
            </p:cNvPr>
            <p:cNvSpPr/>
            <p:nvPr/>
          </p:nvSpPr>
          <p:spPr>
            <a:xfrm>
              <a:off x="210016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4">
              <a:extLst>
                <a:ext uri="{FF2B5EF4-FFF2-40B4-BE49-F238E27FC236}">
                  <a16:creationId xmlns:a16="http://schemas.microsoft.com/office/drawing/2014/main" id="{913B7CB9-079D-5B14-3657-0F0BDC97E76D}"/>
                </a:ext>
              </a:extLst>
            </p:cNvPr>
            <p:cNvSpPr/>
            <p:nvPr/>
          </p:nvSpPr>
          <p:spPr>
            <a:xfrm>
              <a:off x="210960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5">
              <a:extLst>
                <a:ext uri="{FF2B5EF4-FFF2-40B4-BE49-F238E27FC236}">
                  <a16:creationId xmlns:a16="http://schemas.microsoft.com/office/drawing/2014/main" id="{E66B41B1-A443-E15A-14C4-33FC45151B72}"/>
                </a:ext>
              </a:extLst>
            </p:cNvPr>
            <p:cNvSpPr/>
            <p:nvPr/>
          </p:nvSpPr>
          <p:spPr>
            <a:xfrm>
              <a:off x="211904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6">
              <a:extLst>
                <a:ext uri="{FF2B5EF4-FFF2-40B4-BE49-F238E27FC236}">
                  <a16:creationId xmlns:a16="http://schemas.microsoft.com/office/drawing/2014/main" id="{0E95986F-B738-6982-A18F-5C08CA7043BE}"/>
                </a:ext>
              </a:extLst>
            </p:cNvPr>
            <p:cNvSpPr/>
            <p:nvPr/>
          </p:nvSpPr>
          <p:spPr>
            <a:xfrm>
              <a:off x="212848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7">
              <a:extLst>
                <a:ext uri="{FF2B5EF4-FFF2-40B4-BE49-F238E27FC236}">
                  <a16:creationId xmlns:a16="http://schemas.microsoft.com/office/drawing/2014/main" id="{F8C3BE49-0D7B-5AB0-ED03-3A190729D8CA}"/>
                </a:ext>
              </a:extLst>
            </p:cNvPr>
            <p:cNvSpPr/>
            <p:nvPr/>
          </p:nvSpPr>
          <p:spPr>
            <a:xfrm>
              <a:off x="213792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8">
              <a:extLst>
                <a:ext uri="{FF2B5EF4-FFF2-40B4-BE49-F238E27FC236}">
                  <a16:creationId xmlns:a16="http://schemas.microsoft.com/office/drawing/2014/main" id="{C995D589-50B6-EBE9-09B7-B1AEA675919C}"/>
                </a:ext>
              </a:extLst>
            </p:cNvPr>
            <p:cNvSpPr/>
            <p:nvPr/>
          </p:nvSpPr>
          <p:spPr>
            <a:xfrm>
              <a:off x="214736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79">
              <a:extLst>
                <a:ext uri="{FF2B5EF4-FFF2-40B4-BE49-F238E27FC236}">
                  <a16:creationId xmlns:a16="http://schemas.microsoft.com/office/drawing/2014/main" id="{363D2947-CD10-241B-7865-05E832196F1C}"/>
                </a:ext>
              </a:extLst>
            </p:cNvPr>
            <p:cNvSpPr/>
            <p:nvPr/>
          </p:nvSpPr>
          <p:spPr>
            <a:xfrm>
              <a:off x="215680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0">
              <a:extLst>
                <a:ext uri="{FF2B5EF4-FFF2-40B4-BE49-F238E27FC236}">
                  <a16:creationId xmlns:a16="http://schemas.microsoft.com/office/drawing/2014/main" id="{7C7517CD-86E6-A5C5-F9A7-C4F100C83E57}"/>
                </a:ext>
              </a:extLst>
            </p:cNvPr>
            <p:cNvSpPr/>
            <p:nvPr/>
          </p:nvSpPr>
          <p:spPr>
            <a:xfrm>
              <a:off x="216624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1">
              <a:extLst>
                <a:ext uri="{FF2B5EF4-FFF2-40B4-BE49-F238E27FC236}">
                  <a16:creationId xmlns:a16="http://schemas.microsoft.com/office/drawing/2014/main" id="{90248D16-F071-D3B7-91FA-BEF1EC2286C8}"/>
                </a:ext>
              </a:extLst>
            </p:cNvPr>
            <p:cNvSpPr/>
            <p:nvPr/>
          </p:nvSpPr>
          <p:spPr>
            <a:xfrm>
              <a:off x="217568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2">
              <a:extLst>
                <a:ext uri="{FF2B5EF4-FFF2-40B4-BE49-F238E27FC236}">
                  <a16:creationId xmlns:a16="http://schemas.microsoft.com/office/drawing/2014/main" id="{1A8D0A21-75E9-B003-F3A6-CE0B45BACD4E}"/>
                </a:ext>
              </a:extLst>
            </p:cNvPr>
            <p:cNvSpPr/>
            <p:nvPr/>
          </p:nvSpPr>
          <p:spPr>
            <a:xfrm>
              <a:off x="218512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3">
              <a:extLst>
                <a:ext uri="{FF2B5EF4-FFF2-40B4-BE49-F238E27FC236}">
                  <a16:creationId xmlns:a16="http://schemas.microsoft.com/office/drawing/2014/main" id="{99D090FE-8C0D-A5E4-B407-D2B6F93D153B}"/>
                </a:ext>
              </a:extLst>
            </p:cNvPr>
            <p:cNvSpPr/>
            <p:nvPr/>
          </p:nvSpPr>
          <p:spPr>
            <a:xfrm>
              <a:off x="219456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4">
              <a:extLst>
                <a:ext uri="{FF2B5EF4-FFF2-40B4-BE49-F238E27FC236}">
                  <a16:creationId xmlns:a16="http://schemas.microsoft.com/office/drawing/2014/main" id="{37871CC2-4B25-8B0F-BDBE-DA734757ED46}"/>
                </a:ext>
              </a:extLst>
            </p:cNvPr>
            <p:cNvSpPr/>
            <p:nvPr/>
          </p:nvSpPr>
          <p:spPr>
            <a:xfrm>
              <a:off x="220400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5">
              <a:extLst>
                <a:ext uri="{FF2B5EF4-FFF2-40B4-BE49-F238E27FC236}">
                  <a16:creationId xmlns:a16="http://schemas.microsoft.com/office/drawing/2014/main" id="{31556EA6-B2EB-F872-3804-5AFF6DAD55D3}"/>
                </a:ext>
              </a:extLst>
            </p:cNvPr>
            <p:cNvSpPr/>
            <p:nvPr/>
          </p:nvSpPr>
          <p:spPr>
            <a:xfrm>
              <a:off x="221344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6">
              <a:extLst>
                <a:ext uri="{FF2B5EF4-FFF2-40B4-BE49-F238E27FC236}">
                  <a16:creationId xmlns:a16="http://schemas.microsoft.com/office/drawing/2014/main" id="{9330F20A-8C9D-74FE-0FA4-5CF1EAB1AFA1}"/>
                </a:ext>
              </a:extLst>
            </p:cNvPr>
            <p:cNvSpPr/>
            <p:nvPr/>
          </p:nvSpPr>
          <p:spPr>
            <a:xfrm>
              <a:off x="222288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7">
              <a:extLst>
                <a:ext uri="{FF2B5EF4-FFF2-40B4-BE49-F238E27FC236}">
                  <a16:creationId xmlns:a16="http://schemas.microsoft.com/office/drawing/2014/main" id="{647B1A9A-8F92-F6DC-DF91-B833F91E2BB0}"/>
                </a:ext>
              </a:extLst>
            </p:cNvPr>
            <p:cNvSpPr/>
            <p:nvPr/>
          </p:nvSpPr>
          <p:spPr>
            <a:xfrm>
              <a:off x="223232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8">
              <a:extLst>
                <a:ext uri="{FF2B5EF4-FFF2-40B4-BE49-F238E27FC236}">
                  <a16:creationId xmlns:a16="http://schemas.microsoft.com/office/drawing/2014/main" id="{14BDE583-0CE9-47EA-D784-0B463424A53F}"/>
                </a:ext>
              </a:extLst>
            </p:cNvPr>
            <p:cNvSpPr/>
            <p:nvPr/>
          </p:nvSpPr>
          <p:spPr>
            <a:xfrm>
              <a:off x="224176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89">
              <a:extLst>
                <a:ext uri="{FF2B5EF4-FFF2-40B4-BE49-F238E27FC236}">
                  <a16:creationId xmlns:a16="http://schemas.microsoft.com/office/drawing/2014/main" id="{9E6076C2-1B1A-5ADC-E286-20AEA4ACE4D8}"/>
                </a:ext>
              </a:extLst>
            </p:cNvPr>
            <p:cNvSpPr/>
            <p:nvPr/>
          </p:nvSpPr>
          <p:spPr>
            <a:xfrm>
              <a:off x="225120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0">
              <a:extLst>
                <a:ext uri="{FF2B5EF4-FFF2-40B4-BE49-F238E27FC236}">
                  <a16:creationId xmlns:a16="http://schemas.microsoft.com/office/drawing/2014/main" id="{1FCF9928-5F52-7A65-5A3E-EB5F4EF8B956}"/>
                </a:ext>
              </a:extLst>
            </p:cNvPr>
            <p:cNvSpPr/>
            <p:nvPr/>
          </p:nvSpPr>
          <p:spPr>
            <a:xfrm>
              <a:off x="226064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1">
              <a:extLst>
                <a:ext uri="{FF2B5EF4-FFF2-40B4-BE49-F238E27FC236}">
                  <a16:creationId xmlns:a16="http://schemas.microsoft.com/office/drawing/2014/main" id="{767BDE91-44D6-F6B8-A11B-1818078AE5BB}"/>
                </a:ext>
              </a:extLst>
            </p:cNvPr>
            <p:cNvSpPr/>
            <p:nvPr/>
          </p:nvSpPr>
          <p:spPr>
            <a:xfrm>
              <a:off x="227008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2">
              <a:extLst>
                <a:ext uri="{FF2B5EF4-FFF2-40B4-BE49-F238E27FC236}">
                  <a16:creationId xmlns:a16="http://schemas.microsoft.com/office/drawing/2014/main" id="{697E84CB-7BA9-DC79-6E45-A1D99A5627F2}"/>
                </a:ext>
              </a:extLst>
            </p:cNvPr>
            <p:cNvSpPr/>
            <p:nvPr/>
          </p:nvSpPr>
          <p:spPr>
            <a:xfrm>
              <a:off x="227952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3">
              <a:extLst>
                <a:ext uri="{FF2B5EF4-FFF2-40B4-BE49-F238E27FC236}">
                  <a16:creationId xmlns:a16="http://schemas.microsoft.com/office/drawing/2014/main" id="{B164AFBC-7270-24F0-9B71-6F139D22FEE3}"/>
                </a:ext>
              </a:extLst>
            </p:cNvPr>
            <p:cNvSpPr/>
            <p:nvPr/>
          </p:nvSpPr>
          <p:spPr>
            <a:xfrm>
              <a:off x="228896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4">
              <a:extLst>
                <a:ext uri="{FF2B5EF4-FFF2-40B4-BE49-F238E27FC236}">
                  <a16:creationId xmlns:a16="http://schemas.microsoft.com/office/drawing/2014/main" id="{62666265-F58F-A569-6E6E-9DE9ADEF0F26}"/>
                </a:ext>
              </a:extLst>
            </p:cNvPr>
            <p:cNvSpPr/>
            <p:nvPr/>
          </p:nvSpPr>
          <p:spPr>
            <a:xfrm>
              <a:off x="229840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5">
              <a:extLst>
                <a:ext uri="{FF2B5EF4-FFF2-40B4-BE49-F238E27FC236}">
                  <a16:creationId xmlns:a16="http://schemas.microsoft.com/office/drawing/2014/main" id="{EB33D7EC-A57A-B84B-D63F-7F597487351D}"/>
                </a:ext>
              </a:extLst>
            </p:cNvPr>
            <p:cNvSpPr/>
            <p:nvPr/>
          </p:nvSpPr>
          <p:spPr>
            <a:xfrm>
              <a:off x="230784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6">
              <a:extLst>
                <a:ext uri="{FF2B5EF4-FFF2-40B4-BE49-F238E27FC236}">
                  <a16:creationId xmlns:a16="http://schemas.microsoft.com/office/drawing/2014/main" id="{6595DC40-4A09-0FE4-3071-5F2BCB543BD5}"/>
                </a:ext>
              </a:extLst>
            </p:cNvPr>
            <p:cNvSpPr/>
            <p:nvPr/>
          </p:nvSpPr>
          <p:spPr>
            <a:xfrm>
              <a:off x="231728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7">
              <a:extLst>
                <a:ext uri="{FF2B5EF4-FFF2-40B4-BE49-F238E27FC236}">
                  <a16:creationId xmlns:a16="http://schemas.microsoft.com/office/drawing/2014/main" id="{67B4E584-ADAF-7A5E-7747-49671F53D524}"/>
                </a:ext>
              </a:extLst>
            </p:cNvPr>
            <p:cNvSpPr/>
            <p:nvPr/>
          </p:nvSpPr>
          <p:spPr>
            <a:xfrm>
              <a:off x="232672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8">
              <a:extLst>
                <a:ext uri="{FF2B5EF4-FFF2-40B4-BE49-F238E27FC236}">
                  <a16:creationId xmlns:a16="http://schemas.microsoft.com/office/drawing/2014/main" id="{B0CCE996-A359-519A-F0A9-1692ADD774AD}"/>
                </a:ext>
              </a:extLst>
            </p:cNvPr>
            <p:cNvSpPr/>
            <p:nvPr/>
          </p:nvSpPr>
          <p:spPr>
            <a:xfrm>
              <a:off x="2345607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499">
              <a:extLst>
                <a:ext uri="{FF2B5EF4-FFF2-40B4-BE49-F238E27FC236}">
                  <a16:creationId xmlns:a16="http://schemas.microsoft.com/office/drawing/2014/main" id="{0A0D55EE-6075-09D0-09FE-E09B9F3D332E}"/>
                </a:ext>
              </a:extLst>
            </p:cNvPr>
            <p:cNvSpPr/>
            <p:nvPr/>
          </p:nvSpPr>
          <p:spPr>
            <a:xfrm>
              <a:off x="2355047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0">
              <a:extLst>
                <a:ext uri="{FF2B5EF4-FFF2-40B4-BE49-F238E27FC236}">
                  <a16:creationId xmlns:a16="http://schemas.microsoft.com/office/drawing/2014/main" id="{D0FE6335-997E-3A66-E16D-239210921265}"/>
                </a:ext>
              </a:extLst>
            </p:cNvPr>
            <p:cNvSpPr/>
            <p:nvPr/>
          </p:nvSpPr>
          <p:spPr>
            <a:xfrm>
              <a:off x="2364487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1">
              <a:extLst>
                <a:ext uri="{FF2B5EF4-FFF2-40B4-BE49-F238E27FC236}">
                  <a16:creationId xmlns:a16="http://schemas.microsoft.com/office/drawing/2014/main" id="{E3C8440A-209B-1BE2-29BB-499A2550D02B}"/>
                </a:ext>
              </a:extLst>
            </p:cNvPr>
            <p:cNvSpPr/>
            <p:nvPr/>
          </p:nvSpPr>
          <p:spPr>
            <a:xfrm>
              <a:off x="2364487" y="1148744"/>
              <a:ext cx="918739" cy="914400"/>
            </a:xfrm>
            <a:custGeom>
              <a:avLst/>
              <a:gdLst/>
              <a:ahLst/>
              <a:cxnLst/>
              <a:rect l="0" t="0" r="0" b="0"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2">
              <a:extLst>
                <a:ext uri="{FF2B5EF4-FFF2-40B4-BE49-F238E27FC236}">
                  <a16:creationId xmlns:a16="http://schemas.microsoft.com/office/drawing/2014/main" id="{64784494-3F7B-FAFC-FACC-E4D7F5269112}"/>
                </a:ext>
              </a:extLst>
            </p:cNvPr>
            <p:cNvSpPr/>
            <p:nvPr/>
          </p:nvSpPr>
          <p:spPr>
            <a:xfrm>
              <a:off x="3468995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3">
              <a:extLst>
                <a:ext uri="{FF2B5EF4-FFF2-40B4-BE49-F238E27FC236}">
                  <a16:creationId xmlns:a16="http://schemas.microsoft.com/office/drawing/2014/main" id="{9626A0D0-29E3-87CB-F9C4-C30E6D5D761F}"/>
                </a:ext>
              </a:extLst>
            </p:cNvPr>
            <p:cNvSpPr/>
            <p:nvPr/>
          </p:nvSpPr>
          <p:spPr>
            <a:xfrm>
              <a:off x="3478435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4">
              <a:extLst>
                <a:ext uri="{FF2B5EF4-FFF2-40B4-BE49-F238E27FC236}">
                  <a16:creationId xmlns:a16="http://schemas.microsoft.com/office/drawing/2014/main" id="{3BD52ED6-BD75-D114-57CE-7C23A0812AB8}"/>
                </a:ext>
              </a:extLst>
            </p:cNvPr>
            <p:cNvSpPr/>
            <p:nvPr/>
          </p:nvSpPr>
          <p:spPr>
            <a:xfrm>
              <a:off x="347843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5">
              <a:extLst>
                <a:ext uri="{FF2B5EF4-FFF2-40B4-BE49-F238E27FC236}">
                  <a16:creationId xmlns:a16="http://schemas.microsoft.com/office/drawing/2014/main" id="{990DCD73-389A-E607-FD21-2CBC6C832EF1}"/>
                </a:ext>
              </a:extLst>
            </p:cNvPr>
            <p:cNvSpPr/>
            <p:nvPr/>
          </p:nvSpPr>
          <p:spPr>
            <a:xfrm>
              <a:off x="348787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6">
              <a:extLst>
                <a:ext uri="{FF2B5EF4-FFF2-40B4-BE49-F238E27FC236}">
                  <a16:creationId xmlns:a16="http://schemas.microsoft.com/office/drawing/2014/main" id="{75D993CB-7009-302D-E91A-070B73824791}"/>
                </a:ext>
              </a:extLst>
            </p:cNvPr>
            <p:cNvSpPr/>
            <p:nvPr/>
          </p:nvSpPr>
          <p:spPr>
            <a:xfrm>
              <a:off x="349731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7">
              <a:extLst>
                <a:ext uri="{FF2B5EF4-FFF2-40B4-BE49-F238E27FC236}">
                  <a16:creationId xmlns:a16="http://schemas.microsoft.com/office/drawing/2014/main" id="{295DF0BB-68F1-97AD-EAED-B9812224F3AC}"/>
                </a:ext>
              </a:extLst>
            </p:cNvPr>
            <p:cNvSpPr/>
            <p:nvPr/>
          </p:nvSpPr>
          <p:spPr>
            <a:xfrm>
              <a:off x="350675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8">
              <a:extLst>
                <a:ext uri="{FF2B5EF4-FFF2-40B4-BE49-F238E27FC236}">
                  <a16:creationId xmlns:a16="http://schemas.microsoft.com/office/drawing/2014/main" id="{334F2C4B-022E-8B39-938A-F04C078957BC}"/>
                </a:ext>
              </a:extLst>
            </p:cNvPr>
            <p:cNvSpPr/>
            <p:nvPr/>
          </p:nvSpPr>
          <p:spPr>
            <a:xfrm>
              <a:off x="351619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09">
              <a:extLst>
                <a:ext uri="{FF2B5EF4-FFF2-40B4-BE49-F238E27FC236}">
                  <a16:creationId xmlns:a16="http://schemas.microsoft.com/office/drawing/2014/main" id="{23ECD6CA-037B-C3B1-3FFF-06979CD23CA7}"/>
                </a:ext>
              </a:extLst>
            </p:cNvPr>
            <p:cNvSpPr/>
            <p:nvPr/>
          </p:nvSpPr>
          <p:spPr>
            <a:xfrm>
              <a:off x="352563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0">
              <a:extLst>
                <a:ext uri="{FF2B5EF4-FFF2-40B4-BE49-F238E27FC236}">
                  <a16:creationId xmlns:a16="http://schemas.microsoft.com/office/drawing/2014/main" id="{6335911C-74A5-8E15-265A-E9E5A0C33F3B}"/>
                </a:ext>
              </a:extLst>
            </p:cNvPr>
            <p:cNvSpPr/>
            <p:nvPr/>
          </p:nvSpPr>
          <p:spPr>
            <a:xfrm>
              <a:off x="353507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1">
              <a:extLst>
                <a:ext uri="{FF2B5EF4-FFF2-40B4-BE49-F238E27FC236}">
                  <a16:creationId xmlns:a16="http://schemas.microsoft.com/office/drawing/2014/main" id="{462065DC-1F65-01D6-F443-34290CFFD5A1}"/>
                </a:ext>
              </a:extLst>
            </p:cNvPr>
            <p:cNvSpPr/>
            <p:nvPr/>
          </p:nvSpPr>
          <p:spPr>
            <a:xfrm>
              <a:off x="354451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2">
              <a:extLst>
                <a:ext uri="{FF2B5EF4-FFF2-40B4-BE49-F238E27FC236}">
                  <a16:creationId xmlns:a16="http://schemas.microsoft.com/office/drawing/2014/main" id="{9557D961-EB72-7FFC-7ED3-70AD90D1D1F9}"/>
                </a:ext>
              </a:extLst>
            </p:cNvPr>
            <p:cNvSpPr/>
            <p:nvPr/>
          </p:nvSpPr>
          <p:spPr>
            <a:xfrm>
              <a:off x="355395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3">
              <a:extLst>
                <a:ext uri="{FF2B5EF4-FFF2-40B4-BE49-F238E27FC236}">
                  <a16:creationId xmlns:a16="http://schemas.microsoft.com/office/drawing/2014/main" id="{01E8722C-7B13-41A1-1906-8B926E12EC7D}"/>
                </a:ext>
              </a:extLst>
            </p:cNvPr>
            <p:cNvSpPr/>
            <p:nvPr/>
          </p:nvSpPr>
          <p:spPr>
            <a:xfrm>
              <a:off x="356339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4">
              <a:extLst>
                <a:ext uri="{FF2B5EF4-FFF2-40B4-BE49-F238E27FC236}">
                  <a16:creationId xmlns:a16="http://schemas.microsoft.com/office/drawing/2014/main" id="{11168129-E0FD-4DF4-D90C-2CFAA3995CBF}"/>
                </a:ext>
              </a:extLst>
            </p:cNvPr>
            <p:cNvSpPr/>
            <p:nvPr/>
          </p:nvSpPr>
          <p:spPr>
            <a:xfrm>
              <a:off x="357283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5">
              <a:extLst>
                <a:ext uri="{FF2B5EF4-FFF2-40B4-BE49-F238E27FC236}">
                  <a16:creationId xmlns:a16="http://schemas.microsoft.com/office/drawing/2014/main" id="{80B32988-EC54-DC06-2B09-37DE992E9823}"/>
                </a:ext>
              </a:extLst>
            </p:cNvPr>
            <p:cNvSpPr/>
            <p:nvPr/>
          </p:nvSpPr>
          <p:spPr>
            <a:xfrm>
              <a:off x="358227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6">
              <a:extLst>
                <a:ext uri="{FF2B5EF4-FFF2-40B4-BE49-F238E27FC236}">
                  <a16:creationId xmlns:a16="http://schemas.microsoft.com/office/drawing/2014/main" id="{C44890D9-0EB8-8B07-BA4F-66F4C502ECD7}"/>
                </a:ext>
              </a:extLst>
            </p:cNvPr>
            <p:cNvSpPr/>
            <p:nvPr/>
          </p:nvSpPr>
          <p:spPr>
            <a:xfrm>
              <a:off x="359171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7">
              <a:extLst>
                <a:ext uri="{FF2B5EF4-FFF2-40B4-BE49-F238E27FC236}">
                  <a16:creationId xmlns:a16="http://schemas.microsoft.com/office/drawing/2014/main" id="{D77D3FB2-670E-8A09-1291-BB86C770A6A8}"/>
                </a:ext>
              </a:extLst>
            </p:cNvPr>
            <p:cNvSpPr/>
            <p:nvPr/>
          </p:nvSpPr>
          <p:spPr>
            <a:xfrm>
              <a:off x="360115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8">
              <a:extLst>
                <a:ext uri="{FF2B5EF4-FFF2-40B4-BE49-F238E27FC236}">
                  <a16:creationId xmlns:a16="http://schemas.microsoft.com/office/drawing/2014/main" id="{A4C929FB-E60F-6998-C087-8711037154DC}"/>
                </a:ext>
              </a:extLst>
            </p:cNvPr>
            <p:cNvSpPr/>
            <p:nvPr/>
          </p:nvSpPr>
          <p:spPr>
            <a:xfrm>
              <a:off x="361059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19">
              <a:extLst>
                <a:ext uri="{FF2B5EF4-FFF2-40B4-BE49-F238E27FC236}">
                  <a16:creationId xmlns:a16="http://schemas.microsoft.com/office/drawing/2014/main" id="{896C30B5-63F0-6522-5739-4A307B62337F}"/>
                </a:ext>
              </a:extLst>
            </p:cNvPr>
            <p:cNvSpPr/>
            <p:nvPr/>
          </p:nvSpPr>
          <p:spPr>
            <a:xfrm>
              <a:off x="362003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0">
              <a:extLst>
                <a:ext uri="{FF2B5EF4-FFF2-40B4-BE49-F238E27FC236}">
                  <a16:creationId xmlns:a16="http://schemas.microsoft.com/office/drawing/2014/main" id="{5FB887C8-50B5-3834-4D25-592E8AF37DF6}"/>
                </a:ext>
              </a:extLst>
            </p:cNvPr>
            <p:cNvSpPr/>
            <p:nvPr/>
          </p:nvSpPr>
          <p:spPr>
            <a:xfrm>
              <a:off x="362947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1">
              <a:extLst>
                <a:ext uri="{FF2B5EF4-FFF2-40B4-BE49-F238E27FC236}">
                  <a16:creationId xmlns:a16="http://schemas.microsoft.com/office/drawing/2014/main" id="{DD010E81-80B9-11DD-07A2-DBD12F41FE03}"/>
                </a:ext>
              </a:extLst>
            </p:cNvPr>
            <p:cNvSpPr/>
            <p:nvPr/>
          </p:nvSpPr>
          <p:spPr>
            <a:xfrm>
              <a:off x="363891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2">
              <a:extLst>
                <a:ext uri="{FF2B5EF4-FFF2-40B4-BE49-F238E27FC236}">
                  <a16:creationId xmlns:a16="http://schemas.microsoft.com/office/drawing/2014/main" id="{D3B28A6A-EFE8-4D08-B3C9-DE9D0ADF3403}"/>
                </a:ext>
              </a:extLst>
            </p:cNvPr>
            <p:cNvSpPr/>
            <p:nvPr/>
          </p:nvSpPr>
          <p:spPr>
            <a:xfrm>
              <a:off x="364836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3">
              <a:extLst>
                <a:ext uri="{FF2B5EF4-FFF2-40B4-BE49-F238E27FC236}">
                  <a16:creationId xmlns:a16="http://schemas.microsoft.com/office/drawing/2014/main" id="{A4DFC116-8843-23ED-F72B-B4A3554C83EC}"/>
                </a:ext>
              </a:extLst>
            </p:cNvPr>
            <p:cNvSpPr/>
            <p:nvPr/>
          </p:nvSpPr>
          <p:spPr>
            <a:xfrm>
              <a:off x="365780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4">
              <a:extLst>
                <a:ext uri="{FF2B5EF4-FFF2-40B4-BE49-F238E27FC236}">
                  <a16:creationId xmlns:a16="http://schemas.microsoft.com/office/drawing/2014/main" id="{77FFE439-6669-6DF9-6B41-D7BB85CECFED}"/>
                </a:ext>
              </a:extLst>
            </p:cNvPr>
            <p:cNvSpPr/>
            <p:nvPr/>
          </p:nvSpPr>
          <p:spPr>
            <a:xfrm>
              <a:off x="366724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5">
              <a:extLst>
                <a:ext uri="{FF2B5EF4-FFF2-40B4-BE49-F238E27FC236}">
                  <a16:creationId xmlns:a16="http://schemas.microsoft.com/office/drawing/2014/main" id="{A133A715-2AA8-FDF7-799B-73FDBC0A5E7E}"/>
                </a:ext>
              </a:extLst>
            </p:cNvPr>
            <p:cNvSpPr/>
            <p:nvPr/>
          </p:nvSpPr>
          <p:spPr>
            <a:xfrm>
              <a:off x="367668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6">
              <a:extLst>
                <a:ext uri="{FF2B5EF4-FFF2-40B4-BE49-F238E27FC236}">
                  <a16:creationId xmlns:a16="http://schemas.microsoft.com/office/drawing/2014/main" id="{EDE647F1-23A8-0EC9-E0C4-33D5AA86AAFE}"/>
                </a:ext>
              </a:extLst>
            </p:cNvPr>
            <p:cNvSpPr/>
            <p:nvPr/>
          </p:nvSpPr>
          <p:spPr>
            <a:xfrm>
              <a:off x="368612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7">
              <a:extLst>
                <a:ext uri="{FF2B5EF4-FFF2-40B4-BE49-F238E27FC236}">
                  <a16:creationId xmlns:a16="http://schemas.microsoft.com/office/drawing/2014/main" id="{00F02DE3-BB1C-356D-1F22-CBB57DE2A7C6}"/>
                </a:ext>
              </a:extLst>
            </p:cNvPr>
            <p:cNvSpPr/>
            <p:nvPr/>
          </p:nvSpPr>
          <p:spPr>
            <a:xfrm>
              <a:off x="369556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8">
              <a:extLst>
                <a:ext uri="{FF2B5EF4-FFF2-40B4-BE49-F238E27FC236}">
                  <a16:creationId xmlns:a16="http://schemas.microsoft.com/office/drawing/2014/main" id="{D77C4FA0-FED3-86E1-2385-B60FB5056083}"/>
                </a:ext>
              </a:extLst>
            </p:cNvPr>
            <p:cNvSpPr/>
            <p:nvPr/>
          </p:nvSpPr>
          <p:spPr>
            <a:xfrm>
              <a:off x="370500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29">
              <a:extLst>
                <a:ext uri="{FF2B5EF4-FFF2-40B4-BE49-F238E27FC236}">
                  <a16:creationId xmlns:a16="http://schemas.microsoft.com/office/drawing/2014/main" id="{E4A338A3-02E8-6907-717A-E145704D4A4D}"/>
                </a:ext>
              </a:extLst>
            </p:cNvPr>
            <p:cNvSpPr/>
            <p:nvPr/>
          </p:nvSpPr>
          <p:spPr>
            <a:xfrm>
              <a:off x="371444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0">
              <a:extLst>
                <a:ext uri="{FF2B5EF4-FFF2-40B4-BE49-F238E27FC236}">
                  <a16:creationId xmlns:a16="http://schemas.microsoft.com/office/drawing/2014/main" id="{7C279868-69D8-7B27-CB5A-F61DC69C17FC}"/>
                </a:ext>
              </a:extLst>
            </p:cNvPr>
            <p:cNvSpPr/>
            <p:nvPr/>
          </p:nvSpPr>
          <p:spPr>
            <a:xfrm>
              <a:off x="372388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1">
              <a:extLst>
                <a:ext uri="{FF2B5EF4-FFF2-40B4-BE49-F238E27FC236}">
                  <a16:creationId xmlns:a16="http://schemas.microsoft.com/office/drawing/2014/main" id="{708570A4-3FDC-8C86-2BE6-DEB40D71788E}"/>
                </a:ext>
              </a:extLst>
            </p:cNvPr>
            <p:cNvSpPr/>
            <p:nvPr/>
          </p:nvSpPr>
          <p:spPr>
            <a:xfrm>
              <a:off x="373332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2">
              <a:extLst>
                <a:ext uri="{FF2B5EF4-FFF2-40B4-BE49-F238E27FC236}">
                  <a16:creationId xmlns:a16="http://schemas.microsoft.com/office/drawing/2014/main" id="{41C55C9F-1819-A213-04E6-D6B79DE89901}"/>
                </a:ext>
              </a:extLst>
            </p:cNvPr>
            <p:cNvSpPr/>
            <p:nvPr/>
          </p:nvSpPr>
          <p:spPr>
            <a:xfrm>
              <a:off x="374276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3">
              <a:extLst>
                <a:ext uri="{FF2B5EF4-FFF2-40B4-BE49-F238E27FC236}">
                  <a16:creationId xmlns:a16="http://schemas.microsoft.com/office/drawing/2014/main" id="{A3E15C5B-B75A-4CE2-F68A-548551B67CFC}"/>
                </a:ext>
              </a:extLst>
            </p:cNvPr>
            <p:cNvSpPr/>
            <p:nvPr/>
          </p:nvSpPr>
          <p:spPr>
            <a:xfrm>
              <a:off x="375220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4">
              <a:extLst>
                <a:ext uri="{FF2B5EF4-FFF2-40B4-BE49-F238E27FC236}">
                  <a16:creationId xmlns:a16="http://schemas.microsoft.com/office/drawing/2014/main" id="{0EE0CC3A-D324-5570-F4D5-E87F77ECF476}"/>
                </a:ext>
              </a:extLst>
            </p:cNvPr>
            <p:cNvSpPr/>
            <p:nvPr/>
          </p:nvSpPr>
          <p:spPr>
            <a:xfrm>
              <a:off x="376164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5">
              <a:extLst>
                <a:ext uri="{FF2B5EF4-FFF2-40B4-BE49-F238E27FC236}">
                  <a16:creationId xmlns:a16="http://schemas.microsoft.com/office/drawing/2014/main" id="{4B21BBB6-E345-93A2-2E70-9B7B09D2EE54}"/>
                </a:ext>
              </a:extLst>
            </p:cNvPr>
            <p:cNvSpPr/>
            <p:nvPr/>
          </p:nvSpPr>
          <p:spPr>
            <a:xfrm>
              <a:off x="377108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6">
              <a:extLst>
                <a:ext uri="{FF2B5EF4-FFF2-40B4-BE49-F238E27FC236}">
                  <a16:creationId xmlns:a16="http://schemas.microsoft.com/office/drawing/2014/main" id="{7B90100F-1178-6350-0698-4AB8D71D112E}"/>
                </a:ext>
              </a:extLst>
            </p:cNvPr>
            <p:cNvSpPr/>
            <p:nvPr/>
          </p:nvSpPr>
          <p:spPr>
            <a:xfrm>
              <a:off x="378052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7">
              <a:extLst>
                <a:ext uri="{FF2B5EF4-FFF2-40B4-BE49-F238E27FC236}">
                  <a16:creationId xmlns:a16="http://schemas.microsoft.com/office/drawing/2014/main" id="{E8924DB7-6BC7-8D2D-22D4-B0C92CAF0DF0}"/>
                </a:ext>
              </a:extLst>
            </p:cNvPr>
            <p:cNvSpPr/>
            <p:nvPr/>
          </p:nvSpPr>
          <p:spPr>
            <a:xfrm>
              <a:off x="378996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8">
              <a:extLst>
                <a:ext uri="{FF2B5EF4-FFF2-40B4-BE49-F238E27FC236}">
                  <a16:creationId xmlns:a16="http://schemas.microsoft.com/office/drawing/2014/main" id="{701FD4C7-EA67-3E23-3C75-413152C16505}"/>
                </a:ext>
              </a:extLst>
            </p:cNvPr>
            <p:cNvSpPr/>
            <p:nvPr/>
          </p:nvSpPr>
          <p:spPr>
            <a:xfrm>
              <a:off x="379940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39">
              <a:extLst>
                <a:ext uri="{FF2B5EF4-FFF2-40B4-BE49-F238E27FC236}">
                  <a16:creationId xmlns:a16="http://schemas.microsoft.com/office/drawing/2014/main" id="{E28ED9D5-05E7-C347-B6E9-5FD4E40FBDCF}"/>
                </a:ext>
              </a:extLst>
            </p:cNvPr>
            <p:cNvSpPr/>
            <p:nvPr/>
          </p:nvSpPr>
          <p:spPr>
            <a:xfrm>
              <a:off x="380884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0">
              <a:extLst>
                <a:ext uri="{FF2B5EF4-FFF2-40B4-BE49-F238E27FC236}">
                  <a16:creationId xmlns:a16="http://schemas.microsoft.com/office/drawing/2014/main" id="{B13DF0DA-480F-A3CB-E282-499169DB1673}"/>
                </a:ext>
              </a:extLst>
            </p:cNvPr>
            <p:cNvSpPr/>
            <p:nvPr/>
          </p:nvSpPr>
          <p:spPr>
            <a:xfrm>
              <a:off x="381828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1">
              <a:extLst>
                <a:ext uri="{FF2B5EF4-FFF2-40B4-BE49-F238E27FC236}">
                  <a16:creationId xmlns:a16="http://schemas.microsoft.com/office/drawing/2014/main" id="{404CD97F-4B4A-6B2F-90ED-4CC7E575D661}"/>
                </a:ext>
              </a:extLst>
            </p:cNvPr>
            <p:cNvSpPr/>
            <p:nvPr/>
          </p:nvSpPr>
          <p:spPr>
            <a:xfrm>
              <a:off x="382772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2">
              <a:extLst>
                <a:ext uri="{FF2B5EF4-FFF2-40B4-BE49-F238E27FC236}">
                  <a16:creationId xmlns:a16="http://schemas.microsoft.com/office/drawing/2014/main" id="{57C69DC8-09A8-FE8B-0425-7A9969B124E6}"/>
                </a:ext>
              </a:extLst>
            </p:cNvPr>
            <p:cNvSpPr/>
            <p:nvPr/>
          </p:nvSpPr>
          <p:spPr>
            <a:xfrm>
              <a:off x="383716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3">
              <a:extLst>
                <a:ext uri="{FF2B5EF4-FFF2-40B4-BE49-F238E27FC236}">
                  <a16:creationId xmlns:a16="http://schemas.microsoft.com/office/drawing/2014/main" id="{F99F7F95-FF27-0B88-5601-5E0DEBE9A280}"/>
                </a:ext>
              </a:extLst>
            </p:cNvPr>
            <p:cNvSpPr/>
            <p:nvPr/>
          </p:nvSpPr>
          <p:spPr>
            <a:xfrm>
              <a:off x="384660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4">
              <a:extLst>
                <a:ext uri="{FF2B5EF4-FFF2-40B4-BE49-F238E27FC236}">
                  <a16:creationId xmlns:a16="http://schemas.microsoft.com/office/drawing/2014/main" id="{7194A0C7-F541-79C6-75EC-C5E74964468C}"/>
                </a:ext>
              </a:extLst>
            </p:cNvPr>
            <p:cNvSpPr/>
            <p:nvPr/>
          </p:nvSpPr>
          <p:spPr>
            <a:xfrm>
              <a:off x="385604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5">
              <a:extLst>
                <a:ext uri="{FF2B5EF4-FFF2-40B4-BE49-F238E27FC236}">
                  <a16:creationId xmlns:a16="http://schemas.microsoft.com/office/drawing/2014/main" id="{990ADA67-B461-8F97-E05C-65EDA24626F8}"/>
                </a:ext>
              </a:extLst>
            </p:cNvPr>
            <p:cNvSpPr/>
            <p:nvPr/>
          </p:nvSpPr>
          <p:spPr>
            <a:xfrm>
              <a:off x="3865485" y="1148744"/>
              <a:ext cx="919258" cy="914400"/>
            </a:xfrm>
            <a:custGeom>
              <a:avLst/>
              <a:gdLst/>
              <a:ahLst/>
              <a:cxnLst/>
              <a:rect l="0" t="0" r="0" b="0"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6">
              <a:extLst>
                <a:ext uri="{FF2B5EF4-FFF2-40B4-BE49-F238E27FC236}">
                  <a16:creationId xmlns:a16="http://schemas.microsoft.com/office/drawing/2014/main" id="{43E171C3-3FD7-66B9-4F71-772CA4EAE3E3}"/>
                </a:ext>
              </a:extLst>
            </p:cNvPr>
            <p:cNvSpPr/>
            <p:nvPr/>
          </p:nvSpPr>
          <p:spPr>
            <a:xfrm>
              <a:off x="2052959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7">
              <a:extLst>
                <a:ext uri="{FF2B5EF4-FFF2-40B4-BE49-F238E27FC236}">
                  <a16:creationId xmlns:a16="http://schemas.microsoft.com/office/drawing/2014/main" id="{C777DC13-F60F-B828-AB12-6A6C93771DB0}"/>
                </a:ext>
              </a:extLst>
            </p:cNvPr>
            <p:cNvSpPr/>
            <p:nvPr/>
          </p:nvSpPr>
          <p:spPr>
            <a:xfrm>
              <a:off x="205295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8">
              <a:extLst>
                <a:ext uri="{FF2B5EF4-FFF2-40B4-BE49-F238E27FC236}">
                  <a16:creationId xmlns:a16="http://schemas.microsoft.com/office/drawing/2014/main" id="{354AF34D-8EA7-7D52-51FC-191FFB0AA0D8}"/>
                </a:ext>
              </a:extLst>
            </p:cNvPr>
            <p:cNvSpPr/>
            <p:nvPr/>
          </p:nvSpPr>
          <p:spPr>
            <a:xfrm>
              <a:off x="206239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49">
              <a:extLst>
                <a:ext uri="{FF2B5EF4-FFF2-40B4-BE49-F238E27FC236}">
                  <a16:creationId xmlns:a16="http://schemas.microsoft.com/office/drawing/2014/main" id="{C500A49F-2F92-72A5-8202-B7E355C61162}"/>
                </a:ext>
              </a:extLst>
            </p:cNvPr>
            <p:cNvSpPr/>
            <p:nvPr/>
          </p:nvSpPr>
          <p:spPr>
            <a:xfrm>
              <a:off x="207184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0">
              <a:extLst>
                <a:ext uri="{FF2B5EF4-FFF2-40B4-BE49-F238E27FC236}">
                  <a16:creationId xmlns:a16="http://schemas.microsoft.com/office/drawing/2014/main" id="{99E73813-9616-3D98-C9D5-CA5ED50C37FA}"/>
                </a:ext>
              </a:extLst>
            </p:cNvPr>
            <p:cNvSpPr/>
            <p:nvPr/>
          </p:nvSpPr>
          <p:spPr>
            <a:xfrm>
              <a:off x="208128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1">
              <a:extLst>
                <a:ext uri="{FF2B5EF4-FFF2-40B4-BE49-F238E27FC236}">
                  <a16:creationId xmlns:a16="http://schemas.microsoft.com/office/drawing/2014/main" id="{90CD462B-460D-DDC1-DC14-3DC0A90A69E4}"/>
                </a:ext>
              </a:extLst>
            </p:cNvPr>
            <p:cNvSpPr/>
            <p:nvPr/>
          </p:nvSpPr>
          <p:spPr>
            <a:xfrm>
              <a:off x="209072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2">
              <a:extLst>
                <a:ext uri="{FF2B5EF4-FFF2-40B4-BE49-F238E27FC236}">
                  <a16:creationId xmlns:a16="http://schemas.microsoft.com/office/drawing/2014/main" id="{6D8B1C15-36EE-4889-CEEB-CF089DB1E3E7}"/>
                </a:ext>
              </a:extLst>
            </p:cNvPr>
            <p:cNvSpPr/>
            <p:nvPr/>
          </p:nvSpPr>
          <p:spPr>
            <a:xfrm>
              <a:off x="210016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3">
              <a:extLst>
                <a:ext uri="{FF2B5EF4-FFF2-40B4-BE49-F238E27FC236}">
                  <a16:creationId xmlns:a16="http://schemas.microsoft.com/office/drawing/2014/main" id="{4B92E291-75BA-F30D-5F4B-A333D073FCE9}"/>
                </a:ext>
              </a:extLst>
            </p:cNvPr>
            <p:cNvSpPr/>
            <p:nvPr/>
          </p:nvSpPr>
          <p:spPr>
            <a:xfrm>
              <a:off x="210960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4">
              <a:extLst>
                <a:ext uri="{FF2B5EF4-FFF2-40B4-BE49-F238E27FC236}">
                  <a16:creationId xmlns:a16="http://schemas.microsoft.com/office/drawing/2014/main" id="{CFC0BD74-814C-C6AD-8E00-CC2AA3DAC3BA}"/>
                </a:ext>
              </a:extLst>
            </p:cNvPr>
            <p:cNvSpPr/>
            <p:nvPr/>
          </p:nvSpPr>
          <p:spPr>
            <a:xfrm>
              <a:off x="211904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5">
              <a:extLst>
                <a:ext uri="{FF2B5EF4-FFF2-40B4-BE49-F238E27FC236}">
                  <a16:creationId xmlns:a16="http://schemas.microsoft.com/office/drawing/2014/main" id="{F524AE41-BFAF-398E-C569-A4F947121C98}"/>
                </a:ext>
              </a:extLst>
            </p:cNvPr>
            <p:cNvSpPr/>
            <p:nvPr/>
          </p:nvSpPr>
          <p:spPr>
            <a:xfrm>
              <a:off x="212848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6">
              <a:extLst>
                <a:ext uri="{FF2B5EF4-FFF2-40B4-BE49-F238E27FC236}">
                  <a16:creationId xmlns:a16="http://schemas.microsoft.com/office/drawing/2014/main" id="{1B638D1D-B88E-A783-6D78-6B6BE71525B0}"/>
                </a:ext>
              </a:extLst>
            </p:cNvPr>
            <p:cNvSpPr/>
            <p:nvPr/>
          </p:nvSpPr>
          <p:spPr>
            <a:xfrm>
              <a:off x="213792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7">
              <a:extLst>
                <a:ext uri="{FF2B5EF4-FFF2-40B4-BE49-F238E27FC236}">
                  <a16:creationId xmlns:a16="http://schemas.microsoft.com/office/drawing/2014/main" id="{9D2C4892-688F-56A8-337F-D7FA81C80CD9}"/>
                </a:ext>
              </a:extLst>
            </p:cNvPr>
            <p:cNvSpPr/>
            <p:nvPr/>
          </p:nvSpPr>
          <p:spPr>
            <a:xfrm>
              <a:off x="214736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8">
              <a:extLst>
                <a:ext uri="{FF2B5EF4-FFF2-40B4-BE49-F238E27FC236}">
                  <a16:creationId xmlns:a16="http://schemas.microsoft.com/office/drawing/2014/main" id="{2155A5F7-ECE2-FC5A-F3E2-17FE9C0DCADF}"/>
                </a:ext>
              </a:extLst>
            </p:cNvPr>
            <p:cNvSpPr/>
            <p:nvPr/>
          </p:nvSpPr>
          <p:spPr>
            <a:xfrm>
              <a:off x="215680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59">
              <a:extLst>
                <a:ext uri="{FF2B5EF4-FFF2-40B4-BE49-F238E27FC236}">
                  <a16:creationId xmlns:a16="http://schemas.microsoft.com/office/drawing/2014/main" id="{123E86CC-BBB9-8279-E43D-7769CC22A8A3}"/>
                </a:ext>
              </a:extLst>
            </p:cNvPr>
            <p:cNvSpPr/>
            <p:nvPr/>
          </p:nvSpPr>
          <p:spPr>
            <a:xfrm>
              <a:off x="216624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0">
              <a:extLst>
                <a:ext uri="{FF2B5EF4-FFF2-40B4-BE49-F238E27FC236}">
                  <a16:creationId xmlns:a16="http://schemas.microsoft.com/office/drawing/2014/main" id="{54C6D0A4-A08F-0B71-CF84-637C3636E492}"/>
                </a:ext>
              </a:extLst>
            </p:cNvPr>
            <p:cNvSpPr/>
            <p:nvPr/>
          </p:nvSpPr>
          <p:spPr>
            <a:xfrm>
              <a:off x="217568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1">
              <a:extLst>
                <a:ext uri="{FF2B5EF4-FFF2-40B4-BE49-F238E27FC236}">
                  <a16:creationId xmlns:a16="http://schemas.microsoft.com/office/drawing/2014/main" id="{BB05FAAF-EE33-D4C2-138C-EA7A33EF8DB9}"/>
                </a:ext>
              </a:extLst>
            </p:cNvPr>
            <p:cNvSpPr/>
            <p:nvPr/>
          </p:nvSpPr>
          <p:spPr>
            <a:xfrm>
              <a:off x="218512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2">
              <a:extLst>
                <a:ext uri="{FF2B5EF4-FFF2-40B4-BE49-F238E27FC236}">
                  <a16:creationId xmlns:a16="http://schemas.microsoft.com/office/drawing/2014/main" id="{C2322997-9BF5-BD41-EB59-AC3562F25632}"/>
                </a:ext>
              </a:extLst>
            </p:cNvPr>
            <p:cNvSpPr/>
            <p:nvPr/>
          </p:nvSpPr>
          <p:spPr>
            <a:xfrm>
              <a:off x="219456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3">
              <a:extLst>
                <a:ext uri="{FF2B5EF4-FFF2-40B4-BE49-F238E27FC236}">
                  <a16:creationId xmlns:a16="http://schemas.microsoft.com/office/drawing/2014/main" id="{08F3521B-B2DB-555F-8746-CD9203BBC92F}"/>
                </a:ext>
              </a:extLst>
            </p:cNvPr>
            <p:cNvSpPr/>
            <p:nvPr/>
          </p:nvSpPr>
          <p:spPr>
            <a:xfrm>
              <a:off x="220400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4">
              <a:extLst>
                <a:ext uri="{FF2B5EF4-FFF2-40B4-BE49-F238E27FC236}">
                  <a16:creationId xmlns:a16="http://schemas.microsoft.com/office/drawing/2014/main" id="{08A19795-7111-F1C9-1C71-3BB13841F40E}"/>
                </a:ext>
              </a:extLst>
            </p:cNvPr>
            <p:cNvSpPr/>
            <p:nvPr/>
          </p:nvSpPr>
          <p:spPr>
            <a:xfrm>
              <a:off x="221344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5">
              <a:extLst>
                <a:ext uri="{FF2B5EF4-FFF2-40B4-BE49-F238E27FC236}">
                  <a16:creationId xmlns:a16="http://schemas.microsoft.com/office/drawing/2014/main" id="{C3F724D4-50D9-F772-7FFB-D814AC240DBF}"/>
                </a:ext>
              </a:extLst>
            </p:cNvPr>
            <p:cNvSpPr/>
            <p:nvPr/>
          </p:nvSpPr>
          <p:spPr>
            <a:xfrm>
              <a:off x="222288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6">
              <a:extLst>
                <a:ext uri="{FF2B5EF4-FFF2-40B4-BE49-F238E27FC236}">
                  <a16:creationId xmlns:a16="http://schemas.microsoft.com/office/drawing/2014/main" id="{48A92C24-9E5A-D791-D629-887E95D396FF}"/>
                </a:ext>
              </a:extLst>
            </p:cNvPr>
            <p:cNvSpPr/>
            <p:nvPr/>
          </p:nvSpPr>
          <p:spPr>
            <a:xfrm>
              <a:off x="223232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7">
              <a:extLst>
                <a:ext uri="{FF2B5EF4-FFF2-40B4-BE49-F238E27FC236}">
                  <a16:creationId xmlns:a16="http://schemas.microsoft.com/office/drawing/2014/main" id="{B77306F0-864B-D47A-C421-4367431D49E2}"/>
                </a:ext>
              </a:extLst>
            </p:cNvPr>
            <p:cNvSpPr/>
            <p:nvPr/>
          </p:nvSpPr>
          <p:spPr>
            <a:xfrm>
              <a:off x="224176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8">
              <a:extLst>
                <a:ext uri="{FF2B5EF4-FFF2-40B4-BE49-F238E27FC236}">
                  <a16:creationId xmlns:a16="http://schemas.microsoft.com/office/drawing/2014/main" id="{71BA8450-2D9D-3511-1F7C-F717A3EAE3C1}"/>
                </a:ext>
              </a:extLst>
            </p:cNvPr>
            <p:cNvSpPr/>
            <p:nvPr/>
          </p:nvSpPr>
          <p:spPr>
            <a:xfrm>
              <a:off x="225120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69">
              <a:extLst>
                <a:ext uri="{FF2B5EF4-FFF2-40B4-BE49-F238E27FC236}">
                  <a16:creationId xmlns:a16="http://schemas.microsoft.com/office/drawing/2014/main" id="{B9D51370-6DA4-5DF1-47E0-CE7309F93E52}"/>
                </a:ext>
              </a:extLst>
            </p:cNvPr>
            <p:cNvSpPr/>
            <p:nvPr/>
          </p:nvSpPr>
          <p:spPr>
            <a:xfrm>
              <a:off x="226064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0">
              <a:extLst>
                <a:ext uri="{FF2B5EF4-FFF2-40B4-BE49-F238E27FC236}">
                  <a16:creationId xmlns:a16="http://schemas.microsoft.com/office/drawing/2014/main" id="{EB63AFD5-451B-F3F0-2D82-5D883C880E58}"/>
                </a:ext>
              </a:extLst>
            </p:cNvPr>
            <p:cNvSpPr/>
            <p:nvPr/>
          </p:nvSpPr>
          <p:spPr>
            <a:xfrm>
              <a:off x="227008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1">
              <a:extLst>
                <a:ext uri="{FF2B5EF4-FFF2-40B4-BE49-F238E27FC236}">
                  <a16:creationId xmlns:a16="http://schemas.microsoft.com/office/drawing/2014/main" id="{401004ED-97E6-5481-EA21-2BC05DB1BD4B}"/>
                </a:ext>
              </a:extLst>
            </p:cNvPr>
            <p:cNvSpPr/>
            <p:nvPr/>
          </p:nvSpPr>
          <p:spPr>
            <a:xfrm>
              <a:off x="227952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2">
              <a:extLst>
                <a:ext uri="{FF2B5EF4-FFF2-40B4-BE49-F238E27FC236}">
                  <a16:creationId xmlns:a16="http://schemas.microsoft.com/office/drawing/2014/main" id="{34292704-1641-0EDC-FE43-B9B155F24434}"/>
                </a:ext>
              </a:extLst>
            </p:cNvPr>
            <p:cNvSpPr/>
            <p:nvPr/>
          </p:nvSpPr>
          <p:spPr>
            <a:xfrm>
              <a:off x="2298405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3">
              <a:extLst>
                <a:ext uri="{FF2B5EF4-FFF2-40B4-BE49-F238E27FC236}">
                  <a16:creationId xmlns:a16="http://schemas.microsoft.com/office/drawing/2014/main" id="{79F93438-2062-DE78-466B-A1062BB1787F}"/>
                </a:ext>
              </a:extLst>
            </p:cNvPr>
            <p:cNvSpPr/>
            <p:nvPr/>
          </p:nvSpPr>
          <p:spPr>
            <a:xfrm>
              <a:off x="2307846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4">
              <a:extLst>
                <a:ext uri="{FF2B5EF4-FFF2-40B4-BE49-F238E27FC236}">
                  <a16:creationId xmlns:a16="http://schemas.microsoft.com/office/drawing/2014/main" id="{4208A38F-E5EE-C89A-2957-1C827D83B24A}"/>
                </a:ext>
              </a:extLst>
            </p:cNvPr>
            <p:cNvSpPr/>
            <p:nvPr/>
          </p:nvSpPr>
          <p:spPr>
            <a:xfrm>
              <a:off x="2317286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5">
              <a:extLst>
                <a:ext uri="{FF2B5EF4-FFF2-40B4-BE49-F238E27FC236}">
                  <a16:creationId xmlns:a16="http://schemas.microsoft.com/office/drawing/2014/main" id="{5073ADED-63FD-13F7-2C05-0A9324BD52CE}"/>
                </a:ext>
              </a:extLst>
            </p:cNvPr>
            <p:cNvSpPr/>
            <p:nvPr/>
          </p:nvSpPr>
          <p:spPr>
            <a:xfrm>
              <a:off x="2326726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6">
              <a:extLst>
                <a:ext uri="{FF2B5EF4-FFF2-40B4-BE49-F238E27FC236}">
                  <a16:creationId xmlns:a16="http://schemas.microsoft.com/office/drawing/2014/main" id="{7A8E3DC1-4FFA-EB59-F0BC-7CBDA507A22A}"/>
                </a:ext>
              </a:extLst>
            </p:cNvPr>
            <p:cNvSpPr/>
            <p:nvPr/>
          </p:nvSpPr>
          <p:spPr>
            <a:xfrm>
              <a:off x="2336166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7">
              <a:extLst>
                <a:ext uri="{FF2B5EF4-FFF2-40B4-BE49-F238E27FC236}">
                  <a16:creationId xmlns:a16="http://schemas.microsoft.com/office/drawing/2014/main" id="{CF3DCA49-8D1F-27C4-BAD7-4BC62AA71734}"/>
                </a:ext>
              </a:extLst>
            </p:cNvPr>
            <p:cNvSpPr/>
            <p:nvPr/>
          </p:nvSpPr>
          <p:spPr>
            <a:xfrm>
              <a:off x="2336166" y="1131174"/>
              <a:ext cx="917083" cy="914400"/>
            </a:xfrm>
            <a:custGeom>
              <a:avLst/>
              <a:gdLst/>
              <a:ahLst/>
              <a:cxnLst/>
              <a:rect l="0" t="0" r="0" b="0"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8">
              <a:extLst>
                <a:ext uri="{FF2B5EF4-FFF2-40B4-BE49-F238E27FC236}">
                  <a16:creationId xmlns:a16="http://schemas.microsoft.com/office/drawing/2014/main" id="{A6FBA579-FC1B-A496-E25C-607F96D7AF6A}"/>
                </a:ext>
              </a:extLst>
            </p:cNvPr>
            <p:cNvSpPr/>
            <p:nvPr/>
          </p:nvSpPr>
          <p:spPr>
            <a:xfrm>
              <a:off x="3478435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79">
              <a:extLst>
                <a:ext uri="{FF2B5EF4-FFF2-40B4-BE49-F238E27FC236}">
                  <a16:creationId xmlns:a16="http://schemas.microsoft.com/office/drawing/2014/main" id="{8FB83A87-39F4-3EBE-5BF8-ED63D175C568}"/>
                </a:ext>
              </a:extLst>
            </p:cNvPr>
            <p:cNvSpPr/>
            <p:nvPr/>
          </p:nvSpPr>
          <p:spPr>
            <a:xfrm>
              <a:off x="3487876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0">
              <a:extLst>
                <a:ext uri="{FF2B5EF4-FFF2-40B4-BE49-F238E27FC236}">
                  <a16:creationId xmlns:a16="http://schemas.microsoft.com/office/drawing/2014/main" id="{F140AD00-2ADC-EBFE-D315-A17D2D06417E}"/>
                </a:ext>
              </a:extLst>
            </p:cNvPr>
            <p:cNvSpPr/>
            <p:nvPr/>
          </p:nvSpPr>
          <p:spPr>
            <a:xfrm>
              <a:off x="348787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1">
              <a:extLst>
                <a:ext uri="{FF2B5EF4-FFF2-40B4-BE49-F238E27FC236}">
                  <a16:creationId xmlns:a16="http://schemas.microsoft.com/office/drawing/2014/main" id="{B518382A-7079-CA4D-10B1-E5FCF7B8747E}"/>
                </a:ext>
              </a:extLst>
            </p:cNvPr>
            <p:cNvSpPr/>
            <p:nvPr/>
          </p:nvSpPr>
          <p:spPr>
            <a:xfrm>
              <a:off x="349731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2">
              <a:extLst>
                <a:ext uri="{FF2B5EF4-FFF2-40B4-BE49-F238E27FC236}">
                  <a16:creationId xmlns:a16="http://schemas.microsoft.com/office/drawing/2014/main" id="{E34D26D3-84DD-760C-ABB0-6F178F3E447C}"/>
                </a:ext>
              </a:extLst>
            </p:cNvPr>
            <p:cNvSpPr/>
            <p:nvPr/>
          </p:nvSpPr>
          <p:spPr>
            <a:xfrm>
              <a:off x="350675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3">
              <a:extLst>
                <a:ext uri="{FF2B5EF4-FFF2-40B4-BE49-F238E27FC236}">
                  <a16:creationId xmlns:a16="http://schemas.microsoft.com/office/drawing/2014/main" id="{7ABD0FAC-A76E-24DF-E280-6CE74F9764D4}"/>
                </a:ext>
              </a:extLst>
            </p:cNvPr>
            <p:cNvSpPr/>
            <p:nvPr/>
          </p:nvSpPr>
          <p:spPr>
            <a:xfrm>
              <a:off x="351619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4">
              <a:extLst>
                <a:ext uri="{FF2B5EF4-FFF2-40B4-BE49-F238E27FC236}">
                  <a16:creationId xmlns:a16="http://schemas.microsoft.com/office/drawing/2014/main" id="{20A56E55-47AF-6CD2-C153-0447772C9B2A}"/>
                </a:ext>
              </a:extLst>
            </p:cNvPr>
            <p:cNvSpPr/>
            <p:nvPr/>
          </p:nvSpPr>
          <p:spPr>
            <a:xfrm>
              <a:off x="352563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5">
              <a:extLst>
                <a:ext uri="{FF2B5EF4-FFF2-40B4-BE49-F238E27FC236}">
                  <a16:creationId xmlns:a16="http://schemas.microsoft.com/office/drawing/2014/main" id="{9FF5942E-D48F-1325-CB7C-CB6A66A4F3F7}"/>
                </a:ext>
              </a:extLst>
            </p:cNvPr>
            <p:cNvSpPr/>
            <p:nvPr/>
          </p:nvSpPr>
          <p:spPr>
            <a:xfrm>
              <a:off x="353507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6">
              <a:extLst>
                <a:ext uri="{FF2B5EF4-FFF2-40B4-BE49-F238E27FC236}">
                  <a16:creationId xmlns:a16="http://schemas.microsoft.com/office/drawing/2014/main" id="{097B089A-E924-0B6F-CC85-CDFAB595DE4F}"/>
                </a:ext>
              </a:extLst>
            </p:cNvPr>
            <p:cNvSpPr/>
            <p:nvPr/>
          </p:nvSpPr>
          <p:spPr>
            <a:xfrm>
              <a:off x="354451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7">
              <a:extLst>
                <a:ext uri="{FF2B5EF4-FFF2-40B4-BE49-F238E27FC236}">
                  <a16:creationId xmlns:a16="http://schemas.microsoft.com/office/drawing/2014/main" id="{1EC3288B-26F9-583E-273C-3499B9E80B5D}"/>
                </a:ext>
              </a:extLst>
            </p:cNvPr>
            <p:cNvSpPr/>
            <p:nvPr/>
          </p:nvSpPr>
          <p:spPr>
            <a:xfrm>
              <a:off x="355395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8">
              <a:extLst>
                <a:ext uri="{FF2B5EF4-FFF2-40B4-BE49-F238E27FC236}">
                  <a16:creationId xmlns:a16="http://schemas.microsoft.com/office/drawing/2014/main" id="{D6E4DA3F-87D4-4F0E-62AD-0C44BA4E29D0}"/>
                </a:ext>
              </a:extLst>
            </p:cNvPr>
            <p:cNvSpPr/>
            <p:nvPr/>
          </p:nvSpPr>
          <p:spPr>
            <a:xfrm>
              <a:off x="356339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89">
              <a:extLst>
                <a:ext uri="{FF2B5EF4-FFF2-40B4-BE49-F238E27FC236}">
                  <a16:creationId xmlns:a16="http://schemas.microsoft.com/office/drawing/2014/main" id="{A50984BF-0A7B-81F4-33F4-4E0677371799}"/>
                </a:ext>
              </a:extLst>
            </p:cNvPr>
            <p:cNvSpPr/>
            <p:nvPr/>
          </p:nvSpPr>
          <p:spPr>
            <a:xfrm>
              <a:off x="357283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0">
              <a:extLst>
                <a:ext uri="{FF2B5EF4-FFF2-40B4-BE49-F238E27FC236}">
                  <a16:creationId xmlns:a16="http://schemas.microsoft.com/office/drawing/2014/main" id="{0C1029A2-0F3E-E4B4-C2C6-B377732FA77A}"/>
                </a:ext>
              </a:extLst>
            </p:cNvPr>
            <p:cNvSpPr/>
            <p:nvPr/>
          </p:nvSpPr>
          <p:spPr>
            <a:xfrm>
              <a:off x="358227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1">
              <a:extLst>
                <a:ext uri="{FF2B5EF4-FFF2-40B4-BE49-F238E27FC236}">
                  <a16:creationId xmlns:a16="http://schemas.microsoft.com/office/drawing/2014/main" id="{F603FA45-1AF7-5680-18DB-8AB7FF402C82}"/>
                </a:ext>
              </a:extLst>
            </p:cNvPr>
            <p:cNvSpPr/>
            <p:nvPr/>
          </p:nvSpPr>
          <p:spPr>
            <a:xfrm>
              <a:off x="359171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2">
              <a:extLst>
                <a:ext uri="{FF2B5EF4-FFF2-40B4-BE49-F238E27FC236}">
                  <a16:creationId xmlns:a16="http://schemas.microsoft.com/office/drawing/2014/main" id="{FFBECA07-54C9-1E4B-04D9-827CD087AB1A}"/>
                </a:ext>
              </a:extLst>
            </p:cNvPr>
            <p:cNvSpPr/>
            <p:nvPr/>
          </p:nvSpPr>
          <p:spPr>
            <a:xfrm>
              <a:off x="360115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3">
              <a:extLst>
                <a:ext uri="{FF2B5EF4-FFF2-40B4-BE49-F238E27FC236}">
                  <a16:creationId xmlns:a16="http://schemas.microsoft.com/office/drawing/2014/main" id="{6A3243D6-49C6-C25F-D56B-8F38EAF43A97}"/>
                </a:ext>
              </a:extLst>
            </p:cNvPr>
            <p:cNvSpPr/>
            <p:nvPr/>
          </p:nvSpPr>
          <p:spPr>
            <a:xfrm>
              <a:off x="361059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4">
              <a:extLst>
                <a:ext uri="{FF2B5EF4-FFF2-40B4-BE49-F238E27FC236}">
                  <a16:creationId xmlns:a16="http://schemas.microsoft.com/office/drawing/2014/main" id="{E102C7CB-186A-10B2-83A5-9AA68B316DB5}"/>
                </a:ext>
              </a:extLst>
            </p:cNvPr>
            <p:cNvSpPr/>
            <p:nvPr/>
          </p:nvSpPr>
          <p:spPr>
            <a:xfrm>
              <a:off x="362003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5">
              <a:extLst>
                <a:ext uri="{FF2B5EF4-FFF2-40B4-BE49-F238E27FC236}">
                  <a16:creationId xmlns:a16="http://schemas.microsoft.com/office/drawing/2014/main" id="{9FD3F612-1E91-16F3-857F-F8056F1A1BAB}"/>
                </a:ext>
              </a:extLst>
            </p:cNvPr>
            <p:cNvSpPr/>
            <p:nvPr/>
          </p:nvSpPr>
          <p:spPr>
            <a:xfrm>
              <a:off x="362947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6">
              <a:extLst>
                <a:ext uri="{FF2B5EF4-FFF2-40B4-BE49-F238E27FC236}">
                  <a16:creationId xmlns:a16="http://schemas.microsoft.com/office/drawing/2014/main" id="{ACA37792-7077-840C-EF35-1265C6D642E5}"/>
                </a:ext>
              </a:extLst>
            </p:cNvPr>
            <p:cNvSpPr/>
            <p:nvPr/>
          </p:nvSpPr>
          <p:spPr>
            <a:xfrm>
              <a:off x="363891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7">
              <a:extLst>
                <a:ext uri="{FF2B5EF4-FFF2-40B4-BE49-F238E27FC236}">
                  <a16:creationId xmlns:a16="http://schemas.microsoft.com/office/drawing/2014/main" id="{823933F6-C64E-161A-83EB-F462627E5CC3}"/>
                </a:ext>
              </a:extLst>
            </p:cNvPr>
            <p:cNvSpPr/>
            <p:nvPr/>
          </p:nvSpPr>
          <p:spPr>
            <a:xfrm>
              <a:off x="364836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8">
              <a:extLst>
                <a:ext uri="{FF2B5EF4-FFF2-40B4-BE49-F238E27FC236}">
                  <a16:creationId xmlns:a16="http://schemas.microsoft.com/office/drawing/2014/main" id="{01E7B9A2-8255-F985-4E43-316F853EDD04}"/>
                </a:ext>
              </a:extLst>
            </p:cNvPr>
            <p:cNvSpPr/>
            <p:nvPr/>
          </p:nvSpPr>
          <p:spPr>
            <a:xfrm>
              <a:off x="365780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599">
              <a:extLst>
                <a:ext uri="{FF2B5EF4-FFF2-40B4-BE49-F238E27FC236}">
                  <a16:creationId xmlns:a16="http://schemas.microsoft.com/office/drawing/2014/main" id="{EBB1E2FB-3CEA-A170-EA7F-9CEDB6F98D54}"/>
                </a:ext>
              </a:extLst>
            </p:cNvPr>
            <p:cNvSpPr/>
            <p:nvPr/>
          </p:nvSpPr>
          <p:spPr>
            <a:xfrm>
              <a:off x="366724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0">
              <a:extLst>
                <a:ext uri="{FF2B5EF4-FFF2-40B4-BE49-F238E27FC236}">
                  <a16:creationId xmlns:a16="http://schemas.microsoft.com/office/drawing/2014/main" id="{7C7B4E69-B2F7-130B-0109-5CD9E995870C}"/>
                </a:ext>
              </a:extLst>
            </p:cNvPr>
            <p:cNvSpPr/>
            <p:nvPr/>
          </p:nvSpPr>
          <p:spPr>
            <a:xfrm>
              <a:off x="367668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1">
              <a:extLst>
                <a:ext uri="{FF2B5EF4-FFF2-40B4-BE49-F238E27FC236}">
                  <a16:creationId xmlns:a16="http://schemas.microsoft.com/office/drawing/2014/main" id="{62222211-C96A-5E7E-F103-2FC6AB03DF22}"/>
                </a:ext>
              </a:extLst>
            </p:cNvPr>
            <p:cNvSpPr/>
            <p:nvPr/>
          </p:nvSpPr>
          <p:spPr>
            <a:xfrm>
              <a:off x="368612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2">
              <a:extLst>
                <a:ext uri="{FF2B5EF4-FFF2-40B4-BE49-F238E27FC236}">
                  <a16:creationId xmlns:a16="http://schemas.microsoft.com/office/drawing/2014/main" id="{6CB31380-8852-EDA7-DCAB-46B3E00112D6}"/>
                </a:ext>
              </a:extLst>
            </p:cNvPr>
            <p:cNvSpPr/>
            <p:nvPr/>
          </p:nvSpPr>
          <p:spPr>
            <a:xfrm>
              <a:off x="369556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3">
              <a:extLst>
                <a:ext uri="{FF2B5EF4-FFF2-40B4-BE49-F238E27FC236}">
                  <a16:creationId xmlns:a16="http://schemas.microsoft.com/office/drawing/2014/main" id="{2907375F-E7E6-D454-4B00-2BCFF09C0A2E}"/>
                </a:ext>
              </a:extLst>
            </p:cNvPr>
            <p:cNvSpPr/>
            <p:nvPr/>
          </p:nvSpPr>
          <p:spPr>
            <a:xfrm>
              <a:off x="370500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4">
              <a:extLst>
                <a:ext uri="{FF2B5EF4-FFF2-40B4-BE49-F238E27FC236}">
                  <a16:creationId xmlns:a16="http://schemas.microsoft.com/office/drawing/2014/main" id="{940B1809-DE73-BFD1-E173-B90AF9791832}"/>
                </a:ext>
              </a:extLst>
            </p:cNvPr>
            <p:cNvSpPr/>
            <p:nvPr/>
          </p:nvSpPr>
          <p:spPr>
            <a:xfrm>
              <a:off x="371444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5">
              <a:extLst>
                <a:ext uri="{FF2B5EF4-FFF2-40B4-BE49-F238E27FC236}">
                  <a16:creationId xmlns:a16="http://schemas.microsoft.com/office/drawing/2014/main" id="{2758AADC-99E4-9BE6-F00E-0EEA4571198E}"/>
                </a:ext>
              </a:extLst>
            </p:cNvPr>
            <p:cNvSpPr/>
            <p:nvPr/>
          </p:nvSpPr>
          <p:spPr>
            <a:xfrm>
              <a:off x="372388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6">
              <a:extLst>
                <a:ext uri="{FF2B5EF4-FFF2-40B4-BE49-F238E27FC236}">
                  <a16:creationId xmlns:a16="http://schemas.microsoft.com/office/drawing/2014/main" id="{A3649ABB-4B83-B0C9-E2AB-23765EC5163C}"/>
                </a:ext>
              </a:extLst>
            </p:cNvPr>
            <p:cNvSpPr/>
            <p:nvPr/>
          </p:nvSpPr>
          <p:spPr>
            <a:xfrm>
              <a:off x="373332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7">
              <a:extLst>
                <a:ext uri="{FF2B5EF4-FFF2-40B4-BE49-F238E27FC236}">
                  <a16:creationId xmlns:a16="http://schemas.microsoft.com/office/drawing/2014/main" id="{3D3E154F-FC29-B544-A759-97F521590F6B}"/>
                </a:ext>
              </a:extLst>
            </p:cNvPr>
            <p:cNvSpPr/>
            <p:nvPr/>
          </p:nvSpPr>
          <p:spPr>
            <a:xfrm>
              <a:off x="374276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8">
              <a:extLst>
                <a:ext uri="{FF2B5EF4-FFF2-40B4-BE49-F238E27FC236}">
                  <a16:creationId xmlns:a16="http://schemas.microsoft.com/office/drawing/2014/main" id="{4047C011-4345-B0FE-1465-8E92034EBD58}"/>
                </a:ext>
              </a:extLst>
            </p:cNvPr>
            <p:cNvSpPr/>
            <p:nvPr/>
          </p:nvSpPr>
          <p:spPr>
            <a:xfrm>
              <a:off x="375220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09">
              <a:extLst>
                <a:ext uri="{FF2B5EF4-FFF2-40B4-BE49-F238E27FC236}">
                  <a16:creationId xmlns:a16="http://schemas.microsoft.com/office/drawing/2014/main" id="{CBBD169B-1E30-68D8-A60B-77C2A566AB83}"/>
                </a:ext>
              </a:extLst>
            </p:cNvPr>
            <p:cNvSpPr/>
            <p:nvPr/>
          </p:nvSpPr>
          <p:spPr>
            <a:xfrm>
              <a:off x="376164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0">
              <a:extLst>
                <a:ext uri="{FF2B5EF4-FFF2-40B4-BE49-F238E27FC236}">
                  <a16:creationId xmlns:a16="http://schemas.microsoft.com/office/drawing/2014/main" id="{2198628B-EEA8-2147-8D27-17587166CD7A}"/>
                </a:ext>
              </a:extLst>
            </p:cNvPr>
            <p:cNvSpPr/>
            <p:nvPr/>
          </p:nvSpPr>
          <p:spPr>
            <a:xfrm>
              <a:off x="377108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1">
              <a:extLst>
                <a:ext uri="{FF2B5EF4-FFF2-40B4-BE49-F238E27FC236}">
                  <a16:creationId xmlns:a16="http://schemas.microsoft.com/office/drawing/2014/main" id="{131088F7-CCC0-4674-2FA9-FD589F96C1B2}"/>
                </a:ext>
              </a:extLst>
            </p:cNvPr>
            <p:cNvSpPr/>
            <p:nvPr/>
          </p:nvSpPr>
          <p:spPr>
            <a:xfrm>
              <a:off x="378052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2">
              <a:extLst>
                <a:ext uri="{FF2B5EF4-FFF2-40B4-BE49-F238E27FC236}">
                  <a16:creationId xmlns:a16="http://schemas.microsoft.com/office/drawing/2014/main" id="{4026C719-E9BB-BEF7-D65A-876B3A6D2040}"/>
                </a:ext>
              </a:extLst>
            </p:cNvPr>
            <p:cNvSpPr/>
            <p:nvPr/>
          </p:nvSpPr>
          <p:spPr>
            <a:xfrm>
              <a:off x="378996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3">
              <a:extLst>
                <a:ext uri="{FF2B5EF4-FFF2-40B4-BE49-F238E27FC236}">
                  <a16:creationId xmlns:a16="http://schemas.microsoft.com/office/drawing/2014/main" id="{79C11098-2001-4AEF-4A02-6256FC739772}"/>
                </a:ext>
              </a:extLst>
            </p:cNvPr>
            <p:cNvSpPr/>
            <p:nvPr/>
          </p:nvSpPr>
          <p:spPr>
            <a:xfrm>
              <a:off x="379940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4">
              <a:extLst>
                <a:ext uri="{FF2B5EF4-FFF2-40B4-BE49-F238E27FC236}">
                  <a16:creationId xmlns:a16="http://schemas.microsoft.com/office/drawing/2014/main" id="{21ECADA5-A852-1CB9-0D2D-DB85C74B166C}"/>
                </a:ext>
              </a:extLst>
            </p:cNvPr>
            <p:cNvSpPr/>
            <p:nvPr/>
          </p:nvSpPr>
          <p:spPr>
            <a:xfrm>
              <a:off x="380884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5">
              <a:extLst>
                <a:ext uri="{FF2B5EF4-FFF2-40B4-BE49-F238E27FC236}">
                  <a16:creationId xmlns:a16="http://schemas.microsoft.com/office/drawing/2014/main" id="{F7FCB028-29F5-20AA-01C2-4F11A6B2D1C6}"/>
                </a:ext>
              </a:extLst>
            </p:cNvPr>
            <p:cNvSpPr/>
            <p:nvPr/>
          </p:nvSpPr>
          <p:spPr>
            <a:xfrm>
              <a:off x="381828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6">
              <a:extLst>
                <a:ext uri="{FF2B5EF4-FFF2-40B4-BE49-F238E27FC236}">
                  <a16:creationId xmlns:a16="http://schemas.microsoft.com/office/drawing/2014/main" id="{F2B75C90-7922-4C1A-8ECA-94A3AE661FDE}"/>
                </a:ext>
              </a:extLst>
            </p:cNvPr>
            <p:cNvSpPr/>
            <p:nvPr/>
          </p:nvSpPr>
          <p:spPr>
            <a:xfrm>
              <a:off x="382772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7">
              <a:extLst>
                <a:ext uri="{FF2B5EF4-FFF2-40B4-BE49-F238E27FC236}">
                  <a16:creationId xmlns:a16="http://schemas.microsoft.com/office/drawing/2014/main" id="{3140F1DC-7B8A-1AD3-6501-8347B0B9F556}"/>
                </a:ext>
              </a:extLst>
            </p:cNvPr>
            <p:cNvSpPr/>
            <p:nvPr/>
          </p:nvSpPr>
          <p:spPr>
            <a:xfrm>
              <a:off x="383716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8">
              <a:extLst>
                <a:ext uri="{FF2B5EF4-FFF2-40B4-BE49-F238E27FC236}">
                  <a16:creationId xmlns:a16="http://schemas.microsoft.com/office/drawing/2014/main" id="{BC18C902-3447-C955-4E26-0BD26D968C9C}"/>
                </a:ext>
              </a:extLst>
            </p:cNvPr>
            <p:cNvSpPr/>
            <p:nvPr/>
          </p:nvSpPr>
          <p:spPr>
            <a:xfrm>
              <a:off x="384660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19">
              <a:extLst>
                <a:ext uri="{FF2B5EF4-FFF2-40B4-BE49-F238E27FC236}">
                  <a16:creationId xmlns:a16="http://schemas.microsoft.com/office/drawing/2014/main" id="{AC5D7145-D36A-B91F-B521-529439053341}"/>
                </a:ext>
              </a:extLst>
            </p:cNvPr>
            <p:cNvSpPr/>
            <p:nvPr/>
          </p:nvSpPr>
          <p:spPr>
            <a:xfrm>
              <a:off x="385604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0">
              <a:extLst>
                <a:ext uri="{FF2B5EF4-FFF2-40B4-BE49-F238E27FC236}">
                  <a16:creationId xmlns:a16="http://schemas.microsoft.com/office/drawing/2014/main" id="{74B1E67B-90F1-771F-04E0-40654869E262}"/>
                </a:ext>
              </a:extLst>
            </p:cNvPr>
            <p:cNvSpPr/>
            <p:nvPr/>
          </p:nvSpPr>
          <p:spPr>
            <a:xfrm>
              <a:off x="3865485" y="1131174"/>
              <a:ext cx="920930" cy="914400"/>
            </a:xfrm>
            <a:custGeom>
              <a:avLst/>
              <a:gdLst/>
              <a:ahLst/>
              <a:cxnLst/>
              <a:rect l="0" t="0" r="0" b="0"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1">
              <a:extLst>
                <a:ext uri="{FF2B5EF4-FFF2-40B4-BE49-F238E27FC236}">
                  <a16:creationId xmlns:a16="http://schemas.microsoft.com/office/drawing/2014/main" id="{45A9DD91-54CC-A041-E2F2-C7BABA3F3368}"/>
                </a:ext>
              </a:extLst>
            </p:cNvPr>
            <p:cNvSpPr/>
            <p:nvPr/>
          </p:nvSpPr>
          <p:spPr>
            <a:xfrm>
              <a:off x="2052959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2">
              <a:extLst>
                <a:ext uri="{FF2B5EF4-FFF2-40B4-BE49-F238E27FC236}">
                  <a16:creationId xmlns:a16="http://schemas.microsoft.com/office/drawing/2014/main" id="{804060AA-D78E-0847-A870-88D094C55FFA}"/>
                </a:ext>
              </a:extLst>
            </p:cNvPr>
            <p:cNvSpPr/>
            <p:nvPr/>
          </p:nvSpPr>
          <p:spPr>
            <a:xfrm>
              <a:off x="205295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3">
              <a:extLst>
                <a:ext uri="{FF2B5EF4-FFF2-40B4-BE49-F238E27FC236}">
                  <a16:creationId xmlns:a16="http://schemas.microsoft.com/office/drawing/2014/main" id="{9B7CAFB8-0616-DB28-CCA1-7B5942EC16BE}"/>
                </a:ext>
              </a:extLst>
            </p:cNvPr>
            <p:cNvSpPr/>
            <p:nvPr/>
          </p:nvSpPr>
          <p:spPr>
            <a:xfrm>
              <a:off x="206239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4">
              <a:extLst>
                <a:ext uri="{FF2B5EF4-FFF2-40B4-BE49-F238E27FC236}">
                  <a16:creationId xmlns:a16="http://schemas.microsoft.com/office/drawing/2014/main" id="{854BC457-7C75-4056-FB95-8D3F9D6A7AAF}"/>
                </a:ext>
              </a:extLst>
            </p:cNvPr>
            <p:cNvSpPr/>
            <p:nvPr/>
          </p:nvSpPr>
          <p:spPr>
            <a:xfrm>
              <a:off x="207184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5">
              <a:extLst>
                <a:ext uri="{FF2B5EF4-FFF2-40B4-BE49-F238E27FC236}">
                  <a16:creationId xmlns:a16="http://schemas.microsoft.com/office/drawing/2014/main" id="{36C81B9A-86BA-4334-A006-91896D17246A}"/>
                </a:ext>
              </a:extLst>
            </p:cNvPr>
            <p:cNvSpPr/>
            <p:nvPr/>
          </p:nvSpPr>
          <p:spPr>
            <a:xfrm>
              <a:off x="208128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6">
              <a:extLst>
                <a:ext uri="{FF2B5EF4-FFF2-40B4-BE49-F238E27FC236}">
                  <a16:creationId xmlns:a16="http://schemas.microsoft.com/office/drawing/2014/main" id="{0F777049-5A24-6A00-FA8F-F84F9C5F86B3}"/>
                </a:ext>
              </a:extLst>
            </p:cNvPr>
            <p:cNvSpPr/>
            <p:nvPr/>
          </p:nvSpPr>
          <p:spPr>
            <a:xfrm>
              <a:off x="209072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7">
              <a:extLst>
                <a:ext uri="{FF2B5EF4-FFF2-40B4-BE49-F238E27FC236}">
                  <a16:creationId xmlns:a16="http://schemas.microsoft.com/office/drawing/2014/main" id="{DD64FA19-6C62-3272-336D-5B47ADCCF603}"/>
                </a:ext>
              </a:extLst>
            </p:cNvPr>
            <p:cNvSpPr/>
            <p:nvPr/>
          </p:nvSpPr>
          <p:spPr>
            <a:xfrm>
              <a:off x="210016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8">
              <a:extLst>
                <a:ext uri="{FF2B5EF4-FFF2-40B4-BE49-F238E27FC236}">
                  <a16:creationId xmlns:a16="http://schemas.microsoft.com/office/drawing/2014/main" id="{5D118205-F84B-95A8-C387-9762C42073F9}"/>
                </a:ext>
              </a:extLst>
            </p:cNvPr>
            <p:cNvSpPr/>
            <p:nvPr/>
          </p:nvSpPr>
          <p:spPr>
            <a:xfrm>
              <a:off x="210960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29">
              <a:extLst>
                <a:ext uri="{FF2B5EF4-FFF2-40B4-BE49-F238E27FC236}">
                  <a16:creationId xmlns:a16="http://schemas.microsoft.com/office/drawing/2014/main" id="{0F07502B-0732-DDB7-AE66-64EA7BB41E1B}"/>
                </a:ext>
              </a:extLst>
            </p:cNvPr>
            <p:cNvSpPr/>
            <p:nvPr/>
          </p:nvSpPr>
          <p:spPr>
            <a:xfrm>
              <a:off x="211904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0">
              <a:extLst>
                <a:ext uri="{FF2B5EF4-FFF2-40B4-BE49-F238E27FC236}">
                  <a16:creationId xmlns:a16="http://schemas.microsoft.com/office/drawing/2014/main" id="{6BF43D1E-C6C6-C9B6-1F83-D29DB144F593}"/>
                </a:ext>
              </a:extLst>
            </p:cNvPr>
            <p:cNvSpPr/>
            <p:nvPr/>
          </p:nvSpPr>
          <p:spPr>
            <a:xfrm>
              <a:off x="212848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1">
              <a:extLst>
                <a:ext uri="{FF2B5EF4-FFF2-40B4-BE49-F238E27FC236}">
                  <a16:creationId xmlns:a16="http://schemas.microsoft.com/office/drawing/2014/main" id="{B1989DC9-FDA0-6E23-7B6E-64FB233DE692}"/>
                </a:ext>
              </a:extLst>
            </p:cNvPr>
            <p:cNvSpPr/>
            <p:nvPr/>
          </p:nvSpPr>
          <p:spPr>
            <a:xfrm>
              <a:off x="213792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2">
              <a:extLst>
                <a:ext uri="{FF2B5EF4-FFF2-40B4-BE49-F238E27FC236}">
                  <a16:creationId xmlns:a16="http://schemas.microsoft.com/office/drawing/2014/main" id="{661107C8-8766-0007-00AB-E00A0BCAA5F3}"/>
                </a:ext>
              </a:extLst>
            </p:cNvPr>
            <p:cNvSpPr/>
            <p:nvPr/>
          </p:nvSpPr>
          <p:spPr>
            <a:xfrm>
              <a:off x="214736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3">
              <a:extLst>
                <a:ext uri="{FF2B5EF4-FFF2-40B4-BE49-F238E27FC236}">
                  <a16:creationId xmlns:a16="http://schemas.microsoft.com/office/drawing/2014/main" id="{43FB07A0-0EE7-C3C9-3B49-E367F1733149}"/>
                </a:ext>
              </a:extLst>
            </p:cNvPr>
            <p:cNvSpPr/>
            <p:nvPr/>
          </p:nvSpPr>
          <p:spPr>
            <a:xfrm>
              <a:off x="215680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4">
              <a:extLst>
                <a:ext uri="{FF2B5EF4-FFF2-40B4-BE49-F238E27FC236}">
                  <a16:creationId xmlns:a16="http://schemas.microsoft.com/office/drawing/2014/main" id="{51EAC116-310A-6773-5006-96F3670BC8ED}"/>
                </a:ext>
              </a:extLst>
            </p:cNvPr>
            <p:cNvSpPr/>
            <p:nvPr/>
          </p:nvSpPr>
          <p:spPr>
            <a:xfrm>
              <a:off x="216624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5">
              <a:extLst>
                <a:ext uri="{FF2B5EF4-FFF2-40B4-BE49-F238E27FC236}">
                  <a16:creationId xmlns:a16="http://schemas.microsoft.com/office/drawing/2014/main" id="{4E51EFBB-D4BE-75B2-C048-370E02AD937C}"/>
                </a:ext>
              </a:extLst>
            </p:cNvPr>
            <p:cNvSpPr/>
            <p:nvPr/>
          </p:nvSpPr>
          <p:spPr>
            <a:xfrm>
              <a:off x="217568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6">
              <a:extLst>
                <a:ext uri="{FF2B5EF4-FFF2-40B4-BE49-F238E27FC236}">
                  <a16:creationId xmlns:a16="http://schemas.microsoft.com/office/drawing/2014/main" id="{7F891B27-D161-6DEB-5C5E-C17048C242FE}"/>
                </a:ext>
              </a:extLst>
            </p:cNvPr>
            <p:cNvSpPr/>
            <p:nvPr/>
          </p:nvSpPr>
          <p:spPr>
            <a:xfrm>
              <a:off x="218512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7">
              <a:extLst>
                <a:ext uri="{FF2B5EF4-FFF2-40B4-BE49-F238E27FC236}">
                  <a16:creationId xmlns:a16="http://schemas.microsoft.com/office/drawing/2014/main" id="{650436A7-27A0-183B-F673-B1CEB4247692}"/>
                </a:ext>
              </a:extLst>
            </p:cNvPr>
            <p:cNvSpPr/>
            <p:nvPr/>
          </p:nvSpPr>
          <p:spPr>
            <a:xfrm>
              <a:off x="219456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8">
              <a:extLst>
                <a:ext uri="{FF2B5EF4-FFF2-40B4-BE49-F238E27FC236}">
                  <a16:creationId xmlns:a16="http://schemas.microsoft.com/office/drawing/2014/main" id="{B5FBFFF3-C93B-119F-9271-01FAB0C14F41}"/>
                </a:ext>
              </a:extLst>
            </p:cNvPr>
            <p:cNvSpPr/>
            <p:nvPr/>
          </p:nvSpPr>
          <p:spPr>
            <a:xfrm>
              <a:off x="220400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39">
              <a:extLst>
                <a:ext uri="{FF2B5EF4-FFF2-40B4-BE49-F238E27FC236}">
                  <a16:creationId xmlns:a16="http://schemas.microsoft.com/office/drawing/2014/main" id="{F95ACF56-09CB-FD26-A6DF-86F393FB2397}"/>
                </a:ext>
              </a:extLst>
            </p:cNvPr>
            <p:cNvSpPr/>
            <p:nvPr/>
          </p:nvSpPr>
          <p:spPr>
            <a:xfrm>
              <a:off x="221344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0">
              <a:extLst>
                <a:ext uri="{FF2B5EF4-FFF2-40B4-BE49-F238E27FC236}">
                  <a16:creationId xmlns:a16="http://schemas.microsoft.com/office/drawing/2014/main" id="{D048425B-CDCE-33E1-3EE0-45BEF4C36361}"/>
                </a:ext>
              </a:extLst>
            </p:cNvPr>
            <p:cNvSpPr/>
            <p:nvPr/>
          </p:nvSpPr>
          <p:spPr>
            <a:xfrm>
              <a:off x="222288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1">
              <a:extLst>
                <a:ext uri="{FF2B5EF4-FFF2-40B4-BE49-F238E27FC236}">
                  <a16:creationId xmlns:a16="http://schemas.microsoft.com/office/drawing/2014/main" id="{0E1A3AD6-EBA2-2A96-50C5-B772A8C338DC}"/>
                </a:ext>
              </a:extLst>
            </p:cNvPr>
            <p:cNvSpPr/>
            <p:nvPr/>
          </p:nvSpPr>
          <p:spPr>
            <a:xfrm>
              <a:off x="223232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2">
              <a:extLst>
                <a:ext uri="{FF2B5EF4-FFF2-40B4-BE49-F238E27FC236}">
                  <a16:creationId xmlns:a16="http://schemas.microsoft.com/office/drawing/2014/main" id="{A2E55CC2-DFD3-587A-E32D-BDBE6122C663}"/>
                </a:ext>
              </a:extLst>
            </p:cNvPr>
            <p:cNvSpPr/>
            <p:nvPr/>
          </p:nvSpPr>
          <p:spPr>
            <a:xfrm>
              <a:off x="224176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3">
              <a:extLst>
                <a:ext uri="{FF2B5EF4-FFF2-40B4-BE49-F238E27FC236}">
                  <a16:creationId xmlns:a16="http://schemas.microsoft.com/office/drawing/2014/main" id="{201BB88B-9061-E76C-FDBC-32CE1990D3C5}"/>
                </a:ext>
              </a:extLst>
            </p:cNvPr>
            <p:cNvSpPr/>
            <p:nvPr/>
          </p:nvSpPr>
          <p:spPr>
            <a:xfrm>
              <a:off x="225120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4">
              <a:extLst>
                <a:ext uri="{FF2B5EF4-FFF2-40B4-BE49-F238E27FC236}">
                  <a16:creationId xmlns:a16="http://schemas.microsoft.com/office/drawing/2014/main" id="{6D336862-A4E1-DC61-001D-017C2055E33A}"/>
                </a:ext>
              </a:extLst>
            </p:cNvPr>
            <p:cNvSpPr/>
            <p:nvPr/>
          </p:nvSpPr>
          <p:spPr>
            <a:xfrm>
              <a:off x="226064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5">
              <a:extLst>
                <a:ext uri="{FF2B5EF4-FFF2-40B4-BE49-F238E27FC236}">
                  <a16:creationId xmlns:a16="http://schemas.microsoft.com/office/drawing/2014/main" id="{460FA896-66DF-67AB-7BD4-82493DFC2D24}"/>
                </a:ext>
              </a:extLst>
            </p:cNvPr>
            <p:cNvSpPr/>
            <p:nvPr/>
          </p:nvSpPr>
          <p:spPr>
            <a:xfrm>
              <a:off x="227008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6">
              <a:extLst>
                <a:ext uri="{FF2B5EF4-FFF2-40B4-BE49-F238E27FC236}">
                  <a16:creationId xmlns:a16="http://schemas.microsoft.com/office/drawing/2014/main" id="{A0BCE1AE-2748-97C7-2351-069038A7BFFE}"/>
                </a:ext>
              </a:extLst>
            </p:cNvPr>
            <p:cNvSpPr/>
            <p:nvPr/>
          </p:nvSpPr>
          <p:spPr>
            <a:xfrm>
              <a:off x="227952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7">
              <a:extLst>
                <a:ext uri="{FF2B5EF4-FFF2-40B4-BE49-F238E27FC236}">
                  <a16:creationId xmlns:a16="http://schemas.microsoft.com/office/drawing/2014/main" id="{59DD09E8-E1EE-3462-1696-44A40E97710B}"/>
                </a:ext>
              </a:extLst>
            </p:cNvPr>
            <p:cNvSpPr/>
            <p:nvPr/>
          </p:nvSpPr>
          <p:spPr>
            <a:xfrm>
              <a:off x="2288965" y="1113604"/>
              <a:ext cx="917528" cy="914399"/>
            </a:xfrm>
            <a:custGeom>
              <a:avLst/>
              <a:gdLst/>
              <a:ahLst/>
              <a:cxnLst/>
              <a:rect l="0" t="0" r="0" b="0"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8">
              <a:extLst>
                <a:ext uri="{FF2B5EF4-FFF2-40B4-BE49-F238E27FC236}">
                  <a16:creationId xmlns:a16="http://schemas.microsoft.com/office/drawing/2014/main" id="{DFB8FB4C-6A1C-3197-D88F-94E9461F2CF0}"/>
                </a:ext>
              </a:extLst>
            </p:cNvPr>
            <p:cNvSpPr/>
            <p:nvPr/>
          </p:nvSpPr>
          <p:spPr>
            <a:xfrm>
              <a:off x="3487876" y="111360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49">
              <a:extLst>
                <a:ext uri="{FF2B5EF4-FFF2-40B4-BE49-F238E27FC236}">
                  <a16:creationId xmlns:a16="http://schemas.microsoft.com/office/drawing/2014/main" id="{1C5F7ACF-A465-37C6-BABF-F9B7DE24FC25}"/>
                </a:ext>
              </a:extLst>
            </p:cNvPr>
            <p:cNvSpPr/>
            <p:nvPr/>
          </p:nvSpPr>
          <p:spPr>
            <a:xfrm>
              <a:off x="3497316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0">
              <a:extLst>
                <a:ext uri="{FF2B5EF4-FFF2-40B4-BE49-F238E27FC236}">
                  <a16:creationId xmlns:a16="http://schemas.microsoft.com/office/drawing/2014/main" id="{0F6353AE-4875-84C7-1278-D48DA1CA8703}"/>
                </a:ext>
              </a:extLst>
            </p:cNvPr>
            <p:cNvSpPr/>
            <p:nvPr/>
          </p:nvSpPr>
          <p:spPr>
            <a:xfrm>
              <a:off x="349731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1">
              <a:extLst>
                <a:ext uri="{FF2B5EF4-FFF2-40B4-BE49-F238E27FC236}">
                  <a16:creationId xmlns:a16="http://schemas.microsoft.com/office/drawing/2014/main" id="{24CD653A-0769-79A5-AF52-2A9C060D8278}"/>
                </a:ext>
              </a:extLst>
            </p:cNvPr>
            <p:cNvSpPr/>
            <p:nvPr/>
          </p:nvSpPr>
          <p:spPr>
            <a:xfrm>
              <a:off x="350675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2">
              <a:extLst>
                <a:ext uri="{FF2B5EF4-FFF2-40B4-BE49-F238E27FC236}">
                  <a16:creationId xmlns:a16="http://schemas.microsoft.com/office/drawing/2014/main" id="{DD5B3CE0-776F-168A-B5B6-B4226388F30F}"/>
                </a:ext>
              </a:extLst>
            </p:cNvPr>
            <p:cNvSpPr/>
            <p:nvPr/>
          </p:nvSpPr>
          <p:spPr>
            <a:xfrm>
              <a:off x="351619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3">
              <a:extLst>
                <a:ext uri="{FF2B5EF4-FFF2-40B4-BE49-F238E27FC236}">
                  <a16:creationId xmlns:a16="http://schemas.microsoft.com/office/drawing/2014/main" id="{0C5E01C0-8AB5-7BF5-655C-F1242FE7DE03}"/>
                </a:ext>
              </a:extLst>
            </p:cNvPr>
            <p:cNvSpPr/>
            <p:nvPr/>
          </p:nvSpPr>
          <p:spPr>
            <a:xfrm>
              <a:off x="352563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4">
              <a:extLst>
                <a:ext uri="{FF2B5EF4-FFF2-40B4-BE49-F238E27FC236}">
                  <a16:creationId xmlns:a16="http://schemas.microsoft.com/office/drawing/2014/main" id="{BFBBCD31-772C-98CE-E971-8EA2223DBCC0}"/>
                </a:ext>
              </a:extLst>
            </p:cNvPr>
            <p:cNvSpPr/>
            <p:nvPr/>
          </p:nvSpPr>
          <p:spPr>
            <a:xfrm>
              <a:off x="353507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5">
              <a:extLst>
                <a:ext uri="{FF2B5EF4-FFF2-40B4-BE49-F238E27FC236}">
                  <a16:creationId xmlns:a16="http://schemas.microsoft.com/office/drawing/2014/main" id="{2950F62B-78E6-487E-CB9B-57CE4C28E7F3}"/>
                </a:ext>
              </a:extLst>
            </p:cNvPr>
            <p:cNvSpPr/>
            <p:nvPr/>
          </p:nvSpPr>
          <p:spPr>
            <a:xfrm>
              <a:off x="354451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6">
              <a:extLst>
                <a:ext uri="{FF2B5EF4-FFF2-40B4-BE49-F238E27FC236}">
                  <a16:creationId xmlns:a16="http://schemas.microsoft.com/office/drawing/2014/main" id="{6C6DAA0F-9909-578E-9EB6-4DB363138A04}"/>
                </a:ext>
              </a:extLst>
            </p:cNvPr>
            <p:cNvSpPr/>
            <p:nvPr/>
          </p:nvSpPr>
          <p:spPr>
            <a:xfrm>
              <a:off x="355395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7">
              <a:extLst>
                <a:ext uri="{FF2B5EF4-FFF2-40B4-BE49-F238E27FC236}">
                  <a16:creationId xmlns:a16="http://schemas.microsoft.com/office/drawing/2014/main" id="{20CF08E8-B2B6-90F7-2B75-E2725C78C750}"/>
                </a:ext>
              </a:extLst>
            </p:cNvPr>
            <p:cNvSpPr/>
            <p:nvPr/>
          </p:nvSpPr>
          <p:spPr>
            <a:xfrm>
              <a:off x="356339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8">
              <a:extLst>
                <a:ext uri="{FF2B5EF4-FFF2-40B4-BE49-F238E27FC236}">
                  <a16:creationId xmlns:a16="http://schemas.microsoft.com/office/drawing/2014/main" id="{8CA4298E-1FA5-2EF1-B5D0-DDCCBF0279BD}"/>
                </a:ext>
              </a:extLst>
            </p:cNvPr>
            <p:cNvSpPr/>
            <p:nvPr/>
          </p:nvSpPr>
          <p:spPr>
            <a:xfrm>
              <a:off x="357283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59">
              <a:extLst>
                <a:ext uri="{FF2B5EF4-FFF2-40B4-BE49-F238E27FC236}">
                  <a16:creationId xmlns:a16="http://schemas.microsoft.com/office/drawing/2014/main" id="{ABAF9347-225F-8648-E786-AEF5270FB838}"/>
                </a:ext>
              </a:extLst>
            </p:cNvPr>
            <p:cNvSpPr/>
            <p:nvPr/>
          </p:nvSpPr>
          <p:spPr>
            <a:xfrm>
              <a:off x="358227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0">
              <a:extLst>
                <a:ext uri="{FF2B5EF4-FFF2-40B4-BE49-F238E27FC236}">
                  <a16:creationId xmlns:a16="http://schemas.microsoft.com/office/drawing/2014/main" id="{D138AC80-3423-8264-9DA9-24DABB2104BB}"/>
                </a:ext>
              </a:extLst>
            </p:cNvPr>
            <p:cNvSpPr/>
            <p:nvPr/>
          </p:nvSpPr>
          <p:spPr>
            <a:xfrm>
              <a:off x="359171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1">
              <a:extLst>
                <a:ext uri="{FF2B5EF4-FFF2-40B4-BE49-F238E27FC236}">
                  <a16:creationId xmlns:a16="http://schemas.microsoft.com/office/drawing/2014/main" id="{27561626-CBE8-6B56-87AA-1CE5912361A3}"/>
                </a:ext>
              </a:extLst>
            </p:cNvPr>
            <p:cNvSpPr/>
            <p:nvPr/>
          </p:nvSpPr>
          <p:spPr>
            <a:xfrm>
              <a:off x="360115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2">
              <a:extLst>
                <a:ext uri="{FF2B5EF4-FFF2-40B4-BE49-F238E27FC236}">
                  <a16:creationId xmlns:a16="http://schemas.microsoft.com/office/drawing/2014/main" id="{6839A6CB-93FE-7630-6C7C-72257321C73F}"/>
                </a:ext>
              </a:extLst>
            </p:cNvPr>
            <p:cNvSpPr/>
            <p:nvPr/>
          </p:nvSpPr>
          <p:spPr>
            <a:xfrm>
              <a:off x="361059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3">
              <a:extLst>
                <a:ext uri="{FF2B5EF4-FFF2-40B4-BE49-F238E27FC236}">
                  <a16:creationId xmlns:a16="http://schemas.microsoft.com/office/drawing/2014/main" id="{0B5A38C9-7CAC-EC2E-8026-AD06DC800EF6}"/>
                </a:ext>
              </a:extLst>
            </p:cNvPr>
            <p:cNvSpPr/>
            <p:nvPr/>
          </p:nvSpPr>
          <p:spPr>
            <a:xfrm>
              <a:off x="362003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4">
              <a:extLst>
                <a:ext uri="{FF2B5EF4-FFF2-40B4-BE49-F238E27FC236}">
                  <a16:creationId xmlns:a16="http://schemas.microsoft.com/office/drawing/2014/main" id="{CB22EADC-7CA8-D14A-40FD-8264E44C282A}"/>
                </a:ext>
              </a:extLst>
            </p:cNvPr>
            <p:cNvSpPr/>
            <p:nvPr/>
          </p:nvSpPr>
          <p:spPr>
            <a:xfrm>
              <a:off x="362947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5">
              <a:extLst>
                <a:ext uri="{FF2B5EF4-FFF2-40B4-BE49-F238E27FC236}">
                  <a16:creationId xmlns:a16="http://schemas.microsoft.com/office/drawing/2014/main" id="{486A9DBA-6E22-EC04-2ED8-DE5B6DC2C6BC}"/>
                </a:ext>
              </a:extLst>
            </p:cNvPr>
            <p:cNvSpPr/>
            <p:nvPr/>
          </p:nvSpPr>
          <p:spPr>
            <a:xfrm>
              <a:off x="363891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6">
              <a:extLst>
                <a:ext uri="{FF2B5EF4-FFF2-40B4-BE49-F238E27FC236}">
                  <a16:creationId xmlns:a16="http://schemas.microsoft.com/office/drawing/2014/main" id="{70763717-B307-D970-D096-95EAD31FA99A}"/>
                </a:ext>
              </a:extLst>
            </p:cNvPr>
            <p:cNvSpPr/>
            <p:nvPr/>
          </p:nvSpPr>
          <p:spPr>
            <a:xfrm>
              <a:off x="364836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7">
              <a:extLst>
                <a:ext uri="{FF2B5EF4-FFF2-40B4-BE49-F238E27FC236}">
                  <a16:creationId xmlns:a16="http://schemas.microsoft.com/office/drawing/2014/main" id="{16D745F0-32B3-BECB-3318-A4AF11727E69}"/>
                </a:ext>
              </a:extLst>
            </p:cNvPr>
            <p:cNvSpPr/>
            <p:nvPr/>
          </p:nvSpPr>
          <p:spPr>
            <a:xfrm>
              <a:off x="365780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8">
              <a:extLst>
                <a:ext uri="{FF2B5EF4-FFF2-40B4-BE49-F238E27FC236}">
                  <a16:creationId xmlns:a16="http://schemas.microsoft.com/office/drawing/2014/main" id="{E7F62DA9-0F9A-D584-BD46-F60FBA1D4D5C}"/>
                </a:ext>
              </a:extLst>
            </p:cNvPr>
            <p:cNvSpPr/>
            <p:nvPr/>
          </p:nvSpPr>
          <p:spPr>
            <a:xfrm>
              <a:off x="366724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69">
              <a:extLst>
                <a:ext uri="{FF2B5EF4-FFF2-40B4-BE49-F238E27FC236}">
                  <a16:creationId xmlns:a16="http://schemas.microsoft.com/office/drawing/2014/main" id="{A47C52DF-E39B-F54F-003E-7DFA2C77C0DA}"/>
                </a:ext>
              </a:extLst>
            </p:cNvPr>
            <p:cNvSpPr/>
            <p:nvPr/>
          </p:nvSpPr>
          <p:spPr>
            <a:xfrm>
              <a:off x="367668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0">
              <a:extLst>
                <a:ext uri="{FF2B5EF4-FFF2-40B4-BE49-F238E27FC236}">
                  <a16:creationId xmlns:a16="http://schemas.microsoft.com/office/drawing/2014/main" id="{64BB8E2E-588B-F31A-147A-79F0CDA3A607}"/>
                </a:ext>
              </a:extLst>
            </p:cNvPr>
            <p:cNvSpPr/>
            <p:nvPr/>
          </p:nvSpPr>
          <p:spPr>
            <a:xfrm>
              <a:off x="368612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1">
              <a:extLst>
                <a:ext uri="{FF2B5EF4-FFF2-40B4-BE49-F238E27FC236}">
                  <a16:creationId xmlns:a16="http://schemas.microsoft.com/office/drawing/2014/main" id="{1B5C9A13-69BB-E970-613B-58E7D7D2D5FD}"/>
                </a:ext>
              </a:extLst>
            </p:cNvPr>
            <p:cNvSpPr/>
            <p:nvPr/>
          </p:nvSpPr>
          <p:spPr>
            <a:xfrm>
              <a:off x="369556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2">
              <a:extLst>
                <a:ext uri="{FF2B5EF4-FFF2-40B4-BE49-F238E27FC236}">
                  <a16:creationId xmlns:a16="http://schemas.microsoft.com/office/drawing/2014/main" id="{C2AB42DB-4F3C-8E1B-1E38-F88E9E33BFF3}"/>
                </a:ext>
              </a:extLst>
            </p:cNvPr>
            <p:cNvSpPr/>
            <p:nvPr/>
          </p:nvSpPr>
          <p:spPr>
            <a:xfrm>
              <a:off x="370500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3">
              <a:extLst>
                <a:ext uri="{FF2B5EF4-FFF2-40B4-BE49-F238E27FC236}">
                  <a16:creationId xmlns:a16="http://schemas.microsoft.com/office/drawing/2014/main" id="{611F6473-182D-4F06-3FD1-DB716AAA15E3}"/>
                </a:ext>
              </a:extLst>
            </p:cNvPr>
            <p:cNvSpPr/>
            <p:nvPr/>
          </p:nvSpPr>
          <p:spPr>
            <a:xfrm>
              <a:off x="371444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4">
              <a:extLst>
                <a:ext uri="{FF2B5EF4-FFF2-40B4-BE49-F238E27FC236}">
                  <a16:creationId xmlns:a16="http://schemas.microsoft.com/office/drawing/2014/main" id="{54987369-864C-ED28-8932-BB5EA3F90586}"/>
                </a:ext>
              </a:extLst>
            </p:cNvPr>
            <p:cNvSpPr/>
            <p:nvPr/>
          </p:nvSpPr>
          <p:spPr>
            <a:xfrm>
              <a:off x="372388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5">
              <a:extLst>
                <a:ext uri="{FF2B5EF4-FFF2-40B4-BE49-F238E27FC236}">
                  <a16:creationId xmlns:a16="http://schemas.microsoft.com/office/drawing/2014/main" id="{BD9A141E-3A81-6B09-55EC-246710A169CE}"/>
                </a:ext>
              </a:extLst>
            </p:cNvPr>
            <p:cNvSpPr/>
            <p:nvPr/>
          </p:nvSpPr>
          <p:spPr>
            <a:xfrm>
              <a:off x="373332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6">
              <a:extLst>
                <a:ext uri="{FF2B5EF4-FFF2-40B4-BE49-F238E27FC236}">
                  <a16:creationId xmlns:a16="http://schemas.microsoft.com/office/drawing/2014/main" id="{37E71774-3D40-6717-17A4-EC2076E46731}"/>
                </a:ext>
              </a:extLst>
            </p:cNvPr>
            <p:cNvSpPr/>
            <p:nvPr/>
          </p:nvSpPr>
          <p:spPr>
            <a:xfrm>
              <a:off x="374276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7">
              <a:extLst>
                <a:ext uri="{FF2B5EF4-FFF2-40B4-BE49-F238E27FC236}">
                  <a16:creationId xmlns:a16="http://schemas.microsoft.com/office/drawing/2014/main" id="{64B664C1-1B9D-FFFD-3615-5A42CB844548}"/>
                </a:ext>
              </a:extLst>
            </p:cNvPr>
            <p:cNvSpPr/>
            <p:nvPr/>
          </p:nvSpPr>
          <p:spPr>
            <a:xfrm>
              <a:off x="375220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8">
              <a:extLst>
                <a:ext uri="{FF2B5EF4-FFF2-40B4-BE49-F238E27FC236}">
                  <a16:creationId xmlns:a16="http://schemas.microsoft.com/office/drawing/2014/main" id="{297C8BD0-0385-56FD-3FF2-4A21F0ABBCF2}"/>
                </a:ext>
              </a:extLst>
            </p:cNvPr>
            <p:cNvSpPr/>
            <p:nvPr/>
          </p:nvSpPr>
          <p:spPr>
            <a:xfrm>
              <a:off x="376164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79">
              <a:extLst>
                <a:ext uri="{FF2B5EF4-FFF2-40B4-BE49-F238E27FC236}">
                  <a16:creationId xmlns:a16="http://schemas.microsoft.com/office/drawing/2014/main" id="{4DC19DFC-19D7-5CD8-4672-68B61C88FFFB}"/>
                </a:ext>
              </a:extLst>
            </p:cNvPr>
            <p:cNvSpPr/>
            <p:nvPr/>
          </p:nvSpPr>
          <p:spPr>
            <a:xfrm>
              <a:off x="377108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0">
              <a:extLst>
                <a:ext uri="{FF2B5EF4-FFF2-40B4-BE49-F238E27FC236}">
                  <a16:creationId xmlns:a16="http://schemas.microsoft.com/office/drawing/2014/main" id="{AC00722A-986E-1894-5551-AF394B0F6598}"/>
                </a:ext>
              </a:extLst>
            </p:cNvPr>
            <p:cNvSpPr/>
            <p:nvPr/>
          </p:nvSpPr>
          <p:spPr>
            <a:xfrm>
              <a:off x="378052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1">
              <a:extLst>
                <a:ext uri="{FF2B5EF4-FFF2-40B4-BE49-F238E27FC236}">
                  <a16:creationId xmlns:a16="http://schemas.microsoft.com/office/drawing/2014/main" id="{2E85F368-E8EE-C5FB-8445-7EB9A07C599A}"/>
                </a:ext>
              </a:extLst>
            </p:cNvPr>
            <p:cNvSpPr/>
            <p:nvPr/>
          </p:nvSpPr>
          <p:spPr>
            <a:xfrm>
              <a:off x="378996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2">
              <a:extLst>
                <a:ext uri="{FF2B5EF4-FFF2-40B4-BE49-F238E27FC236}">
                  <a16:creationId xmlns:a16="http://schemas.microsoft.com/office/drawing/2014/main" id="{B4376D69-74F5-2C42-9608-EBD7014F8F10}"/>
                </a:ext>
              </a:extLst>
            </p:cNvPr>
            <p:cNvSpPr/>
            <p:nvPr/>
          </p:nvSpPr>
          <p:spPr>
            <a:xfrm>
              <a:off x="379940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3">
              <a:extLst>
                <a:ext uri="{FF2B5EF4-FFF2-40B4-BE49-F238E27FC236}">
                  <a16:creationId xmlns:a16="http://schemas.microsoft.com/office/drawing/2014/main" id="{D81D0DB0-8B09-0944-951E-BC2F7672BD5B}"/>
                </a:ext>
              </a:extLst>
            </p:cNvPr>
            <p:cNvSpPr/>
            <p:nvPr/>
          </p:nvSpPr>
          <p:spPr>
            <a:xfrm>
              <a:off x="380884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4">
              <a:extLst>
                <a:ext uri="{FF2B5EF4-FFF2-40B4-BE49-F238E27FC236}">
                  <a16:creationId xmlns:a16="http://schemas.microsoft.com/office/drawing/2014/main" id="{015C6ECA-56FB-7C17-0DBC-00DEFCF7CE3A}"/>
                </a:ext>
              </a:extLst>
            </p:cNvPr>
            <p:cNvSpPr/>
            <p:nvPr/>
          </p:nvSpPr>
          <p:spPr>
            <a:xfrm>
              <a:off x="381828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5">
              <a:extLst>
                <a:ext uri="{FF2B5EF4-FFF2-40B4-BE49-F238E27FC236}">
                  <a16:creationId xmlns:a16="http://schemas.microsoft.com/office/drawing/2014/main" id="{98ED6AA4-A14E-5901-8E2A-814710884981}"/>
                </a:ext>
              </a:extLst>
            </p:cNvPr>
            <p:cNvSpPr/>
            <p:nvPr/>
          </p:nvSpPr>
          <p:spPr>
            <a:xfrm>
              <a:off x="382772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6">
              <a:extLst>
                <a:ext uri="{FF2B5EF4-FFF2-40B4-BE49-F238E27FC236}">
                  <a16:creationId xmlns:a16="http://schemas.microsoft.com/office/drawing/2014/main" id="{8844DC38-F092-D180-1D82-47297E47B25D}"/>
                </a:ext>
              </a:extLst>
            </p:cNvPr>
            <p:cNvSpPr/>
            <p:nvPr/>
          </p:nvSpPr>
          <p:spPr>
            <a:xfrm>
              <a:off x="383716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7">
              <a:extLst>
                <a:ext uri="{FF2B5EF4-FFF2-40B4-BE49-F238E27FC236}">
                  <a16:creationId xmlns:a16="http://schemas.microsoft.com/office/drawing/2014/main" id="{83F9F909-3BD8-5ED6-33BE-CE6A22EA7397}"/>
                </a:ext>
              </a:extLst>
            </p:cNvPr>
            <p:cNvSpPr/>
            <p:nvPr/>
          </p:nvSpPr>
          <p:spPr>
            <a:xfrm>
              <a:off x="384660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8">
              <a:extLst>
                <a:ext uri="{FF2B5EF4-FFF2-40B4-BE49-F238E27FC236}">
                  <a16:creationId xmlns:a16="http://schemas.microsoft.com/office/drawing/2014/main" id="{5CE9B40D-9499-870B-05BD-BF9DC2E55FF8}"/>
                </a:ext>
              </a:extLst>
            </p:cNvPr>
            <p:cNvSpPr/>
            <p:nvPr/>
          </p:nvSpPr>
          <p:spPr>
            <a:xfrm>
              <a:off x="385604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89">
              <a:extLst>
                <a:ext uri="{FF2B5EF4-FFF2-40B4-BE49-F238E27FC236}">
                  <a16:creationId xmlns:a16="http://schemas.microsoft.com/office/drawing/2014/main" id="{0DDD63F1-CEDB-5D99-1E73-4CCF53640C58}"/>
                </a:ext>
              </a:extLst>
            </p:cNvPr>
            <p:cNvSpPr/>
            <p:nvPr/>
          </p:nvSpPr>
          <p:spPr>
            <a:xfrm>
              <a:off x="3865485" y="1113604"/>
              <a:ext cx="921829" cy="914399"/>
            </a:xfrm>
            <a:custGeom>
              <a:avLst/>
              <a:gdLst/>
              <a:ahLst/>
              <a:cxnLst/>
              <a:rect l="0" t="0" r="0" b="0"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0">
              <a:extLst>
                <a:ext uri="{FF2B5EF4-FFF2-40B4-BE49-F238E27FC236}">
                  <a16:creationId xmlns:a16="http://schemas.microsoft.com/office/drawing/2014/main" id="{79A73CB8-D05E-A333-4326-535F5BA76D90}"/>
                </a:ext>
              </a:extLst>
            </p:cNvPr>
            <p:cNvSpPr/>
            <p:nvPr/>
          </p:nvSpPr>
          <p:spPr>
            <a:xfrm>
              <a:off x="2052959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1">
              <a:extLst>
                <a:ext uri="{FF2B5EF4-FFF2-40B4-BE49-F238E27FC236}">
                  <a16:creationId xmlns:a16="http://schemas.microsoft.com/office/drawing/2014/main" id="{6325D41D-64BC-3219-C722-1833600C211A}"/>
                </a:ext>
              </a:extLst>
            </p:cNvPr>
            <p:cNvSpPr/>
            <p:nvPr/>
          </p:nvSpPr>
          <p:spPr>
            <a:xfrm>
              <a:off x="2062399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2">
              <a:extLst>
                <a:ext uri="{FF2B5EF4-FFF2-40B4-BE49-F238E27FC236}">
                  <a16:creationId xmlns:a16="http://schemas.microsoft.com/office/drawing/2014/main" id="{C3ED302D-772F-C1CA-7CAC-04DE86B512A8}"/>
                </a:ext>
              </a:extLst>
            </p:cNvPr>
            <p:cNvSpPr/>
            <p:nvPr/>
          </p:nvSpPr>
          <p:spPr>
            <a:xfrm>
              <a:off x="206239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3">
              <a:extLst>
                <a:ext uri="{FF2B5EF4-FFF2-40B4-BE49-F238E27FC236}">
                  <a16:creationId xmlns:a16="http://schemas.microsoft.com/office/drawing/2014/main" id="{BC93B7D1-478A-50DC-270F-03A9681B56EB}"/>
                </a:ext>
              </a:extLst>
            </p:cNvPr>
            <p:cNvSpPr/>
            <p:nvPr/>
          </p:nvSpPr>
          <p:spPr>
            <a:xfrm>
              <a:off x="207184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4">
              <a:extLst>
                <a:ext uri="{FF2B5EF4-FFF2-40B4-BE49-F238E27FC236}">
                  <a16:creationId xmlns:a16="http://schemas.microsoft.com/office/drawing/2014/main" id="{112CA240-DD18-83A4-6720-5112DD577C9B}"/>
                </a:ext>
              </a:extLst>
            </p:cNvPr>
            <p:cNvSpPr/>
            <p:nvPr/>
          </p:nvSpPr>
          <p:spPr>
            <a:xfrm>
              <a:off x="208128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5">
              <a:extLst>
                <a:ext uri="{FF2B5EF4-FFF2-40B4-BE49-F238E27FC236}">
                  <a16:creationId xmlns:a16="http://schemas.microsoft.com/office/drawing/2014/main" id="{DE9AE84A-A8D4-E380-0777-E61A2840F071}"/>
                </a:ext>
              </a:extLst>
            </p:cNvPr>
            <p:cNvSpPr/>
            <p:nvPr/>
          </p:nvSpPr>
          <p:spPr>
            <a:xfrm>
              <a:off x="209072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6">
              <a:extLst>
                <a:ext uri="{FF2B5EF4-FFF2-40B4-BE49-F238E27FC236}">
                  <a16:creationId xmlns:a16="http://schemas.microsoft.com/office/drawing/2014/main" id="{F36172ED-4468-EF56-AC9B-5FCD4C34222D}"/>
                </a:ext>
              </a:extLst>
            </p:cNvPr>
            <p:cNvSpPr/>
            <p:nvPr/>
          </p:nvSpPr>
          <p:spPr>
            <a:xfrm>
              <a:off x="210016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7">
              <a:extLst>
                <a:ext uri="{FF2B5EF4-FFF2-40B4-BE49-F238E27FC236}">
                  <a16:creationId xmlns:a16="http://schemas.microsoft.com/office/drawing/2014/main" id="{CA4B3A54-B046-BF32-11E8-42011A611BE4}"/>
                </a:ext>
              </a:extLst>
            </p:cNvPr>
            <p:cNvSpPr/>
            <p:nvPr/>
          </p:nvSpPr>
          <p:spPr>
            <a:xfrm>
              <a:off x="210960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8">
              <a:extLst>
                <a:ext uri="{FF2B5EF4-FFF2-40B4-BE49-F238E27FC236}">
                  <a16:creationId xmlns:a16="http://schemas.microsoft.com/office/drawing/2014/main" id="{E882B171-C85A-1255-6B49-E0F90A864FF1}"/>
                </a:ext>
              </a:extLst>
            </p:cNvPr>
            <p:cNvSpPr/>
            <p:nvPr/>
          </p:nvSpPr>
          <p:spPr>
            <a:xfrm>
              <a:off x="211904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699">
              <a:extLst>
                <a:ext uri="{FF2B5EF4-FFF2-40B4-BE49-F238E27FC236}">
                  <a16:creationId xmlns:a16="http://schemas.microsoft.com/office/drawing/2014/main" id="{A2B9C7BE-2B8A-3AF6-5435-7CB83EAE97FF}"/>
                </a:ext>
              </a:extLst>
            </p:cNvPr>
            <p:cNvSpPr/>
            <p:nvPr/>
          </p:nvSpPr>
          <p:spPr>
            <a:xfrm>
              <a:off x="212848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0">
              <a:extLst>
                <a:ext uri="{FF2B5EF4-FFF2-40B4-BE49-F238E27FC236}">
                  <a16:creationId xmlns:a16="http://schemas.microsoft.com/office/drawing/2014/main" id="{3016F5FC-9B5B-A168-7A16-3228CD157A65}"/>
                </a:ext>
              </a:extLst>
            </p:cNvPr>
            <p:cNvSpPr/>
            <p:nvPr/>
          </p:nvSpPr>
          <p:spPr>
            <a:xfrm>
              <a:off x="213792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1">
              <a:extLst>
                <a:ext uri="{FF2B5EF4-FFF2-40B4-BE49-F238E27FC236}">
                  <a16:creationId xmlns:a16="http://schemas.microsoft.com/office/drawing/2014/main" id="{1F97BD61-9288-6A37-8AB7-784BCB796EF5}"/>
                </a:ext>
              </a:extLst>
            </p:cNvPr>
            <p:cNvSpPr/>
            <p:nvPr/>
          </p:nvSpPr>
          <p:spPr>
            <a:xfrm>
              <a:off x="214736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2">
              <a:extLst>
                <a:ext uri="{FF2B5EF4-FFF2-40B4-BE49-F238E27FC236}">
                  <a16:creationId xmlns:a16="http://schemas.microsoft.com/office/drawing/2014/main" id="{A8869020-6DF5-EB27-6CC2-186A298F439B}"/>
                </a:ext>
              </a:extLst>
            </p:cNvPr>
            <p:cNvSpPr/>
            <p:nvPr/>
          </p:nvSpPr>
          <p:spPr>
            <a:xfrm>
              <a:off x="215680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3">
              <a:extLst>
                <a:ext uri="{FF2B5EF4-FFF2-40B4-BE49-F238E27FC236}">
                  <a16:creationId xmlns:a16="http://schemas.microsoft.com/office/drawing/2014/main" id="{B3E14BA2-7367-39BE-D43E-8148C6A461AC}"/>
                </a:ext>
              </a:extLst>
            </p:cNvPr>
            <p:cNvSpPr/>
            <p:nvPr/>
          </p:nvSpPr>
          <p:spPr>
            <a:xfrm>
              <a:off x="216624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4">
              <a:extLst>
                <a:ext uri="{FF2B5EF4-FFF2-40B4-BE49-F238E27FC236}">
                  <a16:creationId xmlns:a16="http://schemas.microsoft.com/office/drawing/2014/main" id="{B39D687D-5BE2-32B1-DD7A-5D9D765964B7}"/>
                </a:ext>
              </a:extLst>
            </p:cNvPr>
            <p:cNvSpPr/>
            <p:nvPr/>
          </p:nvSpPr>
          <p:spPr>
            <a:xfrm>
              <a:off x="217568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5">
              <a:extLst>
                <a:ext uri="{FF2B5EF4-FFF2-40B4-BE49-F238E27FC236}">
                  <a16:creationId xmlns:a16="http://schemas.microsoft.com/office/drawing/2014/main" id="{341A4BAE-1612-C7AA-0008-79D476A2CA5D}"/>
                </a:ext>
              </a:extLst>
            </p:cNvPr>
            <p:cNvSpPr/>
            <p:nvPr/>
          </p:nvSpPr>
          <p:spPr>
            <a:xfrm>
              <a:off x="218512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6">
              <a:extLst>
                <a:ext uri="{FF2B5EF4-FFF2-40B4-BE49-F238E27FC236}">
                  <a16:creationId xmlns:a16="http://schemas.microsoft.com/office/drawing/2014/main" id="{64C05426-5E49-FB92-EF07-EB7753ACC7D2}"/>
                </a:ext>
              </a:extLst>
            </p:cNvPr>
            <p:cNvSpPr/>
            <p:nvPr/>
          </p:nvSpPr>
          <p:spPr>
            <a:xfrm>
              <a:off x="219456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7">
              <a:extLst>
                <a:ext uri="{FF2B5EF4-FFF2-40B4-BE49-F238E27FC236}">
                  <a16:creationId xmlns:a16="http://schemas.microsoft.com/office/drawing/2014/main" id="{B8A95ADF-F247-CBF9-ACB5-C01DE83BF097}"/>
                </a:ext>
              </a:extLst>
            </p:cNvPr>
            <p:cNvSpPr/>
            <p:nvPr/>
          </p:nvSpPr>
          <p:spPr>
            <a:xfrm>
              <a:off x="220400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8">
              <a:extLst>
                <a:ext uri="{FF2B5EF4-FFF2-40B4-BE49-F238E27FC236}">
                  <a16:creationId xmlns:a16="http://schemas.microsoft.com/office/drawing/2014/main" id="{3C9E364D-0499-1C1E-9F0E-335B05946C6D}"/>
                </a:ext>
              </a:extLst>
            </p:cNvPr>
            <p:cNvSpPr/>
            <p:nvPr/>
          </p:nvSpPr>
          <p:spPr>
            <a:xfrm>
              <a:off x="221344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09">
              <a:extLst>
                <a:ext uri="{FF2B5EF4-FFF2-40B4-BE49-F238E27FC236}">
                  <a16:creationId xmlns:a16="http://schemas.microsoft.com/office/drawing/2014/main" id="{F1028309-BEE3-68B0-38D6-680DFEDF7E5D}"/>
                </a:ext>
              </a:extLst>
            </p:cNvPr>
            <p:cNvSpPr/>
            <p:nvPr/>
          </p:nvSpPr>
          <p:spPr>
            <a:xfrm>
              <a:off x="222288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0">
              <a:extLst>
                <a:ext uri="{FF2B5EF4-FFF2-40B4-BE49-F238E27FC236}">
                  <a16:creationId xmlns:a16="http://schemas.microsoft.com/office/drawing/2014/main" id="{F963EE5F-15D5-712E-F3AA-98C6BA696602}"/>
                </a:ext>
              </a:extLst>
            </p:cNvPr>
            <p:cNvSpPr/>
            <p:nvPr/>
          </p:nvSpPr>
          <p:spPr>
            <a:xfrm>
              <a:off x="223232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1">
              <a:extLst>
                <a:ext uri="{FF2B5EF4-FFF2-40B4-BE49-F238E27FC236}">
                  <a16:creationId xmlns:a16="http://schemas.microsoft.com/office/drawing/2014/main" id="{A7BCAF96-01CC-8AE8-3F89-3BD63C012769}"/>
                </a:ext>
              </a:extLst>
            </p:cNvPr>
            <p:cNvSpPr/>
            <p:nvPr/>
          </p:nvSpPr>
          <p:spPr>
            <a:xfrm>
              <a:off x="224176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2">
              <a:extLst>
                <a:ext uri="{FF2B5EF4-FFF2-40B4-BE49-F238E27FC236}">
                  <a16:creationId xmlns:a16="http://schemas.microsoft.com/office/drawing/2014/main" id="{DAA43C89-6ABA-77BF-E44D-56771DB51233}"/>
                </a:ext>
              </a:extLst>
            </p:cNvPr>
            <p:cNvSpPr/>
            <p:nvPr/>
          </p:nvSpPr>
          <p:spPr>
            <a:xfrm>
              <a:off x="225120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3">
              <a:extLst>
                <a:ext uri="{FF2B5EF4-FFF2-40B4-BE49-F238E27FC236}">
                  <a16:creationId xmlns:a16="http://schemas.microsoft.com/office/drawing/2014/main" id="{F8721037-3357-1CB5-4F3F-4251BC337063}"/>
                </a:ext>
              </a:extLst>
            </p:cNvPr>
            <p:cNvSpPr/>
            <p:nvPr/>
          </p:nvSpPr>
          <p:spPr>
            <a:xfrm>
              <a:off x="226064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4">
              <a:extLst>
                <a:ext uri="{FF2B5EF4-FFF2-40B4-BE49-F238E27FC236}">
                  <a16:creationId xmlns:a16="http://schemas.microsoft.com/office/drawing/2014/main" id="{0D25C03E-8581-87DC-3DF5-027C11F28CC6}"/>
                </a:ext>
              </a:extLst>
            </p:cNvPr>
            <p:cNvSpPr/>
            <p:nvPr/>
          </p:nvSpPr>
          <p:spPr>
            <a:xfrm>
              <a:off x="227008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5">
              <a:extLst>
                <a:ext uri="{FF2B5EF4-FFF2-40B4-BE49-F238E27FC236}">
                  <a16:creationId xmlns:a16="http://schemas.microsoft.com/office/drawing/2014/main" id="{819C95AE-A0CC-FBB5-4CBC-C3DD8F69E1C9}"/>
                </a:ext>
              </a:extLst>
            </p:cNvPr>
            <p:cNvSpPr/>
            <p:nvPr/>
          </p:nvSpPr>
          <p:spPr>
            <a:xfrm>
              <a:off x="2288965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6">
              <a:extLst>
                <a:ext uri="{FF2B5EF4-FFF2-40B4-BE49-F238E27FC236}">
                  <a16:creationId xmlns:a16="http://schemas.microsoft.com/office/drawing/2014/main" id="{7E1E54B0-780C-CB3F-4088-863E62D87E08}"/>
                </a:ext>
              </a:extLst>
            </p:cNvPr>
            <p:cNvSpPr/>
            <p:nvPr/>
          </p:nvSpPr>
          <p:spPr>
            <a:xfrm>
              <a:off x="2288965" y="1096035"/>
              <a:ext cx="914750" cy="914399"/>
            </a:xfrm>
            <a:custGeom>
              <a:avLst/>
              <a:gdLst/>
              <a:ahLst/>
              <a:cxnLst/>
              <a:rect l="0" t="0" r="0" b="0"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7">
              <a:extLst>
                <a:ext uri="{FF2B5EF4-FFF2-40B4-BE49-F238E27FC236}">
                  <a16:creationId xmlns:a16="http://schemas.microsoft.com/office/drawing/2014/main" id="{32F9AFF3-877C-B3F9-3109-1063846193C4}"/>
                </a:ext>
              </a:extLst>
            </p:cNvPr>
            <p:cNvSpPr/>
            <p:nvPr/>
          </p:nvSpPr>
          <p:spPr>
            <a:xfrm>
              <a:off x="3497316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8">
              <a:extLst>
                <a:ext uri="{FF2B5EF4-FFF2-40B4-BE49-F238E27FC236}">
                  <a16:creationId xmlns:a16="http://schemas.microsoft.com/office/drawing/2014/main" id="{F012F77B-0415-4E20-8DDC-02514CD5379E}"/>
                </a:ext>
              </a:extLst>
            </p:cNvPr>
            <p:cNvSpPr/>
            <p:nvPr/>
          </p:nvSpPr>
          <p:spPr>
            <a:xfrm>
              <a:off x="3506756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19">
              <a:extLst>
                <a:ext uri="{FF2B5EF4-FFF2-40B4-BE49-F238E27FC236}">
                  <a16:creationId xmlns:a16="http://schemas.microsoft.com/office/drawing/2014/main" id="{EE56386E-4BEF-0C7C-6D36-470CB15B61A0}"/>
                </a:ext>
              </a:extLst>
            </p:cNvPr>
            <p:cNvSpPr/>
            <p:nvPr/>
          </p:nvSpPr>
          <p:spPr>
            <a:xfrm>
              <a:off x="350675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0">
              <a:extLst>
                <a:ext uri="{FF2B5EF4-FFF2-40B4-BE49-F238E27FC236}">
                  <a16:creationId xmlns:a16="http://schemas.microsoft.com/office/drawing/2014/main" id="{011DB6E2-0973-ADC0-72CE-387B6BF96BBD}"/>
                </a:ext>
              </a:extLst>
            </p:cNvPr>
            <p:cNvSpPr/>
            <p:nvPr/>
          </p:nvSpPr>
          <p:spPr>
            <a:xfrm>
              <a:off x="351619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1">
              <a:extLst>
                <a:ext uri="{FF2B5EF4-FFF2-40B4-BE49-F238E27FC236}">
                  <a16:creationId xmlns:a16="http://schemas.microsoft.com/office/drawing/2014/main" id="{F3811B17-2C93-7A1B-A7E1-AAADF1102AF0}"/>
                </a:ext>
              </a:extLst>
            </p:cNvPr>
            <p:cNvSpPr/>
            <p:nvPr/>
          </p:nvSpPr>
          <p:spPr>
            <a:xfrm>
              <a:off x="352563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2">
              <a:extLst>
                <a:ext uri="{FF2B5EF4-FFF2-40B4-BE49-F238E27FC236}">
                  <a16:creationId xmlns:a16="http://schemas.microsoft.com/office/drawing/2014/main" id="{8712B1B2-4AAE-AFC3-240C-F62BD26A6550}"/>
                </a:ext>
              </a:extLst>
            </p:cNvPr>
            <p:cNvSpPr/>
            <p:nvPr/>
          </p:nvSpPr>
          <p:spPr>
            <a:xfrm>
              <a:off x="353507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3">
              <a:extLst>
                <a:ext uri="{FF2B5EF4-FFF2-40B4-BE49-F238E27FC236}">
                  <a16:creationId xmlns:a16="http://schemas.microsoft.com/office/drawing/2014/main" id="{73CC4684-7FF0-40A2-E91F-DA5C469DC546}"/>
                </a:ext>
              </a:extLst>
            </p:cNvPr>
            <p:cNvSpPr/>
            <p:nvPr/>
          </p:nvSpPr>
          <p:spPr>
            <a:xfrm>
              <a:off x="354451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4">
              <a:extLst>
                <a:ext uri="{FF2B5EF4-FFF2-40B4-BE49-F238E27FC236}">
                  <a16:creationId xmlns:a16="http://schemas.microsoft.com/office/drawing/2014/main" id="{CECFC985-90F0-589E-8AC8-33D1B5673A78}"/>
                </a:ext>
              </a:extLst>
            </p:cNvPr>
            <p:cNvSpPr/>
            <p:nvPr/>
          </p:nvSpPr>
          <p:spPr>
            <a:xfrm>
              <a:off x="355395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5">
              <a:extLst>
                <a:ext uri="{FF2B5EF4-FFF2-40B4-BE49-F238E27FC236}">
                  <a16:creationId xmlns:a16="http://schemas.microsoft.com/office/drawing/2014/main" id="{5E50AE29-8447-7B4E-0E8D-46D5814B57BB}"/>
                </a:ext>
              </a:extLst>
            </p:cNvPr>
            <p:cNvSpPr/>
            <p:nvPr/>
          </p:nvSpPr>
          <p:spPr>
            <a:xfrm>
              <a:off x="356339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6">
              <a:extLst>
                <a:ext uri="{FF2B5EF4-FFF2-40B4-BE49-F238E27FC236}">
                  <a16:creationId xmlns:a16="http://schemas.microsoft.com/office/drawing/2014/main" id="{762DA2D7-4A89-0AD2-8549-5AE2FDDC066C}"/>
                </a:ext>
              </a:extLst>
            </p:cNvPr>
            <p:cNvSpPr/>
            <p:nvPr/>
          </p:nvSpPr>
          <p:spPr>
            <a:xfrm>
              <a:off x="357283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7">
              <a:extLst>
                <a:ext uri="{FF2B5EF4-FFF2-40B4-BE49-F238E27FC236}">
                  <a16:creationId xmlns:a16="http://schemas.microsoft.com/office/drawing/2014/main" id="{08791247-7F52-9F3D-21C9-2E173F6E0178}"/>
                </a:ext>
              </a:extLst>
            </p:cNvPr>
            <p:cNvSpPr/>
            <p:nvPr/>
          </p:nvSpPr>
          <p:spPr>
            <a:xfrm>
              <a:off x="358227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8">
              <a:extLst>
                <a:ext uri="{FF2B5EF4-FFF2-40B4-BE49-F238E27FC236}">
                  <a16:creationId xmlns:a16="http://schemas.microsoft.com/office/drawing/2014/main" id="{24387BF4-C673-61EA-91C2-8972B6550E79}"/>
                </a:ext>
              </a:extLst>
            </p:cNvPr>
            <p:cNvSpPr/>
            <p:nvPr/>
          </p:nvSpPr>
          <p:spPr>
            <a:xfrm>
              <a:off x="359171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29">
              <a:extLst>
                <a:ext uri="{FF2B5EF4-FFF2-40B4-BE49-F238E27FC236}">
                  <a16:creationId xmlns:a16="http://schemas.microsoft.com/office/drawing/2014/main" id="{6B5C6C64-0936-7FB8-6311-5CB5A3B4944F}"/>
                </a:ext>
              </a:extLst>
            </p:cNvPr>
            <p:cNvSpPr/>
            <p:nvPr/>
          </p:nvSpPr>
          <p:spPr>
            <a:xfrm>
              <a:off x="360115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0">
              <a:extLst>
                <a:ext uri="{FF2B5EF4-FFF2-40B4-BE49-F238E27FC236}">
                  <a16:creationId xmlns:a16="http://schemas.microsoft.com/office/drawing/2014/main" id="{72037CE8-36E1-1DF7-42B0-1842A23A40AD}"/>
                </a:ext>
              </a:extLst>
            </p:cNvPr>
            <p:cNvSpPr/>
            <p:nvPr/>
          </p:nvSpPr>
          <p:spPr>
            <a:xfrm>
              <a:off x="361059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1">
              <a:extLst>
                <a:ext uri="{FF2B5EF4-FFF2-40B4-BE49-F238E27FC236}">
                  <a16:creationId xmlns:a16="http://schemas.microsoft.com/office/drawing/2014/main" id="{427D4B0E-7122-CE7F-8126-B4B5140F5C1C}"/>
                </a:ext>
              </a:extLst>
            </p:cNvPr>
            <p:cNvSpPr/>
            <p:nvPr/>
          </p:nvSpPr>
          <p:spPr>
            <a:xfrm>
              <a:off x="362003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2">
              <a:extLst>
                <a:ext uri="{FF2B5EF4-FFF2-40B4-BE49-F238E27FC236}">
                  <a16:creationId xmlns:a16="http://schemas.microsoft.com/office/drawing/2014/main" id="{864ADC6D-A4C0-56EB-64DB-74503CEEACEA}"/>
                </a:ext>
              </a:extLst>
            </p:cNvPr>
            <p:cNvSpPr/>
            <p:nvPr/>
          </p:nvSpPr>
          <p:spPr>
            <a:xfrm>
              <a:off x="362947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3">
              <a:extLst>
                <a:ext uri="{FF2B5EF4-FFF2-40B4-BE49-F238E27FC236}">
                  <a16:creationId xmlns:a16="http://schemas.microsoft.com/office/drawing/2014/main" id="{B7437DC1-B067-6BCF-9ECC-74F3FDE5D0E1}"/>
                </a:ext>
              </a:extLst>
            </p:cNvPr>
            <p:cNvSpPr/>
            <p:nvPr/>
          </p:nvSpPr>
          <p:spPr>
            <a:xfrm>
              <a:off x="363891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4">
              <a:extLst>
                <a:ext uri="{FF2B5EF4-FFF2-40B4-BE49-F238E27FC236}">
                  <a16:creationId xmlns:a16="http://schemas.microsoft.com/office/drawing/2014/main" id="{9911C9A2-8C7E-7A07-619E-F6705931878F}"/>
                </a:ext>
              </a:extLst>
            </p:cNvPr>
            <p:cNvSpPr/>
            <p:nvPr/>
          </p:nvSpPr>
          <p:spPr>
            <a:xfrm>
              <a:off x="364836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5">
              <a:extLst>
                <a:ext uri="{FF2B5EF4-FFF2-40B4-BE49-F238E27FC236}">
                  <a16:creationId xmlns:a16="http://schemas.microsoft.com/office/drawing/2014/main" id="{AB61BBE3-6A5C-3537-7E0A-BA0A813316E0}"/>
                </a:ext>
              </a:extLst>
            </p:cNvPr>
            <p:cNvSpPr/>
            <p:nvPr/>
          </p:nvSpPr>
          <p:spPr>
            <a:xfrm>
              <a:off x="365780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6">
              <a:extLst>
                <a:ext uri="{FF2B5EF4-FFF2-40B4-BE49-F238E27FC236}">
                  <a16:creationId xmlns:a16="http://schemas.microsoft.com/office/drawing/2014/main" id="{0347A9A2-A3C8-681D-33C1-71847A285179}"/>
                </a:ext>
              </a:extLst>
            </p:cNvPr>
            <p:cNvSpPr/>
            <p:nvPr/>
          </p:nvSpPr>
          <p:spPr>
            <a:xfrm>
              <a:off x="366724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7">
              <a:extLst>
                <a:ext uri="{FF2B5EF4-FFF2-40B4-BE49-F238E27FC236}">
                  <a16:creationId xmlns:a16="http://schemas.microsoft.com/office/drawing/2014/main" id="{2391B2C5-CB9C-D394-E27D-7B0D2ECBC26C}"/>
                </a:ext>
              </a:extLst>
            </p:cNvPr>
            <p:cNvSpPr/>
            <p:nvPr/>
          </p:nvSpPr>
          <p:spPr>
            <a:xfrm>
              <a:off x="367668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8">
              <a:extLst>
                <a:ext uri="{FF2B5EF4-FFF2-40B4-BE49-F238E27FC236}">
                  <a16:creationId xmlns:a16="http://schemas.microsoft.com/office/drawing/2014/main" id="{C8F3031A-8298-451F-21DE-56E9AD56A2F7}"/>
                </a:ext>
              </a:extLst>
            </p:cNvPr>
            <p:cNvSpPr/>
            <p:nvPr/>
          </p:nvSpPr>
          <p:spPr>
            <a:xfrm>
              <a:off x="368612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39">
              <a:extLst>
                <a:ext uri="{FF2B5EF4-FFF2-40B4-BE49-F238E27FC236}">
                  <a16:creationId xmlns:a16="http://schemas.microsoft.com/office/drawing/2014/main" id="{B86476AD-8075-2A3D-B82D-A9627506220C}"/>
                </a:ext>
              </a:extLst>
            </p:cNvPr>
            <p:cNvSpPr/>
            <p:nvPr/>
          </p:nvSpPr>
          <p:spPr>
            <a:xfrm>
              <a:off x="369556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0">
              <a:extLst>
                <a:ext uri="{FF2B5EF4-FFF2-40B4-BE49-F238E27FC236}">
                  <a16:creationId xmlns:a16="http://schemas.microsoft.com/office/drawing/2014/main" id="{E249614A-656B-7355-AB49-00B22B46492F}"/>
                </a:ext>
              </a:extLst>
            </p:cNvPr>
            <p:cNvSpPr/>
            <p:nvPr/>
          </p:nvSpPr>
          <p:spPr>
            <a:xfrm>
              <a:off x="370500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1">
              <a:extLst>
                <a:ext uri="{FF2B5EF4-FFF2-40B4-BE49-F238E27FC236}">
                  <a16:creationId xmlns:a16="http://schemas.microsoft.com/office/drawing/2014/main" id="{97B079A7-E4CD-2C55-02FF-6311429E8B5B}"/>
                </a:ext>
              </a:extLst>
            </p:cNvPr>
            <p:cNvSpPr/>
            <p:nvPr/>
          </p:nvSpPr>
          <p:spPr>
            <a:xfrm>
              <a:off x="371444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2">
              <a:extLst>
                <a:ext uri="{FF2B5EF4-FFF2-40B4-BE49-F238E27FC236}">
                  <a16:creationId xmlns:a16="http://schemas.microsoft.com/office/drawing/2014/main" id="{606CC360-3668-1614-961B-6FBFE9F47C3B}"/>
                </a:ext>
              </a:extLst>
            </p:cNvPr>
            <p:cNvSpPr/>
            <p:nvPr/>
          </p:nvSpPr>
          <p:spPr>
            <a:xfrm>
              <a:off x="372388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3">
              <a:extLst>
                <a:ext uri="{FF2B5EF4-FFF2-40B4-BE49-F238E27FC236}">
                  <a16:creationId xmlns:a16="http://schemas.microsoft.com/office/drawing/2014/main" id="{D12AC429-32CE-517C-8624-37F82A9CFD74}"/>
                </a:ext>
              </a:extLst>
            </p:cNvPr>
            <p:cNvSpPr/>
            <p:nvPr/>
          </p:nvSpPr>
          <p:spPr>
            <a:xfrm>
              <a:off x="373332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4">
              <a:extLst>
                <a:ext uri="{FF2B5EF4-FFF2-40B4-BE49-F238E27FC236}">
                  <a16:creationId xmlns:a16="http://schemas.microsoft.com/office/drawing/2014/main" id="{BC5D3CAD-05CA-040F-062E-0ED75B292236}"/>
                </a:ext>
              </a:extLst>
            </p:cNvPr>
            <p:cNvSpPr/>
            <p:nvPr/>
          </p:nvSpPr>
          <p:spPr>
            <a:xfrm>
              <a:off x="374276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5">
              <a:extLst>
                <a:ext uri="{FF2B5EF4-FFF2-40B4-BE49-F238E27FC236}">
                  <a16:creationId xmlns:a16="http://schemas.microsoft.com/office/drawing/2014/main" id="{4FC50AB0-D26D-B2B2-4E25-51E37D6A35A0}"/>
                </a:ext>
              </a:extLst>
            </p:cNvPr>
            <p:cNvSpPr/>
            <p:nvPr/>
          </p:nvSpPr>
          <p:spPr>
            <a:xfrm>
              <a:off x="375220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6">
              <a:extLst>
                <a:ext uri="{FF2B5EF4-FFF2-40B4-BE49-F238E27FC236}">
                  <a16:creationId xmlns:a16="http://schemas.microsoft.com/office/drawing/2014/main" id="{744F9C00-15AF-6B81-73DD-91EE3E028838}"/>
                </a:ext>
              </a:extLst>
            </p:cNvPr>
            <p:cNvSpPr/>
            <p:nvPr/>
          </p:nvSpPr>
          <p:spPr>
            <a:xfrm>
              <a:off x="376164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7">
              <a:extLst>
                <a:ext uri="{FF2B5EF4-FFF2-40B4-BE49-F238E27FC236}">
                  <a16:creationId xmlns:a16="http://schemas.microsoft.com/office/drawing/2014/main" id="{4E97CEB6-C4EA-5E5C-062C-51277E0A5726}"/>
                </a:ext>
              </a:extLst>
            </p:cNvPr>
            <p:cNvSpPr/>
            <p:nvPr/>
          </p:nvSpPr>
          <p:spPr>
            <a:xfrm>
              <a:off x="377108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8">
              <a:extLst>
                <a:ext uri="{FF2B5EF4-FFF2-40B4-BE49-F238E27FC236}">
                  <a16:creationId xmlns:a16="http://schemas.microsoft.com/office/drawing/2014/main" id="{E168868C-1AB3-04D4-1B9B-921DED52A555}"/>
                </a:ext>
              </a:extLst>
            </p:cNvPr>
            <p:cNvSpPr/>
            <p:nvPr/>
          </p:nvSpPr>
          <p:spPr>
            <a:xfrm>
              <a:off x="378052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49">
              <a:extLst>
                <a:ext uri="{FF2B5EF4-FFF2-40B4-BE49-F238E27FC236}">
                  <a16:creationId xmlns:a16="http://schemas.microsoft.com/office/drawing/2014/main" id="{13059152-AE4F-845D-12BA-81C81980F3DD}"/>
                </a:ext>
              </a:extLst>
            </p:cNvPr>
            <p:cNvSpPr/>
            <p:nvPr/>
          </p:nvSpPr>
          <p:spPr>
            <a:xfrm>
              <a:off x="378996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0">
              <a:extLst>
                <a:ext uri="{FF2B5EF4-FFF2-40B4-BE49-F238E27FC236}">
                  <a16:creationId xmlns:a16="http://schemas.microsoft.com/office/drawing/2014/main" id="{265E1642-CC1F-B456-E871-FA5F07BCE740}"/>
                </a:ext>
              </a:extLst>
            </p:cNvPr>
            <p:cNvSpPr/>
            <p:nvPr/>
          </p:nvSpPr>
          <p:spPr>
            <a:xfrm>
              <a:off x="379940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1">
              <a:extLst>
                <a:ext uri="{FF2B5EF4-FFF2-40B4-BE49-F238E27FC236}">
                  <a16:creationId xmlns:a16="http://schemas.microsoft.com/office/drawing/2014/main" id="{06BE25CE-760A-FF85-DA4C-4BAEE0DB43C6}"/>
                </a:ext>
              </a:extLst>
            </p:cNvPr>
            <p:cNvSpPr/>
            <p:nvPr/>
          </p:nvSpPr>
          <p:spPr>
            <a:xfrm>
              <a:off x="380884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2">
              <a:extLst>
                <a:ext uri="{FF2B5EF4-FFF2-40B4-BE49-F238E27FC236}">
                  <a16:creationId xmlns:a16="http://schemas.microsoft.com/office/drawing/2014/main" id="{6882CF08-747D-7B33-01A2-8B216C369A95}"/>
                </a:ext>
              </a:extLst>
            </p:cNvPr>
            <p:cNvSpPr/>
            <p:nvPr/>
          </p:nvSpPr>
          <p:spPr>
            <a:xfrm>
              <a:off x="381828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3">
              <a:extLst>
                <a:ext uri="{FF2B5EF4-FFF2-40B4-BE49-F238E27FC236}">
                  <a16:creationId xmlns:a16="http://schemas.microsoft.com/office/drawing/2014/main" id="{1BBAB62D-055F-B50D-F9A6-FE42AF9A43A0}"/>
                </a:ext>
              </a:extLst>
            </p:cNvPr>
            <p:cNvSpPr/>
            <p:nvPr/>
          </p:nvSpPr>
          <p:spPr>
            <a:xfrm>
              <a:off x="382772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4">
              <a:extLst>
                <a:ext uri="{FF2B5EF4-FFF2-40B4-BE49-F238E27FC236}">
                  <a16:creationId xmlns:a16="http://schemas.microsoft.com/office/drawing/2014/main" id="{30B82A7D-0CFB-FE2D-9079-6161ECE19B5F}"/>
                </a:ext>
              </a:extLst>
            </p:cNvPr>
            <p:cNvSpPr/>
            <p:nvPr/>
          </p:nvSpPr>
          <p:spPr>
            <a:xfrm>
              <a:off x="383716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5">
              <a:extLst>
                <a:ext uri="{FF2B5EF4-FFF2-40B4-BE49-F238E27FC236}">
                  <a16:creationId xmlns:a16="http://schemas.microsoft.com/office/drawing/2014/main" id="{CEAFC1BC-2831-DDB2-36CB-1D89FAB5143E}"/>
                </a:ext>
              </a:extLst>
            </p:cNvPr>
            <p:cNvSpPr/>
            <p:nvPr/>
          </p:nvSpPr>
          <p:spPr>
            <a:xfrm>
              <a:off x="384660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6">
              <a:extLst>
                <a:ext uri="{FF2B5EF4-FFF2-40B4-BE49-F238E27FC236}">
                  <a16:creationId xmlns:a16="http://schemas.microsoft.com/office/drawing/2014/main" id="{BB355B6F-48E6-0D3C-4589-7B1FB8095C97}"/>
                </a:ext>
              </a:extLst>
            </p:cNvPr>
            <p:cNvSpPr/>
            <p:nvPr/>
          </p:nvSpPr>
          <p:spPr>
            <a:xfrm>
              <a:off x="385604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7">
              <a:extLst>
                <a:ext uri="{FF2B5EF4-FFF2-40B4-BE49-F238E27FC236}">
                  <a16:creationId xmlns:a16="http://schemas.microsoft.com/office/drawing/2014/main" id="{5A95DA0A-0F44-8E9B-15B0-3CA6F5362A47}"/>
                </a:ext>
              </a:extLst>
            </p:cNvPr>
            <p:cNvSpPr/>
            <p:nvPr/>
          </p:nvSpPr>
          <p:spPr>
            <a:xfrm>
              <a:off x="3865485" y="1096035"/>
              <a:ext cx="922004" cy="914399"/>
            </a:xfrm>
            <a:custGeom>
              <a:avLst/>
              <a:gdLst/>
              <a:ahLst/>
              <a:cxnLst/>
              <a:rect l="0" t="0" r="0" b="0"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8">
              <a:extLst>
                <a:ext uri="{FF2B5EF4-FFF2-40B4-BE49-F238E27FC236}">
                  <a16:creationId xmlns:a16="http://schemas.microsoft.com/office/drawing/2014/main" id="{59D282A9-5483-34B2-4622-407EB027F36F}"/>
                </a:ext>
              </a:extLst>
            </p:cNvPr>
            <p:cNvSpPr/>
            <p:nvPr/>
          </p:nvSpPr>
          <p:spPr>
            <a:xfrm>
              <a:off x="2062399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59">
              <a:extLst>
                <a:ext uri="{FF2B5EF4-FFF2-40B4-BE49-F238E27FC236}">
                  <a16:creationId xmlns:a16="http://schemas.microsoft.com/office/drawing/2014/main" id="{77976410-04C5-0653-7E12-86A9D4017C33}"/>
                </a:ext>
              </a:extLst>
            </p:cNvPr>
            <p:cNvSpPr/>
            <p:nvPr/>
          </p:nvSpPr>
          <p:spPr>
            <a:xfrm>
              <a:off x="206239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0">
              <a:extLst>
                <a:ext uri="{FF2B5EF4-FFF2-40B4-BE49-F238E27FC236}">
                  <a16:creationId xmlns:a16="http://schemas.microsoft.com/office/drawing/2014/main" id="{2A6CCE04-7C18-C871-EE7C-75459D5801F4}"/>
                </a:ext>
              </a:extLst>
            </p:cNvPr>
            <p:cNvSpPr/>
            <p:nvPr/>
          </p:nvSpPr>
          <p:spPr>
            <a:xfrm>
              <a:off x="207184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1">
              <a:extLst>
                <a:ext uri="{FF2B5EF4-FFF2-40B4-BE49-F238E27FC236}">
                  <a16:creationId xmlns:a16="http://schemas.microsoft.com/office/drawing/2014/main" id="{DDB08761-BAD5-DDB6-DBD0-4A89F7FE9B0F}"/>
                </a:ext>
              </a:extLst>
            </p:cNvPr>
            <p:cNvSpPr/>
            <p:nvPr/>
          </p:nvSpPr>
          <p:spPr>
            <a:xfrm>
              <a:off x="208128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2">
              <a:extLst>
                <a:ext uri="{FF2B5EF4-FFF2-40B4-BE49-F238E27FC236}">
                  <a16:creationId xmlns:a16="http://schemas.microsoft.com/office/drawing/2014/main" id="{27AF4431-6579-2BEB-B751-10D10045E66A}"/>
                </a:ext>
              </a:extLst>
            </p:cNvPr>
            <p:cNvSpPr/>
            <p:nvPr/>
          </p:nvSpPr>
          <p:spPr>
            <a:xfrm>
              <a:off x="209072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3">
              <a:extLst>
                <a:ext uri="{FF2B5EF4-FFF2-40B4-BE49-F238E27FC236}">
                  <a16:creationId xmlns:a16="http://schemas.microsoft.com/office/drawing/2014/main" id="{5B00B611-9F1A-F2FA-2009-F4F1E449DE21}"/>
                </a:ext>
              </a:extLst>
            </p:cNvPr>
            <p:cNvSpPr/>
            <p:nvPr/>
          </p:nvSpPr>
          <p:spPr>
            <a:xfrm>
              <a:off x="210016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4">
              <a:extLst>
                <a:ext uri="{FF2B5EF4-FFF2-40B4-BE49-F238E27FC236}">
                  <a16:creationId xmlns:a16="http://schemas.microsoft.com/office/drawing/2014/main" id="{1AC05E83-C011-9F5F-A221-28B6C2DE68AA}"/>
                </a:ext>
              </a:extLst>
            </p:cNvPr>
            <p:cNvSpPr/>
            <p:nvPr/>
          </p:nvSpPr>
          <p:spPr>
            <a:xfrm>
              <a:off x="210960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5">
              <a:extLst>
                <a:ext uri="{FF2B5EF4-FFF2-40B4-BE49-F238E27FC236}">
                  <a16:creationId xmlns:a16="http://schemas.microsoft.com/office/drawing/2014/main" id="{812CE679-B55B-0E5E-B297-1A491D646B99}"/>
                </a:ext>
              </a:extLst>
            </p:cNvPr>
            <p:cNvSpPr/>
            <p:nvPr/>
          </p:nvSpPr>
          <p:spPr>
            <a:xfrm>
              <a:off x="211904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6">
              <a:extLst>
                <a:ext uri="{FF2B5EF4-FFF2-40B4-BE49-F238E27FC236}">
                  <a16:creationId xmlns:a16="http://schemas.microsoft.com/office/drawing/2014/main" id="{37D24580-8A59-0F95-5E81-52B2D4740F8C}"/>
                </a:ext>
              </a:extLst>
            </p:cNvPr>
            <p:cNvSpPr/>
            <p:nvPr/>
          </p:nvSpPr>
          <p:spPr>
            <a:xfrm>
              <a:off x="212848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7">
              <a:extLst>
                <a:ext uri="{FF2B5EF4-FFF2-40B4-BE49-F238E27FC236}">
                  <a16:creationId xmlns:a16="http://schemas.microsoft.com/office/drawing/2014/main" id="{50D93E8B-2322-F385-6943-D531F0EC5EC6}"/>
                </a:ext>
              </a:extLst>
            </p:cNvPr>
            <p:cNvSpPr/>
            <p:nvPr/>
          </p:nvSpPr>
          <p:spPr>
            <a:xfrm>
              <a:off x="213792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8">
              <a:extLst>
                <a:ext uri="{FF2B5EF4-FFF2-40B4-BE49-F238E27FC236}">
                  <a16:creationId xmlns:a16="http://schemas.microsoft.com/office/drawing/2014/main" id="{0709F5E0-ED08-5255-0D4C-69DD10595FBC}"/>
                </a:ext>
              </a:extLst>
            </p:cNvPr>
            <p:cNvSpPr/>
            <p:nvPr/>
          </p:nvSpPr>
          <p:spPr>
            <a:xfrm>
              <a:off x="214736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69">
              <a:extLst>
                <a:ext uri="{FF2B5EF4-FFF2-40B4-BE49-F238E27FC236}">
                  <a16:creationId xmlns:a16="http://schemas.microsoft.com/office/drawing/2014/main" id="{37F1AD07-89C8-C326-6E29-DC323F72EF46}"/>
                </a:ext>
              </a:extLst>
            </p:cNvPr>
            <p:cNvSpPr/>
            <p:nvPr/>
          </p:nvSpPr>
          <p:spPr>
            <a:xfrm>
              <a:off x="215680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0">
              <a:extLst>
                <a:ext uri="{FF2B5EF4-FFF2-40B4-BE49-F238E27FC236}">
                  <a16:creationId xmlns:a16="http://schemas.microsoft.com/office/drawing/2014/main" id="{FF23A2AC-4300-A82D-3616-2BA04AEFA385}"/>
                </a:ext>
              </a:extLst>
            </p:cNvPr>
            <p:cNvSpPr/>
            <p:nvPr/>
          </p:nvSpPr>
          <p:spPr>
            <a:xfrm>
              <a:off x="216624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1">
              <a:extLst>
                <a:ext uri="{FF2B5EF4-FFF2-40B4-BE49-F238E27FC236}">
                  <a16:creationId xmlns:a16="http://schemas.microsoft.com/office/drawing/2014/main" id="{ED67588E-D82A-867E-77CD-572C62F23D4D}"/>
                </a:ext>
              </a:extLst>
            </p:cNvPr>
            <p:cNvSpPr/>
            <p:nvPr/>
          </p:nvSpPr>
          <p:spPr>
            <a:xfrm>
              <a:off x="217568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2">
              <a:extLst>
                <a:ext uri="{FF2B5EF4-FFF2-40B4-BE49-F238E27FC236}">
                  <a16:creationId xmlns:a16="http://schemas.microsoft.com/office/drawing/2014/main" id="{7B45E628-68B6-9BE9-D9F2-7CEF3B92ED6A}"/>
                </a:ext>
              </a:extLst>
            </p:cNvPr>
            <p:cNvSpPr/>
            <p:nvPr/>
          </p:nvSpPr>
          <p:spPr>
            <a:xfrm>
              <a:off x="218512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3">
              <a:extLst>
                <a:ext uri="{FF2B5EF4-FFF2-40B4-BE49-F238E27FC236}">
                  <a16:creationId xmlns:a16="http://schemas.microsoft.com/office/drawing/2014/main" id="{60FE9CF0-B7CF-744E-E386-0040CFFFFD15}"/>
                </a:ext>
              </a:extLst>
            </p:cNvPr>
            <p:cNvSpPr/>
            <p:nvPr/>
          </p:nvSpPr>
          <p:spPr>
            <a:xfrm>
              <a:off x="219456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4">
              <a:extLst>
                <a:ext uri="{FF2B5EF4-FFF2-40B4-BE49-F238E27FC236}">
                  <a16:creationId xmlns:a16="http://schemas.microsoft.com/office/drawing/2014/main" id="{EE8B046A-B95E-75C1-7647-B2AF720F2E6A}"/>
                </a:ext>
              </a:extLst>
            </p:cNvPr>
            <p:cNvSpPr/>
            <p:nvPr/>
          </p:nvSpPr>
          <p:spPr>
            <a:xfrm>
              <a:off x="220400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5">
              <a:extLst>
                <a:ext uri="{FF2B5EF4-FFF2-40B4-BE49-F238E27FC236}">
                  <a16:creationId xmlns:a16="http://schemas.microsoft.com/office/drawing/2014/main" id="{33CAADFB-9A9B-D579-650D-CBC12A8AD07C}"/>
                </a:ext>
              </a:extLst>
            </p:cNvPr>
            <p:cNvSpPr/>
            <p:nvPr/>
          </p:nvSpPr>
          <p:spPr>
            <a:xfrm>
              <a:off x="221344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6">
              <a:extLst>
                <a:ext uri="{FF2B5EF4-FFF2-40B4-BE49-F238E27FC236}">
                  <a16:creationId xmlns:a16="http://schemas.microsoft.com/office/drawing/2014/main" id="{B6769C11-8676-5F17-F554-F9AF81E4C1DE}"/>
                </a:ext>
              </a:extLst>
            </p:cNvPr>
            <p:cNvSpPr/>
            <p:nvPr/>
          </p:nvSpPr>
          <p:spPr>
            <a:xfrm>
              <a:off x="222288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7">
              <a:extLst>
                <a:ext uri="{FF2B5EF4-FFF2-40B4-BE49-F238E27FC236}">
                  <a16:creationId xmlns:a16="http://schemas.microsoft.com/office/drawing/2014/main" id="{F7563EBF-F163-A226-17A1-1D1875715869}"/>
                </a:ext>
              </a:extLst>
            </p:cNvPr>
            <p:cNvSpPr/>
            <p:nvPr/>
          </p:nvSpPr>
          <p:spPr>
            <a:xfrm>
              <a:off x="223232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8">
              <a:extLst>
                <a:ext uri="{FF2B5EF4-FFF2-40B4-BE49-F238E27FC236}">
                  <a16:creationId xmlns:a16="http://schemas.microsoft.com/office/drawing/2014/main" id="{FD7FD0C2-26D8-EC7F-01BA-1D34D373C743}"/>
                </a:ext>
              </a:extLst>
            </p:cNvPr>
            <p:cNvSpPr/>
            <p:nvPr/>
          </p:nvSpPr>
          <p:spPr>
            <a:xfrm>
              <a:off x="224176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79">
              <a:extLst>
                <a:ext uri="{FF2B5EF4-FFF2-40B4-BE49-F238E27FC236}">
                  <a16:creationId xmlns:a16="http://schemas.microsoft.com/office/drawing/2014/main" id="{5ACD0DEF-484B-8698-EB7B-16698CBC9F33}"/>
                </a:ext>
              </a:extLst>
            </p:cNvPr>
            <p:cNvSpPr/>
            <p:nvPr/>
          </p:nvSpPr>
          <p:spPr>
            <a:xfrm>
              <a:off x="225120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0">
              <a:extLst>
                <a:ext uri="{FF2B5EF4-FFF2-40B4-BE49-F238E27FC236}">
                  <a16:creationId xmlns:a16="http://schemas.microsoft.com/office/drawing/2014/main" id="{29E46EC3-D79D-5034-B2E3-C8B6728C89F8}"/>
                </a:ext>
              </a:extLst>
            </p:cNvPr>
            <p:cNvSpPr/>
            <p:nvPr/>
          </p:nvSpPr>
          <p:spPr>
            <a:xfrm>
              <a:off x="226064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1">
              <a:extLst>
                <a:ext uri="{FF2B5EF4-FFF2-40B4-BE49-F238E27FC236}">
                  <a16:creationId xmlns:a16="http://schemas.microsoft.com/office/drawing/2014/main" id="{FD703E9E-E835-72EF-9DF8-EB14C7B7ABBC}"/>
                </a:ext>
              </a:extLst>
            </p:cNvPr>
            <p:cNvSpPr/>
            <p:nvPr/>
          </p:nvSpPr>
          <p:spPr>
            <a:xfrm>
              <a:off x="227008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2">
              <a:extLst>
                <a:ext uri="{FF2B5EF4-FFF2-40B4-BE49-F238E27FC236}">
                  <a16:creationId xmlns:a16="http://schemas.microsoft.com/office/drawing/2014/main" id="{FC661E96-620A-813D-C979-7EBD051AB500}"/>
                </a:ext>
              </a:extLst>
            </p:cNvPr>
            <p:cNvSpPr/>
            <p:nvPr/>
          </p:nvSpPr>
          <p:spPr>
            <a:xfrm>
              <a:off x="2279525" y="1078465"/>
              <a:ext cx="921836" cy="914400"/>
            </a:xfrm>
            <a:custGeom>
              <a:avLst/>
              <a:gdLst/>
              <a:ahLst/>
              <a:cxnLst/>
              <a:rect l="0" t="0" r="0" b="0"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3">
              <a:extLst>
                <a:ext uri="{FF2B5EF4-FFF2-40B4-BE49-F238E27FC236}">
                  <a16:creationId xmlns:a16="http://schemas.microsoft.com/office/drawing/2014/main" id="{B3679BB8-6F1D-2E54-E526-C26CA189CA33}"/>
                </a:ext>
              </a:extLst>
            </p:cNvPr>
            <p:cNvSpPr/>
            <p:nvPr/>
          </p:nvSpPr>
          <p:spPr>
            <a:xfrm>
              <a:off x="3506756" y="107846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4">
              <a:extLst>
                <a:ext uri="{FF2B5EF4-FFF2-40B4-BE49-F238E27FC236}">
                  <a16:creationId xmlns:a16="http://schemas.microsoft.com/office/drawing/2014/main" id="{91313A18-1E36-00C1-00E8-33469327EDE0}"/>
                </a:ext>
              </a:extLst>
            </p:cNvPr>
            <p:cNvSpPr/>
            <p:nvPr/>
          </p:nvSpPr>
          <p:spPr>
            <a:xfrm>
              <a:off x="3516196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5">
              <a:extLst>
                <a:ext uri="{FF2B5EF4-FFF2-40B4-BE49-F238E27FC236}">
                  <a16:creationId xmlns:a16="http://schemas.microsoft.com/office/drawing/2014/main" id="{BBF0B44A-107F-6D74-9F94-200D314CC182}"/>
                </a:ext>
              </a:extLst>
            </p:cNvPr>
            <p:cNvSpPr/>
            <p:nvPr/>
          </p:nvSpPr>
          <p:spPr>
            <a:xfrm>
              <a:off x="351619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6">
              <a:extLst>
                <a:ext uri="{FF2B5EF4-FFF2-40B4-BE49-F238E27FC236}">
                  <a16:creationId xmlns:a16="http://schemas.microsoft.com/office/drawing/2014/main" id="{05721083-CFE4-1C29-7845-5A92FBD92B85}"/>
                </a:ext>
              </a:extLst>
            </p:cNvPr>
            <p:cNvSpPr/>
            <p:nvPr/>
          </p:nvSpPr>
          <p:spPr>
            <a:xfrm>
              <a:off x="352563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7">
              <a:extLst>
                <a:ext uri="{FF2B5EF4-FFF2-40B4-BE49-F238E27FC236}">
                  <a16:creationId xmlns:a16="http://schemas.microsoft.com/office/drawing/2014/main" id="{FD44F3D8-8B88-8018-3334-273104359A59}"/>
                </a:ext>
              </a:extLst>
            </p:cNvPr>
            <p:cNvSpPr/>
            <p:nvPr/>
          </p:nvSpPr>
          <p:spPr>
            <a:xfrm>
              <a:off x="353507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8">
              <a:extLst>
                <a:ext uri="{FF2B5EF4-FFF2-40B4-BE49-F238E27FC236}">
                  <a16:creationId xmlns:a16="http://schemas.microsoft.com/office/drawing/2014/main" id="{A093539A-AA6A-3EBC-29AB-B3DE5A6BB9C6}"/>
                </a:ext>
              </a:extLst>
            </p:cNvPr>
            <p:cNvSpPr/>
            <p:nvPr/>
          </p:nvSpPr>
          <p:spPr>
            <a:xfrm>
              <a:off x="354451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89">
              <a:extLst>
                <a:ext uri="{FF2B5EF4-FFF2-40B4-BE49-F238E27FC236}">
                  <a16:creationId xmlns:a16="http://schemas.microsoft.com/office/drawing/2014/main" id="{B0A41EDA-3AD3-8AA5-5909-F9D1709A78A0}"/>
                </a:ext>
              </a:extLst>
            </p:cNvPr>
            <p:cNvSpPr/>
            <p:nvPr/>
          </p:nvSpPr>
          <p:spPr>
            <a:xfrm>
              <a:off x="355395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0">
              <a:extLst>
                <a:ext uri="{FF2B5EF4-FFF2-40B4-BE49-F238E27FC236}">
                  <a16:creationId xmlns:a16="http://schemas.microsoft.com/office/drawing/2014/main" id="{D6C8D9CD-AD78-FA0A-5898-0A968D66CF6B}"/>
                </a:ext>
              </a:extLst>
            </p:cNvPr>
            <p:cNvSpPr/>
            <p:nvPr/>
          </p:nvSpPr>
          <p:spPr>
            <a:xfrm>
              <a:off x="356339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1">
              <a:extLst>
                <a:ext uri="{FF2B5EF4-FFF2-40B4-BE49-F238E27FC236}">
                  <a16:creationId xmlns:a16="http://schemas.microsoft.com/office/drawing/2014/main" id="{423D9CC0-92DF-E926-8224-8937365EB3AC}"/>
                </a:ext>
              </a:extLst>
            </p:cNvPr>
            <p:cNvSpPr/>
            <p:nvPr/>
          </p:nvSpPr>
          <p:spPr>
            <a:xfrm>
              <a:off x="357283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2">
              <a:extLst>
                <a:ext uri="{FF2B5EF4-FFF2-40B4-BE49-F238E27FC236}">
                  <a16:creationId xmlns:a16="http://schemas.microsoft.com/office/drawing/2014/main" id="{B155D6BD-EB7E-C503-B9C8-8F387EF8E766}"/>
                </a:ext>
              </a:extLst>
            </p:cNvPr>
            <p:cNvSpPr/>
            <p:nvPr/>
          </p:nvSpPr>
          <p:spPr>
            <a:xfrm>
              <a:off x="358227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3">
              <a:extLst>
                <a:ext uri="{FF2B5EF4-FFF2-40B4-BE49-F238E27FC236}">
                  <a16:creationId xmlns:a16="http://schemas.microsoft.com/office/drawing/2014/main" id="{2B610E67-2699-F7BC-BAFF-2052755B2AD7}"/>
                </a:ext>
              </a:extLst>
            </p:cNvPr>
            <p:cNvSpPr/>
            <p:nvPr/>
          </p:nvSpPr>
          <p:spPr>
            <a:xfrm>
              <a:off x="359171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4">
              <a:extLst>
                <a:ext uri="{FF2B5EF4-FFF2-40B4-BE49-F238E27FC236}">
                  <a16:creationId xmlns:a16="http://schemas.microsoft.com/office/drawing/2014/main" id="{5DD2FE98-9D79-F6A2-ECEB-5255ADB09E2A}"/>
                </a:ext>
              </a:extLst>
            </p:cNvPr>
            <p:cNvSpPr/>
            <p:nvPr/>
          </p:nvSpPr>
          <p:spPr>
            <a:xfrm>
              <a:off x="360115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5">
              <a:extLst>
                <a:ext uri="{FF2B5EF4-FFF2-40B4-BE49-F238E27FC236}">
                  <a16:creationId xmlns:a16="http://schemas.microsoft.com/office/drawing/2014/main" id="{DB8A237A-65F3-72A3-A3A4-4FC7B4C2D444}"/>
                </a:ext>
              </a:extLst>
            </p:cNvPr>
            <p:cNvSpPr/>
            <p:nvPr/>
          </p:nvSpPr>
          <p:spPr>
            <a:xfrm>
              <a:off x="361059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6">
              <a:extLst>
                <a:ext uri="{FF2B5EF4-FFF2-40B4-BE49-F238E27FC236}">
                  <a16:creationId xmlns:a16="http://schemas.microsoft.com/office/drawing/2014/main" id="{DC37D66E-992C-30AD-9761-5FA7BCE951F6}"/>
                </a:ext>
              </a:extLst>
            </p:cNvPr>
            <p:cNvSpPr/>
            <p:nvPr/>
          </p:nvSpPr>
          <p:spPr>
            <a:xfrm>
              <a:off x="362003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7">
              <a:extLst>
                <a:ext uri="{FF2B5EF4-FFF2-40B4-BE49-F238E27FC236}">
                  <a16:creationId xmlns:a16="http://schemas.microsoft.com/office/drawing/2014/main" id="{4B6DF802-0F25-8A93-04DE-6544EEC93FBA}"/>
                </a:ext>
              </a:extLst>
            </p:cNvPr>
            <p:cNvSpPr/>
            <p:nvPr/>
          </p:nvSpPr>
          <p:spPr>
            <a:xfrm>
              <a:off x="362947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8">
              <a:extLst>
                <a:ext uri="{FF2B5EF4-FFF2-40B4-BE49-F238E27FC236}">
                  <a16:creationId xmlns:a16="http://schemas.microsoft.com/office/drawing/2014/main" id="{DC5BE829-A043-4567-187A-BBFD4E9FEF23}"/>
                </a:ext>
              </a:extLst>
            </p:cNvPr>
            <p:cNvSpPr/>
            <p:nvPr/>
          </p:nvSpPr>
          <p:spPr>
            <a:xfrm>
              <a:off x="363891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799">
              <a:extLst>
                <a:ext uri="{FF2B5EF4-FFF2-40B4-BE49-F238E27FC236}">
                  <a16:creationId xmlns:a16="http://schemas.microsoft.com/office/drawing/2014/main" id="{FC2B543C-6183-B684-3672-C6E0030C5D66}"/>
                </a:ext>
              </a:extLst>
            </p:cNvPr>
            <p:cNvSpPr/>
            <p:nvPr/>
          </p:nvSpPr>
          <p:spPr>
            <a:xfrm>
              <a:off x="364836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0">
              <a:extLst>
                <a:ext uri="{FF2B5EF4-FFF2-40B4-BE49-F238E27FC236}">
                  <a16:creationId xmlns:a16="http://schemas.microsoft.com/office/drawing/2014/main" id="{81ED3230-1289-4FBB-1B4D-A450378C38A8}"/>
                </a:ext>
              </a:extLst>
            </p:cNvPr>
            <p:cNvSpPr/>
            <p:nvPr/>
          </p:nvSpPr>
          <p:spPr>
            <a:xfrm>
              <a:off x="365780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1">
              <a:extLst>
                <a:ext uri="{FF2B5EF4-FFF2-40B4-BE49-F238E27FC236}">
                  <a16:creationId xmlns:a16="http://schemas.microsoft.com/office/drawing/2014/main" id="{A77DCB30-3C65-6792-25EC-F0CCCB71E7A1}"/>
                </a:ext>
              </a:extLst>
            </p:cNvPr>
            <p:cNvSpPr/>
            <p:nvPr/>
          </p:nvSpPr>
          <p:spPr>
            <a:xfrm>
              <a:off x="366724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2">
              <a:extLst>
                <a:ext uri="{FF2B5EF4-FFF2-40B4-BE49-F238E27FC236}">
                  <a16:creationId xmlns:a16="http://schemas.microsoft.com/office/drawing/2014/main" id="{C9811386-F74E-E0F0-2B93-DD565D048747}"/>
                </a:ext>
              </a:extLst>
            </p:cNvPr>
            <p:cNvSpPr/>
            <p:nvPr/>
          </p:nvSpPr>
          <p:spPr>
            <a:xfrm>
              <a:off x="367668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3">
              <a:extLst>
                <a:ext uri="{FF2B5EF4-FFF2-40B4-BE49-F238E27FC236}">
                  <a16:creationId xmlns:a16="http://schemas.microsoft.com/office/drawing/2014/main" id="{21693B63-5FD9-0014-5B5C-868B2FC8EC37}"/>
                </a:ext>
              </a:extLst>
            </p:cNvPr>
            <p:cNvSpPr/>
            <p:nvPr/>
          </p:nvSpPr>
          <p:spPr>
            <a:xfrm>
              <a:off x="368612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4">
              <a:extLst>
                <a:ext uri="{FF2B5EF4-FFF2-40B4-BE49-F238E27FC236}">
                  <a16:creationId xmlns:a16="http://schemas.microsoft.com/office/drawing/2014/main" id="{3833C03A-15D7-3E0B-ABE6-FFBC19F8C08E}"/>
                </a:ext>
              </a:extLst>
            </p:cNvPr>
            <p:cNvSpPr/>
            <p:nvPr/>
          </p:nvSpPr>
          <p:spPr>
            <a:xfrm>
              <a:off x="369556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5">
              <a:extLst>
                <a:ext uri="{FF2B5EF4-FFF2-40B4-BE49-F238E27FC236}">
                  <a16:creationId xmlns:a16="http://schemas.microsoft.com/office/drawing/2014/main" id="{FD7702F8-F0F4-3545-9874-91E4AA588C15}"/>
                </a:ext>
              </a:extLst>
            </p:cNvPr>
            <p:cNvSpPr/>
            <p:nvPr/>
          </p:nvSpPr>
          <p:spPr>
            <a:xfrm>
              <a:off x="370500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6">
              <a:extLst>
                <a:ext uri="{FF2B5EF4-FFF2-40B4-BE49-F238E27FC236}">
                  <a16:creationId xmlns:a16="http://schemas.microsoft.com/office/drawing/2014/main" id="{7F8AE87A-8C48-F299-AB83-349E45EB6AA6}"/>
                </a:ext>
              </a:extLst>
            </p:cNvPr>
            <p:cNvSpPr/>
            <p:nvPr/>
          </p:nvSpPr>
          <p:spPr>
            <a:xfrm>
              <a:off x="371444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7">
              <a:extLst>
                <a:ext uri="{FF2B5EF4-FFF2-40B4-BE49-F238E27FC236}">
                  <a16:creationId xmlns:a16="http://schemas.microsoft.com/office/drawing/2014/main" id="{540C7376-4458-88E9-1E37-740DA9079322}"/>
                </a:ext>
              </a:extLst>
            </p:cNvPr>
            <p:cNvSpPr/>
            <p:nvPr/>
          </p:nvSpPr>
          <p:spPr>
            <a:xfrm>
              <a:off x="372388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8">
              <a:extLst>
                <a:ext uri="{FF2B5EF4-FFF2-40B4-BE49-F238E27FC236}">
                  <a16:creationId xmlns:a16="http://schemas.microsoft.com/office/drawing/2014/main" id="{006E136A-D026-28B8-533D-A264F0935384}"/>
                </a:ext>
              </a:extLst>
            </p:cNvPr>
            <p:cNvSpPr/>
            <p:nvPr/>
          </p:nvSpPr>
          <p:spPr>
            <a:xfrm>
              <a:off x="373332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09">
              <a:extLst>
                <a:ext uri="{FF2B5EF4-FFF2-40B4-BE49-F238E27FC236}">
                  <a16:creationId xmlns:a16="http://schemas.microsoft.com/office/drawing/2014/main" id="{18F5D07B-1D1F-2F0D-6B65-5CFB0FB3ABC1}"/>
                </a:ext>
              </a:extLst>
            </p:cNvPr>
            <p:cNvSpPr/>
            <p:nvPr/>
          </p:nvSpPr>
          <p:spPr>
            <a:xfrm>
              <a:off x="374276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0">
              <a:extLst>
                <a:ext uri="{FF2B5EF4-FFF2-40B4-BE49-F238E27FC236}">
                  <a16:creationId xmlns:a16="http://schemas.microsoft.com/office/drawing/2014/main" id="{CC30E206-D506-A337-FE3D-099C3F7C4142}"/>
                </a:ext>
              </a:extLst>
            </p:cNvPr>
            <p:cNvSpPr/>
            <p:nvPr/>
          </p:nvSpPr>
          <p:spPr>
            <a:xfrm>
              <a:off x="375220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1">
              <a:extLst>
                <a:ext uri="{FF2B5EF4-FFF2-40B4-BE49-F238E27FC236}">
                  <a16:creationId xmlns:a16="http://schemas.microsoft.com/office/drawing/2014/main" id="{84A05409-28A8-2CFC-BBC0-8A30F61C3C71}"/>
                </a:ext>
              </a:extLst>
            </p:cNvPr>
            <p:cNvSpPr/>
            <p:nvPr/>
          </p:nvSpPr>
          <p:spPr>
            <a:xfrm>
              <a:off x="376164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2">
              <a:extLst>
                <a:ext uri="{FF2B5EF4-FFF2-40B4-BE49-F238E27FC236}">
                  <a16:creationId xmlns:a16="http://schemas.microsoft.com/office/drawing/2014/main" id="{4995B300-6EEA-8B71-F399-CEE67D13F277}"/>
                </a:ext>
              </a:extLst>
            </p:cNvPr>
            <p:cNvSpPr/>
            <p:nvPr/>
          </p:nvSpPr>
          <p:spPr>
            <a:xfrm>
              <a:off x="377108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3">
              <a:extLst>
                <a:ext uri="{FF2B5EF4-FFF2-40B4-BE49-F238E27FC236}">
                  <a16:creationId xmlns:a16="http://schemas.microsoft.com/office/drawing/2014/main" id="{0011EDE1-5B63-483D-83FB-6D251BB8BC45}"/>
                </a:ext>
              </a:extLst>
            </p:cNvPr>
            <p:cNvSpPr/>
            <p:nvPr/>
          </p:nvSpPr>
          <p:spPr>
            <a:xfrm>
              <a:off x="378052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4">
              <a:extLst>
                <a:ext uri="{FF2B5EF4-FFF2-40B4-BE49-F238E27FC236}">
                  <a16:creationId xmlns:a16="http://schemas.microsoft.com/office/drawing/2014/main" id="{2E8D0182-D9B9-6964-EDEE-15088517B371}"/>
                </a:ext>
              </a:extLst>
            </p:cNvPr>
            <p:cNvSpPr/>
            <p:nvPr/>
          </p:nvSpPr>
          <p:spPr>
            <a:xfrm>
              <a:off x="3789963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5">
              <a:extLst>
                <a:ext uri="{FF2B5EF4-FFF2-40B4-BE49-F238E27FC236}">
                  <a16:creationId xmlns:a16="http://schemas.microsoft.com/office/drawing/2014/main" id="{E3DDE509-88A4-54D9-30A2-608EE536A2A4}"/>
                </a:ext>
              </a:extLst>
            </p:cNvPr>
            <p:cNvSpPr/>
            <p:nvPr/>
          </p:nvSpPr>
          <p:spPr>
            <a:xfrm>
              <a:off x="379940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6">
              <a:extLst>
                <a:ext uri="{FF2B5EF4-FFF2-40B4-BE49-F238E27FC236}">
                  <a16:creationId xmlns:a16="http://schemas.microsoft.com/office/drawing/2014/main" id="{1DD64C47-FC86-70C9-8E92-559ED4D916AA}"/>
                </a:ext>
              </a:extLst>
            </p:cNvPr>
            <p:cNvSpPr/>
            <p:nvPr/>
          </p:nvSpPr>
          <p:spPr>
            <a:xfrm>
              <a:off x="380884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7">
              <a:extLst>
                <a:ext uri="{FF2B5EF4-FFF2-40B4-BE49-F238E27FC236}">
                  <a16:creationId xmlns:a16="http://schemas.microsoft.com/office/drawing/2014/main" id="{52738884-67E8-B72C-C567-4AE959B846DE}"/>
                </a:ext>
              </a:extLst>
            </p:cNvPr>
            <p:cNvSpPr/>
            <p:nvPr/>
          </p:nvSpPr>
          <p:spPr>
            <a:xfrm>
              <a:off x="381828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8">
              <a:extLst>
                <a:ext uri="{FF2B5EF4-FFF2-40B4-BE49-F238E27FC236}">
                  <a16:creationId xmlns:a16="http://schemas.microsoft.com/office/drawing/2014/main" id="{1CB56896-4B6A-2A4C-C921-62FC2FF71E9E}"/>
                </a:ext>
              </a:extLst>
            </p:cNvPr>
            <p:cNvSpPr/>
            <p:nvPr/>
          </p:nvSpPr>
          <p:spPr>
            <a:xfrm>
              <a:off x="382772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19">
              <a:extLst>
                <a:ext uri="{FF2B5EF4-FFF2-40B4-BE49-F238E27FC236}">
                  <a16:creationId xmlns:a16="http://schemas.microsoft.com/office/drawing/2014/main" id="{759968A3-4378-CDDF-2786-A0CBAC79762C}"/>
                </a:ext>
              </a:extLst>
            </p:cNvPr>
            <p:cNvSpPr/>
            <p:nvPr/>
          </p:nvSpPr>
          <p:spPr>
            <a:xfrm>
              <a:off x="383716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0">
              <a:extLst>
                <a:ext uri="{FF2B5EF4-FFF2-40B4-BE49-F238E27FC236}">
                  <a16:creationId xmlns:a16="http://schemas.microsoft.com/office/drawing/2014/main" id="{83C593A1-71E3-5B5F-BB57-3BEE73EED97E}"/>
                </a:ext>
              </a:extLst>
            </p:cNvPr>
            <p:cNvSpPr/>
            <p:nvPr/>
          </p:nvSpPr>
          <p:spPr>
            <a:xfrm>
              <a:off x="384660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1">
              <a:extLst>
                <a:ext uri="{FF2B5EF4-FFF2-40B4-BE49-F238E27FC236}">
                  <a16:creationId xmlns:a16="http://schemas.microsoft.com/office/drawing/2014/main" id="{9C14883D-0D87-E549-DF03-07A05F78D254}"/>
                </a:ext>
              </a:extLst>
            </p:cNvPr>
            <p:cNvSpPr/>
            <p:nvPr/>
          </p:nvSpPr>
          <p:spPr>
            <a:xfrm>
              <a:off x="385604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2">
              <a:extLst>
                <a:ext uri="{FF2B5EF4-FFF2-40B4-BE49-F238E27FC236}">
                  <a16:creationId xmlns:a16="http://schemas.microsoft.com/office/drawing/2014/main" id="{16341BCD-1351-BCD7-B0B7-73BA65960740}"/>
                </a:ext>
              </a:extLst>
            </p:cNvPr>
            <p:cNvSpPr/>
            <p:nvPr/>
          </p:nvSpPr>
          <p:spPr>
            <a:xfrm>
              <a:off x="3865485" y="1078465"/>
              <a:ext cx="921935" cy="914400"/>
            </a:xfrm>
            <a:custGeom>
              <a:avLst/>
              <a:gdLst/>
              <a:ahLst/>
              <a:cxnLst/>
              <a:rect l="0" t="0" r="0" b="0"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3">
              <a:extLst>
                <a:ext uri="{FF2B5EF4-FFF2-40B4-BE49-F238E27FC236}">
                  <a16:creationId xmlns:a16="http://schemas.microsoft.com/office/drawing/2014/main" id="{4CDF46E2-4E09-E303-9F3F-5D54BE651365}"/>
                </a:ext>
              </a:extLst>
            </p:cNvPr>
            <p:cNvSpPr/>
            <p:nvPr/>
          </p:nvSpPr>
          <p:spPr>
            <a:xfrm>
              <a:off x="2062399" y="104332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4">
              <a:extLst>
                <a:ext uri="{FF2B5EF4-FFF2-40B4-BE49-F238E27FC236}">
                  <a16:creationId xmlns:a16="http://schemas.microsoft.com/office/drawing/2014/main" id="{536F5CD6-C94F-4B2D-3CE0-2614F8798239}"/>
                </a:ext>
              </a:extLst>
            </p:cNvPr>
            <p:cNvSpPr/>
            <p:nvPr/>
          </p:nvSpPr>
          <p:spPr>
            <a:xfrm>
              <a:off x="206239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5">
              <a:extLst>
                <a:ext uri="{FF2B5EF4-FFF2-40B4-BE49-F238E27FC236}">
                  <a16:creationId xmlns:a16="http://schemas.microsoft.com/office/drawing/2014/main" id="{F804B5E1-6D79-B483-3E44-4C93ABCAE6D1}"/>
                </a:ext>
              </a:extLst>
            </p:cNvPr>
            <p:cNvSpPr/>
            <p:nvPr/>
          </p:nvSpPr>
          <p:spPr>
            <a:xfrm>
              <a:off x="207184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6">
              <a:extLst>
                <a:ext uri="{FF2B5EF4-FFF2-40B4-BE49-F238E27FC236}">
                  <a16:creationId xmlns:a16="http://schemas.microsoft.com/office/drawing/2014/main" id="{D148304D-D7A3-D463-A93B-8ADBF1C0C8C4}"/>
                </a:ext>
              </a:extLst>
            </p:cNvPr>
            <p:cNvSpPr/>
            <p:nvPr/>
          </p:nvSpPr>
          <p:spPr>
            <a:xfrm>
              <a:off x="208128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7">
              <a:extLst>
                <a:ext uri="{FF2B5EF4-FFF2-40B4-BE49-F238E27FC236}">
                  <a16:creationId xmlns:a16="http://schemas.microsoft.com/office/drawing/2014/main" id="{11812C44-6F2D-885E-9451-5FF0513BF317}"/>
                </a:ext>
              </a:extLst>
            </p:cNvPr>
            <p:cNvSpPr/>
            <p:nvPr/>
          </p:nvSpPr>
          <p:spPr>
            <a:xfrm>
              <a:off x="209072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8">
              <a:extLst>
                <a:ext uri="{FF2B5EF4-FFF2-40B4-BE49-F238E27FC236}">
                  <a16:creationId xmlns:a16="http://schemas.microsoft.com/office/drawing/2014/main" id="{81C15444-7010-4E55-36DC-0B79BA85E791}"/>
                </a:ext>
              </a:extLst>
            </p:cNvPr>
            <p:cNvSpPr/>
            <p:nvPr/>
          </p:nvSpPr>
          <p:spPr>
            <a:xfrm>
              <a:off x="210016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29">
              <a:extLst>
                <a:ext uri="{FF2B5EF4-FFF2-40B4-BE49-F238E27FC236}">
                  <a16:creationId xmlns:a16="http://schemas.microsoft.com/office/drawing/2014/main" id="{873F4631-4609-66A7-FF79-6A629F2CB7D8}"/>
                </a:ext>
              </a:extLst>
            </p:cNvPr>
            <p:cNvSpPr/>
            <p:nvPr/>
          </p:nvSpPr>
          <p:spPr>
            <a:xfrm>
              <a:off x="210960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0">
              <a:extLst>
                <a:ext uri="{FF2B5EF4-FFF2-40B4-BE49-F238E27FC236}">
                  <a16:creationId xmlns:a16="http://schemas.microsoft.com/office/drawing/2014/main" id="{C4D6A26B-7477-E686-2202-09C9FAF0B8A7}"/>
                </a:ext>
              </a:extLst>
            </p:cNvPr>
            <p:cNvSpPr/>
            <p:nvPr/>
          </p:nvSpPr>
          <p:spPr>
            <a:xfrm>
              <a:off x="211904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1">
              <a:extLst>
                <a:ext uri="{FF2B5EF4-FFF2-40B4-BE49-F238E27FC236}">
                  <a16:creationId xmlns:a16="http://schemas.microsoft.com/office/drawing/2014/main" id="{14DB8D93-40BC-E12D-AA50-64E3F87A8C76}"/>
                </a:ext>
              </a:extLst>
            </p:cNvPr>
            <p:cNvSpPr/>
            <p:nvPr/>
          </p:nvSpPr>
          <p:spPr>
            <a:xfrm>
              <a:off x="212848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2">
              <a:extLst>
                <a:ext uri="{FF2B5EF4-FFF2-40B4-BE49-F238E27FC236}">
                  <a16:creationId xmlns:a16="http://schemas.microsoft.com/office/drawing/2014/main" id="{58B7F976-AA7D-484B-7F86-D086C74D63BD}"/>
                </a:ext>
              </a:extLst>
            </p:cNvPr>
            <p:cNvSpPr/>
            <p:nvPr/>
          </p:nvSpPr>
          <p:spPr>
            <a:xfrm>
              <a:off x="213792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3">
              <a:extLst>
                <a:ext uri="{FF2B5EF4-FFF2-40B4-BE49-F238E27FC236}">
                  <a16:creationId xmlns:a16="http://schemas.microsoft.com/office/drawing/2014/main" id="{5B7CBE2A-E794-5BCF-F3DA-2965CC716A82}"/>
                </a:ext>
              </a:extLst>
            </p:cNvPr>
            <p:cNvSpPr/>
            <p:nvPr/>
          </p:nvSpPr>
          <p:spPr>
            <a:xfrm>
              <a:off x="214736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4">
              <a:extLst>
                <a:ext uri="{FF2B5EF4-FFF2-40B4-BE49-F238E27FC236}">
                  <a16:creationId xmlns:a16="http://schemas.microsoft.com/office/drawing/2014/main" id="{40A84358-5C7B-6C0E-0F1B-06AB39F6EBF0}"/>
                </a:ext>
              </a:extLst>
            </p:cNvPr>
            <p:cNvSpPr/>
            <p:nvPr/>
          </p:nvSpPr>
          <p:spPr>
            <a:xfrm>
              <a:off x="215680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5">
              <a:extLst>
                <a:ext uri="{FF2B5EF4-FFF2-40B4-BE49-F238E27FC236}">
                  <a16:creationId xmlns:a16="http://schemas.microsoft.com/office/drawing/2014/main" id="{4D508186-5141-7EAB-0AB8-5A0AAF26E2F8}"/>
                </a:ext>
              </a:extLst>
            </p:cNvPr>
            <p:cNvSpPr/>
            <p:nvPr/>
          </p:nvSpPr>
          <p:spPr>
            <a:xfrm>
              <a:off x="216624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6">
              <a:extLst>
                <a:ext uri="{FF2B5EF4-FFF2-40B4-BE49-F238E27FC236}">
                  <a16:creationId xmlns:a16="http://schemas.microsoft.com/office/drawing/2014/main" id="{51D99976-5E98-0AE0-FAF4-4A986A37E678}"/>
                </a:ext>
              </a:extLst>
            </p:cNvPr>
            <p:cNvSpPr/>
            <p:nvPr/>
          </p:nvSpPr>
          <p:spPr>
            <a:xfrm>
              <a:off x="217568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7">
              <a:extLst>
                <a:ext uri="{FF2B5EF4-FFF2-40B4-BE49-F238E27FC236}">
                  <a16:creationId xmlns:a16="http://schemas.microsoft.com/office/drawing/2014/main" id="{68F7DED3-8622-2674-1D32-78B2804D7C48}"/>
                </a:ext>
              </a:extLst>
            </p:cNvPr>
            <p:cNvSpPr/>
            <p:nvPr/>
          </p:nvSpPr>
          <p:spPr>
            <a:xfrm>
              <a:off x="218512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8">
              <a:extLst>
                <a:ext uri="{FF2B5EF4-FFF2-40B4-BE49-F238E27FC236}">
                  <a16:creationId xmlns:a16="http://schemas.microsoft.com/office/drawing/2014/main" id="{DAE6BC1B-215F-576E-1E38-A2148809B215}"/>
                </a:ext>
              </a:extLst>
            </p:cNvPr>
            <p:cNvSpPr/>
            <p:nvPr/>
          </p:nvSpPr>
          <p:spPr>
            <a:xfrm>
              <a:off x="219456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39">
              <a:extLst>
                <a:ext uri="{FF2B5EF4-FFF2-40B4-BE49-F238E27FC236}">
                  <a16:creationId xmlns:a16="http://schemas.microsoft.com/office/drawing/2014/main" id="{38138FCB-90DF-6731-32EF-34CAEF003295}"/>
                </a:ext>
              </a:extLst>
            </p:cNvPr>
            <p:cNvSpPr/>
            <p:nvPr/>
          </p:nvSpPr>
          <p:spPr>
            <a:xfrm>
              <a:off x="220400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0">
              <a:extLst>
                <a:ext uri="{FF2B5EF4-FFF2-40B4-BE49-F238E27FC236}">
                  <a16:creationId xmlns:a16="http://schemas.microsoft.com/office/drawing/2014/main" id="{FD19F523-077C-7AD3-8FAC-893B7926F01A}"/>
                </a:ext>
              </a:extLst>
            </p:cNvPr>
            <p:cNvSpPr/>
            <p:nvPr/>
          </p:nvSpPr>
          <p:spPr>
            <a:xfrm>
              <a:off x="221344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1">
              <a:extLst>
                <a:ext uri="{FF2B5EF4-FFF2-40B4-BE49-F238E27FC236}">
                  <a16:creationId xmlns:a16="http://schemas.microsoft.com/office/drawing/2014/main" id="{C844526B-2718-C8B5-0D12-95DF4A43AA37}"/>
                </a:ext>
              </a:extLst>
            </p:cNvPr>
            <p:cNvSpPr/>
            <p:nvPr/>
          </p:nvSpPr>
          <p:spPr>
            <a:xfrm>
              <a:off x="222288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2">
              <a:extLst>
                <a:ext uri="{FF2B5EF4-FFF2-40B4-BE49-F238E27FC236}">
                  <a16:creationId xmlns:a16="http://schemas.microsoft.com/office/drawing/2014/main" id="{50F1621A-9295-72E9-29E2-0D68ABD9C939}"/>
                </a:ext>
              </a:extLst>
            </p:cNvPr>
            <p:cNvSpPr/>
            <p:nvPr/>
          </p:nvSpPr>
          <p:spPr>
            <a:xfrm>
              <a:off x="223232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3">
              <a:extLst>
                <a:ext uri="{FF2B5EF4-FFF2-40B4-BE49-F238E27FC236}">
                  <a16:creationId xmlns:a16="http://schemas.microsoft.com/office/drawing/2014/main" id="{7CA5D366-C6AD-49C6-BA80-8B5045D22322}"/>
                </a:ext>
              </a:extLst>
            </p:cNvPr>
            <p:cNvSpPr/>
            <p:nvPr/>
          </p:nvSpPr>
          <p:spPr>
            <a:xfrm>
              <a:off x="224176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4">
              <a:extLst>
                <a:ext uri="{FF2B5EF4-FFF2-40B4-BE49-F238E27FC236}">
                  <a16:creationId xmlns:a16="http://schemas.microsoft.com/office/drawing/2014/main" id="{FE7ADBEA-8348-7012-41B4-6672217AAB29}"/>
                </a:ext>
              </a:extLst>
            </p:cNvPr>
            <p:cNvSpPr/>
            <p:nvPr/>
          </p:nvSpPr>
          <p:spPr>
            <a:xfrm>
              <a:off x="225120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5">
              <a:extLst>
                <a:ext uri="{FF2B5EF4-FFF2-40B4-BE49-F238E27FC236}">
                  <a16:creationId xmlns:a16="http://schemas.microsoft.com/office/drawing/2014/main" id="{ECB03C2D-E24F-7713-83C3-96FBA3EA83C4}"/>
                </a:ext>
              </a:extLst>
            </p:cNvPr>
            <p:cNvSpPr/>
            <p:nvPr/>
          </p:nvSpPr>
          <p:spPr>
            <a:xfrm>
              <a:off x="226064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6">
              <a:extLst>
                <a:ext uri="{FF2B5EF4-FFF2-40B4-BE49-F238E27FC236}">
                  <a16:creationId xmlns:a16="http://schemas.microsoft.com/office/drawing/2014/main" id="{F4A6FF55-56B6-CCD5-0A12-9CB2C4ED95F3}"/>
                </a:ext>
              </a:extLst>
            </p:cNvPr>
            <p:cNvSpPr/>
            <p:nvPr/>
          </p:nvSpPr>
          <p:spPr>
            <a:xfrm>
              <a:off x="227008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7">
              <a:extLst>
                <a:ext uri="{FF2B5EF4-FFF2-40B4-BE49-F238E27FC236}">
                  <a16:creationId xmlns:a16="http://schemas.microsoft.com/office/drawing/2014/main" id="{73CF1A8A-7B63-D882-89D1-448241E624E9}"/>
                </a:ext>
              </a:extLst>
            </p:cNvPr>
            <p:cNvSpPr/>
            <p:nvPr/>
          </p:nvSpPr>
          <p:spPr>
            <a:xfrm>
              <a:off x="2279525" y="1060895"/>
              <a:ext cx="920151" cy="914400"/>
            </a:xfrm>
            <a:custGeom>
              <a:avLst/>
              <a:gdLst/>
              <a:ahLst/>
              <a:cxnLst/>
              <a:rect l="0" t="0" r="0" b="0"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8">
              <a:extLst>
                <a:ext uri="{FF2B5EF4-FFF2-40B4-BE49-F238E27FC236}">
                  <a16:creationId xmlns:a16="http://schemas.microsoft.com/office/drawing/2014/main" id="{E43A0E0B-9987-1B21-C3AF-D920FA28DDD2}"/>
                </a:ext>
              </a:extLst>
            </p:cNvPr>
            <p:cNvSpPr/>
            <p:nvPr/>
          </p:nvSpPr>
          <p:spPr>
            <a:xfrm>
              <a:off x="3487876" y="1043325"/>
              <a:ext cx="914400" cy="914649"/>
            </a:xfrm>
            <a:custGeom>
              <a:avLst/>
              <a:gdLst/>
              <a:ahLst/>
              <a:cxnLst/>
              <a:rect l="0" t="0" r="0" b="0"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49">
              <a:extLst>
                <a:ext uri="{FF2B5EF4-FFF2-40B4-BE49-F238E27FC236}">
                  <a16:creationId xmlns:a16="http://schemas.microsoft.com/office/drawing/2014/main" id="{2B0A0990-71D2-01AE-06EC-55B75DF0123A}"/>
                </a:ext>
              </a:extLst>
            </p:cNvPr>
            <p:cNvSpPr/>
            <p:nvPr/>
          </p:nvSpPr>
          <p:spPr>
            <a:xfrm>
              <a:off x="3487876" y="1043325"/>
              <a:ext cx="923840" cy="917249"/>
            </a:xfrm>
            <a:custGeom>
              <a:avLst/>
              <a:gdLst/>
              <a:ahLst/>
              <a:cxnLst/>
              <a:rect l="0" t="0" r="0" b="0"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0">
              <a:extLst>
                <a:ext uri="{FF2B5EF4-FFF2-40B4-BE49-F238E27FC236}">
                  <a16:creationId xmlns:a16="http://schemas.microsoft.com/office/drawing/2014/main" id="{CEEA3C1A-A619-49A2-4B4F-A892F5FB3F9C}"/>
                </a:ext>
              </a:extLst>
            </p:cNvPr>
            <p:cNvSpPr/>
            <p:nvPr/>
          </p:nvSpPr>
          <p:spPr>
            <a:xfrm>
              <a:off x="3497316" y="1043325"/>
              <a:ext cx="923840" cy="918257"/>
            </a:xfrm>
            <a:custGeom>
              <a:avLst/>
              <a:gdLst/>
              <a:ahLst/>
              <a:cxnLst/>
              <a:rect l="0" t="0" r="0" b="0"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1">
              <a:extLst>
                <a:ext uri="{FF2B5EF4-FFF2-40B4-BE49-F238E27FC236}">
                  <a16:creationId xmlns:a16="http://schemas.microsoft.com/office/drawing/2014/main" id="{8E18FF9C-0A44-EC35-6D9C-084ED602C949}"/>
                </a:ext>
              </a:extLst>
            </p:cNvPr>
            <p:cNvSpPr/>
            <p:nvPr/>
          </p:nvSpPr>
          <p:spPr>
            <a:xfrm>
              <a:off x="3516196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2">
              <a:extLst>
                <a:ext uri="{FF2B5EF4-FFF2-40B4-BE49-F238E27FC236}">
                  <a16:creationId xmlns:a16="http://schemas.microsoft.com/office/drawing/2014/main" id="{2B1DAD2F-0238-CA9C-651F-913D301B2B51}"/>
                </a:ext>
              </a:extLst>
            </p:cNvPr>
            <p:cNvSpPr/>
            <p:nvPr/>
          </p:nvSpPr>
          <p:spPr>
            <a:xfrm>
              <a:off x="3506756" y="1043325"/>
              <a:ext cx="923840" cy="918356"/>
            </a:xfrm>
            <a:custGeom>
              <a:avLst/>
              <a:gdLst/>
              <a:ahLst/>
              <a:cxnLst/>
              <a:rect l="0" t="0" r="0" b="0"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3">
              <a:extLst>
                <a:ext uri="{FF2B5EF4-FFF2-40B4-BE49-F238E27FC236}">
                  <a16:creationId xmlns:a16="http://schemas.microsoft.com/office/drawing/2014/main" id="{091CB8DA-7880-BEBA-11CA-6BE002F9BC5A}"/>
                </a:ext>
              </a:extLst>
            </p:cNvPr>
            <p:cNvSpPr/>
            <p:nvPr/>
          </p:nvSpPr>
          <p:spPr>
            <a:xfrm>
              <a:off x="3525637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4">
              <a:extLst>
                <a:ext uri="{FF2B5EF4-FFF2-40B4-BE49-F238E27FC236}">
                  <a16:creationId xmlns:a16="http://schemas.microsoft.com/office/drawing/2014/main" id="{D5BADEB5-FE11-4CAC-E3D6-A3387CC9F920}"/>
                </a:ext>
              </a:extLst>
            </p:cNvPr>
            <p:cNvSpPr/>
            <p:nvPr/>
          </p:nvSpPr>
          <p:spPr>
            <a:xfrm>
              <a:off x="3516196" y="1043325"/>
              <a:ext cx="923840" cy="917931"/>
            </a:xfrm>
            <a:custGeom>
              <a:avLst/>
              <a:gdLst/>
              <a:ahLst/>
              <a:cxnLst/>
              <a:rect l="0" t="0" r="0" b="0"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5">
              <a:extLst>
                <a:ext uri="{FF2B5EF4-FFF2-40B4-BE49-F238E27FC236}">
                  <a16:creationId xmlns:a16="http://schemas.microsoft.com/office/drawing/2014/main" id="{879F5437-A05E-C7E8-222A-81964404E5D2}"/>
                </a:ext>
              </a:extLst>
            </p:cNvPr>
            <p:cNvSpPr/>
            <p:nvPr/>
          </p:nvSpPr>
          <p:spPr>
            <a:xfrm>
              <a:off x="352563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6">
              <a:extLst>
                <a:ext uri="{FF2B5EF4-FFF2-40B4-BE49-F238E27FC236}">
                  <a16:creationId xmlns:a16="http://schemas.microsoft.com/office/drawing/2014/main" id="{BC82ADB5-18FC-CD61-D330-11DE9948BDA8}"/>
                </a:ext>
              </a:extLst>
            </p:cNvPr>
            <p:cNvSpPr/>
            <p:nvPr/>
          </p:nvSpPr>
          <p:spPr>
            <a:xfrm>
              <a:off x="353507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7">
              <a:extLst>
                <a:ext uri="{FF2B5EF4-FFF2-40B4-BE49-F238E27FC236}">
                  <a16:creationId xmlns:a16="http://schemas.microsoft.com/office/drawing/2014/main" id="{CC999788-15D8-2EA1-67CC-2ACDECD78951}"/>
                </a:ext>
              </a:extLst>
            </p:cNvPr>
            <p:cNvSpPr/>
            <p:nvPr/>
          </p:nvSpPr>
          <p:spPr>
            <a:xfrm>
              <a:off x="354451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8">
              <a:extLst>
                <a:ext uri="{FF2B5EF4-FFF2-40B4-BE49-F238E27FC236}">
                  <a16:creationId xmlns:a16="http://schemas.microsoft.com/office/drawing/2014/main" id="{A6AB424A-E984-042B-3588-4218AF69FE1A}"/>
                </a:ext>
              </a:extLst>
            </p:cNvPr>
            <p:cNvSpPr/>
            <p:nvPr/>
          </p:nvSpPr>
          <p:spPr>
            <a:xfrm>
              <a:off x="355395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59">
              <a:extLst>
                <a:ext uri="{FF2B5EF4-FFF2-40B4-BE49-F238E27FC236}">
                  <a16:creationId xmlns:a16="http://schemas.microsoft.com/office/drawing/2014/main" id="{C7A4628D-FFFF-EA7C-4F97-271BFCAB09A2}"/>
                </a:ext>
              </a:extLst>
            </p:cNvPr>
            <p:cNvSpPr/>
            <p:nvPr/>
          </p:nvSpPr>
          <p:spPr>
            <a:xfrm>
              <a:off x="356339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0">
              <a:extLst>
                <a:ext uri="{FF2B5EF4-FFF2-40B4-BE49-F238E27FC236}">
                  <a16:creationId xmlns:a16="http://schemas.microsoft.com/office/drawing/2014/main" id="{BC5AA0EB-7D40-CCC8-1312-255CA0A96DBE}"/>
                </a:ext>
              </a:extLst>
            </p:cNvPr>
            <p:cNvSpPr/>
            <p:nvPr/>
          </p:nvSpPr>
          <p:spPr>
            <a:xfrm>
              <a:off x="357283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1">
              <a:extLst>
                <a:ext uri="{FF2B5EF4-FFF2-40B4-BE49-F238E27FC236}">
                  <a16:creationId xmlns:a16="http://schemas.microsoft.com/office/drawing/2014/main" id="{E0568990-EBCE-7C9A-0900-5CED704D6C78}"/>
                </a:ext>
              </a:extLst>
            </p:cNvPr>
            <p:cNvSpPr/>
            <p:nvPr/>
          </p:nvSpPr>
          <p:spPr>
            <a:xfrm>
              <a:off x="358227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2">
              <a:extLst>
                <a:ext uri="{FF2B5EF4-FFF2-40B4-BE49-F238E27FC236}">
                  <a16:creationId xmlns:a16="http://schemas.microsoft.com/office/drawing/2014/main" id="{CCE2EDC2-81CC-DC77-D8BD-F5367B328678}"/>
                </a:ext>
              </a:extLst>
            </p:cNvPr>
            <p:cNvSpPr/>
            <p:nvPr/>
          </p:nvSpPr>
          <p:spPr>
            <a:xfrm>
              <a:off x="359171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3">
              <a:extLst>
                <a:ext uri="{FF2B5EF4-FFF2-40B4-BE49-F238E27FC236}">
                  <a16:creationId xmlns:a16="http://schemas.microsoft.com/office/drawing/2014/main" id="{97F349E1-2873-414C-07BE-B69426D0E4DC}"/>
                </a:ext>
              </a:extLst>
            </p:cNvPr>
            <p:cNvSpPr/>
            <p:nvPr/>
          </p:nvSpPr>
          <p:spPr>
            <a:xfrm>
              <a:off x="360115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4">
              <a:extLst>
                <a:ext uri="{FF2B5EF4-FFF2-40B4-BE49-F238E27FC236}">
                  <a16:creationId xmlns:a16="http://schemas.microsoft.com/office/drawing/2014/main" id="{90399D90-B150-26CC-0056-5DC9930C9F7A}"/>
                </a:ext>
              </a:extLst>
            </p:cNvPr>
            <p:cNvSpPr/>
            <p:nvPr/>
          </p:nvSpPr>
          <p:spPr>
            <a:xfrm>
              <a:off x="361059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5">
              <a:extLst>
                <a:ext uri="{FF2B5EF4-FFF2-40B4-BE49-F238E27FC236}">
                  <a16:creationId xmlns:a16="http://schemas.microsoft.com/office/drawing/2014/main" id="{3737E406-923C-7D97-C0D0-61B3B3AF8CF6}"/>
                </a:ext>
              </a:extLst>
            </p:cNvPr>
            <p:cNvSpPr/>
            <p:nvPr/>
          </p:nvSpPr>
          <p:spPr>
            <a:xfrm>
              <a:off x="362003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6">
              <a:extLst>
                <a:ext uri="{FF2B5EF4-FFF2-40B4-BE49-F238E27FC236}">
                  <a16:creationId xmlns:a16="http://schemas.microsoft.com/office/drawing/2014/main" id="{F5BFC349-FEC4-E560-4E75-8D3BAFAA646B}"/>
                </a:ext>
              </a:extLst>
            </p:cNvPr>
            <p:cNvSpPr/>
            <p:nvPr/>
          </p:nvSpPr>
          <p:spPr>
            <a:xfrm>
              <a:off x="362947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7">
              <a:extLst>
                <a:ext uri="{FF2B5EF4-FFF2-40B4-BE49-F238E27FC236}">
                  <a16:creationId xmlns:a16="http://schemas.microsoft.com/office/drawing/2014/main" id="{95793E03-0AA6-3874-9C8B-A90CFC45E6E2}"/>
                </a:ext>
              </a:extLst>
            </p:cNvPr>
            <p:cNvSpPr/>
            <p:nvPr/>
          </p:nvSpPr>
          <p:spPr>
            <a:xfrm>
              <a:off x="363891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8">
              <a:extLst>
                <a:ext uri="{FF2B5EF4-FFF2-40B4-BE49-F238E27FC236}">
                  <a16:creationId xmlns:a16="http://schemas.microsoft.com/office/drawing/2014/main" id="{B3A96051-A9F1-750A-61E6-21B1BE5EE9C5}"/>
                </a:ext>
              </a:extLst>
            </p:cNvPr>
            <p:cNvSpPr/>
            <p:nvPr/>
          </p:nvSpPr>
          <p:spPr>
            <a:xfrm>
              <a:off x="364836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69">
              <a:extLst>
                <a:ext uri="{FF2B5EF4-FFF2-40B4-BE49-F238E27FC236}">
                  <a16:creationId xmlns:a16="http://schemas.microsoft.com/office/drawing/2014/main" id="{3D5C5997-AE53-AE8E-262E-2111426833AB}"/>
                </a:ext>
              </a:extLst>
            </p:cNvPr>
            <p:cNvSpPr/>
            <p:nvPr/>
          </p:nvSpPr>
          <p:spPr>
            <a:xfrm>
              <a:off x="365780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0">
              <a:extLst>
                <a:ext uri="{FF2B5EF4-FFF2-40B4-BE49-F238E27FC236}">
                  <a16:creationId xmlns:a16="http://schemas.microsoft.com/office/drawing/2014/main" id="{2182A455-59EC-C7ED-EE0B-B550F9693E2A}"/>
                </a:ext>
              </a:extLst>
            </p:cNvPr>
            <p:cNvSpPr/>
            <p:nvPr/>
          </p:nvSpPr>
          <p:spPr>
            <a:xfrm>
              <a:off x="366724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1">
              <a:extLst>
                <a:ext uri="{FF2B5EF4-FFF2-40B4-BE49-F238E27FC236}">
                  <a16:creationId xmlns:a16="http://schemas.microsoft.com/office/drawing/2014/main" id="{43FF3DAE-2E51-CC8B-3772-CAF9B57F3469}"/>
                </a:ext>
              </a:extLst>
            </p:cNvPr>
            <p:cNvSpPr/>
            <p:nvPr/>
          </p:nvSpPr>
          <p:spPr>
            <a:xfrm>
              <a:off x="367668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2">
              <a:extLst>
                <a:ext uri="{FF2B5EF4-FFF2-40B4-BE49-F238E27FC236}">
                  <a16:creationId xmlns:a16="http://schemas.microsoft.com/office/drawing/2014/main" id="{A73140F0-7005-BBEC-4154-35C0BA8DF241}"/>
                </a:ext>
              </a:extLst>
            </p:cNvPr>
            <p:cNvSpPr/>
            <p:nvPr/>
          </p:nvSpPr>
          <p:spPr>
            <a:xfrm>
              <a:off x="368612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3">
              <a:extLst>
                <a:ext uri="{FF2B5EF4-FFF2-40B4-BE49-F238E27FC236}">
                  <a16:creationId xmlns:a16="http://schemas.microsoft.com/office/drawing/2014/main" id="{8A2389E1-EF02-EE1C-C300-4127843697D1}"/>
                </a:ext>
              </a:extLst>
            </p:cNvPr>
            <p:cNvSpPr/>
            <p:nvPr/>
          </p:nvSpPr>
          <p:spPr>
            <a:xfrm>
              <a:off x="369556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4">
              <a:extLst>
                <a:ext uri="{FF2B5EF4-FFF2-40B4-BE49-F238E27FC236}">
                  <a16:creationId xmlns:a16="http://schemas.microsoft.com/office/drawing/2014/main" id="{9B13C059-3402-02E2-E29B-1196B90C9103}"/>
                </a:ext>
              </a:extLst>
            </p:cNvPr>
            <p:cNvSpPr/>
            <p:nvPr/>
          </p:nvSpPr>
          <p:spPr>
            <a:xfrm>
              <a:off x="370500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5">
              <a:extLst>
                <a:ext uri="{FF2B5EF4-FFF2-40B4-BE49-F238E27FC236}">
                  <a16:creationId xmlns:a16="http://schemas.microsoft.com/office/drawing/2014/main" id="{9DCDD0C5-0A2C-CE25-57A5-B6968B1BB2C0}"/>
                </a:ext>
              </a:extLst>
            </p:cNvPr>
            <p:cNvSpPr/>
            <p:nvPr/>
          </p:nvSpPr>
          <p:spPr>
            <a:xfrm>
              <a:off x="371444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6">
              <a:extLst>
                <a:ext uri="{FF2B5EF4-FFF2-40B4-BE49-F238E27FC236}">
                  <a16:creationId xmlns:a16="http://schemas.microsoft.com/office/drawing/2014/main" id="{21E282A6-1ACB-1C56-063F-8169A8A93D07}"/>
                </a:ext>
              </a:extLst>
            </p:cNvPr>
            <p:cNvSpPr/>
            <p:nvPr/>
          </p:nvSpPr>
          <p:spPr>
            <a:xfrm>
              <a:off x="372388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7">
              <a:extLst>
                <a:ext uri="{FF2B5EF4-FFF2-40B4-BE49-F238E27FC236}">
                  <a16:creationId xmlns:a16="http://schemas.microsoft.com/office/drawing/2014/main" id="{69807BB9-184B-2501-29EA-CEFF53F09F22}"/>
                </a:ext>
              </a:extLst>
            </p:cNvPr>
            <p:cNvSpPr/>
            <p:nvPr/>
          </p:nvSpPr>
          <p:spPr>
            <a:xfrm>
              <a:off x="373332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8">
              <a:extLst>
                <a:ext uri="{FF2B5EF4-FFF2-40B4-BE49-F238E27FC236}">
                  <a16:creationId xmlns:a16="http://schemas.microsoft.com/office/drawing/2014/main" id="{140428D8-D63B-3544-AE59-29F0C53104E2}"/>
                </a:ext>
              </a:extLst>
            </p:cNvPr>
            <p:cNvSpPr/>
            <p:nvPr/>
          </p:nvSpPr>
          <p:spPr>
            <a:xfrm>
              <a:off x="374276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79">
              <a:extLst>
                <a:ext uri="{FF2B5EF4-FFF2-40B4-BE49-F238E27FC236}">
                  <a16:creationId xmlns:a16="http://schemas.microsoft.com/office/drawing/2014/main" id="{4F1553E4-93B6-F31C-37A6-94E826765610}"/>
                </a:ext>
              </a:extLst>
            </p:cNvPr>
            <p:cNvSpPr/>
            <p:nvPr/>
          </p:nvSpPr>
          <p:spPr>
            <a:xfrm>
              <a:off x="375220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0">
              <a:extLst>
                <a:ext uri="{FF2B5EF4-FFF2-40B4-BE49-F238E27FC236}">
                  <a16:creationId xmlns:a16="http://schemas.microsoft.com/office/drawing/2014/main" id="{F3CDF423-F867-1BEA-5E2D-6A80AD6B914B}"/>
                </a:ext>
              </a:extLst>
            </p:cNvPr>
            <p:cNvSpPr/>
            <p:nvPr/>
          </p:nvSpPr>
          <p:spPr>
            <a:xfrm>
              <a:off x="376164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1">
              <a:extLst>
                <a:ext uri="{FF2B5EF4-FFF2-40B4-BE49-F238E27FC236}">
                  <a16:creationId xmlns:a16="http://schemas.microsoft.com/office/drawing/2014/main" id="{420A8176-BC74-8AD3-DEF0-DED7603D7D73}"/>
                </a:ext>
              </a:extLst>
            </p:cNvPr>
            <p:cNvSpPr/>
            <p:nvPr/>
          </p:nvSpPr>
          <p:spPr>
            <a:xfrm>
              <a:off x="377108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2">
              <a:extLst>
                <a:ext uri="{FF2B5EF4-FFF2-40B4-BE49-F238E27FC236}">
                  <a16:creationId xmlns:a16="http://schemas.microsoft.com/office/drawing/2014/main" id="{C5133E38-8864-5D17-A1BE-3953F88C4E00}"/>
                </a:ext>
              </a:extLst>
            </p:cNvPr>
            <p:cNvSpPr/>
            <p:nvPr/>
          </p:nvSpPr>
          <p:spPr>
            <a:xfrm>
              <a:off x="378052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3">
              <a:extLst>
                <a:ext uri="{FF2B5EF4-FFF2-40B4-BE49-F238E27FC236}">
                  <a16:creationId xmlns:a16="http://schemas.microsoft.com/office/drawing/2014/main" id="{E604AA72-65F4-20B3-337A-60B24844CFAE}"/>
                </a:ext>
              </a:extLst>
            </p:cNvPr>
            <p:cNvSpPr/>
            <p:nvPr/>
          </p:nvSpPr>
          <p:spPr>
            <a:xfrm>
              <a:off x="3789963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4">
              <a:extLst>
                <a:ext uri="{FF2B5EF4-FFF2-40B4-BE49-F238E27FC236}">
                  <a16:creationId xmlns:a16="http://schemas.microsoft.com/office/drawing/2014/main" id="{A1DBA374-F923-DA9C-374E-07D214D29FAF}"/>
                </a:ext>
              </a:extLst>
            </p:cNvPr>
            <p:cNvSpPr/>
            <p:nvPr/>
          </p:nvSpPr>
          <p:spPr>
            <a:xfrm>
              <a:off x="379940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5">
              <a:extLst>
                <a:ext uri="{FF2B5EF4-FFF2-40B4-BE49-F238E27FC236}">
                  <a16:creationId xmlns:a16="http://schemas.microsoft.com/office/drawing/2014/main" id="{7B988CE4-8F49-2A56-C5A7-FC7A583DEEB6}"/>
                </a:ext>
              </a:extLst>
            </p:cNvPr>
            <p:cNvSpPr/>
            <p:nvPr/>
          </p:nvSpPr>
          <p:spPr>
            <a:xfrm>
              <a:off x="380884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6">
              <a:extLst>
                <a:ext uri="{FF2B5EF4-FFF2-40B4-BE49-F238E27FC236}">
                  <a16:creationId xmlns:a16="http://schemas.microsoft.com/office/drawing/2014/main" id="{B0C66F56-741F-467D-71E9-87D8AF392A59}"/>
                </a:ext>
              </a:extLst>
            </p:cNvPr>
            <p:cNvSpPr/>
            <p:nvPr/>
          </p:nvSpPr>
          <p:spPr>
            <a:xfrm>
              <a:off x="381828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7">
              <a:extLst>
                <a:ext uri="{FF2B5EF4-FFF2-40B4-BE49-F238E27FC236}">
                  <a16:creationId xmlns:a16="http://schemas.microsoft.com/office/drawing/2014/main" id="{E502CE1C-80A8-FD81-FA53-8B1306A51FB5}"/>
                </a:ext>
              </a:extLst>
            </p:cNvPr>
            <p:cNvSpPr/>
            <p:nvPr/>
          </p:nvSpPr>
          <p:spPr>
            <a:xfrm>
              <a:off x="382772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8">
              <a:extLst>
                <a:ext uri="{FF2B5EF4-FFF2-40B4-BE49-F238E27FC236}">
                  <a16:creationId xmlns:a16="http://schemas.microsoft.com/office/drawing/2014/main" id="{71C4F6E7-28B6-CF28-4748-535662A8F823}"/>
                </a:ext>
              </a:extLst>
            </p:cNvPr>
            <p:cNvSpPr/>
            <p:nvPr/>
          </p:nvSpPr>
          <p:spPr>
            <a:xfrm>
              <a:off x="383716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89">
              <a:extLst>
                <a:ext uri="{FF2B5EF4-FFF2-40B4-BE49-F238E27FC236}">
                  <a16:creationId xmlns:a16="http://schemas.microsoft.com/office/drawing/2014/main" id="{95ADED83-5356-84F9-6633-E54DF7E6416A}"/>
                </a:ext>
              </a:extLst>
            </p:cNvPr>
            <p:cNvSpPr/>
            <p:nvPr/>
          </p:nvSpPr>
          <p:spPr>
            <a:xfrm>
              <a:off x="384660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0">
              <a:extLst>
                <a:ext uri="{FF2B5EF4-FFF2-40B4-BE49-F238E27FC236}">
                  <a16:creationId xmlns:a16="http://schemas.microsoft.com/office/drawing/2014/main" id="{15A96AEC-E7FC-9C2A-90C2-124510E18651}"/>
                </a:ext>
              </a:extLst>
            </p:cNvPr>
            <p:cNvSpPr/>
            <p:nvPr/>
          </p:nvSpPr>
          <p:spPr>
            <a:xfrm>
              <a:off x="385604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1">
              <a:extLst>
                <a:ext uri="{FF2B5EF4-FFF2-40B4-BE49-F238E27FC236}">
                  <a16:creationId xmlns:a16="http://schemas.microsoft.com/office/drawing/2014/main" id="{DD0461E3-E099-8A1B-3FC0-49ABF9C9BDF9}"/>
                </a:ext>
              </a:extLst>
            </p:cNvPr>
            <p:cNvSpPr/>
            <p:nvPr/>
          </p:nvSpPr>
          <p:spPr>
            <a:xfrm>
              <a:off x="3865485" y="1060895"/>
              <a:ext cx="921231" cy="914400"/>
            </a:xfrm>
            <a:custGeom>
              <a:avLst/>
              <a:gdLst/>
              <a:ahLst/>
              <a:cxnLst/>
              <a:rect l="0" t="0" r="0" b="0"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2">
              <a:extLst>
                <a:ext uri="{FF2B5EF4-FFF2-40B4-BE49-F238E27FC236}">
                  <a16:creationId xmlns:a16="http://schemas.microsoft.com/office/drawing/2014/main" id="{3BAB931C-5B88-74B9-8EC1-34AF6A2DB378}"/>
                </a:ext>
              </a:extLst>
            </p:cNvPr>
            <p:cNvSpPr/>
            <p:nvPr/>
          </p:nvSpPr>
          <p:spPr>
            <a:xfrm>
              <a:off x="2062399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3">
              <a:extLst>
                <a:ext uri="{FF2B5EF4-FFF2-40B4-BE49-F238E27FC236}">
                  <a16:creationId xmlns:a16="http://schemas.microsoft.com/office/drawing/2014/main" id="{BBE934B6-CCD2-EDCB-2B80-EAAD229BAF73}"/>
                </a:ext>
              </a:extLst>
            </p:cNvPr>
            <p:cNvSpPr/>
            <p:nvPr/>
          </p:nvSpPr>
          <p:spPr>
            <a:xfrm>
              <a:off x="2071840" y="10257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4">
              <a:extLst>
                <a:ext uri="{FF2B5EF4-FFF2-40B4-BE49-F238E27FC236}">
                  <a16:creationId xmlns:a16="http://schemas.microsoft.com/office/drawing/2014/main" id="{11D52167-0207-4B68-9275-272F38E4E41A}"/>
                </a:ext>
              </a:extLst>
            </p:cNvPr>
            <p:cNvSpPr/>
            <p:nvPr/>
          </p:nvSpPr>
          <p:spPr>
            <a:xfrm>
              <a:off x="207184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5">
              <a:extLst>
                <a:ext uri="{FF2B5EF4-FFF2-40B4-BE49-F238E27FC236}">
                  <a16:creationId xmlns:a16="http://schemas.microsoft.com/office/drawing/2014/main" id="{7E8EAF12-68E6-DBE0-B6AB-3AC844B5FFF7}"/>
                </a:ext>
              </a:extLst>
            </p:cNvPr>
            <p:cNvSpPr/>
            <p:nvPr/>
          </p:nvSpPr>
          <p:spPr>
            <a:xfrm>
              <a:off x="208128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6">
              <a:extLst>
                <a:ext uri="{FF2B5EF4-FFF2-40B4-BE49-F238E27FC236}">
                  <a16:creationId xmlns:a16="http://schemas.microsoft.com/office/drawing/2014/main" id="{CD59B913-D92B-87B4-EB67-70A77BC76AA4}"/>
                </a:ext>
              </a:extLst>
            </p:cNvPr>
            <p:cNvSpPr/>
            <p:nvPr/>
          </p:nvSpPr>
          <p:spPr>
            <a:xfrm>
              <a:off x="209072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7">
              <a:extLst>
                <a:ext uri="{FF2B5EF4-FFF2-40B4-BE49-F238E27FC236}">
                  <a16:creationId xmlns:a16="http://schemas.microsoft.com/office/drawing/2014/main" id="{6D95EDB2-3EE3-BDCF-70CD-9F14DBEC195B}"/>
                </a:ext>
              </a:extLst>
            </p:cNvPr>
            <p:cNvSpPr/>
            <p:nvPr/>
          </p:nvSpPr>
          <p:spPr>
            <a:xfrm>
              <a:off x="210016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8">
              <a:extLst>
                <a:ext uri="{FF2B5EF4-FFF2-40B4-BE49-F238E27FC236}">
                  <a16:creationId xmlns:a16="http://schemas.microsoft.com/office/drawing/2014/main" id="{6D320631-36CB-8C1A-DE83-643B665D3CAA}"/>
                </a:ext>
              </a:extLst>
            </p:cNvPr>
            <p:cNvSpPr/>
            <p:nvPr/>
          </p:nvSpPr>
          <p:spPr>
            <a:xfrm>
              <a:off x="210960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899">
              <a:extLst>
                <a:ext uri="{FF2B5EF4-FFF2-40B4-BE49-F238E27FC236}">
                  <a16:creationId xmlns:a16="http://schemas.microsoft.com/office/drawing/2014/main" id="{8C751BDF-0B08-4A6A-9E76-5176398BE36C}"/>
                </a:ext>
              </a:extLst>
            </p:cNvPr>
            <p:cNvSpPr/>
            <p:nvPr/>
          </p:nvSpPr>
          <p:spPr>
            <a:xfrm>
              <a:off x="211904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0">
              <a:extLst>
                <a:ext uri="{FF2B5EF4-FFF2-40B4-BE49-F238E27FC236}">
                  <a16:creationId xmlns:a16="http://schemas.microsoft.com/office/drawing/2014/main" id="{07523B7F-8AAC-CA2C-4D1F-D0E6673ABE4E}"/>
                </a:ext>
              </a:extLst>
            </p:cNvPr>
            <p:cNvSpPr/>
            <p:nvPr/>
          </p:nvSpPr>
          <p:spPr>
            <a:xfrm>
              <a:off x="212848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1">
              <a:extLst>
                <a:ext uri="{FF2B5EF4-FFF2-40B4-BE49-F238E27FC236}">
                  <a16:creationId xmlns:a16="http://schemas.microsoft.com/office/drawing/2014/main" id="{D860CDA9-8205-51F8-45C9-DF12B2CC037D}"/>
                </a:ext>
              </a:extLst>
            </p:cNvPr>
            <p:cNvSpPr/>
            <p:nvPr/>
          </p:nvSpPr>
          <p:spPr>
            <a:xfrm>
              <a:off x="213792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2">
              <a:extLst>
                <a:ext uri="{FF2B5EF4-FFF2-40B4-BE49-F238E27FC236}">
                  <a16:creationId xmlns:a16="http://schemas.microsoft.com/office/drawing/2014/main" id="{31BDA5A3-E701-106E-A69F-F1877E640198}"/>
                </a:ext>
              </a:extLst>
            </p:cNvPr>
            <p:cNvSpPr/>
            <p:nvPr/>
          </p:nvSpPr>
          <p:spPr>
            <a:xfrm>
              <a:off x="214736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3">
              <a:extLst>
                <a:ext uri="{FF2B5EF4-FFF2-40B4-BE49-F238E27FC236}">
                  <a16:creationId xmlns:a16="http://schemas.microsoft.com/office/drawing/2014/main" id="{4A93867A-31EE-417B-112A-7BF3D2356E9E}"/>
                </a:ext>
              </a:extLst>
            </p:cNvPr>
            <p:cNvSpPr/>
            <p:nvPr/>
          </p:nvSpPr>
          <p:spPr>
            <a:xfrm>
              <a:off x="215680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4">
              <a:extLst>
                <a:ext uri="{FF2B5EF4-FFF2-40B4-BE49-F238E27FC236}">
                  <a16:creationId xmlns:a16="http://schemas.microsoft.com/office/drawing/2014/main" id="{71C0A534-BC44-A1E6-3752-5B468B5D4E26}"/>
                </a:ext>
              </a:extLst>
            </p:cNvPr>
            <p:cNvSpPr/>
            <p:nvPr/>
          </p:nvSpPr>
          <p:spPr>
            <a:xfrm>
              <a:off x="216624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5">
              <a:extLst>
                <a:ext uri="{FF2B5EF4-FFF2-40B4-BE49-F238E27FC236}">
                  <a16:creationId xmlns:a16="http://schemas.microsoft.com/office/drawing/2014/main" id="{0325672E-A628-C8BA-0FA1-74ADE779DF5B}"/>
                </a:ext>
              </a:extLst>
            </p:cNvPr>
            <p:cNvSpPr/>
            <p:nvPr/>
          </p:nvSpPr>
          <p:spPr>
            <a:xfrm>
              <a:off x="217568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6">
              <a:extLst>
                <a:ext uri="{FF2B5EF4-FFF2-40B4-BE49-F238E27FC236}">
                  <a16:creationId xmlns:a16="http://schemas.microsoft.com/office/drawing/2014/main" id="{7EE9E72C-8D21-FA37-BA77-6532D1386C8B}"/>
                </a:ext>
              </a:extLst>
            </p:cNvPr>
            <p:cNvSpPr/>
            <p:nvPr/>
          </p:nvSpPr>
          <p:spPr>
            <a:xfrm>
              <a:off x="218512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7">
              <a:extLst>
                <a:ext uri="{FF2B5EF4-FFF2-40B4-BE49-F238E27FC236}">
                  <a16:creationId xmlns:a16="http://schemas.microsoft.com/office/drawing/2014/main" id="{8CCFE554-EAAC-3EA2-DF95-5D8C05436C88}"/>
                </a:ext>
              </a:extLst>
            </p:cNvPr>
            <p:cNvSpPr/>
            <p:nvPr/>
          </p:nvSpPr>
          <p:spPr>
            <a:xfrm>
              <a:off x="219456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8">
              <a:extLst>
                <a:ext uri="{FF2B5EF4-FFF2-40B4-BE49-F238E27FC236}">
                  <a16:creationId xmlns:a16="http://schemas.microsoft.com/office/drawing/2014/main" id="{A0772A5B-A004-3829-7AC0-BC44B9B4A30D}"/>
                </a:ext>
              </a:extLst>
            </p:cNvPr>
            <p:cNvSpPr/>
            <p:nvPr/>
          </p:nvSpPr>
          <p:spPr>
            <a:xfrm>
              <a:off x="220400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09">
              <a:extLst>
                <a:ext uri="{FF2B5EF4-FFF2-40B4-BE49-F238E27FC236}">
                  <a16:creationId xmlns:a16="http://schemas.microsoft.com/office/drawing/2014/main" id="{B03AD8AA-B75F-4098-A034-BDDD0598C5AC}"/>
                </a:ext>
              </a:extLst>
            </p:cNvPr>
            <p:cNvSpPr/>
            <p:nvPr/>
          </p:nvSpPr>
          <p:spPr>
            <a:xfrm>
              <a:off x="221344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0">
              <a:extLst>
                <a:ext uri="{FF2B5EF4-FFF2-40B4-BE49-F238E27FC236}">
                  <a16:creationId xmlns:a16="http://schemas.microsoft.com/office/drawing/2014/main" id="{D6FFC178-AFC5-E5E3-A90A-C6E5C0F5D25F}"/>
                </a:ext>
              </a:extLst>
            </p:cNvPr>
            <p:cNvSpPr/>
            <p:nvPr/>
          </p:nvSpPr>
          <p:spPr>
            <a:xfrm>
              <a:off x="222288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1">
              <a:extLst>
                <a:ext uri="{FF2B5EF4-FFF2-40B4-BE49-F238E27FC236}">
                  <a16:creationId xmlns:a16="http://schemas.microsoft.com/office/drawing/2014/main" id="{18F92A35-04D9-7073-2818-F8C4A1A9464D}"/>
                </a:ext>
              </a:extLst>
            </p:cNvPr>
            <p:cNvSpPr/>
            <p:nvPr/>
          </p:nvSpPr>
          <p:spPr>
            <a:xfrm>
              <a:off x="223232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2">
              <a:extLst>
                <a:ext uri="{FF2B5EF4-FFF2-40B4-BE49-F238E27FC236}">
                  <a16:creationId xmlns:a16="http://schemas.microsoft.com/office/drawing/2014/main" id="{3A3DEEEE-B0AF-A7DC-BCF0-5CD402C63CBC}"/>
                </a:ext>
              </a:extLst>
            </p:cNvPr>
            <p:cNvSpPr/>
            <p:nvPr/>
          </p:nvSpPr>
          <p:spPr>
            <a:xfrm>
              <a:off x="224176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3">
              <a:extLst>
                <a:ext uri="{FF2B5EF4-FFF2-40B4-BE49-F238E27FC236}">
                  <a16:creationId xmlns:a16="http://schemas.microsoft.com/office/drawing/2014/main" id="{BC077B11-7DBB-891D-A5A1-2933CD04DD7A}"/>
                </a:ext>
              </a:extLst>
            </p:cNvPr>
            <p:cNvSpPr/>
            <p:nvPr/>
          </p:nvSpPr>
          <p:spPr>
            <a:xfrm>
              <a:off x="225120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4">
              <a:extLst>
                <a:ext uri="{FF2B5EF4-FFF2-40B4-BE49-F238E27FC236}">
                  <a16:creationId xmlns:a16="http://schemas.microsoft.com/office/drawing/2014/main" id="{4FE8604F-DD19-0340-FB90-8B96FADFD69D}"/>
                </a:ext>
              </a:extLst>
            </p:cNvPr>
            <p:cNvSpPr/>
            <p:nvPr/>
          </p:nvSpPr>
          <p:spPr>
            <a:xfrm>
              <a:off x="226064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5">
              <a:extLst>
                <a:ext uri="{FF2B5EF4-FFF2-40B4-BE49-F238E27FC236}">
                  <a16:creationId xmlns:a16="http://schemas.microsoft.com/office/drawing/2014/main" id="{8653224E-10BD-985A-C29D-E03E8980BA72}"/>
                </a:ext>
              </a:extLst>
            </p:cNvPr>
            <p:cNvSpPr/>
            <p:nvPr/>
          </p:nvSpPr>
          <p:spPr>
            <a:xfrm>
              <a:off x="2279525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6">
              <a:extLst>
                <a:ext uri="{FF2B5EF4-FFF2-40B4-BE49-F238E27FC236}">
                  <a16:creationId xmlns:a16="http://schemas.microsoft.com/office/drawing/2014/main" id="{58F3E72C-8335-A5EC-BFFE-C9E7939059A5}"/>
                </a:ext>
              </a:extLst>
            </p:cNvPr>
            <p:cNvSpPr/>
            <p:nvPr/>
          </p:nvSpPr>
          <p:spPr>
            <a:xfrm>
              <a:off x="2279525" y="1043325"/>
              <a:ext cx="917575" cy="914399"/>
            </a:xfrm>
            <a:custGeom>
              <a:avLst/>
              <a:gdLst/>
              <a:ahLst/>
              <a:cxnLst/>
              <a:rect l="0" t="0" r="0" b="0"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7">
              <a:extLst>
                <a:ext uri="{FF2B5EF4-FFF2-40B4-BE49-F238E27FC236}">
                  <a16:creationId xmlns:a16="http://schemas.microsoft.com/office/drawing/2014/main" id="{C5DDB3E5-F0D2-47FB-518A-6A0413835C80}"/>
                </a:ext>
              </a:extLst>
            </p:cNvPr>
            <p:cNvSpPr/>
            <p:nvPr/>
          </p:nvSpPr>
          <p:spPr>
            <a:xfrm>
              <a:off x="3459555" y="1025756"/>
              <a:ext cx="914400" cy="914875"/>
            </a:xfrm>
            <a:custGeom>
              <a:avLst/>
              <a:gdLst/>
              <a:ahLst/>
              <a:cxnLst/>
              <a:rect l="0" t="0" r="0" b="0"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8">
              <a:extLst>
                <a:ext uri="{FF2B5EF4-FFF2-40B4-BE49-F238E27FC236}">
                  <a16:creationId xmlns:a16="http://schemas.microsoft.com/office/drawing/2014/main" id="{87A20ABB-DFBA-163C-0587-54A85BA1B344}"/>
                </a:ext>
              </a:extLst>
            </p:cNvPr>
            <p:cNvSpPr/>
            <p:nvPr/>
          </p:nvSpPr>
          <p:spPr>
            <a:xfrm>
              <a:off x="3459555" y="1025756"/>
              <a:ext cx="923840" cy="922454"/>
            </a:xfrm>
            <a:custGeom>
              <a:avLst/>
              <a:gdLst/>
              <a:ahLst/>
              <a:cxnLst/>
              <a:rect l="0" t="0" r="0" b="0"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19">
              <a:extLst>
                <a:ext uri="{FF2B5EF4-FFF2-40B4-BE49-F238E27FC236}">
                  <a16:creationId xmlns:a16="http://schemas.microsoft.com/office/drawing/2014/main" id="{D1997FFC-C70F-67CD-7452-A477C0A25FD2}"/>
                </a:ext>
              </a:extLst>
            </p:cNvPr>
            <p:cNvSpPr/>
            <p:nvPr/>
          </p:nvSpPr>
          <p:spPr>
            <a:xfrm>
              <a:off x="3468995" y="1025756"/>
              <a:ext cx="923840" cy="928131"/>
            </a:xfrm>
            <a:custGeom>
              <a:avLst/>
              <a:gdLst/>
              <a:ahLst/>
              <a:cxnLst/>
              <a:rect l="0" t="0" r="0" b="0"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0">
              <a:extLst>
                <a:ext uri="{FF2B5EF4-FFF2-40B4-BE49-F238E27FC236}">
                  <a16:creationId xmlns:a16="http://schemas.microsoft.com/office/drawing/2014/main" id="{8687A227-5316-266C-7562-CC338EF0B00E}"/>
                </a:ext>
              </a:extLst>
            </p:cNvPr>
            <p:cNvSpPr/>
            <p:nvPr/>
          </p:nvSpPr>
          <p:spPr>
            <a:xfrm>
              <a:off x="347843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1">
              <a:extLst>
                <a:ext uri="{FF2B5EF4-FFF2-40B4-BE49-F238E27FC236}">
                  <a16:creationId xmlns:a16="http://schemas.microsoft.com/office/drawing/2014/main" id="{7D74F088-B8CD-2BC1-A700-8AE2B4E081DA}"/>
                </a:ext>
              </a:extLst>
            </p:cNvPr>
            <p:cNvSpPr/>
            <p:nvPr/>
          </p:nvSpPr>
          <p:spPr>
            <a:xfrm>
              <a:off x="348787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2">
              <a:extLst>
                <a:ext uri="{FF2B5EF4-FFF2-40B4-BE49-F238E27FC236}">
                  <a16:creationId xmlns:a16="http://schemas.microsoft.com/office/drawing/2014/main" id="{3540C834-6CCE-8FFE-8BB8-007F69B09CE5}"/>
                </a:ext>
              </a:extLst>
            </p:cNvPr>
            <p:cNvSpPr/>
            <p:nvPr/>
          </p:nvSpPr>
          <p:spPr>
            <a:xfrm>
              <a:off x="349731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3">
              <a:extLst>
                <a:ext uri="{FF2B5EF4-FFF2-40B4-BE49-F238E27FC236}">
                  <a16:creationId xmlns:a16="http://schemas.microsoft.com/office/drawing/2014/main" id="{C0BDED0F-AA49-54A6-54D4-2D96A4815E0C}"/>
                </a:ext>
              </a:extLst>
            </p:cNvPr>
            <p:cNvSpPr/>
            <p:nvPr/>
          </p:nvSpPr>
          <p:spPr>
            <a:xfrm>
              <a:off x="350675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4">
              <a:extLst>
                <a:ext uri="{FF2B5EF4-FFF2-40B4-BE49-F238E27FC236}">
                  <a16:creationId xmlns:a16="http://schemas.microsoft.com/office/drawing/2014/main" id="{9818AF21-7D7F-CED5-9061-42878C7299FA}"/>
                </a:ext>
              </a:extLst>
            </p:cNvPr>
            <p:cNvSpPr/>
            <p:nvPr/>
          </p:nvSpPr>
          <p:spPr>
            <a:xfrm>
              <a:off x="351619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5">
              <a:extLst>
                <a:ext uri="{FF2B5EF4-FFF2-40B4-BE49-F238E27FC236}">
                  <a16:creationId xmlns:a16="http://schemas.microsoft.com/office/drawing/2014/main" id="{CAE39C89-60EA-075B-1B84-A6E88C6852B7}"/>
                </a:ext>
              </a:extLst>
            </p:cNvPr>
            <p:cNvSpPr/>
            <p:nvPr/>
          </p:nvSpPr>
          <p:spPr>
            <a:xfrm>
              <a:off x="352563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6">
              <a:extLst>
                <a:ext uri="{FF2B5EF4-FFF2-40B4-BE49-F238E27FC236}">
                  <a16:creationId xmlns:a16="http://schemas.microsoft.com/office/drawing/2014/main" id="{CBC6DFB4-8E71-4D4D-7C7A-850853E9B415}"/>
                </a:ext>
              </a:extLst>
            </p:cNvPr>
            <p:cNvSpPr/>
            <p:nvPr/>
          </p:nvSpPr>
          <p:spPr>
            <a:xfrm>
              <a:off x="353507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7">
              <a:extLst>
                <a:ext uri="{FF2B5EF4-FFF2-40B4-BE49-F238E27FC236}">
                  <a16:creationId xmlns:a16="http://schemas.microsoft.com/office/drawing/2014/main" id="{50ACCCC5-5434-2907-1D0A-1CC39C421224}"/>
                </a:ext>
              </a:extLst>
            </p:cNvPr>
            <p:cNvSpPr/>
            <p:nvPr/>
          </p:nvSpPr>
          <p:spPr>
            <a:xfrm>
              <a:off x="354451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8">
              <a:extLst>
                <a:ext uri="{FF2B5EF4-FFF2-40B4-BE49-F238E27FC236}">
                  <a16:creationId xmlns:a16="http://schemas.microsoft.com/office/drawing/2014/main" id="{C0951BCF-F7FC-ADC7-35EA-8A9BD64DBBF7}"/>
                </a:ext>
              </a:extLst>
            </p:cNvPr>
            <p:cNvSpPr/>
            <p:nvPr/>
          </p:nvSpPr>
          <p:spPr>
            <a:xfrm>
              <a:off x="355395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29">
              <a:extLst>
                <a:ext uri="{FF2B5EF4-FFF2-40B4-BE49-F238E27FC236}">
                  <a16:creationId xmlns:a16="http://schemas.microsoft.com/office/drawing/2014/main" id="{FB5D2E50-2361-233C-36E8-E3B7A222A9AF}"/>
                </a:ext>
              </a:extLst>
            </p:cNvPr>
            <p:cNvSpPr/>
            <p:nvPr/>
          </p:nvSpPr>
          <p:spPr>
            <a:xfrm>
              <a:off x="356339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0">
              <a:extLst>
                <a:ext uri="{FF2B5EF4-FFF2-40B4-BE49-F238E27FC236}">
                  <a16:creationId xmlns:a16="http://schemas.microsoft.com/office/drawing/2014/main" id="{8193E862-5640-FB8B-D11C-919FB9742E48}"/>
                </a:ext>
              </a:extLst>
            </p:cNvPr>
            <p:cNvSpPr/>
            <p:nvPr/>
          </p:nvSpPr>
          <p:spPr>
            <a:xfrm>
              <a:off x="357283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1">
              <a:extLst>
                <a:ext uri="{FF2B5EF4-FFF2-40B4-BE49-F238E27FC236}">
                  <a16:creationId xmlns:a16="http://schemas.microsoft.com/office/drawing/2014/main" id="{5E20D080-F7B8-75A2-F396-178EAAB9AF6E}"/>
                </a:ext>
              </a:extLst>
            </p:cNvPr>
            <p:cNvSpPr/>
            <p:nvPr/>
          </p:nvSpPr>
          <p:spPr>
            <a:xfrm>
              <a:off x="358227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2">
              <a:extLst>
                <a:ext uri="{FF2B5EF4-FFF2-40B4-BE49-F238E27FC236}">
                  <a16:creationId xmlns:a16="http://schemas.microsoft.com/office/drawing/2014/main" id="{53EB0FBD-73D4-46A6-9DF3-3C1E210575D8}"/>
                </a:ext>
              </a:extLst>
            </p:cNvPr>
            <p:cNvSpPr/>
            <p:nvPr/>
          </p:nvSpPr>
          <p:spPr>
            <a:xfrm>
              <a:off x="359171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3">
              <a:extLst>
                <a:ext uri="{FF2B5EF4-FFF2-40B4-BE49-F238E27FC236}">
                  <a16:creationId xmlns:a16="http://schemas.microsoft.com/office/drawing/2014/main" id="{134D9565-0BBD-A04F-64A8-55D334026661}"/>
                </a:ext>
              </a:extLst>
            </p:cNvPr>
            <p:cNvSpPr/>
            <p:nvPr/>
          </p:nvSpPr>
          <p:spPr>
            <a:xfrm>
              <a:off x="360115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4">
              <a:extLst>
                <a:ext uri="{FF2B5EF4-FFF2-40B4-BE49-F238E27FC236}">
                  <a16:creationId xmlns:a16="http://schemas.microsoft.com/office/drawing/2014/main" id="{B893FFAF-32F2-9773-ED44-AC61F7D59FDC}"/>
                </a:ext>
              </a:extLst>
            </p:cNvPr>
            <p:cNvSpPr/>
            <p:nvPr/>
          </p:nvSpPr>
          <p:spPr>
            <a:xfrm>
              <a:off x="361059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5">
              <a:extLst>
                <a:ext uri="{FF2B5EF4-FFF2-40B4-BE49-F238E27FC236}">
                  <a16:creationId xmlns:a16="http://schemas.microsoft.com/office/drawing/2014/main" id="{A1157E9E-25DE-F3E7-AFB2-2D42325375A6}"/>
                </a:ext>
              </a:extLst>
            </p:cNvPr>
            <p:cNvSpPr/>
            <p:nvPr/>
          </p:nvSpPr>
          <p:spPr>
            <a:xfrm>
              <a:off x="362003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6">
              <a:extLst>
                <a:ext uri="{FF2B5EF4-FFF2-40B4-BE49-F238E27FC236}">
                  <a16:creationId xmlns:a16="http://schemas.microsoft.com/office/drawing/2014/main" id="{C7E49AE2-FE33-DDBC-918D-FED1C87CAA89}"/>
                </a:ext>
              </a:extLst>
            </p:cNvPr>
            <p:cNvSpPr/>
            <p:nvPr/>
          </p:nvSpPr>
          <p:spPr>
            <a:xfrm>
              <a:off x="362947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7">
              <a:extLst>
                <a:ext uri="{FF2B5EF4-FFF2-40B4-BE49-F238E27FC236}">
                  <a16:creationId xmlns:a16="http://schemas.microsoft.com/office/drawing/2014/main" id="{577BF711-D85E-6A87-D643-AFD8123D34A4}"/>
                </a:ext>
              </a:extLst>
            </p:cNvPr>
            <p:cNvSpPr/>
            <p:nvPr/>
          </p:nvSpPr>
          <p:spPr>
            <a:xfrm>
              <a:off x="363891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8">
              <a:extLst>
                <a:ext uri="{FF2B5EF4-FFF2-40B4-BE49-F238E27FC236}">
                  <a16:creationId xmlns:a16="http://schemas.microsoft.com/office/drawing/2014/main" id="{5A760BF9-C380-5F7B-2A1A-7AA6B1B0B882}"/>
                </a:ext>
              </a:extLst>
            </p:cNvPr>
            <p:cNvSpPr/>
            <p:nvPr/>
          </p:nvSpPr>
          <p:spPr>
            <a:xfrm>
              <a:off x="364836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39">
              <a:extLst>
                <a:ext uri="{FF2B5EF4-FFF2-40B4-BE49-F238E27FC236}">
                  <a16:creationId xmlns:a16="http://schemas.microsoft.com/office/drawing/2014/main" id="{3D5B5466-94DE-6004-94D9-3C212AB19344}"/>
                </a:ext>
              </a:extLst>
            </p:cNvPr>
            <p:cNvSpPr/>
            <p:nvPr/>
          </p:nvSpPr>
          <p:spPr>
            <a:xfrm>
              <a:off x="365780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0">
              <a:extLst>
                <a:ext uri="{FF2B5EF4-FFF2-40B4-BE49-F238E27FC236}">
                  <a16:creationId xmlns:a16="http://schemas.microsoft.com/office/drawing/2014/main" id="{1FEF6B8F-5749-A70B-5FFD-8AE4DEB570B6}"/>
                </a:ext>
              </a:extLst>
            </p:cNvPr>
            <p:cNvSpPr/>
            <p:nvPr/>
          </p:nvSpPr>
          <p:spPr>
            <a:xfrm>
              <a:off x="366724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1">
              <a:extLst>
                <a:ext uri="{FF2B5EF4-FFF2-40B4-BE49-F238E27FC236}">
                  <a16:creationId xmlns:a16="http://schemas.microsoft.com/office/drawing/2014/main" id="{47F38CCB-2B59-F8C6-2064-9FDEA2933829}"/>
                </a:ext>
              </a:extLst>
            </p:cNvPr>
            <p:cNvSpPr/>
            <p:nvPr/>
          </p:nvSpPr>
          <p:spPr>
            <a:xfrm>
              <a:off x="367668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2">
              <a:extLst>
                <a:ext uri="{FF2B5EF4-FFF2-40B4-BE49-F238E27FC236}">
                  <a16:creationId xmlns:a16="http://schemas.microsoft.com/office/drawing/2014/main" id="{A28A7D7C-867A-23C6-BA8B-CB673F663E39}"/>
                </a:ext>
              </a:extLst>
            </p:cNvPr>
            <p:cNvSpPr/>
            <p:nvPr/>
          </p:nvSpPr>
          <p:spPr>
            <a:xfrm>
              <a:off x="368612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3">
              <a:extLst>
                <a:ext uri="{FF2B5EF4-FFF2-40B4-BE49-F238E27FC236}">
                  <a16:creationId xmlns:a16="http://schemas.microsoft.com/office/drawing/2014/main" id="{6A279381-3D67-A6B3-59F5-31623DAC57FC}"/>
                </a:ext>
              </a:extLst>
            </p:cNvPr>
            <p:cNvSpPr/>
            <p:nvPr/>
          </p:nvSpPr>
          <p:spPr>
            <a:xfrm>
              <a:off x="369556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4">
              <a:extLst>
                <a:ext uri="{FF2B5EF4-FFF2-40B4-BE49-F238E27FC236}">
                  <a16:creationId xmlns:a16="http://schemas.microsoft.com/office/drawing/2014/main" id="{1A437BAB-B00A-718D-CFD1-386F79815522}"/>
                </a:ext>
              </a:extLst>
            </p:cNvPr>
            <p:cNvSpPr/>
            <p:nvPr/>
          </p:nvSpPr>
          <p:spPr>
            <a:xfrm>
              <a:off x="370500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5">
              <a:extLst>
                <a:ext uri="{FF2B5EF4-FFF2-40B4-BE49-F238E27FC236}">
                  <a16:creationId xmlns:a16="http://schemas.microsoft.com/office/drawing/2014/main" id="{5B1C9DAF-C755-8676-52FD-05A2EE29689B}"/>
                </a:ext>
              </a:extLst>
            </p:cNvPr>
            <p:cNvSpPr/>
            <p:nvPr/>
          </p:nvSpPr>
          <p:spPr>
            <a:xfrm>
              <a:off x="371444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6">
              <a:extLst>
                <a:ext uri="{FF2B5EF4-FFF2-40B4-BE49-F238E27FC236}">
                  <a16:creationId xmlns:a16="http://schemas.microsoft.com/office/drawing/2014/main" id="{A0D9EBAB-1675-7ECE-462C-4A5165AFEB57}"/>
                </a:ext>
              </a:extLst>
            </p:cNvPr>
            <p:cNvSpPr/>
            <p:nvPr/>
          </p:nvSpPr>
          <p:spPr>
            <a:xfrm>
              <a:off x="372388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7">
              <a:extLst>
                <a:ext uri="{FF2B5EF4-FFF2-40B4-BE49-F238E27FC236}">
                  <a16:creationId xmlns:a16="http://schemas.microsoft.com/office/drawing/2014/main" id="{73CB3EAA-068E-8998-6079-98A2DECAE10F}"/>
                </a:ext>
              </a:extLst>
            </p:cNvPr>
            <p:cNvSpPr/>
            <p:nvPr/>
          </p:nvSpPr>
          <p:spPr>
            <a:xfrm>
              <a:off x="373332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8">
              <a:extLst>
                <a:ext uri="{FF2B5EF4-FFF2-40B4-BE49-F238E27FC236}">
                  <a16:creationId xmlns:a16="http://schemas.microsoft.com/office/drawing/2014/main" id="{81A787D8-D9A5-000C-6748-54DBF6C408A8}"/>
                </a:ext>
              </a:extLst>
            </p:cNvPr>
            <p:cNvSpPr/>
            <p:nvPr/>
          </p:nvSpPr>
          <p:spPr>
            <a:xfrm>
              <a:off x="374276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49">
              <a:extLst>
                <a:ext uri="{FF2B5EF4-FFF2-40B4-BE49-F238E27FC236}">
                  <a16:creationId xmlns:a16="http://schemas.microsoft.com/office/drawing/2014/main" id="{649AF900-41E6-4CC2-0B74-C1E759B465D3}"/>
                </a:ext>
              </a:extLst>
            </p:cNvPr>
            <p:cNvSpPr/>
            <p:nvPr/>
          </p:nvSpPr>
          <p:spPr>
            <a:xfrm>
              <a:off x="375220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0">
              <a:extLst>
                <a:ext uri="{FF2B5EF4-FFF2-40B4-BE49-F238E27FC236}">
                  <a16:creationId xmlns:a16="http://schemas.microsoft.com/office/drawing/2014/main" id="{BF5C6937-21FC-9E4E-815C-30250A1A13F9}"/>
                </a:ext>
              </a:extLst>
            </p:cNvPr>
            <p:cNvSpPr/>
            <p:nvPr/>
          </p:nvSpPr>
          <p:spPr>
            <a:xfrm>
              <a:off x="376164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1">
              <a:extLst>
                <a:ext uri="{FF2B5EF4-FFF2-40B4-BE49-F238E27FC236}">
                  <a16:creationId xmlns:a16="http://schemas.microsoft.com/office/drawing/2014/main" id="{5546080E-9B35-4D98-5EBB-8E33B275516D}"/>
                </a:ext>
              </a:extLst>
            </p:cNvPr>
            <p:cNvSpPr/>
            <p:nvPr/>
          </p:nvSpPr>
          <p:spPr>
            <a:xfrm>
              <a:off x="377108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2">
              <a:extLst>
                <a:ext uri="{FF2B5EF4-FFF2-40B4-BE49-F238E27FC236}">
                  <a16:creationId xmlns:a16="http://schemas.microsoft.com/office/drawing/2014/main" id="{36AD73BA-C01B-F81C-4DF6-D68E8A53349C}"/>
                </a:ext>
              </a:extLst>
            </p:cNvPr>
            <p:cNvSpPr/>
            <p:nvPr/>
          </p:nvSpPr>
          <p:spPr>
            <a:xfrm>
              <a:off x="378052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3">
              <a:extLst>
                <a:ext uri="{FF2B5EF4-FFF2-40B4-BE49-F238E27FC236}">
                  <a16:creationId xmlns:a16="http://schemas.microsoft.com/office/drawing/2014/main" id="{25BAE0F3-DDB2-56E3-5071-2CF5E0971EF2}"/>
                </a:ext>
              </a:extLst>
            </p:cNvPr>
            <p:cNvSpPr/>
            <p:nvPr/>
          </p:nvSpPr>
          <p:spPr>
            <a:xfrm>
              <a:off x="378996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4">
              <a:extLst>
                <a:ext uri="{FF2B5EF4-FFF2-40B4-BE49-F238E27FC236}">
                  <a16:creationId xmlns:a16="http://schemas.microsoft.com/office/drawing/2014/main" id="{B012793A-304A-E2B3-567E-EF43AC72A18B}"/>
                </a:ext>
              </a:extLst>
            </p:cNvPr>
            <p:cNvSpPr/>
            <p:nvPr/>
          </p:nvSpPr>
          <p:spPr>
            <a:xfrm>
              <a:off x="379940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5">
              <a:extLst>
                <a:ext uri="{FF2B5EF4-FFF2-40B4-BE49-F238E27FC236}">
                  <a16:creationId xmlns:a16="http://schemas.microsoft.com/office/drawing/2014/main" id="{29AC6ACB-4904-DC37-A44F-304AD1A05900}"/>
                </a:ext>
              </a:extLst>
            </p:cNvPr>
            <p:cNvSpPr/>
            <p:nvPr/>
          </p:nvSpPr>
          <p:spPr>
            <a:xfrm>
              <a:off x="380884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6">
              <a:extLst>
                <a:ext uri="{FF2B5EF4-FFF2-40B4-BE49-F238E27FC236}">
                  <a16:creationId xmlns:a16="http://schemas.microsoft.com/office/drawing/2014/main" id="{BB6D32DD-6CA3-7CE5-9A02-33E78935F334}"/>
                </a:ext>
              </a:extLst>
            </p:cNvPr>
            <p:cNvSpPr/>
            <p:nvPr/>
          </p:nvSpPr>
          <p:spPr>
            <a:xfrm>
              <a:off x="381828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7">
              <a:extLst>
                <a:ext uri="{FF2B5EF4-FFF2-40B4-BE49-F238E27FC236}">
                  <a16:creationId xmlns:a16="http://schemas.microsoft.com/office/drawing/2014/main" id="{B2BCBBC9-03D7-D7A0-F5E0-6D4F1AB117F2}"/>
                </a:ext>
              </a:extLst>
            </p:cNvPr>
            <p:cNvSpPr/>
            <p:nvPr/>
          </p:nvSpPr>
          <p:spPr>
            <a:xfrm>
              <a:off x="382772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8">
              <a:extLst>
                <a:ext uri="{FF2B5EF4-FFF2-40B4-BE49-F238E27FC236}">
                  <a16:creationId xmlns:a16="http://schemas.microsoft.com/office/drawing/2014/main" id="{827701D0-0A96-0BE4-76DB-A4C4EE71DB54}"/>
                </a:ext>
              </a:extLst>
            </p:cNvPr>
            <p:cNvSpPr/>
            <p:nvPr/>
          </p:nvSpPr>
          <p:spPr>
            <a:xfrm>
              <a:off x="383716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59">
              <a:extLst>
                <a:ext uri="{FF2B5EF4-FFF2-40B4-BE49-F238E27FC236}">
                  <a16:creationId xmlns:a16="http://schemas.microsoft.com/office/drawing/2014/main" id="{E2345698-276B-E30F-2AD4-2C42B74F6C96}"/>
                </a:ext>
              </a:extLst>
            </p:cNvPr>
            <p:cNvSpPr/>
            <p:nvPr/>
          </p:nvSpPr>
          <p:spPr>
            <a:xfrm>
              <a:off x="384660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0">
              <a:extLst>
                <a:ext uri="{FF2B5EF4-FFF2-40B4-BE49-F238E27FC236}">
                  <a16:creationId xmlns:a16="http://schemas.microsoft.com/office/drawing/2014/main" id="{8FD072AD-682C-23BF-C3F9-DBF897B0D762}"/>
                </a:ext>
              </a:extLst>
            </p:cNvPr>
            <p:cNvSpPr/>
            <p:nvPr/>
          </p:nvSpPr>
          <p:spPr>
            <a:xfrm>
              <a:off x="385604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1">
              <a:extLst>
                <a:ext uri="{FF2B5EF4-FFF2-40B4-BE49-F238E27FC236}">
                  <a16:creationId xmlns:a16="http://schemas.microsoft.com/office/drawing/2014/main" id="{D4170CFB-8546-6708-4269-39DB71812B33}"/>
                </a:ext>
              </a:extLst>
            </p:cNvPr>
            <p:cNvSpPr/>
            <p:nvPr/>
          </p:nvSpPr>
          <p:spPr>
            <a:xfrm>
              <a:off x="3865485" y="1043325"/>
              <a:ext cx="919775" cy="914399"/>
            </a:xfrm>
            <a:custGeom>
              <a:avLst/>
              <a:gdLst/>
              <a:ahLst/>
              <a:cxnLst/>
              <a:rect l="0" t="0" r="0" b="0"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2">
              <a:extLst>
                <a:ext uri="{FF2B5EF4-FFF2-40B4-BE49-F238E27FC236}">
                  <a16:creationId xmlns:a16="http://schemas.microsoft.com/office/drawing/2014/main" id="{4F0D889F-9561-E865-734B-F56B37AFF814}"/>
                </a:ext>
              </a:extLst>
            </p:cNvPr>
            <p:cNvSpPr/>
            <p:nvPr/>
          </p:nvSpPr>
          <p:spPr>
            <a:xfrm>
              <a:off x="2071840" y="100818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3">
              <a:extLst>
                <a:ext uri="{FF2B5EF4-FFF2-40B4-BE49-F238E27FC236}">
                  <a16:creationId xmlns:a16="http://schemas.microsoft.com/office/drawing/2014/main" id="{B926EE91-96AB-06BC-EF97-F560F601CC3A}"/>
                </a:ext>
              </a:extLst>
            </p:cNvPr>
            <p:cNvSpPr/>
            <p:nvPr/>
          </p:nvSpPr>
          <p:spPr>
            <a:xfrm>
              <a:off x="207184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4">
              <a:extLst>
                <a:ext uri="{FF2B5EF4-FFF2-40B4-BE49-F238E27FC236}">
                  <a16:creationId xmlns:a16="http://schemas.microsoft.com/office/drawing/2014/main" id="{34140F40-721A-7F9B-65B0-A17047539E0F}"/>
                </a:ext>
              </a:extLst>
            </p:cNvPr>
            <p:cNvSpPr/>
            <p:nvPr/>
          </p:nvSpPr>
          <p:spPr>
            <a:xfrm>
              <a:off x="208128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5">
              <a:extLst>
                <a:ext uri="{FF2B5EF4-FFF2-40B4-BE49-F238E27FC236}">
                  <a16:creationId xmlns:a16="http://schemas.microsoft.com/office/drawing/2014/main" id="{19CF6594-03BA-79B3-A32B-C5953AAC1612}"/>
                </a:ext>
              </a:extLst>
            </p:cNvPr>
            <p:cNvSpPr/>
            <p:nvPr/>
          </p:nvSpPr>
          <p:spPr>
            <a:xfrm>
              <a:off x="209072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6">
              <a:extLst>
                <a:ext uri="{FF2B5EF4-FFF2-40B4-BE49-F238E27FC236}">
                  <a16:creationId xmlns:a16="http://schemas.microsoft.com/office/drawing/2014/main" id="{5C969B85-B263-4F9E-7538-ED17ECF49BE6}"/>
                </a:ext>
              </a:extLst>
            </p:cNvPr>
            <p:cNvSpPr/>
            <p:nvPr/>
          </p:nvSpPr>
          <p:spPr>
            <a:xfrm>
              <a:off x="210016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7">
              <a:extLst>
                <a:ext uri="{FF2B5EF4-FFF2-40B4-BE49-F238E27FC236}">
                  <a16:creationId xmlns:a16="http://schemas.microsoft.com/office/drawing/2014/main" id="{8F8C3E19-BF91-D744-CE01-DD3D640ED151}"/>
                </a:ext>
              </a:extLst>
            </p:cNvPr>
            <p:cNvSpPr/>
            <p:nvPr/>
          </p:nvSpPr>
          <p:spPr>
            <a:xfrm>
              <a:off x="210960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8">
              <a:extLst>
                <a:ext uri="{FF2B5EF4-FFF2-40B4-BE49-F238E27FC236}">
                  <a16:creationId xmlns:a16="http://schemas.microsoft.com/office/drawing/2014/main" id="{3F0941E9-ACCF-D0F6-E3E2-92748812ED47}"/>
                </a:ext>
              </a:extLst>
            </p:cNvPr>
            <p:cNvSpPr/>
            <p:nvPr/>
          </p:nvSpPr>
          <p:spPr>
            <a:xfrm>
              <a:off x="211904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69">
              <a:extLst>
                <a:ext uri="{FF2B5EF4-FFF2-40B4-BE49-F238E27FC236}">
                  <a16:creationId xmlns:a16="http://schemas.microsoft.com/office/drawing/2014/main" id="{D4AB3016-A85A-112C-8E57-70EA5F0A8607}"/>
                </a:ext>
              </a:extLst>
            </p:cNvPr>
            <p:cNvSpPr/>
            <p:nvPr/>
          </p:nvSpPr>
          <p:spPr>
            <a:xfrm>
              <a:off x="212848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0">
              <a:extLst>
                <a:ext uri="{FF2B5EF4-FFF2-40B4-BE49-F238E27FC236}">
                  <a16:creationId xmlns:a16="http://schemas.microsoft.com/office/drawing/2014/main" id="{2B5E112C-B5AE-8E21-78A8-AAB85E9183CC}"/>
                </a:ext>
              </a:extLst>
            </p:cNvPr>
            <p:cNvSpPr/>
            <p:nvPr/>
          </p:nvSpPr>
          <p:spPr>
            <a:xfrm>
              <a:off x="213792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1">
              <a:extLst>
                <a:ext uri="{FF2B5EF4-FFF2-40B4-BE49-F238E27FC236}">
                  <a16:creationId xmlns:a16="http://schemas.microsoft.com/office/drawing/2014/main" id="{3B43BF0A-0E63-86D3-EE32-509AB7D6C5D0}"/>
                </a:ext>
              </a:extLst>
            </p:cNvPr>
            <p:cNvSpPr/>
            <p:nvPr/>
          </p:nvSpPr>
          <p:spPr>
            <a:xfrm>
              <a:off x="214736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2">
              <a:extLst>
                <a:ext uri="{FF2B5EF4-FFF2-40B4-BE49-F238E27FC236}">
                  <a16:creationId xmlns:a16="http://schemas.microsoft.com/office/drawing/2014/main" id="{6434E543-6D05-8F03-5F3C-9C013C2F127C}"/>
                </a:ext>
              </a:extLst>
            </p:cNvPr>
            <p:cNvSpPr/>
            <p:nvPr/>
          </p:nvSpPr>
          <p:spPr>
            <a:xfrm>
              <a:off x="215680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3">
              <a:extLst>
                <a:ext uri="{FF2B5EF4-FFF2-40B4-BE49-F238E27FC236}">
                  <a16:creationId xmlns:a16="http://schemas.microsoft.com/office/drawing/2014/main" id="{60812D3A-1AB8-AA4E-6E44-407478FCB090}"/>
                </a:ext>
              </a:extLst>
            </p:cNvPr>
            <p:cNvSpPr/>
            <p:nvPr/>
          </p:nvSpPr>
          <p:spPr>
            <a:xfrm>
              <a:off x="216624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4">
              <a:extLst>
                <a:ext uri="{FF2B5EF4-FFF2-40B4-BE49-F238E27FC236}">
                  <a16:creationId xmlns:a16="http://schemas.microsoft.com/office/drawing/2014/main" id="{8AC057DC-5206-EDBF-A9E9-DC36B262785C}"/>
                </a:ext>
              </a:extLst>
            </p:cNvPr>
            <p:cNvSpPr/>
            <p:nvPr/>
          </p:nvSpPr>
          <p:spPr>
            <a:xfrm>
              <a:off x="217568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5">
              <a:extLst>
                <a:ext uri="{FF2B5EF4-FFF2-40B4-BE49-F238E27FC236}">
                  <a16:creationId xmlns:a16="http://schemas.microsoft.com/office/drawing/2014/main" id="{2F2BEA8C-5CA1-ED41-6990-14658D05581B}"/>
                </a:ext>
              </a:extLst>
            </p:cNvPr>
            <p:cNvSpPr/>
            <p:nvPr/>
          </p:nvSpPr>
          <p:spPr>
            <a:xfrm>
              <a:off x="218512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6">
              <a:extLst>
                <a:ext uri="{FF2B5EF4-FFF2-40B4-BE49-F238E27FC236}">
                  <a16:creationId xmlns:a16="http://schemas.microsoft.com/office/drawing/2014/main" id="{6A0B9D1D-1311-E500-0DBA-6E11EEF547EE}"/>
                </a:ext>
              </a:extLst>
            </p:cNvPr>
            <p:cNvSpPr/>
            <p:nvPr/>
          </p:nvSpPr>
          <p:spPr>
            <a:xfrm>
              <a:off x="219456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7">
              <a:extLst>
                <a:ext uri="{FF2B5EF4-FFF2-40B4-BE49-F238E27FC236}">
                  <a16:creationId xmlns:a16="http://schemas.microsoft.com/office/drawing/2014/main" id="{40075005-7ED4-33DA-6903-032CD9277F2E}"/>
                </a:ext>
              </a:extLst>
            </p:cNvPr>
            <p:cNvSpPr/>
            <p:nvPr/>
          </p:nvSpPr>
          <p:spPr>
            <a:xfrm>
              <a:off x="220400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8">
              <a:extLst>
                <a:ext uri="{FF2B5EF4-FFF2-40B4-BE49-F238E27FC236}">
                  <a16:creationId xmlns:a16="http://schemas.microsoft.com/office/drawing/2014/main" id="{E8570E14-D217-4240-3BEA-6D5676010330}"/>
                </a:ext>
              </a:extLst>
            </p:cNvPr>
            <p:cNvSpPr/>
            <p:nvPr/>
          </p:nvSpPr>
          <p:spPr>
            <a:xfrm>
              <a:off x="221344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79">
              <a:extLst>
                <a:ext uri="{FF2B5EF4-FFF2-40B4-BE49-F238E27FC236}">
                  <a16:creationId xmlns:a16="http://schemas.microsoft.com/office/drawing/2014/main" id="{F15A3429-BF69-89DD-90C0-83DD7EF3E96B}"/>
                </a:ext>
              </a:extLst>
            </p:cNvPr>
            <p:cNvSpPr/>
            <p:nvPr/>
          </p:nvSpPr>
          <p:spPr>
            <a:xfrm>
              <a:off x="222288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0">
              <a:extLst>
                <a:ext uri="{FF2B5EF4-FFF2-40B4-BE49-F238E27FC236}">
                  <a16:creationId xmlns:a16="http://schemas.microsoft.com/office/drawing/2014/main" id="{6CF38C49-A9C3-8691-400D-E41FC443AE88}"/>
                </a:ext>
              </a:extLst>
            </p:cNvPr>
            <p:cNvSpPr/>
            <p:nvPr/>
          </p:nvSpPr>
          <p:spPr>
            <a:xfrm>
              <a:off x="223232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1">
              <a:extLst>
                <a:ext uri="{FF2B5EF4-FFF2-40B4-BE49-F238E27FC236}">
                  <a16:creationId xmlns:a16="http://schemas.microsoft.com/office/drawing/2014/main" id="{FA8A4BEE-0150-9F78-16BE-60BFEA9E0884}"/>
                </a:ext>
              </a:extLst>
            </p:cNvPr>
            <p:cNvSpPr/>
            <p:nvPr/>
          </p:nvSpPr>
          <p:spPr>
            <a:xfrm>
              <a:off x="224176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2">
              <a:extLst>
                <a:ext uri="{FF2B5EF4-FFF2-40B4-BE49-F238E27FC236}">
                  <a16:creationId xmlns:a16="http://schemas.microsoft.com/office/drawing/2014/main" id="{DE495303-EEF8-75BA-B888-E0A792F50547}"/>
                </a:ext>
              </a:extLst>
            </p:cNvPr>
            <p:cNvSpPr/>
            <p:nvPr/>
          </p:nvSpPr>
          <p:spPr>
            <a:xfrm>
              <a:off x="225120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3">
              <a:extLst>
                <a:ext uri="{FF2B5EF4-FFF2-40B4-BE49-F238E27FC236}">
                  <a16:creationId xmlns:a16="http://schemas.microsoft.com/office/drawing/2014/main" id="{D2AD9B91-5840-3BA4-3F7A-447867EA768B}"/>
                </a:ext>
              </a:extLst>
            </p:cNvPr>
            <p:cNvSpPr/>
            <p:nvPr/>
          </p:nvSpPr>
          <p:spPr>
            <a:xfrm>
              <a:off x="226064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4">
              <a:extLst>
                <a:ext uri="{FF2B5EF4-FFF2-40B4-BE49-F238E27FC236}">
                  <a16:creationId xmlns:a16="http://schemas.microsoft.com/office/drawing/2014/main" id="{30337E7F-1EF9-78F5-A8D2-D1EF699868FF}"/>
                </a:ext>
              </a:extLst>
            </p:cNvPr>
            <p:cNvSpPr/>
            <p:nvPr/>
          </p:nvSpPr>
          <p:spPr>
            <a:xfrm>
              <a:off x="2270085" y="1025756"/>
              <a:ext cx="923533" cy="914399"/>
            </a:xfrm>
            <a:custGeom>
              <a:avLst/>
              <a:gdLst/>
              <a:ahLst/>
              <a:cxnLst/>
              <a:rect l="0" t="0" r="0" b="0"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5">
              <a:extLst>
                <a:ext uri="{FF2B5EF4-FFF2-40B4-BE49-F238E27FC236}">
                  <a16:creationId xmlns:a16="http://schemas.microsoft.com/office/drawing/2014/main" id="{06BAC09A-9DF5-7D4C-CF61-E31387BE90BA}"/>
                </a:ext>
              </a:extLst>
            </p:cNvPr>
            <p:cNvSpPr/>
            <p:nvPr/>
          </p:nvSpPr>
          <p:spPr>
            <a:xfrm>
              <a:off x="3440674" y="1008186"/>
              <a:ext cx="914400" cy="915284"/>
            </a:xfrm>
            <a:custGeom>
              <a:avLst/>
              <a:gdLst/>
              <a:ahLst/>
              <a:cxnLst/>
              <a:rect l="0" t="0" r="0" b="0"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6">
              <a:extLst>
                <a:ext uri="{FF2B5EF4-FFF2-40B4-BE49-F238E27FC236}">
                  <a16:creationId xmlns:a16="http://schemas.microsoft.com/office/drawing/2014/main" id="{124A2385-7575-F861-A85A-2F96349BDC15}"/>
                </a:ext>
              </a:extLst>
            </p:cNvPr>
            <p:cNvSpPr/>
            <p:nvPr/>
          </p:nvSpPr>
          <p:spPr>
            <a:xfrm>
              <a:off x="3440674" y="1008186"/>
              <a:ext cx="923840" cy="922880"/>
            </a:xfrm>
            <a:custGeom>
              <a:avLst/>
              <a:gdLst/>
              <a:ahLst/>
              <a:cxnLst/>
              <a:rect l="0" t="0" r="0" b="0"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7">
              <a:extLst>
                <a:ext uri="{FF2B5EF4-FFF2-40B4-BE49-F238E27FC236}">
                  <a16:creationId xmlns:a16="http://schemas.microsoft.com/office/drawing/2014/main" id="{7EB069C3-8C69-D054-F834-5EF6F649C82E}"/>
                </a:ext>
              </a:extLst>
            </p:cNvPr>
            <p:cNvSpPr/>
            <p:nvPr/>
          </p:nvSpPr>
          <p:spPr>
            <a:xfrm>
              <a:off x="345011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8">
              <a:extLst>
                <a:ext uri="{FF2B5EF4-FFF2-40B4-BE49-F238E27FC236}">
                  <a16:creationId xmlns:a16="http://schemas.microsoft.com/office/drawing/2014/main" id="{7AFAAF0B-3485-123E-B958-B235FBF49EA8}"/>
                </a:ext>
              </a:extLst>
            </p:cNvPr>
            <p:cNvSpPr/>
            <p:nvPr/>
          </p:nvSpPr>
          <p:spPr>
            <a:xfrm>
              <a:off x="345955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89">
              <a:extLst>
                <a:ext uri="{FF2B5EF4-FFF2-40B4-BE49-F238E27FC236}">
                  <a16:creationId xmlns:a16="http://schemas.microsoft.com/office/drawing/2014/main" id="{6A76A7C6-6493-FDF3-8F7F-6D4277A741C0}"/>
                </a:ext>
              </a:extLst>
            </p:cNvPr>
            <p:cNvSpPr/>
            <p:nvPr/>
          </p:nvSpPr>
          <p:spPr>
            <a:xfrm>
              <a:off x="346899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0">
              <a:extLst>
                <a:ext uri="{FF2B5EF4-FFF2-40B4-BE49-F238E27FC236}">
                  <a16:creationId xmlns:a16="http://schemas.microsoft.com/office/drawing/2014/main" id="{4CD7A9B5-8CB3-1577-2B9C-E72E08AD59EC}"/>
                </a:ext>
              </a:extLst>
            </p:cNvPr>
            <p:cNvSpPr/>
            <p:nvPr/>
          </p:nvSpPr>
          <p:spPr>
            <a:xfrm>
              <a:off x="347843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1">
              <a:extLst>
                <a:ext uri="{FF2B5EF4-FFF2-40B4-BE49-F238E27FC236}">
                  <a16:creationId xmlns:a16="http://schemas.microsoft.com/office/drawing/2014/main" id="{BD9A3DA0-E27B-A6B1-E034-C21009A49589}"/>
                </a:ext>
              </a:extLst>
            </p:cNvPr>
            <p:cNvSpPr/>
            <p:nvPr/>
          </p:nvSpPr>
          <p:spPr>
            <a:xfrm>
              <a:off x="348787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2">
              <a:extLst>
                <a:ext uri="{FF2B5EF4-FFF2-40B4-BE49-F238E27FC236}">
                  <a16:creationId xmlns:a16="http://schemas.microsoft.com/office/drawing/2014/main" id="{053B66C3-82C2-9B26-FDF7-B95BF33C30C8}"/>
                </a:ext>
              </a:extLst>
            </p:cNvPr>
            <p:cNvSpPr/>
            <p:nvPr/>
          </p:nvSpPr>
          <p:spPr>
            <a:xfrm>
              <a:off x="349731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3">
              <a:extLst>
                <a:ext uri="{FF2B5EF4-FFF2-40B4-BE49-F238E27FC236}">
                  <a16:creationId xmlns:a16="http://schemas.microsoft.com/office/drawing/2014/main" id="{F284A8DF-5F7E-F6DE-B3C2-AD46943D5477}"/>
                </a:ext>
              </a:extLst>
            </p:cNvPr>
            <p:cNvSpPr/>
            <p:nvPr/>
          </p:nvSpPr>
          <p:spPr>
            <a:xfrm>
              <a:off x="350675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4">
              <a:extLst>
                <a:ext uri="{FF2B5EF4-FFF2-40B4-BE49-F238E27FC236}">
                  <a16:creationId xmlns:a16="http://schemas.microsoft.com/office/drawing/2014/main" id="{9B7B7C15-2A20-E672-487D-3CD45A8619C9}"/>
                </a:ext>
              </a:extLst>
            </p:cNvPr>
            <p:cNvSpPr/>
            <p:nvPr/>
          </p:nvSpPr>
          <p:spPr>
            <a:xfrm>
              <a:off x="351619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5">
              <a:extLst>
                <a:ext uri="{FF2B5EF4-FFF2-40B4-BE49-F238E27FC236}">
                  <a16:creationId xmlns:a16="http://schemas.microsoft.com/office/drawing/2014/main" id="{11AF345D-8041-A37C-CEBC-F141192E9651}"/>
                </a:ext>
              </a:extLst>
            </p:cNvPr>
            <p:cNvSpPr/>
            <p:nvPr/>
          </p:nvSpPr>
          <p:spPr>
            <a:xfrm>
              <a:off x="352563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6">
              <a:extLst>
                <a:ext uri="{FF2B5EF4-FFF2-40B4-BE49-F238E27FC236}">
                  <a16:creationId xmlns:a16="http://schemas.microsoft.com/office/drawing/2014/main" id="{615B28B2-A104-8FE6-ACEF-47520A66B19C}"/>
                </a:ext>
              </a:extLst>
            </p:cNvPr>
            <p:cNvSpPr/>
            <p:nvPr/>
          </p:nvSpPr>
          <p:spPr>
            <a:xfrm>
              <a:off x="353507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7">
              <a:extLst>
                <a:ext uri="{FF2B5EF4-FFF2-40B4-BE49-F238E27FC236}">
                  <a16:creationId xmlns:a16="http://schemas.microsoft.com/office/drawing/2014/main" id="{770164FB-792C-82AF-83A7-6E1F177B969D}"/>
                </a:ext>
              </a:extLst>
            </p:cNvPr>
            <p:cNvSpPr/>
            <p:nvPr/>
          </p:nvSpPr>
          <p:spPr>
            <a:xfrm>
              <a:off x="354451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8">
              <a:extLst>
                <a:ext uri="{FF2B5EF4-FFF2-40B4-BE49-F238E27FC236}">
                  <a16:creationId xmlns:a16="http://schemas.microsoft.com/office/drawing/2014/main" id="{34797571-56A3-A054-BCF0-E6AD87F21F95}"/>
                </a:ext>
              </a:extLst>
            </p:cNvPr>
            <p:cNvSpPr/>
            <p:nvPr/>
          </p:nvSpPr>
          <p:spPr>
            <a:xfrm>
              <a:off x="355395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7999">
              <a:extLst>
                <a:ext uri="{FF2B5EF4-FFF2-40B4-BE49-F238E27FC236}">
                  <a16:creationId xmlns:a16="http://schemas.microsoft.com/office/drawing/2014/main" id="{F5DF87C0-CECE-306F-D969-EB33BF4D6A3B}"/>
                </a:ext>
              </a:extLst>
            </p:cNvPr>
            <p:cNvSpPr/>
            <p:nvPr/>
          </p:nvSpPr>
          <p:spPr>
            <a:xfrm>
              <a:off x="356339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0">
              <a:extLst>
                <a:ext uri="{FF2B5EF4-FFF2-40B4-BE49-F238E27FC236}">
                  <a16:creationId xmlns:a16="http://schemas.microsoft.com/office/drawing/2014/main" id="{69A4587F-03DF-27E4-4610-B5C6B389E5CE}"/>
                </a:ext>
              </a:extLst>
            </p:cNvPr>
            <p:cNvSpPr/>
            <p:nvPr/>
          </p:nvSpPr>
          <p:spPr>
            <a:xfrm>
              <a:off x="357283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1">
              <a:extLst>
                <a:ext uri="{FF2B5EF4-FFF2-40B4-BE49-F238E27FC236}">
                  <a16:creationId xmlns:a16="http://schemas.microsoft.com/office/drawing/2014/main" id="{E03A1382-4EB6-D577-AE9E-A8CA12A80A28}"/>
                </a:ext>
              </a:extLst>
            </p:cNvPr>
            <p:cNvSpPr/>
            <p:nvPr/>
          </p:nvSpPr>
          <p:spPr>
            <a:xfrm>
              <a:off x="358227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2">
              <a:extLst>
                <a:ext uri="{FF2B5EF4-FFF2-40B4-BE49-F238E27FC236}">
                  <a16:creationId xmlns:a16="http://schemas.microsoft.com/office/drawing/2014/main" id="{A565CC0F-0793-BBCF-5F03-EB0249F3E2FF}"/>
                </a:ext>
              </a:extLst>
            </p:cNvPr>
            <p:cNvSpPr/>
            <p:nvPr/>
          </p:nvSpPr>
          <p:spPr>
            <a:xfrm>
              <a:off x="359171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3">
              <a:extLst>
                <a:ext uri="{FF2B5EF4-FFF2-40B4-BE49-F238E27FC236}">
                  <a16:creationId xmlns:a16="http://schemas.microsoft.com/office/drawing/2014/main" id="{D37E4EC3-404A-9F26-0218-2ED84AADBEC1}"/>
                </a:ext>
              </a:extLst>
            </p:cNvPr>
            <p:cNvSpPr/>
            <p:nvPr/>
          </p:nvSpPr>
          <p:spPr>
            <a:xfrm>
              <a:off x="360115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4">
              <a:extLst>
                <a:ext uri="{FF2B5EF4-FFF2-40B4-BE49-F238E27FC236}">
                  <a16:creationId xmlns:a16="http://schemas.microsoft.com/office/drawing/2014/main" id="{0560EBB5-EDC1-8778-CA8F-2AFCF045E1C9}"/>
                </a:ext>
              </a:extLst>
            </p:cNvPr>
            <p:cNvSpPr/>
            <p:nvPr/>
          </p:nvSpPr>
          <p:spPr>
            <a:xfrm>
              <a:off x="361059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5">
              <a:extLst>
                <a:ext uri="{FF2B5EF4-FFF2-40B4-BE49-F238E27FC236}">
                  <a16:creationId xmlns:a16="http://schemas.microsoft.com/office/drawing/2014/main" id="{60517DE8-1B96-B073-6109-846E9067F59F}"/>
                </a:ext>
              </a:extLst>
            </p:cNvPr>
            <p:cNvSpPr/>
            <p:nvPr/>
          </p:nvSpPr>
          <p:spPr>
            <a:xfrm>
              <a:off x="362003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6">
              <a:extLst>
                <a:ext uri="{FF2B5EF4-FFF2-40B4-BE49-F238E27FC236}">
                  <a16:creationId xmlns:a16="http://schemas.microsoft.com/office/drawing/2014/main" id="{533A5A5E-E94F-6B26-A140-DE7CCEE0DF42}"/>
                </a:ext>
              </a:extLst>
            </p:cNvPr>
            <p:cNvSpPr/>
            <p:nvPr/>
          </p:nvSpPr>
          <p:spPr>
            <a:xfrm>
              <a:off x="362947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7">
              <a:extLst>
                <a:ext uri="{FF2B5EF4-FFF2-40B4-BE49-F238E27FC236}">
                  <a16:creationId xmlns:a16="http://schemas.microsoft.com/office/drawing/2014/main" id="{038AECDD-F378-7E5A-8583-55E055EBADED}"/>
                </a:ext>
              </a:extLst>
            </p:cNvPr>
            <p:cNvSpPr/>
            <p:nvPr/>
          </p:nvSpPr>
          <p:spPr>
            <a:xfrm>
              <a:off x="363891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8">
              <a:extLst>
                <a:ext uri="{FF2B5EF4-FFF2-40B4-BE49-F238E27FC236}">
                  <a16:creationId xmlns:a16="http://schemas.microsoft.com/office/drawing/2014/main" id="{8B8B871E-993B-9FB4-2364-42F04248EA0F}"/>
                </a:ext>
              </a:extLst>
            </p:cNvPr>
            <p:cNvSpPr/>
            <p:nvPr/>
          </p:nvSpPr>
          <p:spPr>
            <a:xfrm>
              <a:off x="364836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09">
              <a:extLst>
                <a:ext uri="{FF2B5EF4-FFF2-40B4-BE49-F238E27FC236}">
                  <a16:creationId xmlns:a16="http://schemas.microsoft.com/office/drawing/2014/main" id="{B3C54C5C-A586-9FE0-7077-439F44B93F2E}"/>
                </a:ext>
              </a:extLst>
            </p:cNvPr>
            <p:cNvSpPr/>
            <p:nvPr/>
          </p:nvSpPr>
          <p:spPr>
            <a:xfrm>
              <a:off x="365780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0">
              <a:extLst>
                <a:ext uri="{FF2B5EF4-FFF2-40B4-BE49-F238E27FC236}">
                  <a16:creationId xmlns:a16="http://schemas.microsoft.com/office/drawing/2014/main" id="{6948FC16-243E-3C37-D7AE-B82005DF7856}"/>
                </a:ext>
              </a:extLst>
            </p:cNvPr>
            <p:cNvSpPr/>
            <p:nvPr/>
          </p:nvSpPr>
          <p:spPr>
            <a:xfrm>
              <a:off x="366724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1">
              <a:extLst>
                <a:ext uri="{FF2B5EF4-FFF2-40B4-BE49-F238E27FC236}">
                  <a16:creationId xmlns:a16="http://schemas.microsoft.com/office/drawing/2014/main" id="{355744E0-BF0C-D1E2-3C0D-A727BE80F4AC}"/>
                </a:ext>
              </a:extLst>
            </p:cNvPr>
            <p:cNvSpPr/>
            <p:nvPr/>
          </p:nvSpPr>
          <p:spPr>
            <a:xfrm>
              <a:off x="367668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2">
              <a:extLst>
                <a:ext uri="{FF2B5EF4-FFF2-40B4-BE49-F238E27FC236}">
                  <a16:creationId xmlns:a16="http://schemas.microsoft.com/office/drawing/2014/main" id="{8E23FD36-7B8E-C867-7BCB-CF28D1B69D05}"/>
                </a:ext>
              </a:extLst>
            </p:cNvPr>
            <p:cNvSpPr/>
            <p:nvPr/>
          </p:nvSpPr>
          <p:spPr>
            <a:xfrm>
              <a:off x="368612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3">
              <a:extLst>
                <a:ext uri="{FF2B5EF4-FFF2-40B4-BE49-F238E27FC236}">
                  <a16:creationId xmlns:a16="http://schemas.microsoft.com/office/drawing/2014/main" id="{CD646007-6782-4155-A2C9-1BE128D0B272}"/>
                </a:ext>
              </a:extLst>
            </p:cNvPr>
            <p:cNvSpPr/>
            <p:nvPr/>
          </p:nvSpPr>
          <p:spPr>
            <a:xfrm>
              <a:off x="369556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4">
              <a:extLst>
                <a:ext uri="{FF2B5EF4-FFF2-40B4-BE49-F238E27FC236}">
                  <a16:creationId xmlns:a16="http://schemas.microsoft.com/office/drawing/2014/main" id="{2FB50862-171A-49F2-1032-8DC322DB0297}"/>
                </a:ext>
              </a:extLst>
            </p:cNvPr>
            <p:cNvSpPr/>
            <p:nvPr/>
          </p:nvSpPr>
          <p:spPr>
            <a:xfrm>
              <a:off x="370500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5">
              <a:extLst>
                <a:ext uri="{FF2B5EF4-FFF2-40B4-BE49-F238E27FC236}">
                  <a16:creationId xmlns:a16="http://schemas.microsoft.com/office/drawing/2014/main" id="{53EF903D-FDE7-4681-2C4C-FBE6343375C7}"/>
                </a:ext>
              </a:extLst>
            </p:cNvPr>
            <p:cNvSpPr/>
            <p:nvPr/>
          </p:nvSpPr>
          <p:spPr>
            <a:xfrm>
              <a:off x="371444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6">
              <a:extLst>
                <a:ext uri="{FF2B5EF4-FFF2-40B4-BE49-F238E27FC236}">
                  <a16:creationId xmlns:a16="http://schemas.microsoft.com/office/drawing/2014/main" id="{D273B07E-C810-1CD6-3CF7-2EADE0D4AC96}"/>
                </a:ext>
              </a:extLst>
            </p:cNvPr>
            <p:cNvSpPr/>
            <p:nvPr/>
          </p:nvSpPr>
          <p:spPr>
            <a:xfrm>
              <a:off x="372388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7">
              <a:extLst>
                <a:ext uri="{FF2B5EF4-FFF2-40B4-BE49-F238E27FC236}">
                  <a16:creationId xmlns:a16="http://schemas.microsoft.com/office/drawing/2014/main" id="{72FB5045-52D9-4010-D526-A0AB12FE7DDB}"/>
                </a:ext>
              </a:extLst>
            </p:cNvPr>
            <p:cNvSpPr/>
            <p:nvPr/>
          </p:nvSpPr>
          <p:spPr>
            <a:xfrm>
              <a:off x="373332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8">
              <a:extLst>
                <a:ext uri="{FF2B5EF4-FFF2-40B4-BE49-F238E27FC236}">
                  <a16:creationId xmlns:a16="http://schemas.microsoft.com/office/drawing/2014/main" id="{DF6F3FC4-5C42-770F-E143-3B9C653B951E}"/>
                </a:ext>
              </a:extLst>
            </p:cNvPr>
            <p:cNvSpPr/>
            <p:nvPr/>
          </p:nvSpPr>
          <p:spPr>
            <a:xfrm>
              <a:off x="374276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19">
              <a:extLst>
                <a:ext uri="{FF2B5EF4-FFF2-40B4-BE49-F238E27FC236}">
                  <a16:creationId xmlns:a16="http://schemas.microsoft.com/office/drawing/2014/main" id="{E8839639-4031-86F6-0E6F-FCDC67867305}"/>
                </a:ext>
              </a:extLst>
            </p:cNvPr>
            <p:cNvSpPr/>
            <p:nvPr/>
          </p:nvSpPr>
          <p:spPr>
            <a:xfrm>
              <a:off x="375220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0">
              <a:extLst>
                <a:ext uri="{FF2B5EF4-FFF2-40B4-BE49-F238E27FC236}">
                  <a16:creationId xmlns:a16="http://schemas.microsoft.com/office/drawing/2014/main" id="{BDD696FF-89B9-6DDA-BA7C-51324DACB28C}"/>
                </a:ext>
              </a:extLst>
            </p:cNvPr>
            <p:cNvSpPr/>
            <p:nvPr/>
          </p:nvSpPr>
          <p:spPr>
            <a:xfrm>
              <a:off x="376164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1">
              <a:extLst>
                <a:ext uri="{FF2B5EF4-FFF2-40B4-BE49-F238E27FC236}">
                  <a16:creationId xmlns:a16="http://schemas.microsoft.com/office/drawing/2014/main" id="{4F71D4B4-B1CF-189D-F3E1-D069E4AC45C6}"/>
                </a:ext>
              </a:extLst>
            </p:cNvPr>
            <p:cNvSpPr/>
            <p:nvPr/>
          </p:nvSpPr>
          <p:spPr>
            <a:xfrm>
              <a:off x="377108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2">
              <a:extLst>
                <a:ext uri="{FF2B5EF4-FFF2-40B4-BE49-F238E27FC236}">
                  <a16:creationId xmlns:a16="http://schemas.microsoft.com/office/drawing/2014/main" id="{F56B1B89-7C0D-06E7-DE0D-6A4AC8F66C9C}"/>
                </a:ext>
              </a:extLst>
            </p:cNvPr>
            <p:cNvSpPr/>
            <p:nvPr/>
          </p:nvSpPr>
          <p:spPr>
            <a:xfrm>
              <a:off x="378052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3">
              <a:extLst>
                <a:ext uri="{FF2B5EF4-FFF2-40B4-BE49-F238E27FC236}">
                  <a16:creationId xmlns:a16="http://schemas.microsoft.com/office/drawing/2014/main" id="{203E6D04-E028-4247-A0DC-02991A371123}"/>
                </a:ext>
              </a:extLst>
            </p:cNvPr>
            <p:cNvSpPr/>
            <p:nvPr/>
          </p:nvSpPr>
          <p:spPr>
            <a:xfrm>
              <a:off x="378996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4">
              <a:extLst>
                <a:ext uri="{FF2B5EF4-FFF2-40B4-BE49-F238E27FC236}">
                  <a16:creationId xmlns:a16="http://schemas.microsoft.com/office/drawing/2014/main" id="{08A4880D-7DB7-BBF3-83C8-01A28B1C7E81}"/>
                </a:ext>
              </a:extLst>
            </p:cNvPr>
            <p:cNvSpPr/>
            <p:nvPr/>
          </p:nvSpPr>
          <p:spPr>
            <a:xfrm>
              <a:off x="379940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5">
              <a:extLst>
                <a:ext uri="{FF2B5EF4-FFF2-40B4-BE49-F238E27FC236}">
                  <a16:creationId xmlns:a16="http://schemas.microsoft.com/office/drawing/2014/main" id="{25C850B2-49A2-8FE3-668A-1438EBBDB0D0}"/>
                </a:ext>
              </a:extLst>
            </p:cNvPr>
            <p:cNvSpPr/>
            <p:nvPr/>
          </p:nvSpPr>
          <p:spPr>
            <a:xfrm>
              <a:off x="380884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6">
              <a:extLst>
                <a:ext uri="{FF2B5EF4-FFF2-40B4-BE49-F238E27FC236}">
                  <a16:creationId xmlns:a16="http://schemas.microsoft.com/office/drawing/2014/main" id="{FB891AD2-4BBE-C51E-BDB7-D794B07AF31D}"/>
                </a:ext>
              </a:extLst>
            </p:cNvPr>
            <p:cNvSpPr/>
            <p:nvPr/>
          </p:nvSpPr>
          <p:spPr>
            <a:xfrm>
              <a:off x="381828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7">
              <a:extLst>
                <a:ext uri="{FF2B5EF4-FFF2-40B4-BE49-F238E27FC236}">
                  <a16:creationId xmlns:a16="http://schemas.microsoft.com/office/drawing/2014/main" id="{BFE29BEC-1926-CCE8-DB8C-FD605222017A}"/>
                </a:ext>
              </a:extLst>
            </p:cNvPr>
            <p:cNvSpPr/>
            <p:nvPr/>
          </p:nvSpPr>
          <p:spPr>
            <a:xfrm>
              <a:off x="382772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8">
              <a:extLst>
                <a:ext uri="{FF2B5EF4-FFF2-40B4-BE49-F238E27FC236}">
                  <a16:creationId xmlns:a16="http://schemas.microsoft.com/office/drawing/2014/main" id="{4907DD08-BCF7-C2B9-E81F-FD167F2EC803}"/>
                </a:ext>
              </a:extLst>
            </p:cNvPr>
            <p:cNvSpPr/>
            <p:nvPr/>
          </p:nvSpPr>
          <p:spPr>
            <a:xfrm>
              <a:off x="383716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29">
              <a:extLst>
                <a:ext uri="{FF2B5EF4-FFF2-40B4-BE49-F238E27FC236}">
                  <a16:creationId xmlns:a16="http://schemas.microsoft.com/office/drawing/2014/main" id="{B77B84E4-799B-5DC9-7D4D-3A200E14F166}"/>
                </a:ext>
              </a:extLst>
            </p:cNvPr>
            <p:cNvSpPr/>
            <p:nvPr/>
          </p:nvSpPr>
          <p:spPr>
            <a:xfrm>
              <a:off x="384660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0">
              <a:extLst>
                <a:ext uri="{FF2B5EF4-FFF2-40B4-BE49-F238E27FC236}">
                  <a16:creationId xmlns:a16="http://schemas.microsoft.com/office/drawing/2014/main" id="{672B83AB-0A2B-F92A-BD7C-BD0341C2039C}"/>
                </a:ext>
              </a:extLst>
            </p:cNvPr>
            <p:cNvSpPr/>
            <p:nvPr/>
          </p:nvSpPr>
          <p:spPr>
            <a:xfrm>
              <a:off x="3865485" y="10257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1">
              <a:extLst>
                <a:ext uri="{FF2B5EF4-FFF2-40B4-BE49-F238E27FC236}">
                  <a16:creationId xmlns:a16="http://schemas.microsoft.com/office/drawing/2014/main" id="{B2AB5184-0AC6-1F53-114D-12073E912311}"/>
                </a:ext>
              </a:extLst>
            </p:cNvPr>
            <p:cNvSpPr/>
            <p:nvPr/>
          </p:nvSpPr>
          <p:spPr>
            <a:xfrm>
              <a:off x="3865485" y="1025756"/>
              <a:ext cx="917409" cy="914399"/>
            </a:xfrm>
            <a:custGeom>
              <a:avLst/>
              <a:gdLst/>
              <a:ahLst/>
              <a:cxnLst/>
              <a:rect l="0" t="0" r="0" b="0"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2">
              <a:extLst>
                <a:ext uri="{FF2B5EF4-FFF2-40B4-BE49-F238E27FC236}">
                  <a16:creationId xmlns:a16="http://schemas.microsoft.com/office/drawing/2014/main" id="{0ED45B3A-9345-BBE6-533E-E25452AC7C4E}"/>
                </a:ext>
              </a:extLst>
            </p:cNvPr>
            <p:cNvSpPr/>
            <p:nvPr/>
          </p:nvSpPr>
          <p:spPr>
            <a:xfrm>
              <a:off x="2071840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3">
              <a:extLst>
                <a:ext uri="{FF2B5EF4-FFF2-40B4-BE49-F238E27FC236}">
                  <a16:creationId xmlns:a16="http://schemas.microsoft.com/office/drawing/2014/main" id="{FC9B9F08-417D-EDDE-C212-CFA7BE7DC223}"/>
                </a:ext>
              </a:extLst>
            </p:cNvPr>
            <p:cNvSpPr/>
            <p:nvPr/>
          </p:nvSpPr>
          <p:spPr>
            <a:xfrm>
              <a:off x="2081280" y="99061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4">
              <a:extLst>
                <a:ext uri="{FF2B5EF4-FFF2-40B4-BE49-F238E27FC236}">
                  <a16:creationId xmlns:a16="http://schemas.microsoft.com/office/drawing/2014/main" id="{AD72BDCC-8B58-6316-AA15-80727119A0F2}"/>
                </a:ext>
              </a:extLst>
            </p:cNvPr>
            <p:cNvSpPr/>
            <p:nvPr/>
          </p:nvSpPr>
          <p:spPr>
            <a:xfrm>
              <a:off x="208128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5">
              <a:extLst>
                <a:ext uri="{FF2B5EF4-FFF2-40B4-BE49-F238E27FC236}">
                  <a16:creationId xmlns:a16="http://schemas.microsoft.com/office/drawing/2014/main" id="{B7488807-AED3-6850-76D1-DBBB5C805E1E}"/>
                </a:ext>
              </a:extLst>
            </p:cNvPr>
            <p:cNvSpPr/>
            <p:nvPr/>
          </p:nvSpPr>
          <p:spPr>
            <a:xfrm>
              <a:off x="209072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6">
              <a:extLst>
                <a:ext uri="{FF2B5EF4-FFF2-40B4-BE49-F238E27FC236}">
                  <a16:creationId xmlns:a16="http://schemas.microsoft.com/office/drawing/2014/main" id="{858E3CEA-12C5-A03F-9B27-00F91AD08588}"/>
                </a:ext>
              </a:extLst>
            </p:cNvPr>
            <p:cNvSpPr/>
            <p:nvPr/>
          </p:nvSpPr>
          <p:spPr>
            <a:xfrm>
              <a:off x="210016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7">
              <a:extLst>
                <a:ext uri="{FF2B5EF4-FFF2-40B4-BE49-F238E27FC236}">
                  <a16:creationId xmlns:a16="http://schemas.microsoft.com/office/drawing/2014/main" id="{48FCC4F9-80DE-F229-4BF7-31552F433F37}"/>
                </a:ext>
              </a:extLst>
            </p:cNvPr>
            <p:cNvSpPr/>
            <p:nvPr/>
          </p:nvSpPr>
          <p:spPr>
            <a:xfrm>
              <a:off x="210960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8">
              <a:extLst>
                <a:ext uri="{FF2B5EF4-FFF2-40B4-BE49-F238E27FC236}">
                  <a16:creationId xmlns:a16="http://schemas.microsoft.com/office/drawing/2014/main" id="{F841794C-5729-AE73-7E91-9038171C2ACA}"/>
                </a:ext>
              </a:extLst>
            </p:cNvPr>
            <p:cNvSpPr/>
            <p:nvPr/>
          </p:nvSpPr>
          <p:spPr>
            <a:xfrm>
              <a:off x="211904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39">
              <a:extLst>
                <a:ext uri="{FF2B5EF4-FFF2-40B4-BE49-F238E27FC236}">
                  <a16:creationId xmlns:a16="http://schemas.microsoft.com/office/drawing/2014/main" id="{6658A557-BA70-F1E2-3E12-BFBA82DDE880}"/>
                </a:ext>
              </a:extLst>
            </p:cNvPr>
            <p:cNvSpPr/>
            <p:nvPr/>
          </p:nvSpPr>
          <p:spPr>
            <a:xfrm>
              <a:off x="212848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0">
              <a:extLst>
                <a:ext uri="{FF2B5EF4-FFF2-40B4-BE49-F238E27FC236}">
                  <a16:creationId xmlns:a16="http://schemas.microsoft.com/office/drawing/2014/main" id="{C7C25569-E50D-3F09-A843-985217975D1E}"/>
                </a:ext>
              </a:extLst>
            </p:cNvPr>
            <p:cNvSpPr/>
            <p:nvPr/>
          </p:nvSpPr>
          <p:spPr>
            <a:xfrm>
              <a:off x="213792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1">
              <a:extLst>
                <a:ext uri="{FF2B5EF4-FFF2-40B4-BE49-F238E27FC236}">
                  <a16:creationId xmlns:a16="http://schemas.microsoft.com/office/drawing/2014/main" id="{3F9CFA55-C7AB-C28E-4B2A-C777DF9ABEE8}"/>
                </a:ext>
              </a:extLst>
            </p:cNvPr>
            <p:cNvSpPr/>
            <p:nvPr/>
          </p:nvSpPr>
          <p:spPr>
            <a:xfrm>
              <a:off x="214736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2">
              <a:extLst>
                <a:ext uri="{FF2B5EF4-FFF2-40B4-BE49-F238E27FC236}">
                  <a16:creationId xmlns:a16="http://schemas.microsoft.com/office/drawing/2014/main" id="{35B5E88F-54B0-3292-9BAC-204B13D9F376}"/>
                </a:ext>
              </a:extLst>
            </p:cNvPr>
            <p:cNvSpPr/>
            <p:nvPr/>
          </p:nvSpPr>
          <p:spPr>
            <a:xfrm>
              <a:off x="215680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3">
              <a:extLst>
                <a:ext uri="{FF2B5EF4-FFF2-40B4-BE49-F238E27FC236}">
                  <a16:creationId xmlns:a16="http://schemas.microsoft.com/office/drawing/2014/main" id="{50A5FB6B-6D46-AD07-DCA2-7606917086DB}"/>
                </a:ext>
              </a:extLst>
            </p:cNvPr>
            <p:cNvSpPr/>
            <p:nvPr/>
          </p:nvSpPr>
          <p:spPr>
            <a:xfrm>
              <a:off x="216624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4">
              <a:extLst>
                <a:ext uri="{FF2B5EF4-FFF2-40B4-BE49-F238E27FC236}">
                  <a16:creationId xmlns:a16="http://schemas.microsoft.com/office/drawing/2014/main" id="{10292A02-1A49-B476-C043-F2DAC3839746}"/>
                </a:ext>
              </a:extLst>
            </p:cNvPr>
            <p:cNvSpPr/>
            <p:nvPr/>
          </p:nvSpPr>
          <p:spPr>
            <a:xfrm>
              <a:off x="217568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5">
              <a:extLst>
                <a:ext uri="{FF2B5EF4-FFF2-40B4-BE49-F238E27FC236}">
                  <a16:creationId xmlns:a16="http://schemas.microsoft.com/office/drawing/2014/main" id="{3562D4C0-B3AB-54A4-19DE-FE292E01BB90}"/>
                </a:ext>
              </a:extLst>
            </p:cNvPr>
            <p:cNvSpPr/>
            <p:nvPr/>
          </p:nvSpPr>
          <p:spPr>
            <a:xfrm>
              <a:off x="218512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6">
              <a:extLst>
                <a:ext uri="{FF2B5EF4-FFF2-40B4-BE49-F238E27FC236}">
                  <a16:creationId xmlns:a16="http://schemas.microsoft.com/office/drawing/2014/main" id="{C9FE6B8F-B905-5F5D-5D15-736920DB17F5}"/>
                </a:ext>
              </a:extLst>
            </p:cNvPr>
            <p:cNvSpPr/>
            <p:nvPr/>
          </p:nvSpPr>
          <p:spPr>
            <a:xfrm>
              <a:off x="219456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7">
              <a:extLst>
                <a:ext uri="{FF2B5EF4-FFF2-40B4-BE49-F238E27FC236}">
                  <a16:creationId xmlns:a16="http://schemas.microsoft.com/office/drawing/2014/main" id="{3B049A82-242B-9B69-9ECD-964CFA1B249E}"/>
                </a:ext>
              </a:extLst>
            </p:cNvPr>
            <p:cNvSpPr/>
            <p:nvPr/>
          </p:nvSpPr>
          <p:spPr>
            <a:xfrm>
              <a:off x="220400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8">
              <a:extLst>
                <a:ext uri="{FF2B5EF4-FFF2-40B4-BE49-F238E27FC236}">
                  <a16:creationId xmlns:a16="http://schemas.microsoft.com/office/drawing/2014/main" id="{CF27E4A2-9F91-F09D-72D2-9F428B32CF5B}"/>
                </a:ext>
              </a:extLst>
            </p:cNvPr>
            <p:cNvSpPr/>
            <p:nvPr/>
          </p:nvSpPr>
          <p:spPr>
            <a:xfrm>
              <a:off x="221344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49">
              <a:extLst>
                <a:ext uri="{FF2B5EF4-FFF2-40B4-BE49-F238E27FC236}">
                  <a16:creationId xmlns:a16="http://schemas.microsoft.com/office/drawing/2014/main" id="{DED17226-AAD9-6F5C-0B4F-F74374336D98}"/>
                </a:ext>
              </a:extLst>
            </p:cNvPr>
            <p:cNvSpPr/>
            <p:nvPr/>
          </p:nvSpPr>
          <p:spPr>
            <a:xfrm>
              <a:off x="222288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0">
              <a:extLst>
                <a:ext uri="{FF2B5EF4-FFF2-40B4-BE49-F238E27FC236}">
                  <a16:creationId xmlns:a16="http://schemas.microsoft.com/office/drawing/2014/main" id="{D9DC24AB-98F0-EF1E-6284-D1F6252B0673}"/>
                </a:ext>
              </a:extLst>
            </p:cNvPr>
            <p:cNvSpPr/>
            <p:nvPr/>
          </p:nvSpPr>
          <p:spPr>
            <a:xfrm>
              <a:off x="223232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1">
              <a:extLst>
                <a:ext uri="{FF2B5EF4-FFF2-40B4-BE49-F238E27FC236}">
                  <a16:creationId xmlns:a16="http://schemas.microsoft.com/office/drawing/2014/main" id="{BB23BA3A-940A-EE28-E1D5-67B2B431CD1F}"/>
                </a:ext>
              </a:extLst>
            </p:cNvPr>
            <p:cNvSpPr/>
            <p:nvPr/>
          </p:nvSpPr>
          <p:spPr>
            <a:xfrm>
              <a:off x="224176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2">
              <a:extLst>
                <a:ext uri="{FF2B5EF4-FFF2-40B4-BE49-F238E27FC236}">
                  <a16:creationId xmlns:a16="http://schemas.microsoft.com/office/drawing/2014/main" id="{8FAC539F-59C0-4291-AA6E-CB7BD6E6FAC0}"/>
                </a:ext>
              </a:extLst>
            </p:cNvPr>
            <p:cNvSpPr/>
            <p:nvPr/>
          </p:nvSpPr>
          <p:spPr>
            <a:xfrm>
              <a:off x="225120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3">
              <a:extLst>
                <a:ext uri="{FF2B5EF4-FFF2-40B4-BE49-F238E27FC236}">
                  <a16:creationId xmlns:a16="http://schemas.microsoft.com/office/drawing/2014/main" id="{E267D60D-E877-3238-C3C0-CB8022807119}"/>
                </a:ext>
              </a:extLst>
            </p:cNvPr>
            <p:cNvSpPr/>
            <p:nvPr/>
          </p:nvSpPr>
          <p:spPr>
            <a:xfrm>
              <a:off x="2270085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4">
              <a:extLst>
                <a:ext uri="{FF2B5EF4-FFF2-40B4-BE49-F238E27FC236}">
                  <a16:creationId xmlns:a16="http://schemas.microsoft.com/office/drawing/2014/main" id="{29C361DD-C856-23EB-B74B-EBA7D632E7FD}"/>
                </a:ext>
              </a:extLst>
            </p:cNvPr>
            <p:cNvSpPr/>
            <p:nvPr/>
          </p:nvSpPr>
          <p:spPr>
            <a:xfrm>
              <a:off x="2270085" y="1008186"/>
              <a:ext cx="919067" cy="914399"/>
            </a:xfrm>
            <a:custGeom>
              <a:avLst/>
              <a:gdLst/>
              <a:ahLst/>
              <a:cxnLst/>
              <a:rect l="0" t="0" r="0" b="0"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5">
              <a:extLst>
                <a:ext uri="{FF2B5EF4-FFF2-40B4-BE49-F238E27FC236}">
                  <a16:creationId xmlns:a16="http://schemas.microsoft.com/office/drawing/2014/main" id="{29B3657F-8DE1-B813-403A-748F70EFC463}"/>
                </a:ext>
              </a:extLst>
            </p:cNvPr>
            <p:cNvSpPr/>
            <p:nvPr/>
          </p:nvSpPr>
          <p:spPr>
            <a:xfrm>
              <a:off x="3412354" y="990616"/>
              <a:ext cx="914400" cy="920596"/>
            </a:xfrm>
            <a:custGeom>
              <a:avLst/>
              <a:gdLst/>
              <a:ahLst/>
              <a:cxnLst/>
              <a:rect l="0" t="0" r="0" b="0"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6">
              <a:extLst>
                <a:ext uri="{FF2B5EF4-FFF2-40B4-BE49-F238E27FC236}">
                  <a16:creationId xmlns:a16="http://schemas.microsoft.com/office/drawing/2014/main" id="{49B5CB6B-9379-52CD-899D-8EB647E11731}"/>
                </a:ext>
              </a:extLst>
            </p:cNvPr>
            <p:cNvSpPr/>
            <p:nvPr/>
          </p:nvSpPr>
          <p:spPr>
            <a:xfrm>
              <a:off x="3412354" y="990616"/>
              <a:ext cx="923840" cy="926253"/>
            </a:xfrm>
            <a:custGeom>
              <a:avLst/>
              <a:gdLst/>
              <a:ahLst/>
              <a:cxnLst/>
              <a:rect l="0" t="0" r="0" b="0"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7">
              <a:extLst>
                <a:ext uri="{FF2B5EF4-FFF2-40B4-BE49-F238E27FC236}">
                  <a16:creationId xmlns:a16="http://schemas.microsoft.com/office/drawing/2014/main" id="{9DAB1E47-591D-F4EB-A9B8-F66DBB3DFF8B}"/>
                </a:ext>
              </a:extLst>
            </p:cNvPr>
            <p:cNvSpPr/>
            <p:nvPr/>
          </p:nvSpPr>
          <p:spPr>
            <a:xfrm>
              <a:off x="3421794" y="990616"/>
              <a:ext cx="923840" cy="930329"/>
            </a:xfrm>
            <a:custGeom>
              <a:avLst/>
              <a:gdLst/>
              <a:ahLst/>
              <a:cxnLst/>
              <a:rect l="0" t="0" r="0" b="0"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8">
              <a:extLst>
                <a:ext uri="{FF2B5EF4-FFF2-40B4-BE49-F238E27FC236}">
                  <a16:creationId xmlns:a16="http://schemas.microsoft.com/office/drawing/2014/main" id="{86775428-0AA6-C428-31F2-810A63AC06B3}"/>
                </a:ext>
              </a:extLst>
            </p:cNvPr>
            <p:cNvSpPr/>
            <p:nvPr/>
          </p:nvSpPr>
          <p:spPr>
            <a:xfrm>
              <a:off x="343123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59">
              <a:extLst>
                <a:ext uri="{FF2B5EF4-FFF2-40B4-BE49-F238E27FC236}">
                  <a16:creationId xmlns:a16="http://schemas.microsoft.com/office/drawing/2014/main" id="{838D10BF-9D08-D8D1-36CA-14A7C5EAA847}"/>
                </a:ext>
              </a:extLst>
            </p:cNvPr>
            <p:cNvSpPr/>
            <p:nvPr/>
          </p:nvSpPr>
          <p:spPr>
            <a:xfrm>
              <a:off x="344067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0">
              <a:extLst>
                <a:ext uri="{FF2B5EF4-FFF2-40B4-BE49-F238E27FC236}">
                  <a16:creationId xmlns:a16="http://schemas.microsoft.com/office/drawing/2014/main" id="{ACCB9258-499A-8505-850D-695BEBBDA1A6}"/>
                </a:ext>
              </a:extLst>
            </p:cNvPr>
            <p:cNvSpPr/>
            <p:nvPr/>
          </p:nvSpPr>
          <p:spPr>
            <a:xfrm>
              <a:off x="345011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1">
              <a:extLst>
                <a:ext uri="{FF2B5EF4-FFF2-40B4-BE49-F238E27FC236}">
                  <a16:creationId xmlns:a16="http://schemas.microsoft.com/office/drawing/2014/main" id="{E57EAAFD-A48A-AC00-FD38-DB813018B848}"/>
                </a:ext>
              </a:extLst>
            </p:cNvPr>
            <p:cNvSpPr/>
            <p:nvPr/>
          </p:nvSpPr>
          <p:spPr>
            <a:xfrm>
              <a:off x="345955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2">
              <a:extLst>
                <a:ext uri="{FF2B5EF4-FFF2-40B4-BE49-F238E27FC236}">
                  <a16:creationId xmlns:a16="http://schemas.microsoft.com/office/drawing/2014/main" id="{7B3A3263-ACD4-835A-7C3A-F0D90A87246D}"/>
                </a:ext>
              </a:extLst>
            </p:cNvPr>
            <p:cNvSpPr/>
            <p:nvPr/>
          </p:nvSpPr>
          <p:spPr>
            <a:xfrm>
              <a:off x="346899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3">
              <a:extLst>
                <a:ext uri="{FF2B5EF4-FFF2-40B4-BE49-F238E27FC236}">
                  <a16:creationId xmlns:a16="http://schemas.microsoft.com/office/drawing/2014/main" id="{FC9F691B-F689-002F-B327-A3822660B9F4}"/>
                </a:ext>
              </a:extLst>
            </p:cNvPr>
            <p:cNvSpPr/>
            <p:nvPr/>
          </p:nvSpPr>
          <p:spPr>
            <a:xfrm>
              <a:off x="347843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4">
              <a:extLst>
                <a:ext uri="{FF2B5EF4-FFF2-40B4-BE49-F238E27FC236}">
                  <a16:creationId xmlns:a16="http://schemas.microsoft.com/office/drawing/2014/main" id="{F048798B-6BB4-E159-E424-67C7FB6A62DB}"/>
                </a:ext>
              </a:extLst>
            </p:cNvPr>
            <p:cNvSpPr/>
            <p:nvPr/>
          </p:nvSpPr>
          <p:spPr>
            <a:xfrm>
              <a:off x="348787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5">
              <a:extLst>
                <a:ext uri="{FF2B5EF4-FFF2-40B4-BE49-F238E27FC236}">
                  <a16:creationId xmlns:a16="http://schemas.microsoft.com/office/drawing/2014/main" id="{81F4A394-02BF-2215-2EDD-EFFB904838DA}"/>
                </a:ext>
              </a:extLst>
            </p:cNvPr>
            <p:cNvSpPr/>
            <p:nvPr/>
          </p:nvSpPr>
          <p:spPr>
            <a:xfrm>
              <a:off x="349731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6">
              <a:extLst>
                <a:ext uri="{FF2B5EF4-FFF2-40B4-BE49-F238E27FC236}">
                  <a16:creationId xmlns:a16="http://schemas.microsoft.com/office/drawing/2014/main" id="{D5CB9EDD-201E-B335-EFE6-F04D74A2503A}"/>
                </a:ext>
              </a:extLst>
            </p:cNvPr>
            <p:cNvSpPr/>
            <p:nvPr/>
          </p:nvSpPr>
          <p:spPr>
            <a:xfrm>
              <a:off x="350675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7">
              <a:extLst>
                <a:ext uri="{FF2B5EF4-FFF2-40B4-BE49-F238E27FC236}">
                  <a16:creationId xmlns:a16="http://schemas.microsoft.com/office/drawing/2014/main" id="{4CDDE11B-D22B-220A-CC24-17F23CFFB04B}"/>
                </a:ext>
              </a:extLst>
            </p:cNvPr>
            <p:cNvSpPr/>
            <p:nvPr/>
          </p:nvSpPr>
          <p:spPr>
            <a:xfrm>
              <a:off x="351619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8">
              <a:extLst>
                <a:ext uri="{FF2B5EF4-FFF2-40B4-BE49-F238E27FC236}">
                  <a16:creationId xmlns:a16="http://schemas.microsoft.com/office/drawing/2014/main" id="{7CA7CC93-02CC-52B6-A008-FD004C696286}"/>
                </a:ext>
              </a:extLst>
            </p:cNvPr>
            <p:cNvSpPr/>
            <p:nvPr/>
          </p:nvSpPr>
          <p:spPr>
            <a:xfrm>
              <a:off x="352563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69">
              <a:extLst>
                <a:ext uri="{FF2B5EF4-FFF2-40B4-BE49-F238E27FC236}">
                  <a16:creationId xmlns:a16="http://schemas.microsoft.com/office/drawing/2014/main" id="{7B45C5E9-0911-02EB-130E-E004FE894320}"/>
                </a:ext>
              </a:extLst>
            </p:cNvPr>
            <p:cNvSpPr/>
            <p:nvPr/>
          </p:nvSpPr>
          <p:spPr>
            <a:xfrm>
              <a:off x="353507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0">
              <a:extLst>
                <a:ext uri="{FF2B5EF4-FFF2-40B4-BE49-F238E27FC236}">
                  <a16:creationId xmlns:a16="http://schemas.microsoft.com/office/drawing/2014/main" id="{BE44ECBA-475F-206B-4695-0B4A74DAC412}"/>
                </a:ext>
              </a:extLst>
            </p:cNvPr>
            <p:cNvSpPr/>
            <p:nvPr/>
          </p:nvSpPr>
          <p:spPr>
            <a:xfrm>
              <a:off x="354451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1">
              <a:extLst>
                <a:ext uri="{FF2B5EF4-FFF2-40B4-BE49-F238E27FC236}">
                  <a16:creationId xmlns:a16="http://schemas.microsoft.com/office/drawing/2014/main" id="{CF010A95-AA60-1E7D-F8B0-925FCD88B781}"/>
                </a:ext>
              </a:extLst>
            </p:cNvPr>
            <p:cNvSpPr/>
            <p:nvPr/>
          </p:nvSpPr>
          <p:spPr>
            <a:xfrm>
              <a:off x="355395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2">
              <a:extLst>
                <a:ext uri="{FF2B5EF4-FFF2-40B4-BE49-F238E27FC236}">
                  <a16:creationId xmlns:a16="http://schemas.microsoft.com/office/drawing/2014/main" id="{5DD63C67-B20A-6284-B076-12AA8D20C735}"/>
                </a:ext>
              </a:extLst>
            </p:cNvPr>
            <p:cNvSpPr/>
            <p:nvPr/>
          </p:nvSpPr>
          <p:spPr>
            <a:xfrm>
              <a:off x="356339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3">
              <a:extLst>
                <a:ext uri="{FF2B5EF4-FFF2-40B4-BE49-F238E27FC236}">
                  <a16:creationId xmlns:a16="http://schemas.microsoft.com/office/drawing/2014/main" id="{2FB0534C-720C-2D87-2B36-380BB640EA4E}"/>
                </a:ext>
              </a:extLst>
            </p:cNvPr>
            <p:cNvSpPr/>
            <p:nvPr/>
          </p:nvSpPr>
          <p:spPr>
            <a:xfrm>
              <a:off x="357283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4">
              <a:extLst>
                <a:ext uri="{FF2B5EF4-FFF2-40B4-BE49-F238E27FC236}">
                  <a16:creationId xmlns:a16="http://schemas.microsoft.com/office/drawing/2014/main" id="{A234EF9C-F66D-AA0B-73FA-2CED4ADBB583}"/>
                </a:ext>
              </a:extLst>
            </p:cNvPr>
            <p:cNvSpPr/>
            <p:nvPr/>
          </p:nvSpPr>
          <p:spPr>
            <a:xfrm>
              <a:off x="358227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5">
              <a:extLst>
                <a:ext uri="{FF2B5EF4-FFF2-40B4-BE49-F238E27FC236}">
                  <a16:creationId xmlns:a16="http://schemas.microsoft.com/office/drawing/2014/main" id="{0CA1D92D-4832-79E2-E177-782EC1A12480}"/>
                </a:ext>
              </a:extLst>
            </p:cNvPr>
            <p:cNvSpPr/>
            <p:nvPr/>
          </p:nvSpPr>
          <p:spPr>
            <a:xfrm>
              <a:off x="359171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6">
              <a:extLst>
                <a:ext uri="{FF2B5EF4-FFF2-40B4-BE49-F238E27FC236}">
                  <a16:creationId xmlns:a16="http://schemas.microsoft.com/office/drawing/2014/main" id="{F273093B-0C6B-4F2F-8191-9DBACAA69BA4}"/>
                </a:ext>
              </a:extLst>
            </p:cNvPr>
            <p:cNvSpPr/>
            <p:nvPr/>
          </p:nvSpPr>
          <p:spPr>
            <a:xfrm>
              <a:off x="360115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7">
              <a:extLst>
                <a:ext uri="{FF2B5EF4-FFF2-40B4-BE49-F238E27FC236}">
                  <a16:creationId xmlns:a16="http://schemas.microsoft.com/office/drawing/2014/main" id="{D67D6021-4476-5BBF-F179-67B7C824BEEE}"/>
                </a:ext>
              </a:extLst>
            </p:cNvPr>
            <p:cNvSpPr/>
            <p:nvPr/>
          </p:nvSpPr>
          <p:spPr>
            <a:xfrm>
              <a:off x="361059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8">
              <a:extLst>
                <a:ext uri="{FF2B5EF4-FFF2-40B4-BE49-F238E27FC236}">
                  <a16:creationId xmlns:a16="http://schemas.microsoft.com/office/drawing/2014/main" id="{0ACED3EB-091C-F458-5875-00FB6CFEF0D1}"/>
                </a:ext>
              </a:extLst>
            </p:cNvPr>
            <p:cNvSpPr/>
            <p:nvPr/>
          </p:nvSpPr>
          <p:spPr>
            <a:xfrm>
              <a:off x="362003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79">
              <a:extLst>
                <a:ext uri="{FF2B5EF4-FFF2-40B4-BE49-F238E27FC236}">
                  <a16:creationId xmlns:a16="http://schemas.microsoft.com/office/drawing/2014/main" id="{BEB1E4CC-A296-AF3A-EA14-0929A78E9F84}"/>
                </a:ext>
              </a:extLst>
            </p:cNvPr>
            <p:cNvSpPr/>
            <p:nvPr/>
          </p:nvSpPr>
          <p:spPr>
            <a:xfrm>
              <a:off x="362947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0">
              <a:extLst>
                <a:ext uri="{FF2B5EF4-FFF2-40B4-BE49-F238E27FC236}">
                  <a16:creationId xmlns:a16="http://schemas.microsoft.com/office/drawing/2014/main" id="{AF7AA335-305E-8058-B927-324E99BFB501}"/>
                </a:ext>
              </a:extLst>
            </p:cNvPr>
            <p:cNvSpPr/>
            <p:nvPr/>
          </p:nvSpPr>
          <p:spPr>
            <a:xfrm>
              <a:off x="363891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1">
              <a:extLst>
                <a:ext uri="{FF2B5EF4-FFF2-40B4-BE49-F238E27FC236}">
                  <a16:creationId xmlns:a16="http://schemas.microsoft.com/office/drawing/2014/main" id="{D78AB263-7431-4DCB-EB46-A899ED16F70F}"/>
                </a:ext>
              </a:extLst>
            </p:cNvPr>
            <p:cNvSpPr/>
            <p:nvPr/>
          </p:nvSpPr>
          <p:spPr>
            <a:xfrm>
              <a:off x="364836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2">
              <a:extLst>
                <a:ext uri="{FF2B5EF4-FFF2-40B4-BE49-F238E27FC236}">
                  <a16:creationId xmlns:a16="http://schemas.microsoft.com/office/drawing/2014/main" id="{5E69A509-4BD7-9520-8E01-344C8229FCC3}"/>
                </a:ext>
              </a:extLst>
            </p:cNvPr>
            <p:cNvSpPr/>
            <p:nvPr/>
          </p:nvSpPr>
          <p:spPr>
            <a:xfrm>
              <a:off x="365780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3">
              <a:extLst>
                <a:ext uri="{FF2B5EF4-FFF2-40B4-BE49-F238E27FC236}">
                  <a16:creationId xmlns:a16="http://schemas.microsoft.com/office/drawing/2014/main" id="{D0664D67-060B-0D64-3EFC-53849A9474C9}"/>
                </a:ext>
              </a:extLst>
            </p:cNvPr>
            <p:cNvSpPr/>
            <p:nvPr/>
          </p:nvSpPr>
          <p:spPr>
            <a:xfrm>
              <a:off x="366724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4">
              <a:extLst>
                <a:ext uri="{FF2B5EF4-FFF2-40B4-BE49-F238E27FC236}">
                  <a16:creationId xmlns:a16="http://schemas.microsoft.com/office/drawing/2014/main" id="{7F69DE46-005A-301E-DC9F-2ACE088E9E11}"/>
                </a:ext>
              </a:extLst>
            </p:cNvPr>
            <p:cNvSpPr/>
            <p:nvPr/>
          </p:nvSpPr>
          <p:spPr>
            <a:xfrm>
              <a:off x="367668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5">
              <a:extLst>
                <a:ext uri="{FF2B5EF4-FFF2-40B4-BE49-F238E27FC236}">
                  <a16:creationId xmlns:a16="http://schemas.microsoft.com/office/drawing/2014/main" id="{60E469F3-7FD3-4ABA-A0D7-6CBA98B1EBF8}"/>
                </a:ext>
              </a:extLst>
            </p:cNvPr>
            <p:cNvSpPr/>
            <p:nvPr/>
          </p:nvSpPr>
          <p:spPr>
            <a:xfrm>
              <a:off x="368612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6">
              <a:extLst>
                <a:ext uri="{FF2B5EF4-FFF2-40B4-BE49-F238E27FC236}">
                  <a16:creationId xmlns:a16="http://schemas.microsoft.com/office/drawing/2014/main" id="{44BEF2BA-4FB2-4073-DCE4-031177FF0F5F}"/>
                </a:ext>
              </a:extLst>
            </p:cNvPr>
            <p:cNvSpPr/>
            <p:nvPr/>
          </p:nvSpPr>
          <p:spPr>
            <a:xfrm>
              <a:off x="369556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7">
              <a:extLst>
                <a:ext uri="{FF2B5EF4-FFF2-40B4-BE49-F238E27FC236}">
                  <a16:creationId xmlns:a16="http://schemas.microsoft.com/office/drawing/2014/main" id="{EE061AC1-141C-B8D2-66E3-0E7DABAFE36A}"/>
                </a:ext>
              </a:extLst>
            </p:cNvPr>
            <p:cNvSpPr/>
            <p:nvPr/>
          </p:nvSpPr>
          <p:spPr>
            <a:xfrm>
              <a:off x="370500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8">
              <a:extLst>
                <a:ext uri="{FF2B5EF4-FFF2-40B4-BE49-F238E27FC236}">
                  <a16:creationId xmlns:a16="http://schemas.microsoft.com/office/drawing/2014/main" id="{44D1FAF7-75BB-8454-CF94-0209AFD41A41}"/>
                </a:ext>
              </a:extLst>
            </p:cNvPr>
            <p:cNvSpPr/>
            <p:nvPr/>
          </p:nvSpPr>
          <p:spPr>
            <a:xfrm>
              <a:off x="371444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89">
              <a:extLst>
                <a:ext uri="{FF2B5EF4-FFF2-40B4-BE49-F238E27FC236}">
                  <a16:creationId xmlns:a16="http://schemas.microsoft.com/office/drawing/2014/main" id="{ED164B44-D394-247D-23C6-96238C2C7D8B}"/>
                </a:ext>
              </a:extLst>
            </p:cNvPr>
            <p:cNvSpPr/>
            <p:nvPr/>
          </p:nvSpPr>
          <p:spPr>
            <a:xfrm>
              <a:off x="372388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0">
              <a:extLst>
                <a:ext uri="{FF2B5EF4-FFF2-40B4-BE49-F238E27FC236}">
                  <a16:creationId xmlns:a16="http://schemas.microsoft.com/office/drawing/2014/main" id="{0F2A6D98-8D37-6798-03A2-F156D4997342}"/>
                </a:ext>
              </a:extLst>
            </p:cNvPr>
            <p:cNvSpPr/>
            <p:nvPr/>
          </p:nvSpPr>
          <p:spPr>
            <a:xfrm>
              <a:off x="373332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1">
              <a:extLst>
                <a:ext uri="{FF2B5EF4-FFF2-40B4-BE49-F238E27FC236}">
                  <a16:creationId xmlns:a16="http://schemas.microsoft.com/office/drawing/2014/main" id="{D0E865B5-F1D7-CD24-AA2A-1EB1C25E7A8C}"/>
                </a:ext>
              </a:extLst>
            </p:cNvPr>
            <p:cNvSpPr/>
            <p:nvPr/>
          </p:nvSpPr>
          <p:spPr>
            <a:xfrm>
              <a:off x="374276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2">
              <a:extLst>
                <a:ext uri="{FF2B5EF4-FFF2-40B4-BE49-F238E27FC236}">
                  <a16:creationId xmlns:a16="http://schemas.microsoft.com/office/drawing/2014/main" id="{C02E015E-1E67-6DC2-8291-19E5CEB2CAD3}"/>
                </a:ext>
              </a:extLst>
            </p:cNvPr>
            <p:cNvSpPr/>
            <p:nvPr/>
          </p:nvSpPr>
          <p:spPr>
            <a:xfrm>
              <a:off x="375220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3">
              <a:extLst>
                <a:ext uri="{FF2B5EF4-FFF2-40B4-BE49-F238E27FC236}">
                  <a16:creationId xmlns:a16="http://schemas.microsoft.com/office/drawing/2014/main" id="{25838222-C898-0E27-4DDF-AD5DB2D4E7B1}"/>
                </a:ext>
              </a:extLst>
            </p:cNvPr>
            <p:cNvSpPr/>
            <p:nvPr/>
          </p:nvSpPr>
          <p:spPr>
            <a:xfrm>
              <a:off x="376164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4">
              <a:extLst>
                <a:ext uri="{FF2B5EF4-FFF2-40B4-BE49-F238E27FC236}">
                  <a16:creationId xmlns:a16="http://schemas.microsoft.com/office/drawing/2014/main" id="{F14769DD-8743-103C-89DA-133573D86755}"/>
                </a:ext>
              </a:extLst>
            </p:cNvPr>
            <p:cNvSpPr/>
            <p:nvPr/>
          </p:nvSpPr>
          <p:spPr>
            <a:xfrm>
              <a:off x="377108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5">
              <a:extLst>
                <a:ext uri="{FF2B5EF4-FFF2-40B4-BE49-F238E27FC236}">
                  <a16:creationId xmlns:a16="http://schemas.microsoft.com/office/drawing/2014/main" id="{31378289-69FE-8E92-0A3B-A46D262BAAC0}"/>
                </a:ext>
              </a:extLst>
            </p:cNvPr>
            <p:cNvSpPr/>
            <p:nvPr/>
          </p:nvSpPr>
          <p:spPr>
            <a:xfrm>
              <a:off x="378052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6">
              <a:extLst>
                <a:ext uri="{FF2B5EF4-FFF2-40B4-BE49-F238E27FC236}">
                  <a16:creationId xmlns:a16="http://schemas.microsoft.com/office/drawing/2014/main" id="{B2380C4D-AA3C-2F95-BD85-570335395194}"/>
                </a:ext>
              </a:extLst>
            </p:cNvPr>
            <p:cNvSpPr/>
            <p:nvPr/>
          </p:nvSpPr>
          <p:spPr>
            <a:xfrm>
              <a:off x="378996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7">
              <a:extLst>
                <a:ext uri="{FF2B5EF4-FFF2-40B4-BE49-F238E27FC236}">
                  <a16:creationId xmlns:a16="http://schemas.microsoft.com/office/drawing/2014/main" id="{C24B671B-85AB-3855-9626-AE24F81E660D}"/>
                </a:ext>
              </a:extLst>
            </p:cNvPr>
            <p:cNvSpPr/>
            <p:nvPr/>
          </p:nvSpPr>
          <p:spPr>
            <a:xfrm>
              <a:off x="379940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8">
              <a:extLst>
                <a:ext uri="{FF2B5EF4-FFF2-40B4-BE49-F238E27FC236}">
                  <a16:creationId xmlns:a16="http://schemas.microsoft.com/office/drawing/2014/main" id="{7521C06A-BD6D-12B6-4AF4-BA8314FB1901}"/>
                </a:ext>
              </a:extLst>
            </p:cNvPr>
            <p:cNvSpPr/>
            <p:nvPr/>
          </p:nvSpPr>
          <p:spPr>
            <a:xfrm>
              <a:off x="380884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099">
              <a:extLst>
                <a:ext uri="{FF2B5EF4-FFF2-40B4-BE49-F238E27FC236}">
                  <a16:creationId xmlns:a16="http://schemas.microsoft.com/office/drawing/2014/main" id="{662739B3-9C70-838D-E41D-4D423325F83D}"/>
                </a:ext>
              </a:extLst>
            </p:cNvPr>
            <p:cNvSpPr/>
            <p:nvPr/>
          </p:nvSpPr>
          <p:spPr>
            <a:xfrm>
              <a:off x="381828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0">
              <a:extLst>
                <a:ext uri="{FF2B5EF4-FFF2-40B4-BE49-F238E27FC236}">
                  <a16:creationId xmlns:a16="http://schemas.microsoft.com/office/drawing/2014/main" id="{133F80EC-EF32-8233-4FCE-2E45DA889650}"/>
                </a:ext>
              </a:extLst>
            </p:cNvPr>
            <p:cNvSpPr/>
            <p:nvPr/>
          </p:nvSpPr>
          <p:spPr>
            <a:xfrm>
              <a:off x="382772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1">
              <a:extLst>
                <a:ext uri="{FF2B5EF4-FFF2-40B4-BE49-F238E27FC236}">
                  <a16:creationId xmlns:a16="http://schemas.microsoft.com/office/drawing/2014/main" id="{37987054-619F-97AB-491F-F8A413F11198}"/>
                </a:ext>
              </a:extLst>
            </p:cNvPr>
            <p:cNvSpPr/>
            <p:nvPr/>
          </p:nvSpPr>
          <p:spPr>
            <a:xfrm>
              <a:off x="383716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2">
              <a:extLst>
                <a:ext uri="{FF2B5EF4-FFF2-40B4-BE49-F238E27FC236}">
                  <a16:creationId xmlns:a16="http://schemas.microsoft.com/office/drawing/2014/main" id="{2DAB7BB5-A562-C636-EC22-F710CB75A729}"/>
                </a:ext>
              </a:extLst>
            </p:cNvPr>
            <p:cNvSpPr/>
            <p:nvPr/>
          </p:nvSpPr>
          <p:spPr>
            <a:xfrm>
              <a:off x="384660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3">
              <a:extLst>
                <a:ext uri="{FF2B5EF4-FFF2-40B4-BE49-F238E27FC236}">
                  <a16:creationId xmlns:a16="http://schemas.microsoft.com/office/drawing/2014/main" id="{54FC37AA-E2BF-7623-C8C8-28955974253E}"/>
                </a:ext>
              </a:extLst>
            </p:cNvPr>
            <p:cNvSpPr/>
            <p:nvPr/>
          </p:nvSpPr>
          <p:spPr>
            <a:xfrm>
              <a:off x="3856045" y="1008186"/>
              <a:ext cx="923628" cy="914399"/>
            </a:xfrm>
            <a:custGeom>
              <a:avLst/>
              <a:gdLst/>
              <a:ahLst/>
              <a:cxnLst/>
              <a:rect l="0" t="0" r="0" b="0"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4">
              <a:extLst>
                <a:ext uri="{FF2B5EF4-FFF2-40B4-BE49-F238E27FC236}">
                  <a16:creationId xmlns:a16="http://schemas.microsoft.com/office/drawing/2014/main" id="{E94EA221-DD8B-954A-5BDB-538DEFD327DA}"/>
                </a:ext>
              </a:extLst>
            </p:cNvPr>
            <p:cNvSpPr/>
            <p:nvPr/>
          </p:nvSpPr>
          <p:spPr>
            <a:xfrm>
              <a:off x="2081280" y="99061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5">
              <a:extLst>
                <a:ext uri="{FF2B5EF4-FFF2-40B4-BE49-F238E27FC236}">
                  <a16:creationId xmlns:a16="http://schemas.microsoft.com/office/drawing/2014/main" id="{7FA9966B-2312-6244-6992-58E2C0DCB2BB}"/>
                </a:ext>
              </a:extLst>
            </p:cNvPr>
            <p:cNvSpPr/>
            <p:nvPr/>
          </p:nvSpPr>
          <p:spPr>
            <a:xfrm>
              <a:off x="2090720" y="97304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6">
              <a:extLst>
                <a:ext uri="{FF2B5EF4-FFF2-40B4-BE49-F238E27FC236}">
                  <a16:creationId xmlns:a16="http://schemas.microsoft.com/office/drawing/2014/main" id="{B479AADF-DDDA-5C89-BACC-C5B9DA10EF4D}"/>
                </a:ext>
              </a:extLst>
            </p:cNvPr>
            <p:cNvSpPr/>
            <p:nvPr/>
          </p:nvSpPr>
          <p:spPr>
            <a:xfrm>
              <a:off x="209072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7">
              <a:extLst>
                <a:ext uri="{FF2B5EF4-FFF2-40B4-BE49-F238E27FC236}">
                  <a16:creationId xmlns:a16="http://schemas.microsoft.com/office/drawing/2014/main" id="{FF1D98E5-8B21-5B2F-EEFF-90D1CD175642}"/>
                </a:ext>
              </a:extLst>
            </p:cNvPr>
            <p:cNvSpPr/>
            <p:nvPr/>
          </p:nvSpPr>
          <p:spPr>
            <a:xfrm>
              <a:off x="210016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8">
              <a:extLst>
                <a:ext uri="{FF2B5EF4-FFF2-40B4-BE49-F238E27FC236}">
                  <a16:creationId xmlns:a16="http://schemas.microsoft.com/office/drawing/2014/main" id="{E75DEA60-0329-C548-3294-2FF6F11D49A4}"/>
                </a:ext>
              </a:extLst>
            </p:cNvPr>
            <p:cNvSpPr/>
            <p:nvPr/>
          </p:nvSpPr>
          <p:spPr>
            <a:xfrm>
              <a:off x="210960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09">
              <a:extLst>
                <a:ext uri="{FF2B5EF4-FFF2-40B4-BE49-F238E27FC236}">
                  <a16:creationId xmlns:a16="http://schemas.microsoft.com/office/drawing/2014/main" id="{5412DB6D-0EF5-F8E5-4277-E22BBC5E8DD6}"/>
                </a:ext>
              </a:extLst>
            </p:cNvPr>
            <p:cNvSpPr/>
            <p:nvPr/>
          </p:nvSpPr>
          <p:spPr>
            <a:xfrm>
              <a:off x="211904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0">
              <a:extLst>
                <a:ext uri="{FF2B5EF4-FFF2-40B4-BE49-F238E27FC236}">
                  <a16:creationId xmlns:a16="http://schemas.microsoft.com/office/drawing/2014/main" id="{10B1CDBC-18C5-D044-DA63-4FA5C9DC8B0F}"/>
                </a:ext>
              </a:extLst>
            </p:cNvPr>
            <p:cNvSpPr/>
            <p:nvPr/>
          </p:nvSpPr>
          <p:spPr>
            <a:xfrm>
              <a:off x="212848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1">
              <a:extLst>
                <a:ext uri="{FF2B5EF4-FFF2-40B4-BE49-F238E27FC236}">
                  <a16:creationId xmlns:a16="http://schemas.microsoft.com/office/drawing/2014/main" id="{2BCC2E7C-91EB-5210-C695-8EBB5CF2C443}"/>
                </a:ext>
              </a:extLst>
            </p:cNvPr>
            <p:cNvSpPr/>
            <p:nvPr/>
          </p:nvSpPr>
          <p:spPr>
            <a:xfrm>
              <a:off x="213792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2">
              <a:extLst>
                <a:ext uri="{FF2B5EF4-FFF2-40B4-BE49-F238E27FC236}">
                  <a16:creationId xmlns:a16="http://schemas.microsoft.com/office/drawing/2014/main" id="{B6AE4E1D-89D7-2FEF-1551-31D4FED66406}"/>
                </a:ext>
              </a:extLst>
            </p:cNvPr>
            <p:cNvSpPr/>
            <p:nvPr/>
          </p:nvSpPr>
          <p:spPr>
            <a:xfrm>
              <a:off x="214736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3">
              <a:extLst>
                <a:ext uri="{FF2B5EF4-FFF2-40B4-BE49-F238E27FC236}">
                  <a16:creationId xmlns:a16="http://schemas.microsoft.com/office/drawing/2014/main" id="{5FC07016-08A4-13F4-6D1F-2889B7616F7E}"/>
                </a:ext>
              </a:extLst>
            </p:cNvPr>
            <p:cNvSpPr/>
            <p:nvPr/>
          </p:nvSpPr>
          <p:spPr>
            <a:xfrm>
              <a:off x="215680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4">
              <a:extLst>
                <a:ext uri="{FF2B5EF4-FFF2-40B4-BE49-F238E27FC236}">
                  <a16:creationId xmlns:a16="http://schemas.microsoft.com/office/drawing/2014/main" id="{6239E596-E74E-C7EE-1298-4E303FFB47FB}"/>
                </a:ext>
              </a:extLst>
            </p:cNvPr>
            <p:cNvSpPr/>
            <p:nvPr/>
          </p:nvSpPr>
          <p:spPr>
            <a:xfrm>
              <a:off x="216624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5">
              <a:extLst>
                <a:ext uri="{FF2B5EF4-FFF2-40B4-BE49-F238E27FC236}">
                  <a16:creationId xmlns:a16="http://schemas.microsoft.com/office/drawing/2014/main" id="{B185BB73-27DB-EA32-C9E0-80882B47CD31}"/>
                </a:ext>
              </a:extLst>
            </p:cNvPr>
            <p:cNvSpPr/>
            <p:nvPr/>
          </p:nvSpPr>
          <p:spPr>
            <a:xfrm>
              <a:off x="217568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6">
              <a:extLst>
                <a:ext uri="{FF2B5EF4-FFF2-40B4-BE49-F238E27FC236}">
                  <a16:creationId xmlns:a16="http://schemas.microsoft.com/office/drawing/2014/main" id="{72537C5E-0956-82C7-EEAA-745085D05D9C}"/>
                </a:ext>
              </a:extLst>
            </p:cNvPr>
            <p:cNvSpPr/>
            <p:nvPr/>
          </p:nvSpPr>
          <p:spPr>
            <a:xfrm>
              <a:off x="218512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7">
              <a:extLst>
                <a:ext uri="{FF2B5EF4-FFF2-40B4-BE49-F238E27FC236}">
                  <a16:creationId xmlns:a16="http://schemas.microsoft.com/office/drawing/2014/main" id="{6583DB28-A67A-9F43-EBC1-044E71556981}"/>
                </a:ext>
              </a:extLst>
            </p:cNvPr>
            <p:cNvSpPr/>
            <p:nvPr/>
          </p:nvSpPr>
          <p:spPr>
            <a:xfrm>
              <a:off x="219456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8">
              <a:extLst>
                <a:ext uri="{FF2B5EF4-FFF2-40B4-BE49-F238E27FC236}">
                  <a16:creationId xmlns:a16="http://schemas.microsoft.com/office/drawing/2014/main" id="{657F65AE-6A60-CAF3-A002-519724033BDB}"/>
                </a:ext>
              </a:extLst>
            </p:cNvPr>
            <p:cNvSpPr/>
            <p:nvPr/>
          </p:nvSpPr>
          <p:spPr>
            <a:xfrm>
              <a:off x="220400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19">
              <a:extLst>
                <a:ext uri="{FF2B5EF4-FFF2-40B4-BE49-F238E27FC236}">
                  <a16:creationId xmlns:a16="http://schemas.microsoft.com/office/drawing/2014/main" id="{D0C52808-0370-E06D-51E3-A66A2B61263C}"/>
                </a:ext>
              </a:extLst>
            </p:cNvPr>
            <p:cNvSpPr/>
            <p:nvPr/>
          </p:nvSpPr>
          <p:spPr>
            <a:xfrm>
              <a:off x="221344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0">
              <a:extLst>
                <a:ext uri="{FF2B5EF4-FFF2-40B4-BE49-F238E27FC236}">
                  <a16:creationId xmlns:a16="http://schemas.microsoft.com/office/drawing/2014/main" id="{3B0F4103-44F1-9D18-F87A-60A35C4A92A4}"/>
                </a:ext>
              </a:extLst>
            </p:cNvPr>
            <p:cNvSpPr/>
            <p:nvPr/>
          </p:nvSpPr>
          <p:spPr>
            <a:xfrm>
              <a:off x="222288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1">
              <a:extLst>
                <a:ext uri="{FF2B5EF4-FFF2-40B4-BE49-F238E27FC236}">
                  <a16:creationId xmlns:a16="http://schemas.microsoft.com/office/drawing/2014/main" id="{D2746198-11F4-96F0-6590-9BA930763E74}"/>
                </a:ext>
              </a:extLst>
            </p:cNvPr>
            <p:cNvSpPr/>
            <p:nvPr/>
          </p:nvSpPr>
          <p:spPr>
            <a:xfrm>
              <a:off x="223232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2">
              <a:extLst>
                <a:ext uri="{FF2B5EF4-FFF2-40B4-BE49-F238E27FC236}">
                  <a16:creationId xmlns:a16="http://schemas.microsoft.com/office/drawing/2014/main" id="{B23E1DE1-C429-121C-3554-6D21FCDEA9CB}"/>
                </a:ext>
              </a:extLst>
            </p:cNvPr>
            <p:cNvSpPr/>
            <p:nvPr/>
          </p:nvSpPr>
          <p:spPr>
            <a:xfrm>
              <a:off x="224176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3">
              <a:extLst>
                <a:ext uri="{FF2B5EF4-FFF2-40B4-BE49-F238E27FC236}">
                  <a16:creationId xmlns:a16="http://schemas.microsoft.com/office/drawing/2014/main" id="{563B4642-9AC4-8BD4-B682-5C1A2422D4E3}"/>
                </a:ext>
              </a:extLst>
            </p:cNvPr>
            <p:cNvSpPr/>
            <p:nvPr/>
          </p:nvSpPr>
          <p:spPr>
            <a:xfrm>
              <a:off x="225120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4">
              <a:extLst>
                <a:ext uri="{FF2B5EF4-FFF2-40B4-BE49-F238E27FC236}">
                  <a16:creationId xmlns:a16="http://schemas.microsoft.com/office/drawing/2014/main" id="{8EAC5469-2B82-AFF1-64DA-B17D8DF97988}"/>
                </a:ext>
              </a:extLst>
            </p:cNvPr>
            <p:cNvSpPr/>
            <p:nvPr/>
          </p:nvSpPr>
          <p:spPr>
            <a:xfrm>
              <a:off x="2260644" y="990616"/>
              <a:ext cx="922897" cy="914400"/>
            </a:xfrm>
            <a:custGeom>
              <a:avLst/>
              <a:gdLst/>
              <a:ahLst/>
              <a:cxnLst/>
              <a:rect l="0" t="0" r="0" b="0"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5">
              <a:extLst>
                <a:ext uri="{FF2B5EF4-FFF2-40B4-BE49-F238E27FC236}">
                  <a16:creationId xmlns:a16="http://schemas.microsoft.com/office/drawing/2014/main" id="{85CC79DB-6F42-AE48-9668-CA688FDA3167}"/>
                </a:ext>
              </a:extLst>
            </p:cNvPr>
            <p:cNvSpPr/>
            <p:nvPr/>
          </p:nvSpPr>
          <p:spPr>
            <a:xfrm>
              <a:off x="3393473" y="973046"/>
              <a:ext cx="914400" cy="921332"/>
            </a:xfrm>
            <a:custGeom>
              <a:avLst/>
              <a:gdLst/>
              <a:ahLst/>
              <a:cxnLst/>
              <a:rect l="0" t="0" r="0" b="0"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6">
              <a:extLst>
                <a:ext uri="{FF2B5EF4-FFF2-40B4-BE49-F238E27FC236}">
                  <a16:creationId xmlns:a16="http://schemas.microsoft.com/office/drawing/2014/main" id="{9D19ABC8-E2E8-CA0E-F356-D25952EE8851}"/>
                </a:ext>
              </a:extLst>
            </p:cNvPr>
            <p:cNvSpPr/>
            <p:nvPr/>
          </p:nvSpPr>
          <p:spPr>
            <a:xfrm>
              <a:off x="3393473" y="973046"/>
              <a:ext cx="923840" cy="930695"/>
            </a:xfrm>
            <a:custGeom>
              <a:avLst/>
              <a:gdLst/>
              <a:ahLst/>
              <a:cxnLst/>
              <a:rect l="0" t="0" r="0" b="0"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7">
              <a:extLst>
                <a:ext uri="{FF2B5EF4-FFF2-40B4-BE49-F238E27FC236}">
                  <a16:creationId xmlns:a16="http://schemas.microsoft.com/office/drawing/2014/main" id="{080DDE6F-2986-E41A-814C-0D13CF78D8B9}"/>
                </a:ext>
              </a:extLst>
            </p:cNvPr>
            <p:cNvSpPr/>
            <p:nvPr/>
          </p:nvSpPr>
          <p:spPr>
            <a:xfrm>
              <a:off x="340291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8">
              <a:extLst>
                <a:ext uri="{FF2B5EF4-FFF2-40B4-BE49-F238E27FC236}">
                  <a16:creationId xmlns:a16="http://schemas.microsoft.com/office/drawing/2014/main" id="{32F6FAE0-F5A7-2542-33FF-C12AB5B64293}"/>
                </a:ext>
              </a:extLst>
            </p:cNvPr>
            <p:cNvSpPr/>
            <p:nvPr/>
          </p:nvSpPr>
          <p:spPr>
            <a:xfrm>
              <a:off x="341235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29">
              <a:extLst>
                <a:ext uri="{FF2B5EF4-FFF2-40B4-BE49-F238E27FC236}">
                  <a16:creationId xmlns:a16="http://schemas.microsoft.com/office/drawing/2014/main" id="{2D636C65-CDD6-8BC4-24C9-9D2A461298F1}"/>
                </a:ext>
              </a:extLst>
            </p:cNvPr>
            <p:cNvSpPr/>
            <p:nvPr/>
          </p:nvSpPr>
          <p:spPr>
            <a:xfrm>
              <a:off x="342179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0">
              <a:extLst>
                <a:ext uri="{FF2B5EF4-FFF2-40B4-BE49-F238E27FC236}">
                  <a16:creationId xmlns:a16="http://schemas.microsoft.com/office/drawing/2014/main" id="{3DD427B7-9332-F8B3-6213-ABE1BF89E0AA}"/>
                </a:ext>
              </a:extLst>
            </p:cNvPr>
            <p:cNvSpPr/>
            <p:nvPr/>
          </p:nvSpPr>
          <p:spPr>
            <a:xfrm>
              <a:off x="343123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1">
              <a:extLst>
                <a:ext uri="{FF2B5EF4-FFF2-40B4-BE49-F238E27FC236}">
                  <a16:creationId xmlns:a16="http://schemas.microsoft.com/office/drawing/2014/main" id="{516C7035-3083-A2A5-D447-823925431181}"/>
                </a:ext>
              </a:extLst>
            </p:cNvPr>
            <p:cNvSpPr/>
            <p:nvPr/>
          </p:nvSpPr>
          <p:spPr>
            <a:xfrm>
              <a:off x="344067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2">
              <a:extLst>
                <a:ext uri="{FF2B5EF4-FFF2-40B4-BE49-F238E27FC236}">
                  <a16:creationId xmlns:a16="http://schemas.microsoft.com/office/drawing/2014/main" id="{8E45B0C1-3BC1-FD8B-0B60-E8C4B8E30DAB}"/>
                </a:ext>
              </a:extLst>
            </p:cNvPr>
            <p:cNvSpPr/>
            <p:nvPr/>
          </p:nvSpPr>
          <p:spPr>
            <a:xfrm>
              <a:off x="345011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3">
              <a:extLst>
                <a:ext uri="{FF2B5EF4-FFF2-40B4-BE49-F238E27FC236}">
                  <a16:creationId xmlns:a16="http://schemas.microsoft.com/office/drawing/2014/main" id="{D2C02677-F80B-0884-A3B9-49299C64C550}"/>
                </a:ext>
              </a:extLst>
            </p:cNvPr>
            <p:cNvSpPr/>
            <p:nvPr/>
          </p:nvSpPr>
          <p:spPr>
            <a:xfrm>
              <a:off x="345955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4">
              <a:extLst>
                <a:ext uri="{FF2B5EF4-FFF2-40B4-BE49-F238E27FC236}">
                  <a16:creationId xmlns:a16="http://schemas.microsoft.com/office/drawing/2014/main" id="{60E76BDE-DC04-6B64-70F5-745AA9A0C713}"/>
                </a:ext>
              </a:extLst>
            </p:cNvPr>
            <p:cNvSpPr/>
            <p:nvPr/>
          </p:nvSpPr>
          <p:spPr>
            <a:xfrm>
              <a:off x="346899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5">
              <a:extLst>
                <a:ext uri="{FF2B5EF4-FFF2-40B4-BE49-F238E27FC236}">
                  <a16:creationId xmlns:a16="http://schemas.microsoft.com/office/drawing/2014/main" id="{4AD1B9C8-11E8-2CBC-31BE-E16502C4ACC2}"/>
                </a:ext>
              </a:extLst>
            </p:cNvPr>
            <p:cNvSpPr/>
            <p:nvPr/>
          </p:nvSpPr>
          <p:spPr>
            <a:xfrm>
              <a:off x="347843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6">
              <a:extLst>
                <a:ext uri="{FF2B5EF4-FFF2-40B4-BE49-F238E27FC236}">
                  <a16:creationId xmlns:a16="http://schemas.microsoft.com/office/drawing/2014/main" id="{DE2B2AFF-B40F-6AAB-6FC1-1958CBE1D5D2}"/>
                </a:ext>
              </a:extLst>
            </p:cNvPr>
            <p:cNvSpPr/>
            <p:nvPr/>
          </p:nvSpPr>
          <p:spPr>
            <a:xfrm>
              <a:off x="348787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7">
              <a:extLst>
                <a:ext uri="{FF2B5EF4-FFF2-40B4-BE49-F238E27FC236}">
                  <a16:creationId xmlns:a16="http://schemas.microsoft.com/office/drawing/2014/main" id="{73847F7C-3E52-48A1-302B-7E1172AFD1D6}"/>
                </a:ext>
              </a:extLst>
            </p:cNvPr>
            <p:cNvSpPr/>
            <p:nvPr/>
          </p:nvSpPr>
          <p:spPr>
            <a:xfrm>
              <a:off x="349731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8">
              <a:extLst>
                <a:ext uri="{FF2B5EF4-FFF2-40B4-BE49-F238E27FC236}">
                  <a16:creationId xmlns:a16="http://schemas.microsoft.com/office/drawing/2014/main" id="{36C9C822-398A-AA36-31E4-00C7DF1626D0}"/>
                </a:ext>
              </a:extLst>
            </p:cNvPr>
            <p:cNvSpPr/>
            <p:nvPr/>
          </p:nvSpPr>
          <p:spPr>
            <a:xfrm>
              <a:off x="350675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39">
              <a:extLst>
                <a:ext uri="{FF2B5EF4-FFF2-40B4-BE49-F238E27FC236}">
                  <a16:creationId xmlns:a16="http://schemas.microsoft.com/office/drawing/2014/main" id="{7ACA2CC1-711C-29C6-5083-CA8B8AD047E1}"/>
                </a:ext>
              </a:extLst>
            </p:cNvPr>
            <p:cNvSpPr/>
            <p:nvPr/>
          </p:nvSpPr>
          <p:spPr>
            <a:xfrm>
              <a:off x="351619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0">
              <a:extLst>
                <a:ext uri="{FF2B5EF4-FFF2-40B4-BE49-F238E27FC236}">
                  <a16:creationId xmlns:a16="http://schemas.microsoft.com/office/drawing/2014/main" id="{FB896B4B-E52A-E907-7FB1-302EB729B1A8}"/>
                </a:ext>
              </a:extLst>
            </p:cNvPr>
            <p:cNvSpPr/>
            <p:nvPr/>
          </p:nvSpPr>
          <p:spPr>
            <a:xfrm>
              <a:off x="352563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1">
              <a:extLst>
                <a:ext uri="{FF2B5EF4-FFF2-40B4-BE49-F238E27FC236}">
                  <a16:creationId xmlns:a16="http://schemas.microsoft.com/office/drawing/2014/main" id="{3B6E2C69-0B73-FCE9-5EE9-04F2F85ED486}"/>
                </a:ext>
              </a:extLst>
            </p:cNvPr>
            <p:cNvSpPr/>
            <p:nvPr/>
          </p:nvSpPr>
          <p:spPr>
            <a:xfrm>
              <a:off x="353507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2">
              <a:extLst>
                <a:ext uri="{FF2B5EF4-FFF2-40B4-BE49-F238E27FC236}">
                  <a16:creationId xmlns:a16="http://schemas.microsoft.com/office/drawing/2014/main" id="{A695B30E-DF3D-43E9-9A45-C365FE65971E}"/>
                </a:ext>
              </a:extLst>
            </p:cNvPr>
            <p:cNvSpPr/>
            <p:nvPr/>
          </p:nvSpPr>
          <p:spPr>
            <a:xfrm>
              <a:off x="354451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3">
              <a:extLst>
                <a:ext uri="{FF2B5EF4-FFF2-40B4-BE49-F238E27FC236}">
                  <a16:creationId xmlns:a16="http://schemas.microsoft.com/office/drawing/2014/main" id="{FC1CA4DC-7739-229B-9530-089A183440E3}"/>
                </a:ext>
              </a:extLst>
            </p:cNvPr>
            <p:cNvSpPr/>
            <p:nvPr/>
          </p:nvSpPr>
          <p:spPr>
            <a:xfrm>
              <a:off x="355395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4">
              <a:extLst>
                <a:ext uri="{FF2B5EF4-FFF2-40B4-BE49-F238E27FC236}">
                  <a16:creationId xmlns:a16="http://schemas.microsoft.com/office/drawing/2014/main" id="{29931149-10B1-2BB7-ED67-57C2F3E919B8}"/>
                </a:ext>
              </a:extLst>
            </p:cNvPr>
            <p:cNvSpPr/>
            <p:nvPr/>
          </p:nvSpPr>
          <p:spPr>
            <a:xfrm>
              <a:off x="356339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5">
              <a:extLst>
                <a:ext uri="{FF2B5EF4-FFF2-40B4-BE49-F238E27FC236}">
                  <a16:creationId xmlns:a16="http://schemas.microsoft.com/office/drawing/2014/main" id="{2EA02318-496C-69E1-0C6D-08B88437F7B2}"/>
                </a:ext>
              </a:extLst>
            </p:cNvPr>
            <p:cNvSpPr/>
            <p:nvPr/>
          </p:nvSpPr>
          <p:spPr>
            <a:xfrm>
              <a:off x="357283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6">
              <a:extLst>
                <a:ext uri="{FF2B5EF4-FFF2-40B4-BE49-F238E27FC236}">
                  <a16:creationId xmlns:a16="http://schemas.microsoft.com/office/drawing/2014/main" id="{604AF924-D950-C41E-4C80-1E8C2EAA958A}"/>
                </a:ext>
              </a:extLst>
            </p:cNvPr>
            <p:cNvSpPr/>
            <p:nvPr/>
          </p:nvSpPr>
          <p:spPr>
            <a:xfrm>
              <a:off x="358227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7">
              <a:extLst>
                <a:ext uri="{FF2B5EF4-FFF2-40B4-BE49-F238E27FC236}">
                  <a16:creationId xmlns:a16="http://schemas.microsoft.com/office/drawing/2014/main" id="{FE94549F-7EAF-308B-4BF6-AE8E1D6E7530}"/>
                </a:ext>
              </a:extLst>
            </p:cNvPr>
            <p:cNvSpPr/>
            <p:nvPr/>
          </p:nvSpPr>
          <p:spPr>
            <a:xfrm>
              <a:off x="359171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8">
              <a:extLst>
                <a:ext uri="{FF2B5EF4-FFF2-40B4-BE49-F238E27FC236}">
                  <a16:creationId xmlns:a16="http://schemas.microsoft.com/office/drawing/2014/main" id="{C94043ED-2872-2C3C-101C-E1E01C6ED671}"/>
                </a:ext>
              </a:extLst>
            </p:cNvPr>
            <p:cNvSpPr/>
            <p:nvPr/>
          </p:nvSpPr>
          <p:spPr>
            <a:xfrm>
              <a:off x="360115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49">
              <a:extLst>
                <a:ext uri="{FF2B5EF4-FFF2-40B4-BE49-F238E27FC236}">
                  <a16:creationId xmlns:a16="http://schemas.microsoft.com/office/drawing/2014/main" id="{199BBBE7-1853-1921-00B3-5C6265220196}"/>
                </a:ext>
              </a:extLst>
            </p:cNvPr>
            <p:cNvSpPr/>
            <p:nvPr/>
          </p:nvSpPr>
          <p:spPr>
            <a:xfrm>
              <a:off x="361059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0">
              <a:extLst>
                <a:ext uri="{FF2B5EF4-FFF2-40B4-BE49-F238E27FC236}">
                  <a16:creationId xmlns:a16="http://schemas.microsoft.com/office/drawing/2014/main" id="{644BE26C-7B4A-138C-923C-04D23625F2A9}"/>
                </a:ext>
              </a:extLst>
            </p:cNvPr>
            <p:cNvSpPr/>
            <p:nvPr/>
          </p:nvSpPr>
          <p:spPr>
            <a:xfrm>
              <a:off x="362003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1">
              <a:extLst>
                <a:ext uri="{FF2B5EF4-FFF2-40B4-BE49-F238E27FC236}">
                  <a16:creationId xmlns:a16="http://schemas.microsoft.com/office/drawing/2014/main" id="{E5AAE6DF-0484-E677-A524-768AE88A8A0A}"/>
                </a:ext>
              </a:extLst>
            </p:cNvPr>
            <p:cNvSpPr/>
            <p:nvPr/>
          </p:nvSpPr>
          <p:spPr>
            <a:xfrm>
              <a:off x="362947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2">
              <a:extLst>
                <a:ext uri="{FF2B5EF4-FFF2-40B4-BE49-F238E27FC236}">
                  <a16:creationId xmlns:a16="http://schemas.microsoft.com/office/drawing/2014/main" id="{A40A62DD-36F7-D3E0-541D-C34114574326}"/>
                </a:ext>
              </a:extLst>
            </p:cNvPr>
            <p:cNvSpPr/>
            <p:nvPr/>
          </p:nvSpPr>
          <p:spPr>
            <a:xfrm>
              <a:off x="363891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3">
              <a:extLst>
                <a:ext uri="{FF2B5EF4-FFF2-40B4-BE49-F238E27FC236}">
                  <a16:creationId xmlns:a16="http://schemas.microsoft.com/office/drawing/2014/main" id="{22E27707-F02B-3281-640C-31B08DC39075}"/>
                </a:ext>
              </a:extLst>
            </p:cNvPr>
            <p:cNvSpPr/>
            <p:nvPr/>
          </p:nvSpPr>
          <p:spPr>
            <a:xfrm>
              <a:off x="364836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4">
              <a:extLst>
                <a:ext uri="{FF2B5EF4-FFF2-40B4-BE49-F238E27FC236}">
                  <a16:creationId xmlns:a16="http://schemas.microsoft.com/office/drawing/2014/main" id="{5B301DAA-0213-3E0A-6BA4-67C7834B57FF}"/>
                </a:ext>
              </a:extLst>
            </p:cNvPr>
            <p:cNvSpPr/>
            <p:nvPr/>
          </p:nvSpPr>
          <p:spPr>
            <a:xfrm>
              <a:off x="365780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5">
              <a:extLst>
                <a:ext uri="{FF2B5EF4-FFF2-40B4-BE49-F238E27FC236}">
                  <a16:creationId xmlns:a16="http://schemas.microsoft.com/office/drawing/2014/main" id="{B4AB2007-CBF3-74B8-0EE4-4BEE4766C967}"/>
                </a:ext>
              </a:extLst>
            </p:cNvPr>
            <p:cNvSpPr/>
            <p:nvPr/>
          </p:nvSpPr>
          <p:spPr>
            <a:xfrm>
              <a:off x="366724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6">
              <a:extLst>
                <a:ext uri="{FF2B5EF4-FFF2-40B4-BE49-F238E27FC236}">
                  <a16:creationId xmlns:a16="http://schemas.microsoft.com/office/drawing/2014/main" id="{97C4AA84-4061-AB4D-E749-0F060309E2C7}"/>
                </a:ext>
              </a:extLst>
            </p:cNvPr>
            <p:cNvSpPr/>
            <p:nvPr/>
          </p:nvSpPr>
          <p:spPr>
            <a:xfrm>
              <a:off x="367668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7">
              <a:extLst>
                <a:ext uri="{FF2B5EF4-FFF2-40B4-BE49-F238E27FC236}">
                  <a16:creationId xmlns:a16="http://schemas.microsoft.com/office/drawing/2014/main" id="{4B669BC7-E379-0A41-22B2-257B3FD602FE}"/>
                </a:ext>
              </a:extLst>
            </p:cNvPr>
            <p:cNvSpPr/>
            <p:nvPr/>
          </p:nvSpPr>
          <p:spPr>
            <a:xfrm>
              <a:off x="368612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8">
              <a:extLst>
                <a:ext uri="{FF2B5EF4-FFF2-40B4-BE49-F238E27FC236}">
                  <a16:creationId xmlns:a16="http://schemas.microsoft.com/office/drawing/2014/main" id="{F9F3CF14-E38E-F562-D430-F7FAACAB45E5}"/>
                </a:ext>
              </a:extLst>
            </p:cNvPr>
            <p:cNvSpPr/>
            <p:nvPr/>
          </p:nvSpPr>
          <p:spPr>
            <a:xfrm>
              <a:off x="369556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59">
              <a:extLst>
                <a:ext uri="{FF2B5EF4-FFF2-40B4-BE49-F238E27FC236}">
                  <a16:creationId xmlns:a16="http://schemas.microsoft.com/office/drawing/2014/main" id="{4F8ECCC7-6208-127B-D392-5D28413DBBF4}"/>
                </a:ext>
              </a:extLst>
            </p:cNvPr>
            <p:cNvSpPr/>
            <p:nvPr/>
          </p:nvSpPr>
          <p:spPr>
            <a:xfrm>
              <a:off x="370500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0">
              <a:extLst>
                <a:ext uri="{FF2B5EF4-FFF2-40B4-BE49-F238E27FC236}">
                  <a16:creationId xmlns:a16="http://schemas.microsoft.com/office/drawing/2014/main" id="{6253297C-4B72-7100-C497-289C3BB22FB9}"/>
                </a:ext>
              </a:extLst>
            </p:cNvPr>
            <p:cNvSpPr/>
            <p:nvPr/>
          </p:nvSpPr>
          <p:spPr>
            <a:xfrm>
              <a:off x="371444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1">
              <a:extLst>
                <a:ext uri="{FF2B5EF4-FFF2-40B4-BE49-F238E27FC236}">
                  <a16:creationId xmlns:a16="http://schemas.microsoft.com/office/drawing/2014/main" id="{AF11387D-1708-D919-F590-7A4D36FBE3ED}"/>
                </a:ext>
              </a:extLst>
            </p:cNvPr>
            <p:cNvSpPr/>
            <p:nvPr/>
          </p:nvSpPr>
          <p:spPr>
            <a:xfrm>
              <a:off x="372388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2">
              <a:extLst>
                <a:ext uri="{FF2B5EF4-FFF2-40B4-BE49-F238E27FC236}">
                  <a16:creationId xmlns:a16="http://schemas.microsoft.com/office/drawing/2014/main" id="{42963E7E-B3D7-728D-47C3-4059953576FF}"/>
                </a:ext>
              </a:extLst>
            </p:cNvPr>
            <p:cNvSpPr/>
            <p:nvPr/>
          </p:nvSpPr>
          <p:spPr>
            <a:xfrm>
              <a:off x="373332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3">
              <a:extLst>
                <a:ext uri="{FF2B5EF4-FFF2-40B4-BE49-F238E27FC236}">
                  <a16:creationId xmlns:a16="http://schemas.microsoft.com/office/drawing/2014/main" id="{6A4CFAFA-7888-9FF5-00DA-9DDFFF645EFC}"/>
                </a:ext>
              </a:extLst>
            </p:cNvPr>
            <p:cNvSpPr/>
            <p:nvPr/>
          </p:nvSpPr>
          <p:spPr>
            <a:xfrm>
              <a:off x="374276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4">
              <a:extLst>
                <a:ext uri="{FF2B5EF4-FFF2-40B4-BE49-F238E27FC236}">
                  <a16:creationId xmlns:a16="http://schemas.microsoft.com/office/drawing/2014/main" id="{7F377864-4761-C417-6AEB-4A9D3545CBCC}"/>
                </a:ext>
              </a:extLst>
            </p:cNvPr>
            <p:cNvSpPr/>
            <p:nvPr/>
          </p:nvSpPr>
          <p:spPr>
            <a:xfrm>
              <a:off x="375220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5">
              <a:extLst>
                <a:ext uri="{FF2B5EF4-FFF2-40B4-BE49-F238E27FC236}">
                  <a16:creationId xmlns:a16="http://schemas.microsoft.com/office/drawing/2014/main" id="{6A8FBD04-74AE-B62D-CD7B-244AE825E9DA}"/>
                </a:ext>
              </a:extLst>
            </p:cNvPr>
            <p:cNvSpPr/>
            <p:nvPr/>
          </p:nvSpPr>
          <p:spPr>
            <a:xfrm>
              <a:off x="376164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6">
              <a:extLst>
                <a:ext uri="{FF2B5EF4-FFF2-40B4-BE49-F238E27FC236}">
                  <a16:creationId xmlns:a16="http://schemas.microsoft.com/office/drawing/2014/main" id="{D5B5AEE3-455A-1DC4-D5D7-FBA25D69E3DF}"/>
                </a:ext>
              </a:extLst>
            </p:cNvPr>
            <p:cNvSpPr/>
            <p:nvPr/>
          </p:nvSpPr>
          <p:spPr>
            <a:xfrm>
              <a:off x="377108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7">
              <a:extLst>
                <a:ext uri="{FF2B5EF4-FFF2-40B4-BE49-F238E27FC236}">
                  <a16:creationId xmlns:a16="http://schemas.microsoft.com/office/drawing/2014/main" id="{F08374D7-D1D6-A13D-9B11-F5D80C6F0318}"/>
                </a:ext>
              </a:extLst>
            </p:cNvPr>
            <p:cNvSpPr/>
            <p:nvPr/>
          </p:nvSpPr>
          <p:spPr>
            <a:xfrm>
              <a:off x="378052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8">
              <a:extLst>
                <a:ext uri="{FF2B5EF4-FFF2-40B4-BE49-F238E27FC236}">
                  <a16:creationId xmlns:a16="http://schemas.microsoft.com/office/drawing/2014/main" id="{3F675488-6312-71A6-1B26-9CA5D67B8F9E}"/>
                </a:ext>
              </a:extLst>
            </p:cNvPr>
            <p:cNvSpPr/>
            <p:nvPr/>
          </p:nvSpPr>
          <p:spPr>
            <a:xfrm>
              <a:off x="378996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69">
              <a:extLst>
                <a:ext uri="{FF2B5EF4-FFF2-40B4-BE49-F238E27FC236}">
                  <a16:creationId xmlns:a16="http://schemas.microsoft.com/office/drawing/2014/main" id="{D05BD6DE-11B5-D1B3-BE0E-43B3C99619DE}"/>
                </a:ext>
              </a:extLst>
            </p:cNvPr>
            <p:cNvSpPr/>
            <p:nvPr/>
          </p:nvSpPr>
          <p:spPr>
            <a:xfrm>
              <a:off x="379940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0">
              <a:extLst>
                <a:ext uri="{FF2B5EF4-FFF2-40B4-BE49-F238E27FC236}">
                  <a16:creationId xmlns:a16="http://schemas.microsoft.com/office/drawing/2014/main" id="{768E0664-6D2C-2044-3BA6-2ACD69EF2604}"/>
                </a:ext>
              </a:extLst>
            </p:cNvPr>
            <p:cNvSpPr/>
            <p:nvPr/>
          </p:nvSpPr>
          <p:spPr>
            <a:xfrm>
              <a:off x="380884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1">
              <a:extLst>
                <a:ext uri="{FF2B5EF4-FFF2-40B4-BE49-F238E27FC236}">
                  <a16:creationId xmlns:a16="http://schemas.microsoft.com/office/drawing/2014/main" id="{87DDE75A-60AD-A637-8F7A-F93DEBF2EA8B}"/>
                </a:ext>
              </a:extLst>
            </p:cNvPr>
            <p:cNvSpPr/>
            <p:nvPr/>
          </p:nvSpPr>
          <p:spPr>
            <a:xfrm>
              <a:off x="381828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2">
              <a:extLst>
                <a:ext uri="{FF2B5EF4-FFF2-40B4-BE49-F238E27FC236}">
                  <a16:creationId xmlns:a16="http://schemas.microsoft.com/office/drawing/2014/main" id="{DBA35393-ECF3-DA92-DCEC-ECCAE628C4F8}"/>
                </a:ext>
              </a:extLst>
            </p:cNvPr>
            <p:cNvSpPr/>
            <p:nvPr/>
          </p:nvSpPr>
          <p:spPr>
            <a:xfrm>
              <a:off x="382772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3">
              <a:extLst>
                <a:ext uri="{FF2B5EF4-FFF2-40B4-BE49-F238E27FC236}">
                  <a16:creationId xmlns:a16="http://schemas.microsoft.com/office/drawing/2014/main" id="{EE5005D5-AB73-CDE7-33E3-89E04EFE316B}"/>
                </a:ext>
              </a:extLst>
            </p:cNvPr>
            <p:cNvSpPr/>
            <p:nvPr/>
          </p:nvSpPr>
          <p:spPr>
            <a:xfrm>
              <a:off x="383716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4">
              <a:extLst>
                <a:ext uri="{FF2B5EF4-FFF2-40B4-BE49-F238E27FC236}">
                  <a16:creationId xmlns:a16="http://schemas.microsoft.com/office/drawing/2014/main" id="{C74B2A8F-5D71-E971-DC15-B7117EA666A9}"/>
                </a:ext>
              </a:extLst>
            </p:cNvPr>
            <p:cNvSpPr/>
            <p:nvPr/>
          </p:nvSpPr>
          <p:spPr>
            <a:xfrm>
              <a:off x="384660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5">
              <a:extLst>
                <a:ext uri="{FF2B5EF4-FFF2-40B4-BE49-F238E27FC236}">
                  <a16:creationId xmlns:a16="http://schemas.microsoft.com/office/drawing/2014/main" id="{4285C6F4-4BB9-8B7F-E976-DAEF2CF377ED}"/>
                </a:ext>
              </a:extLst>
            </p:cNvPr>
            <p:cNvSpPr/>
            <p:nvPr/>
          </p:nvSpPr>
          <p:spPr>
            <a:xfrm>
              <a:off x="3856045" y="990616"/>
              <a:ext cx="919465" cy="914400"/>
            </a:xfrm>
            <a:custGeom>
              <a:avLst/>
              <a:gdLst/>
              <a:ahLst/>
              <a:cxnLst/>
              <a:rect l="0" t="0" r="0" b="0"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6">
              <a:extLst>
                <a:ext uri="{FF2B5EF4-FFF2-40B4-BE49-F238E27FC236}">
                  <a16:creationId xmlns:a16="http://schemas.microsoft.com/office/drawing/2014/main" id="{EA3620B5-5091-2468-3FAA-D65A9471D87A}"/>
                </a:ext>
              </a:extLst>
            </p:cNvPr>
            <p:cNvSpPr/>
            <p:nvPr/>
          </p:nvSpPr>
          <p:spPr>
            <a:xfrm>
              <a:off x="2090720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7">
              <a:extLst>
                <a:ext uri="{FF2B5EF4-FFF2-40B4-BE49-F238E27FC236}">
                  <a16:creationId xmlns:a16="http://schemas.microsoft.com/office/drawing/2014/main" id="{5E3E1529-A6A7-53AF-D086-2D4A0E2F5476}"/>
                </a:ext>
              </a:extLst>
            </p:cNvPr>
            <p:cNvSpPr/>
            <p:nvPr/>
          </p:nvSpPr>
          <p:spPr>
            <a:xfrm>
              <a:off x="2100160" y="95547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8">
              <a:extLst>
                <a:ext uri="{FF2B5EF4-FFF2-40B4-BE49-F238E27FC236}">
                  <a16:creationId xmlns:a16="http://schemas.microsoft.com/office/drawing/2014/main" id="{D082561D-5D30-624B-1402-93E51B776D20}"/>
                </a:ext>
              </a:extLst>
            </p:cNvPr>
            <p:cNvSpPr/>
            <p:nvPr/>
          </p:nvSpPr>
          <p:spPr>
            <a:xfrm>
              <a:off x="210016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79">
              <a:extLst>
                <a:ext uri="{FF2B5EF4-FFF2-40B4-BE49-F238E27FC236}">
                  <a16:creationId xmlns:a16="http://schemas.microsoft.com/office/drawing/2014/main" id="{A965B52D-8055-6B4C-DA36-C7EDBDDAE85C}"/>
                </a:ext>
              </a:extLst>
            </p:cNvPr>
            <p:cNvSpPr/>
            <p:nvPr/>
          </p:nvSpPr>
          <p:spPr>
            <a:xfrm>
              <a:off x="210960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0">
              <a:extLst>
                <a:ext uri="{FF2B5EF4-FFF2-40B4-BE49-F238E27FC236}">
                  <a16:creationId xmlns:a16="http://schemas.microsoft.com/office/drawing/2014/main" id="{EFAD3A59-4C71-0A6E-040E-26BDE559652D}"/>
                </a:ext>
              </a:extLst>
            </p:cNvPr>
            <p:cNvSpPr/>
            <p:nvPr/>
          </p:nvSpPr>
          <p:spPr>
            <a:xfrm>
              <a:off x="211904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1">
              <a:extLst>
                <a:ext uri="{FF2B5EF4-FFF2-40B4-BE49-F238E27FC236}">
                  <a16:creationId xmlns:a16="http://schemas.microsoft.com/office/drawing/2014/main" id="{0AEB1E9B-4A2F-029B-4CE2-6972B3F844F4}"/>
                </a:ext>
              </a:extLst>
            </p:cNvPr>
            <p:cNvSpPr/>
            <p:nvPr/>
          </p:nvSpPr>
          <p:spPr>
            <a:xfrm>
              <a:off x="212848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2">
              <a:extLst>
                <a:ext uri="{FF2B5EF4-FFF2-40B4-BE49-F238E27FC236}">
                  <a16:creationId xmlns:a16="http://schemas.microsoft.com/office/drawing/2014/main" id="{9E7BF21E-8D35-506A-6F28-C7A0F72A04C0}"/>
                </a:ext>
              </a:extLst>
            </p:cNvPr>
            <p:cNvSpPr/>
            <p:nvPr/>
          </p:nvSpPr>
          <p:spPr>
            <a:xfrm>
              <a:off x="213792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3">
              <a:extLst>
                <a:ext uri="{FF2B5EF4-FFF2-40B4-BE49-F238E27FC236}">
                  <a16:creationId xmlns:a16="http://schemas.microsoft.com/office/drawing/2014/main" id="{34E367DA-6986-8794-AC57-04282E99872A}"/>
                </a:ext>
              </a:extLst>
            </p:cNvPr>
            <p:cNvSpPr/>
            <p:nvPr/>
          </p:nvSpPr>
          <p:spPr>
            <a:xfrm>
              <a:off x="214736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4">
              <a:extLst>
                <a:ext uri="{FF2B5EF4-FFF2-40B4-BE49-F238E27FC236}">
                  <a16:creationId xmlns:a16="http://schemas.microsoft.com/office/drawing/2014/main" id="{4630E2E6-5A66-029D-AF72-E4223B015F1E}"/>
                </a:ext>
              </a:extLst>
            </p:cNvPr>
            <p:cNvSpPr/>
            <p:nvPr/>
          </p:nvSpPr>
          <p:spPr>
            <a:xfrm>
              <a:off x="215680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5">
              <a:extLst>
                <a:ext uri="{FF2B5EF4-FFF2-40B4-BE49-F238E27FC236}">
                  <a16:creationId xmlns:a16="http://schemas.microsoft.com/office/drawing/2014/main" id="{A61A42E7-C230-F186-AE52-91C70A30FB3F}"/>
                </a:ext>
              </a:extLst>
            </p:cNvPr>
            <p:cNvSpPr/>
            <p:nvPr/>
          </p:nvSpPr>
          <p:spPr>
            <a:xfrm>
              <a:off x="216624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6">
              <a:extLst>
                <a:ext uri="{FF2B5EF4-FFF2-40B4-BE49-F238E27FC236}">
                  <a16:creationId xmlns:a16="http://schemas.microsoft.com/office/drawing/2014/main" id="{A08921D6-B6DE-1456-B43B-900F8B16A020}"/>
                </a:ext>
              </a:extLst>
            </p:cNvPr>
            <p:cNvSpPr/>
            <p:nvPr/>
          </p:nvSpPr>
          <p:spPr>
            <a:xfrm>
              <a:off x="217568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7">
              <a:extLst>
                <a:ext uri="{FF2B5EF4-FFF2-40B4-BE49-F238E27FC236}">
                  <a16:creationId xmlns:a16="http://schemas.microsoft.com/office/drawing/2014/main" id="{D7624A4E-969E-899C-E353-4F2AB2629894}"/>
                </a:ext>
              </a:extLst>
            </p:cNvPr>
            <p:cNvSpPr/>
            <p:nvPr/>
          </p:nvSpPr>
          <p:spPr>
            <a:xfrm>
              <a:off x="218512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8">
              <a:extLst>
                <a:ext uri="{FF2B5EF4-FFF2-40B4-BE49-F238E27FC236}">
                  <a16:creationId xmlns:a16="http://schemas.microsoft.com/office/drawing/2014/main" id="{D843173B-BCC0-DC4E-1EF1-764D16BAD99E}"/>
                </a:ext>
              </a:extLst>
            </p:cNvPr>
            <p:cNvSpPr/>
            <p:nvPr/>
          </p:nvSpPr>
          <p:spPr>
            <a:xfrm>
              <a:off x="219456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89">
              <a:extLst>
                <a:ext uri="{FF2B5EF4-FFF2-40B4-BE49-F238E27FC236}">
                  <a16:creationId xmlns:a16="http://schemas.microsoft.com/office/drawing/2014/main" id="{BE795A65-3064-457D-CDFE-FA79FFA51BD8}"/>
                </a:ext>
              </a:extLst>
            </p:cNvPr>
            <p:cNvSpPr/>
            <p:nvPr/>
          </p:nvSpPr>
          <p:spPr>
            <a:xfrm>
              <a:off x="220400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0">
              <a:extLst>
                <a:ext uri="{FF2B5EF4-FFF2-40B4-BE49-F238E27FC236}">
                  <a16:creationId xmlns:a16="http://schemas.microsoft.com/office/drawing/2014/main" id="{252DDB8B-944D-767C-FE37-D275E84A0D45}"/>
                </a:ext>
              </a:extLst>
            </p:cNvPr>
            <p:cNvSpPr/>
            <p:nvPr/>
          </p:nvSpPr>
          <p:spPr>
            <a:xfrm>
              <a:off x="221344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1">
              <a:extLst>
                <a:ext uri="{FF2B5EF4-FFF2-40B4-BE49-F238E27FC236}">
                  <a16:creationId xmlns:a16="http://schemas.microsoft.com/office/drawing/2014/main" id="{D1D2C198-DA0F-5A51-22E2-FB3BA641AA9D}"/>
                </a:ext>
              </a:extLst>
            </p:cNvPr>
            <p:cNvSpPr/>
            <p:nvPr/>
          </p:nvSpPr>
          <p:spPr>
            <a:xfrm>
              <a:off x="222288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2">
              <a:extLst>
                <a:ext uri="{FF2B5EF4-FFF2-40B4-BE49-F238E27FC236}">
                  <a16:creationId xmlns:a16="http://schemas.microsoft.com/office/drawing/2014/main" id="{2FFBA261-FB84-42EA-97AF-0F5C4BF2A20D}"/>
                </a:ext>
              </a:extLst>
            </p:cNvPr>
            <p:cNvSpPr/>
            <p:nvPr/>
          </p:nvSpPr>
          <p:spPr>
            <a:xfrm>
              <a:off x="223232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3">
              <a:extLst>
                <a:ext uri="{FF2B5EF4-FFF2-40B4-BE49-F238E27FC236}">
                  <a16:creationId xmlns:a16="http://schemas.microsoft.com/office/drawing/2014/main" id="{B197EF7A-EDE2-A957-3DD4-45DF44090DA8}"/>
                </a:ext>
              </a:extLst>
            </p:cNvPr>
            <p:cNvSpPr/>
            <p:nvPr/>
          </p:nvSpPr>
          <p:spPr>
            <a:xfrm>
              <a:off x="224176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4">
              <a:extLst>
                <a:ext uri="{FF2B5EF4-FFF2-40B4-BE49-F238E27FC236}">
                  <a16:creationId xmlns:a16="http://schemas.microsoft.com/office/drawing/2014/main" id="{CC8887D6-E83A-B5B5-1F5F-A1F08CDEC338}"/>
                </a:ext>
              </a:extLst>
            </p:cNvPr>
            <p:cNvSpPr/>
            <p:nvPr/>
          </p:nvSpPr>
          <p:spPr>
            <a:xfrm>
              <a:off x="2260644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5">
              <a:extLst>
                <a:ext uri="{FF2B5EF4-FFF2-40B4-BE49-F238E27FC236}">
                  <a16:creationId xmlns:a16="http://schemas.microsoft.com/office/drawing/2014/main" id="{2227AE0B-F8E1-C80A-CA0A-471045536DC9}"/>
                </a:ext>
              </a:extLst>
            </p:cNvPr>
            <p:cNvSpPr/>
            <p:nvPr/>
          </p:nvSpPr>
          <p:spPr>
            <a:xfrm>
              <a:off x="2260644" y="973046"/>
              <a:ext cx="915899" cy="914400"/>
            </a:xfrm>
            <a:custGeom>
              <a:avLst/>
              <a:gdLst/>
              <a:ahLst/>
              <a:cxnLst/>
              <a:rect l="0" t="0" r="0" b="0"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6">
              <a:extLst>
                <a:ext uri="{FF2B5EF4-FFF2-40B4-BE49-F238E27FC236}">
                  <a16:creationId xmlns:a16="http://schemas.microsoft.com/office/drawing/2014/main" id="{24F3FB35-7C52-62E9-2051-27C0F635DCA5}"/>
                </a:ext>
              </a:extLst>
            </p:cNvPr>
            <p:cNvSpPr/>
            <p:nvPr/>
          </p:nvSpPr>
          <p:spPr>
            <a:xfrm>
              <a:off x="3374593" y="955476"/>
              <a:ext cx="914400" cy="919502"/>
            </a:xfrm>
            <a:custGeom>
              <a:avLst/>
              <a:gdLst/>
              <a:ahLst/>
              <a:cxnLst/>
              <a:rect l="0" t="0" r="0" b="0"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7">
              <a:extLst>
                <a:ext uri="{FF2B5EF4-FFF2-40B4-BE49-F238E27FC236}">
                  <a16:creationId xmlns:a16="http://schemas.microsoft.com/office/drawing/2014/main" id="{421B8479-5C29-C12C-8E02-1C8D8F5479F4}"/>
                </a:ext>
              </a:extLst>
            </p:cNvPr>
            <p:cNvSpPr/>
            <p:nvPr/>
          </p:nvSpPr>
          <p:spPr>
            <a:xfrm>
              <a:off x="3374593" y="955476"/>
              <a:ext cx="923840" cy="929302"/>
            </a:xfrm>
            <a:custGeom>
              <a:avLst/>
              <a:gdLst/>
              <a:ahLst/>
              <a:cxnLst/>
              <a:rect l="0" t="0" r="0" b="0"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8">
              <a:extLst>
                <a:ext uri="{FF2B5EF4-FFF2-40B4-BE49-F238E27FC236}">
                  <a16:creationId xmlns:a16="http://schemas.microsoft.com/office/drawing/2014/main" id="{B1DADE4F-6062-FF1C-BB93-42661FB973EC}"/>
                </a:ext>
              </a:extLst>
            </p:cNvPr>
            <p:cNvSpPr/>
            <p:nvPr/>
          </p:nvSpPr>
          <p:spPr>
            <a:xfrm>
              <a:off x="338403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199">
              <a:extLst>
                <a:ext uri="{FF2B5EF4-FFF2-40B4-BE49-F238E27FC236}">
                  <a16:creationId xmlns:a16="http://schemas.microsoft.com/office/drawing/2014/main" id="{9EF6A902-39B3-FDD7-D3C6-4E3E5C35D672}"/>
                </a:ext>
              </a:extLst>
            </p:cNvPr>
            <p:cNvSpPr/>
            <p:nvPr/>
          </p:nvSpPr>
          <p:spPr>
            <a:xfrm>
              <a:off x="339347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0">
              <a:extLst>
                <a:ext uri="{FF2B5EF4-FFF2-40B4-BE49-F238E27FC236}">
                  <a16:creationId xmlns:a16="http://schemas.microsoft.com/office/drawing/2014/main" id="{0AEB4E4F-796C-C8B6-5EDF-8F635FEA9125}"/>
                </a:ext>
              </a:extLst>
            </p:cNvPr>
            <p:cNvSpPr/>
            <p:nvPr/>
          </p:nvSpPr>
          <p:spPr>
            <a:xfrm>
              <a:off x="340291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1">
              <a:extLst>
                <a:ext uri="{FF2B5EF4-FFF2-40B4-BE49-F238E27FC236}">
                  <a16:creationId xmlns:a16="http://schemas.microsoft.com/office/drawing/2014/main" id="{439244AF-1A07-167F-1261-FB2E731CA6E5}"/>
                </a:ext>
              </a:extLst>
            </p:cNvPr>
            <p:cNvSpPr/>
            <p:nvPr/>
          </p:nvSpPr>
          <p:spPr>
            <a:xfrm>
              <a:off x="341235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2">
              <a:extLst>
                <a:ext uri="{FF2B5EF4-FFF2-40B4-BE49-F238E27FC236}">
                  <a16:creationId xmlns:a16="http://schemas.microsoft.com/office/drawing/2014/main" id="{97AC1892-0EB7-ACC3-5F49-C0D6E7D055A8}"/>
                </a:ext>
              </a:extLst>
            </p:cNvPr>
            <p:cNvSpPr/>
            <p:nvPr/>
          </p:nvSpPr>
          <p:spPr>
            <a:xfrm>
              <a:off x="342179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3">
              <a:extLst>
                <a:ext uri="{FF2B5EF4-FFF2-40B4-BE49-F238E27FC236}">
                  <a16:creationId xmlns:a16="http://schemas.microsoft.com/office/drawing/2014/main" id="{BF06F1D1-D640-F97E-BAC6-48A0B4184B26}"/>
                </a:ext>
              </a:extLst>
            </p:cNvPr>
            <p:cNvSpPr/>
            <p:nvPr/>
          </p:nvSpPr>
          <p:spPr>
            <a:xfrm>
              <a:off x="343123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4">
              <a:extLst>
                <a:ext uri="{FF2B5EF4-FFF2-40B4-BE49-F238E27FC236}">
                  <a16:creationId xmlns:a16="http://schemas.microsoft.com/office/drawing/2014/main" id="{97B1FE42-B638-FE5B-EF31-AA708B0DAACC}"/>
                </a:ext>
              </a:extLst>
            </p:cNvPr>
            <p:cNvSpPr/>
            <p:nvPr/>
          </p:nvSpPr>
          <p:spPr>
            <a:xfrm>
              <a:off x="344067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5">
              <a:extLst>
                <a:ext uri="{FF2B5EF4-FFF2-40B4-BE49-F238E27FC236}">
                  <a16:creationId xmlns:a16="http://schemas.microsoft.com/office/drawing/2014/main" id="{2B484A3F-7C68-467C-F79E-04B741DCE492}"/>
                </a:ext>
              </a:extLst>
            </p:cNvPr>
            <p:cNvSpPr/>
            <p:nvPr/>
          </p:nvSpPr>
          <p:spPr>
            <a:xfrm>
              <a:off x="345011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6">
              <a:extLst>
                <a:ext uri="{FF2B5EF4-FFF2-40B4-BE49-F238E27FC236}">
                  <a16:creationId xmlns:a16="http://schemas.microsoft.com/office/drawing/2014/main" id="{39EE90B6-06FA-FDFE-0470-751D5BAD23D8}"/>
                </a:ext>
              </a:extLst>
            </p:cNvPr>
            <p:cNvSpPr/>
            <p:nvPr/>
          </p:nvSpPr>
          <p:spPr>
            <a:xfrm>
              <a:off x="345955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7">
              <a:extLst>
                <a:ext uri="{FF2B5EF4-FFF2-40B4-BE49-F238E27FC236}">
                  <a16:creationId xmlns:a16="http://schemas.microsoft.com/office/drawing/2014/main" id="{DC6298BF-C741-4770-F952-F1B7EF7299A0}"/>
                </a:ext>
              </a:extLst>
            </p:cNvPr>
            <p:cNvSpPr/>
            <p:nvPr/>
          </p:nvSpPr>
          <p:spPr>
            <a:xfrm>
              <a:off x="346899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8">
              <a:extLst>
                <a:ext uri="{FF2B5EF4-FFF2-40B4-BE49-F238E27FC236}">
                  <a16:creationId xmlns:a16="http://schemas.microsoft.com/office/drawing/2014/main" id="{13DC7ADF-B7AF-807E-ABF9-211B7B2DCB04}"/>
                </a:ext>
              </a:extLst>
            </p:cNvPr>
            <p:cNvSpPr/>
            <p:nvPr/>
          </p:nvSpPr>
          <p:spPr>
            <a:xfrm>
              <a:off x="347843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09">
              <a:extLst>
                <a:ext uri="{FF2B5EF4-FFF2-40B4-BE49-F238E27FC236}">
                  <a16:creationId xmlns:a16="http://schemas.microsoft.com/office/drawing/2014/main" id="{6CE044E4-B6F2-6768-0425-FA815E3E7454}"/>
                </a:ext>
              </a:extLst>
            </p:cNvPr>
            <p:cNvSpPr/>
            <p:nvPr/>
          </p:nvSpPr>
          <p:spPr>
            <a:xfrm>
              <a:off x="348787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0">
              <a:extLst>
                <a:ext uri="{FF2B5EF4-FFF2-40B4-BE49-F238E27FC236}">
                  <a16:creationId xmlns:a16="http://schemas.microsoft.com/office/drawing/2014/main" id="{145F8768-AF0B-0AD6-1DDD-9E5FBC3F513E}"/>
                </a:ext>
              </a:extLst>
            </p:cNvPr>
            <p:cNvSpPr/>
            <p:nvPr/>
          </p:nvSpPr>
          <p:spPr>
            <a:xfrm>
              <a:off x="349731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1">
              <a:extLst>
                <a:ext uri="{FF2B5EF4-FFF2-40B4-BE49-F238E27FC236}">
                  <a16:creationId xmlns:a16="http://schemas.microsoft.com/office/drawing/2014/main" id="{6EF6AA5F-980C-04DD-9CAA-209C074757ED}"/>
                </a:ext>
              </a:extLst>
            </p:cNvPr>
            <p:cNvSpPr/>
            <p:nvPr/>
          </p:nvSpPr>
          <p:spPr>
            <a:xfrm>
              <a:off x="350675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2">
              <a:extLst>
                <a:ext uri="{FF2B5EF4-FFF2-40B4-BE49-F238E27FC236}">
                  <a16:creationId xmlns:a16="http://schemas.microsoft.com/office/drawing/2014/main" id="{5409037A-6706-986D-0D2D-647DBA96123E}"/>
                </a:ext>
              </a:extLst>
            </p:cNvPr>
            <p:cNvSpPr/>
            <p:nvPr/>
          </p:nvSpPr>
          <p:spPr>
            <a:xfrm>
              <a:off x="351619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3">
              <a:extLst>
                <a:ext uri="{FF2B5EF4-FFF2-40B4-BE49-F238E27FC236}">
                  <a16:creationId xmlns:a16="http://schemas.microsoft.com/office/drawing/2014/main" id="{F8CCC9A3-D60F-FD69-DE45-B26CD703EE3E}"/>
                </a:ext>
              </a:extLst>
            </p:cNvPr>
            <p:cNvSpPr/>
            <p:nvPr/>
          </p:nvSpPr>
          <p:spPr>
            <a:xfrm>
              <a:off x="352563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4">
              <a:extLst>
                <a:ext uri="{FF2B5EF4-FFF2-40B4-BE49-F238E27FC236}">
                  <a16:creationId xmlns:a16="http://schemas.microsoft.com/office/drawing/2014/main" id="{EBD03D61-24A6-AEF9-776A-3DE44840AAD1}"/>
                </a:ext>
              </a:extLst>
            </p:cNvPr>
            <p:cNvSpPr/>
            <p:nvPr/>
          </p:nvSpPr>
          <p:spPr>
            <a:xfrm>
              <a:off x="353507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5">
              <a:extLst>
                <a:ext uri="{FF2B5EF4-FFF2-40B4-BE49-F238E27FC236}">
                  <a16:creationId xmlns:a16="http://schemas.microsoft.com/office/drawing/2014/main" id="{52236D25-CA0B-78C7-0E09-46B7CE9D7D47}"/>
                </a:ext>
              </a:extLst>
            </p:cNvPr>
            <p:cNvSpPr/>
            <p:nvPr/>
          </p:nvSpPr>
          <p:spPr>
            <a:xfrm>
              <a:off x="354451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6">
              <a:extLst>
                <a:ext uri="{FF2B5EF4-FFF2-40B4-BE49-F238E27FC236}">
                  <a16:creationId xmlns:a16="http://schemas.microsoft.com/office/drawing/2014/main" id="{48E824D0-C66D-8F24-3259-411AF81A5FC0}"/>
                </a:ext>
              </a:extLst>
            </p:cNvPr>
            <p:cNvSpPr/>
            <p:nvPr/>
          </p:nvSpPr>
          <p:spPr>
            <a:xfrm>
              <a:off x="355395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7">
              <a:extLst>
                <a:ext uri="{FF2B5EF4-FFF2-40B4-BE49-F238E27FC236}">
                  <a16:creationId xmlns:a16="http://schemas.microsoft.com/office/drawing/2014/main" id="{2119F3DC-F52F-DC15-314D-E0CC792B1747}"/>
                </a:ext>
              </a:extLst>
            </p:cNvPr>
            <p:cNvSpPr/>
            <p:nvPr/>
          </p:nvSpPr>
          <p:spPr>
            <a:xfrm>
              <a:off x="356339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8">
              <a:extLst>
                <a:ext uri="{FF2B5EF4-FFF2-40B4-BE49-F238E27FC236}">
                  <a16:creationId xmlns:a16="http://schemas.microsoft.com/office/drawing/2014/main" id="{213BF035-AA9E-7CA2-3C41-635B273670C7}"/>
                </a:ext>
              </a:extLst>
            </p:cNvPr>
            <p:cNvSpPr/>
            <p:nvPr/>
          </p:nvSpPr>
          <p:spPr>
            <a:xfrm>
              <a:off x="357283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19">
              <a:extLst>
                <a:ext uri="{FF2B5EF4-FFF2-40B4-BE49-F238E27FC236}">
                  <a16:creationId xmlns:a16="http://schemas.microsoft.com/office/drawing/2014/main" id="{85F92363-E21D-D07D-7829-8F1002881363}"/>
                </a:ext>
              </a:extLst>
            </p:cNvPr>
            <p:cNvSpPr/>
            <p:nvPr/>
          </p:nvSpPr>
          <p:spPr>
            <a:xfrm>
              <a:off x="358227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0">
              <a:extLst>
                <a:ext uri="{FF2B5EF4-FFF2-40B4-BE49-F238E27FC236}">
                  <a16:creationId xmlns:a16="http://schemas.microsoft.com/office/drawing/2014/main" id="{9B4D9DBD-D495-744B-4073-F91CCB9AABAF}"/>
                </a:ext>
              </a:extLst>
            </p:cNvPr>
            <p:cNvSpPr/>
            <p:nvPr/>
          </p:nvSpPr>
          <p:spPr>
            <a:xfrm>
              <a:off x="359171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1">
              <a:extLst>
                <a:ext uri="{FF2B5EF4-FFF2-40B4-BE49-F238E27FC236}">
                  <a16:creationId xmlns:a16="http://schemas.microsoft.com/office/drawing/2014/main" id="{D58E12D7-8E0B-8D1D-FE60-6115C013DFC5}"/>
                </a:ext>
              </a:extLst>
            </p:cNvPr>
            <p:cNvSpPr/>
            <p:nvPr/>
          </p:nvSpPr>
          <p:spPr>
            <a:xfrm>
              <a:off x="360115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2">
              <a:extLst>
                <a:ext uri="{FF2B5EF4-FFF2-40B4-BE49-F238E27FC236}">
                  <a16:creationId xmlns:a16="http://schemas.microsoft.com/office/drawing/2014/main" id="{CE0E1FBB-14EC-D419-9684-C9BF0FF40A8F}"/>
                </a:ext>
              </a:extLst>
            </p:cNvPr>
            <p:cNvSpPr/>
            <p:nvPr/>
          </p:nvSpPr>
          <p:spPr>
            <a:xfrm>
              <a:off x="361059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3">
              <a:extLst>
                <a:ext uri="{FF2B5EF4-FFF2-40B4-BE49-F238E27FC236}">
                  <a16:creationId xmlns:a16="http://schemas.microsoft.com/office/drawing/2014/main" id="{D52797F0-AA0F-D87E-A14E-91A56F01187F}"/>
                </a:ext>
              </a:extLst>
            </p:cNvPr>
            <p:cNvSpPr/>
            <p:nvPr/>
          </p:nvSpPr>
          <p:spPr>
            <a:xfrm>
              <a:off x="362003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4">
              <a:extLst>
                <a:ext uri="{FF2B5EF4-FFF2-40B4-BE49-F238E27FC236}">
                  <a16:creationId xmlns:a16="http://schemas.microsoft.com/office/drawing/2014/main" id="{30CDB2B5-44C0-6D00-9307-41C840564AED}"/>
                </a:ext>
              </a:extLst>
            </p:cNvPr>
            <p:cNvSpPr/>
            <p:nvPr/>
          </p:nvSpPr>
          <p:spPr>
            <a:xfrm>
              <a:off x="362947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5">
              <a:extLst>
                <a:ext uri="{FF2B5EF4-FFF2-40B4-BE49-F238E27FC236}">
                  <a16:creationId xmlns:a16="http://schemas.microsoft.com/office/drawing/2014/main" id="{91DF46A9-2FCC-7E05-4B33-B7C5ADCD2ECC}"/>
                </a:ext>
              </a:extLst>
            </p:cNvPr>
            <p:cNvSpPr/>
            <p:nvPr/>
          </p:nvSpPr>
          <p:spPr>
            <a:xfrm>
              <a:off x="363891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6">
              <a:extLst>
                <a:ext uri="{FF2B5EF4-FFF2-40B4-BE49-F238E27FC236}">
                  <a16:creationId xmlns:a16="http://schemas.microsoft.com/office/drawing/2014/main" id="{C7534645-DA60-F33C-0F3E-E2229734B1FA}"/>
                </a:ext>
              </a:extLst>
            </p:cNvPr>
            <p:cNvSpPr/>
            <p:nvPr/>
          </p:nvSpPr>
          <p:spPr>
            <a:xfrm>
              <a:off x="364836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7">
              <a:extLst>
                <a:ext uri="{FF2B5EF4-FFF2-40B4-BE49-F238E27FC236}">
                  <a16:creationId xmlns:a16="http://schemas.microsoft.com/office/drawing/2014/main" id="{78815FEB-800E-73E6-9D7D-3BC0BE0BF339}"/>
                </a:ext>
              </a:extLst>
            </p:cNvPr>
            <p:cNvSpPr/>
            <p:nvPr/>
          </p:nvSpPr>
          <p:spPr>
            <a:xfrm>
              <a:off x="365780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8">
              <a:extLst>
                <a:ext uri="{FF2B5EF4-FFF2-40B4-BE49-F238E27FC236}">
                  <a16:creationId xmlns:a16="http://schemas.microsoft.com/office/drawing/2014/main" id="{034D985B-AB89-7027-F325-322EF68698EB}"/>
                </a:ext>
              </a:extLst>
            </p:cNvPr>
            <p:cNvSpPr/>
            <p:nvPr/>
          </p:nvSpPr>
          <p:spPr>
            <a:xfrm>
              <a:off x="366724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29">
              <a:extLst>
                <a:ext uri="{FF2B5EF4-FFF2-40B4-BE49-F238E27FC236}">
                  <a16:creationId xmlns:a16="http://schemas.microsoft.com/office/drawing/2014/main" id="{D445C7F0-3AC5-E879-B1A3-A0E070CDD646}"/>
                </a:ext>
              </a:extLst>
            </p:cNvPr>
            <p:cNvSpPr/>
            <p:nvPr/>
          </p:nvSpPr>
          <p:spPr>
            <a:xfrm>
              <a:off x="367668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0">
              <a:extLst>
                <a:ext uri="{FF2B5EF4-FFF2-40B4-BE49-F238E27FC236}">
                  <a16:creationId xmlns:a16="http://schemas.microsoft.com/office/drawing/2014/main" id="{2B929516-CF80-F0AA-DF48-6F06A7710F35}"/>
                </a:ext>
              </a:extLst>
            </p:cNvPr>
            <p:cNvSpPr/>
            <p:nvPr/>
          </p:nvSpPr>
          <p:spPr>
            <a:xfrm>
              <a:off x="368612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1">
              <a:extLst>
                <a:ext uri="{FF2B5EF4-FFF2-40B4-BE49-F238E27FC236}">
                  <a16:creationId xmlns:a16="http://schemas.microsoft.com/office/drawing/2014/main" id="{B1F13690-7962-79F9-201E-6533D1FD2DAF}"/>
                </a:ext>
              </a:extLst>
            </p:cNvPr>
            <p:cNvSpPr/>
            <p:nvPr/>
          </p:nvSpPr>
          <p:spPr>
            <a:xfrm>
              <a:off x="369556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2">
              <a:extLst>
                <a:ext uri="{FF2B5EF4-FFF2-40B4-BE49-F238E27FC236}">
                  <a16:creationId xmlns:a16="http://schemas.microsoft.com/office/drawing/2014/main" id="{D26A6AAE-9B84-40E5-884D-DF9B139FC31D}"/>
                </a:ext>
              </a:extLst>
            </p:cNvPr>
            <p:cNvSpPr/>
            <p:nvPr/>
          </p:nvSpPr>
          <p:spPr>
            <a:xfrm>
              <a:off x="370500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3">
              <a:extLst>
                <a:ext uri="{FF2B5EF4-FFF2-40B4-BE49-F238E27FC236}">
                  <a16:creationId xmlns:a16="http://schemas.microsoft.com/office/drawing/2014/main" id="{53C3C503-374B-F9AE-0D99-DF0A694669B6}"/>
                </a:ext>
              </a:extLst>
            </p:cNvPr>
            <p:cNvSpPr/>
            <p:nvPr/>
          </p:nvSpPr>
          <p:spPr>
            <a:xfrm>
              <a:off x="371444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4">
              <a:extLst>
                <a:ext uri="{FF2B5EF4-FFF2-40B4-BE49-F238E27FC236}">
                  <a16:creationId xmlns:a16="http://schemas.microsoft.com/office/drawing/2014/main" id="{D6EB7B5C-09D4-BC90-5BF5-4764EC9BED0E}"/>
                </a:ext>
              </a:extLst>
            </p:cNvPr>
            <p:cNvSpPr/>
            <p:nvPr/>
          </p:nvSpPr>
          <p:spPr>
            <a:xfrm>
              <a:off x="372388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5">
              <a:extLst>
                <a:ext uri="{FF2B5EF4-FFF2-40B4-BE49-F238E27FC236}">
                  <a16:creationId xmlns:a16="http://schemas.microsoft.com/office/drawing/2014/main" id="{E339F85C-742A-C972-D1DC-1D91631329F6}"/>
                </a:ext>
              </a:extLst>
            </p:cNvPr>
            <p:cNvSpPr/>
            <p:nvPr/>
          </p:nvSpPr>
          <p:spPr>
            <a:xfrm>
              <a:off x="373332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6">
              <a:extLst>
                <a:ext uri="{FF2B5EF4-FFF2-40B4-BE49-F238E27FC236}">
                  <a16:creationId xmlns:a16="http://schemas.microsoft.com/office/drawing/2014/main" id="{780EEF4E-2442-E6BB-8B26-96D37B86EEDF}"/>
                </a:ext>
              </a:extLst>
            </p:cNvPr>
            <p:cNvSpPr/>
            <p:nvPr/>
          </p:nvSpPr>
          <p:spPr>
            <a:xfrm>
              <a:off x="374276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7">
              <a:extLst>
                <a:ext uri="{FF2B5EF4-FFF2-40B4-BE49-F238E27FC236}">
                  <a16:creationId xmlns:a16="http://schemas.microsoft.com/office/drawing/2014/main" id="{9738F4BC-AB0E-71AA-449E-F247E7823ED1}"/>
                </a:ext>
              </a:extLst>
            </p:cNvPr>
            <p:cNvSpPr/>
            <p:nvPr/>
          </p:nvSpPr>
          <p:spPr>
            <a:xfrm>
              <a:off x="375220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8">
              <a:extLst>
                <a:ext uri="{FF2B5EF4-FFF2-40B4-BE49-F238E27FC236}">
                  <a16:creationId xmlns:a16="http://schemas.microsoft.com/office/drawing/2014/main" id="{AF121409-37E6-C218-6F33-25418993659E}"/>
                </a:ext>
              </a:extLst>
            </p:cNvPr>
            <p:cNvSpPr/>
            <p:nvPr/>
          </p:nvSpPr>
          <p:spPr>
            <a:xfrm>
              <a:off x="376164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39">
              <a:extLst>
                <a:ext uri="{FF2B5EF4-FFF2-40B4-BE49-F238E27FC236}">
                  <a16:creationId xmlns:a16="http://schemas.microsoft.com/office/drawing/2014/main" id="{A79D5900-4FEA-0058-701C-AA93D2A43F6B}"/>
                </a:ext>
              </a:extLst>
            </p:cNvPr>
            <p:cNvSpPr/>
            <p:nvPr/>
          </p:nvSpPr>
          <p:spPr>
            <a:xfrm>
              <a:off x="377108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0">
              <a:extLst>
                <a:ext uri="{FF2B5EF4-FFF2-40B4-BE49-F238E27FC236}">
                  <a16:creationId xmlns:a16="http://schemas.microsoft.com/office/drawing/2014/main" id="{E67E5178-5033-E1BC-9DC5-77D4ACD14635}"/>
                </a:ext>
              </a:extLst>
            </p:cNvPr>
            <p:cNvSpPr/>
            <p:nvPr/>
          </p:nvSpPr>
          <p:spPr>
            <a:xfrm>
              <a:off x="378052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1">
              <a:extLst>
                <a:ext uri="{FF2B5EF4-FFF2-40B4-BE49-F238E27FC236}">
                  <a16:creationId xmlns:a16="http://schemas.microsoft.com/office/drawing/2014/main" id="{6F7D8055-C418-A61E-0364-E844E250C327}"/>
                </a:ext>
              </a:extLst>
            </p:cNvPr>
            <p:cNvSpPr/>
            <p:nvPr/>
          </p:nvSpPr>
          <p:spPr>
            <a:xfrm>
              <a:off x="378996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2">
              <a:extLst>
                <a:ext uri="{FF2B5EF4-FFF2-40B4-BE49-F238E27FC236}">
                  <a16:creationId xmlns:a16="http://schemas.microsoft.com/office/drawing/2014/main" id="{67A5F130-833E-91B3-485D-4DB53A570279}"/>
                </a:ext>
              </a:extLst>
            </p:cNvPr>
            <p:cNvSpPr/>
            <p:nvPr/>
          </p:nvSpPr>
          <p:spPr>
            <a:xfrm>
              <a:off x="379940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3">
              <a:extLst>
                <a:ext uri="{FF2B5EF4-FFF2-40B4-BE49-F238E27FC236}">
                  <a16:creationId xmlns:a16="http://schemas.microsoft.com/office/drawing/2014/main" id="{D2392450-184C-B8A7-7C44-859E95EBC45F}"/>
                </a:ext>
              </a:extLst>
            </p:cNvPr>
            <p:cNvSpPr/>
            <p:nvPr/>
          </p:nvSpPr>
          <p:spPr>
            <a:xfrm>
              <a:off x="380884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4">
              <a:extLst>
                <a:ext uri="{FF2B5EF4-FFF2-40B4-BE49-F238E27FC236}">
                  <a16:creationId xmlns:a16="http://schemas.microsoft.com/office/drawing/2014/main" id="{E02EE7EC-7AE8-ED1E-3A55-3275285EEDB4}"/>
                </a:ext>
              </a:extLst>
            </p:cNvPr>
            <p:cNvSpPr/>
            <p:nvPr/>
          </p:nvSpPr>
          <p:spPr>
            <a:xfrm>
              <a:off x="381828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5">
              <a:extLst>
                <a:ext uri="{FF2B5EF4-FFF2-40B4-BE49-F238E27FC236}">
                  <a16:creationId xmlns:a16="http://schemas.microsoft.com/office/drawing/2014/main" id="{248B9438-8B6E-4305-B133-DEF2D20EE548}"/>
                </a:ext>
              </a:extLst>
            </p:cNvPr>
            <p:cNvSpPr/>
            <p:nvPr/>
          </p:nvSpPr>
          <p:spPr>
            <a:xfrm>
              <a:off x="382772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6">
              <a:extLst>
                <a:ext uri="{FF2B5EF4-FFF2-40B4-BE49-F238E27FC236}">
                  <a16:creationId xmlns:a16="http://schemas.microsoft.com/office/drawing/2014/main" id="{F6E0E6BC-3CBB-CE13-0130-33F6AAC9B999}"/>
                </a:ext>
              </a:extLst>
            </p:cNvPr>
            <p:cNvSpPr/>
            <p:nvPr/>
          </p:nvSpPr>
          <p:spPr>
            <a:xfrm>
              <a:off x="383716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7">
              <a:extLst>
                <a:ext uri="{FF2B5EF4-FFF2-40B4-BE49-F238E27FC236}">
                  <a16:creationId xmlns:a16="http://schemas.microsoft.com/office/drawing/2014/main" id="{438C5FC6-C06D-364A-613E-A63138D8A11E}"/>
                </a:ext>
              </a:extLst>
            </p:cNvPr>
            <p:cNvSpPr/>
            <p:nvPr/>
          </p:nvSpPr>
          <p:spPr>
            <a:xfrm>
              <a:off x="3856045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8">
              <a:extLst>
                <a:ext uri="{FF2B5EF4-FFF2-40B4-BE49-F238E27FC236}">
                  <a16:creationId xmlns:a16="http://schemas.microsoft.com/office/drawing/2014/main" id="{80B4825E-8B24-3D29-86BF-1DF8437DE3C2}"/>
                </a:ext>
              </a:extLst>
            </p:cNvPr>
            <p:cNvSpPr/>
            <p:nvPr/>
          </p:nvSpPr>
          <p:spPr>
            <a:xfrm>
              <a:off x="3856045" y="973046"/>
              <a:ext cx="914756" cy="914400"/>
            </a:xfrm>
            <a:custGeom>
              <a:avLst/>
              <a:gdLst/>
              <a:ahLst/>
              <a:cxnLst/>
              <a:rect l="0" t="0" r="0" b="0"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49">
              <a:extLst>
                <a:ext uri="{FF2B5EF4-FFF2-40B4-BE49-F238E27FC236}">
                  <a16:creationId xmlns:a16="http://schemas.microsoft.com/office/drawing/2014/main" id="{3780BB9B-DB3D-F09B-F179-9D99FE11C976}"/>
                </a:ext>
              </a:extLst>
            </p:cNvPr>
            <p:cNvSpPr/>
            <p:nvPr/>
          </p:nvSpPr>
          <p:spPr>
            <a:xfrm>
              <a:off x="2100160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0">
              <a:extLst>
                <a:ext uri="{FF2B5EF4-FFF2-40B4-BE49-F238E27FC236}">
                  <a16:creationId xmlns:a16="http://schemas.microsoft.com/office/drawing/2014/main" id="{C728DC7E-FD10-8C3E-5CC5-CB45E55A72FA}"/>
                </a:ext>
              </a:extLst>
            </p:cNvPr>
            <p:cNvSpPr/>
            <p:nvPr/>
          </p:nvSpPr>
          <p:spPr>
            <a:xfrm>
              <a:off x="2109601" y="9379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1">
              <a:extLst>
                <a:ext uri="{FF2B5EF4-FFF2-40B4-BE49-F238E27FC236}">
                  <a16:creationId xmlns:a16="http://schemas.microsoft.com/office/drawing/2014/main" id="{F799E3E3-8922-1754-C895-BB3DF0A05302}"/>
                </a:ext>
              </a:extLst>
            </p:cNvPr>
            <p:cNvSpPr/>
            <p:nvPr/>
          </p:nvSpPr>
          <p:spPr>
            <a:xfrm>
              <a:off x="210960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2">
              <a:extLst>
                <a:ext uri="{FF2B5EF4-FFF2-40B4-BE49-F238E27FC236}">
                  <a16:creationId xmlns:a16="http://schemas.microsoft.com/office/drawing/2014/main" id="{BA88DC75-BE0A-134A-94F6-163D15C74C52}"/>
                </a:ext>
              </a:extLst>
            </p:cNvPr>
            <p:cNvSpPr/>
            <p:nvPr/>
          </p:nvSpPr>
          <p:spPr>
            <a:xfrm>
              <a:off x="211904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3">
              <a:extLst>
                <a:ext uri="{FF2B5EF4-FFF2-40B4-BE49-F238E27FC236}">
                  <a16:creationId xmlns:a16="http://schemas.microsoft.com/office/drawing/2014/main" id="{9CA916FA-B184-7BB1-2939-B40520A91427}"/>
                </a:ext>
              </a:extLst>
            </p:cNvPr>
            <p:cNvSpPr/>
            <p:nvPr/>
          </p:nvSpPr>
          <p:spPr>
            <a:xfrm>
              <a:off x="212848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4">
              <a:extLst>
                <a:ext uri="{FF2B5EF4-FFF2-40B4-BE49-F238E27FC236}">
                  <a16:creationId xmlns:a16="http://schemas.microsoft.com/office/drawing/2014/main" id="{994EF15D-B390-EC2A-4208-67EC85B09F1A}"/>
                </a:ext>
              </a:extLst>
            </p:cNvPr>
            <p:cNvSpPr/>
            <p:nvPr/>
          </p:nvSpPr>
          <p:spPr>
            <a:xfrm>
              <a:off x="213792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5">
              <a:extLst>
                <a:ext uri="{FF2B5EF4-FFF2-40B4-BE49-F238E27FC236}">
                  <a16:creationId xmlns:a16="http://schemas.microsoft.com/office/drawing/2014/main" id="{F134B122-D575-0037-CC73-582ACAC12D45}"/>
                </a:ext>
              </a:extLst>
            </p:cNvPr>
            <p:cNvSpPr/>
            <p:nvPr/>
          </p:nvSpPr>
          <p:spPr>
            <a:xfrm>
              <a:off x="214736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6">
              <a:extLst>
                <a:ext uri="{FF2B5EF4-FFF2-40B4-BE49-F238E27FC236}">
                  <a16:creationId xmlns:a16="http://schemas.microsoft.com/office/drawing/2014/main" id="{06FF47F5-B5AA-0A26-C733-6D96C76325A7}"/>
                </a:ext>
              </a:extLst>
            </p:cNvPr>
            <p:cNvSpPr/>
            <p:nvPr/>
          </p:nvSpPr>
          <p:spPr>
            <a:xfrm>
              <a:off x="215680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7">
              <a:extLst>
                <a:ext uri="{FF2B5EF4-FFF2-40B4-BE49-F238E27FC236}">
                  <a16:creationId xmlns:a16="http://schemas.microsoft.com/office/drawing/2014/main" id="{947897B3-5EFE-A6D0-CDD6-AF504F108D65}"/>
                </a:ext>
              </a:extLst>
            </p:cNvPr>
            <p:cNvSpPr/>
            <p:nvPr/>
          </p:nvSpPr>
          <p:spPr>
            <a:xfrm>
              <a:off x="216624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8">
              <a:extLst>
                <a:ext uri="{FF2B5EF4-FFF2-40B4-BE49-F238E27FC236}">
                  <a16:creationId xmlns:a16="http://schemas.microsoft.com/office/drawing/2014/main" id="{EB1463D1-20C9-C645-870A-FB3047078879}"/>
                </a:ext>
              </a:extLst>
            </p:cNvPr>
            <p:cNvSpPr/>
            <p:nvPr/>
          </p:nvSpPr>
          <p:spPr>
            <a:xfrm>
              <a:off x="217568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59">
              <a:extLst>
                <a:ext uri="{FF2B5EF4-FFF2-40B4-BE49-F238E27FC236}">
                  <a16:creationId xmlns:a16="http://schemas.microsoft.com/office/drawing/2014/main" id="{7E3ACEEB-2C93-07EC-D7D9-DB8325CEB57E}"/>
                </a:ext>
              </a:extLst>
            </p:cNvPr>
            <p:cNvSpPr/>
            <p:nvPr/>
          </p:nvSpPr>
          <p:spPr>
            <a:xfrm>
              <a:off x="218512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0">
              <a:extLst>
                <a:ext uri="{FF2B5EF4-FFF2-40B4-BE49-F238E27FC236}">
                  <a16:creationId xmlns:a16="http://schemas.microsoft.com/office/drawing/2014/main" id="{3CC54935-E9FD-D2FD-7E4C-84392194A4F0}"/>
                </a:ext>
              </a:extLst>
            </p:cNvPr>
            <p:cNvSpPr/>
            <p:nvPr/>
          </p:nvSpPr>
          <p:spPr>
            <a:xfrm>
              <a:off x="219456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1">
              <a:extLst>
                <a:ext uri="{FF2B5EF4-FFF2-40B4-BE49-F238E27FC236}">
                  <a16:creationId xmlns:a16="http://schemas.microsoft.com/office/drawing/2014/main" id="{FDB80EB0-284D-06E6-26AC-592C29F6CEBA}"/>
                </a:ext>
              </a:extLst>
            </p:cNvPr>
            <p:cNvSpPr/>
            <p:nvPr/>
          </p:nvSpPr>
          <p:spPr>
            <a:xfrm>
              <a:off x="220400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2">
              <a:extLst>
                <a:ext uri="{FF2B5EF4-FFF2-40B4-BE49-F238E27FC236}">
                  <a16:creationId xmlns:a16="http://schemas.microsoft.com/office/drawing/2014/main" id="{B5E05090-9153-3538-35F7-95E3E07A9CAD}"/>
                </a:ext>
              </a:extLst>
            </p:cNvPr>
            <p:cNvSpPr/>
            <p:nvPr/>
          </p:nvSpPr>
          <p:spPr>
            <a:xfrm>
              <a:off x="221344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3">
              <a:extLst>
                <a:ext uri="{FF2B5EF4-FFF2-40B4-BE49-F238E27FC236}">
                  <a16:creationId xmlns:a16="http://schemas.microsoft.com/office/drawing/2014/main" id="{88A98507-8911-742D-A4CD-EDEC60EED877}"/>
                </a:ext>
              </a:extLst>
            </p:cNvPr>
            <p:cNvSpPr/>
            <p:nvPr/>
          </p:nvSpPr>
          <p:spPr>
            <a:xfrm>
              <a:off x="222288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4">
              <a:extLst>
                <a:ext uri="{FF2B5EF4-FFF2-40B4-BE49-F238E27FC236}">
                  <a16:creationId xmlns:a16="http://schemas.microsoft.com/office/drawing/2014/main" id="{A38ACA66-D19D-209C-D4AE-0594D50B6F16}"/>
                </a:ext>
              </a:extLst>
            </p:cNvPr>
            <p:cNvSpPr/>
            <p:nvPr/>
          </p:nvSpPr>
          <p:spPr>
            <a:xfrm>
              <a:off x="223232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5">
              <a:extLst>
                <a:ext uri="{FF2B5EF4-FFF2-40B4-BE49-F238E27FC236}">
                  <a16:creationId xmlns:a16="http://schemas.microsoft.com/office/drawing/2014/main" id="{C555AD7D-A6E3-9DB2-0E5E-6C213BD050DD}"/>
                </a:ext>
              </a:extLst>
            </p:cNvPr>
            <p:cNvSpPr/>
            <p:nvPr/>
          </p:nvSpPr>
          <p:spPr>
            <a:xfrm>
              <a:off x="2251204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6">
              <a:extLst>
                <a:ext uri="{FF2B5EF4-FFF2-40B4-BE49-F238E27FC236}">
                  <a16:creationId xmlns:a16="http://schemas.microsoft.com/office/drawing/2014/main" id="{BC594A44-4F0A-3A6E-0270-0A57EECCDC9E}"/>
                </a:ext>
              </a:extLst>
            </p:cNvPr>
            <p:cNvSpPr/>
            <p:nvPr/>
          </p:nvSpPr>
          <p:spPr>
            <a:xfrm>
              <a:off x="2251204" y="955476"/>
              <a:ext cx="916574" cy="914399"/>
            </a:xfrm>
            <a:custGeom>
              <a:avLst/>
              <a:gdLst/>
              <a:ahLst/>
              <a:cxnLst/>
              <a:rect l="0" t="0" r="0" b="0"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7">
              <a:extLst>
                <a:ext uri="{FF2B5EF4-FFF2-40B4-BE49-F238E27FC236}">
                  <a16:creationId xmlns:a16="http://schemas.microsoft.com/office/drawing/2014/main" id="{05F26B7C-4B70-8E04-5CA9-322F5D75DDB0}"/>
                </a:ext>
              </a:extLst>
            </p:cNvPr>
            <p:cNvSpPr/>
            <p:nvPr/>
          </p:nvSpPr>
          <p:spPr>
            <a:xfrm>
              <a:off x="3365153" y="937907"/>
              <a:ext cx="914400" cy="925686"/>
            </a:xfrm>
            <a:custGeom>
              <a:avLst/>
              <a:gdLst/>
              <a:ahLst/>
              <a:cxnLst/>
              <a:rect l="0" t="0" r="0" b="0"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8">
              <a:extLst>
                <a:ext uri="{FF2B5EF4-FFF2-40B4-BE49-F238E27FC236}">
                  <a16:creationId xmlns:a16="http://schemas.microsoft.com/office/drawing/2014/main" id="{9250A61B-F6D2-0F6E-5EED-C8BB3C6D1F33}"/>
                </a:ext>
              </a:extLst>
            </p:cNvPr>
            <p:cNvSpPr/>
            <p:nvPr/>
          </p:nvSpPr>
          <p:spPr>
            <a:xfrm>
              <a:off x="336515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69">
              <a:extLst>
                <a:ext uri="{FF2B5EF4-FFF2-40B4-BE49-F238E27FC236}">
                  <a16:creationId xmlns:a16="http://schemas.microsoft.com/office/drawing/2014/main" id="{BDFA98FC-5C65-0F6C-33C6-8F99B50A17A6}"/>
                </a:ext>
              </a:extLst>
            </p:cNvPr>
            <p:cNvSpPr/>
            <p:nvPr/>
          </p:nvSpPr>
          <p:spPr>
            <a:xfrm>
              <a:off x="337459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0">
              <a:extLst>
                <a:ext uri="{FF2B5EF4-FFF2-40B4-BE49-F238E27FC236}">
                  <a16:creationId xmlns:a16="http://schemas.microsoft.com/office/drawing/2014/main" id="{CA735D4C-9060-4FF4-8F9F-9A6ABEC13079}"/>
                </a:ext>
              </a:extLst>
            </p:cNvPr>
            <p:cNvSpPr/>
            <p:nvPr/>
          </p:nvSpPr>
          <p:spPr>
            <a:xfrm>
              <a:off x="338403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1">
              <a:extLst>
                <a:ext uri="{FF2B5EF4-FFF2-40B4-BE49-F238E27FC236}">
                  <a16:creationId xmlns:a16="http://schemas.microsoft.com/office/drawing/2014/main" id="{2C4209E7-A6A0-CC9A-8D97-E3615E343964}"/>
                </a:ext>
              </a:extLst>
            </p:cNvPr>
            <p:cNvSpPr/>
            <p:nvPr/>
          </p:nvSpPr>
          <p:spPr>
            <a:xfrm>
              <a:off x="339347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2">
              <a:extLst>
                <a:ext uri="{FF2B5EF4-FFF2-40B4-BE49-F238E27FC236}">
                  <a16:creationId xmlns:a16="http://schemas.microsoft.com/office/drawing/2014/main" id="{34BAA479-7832-6967-477C-75798C45DFFD}"/>
                </a:ext>
              </a:extLst>
            </p:cNvPr>
            <p:cNvSpPr/>
            <p:nvPr/>
          </p:nvSpPr>
          <p:spPr>
            <a:xfrm>
              <a:off x="340291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3">
              <a:extLst>
                <a:ext uri="{FF2B5EF4-FFF2-40B4-BE49-F238E27FC236}">
                  <a16:creationId xmlns:a16="http://schemas.microsoft.com/office/drawing/2014/main" id="{DD3C1014-91AD-05FE-84F9-84FD922F155D}"/>
                </a:ext>
              </a:extLst>
            </p:cNvPr>
            <p:cNvSpPr/>
            <p:nvPr/>
          </p:nvSpPr>
          <p:spPr>
            <a:xfrm>
              <a:off x="341235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4">
              <a:extLst>
                <a:ext uri="{FF2B5EF4-FFF2-40B4-BE49-F238E27FC236}">
                  <a16:creationId xmlns:a16="http://schemas.microsoft.com/office/drawing/2014/main" id="{46FDB9F9-77BE-6DCC-16D5-33AB4F737D05}"/>
                </a:ext>
              </a:extLst>
            </p:cNvPr>
            <p:cNvSpPr/>
            <p:nvPr/>
          </p:nvSpPr>
          <p:spPr>
            <a:xfrm>
              <a:off x="342179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5">
              <a:extLst>
                <a:ext uri="{FF2B5EF4-FFF2-40B4-BE49-F238E27FC236}">
                  <a16:creationId xmlns:a16="http://schemas.microsoft.com/office/drawing/2014/main" id="{BC9F8159-9F88-BF80-0464-EB723075C0C8}"/>
                </a:ext>
              </a:extLst>
            </p:cNvPr>
            <p:cNvSpPr/>
            <p:nvPr/>
          </p:nvSpPr>
          <p:spPr>
            <a:xfrm>
              <a:off x="343123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6">
              <a:extLst>
                <a:ext uri="{FF2B5EF4-FFF2-40B4-BE49-F238E27FC236}">
                  <a16:creationId xmlns:a16="http://schemas.microsoft.com/office/drawing/2014/main" id="{B1BB7CED-A683-45C2-290E-64072309252D}"/>
                </a:ext>
              </a:extLst>
            </p:cNvPr>
            <p:cNvSpPr/>
            <p:nvPr/>
          </p:nvSpPr>
          <p:spPr>
            <a:xfrm>
              <a:off x="344067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7">
              <a:extLst>
                <a:ext uri="{FF2B5EF4-FFF2-40B4-BE49-F238E27FC236}">
                  <a16:creationId xmlns:a16="http://schemas.microsoft.com/office/drawing/2014/main" id="{316DF683-3E7C-4A18-57BF-B241D528F5DA}"/>
                </a:ext>
              </a:extLst>
            </p:cNvPr>
            <p:cNvSpPr/>
            <p:nvPr/>
          </p:nvSpPr>
          <p:spPr>
            <a:xfrm>
              <a:off x="345011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8">
              <a:extLst>
                <a:ext uri="{FF2B5EF4-FFF2-40B4-BE49-F238E27FC236}">
                  <a16:creationId xmlns:a16="http://schemas.microsoft.com/office/drawing/2014/main" id="{87BDBBDD-7B07-E077-A81C-282BC9E138C4}"/>
                </a:ext>
              </a:extLst>
            </p:cNvPr>
            <p:cNvSpPr/>
            <p:nvPr/>
          </p:nvSpPr>
          <p:spPr>
            <a:xfrm>
              <a:off x="345955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79">
              <a:extLst>
                <a:ext uri="{FF2B5EF4-FFF2-40B4-BE49-F238E27FC236}">
                  <a16:creationId xmlns:a16="http://schemas.microsoft.com/office/drawing/2014/main" id="{84BFF20A-E664-ABA2-17DE-8BDC0E4F4F40}"/>
                </a:ext>
              </a:extLst>
            </p:cNvPr>
            <p:cNvSpPr/>
            <p:nvPr/>
          </p:nvSpPr>
          <p:spPr>
            <a:xfrm>
              <a:off x="346899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0">
              <a:extLst>
                <a:ext uri="{FF2B5EF4-FFF2-40B4-BE49-F238E27FC236}">
                  <a16:creationId xmlns:a16="http://schemas.microsoft.com/office/drawing/2014/main" id="{5296CEAA-3186-1731-65E9-A3E2059079DB}"/>
                </a:ext>
              </a:extLst>
            </p:cNvPr>
            <p:cNvSpPr/>
            <p:nvPr/>
          </p:nvSpPr>
          <p:spPr>
            <a:xfrm>
              <a:off x="347843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1">
              <a:extLst>
                <a:ext uri="{FF2B5EF4-FFF2-40B4-BE49-F238E27FC236}">
                  <a16:creationId xmlns:a16="http://schemas.microsoft.com/office/drawing/2014/main" id="{AE10E93F-1897-BA84-45D0-0649AC47DA9E}"/>
                </a:ext>
              </a:extLst>
            </p:cNvPr>
            <p:cNvSpPr/>
            <p:nvPr/>
          </p:nvSpPr>
          <p:spPr>
            <a:xfrm>
              <a:off x="348787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2">
              <a:extLst>
                <a:ext uri="{FF2B5EF4-FFF2-40B4-BE49-F238E27FC236}">
                  <a16:creationId xmlns:a16="http://schemas.microsoft.com/office/drawing/2014/main" id="{F11BC2C1-DDAF-277B-EC51-F433D1A4EB43}"/>
                </a:ext>
              </a:extLst>
            </p:cNvPr>
            <p:cNvSpPr/>
            <p:nvPr/>
          </p:nvSpPr>
          <p:spPr>
            <a:xfrm>
              <a:off x="349731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3">
              <a:extLst>
                <a:ext uri="{FF2B5EF4-FFF2-40B4-BE49-F238E27FC236}">
                  <a16:creationId xmlns:a16="http://schemas.microsoft.com/office/drawing/2014/main" id="{9D5061F6-91E3-684B-037B-506174EFB842}"/>
                </a:ext>
              </a:extLst>
            </p:cNvPr>
            <p:cNvSpPr/>
            <p:nvPr/>
          </p:nvSpPr>
          <p:spPr>
            <a:xfrm>
              <a:off x="350675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4">
              <a:extLst>
                <a:ext uri="{FF2B5EF4-FFF2-40B4-BE49-F238E27FC236}">
                  <a16:creationId xmlns:a16="http://schemas.microsoft.com/office/drawing/2014/main" id="{18EF9CD8-A699-4088-9437-851CF06D0FE4}"/>
                </a:ext>
              </a:extLst>
            </p:cNvPr>
            <p:cNvSpPr/>
            <p:nvPr/>
          </p:nvSpPr>
          <p:spPr>
            <a:xfrm>
              <a:off x="351619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5">
              <a:extLst>
                <a:ext uri="{FF2B5EF4-FFF2-40B4-BE49-F238E27FC236}">
                  <a16:creationId xmlns:a16="http://schemas.microsoft.com/office/drawing/2014/main" id="{98455644-F84F-F357-72BA-EF49D1D4DC5D}"/>
                </a:ext>
              </a:extLst>
            </p:cNvPr>
            <p:cNvSpPr/>
            <p:nvPr/>
          </p:nvSpPr>
          <p:spPr>
            <a:xfrm>
              <a:off x="352563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6">
              <a:extLst>
                <a:ext uri="{FF2B5EF4-FFF2-40B4-BE49-F238E27FC236}">
                  <a16:creationId xmlns:a16="http://schemas.microsoft.com/office/drawing/2014/main" id="{94277ACD-C7CF-4460-ABA8-A6A59833E2C1}"/>
                </a:ext>
              </a:extLst>
            </p:cNvPr>
            <p:cNvSpPr/>
            <p:nvPr/>
          </p:nvSpPr>
          <p:spPr>
            <a:xfrm>
              <a:off x="353507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7">
              <a:extLst>
                <a:ext uri="{FF2B5EF4-FFF2-40B4-BE49-F238E27FC236}">
                  <a16:creationId xmlns:a16="http://schemas.microsoft.com/office/drawing/2014/main" id="{E8612163-461B-1960-F584-2693950FC58C}"/>
                </a:ext>
              </a:extLst>
            </p:cNvPr>
            <p:cNvSpPr/>
            <p:nvPr/>
          </p:nvSpPr>
          <p:spPr>
            <a:xfrm>
              <a:off x="354451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8">
              <a:extLst>
                <a:ext uri="{FF2B5EF4-FFF2-40B4-BE49-F238E27FC236}">
                  <a16:creationId xmlns:a16="http://schemas.microsoft.com/office/drawing/2014/main" id="{F9EBB3B0-8C7E-1632-873F-02A00ECB05CA}"/>
                </a:ext>
              </a:extLst>
            </p:cNvPr>
            <p:cNvSpPr/>
            <p:nvPr/>
          </p:nvSpPr>
          <p:spPr>
            <a:xfrm>
              <a:off x="355395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89">
              <a:extLst>
                <a:ext uri="{FF2B5EF4-FFF2-40B4-BE49-F238E27FC236}">
                  <a16:creationId xmlns:a16="http://schemas.microsoft.com/office/drawing/2014/main" id="{AF654F02-554A-D164-BE26-8C1427228E67}"/>
                </a:ext>
              </a:extLst>
            </p:cNvPr>
            <p:cNvSpPr/>
            <p:nvPr/>
          </p:nvSpPr>
          <p:spPr>
            <a:xfrm>
              <a:off x="356339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0">
              <a:extLst>
                <a:ext uri="{FF2B5EF4-FFF2-40B4-BE49-F238E27FC236}">
                  <a16:creationId xmlns:a16="http://schemas.microsoft.com/office/drawing/2014/main" id="{90D23774-D05A-F5BA-B3F6-F0393DA6D2CD}"/>
                </a:ext>
              </a:extLst>
            </p:cNvPr>
            <p:cNvSpPr/>
            <p:nvPr/>
          </p:nvSpPr>
          <p:spPr>
            <a:xfrm>
              <a:off x="357283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1">
              <a:extLst>
                <a:ext uri="{FF2B5EF4-FFF2-40B4-BE49-F238E27FC236}">
                  <a16:creationId xmlns:a16="http://schemas.microsoft.com/office/drawing/2014/main" id="{2D407B34-4462-659F-950B-EFC191A89A47}"/>
                </a:ext>
              </a:extLst>
            </p:cNvPr>
            <p:cNvSpPr/>
            <p:nvPr/>
          </p:nvSpPr>
          <p:spPr>
            <a:xfrm>
              <a:off x="358227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2">
              <a:extLst>
                <a:ext uri="{FF2B5EF4-FFF2-40B4-BE49-F238E27FC236}">
                  <a16:creationId xmlns:a16="http://schemas.microsoft.com/office/drawing/2014/main" id="{1F612E81-5C54-CE36-5DE6-5B4FAFB8FE73}"/>
                </a:ext>
              </a:extLst>
            </p:cNvPr>
            <p:cNvSpPr/>
            <p:nvPr/>
          </p:nvSpPr>
          <p:spPr>
            <a:xfrm>
              <a:off x="359171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3">
              <a:extLst>
                <a:ext uri="{FF2B5EF4-FFF2-40B4-BE49-F238E27FC236}">
                  <a16:creationId xmlns:a16="http://schemas.microsoft.com/office/drawing/2014/main" id="{6530168D-B0F6-35F7-2279-6ECF833BCEA2}"/>
                </a:ext>
              </a:extLst>
            </p:cNvPr>
            <p:cNvSpPr/>
            <p:nvPr/>
          </p:nvSpPr>
          <p:spPr>
            <a:xfrm>
              <a:off x="360115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4">
              <a:extLst>
                <a:ext uri="{FF2B5EF4-FFF2-40B4-BE49-F238E27FC236}">
                  <a16:creationId xmlns:a16="http://schemas.microsoft.com/office/drawing/2014/main" id="{29B526EA-E95E-9F48-FF55-BF2EBDAD2B5F}"/>
                </a:ext>
              </a:extLst>
            </p:cNvPr>
            <p:cNvSpPr/>
            <p:nvPr/>
          </p:nvSpPr>
          <p:spPr>
            <a:xfrm>
              <a:off x="361059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5">
              <a:extLst>
                <a:ext uri="{FF2B5EF4-FFF2-40B4-BE49-F238E27FC236}">
                  <a16:creationId xmlns:a16="http://schemas.microsoft.com/office/drawing/2014/main" id="{E32E57A4-9590-FE3C-12A1-D4DD7BE5A489}"/>
                </a:ext>
              </a:extLst>
            </p:cNvPr>
            <p:cNvSpPr/>
            <p:nvPr/>
          </p:nvSpPr>
          <p:spPr>
            <a:xfrm>
              <a:off x="362003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6">
              <a:extLst>
                <a:ext uri="{FF2B5EF4-FFF2-40B4-BE49-F238E27FC236}">
                  <a16:creationId xmlns:a16="http://schemas.microsoft.com/office/drawing/2014/main" id="{9CF01985-96AE-D011-0E44-2C0241064A57}"/>
                </a:ext>
              </a:extLst>
            </p:cNvPr>
            <p:cNvSpPr/>
            <p:nvPr/>
          </p:nvSpPr>
          <p:spPr>
            <a:xfrm>
              <a:off x="362947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7">
              <a:extLst>
                <a:ext uri="{FF2B5EF4-FFF2-40B4-BE49-F238E27FC236}">
                  <a16:creationId xmlns:a16="http://schemas.microsoft.com/office/drawing/2014/main" id="{4F190324-55C8-852A-6729-128BB906776A}"/>
                </a:ext>
              </a:extLst>
            </p:cNvPr>
            <p:cNvSpPr/>
            <p:nvPr/>
          </p:nvSpPr>
          <p:spPr>
            <a:xfrm>
              <a:off x="363891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8">
              <a:extLst>
                <a:ext uri="{FF2B5EF4-FFF2-40B4-BE49-F238E27FC236}">
                  <a16:creationId xmlns:a16="http://schemas.microsoft.com/office/drawing/2014/main" id="{973339B1-B816-BD91-1523-9100C04DE702}"/>
                </a:ext>
              </a:extLst>
            </p:cNvPr>
            <p:cNvSpPr/>
            <p:nvPr/>
          </p:nvSpPr>
          <p:spPr>
            <a:xfrm>
              <a:off x="364836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299">
              <a:extLst>
                <a:ext uri="{FF2B5EF4-FFF2-40B4-BE49-F238E27FC236}">
                  <a16:creationId xmlns:a16="http://schemas.microsoft.com/office/drawing/2014/main" id="{FEF2B2A5-C050-1F43-2C87-8FE0D45870E0}"/>
                </a:ext>
              </a:extLst>
            </p:cNvPr>
            <p:cNvSpPr/>
            <p:nvPr/>
          </p:nvSpPr>
          <p:spPr>
            <a:xfrm>
              <a:off x="365780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0">
              <a:extLst>
                <a:ext uri="{FF2B5EF4-FFF2-40B4-BE49-F238E27FC236}">
                  <a16:creationId xmlns:a16="http://schemas.microsoft.com/office/drawing/2014/main" id="{0E11331B-3110-2EF1-5EAA-AE7A2EA8759E}"/>
                </a:ext>
              </a:extLst>
            </p:cNvPr>
            <p:cNvSpPr/>
            <p:nvPr/>
          </p:nvSpPr>
          <p:spPr>
            <a:xfrm>
              <a:off x="366724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1">
              <a:extLst>
                <a:ext uri="{FF2B5EF4-FFF2-40B4-BE49-F238E27FC236}">
                  <a16:creationId xmlns:a16="http://schemas.microsoft.com/office/drawing/2014/main" id="{486ED444-9E89-060D-2989-E4E2241A354E}"/>
                </a:ext>
              </a:extLst>
            </p:cNvPr>
            <p:cNvSpPr/>
            <p:nvPr/>
          </p:nvSpPr>
          <p:spPr>
            <a:xfrm>
              <a:off x="367668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2">
              <a:extLst>
                <a:ext uri="{FF2B5EF4-FFF2-40B4-BE49-F238E27FC236}">
                  <a16:creationId xmlns:a16="http://schemas.microsoft.com/office/drawing/2014/main" id="{573578FB-E4B9-57F6-663C-35E811B83728}"/>
                </a:ext>
              </a:extLst>
            </p:cNvPr>
            <p:cNvSpPr/>
            <p:nvPr/>
          </p:nvSpPr>
          <p:spPr>
            <a:xfrm>
              <a:off x="368612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3">
              <a:extLst>
                <a:ext uri="{FF2B5EF4-FFF2-40B4-BE49-F238E27FC236}">
                  <a16:creationId xmlns:a16="http://schemas.microsoft.com/office/drawing/2014/main" id="{8D57FD80-20E8-4F8E-7151-9F6D811BC5B9}"/>
                </a:ext>
              </a:extLst>
            </p:cNvPr>
            <p:cNvSpPr/>
            <p:nvPr/>
          </p:nvSpPr>
          <p:spPr>
            <a:xfrm>
              <a:off x="369556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4">
              <a:extLst>
                <a:ext uri="{FF2B5EF4-FFF2-40B4-BE49-F238E27FC236}">
                  <a16:creationId xmlns:a16="http://schemas.microsoft.com/office/drawing/2014/main" id="{6A87A32F-DA07-CBD5-35FF-C952C129081B}"/>
                </a:ext>
              </a:extLst>
            </p:cNvPr>
            <p:cNvSpPr/>
            <p:nvPr/>
          </p:nvSpPr>
          <p:spPr>
            <a:xfrm>
              <a:off x="370500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5">
              <a:extLst>
                <a:ext uri="{FF2B5EF4-FFF2-40B4-BE49-F238E27FC236}">
                  <a16:creationId xmlns:a16="http://schemas.microsoft.com/office/drawing/2014/main" id="{347E9063-405C-C26C-9F4F-6AEFA23AF03C}"/>
                </a:ext>
              </a:extLst>
            </p:cNvPr>
            <p:cNvSpPr/>
            <p:nvPr/>
          </p:nvSpPr>
          <p:spPr>
            <a:xfrm>
              <a:off x="371444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6">
              <a:extLst>
                <a:ext uri="{FF2B5EF4-FFF2-40B4-BE49-F238E27FC236}">
                  <a16:creationId xmlns:a16="http://schemas.microsoft.com/office/drawing/2014/main" id="{00CE9B3C-9207-6346-7356-C47C164896FF}"/>
                </a:ext>
              </a:extLst>
            </p:cNvPr>
            <p:cNvSpPr/>
            <p:nvPr/>
          </p:nvSpPr>
          <p:spPr>
            <a:xfrm>
              <a:off x="372388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7">
              <a:extLst>
                <a:ext uri="{FF2B5EF4-FFF2-40B4-BE49-F238E27FC236}">
                  <a16:creationId xmlns:a16="http://schemas.microsoft.com/office/drawing/2014/main" id="{010D2AF1-E5BE-32DA-39E9-8167DBEBF631}"/>
                </a:ext>
              </a:extLst>
            </p:cNvPr>
            <p:cNvSpPr/>
            <p:nvPr/>
          </p:nvSpPr>
          <p:spPr>
            <a:xfrm>
              <a:off x="373332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8">
              <a:extLst>
                <a:ext uri="{FF2B5EF4-FFF2-40B4-BE49-F238E27FC236}">
                  <a16:creationId xmlns:a16="http://schemas.microsoft.com/office/drawing/2014/main" id="{B3241832-5F98-16FF-C965-3854A577C242}"/>
                </a:ext>
              </a:extLst>
            </p:cNvPr>
            <p:cNvSpPr/>
            <p:nvPr/>
          </p:nvSpPr>
          <p:spPr>
            <a:xfrm>
              <a:off x="374276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09">
              <a:extLst>
                <a:ext uri="{FF2B5EF4-FFF2-40B4-BE49-F238E27FC236}">
                  <a16:creationId xmlns:a16="http://schemas.microsoft.com/office/drawing/2014/main" id="{C836ADC5-43C8-6F41-07C6-DEC9CE68C33B}"/>
                </a:ext>
              </a:extLst>
            </p:cNvPr>
            <p:cNvSpPr/>
            <p:nvPr/>
          </p:nvSpPr>
          <p:spPr>
            <a:xfrm>
              <a:off x="375220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0">
              <a:extLst>
                <a:ext uri="{FF2B5EF4-FFF2-40B4-BE49-F238E27FC236}">
                  <a16:creationId xmlns:a16="http://schemas.microsoft.com/office/drawing/2014/main" id="{192A388B-1CB8-410A-75EA-237FB00D8DC6}"/>
                </a:ext>
              </a:extLst>
            </p:cNvPr>
            <p:cNvSpPr/>
            <p:nvPr/>
          </p:nvSpPr>
          <p:spPr>
            <a:xfrm>
              <a:off x="376164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1">
              <a:extLst>
                <a:ext uri="{FF2B5EF4-FFF2-40B4-BE49-F238E27FC236}">
                  <a16:creationId xmlns:a16="http://schemas.microsoft.com/office/drawing/2014/main" id="{7467F38D-F4FB-7148-CD7F-7E7FFD570A42}"/>
                </a:ext>
              </a:extLst>
            </p:cNvPr>
            <p:cNvSpPr/>
            <p:nvPr/>
          </p:nvSpPr>
          <p:spPr>
            <a:xfrm>
              <a:off x="377108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2">
              <a:extLst>
                <a:ext uri="{FF2B5EF4-FFF2-40B4-BE49-F238E27FC236}">
                  <a16:creationId xmlns:a16="http://schemas.microsoft.com/office/drawing/2014/main" id="{B796F858-59A1-D5DA-D92C-B7FB771A3F4E}"/>
                </a:ext>
              </a:extLst>
            </p:cNvPr>
            <p:cNvSpPr/>
            <p:nvPr/>
          </p:nvSpPr>
          <p:spPr>
            <a:xfrm>
              <a:off x="378052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3">
              <a:extLst>
                <a:ext uri="{FF2B5EF4-FFF2-40B4-BE49-F238E27FC236}">
                  <a16:creationId xmlns:a16="http://schemas.microsoft.com/office/drawing/2014/main" id="{E834EA39-8736-818F-98B1-083CB8CB2C17}"/>
                </a:ext>
              </a:extLst>
            </p:cNvPr>
            <p:cNvSpPr/>
            <p:nvPr/>
          </p:nvSpPr>
          <p:spPr>
            <a:xfrm>
              <a:off x="378996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4">
              <a:extLst>
                <a:ext uri="{FF2B5EF4-FFF2-40B4-BE49-F238E27FC236}">
                  <a16:creationId xmlns:a16="http://schemas.microsoft.com/office/drawing/2014/main" id="{45619CA8-DA6D-F2A0-2122-747288C46F7B}"/>
                </a:ext>
              </a:extLst>
            </p:cNvPr>
            <p:cNvSpPr/>
            <p:nvPr/>
          </p:nvSpPr>
          <p:spPr>
            <a:xfrm>
              <a:off x="379940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5">
              <a:extLst>
                <a:ext uri="{FF2B5EF4-FFF2-40B4-BE49-F238E27FC236}">
                  <a16:creationId xmlns:a16="http://schemas.microsoft.com/office/drawing/2014/main" id="{EF5EAF4D-315E-7297-1379-FC0ED24C35A7}"/>
                </a:ext>
              </a:extLst>
            </p:cNvPr>
            <p:cNvSpPr/>
            <p:nvPr/>
          </p:nvSpPr>
          <p:spPr>
            <a:xfrm>
              <a:off x="380884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6">
              <a:extLst>
                <a:ext uri="{FF2B5EF4-FFF2-40B4-BE49-F238E27FC236}">
                  <a16:creationId xmlns:a16="http://schemas.microsoft.com/office/drawing/2014/main" id="{00980EC2-47A4-4B4E-0069-12D25BA2141E}"/>
                </a:ext>
              </a:extLst>
            </p:cNvPr>
            <p:cNvSpPr/>
            <p:nvPr/>
          </p:nvSpPr>
          <p:spPr>
            <a:xfrm>
              <a:off x="381828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7">
              <a:extLst>
                <a:ext uri="{FF2B5EF4-FFF2-40B4-BE49-F238E27FC236}">
                  <a16:creationId xmlns:a16="http://schemas.microsoft.com/office/drawing/2014/main" id="{A4BB1F3D-4172-3D9A-D7D3-70D058F6071B}"/>
                </a:ext>
              </a:extLst>
            </p:cNvPr>
            <p:cNvSpPr/>
            <p:nvPr/>
          </p:nvSpPr>
          <p:spPr>
            <a:xfrm>
              <a:off x="382772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8">
              <a:extLst>
                <a:ext uri="{FF2B5EF4-FFF2-40B4-BE49-F238E27FC236}">
                  <a16:creationId xmlns:a16="http://schemas.microsoft.com/office/drawing/2014/main" id="{E3CD8AD1-D154-71C2-BE6F-D285BD3FD183}"/>
                </a:ext>
              </a:extLst>
            </p:cNvPr>
            <p:cNvSpPr/>
            <p:nvPr/>
          </p:nvSpPr>
          <p:spPr>
            <a:xfrm>
              <a:off x="383716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19">
              <a:extLst>
                <a:ext uri="{FF2B5EF4-FFF2-40B4-BE49-F238E27FC236}">
                  <a16:creationId xmlns:a16="http://schemas.microsoft.com/office/drawing/2014/main" id="{D812E727-8527-2434-FAE9-E45334AB65B9}"/>
                </a:ext>
              </a:extLst>
            </p:cNvPr>
            <p:cNvSpPr/>
            <p:nvPr/>
          </p:nvSpPr>
          <p:spPr>
            <a:xfrm>
              <a:off x="3846605" y="955476"/>
              <a:ext cx="919473" cy="914399"/>
            </a:xfrm>
            <a:custGeom>
              <a:avLst/>
              <a:gdLst/>
              <a:ahLst/>
              <a:cxnLst/>
              <a:rect l="0" t="0" r="0" b="0"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0">
              <a:extLst>
                <a:ext uri="{FF2B5EF4-FFF2-40B4-BE49-F238E27FC236}">
                  <a16:creationId xmlns:a16="http://schemas.microsoft.com/office/drawing/2014/main" id="{B2761722-BD59-79B7-EF68-C4FA6374A0B3}"/>
                </a:ext>
              </a:extLst>
            </p:cNvPr>
            <p:cNvSpPr/>
            <p:nvPr/>
          </p:nvSpPr>
          <p:spPr>
            <a:xfrm>
              <a:off x="210960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1">
              <a:extLst>
                <a:ext uri="{FF2B5EF4-FFF2-40B4-BE49-F238E27FC236}">
                  <a16:creationId xmlns:a16="http://schemas.microsoft.com/office/drawing/2014/main" id="{82D32547-5AD5-1B20-001D-F3EFB7FD003B}"/>
                </a:ext>
              </a:extLst>
            </p:cNvPr>
            <p:cNvSpPr/>
            <p:nvPr/>
          </p:nvSpPr>
          <p:spPr>
            <a:xfrm>
              <a:off x="211904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2">
              <a:extLst>
                <a:ext uri="{FF2B5EF4-FFF2-40B4-BE49-F238E27FC236}">
                  <a16:creationId xmlns:a16="http://schemas.microsoft.com/office/drawing/2014/main" id="{A53F87AE-64D6-F582-B125-70978C94BF6E}"/>
                </a:ext>
              </a:extLst>
            </p:cNvPr>
            <p:cNvSpPr/>
            <p:nvPr/>
          </p:nvSpPr>
          <p:spPr>
            <a:xfrm>
              <a:off x="2128481" y="92033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3">
              <a:extLst>
                <a:ext uri="{FF2B5EF4-FFF2-40B4-BE49-F238E27FC236}">
                  <a16:creationId xmlns:a16="http://schemas.microsoft.com/office/drawing/2014/main" id="{8EAAC8E6-96E0-3B6D-3B4B-91DC09DEB635}"/>
                </a:ext>
              </a:extLst>
            </p:cNvPr>
            <p:cNvSpPr/>
            <p:nvPr/>
          </p:nvSpPr>
          <p:spPr>
            <a:xfrm>
              <a:off x="212848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4">
              <a:extLst>
                <a:ext uri="{FF2B5EF4-FFF2-40B4-BE49-F238E27FC236}">
                  <a16:creationId xmlns:a16="http://schemas.microsoft.com/office/drawing/2014/main" id="{0F2B0D14-D591-D8B3-B5AA-B009BA742758}"/>
                </a:ext>
              </a:extLst>
            </p:cNvPr>
            <p:cNvSpPr/>
            <p:nvPr/>
          </p:nvSpPr>
          <p:spPr>
            <a:xfrm>
              <a:off x="213792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5">
              <a:extLst>
                <a:ext uri="{FF2B5EF4-FFF2-40B4-BE49-F238E27FC236}">
                  <a16:creationId xmlns:a16="http://schemas.microsoft.com/office/drawing/2014/main" id="{4987EF1C-250C-B1E1-0A1D-F7862B230A18}"/>
                </a:ext>
              </a:extLst>
            </p:cNvPr>
            <p:cNvSpPr/>
            <p:nvPr/>
          </p:nvSpPr>
          <p:spPr>
            <a:xfrm>
              <a:off x="214736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6">
              <a:extLst>
                <a:ext uri="{FF2B5EF4-FFF2-40B4-BE49-F238E27FC236}">
                  <a16:creationId xmlns:a16="http://schemas.microsoft.com/office/drawing/2014/main" id="{6EC1957D-FCC8-8CA4-5D9C-6DA6F646632B}"/>
                </a:ext>
              </a:extLst>
            </p:cNvPr>
            <p:cNvSpPr/>
            <p:nvPr/>
          </p:nvSpPr>
          <p:spPr>
            <a:xfrm>
              <a:off x="215680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7">
              <a:extLst>
                <a:ext uri="{FF2B5EF4-FFF2-40B4-BE49-F238E27FC236}">
                  <a16:creationId xmlns:a16="http://schemas.microsoft.com/office/drawing/2014/main" id="{7352604D-E67B-5E25-011B-8965000FAA12}"/>
                </a:ext>
              </a:extLst>
            </p:cNvPr>
            <p:cNvSpPr/>
            <p:nvPr/>
          </p:nvSpPr>
          <p:spPr>
            <a:xfrm>
              <a:off x="216624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8">
              <a:extLst>
                <a:ext uri="{FF2B5EF4-FFF2-40B4-BE49-F238E27FC236}">
                  <a16:creationId xmlns:a16="http://schemas.microsoft.com/office/drawing/2014/main" id="{85B8D1BB-A879-3ED6-D73F-B510B6D58D2A}"/>
                </a:ext>
              </a:extLst>
            </p:cNvPr>
            <p:cNvSpPr/>
            <p:nvPr/>
          </p:nvSpPr>
          <p:spPr>
            <a:xfrm>
              <a:off x="217568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29">
              <a:extLst>
                <a:ext uri="{FF2B5EF4-FFF2-40B4-BE49-F238E27FC236}">
                  <a16:creationId xmlns:a16="http://schemas.microsoft.com/office/drawing/2014/main" id="{1EB683C1-6C21-7A35-B556-37C84EE41EA0}"/>
                </a:ext>
              </a:extLst>
            </p:cNvPr>
            <p:cNvSpPr/>
            <p:nvPr/>
          </p:nvSpPr>
          <p:spPr>
            <a:xfrm>
              <a:off x="218512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0">
              <a:extLst>
                <a:ext uri="{FF2B5EF4-FFF2-40B4-BE49-F238E27FC236}">
                  <a16:creationId xmlns:a16="http://schemas.microsoft.com/office/drawing/2014/main" id="{8262F314-3AF1-DB95-1F54-CECDE373D345}"/>
                </a:ext>
              </a:extLst>
            </p:cNvPr>
            <p:cNvSpPr/>
            <p:nvPr/>
          </p:nvSpPr>
          <p:spPr>
            <a:xfrm>
              <a:off x="219456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1">
              <a:extLst>
                <a:ext uri="{FF2B5EF4-FFF2-40B4-BE49-F238E27FC236}">
                  <a16:creationId xmlns:a16="http://schemas.microsoft.com/office/drawing/2014/main" id="{5AC1541A-E4CF-BEC3-F31E-9EFFA1B02799}"/>
                </a:ext>
              </a:extLst>
            </p:cNvPr>
            <p:cNvSpPr/>
            <p:nvPr/>
          </p:nvSpPr>
          <p:spPr>
            <a:xfrm>
              <a:off x="220400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2">
              <a:extLst>
                <a:ext uri="{FF2B5EF4-FFF2-40B4-BE49-F238E27FC236}">
                  <a16:creationId xmlns:a16="http://schemas.microsoft.com/office/drawing/2014/main" id="{5A2FAC56-F584-C558-16F9-CCD1E6950328}"/>
                </a:ext>
              </a:extLst>
            </p:cNvPr>
            <p:cNvSpPr/>
            <p:nvPr/>
          </p:nvSpPr>
          <p:spPr>
            <a:xfrm>
              <a:off x="221344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3">
              <a:extLst>
                <a:ext uri="{FF2B5EF4-FFF2-40B4-BE49-F238E27FC236}">
                  <a16:creationId xmlns:a16="http://schemas.microsoft.com/office/drawing/2014/main" id="{C7365330-2DF9-C462-05EE-74157D055268}"/>
                </a:ext>
              </a:extLst>
            </p:cNvPr>
            <p:cNvSpPr/>
            <p:nvPr/>
          </p:nvSpPr>
          <p:spPr>
            <a:xfrm>
              <a:off x="2232324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4">
              <a:extLst>
                <a:ext uri="{FF2B5EF4-FFF2-40B4-BE49-F238E27FC236}">
                  <a16:creationId xmlns:a16="http://schemas.microsoft.com/office/drawing/2014/main" id="{B72CF37D-5BF7-4944-DE13-0EA196BF5449}"/>
                </a:ext>
              </a:extLst>
            </p:cNvPr>
            <p:cNvSpPr/>
            <p:nvPr/>
          </p:nvSpPr>
          <p:spPr>
            <a:xfrm>
              <a:off x="2241764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5">
              <a:extLst>
                <a:ext uri="{FF2B5EF4-FFF2-40B4-BE49-F238E27FC236}">
                  <a16:creationId xmlns:a16="http://schemas.microsoft.com/office/drawing/2014/main" id="{2C77DFEB-9372-96A3-AA41-678B2C7A5463}"/>
                </a:ext>
              </a:extLst>
            </p:cNvPr>
            <p:cNvSpPr/>
            <p:nvPr/>
          </p:nvSpPr>
          <p:spPr>
            <a:xfrm>
              <a:off x="2241764" y="937907"/>
              <a:ext cx="914856" cy="914399"/>
            </a:xfrm>
            <a:custGeom>
              <a:avLst/>
              <a:gdLst/>
              <a:ahLst/>
              <a:cxnLst/>
              <a:rect l="0" t="0" r="0" b="0"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6">
              <a:extLst>
                <a:ext uri="{FF2B5EF4-FFF2-40B4-BE49-F238E27FC236}">
                  <a16:creationId xmlns:a16="http://schemas.microsoft.com/office/drawing/2014/main" id="{64CF6D61-DA7F-1B5E-037E-B67F42E99ECD}"/>
                </a:ext>
              </a:extLst>
            </p:cNvPr>
            <p:cNvSpPr/>
            <p:nvPr/>
          </p:nvSpPr>
          <p:spPr>
            <a:xfrm>
              <a:off x="3355712" y="920337"/>
              <a:ext cx="914400" cy="929090"/>
            </a:xfrm>
            <a:custGeom>
              <a:avLst/>
              <a:gdLst/>
              <a:ahLst/>
              <a:cxnLst/>
              <a:rect l="0" t="0" r="0" b="0"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7">
              <a:extLst>
                <a:ext uri="{FF2B5EF4-FFF2-40B4-BE49-F238E27FC236}">
                  <a16:creationId xmlns:a16="http://schemas.microsoft.com/office/drawing/2014/main" id="{28E833E6-6D61-72AA-CD04-FC5A5CE23D85}"/>
                </a:ext>
              </a:extLst>
            </p:cNvPr>
            <p:cNvSpPr/>
            <p:nvPr/>
          </p:nvSpPr>
          <p:spPr>
            <a:xfrm>
              <a:off x="335571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8">
              <a:extLst>
                <a:ext uri="{FF2B5EF4-FFF2-40B4-BE49-F238E27FC236}">
                  <a16:creationId xmlns:a16="http://schemas.microsoft.com/office/drawing/2014/main" id="{B1055C35-6F67-E2A4-6A90-63541AEF6F29}"/>
                </a:ext>
              </a:extLst>
            </p:cNvPr>
            <p:cNvSpPr/>
            <p:nvPr/>
          </p:nvSpPr>
          <p:spPr>
            <a:xfrm>
              <a:off x="336515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39">
              <a:extLst>
                <a:ext uri="{FF2B5EF4-FFF2-40B4-BE49-F238E27FC236}">
                  <a16:creationId xmlns:a16="http://schemas.microsoft.com/office/drawing/2014/main" id="{760B37E2-C9C9-A643-5334-EEFA597712F5}"/>
                </a:ext>
              </a:extLst>
            </p:cNvPr>
            <p:cNvSpPr/>
            <p:nvPr/>
          </p:nvSpPr>
          <p:spPr>
            <a:xfrm>
              <a:off x="337459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0">
              <a:extLst>
                <a:ext uri="{FF2B5EF4-FFF2-40B4-BE49-F238E27FC236}">
                  <a16:creationId xmlns:a16="http://schemas.microsoft.com/office/drawing/2014/main" id="{241FE088-F663-BDD7-B6FA-75DEE4140237}"/>
                </a:ext>
              </a:extLst>
            </p:cNvPr>
            <p:cNvSpPr/>
            <p:nvPr/>
          </p:nvSpPr>
          <p:spPr>
            <a:xfrm>
              <a:off x="338403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1">
              <a:extLst>
                <a:ext uri="{FF2B5EF4-FFF2-40B4-BE49-F238E27FC236}">
                  <a16:creationId xmlns:a16="http://schemas.microsoft.com/office/drawing/2014/main" id="{FDA2F79C-4A6C-6875-9E67-60BE8A0E9027}"/>
                </a:ext>
              </a:extLst>
            </p:cNvPr>
            <p:cNvSpPr/>
            <p:nvPr/>
          </p:nvSpPr>
          <p:spPr>
            <a:xfrm>
              <a:off x="339347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2">
              <a:extLst>
                <a:ext uri="{FF2B5EF4-FFF2-40B4-BE49-F238E27FC236}">
                  <a16:creationId xmlns:a16="http://schemas.microsoft.com/office/drawing/2014/main" id="{118C6026-1335-34B0-E2A4-0A22352EF3E7}"/>
                </a:ext>
              </a:extLst>
            </p:cNvPr>
            <p:cNvSpPr/>
            <p:nvPr/>
          </p:nvSpPr>
          <p:spPr>
            <a:xfrm>
              <a:off x="340291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3">
              <a:extLst>
                <a:ext uri="{FF2B5EF4-FFF2-40B4-BE49-F238E27FC236}">
                  <a16:creationId xmlns:a16="http://schemas.microsoft.com/office/drawing/2014/main" id="{7CBC0335-82D1-D3F2-F47E-87CA85DBF685}"/>
                </a:ext>
              </a:extLst>
            </p:cNvPr>
            <p:cNvSpPr/>
            <p:nvPr/>
          </p:nvSpPr>
          <p:spPr>
            <a:xfrm>
              <a:off x="341235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4">
              <a:extLst>
                <a:ext uri="{FF2B5EF4-FFF2-40B4-BE49-F238E27FC236}">
                  <a16:creationId xmlns:a16="http://schemas.microsoft.com/office/drawing/2014/main" id="{BABCFD33-6F5F-67FD-7A14-4695F6F68138}"/>
                </a:ext>
              </a:extLst>
            </p:cNvPr>
            <p:cNvSpPr/>
            <p:nvPr/>
          </p:nvSpPr>
          <p:spPr>
            <a:xfrm>
              <a:off x="342179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5">
              <a:extLst>
                <a:ext uri="{FF2B5EF4-FFF2-40B4-BE49-F238E27FC236}">
                  <a16:creationId xmlns:a16="http://schemas.microsoft.com/office/drawing/2014/main" id="{A0910F56-3B01-CC94-F75A-A9EAC2C6ABBC}"/>
                </a:ext>
              </a:extLst>
            </p:cNvPr>
            <p:cNvSpPr/>
            <p:nvPr/>
          </p:nvSpPr>
          <p:spPr>
            <a:xfrm>
              <a:off x="343123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6">
              <a:extLst>
                <a:ext uri="{FF2B5EF4-FFF2-40B4-BE49-F238E27FC236}">
                  <a16:creationId xmlns:a16="http://schemas.microsoft.com/office/drawing/2014/main" id="{BD525325-3DA3-9FA9-D4D7-047CFA6E3BCB}"/>
                </a:ext>
              </a:extLst>
            </p:cNvPr>
            <p:cNvSpPr/>
            <p:nvPr/>
          </p:nvSpPr>
          <p:spPr>
            <a:xfrm>
              <a:off x="344067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7">
              <a:extLst>
                <a:ext uri="{FF2B5EF4-FFF2-40B4-BE49-F238E27FC236}">
                  <a16:creationId xmlns:a16="http://schemas.microsoft.com/office/drawing/2014/main" id="{EEC90831-D300-5880-4592-F964ADF79E60}"/>
                </a:ext>
              </a:extLst>
            </p:cNvPr>
            <p:cNvSpPr/>
            <p:nvPr/>
          </p:nvSpPr>
          <p:spPr>
            <a:xfrm>
              <a:off x="345011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8">
              <a:extLst>
                <a:ext uri="{FF2B5EF4-FFF2-40B4-BE49-F238E27FC236}">
                  <a16:creationId xmlns:a16="http://schemas.microsoft.com/office/drawing/2014/main" id="{CF3FECDC-2E96-F95E-CFB9-4FD6A235425C}"/>
                </a:ext>
              </a:extLst>
            </p:cNvPr>
            <p:cNvSpPr/>
            <p:nvPr/>
          </p:nvSpPr>
          <p:spPr>
            <a:xfrm>
              <a:off x="345955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49">
              <a:extLst>
                <a:ext uri="{FF2B5EF4-FFF2-40B4-BE49-F238E27FC236}">
                  <a16:creationId xmlns:a16="http://schemas.microsoft.com/office/drawing/2014/main" id="{A2E29AFC-0782-A62E-6A77-A6052F265CCE}"/>
                </a:ext>
              </a:extLst>
            </p:cNvPr>
            <p:cNvSpPr/>
            <p:nvPr/>
          </p:nvSpPr>
          <p:spPr>
            <a:xfrm>
              <a:off x="346899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0">
              <a:extLst>
                <a:ext uri="{FF2B5EF4-FFF2-40B4-BE49-F238E27FC236}">
                  <a16:creationId xmlns:a16="http://schemas.microsoft.com/office/drawing/2014/main" id="{6CCE1D71-8FB9-5332-4D03-6E8576A75F06}"/>
                </a:ext>
              </a:extLst>
            </p:cNvPr>
            <p:cNvSpPr/>
            <p:nvPr/>
          </p:nvSpPr>
          <p:spPr>
            <a:xfrm>
              <a:off x="347843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1">
              <a:extLst>
                <a:ext uri="{FF2B5EF4-FFF2-40B4-BE49-F238E27FC236}">
                  <a16:creationId xmlns:a16="http://schemas.microsoft.com/office/drawing/2014/main" id="{CA918027-4C17-E22F-BBDB-551AFD9400E3}"/>
                </a:ext>
              </a:extLst>
            </p:cNvPr>
            <p:cNvSpPr/>
            <p:nvPr/>
          </p:nvSpPr>
          <p:spPr>
            <a:xfrm>
              <a:off x="348787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2">
              <a:extLst>
                <a:ext uri="{FF2B5EF4-FFF2-40B4-BE49-F238E27FC236}">
                  <a16:creationId xmlns:a16="http://schemas.microsoft.com/office/drawing/2014/main" id="{BC4EC66C-45F3-C98E-AEEF-E52BD9A3C7D9}"/>
                </a:ext>
              </a:extLst>
            </p:cNvPr>
            <p:cNvSpPr/>
            <p:nvPr/>
          </p:nvSpPr>
          <p:spPr>
            <a:xfrm>
              <a:off x="349731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3">
              <a:extLst>
                <a:ext uri="{FF2B5EF4-FFF2-40B4-BE49-F238E27FC236}">
                  <a16:creationId xmlns:a16="http://schemas.microsoft.com/office/drawing/2014/main" id="{C6A0ACD7-0F1A-6775-5CAA-3EE9252D03BB}"/>
                </a:ext>
              </a:extLst>
            </p:cNvPr>
            <p:cNvSpPr/>
            <p:nvPr/>
          </p:nvSpPr>
          <p:spPr>
            <a:xfrm>
              <a:off x="350675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4">
              <a:extLst>
                <a:ext uri="{FF2B5EF4-FFF2-40B4-BE49-F238E27FC236}">
                  <a16:creationId xmlns:a16="http://schemas.microsoft.com/office/drawing/2014/main" id="{8D8D94ED-EC74-79F8-793A-5D91938A067B}"/>
                </a:ext>
              </a:extLst>
            </p:cNvPr>
            <p:cNvSpPr/>
            <p:nvPr/>
          </p:nvSpPr>
          <p:spPr>
            <a:xfrm>
              <a:off x="351619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5">
              <a:extLst>
                <a:ext uri="{FF2B5EF4-FFF2-40B4-BE49-F238E27FC236}">
                  <a16:creationId xmlns:a16="http://schemas.microsoft.com/office/drawing/2014/main" id="{B09DE4F3-5B78-355C-77DF-6751CC5242E9}"/>
                </a:ext>
              </a:extLst>
            </p:cNvPr>
            <p:cNvSpPr/>
            <p:nvPr/>
          </p:nvSpPr>
          <p:spPr>
            <a:xfrm>
              <a:off x="352563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6">
              <a:extLst>
                <a:ext uri="{FF2B5EF4-FFF2-40B4-BE49-F238E27FC236}">
                  <a16:creationId xmlns:a16="http://schemas.microsoft.com/office/drawing/2014/main" id="{DE8DEFBC-97D1-3788-FF96-B1427FA41FB0}"/>
                </a:ext>
              </a:extLst>
            </p:cNvPr>
            <p:cNvSpPr/>
            <p:nvPr/>
          </p:nvSpPr>
          <p:spPr>
            <a:xfrm>
              <a:off x="353507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7">
              <a:extLst>
                <a:ext uri="{FF2B5EF4-FFF2-40B4-BE49-F238E27FC236}">
                  <a16:creationId xmlns:a16="http://schemas.microsoft.com/office/drawing/2014/main" id="{D414B9C4-7D26-E1E7-21C6-E93708B5A231}"/>
                </a:ext>
              </a:extLst>
            </p:cNvPr>
            <p:cNvSpPr/>
            <p:nvPr/>
          </p:nvSpPr>
          <p:spPr>
            <a:xfrm>
              <a:off x="354451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8">
              <a:extLst>
                <a:ext uri="{FF2B5EF4-FFF2-40B4-BE49-F238E27FC236}">
                  <a16:creationId xmlns:a16="http://schemas.microsoft.com/office/drawing/2014/main" id="{3ACEA861-6FCC-0562-DB91-BD5EA450D887}"/>
                </a:ext>
              </a:extLst>
            </p:cNvPr>
            <p:cNvSpPr/>
            <p:nvPr/>
          </p:nvSpPr>
          <p:spPr>
            <a:xfrm>
              <a:off x="355395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59">
              <a:extLst>
                <a:ext uri="{FF2B5EF4-FFF2-40B4-BE49-F238E27FC236}">
                  <a16:creationId xmlns:a16="http://schemas.microsoft.com/office/drawing/2014/main" id="{5194E0A6-C78B-C38C-D3CF-8972F65960DF}"/>
                </a:ext>
              </a:extLst>
            </p:cNvPr>
            <p:cNvSpPr/>
            <p:nvPr/>
          </p:nvSpPr>
          <p:spPr>
            <a:xfrm>
              <a:off x="356339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0">
              <a:extLst>
                <a:ext uri="{FF2B5EF4-FFF2-40B4-BE49-F238E27FC236}">
                  <a16:creationId xmlns:a16="http://schemas.microsoft.com/office/drawing/2014/main" id="{EECFB2F8-C65B-5CE7-8E94-03F998550F70}"/>
                </a:ext>
              </a:extLst>
            </p:cNvPr>
            <p:cNvSpPr/>
            <p:nvPr/>
          </p:nvSpPr>
          <p:spPr>
            <a:xfrm>
              <a:off x="357283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1">
              <a:extLst>
                <a:ext uri="{FF2B5EF4-FFF2-40B4-BE49-F238E27FC236}">
                  <a16:creationId xmlns:a16="http://schemas.microsoft.com/office/drawing/2014/main" id="{C60760A8-8632-407C-F96B-0E132737BA2B}"/>
                </a:ext>
              </a:extLst>
            </p:cNvPr>
            <p:cNvSpPr/>
            <p:nvPr/>
          </p:nvSpPr>
          <p:spPr>
            <a:xfrm>
              <a:off x="358227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2">
              <a:extLst>
                <a:ext uri="{FF2B5EF4-FFF2-40B4-BE49-F238E27FC236}">
                  <a16:creationId xmlns:a16="http://schemas.microsoft.com/office/drawing/2014/main" id="{541E8C23-454B-CEEF-0815-30F997A056C2}"/>
                </a:ext>
              </a:extLst>
            </p:cNvPr>
            <p:cNvSpPr/>
            <p:nvPr/>
          </p:nvSpPr>
          <p:spPr>
            <a:xfrm>
              <a:off x="359171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3">
              <a:extLst>
                <a:ext uri="{FF2B5EF4-FFF2-40B4-BE49-F238E27FC236}">
                  <a16:creationId xmlns:a16="http://schemas.microsoft.com/office/drawing/2014/main" id="{19F0EF52-2694-FCE1-C710-5CD9458E3CA2}"/>
                </a:ext>
              </a:extLst>
            </p:cNvPr>
            <p:cNvSpPr/>
            <p:nvPr/>
          </p:nvSpPr>
          <p:spPr>
            <a:xfrm>
              <a:off x="360115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4">
              <a:extLst>
                <a:ext uri="{FF2B5EF4-FFF2-40B4-BE49-F238E27FC236}">
                  <a16:creationId xmlns:a16="http://schemas.microsoft.com/office/drawing/2014/main" id="{6DD99D32-E90C-5915-17E7-BE6976571044}"/>
                </a:ext>
              </a:extLst>
            </p:cNvPr>
            <p:cNvSpPr/>
            <p:nvPr/>
          </p:nvSpPr>
          <p:spPr>
            <a:xfrm>
              <a:off x="361059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5">
              <a:extLst>
                <a:ext uri="{FF2B5EF4-FFF2-40B4-BE49-F238E27FC236}">
                  <a16:creationId xmlns:a16="http://schemas.microsoft.com/office/drawing/2014/main" id="{605928EE-0391-5E49-3AC7-2FE4F38CCED6}"/>
                </a:ext>
              </a:extLst>
            </p:cNvPr>
            <p:cNvSpPr/>
            <p:nvPr/>
          </p:nvSpPr>
          <p:spPr>
            <a:xfrm>
              <a:off x="362003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6">
              <a:extLst>
                <a:ext uri="{FF2B5EF4-FFF2-40B4-BE49-F238E27FC236}">
                  <a16:creationId xmlns:a16="http://schemas.microsoft.com/office/drawing/2014/main" id="{0F10688E-2C5D-7329-FC73-2DB44B6CE9D8}"/>
                </a:ext>
              </a:extLst>
            </p:cNvPr>
            <p:cNvSpPr/>
            <p:nvPr/>
          </p:nvSpPr>
          <p:spPr>
            <a:xfrm>
              <a:off x="362947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7">
              <a:extLst>
                <a:ext uri="{FF2B5EF4-FFF2-40B4-BE49-F238E27FC236}">
                  <a16:creationId xmlns:a16="http://schemas.microsoft.com/office/drawing/2014/main" id="{D057A05E-201C-4C7F-7CE9-7369C36FFB33}"/>
                </a:ext>
              </a:extLst>
            </p:cNvPr>
            <p:cNvSpPr/>
            <p:nvPr/>
          </p:nvSpPr>
          <p:spPr>
            <a:xfrm>
              <a:off x="363891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8">
              <a:extLst>
                <a:ext uri="{FF2B5EF4-FFF2-40B4-BE49-F238E27FC236}">
                  <a16:creationId xmlns:a16="http://schemas.microsoft.com/office/drawing/2014/main" id="{8679D834-0CD6-90B1-9E03-EDF584BDC779}"/>
                </a:ext>
              </a:extLst>
            </p:cNvPr>
            <p:cNvSpPr/>
            <p:nvPr/>
          </p:nvSpPr>
          <p:spPr>
            <a:xfrm>
              <a:off x="364836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69">
              <a:extLst>
                <a:ext uri="{FF2B5EF4-FFF2-40B4-BE49-F238E27FC236}">
                  <a16:creationId xmlns:a16="http://schemas.microsoft.com/office/drawing/2014/main" id="{B5E4745A-0FB9-06B1-9BAA-6607FFC20015}"/>
                </a:ext>
              </a:extLst>
            </p:cNvPr>
            <p:cNvSpPr/>
            <p:nvPr/>
          </p:nvSpPr>
          <p:spPr>
            <a:xfrm>
              <a:off x="365780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0">
              <a:extLst>
                <a:ext uri="{FF2B5EF4-FFF2-40B4-BE49-F238E27FC236}">
                  <a16:creationId xmlns:a16="http://schemas.microsoft.com/office/drawing/2014/main" id="{BA6DED71-7E0D-C62E-93BB-1CDEB3D9F9AA}"/>
                </a:ext>
              </a:extLst>
            </p:cNvPr>
            <p:cNvSpPr/>
            <p:nvPr/>
          </p:nvSpPr>
          <p:spPr>
            <a:xfrm>
              <a:off x="366724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1">
              <a:extLst>
                <a:ext uri="{FF2B5EF4-FFF2-40B4-BE49-F238E27FC236}">
                  <a16:creationId xmlns:a16="http://schemas.microsoft.com/office/drawing/2014/main" id="{D4DFF04C-B128-84A5-5D03-09E5CDE3D999}"/>
                </a:ext>
              </a:extLst>
            </p:cNvPr>
            <p:cNvSpPr/>
            <p:nvPr/>
          </p:nvSpPr>
          <p:spPr>
            <a:xfrm>
              <a:off x="367668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2">
              <a:extLst>
                <a:ext uri="{FF2B5EF4-FFF2-40B4-BE49-F238E27FC236}">
                  <a16:creationId xmlns:a16="http://schemas.microsoft.com/office/drawing/2014/main" id="{832F4116-88C6-C2F7-C463-0F6C5DF2FDC4}"/>
                </a:ext>
              </a:extLst>
            </p:cNvPr>
            <p:cNvSpPr/>
            <p:nvPr/>
          </p:nvSpPr>
          <p:spPr>
            <a:xfrm>
              <a:off x="368612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3">
              <a:extLst>
                <a:ext uri="{FF2B5EF4-FFF2-40B4-BE49-F238E27FC236}">
                  <a16:creationId xmlns:a16="http://schemas.microsoft.com/office/drawing/2014/main" id="{AA825D75-1A73-E5A9-3E1A-DE3B301A78A5}"/>
                </a:ext>
              </a:extLst>
            </p:cNvPr>
            <p:cNvSpPr/>
            <p:nvPr/>
          </p:nvSpPr>
          <p:spPr>
            <a:xfrm>
              <a:off x="369556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4">
              <a:extLst>
                <a:ext uri="{FF2B5EF4-FFF2-40B4-BE49-F238E27FC236}">
                  <a16:creationId xmlns:a16="http://schemas.microsoft.com/office/drawing/2014/main" id="{F59DEBD9-C64C-FF66-E28C-6A259BF1D205}"/>
                </a:ext>
              </a:extLst>
            </p:cNvPr>
            <p:cNvSpPr/>
            <p:nvPr/>
          </p:nvSpPr>
          <p:spPr>
            <a:xfrm>
              <a:off x="370500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5">
              <a:extLst>
                <a:ext uri="{FF2B5EF4-FFF2-40B4-BE49-F238E27FC236}">
                  <a16:creationId xmlns:a16="http://schemas.microsoft.com/office/drawing/2014/main" id="{CFF0D0D6-B71F-501B-D47E-3988DE321722}"/>
                </a:ext>
              </a:extLst>
            </p:cNvPr>
            <p:cNvSpPr/>
            <p:nvPr/>
          </p:nvSpPr>
          <p:spPr>
            <a:xfrm>
              <a:off x="371444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6">
              <a:extLst>
                <a:ext uri="{FF2B5EF4-FFF2-40B4-BE49-F238E27FC236}">
                  <a16:creationId xmlns:a16="http://schemas.microsoft.com/office/drawing/2014/main" id="{C2D95F87-5F98-2170-DBB0-D033C9C344CA}"/>
                </a:ext>
              </a:extLst>
            </p:cNvPr>
            <p:cNvSpPr/>
            <p:nvPr/>
          </p:nvSpPr>
          <p:spPr>
            <a:xfrm>
              <a:off x="372388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7">
              <a:extLst>
                <a:ext uri="{FF2B5EF4-FFF2-40B4-BE49-F238E27FC236}">
                  <a16:creationId xmlns:a16="http://schemas.microsoft.com/office/drawing/2014/main" id="{893E7EE3-3C4A-BBF2-BA1D-45B0B8AE0B2E}"/>
                </a:ext>
              </a:extLst>
            </p:cNvPr>
            <p:cNvSpPr/>
            <p:nvPr/>
          </p:nvSpPr>
          <p:spPr>
            <a:xfrm>
              <a:off x="373332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8">
              <a:extLst>
                <a:ext uri="{FF2B5EF4-FFF2-40B4-BE49-F238E27FC236}">
                  <a16:creationId xmlns:a16="http://schemas.microsoft.com/office/drawing/2014/main" id="{CB056A5B-DC3C-7DF1-0CFD-1EE2900732EB}"/>
                </a:ext>
              </a:extLst>
            </p:cNvPr>
            <p:cNvSpPr/>
            <p:nvPr/>
          </p:nvSpPr>
          <p:spPr>
            <a:xfrm>
              <a:off x="374276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79">
              <a:extLst>
                <a:ext uri="{FF2B5EF4-FFF2-40B4-BE49-F238E27FC236}">
                  <a16:creationId xmlns:a16="http://schemas.microsoft.com/office/drawing/2014/main" id="{BB140CD0-F4F8-99EF-1EE1-3BCA95DEBE65}"/>
                </a:ext>
              </a:extLst>
            </p:cNvPr>
            <p:cNvSpPr/>
            <p:nvPr/>
          </p:nvSpPr>
          <p:spPr>
            <a:xfrm>
              <a:off x="375220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0">
              <a:extLst>
                <a:ext uri="{FF2B5EF4-FFF2-40B4-BE49-F238E27FC236}">
                  <a16:creationId xmlns:a16="http://schemas.microsoft.com/office/drawing/2014/main" id="{90FB5C05-806C-8195-348C-69A3D0C8AAF4}"/>
                </a:ext>
              </a:extLst>
            </p:cNvPr>
            <p:cNvSpPr/>
            <p:nvPr/>
          </p:nvSpPr>
          <p:spPr>
            <a:xfrm>
              <a:off x="376164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1">
              <a:extLst>
                <a:ext uri="{FF2B5EF4-FFF2-40B4-BE49-F238E27FC236}">
                  <a16:creationId xmlns:a16="http://schemas.microsoft.com/office/drawing/2014/main" id="{612D4304-F4BA-ADEE-BDB6-DF5C615D2E09}"/>
                </a:ext>
              </a:extLst>
            </p:cNvPr>
            <p:cNvSpPr/>
            <p:nvPr/>
          </p:nvSpPr>
          <p:spPr>
            <a:xfrm>
              <a:off x="377108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2">
              <a:extLst>
                <a:ext uri="{FF2B5EF4-FFF2-40B4-BE49-F238E27FC236}">
                  <a16:creationId xmlns:a16="http://schemas.microsoft.com/office/drawing/2014/main" id="{456EB74C-9A60-0A6A-F7A3-7506C1080A96}"/>
                </a:ext>
              </a:extLst>
            </p:cNvPr>
            <p:cNvSpPr/>
            <p:nvPr/>
          </p:nvSpPr>
          <p:spPr>
            <a:xfrm>
              <a:off x="378052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3">
              <a:extLst>
                <a:ext uri="{FF2B5EF4-FFF2-40B4-BE49-F238E27FC236}">
                  <a16:creationId xmlns:a16="http://schemas.microsoft.com/office/drawing/2014/main" id="{FA4797CE-811D-2313-F140-3B95EA6145B3}"/>
                </a:ext>
              </a:extLst>
            </p:cNvPr>
            <p:cNvSpPr/>
            <p:nvPr/>
          </p:nvSpPr>
          <p:spPr>
            <a:xfrm>
              <a:off x="378996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4">
              <a:extLst>
                <a:ext uri="{FF2B5EF4-FFF2-40B4-BE49-F238E27FC236}">
                  <a16:creationId xmlns:a16="http://schemas.microsoft.com/office/drawing/2014/main" id="{ADF210D8-B1A4-151F-4BD2-7BB20FC403DE}"/>
                </a:ext>
              </a:extLst>
            </p:cNvPr>
            <p:cNvSpPr/>
            <p:nvPr/>
          </p:nvSpPr>
          <p:spPr>
            <a:xfrm>
              <a:off x="379940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5">
              <a:extLst>
                <a:ext uri="{FF2B5EF4-FFF2-40B4-BE49-F238E27FC236}">
                  <a16:creationId xmlns:a16="http://schemas.microsoft.com/office/drawing/2014/main" id="{A3CA90C7-B9E9-1C9D-73D0-CCAAC4D48D23}"/>
                </a:ext>
              </a:extLst>
            </p:cNvPr>
            <p:cNvSpPr/>
            <p:nvPr/>
          </p:nvSpPr>
          <p:spPr>
            <a:xfrm>
              <a:off x="380884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6">
              <a:extLst>
                <a:ext uri="{FF2B5EF4-FFF2-40B4-BE49-F238E27FC236}">
                  <a16:creationId xmlns:a16="http://schemas.microsoft.com/office/drawing/2014/main" id="{629F2776-4055-FE60-5B48-C8C5A354CFEE}"/>
                </a:ext>
              </a:extLst>
            </p:cNvPr>
            <p:cNvSpPr/>
            <p:nvPr/>
          </p:nvSpPr>
          <p:spPr>
            <a:xfrm>
              <a:off x="381828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7">
              <a:extLst>
                <a:ext uri="{FF2B5EF4-FFF2-40B4-BE49-F238E27FC236}">
                  <a16:creationId xmlns:a16="http://schemas.microsoft.com/office/drawing/2014/main" id="{2AF5948C-2D92-9FFA-AEC2-B91D16BDD9BA}"/>
                </a:ext>
              </a:extLst>
            </p:cNvPr>
            <p:cNvSpPr/>
            <p:nvPr/>
          </p:nvSpPr>
          <p:spPr>
            <a:xfrm>
              <a:off x="382772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8">
              <a:extLst>
                <a:ext uri="{FF2B5EF4-FFF2-40B4-BE49-F238E27FC236}">
                  <a16:creationId xmlns:a16="http://schemas.microsoft.com/office/drawing/2014/main" id="{00B4B828-F462-B46C-8B86-1272AC17CE05}"/>
                </a:ext>
              </a:extLst>
            </p:cNvPr>
            <p:cNvSpPr/>
            <p:nvPr/>
          </p:nvSpPr>
          <p:spPr>
            <a:xfrm>
              <a:off x="3846605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89">
              <a:extLst>
                <a:ext uri="{FF2B5EF4-FFF2-40B4-BE49-F238E27FC236}">
                  <a16:creationId xmlns:a16="http://schemas.microsoft.com/office/drawing/2014/main" id="{1390DBA0-FB8A-3149-40B1-0CFC1BBFE70D}"/>
                </a:ext>
              </a:extLst>
            </p:cNvPr>
            <p:cNvSpPr/>
            <p:nvPr/>
          </p:nvSpPr>
          <p:spPr>
            <a:xfrm>
              <a:off x="212848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0">
              <a:extLst>
                <a:ext uri="{FF2B5EF4-FFF2-40B4-BE49-F238E27FC236}">
                  <a16:creationId xmlns:a16="http://schemas.microsoft.com/office/drawing/2014/main" id="{C728DBA6-9CE1-B12C-3876-CC5EC288E512}"/>
                </a:ext>
              </a:extLst>
            </p:cNvPr>
            <p:cNvSpPr/>
            <p:nvPr/>
          </p:nvSpPr>
          <p:spPr>
            <a:xfrm>
              <a:off x="213792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1">
              <a:extLst>
                <a:ext uri="{FF2B5EF4-FFF2-40B4-BE49-F238E27FC236}">
                  <a16:creationId xmlns:a16="http://schemas.microsoft.com/office/drawing/2014/main" id="{33B4178B-3621-34F3-411C-A1383E6FDD48}"/>
                </a:ext>
              </a:extLst>
            </p:cNvPr>
            <p:cNvSpPr/>
            <p:nvPr/>
          </p:nvSpPr>
          <p:spPr>
            <a:xfrm>
              <a:off x="2147362" y="90276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2">
              <a:extLst>
                <a:ext uri="{FF2B5EF4-FFF2-40B4-BE49-F238E27FC236}">
                  <a16:creationId xmlns:a16="http://schemas.microsoft.com/office/drawing/2014/main" id="{3128A8FE-3D91-3753-28D1-9E6AA554BEE7}"/>
                </a:ext>
              </a:extLst>
            </p:cNvPr>
            <p:cNvSpPr/>
            <p:nvPr/>
          </p:nvSpPr>
          <p:spPr>
            <a:xfrm>
              <a:off x="214736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3">
              <a:extLst>
                <a:ext uri="{FF2B5EF4-FFF2-40B4-BE49-F238E27FC236}">
                  <a16:creationId xmlns:a16="http://schemas.microsoft.com/office/drawing/2014/main" id="{4D899977-30D4-6030-7050-29E804D7381F}"/>
                </a:ext>
              </a:extLst>
            </p:cNvPr>
            <p:cNvSpPr/>
            <p:nvPr/>
          </p:nvSpPr>
          <p:spPr>
            <a:xfrm>
              <a:off x="215680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4">
              <a:extLst>
                <a:ext uri="{FF2B5EF4-FFF2-40B4-BE49-F238E27FC236}">
                  <a16:creationId xmlns:a16="http://schemas.microsoft.com/office/drawing/2014/main" id="{EEAE2929-5A02-DC28-7F17-16089730E5FF}"/>
                </a:ext>
              </a:extLst>
            </p:cNvPr>
            <p:cNvSpPr/>
            <p:nvPr/>
          </p:nvSpPr>
          <p:spPr>
            <a:xfrm>
              <a:off x="216624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5">
              <a:extLst>
                <a:ext uri="{FF2B5EF4-FFF2-40B4-BE49-F238E27FC236}">
                  <a16:creationId xmlns:a16="http://schemas.microsoft.com/office/drawing/2014/main" id="{6558CF3C-04FE-B839-420C-5F29826309DC}"/>
                </a:ext>
              </a:extLst>
            </p:cNvPr>
            <p:cNvSpPr/>
            <p:nvPr/>
          </p:nvSpPr>
          <p:spPr>
            <a:xfrm>
              <a:off x="217568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6">
              <a:extLst>
                <a:ext uri="{FF2B5EF4-FFF2-40B4-BE49-F238E27FC236}">
                  <a16:creationId xmlns:a16="http://schemas.microsoft.com/office/drawing/2014/main" id="{4E2AD056-C045-EB01-CF11-36B910333421}"/>
                </a:ext>
              </a:extLst>
            </p:cNvPr>
            <p:cNvSpPr/>
            <p:nvPr/>
          </p:nvSpPr>
          <p:spPr>
            <a:xfrm>
              <a:off x="218512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7">
              <a:extLst>
                <a:ext uri="{FF2B5EF4-FFF2-40B4-BE49-F238E27FC236}">
                  <a16:creationId xmlns:a16="http://schemas.microsoft.com/office/drawing/2014/main" id="{E22C968A-668D-434B-1B8D-1EB3D6CF2DF2}"/>
                </a:ext>
              </a:extLst>
            </p:cNvPr>
            <p:cNvSpPr/>
            <p:nvPr/>
          </p:nvSpPr>
          <p:spPr>
            <a:xfrm>
              <a:off x="2204003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8">
              <a:extLst>
                <a:ext uri="{FF2B5EF4-FFF2-40B4-BE49-F238E27FC236}">
                  <a16:creationId xmlns:a16="http://schemas.microsoft.com/office/drawing/2014/main" id="{635ABD2C-1861-E95B-968B-ECEBE40F9A02}"/>
                </a:ext>
              </a:extLst>
            </p:cNvPr>
            <p:cNvSpPr/>
            <p:nvPr/>
          </p:nvSpPr>
          <p:spPr>
            <a:xfrm>
              <a:off x="2213443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399">
              <a:extLst>
                <a:ext uri="{FF2B5EF4-FFF2-40B4-BE49-F238E27FC236}">
                  <a16:creationId xmlns:a16="http://schemas.microsoft.com/office/drawing/2014/main" id="{E99D244A-8611-B1C3-787D-3C0D594FDCEB}"/>
                </a:ext>
              </a:extLst>
            </p:cNvPr>
            <p:cNvSpPr/>
            <p:nvPr/>
          </p:nvSpPr>
          <p:spPr>
            <a:xfrm>
              <a:off x="2222884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0">
              <a:extLst>
                <a:ext uri="{FF2B5EF4-FFF2-40B4-BE49-F238E27FC236}">
                  <a16:creationId xmlns:a16="http://schemas.microsoft.com/office/drawing/2014/main" id="{5AC5DCEF-C9E2-F87F-FEB0-49D5B1A9B38B}"/>
                </a:ext>
              </a:extLst>
            </p:cNvPr>
            <p:cNvSpPr/>
            <p:nvPr/>
          </p:nvSpPr>
          <p:spPr>
            <a:xfrm>
              <a:off x="2222884" y="920337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1">
              <a:extLst>
                <a:ext uri="{FF2B5EF4-FFF2-40B4-BE49-F238E27FC236}">
                  <a16:creationId xmlns:a16="http://schemas.microsoft.com/office/drawing/2014/main" id="{91BEC47B-75B8-2D78-269A-FDDA7FFC4B33}"/>
                </a:ext>
              </a:extLst>
            </p:cNvPr>
            <p:cNvSpPr/>
            <p:nvPr/>
          </p:nvSpPr>
          <p:spPr>
            <a:xfrm>
              <a:off x="3346272" y="902767"/>
              <a:ext cx="914400" cy="928916"/>
            </a:xfrm>
            <a:custGeom>
              <a:avLst/>
              <a:gdLst/>
              <a:ahLst/>
              <a:cxnLst/>
              <a:rect l="0" t="0" r="0" b="0"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2">
              <a:extLst>
                <a:ext uri="{FF2B5EF4-FFF2-40B4-BE49-F238E27FC236}">
                  <a16:creationId xmlns:a16="http://schemas.microsoft.com/office/drawing/2014/main" id="{43CA9E9F-AA1E-790A-8A99-60F9C6BAD80F}"/>
                </a:ext>
              </a:extLst>
            </p:cNvPr>
            <p:cNvSpPr/>
            <p:nvPr/>
          </p:nvSpPr>
          <p:spPr>
            <a:xfrm>
              <a:off x="334627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3">
              <a:extLst>
                <a:ext uri="{FF2B5EF4-FFF2-40B4-BE49-F238E27FC236}">
                  <a16:creationId xmlns:a16="http://schemas.microsoft.com/office/drawing/2014/main" id="{DB6B6099-CF2A-E6A0-6CBB-F3E07E6D7CB2}"/>
                </a:ext>
              </a:extLst>
            </p:cNvPr>
            <p:cNvSpPr/>
            <p:nvPr/>
          </p:nvSpPr>
          <p:spPr>
            <a:xfrm>
              <a:off x="335571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4">
              <a:extLst>
                <a:ext uri="{FF2B5EF4-FFF2-40B4-BE49-F238E27FC236}">
                  <a16:creationId xmlns:a16="http://schemas.microsoft.com/office/drawing/2014/main" id="{2BAA3245-ACFB-052B-FD6C-ADCF8E5628EF}"/>
                </a:ext>
              </a:extLst>
            </p:cNvPr>
            <p:cNvSpPr/>
            <p:nvPr/>
          </p:nvSpPr>
          <p:spPr>
            <a:xfrm>
              <a:off x="336515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5">
              <a:extLst>
                <a:ext uri="{FF2B5EF4-FFF2-40B4-BE49-F238E27FC236}">
                  <a16:creationId xmlns:a16="http://schemas.microsoft.com/office/drawing/2014/main" id="{C5F2D93D-E8B7-AB92-D7EB-E8505A9721A9}"/>
                </a:ext>
              </a:extLst>
            </p:cNvPr>
            <p:cNvSpPr/>
            <p:nvPr/>
          </p:nvSpPr>
          <p:spPr>
            <a:xfrm>
              <a:off x="337459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6">
              <a:extLst>
                <a:ext uri="{FF2B5EF4-FFF2-40B4-BE49-F238E27FC236}">
                  <a16:creationId xmlns:a16="http://schemas.microsoft.com/office/drawing/2014/main" id="{71C4E14E-7734-D4F7-7917-2F941B93F81E}"/>
                </a:ext>
              </a:extLst>
            </p:cNvPr>
            <p:cNvSpPr/>
            <p:nvPr/>
          </p:nvSpPr>
          <p:spPr>
            <a:xfrm>
              <a:off x="338403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7">
              <a:extLst>
                <a:ext uri="{FF2B5EF4-FFF2-40B4-BE49-F238E27FC236}">
                  <a16:creationId xmlns:a16="http://schemas.microsoft.com/office/drawing/2014/main" id="{094FB639-40BD-2EF5-F48A-1DD37A0F363C}"/>
                </a:ext>
              </a:extLst>
            </p:cNvPr>
            <p:cNvSpPr/>
            <p:nvPr/>
          </p:nvSpPr>
          <p:spPr>
            <a:xfrm>
              <a:off x="339347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8">
              <a:extLst>
                <a:ext uri="{FF2B5EF4-FFF2-40B4-BE49-F238E27FC236}">
                  <a16:creationId xmlns:a16="http://schemas.microsoft.com/office/drawing/2014/main" id="{0CA23D12-985B-219D-4D41-5C72CE0AE069}"/>
                </a:ext>
              </a:extLst>
            </p:cNvPr>
            <p:cNvSpPr/>
            <p:nvPr/>
          </p:nvSpPr>
          <p:spPr>
            <a:xfrm>
              <a:off x="340291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09">
              <a:extLst>
                <a:ext uri="{FF2B5EF4-FFF2-40B4-BE49-F238E27FC236}">
                  <a16:creationId xmlns:a16="http://schemas.microsoft.com/office/drawing/2014/main" id="{B2245A8A-071C-99C2-25A1-0383B7ADFD08}"/>
                </a:ext>
              </a:extLst>
            </p:cNvPr>
            <p:cNvSpPr/>
            <p:nvPr/>
          </p:nvSpPr>
          <p:spPr>
            <a:xfrm>
              <a:off x="341235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0">
              <a:extLst>
                <a:ext uri="{FF2B5EF4-FFF2-40B4-BE49-F238E27FC236}">
                  <a16:creationId xmlns:a16="http://schemas.microsoft.com/office/drawing/2014/main" id="{0AE556F5-4916-1288-812C-35208A41D12E}"/>
                </a:ext>
              </a:extLst>
            </p:cNvPr>
            <p:cNvSpPr/>
            <p:nvPr/>
          </p:nvSpPr>
          <p:spPr>
            <a:xfrm>
              <a:off x="342179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1">
              <a:extLst>
                <a:ext uri="{FF2B5EF4-FFF2-40B4-BE49-F238E27FC236}">
                  <a16:creationId xmlns:a16="http://schemas.microsoft.com/office/drawing/2014/main" id="{10D0D1DC-059D-4EE8-D0CE-15E529992C38}"/>
                </a:ext>
              </a:extLst>
            </p:cNvPr>
            <p:cNvSpPr/>
            <p:nvPr/>
          </p:nvSpPr>
          <p:spPr>
            <a:xfrm>
              <a:off x="343123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2">
              <a:extLst>
                <a:ext uri="{FF2B5EF4-FFF2-40B4-BE49-F238E27FC236}">
                  <a16:creationId xmlns:a16="http://schemas.microsoft.com/office/drawing/2014/main" id="{264A2418-C3D1-3224-E9A0-258F4BE9EC79}"/>
                </a:ext>
              </a:extLst>
            </p:cNvPr>
            <p:cNvSpPr/>
            <p:nvPr/>
          </p:nvSpPr>
          <p:spPr>
            <a:xfrm>
              <a:off x="344067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3">
              <a:extLst>
                <a:ext uri="{FF2B5EF4-FFF2-40B4-BE49-F238E27FC236}">
                  <a16:creationId xmlns:a16="http://schemas.microsoft.com/office/drawing/2014/main" id="{F14C01C7-2FEA-8F8F-F2B2-339DB8540E10}"/>
                </a:ext>
              </a:extLst>
            </p:cNvPr>
            <p:cNvSpPr/>
            <p:nvPr/>
          </p:nvSpPr>
          <p:spPr>
            <a:xfrm>
              <a:off x="345011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4">
              <a:extLst>
                <a:ext uri="{FF2B5EF4-FFF2-40B4-BE49-F238E27FC236}">
                  <a16:creationId xmlns:a16="http://schemas.microsoft.com/office/drawing/2014/main" id="{7C05351C-D561-D541-7B4A-0210FE26C6D8}"/>
                </a:ext>
              </a:extLst>
            </p:cNvPr>
            <p:cNvSpPr/>
            <p:nvPr/>
          </p:nvSpPr>
          <p:spPr>
            <a:xfrm>
              <a:off x="345955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5">
              <a:extLst>
                <a:ext uri="{FF2B5EF4-FFF2-40B4-BE49-F238E27FC236}">
                  <a16:creationId xmlns:a16="http://schemas.microsoft.com/office/drawing/2014/main" id="{8B0E8A1B-1E7E-57AE-BAB6-2C80CFB45D34}"/>
                </a:ext>
              </a:extLst>
            </p:cNvPr>
            <p:cNvSpPr/>
            <p:nvPr/>
          </p:nvSpPr>
          <p:spPr>
            <a:xfrm>
              <a:off x="346899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6">
              <a:extLst>
                <a:ext uri="{FF2B5EF4-FFF2-40B4-BE49-F238E27FC236}">
                  <a16:creationId xmlns:a16="http://schemas.microsoft.com/office/drawing/2014/main" id="{E5FDC12F-5D03-D345-DEE5-C796091E4E45}"/>
                </a:ext>
              </a:extLst>
            </p:cNvPr>
            <p:cNvSpPr/>
            <p:nvPr/>
          </p:nvSpPr>
          <p:spPr>
            <a:xfrm>
              <a:off x="347843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7">
              <a:extLst>
                <a:ext uri="{FF2B5EF4-FFF2-40B4-BE49-F238E27FC236}">
                  <a16:creationId xmlns:a16="http://schemas.microsoft.com/office/drawing/2014/main" id="{6C01754A-F59C-B452-755C-3809E886F063}"/>
                </a:ext>
              </a:extLst>
            </p:cNvPr>
            <p:cNvSpPr/>
            <p:nvPr/>
          </p:nvSpPr>
          <p:spPr>
            <a:xfrm>
              <a:off x="348787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8">
              <a:extLst>
                <a:ext uri="{FF2B5EF4-FFF2-40B4-BE49-F238E27FC236}">
                  <a16:creationId xmlns:a16="http://schemas.microsoft.com/office/drawing/2014/main" id="{2CDB8E41-2DF0-68DC-B0AA-C9C5EB5D8BA1}"/>
                </a:ext>
              </a:extLst>
            </p:cNvPr>
            <p:cNvSpPr/>
            <p:nvPr/>
          </p:nvSpPr>
          <p:spPr>
            <a:xfrm>
              <a:off x="349731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19">
              <a:extLst>
                <a:ext uri="{FF2B5EF4-FFF2-40B4-BE49-F238E27FC236}">
                  <a16:creationId xmlns:a16="http://schemas.microsoft.com/office/drawing/2014/main" id="{5830CCC2-8F9B-AE61-0918-4E845FF02656}"/>
                </a:ext>
              </a:extLst>
            </p:cNvPr>
            <p:cNvSpPr/>
            <p:nvPr/>
          </p:nvSpPr>
          <p:spPr>
            <a:xfrm>
              <a:off x="350675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0">
              <a:extLst>
                <a:ext uri="{FF2B5EF4-FFF2-40B4-BE49-F238E27FC236}">
                  <a16:creationId xmlns:a16="http://schemas.microsoft.com/office/drawing/2014/main" id="{BABE6F67-DC6E-453D-FAD4-7E328177CB90}"/>
                </a:ext>
              </a:extLst>
            </p:cNvPr>
            <p:cNvSpPr/>
            <p:nvPr/>
          </p:nvSpPr>
          <p:spPr>
            <a:xfrm>
              <a:off x="351619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1">
              <a:extLst>
                <a:ext uri="{FF2B5EF4-FFF2-40B4-BE49-F238E27FC236}">
                  <a16:creationId xmlns:a16="http://schemas.microsoft.com/office/drawing/2014/main" id="{3D4BA51C-4DAC-46FF-C51F-25E8774093D8}"/>
                </a:ext>
              </a:extLst>
            </p:cNvPr>
            <p:cNvSpPr/>
            <p:nvPr/>
          </p:nvSpPr>
          <p:spPr>
            <a:xfrm>
              <a:off x="352563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2">
              <a:extLst>
                <a:ext uri="{FF2B5EF4-FFF2-40B4-BE49-F238E27FC236}">
                  <a16:creationId xmlns:a16="http://schemas.microsoft.com/office/drawing/2014/main" id="{16975279-6A46-67EC-C60B-4AAFE8940E80}"/>
                </a:ext>
              </a:extLst>
            </p:cNvPr>
            <p:cNvSpPr/>
            <p:nvPr/>
          </p:nvSpPr>
          <p:spPr>
            <a:xfrm>
              <a:off x="353507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3">
              <a:extLst>
                <a:ext uri="{FF2B5EF4-FFF2-40B4-BE49-F238E27FC236}">
                  <a16:creationId xmlns:a16="http://schemas.microsoft.com/office/drawing/2014/main" id="{BD60CA29-9D7A-9798-48EB-2C52A3A40174}"/>
                </a:ext>
              </a:extLst>
            </p:cNvPr>
            <p:cNvSpPr/>
            <p:nvPr/>
          </p:nvSpPr>
          <p:spPr>
            <a:xfrm>
              <a:off x="354451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4">
              <a:extLst>
                <a:ext uri="{FF2B5EF4-FFF2-40B4-BE49-F238E27FC236}">
                  <a16:creationId xmlns:a16="http://schemas.microsoft.com/office/drawing/2014/main" id="{5F4A0308-8B5A-062D-9869-2ED187F2A07D}"/>
                </a:ext>
              </a:extLst>
            </p:cNvPr>
            <p:cNvSpPr/>
            <p:nvPr/>
          </p:nvSpPr>
          <p:spPr>
            <a:xfrm>
              <a:off x="355395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5">
              <a:extLst>
                <a:ext uri="{FF2B5EF4-FFF2-40B4-BE49-F238E27FC236}">
                  <a16:creationId xmlns:a16="http://schemas.microsoft.com/office/drawing/2014/main" id="{99734BB2-09E0-4A76-B14E-371782A624E0}"/>
                </a:ext>
              </a:extLst>
            </p:cNvPr>
            <p:cNvSpPr/>
            <p:nvPr/>
          </p:nvSpPr>
          <p:spPr>
            <a:xfrm>
              <a:off x="356339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6">
              <a:extLst>
                <a:ext uri="{FF2B5EF4-FFF2-40B4-BE49-F238E27FC236}">
                  <a16:creationId xmlns:a16="http://schemas.microsoft.com/office/drawing/2014/main" id="{A07D0055-A1CE-A50C-A902-7FF1535D19B2}"/>
                </a:ext>
              </a:extLst>
            </p:cNvPr>
            <p:cNvSpPr/>
            <p:nvPr/>
          </p:nvSpPr>
          <p:spPr>
            <a:xfrm>
              <a:off x="357283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7">
              <a:extLst>
                <a:ext uri="{FF2B5EF4-FFF2-40B4-BE49-F238E27FC236}">
                  <a16:creationId xmlns:a16="http://schemas.microsoft.com/office/drawing/2014/main" id="{7ECD07B6-263D-73E6-5789-9880EFD6515C}"/>
                </a:ext>
              </a:extLst>
            </p:cNvPr>
            <p:cNvSpPr/>
            <p:nvPr/>
          </p:nvSpPr>
          <p:spPr>
            <a:xfrm>
              <a:off x="358227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8">
              <a:extLst>
                <a:ext uri="{FF2B5EF4-FFF2-40B4-BE49-F238E27FC236}">
                  <a16:creationId xmlns:a16="http://schemas.microsoft.com/office/drawing/2014/main" id="{03B1E972-1E6B-DF05-8C35-F216BE894547}"/>
                </a:ext>
              </a:extLst>
            </p:cNvPr>
            <p:cNvSpPr/>
            <p:nvPr/>
          </p:nvSpPr>
          <p:spPr>
            <a:xfrm>
              <a:off x="359171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29">
              <a:extLst>
                <a:ext uri="{FF2B5EF4-FFF2-40B4-BE49-F238E27FC236}">
                  <a16:creationId xmlns:a16="http://schemas.microsoft.com/office/drawing/2014/main" id="{F6297F6C-3B90-9EF7-B3F5-C119DC20AA23}"/>
                </a:ext>
              </a:extLst>
            </p:cNvPr>
            <p:cNvSpPr/>
            <p:nvPr/>
          </p:nvSpPr>
          <p:spPr>
            <a:xfrm>
              <a:off x="360115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0">
              <a:extLst>
                <a:ext uri="{FF2B5EF4-FFF2-40B4-BE49-F238E27FC236}">
                  <a16:creationId xmlns:a16="http://schemas.microsoft.com/office/drawing/2014/main" id="{EA6CCEE3-6604-B6EC-88E6-9775F65656FC}"/>
                </a:ext>
              </a:extLst>
            </p:cNvPr>
            <p:cNvSpPr/>
            <p:nvPr/>
          </p:nvSpPr>
          <p:spPr>
            <a:xfrm>
              <a:off x="361059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1">
              <a:extLst>
                <a:ext uri="{FF2B5EF4-FFF2-40B4-BE49-F238E27FC236}">
                  <a16:creationId xmlns:a16="http://schemas.microsoft.com/office/drawing/2014/main" id="{0B6C7092-6393-703C-41A2-0718D2045023}"/>
                </a:ext>
              </a:extLst>
            </p:cNvPr>
            <p:cNvSpPr/>
            <p:nvPr/>
          </p:nvSpPr>
          <p:spPr>
            <a:xfrm>
              <a:off x="362003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2">
              <a:extLst>
                <a:ext uri="{FF2B5EF4-FFF2-40B4-BE49-F238E27FC236}">
                  <a16:creationId xmlns:a16="http://schemas.microsoft.com/office/drawing/2014/main" id="{C1E0477E-1A19-450C-D6AE-46F324498685}"/>
                </a:ext>
              </a:extLst>
            </p:cNvPr>
            <p:cNvSpPr/>
            <p:nvPr/>
          </p:nvSpPr>
          <p:spPr>
            <a:xfrm>
              <a:off x="362947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3">
              <a:extLst>
                <a:ext uri="{FF2B5EF4-FFF2-40B4-BE49-F238E27FC236}">
                  <a16:creationId xmlns:a16="http://schemas.microsoft.com/office/drawing/2014/main" id="{58F3D773-04E9-40A9-FC0E-628E56DBBD2A}"/>
                </a:ext>
              </a:extLst>
            </p:cNvPr>
            <p:cNvSpPr/>
            <p:nvPr/>
          </p:nvSpPr>
          <p:spPr>
            <a:xfrm>
              <a:off x="363891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4">
              <a:extLst>
                <a:ext uri="{FF2B5EF4-FFF2-40B4-BE49-F238E27FC236}">
                  <a16:creationId xmlns:a16="http://schemas.microsoft.com/office/drawing/2014/main" id="{A53FBD7B-4BCF-B2E7-6013-7A0B39408CB1}"/>
                </a:ext>
              </a:extLst>
            </p:cNvPr>
            <p:cNvSpPr/>
            <p:nvPr/>
          </p:nvSpPr>
          <p:spPr>
            <a:xfrm>
              <a:off x="364836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5">
              <a:extLst>
                <a:ext uri="{FF2B5EF4-FFF2-40B4-BE49-F238E27FC236}">
                  <a16:creationId xmlns:a16="http://schemas.microsoft.com/office/drawing/2014/main" id="{5EC9BF31-7B23-81AE-F591-B2242160680B}"/>
                </a:ext>
              </a:extLst>
            </p:cNvPr>
            <p:cNvSpPr/>
            <p:nvPr/>
          </p:nvSpPr>
          <p:spPr>
            <a:xfrm>
              <a:off x="365780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6">
              <a:extLst>
                <a:ext uri="{FF2B5EF4-FFF2-40B4-BE49-F238E27FC236}">
                  <a16:creationId xmlns:a16="http://schemas.microsoft.com/office/drawing/2014/main" id="{801C4CCE-08EF-63C4-7A88-2F44B983CBD5}"/>
                </a:ext>
              </a:extLst>
            </p:cNvPr>
            <p:cNvSpPr/>
            <p:nvPr/>
          </p:nvSpPr>
          <p:spPr>
            <a:xfrm>
              <a:off x="366724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7">
              <a:extLst>
                <a:ext uri="{FF2B5EF4-FFF2-40B4-BE49-F238E27FC236}">
                  <a16:creationId xmlns:a16="http://schemas.microsoft.com/office/drawing/2014/main" id="{E1DEA8EB-BE3A-D223-CF92-CFE493CAD480}"/>
                </a:ext>
              </a:extLst>
            </p:cNvPr>
            <p:cNvSpPr/>
            <p:nvPr/>
          </p:nvSpPr>
          <p:spPr>
            <a:xfrm>
              <a:off x="367668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8">
              <a:extLst>
                <a:ext uri="{FF2B5EF4-FFF2-40B4-BE49-F238E27FC236}">
                  <a16:creationId xmlns:a16="http://schemas.microsoft.com/office/drawing/2014/main" id="{13B04BA6-411D-5853-F29A-5664460D4F9C}"/>
                </a:ext>
              </a:extLst>
            </p:cNvPr>
            <p:cNvSpPr/>
            <p:nvPr/>
          </p:nvSpPr>
          <p:spPr>
            <a:xfrm>
              <a:off x="368612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39">
              <a:extLst>
                <a:ext uri="{FF2B5EF4-FFF2-40B4-BE49-F238E27FC236}">
                  <a16:creationId xmlns:a16="http://schemas.microsoft.com/office/drawing/2014/main" id="{5A99D112-F095-AEA8-6B58-59145CD3DCE6}"/>
                </a:ext>
              </a:extLst>
            </p:cNvPr>
            <p:cNvSpPr/>
            <p:nvPr/>
          </p:nvSpPr>
          <p:spPr>
            <a:xfrm>
              <a:off x="369556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0">
              <a:extLst>
                <a:ext uri="{FF2B5EF4-FFF2-40B4-BE49-F238E27FC236}">
                  <a16:creationId xmlns:a16="http://schemas.microsoft.com/office/drawing/2014/main" id="{01ACDDA8-66DF-4359-129B-B70231200782}"/>
                </a:ext>
              </a:extLst>
            </p:cNvPr>
            <p:cNvSpPr/>
            <p:nvPr/>
          </p:nvSpPr>
          <p:spPr>
            <a:xfrm>
              <a:off x="370500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1">
              <a:extLst>
                <a:ext uri="{FF2B5EF4-FFF2-40B4-BE49-F238E27FC236}">
                  <a16:creationId xmlns:a16="http://schemas.microsoft.com/office/drawing/2014/main" id="{F51C3E4E-F87E-53D2-5C3F-75E310F80200}"/>
                </a:ext>
              </a:extLst>
            </p:cNvPr>
            <p:cNvSpPr/>
            <p:nvPr/>
          </p:nvSpPr>
          <p:spPr>
            <a:xfrm>
              <a:off x="371444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2">
              <a:extLst>
                <a:ext uri="{FF2B5EF4-FFF2-40B4-BE49-F238E27FC236}">
                  <a16:creationId xmlns:a16="http://schemas.microsoft.com/office/drawing/2014/main" id="{740B188A-6DF8-EAD4-8669-933809186334}"/>
                </a:ext>
              </a:extLst>
            </p:cNvPr>
            <p:cNvSpPr/>
            <p:nvPr/>
          </p:nvSpPr>
          <p:spPr>
            <a:xfrm>
              <a:off x="372388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3">
              <a:extLst>
                <a:ext uri="{FF2B5EF4-FFF2-40B4-BE49-F238E27FC236}">
                  <a16:creationId xmlns:a16="http://schemas.microsoft.com/office/drawing/2014/main" id="{DD332FF5-DE74-3F76-9226-3FE83E31192F}"/>
                </a:ext>
              </a:extLst>
            </p:cNvPr>
            <p:cNvSpPr/>
            <p:nvPr/>
          </p:nvSpPr>
          <p:spPr>
            <a:xfrm>
              <a:off x="373332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4">
              <a:extLst>
                <a:ext uri="{FF2B5EF4-FFF2-40B4-BE49-F238E27FC236}">
                  <a16:creationId xmlns:a16="http://schemas.microsoft.com/office/drawing/2014/main" id="{20A812BE-74BC-BB6B-3F15-81CC413E936A}"/>
                </a:ext>
              </a:extLst>
            </p:cNvPr>
            <p:cNvSpPr/>
            <p:nvPr/>
          </p:nvSpPr>
          <p:spPr>
            <a:xfrm>
              <a:off x="374276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5">
              <a:extLst>
                <a:ext uri="{FF2B5EF4-FFF2-40B4-BE49-F238E27FC236}">
                  <a16:creationId xmlns:a16="http://schemas.microsoft.com/office/drawing/2014/main" id="{7E318FA4-816A-DA6D-60D6-5C07B840AC98}"/>
                </a:ext>
              </a:extLst>
            </p:cNvPr>
            <p:cNvSpPr/>
            <p:nvPr/>
          </p:nvSpPr>
          <p:spPr>
            <a:xfrm>
              <a:off x="375220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6">
              <a:extLst>
                <a:ext uri="{FF2B5EF4-FFF2-40B4-BE49-F238E27FC236}">
                  <a16:creationId xmlns:a16="http://schemas.microsoft.com/office/drawing/2014/main" id="{40529DA4-45AE-BA21-A302-D1324EB87180}"/>
                </a:ext>
              </a:extLst>
            </p:cNvPr>
            <p:cNvSpPr/>
            <p:nvPr/>
          </p:nvSpPr>
          <p:spPr>
            <a:xfrm>
              <a:off x="376164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7">
              <a:extLst>
                <a:ext uri="{FF2B5EF4-FFF2-40B4-BE49-F238E27FC236}">
                  <a16:creationId xmlns:a16="http://schemas.microsoft.com/office/drawing/2014/main" id="{73371617-0AA4-65A2-F2EC-EB18E2E05D69}"/>
                </a:ext>
              </a:extLst>
            </p:cNvPr>
            <p:cNvSpPr/>
            <p:nvPr/>
          </p:nvSpPr>
          <p:spPr>
            <a:xfrm>
              <a:off x="377108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8">
              <a:extLst>
                <a:ext uri="{FF2B5EF4-FFF2-40B4-BE49-F238E27FC236}">
                  <a16:creationId xmlns:a16="http://schemas.microsoft.com/office/drawing/2014/main" id="{84D63A30-B503-DBC6-5358-1F7F74C7DD14}"/>
                </a:ext>
              </a:extLst>
            </p:cNvPr>
            <p:cNvSpPr/>
            <p:nvPr/>
          </p:nvSpPr>
          <p:spPr>
            <a:xfrm>
              <a:off x="378052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49">
              <a:extLst>
                <a:ext uri="{FF2B5EF4-FFF2-40B4-BE49-F238E27FC236}">
                  <a16:creationId xmlns:a16="http://schemas.microsoft.com/office/drawing/2014/main" id="{92D64753-3B4A-5B9E-C686-9CC3C2A66612}"/>
                </a:ext>
              </a:extLst>
            </p:cNvPr>
            <p:cNvSpPr/>
            <p:nvPr/>
          </p:nvSpPr>
          <p:spPr>
            <a:xfrm>
              <a:off x="378996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0">
              <a:extLst>
                <a:ext uri="{FF2B5EF4-FFF2-40B4-BE49-F238E27FC236}">
                  <a16:creationId xmlns:a16="http://schemas.microsoft.com/office/drawing/2014/main" id="{AE88CBED-1A84-90C0-4409-F1185D069ABD}"/>
                </a:ext>
              </a:extLst>
            </p:cNvPr>
            <p:cNvSpPr/>
            <p:nvPr/>
          </p:nvSpPr>
          <p:spPr>
            <a:xfrm>
              <a:off x="379940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1">
              <a:extLst>
                <a:ext uri="{FF2B5EF4-FFF2-40B4-BE49-F238E27FC236}">
                  <a16:creationId xmlns:a16="http://schemas.microsoft.com/office/drawing/2014/main" id="{30C80E1A-4976-977E-7CCC-CEFCDC7E1672}"/>
                </a:ext>
              </a:extLst>
            </p:cNvPr>
            <p:cNvSpPr/>
            <p:nvPr/>
          </p:nvSpPr>
          <p:spPr>
            <a:xfrm>
              <a:off x="380884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2">
              <a:extLst>
                <a:ext uri="{FF2B5EF4-FFF2-40B4-BE49-F238E27FC236}">
                  <a16:creationId xmlns:a16="http://schemas.microsoft.com/office/drawing/2014/main" id="{844B42E6-36A4-FDA0-F48F-BCD6B8F96C5B}"/>
                </a:ext>
              </a:extLst>
            </p:cNvPr>
            <p:cNvSpPr/>
            <p:nvPr/>
          </p:nvSpPr>
          <p:spPr>
            <a:xfrm>
              <a:off x="381828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3">
              <a:extLst>
                <a:ext uri="{FF2B5EF4-FFF2-40B4-BE49-F238E27FC236}">
                  <a16:creationId xmlns:a16="http://schemas.microsoft.com/office/drawing/2014/main" id="{05898B53-4E61-DC08-A648-DFCAC2A8165F}"/>
                </a:ext>
              </a:extLst>
            </p:cNvPr>
            <p:cNvSpPr/>
            <p:nvPr/>
          </p:nvSpPr>
          <p:spPr>
            <a:xfrm>
              <a:off x="3837165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4">
              <a:extLst>
                <a:ext uri="{FF2B5EF4-FFF2-40B4-BE49-F238E27FC236}">
                  <a16:creationId xmlns:a16="http://schemas.microsoft.com/office/drawing/2014/main" id="{75720FB9-5531-1846-E46A-392F49B941F8}"/>
                </a:ext>
              </a:extLst>
            </p:cNvPr>
            <p:cNvSpPr/>
            <p:nvPr/>
          </p:nvSpPr>
          <p:spPr>
            <a:xfrm>
              <a:off x="3837165" y="920337"/>
              <a:ext cx="917685" cy="914400"/>
            </a:xfrm>
            <a:custGeom>
              <a:avLst/>
              <a:gdLst/>
              <a:ahLst/>
              <a:cxnLst/>
              <a:rect l="0" t="0" r="0" b="0"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5">
              <a:extLst>
                <a:ext uri="{FF2B5EF4-FFF2-40B4-BE49-F238E27FC236}">
                  <a16:creationId xmlns:a16="http://schemas.microsoft.com/office/drawing/2014/main" id="{98A163EA-E9E4-1082-E12C-A8CCA511BB5F}"/>
                </a:ext>
              </a:extLst>
            </p:cNvPr>
            <p:cNvSpPr/>
            <p:nvPr/>
          </p:nvSpPr>
          <p:spPr>
            <a:xfrm>
              <a:off x="215680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6">
              <a:extLst>
                <a:ext uri="{FF2B5EF4-FFF2-40B4-BE49-F238E27FC236}">
                  <a16:creationId xmlns:a16="http://schemas.microsoft.com/office/drawing/2014/main" id="{55E7D194-01B7-5A7B-8BC9-274091D7CFD9}"/>
                </a:ext>
              </a:extLst>
            </p:cNvPr>
            <p:cNvSpPr/>
            <p:nvPr/>
          </p:nvSpPr>
          <p:spPr>
            <a:xfrm>
              <a:off x="216624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7">
              <a:extLst>
                <a:ext uri="{FF2B5EF4-FFF2-40B4-BE49-F238E27FC236}">
                  <a16:creationId xmlns:a16="http://schemas.microsoft.com/office/drawing/2014/main" id="{875C181E-1B8A-4474-44C6-87504FB9A7C5}"/>
                </a:ext>
              </a:extLst>
            </p:cNvPr>
            <p:cNvSpPr/>
            <p:nvPr/>
          </p:nvSpPr>
          <p:spPr>
            <a:xfrm>
              <a:off x="217568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8">
              <a:extLst>
                <a:ext uri="{FF2B5EF4-FFF2-40B4-BE49-F238E27FC236}">
                  <a16:creationId xmlns:a16="http://schemas.microsoft.com/office/drawing/2014/main" id="{345FF3B6-024B-274E-6291-1E2AAF09A06F}"/>
                </a:ext>
              </a:extLst>
            </p:cNvPr>
            <p:cNvSpPr/>
            <p:nvPr/>
          </p:nvSpPr>
          <p:spPr>
            <a:xfrm>
              <a:off x="2185123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59">
              <a:extLst>
                <a:ext uri="{FF2B5EF4-FFF2-40B4-BE49-F238E27FC236}">
                  <a16:creationId xmlns:a16="http://schemas.microsoft.com/office/drawing/2014/main" id="{CD491817-3508-DB06-15FF-B428964046D8}"/>
                </a:ext>
              </a:extLst>
            </p:cNvPr>
            <p:cNvSpPr/>
            <p:nvPr/>
          </p:nvSpPr>
          <p:spPr>
            <a:xfrm>
              <a:off x="2194563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0">
              <a:extLst>
                <a:ext uri="{FF2B5EF4-FFF2-40B4-BE49-F238E27FC236}">
                  <a16:creationId xmlns:a16="http://schemas.microsoft.com/office/drawing/2014/main" id="{1F651EAD-27BE-DA7D-8619-8F01C40B5F91}"/>
                </a:ext>
              </a:extLst>
            </p:cNvPr>
            <p:cNvSpPr/>
            <p:nvPr/>
          </p:nvSpPr>
          <p:spPr>
            <a:xfrm>
              <a:off x="2194563" y="902767"/>
              <a:ext cx="922147" cy="914400"/>
            </a:xfrm>
            <a:custGeom>
              <a:avLst/>
              <a:gdLst/>
              <a:ahLst/>
              <a:cxnLst/>
              <a:rect l="0" t="0" r="0" b="0"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1">
              <a:extLst>
                <a:ext uri="{FF2B5EF4-FFF2-40B4-BE49-F238E27FC236}">
                  <a16:creationId xmlns:a16="http://schemas.microsoft.com/office/drawing/2014/main" id="{9676A783-2ACC-E78F-B306-9B89AE5EC1F8}"/>
                </a:ext>
              </a:extLst>
            </p:cNvPr>
            <p:cNvSpPr/>
            <p:nvPr/>
          </p:nvSpPr>
          <p:spPr>
            <a:xfrm>
              <a:off x="3336832" y="885197"/>
              <a:ext cx="914400" cy="923404"/>
            </a:xfrm>
            <a:custGeom>
              <a:avLst/>
              <a:gdLst/>
              <a:ahLst/>
              <a:cxnLst/>
              <a:rect l="0" t="0" r="0" b="0"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2">
              <a:extLst>
                <a:ext uri="{FF2B5EF4-FFF2-40B4-BE49-F238E27FC236}">
                  <a16:creationId xmlns:a16="http://schemas.microsoft.com/office/drawing/2014/main" id="{36998D9D-A7A3-986F-5D5A-D3BC2E049C8F}"/>
                </a:ext>
              </a:extLst>
            </p:cNvPr>
            <p:cNvSpPr/>
            <p:nvPr/>
          </p:nvSpPr>
          <p:spPr>
            <a:xfrm>
              <a:off x="333683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3">
              <a:extLst>
                <a:ext uri="{FF2B5EF4-FFF2-40B4-BE49-F238E27FC236}">
                  <a16:creationId xmlns:a16="http://schemas.microsoft.com/office/drawing/2014/main" id="{D6613441-54F7-62DE-F2A4-EACF5EDA24D2}"/>
                </a:ext>
              </a:extLst>
            </p:cNvPr>
            <p:cNvSpPr/>
            <p:nvPr/>
          </p:nvSpPr>
          <p:spPr>
            <a:xfrm>
              <a:off x="334627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4">
              <a:extLst>
                <a:ext uri="{FF2B5EF4-FFF2-40B4-BE49-F238E27FC236}">
                  <a16:creationId xmlns:a16="http://schemas.microsoft.com/office/drawing/2014/main" id="{8E884DDE-1D31-1DE1-726F-960B1659C6FA}"/>
                </a:ext>
              </a:extLst>
            </p:cNvPr>
            <p:cNvSpPr/>
            <p:nvPr/>
          </p:nvSpPr>
          <p:spPr>
            <a:xfrm>
              <a:off x="335571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5">
              <a:extLst>
                <a:ext uri="{FF2B5EF4-FFF2-40B4-BE49-F238E27FC236}">
                  <a16:creationId xmlns:a16="http://schemas.microsoft.com/office/drawing/2014/main" id="{92C68AE0-5A45-6E1A-65FE-9861DEA01FC9}"/>
                </a:ext>
              </a:extLst>
            </p:cNvPr>
            <p:cNvSpPr/>
            <p:nvPr/>
          </p:nvSpPr>
          <p:spPr>
            <a:xfrm>
              <a:off x="336515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6">
              <a:extLst>
                <a:ext uri="{FF2B5EF4-FFF2-40B4-BE49-F238E27FC236}">
                  <a16:creationId xmlns:a16="http://schemas.microsoft.com/office/drawing/2014/main" id="{2BEFD6C5-E870-0F43-BB50-D4F8C9C5EE97}"/>
                </a:ext>
              </a:extLst>
            </p:cNvPr>
            <p:cNvSpPr/>
            <p:nvPr/>
          </p:nvSpPr>
          <p:spPr>
            <a:xfrm>
              <a:off x="337459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7">
              <a:extLst>
                <a:ext uri="{FF2B5EF4-FFF2-40B4-BE49-F238E27FC236}">
                  <a16:creationId xmlns:a16="http://schemas.microsoft.com/office/drawing/2014/main" id="{D812A7AA-DFE8-34E0-C656-FFA182F7BB73}"/>
                </a:ext>
              </a:extLst>
            </p:cNvPr>
            <p:cNvSpPr/>
            <p:nvPr/>
          </p:nvSpPr>
          <p:spPr>
            <a:xfrm>
              <a:off x="338403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8">
              <a:extLst>
                <a:ext uri="{FF2B5EF4-FFF2-40B4-BE49-F238E27FC236}">
                  <a16:creationId xmlns:a16="http://schemas.microsoft.com/office/drawing/2014/main" id="{C4379F24-F520-F027-9BA0-DA45D321073B}"/>
                </a:ext>
              </a:extLst>
            </p:cNvPr>
            <p:cNvSpPr/>
            <p:nvPr/>
          </p:nvSpPr>
          <p:spPr>
            <a:xfrm>
              <a:off x="339347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69">
              <a:extLst>
                <a:ext uri="{FF2B5EF4-FFF2-40B4-BE49-F238E27FC236}">
                  <a16:creationId xmlns:a16="http://schemas.microsoft.com/office/drawing/2014/main" id="{4B9D6321-FC46-0693-6620-ADF657F717A6}"/>
                </a:ext>
              </a:extLst>
            </p:cNvPr>
            <p:cNvSpPr/>
            <p:nvPr/>
          </p:nvSpPr>
          <p:spPr>
            <a:xfrm>
              <a:off x="340291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0">
              <a:extLst>
                <a:ext uri="{FF2B5EF4-FFF2-40B4-BE49-F238E27FC236}">
                  <a16:creationId xmlns:a16="http://schemas.microsoft.com/office/drawing/2014/main" id="{7973C67C-0632-43D1-54D6-6F6B8FC68195}"/>
                </a:ext>
              </a:extLst>
            </p:cNvPr>
            <p:cNvSpPr/>
            <p:nvPr/>
          </p:nvSpPr>
          <p:spPr>
            <a:xfrm>
              <a:off x="341235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1">
              <a:extLst>
                <a:ext uri="{FF2B5EF4-FFF2-40B4-BE49-F238E27FC236}">
                  <a16:creationId xmlns:a16="http://schemas.microsoft.com/office/drawing/2014/main" id="{4324DEF1-623C-EF4D-1B14-4C324BFF4112}"/>
                </a:ext>
              </a:extLst>
            </p:cNvPr>
            <p:cNvSpPr/>
            <p:nvPr/>
          </p:nvSpPr>
          <p:spPr>
            <a:xfrm>
              <a:off x="342179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2">
              <a:extLst>
                <a:ext uri="{FF2B5EF4-FFF2-40B4-BE49-F238E27FC236}">
                  <a16:creationId xmlns:a16="http://schemas.microsoft.com/office/drawing/2014/main" id="{D26216EA-EAAE-3986-F632-ACB4880DCB11}"/>
                </a:ext>
              </a:extLst>
            </p:cNvPr>
            <p:cNvSpPr/>
            <p:nvPr/>
          </p:nvSpPr>
          <p:spPr>
            <a:xfrm>
              <a:off x="343123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3">
              <a:extLst>
                <a:ext uri="{FF2B5EF4-FFF2-40B4-BE49-F238E27FC236}">
                  <a16:creationId xmlns:a16="http://schemas.microsoft.com/office/drawing/2014/main" id="{574E7FEC-D389-9A47-1E64-8FA4C533524B}"/>
                </a:ext>
              </a:extLst>
            </p:cNvPr>
            <p:cNvSpPr/>
            <p:nvPr/>
          </p:nvSpPr>
          <p:spPr>
            <a:xfrm>
              <a:off x="344067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4">
              <a:extLst>
                <a:ext uri="{FF2B5EF4-FFF2-40B4-BE49-F238E27FC236}">
                  <a16:creationId xmlns:a16="http://schemas.microsoft.com/office/drawing/2014/main" id="{6CBD904F-20E0-9FC2-E43B-669D65E94BAC}"/>
                </a:ext>
              </a:extLst>
            </p:cNvPr>
            <p:cNvSpPr/>
            <p:nvPr/>
          </p:nvSpPr>
          <p:spPr>
            <a:xfrm>
              <a:off x="345011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5">
              <a:extLst>
                <a:ext uri="{FF2B5EF4-FFF2-40B4-BE49-F238E27FC236}">
                  <a16:creationId xmlns:a16="http://schemas.microsoft.com/office/drawing/2014/main" id="{57DEBF5D-90C9-4FB0-DE08-74274192A92C}"/>
                </a:ext>
              </a:extLst>
            </p:cNvPr>
            <p:cNvSpPr/>
            <p:nvPr/>
          </p:nvSpPr>
          <p:spPr>
            <a:xfrm>
              <a:off x="345955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6">
              <a:extLst>
                <a:ext uri="{FF2B5EF4-FFF2-40B4-BE49-F238E27FC236}">
                  <a16:creationId xmlns:a16="http://schemas.microsoft.com/office/drawing/2014/main" id="{90D793CC-43AD-A665-58DE-FC655CEF67EF}"/>
                </a:ext>
              </a:extLst>
            </p:cNvPr>
            <p:cNvSpPr/>
            <p:nvPr/>
          </p:nvSpPr>
          <p:spPr>
            <a:xfrm>
              <a:off x="346899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7">
              <a:extLst>
                <a:ext uri="{FF2B5EF4-FFF2-40B4-BE49-F238E27FC236}">
                  <a16:creationId xmlns:a16="http://schemas.microsoft.com/office/drawing/2014/main" id="{442311EE-E0B2-26AF-6EE7-445A74A5CED0}"/>
                </a:ext>
              </a:extLst>
            </p:cNvPr>
            <p:cNvSpPr/>
            <p:nvPr/>
          </p:nvSpPr>
          <p:spPr>
            <a:xfrm>
              <a:off x="347843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8">
              <a:extLst>
                <a:ext uri="{FF2B5EF4-FFF2-40B4-BE49-F238E27FC236}">
                  <a16:creationId xmlns:a16="http://schemas.microsoft.com/office/drawing/2014/main" id="{DB5AD6E7-1A4E-28DC-09DF-0BC14A3F4534}"/>
                </a:ext>
              </a:extLst>
            </p:cNvPr>
            <p:cNvSpPr/>
            <p:nvPr/>
          </p:nvSpPr>
          <p:spPr>
            <a:xfrm>
              <a:off x="348787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79">
              <a:extLst>
                <a:ext uri="{FF2B5EF4-FFF2-40B4-BE49-F238E27FC236}">
                  <a16:creationId xmlns:a16="http://schemas.microsoft.com/office/drawing/2014/main" id="{C9BD7DFB-2A47-56C3-D03A-245FF8D0D8EA}"/>
                </a:ext>
              </a:extLst>
            </p:cNvPr>
            <p:cNvSpPr/>
            <p:nvPr/>
          </p:nvSpPr>
          <p:spPr>
            <a:xfrm>
              <a:off x="349731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0">
              <a:extLst>
                <a:ext uri="{FF2B5EF4-FFF2-40B4-BE49-F238E27FC236}">
                  <a16:creationId xmlns:a16="http://schemas.microsoft.com/office/drawing/2014/main" id="{2F4DA663-36D7-9005-1345-78DBA41ED2E7}"/>
                </a:ext>
              </a:extLst>
            </p:cNvPr>
            <p:cNvSpPr/>
            <p:nvPr/>
          </p:nvSpPr>
          <p:spPr>
            <a:xfrm>
              <a:off x="350675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1">
              <a:extLst>
                <a:ext uri="{FF2B5EF4-FFF2-40B4-BE49-F238E27FC236}">
                  <a16:creationId xmlns:a16="http://schemas.microsoft.com/office/drawing/2014/main" id="{8860A953-DEFA-BEC1-5282-BEA35D04268F}"/>
                </a:ext>
              </a:extLst>
            </p:cNvPr>
            <p:cNvSpPr/>
            <p:nvPr/>
          </p:nvSpPr>
          <p:spPr>
            <a:xfrm>
              <a:off x="351619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2">
              <a:extLst>
                <a:ext uri="{FF2B5EF4-FFF2-40B4-BE49-F238E27FC236}">
                  <a16:creationId xmlns:a16="http://schemas.microsoft.com/office/drawing/2014/main" id="{BB7FB5DF-5A40-C1F1-E669-C0E01A045554}"/>
                </a:ext>
              </a:extLst>
            </p:cNvPr>
            <p:cNvSpPr/>
            <p:nvPr/>
          </p:nvSpPr>
          <p:spPr>
            <a:xfrm>
              <a:off x="352563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3">
              <a:extLst>
                <a:ext uri="{FF2B5EF4-FFF2-40B4-BE49-F238E27FC236}">
                  <a16:creationId xmlns:a16="http://schemas.microsoft.com/office/drawing/2014/main" id="{43D2ACD8-0985-D3A4-0EC2-DEC1595835B8}"/>
                </a:ext>
              </a:extLst>
            </p:cNvPr>
            <p:cNvSpPr/>
            <p:nvPr/>
          </p:nvSpPr>
          <p:spPr>
            <a:xfrm>
              <a:off x="353507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4">
              <a:extLst>
                <a:ext uri="{FF2B5EF4-FFF2-40B4-BE49-F238E27FC236}">
                  <a16:creationId xmlns:a16="http://schemas.microsoft.com/office/drawing/2014/main" id="{C0B8A9B1-C355-8F0F-A4E6-53F493ABF9AD}"/>
                </a:ext>
              </a:extLst>
            </p:cNvPr>
            <p:cNvSpPr/>
            <p:nvPr/>
          </p:nvSpPr>
          <p:spPr>
            <a:xfrm>
              <a:off x="354451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5">
              <a:extLst>
                <a:ext uri="{FF2B5EF4-FFF2-40B4-BE49-F238E27FC236}">
                  <a16:creationId xmlns:a16="http://schemas.microsoft.com/office/drawing/2014/main" id="{92E6AB88-0B3B-BBE1-DE1B-755557D0B4B3}"/>
                </a:ext>
              </a:extLst>
            </p:cNvPr>
            <p:cNvSpPr/>
            <p:nvPr/>
          </p:nvSpPr>
          <p:spPr>
            <a:xfrm>
              <a:off x="355395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6">
              <a:extLst>
                <a:ext uri="{FF2B5EF4-FFF2-40B4-BE49-F238E27FC236}">
                  <a16:creationId xmlns:a16="http://schemas.microsoft.com/office/drawing/2014/main" id="{744A7D3B-DD8F-B6C1-1FE5-32EA7F39D3C6}"/>
                </a:ext>
              </a:extLst>
            </p:cNvPr>
            <p:cNvSpPr/>
            <p:nvPr/>
          </p:nvSpPr>
          <p:spPr>
            <a:xfrm>
              <a:off x="356339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7">
              <a:extLst>
                <a:ext uri="{FF2B5EF4-FFF2-40B4-BE49-F238E27FC236}">
                  <a16:creationId xmlns:a16="http://schemas.microsoft.com/office/drawing/2014/main" id="{E2FFE1C2-06FD-64AE-4041-A3ED471C831E}"/>
                </a:ext>
              </a:extLst>
            </p:cNvPr>
            <p:cNvSpPr/>
            <p:nvPr/>
          </p:nvSpPr>
          <p:spPr>
            <a:xfrm>
              <a:off x="357283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8">
              <a:extLst>
                <a:ext uri="{FF2B5EF4-FFF2-40B4-BE49-F238E27FC236}">
                  <a16:creationId xmlns:a16="http://schemas.microsoft.com/office/drawing/2014/main" id="{EE5A2146-6DE3-050C-B7EB-FD96AED74FB5}"/>
                </a:ext>
              </a:extLst>
            </p:cNvPr>
            <p:cNvSpPr/>
            <p:nvPr/>
          </p:nvSpPr>
          <p:spPr>
            <a:xfrm>
              <a:off x="358227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89">
              <a:extLst>
                <a:ext uri="{FF2B5EF4-FFF2-40B4-BE49-F238E27FC236}">
                  <a16:creationId xmlns:a16="http://schemas.microsoft.com/office/drawing/2014/main" id="{78E8354F-5866-3BB8-E12A-D73AD2ABC861}"/>
                </a:ext>
              </a:extLst>
            </p:cNvPr>
            <p:cNvSpPr/>
            <p:nvPr/>
          </p:nvSpPr>
          <p:spPr>
            <a:xfrm>
              <a:off x="359171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0">
              <a:extLst>
                <a:ext uri="{FF2B5EF4-FFF2-40B4-BE49-F238E27FC236}">
                  <a16:creationId xmlns:a16="http://schemas.microsoft.com/office/drawing/2014/main" id="{1E27A401-31FB-56B3-6E6E-CB588CC35DB7}"/>
                </a:ext>
              </a:extLst>
            </p:cNvPr>
            <p:cNvSpPr/>
            <p:nvPr/>
          </p:nvSpPr>
          <p:spPr>
            <a:xfrm>
              <a:off x="360115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1">
              <a:extLst>
                <a:ext uri="{FF2B5EF4-FFF2-40B4-BE49-F238E27FC236}">
                  <a16:creationId xmlns:a16="http://schemas.microsoft.com/office/drawing/2014/main" id="{F87217DA-0AE4-01F0-556C-90F6765111FB}"/>
                </a:ext>
              </a:extLst>
            </p:cNvPr>
            <p:cNvSpPr/>
            <p:nvPr/>
          </p:nvSpPr>
          <p:spPr>
            <a:xfrm>
              <a:off x="361059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2">
              <a:extLst>
                <a:ext uri="{FF2B5EF4-FFF2-40B4-BE49-F238E27FC236}">
                  <a16:creationId xmlns:a16="http://schemas.microsoft.com/office/drawing/2014/main" id="{948621C1-3B40-0000-E226-CE4086F7B0FD}"/>
                </a:ext>
              </a:extLst>
            </p:cNvPr>
            <p:cNvSpPr/>
            <p:nvPr/>
          </p:nvSpPr>
          <p:spPr>
            <a:xfrm>
              <a:off x="362003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3">
              <a:extLst>
                <a:ext uri="{FF2B5EF4-FFF2-40B4-BE49-F238E27FC236}">
                  <a16:creationId xmlns:a16="http://schemas.microsoft.com/office/drawing/2014/main" id="{ED7D5061-A937-6480-CCAF-BE1F0477BA3A}"/>
                </a:ext>
              </a:extLst>
            </p:cNvPr>
            <p:cNvSpPr/>
            <p:nvPr/>
          </p:nvSpPr>
          <p:spPr>
            <a:xfrm>
              <a:off x="362947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4">
              <a:extLst>
                <a:ext uri="{FF2B5EF4-FFF2-40B4-BE49-F238E27FC236}">
                  <a16:creationId xmlns:a16="http://schemas.microsoft.com/office/drawing/2014/main" id="{5A0E916B-5CF1-8BB9-3CD0-E92D73961792}"/>
                </a:ext>
              </a:extLst>
            </p:cNvPr>
            <p:cNvSpPr/>
            <p:nvPr/>
          </p:nvSpPr>
          <p:spPr>
            <a:xfrm>
              <a:off x="363891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5">
              <a:extLst>
                <a:ext uri="{FF2B5EF4-FFF2-40B4-BE49-F238E27FC236}">
                  <a16:creationId xmlns:a16="http://schemas.microsoft.com/office/drawing/2014/main" id="{E7E187C0-0F72-EFA9-6E3F-EB9B7DB562E5}"/>
                </a:ext>
              </a:extLst>
            </p:cNvPr>
            <p:cNvSpPr/>
            <p:nvPr/>
          </p:nvSpPr>
          <p:spPr>
            <a:xfrm>
              <a:off x="364836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6">
              <a:extLst>
                <a:ext uri="{FF2B5EF4-FFF2-40B4-BE49-F238E27FC236}">
                  <a16:creationId xmlns:a16="http://schemas.microsoft.com/office/drawing/2014/main" id="{FE3D0EB8-48D7-B279-0925-1E8B5C9C69AC}"/>
                </a:ext>
              </a:extLst>
            </p:cNvPr>
            <p:cNvSpPr/>
            <p:nvPr/>
          </p:nvSpPr>
          <p:spPr>
            <a:xfrm>
              <a:off x="365780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7">
              <a:extLst>
                <a:ext uri="{FF2B5EF4-FFF2-40B4-BE49-F238E27FC236}">
                  <a16:creationId xmlns:a16="http://schemas.microsoft.com/office/drawing/2014/main" id="{AEEB0FF2-BCEB-154A-6736-1C69D81AE59F}"/>
                </a:ext>
              </a:extLst>
            </p:cNvPr>
            <p:cNvSpPr/>
            <p:nvPr/>
          </p:nvSpPr>
          <p:spPr>
            <a:xfrm>
              <a:off x="366724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8">
              <a:extLst>
                <a:ext uri="{FF2B5EF4-FFF2-40B4-BE49-F238E27FC236}">
                  <a16:creationId xmlns:a16="http://schemas.microsoft.com/office/drawing/2014/main" id="{5412BF1C-151D-2EBE-30F1-9981617A22AF}"/>
                </a:ext>
              </a:extLst>
            </p:cNvPr>
            <p:cNvSpPr/>
            <p:nvPr/>
          </p:nvSpPr>
          <p:spPr>
            <a:xfrm>
              <a:off x="367668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499">
              <a:extLst>
                <a:ext uri="{FF2B5EF4-FFF2-40B4-BE49-F238E27FC236}">
                  <a16:creationId xmlns:a16="http://schemas.microsoft.com/office/drawing/2014/main" id="{D0850283-98F6-4133-6FFE-F752B5DA63DA}"/>
                </a:ext>
              </a:extLst>
            </p:cNvPr>
            <p:cNvSpPr/>
            <p:nvPr/>
          </p:nvSpPr>
          <p:spPr>
            <a:xfrm>
              <a:off x="368612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0">
              <a:extLst>
                <a:ext uri="{FF2B5EF4-FFF2-40B4-BE49-F238E27FC236}">
                  <a16:creationId xmlns:a16="http://schemas.microsoft.com/office/drawing/2014/main" id="{BDE141AF-AD9A-A837-BBB7-45FA29BC3D92}"/>
                </a:ext>
              </a:extLst>
            </p:cNvPr>
            <p:cNvSpPr/>
            <p:nvPr/>
          </p:nvSpPr>
          <p:spPr>
            <a:xfrm>
              <a:off x="369556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1">
              <a:extLst>
                <a:ext uri="{FF2B5EF4-FFF2-40B4-BE49-F238E27FC236}">
                  <a16:creationId xmlns:a16="http://schemas.microsoft.com/office/drawing/2014/main" id="{A44EACC4-647A-5FB4-E431-3704B166C6D9}"/>
                </a:ext>
              </a:extLst>
            </p:cNvPr>
            <p:cNvSpPr/>
            <p:nvPr/>
          </p:nvSpPr>
          <p:spPr>
            <a:xfrm>
              <a:off x="370500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2">
              <a:extLst>
                <a:ext uri="{FF2B5EF4-FFF2-40B4-BE49-F238E27FC236}">
                  <a16:creationId xmlns:a16="http://schemas.microsoft.com/office/drawing/2014/main" id="{9C280AB5-67A3-4E36-5B3C-B0F68A854A16}"/>
                </a:ext>
              </a:extLst>
            </p:cNvPr>
            <p:cNvSpPr/>
            <p:nvPr/>
          </p:nvSpPr>
          <p:spPr>
            <a:xfrm>
              <a:off x="371444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3">
              <a:extLst>
                <a:ext uri="{FF2B5EF4-FFF2-40B4-BE49-F238E27FC236}">
                  <a16:creationId xmlns:a16="http://schemas.microsoft.com/office/drawing/2014/main" id="{6599FCDD-FD4A-3D90-5A9A-1D2BCFE7A08F}"/>
                </a:ext>
              </a:extLst>
            </p:cNvPr>
            <p:cNvSpPr/>
            <p:nvPr/>
          </p:nvSpPr>
          <p:spPr>
            <a:xfrm>
              <a:off x="372388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4">
              <a:extLst>
                <a:ext uri="{FF2B5EF4-FFF2-40B4-BE49-F238E27FC236}">
                  <a16:creationId xmlns:a16="http://schemas.microsoft.com/office/drawing/2014/main" id="{2C67CDEA-4F4D-528E-DEE5-32A1A32387F0}"/>
                </a:ext>
              </a:extLst>
            </p:cNvPr>
            <p:cNvSpPr/>
            <p:nvPr/>
          </p:nvSpPr>
          <p:spPr>
            <a:xfrm>
              <a:off x="373332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5">
              <a:extLst>
                <a:ext uri="{FF2B5EF4-FFF2-40B4-BE49-F238E27FC236}">
                  <a16:creationId xmlns:a16="http://schemas.microsoft.com/office/drawing/2014/main" id="{5EDC2DBF-313D-57F5-8459-6994B082E98B}"/>
                </a:ext>
              </a:extLst>
            </p:cNvPr>
            <p:cNvSpPr/>
            <p:nvPr/>
          </p:nvSpPr>
          <p:spPr>
            <a:xfrm>
              <a:off x="374276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6">
              <a:extLst>
                <a:ext uri="{FF2B5EF4-FFF2-40B4-BE49-F238E27FC236}">
                  <a16:creationId xmlns:a16="http://schemas.microsoft.com/office/drawing/2014/main" id="{9C137560-7928-9045-3883-94D4813FBABC}"/>
                </a:ext>
              </a:extLst>
            </p:cNvPr>
            <p:cNvSpPr/>
            <p:nvPr/>
          </p:nvSpPr>
          <p:spPr>
            <a:xfrm>
              <a:off x="375220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7">
              <a:extLst>
                <a:ext uri="{FF2B5EF4-FFF2-40B4-BE49-F238E27FC236}">
                  <a16:creationId xmlns:a16="http://schemas.microsoft.com/office/drawing/2014/main" id="{CD58A96C-2E25-E69E-ADC3-CDA82D6D491D}"/>
                </a:ext>
              </a:extLst>
            </p:cNvPr>
            <p:cNvSpPr/>
            <p:nvPr/>
          </p:nvSpPr>
          <p:spPr>
            <a:xfrm>
              <a:off x="376164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8">
              <a:extLst>
                <a:ext uri="{FF2B5EF4-FFF2-40B4-BE49-F238E27FC236}">
                  <a16:creationId xmlns:a16="http://schemas.microsoft.com/office/drawing/2014/main" id="{1A8451E6-744A-476B-8BF4-B9F190A31246}"/>
                </a:ext>
              </a:extLst>
            </p:cNvPr>
            <p:cNvSpPr/>
            <p:nvPr/>
          </p:nvSpPr>
          <p:spPr>
            <a:xfrm>
              <a:off x="377108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09">
              <a:extLst>
                <a:ext uri="{FF2B5EF4-FFF2-40B4-BE49-F238E27FC236}">
                  <a16:creationId xmlns:a16="http://schemas.microsoft.com/office/drawing/2014/main" id="{66F63EC9-A2EC-F2DA-5BF5-06CDD97F4C07}"/>
                </a:ext>
              </a:extLst>
            </p:cNvPr>
            <p:cNvSpPr/>
            <p:nvPr/>
          </p:nvSpPr>
          <p:spPr>
            <a:xfrm>
              <a:off x="378052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0">
              <a:extLst>
                <a:ext uri="{FF2B5EF4-FFF2-40B4-BE49-F238E27FC236}">
                  <a16:creationId xmlns:a16="http://schemas.microsoft.com/office/drawing/2014/main" id="{B04FA945-C9AB-6224-36E8-17567A6B7D04}"/>
                </a:ext>
              </a:extLst>
            </p:cNvPr>
            <p:cNvSpPr/>
            <p:nvPr/>
          </p:nvSpPr>
          <p:spPr>
            <a:xfrm>
              <a:off x="378996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1">
              <a:extLst>
                <a:ext uri="{FF2B5EF4-FFF2-40B4-BE49-F238E27FC236}">
                  <a16:creationId xmlns:a16="http://schemas.microsoft.com/office/drawing/2014/main" id="{28105D57-E522-DC10-0D58-B0E882D08DD7}"/>
                </a:ext>
              </a:extLst>
            </p:cNvPr>
            <p:cNvSpPr/>
            <p:nvPr/>
          </p:nvSpPr>
          <p:spPr>
            <a:xfrm>
              <a:off x="379940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2">
              <a:extLst>
                <a:ext uri="{FF2B5EF4-FFF2-40B4-BE49-F238E27FC236}">
                  <a16:creationId xmlns:a16="http://schemas.microsoft.com/office/drawing/2014/main" id="{C84F76DE-8564-C0D8-5BFD-30543B5A5446}"/>
                </a:ext>
              </a:extLst>
            </p:cNvPr>
            <p:cNvSpPr/>
            <p:nvPr/>
          </p:nvSpPr>
          <p:spPr>
            <a:xfrm>
              <a:off x="380884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3">
              <a:extLst>
                <a:ext uri="{FF2B5EF4-FFF2-40B4-BE49-F238E27FC236}">
                  <a16:creationId xmlns:a16="http://schemas.microsoft.com/office/drawing/2014/main" id="{5797A58C-4538-2A0B-4B7F-68C096976112}"/>
                </a:ext>
              </a:extLst>
            </p:cNvPr>
            <p:cNvSpPr/>
            <p:nvPr/>
          </p:nvSpPr>
          <p:spPr>
            <a:xfrm>
              <a:off x="3827724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4">
              <a:extLst>
                <a:ext uri="{FF2B5EF4-FFF2-40B4-BE49-F238E27FC236}">
                  <a16:creationId xmlns:a16="http://schemas.microsoft.com/office/drawing/2014/main" id="{7550D634-B097-037E-E7C4-1454AD73C8A0}"/>
                </a:ext>
              </a:extLst>
            </p:cNvPr>
            <p:cNvSpPr/>
            <p:nvPr/>
          </p:nvSpPr>
          <p:spPr>
            <a:xfrm>
              <a:off x="3827724" y="902767"/>
              <a:ext cx="919418" cy="914400"/>
            </a:xfrm>
            <a:custGeom>
              <a:avLst/>
              <a:gdLst/>
              <a:ahLst/>
              <a:cxnLst/>
              <a:rect l="0" t="0" r="0" b="0"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5">
              <a:extLst>
                <a:ext uri="{FF2B5EF4-FFF2-40B4-BE49-F238E27FC236}">
                  <a16:creationId xmlns:a16="http://schemas.microsoft.com/office/drawing/2014/main" id="{362EFFEF-BC59-5AF1-7714-381A549F85C3}"/>
                </a:ext>
              </a:extLst>
            </p:cNvPr>
            <p:cNvSpPr/>
            <p:nvPr/>
          </p:nvSpPr>
          <p:spPr>
            <a:xfrm>
              <a:off x="3336832" y="86762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6">
              <a:extLst>
                <a:ext uri="{FF2B5EF4-FFF2-40B4-BE49-F238E27FC236}">
                  <a16:creationId xmlns:a16="http://schemas.microsoft.com/office/drawing/2014/main" id="{1481B19D-37E7-13C9-659C-D6090D1097ED}"/>
                </a:ext>
              </a:extLst>
            </p:cNvPr>
            <p:cNvSpPr/>
            <p:nvPr/>
          </p:nvSpPr>
          <p:spPr>
            <a:xfrm>
              <a:off x="333683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7">
              <a:extLst>
                <a:ext uri="{FF2B5EF4-FFF2-40B4-BE49-F238E27FC236}">
                  <a16:creationId xmlns:a16="http://schemas.microsoft.com/office/drawing/2014/main" id="{8A1EF51F-B2D8-DFBE-4D80-2A963E32511E}"/>
                </a:ext>
              </a:extLst>
            </p:cNvPr>
            <p:cNvSpPr/>
            <p:nvPr/>
          </p:nvSpPr>
          <p:spPr>
            <a:xfrm>
              <a:off x="334627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8">
              <a:extLst>
                <a:ext uri="{FF2B5EF4-FFF2-40B4-BE49-F238E27FC236}">
                  <a16:creationId xmlns:a16="http://schemas.microsoft.com/office/drawing/2014/main" id="{D7A3CD2B-6D7F-7B5B-9A64-C9AA7FDCFE22}"/>
                </a:ext>
              </a:extLst>
            </p:cNvPr>
            <p:cNvSpPr/>
            <p:nvPr/>
          </p:nvSpPr>
          <p:spPr>
            <a:xfrm>
              <a:off x="335571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19">
              <a:extLst>
                <a:ext uri="{FF2B5EF4-FFF2-40B4-BE49-F238E27FC236}">
                  <a16:creationId xmlns:a16="http://schemas.microsoft.com/office/drawing/2014/main" id="{ECA38E5D-6790-0538-7E6E-BE88BB286167}"/>
                </a:ext>
              </a:extLst>
            </p:cNvPr>
            <p:cNvSpPr/>
            <p:nvPr/>
          </p:nvSpPr>
          <p:spPr>
            <a:xfrm>
              <a:off x="336515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0">
              <a:extLst>
                <a:ext uri="{FF2B5EF4-FFF2-40B4-BE49-F238E27FC236}">
                  <a16:creationId xmlns:a16="http://schemas.microsoft.com/office/drawing/2014/main" id="{E4DE938F-9A73-8F7F-FEDC-9100B340EEB4}"/>
                </a:ext>
              </a:extLst>
            </p:cNvPr>
            <p:cNvSpPr/>
            <p:nvPr/>
          </p:nvSpPr>
          <p:spPr>
            <a:xfrm>
              <a:off x="337459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1">
              <a:extLst>
                <a:ext uri="{FF2B5EF4-FFF2-40B4-BE49-F238E27FC236}">
                  <a16:creationId xmlns:a16="http://schemas.microsoft.com/office/drawing/2014/main" id="{8A80D70E-3599-EA4F-3484-0B04DC7F4101}"/>
                </a:ext>
              </a:extLst>
            </p:cNvPr>
            <p:cNvSpPr/>
            <p:nvPr/>
          </p:nvSpPr>
          <p:spPr>
            <a:xfrm>
              <a:off x="338403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2">
              <a:extLst>
                <a:ext uri="{FF2B5EF4-FFF2-40B4-BE49-F238E27FC236}">
                  <a16:creationId xmlns:a16="http://schemas.microsoft.com/office/drawing/2014/main" id="{59027628-A0F3-448A-BDCA-4B6EE08B5C2F}"/>
                </a:ext>
              </a:extLst>
            </p:cNvPr>
            <p:cNvSpPr/>
            <p:nvPr/>
          </p:nvSpPr>
          <p:spPr>
            <a:xfrm>
              <a:off x="339347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3">
              <a:extLst>
                <a:ext uri="{FF2B5EF4-FFF2-40B4-BE49-F238E27FC236}">
                  <a16:creationId xmlns:a16="http://schemas.microsoft.com/office/drawing/2014/main" id="{819725A4-2919-2046-0307-52818B97189E}"/>
                </a:ext>
              </a:extLst>
            </p:cNvPr>
            <p:cNvSpPr/>
            <p:nvPr/>
          </p:nvSpPr>
          <p:spPr>
            <a:xfrm>
              <a:off x="340291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4">
              <a:extLst>
                <a:ext uri="{FF2B5EF4-FFF2-40B4-BE49-F238E27FC236}">
                  <a16:creationId xmlns:a16="http://schemas.microsoft.com/office/drawing/2014/main" id="{AAB5B2DE-51C1-F222-E49E-6D92EC450B35}"/>
                </a:ext>
              </a:extLst>
            </p:cNvPr>
            <p:cNvSpPr/>
            <p:nvPr/>
          </p:nvSpPr>
          <p:spPr>
            <a:xfrm>
              <a:off x="341235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5">
              <a:extLst>
                <a:ext uri="{FF2B5EF4-FFF2-40B4-BE49-F238E27FC236}">
                  <a16:creationId xmlns:a16="http://schemas.microsoft.com/office/drawing/2014/main" id="{9637A832-536E-F81D-12B8-2695C8276682}"/>
                </a:ext>
              </a:extLst>
            </p:cNvPr>
            <p:cNvSpPr/>
            <p:nvPr/>
          </p:nvSpPr>
          <p:spPr>
            <a:xfrm>
              <a:off x="342179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6">
              <a:extLst>
                <a:ext uri="{FF2B5EF4-FFF2-40B4-BE49-F238E27FC236}">
                  <a16:creationId xmlns:a16="http://schemas.microsoft.com/office/drawing/2014/main" id="{14F92EC9-2CBE-87F6-615E-679AF07A3A8F}"/>
                </a:ext>
              </a:extLst>
            </p:cNvPr>
            <p:cNvSpPr/>
            <p:nvPr/>
          </p:nvSpPr>
          <p:spPr>
            <a:xfrm>
              <a:off x="343123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7">
              <a:extLst>
                <a:ext uri="{FF2B5EF4-FFF2-40B4-BE49-F238E27FC236}">
                  <a16:creationId xmlns:a16="http://schemas.microsoft.com/office/drawing/2014/main" id="{15F04020-EBCD-7077-3AF8-317C68BA3F68}"/>
                </a:ext>
              </a:extLst>
            </p:cNvPr>
            <p:cNvSpPr/>
            <p:nvPr/>
          </p:nvSpPr>
          <p:spPr>
            <a:xfrm>
              <a:off x="344067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8">
              <a:extLst>
                <a:ext uri="{FF2B5EF4-FFF2-40B4-BE49-F238E27FC236}">
                  <a16:creationId xmlns:a16="http://schemas.microsoft.com/office/drawing/2014/main" id="{132E7869-92EC-5A08-DDB3-87C5B04180D4}"/>
                </a:ext>
              </a:extLst>
            </p:cNvPr>
            <p:cNvSpPr/>
            <p:nvPr/>
          </p:nvSpPr>
          <p:spPr>
            <a:xfrm>
              <a:off x="345011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29">
              <a:extLst>
                <a:ext uri="{FF2B5EF4-FFF2-40B4-BE49-F238E27FC236}">
                  <a16:creationId xmlns:a16="http://schemas.microsoft.com/office/drawing/2014/main" id="{DDBEC49D-6112-C03B-51D2-5C260D4A8ACE}"/>
                </a:ext>
              </a:extLst>
            </p:cNvPr>
            <p:cNvSpPr/>
            <p:nvPr/>
          </p:nvSpPr>
          <p:spPr>
            <a:xfrm>
              <a:off x="345955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0">
              <a:extLst>
                <a:ext uri="{FF2B5EF4-FFF2-40B4-BE49-F238E27FC236}">
                  <a16:creationId xmlns:a16="http://schemas.microsoft.com/office/drawing/2014/main" id="{633089AB-7F37-123C-DB4C-020DF209B85D}"/>
                </a:ext>
              </a:extLst>
            </p:cNvPr>
            <p:cNvSpPr/>
            <p:nvPr/>
          </p:nvSpPr>
          <p:spPr>
            <a:xfrm>
              <a:off x="346899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1">
              <a:extLst>
                <a:ext uri="{FF2B5EF4-FFF2-40B4-BE49-F238E27FC236}">
                  <a16:creationId xmlns:a16="http://schemas.microsoft.com/office/drawing/2014/main" id="{90C2F7BE-009F-47AF-1CFE-5220E1B03F61}"/>
                </a:ext>
              </a:extLst>
            </p:cNvPr>
            <p:cNvSpPr/>
            <p:nvPr/>
          </p:nvSpPr>
          <p:spPr>
            <a:xfrm>
              <a:off x="347843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2">
              <a:extLst>
                <a:ext uri="{FF2B5EF4-FFF2-40B4-BE49-F238E27FC236}">
                  <a16:creationId xmlns:a16="http://schemas.microsoft.com/office/drawing/2014/main" id="{209A70E5-626C-9511-AB42-F67E967607E7}"/>
                </a:ext>
              </a:extLst>
            </p:cNvPr>
            <p:cNvSpPr/>
            <p:nvPr/>
          </p:nvSpPr>
          <p:spPr>
            <a:xfrm>
              <a:off x="348787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3">
              <a:extLst>
                <a:ext uri="{FF2B5EF4-FFF2-40B4-BE49-F238E27FC236}">
                  <a16:creationId xmlns:a16="http://schemas.microsoft.com/office/drawing/2014/main" id="{EDA39CCC-3B7D-52A7-DD0D-A39B6BBC7D1B}"/>
                </a:ext>
              </a:extLst>
            </p:cNvPr>
            <p:cNvSpPr/>
            <p:nvPr/>
          </p:nvSpPr>
          <p:spPr>
            <a:xfrm>
              <a:off x="349731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4">
              <a:extLst>
                <a:ext uri="{FF2B5EF4-FFF2-40B4-BE49-F238E27FC236}">
                  <a16:creationId xmlns:a16="http://schemas.microsoft.com/office/drawing/2014/main" id="{F8B44636-0B44-A839-D2E3-BC2CC770BB31}"/>
                </a:ext>
              </a:extLst>
            </p:cNvPr>
            <p:cNvSpPr/>
            <p:nvPr/>
          </p:nvSpPr>
          <p:spPr>
            <a:xfrm>
              <a:off x="350675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5">
              <a:extLst>
                <a:ext uri="{FF2B5EF4-FFF2-40B4-BE49-F238E27FC236}">
                  <a16:creationId xmlns:a16="http://schemas.microsoft.com/office/drawing/2014/main" id="{70D7368D-12F0-ADA9-C69F-3F9E958712F1}"/>
                </a:ext>
              </a:extLst>
            </p:cNvPr>
            <p:cNvSpPr/>
            <p:nvPr/>
          </p:nvSpPr>
          <p:spPr>
            <a:xfrm>
              <a:off x="351619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6">
              <a:extLst>
                <a:ext uri="{FF2B5EF4-FFF2-40B4-BE49-F238E27FC236}">
                  <a16:creationId xmlns:a16="http://schemas.microsoft.com/office/drawing/2014/main" id="{D547A47D-DBE6-E886-41A8-71D3512EAFD0}"/>
                </a:ext>
              </a:extLst>
            </p:cNvPr>
            <p:cNvSpPr/>
            <p:nvPr/>
          </p:nvSpPr>
          <p:spPr>
            <a:xfrm>
              <a:off x="352563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7">
              <a:extLst>
                <a:ext uri="{FF2B5EF4-FFF2-40B4-BE49-F238E27FC236}">
                  <a16:creationId xmlns:a16="http://schemas.microsoft.com/office/drawing/2014/main" id="{D33B0D8B-7AA4-FB70-841D-B769A46063CE}"/>
                </a:ext>
              </a:extLst>
            </p:cNvPr>
            <p:cNvSpPr/>
            <p:nvPr/>
          </p:nvSpPr>
          <p:spPr>
            <a:xfrm>
              <a:off x="353507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8">
              <a:extLst>
                <a:ext uri="{FF2B5EF4-FFF2-40B4-BE49-F238E27FC236}">
                  <a16:creationId xmlns:a16="http://schemas.microsoft.com/office/drawing/2014/main" id="{719A16E3-2327-0439-69BE-086EA4C2D955}"/>
                </a:ext>
              </a:extLst>
            </p:cNvPr>
            <p:cNvSpPr/>
            <p:nvPr/>
          </p:nvSpPr>
          <p:spPr>
            <a:xfrm>
              <a:off x="354451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39">
              <a:extLst>
                <a:ext uri="{FF2B5EF4-FFF2-40B4-BE49-F238E27FC236}">
                  <a16:creationId xmlns:a16="http://schemas.microsoft.com/office/drawing/2014/main" id="{F6C8D442-B20A-9C19-4823-83A1A23EFBC8}"/>
                </a:ext>
              </a:extLst>
            </p:cNvPr>
            <p:cNvSpPr/>
            <p:nvPr/>
          </p:nvSpPr>
          <p:spPr>
            <a:xfrm>
              <a:off x="355395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0">
              <a:extLst>
                <a:ext uri="{FF2B5EF4-FFF2-40B4-BE49-F238E27FC236}">
                  <a16:creationId xmlns:a16="http://schemas.microsoft.com/office/drawing/2014/main" id="{E3BE1994-029B-90DD-1662-4C68D0526397}"/>
                </a:ext>
              </a:extLst>
            </p:cNvPr>
            <p:cNvSpPr/>
            <p:nvPr/>
          </p:nvSpPr>
          <p:spPr>
            <a:xfrm>
              <a:off x="356339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1">
              <a:extLst>
                <a:ext uri="{FF2B5EF4-FFF2-40B4-BE49-F238E27FC236}">
                  <a16:creationId xmlns:a16="http://schemas.microsoft.com/office/drawing/2014/main" id="{697D709A-EB3E-81EE-2971-952F54410CC8}"/>
                </a:ext>
              </a:extLst>
            </p:cNvPr>
            <p:cNvSpPr/>
            <p:nvPr/>
          </p:nvSpPr>
          <p:spPr>
            <a:xfrm>
              <a:off x="357283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2">
              <a:extLst>
                <a:ext uri="{FF2B5EF4-FFF2-40B4-BE49-F238E27FC236}">
                  <a16:creationId xmlns:a16="http://schemas.microsoft.com/office/drawing/2014/main" id="{0F2DC296-EE36-84AB-B06E-4F52AE7FACD3}"/>
                </a:ext>
              </a:extLst>
            </p:cNvPr>
            <p:cNvSpPr/>
            <p:nvPr/>
          </p:nvSpPr>
          <p:spPr>
            <a:xfrm>
              <a:off x="358227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3">
              <a:extLst>
                <a:ext uri="{FF2B5EF4-FFF2-40B4-BE49-F238E27FC236}">
                  <a16:creationId xmlns:a16="http://schemas.microsoft.com/office/drawing/2014/main" id="{9BF02E48-59AD-5528-F697-81AA12D85840}"/>
                </a:ext>
              </a:extLst>
            </p:cNvPr>
            <p:cNvSpPr/>
            <p:nvPr/>
          </p:nvSpPr>
          <p:spPr>
            <a:xfrm>
              <a:off x="359171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4">
              <a:extLst>
                <a:ext uri="{FF2B5EF4-FFF2-40B4-BE49-F238E27FC236}">
                  <a16:creationId xmlns:a16="http://schemas.microsoft.com/office/drawing/2014/main" id="{127903AA-4A03-2123-D99E-C470D70F158B}"/>
                </a:ext>
              </a:extLst>
            </p:cNvPr>
            <p:cNvSpPr/>
            <p:nvPr/>
          </p:nvSpPr>
          <p:spPr>
            <a:xfrm>
              <a:off x="360115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5">
              <a:extLst>
                <a:ext uri="{FF2B5EF4-FFF2-40B4-BE49-F238E27FC236}">
                  <a16:creationId xmlns:a16="http://schemas.microsoft.com/office/drawing/2014/main" id="{6365E94D-B63E-584D-04E4-6B52F338B046}"/>
                </a:ext>
              </a:extLst>
            </p:cNvPr>
            <p:cNvSpPr/>
            <p:nvPr/>
          </p:nvSpPr>
          <p:spPr>
            <a:xfrm>
              <a:off x="361059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6">
              <a:extLst>
                <a:ext uri="{FF2B5EF4-FFF2-40B4-BE49-F238E27FC236}">
                  <a16:creationId xmlns:a16="http://schemas.microsoft.com/office/drawing/2014/main" id="{F0A37255-F6AF-AE57-A730-CA34557BE8BC}"/>
                </a:ext>
              </a:extLst>
            </p:cNvPr>
            <p:cNvSpPr/>
            <p:nvPr/>
          </p:nvSpPr>
          <p:spPr>
            <a:xfrm>
              <a:off x="362003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7">
              <a:extLst>
                <a:ext uri="{FF2B5EF4-FFF2-40B4-BE49-F238E27FC236}">
                  <a16:creationId xmlns:a16="http://schemas.microsoft.com/office/drawing/2014/main" id="{82999CC6-B074-1166-90BE-57A28003D602}"/>
                </a:ext>
              </a:extLst>
            </p:cNvPr>
            <p:cNvSpPr/>
            <p:nvPr/>
          </p:nvSpPr>
          <p:spPr>
            <a:xfrm>
              <a:off x="362947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8">
              <a:extLst>
                <a:ext uri="{FF2B5EF4-FFF2-40B4-BE49-F238E27FC236}">
                  <a16:creationId xmlns:a16="http://schemas.microsoft.com/office/drawing/2014/main" id="{95ECF1CB-49D6-994E-1EA8-DB5C244DE1E8}"/>
                </a:ext>
              </a:extLst>
            </p:cNvPr>
            <p:cNvSpPr/>
            <p:nvPr/>
          </p:nvSpPr>
          <p:spPr>
            <a:xfrm>
              <a:off x="363891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49">
              <a:extLst>
                <a:ext uri="{FF2B5EF4-FFF2-40B4-BE49-F238E27FC236}">
                  <a16:creationId xmlns:a16="http://schemas.microsoft.com/office/drawing/2014/main" id="{025DFD2B-E795-BB34-0B32-8CB5ABFC31C0}"/>
                </a:ext>
              </a:extLst>
            </p:cNvPr>
            <p:cNvSpPr/>
            <p:nvPr/>
          </p:nvSpPr>
          <p:spPr>
            <a:xfrm>
              <a:off x="364836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0">
              <a:extLst>
                <a:ext uri="{FF2B5EF4-FFF2-40B4-BE49-F238E27FC236}">
                  <a16:creationId xmlns:a16="http://schemas.microsoft.com/office/drawing/2014/main" id="{22FEF68B-3C85-FF30-C710-3B3C15C146FD}"/>
                </a:ext>
              </a:extLst>
            </p:cNvPr>
            <p:cNvSpPr/>
            <p:nvPr/>
          </p:nvSpPr>
          <p:spPr>
            <a:xfrm>
              <a:off x="365780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1">
              <a:extLst>
                <a:ext uri="{FF2B5EF4-FFF2-40B4-BE49-F238E27FC236}">
                  <a16:creationId xmlns:a16="http://schemas.microsoft.com/office/drawing/2014/main" id="{CEA42D9F-D53B-B61D-6BEA-66A509DA8FDD}"/>
                </a:ext>
              </a:extLst>
            </p:cNvPr>
            <p:cNvSpPr/>
            <p:nvPr/>
          </p:nvSpPr>
          <p:spPr>
            <a:xfrm>
              <a:off x="366724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2">
              <a:extLst>
                <a:ext uri="{FF2B5EF4-FFF2-40B4-BE49-F238E27FC236}">
                  <a16:creationId xmlns:a16="http://schemas.microsoft.com/office/drawing/2014/main" id="{41C1AC06-E868-E769-6A41-5BEAA194BDB4}"/>
                </a:ext>
              </a:extLst>
            </p:cNvPr>
            <p:cNvSpPr/>
            <p:nvPr/>
          </p:nvSpPr>
          <p:spPr>
            <a:xfrm>
              <a:off x="367668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3">
              <a:extLst>
                <a:ext uri="{FF2B5EF4-FFF2-40B4-BE49-F238E27FC236}">
                  <a16:creationId xmlns:a16="http://schemas.microsoft.com/office/drawing/2014/main" id="{C3671067-8439-6DF0-3DE6-79E56923117D}"/>
                </a:ext>
              </a:extLst>
            </p:cNvPr>
            <p:cNvSpPr/>
            <p:nvPr/>
          </p:nvSpPr>
          <p:spPr>
            <a:xfrm>
              <a:off x="368612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4">
              <a:extLst>
                <a:ext uri="{FF2B5EF4-FFF2-40B4-BE49-F238E27FC236}">
                  <a16:creationId xmlns:a16="http://schemas.microsoft.com/office/drawing/2014/main" id="{3375BE06-4F47-703E-CDB3-FB3AD5020167}"/>
                </a:ext>
              </a:extLst>
            </p:cNvPr>
            <p:cNvSpPr/>
            <p:nvPr/>
          </p:nvSpPr>
          <p:spPr>
            <a:xfrm>
              <a:off x="369556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5">
              <a:extLst>
                <a:ext uri="{FF2B5EF4-FFF2-40B4-BE49-F238E27FC236}">
                  <a16:creationId xmlns:a16="http://schemas.microsoft.com/office/drawing/2014/main" id="{593192DC-EB1D-2FB4-B8EB-C72F46B7F8F8}"/>
                </a:ext>
              </a:extLst>
            </p:cNvPr>
            <p:cNvSpPr/>
            <p:nvPr/>
          </p:nvSpPr>
          <p:spPr>
            <a:xfrm>
              <a:off x="370500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6">
              <a:extLst>
                <a:ext uri="{FF2B5EF4-FFF2-40B4-BE49-F238E27FC236}">
                  <a16:creationId xmlns:a16="http://schemas.microsoft.com/office/drawing/2014/main" id="{47306DE5-C076-92CB-623E-C07166D24AB6}"/>
                </a:ext>
              </a:extLst>
            </p:cNvPr>
            <p:cNvSpPr/>
            <p:nvPr/>
          </p:nvSpPr>
          <p:spPr>
            <a:xfrm>
              <a:off x="371444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7">
              <a:extLst>
                <a:ext uri="{FF2B5EF4-FFF2-40B4-BE49-F238E27FC236}">
                  <a16:creationId xmlns:a16="http://schemas.microsoft.com/office/drawing/2014/main" id="{8BA8F23D-1E83-CABE-CE9B-FEB647C02758}"/>
                </a:ext>
              </a:extLst>
            </p:cNvPr>
            <p:cNvSpPr/>
            <p:nvPr/>
          </p:nvSpPr>
          <p:spPr>
            <a:xfrm>
              <a:off x="372388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8">
              <a:extLst>
                <a:ext uri="{FF2B5EF4-FFF2-40B4-BE49-F238E27FC236}">
                  <a16:creationId xmlns:a16="http://schemas.microsoft.com/office/drawing/2014/main" id="{E3139E05-BAC2-0284-6FE3-114C74D7514A}"/>
                </a:ext>
              </a:extLst>
            </p:cNvPr>
            <p:cNvSpPr/>
            <p:nvPr/>
          </p:nvSpPr>
          <p:spPr>
            <a:xfrm>
              <a:off x="373332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59">
              <a:extLst>
                <a:ext uri="{FF2B5EF4-FFF2-40B4-BE49-F238E27FC236}">
                  <a16:creationId xmlns:a16="http://schemas.microsoft.com/office/drawing/2014/main" id="{8E5F2A8E-54F4-00EB-F944-F3383D9B9242}"/>
                </a:ext>
              </a:extLst>
            </p:cNvPr>
            <p:cNvSpPr/>
            <p:nvPr/>
          </p:nvSpPr>
          <p:spPr>
            <a:xfrm>
              <a:off x="374276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0">
              <a:extLst>
                <a:ext uri="{FF2B5EF4-FFF2-40B4-BE49-F238E27FC236}">
                  <a16:creationId xmlns:a16="http://schemas.microsoft.com/office/drawing/2014/main" id="{3BC4DF52-10FB-209D-0276-7CFEFFF59F12}"/>
                </a:ext>
              </a:extLst>
            </p:cNvPr>
            <p:cNvSpPr/>
            <p:nvPr/>
          </p:nvSpPr>
          <p:spPr>
            <a:xfrm>
              <a:off x="375220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1">
              <a:extLst>
                <a:ext uri="{FF2B5EF4-FFF2-40B4-BE49-F238E27FC236}">
                  <a16:creationId xmlns:a16="http://schemas.microsoft.com/office/drawing/2014/main" id="{15C76229-593E-773D-FDC9-F5F57C6AC787}"/>
                </a:ext>
              </a:extLst>
            </p:cNvPr>
            <p:cNvSpPr/>
            <p:nvPr/>
          </p:nvSpPr>
          <p:spPr>
            <a:xfrm>
              <a:off x="376164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2">
              <a:extLst>
                <a:ext uri="{FF2B5EF4-FFF2-40B4-BE49-F238E27FC236}">
                  <a16:creationId xmlns:a16="http://schemas.microsoft.com/office/drawing/2014/main" id="{DFDCF962-6507-CBBC-64EA-7428D6C5B4A4}"/>
                </a:ext>
              </a:extLst>
            </p:cNvPr>
            <p:cNvSpPr/>
            <p:nvPr/>
          </p:nvSpPr>
          <p:spPr>
            <a:xfrm>
              <a:off x="377108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3">
              <a:extLst>
                <a:ext uri="{FF2B5EF4-FFF2-40B4-BE49-F238E27FC236}">
                  <a16:creationId xmlns:a16="http://schemas.microsoft.com/office/drawing/2014/main" id="{C216CB3B-FD8F-C34B-5E6A-B9AD17723F06}"/>
                </a:ext>
              </a:extLst>
            </p:cNvPr>
            <p:cNvSpPr/>
            <p:nvPr/>
          </p:nvSpPr>
          <p:spPr>
            <a:xfrm>
              <a:off x="378052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4">
              <a:extLst>
                <a:ext uri="{FF2B5EF4-FFF2-40B4-BE49-F238E27FC236}">
                  <a16:creationId xmlns:a16="http://schemas.microsoft.com/office/drawing/2014/main" id="{BBD35A84-0431-3FED-4BD2-302DE0A04934}"/>
                </a:ext>
              </a:extLst>
            </p:cNvPr>
            <p:cNvSpPr/>
            <p:nvPr/>
          </p:nvSpPr>
          <p:spPr>
            <a:xfrm>
              <a:off x="378996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5">
              <a:extLst>
                <a:ext uri="{FF2B5EF4-FFF2-40B4-BE49-F238E27FC236}">
                  <a16:creationId xmlns:a16="http://schemas.microsoft.com/office/drawing/2014/main" id="{26719B75-50AD-EEAD-25AE-E0F4D34C19FF}"/>
                </a:ext>
              </a:extLst>
            </p:cNvPr>
            <p:cNvSpPr/>
            <p:nvPr/>
          </p:nvSpPr>
          <p:spPr>
            <a:xfrm>
              <a:off x="379940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6">
              <a:extLst>
                <a:ext uri="{FF2B5EF4-FFF2-40B4-BE49-F238E27FC236}">
                  <a16:creationId xmlns:a16="http://schemas.microsoft.com/office/drawing/2014/main" id="{34A00E20-D80C-DE71-18E5-878A852716A4}"/>
                </a:ext>
              </a:extLst>
            </p:cNvPr>
            <p:cNvSpPr/>
            <p:nvPr/>
          </p:nvSpPr>
          <p:spPr>
            <a:xfrm>
              <a:off x="3818284" y="8851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7">
              <a:extLst>
                <a:ext uri="{FF2B5EF4-FFF2-40B4-BE49-F238E27FC236}">
                  <a16:creationId xmlns:a16="http://schemas.microsoft.com/office/drawing/2014/main" id="{723877FA-6052-B742-CC2F-3F4CED916A56}"/>
                </a:ext>
              </a:extLst>
            </p:cNvPr>
            <p:cNvSpPr/>
            <p:nvPr/>
          </p:nvSpPr>
          <p:spPr>
            <a:xfrm>
              <a:off x="3818284" y="885197"/>
              <a:ext cx="919123" cy="914400"/>
            </a:xfrm>
            <a:custGeom>
              <a:avLst/>
              <a:gdLst/>
              <a:ahLst/>
              <a:cxnLst/>
              <a:rect l="0" t="0" r="0" b="0"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8">
              <a:extLst>
                <a:ext uri="{FF2B5EF4-FFF2-40B4-BE49-F238E27FC236}">
                  <a16:creationId xmlns:a16="http://schemas.microsoft.com/office/drawing/2014/main" id="{7DE0B45D-4F1E-367F-1DA5-9940DFB69C7C}"/>
                </a:ext>
              </a:extLst>
            </p:cNvPr>
            <p:cNvSpPr/>
            <p:nvPr/>
          </p:nvSpPr>
          <p:spPr>
            <a:xfrm>
              <a:off x="3327392" y="850058"/>
              <a:ext cx="914400" cy="926076"/>
            </a:xfrm>
            <a:custGeom>
              <a:avLst/>
              <a:gdLst/>
              <a:ahLst/>
              <a:cxnLst/>
              <a:rect l="0" t="0" r="0" b="0"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69">
              <a:extLst>
                <a:ext uri="{FF2B5EF4-FFF2-40B4-BE49-F238E27FC236}">
                  <a16:creationId xmlns:a16="http://schemas.microsoft.com/office/drawing/2014/main" id="{7F0D9454-3BA3-AE26-3A77-CE653199F44A}"/>
                </a:ext>
              </a:extLst>
            </p:cNvPr>
            <p:cNvSpPr/>
            <p:nvPr/>
          </p:nvSpPr>
          <p:spPr>
            <a:xfrm>
              <a:off x="332739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0">
              <a:extLst>
                <a:ext uri="{FF2B5EF4-FFF2-40B4-BE49-F238E27FC236}">
                  <a16:creationId xmlns:a16="http://schemas.microsoft.com/office/drawing/2014/main" id="{CA17F068-8F95-1AE2-449C-8040B3E4A357}"/>
                </a:ext>
              </a:extLst>
            </p:cNvPr>
            <p:cNvSpPr/>
            <p:nvPr/>
          </p:nvSpPr>
          <p:spPr>
            <a:xfrm>
              <a:off x="333683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1">
              <a:extLst>
                <a:ext uri="{FF2B5EF4-FFF2-40B4-BE49-F238E27FC236}">
                  <a16:creationId xmlns:a16="http://schemas.microsoft.com/office/drawing/2014/main" id="{1FFE0632-847B-550D-C30C-6C57D2EA1B05}"/>
                </a:ext>
              </a:extLst>
            </p:cNvPr>
            <p:cNvSpPr/>
            <p:nvPr/>
          </p:nvSpPr>
          <p:spPr>
            <a:xfrm>
              <a:off x="334627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2">
              <a:extLst>
                <a:ext uri="{FF2B5EF4-FFF2-40B4-BE49-F238E27FC236}">
                  <a16:creationId xmlns:a16="http://schemas.microsoft.com/office/drawing/2014/main" id="{537C01B5-307D-5EC2-69A5-F6BF1FD36E31}"/>
                </a:ext>
              </a:extLst>
            </p:cNvPr>
            <p:cNvSpPr/>
            <p:nvPr/>
          </p:nvSpPr>
          <p:spPr>
            <a:xfrm>
              <a:off x="335571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3">
              <a:extLst>
                <a:ext uri="{FF2B5EF4-FFF2-40B4-BE49-F238E27FC236}">
                  <a16:creationId xmlns:a16="http://schemas.microsoft.com/office/drawing/2014/main" id="{B7965227-9A20-976C-50CB-05E88497A020}"/>
                </a:ext>
              </a:extLst>
            </p:cNvPr>
            <p:cNvSpPr/>
            <p:nvPr/>
          </p:nvSpPr>
          <p:spPr>
            <a:xfrm>
              <a:off x="336515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4">
              <a:extLst>
                <a:ext uri="{FF2B5EF4-FFF2-40B4-BE49-F238E27FC236}">
                  <a16:creationId xmlns:a16="http://schemas.microsoft.com/office/drawing/2014/main" id="{BD0D34CA-F842-2CB9-1BD1-A9565B3C0E9C}"/>
                </a:ext>
              </a:extLst>
            </p:cNvPr>
            <p:cNvSpPr/>
            <p:nvPr/>
          </p:nvSpPr>
          <p:spPr>
            <a:xfrm>
              <a:off x="337459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5">
              <a:extLst>
                <a:ext uri="{FF2B5EF4-FFF2-40B4-BE49-F238E27FC236}">
                  <a16:creationId xmlns:a16="http://schemas.microsoft.com/office/drawing/2014/main" id="{D76CA2D4-43BA-2C31-DAB7-66C726536714}"/>
                </a:ext>
              </a:extLst>
            </p:cNvPr>
            <p:cNvSpPr/>
            <p:nvPr/>
          </p:nvSpPr>
          <p:spPr>
            <a:xfrm>
              <a:off x="338403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6">
              <a:extLst>
                <a:ext uri="{FF2B5EF4-FFF2-40B4-BE49-F238E27FC236}">
                  <a16:creationId xmlns:a16="http://schemas.microsoft.com/office/drawing/2014/main" id="{8C34CDE7-153B-B243-C4FC-7F755CDFE918}"/>
                </a:ext>
              </a:extLst>
            </p:cNvPr>
            <p:cNvSpPr/>
            <p:nvPr/>
          </p:nvSpPr>
          <p:spPr>
            <a:xfrm>
              <a:off x="339347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7">
              <a:extLst>
                <a:ext uri="{FF2B5EF4-FFF2-40B4-BE49-F238E27FC236}">
                  <a16:creationId xmlns:a16="http://schemas.microsoft.com/office/drawing/2014/main" id="{239A78C7-7608-1A90-6E1C-BB319B0063DC}"/>
                </a:ext>
              </a:extLst>
            </p:cNvPr>
            <p:cNvSpPr/>
            <p:nvPr/>
          </p:nvSpPr>
          <p:spPr>
            <a:xfrm>
              <a:off x="340291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8">
              <a:extLst>
                <a:ext uri="{FF2B5EF4-FFF2-40B4-BE49-F238E27FC236}">
                  <a16:creationId xmlns:a16="http://schemas.microsoft.com/office/drawing/2014/main" id="{86F7EC5F-4C9E-6C64-CF55-A5D1329807D2}"/>
                </a:ext>
              </a:extLst>
            </p:cNvPr>
            <p:cNvSpPr/>
            <p:nvPr/>
          </p:nvSpPr>
          <p:spPr>
            <a:xfrm>
              <a:off x="341235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79">
              <a:extLst>
                <a:ext uri="{FF2B5EF4-FFF2-40B4-BE49-F238E27FC236}">
                  <a16:creationId xmlns:a16="http://schemas.microsoft.com/office/drawing/2014/main" id="{D1742162-F7C7-D632-E569-4701F5A26F05}"/>
                </a:ext>
              </a:extLst>
            </p:cNvPr>
            <p:cNvSpPr/>
            <p:nvPr/>
          </p:nvSpPr>
          <p:spPr>
            <a:xfrm>
              <a:off x="342179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0">
              <a:extLst>
                <a:ext uri="{FF2B5EF4-FFF2-40B4-BE49-F238E27FC236}">
                  <a16:creationId xmlns:a16="http://schemas.microsoft.com/office/drawing/2014/main" id="{76D8B592-41BD-20DD-D6DE-1206C7ED1CE8}"/>
                </a:ext>
              </a:extLst>
            </p:cNvPr>
            <p:cNvSpPr/>
            <p:nvPr/>
          </p:nvSpPr>
          <p:spPr>
            <a:xfrm>
              <a:off x="343123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1">
              <a:extLst>
                <a:ext uri="{FF2B5EF4-FFF2-40B4-BE49-F238E27FC236}">
                  <a16:creationId xmlns:a16="http://schemas.microsoft.com/office/drawing/2014/main" id="{03211208-332C-A8F1-7A27-0585A67128EB}"/>
                </a:ext>
              </a:extLst>
            </p:cNvPr>
            <p:cNvSpPr/>
            <p:nvPr/>
          </p:nvSpPr>
          <p:spPr>
            <a:xfrm>
              <a:off x="344067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2">
              <a:extLst>
                <a:ext uri="{FF2B5EF4-FFF2-40B4-BE49-F238E27FC236}">
                  <a16:creationId xmlns:a16="http://schemas.microsoft.com/office/drawing/2014/main" id="{93025CA2-5D31-D7A9-4831-7BFB4B3E51D7}"/>
                </a:ext>
              </a:extLst>
            </p:cNvPr>
            <p:cNvSpPr/>
            <p:nvPr/>
          </p:nvSpPr>
          <p:spPr>
            <a:xfrm>
              <a:off x="345011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3">
              <a:extLst>
                <a:ext uri="{FF2B5EF4-FFF2-40B4-BE49-F238E27FC236}">
                  <a16:creationId xmlns:a16="http://schemas.microsoft.com/office/drawing/2014/main" id="{47D47142-FF66-88FB-6037-5ED2DD0C3C9D}"/>
                </a:ext>
              </a:extLst>
            </p:cNvPr>
            <p:cNvSpPr/>
            <p:nvPr/>
          </p:nvSpPr>
          <p:spPr>
            <a:xfrm>
              <a:off x="345955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4">
              <a:extLst>
                <a:ext uri="{FF2B5EF4-FFF2-40B4-BE49-F238E27FC236}">
                  <a16:creationId xmlns:a16="http://schemas.microsoft.com/office/drawing/2014/main" id="{C144CDAC-4FF3-C83F-C7A6-997911A0FD06}"/>
                </a:ext>
              </a:extLst>
            </p:cNvPr>
            <p:cNvSpPr/>
            <p:nvPr/>
          </p:nvSpPr>
          <p:spPr>
            <a:xfrm>
              <a:off x="346899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5">
              <a:extLst>
                <a:ext uri="{FF2B5EF4-FFF2-40B4-BE49-F238E27FC236}">
                  <a16:creationId xmlns:a16="http://schemas.microsoft.com/office/drawing/2014/main" id="{7C08363E-C0A9-B8C1-46B0-E977C070EE4A}"/>
                </a:ext>
              </a:extLst>
            </p:cNvPr>
            <p:cNvSpPr/>
            <p:nvPr/>
          </p:nvSpPr>
          <p:spPr>
            <a:xfrm>
              <a:off x="347843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6">
              <a:extLst>
                <a:ext uri="{FF2B5EF4-FFF2-40B4-BE49-F238E27FC236}">
                  <a16:creationId xmlns:a16="http://schemas.microsoft.com/office/drawing/2014/main" id="{0A9CCC7B-85FE-B764-2E9D-3194CEA11558}"/>
                </a:ext>
              </a:extLst>
            </p:cNvPr>
            <p:cNvSpPr/>
            <p:nvPr/>
          </p:nvSpPr>
          <p:spPr>
            <a:xfrm>
              <a:off x="348787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7">
              <a:extLst>
                <a:ext uri="{FF2B5EF4-FFF2-40B4-BE49-F238E27FC236}">
                  <a16:creationId xmlns:a16="http://schemas.microsoft.com/office/drawing/2014/main" id="{0AA4E394-F0D2-1B64-5D41-3D1966DD4493}"/>
                </a:ext>
              </a:extLst>
            </p:cNvPr>
            <p:cNvSpPr/>
            <p:nvPr/>
          </p:nvSpPr>
          <p:spPr>
            <a:xfrm>
              <a:off x="349731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8">
              <a:extLst>
                <a:ext uri="{FF2B5EF4-FFF2-40B4-BE49-F238E27FC236}">
                  <a16:creationId xmlns:a16="http://schemas.microsoft.com/office/drawing/2014/main" id="{E5CDF105-A949-73DF-1B76-ADB659092266}"/>
                </a:ext>
              </a:extLst>
            </p:cNvPr>
            <p:cNvSpPr/>
            <p:nvPr/>
          </p:nvSpPr>
          <p:spPr>
            <a:xfrm>
              <a:off x="350675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89">
              <a:extLst>
                <a:ext uri="{FF2B5EF4-FFF2-40B4-BE49-F238E27FC236}">
                  <a16:creationId xmlns:a16="http://schemas.microsoft.com/office/drawing/2014/main" id="{472FDD73-EEE7-D4A2-6DD6-3AD4204FD625}"/>
                </a:ext>
              </a:extLst>
            </p:cNvPr>
            <p:cNvSpPr/>
            <p:nvPr/>
          </p:nvSpPr>
          <p:spPr>
            <a:xfrm>
              <a:off x="351619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0">
              <a:extLst>
                <a:ext uri="{FF2B5EF4-FFF2-40B4-BE49-F238E27FC236}">
                  <a16:creationId xmlns:a16="http://schemas.microsoft.com/office/drawing/2014/main" id="{FB8C1C14-D57C-1458-E64C-0C4038104C86}"/>
                </a:ext>
              </a:extLst>
            </p:cNvPr>
            <p:cNvSpPr/>
            <p:nvPr/>
          </p:nvSpPr>
          <p:spPr>
            <a:xfrm>
              <a:off x="352563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1">
              <a:extLst>
                <a:ext uri="{FF2B5EF4-FFF2-40B4-BE49-F238E27FC236}">
                  <a16:creationId xmlns:a16="http://schemas.microsoft.com/office/drawing/2014/main" id="{4C665D27-401B-6179-AFEF-317ED8BC5DA7}"/>
                </a:ext>
              </a:extLst>
            </p:cNvPr>
            <p:cNvSpPr/>
            <p:nvPr/>
          </p:nvSpPr>
          <p:spPr>
            <a:xfrm>
              <a:off x="353507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2">
              <a:extLst>
                <a:ext uri="{FF2B5EF4-FFF2-40B4-BE49-F238E27FC236}">
                  <a16:creationId xmlns:a16="http://schemas.microsoft.com/office/drawing/2014/main" id="{87A78EF3-809E-61E4-7BE9-2B343E4ED831}"/>
                </a:ext>
              </a:extLst>
            </p:cNvPr>
            <p:cNvSpPr/>
            <p:nvPr/>
          </p:nvSpPr>
          <p:spPr>
            <a:xfrm>
              <a:off x="354451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3">
              <a:extLst>
                <a:ext uri="{FF2B5EF4-FFF2-40B4-BE49-F238E27FC236}">
                  <a16:creationId xmlns:a16="http://schemas.microsoft.com/office/drawing/2014/main" id="{F4B27B54-D602-95F1-BC90-07B794C6B4A2}"/>
                </a:ext>
              </a:extLst>
            </p:cNvPr>
            <p:cNvSpPr/>
            <p:nvPr/>
          </p:nvSpPr>
          <p:spPr>
            <a:xfrm>
              <a:off x="355395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4">
              <a:extLst>
                <a:ext uri="{FF2B5EF4-FFF2-40B4-BE49-F238E27FC236}">
                  <a16:creationId xmlns:a16="http://schemas.microsoft.com/office/drawing/2014/main" id="{BC843A6F-C8ED-C5AD-475F-FAD3536244C2}"/>
                </a:ext>
              </a:extLst>
            </p:cNvPr>
            <p:cNvSpPr/>
            <p:nvPr/>
          </p:nvSpPr>
          <p:spPr>
            <a:xfrm>
              <a:off x="356339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5">
              <a:extLst>
                <a:ext uri="{FF2B5EF4-FFF2-40B4-BE49-F238E27FC236}">
                  <a16:creationId xmlns:a16="http://schemas.microsoft.com/office/drawing/2014/main" id="{C89079D1-4238-3F14-64AD-B95879318B6C}"/>
                </a:ext>
              </a:extLst>
            </p:cNvPr>
            <p:cNvSpPr/>
            <p:nvPr/>
          </p:nvSpPr>
          <p:spPr>
            <a:xfrm>
              <a:off x="357283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6">
              <a:extLst>
                <a:ext uri="{FF2B5EF4-FFF2-40B4-BE49-F238E27FC236}">
                  <a16:creationId xmlns:a16="http://schemas.microsoft.com/office/drawing/2014/main" id="{22C47425-32C4-7015-D831-1D84C379C877}"/>
                </a:ext>
              </a:extLst>
            </p:cNvPr>
            <p:cNvSpPr/>
            <p:nvPr/>
          </p:nvSpPr>
          <p:spPr>
            <a:xfrm>
              <a:off x="358227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7">
              <a:extLst>
                <a:ext uri="{FF2B5EF4-FFF2-40B4-BE49-F238E27FC236}">
                  <a16:creationId xmlns:a16="http://schemas.microsoft.com/office/drawing/2014/main" id="{7E4D0E13-7B0E-3B02-3689-279120F67B8E}"/>
                </a:ext>
              </a:extLst>
            </p:cNvPr>
            <p:cNvSpPr/>
            <p:nvPr/>
          </p:nvSpPr>
          <p:spPr>
            <a:xfrm>
              <a:off x="359171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8">
              <a:extLst>
                <a:ext uri="{FF2B5EF4-FFF2-40B4-BE49-F238E27FC236}">
                  <a16:creationId xmlns:a16="http://schemas.microsoft.com/office/drawing/2014/main" id="{FFFE1E3B-98E3-C5E7-40C1-73ECBA054B37}"/>
                </a:ext>
              </a:extLst>
            </p:cNvPr>
            <p:cNvSpPr/>
            <p:nvPr/>
          </p:nvSpPr>
          <p:spPr>
            <a:xfrm>
              <a:off x="360115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599">
              <a:extLst>
                <a:ext uri="{FF2B5EF4-FFF2-40B4-BE49-F238E27FC236}">
                  <a16:creationId xmlns:a16="http://schemas.microsoft.com/office/drawing/2014/main" id="{7611419F-94A7-402A-4EC5-E2331FEB6300}"/>
                </a:ext>
              </a:extLst>
            </p:cNvPr>
            <p:cNvSpPr/>
            <p:nvPr/>
          </p:nvSpPr>
          <p:spPr>
            <a:xfrm>
              <a:off x="361059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0">
              <a:extLst>
                <a:ext uri="{FF2B5EF4-FFF2-40B4-BE49-F238E27FC236}">
                  <a16:creationId xmlns:a16="http://schemas.microsoft.com/office/drawing/2014/main" id="{8B53728C-5D87-F0A4-4498-6AD646CDB8E6}"/>
                </a:ext>
              </a:extLst>
            </p:cNvPr>
            <p:cNvSpPr/>
            <p:nvPr/>
          </p:nvSpPr>
          <p:spPr>
            <a:xfrm>
              <a:off x="362003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1">
              <a:extLst>
                <a:ext uri="{FF2B5EF4-FFF2-40B4-BE49-F238E27FC236}">
                  <a16:creationId xmlns:a16="http://schemas.microsoft.com/office/drawing/2014/main" id="{F7F43BE0-5510-77B1-B4B6-77B69C4A92AC}"/>
                </a:ext>
              </a:extLst>
            </p:cNvPr>
            <p:cNvSpPr/>
            <p:nvPr/>
          </p:nvSpPr>
          <p:spPr>
            <a:xfrm>
              <a:off x="362947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2">
              <a:extLst>
                <a:ext uri="{FF2B5EF4-FFF2-40B4-BE49-F238E27FC236}">
                  <a16:creationId xmlns:a16="http://schemas.microsoft.com/office/drawing/2014/main" id="{ACE057DC-B66A-F9F5-458C-06380F29A0A5}"/>
                </a:ext>
              </a:extLst>
            </p:cNvPr>
            <p:cNvSpPr/>
            <p:nvPr/>
          </p:nvSpPr>
          <p:spPr>
            <a:xfrm>
              <a:off x="363891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3">
              <a:extLst>
                <a:ext uri="{FF2B5EF4-FFF2-40B4-BE49-F238E27FC236}">
                  <a16:creationId xmlns:a16="http://schemas.microsoft.com/office/drawing/2014/main" id="{108154A9-3C59-83E9-EAB1-04575A122F28}"/>
                </a:ext>
              </a:extLst>
            </p:cNvPr>
            <p:cNvSpPr/>
            <p:nvPr/>
          </p:nvSpPr>
          <p:spPr>
            <a:xfrm>
              <a:off x="364836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4">
              <a:extLst>
                <a:ext uri="{FF2B5EF4-FFF2-40B4-BE49-F238E27FC236}">
                  <a16:creationId xmlns:a16="http://schemas.microsoft.com/office/drawing/2014/main" id="{16BD7BD1-8569-F861-ECF9-E51C92110850}"/>
                </a:ext>
              </a:extLst>
            </p:cNvPr>
            <p:cNvSpPr/>
            <p:nvPr/>
          </p:nvSpPr>
          <p:spPr>
            <a:xfrm>
              <a:off x="365780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5">
              <a:extLst>
                <a:ext uri="{FF2B5EF4-FFF2-40B4-BE49-F238E27FC236}">
                  <a16:creationId xmlns:a16="http://schemas.microsoft.com/office/drawing/2014/main" id="{C8383D1E-B70F-EF96-EA3F-31DDCAAEA1F8}"/>
                </a:ext>
              </a:extLst>
            </p:cNvPr>
            <p:cNvSpPr/>
            <p:nvPr/>
          </p:nvSpPr>
          <p:spPr>
            <a:xfrm>
              <a:off x="366724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6">
              <a:extLst>
                <a:ext uri="{FF2B5EF4-FFF2-40B4-BE49-F238E27FC236}">
                  <a16:creationId xmlns:a16="http://schemas.microsoft.com/office/drawing/2014/main" id="{C9C80781-3A53-365F-7064-A8F7C831AF51}"/>
                </a:ext>
              </a:extLst>
            </p:cNvPr>
            <p:cNvSpPr/>
            <p:nvPr/>
          </p:nvSpPr>
          <p:spPr>
            <a:xfrm>
              <a:off x="367668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7">
              <a:extLst>
                <a:ext uri="{FF2B5EF4-FFF2-40B4-BE49-F238E27FC236}">
                  <a16:creationId xmlns:a16="http://schemas.microsoft.com/office/drawing/2014/main" id="{3B5FC59F-F043-157B-1BDE-1890C91A5846}"/>
                </a:ext>
              </a:extLst>
            </p:cNvPr>
            <p:cNvSpPr/>
            <p:nvPr/>
          </p:nvSpPr>
          <p:spPr>
            <a:xfrm>
              <a:off x="368612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8">
              <a:extLst>
                <a:ext uri="{FF2B5EF4-FFF2-40B4-BE49-F238E27FC236}">
                  <a16:creationId xmlns:a16="http://schemas.microsoft.com/office/drawing/2014/main" id="{072C7E58-1831-8051-0742-6377068C24D9}"/>
                </a:ext>
              </a:extLst>
            </p:cNvPr>
            <p:cNvSpPr/>
            <p:nvPr/>
          </p:nvSpPr>
          <p:spPr>
            <a:xfrm>
              <a:off x="369556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09">
              <a:extLst>
                <a:ext uri="{FF2B5EF4-FFF2-40B4-BE49-F238E27FC236}">
                  <a16:creationId xmlns:a16="http://schemas.microsoft.com/office/drawing/2014/main" id="{FA4455D7-E3DE-E8E4-9971-39E0D28658CC}"/>
                </a:ext>
              </a:extLst>
            </p:cNvPr>
            <p:cNvSpPr/>
            <p:nvPr/>
          </p:nvSpPr>
          <p:spPr>
            <a:xfrm>
              <a:off x="370500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0">
              <a:extLst>
                <a:ext uri="{FF2B5EF4-FFF2-40B4-BE49-F238E27FC236}">
                  <a16:creationId xmlns:a16="http://schemas.microsoft.com/office/drawing/2014/main" id="{DCFE3133-E009-99C6-5789-4D741FA38564}"/>
                </a:ext>
              </a:extLst>
            </p:cNvPr>
            <p:cNvSpPr/>
            <p:nvPr/>
          </p:nvSpPr>
          <p:spPr>
            <a:xfrm>
              <a:off x="371444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1">
              <a:extLst>
                <a:ext uri="{FF2B5EF4-FFF2-40B4-BE49-F238E27FC236}">
                  <a16:creationId xmlns:a16="http://schemas.microsoft.com/office/drawing/2014/main" id="{22AF7C2B-8F7A-7541-2131-FA575B5B3D07}"/>
                </a:ext>
              </a:extLst>
            </p:cNvPr>
            <p:cNvSpPr/>
            <p:nvPr/>
          </p:nvSpPr>
          <p:spPr>
            <a:xfrm>
              <a:off x="372388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2">
              <a:extLst>
                <a:ext uri="{FF2B5EF4-FFF2-40B4-BE49-F238E27FC236}">
                  <a16:creationId xmlns:a16="http://schemas.microsoft.com/office/drawing/2014/main" id="{4B277AE2-B969-7A95-431B-B2C042FEE20D}"/>
                </a:ext>
              </a:extLst>
            </p:cNvPr>
            <p:cNvSpPr/>
            <p:nvPr/>
          </p:nvSpPr>
          <p:spPr>
            <a:xfrm>
              <a:off x="373332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3">
              <a:extLst>
                <a:ext uri="{FF2B5EF4-FFF2-40B4-BE49-F238E27FC236}">
                  <a16:creationId xmlns:a16="http://schemas.microsoft.com/office/drawing/2014/main" id="{1515E52A-5563-27A4-C4B2-3D18E7044394}"/>
                </a:ext>
              </a:extLst>
            </p:cNvPr>
            <p:cNvSpPr/>
            <p:nvPr/>
          </p:nvSpPr>
          <p:spPr>
            <a:xfrm>
              <a:off x="374276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4">
              <a:extLst>
                <a:ext uri="{FF2B5EF4-FFF2-40B4-BE49-F238E27FC236}">
                  <a16:creationId xmlns:a16="http://schemas.microsoft.com/office/drawing/2014/main" id="{174E2B87-2050-6B4B-DC59-7C4E01DDCCF6}"/>
                </a:ext>
              </a:extLst>
            </p:cNvPr>
            <p:cNvSpPr/>
            <p:nvPr/>
          </p:nvSpPr>
          <p:spPr>
            <a:xfrm>
              <a:off x="375220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5">
              <a:extLst>
                <a:ext uri="{FF2B5EF4-FFF2-40B4-BE49-F238E27FC236}">
                  <a16:creationId xmlns:a16="http://schemas.microsoft.com/office/drawing/2014/main" id="{B7D338E9-DAFC-793B-43BE-FE968685A4CE}"/>
                </a:ext>
              </a:extLst>
            </p:cNvPr>
            <p:cNvSpPr/>
            <p:nvPr/>
          </p:nvSpPr>
          <p:spPr>
            <a:xfrm>
              <a:off x="376164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6">
              <a:extLst>
                <a:ext uri="{FF2B5EF4-FFF2-40B4-BE49-F238E27FC236}">
                  <a16:creationId xmlns:a16="http://schemas.microsoft.com/office/drawing/2014/main" id="{01D592B6-7588-64B4-A9D1-568A82953A2D}"/>
                </a:ext>
              </a:extLst>
            </p:cNvPr>
            <p:cNvSpPr/>
            <p:nvPr/>
          </p:nvSpPr>
          <p:spPr>
            <a:xfrm>
              <a:off x="377108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7">
              <a:extLst>
                <a:ext uri="{FF2B5EF4-FFF2-40B4-BE49-F238E27FC236}">
                  <a16:creationId xmlns:a16="http://schemas.microsoft.com/office/drawing/2014/main" id="{3E0DA4FC-6A33-7016-A061-938B7A2391F7}"/>
                </a:ext>
              </a:extLst>
            </p:cNvPr>
            <p:cNvSpPr/>
            <p:nvPr/>
          </p:nvSpPr>
          <p:spPr>
            <a:xfrm>
              <a:off x="378052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8">
              <a:extLst>
                <a:ext uri="{FF2B5EF4-FFF2-40B4-BE49-F238E27FC236}">
                  <a16:creationId xmlns:a16="http://schemas.microsoft.com/office/drawing/2014/main" id="{625617A0-463E-8919-2B1E-2B31FC86FE97}"/>
                </a:ext>
              </a:extLst>
            </p:cNvPr>
            <p:cNvSpPr/>
            <p:nvPr/>
          </p:nvSpPr>
          <p:spPr>
            <a:xfrm>
              <a:off x="378996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19">
              <a:extLst>
                <a:ext uri="{FF2B5EF4-FFF2-40B4-BE49-F238E27FC236}">
                  <a16:creationId xmlns:a16="http://schemas.microsoft.com/office/drawing/2014/main" id="{7400E15E-3D14-8FE0-23BF-326C57E5B37D}"/>
                </a:ext>
              </a:extLst>
            </p:cNvPr>
            <p:cNvSpPr/>
            <p:nvPr/>
          </p:nvSpPr>
          <p:spPr>
            <a:xfrm>
              <a:off x="3808844" y="8676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0">
              <a:extLst>
                <a:ext uri="{FF2B5EF4-FFF2-40B4-BE49-F238E27FC236}">
                  <a16:creationId xmlns:a16="http://schemas.microsoft.com/office/drawing/2014/main" id="{C93490DF-31C5-0D6B-2BE7-CB2AE67D8E43}"/>
                </a:ext>
              </a:extLst>
            </p:cNvPr>
            <p:cNvSpPr/>
            <p:nvPr/>
          </p:nvSpPr>
          <p:spPr>
            <a:xfrm>
              <a:off x="3808844" y="867627"/>
              <a:ext cx="920160" cy="914400"/>
            </a:xfrm>
            <a:custGeom>
              <a:avLst/>
              <a:gdLst/>
              <a:ahLst/>
              <a:cxnLst/>
              <a:rect l="0" t="0" r="0" b="0"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1">
              <a:extLst>
                <a:ext uri="{FF2B5EF4-FFF2-40B4-BE49-F238E27FC236}">
                  <a16:creationId xmlns:a16="http://schemas.microsoft.com/office/drawing/2014/main" id="{83056FEC-E8C4-8BB0-67E8-A397B6AAD77C}"/>
                </a:ext>
              </a:extLst>
            </p:cNvPr>
            <p:cNvSpPr/>
            <p:nvPr/>
          </p:nvSpPr>
          <p:spPr>
            <a:xfrm>
              <a:off x="3327392" y="83248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2">
              <a:extLst>
                <a:ext uri="{FF2B5EF4-FFF2-40B4-BE49-F238E27FC236}">
                  <a16:creationId xmlns:a16="http://schemas.microsoft.com/office/drawing/2014/main" id="{73C8E2E8-C233-D4C8-E3EA-529EFD02B671}"/>
                </a:ext>
              </a:extLst>
            </p:cNvPr>
            <p:cNvSpPr/>
            <p:nvPr/>
          </p:nvSpPr>
          <p:spPr>
            <a:xfrm>
              <a:off x="332739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3">
              <a:extLst>
                <a:ext uri="{FF2B5EF4-FFF2-40B4-BE49-F238E27FC236}">
                  <a16:creationId xmlns:a16="http://schemas.microsoft.com/office/drawing/2014/main" id="{7E08B32F-EEF8-96DD-F9BB-B792EC2C46DC}"/>
                </a:ext>
              </a:extLst>
            </p:cNvPr>
            <p:cNvSpPr/>
            <p:nvPr/>
          </p:nvSpPr>
          <p:spPr>
            <a:xfrm>
              <a:off x="333683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4">
              <a:extLst>
                <a:ext uri="{FF2B5EF4-FFF2-40B4-BE49-F238E27FC236}">
                  <a16:creationId xmlns:a16="http://schemas.microsoft.com/office/drawing/2014/main" id="{1F43A942-A314-677C-39A3-DDF685D8FA50}"/>
                </a:ext>
              </a:extLst>
            </p:cNvPr>
            <p:cNvSpPr/>
            <p:nvPr/>
          </p:nvSpPr>
          <p:spPr>
            <a:xfrm>
              <a:off x="334627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5">
              <a:extLst>
                <a:ext uri="{FF2B5EF4-FFF2-40B4-BE49-F238E27FC236}">
                  <a16:creationId xmlns:a16="http://schemas.microsoft.com/office/drawing/2014/main" id="{A02E386C-16BE-D03D-78EA-ADEC16E8B94A}"/>
                </a:ext>
              </a:extLst>
            </p:cNvPr>
            <p:cNvSpPr/>
            <p:nvPr/>
          </p:nvSpPr>
          <p:spPr>
            <a:xfrm>
              <a:off x="335571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6">
              <a:extLst>
                <a:ext uri="{FF2B5EF4-FFF2-40B4-BE49-F238E27FC236}">
                  <a16:creationId xmlns:a16="http://schemas.microsoft.com/office/drawing/2014/main" id="{89D9DEB3-9A5A-38B7-2065-EDED4C7C115C}"/>
                </a:ext>
              </a:extLst>
            </p:cNvPr>
            <p:cNvSpPr/>
            <p:nvPr/>
          </p:nvSpPr>
          <p:spPr>
            <a:xfrm>
              <a:off x="336515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7">
              <a:extLst>
                <a:ext uri="{FF2B5EF4-FFF2-40B4-BE49-F238E27FC236}">
                  <a16:creationId xmlns:a16="http://schemas.microsoft.com/office/drawing/2014/main" id="{8721B7C4-F5E0-701A-A506-A5764F45FDA5}"/>
                </a:ext>
              </a:extLst>
            </p:cNvPr>
            <p:cNvSpPr/>
            <p:nvPr/>
          </p:nvSpPr>
          <p:spPr>
            <a:xfrm>
              <a:off x="337459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8">
              <a:extLst>
                <a:ext uri="{FF2B5EF4-FFF2-40B4-BE49-F238E27FC236}">
                  <a16:creationId xmlns:a16="http://schemas.microsoft.com/office/drawing/2014/main" id="{1100AFE1-17E4-D74B-ACC4-165453AE0C02}"/>
                </a:ext>
              </a:extLst>
            </p:cNvPr>
            <p:cNvSpPr/>
            <p:nvPr/>
          </p:nvSpPr>
          <p:spPr>
            <a:xfrm>
              <a:off x="338403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29">
              <a:extLst>
                <a:ext uri="{FF2B5EF4-FFF2-40B4-BE49-F238E27FC236}">
                  <a16:creationId xmlns:a16="http://schemas.microsoft.com/office/drawing/2014/main" id="{47EE5A5E-D117-7E40-6492-422505A09371}"/>
                </a:ext>
              </a:extLst>
            </p:cNvPr>
            <p:cNvSpPr/>
            <p:nvPr/>
          </p:nvSpPr>
          <p:spPr>
            <a:xfrm>
              <a:off x="339347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0">
              <a:extLst>
                <a:ext uri="{FF2B5EF4-FFF2-40B4-BE49-F238E27FC236}">
                  <a16:creationId xmlns:a16="http://schemas.microsoft.com/office/drawing/2014/main" id="{32C685E8-63DA-E4AF-CE8B-7DF626DBFD6D}"/>
                </a:ext>
              </a:extLst>
            </p:cNvPr>
            <p:cNvSpPr/>
            <p:nvPr/>
          </p:nvSpPr>
          <p:spPr>
            <a:xfrm>
              <a:off x="340291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1">
              <a:extLst>
                <a:ext uri="{FF2B5EF4-FFF2-40B4-BE49-F238E27FC236}">
                  <a16:creationId xmlns:a16="http://schemas.microsoft.com/office/drawing/2014/main" id="{FE092D2E-6180-B2AA-32C6-45FBE8E48FD9}"/>
                </a:ext>
              </a:extLst>
            </p:cNvPr>
            <p:cNvSpPr/>
            <p:nvPr/>
          </p:nvSpPr>
          <p:spPr>
            <a:xfrm>
              <a:off x="341235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2">
              <a:extLst>
                <a:ext uri="{FF2B5EF4-FFF2-40B4-BE49-F238E27FC236}">
                  <a16:creationId xmlns:a16="http://schemas.microsoft.com/office/drawing/2014/main" id="{D4B7C0FD-ADA4-7ADD-F26A-BC2C6D26D6C5}"/>
                </a:ext>
              </a:extLst>
            </p:cNvPr>
            <p:cNvSpPr/>
            <p:nvPr/>
          </p:nvSpPr>
          <p:spPr>
            <a:xfrm>
              <a:off x="342179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3">
              <a:extLst>
                <a:ext uri="{FF2B5EF4-FFF2-40B4-BE49-F238E27FC236}">
                  <a16:creationId xmlns:a16="http://schemas.microsoft.com/office/drawing/2014/main" id="{3089FA22-EEE2-AAE5-F757-4B54BA08AAE0}"/>
                </a:ext>
              </a:extLst>
            </p:cNvPr>
            <p:cNvSpPr/>
            <p:nvPr/>
          </p:nvSpPr>
          <p:spPr>
            <a:xfrm>
              <a:off x="343123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4">
              <a:extLst>
                <a:ext uri="{FF2B5EF4-FFF2-40B4-BE49-F238E27FC236}">
                  <a16:creationId xmlns:a16="http://schemas.microsoft.com/office/drawing/2014/main" id="{25E23B30-DFA6-E5F2-181C-5D531BA99752}"/>
                </a:ext>
              </a:extLst>
            </p:cNvPr>
            <p:cNvSpPr/>
            <p:nvPr/>
          </p:nvSpPr>
          <p:spPr>
            <a:xfrm>
              <a:off x="344067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5">
              <a:extLst>
                <a:ext uri="{FF2B5EF4-FFF2-40B4-BE49-F238E27FC236}">
                  <a16:creationId xmlns:a16="http://schemas.microsoft.com/office/drawing/2014/main" id="{79EE5A20-8DF3-C44F-7B7D-9220E35B45DC}"/>
                </a:ext>
              </a:extLst>
            </p:cNvPr>
            <p:cNvSpPr/>
            <p:nvPr/>
          </p:nvSpPr>
          <p:spPr>
            <a:xfrm>
              <a:off x="345011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6">
              <a:extLst>
                <a:ext uri="{FF2B5EF4-FFF2-40B4-BE49-F238E27FC236}">
                  <a16:creationId xmlns:a16="http://schemas.microsoft.com/office/drawing/2014/main" id="{82BDF90E-4D12-44C7-6E42-9555658ACFD8}"/>
                </a:ext>
              </a:extLst>
            </p:cNvPr>
            <p:cNvSpPr/>
            <p:nvPr/>
          </p:nvSpPr>
          <p:spPr>
            <a:xfrm>
              <a:off x="345955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7">
              <a:extLst>
                <a:ext uri="{FF2B5EF4-FFF2-40B4-BE49-F238E27FC236}">
                  <a16:creationId xmlns:a16="http://schemas.microsoft.com/office/drawing/2014/main" id="{B69C6D30-C160-CC9F-1342-C56ECFFB79DE}"/>
                </a:ext>
              </a:extLst>
            </p:cNvPr>
            <p:cNvSpPr/>
            <p:nvPr/>
          </p:nvSpPr>
          <p:spPr>
            <a:xfrm>
              <a:off x="346899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8">
              <a:extLst>
                <a:ext uri="{FF2B5EF4-FFF2-40B4-BE49-F238E27FC236}">
                  <a16:creationId xmlns:a16="http://schemas.microsoft.com/office/drawing/2014/main" id="{17B8F13B-5BA1-37F7-2059-884796EC2791}"/>
                </a:ext>
              </a:extLst>
            </p:cNvPr>
            <p:cNvSpPr/>
            <p:nvPr/>
          </p:nvSpPr>
          <p:spPr>
            <a:xfrm>
              <a:off x="347843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39">
              <a:extLst>
                <a:ext uri="{FF2B5EF4-FFF2-40B4-BE49-F238E27FC236}">
                  <a16:creationId xmlns:a16="http://schemas.microsoft.com/office/drawing/2014/main" id="{6F5C6CA4-6559-79B7-AC53-BF072F9A63EA}"/>
                </a:ext>
              </a:extLst>
            </p:cNvPr>
            <p:cNvSpPr/>
            <p:nvPr/>
          </p:nvSpPr>
          <p:spPr>
            <a:xfrm>
              <a:off x="348787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0">
              <a:extLst>
                <a:ext uri="{FF2B5EF4-FFF2-40B4-BE49-F238E27FC236}">
                  <a16:creationId xmlns:a16="http://schemas.microsoft.com/office/drawing/2014/main" id="{FDA87BA5-BA2E-E4A3-79DB-9D9F5DD8E83D}"/>
                </a:ext>
              </a:extLst>
            </p:cNvPr>
            <p:cNvSpPr/>
            <p:nvPr/>
          </p:nvSpPr>
          <p:spPr>
            <a:xfrm>
              <a:off x="349731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1">
              <a:extLst>
                <a:ext uri="{FF2B5EF4-FFF2-40B4-BE49-F238E27FC236}">
                  <a16:creationId xmlns:a16="http://schemas.microsoft.com/office/drawing/2014/main" id="{E034BFCE-AAA5-E8A3-E162-413CF6870537}"/>
                </a:ext>
              </a:extLst>
            </p:cNvPr>
            <p:cNvSpPr/>
            <p:nvPr/>
          </p:nvSpPr>
          <p:spPr>
            <a:xfrm>
              <a:off x="350675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2">
              <a:extLst>
                <a:ext uri="{FF2B5EF4-FFF2-40B4-BE49-F238E27FC236}">
                  <a16:creationId xmlns:a16="http://schemas.microsoft.com/office/drawing/2014/main" id="{547F7491-1481-B3AC-2DCE-B736CFAE38CC}"/>
                </a:ext>
              </a:extLst>
            </p:cNvPr>
            <p:cNvSpPr/>
            <p:nvPr/>
          </p:nvSpPr>
          <p:spPr>
            <a:xfrm>
              <a:off x="351619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3">
              <a:extLst>
                <a:ext uri="{FF2B5EF4-FFF2-40B4-BE49-F238E27FC236}">
                  <a16:creationId xmlns:a16="http://schemas.microsoft.com/office/drawing/2014/main" id="{17723E88-CCB7-195F-BF00-1FDBECBAF53C}"/>
                </a:ext>
              </a:extLst>
            </p:cNvPr>
            <p:cNvSpPr/>
            <p:nvPr/>
          </p:nvSpPr>
          <p:spPr>
            <a:xfrm>
              <a:off x="352563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4">
              <a:extLst>
                <a:ext uri="{FF2B5EF4-FFF2-40B4-BE49-F238E27FC236}">
                  <a16:creationId xmlns:a16="http://schemas.microsoft.com/office/drawing/2014/main" id="{ABEF3FA7-94C1-BB6D-C0C0-14C209B95747}"/>
                </a:ext>
              </a:extLst>
            </p:cNvPr>
            <p:cNvSpPr/>
            <p:nvPr/>
          </p:nvSpPr>
          <p:spPr>
            <a:xfrm>
              <a:off x="353507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5">
              <a:extLst>
                <a:ext uri="{FF2B5EF4-FFF2-40B4-BE49-F238E27FC236}">
                  <a16:creationId xmlns:a16="http://schemas.microsoft.com/office/drawing/2014/main" id="{3A692802-BD54-7ED5-BAC7-63CC163EF411}"/>
                </a:ext>
              </a:extLst>
            </p:cNvPr>
            <p:cNvSpPr/>
            <p:nvPr/>
          </p:nvSpPr>
          <p:spPr>
            <a:xfrm>
              <a:off x="354451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6">
              <a:extLst>
                <a:ext uri="{FF2B5EF4-FFF2-40B4-BE49-F238E27FC236}">
                  <a16:creationId xmlns:a16="http://schemas.microsoft.com/office/drawing/2014/main" id="{3FCD89EE-FA20-1921-0588-CDE060C43CEE}"/>
                </a:ext>
              </a:extLst>
            </p:cNvPr>
            <p:cNvSpPr/>
            <p:nvPr/>
          </p:nvSpPr>
          <p:spPr>
            <a:xfrm>
              <a:off x="355395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7">
              <a:extLst>
                <a:ext uri="{FF2B5EF4-FFF2-40B4-BE49-F238E27FC236}">
                  <a16:creationId xmlns:a16="http://schemas.microsoft.com/office/drawing/2014/main" id="{DDB45AFB-1F9F-A05F-D910-95E174558A13}"/>
                </a:ext>
              </a:extLst>
            </p:cNvPr>
            <p:cNvSpPr/>
            <p:nvPr/>
          </p:nvSpPr>
          <p:spPr>
            <a:xfrm>
              <a:off x="356339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8">
              <a:extLst>
                <a:ext uri="{FF2B5EF4-FFF2-40B4-BE49-F238E27FC236}">
                  <a16:creationId xmlns:a16="http://schemas.microsoft.com/office/drawing/2014/main" id="{C8B0A8A8-82FB-05EC-5A24-627DA0F1B003}"/>
                </a:ext>
              </a:extLst>
            </p:cNvPr>
            <p:cNvSpPr/>
            <p:nvPr/>
          </p:nvSpPr>
          <p:spPr>
            <a:xfrm>
              <a:off x="357283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49">
              <a:extLst>
                <a:ext uri="{FF2B5EF4-FFF2-40B4-BE49-F238E27FC236}">
                  <a16:creationId xmlns:a16="http://schemas.microsoft.com/office/drawing/2014/main" id="{BB1624B6-EA82-95B8-FF9B-93BC910AD2C8}"/>
                </a:ext>
              </a:extLst>
            </p:cNvPr>
            <p:cNvSpPr/>
            <p:nvPr/>
          </p:nvSpPr>
          <p:spPr>
            <a:xfrm>
              <a:off x="358227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0">
              <a:extLst>
                <a:ext uri="{FF2B5EF4-FFF2-40B4-BE49-F238E27FC236}">
                  <a16:creationId xmlns:a16="http://schemas.microsoft.com/office/drawing/2014/main" id="{07B869F8-CA6A-52A9-8B70-1E994C15C5AB}"/>
                </a:ext>
              </a:extLst>
            </p:cNvPr>
            <p:cNvSpPr/>
            <p:nvPr/>
          </p:nvSpPr>
          <p:spPr>
            <a:xfrm>
              <a:off x="359171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1">
              <a:extLst>
                <a:ext uri="{FF2B5EF4-FFF2-40B4-BE49-F238E27FC236}">
                  <a16:creationId xmlns:a16="http://schemas.microsoft.com/office/drawing/2014/main" id="{456EFE4B-1704-A5C6-CC72-39524F9BD498}"/>
                </a:ext>
              </a:extLst>
            </p:cNvPr>
            <p:cNvSpPr/>
            <p:nvPr/>
          </p:nvSpPr>
          <p:spPr>
            <a:xfrm>
              <a:off x="360115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2">
              <a:extLst>
                <a:ext uri="{FF2B5EF4-FFF2-40B4-BE49-F238E27FC236}">
                  <a16:creationId xmlns:a16="http://schemas.microsoft.com/office/drawing/2014/main" id="{BBA2DA9C-70A9-072A-8E9F-EE46206EB280}"/>
                </a:ext>
              </a:extLst>
            </p:cNvPr>
            <p:cNvSpPr/>
            <p:nvPr/>
          </p:nvSpPr>
          <p:spPr>
            <a:xfrm>
              <a:off x="361059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3">
              <a:extLst>
                <a:ext uri="{FF2B5EF4-FFF2-40B4-BE49-F238E27FC236}">
                  <a16:creationId xmlns:a16="http://schemas.microsoft.com/office/drawing/2014/main" id="{36CD21B6-9B9A-5F46-7ED1-7034F0947109}"/>
                </a:ext>
              </a:extLst>
            </p:cNvPr>
            <p:cNvSpPr/>
            <p:nvPr/>
          </p:nvSpPr>
          <p:spPr>
            <a:xfrm>
              <a:off x="362003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4">
              <a:extLst>
                <a:ext uri="{FF2B5EF4-FFF2-40B4-BE49-F238E27FC236}">
                  <a16:creationId xmlns:a16="http://schemas.microsoft.com/office/drawing/2014/main" id="{E1B53CB9-4F58-D25C-C685-1D384400FC77}"/>
                </a:ext>
              </a:extLst>
            </p:cNvPr>
            <p:cNvSpPr/>
            <p:nvPr/>
          </p:nvSpPr>
          <p:spPr>
            <a:xfrm>
              <a:off x="362947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5">
              <a:extLst>
                <a:ext uri="{FF2B5EF4-FFF2-40B4-BE49-F238E27FC236}">
                  <a16:creationId xmlns:a16="http://schemas.microsoft.com/office/drawing/2014/main" id="{350536CA-F42F-F719-FA37-CF1F65E249C7}"/>
                </a:ext>
              </a:extLst>
            </p:cNvPr>
            <p:cNvSpPr/>
            <p:nvPr/>
          </p:nvSpPr>
          <p:spPr>
            <a:xfrm>
              <a:off x="363891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6">
              <a:extLst>
                <a:ext uri="{FF2B5EF4-FFF2-40B4-BE49-F238E27FC236}">
                  <a16:creationId xmlns:a16="http://schemas.microsoft.com/office/drawing/2014/main" id="{4C255B92-51A7-500F-0897-C422A357557C}"/>
                </a:ext>
              </a:extLst>
            </p:cNvPr>
            <p:cNvSpPr/>
            <p:nvPr/>
          </p:nvSpPr>
          <p:spPr>
            <a:xfrm>
              <a:off x="364836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7">
              <a:extLst>
                <a:ext uri="{FF2B5EF4-FFF2-40B4-BE49-F238E27FC236}">
                  <a16:creationId xmlns:a16="http://schemas.microsoft.com/office/drawing/2014/main" id="{0880BAB6-18A7-A24B-99D2-C3894BCA2944}"/>
                </a:ext>
              </a:extLst>
            </p:cNvPr>
            <p:cNvSpPr/>
            <p:nvPr/>
          </p:nvSpPr>
          <p:spPr>
            <a:xfrm>
              <a:off x="365780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8">
              <a:extLst>
                <a:ext uri="{FF2B5EF4-FFF2-40B4-BE49-F238E27FC236}">
                  <a16:creationId xmlns:a16="http://schemas.microsoft.com/office/drawing/2014/main" id="{A3EA7DA4-F878-EDB4-FB1A-25DA6CB3049E}"/>
                </a:ext>
              </a:extLst>
            </p:cNvPr>
            <p:cNvSpPr/>
            <p:nvPr/>
          </p:nvSpPr>
          <p:spPr>
            <a:xfrm>
              <a:off x="366724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59">
              <a:extLst>
                <a:ext uri="{FF2B5EF4-FFF2-40B4-BE49-F238E27FC236}">
                  <a16:creationId xmlns:a16="http://schemas.microsoft.com/office/drawing/2014/main" id="{7BCC88C2-4C5D-40FD-8FF2-8FEDB1F5AC6B}"/>
                </a:ext>
              </a:extLst>
            </p:cNvPr>
            <p:cNvSpPr/>
            <p:nvPr/>
          </p:nvSpPr>
          <p:spPr>
            <a:xfrm>
              <a:off x="367668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0">
              <a:extLst>
                <a:ext uri="{FF2B5EF4-FFF2-40B4-BE49-F238E27FC236}">
                  <a16:creationId xmlns:a16="http://schemas.microsoft.com/office/drawing/2014/main" id="{615FA5C6-F8F3-F8AB-3BA0-98E67FD999BA}"/>
                </a:ext>
              </a:extLst>
            </p:cNvPr>
            <p:cNvSpPr/>
            <p:nvPr/>
          </p:nvSpPr>
          <p:spPr>
            <a:xfrm>
              <a:off x="368612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1">
              <a:extLst>
                <a:ext uri="{FF2B5EF4-FFF2-40B4-BE49-F238E27FC236}">
                  <a16:creationId xmlns:a16="http://schemas.microsoft.com/office/drawing/2014/main" id="{539539F4-0219-5CD6-4267-2F52EED3ABB3}"/>
                </a:ext>
              </a:extLst>
            </p:cNvPr>
            <p:cNvSpPr/>
            <p:nvPr/>
          </p:nvSpPr>
          <p:spPr>
            <a:xfrm>
              <a:off x="369556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2">
              <a:extLst>
                <a:ext uri="{FF2B5EF4-FFF2-40B4-BE49-F238E27FC236}">
                  <a16:creationId xmlns:a16="http://schemas.microsoft.com/office/drawing/2014/main" id="{77DF338C-CE1F-86FB-ACBF-9ED3FB5BD459}"/>
                </a:ext>
              </a:extLst>
            </p:cNvPr>
            <p:cNvSpPr/>
            <p:nvPr/>
          </p:nvSpPr>
          <p:spPr>
            <a:xfrm>
              <a:off x="370500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3">
              <a:extLst>
                <a:ext uri="{FF2B5EF4-FFF2-40B4-BE49-F238E27FC236}">
                  <a16:creationId xmlns:a16="http://schemas.microsoft.com/office/drawing/2014/main" id="{C9FFEEE5-3D7C-C399-50C6-630499E3F1D9}"/>
                </a:ext>
              </a:extLst>
            </p:cNvPr>
            <p:cNvSpPr/>
            <p:nvPr/>
          </p:nvSpPr>
          <p:spPr>
            <a:xfrm>
              <a:off x="371444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4">
              <a:extLst>
                <a:ext uri="{FF2B5EF4-FFF2-40B4-BE49-F238E27FC236}">
                  <a16:creationId xmlns:a16="http://schemas.microsoft.com/office/drawing/2014/main" id="{5F8A4A9D-2B73-4F6D-A316-1CEBB1C2F98D}"/>
                </a:ext>
              </a:extLst>
            </p:cNvPr>
            <p:cNvSpPr/>
            <p:nvPr/>
          </p:nvSpPr>
          <p:spPr>
            <a:xfrm>
              <a:off x="372388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5">
              <a:extLst>
                <a:ext uri="{FF2B5EF4-FFF2-40B4-BE49-F238E27FC236}">
                  <a16:creationId xmlns:a16="http://schemas.microsoft.com/office/drawing/2014/main" id="{50A95FD8-934F-26DB-E5A2-3BAD2E8AD645}"/>
                </a:ext>
              </a:extLst>
            </p:cNvPr>
            <p:cNvSpPr/>
            <p:nvPr/>
          </p:nvSpPr>
          <p:spPr>
            <a:xfrm>
              <a:off x="373332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6">
              <a:extLst>
                <a:ext uri="{FF2B5EF4-FFF2-40B4-BE49-F238E27FC236}">
                  <a16:creationId xmlns:a16="http://schemas.microsoft.com/office/drawing/2014/main" id="{FB0969BB-1B00-79CB-2B3E-CEC8DC454D15}"/>
                </a:ext>
              </a:extLst>
            </p:cNvPr>
            <p:cNvSpPr/>
            <p:nvPr/>
          </p:nvSpPr>
          <p:spPr>
            <a:xfrm>
              <a:off x="374276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7">
              <a:extLst>
                <a:ext uri="{FF2B5EF4-FFF2-40B4-BE49-F238E27FC236}">
                  <a16:creationId xmlns:a16="http://schemas.microsoft.com/office/drawing/2014/main" id="{61FEC97F-AF60-45FA-1E45-2245D18D7E37}"/>
                </a:ext>
              </a:extLst>
            </p:cNvPr>
            <p:cNvSpPr/>
            <p:nvPr/>
          </p:nvSpPr>
          <p:spPr>
            <a:xfrm>
              <a:off x="375220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8">
              <a:extLst>
                <a:ext uri="{FF2B5EF4-FFF2-40B4-BE49-F238E27FC236}">
                  <a16:creationId xmlns:a16="http://schemas.microsoft.com/office/drawing/2014/main" id="{D11AD2EC-5299-068F-DC71-9D9E11DA1EA4}"/>
                </a:ext>
              </a:extLst>
            </p:cNvPr>
            <p:cNvSpPr/>
            <p:nvPr/>
          </p:nvSpPr>
          <p:spPr>
            <a:xfrm>
              <a:off x="376164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69">
              <a:extLst>
                <a:ext uri="{FF2B5EF4-FFF2-40B4-BE49-F238E27FC236}">
                  <a16:creationId xmlns:a16="http://schemas.microsoft.com/office/drawing/2014/main" id="{9B48AFDF-DC8B-6518-4062-CEB06CA8E343}"/>
                </a:ext>
              </a:extLst>
            </p:cNvPr>
            <p:cNvSpPr/>
            <p:nvPr/>
          </p:nvSpPr>
          <p:spPr>
            <a:xfrm>
              <a:off x="377108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0">
              <a:extLst>
                <a:ext uri="{FF2B5EF4-FFF2-40B4-BE49-F238E27FC236}">
                  <a16:creationId xmlns:a16="http://schemas.microsoft.com/office/drawing/2014/main" id="{F3C7B628-3B2F-E28B-D35A-995042EAAB05}"/>
                </a:ext>
              </a:extLst>
            </p:cNvPr>
            <p:cNvSpPr/>
            <p:nvPr/>
          </p:nvSpPr>
          <p:spPr>
            <a:xfrm>
              <a:off x="378052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1">
              <a:extLst>
                <a:ext uri="{FF2B5EF4-FFF2-40B4-BE49-F238E27FC236}">
                  <a16:creationId xmlns:a16="http://schemas.microsoft.com/office/drawing/2014/main" id="{399E6CB9-9C80-9AA4-B224-BD71569D2DA8}"/>
                </a:ext>
              </a:extLst>
            </p:cNvPr>
            <p:cNvSpPr/>
            <p:nvPr/>
          </p:nvSpPr>
          <p:spPr>
            <a:xfrm>
              <a:off x="3799404" y="8500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2">
              <a:extLst>
                <a:ext uri="{FF2B5EF4-FFF2-40B4-BE49-F238E27FC236}">
                  <a16:creationId xmlns:a16="http://schemas.microsoft.com/office/drawing/2014/main" id="{B0F8737B-681A-40B5-0D42-50FED2E640A1}"/>
                </a:ext>
              </a:extLst>
            </p:cNvPr>
            <p:cNvSpPr/>
            <p:nvPr/>
          </p:nvSpPr>
          <p:spPr>
            <a:xfrm>
              <a:off x="3799404" y="850058"/>
              <a:ext cx="919125" cy="914400"/>
            </a:xfrm>
            <a:custGeom>
              <a:avLst/>
              <a:gdLst/>
              <a:ahLst/>
              <a:cxnLst/>
              <a:rect l="0" t="0" r="0" b="0"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3">
              <a:extLst>
                <a:ext uri="{FF2B5EF4-FFF2-40B4-BE49-F238E27FC236}">
                  <a16:creationId xmlns:a16="http://schemas.microsoft.com/office/drawing/2014/main" id="{52098ABE-8BA2-2A15-C537-91CC32E6AC17}"/>
                </a:ext>
              </a:extLst>
            </p:cNvPr>
            <p:cNvSpPr/>
            <p:nvPr/>
          </p:nvSpPr>
          <p:spPr>
            <a:xfrm>
              <a:off x="3327392" y="81491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4">
              <a:extLst>
                <a:ext uri="{FF2B5EF4-FFF2-40B4-BE49-F238E27FC236}">
                  <a16:creationId xmlns:a16="http://schemas.microsoft.com/office/drawing/2014/main" id="{A9ECD393-A812-4429-7A37-DD916FE8E008}"/>
                </a:ext>
              </a:extLst>
            </p:cNvPr>
            <p:cNvSpPr/>
            <p:nvPr/>
          </p:nvSpPr>
          <p:spPr>
            <a:xfrm>
              <a:off x="332739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5">
              <a:extLst>
                <a:ext uri="{FF2B5EF4-FFF2-40B4-BE49-F238E27FC236}">
                  <a16:creationId xmlns:a16="http://schemas.microsoft.com/office/drawing/2014/main" id="{908F231D-D665-EF2C-30A4-A1EC612CA0A9}"/>
                </a:ext>
              </a:extLst>
            </p:cNvPr>
            <p:cNvSpPr/>
            <p:nvPr/>
          </p:nvSpPr>
          <p:spPr>
            <a:xfrm>
              <a:off x="333683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6">
              <a:extLst>
                <a:ext uri="{FF2B5EF4-FFF2-40B4-BE49-F238E27FC236}">
                  <a16:creationId xmlns:a16="http://schemas.microsoft.com/office/drawing/2014/main" id="{1B9A9D29-9B20-7315-BEC3-4BE4E098F355}"/>
                </a:ext>
              </a:extLst>
            </p:cNvPr>
            <p:cNvSpPr/>
            <p:nvPr/>
          </p:nvSpPr>
          <p:spPr>
            <a:xfrm>
              <a:off x="334627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7">
              <a:extLst>
                <a:ext uri="{FF2B5EF4-FFF2-40B4-BE49-F238E27FC236}">
                  <a16:creationId xmlns:a16="http://schemas.microsoft.com/office/drawing/2014/main" id="{493D8D19-2510-254C-9660-1454ADC2CC5E}"/>
                </a:ext>
              </a:extLst>
            </p:cNvPr>
            <p:cNvSpPr/>
            <p:nvPr/>
          </p:nvSpPr>
          <p:spPr>
            <a:xfrm>
              <a:off x="335571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8">
              <a:extLst>
                <a:ext uri="{FF2B5EF4-FFF2-40B4-BE49-F238E27FC236}">
                  <a16:creationId xmlns:a16="http://schemas.microsoft.com/office/drawing/2014/main" id="{6CA25301-69C9-01E6-CD1A-1ED17A0C1703}"/>
                </a:ext>
              </a:extLst>
            </p:cNvPr>
            <p:cNvSpPr/>
            <p:nvPr/>
          </p:nvSpPr>
          <p:spPr>
            <a:xfrm>
              <a:off x="336515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79">
              <a:extLst>
                <a:ext uri="{FF2B5EF4-FFF2-40B4-BE49-F238E27FC236}">
                  <a16:creationId xmlns:a16="http://schemas.microsoft.com/office/drawing/2014/main" id="{9201EB95-32DD-EEF5-3439-6325C6F40832}"/>
                </a:ext>
              </a:extLst>
            </p:cNvPr>
            <p:cNvSpPr/>
            <p:nvPr/>
          </p:nvSpPr>
          <p:spPr>
            <a:xfrm>
              <a:off x="337459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0">
              <a:extLst>
                <a:ext uri="{FF2B5EF4-FFF2-40B4-BE49-F238E27FC236}">
                  <a16:creationId xmlns:a16="http://schemas.microsoft.com/office/drawing/2014/main" id="{AB00A4A5-B878-7ADD-D7F7-8AA3B0200594}"/>
                </a:ext>
              </a:extLst>
            </p:cNvPr>
            <p:cNvSpPr/>
            <p:nvPr/>
          </p:nvSpPr>
          <p:spPr>
            <a:xfrm>
              <a:off x="338403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1">
              <a:extLst>
                <a:ext uri="{FF2B5EF4-FFF2-40B4-BE49-F238E27FC236}">
                  <a16:creationId xmlns:a16="http://schemas.microsoft.com/office/drawing/2014/main" id="{0245A7B6-C793-0BAA-9A97-B6CB3F83451E}"/>
                </a:ext>
              </a:extLst>
            </p:cNvPr>
            <p:cNvSpPr/>
            <p:nvPr/>
          </p:nvSpPr>
          <p:spPr>
            <a:xfrm>
              <a:off x="339347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2">
              <a:extLst>
                <a:ext uri="{FF2B5EF4-FFF2-40B4-BE49-F238E27FC236}">
                  <a16:creationId xmlns:a16="http://schemas.microsoft.com/office/drawing/2014/main" id="{C3B6EC91-B6D9-744A-3A50-44B34E5C7BD4}"/>
                </a:ext>
              </a:extLst>
            </p:cNvPr>
            <p:cNvSpPr/>
            <p:nvPr/>
          </p:nvSpPr>
          <p:spPr>
            <a:xfrm>
              <a:off x="340291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3">
              <a:extLst>
                <a:ext uri="{FF2B5EF4-FFF2-40B4-BE49-F238E27FC236}">
                  <a16:creationId xmlns:a16="http://schemas.microsoft.com/office/drawing/2014/main" id="{402FEC32-71E8-DEF5-7D98-9644C65B7844}"/>
                </a:ext>
              </a:extLst>
            </p:cNvPr>
            <p:cNvSpPr/>
            <p:nvPr/>
          </p:nvSpPr>
          <p:spPr>
            <a:xfrm>
              <a:off x="341235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4">
              <a:extLst>
                <a:ext uri="{FF2B5EF4-FFF2-40B4-BE49-F238E27FC236}">
                  <a16:creationId xmlns:a16="http://schemas.microsoft.com/office/drawing/2014/main" id="{6339B366-555A-C530-43B5-D37B94349539}"/>
                </a:ext>
              </a:extLst>
            </p:cNvPr>
            <p:cNvSpPr/>
            <p:nvPr/>
          </p:nvSpPr>
          <p:spPr>
            <a:xfrm>
              <a:off x="342179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5">
              <a:extLst>
                <a:ext uri="{FF2B5EF4-FFF2-40B4-BE49-F238E27FC236}">
                  <a16:creationId xmlns:a16="http://schemas.microsoft.com/office/drawing/2014/main" id="{1B66D68B-51F4-A31F-10FC-3EBFD0250EA9}"/>
                </a:ext>
              </a:extLst>
            </p:cNvPr>
            <p:cNvSpPr/>
            <p:nvPr/>
          </p:nvSpPr>
          <p:spPr>
            <a:xfrm>
              <a:off x="343123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6">
              <a:extLst>
                <a:ext uri="{FF2B5EF4-FFF2-40B4-BE49-F238E27FC236}">
                  <a16:creationId xmlns:a16="http://schemas.microsoft.com/office/drawing/2014/main" id="{CBBAD685-F04D-F6DC-8B1D-9077722DF9E5}"/>
                </a:ext>
              </a:extLst>
            </p:cNvPr>
            <p:cNvSpPr/>
            <p:nvPr/>
          </p:nvSpPr>
          <p:spPr>
            <a:xfrm>
              <a:off x="344067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7">
              <a:extLst>
                <a:ext uri="{FF2B5EF4-FFF2-40B4-BE49-F238E27FC236}">
                  <a16:creationId xmlns:a16="http://schemas.microsoft.com/office/drawing/2014/main" id="{0CBF627B-0E13-B604-1505-3ECE99433098}"/>
                </a:ext>
              </a:extLst>
            </p:cNvPr>
            <p:cNvSpPr/>
            <p:nvPr/>
          </p:nvSpPr>
          <p:spPr>
            <a:xfrm>
              <a:off x="345011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8">
              <a:extLst>
                <a:ext uri="{FF2B5EF4-FFF2-40B4-BE49-F238E27FC236}">
                  <a16:creationId xmlns:a16="http://schemas.microsoft.com/office/drawing/2014/main" id="{26F223A7-66DC-D2C8-7834-2D601DABCA06}"/>
                </a:ext>
              </a:extLst>
            </p:cNvPr>
            <p:cNvSpPr/>
            <p:nvPr/>
          </p:nvSpPr>
          <p:spPr>
            <a:xfrm>
              <a:off x="345955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89">
              <a:extLst>
                <a:ext uri="{FF2B5EF4-FFF2-40B4-BE49-F238E27FC236}">
                  <a16:creationId xmlns:a16="http://schemas.microsoft.com/office/drawing/2014/main" id="{BCA5DBE1-C93A-1AA0-6FB1-74281BB9A920}"/>
                </a:ext>
              </a:extLst>
            </p:cNvPr>
            <p:cNvSpPr/>
            <p:nvPr/>
          </p:nvSpPr>
          <p:spPr>
            <a:xfrm>
              <a:off x="346899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0">
              <a:extLst>
                <a:ext uri="{FF2B5EF4-FFF2-40B4-BE49-F238E27FC236}">
                  <a16:creationId xmlns:a16="http://schemas.microsoft.com/office/drawing/2014/main" id="{BAB0C09D-BB88-4860-5B97-6205D98554C9}"/>
                </a:ext>
              </a:extLst>
            </p:cNvPr>
            <p:cNvSpPr/>
            <p:nvPr/>
          </p:nvSpPr>
          <p:spPr>
            <a:xfrm>
              <a:off x="347843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1">
              <a:extLst>
                <a:ext uri="{FF2B5EF4-FFF2-40B4-BE49-F238E27FC236}">
                  <a16:creationId xmlns:a16="http://schemas.microsoft.com/office/drawing/2014/main" id="{16BB6969-3FD7-BD32-3C6A-BD7998720959}"/>
                </a:ext>
              </a:extLst>
            </p:cNvPr>
            <p:cNvSpPr/>
            <p:nvPr/>
          </p:nvSpPr>
          <p:spPr>
            <a:xfrm>
              <a:off x="348787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2">
              <a:extLst>
                <a:ext uri="{FF2B5EF4-FFF2-40B4-BE49-F238E27FC236}">
                  <a16:creationId xmlns:a16="http://schemas.microsoft.com/office/drawing/2014/main" id="{C22B819A-9DC2-CD59-2E08-921671E92338}"/>
                </a:ext>
              </a:extLst>
            </p:cNvPr>
            <p:cNvSpPr/>
            <p:nvPr/>
          </p:nvSpPr>
          <p:spPr>
            <a:xfrm>
              <a:off x="349731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3">
              <a:extLst>
                <a:ext uri="{FF2B5EF4-FFF2-40B4-BE49-F238E27FC236}">
                  <a16:creationId xmlns:a16="http://schemas.microsoft.com/office/drawing/2014/main" id="{A4EBD4C1-ED8F-550A-1674-D19CF862433F}"/>
                </a:ext>
              </a:extLst>
            </p:cNvPr>
            <p:cNvSpPr/>
            <p:nvPr/>
          </p:nvSpPr>
          <p:spPr>
            <a:xfrm>
              <a:off x="350675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4">
              <a:extLst>
                <a:ext uri="{FF2B5EF4-FFF2-40B4-BE49-F238E27FC236}">
                  <a16:creationId xmlns:a16="http://schemas.microsoft.com/office/drawing/2014/main" id="{6A74D61E-96C5-D43B-0DB0-FB32B0D9FDB2}"/>
                </a:ext>
              </a:extLst>
            </p:cNvPr>
            <p:cNvSpPr/>
            <p:nvPr/>
          </p:nvSpPr>
          <p:spPr>
            <a:xfrm>
              <a:off x="351619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5">
              <a:extLst>
                <a:ext uri="{FF2B5EF4-FFF2-40B4-BE49-F238E27FC236}">
                  <a16:creationId xmlns:a16="http://schemas.microsoft.com/office/drawing/2014/main" id="{4CF727C2-379F-C179-70FB-79EFDF1948CC}"/>
                </a:ext>
              </a:extLst>
            </p:cNvPr>
            <p:cNvSpPr/>
            <p:nvPr/>
          </p:nvSpPr>
          <p:spPr>
            <a:xfrm>
              <a:off x="352563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6">
              <a:extLst>
                <a:ext uri="{FF2B5EF4-FFF2-40B4-BE49-F238E27FC236}">
                  <a16:creationId xmlns:a16="http://schemas.microsoft.com/office/drawing/2014/main" id="{64F98743-27A8-4FC8-3DA4-138A7609A426}"/>
                </a:ext>
              </a:extLst>
            </p:cNvPr>
            <p:cNvSpPr/>
            <p:nvPr/>
          </p:nvSpPr>
          <p:spPr>
            <a:xfrm>
              <a:off x="353507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7">
              <a:extLst>
                <a:ext uri="{FF2B5EF4-FFF2-40B4-BE49-F238E27FC236}">
                  <a16:creationId xmlns:a16="http://schemas.microsoft.com/office/drawing/2014/main" id="{CB1AA756-8839-476F-BBE6-77CD81AF3D5B}"/>
                </a:ext>
              </a:extLst>
            </p:cNvPr>
            <p:cNvSpPr/>
            <p:nvPr/>
          </p:nvSpPr>
          <p:spPr>
            <a:xfrm>
              <a:off x="354451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8">
              <a:extLst>
                <a:ext uri="{FF2B5EF4-FFF2-40B4-BE49-F238E27FC236}">
                  <a16:creationId xmlns:a16="http://schemas.microsoft.com/office/drawing/2014/main" id="{5D2E722B-497C-3157-7395-06BEE31FEA64}"/>
                </a:ext>
              </a:extLst>
            </p:cNvPr>
            <p:cNvSpPr/>
            <p:nvPr/>
          </p:nvSpPr>
          <p:spPr>
            <a:xfrm>
              <a:off x="355395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699">
              <a:extLst>
                <a:ext uri="{FF2B5EF4-FFF2-40B4-BE49-F238E27FC236}">
                  <a16:creationId xmlns:a16="http://schemas.microsoft.com/office/drawing/2014/main" id="{D37BADA5-7510-2DB1-74FD-7BB48E5ACB8A}"/>
                </a:ext>
              </a:extLst>
            </p:cNvPr>
            <p:cNvSpPr/>
            <p:nvPr/>
          </p:nvSpPr>
          <p:spPr>
            <a:xfrm>
              <a:off x="356339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0">
              <a:extLst>
                <a:ext uri="{FF2B5EF4-FFF2-40B4-BE49-F238E27FC236}">
                  <a16:creationId xmlns:a16="http://schemas.microsoft.com/office/drawing/2014/main" id="{F3621C0C-76E4-3364-D22B-4F666BD8068D}"/>
                </a:ext>
              </a:extLst>
            </p:cNvPr>
            <p:cNvSpPr/>
            <p:nvPr/>
          </p:nvSpPr>
          <p:spPr>
            <a:xfrm>
              <a:off x="357283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1">
              <a:extLst>
                <a:ext uri="{FF2B5EF4-FFF2-40B4-BE49-F238E27FC236}">
                  <a16:creationId xmlns:a16="http://schemas.microsoft.com/office/drawing/2014/main" id="{A680F2BA-828C-5D56-B3F5-4C6F6E42962B}"/>
                </a:ext>
              </a:extLst>
            </p:cNvPr>
            <p:cNvSpPr/>
            <p:nvPr/>
          </p:nvSpPr>
          <p:spPr>
            <a:xfrm>
              <a:off x="358227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2">
              <a:extLst>
                <a:ext uri="{FF2B5EF4-FFF2-40B4-BE49-F238E27FC236}">
                  <a16:creationId xmlns:a16="http://schemas.microsoft.com/office/drawing/2014/main" id="{8926C815-B2E6-027E-D33C-6F18896D1219}"/>
                </a:ext>
              </a:extLst>
            </p:cNvPr>
            <p:cNvSpPr/>
            <p:nvPr/>
          </p:nvSpPr>
          <p:spPr>
            <a:xfrm>
              <a:off x="359171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3">
              <a:extLst>
                <a:ext uri="{FF2B5EF4-FFF2-40B4-BE49-F238E27FC236}">
                  <a16:creationId xmlns:a16="http://schemas.microsoft.com/office/drawing/2014/main" id="{2B0BB081-D01D-FBF8-22F9-22F97142349D}"/>
                </a:ext>
              </a:extLst>
            </p:cNvPr>
            <p:cNvSpPr/>
            <p:nvPr/>
          </p:nvSpPr>
          <p:spPr>
            <a:xfrm>
              <a:off x="360115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4">
              <a:extLst>
                <a:ext uri="{FF2B5EF4-FFF2-40B4-BE49-F238E27FC236}">
                  <a16:creationId xmlns:a16="http://schemas.microsoft.com/office/drawing/2014/main" id="{673DA281-8E7C-6E15-B8AC-1D108DBDDFDE}"/>
                </a:ext>
              </a:extLst>
            </p:cNvPr>
            <p:cNvSpPr/>
            <p:nvPr/>
          </p:nvSpPr>
          <p:spPr>
            <a:xfrm>
              <a:off x="361059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5">
              <a:extLst>
                <a:ext uri="{FF2B5EF4-FFF2-40B4-BE49-F238E27FC236}">
                  <a16:creationId xmlns:a16="http://schemas.microsoft.com/office/drawing/2014/main" id="{50F21589-0260-F110-2180-C1534FA4B0B1}"/>
                </a:ext>
              </a:extLst>
            </p:cNvPr>
            <p:cNvSpPr/>
            <p:nvPr/>
          </p:nvSpPr>
          <p:spPr>
            <a:xfrm>
              <a:off x="362003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6">
              <a:extLst>
                <a:ext uri="{FF2B5EF4-FFF2-40B4-BE49-F238E27FC236}">
                  <a16:creationId xmlns:a16="http://schemas.microsoft.com/office/drawing/2014/main" id="{DE3548AB-DAA9-F4A0-E4A4-92D216305418}"/>
                </a:ext>
              </a:extLst>
            </p:cNvPr>
            <p:cNvSpPr/>
            <p:nvPr/>
          </p:nvSpPr>
          <p:spPr>
            <a:xfrm>
              <a:off x="362947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7">
              <a:extLst>
                <a:ext uri="{FF2B5EF4-FFF2-40B4-BE49-F238E27FC236}">
                  <a16:creationId xmlns:a16="http://schemas.microsoft.com/office/drawing/2014/main" id="{D5373D75-2F3C-F35E-1D7C-AF4980C7FE90}"/>
                </a:ext>
              </a:extLst>
            </p:cNvPr>
            <p:cNvSpPr/>
            <p:nvPr/>
          </p:nvSpPr>
          <p:spPr>
            <a:xfrm>
              <a:off x="363891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8">
              <a:extLst>
                <a:ext uri="{FF2B5EF4-FFF2-40B4-BE49-F238E27FC236}">
                  <a16:creationId xmlns:a16="http://schemas.microsoft.com/office/drawing/2014/main" id="{0DEB74A4-3C71-B831-97A1-0447E1E558B9}"/>
                </a:ext>
              </a:extLst>
            </p:cNvPr>
            <p:cNvSpPr/>
            <p:nvPr/>
          </p:nvSpPr>
          <p:spPr>
            <a:xfrm>
              <a:off x="364836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09">
              <a:extLst>
                <a:ext uri="{FF2B5EF4-FFF2-40B4-BE49-F238E27FC236}">
                  <a16:creationId xmlns:a16="http://schemas.microsoft.com/office/drawing/2014/main" id="{14754CF1-E2A4-989F-2925-BFD7F264065B}"/>
                </a:ext>
              </a:extLst>
            </p:cNvPr>
            <p:cNvSpPr/>
            <p:nvPr/>
          </p:nvSpPr>
          <p:spPr>
            <a:xfrm>
              <a:off x="365780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0">
              <a:extLst>
                <a:ext uri="{FF2B5EF4-FFF2-40B4-BE49-F238E27FC236}">
                  <a16:creationId xmlns:a16="http://schemas.microsoft.com/office/drawing/2014/main" id="{AF31C983-10AB-B957-230A-37954F485ADC}"/>
                </a:ext>
              </a:extLst>
            </p:cNvPr>
            <p:cNvSpPr/>
            <p:nvPr/>
          </p:nvSpPr>
          <p:spPr>
            <a:xfrm>
              <a:off x="366724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1">
              <a:extLst>
                <a:ext uri="{FF2B5EF4-FFF2-40B4-BE49-F238E27FC236}">
                  <a16:creationId xmlns:a16="http://schemas.microsoft.com/office/drawing/2014/main" id="{3E2C8A0F-1706-86BA-D837-6A949DEF2728}"/>
                </a:ext>
              </a:extLst>
            </p:cNvPr>
            <p:cNvSpPr/>
            <p:nvPr/>
          </p:nvSpPr>
          <p:spPr>
            <a:xfrm>
              <a:off x="367668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2">
              <a:extLst>
                <a:ext uri="{FF2B5EF4-FFF2-40B4-BE49-F238E27FC236}">
                  <a16:creationId xmlns:a16="http://schemas.microsoft.com/office/drawing/2014/main" id="{DF43A1CA-4A28-BA90-EF18-A81A4C94EDB8}"/>
                </a:ext>
              </a:extLst>
            </p:cNvPr>
            <p:cNvSpPr/>
            <p:nvPr/>
          </p:nvSpPr>
          <p:spPr>
            <a:xfrm>
              <a:off x="368612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3">
              <a:extLst>
                <a:ext uri="{FF2B5EF4-FFF2-40B4-BE49-F238E27FC236}">
                  <a16:creationId xmlns:a16="http://schemas.microsoft.com/office/drawing/2014/main" id="{11AA32AB-EAE7-DAF1-759A-1E66C114C670}"/>
                </a:ext>
              </a:extLst>
            </p:cNvPr>
            <p:cNvSpPr/>
            <p:nvPr/>
          </p:nvSpPr>
          <p:spPr>
            <a:xfrm>
              <a:off x="369556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4">
              <a:extLst>
                <a:ext uri="{FF2B5EF4-FFF2-40B4-BE49-F238E27FC236}">
                  <a16:creationId xmlns:a16="http://schemas.microsoft.com/office/drawing/2014/main" id="{AABF3A9E-E27F-23FA-3181-8995E9EE8BED}"/>
                </a:ext>
              </a:extLst>
            </p:cNvPr>
            <p:cNvSpPr/>
            <p:nvPr/>
          </p:nvSpPr>
          <p:spPr>
            <a:xfrm>
              <a:off x="370500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5">
              <a:extLst>
                <a:ext uri="{FF2B5EF4-FFF2-40B4-BE49-F238E27FC236}">
                  <a16:creationId xmlns:a16="http://schemas.microsoft.com/office/drawing/2014/main" id="{A398EBD1-1792-B6F2-044D-3702A8DCC180}"/>
                </a:ext>
              </a:extLst>
            </p:cNvPr>
            <p:cNvSpPr/>
            <p:nvPr/>
          </p:nvSpPr>
          <p:spPr>
            <a:xfrm>
              <a:off x="371444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6">
              <a:extLst>
                <a:ext uri="{FF2B5EF4-FFF2-40B4-BE49-F238E27FC236}">
                  <a16:creationId xmlns:a16="http://schemas.microsoft.com/office/drawing/2014/main" id="{CD07A61E-DE18-6B8B-E418-8575F29DF4BC}"/>
                </a:ext>
              </a:extLst>
            </p:cNvPr>
            <p:cNvSpPr/>
            <p:nvPr/>
          </p:nvSpPr>
          <p:spPr>
            <a:xfrm>
              <a:off x="372388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7">
              <a:extLst>
                <a:ext uri="{FF2B5EF4-FFF2-40B4-BE49-F238E27FC236}">
                  <a16:creationId xmlns:a16="http://schemas.microsoft.com/office/drawing/2014/main" id="{251A3217-114F-5A02-723D-1DAD5C48AC61}"/>
                </a:ext>
              </a:extLst>
            </p:cNvPr>
            <p:cNvSpPr/>
            <p:nvPr/>
          </p:nvSpPr>
          <p:spPr>
            <a:xfrm>
              <a:off x="373332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8">
              <a:extLst>
                <a:ext uri="{FF2B5EF4-FFF2-40B4-BE49-F238E27FC236}">
                  <a16:creationId xmlns:a16="http://schemas.microsoft.com/office/drawing/2014/main" id="{F3651F48-6AA4-A56C-E620-906F7A418E45}"/>
                </a:ext>
              </a:extLst>
            </p:cNvPr>
            <p:cNvSpPr/>
            <p:nvPr/>
          </p:nvSpPr>
          <p:spPr>
            <a:xfrm>
              <a:off x="374276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19">
              <a:extLst>
                <a:ext uri="{FF2B5EF4-FFF2-40B4-BE49-F238E27FC236}">
                  <a16:creationId xmlns:a16="http://schemas.microsoft.com/office/drawing/2014/main" id="{9AE81383-E13C-D320-92B3-162F71C94423}"/>
                </a:ext>
              </a:extLst>
            </p:cNvPr>
            <p:cNvSpPr/>
            <p:nvPr/>
          </p:nvSpPr>
          <p:spPr>
            <a:xfrm>
              <a:off x="375220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0">
              <a:extLst>
                <a:ext uri="{FF2B5EF4-FFF2-40B4-BE49-F238E27FC236}">
                  <a16:creationId xmlns:a16="http://schemas.microsoft.com/office/drawing/2014/main" id="{34099243-D55D-58E7-D903-A2491DFF80AE}"/>
                </a:ext>
              </a:extLst>
            </p:cNvPr>
            <p:cNvSpPr/>
            <p:nvPr/>
          </p:nvSpPr>
          <p:spPr>
            <a:xfrm>
              <a:off x="376164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1">
              <a:extLst>
                <a:ext uri="{FF2B5EF4-FFF2-40B4-BE49-F238E27FC236}">
                  <a16:creationId xmlns:a16="http://schemas.microsoft.com/office/drawing/2014/main" id="{B98D635B-1FD6-786D-2A78-97C93F88037E}"/>
                </a:ext>
              </a:extLst>
            </p:cNvPr>
            <p:cNvSpPr/>
            <p:nvPr/>
          </p:nvSpPr>
          <p:spPr>
            <a:xfrm>
              <a:off x="3780523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2">
              <a:extLst>
                <a:ext uri="{FF2B5EF4-FFF2-40B4-BE49-F238E27FC236}">
                  <a16:creationId xmlns:a16="http://schemas.microsoft.com/office/drawing/2014/main" id="{C04462D3-B896-011C-251D-5C6AFEEA11C5}"/>
                </a:ext>
              </a:extLst>
            </p:cNvPr>
            <p:cNvSpPr/>
            <p:nvPr/>
          </p:nvSpPr>
          <p:spPr>
            <a:xfrm>
              <a:off x="3789963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3">
              <a:extLst>
                <a:ext uri="{FF2B5EF4-FFF2-40B4-BE49-F238E27FC236}">
                  <a16:creationId xmlns:a16="http://schemas.microsoft.com/office/drawing/2014/main" id="{E1D634A9-512B-70B5-0C52-2F003C42B467}"/>
                </a:ext>
              </a:extLst>
            </p:cNvPr>
            <p:cNvSpPr/>
            <p:nvPr/>
          </p:nvSpPr>
          <p:spPr>
            <a:xfrm>
              <a:off x="3789963" y="832488"/>
              <a:ext cx="916969" cy="914400"/>
            </a:xfrm>
            <a:custGeom>
              <a:avLst/>
              <a:gdLst/>
              <a:ahLst/>
              <a:cxnLst/>
              <a:rect l="0" t="0" r="0" b="0"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4">
              <a:extLst>
                <a:ext uri="{FF2B5EF4-FFF2-40B4-BE49-F238E27FC236}">
                  <a16:creationId xmlns:a16="http://schemas.microsoft.com/office/drawing/2014/main" id="{6F7E489E-8575-C450-500A-E5F1289F1FBF}"/>
                </a:ext>
              </a:extLst>
            </p:cNvPr>
            <p:cNvSpPr/>
            <p:nvPr/>
          </p:nvSpPr>
          <p:spPr>
            <a:xfrm>
              <a:off x="3327392" y="79734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5">
              <a:extLst>
                <a:ext uri="{FF2B5EF4-FFF2-40B4-BE49-F238E27FC236}">
                  <a16:creationId xmlns:a16="http://schemas.microsoft.com/office/drawing/2014/main" id="{20349D0A-E020-7328-CE69-B49523B755AE}"/>
                </a:ext>
              </a:extLst>
            </p:cNvPr>
            <p:cNvSpPr/>
            <p:nvPr/>
          </p:nvSpPr>
          <p:spPr>
            <a:xfrm>
              <a:off x="332739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6">
              <a:extLst>
                <a:ext uri="{FF2B5EF4-FFF2-40B4-BE49-F238E27FC236}">
                  <a16:creationId xmlns:a16="http://schemas.microsoft.com/office/drawing/2014/main" id="{FD791A49-8A97-742B-1D82-EC5AF29A7D74}"/>
                </a:ext>
              </a:extLst>
            </p:cNvPr>
            <p:cNvSpPr/>
            <p:nvPr/>
          </p:nvSpPr>
          <p:spPr>
            <a:xfrm>
              <a:off x="333683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7">
              <a:extLst>
                <a:ext uri="{FF2B5EF4-FFF2-40B4-BE49-F238E27FC236}">
                  <a16:creationId xmlns:a16="http://schemas.microsoft.com/office/drawing/2014/main" id="{24885367-4516-CB90-9C93-E91050D5D3F4}"/>
                </a:ext>
              </a:extLst>
            </p:cNvPr>
            <p:cNvSpPr/>
            <p:nvPr/>
          </p:nvSpPr>
          <p:spPr>
            <a:xfrm>
              <a:off x="334627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8">
              <a:extLst>
                <a:ext uri="{FF2B5EF4-FFF2-40B4-BE49-F238E27FC236}">
                  <a16:creationId xmlns:a16="http://schemas.microsoft.com/office/drawing/2014/main" id="{3AFE3B06-5A85-8BA4-9C63-E134A8D5E84E}"/>
                </a:ext>
              </a:extLst>
            </p:cNvPr>
            <p:cNvSpPr/>
            <p:nvPr/>
          </p:nvSpPr>
          <p:spPr>
            <a:xfrm>
              <a:off x="335571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29">
              <a:extLst>
                <a:ext uri="{FF2B5EF4-FFF2-40B4-BE49-F238E27FC236}">
                  <a16:creationId xmlns:a16="http://schemas.microsoft.com/office/drawing/2014/main" id="{C7E00A50-9B25-56A6-771D-53732FCC6A0D}"/>
                </a:ext>
              </a:extLst>
            </p:cNvPr>
            <p:cNvSpPr/>
            <p:nvPr/>
          </p:nvSpPr>
          <p:spPr>
            <a:xfrm>
              <a:off x="336515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0">
              <a:extLst>
                <a:ext uri="{FF2B5EF4-FFF2-40B4-BE49-F238E27FC236}">
                  <a16:creationId xmlns:a16="http://schemas.microsoft.com/office/drawing/2014/main" id="{A58666C1-A8B6-E87A-C3F3-FCBB200707EC}"/>
                </a:ext>
              </a:extLst>
            </p:cNvPr>
            <p:cNvSpPr/>
            <p:nvPr/>
          </p:nvSpPr>
          <p:spPr>
            <a:xfrm>
              <a:off x="337459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1">
              <a:extLst>
                <a:ext uri="{FF2B5EF4-FFF2-40B4-BE49-F238E27FC236}">
                  <a16:creationId xmlns:a16="http://schemas.microsoft.com/office/drawing/2014/main" id="{CB329D18-BA72-AE48-FD5C-51911ABA8356}"/>
                </a:ext>
              </a:extLst>
            </p:cNvPr>
            <p:cNvSpPr/>
            <p:nvPr/>
          </p:nvSpPr>
          <p:spPr>
            <a:xfrm>
              <a:off x="338403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2">
              <a:extLst>
                <a:ext uri="{FF2B5EF4-FFF2-40B4-BE49-F238E27FC236}">
                  <a16:creationId xmlns:a16="http://schemas.microsoft.com/office/drawing/2014/main" id="{396ADCFE-57A8-DD9A-FC84-F410B87BF2E9}"/>
                </a:ext>
              </a:extLst>
            </p:cNvPr>
            <p:cNvSpPr/>
            <p:nvPr/>
          </p:nvSpPr>
          <p:spPr>
            <a:xfrm>
              <a:off x="339347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3">
              <a:extLst>
                <a:ext uri="{FF2B5EF4-FFF2-40B4-BE49-F238E27FC236}">
                  <a16:creationId xmlns:a16="http://schemas.microsoft.com/office/drawing/2014/main" id="{9205F524-DBFA-FC95-3DF3-691EBF53D273}"/>
                </a:ext>
              </a:extLst>
            </p:cNvPr>
            <p:cNvSpPr/>
            <p:nvPr/>
          </p:nvSpPr>
          <p:spPr>
            <a:xfrm>
              <a:off x="340291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4">
              <a:extLst>
                <a:ext uri="{FF2B5EF4-FFF2-40B4-BE49-F238E27FC236}">
                  <a16:creationId xmlns:a16="http://schemas.microsoft.com/office/drawing/2014/main" id="{66023CB4-289C-8078-EF83-DBCC2162EA36}"/>
                </a:ext>
              </a:extLst>
            </p:cNvPr>
            <p:cNvSpPr/>
            <p:nvPr/>
          </p:nvSpPr>
          <p:spPr>
            <a:xfrm>
              <a:off x="341235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5">
              <a:extLst>
                <a:ext uri="{FF2B5EF4-FFF2-40B4-BE49-F238E27FC236}">
                  <a16:creationId xmlns:a16="http://schemas.microsoft.com/office/drawing/2014/main" id="{0AE52653-962B-3DD1-22C4-63846E20F038}"/>
                </a:ext>
              </a:extLst>
            </p:cNvPr>
            <p:cNvSpPr/>
            <p:nvPr/>
          </p:nvSpPr>
          <p:spPr>
            <a:xfrm>
              <a:off x="342179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6">
              <a:extLst>
                <a:ext uri="{FF2B5EF4-FFF2-40B4-BE49-F238E27FC236}">
                  <a16:creationId xmlns:a16="http://schemas.microsoft.com/office/drawing/2014/main" id="{1242F5EA-9C8F-5BE5-5200-33C178D4916A}"/>
                </a:ext>
              </a:extLst>
            </p:cNvPr>
            <p:cNvSpPr/>
            <p:nvPr/>
          </p:nvSpPr>
          <p:spPr>
            <a:xfrm>
              <a:off x="343123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7">
              <a:extLst>
                <a:ext uri="{FF2B5EF4-FFF2-40B4-BE49-F238E27FC236}">
                  <a16:creationId xmlns:a16="http://schemas.microsoft.com/office/drawing/2014/main" id="{B4867B4B-E307-F2B4-D75A-BB33D52EF230}"/>
                </a:ext>
              </a:extLst>
            </p:cNvPr>
            <p:cNvSpPr/>
            <p:nvPr/>
          </p:nvSpPr>
          <p:spPr>
            <a:xfrm>
              <a:off x="344067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8">
              <a:extLst>
                <a:ext uri="{FF2B5EF4-FFF2-40B4-BE49-F238E27FC236}">
                  <a16:creationId xmlns:a16="http://schemas.microsoft.com/office/drawing/2014/main" id="{B0F5F9A8-37AD-05BC-E9E3-2DF430F420FB}"/>
                </a:ext>
              </a:extLst>
            </p:cNvPr>
            <p:cNvSpPr/>
            <p:nvPr/>
          </p:nvSpPr>
          <p:spPr>
            <a:xfrm>
              <a:off x="345011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39">
              <a:extLst>
                <a:ext uri="{FF2B5EF4-FFF2-40B4-BE49-F238E27FC236}">
                  <a16:creationId xmlns:a16="http://schemas.microsoft.com/office/drawing/2014/main" id="{08091B0F-291D-042C-DC7B-80BC1E85DAC7}"/>
                </a:ext>
              </a:extLst>
            </p:cNvPr>
            <p:cNvSpPr/>
            <p:nvPr/>
          </p:nvSpPr>
          <p:spPr>
            <a:xfrm>
              <a:off x="345955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0">
              <a:extLst>
                <a:ext uri="{FF2B5EF4-FFF2-40B4-BE49-F238E27FC236}">
                  <a16:creationId xmlns:a16="http://schemas.microsoft.com/office/drawing/2014/main" id="{B7B220B5-2CDC-0073-E9DD-22E13174EBAD}"/>
                </a:ext>
              </a:extLst>
            </p:cNvPr>
            <p:cNvSpPr/>
            <p:nvPr/>
          </p:nvSpPr>
          <p:spPr>
            <a:xfrm>
              <a:off x="346899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1">
              <a:extLst>
                <a:ext uri="{FF2B5EF4-FFF2-40B4-BE49-F238E27FC236}">
                  <a16:creationId xmlns:a16="http://schemas.microsoft.com/office/drawing/2014/main" id="{6B67776C-8A48-DAE0-851D-72548C23B640}"/>
                </a:ext>
              </a:extLst>
            </p:cNvPr>
            <p:cNvSpPr/>
            <p:nvPr/>
          </p:nvSpPr>
          <p:spPr>
            <a:xfrm>
              <a:off x="347843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2">
              <a:extLst>
                <a:ext uri="{FF2B5EF4-FFF2-40B4-BE49-F238E27FC236}">
                  <a16:creationId xmlns:a16="http://schemas.microsoft.com/office/drawing/2014/main" id="{92249681-8F4D-8E6C-CC96-42AC54673CE0}"/>
                </a:ext>
              </a:extLst>
            </p:cNvPr>
            <p:cNvSpPr/>
            <p:nvPr/>
          </p:nvSpPr>
          <p:spPr>
            <a:xfrm>
              <a:off x="348787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3">
              <a:extLst>
                <a:ext uri="{FF2B5EF4-FFF2-40B4-BE49-F238E27FC236}">
                  <a16:creationId xmlns:a16="http://schemas.microsoft.com/office/drawing/2014/main" id="{E26A2136-0A93-0086-38AC-950103D26A3B}"/>
                </a:ext>
              </a:extLst>
            </p:cNvPr>
            <p:cNvSpPr/>
            <p:nvPr/>
          </p:nvSpPr>
          <p:spPr>
            <a:xfrm>
              <a:off x="349731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4">
              <a:extLst>
                <a:ext uri="{FF2B5EF4-FFF2-40B4-BE49-F238E27FC236}">
                  <a16:creationId xmlns:a16="http://schemas.microsoft.com/office/drawing/2014/main" id="{DA61397B-4896-3266-39A2-53538F10A8C7}"/>
                </a:ext>
              </a:extLst>
            </p:cNvPr>
            <p:cNvSpPr/>
            <p:nvPr/>
          </p:nvSpPr>
          <p:spPr>
            <a:xfrm>
              <a:off x="350675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5">
              <a:extLst>
                <a:ext uri="{FF2B5EF4-FFF2-40B4-BE49-F238E27FC236}">
                  <a16:creationId xmlns:a16="http://schemas.microsoft.com/office/drawing/2014/main" id="{125BA4F2-4432-10BC-9624-76A63EE8FEEE}"/>
                </a:ext>
              </a:extLst>
            </p:cNvPr>
            <p:cNvSpPr/>
            <p:nvPr/>
          </p:nvSpPr>
          <p:spPr>
            <a:xfrm>
              <a:off x="351619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6">
              <a:extLst>
                <a:ext uri="{FF2B5EF4-FFF2-40B4-BE49-F238E27FC236}">
                  <a16:creationId xmlns:a16="http://schemas.microsoft.com/office/drawing/2014/main" id="{519CB87F-76E6-AD83-43FD-769DB39AB096}"/>
                </a:ext>
              </a:extLst>
            </p:cNvPr>
            <p:cNvSpPr/>
            <p:nvPr/>
          </p:nvSpPr>
          <p:spPr>
            <a:xfrm>
              <a:off x="352563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7">
              <a:extLst>
                <a:ext uri="{FF2B5EF4-FFF2-40B4-BE49-F238E27FC236}">
                  <a16:creationId xmlns:a16="http://schemas.microsoft.com/office/drawing/2014/main" id="{73139C27-C863-52DF-A6AC-24585470867F}"/>
                </a:ext>
              </a:extLst>
            </p:cNvPr>
            <p:cNvSpPr/>
            <p:nvPr/>
          </p:nvSpPr>
          <p:spPr>
            <a:xfrm>
              <a:off x="353507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8">
              <a:extLst>
                <a:ext uri="{FF2B5EF4-FFF2-40B4-BE49-F238E27FC236}">
                  <a16:creationId xmlns:a16="http://schemas.microsoft.com/office/drawing/2014/main" id="{FF0A55DF-944F-BEB1-8D50-3920969347D3}"/>
                </a:ext>
              </a:extLst>
            </p:cNvPr>
            <p:cNvSpPr/>
            <p:nvPr/>
          </p:nvSpPr>
          <p:spPr>
            <a:xfrm>
              <a:off x="354451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49">
              <a:extLst>
                <a:ext uri="{FF2B5EF4-FFF2-40B4-BE49-F238E27FC236}">
                  <a16:creationId xmlns:a16="http://schemas.microsoft.com/office/drawing/2014/main" id="{E81F4BAE-551D-D0DE-81E2-72074ACAD5BF}"/>
                </a:ext>
              </a:extLst>
            </p:cNvPr>
            <p:cNvSpPr/>
            <p:nvPr/>
          </p:nvSpPr>
          <p:spPr>
            <a:xfrm>
              <a:off x="355395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0">
              <a:extLst>
                <a:ext uri="{FF2B5EF4-FFF2-40B4-BE49-F238E27FC236}">
                  <a16:creationId xmlns:a16="http://schemas.microsoft.com/office/drawing/2014/main" id="{9C1BB201-2A04-8200-B4A4-E9E736F9B04B}"/>
                </a:ext>
              </a:extLst>
            </p:cNvPr>
            <p:cNvSpPr/>
            <p:nvPr/>
          </p:nvSpPr>
          <p:spPr>
            <a:xfrm>
              <a:off x="356339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1">
              <a:extLst>
                <a:ext uri="{FF2B5EF4-FFF2-40B4-BE49-F238E27FC236}">
                  <a16:creationId xmlns:a16="http://schemas.microsoft.com/office/drawing/2014/main" id="{47940CEB-6EAA-10D4-969F-B419DAAC022B}"/>
                </a:ext>
              </a:extLst>
            </p:cNvPr>
            <p:cNvSpPr/>
            <p:nvPr/>
          </p:nvSpPr>
          <p:spPr>
            <a:xfrm>
              <a:off x="357283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2">
              <a:extLst>
                <a:ext uri="{FF2B5EF4-FFF2-40B4-BE49-F238E27FC236}">
                  <a16:creationId xmlns:a16="http://schemas.microsoft.com/office/drawing/2014/main" id="{3DE33C70-B10C-C00A-D39A-E148FAC06F25}"/>
                </a:ext>
              </a:extLst>
            </p:cNvPr>
            <p:cNvSpPr/>
            <p:nvPr/>
          </p:nvSpPr>
          <p:spPr>
            <a:xfrm>
              <a:off x="358227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3">
              <a:extLst>
                <a:ext uri="{FF2B5EF4-FFF2-40B4-BE49-F238E27FC236}">
                  <a16:creationId xmlns:a16="http://schemas.microsoft.com/office/drawing/2014/main" id="{0B3AFA74-482A-8538-6F79-7FC559EB743A}"/>
                </a:ext>
              </a:extLst>
            </p:cNvPr>
            <p:cNvSpPr/>
            <p:nvPr/>
          </p:nvSpPr>
          <p:spPr>
            <a:xfrm>
              <a:off x="359171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4">
              <a:extLst>
                <a:ext uri="{FF2B5EF4-FFF2-40B4-BE49-F238E27FC236}">
                  <a16:creationId xmlns:a16="http://schemas.microsoft.com/office/drawing/2014/main" id="{18E10FC2-D467-15A6-EE99-38E8C507274A}"/>
                </a:ext>
              </a:extLst>
            </p:cNvPr>
            <p:cNvSpPr/>
            <p:nvPr/>
          </p:nvSpPr>
          <p:spPr>
            <a:xfrm>
              <a:off x="360115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5">
              <a:extLst>
                <a:ext uri="{FF2B5EF4-FFF2-40B4-BE49-F238E27FC236}">
                  <a16:creationId xmlns:a16="http://schemas.microsoft.com/office/drawing/2014/main" id="{38F9F70C-1F0E-0F66-506D-D9CAADADC5F9}"/>
                </a:ext>
              </a:extLst>
            </p:cNvPr>
            <p:cNvSpPr/>
            <p:nvPr/>
          </p:nvSpPr>
          <p:spPr>
            <a:xfrm>
              <a:off x="361059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6">
              <a:extLst>
                <a:ext uri="{FF2B5EF4-FFF2-40B4-BE49-F238E27FC236}">
                  <a16:creationId xmlns:a16="http://schemas.microsoft.com/office/drawing/2014/main" id="{C96402C5-4E67-6CB5-C231-2F4ADFF03F56}"/>
                </a:ext>
              </a:extLst>
            </p:cNvPr>
            <p:cNvSpPr/>
            <p:nvPr/>
          </p:nvSpPr>
          <p:spPr>
            <a:xfrm>
              <a:off x="362003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7">
              <a:extLst>
                <a:ext uri="{FF2B5EF4-FFF2-40B4-BE49-F238E27FC236}">
                  <a16:creationId xmlns:a16="http://schemas.microsoft.com/office/drawing/2014/main" id="{A63ED0F9-3018-1D79-9313-68AC5647F058}"/>
                </a:ext>
              </a:extLst>
            </p:cNvPr>
            <p:cNvSpPr/>
            <p:nvPr/>
          </p:nvSpPr>
          <p:spPr>
            <a:xfrm>
              <a:off x="362947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8">
              <a:extLst>
                <a:ext uri="{FF2B5EF4-FFF2-40B4-BE49-F238E27FC236}">
                  <a16:creationId xmlns:a16="http://schemas.microsoft.com/office/drawing/2014/main" id="{7EC77221-1843-7107-054F-73E1E6430525}"/>
                </a:ext>
              </a:extLst>
            </p:cNvPr>
            <p:cNvSpPr/>
            <p:nvPr/>
          </p:nvSpPr>
          <p:spPr>
            <a:xfrm>
              <a:off x="363891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59">
              <a:extLst>
                <a:ext uri="{FF2B5EF4-FFF2-40B4-BE49-F238E27FC236}">
                  <a16:creationId xmlns:a16="http://schemas.microsoft.com/office/drawing/2014/main" id="{9444EF31-326F-0B94-FE31-753E3B49CF1C}"/>
                </a:ext>
              </a:extLst>
            </p:cNvPr>
            <p:cNvSpPr/>
            <p:nvPr/>
          </p:nvSpPr>
          <p:spPr>
            <a:xfrm>
              <a:off x="364836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0">
              <a:extLst>
                <a:ext uri="{FF2B5EF4-FFF2-40B4-BE49-F238E27FC236}">
                  <a16:creationId xmlns:a16="http://schemas.microsoft.com/office/drawing/2014/main" id="{D211236D-2B44-91E3-1959-618763624905}"/>
                </a:ext>
              </a:extLst>
            </p:cNvPr>
            <p:cNvSpPr/>
            <p:nvPr/>
          </p:nvSpPr>
          <p:spPr>
            <a:xfrm>
              <a:off x="365780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1">
              <a:extLst>
                <a:ext uri="{FF2B5EF4-FFF2-40B4-BE49-F238E27FC236}">
                  <a16:creationId xmlns:a16="http://schemas.microsoft.com/office/drawing/2014/main" id="{DB0756F5-7FB9-05F9-7BD9-AC770D25070E}"/>
                </a:ext>
              </a:extLst>
            </p:cNvPr>
            <p:cNvSpPr/>
            <p:nvPr/>
          </p:nvSpPr>
          <p:spPr>
            <a:xfrm>
              <a:off x="366724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2">
              <a:extLst>
                <a:ext uri="{FF2B5EF4-FFF2-40B4-BE49-F238E27FC236}">
                  <a16:creationId xmlns:a16="http://schemas.microsoft.com/office/drawing/2014/main" id="{8D3556DE-74AD-FA82-9626-9158B665C6E1}"/>
                </a:ext>
              </a:extLst>
            </p:cNvPr>
            <p:cNvSpPr/>
            <p:nvPr/>
          </p:nvSpPr>
          <p:spPr>
            <a:xfrm>
              <a:off x="367668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3">
              <a:extLst>
                <a:ext uri="{FF2B5EF4-FFF2-40B4-BE49-F238E27FC236}">
                  <a16:creationId xmlns:a16="http://schemas.microsoft.com/office/drawing/2014/main" id="{9AD837A4-1B10-21DD-1A07-D9C9756E124F}"/>
                </a:ext>
              </a:extLst>
            </p:cNvPr>
            <p:cNvSpPr/>
            <p:nvPr/>
          </p:nvSpPr>
          <p:spPr>
            <a:xfrm>
              <a:off x="368612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4">
              <a:extLst>
                <a:ext uri="{FF2B5EF4-FFF2-40B4-BE49-F238E27FC236}">
                  <a16:creationId xmlns:a16="http://schemas.microsoft.com/office/drawing/2014/main" id="{722E83AB-BF14-32C9-342E-5B0DB656C72D}"/>
                </a:ext>
              </a:extLst>
            </p:cNvPr>
            <p:cNvSpPr/>
            <p:nvPr/>
          </p:nvSpPr>
          <p:spPr>
            <a:xfrm>
              <a:off x="369556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5">
              <a:extLst>
                <a:ext uri="{FF2B5EF4-FFF2-40B4-BE49-F238E27FC236}">
                  <a16:creationId xmlns:a16="http://schemas.microsoft.com/office/drawing/2014/main" id="{8EA6F2EE-3ADB-C121-0E04-472AB3073DB9}"/>
                </a:ext>
              </a:extLst>
            </p:cNvPr>
            <p:cNvSpPr/>
            <p:nvPr/>
          </p:nvSpPr>
          <p:spPr>
            <a:xfrm>
              <a:off x="370500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6">
              <a:extLst>
                <a:ext uri="{FF2B5EF4-FFF2-40B4-BE49-F238E27FC236}">
                  <a16:creationId xmlns:a16="http://schemas.microsoft.com/office/drawing/2014/main" id="{E8FC9969-C845-C3BE-1D05-C2F014882875}"/>
                </a:ext>
              </a:extLst>
            </p:cNvPr>
            <p:cNvSpPr/>
            <p:nvPr/>
          </p:nvSpPr>
          <p:spPr>
            <a:xfrm>
              <a:off x="371444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7">
              <a:extLst>
                <a:ext uri="{FF2B5EF4-FFF2-40B4-BE49-F238E27FC236}">
                  <a16:creationId xmlns:a16="http://schemas.microsoft.com/office/drawing/2014/main" id="{3F27A0EE-E249-8943-F07E-BD0A16F003E3}"/>
                </a:ext>
              </a:extLst>
            </p:cNvPr>
            <p:cNvSpPr/>
            <p:nvPr/>
          </p:nvSpPr>
          <p:spPr>
            <a:xfrm>
              <a:off x="372388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8">
              <a:extLst>
                <a:ext uri="{FF2B5EF4-FFF2-40B4-BE49-F238E27FC236}">
                  <a16:creationId xmlns:a16="http://schemas.microsoft.com/office/drawing/2014/main" id="{EC686BAB-8DA5-14EE-49DE-101652E2A69A}"/>
                </a:ext>
              </a:extLst>
            </p:cNvPr>
            <p:cNvSpPr/>
            <p:nvPr/>
          </p:nvSpPr>
          <p:spPr>
            <a:xfrm>
              <a:off x="373332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69">
              <a:extLst>
                <a:ext uri="{FF2B5EF4-FFF2-40B4-BE49-F238E27FC236}">
                  <a16:creationId xmlns:a16="http://schemas.microsoft.com/office/drawing/2014/main" id="{BA17277E-FB8F-B8A0-18B6-E1E27BC811A6}"/>
                </a:ext>
              </a:extLst>
            </p:cNvPr>
            <p:cNvSpPr/>
            <p:nvPr/>
          </p:nvSpPr>
          <p:spPr>
            <a:xfrm>
              <a:off x="374276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0">
              <a:extLst>
                <a:ext uri="{FF2B5EF4-FFF2-40B4-BE49-F238E27FC236}">
                  <a16:creationId xmlns:a16="http://schemas.microsoft.com/office/drawing/2014/main" id="{AB57FAF4-8FB8-224E-4B7F-52BB31094EF8}"/>
                </a:ext>
              </a:extLst>
            </p:cNvPr>
            <p:cNvSpPr/>
            <p:nvPr/>
          </p:nvSpPr>
          <p:spPr>
            <a:xfrm>
              <a:off x="375220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1">
              <a:extLst>
                <a:ext uri="{FF2B5EF4-FFF2-40B4-BE49-F238E27FC236}">
                  <a16:creationId xmlns:a16="http://schemas.microsoft.com/office/drawing/2014/main" id="{038C2FB1-BD7C-22B7-A995-3F582B4DD696}"/>
                </a:ext>
              </a:extLst>
            </p:cNvPr>
            <p:cNvSpPr/>
            <p:nvPr/>
          </p:nvSpPr>
          <p:spPr>
            <a:xfrm>
              <a:off x="3771083" y="8149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2">
              <a:extLst>
                <a:ext uri="{FF2B5EF4-FFF2-40B4-BE49-F238E27FC236}">
                  <a16:creationId xmlns:a16="http://schemas.microsoft.com/office/drawing/2014/main" id="{AA3B63D7-5206-25A2-5A3D-0AE568930D70}"/>
                </a:ext>
              </a:extLst>
            </p:cNvPr>
            <p:cNvSpPr/>
            <p:nvPr/>
          </p:nvSpPr>
          <p:spPr>
            <a:xfrm>
              <a:off x="3771083" y="814918"/>
              <a:ext cx="922210" cy="914400"/>
            </a:xfrm>
            <a:custGeom>
              <a:avLst/>
              <a:gdLst/>
              <a:ahLst/>
              <a:cxnLst/>
              <a:rect l="0" t="0" r="0" b="0"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3">
              <a:extLst>
                <a:ext uri="{FF2B5EF4-FFF2-40B4-BE49-F238E27FC236}">
                  <a16:creationId xmlns:a16="http://schemas.microsoft.com/office/drawing/2014/main" id="{03C6D7FD-49E7-ABDF-84F3-0A16E23303E2}"/>
                </a:ext>
              </a:extLst>
            </p:cNvPr>
            <p:cNvSpPr/>
            <p:nvPr/>
          </p:nvSpPr>
          <p:spPr>
            <a:xfrm>
              <a:off x="3327392" y="7797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4">
              <a:extLst>
                <a:ext uri="{FF2B5EF4-FFF2-40B4-BE49-F238E27FC236}">
                  <a16:creationId xmlns:a16="http://schemas.microsoft.com/office/drawing/2014/main" id="{1E511F1D-185F-AC5D-5C7D-737E32687FF0}"/>
                </a:ext>
              </a:extLst>
            </p:cNvPr>
            <p:cNvSpPr/>
            <p:nvPr/>
          </p:nvSpPr>
          <p:spPr>
            <a:xfrm>
              <a:off x="332739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5">
              <a:extLst>
                <a:ext uri="{FF2B5EF4-FFF2-40B4-BE49-F238E27FC236}">
                  <a16:creationId xmlns:a16="http://schemas.microsoft.com/office/drawing/2014/main" id="{18DC1316-F7BC-E0E3-104C-9E1A46BDD5AF}"/>
                </a:ext>
              </a:extLst>
            </p:cNvPr>
            <p:cNvSpPr/>
            <p:nvPr/>
          </p:nvSpPr>
          <p:spPr>
            <a:xfrm>
              <a:off x="333683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6">
              <a:extLst>
                <a:ext uri="{FF2B5EF4-FFF2-40B4-BE49-F238E27FC236}">
                  <a16:creationId xmlns:a16="http://schemas.microsoft.com/office/drawing/2014/main" id="{FA834432-FEB2-A115-EB64-80F6DD577732}"/>
                </a:ext>
              </a:extLst>
            </p:cNvPr>
            <p:cNvSpPr/>
            <p:nvPr/>
          </p:nvSpPr>
          <p:spPr>
            <a:xfrm>
              <a:off x="334627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7">
              <a:extLst>
                <a:ext uri="{FF2B5EF4-FFF2-40B4-BE49-F238E27FC236}">
                  <a16:creationId xmlns:a16="http://schemas.microsoft.com/office/drawing/2014/main" id="{1A8E95E3-2F27-4BA6-AAC1-36A794296BDF}"/>
                </a:ext>
              </a:extLst>
            </p:cNvPr>
            <p:cNvSpPr/>
            <p:nvPr/>
          </p:nvSpPr>
          <p:spPr>
            <a:xfrm>
              <a:off x="335571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8">
              <a:extLst>
                <a:ext uri="{FF2B5EF4-FFF2-40B4-BE49-F238E27FC236}">
                  <a16:creationId xmlns:a16="http://schemas.microsoft.com/office/drawing/2014/main" id="{0040A940-12FE-841B-5ADE-0EEF9C8CE5A4}"/>
                </a:ext>
              </a:extLst>
            </p:cNvPr>
            <p:cNvSpPr/>
            <p:nvPr/>
          </p:nvSpPr>
          <p:spPr>
            <a:xfrm>
              <a:off x="336515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79">
              <a:extLst>
                <a:ext uri="{FF2B5EF4-FFF2-40B4-BE49-F238E27FC236}">
                  <a16:creationId xmlns:a16="http://schemas.microsoft.com/office/drawing/2014/main" id="{A0ACFB31-0880-4507-B81F-C6FE3E8BB534}"/>
                </a:ext>
              </a:extLst>
            </p:cNvPr>
            <p:cNvSpPr/>
            <p:nvPr/>
          </p:nvSpPr>
          <p:spPr>
            <a:xfrm>
              <a:off x="337459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0">
              <a:extLst>
                <a:ext uri="{FF2B5EF4-FFF2-40B4-BE49-F238E27FC236}">
                  <a16:creationId xmlns:a16="http://schemas.microsoft.com/office/drawing/2014/main" id="{D71AD4B6-CEAB-C9FF-E4AE-EF50299DF1E6}"/>
                </a:ext>
              </a:extLst>
            </p:cNvPr>
            <p:cNvSpPr/>
            <p:nvPr/>
          </p:nvSpPr>
          <p:spPr>
            <a:xfrm>
              <a:off x="338403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1">
              <a:extLst>
                <a:ext uri="{FF2B5EF4-FFF2-40B4-BE49-F238E27FC236}">
                  <a16:creationId xmlns:a16="http://schemas.microsoft.com/office/drawing/2014/main" id="{C583536B-6B4D-4CD6-A691-7B8D894BA399}"/>
                </a:ext>
              </a:extLst>
            </p:cNvPr>
            <p:cNvSpPr/>
            <p:nvPr/>
          </p:nvSpPr>
          <p:spPr>
            <a:xfrm>
              <a:off x="339347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2">
              <a:extLst>
                <a:ext uri="{FF2B5EF4-FFF2-40B4-BE49-F238E27FC236}">
                  <a16:creationId xmlns:a16="http://schemas.microsoft.com/office/drawing/2014/main" id="{526E8684-C516-F3E2-CB05-5CDCD40C19BE}"/>
                </a:ext>
              </a:extLst>
            </p:cNvPr>
            <p:cNvSpPr/>
            <p:nvPr/>
          </p:nvSpPr>
          <p:spPr>
            <a:xfrm>
              <a:off x="340291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3">
              <a:extLst>
                <a:ext uri="{FF2B5EF4-FFF2-40B4-BE49-F238E27FC236}">
                  <a16:creationId xmlns:a16="http://schemas.microsoft.com/office/drawing/2014/main" id="{E77BC8F4-2D1B-1157-5692-043D0E34AD0A}"/>
                </a:ext>
              </a:extLst>
            </p:cNvPr>
            <p:cNvSpPr/>
            <p:nvPr/>
          </p:nvSpPr>
          <p:spPr>
            <a:xfrm>
              <a:off x="341235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4">
              <a:extLst>
                <a:ext uri="{FF2B5EF4-FFF2-40B4-BE49-F238E27FC236}">
                  <a16:creationId xmlns:a16="http://schemas.microsoft.com/office/drawing/2014/main" id="{59F643F0-6BC5-B663-47CF-6BBB52D3365F}"/>
                </a:ext>
              </a:extLst>
            </p:cNvPr>
            <p:cNvSpPr/>
            <p:nvPr/>
          </p:nvSpPr>
          <p:spPr>
            <a:xfrm>
              <a:off x="342179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5">
              <a:extLst>
                <a:ext uri="{FF2B5EF4-FFF2-40B4-BE49-F238E27FC236}">
                  <a16:creationId xmlns:a16="http://schemas.microsoft.com/office/drawing/2014/main" id="{AB2A545F-ACB2-DF6A-E20F-72F98917AFAF}"/>
                </a:ext>
              </a:extLst>
            </p:cNvPr>
            <p:cNvSpPr/>
            <p:nvPr/>
          </p:nvSpPr>
          <p:spPr>
            <a:xfrm>
              <a:off x="343123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6">
              <a:extLst>
                <a:ext uri="{FF2B5EF4-FFF2-40B4-BE49-F238E27FC236}">
                  <a16:creationId xmlns:a16="http://schemas.microsoft.com/office/drawing/2014/main" id="{9D66808E-4C87-57CC-02D4-137AD086F6BF}"/>
                </a:ext>
              </a:extLst>
            </p:cNvPr>
            <p:cNvSpPr/>
            <p:nvPr/>
          </p:nvSpPr>
          <p:spPr>
            <a:xfrm>
              <a:off x="344067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7">
              <a:extLst>
                <a:ext uri="{FF2B5EF4-FFF2-40B4-BE49-F238E27FC236}">
                  <a16:creationId xmlns:a16="http://schemas.microsoft.com/office/drawing/2014/main" id="{39C98A46-9947-AAA2-F1EE-5A5F794D26D7}"/>
                </a:ext>
              </a:extLst>
            </p:cNvPr>
            <p:cNvSpPr/>
            <p:nvPr/>
          </p:nvSpPr>
          <p:spPr>
            <a:xfrm>
              <a:off x="345011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8">
              <a:extLst>
                <a:ext uri="{FF2B5EF4-FFF2-40B4-BE49-F238E27FC236}">
                  <a16:creationId xmlns:a16="http://schemas.microsoft.com/office/drawing/2014/main" id="{83EAE1B5-EE44-F822-121B-ECD0BD1A17F1}"/>
                </a:ext>
              </a:extLst>
            </p:cNvPr>
            <p:cNvSpPr/>
            <p:nvPr/>
          </p:nvSpPr>
          <p:spPr>
            <a:xfrm>
              <a:off x="345955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89">
              <a:extLst>
                <a:ext uri="{FF2B5EF4-FFF2-40B4-BE49-F238E27FC236}">
                  <a16:creationId xmlns:a16="http://schemas.microsoft.com/office/drawing/2014/main" id="{42164535-127E-879B-47EF-AF51C2DD37C4}"/>
                </a:ext>
              </a:extLst>
            </p:cNvPr>
            <p:cNvSpPr/>
            <p:nvPr/>
          </p:nvSpPr>
          <p:spPr>
            <a:xfrm>
              <a:off x="346899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0">
              <a:extLst>
                <a:ext uri="{FF2B5EF4-FFF2-40B4-BE49-F238E27FC236}">
                  <a16:creationId xmlns:a16="http://schemas.microsoft.com/office/drawing/2014/main" id="{415638A1-776E-0F7A-7508-8E1882270917}"/>
                </a:ext>
              </a:extLst>
            </p:cNvPr>
            <p:cNvSpPr/>
            <p:nvPr/>
          </p:nvSpPr>
          <p:spPr>
            <a:xfrm>
              <a:off x="347843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1">
              <a:extLst>
                <a:ext uri="{FF2B5EF4-FFF2-40B4-BE49-F238E27FC236}">
                  <a16:creationId xmlns:a16="http://schemas.microsoft.com/office/drawing/2014/main" id="{7C80B079-60C8-82C7-9EF3-30F1B56CA40C}"/>
                </a:ext>
              </a:extLst>
            </p:cNvPr>
            <p:cNvSpPr/>
            <p:nvPr/>
          </p:nvSpPr>
          <p:spPr>
            <a:xfrm>
              <a:off x="348787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2">
              <a:extLst>
                <a:ext uri="{FF2B5EF4-FFF2-40B4-BE49-F238E27FC236}">
                  <a16:creationId xmlns:a16="http://schemas.microsoft.com/office/drawing/2014/main" id="{B47C033A-6B3F-1D7D-C72F-28AEE7B14032}"/>
                </a:ext>
              </a:extLst>
            </p:cNvPr>
            <p:cNvSpPr/>
            <p:nvPr/>
          </p:nvSpPr>
          <p:spPr>
            <a:xfrm>
              <a:off x="349731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3">
              <a:extLst>
                <a:ext uri="{FF2B5EF4-FFF2-40B4-BE49-F238E27FC236}">
                  <a16:creationId xmlns:a16="http://schemas.microsoft.com/office/drawing/2014/main" id="{522EEA36-46E6-5593-F241-43C0E180492B}"/>
                </a:ext>
              </a:extLst>
            </p:cNvPr>
            <p:cNvSpPr/>
            <p:nvPr/>
          </p:nvSpPr>
          <p:spPr>
            <a:xfrm>
              <a:off x="350675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4">
              <a:extLst>
                <a:ext uri="{FF2B5EF4-FFF2-40B4-BE49-F238E27FC236}">
                  <a16:creationId xmlns:a16="http://schemas.microsoft.com/office/drawing/2014/main" id="{6CC91CA1-9870-C25F-86AE-CD52C894B0CF}"/>
                </a:ext>
              </a:extLst>
            </p:cNvPr>
            <p:cNvSpPr/>
            <p:nvPr/>
          </p:nvSpPr>
          <p:spPr>
            <a:xfrm>
              <a:off x="351619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5">
              <a:extLst>
                <a:ext uri="{FF2B5EF4-FFF2-40B4-BE49-F238E27FC236}">
                  <a16:creationId xmlns:a16="http://schemas.microsoft.com/office/drawing/2014/main" id="{F1B3A03A-11AB-F77B-2E79-F83A1DAB3373}"/>
                </a:ext>
              </a:extLst>
            </p:cNvPr>
            <p:cNvSpPr/>
            <p:nvPr/>
          </p:nvSpPr>
          <p:spPr>
            <a:xfrm>
              <a:off x="352563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6">
              <a:extLst>
                <a:ext uri="{FF2B5EF4-FFF2-40B4-BE49-F238E27FC236}">
                  <a16:creationId xmlns:a16="http://schemas.microsoft.com/office/drawing/2014/main" id="{349FABA0-0EF5-7CB2-713C-B5946B3EBD72}"/>
                </a:ext>
              </a:extLst>
            </p:cNvPr>
            <p:cNvSpPr/>
            <p:nvPr/>
          </p:nvSpPr>
          <p:spPr>
            <a:xfrm>
              <a:off x="353507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7">
              <a:extLst>
                <a:ext uri="{FF2B5EF4-FFF2-40B4-BE49-F238E27FC236}">
                  <a16:creationId xmlns:a16="http://schemas.microsoft.com/office/drawing/2014/main" id="{E511DB8C-8B1F-05A0-D34F-853120690529}"/>
                </a:ext>
              </a:extLst>
            </p:cNvPr>
            <p:cNvSpPr/>
            <p:nvPr/>
          </p:nvSpPr>
          <p:spPr>
            <a:xfrm>
              <a:off x="354451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8">
              <a:extLst>
                <a:ext uri="{FF2B5EF4-FFF2-40B4-BE49-F238E27FC236}">
                  <a16:creationId xmlns:a16="http://schemas.microsoft.com/office/drawing/2014/main" id="{332587B9-DE61-750D-1ADA-54972876E7F7}"/>
                </a:ext>
              </a:extLst>
            </p:cNvPr>
            <p:cNvSpPr/>
            <p:nvPr/>
          </p:nvSpPr>
          <p:spPr>
            <a:xfrm>
              <a:off x="355395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799">
              <a:extLst>
                <a:ext uri="{FF2B5EF4-FFF2-40B4-BE49-F238E27FC236}">
                  <a16:creationId xmlns:a16="http://schemas.microsoft.com/office/drawing/2014/main" id="{94DFD9FB-151B-7C32-A63F-B98EA0140D84}"/>
                </a:ext>
              </a:extLst>
            </p:cNvPr>
            <p:cNvSpPr/>
            <p:nvPr/>
          </p:nvSpPr>
          <p:spPr>
            <a:xfrm>
              <a:off x="356339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0">
              <a:extLst>
                <a:ext uri="{FF2B5EF4-FFF2-40B4-BE49-F238E27FC236}">
                  <a16:creationId xmlns:a16="http://schemas.microsoft.com/office/drawing/2014/main" id="{D3530346-F479-75DE-9D4A-029E564E5F5F}"/>
                </a:ext>
              </a:extLst>
            </p:cNvPr>
            <p:cNvSpPr/>
            <p:nvPr/>
          </p:nvSpPr>
          <p:spPr>
            <a:xfrm>
              <a:off x="357283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1">
              <a:extLst>
                <a:ext uri="{FF2B5EF4-FFF2-40B4-BE49-F238E27FC236}">
                  <a16:creationId xmlns:a16="http://schemas.microsoft.com/office/drawing/2014/main" id="{F1B5FC33-008B-13EA-8E26-496A9723DA4D}"/>
                </a:ext>
              </a:extLst>
            </p:cNvPr>
            <p:cNvSpPr/>
            <p:nvPr/>
          </p:nvSpPr>
          <p:spPr>
            <a:xfrm>
              <a:off x="358227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2">
              <a:extLst>
                <a:ext uri="{FF2B5EF4-FFF2-40B4-BE49-F238E27FC236}">
                  <a16:creationId xmlns:a16="http://schemas.microsoft.com/office/drawing/2014/main" id="{BEFDFC42-4105-8219-C943-32DBE0584629}"/>
                </a:ext>
              </a:extLst>
            </p:cNvPr>
            <p:cNvSpPr/>
            <p:nvPr/>
          </p:nvSpPr>
          <p:spPr>
            <a:xfrm>
              <a:off x="359171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3">
              <a:extLst>
                <a:ext uri="{FF2B5EF4-FFF2-40B4-BE49-F238E27FC236}">
                  <a16:creationId xmlns:a16="http://schemas.microsoft.com/office/drawing/2014/main" id="{3CC11089-9B83-FF77-9D4B-1993F47655A0}"/>
                </a:ext>
              </a:extLst>
            </p:cNvPr>
            <p:cNvSpPr/>
            <p:nvPr/>
          </p:nvSpPr>
          <p:spPr>
            <a:xfrm>
              <a:off x="360115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4">
              <a:extLst>
                <a:ext uri="{FF2B5EF4-FFF2-40B4-BE49-F238E27FC236}">
                  <a16:creationId xmlns:a16="http://schemas.microsoft.com/office/drawing/2014/main" id="{57AC1331-78E6-560E-A4AC-57DDEEBE0801}"/>
                </a:ext>
              </a:extLst>
            </p:cNvPr>
            <p:cNvSpPr/>
            <p:nvPr/>
          </p:nvSpPr>
          <p:spPr>
            <a:xfrm>
              <a:off x="361059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5">
              <a:extLst>
                <a:ext uri="{FF2B5EF4-FFF2-40B4-BE49-F238E27FC236}">
                  <a16:creationId xmlns:a16="http://schemas.microsoft.com/office/drawing/2014/main" id="{E5C7EF9B-CD3C-0B98-0541-7B0BEA94D722}"/>
                </a:ext>
              </a:extLst>
            </p:cNvPr>
            <p:cNvSpPr/>
            <p:nvPr/>
          </p:nvSpPr>
          <p:spPr>
            <a:xfrm>
              <a:off x="362003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6">
              <a:extLst>
                <a:ext uri="{FF2B5EF4-FFF2-40B4-BE49-F238E27FC236}">
                  <a16:creationId xmlns:a16="http://schemas.microsoft.com/office/drawing/2014/main" id="{6B106EAD-2C8A-5B9D-3D68-EA9B7C554D4D}"/>
                </a:ext>
              </a:extLst>
            </p:cNvPr>
            <p:cNvSpPr/>
            <p:nvPr/>
          </p:nvSpPr>
          <p:spPr>
            <a:xfrm>
              <a:off x="362947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7">
              <a:extLst>
                <a:ext uri="{FF2B5EF4-FFF2-40B4-BE49-F238E27FC236}">
                  <a16:creationId xmlns:a16="http://schemas.microsoft.com/office/drawing/2014/main" id="{F3C8576D-DE5B-D0A0-0B60-55C3059D96BE}"/>
                </a:ext>
              </a:extLst>
            </p:cNvPr>
            <p:cNvSpPr/>
            <p:nvPr/>
          </p:nvSpPr>
          <p:spPr>
            <a:xfrm>
              <a:off x="363891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8">
              <a:extLst>
                <a:ext uri="{FF2B5EF4-FFF2-40B4-BE49-F238E27FC236}">
                  <a16:creationId xmlns:a16="http://schemas.microsoft.com/office/drawing/2014/main" id="{AB12EFA8-0437-0323-1E8A-1EC05F126BC2}"/>
                </a:ext>
              </a:extLst>
            </p:cNvPr>
            <p:cNvSpPr/>
            <p:nvPr/>
          </p:nvSpPr>
          <p:spPr>
            <a:xfrm>
              <a:off x="364836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09">
              <a:extLst>
                <a:ext uri="{FF2B5EF4-FFF2-40B4-BE49-F238E27FC236}">
                  <a16:creationId xmlns:a16="http://schemas.microsoft.com/office/drawing/2014/main" id="{25E9D230-395A-9B6A-DB23-A790DA7566F3}"/>
                </a:ext>
              </a:extLst>
            </p:cNvPr>
            <p:cNvSpPr/>
            <p:nvPr/>
          </p:nvSpPr>
          <p:spPr>
            <a:xfrm>
              <a:off x="365780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0">
              <a:extLst>
                <a:ext uri="{FF2B5EF4-FFF2-40B4-BE49-F238E27FC236}">
                  <a16:creationId xmlns:a16="http://schemas.microsoft.com/office/drawing/2014/main" id="{5304194A-80FD-322F-C9C3-083452D24C12}"/>
                </a:ext>
              </a:extLst>
            </p:cNvPr>
            <p:cNvSpPr/>
            <p:nvPr/>
          </p:nvSpPr>
          <p:spPr>
            <a:xfrm>
              <a:off x="366724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1">
              <a:extLst>
                <a:ext uri="{FF2B5EF4-FFF2-40B4-BE49-F238E27FC236}">
                  <a16:creationId xmlns:a16="http://schemas.microsoft.com/office/drawing/2014/main" id="{3BB3D4E9-B041-3B07-CCA1-1933AF92EA00}"/>
                </a:ext>
              </a:extLst>
            </p:cNvPr>
            <p:cNvSpPr/>
            <p:nvPr/>
          </p:nvSpPr>
          <p:spPr>
            <a:xfrm>
              <a:off x="367668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2">
              <a:extLst>
                <a:ext uri="{FF2B5EF4-FFF2-40B4-BE49-F238E27FC236}">
                  <a16:creationId xmlns:a16="http://schemas.microsoft.com/office/drawing/2014/main" id="{BCED0E7C-7D83-A14A-3DF2-6D0993B54096}"/>
                </a:ext>
              </a:extLst>
            </p:cNvPr>
            <p:cNvSpPr/>
            <p:nvPr/>
          </p:nvSpPr>
          <p:spPr>
            <a:xfrm>
              <a:off x="368612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3">
              <a:extLst>
                <a:ext uri="{FF2B5EF4-FFF2-40B4-BE49-F238E27FC236}">
                  <a16:creationId xmlns:a16="http://schemas.microsoft.com/office/drawing/2014/main" id="{61BF823F-F1D4-F415-F750-1D2BCB426AA2}"/>
                </a:ext>
              </a:extLst>
            </p:cNvPr>
            <p:cNvSpPr/>
            <p:nvPr/>
          </p:nvSpPr>
          <p:spPr>
            <a:xfrm>
              <a:off x="369556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4">
              <a:extLst>
                <a:ext uri="{FF2B5EF4-FFF2-40B4-BE49-F238E27FC236}">
                  <a16:creationId xmlns:a16="http://schemas.microsoft.com/office/drawing/2014/main" id="{FA6E5A2D-C771-0A18-98A8-107B8890FFBA}"/>
                </a:ext>
              </a:extLst>
            </p:cNvPr>
            <p:cNvSpPr/>
            <p:nvPr/>
          </p:nvSpPr>
          <p:spPr>
            <a:xfrm>
              <a:off x="370500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5">
              <a:extLst>
                <a:ext uri="{FF2B5EF4-FFF2-40B4-BE49-F238E27FC236}">
                  <a16:creationId xmlns:a16="http://schemas.microsoft.com/office/drawing/2014/main" id="{E2AED591-FD2B-5390-CE09-50833FD08DB0}"/>
                </a:ext>
              </a:extLst>
            </p:cNvPr>
            <p:cNvSpPr/>
            <p:nvPr/>
          </p:nvSpPr>
          <p:spPr>
            <a:xfrm>
              <a:off x="371444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6">
              <a:extLst>
                <a:ext uri="{FF2B5EF4-FFF2-40B4-BE49-F238E27FC236}">
                  <a16:creationId xmlns:a16="http://schemas.microsoft.com/office/drawing/2014/main" id="{43E39B30-0ABC-47BC-05FB-25BB2ABAB720}"/>
                </a:ext>
              </a:extLst>
            </p:cNvPr>
            <p:cNvSpPr/>
            <p:nvPr/>
          </p:nvSpPr>
          <p:spPr>
            <a:xfrm>
              <a:off x="372388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7">
              <a:extLst>
                <a:ext uri="{FF2B5EF4-FFF2-40B4-BE49-F238E27FC236}">
                  <a16:creationId xmlns:a16="http://schemas.microsoft.com/office/drawing/2014/main" id="{90004D1D-3978-4562-9CBE-60C735B5F79F}"/>
                </a:ext>
              </a:extLst>
            </p:cNvPr>
            <p:cNvSpPr/>
            <p:nvPr/>
          </p:nvSpPr>
          <p:spPr>
            <a:xfrm>
              <a:off x="373332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8">
              <a:extLst>
                <a:ext uri="{FF2B5EF4-FFF2-40B4-BE49-F238E27FC236}">
                  <a16:creationId xmlns:a16="http://schemas.microsoft.com/office/drawing/2014/main" id="{32E4A681-3245-BC8C-FBFD-90CDA7629733}"/>
                </a:ext>
              </a:extLst>
            </p:cNvPr>
            <p:cNvSpPr/>
            <p:nvPr/>
          </p:nvSpPr>
          <p:spPr>
            <a:xfrm>
              <a:off x="374276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19">
              <a:extLst>
                <a:ext uri="{FF2B5EF4-FFF2-40B4-BE49-F238E27FC236}">
                  <a16:creationId xmlns:a16="http://schemas.microsoft.com/office/drawing/2014/main" id="{9427D0F8-0C47-25CE-17C5-A6F7E9766D95}"/>
                </a:ext>
              </a:extLst>
            </p:cNvPr>
            <p:cNvSpPr/>
            <p:nvPr/>
          </p:nvSpPr>
          <p:spPr>
            <a:xfrm>
              <a:off x="3761643" y="797348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0">
              <a:extLst>
                <a:ext uri="{FF2B5EF4-FFF2-40B4-BE49-F238E27FC236}">
                  <a16:creationId xmlns:a16="http://schemas.microsoft.com/office/drawing/2014/main" id="{1688BEA3-E819-FBF4-1E1B-A475CA480563}"/>
                </a:ext>
              </a:extLst>
            </p:cNvPr>
            <p:cNvSpPr/>
            <p:nvPr/>
          </p:nvSpPr>
          <p:spPr>
            <a:xfrm>
              <a:off x="3761643" y="797348"/>
              <a:ext cx="916446" cy="914399"/>
            </a:xfrm>
            <a:custGeom>
              <a:avLst/>
              <a:gdLst/>
              <a:ahLst/>
              <a:cxnLst/>
              <a:rect l="0" t="0" r="0" b="0"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1">
              <a:extLst>
                <a:ext uri="{FF2B5EF4-FFF2-40B4-BE49-F238E27FC236}">
                  <a16:creationId xmlns:a16="http://schemas.microsoft.com/office/drawing/2014/main" id="{17915A47-D6AC-E68F-7425-E7525EEB7825}"/>
                </a:ext>
              </a:extLst>
            </p:cNvPr>
            <p:cNvSpPr/>
            <p:nvPr/>
          </p:nvSpPr>
          <p:spPr>
            <a:xfrm>
              <a:off x="3317951" y="762209"/>
              <a:ext cx="914400" cy="924144"/>
            </a:xfrm>
            <a:custGeom>
              <a:avLst/>
              <a:gdLst/>
              <a:ahLst/>
              <a:cxnLst/>
              <a:rect l="0" t="0" r="0" b="0"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2">
              <a:extLst>
                <a:ext uri="{FF2B5EF4-FFF2-40B4-BE49-F238E27FC236}">
                  <a16:creationId xmlns:a16="http://schemas.microsoft.com/office/drawing/2014/main" id="{793D5C23-ED97-7664-D5D1-52AA4E756DBE}"/>
                </a:ext>
              </a:extLst>
            </p:cNvPr>
            <p:cNvSpPr/>
            <p:nvPr/>
          </p:nvSpPr>
          <p:spPr>
            <a:xfrm>
              <a:off x="331795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3">
              <a:extLst>
                <a:ext uri="{FF2B5EF4-FFF2-40B4-BE49-F238E27FC236}">
                  <a16:creationId xmlns:a16="http://schemas.microsoft.com/office/drawing/2014/main" id="{8455C17B-CAB4-49C0-75AE-FC494DB87B85}"/>
                </a:ext>
              </a:extLst>
            </p:cNvPr>
            <p:cNvSpPr/>
            <p:nvPr/>
          </p:nvSpPr>
          <p:spPr>
            <a:xfrm>
              <a:off x="332739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4">
              <a:extLst>
                <a:ext uri="{FF2B5EF4-FFF2-40B4-BE49-F238E27FC236}">
                  <a16:creationId xmlns:a16="http://schemas.microsoft.com/office/drawing/2014/main" id="{1F09B58D-C556-2C29-2EC0-BB5C1B18B673}"/>
                </a:ext>
              </a:extLst>
            </p:cNvPr>
            <p:cNvSpPr/>
            <p:nvPr/>
          </p:nvSpPr>
          <p:spPr>
            <a:xfrm>
              <a:off x="333683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5">
              <a:extLst>
                <a:ext uri="{FF2B5EF4-FFF2-40B4-BE49-F238E27FC236}">
                  <a16:creationId xmlns:a16="http://schemas.microsoft.com/office/drawing/2014/main" id="{821B39B8-C2BD-0CCA-0F6D-6D2A64AE00BA}"/>
                </a:ext>
              </a:extLst>
            </p:cNvPr>
            <p:cNvSpPr/>
            <p:nvPr/>
          </p:nvSpPr>
          <p:spPr>
            <a:xfrm>
              <a:off x="334627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6">
              <a:extLst>
                <a:ext uri="{FF2B5EF4-FFF2-40B4-BE49-F238E27FC236}">
                  <a16:creationId xmlns:a16="http://schemas.microsoft.com/office/drawing/2014/main" id="{4702A92E-95B3-4B5A-CA55-A5694038BF40}"/>
                </a:ext>
              </a:extLst>
            </p:cNvPr>
            <p:cNvSpPr/>
            <p:nvPr/>
          </p:nvSpPr>
          <p:spPr>
            <a:xfrm>
              <a:off x="335571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7">
              <a:extLst>
                <a:ext uri="{FF2B5EF4-FFF2-40B4-BE49-F238E27FC236}">
                  <a16:creationId xmlns:a16="http://schemas.microsoft.com/office/drawing/2014/main" id="{036A2AC9-07EE-B518-BC68-24125726F2ED}"/>
                </a:ext>
              </a:extLst>
            </p:cNvPr>
            <p:cNvSpPr/>
            <p:nvPr/>
          </p:nvSpPr>
          <p:spPr>
            <a:xfrm>
              <a:off x="336515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8">
              <a:extLst>
                <a:ext uri="{FF2B5EF4-FFF2-40B4-BE49-F238E27FC236}">
                  <a16:creationId xmlns:a16="http://schemas.microsoft.com/office/drawing/2014/main" id="{0BF33060-5ABF-70FE-C11C-1C30E5CE3F41}"/>
                </a:ext>
              </a:extLst>
            </p:cNvPr>
            <p:cNvSpPr/>
            <p:nvPr/>
          </p:nvSpPr>
          <p:spPr>
            <a:xfrm>
              <a:off x="337459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29">
              <a:extLst>
                <a:ext uri="{FF2B5EF4-FFF2-40B4-BE49-F238E27FC236}">
                  <a16:creationId xmlns:a16="http://schemas.microsoft.com/office/drawing/2014/main" id="{5C663E18-DB19-A1AC-5EF6-C6526F90C411}"/>
                </a:ext>
              </a:extLst>
            </p:cNvPr>
            <p:cNvSpPr/>
            <p:nvPr/>
          </p:nvSpPr>
          <p:spPr>
            <a:xfrm>
              <a:off x="338403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0">
              <a:extLst>
                <a:ext uri="{FF2B5EF4-FFF2-40B4-BE49-F238E27FC236}">
                  <a16:creationId xmlns:a16="http://schemas.microsoft.com/office/drawing/2014/main" id="{3CDD166B-37C3-EC21-D602-B02671B48E77}"/>
                </a:ext>
              </a:extLst>
            </p:cNvPr>
            <p:cNvSpPr/>
            <p:nvPr/>
          </p:nvSpPr>
          <p:spPr>
            <a:xfrm>
              <a:off x="339347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1">
              <a:extLst>
                <a:ext uri="{FF2B5EF4-FFF2-40B4-BE49-F238E27FC236}">
                  <a16:creationId xmlns:a16="http://schemas.microsoft.com/office/drawing/2014/main" id="{62A56E78-7A63-5DEE-8E01-F7A06BF5CB4D}"/>
                </a:ext>
              </a:extLst>
            </p:cNvPr>
            <p:cNvSpPr/>
            <p:nvPr/>
          </p:nvSpPr>
          <p:spPr>
            <a:xfrm>
              <a:off x="340291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2">
              <a:extLst>
                <a:ext uri="{FF2B5EF4-FFF2-40B4-BE49-F238E27FC236}">
                  <a16:creationId xmlns:a16="http://schemas.microsoft.com/office/drawing/2014/main" id="{74673AD0-F29A-B540-080C-7559037645ED}"/>
                </a:ext>
              </a:extLst>
            </p:cNvPr>
            <p:cNvSpPr/>
            <p:nvPr/>
          </p:nvSpPr>
          <p:spPr>
            <a:xfrm>
              <a:off x="341235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3">
              <a:extLst>
                <a:ext uri="{FF2B5EF4-FFF2-40B4-BE49-F238E27FC236}">
                  <a16:creationId xmlns:a16="http://schemas.microsoft.com/office/drawing/2014/main" id="{952A9B36-700E-0731-EE5C-D135FAEADA37}"/>
                </a:ext>
              </a:extLst>
            </p:cNvPr>
            <p:cNvSpPr/>
            <p:nvPr/>
          </p:nvSpPr>
          <p:spPr>
            <a:xfrm>
              <a:off x="342179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4">
              <a:extLst>
                <a:ext uri="{FF2B5EF4-FFF2-40B4-BE49-F238E27FC236}">
                  <a16:creationId xmlns:a16="http://schemas.microsoft.com/office/drawing/2014/main" id="{56FD7C37-C5C4-B534-8D67-2D7EF3367DF8}"/>
                </a:ext>
              </a:extLst>
            </p:cNvPr>
            <p:cNvSpPr/>
            <p:nvPr/>
          </p:nvSpPr>
          <p:spPr>
            <a:xfrm>
              <a:off x="343123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5">
              <a:extLst>
                <a:ext uri="{FF2B5EF4-FFF2-40B4-BE49-F238E27FC236}">
                  <a16:creationId xmlns:a16="http://schemas.microsoft.com/office/drawing/2014/main" id="{9D29F7D5-4C12-E00D-D5F4-7C76CA38992F}"/>
                </a:ext>
              </a:extLst>
            </p:cNvPr>
            <p:cNvSpPr/>
            <p:nvPr/>
          </p:nvSpPr>
          <p:spPr>
            <a:xfrm>
              <a:off x="344067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6">
              <a:extLst>
                <a:ext uri="{FF2B5EF4-FFF2-40B4-BE49-F238E27FC236}">
                  <a16:creationId xmlns:a16="http://schemas.microsoft.com/office/drawing/2014/main" id="{2C4987B9-93D5-47FA-E5D4-4A84734F235D}"/>
                </a:ext>
              </a:extLst>
            </p:cNvPr>
            <p:cNvSpPr/>
            <p:nvPr/>
          </p:nvSpPr>
          <p:spPr>
            <a:xfrm>
              <a:off x="345011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7">
              <a:extLst>
                <a:ext uri="{FF2B5EF4-FFF2-40B4-BE49-F238E27FC236}">
                  <a16:creationId xmlns:a16="http://schemas.microsoft.com/office/drawing/2014/main" id="{2BF52640-0FAC-C3E5-FB24-6F085AF74354}"/>
                </a:ext>
              </a:extLst>
            </p:cNvPr>
            <p:cNvSpPr/>
            <p:nvPr/>
          </p:nvSpPr>
          <p:spPr>
            <a:xfrm>
              <a:off x="345955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8">
              <a:extLst>
                <a:ext uri="{FF2B5EF4-FFF2-40B4-BE49-F238E27FC236}">
                  <a16:creationId xmlns:a16="http://schemas.microsoft.com/office/drawing/2014/main" id="{74AEAFF4-0480-CE27-4ADF-B1F866553FF0}"/>
                </a:ext>
              </a:extLst>
            </p:cNvPr>
            <p:cNvSpPr/>
            <p:nvPr/>
          </p:nvSpPr>
          <p:spPr>
            <a:xfrm>
              <a:off x="346899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39">
              <a:extLst>
                <a:ext uri="{FF2B5EF4-FFF2-40B4-BE49-F238E27FC236}">
                  <a16:creationId xmlns:a16="http://schemas.microsoft.com/office/drawing/2014/main" id="{11C36303-83E2-FC31-EFD1-A50A0FC2176C}"/>
                </a:ext>
              </a:extLst>
            </p:cNvPr>
            <p:cNvSpPr/>
            <p:nvPr/>
          </p:nvSpPr>
          <p:spPr>
            <a:xfrm>
              <a:off x="347843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0">
              <a:extLst>
                <a:ext uri="{FF2B5EF4-FFF2-40B4-BE49-F238E27FC236}">
                  <a16:creationId xmlns:a16="http://schemas.microsoft.com/office/drawing/2014/main" id="{8A463CB9-A599-D82F-4934-F711031F6E06}"/>
                </a:ext>
              </a:extLst>
            </p:cNvPr>
            <p:cNvSpPr/>
            <p:nvPr/>
          </p:nvSpPr>
          <p:spPr>
            <a:xfrm>
              <a:off x="348787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1">
              <a:extLst>
                <a:ext uri="{FF2B5EF4-FFF2-40B4-BE49-F238E27FC236}">
                  <a16:creationId xmlns:a16="http://schemas.microsoft.com/office/drawing/2014/main" id="{B859A823-1EC2-8874-50BD-D1DFF01D04DF}"/>
                </a:ext>
              </a:extLst>
            </p:cNvPr>
            <p:cNvSpPr/>
            <p:nvPr/>
          </p:nvSpPr>
          <p:spPr>
            <a:xfrm>
              <a:off x="349731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2">
              <a:extLst>
                <a:ext uri="{FF2B5EF4-FFF2-40B4-BE49-F238E27FC236}">
                  <a16:creationId xmlns:a16="http://schemas.microsoft.com/office/drawing/2014/main" id="{E806DCC7-34F9-8FCE-1BBC-BFE1BCE65FFA}"/>
                </a:ext>
              </a:extLst>
            </p:cNvPr>
            <p:cNvSpPr/>
            <p:nvPr/>
          </p:nvSpPr>
          <p:spPr>
            <a:xfrm>
              <a:off x="350675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3">
              <a:extLst>
                <a:ext uri="{FF2B5EF4-FFF2-40B4-BE49-F238E27FC236}">
                  <a16:creationId xmlns:a16="http://schemas.microsoft.com/office/drawing/2014/main" id="{46FE1989-FCE2-2161-6BFD-EC4DB7226367}"/>
                </a:ext>
              </a:extLst>
            </p:cNvPr>
            <p:cNvSpPr/>
            <p:nvPr/>
          </p:nvSpPr>
          <p:spPr>
            <a:xfrm>
              <a:off x="351619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4">
              <a:extLst>
                <a:ext uri="{FF2B5EF4-FFF2-40B4-BE49-F238E27FC236}">
                  <a16:creationId xmlns:a16="http://schemas.microsoft.com/office/drawing/2014/main" id="{7CEF1B17-0E42-3EAD-7C1A-A1E05FED6B5D}"/>
                </a:ext>
              </a:extLst>
            </p:cNvPr>
            <p:cNvSpPr/>
            <p:nvPr/>
          </p:nvSpPr>
          <p:spPr>
            <a:xfrm>
              <a:off x="352563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5">
              <a:extLst>
                <a:ext uri="{FF2B5EF4-FFF2-40B4-BE49-F238E27FC236}">
                  <a16:creationId xmlns:a16="http://schemas.microsoft.com/office/drawing/2014/main" id="{4F9627F8-3467-247B-4151-EF45DF831F34}"/>
                </a:ext>
              </a:extLst>
            </p:cNvPr>
            <p:cNvSpPr/>
            <p:nvPr/>
          </p:nvSpPr>
          <p:spPr>
            <a:xfrm>
              <a:off x="353507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6">
              <a:extLst>
                <a:ext uri="{FF2B5EF4-FFF2-40B4-BE49-F238E27FC236}">
                  <a16:creationId xmlns:a16="http://schemas.microsoft.com/office/drawing/2014/main" id="{61D5F5B0-4745-DA5E-36A0-B43EB78CA868}"/>
                </a:ext>
              </a:extLst>
            </p:cNvPr>
            <p:cNvSpPr/>
            <p:nvPr/>
          </p:nvSpPr>
          <p:spPr>
            <a:xfrm>
              <a:off x="354451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7">
              <a:extLst>
                <a:ext uri="{FF2B5EF4-FFF2-40B4-BE49-F238E27FC236}">
                  <a16:creationId xmlns:a16="http://schemas.microsoft.com/office/drawing/2014/main" id="{8969503B-8316-2AA0-A1D6-47BD93DCBE29}"/>
                </a:ext>
              </a:extLst>
            </p:cNvPr>
            <p:cNvSpPr/>
            <p:nvPr/>
          </p:nvSpPr>
          <p:spPr>
            <a:xfrm>
              <a:off x="355395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8">
              <a:extLst>
                <a:ext uri="{FF2B5EF4-FFF2-40B4-BE49-F238E27FC236}">
                  <a16:creationId xmlns:a16="http://schemas.microsoft.com/office/drawing/2014/main" id="{DCDCBC42-158F-65CC-0850-5AE19100DD46}"/>
                </a:ext>
              </a:extLst>
            </p:cNvPr>
            <p:cNvSpPr/>
            <p:nvPr/>
          </p:nvSpPr>
          <p:spPr>
            <a:xfrm>
              <a:off x="356339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49">
              <a:extLst>
                <a:ext uri="{FF2B5EF4-FFF2-40B4-BE49-F238E27FC236}">
                  <a16:creationId xmlns:a16="http://schemas.microsoft.com/office/drawing/2014/main" id="{217DC05C-A64A-1168-A829-0C24CF530479}"/>
                </a:ext>
              </a:extLst>
            </p:cNvPr>
            <p:cNvSpPr/>
            <p:nvPr/>
          </p:nvSpPr>
          <p:spPr>
            <a:xfrm>
              <a:off x="357283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0">
              <a:extLst>
                <a:ext uri="{FF2B5EF4-FFF2-40B4-BE49-F238E27FC236}">
                  <a16:creationId xmlns:a16="http://schemas.microsoft.com/office/drawing/2014/main" id="{8363C931-63A9-A8B1-F7EF-ED668D6F5B0C}"/>
                </a:ext>
              </a:extLst>
            </p:cNvPr>
            <p:cNvSpPr/>
            <p:nvPr/>
          </p:nvSpPr>
          <p:spPr>
            <a:xfrm>
              <a:off x="358227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1">
              <a:extLst>
                <a:ext uri="{FF2B5EF4-FFF2-40B4-BE49-F238E27FC236}">
                  <a16:creationId xmlns:a16="http://schemas.microsoft.com/office/drawing/2014/main" id="{15B5A56F-CA35-B4C1-40D6-53A27894BF5D}"/>
                </a:ext>
              </a:extLst>
            </p:cNvPr>
            <p:cNvSpPr/>
            <p:nvPr/>
          </p:nvSpPr>
          <p:spPr>
            <a:xfrm>
              <a:off x="359171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2">
              <a:extLst>
                <a:ext uri="{FF2B5EF4-FFF2-40B4-BE49-F238E27FC236}">
                  <a16:creationId xmlns:a16="http://schemas.microsoft.com/office/drawing/2014/main" id="{F5F6CC94-8DA8-9AEE-620E-7542E31894AF}"/>
                </a:ext>
              </a:extLst>
            </p:cNvPr>
            <p:cNvSpPr/>
            <p:nvPr/>
          </p:nvSpPr>
          <p:spPr>
            <a:xfrm>
              <a:off x="360115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3">
              <a:extLst>
                <a:ext uri="{FF2B5EF4-FFF2-40B4-BE49-F238E27FC236}">
                  <a16:creationId xmlns:a16="http://schemas.microsoft.com/office/drawing/2014/main" id="{99803B53-3966-E4AB-B215-688B37D7553F}"/>
                </a:ext>
              </a:extLst>
            </p:cNvPr>
            <p:cNvSpPr/>
            <p:nvPr/>
          </p:nvSpPr>
          <p:spPr>
            <a:xfrm>
              <a:off x="361059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4">
              <a:extLst>
                <a:ext uri="{FF2B5EF4-FFF2-40B4-BE49-F238E27FC236}">
                  <a16:creationId xmlns:a16="http://schemas.microsoft.com/office/drawing/2014/main" id="{D82B0868-1544-73D1-C9E6-CE68EB2CB61C}"/>
                </a:ext>
              </a:extLst>
            </p:cNvPr>
            <p:cNvSpPr/>
            <p:nvPr/>
          </p:nvSpPr>
          <p:spPr>
            <a:xfrm>
              <a:off x="362003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5">
              <a:extLst>
                <a:ext uri="{FF2B5EF4-FFF2-40B4-BE49-F238E27FC236}">
                  <a16:creationId xmlns:a16="http://schemas.microsoft.com/office/drawing/2014/main" id="{E02B21C8-5EC2-7853-88B9-13C2B9B786A4}"/>
                </a:ext>
              </a:extLst>
            </p:cNvPr>
            <p:cNvSpPr/>
            <p:nvPr/>
          </p:nvSpPr>
          <p:spPr>
            <a:xfrm>
              <a:off x="362947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6">
              <a:extLst>
                <a:ext uri="{FF2B5EF4-FFF2-40B4-BE49-F238E27FC236}">
                  <a16:creationId xmlns:a16="http://schemas.microsoft.com/office/drawing/2014/main" id="{2CA1A976-4583-237E-4381-BDA8A966486A}"/>
                </a:ext>
              </a:extLst>
            </p:cNvPr>
            <p:cNvSpPr/>
            <p:nvPr/>
          </p:nvSpPr>
          <p:spPr>
            <a:xfrm>
              <a:off x="363891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7">
              <a:extLst>
                <a:ext uri="{FF2B5EF4-FFF2-40B4-BE49-F238E27FC236}">
                  <a16:creationId xmlns:a16="http://schemas.microsoft.com/office/drawing/2014/main" id="{F7B9EF76-0791-8A58-A1EA-8563B2D562F7}"/>
                </a:ext>
              </a:extLst>
            </p:cNvPr>
            <p:cNvSpPr/>
            <p:nvPr/>
          </p:nvSpPr>
          <p:spPr>
            <a:xfrm>
              <a:off x="364836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8">
              <a:extLst>
                <a:ext uri="{FF2B5EF4-FFF2-40B4-BE49-F238E27FC236}">
                  <a16:creationId xmlns:a16="http://schemas.microsoft.com/office/drawing/2014/main" id="{9CB0378E-7FF5-4F6C-9E47-F8A8D8A1251F}"/>
                </a:ext>
              </a:extLst>
            </p:cNvPr>
            <p:cNvSpPr/>
            <p:nvPr/>
          </p:nvSpPr>
          <p:spPr>
            <a:xfrm>
              <a:off x="365780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59">
              <a:extLst>
                <a:ext uri="{FF2B5EF4-FFF2-40B4-BE49-F238E27FC236}">
                  <a16:creationId xmlns:a16="http://schemas.microsoft.com/office/drawing/2014/main" id="{D6C45FAC-88B7-617F-0A70-036056ED2161}"/>
                </a:ext>
              </a:extLst>
            </p:cNvPr>
            <p:cNvSpPr/>
            <p:nvPr/>
          </p:nvSpPr>
          <p:spPr>
            <a:xfrm>
              <a:off x="366724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0">
              <a:extLst>
                <a:ext uri="{FF2B5EF4-FFF2-40B4-BE49-F238E27FC236}">
                  <a16:creationId xmlns:a16="http://schemas.microsoft.com/office/drawing/2014/main" id="{1551F987-B09A-1A63-B30E-F5BE5F90B3C3}"/>
                </a:ext>
              </a:extLst>
            </p:cNvPr>
            <p:cNvSpPr/>
            <p:nvPr/>
          </p:nvSpPr>
          <p:spPr>
            <a:xfrm>
              <a:off x="367668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1">
              <a:extLst>
                <a:ext uri="{FF2B5EF4-FFF2-40B4-BE49-F238E27FC236}">
                  <a16:creationId xmlns:a16="http://schemas.microsoft.com/office/drawing/2014/main" id="{5A2B5C7B-AC7F-7364-F1FD-4FBE62AE6F80}"/>
                </a:ext>
              </a:extLst>
            </p:cNvPr>
            <p:cNvSpPr/>
            <p:nvPr/>
          </p:nvSpPr>
          <p:spPr>
            <a:xfrm>
              <a:off x="368612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2">
              <a:extLst>
                <a:ext uri="{FF2B5EF4-FFF2-40B4-BE49-F238E27FC236}">
                  <a16:creationId xmlns:a16="http://schemas.microsoft.com/office/drawing/2014/main" id="{B2DE2276-CA70-7E95-15A9-DD696A84D53F}"/>
                </a:ext>
              </a:extLst>
            </p:cNvPr>
            <p:cNvSpPr/>
            <p:nvPr/>
          </p:nvSpPr>
          <p:spPr>
            <a:xfrm>
              <a:off x="369556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3">
              <a:extLst>
                <a:ext uri="{FF2B5EF4-FFF2-40B4-BE49-F238E27FC236}">
                  <a16:creationId xmlns:a16="http://schemas.microsoft.com/office/drawing/2014/main" id="{3A8A0FF6-C233-EBD1-BA6A-030C915014D0}"/>
                </a:ext>
              </a:extLst>
            </p:cNvPr>
            <p:cNvSpPr/>
            <p:nvPr/>
          </p:nvSpPr>
          <p:spPr>
            <a:xfrm>
              <a:off x="370500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4">
              <a:extLst>
                <a:ext uri="{FF2B5EF4-FFF2-40B4-BE49-F238E27FC236}">
                  <a16:creationId xmlns:a16="http://schemas.microsoft.com/office/drawing/2014/main" id="{29D1B548-9311-03CD-F988-5B57C00D73D6}"/>
                </a:ext>
              </a:extLst>
            </p:cNvPr>
            <p:cNvSpPr/>
            <p:nvPr/>
          </p:nvSpPr>
          <p:spPr>
            <a:xfrm>
              <a:off x="371444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5">
              <a:extLst>
                <a:ext uri="{FF2B5EF4-FFF2-40B4-BE49-F238E27FC236}">
                  <a16:creationId xmlns:a16="http://schemas.microsoft.com/office/drawing/2014/main" id="{D570B44B-1367-76F9-A18E-123C54348B01}"/>
                </a:ext>
              </a:extLst>
            </p:cNvPr>
            <p:cNvSpPr/>
            <p:nvPr/>
          </p:nvSpPr>
          <p:spPr>
            <a:xfrm>
              <a:off x="372388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6">
              <a:extLst>
                <a:ext uri="{FF2B5EF4-FFF2-40B4-BE49-F238E27FC236}">
                  <a16:creationId xmlns:a16="http://schemas.microsoft.com/office/drawing/2014/main" id="{55491656-5698-9FF6-EC52-C0C7A50B4806}"/>
                </a:ext>
              </a:extLst>
            </p:cNvPr>
            <p:cNvSpPr/>
            <p:nvPr/>
          </p:nvSpPr>
          <p:spPr>
            <a:xfrm>
              <a:off x="3742762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7">
              <a:extLst>
                <a:ext uri="{FF2B5EF4-FFF2-40B4-BE49-F238E27FC236}">
                  <a16:creationId xmlns:a16="http://schemas.microsoft.com/office/drawing/2014/main" id="{2D76521C-ECC5-BB9E-5FC6-CC520B1E901E}"/>
                </a:ext>
              </a:extLst>
            </p:cNvPr>
            <p:cNvSpPr/>
            <p:nvPr/>
          </p:nvSpPr>
          <p:spPr>
            <a:xfrm>
              <a:off x="3752202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8">
              <a:extLst>
                <a:ext uri="{FF2B5EF4-FFF2-40B4-BE49-F238E27FC236}">
                  <a16:creationId xmlns:a16="http://schemas.microsoft.com/office/drawing/2014/main" id="{4F8FE7A0-40EF-D880-C34B-D7FAA526E7CA}"/>
                </a:ext>
              </a:extLst>
            </p:cNvPr>
            <p:cNvSpPr/>
            <p:nvPr/>
          </p:nvSpPr>
          <p:spPr>
            <a:xfrm>
              <a:off x="3752202" y="779779"/>
              <a:ext cx="916679" cy="914400"/>
            </a:xfrm>
            <a:custGeom>
              <a:avLst/>
              <a:gdLst/>
              <a:ahLst/>
              <a:cxnLst/>
              <a:rect l="0" t="0" r="0" b="0"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69">
              <a:extLst>
                <a:ext uri="{FF2B5EF4-FFF2-40B4-BE49-F238E27FC236}">
                  <a16:creationId xmlns:a16="http://schemas.microsoft.com/office/drawing/2014/main" id="{61F47604-1FC2-AFE9-78D5-66A3FA5E15B3}"/>
                </a:ext>
              </a:extLst>
            </p:cNvPr>
            <p:cNvSpPr/>
            <p:nvPr/>
          </p:nvSpPr>
          <p:spPr>
            <a:xfrm>
              <a:off x="3317951" y="74463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0">
              <a:extLst>
                <a:ext uri="{FF2B5EF4-FFF2-40B4-BE49-F238E27FC236}">
                  <a16:creationId xmlns:a16="http://schemas.microsoft.com/office/drawing/2014/main" id="{4883E938-23CF-00B5-EBDC-E0855A0B02E0}"/>
                </a:ext>
              </a:extLst>
            </p:cNvPr>
            <p:cNvSpPr/>
            <p:nvPr/>
          </p:nvSpPr>
          <p:spPr>
            <a:xfrm>
              <a:off x="331795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1">
              <a:extLst>
                <a:ext uri="{FF2B5EF4-FFF2-40B4-BE49-F238E27FC236}">
                  <a16:creationId xmlns:a16="http://schemas.microsoft.com/office/drawing/2014/main" id="{2AE39179-7FE9-E05F-A375-18CE0DCB2D5B}"/>
                </a:ext>
              </a:extLst>
            </p:cNvPr>
            <p:cNvSpPr/>
            <p:nvPr/>
          </p:nvSpPr>
          <p:spPr>
            <a:xfrm>
              <a:off x="332739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2">
              <a:extLst>
                <a:ext uri="{FF2B5EF4-FFF2-40B4-BE49-F238E27FC236}">
                  <a16:creationId xmlns:a16="http://schemas.microsoft.com/office/drawing/2014/main" id="{DECFF61F-C687-AF92-2761-947370292932}"/>
                </a:ext>
              </a:extLst>
            </p:cNvPr>
            <p:cNvSpPr/>
            <p:nvPr/>
          </p:nvSpPr>
          <p:spPr>
            <a:xfrm>
              <a:off x="333683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3">
              <a:extLst>
                <a:ext uri="{FF2B5EF4-FFF2-40B4-BE49-F238E27FC236}">
                  <a16:creationId xmlns:a16="http://schemas.microsoft.com/office/drawing/2014/main" id="{681B4EE1-7BD4-B7F0-CFCE-85E98FD7E525}"/>
                </a:ext>
              </a:extLst>
            </p:cNvPr>
            <p:cNvSpPr/>
            <p:nvPr/>
          </p:nvSpPr>
          <p:spPr>
            <a:xfrm>
              <a:off x="334627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4">
              <a:extLst>
                <a:ext uri="{FF2B5EF4-FFF2-40B4-BE49-F238E27FC236}">
                  <a16:creationId xmlns:a16="http://schemas.microsoft.com/office/drawing/2014/main" id="{81651B1D-9F5C-F9F1-FFB4-2453293AF30D}"/>
                </a:ext>
              </a:extLst>
            </p:cNvPr>
            <p:cNvSpPr/>
            <p:nvPr/>
          </p:nvSpPr>
          <p:spPr>
            <a:xfrm>
              <a:off x="335571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5">
              <a:extLst>
                <a:ext uri="{FF2B5EF4-FFF2-40B4-BE49-F238E27FC236}">
                  <a16:creationId xmlns:a16="http://schemas.microsoft.com/office/drawing/2014/main" id="{DF23DB03-AA56-7677-E6A8-B0B9ACA00CFE}"/>
                </a:ext>
              </a:extLst>
            </p:cNvPr>
            <p:cNvSpPr/>
            <p:nvPr/>
          </p:nvSpPr>
          <p:spPr>
            <a:xfrm>
              <a:off x="336515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6">
              <a:extLst>
                <a:ext uri="{FF2B5EF4-FFF2-40B4-BE49-F238E27FC236}">
                  <a16:creationId xmlns:a16="http://schemas.microsoft.com/office/drawing/2014/main" id="{9B09C7AB-22CF-EA95-2A49-F78FE1DDC7C8}"/>
                </a:ext>
              </a:extLst>
            </p:cNvPr>
            <p:cNvSpPr/>
            <p:nvPr/>
          </p:nvSpPr>
          <p:spPr>
            <a:xfrm>
              <a:off x="337459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7">
              <a:extLst>
                <a:ext uri="{FF2B5EF4-FFF2-40B4-BE49-F238E27FC236}">
                  <a16:creationId xmlns:a16="http://schemas.microsoft.com/office/drawing/2014/main" id="{22CFCB83-E9B2-10E0-951C-6235298D9286}"/>
                </a:ext>
              </a:extLst>
            </p:cNvPr>
            <p:cNvSpPr/>
            <p:nvPr/>
          </p:nvSpPr>
          <p:spPr>
            <a:xfrm>
              <a:off x="338403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8">
              <a:extLst>
                <a:ext uri="{FF2B5EF4-FFF2-40B4-BE49-F238E27FC236}">
                  <a16:creationId xmlns:a16="http://schemas.microsoft.com/office/drawing/2014/main" id="{6391670C-86B1-39AC-998B-3C2F1F16A579}"/>
                </a:ext>
              </a:extLst>
            </p:cNvPr>
            <p:cNvSpPr/>
            <p:nvPr/>
          </p:nvSpPr>
          <p:spPr>
            <a:xfrm>
              <a:off x="339347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79">
              <a:extLst>
                <a:ext uri="{FF2B5EF4-FFF2-40B4-BE49-F238E27FC236}">
                  <a16:creationId xmlns:a16="http://schemas.microsoft.com/office/drawing/2014/main" id="{D124A44C-6C2F-20B3-9634-4639F0CD59AA}"/>
                </a:ext>
              </a:extLst>
            </p:cNvPr>
            <p:cNvSpPr/>
            <p:nvPr/>
          </p:nvSpPr>
          <p:spPr>
            <a:xfrm>
              <a:off x="340291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0">
              <a:extLst>
                <a:ext uri="{FF2B5EF4-FFF2-40B4-BE49-F238E27FC236}">
                  <a16:creationId xmlns:a16="http://schemas.microsoft.com/office/drawing/2014/main" id="{22E11935-D002-5232-541B-4B08C0D4A30F}"/>
                </a:ext>
              </a:extLst>
            </p:cNvPr>
            <p:cNvSpPr/>
            <p:nvPr/>
          </p:nvSpPr>
          <p:spPr>
            <a:xfrm>
              <a:off x="341235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1">
              <a:extLst>
                <a:ext uri="{FF2B5EF4-FFF2-40B4-BE49-F238E27FC236}">
                  <a16:creationId xmlns:a16="http://schemas.microsoft.com/office/drawing/2014/main" id="{D73562FC-6FBD-14CC-F2EA-EF39D3C0FC06}"/>
                </a:ext>
              </a:extLst>
            </p:cNvPr>
            <p:cNvSpPr/>
            <p:nvPr/>
          </p:nvSpPr>
          <p:spPr>
            <a:xfrm>
              <a:off x="342179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2">
              <a:extLst>
                <a:ext uri="{FF2B5EF4-FFF2-40B4-BE49-F238E27FC236}">
                  <a16:creationId xmlns:a16="http://schemas.microsoft.com/office/drawing/2014/main" id="{68300D16-9E94-E5BB-74BB-2BDAA5F45114}"/>
                </a:ext>
              </a:extLst>
            </p:cNvPr>
            <p:cNvSpPr/>
            <p:nvPr/>
          </p:nvSpPr>
          <p:spPr>
            <a:xfrm>
              <a:off x="343123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3">
              <a:extLst>
                <a:ext uri="{FF2B5EF4-FFF2-40B4-BE49-F238E27FC236}">
                  <a16:creationId xmlns:a16="http://schemas.microsoft.com/office/drawing/2014/main" id="{E83E76B9-8B1C-A233-1337-61DD65213900}"/>
                </a:ext>
              </a:extLst>
            </p:cNvPr>
            <p:cNvSpPr/>
            <p:nvPr/>
          </p:nvSpPr>
          <p:spPr>
            <a:xfrm>
              <a:off x="344067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4">
              <a:extLst>
                <a:ext uri="{FF2B5EF4-FFF2-40B4-BE49-F238E27FC236}">
                  <a16:creationId xmlns:a16="http://schemas.microsoft.com/office/drawing/2014/main" id="{A0EB45FF-EDC7-BE21-B41E-5E495E41B308}"/>
                </a:ext>
              </a:extLst>
            </p:cNvPr>
            <p:cNvSpPr/>
            <p:nvPr/>
          </p:nvSpPr>
          <p:spPr>
            <a:xfrm>
              <a:off x="345011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5">
              <a:extLst>
                <a:ext uri="{FF2B5EF4-FFF2-40B4-BE49-F238E27FC236}">
                  <a16:creationId xmlns:a16="http://schemas.microsoft.com/office/drawing/2014/main" id="{33BBB564-D6E3-D0AD-FF10-FE2A00567F78}"/>
                </a:ext>
              </a:extLst>
            </p:cNvPr>
            <p:cNvSpPr/>
            <p:nvPr/>
          </p:nvSpPr>
          <p:spPr>
            <a:xfrm>
              <a:off x="345955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6">
              <a:extLst>
                <a:ext uri="{FF2B5EF4-FFF2-40B4-BE49-F238E27FC236}">
                  <a16:creationId xmlns:a16="http://schemas.microsoft.com/office/drawing/2014/main" id="{13418E3A-6027-1DB1-DB13-FF0819CA70F6}"/>
                </a:ext>
              </a:extLst>
            </p:cNvPr>
            <p:cNvSpPr/>
            <p:nvPr/>
          </p:nvSpPr>
          <p:spPr>
            <a:xfrm>
              <a:off x="346899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7">
              <a:extLst>
                <a:ext uri="{FF2B5EF4-FFF2-40B4-BE49-F238E27FC236}">
                  <a16:creationId xmlns:a16="http://schemas.microsoft.com/office/drawing/2014/main" id="{ABC4C66A-9533-0E49-6482-831254D0C88B}"/>
                </a:ext>
              </a:extLst>
            </p:cNvPr>
            <p:cNvSpPr/>
            <p:nvPr/>
          </p:nvSpPr>
          <p:spPr>
            <a:xfrm>
              <a:off x="347843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8">
              <a:extLst>
                <a:ext uri="{FF2B5EF4-FFF2-40B4-BE49-F238E27FC236}">
                  <a16:creationId xmlns:a16="http://schemas.microsoft.com/office/drawing/2014/main" id="{70D8AEC8-C612-604C-1F34-93F0EDD85AF6}"/>
                </a:ext>
              </a:extLst>
            </p:cNvPr>
            <p:cNvSpPr/>
            <p:nvPr/>
          </p:nvSpPr>
          <p:spPr>
            <a:xfrm>
              <a:off x="348787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89">
              <a:extLst>
                <a:ext uri="{FF2B5EF4-FFF2-40B4-BE49-F238E27FC236}">
                  <a16:creationId xmlns:a16="http://schemas.microsoft.com/office/drawing/2014/main" id="{B1036474-592B-1429-ACCB-CED0242ACFC2}"/>
                </a:ext>
              </a:extLst>
            </p:cNvPr>
            <p:cNvSpPr/>
            <p:nvPr/>
          </p:nvSpPr>
          <p:spPr>
            <a:xfrm>
              <a:off x="349731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0">
              <a:extLst>
                <a:ext uri="{FF2B5EF4-FFF2-40B4-BE49-F238E27FC236}">
                  <a16:creationId xmlns:a16="http://schemas.microsoft.com/office/drawing/2014/main" id="{AAA1EFE9-B9DC-BD98-A8D7-BE9386B6AFE1}"/>
                </a:ext>
              </a:extLst>
            </p:cNvPr>
            <p:cNvSpPr/>
            <p:nvPr/>
          </p:nvSpPr>
          <p:spPr>
            <a:xfrm>
              <a:off x="350675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1">
              <a:extLst>
                <a:ext uri="{FF2B5EF4-FFF2-40B4-BE49-F238E27FC236}">
                  <a16:creationId xmlns:a16="http://schemas.microsoft.com/office/drawing/2014/main" id="{872A1342-851E-9D6C-7AB6-3D3D6D0F524B}"/>
                </a:ext>
              </a:extLst>
            </p:cNvPr>
            <p:cNvSpPr/>
            <p:nvPr/>
          </p:nvSpPr>
          <p:spPr>
            <a:xfrm>
              <a:off x="351619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2">
              <a:extLst>
                <a:ext uri="{FF2B5EF4-FFF2-40B4-BE49-F238E27FC236}">
                  <a16:creationId xmlns:a16="http://schemas.microsoft.com/office/drawing/2014/main" id="{D4883091-96C3-FB46-2255-AFD6CEDD9D8E}"/>
                </a:ext>
              </a:extLst>
            </p:cNvPr>
            <p:cNvSpPr/>
            <p:nvPr/>
          </p:nvSpPr>
          <p:spPr>
            <a:xfrm>
              <a:off x="352563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3">
              <a:extLst>
                <a:ext uri="{FF2B5EF4-FFF2-40B4-BE49-F238E27FC236}">
                  <a16:creationId xmlns:a16="http://schemas.microsoft.com/office/drawing/2014/main" id="{271FC43E-4B2C-4C7B-BB3F-3FFF74C74276}"/>
                </a:ext>
              </a:extLst>
            </p:cNvPr>
            <p:cNvSpPr/>
            <p:nvPr/>
          </p:nvSpPr>
          <p:spPr>
            <a:xfrm>
              <a:off x="353507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4">
              <a:extLst>
                <a:ext uri="{FF2B5EF4-FFF2-40B4-BE49-F238E27FC236}">
                  <a16:creationId xmlns:a16="http://schemas.microsoft.com/office/drawing/2014/main" id="{EAA98818-2F14-6822-8D7C-68D1DAB9AD15}"/>
                </a:ext>
              </a:extLst>
            </p:cNvPr>
            <p:cNvSpPr/>
            <p:nvPr/>
          </p:nvSpPr>
          <p:spPr>
            <a:xfrm>
              <a:off x="354451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5">
              <a:extLst>
                <a:ext uri="{FF2B5EF4-FFF2-40B4-BE49-F238E27FC236}">
                  <a16:creationId xmlns:a16="http://schemas.microsoft.com/office/drawing/2014/main" id="{418AC7D7-ECE2-635A-F919-70A35CA63010}"/>
                </a:ext>
              </a:extLst>
            </p:cNvPr>
            <p:cNvSpPr/>
            <p:nvPr/>
          </p:nvSpPr>
          <p:spPr>
            <a:xfrm>
              <a:off x="355395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6">
              <a:extLst>
                <a:ext uri="{FF2B5EF4-FFF2-40B4-BE49-F238E27FC236}">
                  <a16:creationId xmlns:a16="http://schemas.microsoft.com/office/drawing/2014/main" id="{8E1AF607-FF00-4626-8B1E-66EB56FD2AFC}"/>
                </a:ext>
              </a:extLst>
            </p:cNvPr>
            <p:cNvSpPr/>
            <p:nvPr/>
          </p:nvSpPr>
          <p:spPr>
            <a:xfrm>
              <a:off x="356339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7">
              <a:extLst>
                <a:ext uri="{FF2B5EF4-FFF2-40B4-BE49-F238E27FC236}">
                  <a16:creationId xmlns:a16="http://schemas.microsoft.com/office/drawing/2014/main" id="{C4A9F38B-E0A1-C969-8C39-A3653C766200}"/>
                </a:ext>
              </a:extLst>
            </p:cNvPr>
            <p:cNvSpPr/>
            <p:nvPr/>
          </p:nvSpPr>
          <p:spPr>
            <a:xfrm>
              <a:off x="357283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8">
              <a:extLst>
                <a:ext uri="{FF2B5EF4-FFF2-40B4-BE49-F238E27FC236}">
                  <a16:creationId xmlns:a16="http://schemas.microsoft.com/office/drawing/2014/main" id="{64670617-A10F-AE92-A433-5EDE246EC264}"/>
                </a:ext>
              </a:extLst>
            </p:cNvPr>
            <p:cNvSpPr/>
            <p:nvPr/>
          </p:nvSpPr>
          <p:spPr>
            <a:xfrm>
              <a:off x="358227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899">
              <a:extLst>
                <a:ext uri="{FF2B5EF4-FFF2-40B4-BE49-F238E27FC236}">
                  <a16:creationId xmlns:a16="http://schemas.microsoft.com/office/drawing/2014/main" id="{02A4795D-04EB-F8B4-99AA-B5D38A71AE90}"/>
                </a:ext>
              </a:extLst>
            </p:cNvPr>
            <p:cNvSpPr/>
            <p:nvPr/>
          </p:nvSpPr>
          <p:spPr>
            <a:xfrm>
              <a:off x="359171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0">
              <a:extLst>
                <a:ext uri="{FF2B5EF4-FFF2-40B4-BE49-F238E27FC236}">
                  <a16:creationId xmlns:a16="http://schemas.microsoft.com/office/drawing/2014/main" id="{59B3598E-97A4-B97B-E3BB-78C1833CAD79}"/>
                </a:ext>
              </a:extLst>
            </p:cNvPr>
            <p:cNvSpPr/>
            <p:nvPr/>
          </p:nvSpPr>
          <p:spPr>
            <a:xfrm>
              <a:off x="360115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1">
              <a:extLst>
                <a:ext uri="{FF2B5EF4-FFF2-40B4-BE49-F238E27FC236}">
                  <a16:creationId xmlns:a16="http://schemas.microsoft.com/office/drawing/2014/main" id="{DDC83F0A-2199-068B-6751-E4CBF7883A1D}"/>
                </a:ext>
              </a:extLst>
            </p:cNvPr>
            <p:cNvSpPr/>
            <p:nvPr/>
          </p:nvSpPr>
          <p:spPr>
            <a:xfrm>
              <a:off x="361059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2">
              <a:extLst>
                <a:ext uri="{FF2B5EF4-FFF2-40B4-BE49-F238E27FC236}">
                  <a16:creationId xmlns:a16="http://schemas.microsoft.com/office/drawing/2014/main" id="{1F0D54E1-29C5-B8CD-DE52-EE6DC2CB7B67}"/>
                </a:ext>
              </a:extLst>
            </p:cNvPr>
            <p:cNvSpPr/>
            <p:nvPr/>
          </p:nvSpPr>
          <p:spPr>
            <a:xfrm>
              <a:off x="362003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3">
              <a:extLst>
                <a:ext uri="{FF2B5EF4-FFF2-40B4-BE49-F238E27FC236}">
                  <a16:creationId xmlns:a16="http://schemas.microsoft.com/office/drawing/2014/main" id="{62915867-C138-4BFC-7936-1BCB1257DE46}"/>
                </a:ext>
              </a:extLst>
            </p:cNvPr>
            <p:cNvSpPr/>
            <p:nvPr/>
          </p:nvSpPr>
          <p:spPr>
            <a:xfrm>
              <a:off x="362947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4">
              <a:extLst>
                <a:ext uri="{FF2B5EF4-FFF2-40B4-BE49-F238E27FC236}">
                  <a16:creationId xmlns:a16="http://schemas.microsoft.com/office/drawing/2014/main" id="{8B0DC390-4A30-95CD-9C57-882C41269F24}"/>
                </a:ext>
              </a:extLst>
            </p:cNvPr>
            <p:cNvSpPr/>
            <p:nvPr/>
          </p:nvSpPr>
          <p:spPr>
            <a:xfrm>
              <a:off x="363891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5">
              <a:extLst>
                <a:ext uri="{FF2B5EF4-FFF2-40B4-BE49-F238E27FC236}">
                  <a16:creationId xmlns:a16="http://schemas.microsoft.com/office/drawing/2014/main" id="{D23FC171-728D-6A6E-E7FA-ABB5AF37EE16}"/>
                </a:ext>
              </a:extLst>
            </p:cNvPr>
            <p:cNvSpPr/>
            <p:nvPr/>
          </p:nvSpPr>
          <p:spPr>
            <a:xfrm>
              <a:off x="364836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6">
              <a:extLst>
                <a:ext uri="{FF2B5EF4-FFF2-40B4-BE49-F238E27FC236}">
                  <a16:creationId xmlns:a16="http://schemas.microsoft.com/office/drawing/2014/main" id="{AFF06340-755F-B032-34BD-93430BA13868}"/>
                </a:ext>
              </a:extLst>
            </p:cNvPr>
            <p:cNvSpPr/>
            <p:nvPr/>
          </p:nvSpPr>
          <p:spPr>
            <a:xfrm>
              <a:off x="365780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7">
              <a:extLst>
                <a:ext uri="{FF2B5EF4-FFF2-40B4-BE49-F238E27FC236}">
                  <a16:creationId xmlns:a16="http://schemas.microsoft.com/office/drawing/2014/main" id="{A17C60DC-A56C-589F-03A1-06727082906E}"/>
                </a:ext>
              </a:extLst>
            </p:cNvPr>
            <p:cNvSpPr/>
            <p:nvPr/>
          </p:nvSpPr>
          <p:spPr>
            <a:xfrm>
              <a:off x="366724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8">
              <a:extLst>
                <a:ext uri="{FF2B5EF4-FFF2-40B4-BE49-F238E27FC236}">
                  <a16:creationId xmlns:a16="http://schemas.microsoft.com/office/drawing/2014/main" id="{B32D7A4D-A075-5982-5CB3-B6A0AF1F87A2}"/>
                </a:ext>
              </a:extLst>
            </p:cNvPr>
            <p:cNvSpPr/>
            <p:nvPr/>
          </p:nvSpPr>
          <p:spPr>
            <a:xfrm>
              <a:off x="367668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09">
              <a:extLst>
                <a:ext uri="{FF2B5EF4-FFF2-40B4-BE49-F238E27FC236}">
                  <a16:creationId xmlns:a16="http://schemas.microsoft.com/office/drawing/2014/main" id="{173D83BF-E11C-48BD-1E5B-66179BC9A7A2}"/>
                </a:ext>
              </a:extLst>
            </p:cNvPr>
            <p:cNvSpPr/>
            <p:nvPr/>
          </p:nvSpPr>
          <p:spPr>
            <a:xfrm>
              <a:off x="368612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0">
              <a:extLst>
                <a:ext uri="{FF2B5EF4-FFF2-40B4-BE49-F238E27FC236}">
                  <a16:creationId xmlns:a16="http://schemas.microsoft.com/office/drawing/2014/main" id="{55301073-1858-3FB1-B5EB-27418F577516}"/>
                </a:ext>
              </a:extLst>
            </p:cNvPr>
            <p:cNvSpPr/>
            <p:nvPr/>
          </p:nvSpPr>
          <p:spPr>
            <a:xfrm>
              <a:off x="369556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1">
              <a:extLst>
                <a:ext uri="{FF2B5EF4-FFF2-40B4-BE49-F238E27FC236}">
                  <a16:creationId xmlns:a16="http://schemas.microsoft.com/office/drawing/2014/main" id="{27D389E9-542E-4375-B004-28365B566302}"/>
                </a:ext>
              </a:extLst>
            </p:cNvPr>
            <p:cNvSpPr/>
            <p:nvPr/>
          </p:nvSpPr>
          <p:spPr>
            <a:xfrm>
              <a:off x="370500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2">
              <a:extLst>
                <a:ext uri="{FF2B5EF4-FFF2-40B4-BE49-F238E27FC236}">
                  <a16:creationId xmlns:a16="http://schemas.microsoft.com/office/drawing/2014/main" id="{02680E11-6130-0D67-7BF3-9E06503147B4}"/>
                </a:ext>
              </a:extLst>
            </p:cNvPr>
            <p:cNvSpPr/>
            <p:nvPr/>
          </p:nvSpPr>
          <p:spPr>
            <a:xfrm>
              <a:off x="371444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3">
              <a:extLst>
                <a:ext uri="{FF2B5EF4-FFF2-40B4-BE49-F238E27FC236}">
                  <a16:creationId xmlns:a16="http://schemas.microsoft.com/office/drawing/2014/main" id="{A8357780-FD54-4540-2DF2-0AB800BC24DB}"/>
                </a:ext>
              </a:extLst>
            </p:cNvPr>
            <p:cNvSpPr/>
            <p:nvPr/>
          </p:nvSpPr>
          <p:spPr>
            <a:xfrm>
              <a:off x="3733322" y="76220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4">
              <a:extLst>
                <a:ext uri="{FF2B5EF4-FFF2-40B4-BE49-F238E27FC236}">
                  <a16:creationId xmlns:a16="http://schemas.microsoft.com/office/drawing/2014/main" id="{24F67609-7377-7058-FD14-C0B5F383078A}"/>
                </a:ext>
              </a:extLst>
            </p:cNvPr>
            <p:cNvSpPr/>
            <p:nvPr/>
          </p:nvSpPr>
          <p:spPr>
            <a:xfrm>
              <a:off x="3733322" y="762209"/>
              <a:ext cx="923714" cy="914400"/>
            </a:xfrm>
            <a:custGeom>
              <a:avLst/>
              <a:gdLst/>
              <a:ahLst/>
              <a:cxnLst/>
              <a:rect l="0" t="0" r="0" b="0"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5">
              <a:extLst>
                <a:ext uri="{FF2B5EF4-FFF2-40B4-BE49-F238E27FC236}">
                  <a16:creationId xmlns:a16="http://schemas.microsoft.com/office/drawing/2014/main" id="{986B9603-B233-01FF-F255-46A4239665CD}"/>
                </a:ext>
              </a:extLst>
            </p:cNvPr>
            <p:cNvSpPr/>
            <p:nvPr/>
          </p:nvSpPr>
          <p:spPr>
            <a:xfrm>
              <a:off x="3317951" y="7270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6">
              <a:extLst>
                <a:ext uri="{FF2B5EF4-FFF2-40B4-BE49-F238E27FC236}">
                  <a16:creationId xmlns:a16="http://schemas.microsoft.com/office/drawing/2014/main" id="{8E53CC90-E489-FA18-AFC1-7976D6FD974D}"/>
                </a:ext>
              </a:extLst>
            </p:cNvPr>
            <p:cNvSpPr/>
            <p:nvPr/>
          </p:nvSpPr>
          <p:spPr>
            <a:xfrm>
              <a:off x="331795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7">
              <a:extLst>
                <a:ext uri="{FF2B5EF4-FFF2-40B4-BE49-F238E27FC236}">
                  <a16:creationId xmlns:a16="http://schemas.microsoft.com/office/drawing/2014/main" id="{A1BA20AC-A410-8792-3454-59C68EDB0E34}"/>
                </a:ext>
              </a:extLst>
            </p:cNvPr>
            <p:cNvSpPr/>
            <p:nvPr/>
          </p:nvSpPr>
          <p:spPr>
            <a:xfrm>
              <a:off x="332739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8">
              <a:extLst>
                <a:ext uri="{FF2B5EF4-FFF2-40B4-BE49-F238E27FC236}">
                  <a16:creationId xmlns:a16="http://schemas.microsoft.com/office/drawing/2014/main" id="{5FC5863F-821C-5C49-D3AD-84FB7D31DF95}"/>
                </a:ext>
              </a:extLst>
            </p:cNvPr>
            <p:cNvSpPr/>
            <p:nvPr/>
          </p:nvSpPr>
          <p:spPr>
            <a:xfrm>
              <a:off x="333683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19">
              <a:extLst>
                <a:ext uri="{FF2B5EF4-FFF2-40B4-BE49-F238E27FC236}">
                  <a16:creationId xmlns:a16="http://schemas.microsoft.com/office/drawing/2014/main" id="{C457BB3C-904A-2381-B86F-C94169946E57}"/>
                </a:ext>
              </a:extLst>
            </p:cNvPr>
            <p:cNvSpPr/>
            <p:nvPr/>
          </p:nvSpPr>
          <p:spPr>
            <a:xfrm>
              <a:off x="334627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0">
              <a:extLst>
                <a:ext uri="{FF2B5EF4-FFF2-40B4-BE49-F238E27FC236}">
                  <a16:creationId xmlns:a16="http://schemas.microsoft.com/office/drawing/2014/main" id="{C9C24ADA-2AD3-4256-ED7F-CD23AFCEB888}"/>
                </a:ext>
              </a:extLst>
            </p:cNvPr>
            <p:cNvSpPr/>
            <p:nvPr/>
          </p:nvSpPr>
          <p:spPr>
            <a:xfrm>
              <a:off x="335571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1">
              <a:extLst>
                <a:ext uri="{FF2B5EF4-FFF2-40B4-BE49-F238E27FC236}">
                  <a16:creationId xmlns:a16="http://schemas.microsoft.com/office/drawing/2014/main" id="{44582351-5313-D824-1F51-6DD3A9488589}"/>
                </a:ext>
              </a:extLst>
            </p:cNvPr>
            <p:cNvSpPr/>
            <p:nvPr/>
          </p:nvSpPr>
          <p:spPr>
            <a:xfrm>
              <a:off x="336515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2">
              <a:extLst>
                <a:ext uri="{FF2B5EF4-FFF2-40B4-BE49-F238E27FC236}">
                  <a16:creationId xmlns:a16="http://schemas.microsoft.com/office/drawing/2014/main" id="{B60162C2-77F3-FC48-2BD3-3A19448164D1}"/>
                </a:ext>
              </a:extLst>
            </p:cNvPr>
            <p:cNvSpPr/>
            <p:nvPr/>
          </p:nvSpPr>
          <p:spPr>
            <a:xfrm>
              <a:off x="337459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3">
              <a:extLst>
                <a:ext uri="{FF2B5EF4-FFF2-40B4-BE49-F238E27FC236}">
                  <a16:creationId xmlns:a16="http://schemas.microsoft.com/office/drawing/2014/main" id="{AF6E0D03-5CB5-3860-6D2E-DCE72F6D1A7A}"/>
                </a:ext>
              </a:extLst>
            </p:cNvPr>
            <p:cNvSpPr/>
            <p:nvPr/>
          </p:nvSpPr>
          <p:spPr>
            <a:xfrm>
              <a:off x="338403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4">
              <a:extLst>
                <a:ext uri="{FF2B5EF4-FFF2-40B4-BE49-F238E27FC236}">
                  <a16:creationId xmlns:a16="http://schemas.microsoft.com/office/drawing/2014/main" id="{BCF0739C-546C-7633-88FE-2974D63C7FB0}"/>
                </a:ext>
              </a:extLst>
            </p:cNvPr>
            <p:cNvSpPr/>
            <p:nvPr/>
          </p:nvSpPr>
          <p:spPr>
            <a:xfrm>
              <a:off x="339347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5">
              <a:extLst>
                <a:ext uri="{FF2B5EF4-FFF2-40B4-BE49-F238E27FC236}">
                  <a16:creationId xmlns:a16="http://schemas.microsoft.com/office/drawing/2014/main" id="{0C0C1AF7-920F-384F-955D-0D8EF4408CAE}"/>
                </a:ext>
              </a:extLst>
            </p:cNvPr>
            <p:cNvSpPr/>
            <p:nvPr/>
          </p:nvSpPr>
          <p:spPr>
            <a:xfrm>
              <a:off x="340291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6">
              <a:extLst>
                <a:ext uri="{FF2B5EF4-FFF2-40B4-BE49-F238E27FC236}">
                  <a16:creationId xmlns:a16="http://schemas.microsoft.com/office/drawing/2014/main" id="{5DB6A3FB-D8CE-1F5D-0025-C7EA5118E14E}"/>
                </a:ext>
              </a:extLst>
            </p:cNvPr>
            <p:cNvSpPr/>
            <p:nvPr/>
          </p:nvSpPr>
          <p:spPr>
            <a:xfrm>
              <a:off x="341235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7">
              <a:extLst>
                <a:ext uri="{FF2B5EF4-FFF2-40B4-BE49-F238E27FC236}">
                  <a16:creationId xmlns:a16="http://schemas.microsoft.com/office/drawing/2014/main" id="{EC47569E-AA7A-68F7-4C20-8BC158CBD2A8}"/>
                </a:ext>
              </a:extLst>
            </p:cNvPr>
            <p:cNvSpPr/>
            <p:nvPr/>
          </p:nvSpPr>
          <p:spPr>
            <a:xfrm>
              <a:off x="342179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8">
              <a:extLst>
                <a:ext uri="{FF2B5EF4-FFF2-40B4-BE49-F238E27FC236}">
                  <a16:creationId xmlns:a16="http://schemas.microsoft.com/office/drawing/2014/main" id="{825C277E-5F0B-4EC8-7713-813C33EBAB4C}"/>
                </a:ext>
              </a:extLst>
            </p:cNvPr>
            <p:cNvSpPr/>
            <p:nvPr/>
          </p:nvSpPr>
          <p:spPr>
            <a:xfrm>
              <a:off x="343123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29">
              <a:extLst>
                <a:ext uri="{FF2B5EF4-FFF2-40B4-BE49-F238E27FC236}">
                  <a16:creationId xmlns:a16="http://schemas.microsoft.com/office/drawing/2014/main" id="{798567FB-DF3E-B991-32D4-584B0D64D068}"/>
                </a:ext>
              </a:extLst>
            </p:cNvPr>
            <p:cNvSpPr/>
            <p:nvPr/>
          </p:nvSpPr>
          <p:spPr>
            <a:xfrm>
              <a:off x="344067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0">
              <a:extLst>
                <a:ext uri="{FF2B5EF4-FFF2-40B4-BE49-F238E27FC236}">
                  <a16:creationId xmlns:a16="http://schemas.microsoft.com/office/drawing/2014/main" id="{7EAEEEEA-394A-6916-1FA9-838B97329108}"/>
                </a:ext>
              </a:extLst>
            </p:cNvPr>
            <p:cNvSpPr/>
            <p:nvPr/>
          </p:nvSpPr>
          <p:spPr>
            <a:xfrm>
              <a:off x="345011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1">
              <a:extLst>
                <a:ext uri="{FF2B5EF4-FFF2-40B4-BE49-F238E27FC236}">
                  <a16:creationId xmlns:a16="http://schemas.microsoft.com/office/drawing/2014/main" id="{62033E77-08AA-9E00-720B-6425F1F12D95}"/>
                </a:ext>
              </a:extLst>
            </p:cNvPr>
            <p:cNvSpPr/>
            <p:nvPr/>
          </p:nvSpPr>
          <p:spPr>
            <a:xfrm>
              <a:off x="345955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2">
              <a:extLst>
                <a:ext uri="{FF2B5EF4-FFF2-40B4-BE49-F238E27FC236}">
                  <a16:creationId xmlns:a16="http://schemas.microsoft.com/office/drawing/2014/main" id="{F958D52A-1B89-9B9E-3514-86ED4BD4F861}"/>
                </a:ext>
              </a:extLst>
            </p:cNvPr>
            <p:cNvSpPr/>
            <p:nvPr/>
          </p:nvSpPr>
          <p:spPr>
            <a:xfrm>
              <a:off x="346899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3">
              <a:extLst>
                <a:ext uri="{FF2B5EF4-FFF2-40B4-BE49-F238E27FC236}">
                  <a16:creationId xmlns:a16="http://schemas.microsoft.com/office/drawing/2014/main" id="{798592D1-6BE7-5C62-5C8F-E8C93741373B}"/>
                </a:ext>
              </a:extLst>
            </p:cNvPr>
            <p:cNvSpPr/>
            <p:nvPr/>
          </p:nvSpPr>
          <p:spPr>
            <a:xfrm>
              <a:off x="347843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4">
              <a:extLst>
                <a:ext uri="{FF2B5EF4-FFF2-40B4-BE49-F238E27FC236}">
                  <a16:creationId xmlns:a16="http://schemas.microsoft.com/office/drawing/2014/main" id="{A4234BAA-E3D5-A3DC-A7D8-20D9C58D3032}"/>
                </a:ext>
              </a:extLst>
            </p:cNvPr>
            <p:cNvSpPr/>
            <p:nvPr/>
          </p:nvSpPr>
          <p:spPr>
            <a:xfrm>
              <a:off x="348787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5">
              <a:extLst>
                <a:ext uri="{FF2B5EF4-FFF2-40B4-BE49-F238E27FC236}">
                  <a16:creationId xmlns:a16="http://schemas.microsoft.com/office/drawing/2014/main" id="{754EDF49-C05F-41DB-625D-E5292AC2BA42}"/>
                </a:ext>
              </a:extLst>
            </p:cNvPr>
            <p:cNvSpPr/>
            <p:nvPr/>
          </p:nvSpPr>
          <p:spPr>
            <a:xfrm>
              <a:off x="349731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6">
              <a:extLst>
                <a:ext uri="{FF2B5EF4-FFF2-40B4-BE49-F238E27FC236}">
                  <a16:creationId xmlns:a16="http://schemas.microsoft.com/office/drawing/2014/main" id="{5F362F50-952C-D45B-8BE0-734C04B99F95}"/>
                </a:ext>
              </a:extLst>
            </p:cNvPr>
            <p:cNvSpPr/>
            <p:nvPr/>
          </p:nvSpPr>
          <p:spPr>
            <a:xfrm>
              <a:off x="350675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7">
              <a:extLst>
                <a:ext uri="{FF2B5EF4-FFF2-40B4-BE49-F238E27FC236}">
                  <a16:creationId xmlns:a16="http://schemas.microsoft.com/office/drawing/2014/main" id="{15925E28-4B0B-6662-4B1A-06B705CCD31D}"/>
                </a:ext>
              </a:extLst>
            </p:cNvPr>
            <p:cNvSpPr/>
            <p:nvPr/>
          </p:nvSpPr>
          <p:spPr>
            <a:xfrm>
              <a:off x="351619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8">
              <a:extLst>
                <a:ext uri="{FF2B5EF4-FFF2-40B4-BE49-F238E27FC236}">
                  <a16:creationId xmlns:a16="http://schemas.microsoft.com/office/drawing/2014/main" id="{4287E5A0-63C5-30D9-79CE-00E37A7A31BF}"/>
                </a:ext>
              </a:extLst>
            </p:cNvPr>
            <p:cNvSpPr/>
            <p:nvPr/>
          </p:nvSpPr>
          <p:spPr>
            <a:xfrm>
              <a:off x="352563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39">
              <a:extLst>
                <a:ext uri="{FF2B5EF4-FFF2-40B4-BE49-F238E27FC236}">
                  <a16:creationId xmlns:a16="http://schemas.microsoft.com/office/drawing/2014/main" id="{A664F05D-1622-E947-6BC9-860158CAE6EB}"/>
                </a:ext>
              </a:extLst>
            </p:cNvPr>
            <p:cNvSpPr/>
            <p:nvPr/>
          </p:nvSpPr>
          <p:spPr>
            <a:xfrm>
              <a:off x="353507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0">
              <a:extLst>
                <a:ext uri="{FF2B5EF4-FFF2-40B4-BE49-F238E27FC236}">
                  <a16:creationId xmlns:a16="http://schemas.microsoft.com/office/drawing/2014/main" id="{85B26450-9ECA-2A17-D480-445CAAD06768}"/>
                </a:ext>
              </a:extLst>
            </p:cNvPr>
            <p:cNvSpPr/>
            <p:nvPr/>
          </p:nvSpPr>
          <p:spPr>
            <a:xfrm>
              <a:off x="354451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1">
              <a:extLst>
                <a:ext uri="{FF2B5EF4-FFF2-40B4-BE49-F238E27FC236}">
                  <a16:creationId xmlns:a16="http://schemas.microsoft.com/office/drawing/2014/main" id="{BE92CC8F-F70E-23A2-EA45-F8651ADC6677}"/>
                </a:ext>
              </a:extLst>
            </p:cNvPr>
            <p:cNvSpPr/>
            <p:nvPr/>
          </p:nvSpPr>
          <p:spPr>
            <a:xfrm>
              <a:off x="355395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2">
              <a:extLst>
                <a:ext uri="{FF2B5EF4-FFF2-40B4-BE49-F238E27FC236}">
                  <a16:creationId xmlns:a16="http://schemas.microsoft.com/office/drawing/2014/main" id="{14697A72-F2F9-CB2F-E84C-EA23C8D194A2}"/>
                </a:ext>
              </a:extLst>
            </p:cNvPr>
            <p:cNvSpPr/>
            <p:nvPr/>
          </p:nvSpPr>
          <p:spPr>
            <a:xfrm>
              <a:off x="356339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3">
              <a:extLst>
                <a:ext uri="{FF2B5EF4-FFF2-40B4-BE49-F238E27FC236}">
                  <a16:creationId xmlns:a16="http://schemas.microsoft.com/office/drawing/2014/main" id="{893509B0-7913-9373-7675-12140D28B365}"/>
                </a:ext>
              </a:extLst>
            </p:cNvPr>
            <p:cNvSpPr/>
            <p:nvPr/>
          </p:nvSpPr>
          <p:spPr>
            <a:xfrm>
              <a:off x="357283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4">
              <a:extLst>
                <a:ext uri="{FF2B5EF4-FFF2-40B4-BE49-F238E27FC236}">
                  <a16:creationId xmlns:a16="http://schemas.microsoft.com/office/drawing/2014/main" id="{E7B0F9CE-F78E-4E06-4989-2B11065306D8}"/>
                </a:ext>
              </a:extLst>
            </p:cNvPr>
            <p:cNvSpPr/>
            <p:nvPr/>
          </p:nvSpPr>
          <p:spPr>
            <a:xfrm>
              <a:off x="358227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5">
              <a:extLst>
                <a:ext uri="{FF2B5EF4-FFF2-40B4-BE49-F238E27FC236}">
                  <a16:creationId xmlns:a16="http://schemas.microsoft.com/office/drawing/2014/main" id="{92719CCA-7D11-3FE9-C7A4-7148470818F2}"/>
                </a:ext>
              </a:extLst>
            </p:cNvPr>
            <p:cNvSpPr/>
            <p:nvPr/>
          </p:nvSpPr>
          <p:spPr>
            <a:xfrm>
              <a:off x="359171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6">
              <a:extLst>
                <a:ext uri="{FF2B5EF4-FFF2-40B4-BE49-F238E27FC236}">
                  <a16:creationId xmlns:a16="http://schemas.microsoft.com/office/drawing/2014/main" id="{7BD452E9-F4CE-CDE2-6781-7B22D1E14C3F}"/>
                </a:ext>
              </a:extLst>
            </p:cNvPr>
            <p:cNvSpPr/>
            <p:nvPr/>
          </p:nvSpPr>
          <p:spPr>
            <a:xfrm>
              <a:off x="360115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7">
              <a:extLst>
                <a:ext uri="{FF2B5EF4-FFF2-40B4-BE49-F238E27FC236}">
                  <a16:creationId xmlns:a16="http://schemas.microsoft.com/office/drawing/2014/main" id="{194F6B8E-D103-EE36-FF22-0A60C7B43FFB}"/>
                </a:ext>
              </a:extLst>
            </p:cNvPr>
            <p:cNvSpPr/>
            <p:nvPr/>
          </p:nvSpPr>
          <p:spPr>
            <a:xfrm>
              <a:off x="361059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8">
              <a:extLst>
                <a:ext uri="{FF2B5EF4-FFF2-40B4-BE49-F238E27FC236}">
                  <a16:creationId xmlns:a16="http://schemas.microsoft.com/office/drawing/2014/main" id="{F24BFAA3-371C-D198-93A1-701AD9C644BD}"/>
                </a:ext>
              </a:extLst>
            </p:cNvPr>
            <p:cNvSpPr/>
            <p:nvPr/>
          </p:nvSpPr>
          <p:spPr>
            <a:xfrm>
              <a:off x="362003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49">
              <a:extLst>
                <a:ext uri="{FF2B5EF4-FFF2-40B4-BE49-F238E27FC236}">
                  <a16:creationId xmlns:a16="http://schemas.microsoft.com/office/drawing/2014/main" id="{97B0186F-5054-37FA-1288-0EF5A7F938CA}"/>
                </a:ext>
              </a:extLst>
            </p:cNvPr>
            <p:cNvSpPr/>
            <p:nvPr/>
          </p:nvSpPr>
          <p:spPr>
            <a:xfrm>
              <a:off x="362947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0">
              <a:extLst>
                <a:ext uri="{FF2B5EF4-FFF2-40B4-BE49-F238E27FC236}">
                  <a16:creationId xmlns:a16="http://schemas.microsoft.com/office/drawing/2014/main" id="{CCEFCE80-9F1A-4DEF-F5C7-41852E1D7149}"/>
                </a:ext>
              </a:extLst>
            </p:cNvPr>
            <p:cNvSpPr/>
            <p:nvPr/>
          </p:nvSpPr>
          <p:spPr>
            <a:xfrm>
              <a:off x="363891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1">
              <a:extLst>
                <a:ext uri="{FF2B5EF4-FFF2-40B4-BE49-F238E27FC236}">
                  <a16:creationId xmlns:a16="http://schemas.microsoft.com/office/drawing/2014/main" id="{A2C87E39-97DB-DC15-0C59-C63A8A683FC7}"/>
                </a:ext>
              </a:extLst>
            </p:cNvPr>
            <p:cNvSpPr/>
            <p:nvPr/>
          </p:nvSpPr>
          <p:spPr>
            <a:xfrm>
              <a:off x="364836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2">
              <a:extLst>
                <a:ext uri="{FF2B5EF4-FFF2-40B4-BE49-F238E27FC236}">
                  <a16:creationId xmlns:a16="http://schemas.microsoft.com/office/drawing/2014/main" id="{A2F118DE-2BD2-2F32-5403-A26824348840}"/>
                </a:ext>
              </a:extLst>
            </p:cNvPr>
            <p:cNvSpPr/>
            <p:nvPr/>
          </p:nvSpPr>
          <p:spPr>
            <a:xfrm>
              <a:off x="365780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3">
              <a:extLst>
                <a:ext uri="{FF2B5EF4-FFF2-40B4-BE49-F238E27FC236}">
                  <a16:creationId xmlns:a16="http://schemas.microsoft.com/office/drawing/2014/main" id="{DB5C3654-C8A0-5FF2-26A0-1CCACE238997}"/>
                </a:ext>
              </a:extLst>
            </p:cNvPr>
            <p:cNvSpPr/>
            <p:nvPr/>
          </p:nvSpPr>
          <p:spPr>
            <a:xfrm>
              <a:off x="366724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4">
              <a:extLst>
                <a:ext uri="{FF2B5EF4-FFF2-40B4-BE49-F238E27FC236}">
                  <a16:creationId xmlns:a16="http://schemas.microsoft.com/office/drawing/2014/main" id="{EAC3EF12-C666-296C-F331-8576D0E630AF}"/>
                </a:ext>
              </a:extLst>
            </p:cNvPr>
            <p:cNvSpPr/>
            <p:nvPr/>
          </p:nvSpPr>
          <p:spPr>
            <a:xfrm>
              <a:off x="367668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5">
              <a:extLst>
                <a:ext uri="{FF2B5EF4-FFF2-40B4-BE49-F238E27FC236}">
                  <a16:creationId xmlns:a16="http://schemas.microsoft.com/office/drawing/2014/main" id="{4DEAB3EC-BEEF-6C07-200E-3BA895DDD31B}"/>
                </a:ext>
              </a:extLst>
            </p:cNvPr>
            <p:cNvSpPr/>
            <p:nvPr/>
          </p:nvSpPr>
          <p:spPr>
            <a:xfrm>
              <a:off x="368612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6">
              <a:extLst>
                <a:ext uri="{FF2B5EF4-FFF2-40B4-BE49-F238E27FC236}">
                  <a16:creationId xmlns:a16="http://schemas.microsoft.com/office/drawing/2014/main" id="{BF94653E-895D-CFC9-C388-82D489314479}"/>
                </a:ext>
              </a:extLst>
            </p:cNvPr>
            <p:cNvSpPr/>
            <p:nvPr/>
          </p:nvSpPr>
          <p:spPr>
            <a:xfrm>
              <a:off x="369556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7">
              <a:extLst>
                <a:ext uri="{FF2B5EF4-FFF2-40B4-BE49-F238E27FC236}">
                  <a16:creationId xmlns:a16="http://schemas.microsoft.com/office/drawing/2014/main" id="{45C6BFED-00FF-7520-FAFA-F4298F5562B9}"/>
                </a:ext>
              </a:extLst>
            </p:cNvPr>
            <p:cNvSpPr/>
            <p:nvPr/>
          </p:nvSpPr>
          <p:spPr>
            <a:xfrm>
              <a:off x="3714441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8">
              <a:extLst>
                <a:ext uri="{FF2B5EF4-FFF2-40B4-BE49-F238E27FC236}">
                  <a16:creationId xmlns:a16="http://schemas.microsoft.com/office/drawing/2014/main" id="{94C822F5-20E5-A3E6-515A-9E349CB5A449}"/>
                </a:ext>
              </a:extLst>
            </p:cNvPr>
            <p:cNvSpPr/>
            <p:nvPr/>
          </p:nvSpPr>
          <p:spPr>
            <a:xfrm>
              <a:off x="3723882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59">
              <a:extLst>
                <a:ext uri="{FF2B5EF4-FFF2-40B4-BE49-F238E27FC236}">
                  <a16:creationId xmlns:a16="http://schemas.microsoft.com/office/drawing/2014/main" id="{985506BA-C8C4-6565-202B-F9810DD46F90}"/>
                </a:ext>
              </a:extLst>
            </p:cNvPr>
            <p:cNvSpPr/>
            <p:nvPr/>
          </p:nvSpPr>
          <p:spPr>
            <a:xfrm>
              <a:off x="3723882" y="744639"/>
              <a:ext cx="917138" cy="914400"/>
            </a:xfrm>
            <a:custGeom>
              <a:avLst/>
              <a:gdLst/>
              <a:ahLst/>
              <a:cxnLst/>
              <a:rect l="0" t="0" r="0" b="0"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0">
              <a:extLst>
                <a:ext uri="{FF2B5EF4-FFF2-40B4-BE49-F238E27FC236}">
                  <a16:creationId xmlns:a16="http://schemas.microsoft.com/office/drawing/2014/main" id="{93DE492F-0DC9-7DE6-5265-711DE76A41A9}"/>
                </a:ext>
              </a:extLst>
            </p:cNvPr>
            <p:cNvSpPr/>
            <p:nvPr/>
          </p:nvSpPr>
          <p:spPr>
            <a:xfrm>
              <a:off x="3317951" y="7094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1">
              <a:extLst>
                <a:ext uri="{FF2B5EF4-FFF2-40B4-BE49-F238E27FC236}">
                  <a16:creationId xmlns:a16="http://schemas.microsoft.com/office/drawing/2014/main" id="{683F7170-485D-3EB3-C8C9-0F4667E8CEE8}"/>
                </a:ext>
              </a:extLst>
            </p:cNvPr>
            <p:cNvSpPr/>
            <p:nvPr/>
          </p:nvSpPr>
          <p:spPr>
            <a:xfrm>
              <a:off x="331795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2">
              <a:extLst>
                <a:ext uri="{FF2B5EF4-FFF2-40B4-BE49-F238E27FC236}">
                  <a16:creationId xmlns:a16="http://schemas.microsoft.com/office/drawing/2014/main" id="{BFEB1684-568B-7512-D7DB-77E2B4FFF56A}"/>
                </a:ext>
              </a:extLst>
            </p:cNvPr>
            <p:cNvSpPr/>
            <p:nvPr/>
          </p:nvSpPr>
          <p:spPr>
            <a:xfrm>
              <a:off x="332739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3">
              <a:extLst>
                <a:ext uri="{FF2B5EF4-FFF2-40B4-BE49-F238E27FC236}">
                  <a16:creationId xmlns:a16="http://schemas.microsoft.com/office/drawing/2014/main" id="{9AA9A7D2-EF08-F3E1-855D-6FC183E59697}"/>
                </a:ext>
              </a:extLst>
            </p:cNvPr>
            <p:cNvSpPr/>
            <p:nvPr/>
          </p:nvSpPr>
          <p:spPr>
            <a:xfrm>
              <a:off x="333683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4">
              <a:extLst>
                <a:ext uri="{FF2B5EF4-FFF2-40B4-BE49-F238E27FC236}">
                  <a16:creationId xmlns:a16="http://schemas.microsoft.com/office/drawing/2014/main" id="{03642493-0FAF-5B72-0888-BAA4524D7133}"/>
                </a:ext>
              </a:extLst>
            </p:cNvPr>
            <p:cNvSpPr/>
            <p:nvPr/>
          </p:nvSpPr>
          <p:spPr>
            <a:xfrm>
              <a:off x="334627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5">
              <a:extLst>
                <a:ext uri="{FF2B5EF4-FFF2-40B4-BE49-F238E27FC236}">
                  <a16:creationId xmlns:a16="http://schemas.microsoft.com/office/drawing/2014/main" id="{E38A6D9D-9EDD-FD5A-7A47-C8ED5D42DC85}"/>
                </a:ext>
              </a:extLst>
            </p:cNvPr>
            <p:cNvSpPr/>
            <p:nvPr/>
          </p:nvSpPr>
          <p:spPr>
            <a:xfrm>
              <a:off x="335571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6">
              <a:extLst>
                <a:ext uri="{FF2B5EF4-FFF2-40B4-BE49-F238E27FC236}">
                  <a16:creationId xmlns:a16="http://schemas.microsoft.com/office/drawing/2014/main" id="{9E3B2B19-30B9-4CD3-86EC-07AC7FF77CCC}"/>
                </a:ext>
              </a:extLst>
            </p:cNvPr>
            <p:cNvSpPr/>
            <p:nvPr/>
          </p:nvSpPr>
          <p:spPr>
            <a:xfrm>
              <a:off x="336515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7">
              <a:extLst>
                <a:ext uri="{FF2B5EF4-FFF2-40B4-BE49-F238E27FC236}">
                  <a16:creationId xmlns:a16="http://schemas.microsoft.com/office/drawing/2014/main" id="{B4518714-0978-919A-5F6C-89E727310C99}"/>
                </a:ext>
              </a:extLst>
            </p:cNvPr>
            <p:cNvSpPr/>
            <p:nvPr/>
          </p:nvSpPr>
          <p:spPr>
            <a:xfrm>
              <a:off x="337459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8">
              <a:extLst>
                <a:ext uri="{FF2B5EF4-FFF2-40B4-BE49-F238E27FC236}">
                  <a16:creationId xmlns:a16="http://schemas.microsoft.com/office/drawing/2014/main" id="{3FBF41C4-AB1E-C8E4-2B72-2CEA3F54C030}"/>
                </a:ext>
              </a:extLst>
            </p:cNvPr>
            <p:cNvSpPr/>
            <p:nvPr/>
          </p:nvSpPr>
          <p:spPr>
            <a:xfrm>
              <a:off x="338403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69">
              <a:extLst>
                <a:ext uri="{FF2B5EF4-FFF2-40B4-BE49-F238E27FC236}">
                  <a16:creationId xmlns:a16="http://schemas.microsoft.com/office/drawing/2014/main" id="{843DE63C-ADA3-D220-74FE-6CBBBB09DF77}"/>
                </a:ext>
              </a:extLst>
            </p:cNvPr>
            <p:cNvSpPr/>
            <p:nvPr/>
          </p:nvSpPr>
          <p:spPr>
            <a:xfrm>
              <a:off x="339347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0">
              <a:extLst>
                <a:ext uri="{FF2B5EF4-FFF2-40B4-BE49-F238E27FC236}">
                  <a16:creationId xmlns:a16="http://schemas.microsoft.com/office/drawing/2014/main" id="{5E4B7712-EF88-1E1F-39DB-B263D5AA423C}"/>
                </a:ext>
              </a:extLst>
            </p:cNvPr>
            <p:cNvSpPr/>
            <p:nvPr/>
          </p:nvSpPr>
          <p:spPr>
            <a:xfrm>
              <a:off x="340291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1">
              <a:extLst>
                <a:ext uri="{FF2B5EF4-FFF2-40B4-BE49-F238E27FC236}">
                  <a16:creationId xmlns:a16="http://schemas.microsoft.com/office/drawing/2014/main" id="{FFED12EA-6862-2219-14CB-0AEE1614B54C}"/>
                </a:ext>
              </a:extLst>
            </p:cNvPr>
            <p:cNvSpPr/>
            <p:nvPr/>
          </p:nvSpPr>
          <p:spPr>
            <a:xfrm>
              <a:off x="341235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2">
              <a:extLst>
                <a:ext uri="{FF2B5EF4-FFF2-40B4-BE49-F238E27FC236}">
                  <a16:creationId xmlns:a16="http://schemas.microsoft.com/office/drawing/2014/main" id="{9232B459-9B2F-5F0D-459D-2DFB51A66674}"/>
                </a:ext>
              </a:extLst>
            </p:cNvPr>
            <p:cNvSpPr/>
            <p:nvPr/>
          </p:nvSpPr>
          <p:spPr>
            <a:xfrm>
              <a:off x="342179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3">
              <a:extLst>
                <a:ext uri="{FF2B5EF4-FFF2-40B4-BE49-F238E27FC236}">
                  <a16:creationId xmlns:a16="http://schemas.microsoft.com/office/drawing/2014/main" id="{3B944DDB-3C22-2940-2127-3D8C34FBA707}"/>
                </a:ext>
              </a:extLst>
            </p:cNvPr>
            <p:cNvSpPr/>
            <p:nvPr/>
          </p:nvSpPr>
          <p:spPr>
            <a:xfrm>
              <a:off x="343123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4">
              <a:extLst>
                <a:ext uri="{FF2B5EF4-FFF2-40B4-BE49-F238E27FC236}">
                  <a16:creationId xmlns:a16="http://schemas.microsoft.com/office/drawing/2014/main" id="{27C0D60A-A0A8-8BCE-C220-C2EF4756CAD1}"/>
                </a:ext>
              </a:extLst>
            </p:cNvPr>
            <p:cNvSpPr/>
            <p:nvPr/>
          </p:nvSpPr>
          <p:spPr>
            <a:xfrm>
              <a:off x="344067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5">
              <a:extLst>
                <a:ext uri="{FF2B5EF4-FFF2-40B4-BE49-F238E27FC236}">
                  <a16:creationId xmlns:a16="http://schemas.microsoft.com/office/drawing/2014/main" id="{BFB92D16-B191-504D-4208-EFB4B8B362E9}"/>
                </a:ext>
              </a:extLst>
            </p:cNvPr>
            <p:cNvSpPr/>
            <p:nvPr/>
          </p:nvSpPr>
          <p:spPr>
            <a:xfrm>
              <a:off x="345011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6">
              <a:extLst>
                <a:ext uri="{FF2B5EF4-FFF2-40B4-BE49-F238E27FC236}">
                  <a16:creationId xmlns:a16="http://schemas.microsoft.com/office/drawing/2014/main" id="{2395AD63-C2F4-2545-28A6-8AB55E07BD81}"/>
                </a:ext>
              </a:extLst>
            </p:cNvPr>
            <p:cNvSpPr/>
            <p:nvPr/>
          </p:nvSpPr>
          <p:spPr>
            <a:xfrm>
              <a:off x="345955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7">
              <a:extLst>
                <a:ext uri="{FF2B5EF4-FFF2-40B4-BE49-F238E27FC236}">
                  <a16:creationId xmlns:a16="http://schemas.microsoft.com/office/drawing/2014/main" id="{46845216-A0A8-B70B-03A5-A0F194324850}"/>
                </a:ext>
              </a:extLst>
            </p:cNvPr>
            <p:cNvSpPr/>
            <p:nvPr/>
          </p:nvSpPr>
          <p:spPr>
            <a:xfrm>
              <a:off x="346899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8">
              <a:extLst>
                <a:ext uri="{FF2B5EF4-FFF2-40B4-BE49-F238E27FC236}">
                  <a16:creationId xmlns:a16="http://schemas.microsoft.com/office/drawing/2014/main" id="{1055FED5-D765-6318-95A7-598E54EE274B}"/>
                </a:ext>
              </a:extLst>
            </p:cNvPr>
            <p:cNvSpPr/>
            <p:nvPr/>
          </p:nvSpPr>
          <p:spPr>
            <a:xfrm>
              <a:off x="347843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79">
              <a:extLst>
                <a:ext uri="{FF2B5EF4-FFF2-40B4-BE49-F238E27FC236}">
                  <a16:creationId xmlns:a16="http://schemas.microsoft.com/office/drawing/2014/main" id="{A26C92F4-9A0F-5E2D-095B-9A9B3599A36F}"/>
                </a:ext>
              </a:extLst>
            </p:cNvPr>
            <p:cNvSpPr/>
            <p:nvPr/>
          </p:nvSpPr>
          <p:spPr>
            <a:xfrm>
              <a:off x="348787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0">
              <a:extLst>
                <a:ext uri="{FF2B5EF4-FFF2-40B4-BE49-F238E27FC236}">
                  <a16:creationId xmlns:a16="http://schemas.microsoft.com/office/drawing/2014/main" id="{AA0F6FF8-D522-2C22-C593-898AC6EFE9DE}"/>
                </a:ext>
              </a:extLst>
            </p:cNvPr>
            <p:cNvSpPr/>
            <p:nvPr/>
          </p:nvSpPr>
          <p:spPr>
            <a:xfrm>
              <a:off x="349731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1">
              <a:extLst>
                <a:ext uri="{FF2B5EF4-FFF2-40B4-BE49-F238E27FC236}">
                  <a16:creationId xmlns:a16="http://schemas.microsoft.com/office/drawing/2014/main" id="{7CB4EBEB-DEC6-7616-A435-94DBC72BB88C}"/>
                </a:ext>
              </a:extLst>
            </p:cNvPr>
            <p:cNvSpPr/>
            <p:nvPr/>
          </p:nvSpPr>
          <p:spPr>
            <a:xfrm>
              <a:off x="350675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2">
              <a:extLst>
                <a:ext uri="{FF2B5EF4-FFF2-40B4-BE49-F238E27FC236}">
                  <a16:creationId xmlns:a16="http://schemas.microsoft.com/office/drawing/2014/main" id="{9F0F5D00-3BE0-5017-5FC5-DF36E7E5C11A}"/>
                </a:ext>
              </a:extLst>
            </p:cNvPr>
            <p:cNvSpPr/>
            <p:nvPr/>
          </p:nvSpPr>
          <p:spPr>
            <a:xfrm>
              <a:off x="351619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3">
              <a:extLst>
                <a:ext uri="{FF2B5EF4-FFF2-40B4-BE49-F238E27FC236}">
                  <a16:creationId xmlns:a16="http://schemas.microsoft.com/office/drawing/2014/main" id="{769F57A6-9929-721D-565E-CFD175F4993A}"/>
                </a:ext>
              </a:extLst>
            </p:cNvPr>
            <p:cNvSpPr/>
            <p:nvPr/>
          </p:nvSpPr>
          <p:spPr>
            <a:xfrm>
              <a:off x="352563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4">
              <a:extLst>
                <a:ext uri="{FF2B5EF4-FFF2-40B4-BE49-F238E27FC236}">
                  <a16:creationId xmlns:a16="http://schemas.microsoft.com/office/drawing/2014/main" id="{31368B9E-26CE-D9D2-D9C0-2AE2A5440412}"/>
                </a:ext>
              </a:extLst>
            </p:cNvPr>
            <p:cNvSpPr/>
            <p:nvPr/>
          </p:nvSpPr>
          <p:spPr>
            <a:xfrm>
              <a:off x="353507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5">
              <a:extLst>
                <a:ext uri="{FF2B5EF4-FFF2-40B4-BE49-F238E27FC236}">
                  <a16:creationId xmlns:a16="http://schemas.microsoft.com/office/drawing/2014/main" id="{BE0D2BD5-8414-E234-6317-674DAF657C27}"/>
                </a:ext>
              </a:extLst>
            </p:cNvPr>
            <p:cNvSpPr/>
            <p:nvPr/>
          </p:nvSpPr>
          <p:spPr>
            <a:xfrm>
              <a:off x="354451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6">
              <a:extLst>
                <a:ext uri="{FF2B5EF4-FFF2-40B4-BE49-F238E27FC236}">
                  <a16:creationId xmlns:a16="http://schemas.microsoft.com/office/drawing/2014/main" id="{06797B71-E7CE-41DD-21AD-F1C0F77AC5EF}"/>
                </a:ext>
              </a:extLst>
            </p:cNvPr>
            <p:cNvSpPr/>
            <p:nvPr/>
          </p:nvSpPr>
          <p:spPr>
            <a:xfrm>
              <a:off x="355395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7">
              <a:extLst>
                <a:ext uri="{FF2B5EF4-FFF2-40B4-BE49-F238E27FC236}">
                  <a16:creationId xmlns:a16="http://schemas.microsoft.com/office/drawing/2014/main" id="{FBEA9266-0AF3-AD1B-5480-7FF60DAAF3CA}"/>
                </a:ext>
              </a:extLst>
            </p:cNvPr>
            <p:cNvSpPr/>
            <p:nvPr/>
          </p:nvSpPr>
          <p:spPr>
            <a:xfrm>
              <a:off x="356339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8">
              <a:extLst>
                <a:ext uri="{FF2B5EF4-FFF2-40B4-BE49-F238E27FC236}">
                  <a16:creationId xmlns:a16="http://schemas.microsoft.com/office/drawing/2014/main" id="{26B22B0E-4AC8-ED52-2919-D6F156A92CCD}"/>
                </a:ext>
              </a:extLst>
            </p:cNvPr>
            <p:cNvSpPr/>
            <p:nvPr/>
          </p:nvSpPr>
          <p:spPr>
            <a:xfrm>
              <a:off x="357283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89">
              <a:extLst>
                <a:ext uri="{FF2B5EF4-FFF2-40B4-BE49-F238E27FC236}">
                  <a16:creationId xmlns:a16="http://schemas.microsoft.com/office/drawing/2014/main" id="{4241CBC5-52BC-1B1B-3C43-B2ECE407E169}"/>
                </a:ext>
              </a:extLst>
            </p:cNvPr>
            <p:cNvSpPr/>
            <p:nvPr/>
          </p:nvSpPr>
          <p:spPr>
            <a:xfrm>
              <a:off x="358227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0">
              <a:extLst>
                <a:ext uri="{FF2B5EF4-FFF2-40B4-BE49-F238E27FC236}">
                  <a16:creationId xmlns:a16="http://schemas.microsoft.com/office/drawing/2014/main" id="{BA630CE3-AED8-8614-E89D-54F584CA2D98}"/>
                </a:ext>
              </a:extLst>
            </p:cNvPr>
            <p:cNvSpPr/>
            <p:nvPr/>
          </p:nvSpPr>
          <p:spPr>
            <a:xfrm>
              <a:off x="359171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1">
              <a:extLst>
                <a:ext uri="{FF2B5EF4-FFF2-40B4-BE49-F238E27FC236}">
                  <a16:creationId xmlns:a16="http://schemas.microsoft.com/office/drawing/2014/main" id="{B4D6874A-23AC-C8D5-E1A4-D9B81FDF9675}"/>
                </a:ext>
              </a:extLst>
            </p:cNvPr>
            <p:cNvSpPr/>
            <p:nvPr/>
          </p:nvSpPr>
          <p:spPr>
            <a:xfrm>
              <a:off x="360115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2">
              <a:extLst>
                <a:ext uri="{FF2B5EF4-FFF2-40B4-BE49-F238E27FC236}">
                  <a16:creationId xmlns:a16="http://schemas.microsoft.com/office/drawing/2014/main" id="{B3C96F32-02C6-64DD-CB98-95071A74D523}"/>
                </a:ext>
              </a:extLst>
            </p:cNvPr>
            <p:cNvSpPr/>
            <p:nvPr/>
          </p:nvSpPr>
          <p:spPr>
            <a:xfrm>
              <a:off x="361059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3">
              <a:extLst>
                <a:ext uri="{FF2B5EF4-FFF2-40B4-BE49-F238E27FC236}">
                  <a16:creationId xmlns:a16="http://schemas.microsoft.com/office/drawing/2014/main" id="{CC9E7202-B546-C37C-1B59-E693B55EE6A9}"/>
                </a:ext>
              </a:extLst>
            </p:cNvPr>
            <p:cNvSpPr/>
            <p:nvPr/>
          </p:nvSpPr>
          <p:spPr>
            <a:xfrm>
              <a:off x="362003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4">
              <a:extLst>
                <a:ext uri="{FF2B5EF4-FFF2-40B4-BE49-F238E27FC236}">
                  <a16:creationId xmlns:a16="http://schemas.microsoft.com/office/drawing/2014/main" id="{677209BE-7302-E48E-849F-B6024311D955}"/>
                </a:ext>
              </a:extLst>
            </p:cNvPr>
            <p:cNvSpPr/>
            <p:nvPr/>
          </p:nvSpPr>
          <p:spPr>
            <a:xfrm>
              <a:off x="362947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5">
              <a:extLst>
                <a:ext uri="{FF2B5EF4-FFF2-40B4-BE49-F238E27FC236}">
                  <a16:creationId xmlns:a16="http://schemas.microsoft.com/office/drawing/2014/main" id="{3837C4EA-BEC9-99D6-1E45-87DDF2C0A631}"/>
                </a:ext>
              </a:extLst>
            </p:cNvPr>
            <p:cNvSpPr/>
            <p:nvPr/>
          </p:nvSpPr>
          <p:spPr>
            <a:xfrm>
              <a:off x="363891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6">
              <a:extLst>
                <a:ext uri="{FF2B5EF4-FFF2-40B4-BE49-F238E27FC236}">
                  <a16:creationId xmlns:a16="http://schemas.microsoft.com/office/drawing/2014/main" id="{F9DD184B-9B8B-BA55-A667-68EE7DD2BFCB}"/>
                </a:ext>
              </a:extLst>
            </p:cNvPr>
            <p:cNvSpPr/>
            <p:nvPr/>
          </p:nvSpPr>
          <p:spPr>
            <a:xfrm>
              <a:off x="364836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7">
              <a:extLst>
                <a:ext uri="{FF2B5EF4-FFF2-40B4-BE49-F238E27FC236}">
                  <a16:creationId xmlns:a16="http://schemas.microsoft.com/office/drawing/2014/main" id="{BD785ED1-BEB4-C5C2-9712-85601F270025}"/>
                </a:ext>
              </a:extLst>
            </p:cNvPr>
            <p:cNvSpPr/>
            <p:nvPr/>
          </p:nvSpPr>
          <p:spPr>
            <a:xfrm>
              <a:off x="365780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8">
              <a:extLst>
                <a:ext uri="{FF2B5EF4-FFF2-40B4-BE49-F238E27FC236}">
                  <a16:creationId xmlns:a16="http://schemas.microsoft.com/office/drawing/2014/main" id="{459F1748-C5E6-D968-1CDD-8A4348D49E52}"/>
                </a:ext>
              </a:extLst>
            </p:cNvPr>
            <p:cNvSpPr/>
            <p:nvPr/>
          </p:nvSpPr>
          <p:spPr>
            <a:xfrm>
              <a:off x="366724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8999">
              <a:extLst>
                <a:ext uri="{FF2B5EF4-FFF2-40B4-BE49-F238E27FC236}">
                  <a16:creationId xmlns:a16="http://schemas.microsoft.com/office/drawing/2014/main" id="{D59BAB85-436F-E453-2ACD-DDBDC00ABCEE}"/>
                </a:ext>
              </a:extLst>
            </p:cNvPr>
            <p:cNvSpPr/>
            <p:nvPr/>
          </p:nvSpPr>
          <p:spPr>
            <a:xfrm>
              <a:off x="367668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0">
              <a:extLst>
                <a:ext uri="{FF2B5EF4-FFF2-40B4-BE49-F238E27FC236}">
                  <a16:creationId xmlns:a16="http://schemas.microsoft.com/office/drawing/2014/main" id="{E49ED990-ECAE-F00F-963F-8FE649AAF9AA}"/>
                </a:ext>
              </a:extLst>
            </p:cNvPr>
            <p:cNvSpPr/>
            <p:nvPr/>
          </p:nvSpPr>
          <p:spPr>
            <a:xfrm>
              <a:off x="3695561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1">
              <a:extLst>
                <a:ext uri="{FF2B5EF4-FFF2-40B4-BE49-F238E27FC236}">
                  <a16:creationId xmlns:a16="http://schemas.microsoft.com/office/drawing/2014/main" id="{0E45D2DC-C632-3BC8-085F-840FE04293D1}"/>
                </a:ext>
              </a:extLst>
            </p:cNvPr>
            <p:cNvSpPr/>
            <p:nvPr/>
          </p:nvSpPr>
          <p:spPr>
            <a:xfrm>
              <a:off x="3705001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2">
              <a:extLst>
                <a:ext uri="{FF2B5EF4-FFF2-40B4-BE49-F238E27FC236}">
                  <a16:creationId xmlns:a16="http://schemas.microsoft.com/office/drawing/2014/main" id="{350103BE-89C0-0C97-C69B-0CD730C61BA9}"/>
                </a:ext>
              </a:extLst>
            </p:cNvPr>
            <p:cNvSpPr/>
            <p:nvPr/>
          </p:nvSpPr>
          <p:spPr>
            <a:xfrm>
              <a:off x="3705001" y="727069"/>
              <a:ext cx="918225" cy="914399"/>
            </a:xfrm>
            <a:custGeom>
              <a:avLst/>
              <a:gdLst/>
              <a:ahLst/>
              <a:cxnLst/>
              <a:rect l="0" t="0" r="0" b="0"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3">
              <a:extLst>
                <a:ext uri="{FF2B5EF4-FFF2-40B4-BE49-F238E27FC236}">
                  <a16:creationId xmlns:a16="http://schemas.microsoft.com/office/drawing/2014/main" id="{E7D951B0-4555-B6D1-5F3D-4EB79EE58AEE}"/>
                </a:ext>
              </a:extLst>
            </p:cNvPr>
            <p:cNvSpPr/>
            <p:nvPr/>
          </p:nvSpPr>
          <p:spPr>
            <a:xfrm>
              <a:off x="3317951" y="6919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4">
              <a:extLst>
                <a:ext uri="{FF2B5EF4-FFF2-40B4-BE49-F238E27FC236}">
                  <a16:creationId xmlns:a16="http://schemas.microsoft.com/office/drawing/2014/main" id="{56A16022-CA74-D4E4-6788-665665CC043D}"/>
                </a:ext>
              </a:extLst>
            </p:cNvPr>
            <p:cNvSpPr/>
            <p:nvPr/>
          </p:nvSpPr>
          <p:spPr>
            <a:xfrm>
              <a:off x="331795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5">
              <a:extLst>
                <a:ext uri="{FF2B5EF4-FFF2-40B4-BE49-F238E27FC236}">
                  <a16:creationId xmlns:a16="http://schemas.microsoft.com/office/drawing/2014/main" id="{312CCE3F-0182-7502-3E7C-62F3031CE873}"/>
                </a:ext>
              </a:extLst>
            </p:cNvPr>
            <p:cNvSpPr/>
            <p:nvPr/>
          </p:nvSpPr>
          <p:spPr>
            <a:xfrm>
              <a:off x="332739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6">
              <a:extLst>
                <a:ext uri="{FF2B5EF4-FFF2-40B4-BE49-F238E27FC236}">
                  <a16:creationId xmlns:a16="http://schemas.microsoft.com/office/drawing/2014/main" id="{5DD2C059-B441-6C3D-4613-2B40EF01CC1A}"/>
                </a:ext>
              </a:extLst>
            </p:cNvPr>
            <p:cNvSpPr/>
            <p:nvPr/>
          </p:nvSpPr>
          <p:spPr>
            <a:xfrm>
              <a:off x="333683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7">
              <a:extLst>
                <a:ext uri="{FF2B5EF4-FFF2-40B4-BE49-F238E27FC236}">
                  <a16:creationId xmlns:a16="http://schemas.microsoft.com/office/drawing/2014/main" id="{9D8C2E80-2847-3A3F-F715-CA4A6E45F634}"/>
                </a:ext>
              </a:extLst>
            </p:cNvPr>
            <p:cNvSpPr/>
            <p:nvPr/>
          </p:nvSpPr>
          <p:spPr>
            <a:xfrm>
              <a:off x="334627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8">
              <a:extLst>
                <a:ext uri="{FF2B5EF4-FFF2-40B4-BE49-F238E27FC236}">
                  <a16:creationId xmlns:a16="http://schemas.microsoft.com/office/drawing/2014/main" id="{C308CC61-F81B-4173-ABA5-4C913E2E8F7A}"/>
                </a:ext>
              </a:extLst>
            </p:cNvPr>
            <p:cNvSpPr/>
            <p:nvPr/>
          </p:nvSpPr>
          <p:spPr>
            <a:xfrm>
              <a:off x="335571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09">
              <a:extLst>
                <a:ext uri="{FF2B5EF4-FFF2-40B4-BE49-F238E27FC236}">
                  <a16:creationId xmlns:a16="http://schemas.microsoft.com/office/drawing/2014/main" id="{85E0CD01-7486-7ADD-8F80-F7C96153D9B7}"/>
                </a:ext>
              </a:extLst>
            </p:cNvPr>
            <p:cNvSpPr/>
            <p:nvPr/>
          </p:nvSpPr>
          <p:spPr>
            <a:xfrm>
              <a:off x="336515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0">
              <a:extLst>
                <a:ext uri="{FF2B5EF4-FFF2-40B4-BE49-F238E27FC236}">
                  <a16:creationId xmlns:a16="http://schemas.microsoft.com/office/drawing/2014/main" id="{F63DCB79-EEC8-249C-D88A-DEBB050450FE}"/>
                </a:ext>
              </a:extLst>
            </p:cNvPr>
            <p:cNvSpPr/>
            <p:nvPr/>
          </p:nvSpPr>
          <p:spPr>
            <a:xfrm>
              <a:off x="337459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1">
              <a:extLst>
                <a:ext uri="{FF2B5EF4-FFF2-40B4-BE49-F238E27FC236}">
                  <a16:creationId xmlns:a16="http://schemas.microsoft.com/office/drawing/2014/main" id="{F0B51060-F106-B75E-9F85-0D57DA4A99A9}"/>
                </a:ext>
              </a:extLst>
            </p:cNvPr>
            <p:cNvSpPr/>
            <p:nvPr/>
          </p:nvSpPr>
          <p:spPr>
            <a:xfrm>
              <a:off x="338403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2">
              <a:extLst>
                <a:ext uri="{FF2B5EF4-FFF2-40B4-BE49-F238E27FC236}">
                  <a16:creationId xmlns:a16="http://schemas.microsoft.com/office/drawing/2014/main" id="{71E25847-AF95-1A02-AF41-B4691025B61C}"/>
                </a:ext>
              </a:extLst>
            </p:cNvPr>
            <p:cNvSpPr/>
            <p:nvPr/>
          </p:nvSpPr>
          <p:spPr>
            <a:xfrm>
              <a:off x="339347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3">
              <a:extLst>
                <a:ext uri="{FF2B5EF4-FFF2-40B4-BE49-F238E27FC236}">
                  <a16:creationId xmlns:a16="http://schemas.microsoft.com/office/drawing/2014/main" id="{68C91F38-2ADF-F11D-2125-22BD61C760EB}"/>
                </a:ext>
              </a:extLst>
            </p:cNvPr>
            <p:cNvSpPr/>
            <p:nvPr/>
          </p:nvSpPr>
          <p:spPr>
            <a:xfrm>
              <a:off x="340291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4">
              <a:extLst>
                <a:ext uri="{FF2B5EF4-FFF2-40B4-BE49-F238E27FC236}">
                  <a16:creationId xmlns:a16="http://schemas.microsoft.com/office/drawing/2014/main" id="{7836DBAB-291D-C332-ABED-0928789C8F66}"/>
                </a:ext>
              </a:extLst>
            </p:cNvPr>
            <p:cNvSpPr/>
            <p:nvPr/>
          </p:nvSpPr>
          <p:spPr>
            <a:xfrm>
              <a:off x="341235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5">
              <a:extLst>
                <a:ext uri="{FF2B5EF4-FFF2-40B4-BE49-F238E27FC236}">
                  <a16:creationId xmlns:a16="http://schemas.microsoft.com/office/drawing/2014/main" id="{C7D3391F-158E-51CF-41FE-207F520FD48B}"/>
                </a:ext>
              </a:extLst>
            </p:cNvPr>
            <p:cNvSpPr/>
            <p:nvPr/>
          </p:nvSpPr>
          <p:spPr>
            <a:xfrm>
              <a:off x="342179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6">
              <a:extLst>
                <a:ext uri="{FF2B5EF4-FFF2-40B4-BE49-F238E27FC236}">
                  <a16:creationId xmlns:a16="http://schemas.microsoft.com/office/drawing/2014/main" id="{7BB0FE8A-3A06-1764-2163-D0ABAD07ADF5}"/>
                </a:ext>
              </a:extLst>
            </p:cNvPr>
            <p:cNvSpPr/>
            <p:nvPr/>
          </p:nvSpPr>
          <p:spPr>
            <a:xfrm>
              <a:off x="343123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7">
              <a:extLst>
                <a:ext uri="{FF2B5EF4-FFF2-40B4-BE49-F238E27FC236}">
                  <a16:creationId xmlns:a16="http://schemas.microsoft.com/office/drawing/2014/main" id="{676F5B9D-5CDF-6C29-C0EF-B6A20F297D09}"/>
                </a:ext>
              </a:extLst>
            </p:cNvPr>
            <p:cNvSpPr/>
            <p:nvPr/>
          </p:nvSpPr>
          <p:spPr>
            <a:xfrm>
              <a:off x="344067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8">
              <a:extLst>
                <a:ext uri="{FF2B5EF4-FFF2-40B4-BE49-F238E27FC236}">
                  <a16:creationId xmlns:a16="http://schemas.microsoft.com/office/drawing/2014/main" id="{BC154501-8788-CD61-F344-0E6DA649C3F3}"/>
                </a:ext>
              </a:extLst>
            </p:cNvPr>
            <p:cNvSpPr/>
            <p:nvPr/>
          </p:nvSpPr>
          <p:spPr>
            <a:xfrm>
              <a:off x="345011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19">
              <a:extLst>
                <a:ext uri="{FF2B5EF4-FFF2-40B4-BE49-F238E27FC236}">
                  <a16:creationId xmlns:a16="http://schemas.microsoft.com/office/drawing/2014/main" id="{9B0CB69F-7151-29DB-100E-05C20AB85B06}"/>
                </a:ext>
              </a:extLst>
            </p:cNvPr>
            <p:cNvSpPr/>
            <p:nvPr/>
          </p:nvSpPr>
          <p:spPr>
            <a:xfrm>
              <a:off x="345955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0">
              <a:extLst>
                <a:ext uri="{FF2B5EF4-FFF2-40B4-BE49-F238E27FC236}">
                  <a16:creationId xmlns:a16="http://schemas.microsoft.com/office/drawing/2014/main" id="{B71D8A99-F8D7-F0D2-41DE-0D2EDFFF7308}"/>
                </a:ext>
              </a:extLst>
            </p:cNvPr>
            <p:cNvSpPr/>
            <p:nvPr/>
          </p:nvSpPr>
          <p:spPr>
            <a:xfrm>
              <a:off x="346899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1">
              <a:extLst>
                <a:ext uri="{FF2B5EF4-FFF2-40B4-BE49-F238E27FC236}">
                  <a16:creationId xmlns:a16="http://schemas.microsoft.com/office/drawing/2014/main" id="{B8696380-87B2-3BC8-F2C3-20D6059E7C28}"/>
                </a:ext>
              </a:extLst>
            </p:cNvPr>
            <p:cNvSpPr/>
            <p:nvPr/>
          </p:nvSpPr>
          <p:spPr>
            <a:xfrm>
              <a:off x="347843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2">
              <a:extLst>
                <a:ext uri="{FF2B5EF4-FFF2-40B4-BE49-F238E27FC236}">
                  <a16:creationId xmlns:a16="http://schemas.microsoft.com/office/drawing/2014/main" id="{A822A584-B26A-A1D8-3A33-BEBEEB99D41C}"/>
                </a:ext>
              </a:extLst>
            </p:cNvPr>
            <p:cNvSpPr/>
            <p:nvPr/>
          </p:nvSpPr>
          <p:spPr>
            <a:xfrm>
              <a:off x="348787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3">
              <a:extLst>
                <a:ext uri="{FF2B5EF4-FFF2-40B4-BE49-F238E27FC236}">
                  <a16:creationId xmlns:a16="http://schemas.microsoft.com/office/drawing/2014/main" id="{5D69FC4B-C50F-1C81-78C3-C203AFA4F494}"/>
                </a:ext>
              </a:extLst>
            </p:cNvPr>
            <p:cNvSpPr/>
            <p:nvPr/>
          </p:nvSpPr>
          <p:spPr>
            <a:xfrm>
              <a:off x="349731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4">
              <a:extLst>
                <a:ext uri="{FF2B5EF4-FFF2-40B4-BE49-F238E27FC236}">
                  <a16:creationId xmlns:a16="http://schemas.microsoft.com/office/drawing/2014/main" id="{37D7C845-2D7F-DBEF-E807-641D7FD03592}"/>
                </a:ext>
              </a:extLst>
            </p:cNvPr>
            <p:cNvSpPr/>
            <p:nvPr/>
          </p:nvSpPr>
          <p:spPr>
            <a:xfrm>
              <a:off x="350675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5">
              <a:extLst>
                <a:ext uri="{FF2B5EF4-FFF2-40B4-BE49-F238E27FC236}">
                  <a16:creationId xmlns:a16="http://schemas.microsoft.com/office/drawing/2014/main" id="{4A4FE646-5997-C4BE-093F-BE580B9BAF1E}"/>
                </a:ext>
              </a:extLst>
            </p:cNvPr>
            <p:cNvSpPr/>
            <p:nvPr/>
          </p:nvSpPr>
          <p:spPr>
            <a:xfrm>
              <a:off x="351619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6">
              <a:extLst>
                <a:ext uri="{FF2B5EF4-FFF2-40B4-BE49-F238E27FC236}">
                  <a16:creationId xmlns:a16="http://schemas.microsoft.com/office/drawing/2014/main" id="{5DE1202A-C28C-9424-C206-7B8A225130F8}"/>
                </a:ext>
              </a:extLst>
            </p:cNvPr>
            <p:cNvSpPr/>
            <p:nvPr/>
          </p:nvSpPr>
          <p:spPr>
            <a:xfrm>
              <a:off x="352563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7">
              <a:extLst>
                <a:ext uri="{FF2B5EF4-FFF2-40B4-BE49-F238E27FC236}">
                  <a16:creationId xmlns:a16="http://schemas.microsoft.com/office/drawing/2014/main" id="{76A7789E-4574-1320-BF40-5A7A5B78ABB0}"/>
                </a:ext>
              </a:extLst>
            </p:cNvPr>
            <p:cNvSpPr/>
            <p:nvPr/>
          </p:nvSpPr>
          <p:spPr>
            <a:xfrm>
              <a:off x="353507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8">
              <a:extLst>
                <a:ext uri="{FF2B5EF4-FFF2-40B4-BE49-F238E27FC236}">
                  <a16:creationId xmlns:a16="http://schemas.microsoft.com/office/drawing/2014/main" id="{BE1E6DFA-1F59-C39F-0C38-7E1C9C18154E}"/>
                </a:ext>
              </a:extLst>
            </p:cNvPr>
            <p:cNvSpPr/>
            <p:nvPr/>
          </p:nvSpPr>
          <p:spPr>
            <a:xfrm>
              <a:off x="354451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29">
              <a:extLst>
                <a:ext uri="{FF2B5EF4-FFF2-40B4-BE49-F238E27FC236}">
                  <a16:creationId xmlns:a16="http://schemas.microsoft.com/office/drawing/2014/main" id="{81276890-894A-EB45-2337-CAA95BC44D94}"/>
                </a:ext>
              </a:extLst>
            </p:cNvPr>
            <p:cNvSpPr/>
            <p:nvPr/>
          </p:nvSpPr>
          <p:spPr>
            <a:xfrm>
              <a:off x="355395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0">
              <a:extLst>
                <a:ext uri="{FF2B5EF4-FFF2-40B4-BE49-F238E27FC236}">
                  <a16:creationId xmlns:a16="http://schemas.microsoft.com/office/drawing/2014/main" id="{75503DE4-A7D1-E98C-674F-B7AA55C94078}"/>
                </a:ext>
              </a:extLst>
            </p:cNvPr>
            <p:cNvSpPr/>
            <p:nvPr/>
          </p:nvSpPr>
          <p:spPr>
            <a:xfrm>
              <a:off x="3563398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1">
              <a:extLst>
                <a:ext uri="{FF2B5EF4-FFF2-40B4-BE49-F238E27FC236}">
                  <a16:creationId xmlns:a16="http://schemas.microsoft.com/office/drawing/2014/main" id="{239D381D-71D0-9C69-937D-31B85D57A74F}"/>
                </a:ext>
              </a:extLst>
            </p:cNvPr>
            <p:cNvSpPr/>
            <p:nvPr/>
          </p:nvSpPr>
          <p:spPr>
            <a:xfrm>
              <a:off x="3572838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2">
              <a:extLst>
                <a:ext uri="{FF2B5EF4-FFF2-40B4-BE49-F238E27FC236}">
                  <a16:creationId xmlns:a16="http://schemas.microsoft.com/office/drawing/2014/main" id="{D552432C-E763-6864-2BF0-DA56E0712BAE}"/>
                </a:ext>
              </a:extLst>
            </p:cNvPr>
            <p:cNvSpPr/>
            <p:nvPr/>
          </p:nvSpPr>
          <p:spPr>
            <a:xfrm>
              <a:off x="3582278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3">
              <a:extLst>
                <a:ext uri="{FF2B5EF4-FFF2-40B4-BE49-F238E27FC236}">
                  <a16:creationId xmlns:a16="http://schemas.microsoft.com/office/drawing/2014/main" id="{430DB318-174C-095C-E291-5E6F57F09B44}"/>
                </a:ext>
              </a:extLst>
            </p:cNvPr>
            <p:cNvSpPr/>
            <p:nvPr/>
          </p:nvSpPr>
          <p:spPr>
            <a:xfrm>
              <a:off x="3591718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4">
              <a:extLst>
                <a:ext uri="{FF2B5EF4-FFF2-40B4-BE49-F238E27FC236}">
                  <a16:creationId xmlns:a16="http://schemas.microsoft.com/office/drawing/2014/main" id="{7FA03B12-970E-C3C7-D7FE-65962D0CEB79}"/>
                </a:ext>
              </a:extLst>
            </p:cNvPr>
            <p:cNvSpPr/>
            <p:nvPr/>
          </p:nvSpPr>
          <p:spPr>
            <a:xfrm>
              <a:off x="360115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5">
              <a:extLst>
                <a:ext uri="{FF2B5EF4-FFF2-40B4-BE49-F238E27FC236}">
                  <a16:creationId xmlns:a16="http://schemas.microsoft.com/office/drawing/2014/main" id="{D1B19D75-58AF-2FEC-5462-937F069A8A0B}"/>
                </a:ext>
              </a:extLst>
            </p:cNvPr>
            <p:cNvSpPr/>
            <p:nvPr/>
          </p:nvSpPr>
          <p:spPr>
            <a:xfrm>
              <a:off x="361059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6">
              <a:extLst>
                <a:ext uri="{FF2B5EF4-FFF2-40B4-BE49-F238E27FC236}">
                  <a16:creationId xmlns:a16="http://schemas.microsoft.com/office/drawing/2014/main" id="{803918D5-EB7C-136B-9449-72A70B9E9ACE}"/>
                </a:ext>
              </a:extLst>
            </p:cNvPr>
            <p:cNvSpPr/>
            <p:nvPr/>
          </p:nvSpPr>
          <p:spPr>
            <a:xfrm>
              <a:off x="362003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7">
              <a:extLst>
                <a:ext uri="{FF2B5EF4-FFF2-40B4-BE49-F238E27FC236}">
                  <a16:creationId xmlns:a16="http://schemas.microsoft.com/office/drawing/2014/main" id="{B651DF9D-633F-A964-6405-1AABD5007CE0}"/>
                </a:ext>
              </a:extLst>
            </p:cNvPr>
            <p:cNvSpPr/>
            <p:nvPr/>
          </p:nvSpPr>
          <p:spPr>
            <a:xfrm>
              <a:off x="362947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8">
              <a:extLst>
                <a:ext uri="{FF2B5EF4-FFF2-40B4-BE49-F238E27FC236}">
                  <a16:creationId xmlns:a16="http://schemas.microsoft.com/office/drawing/2014/main" id="{CE3CA87D-59E0-EDB3-62E4-70526BADC0A0}"/>
                </a:ext>
              </a:extLst>
            </p:cNvPr>
            <p:cNvSpPr/>
            <p:nvPr/>
          </p:nvSpPr>
          <p:spPr>
            <a:xfrm>
              <a:off x="363891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39">
              <a:extLst>
                <a:ext uri="{FF2B5EF4-FFF2-40B4-BE49-F238E27FC236}">
                  <a16:creationId xmlns:a16="http://schemas.microsoft.com/office/drawing/2014/main" id="{21B00E9C-C444-1B50-ECDB-E58BD59CA136}"/>
                </a:ext>
              </a:extLst>
            </p:cNvPr>
            <p:cNvSpPr/>
            <p:nvPr/>
          </p:nvSpPr>
          <p:spPr>
            <a:xfrm>
              <a:off x="3657800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0">
              <a:extLst>
                <a:ext uri="{FF2B5EF4-FFF2-40B4-BE49-F238E27FC236}">
                  <a16:creationId xmlns:a16="http://schemas.microsoft.com/office/drawing/2014/main" id="{8DBBF793-7730-B6A5-68F4-FD59963A4370}"/>
                </a:ext>
              </a:extLst>
            </p:cNvPr>
            <p:cNvSpPr/>
            <p:nvPr/>
          </p:nvSpPr>
          <p:spPr>
            <a:xfrm>
              <a:off x="3667240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1">
              <a:extLst>
                <a:ext uri="{FF2B5EF4-FFF2-40B4-BE49-F238E27FC236}">
                  <a16:creationId xmlns:a16="http://schemas.microsoft.com/office/drawing/2014/main" id="{8A2BFA16-4B76-9BA7-05F3-C1BC73FF8463}"/>
                </a:ext>
              </a:extLst>
            </p:cNvPr>
            <p:cNvSpPr/>
            <p:nvPr/>
          </p:nvSpPr>
          <p:spPr>
            <a:xfrm>
              <a:off x="3676680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2">
              <a:extLst>
                <a:ext uri="{FF2B5EF4-FFF2-40B4-BE49-F238E27FC236}">
                  <a16:creationId xmlns:a16="http://schemas.microsoft.com/office/drawing/2014/main" id="{30776974-0795-C79F-72EA-4E36B2C2F2DD}"/>
                </a:ext>
              </a:extLst>
            </p:cNvPr>
            <p:cNvSpPr/>
            <p:nvPr/>
          </p:nvSpPr>
          <p:spPr>
            <a:xfrm>
              <a:off x="3686121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3">
              <a:extLst>
                <a:ext uri="{FF2B5EF4-FFF2-40B4-BE49-F238E27FC236}">
                  <a16:creationId xmlns:a16="http://schemas.microsoft.com/office/drawing/2014/main" id="{DDD8EB20-314E-9F6A-4FA4-F8D16101A169}"/>
                </a:ext>
              </a:extLst>
            </p:cNvPr>
            <p:cNvSpPr/>
            <p:nvPr/>
          </p:nvSpPr>
          <p:spPr>
            <a:xfrm>
              <a:off x="3686121" y="709499"/>
              <a:ext cx="917562" cy="914400"/>
            </a:xfrm>
            <a:custGeom>
              <a:avLst/>
              <a:gdLst/>
              <a:ahLst/>
              <a:cxnLst/>
              <a:rect l="0" t="0" r="0" b="0"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4">
              <a:extLst>
                <a:ext uri="{FF2B5EF4-FFF2-40B4-BE49-F238E27FC236}">
                  <a16:creationId xmlns:a16="http://schemas.microsoft.com/office/drawing/2014/main" id="{EC84D435-79E5-4E51-EEAD-1ADEBDEE574B}"/>
                </a:ext>
              </a:extLst>
            </p:cNvPr>
            <p:cNvSpPr/>
            <p:nvPr/>
          </p:nvSpPr>
          <p:spPr>
            <a:xfrm>
              <a:off x="3317951" y="67436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5">
              <a:extLst>
                <a:ext uri="{FF2B5EF4-FFF2-40B4-BE49-F238E27FC236}">
                  <a16:creationId xmlns:a16="http://schemas.microsoft.com/office/drawing/2014/main" id="{200358F4-C86B-C7A0-F182-99F7A15A665F}"/>
                </a:ext>
              </a:extLst>
            </p:cNvPr>
            <p:cNvSpPr/>
            <p:nvPr/>
          </p:nvSpPr>
          <p:spPr>
            <a:xfrm>
              <a:off x="331795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6">
              <a:extLst>
                <a:ext uri="{FF2B5EF4-FFF2-40B4-BE49-F238E27FC236}">
                  <a16:creationId xmlns:a16="http://schemas.microsoft.com/office/drawing/2014/main" id="{5A644405-98B5-1BEF-C4A9-CC5A6966968B}"/>
                </a:ext>
              </a:extLst>
            </p:cNvPr>
            <p:cNvSpPr/>
            <p:nvPr/>
          </p:nvSpPr>
          <p:spPr>
            <a:xfrm>
              <a:off x="332739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7">
              <a:extLst>
                <a:ext uri="{FF2B5EF4-FFF2-40B4-BE49-F238E27FC236}">
                  <a16:creationId xmlns:a16="http://schemas.microsoft.com/office/drawing/2014/main" id="{5A0C21C1-8C7C-0788-19F5-E4849577E263}"/>
                </a:ext>
              </a:extLst>
            </p:cNvPr>
            <p:cNvSpPr/>
            <p:nvPr/>
          </p:nvSpPr>
          <p:spPr>
            <a:xfrm>
              <a:off x="333683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8">
              <a:extLst>
                <a:ext uri="{FF2B5EF4-FFF2-40B4-BE49-F238E27FC236}">
                  <a16:creationId xmlns:a16="http://schemas.microsoft.com/office/drawing/2014/main" id="{A84E2F4A-D71F-0952-FEBD-8D777C82F11B}"/>
                </a:ext>
              </a:extLst>
            </p:cNvPr>
            <p:cNvSpPr/>
            <p:nvPr/>
          </p:nvSpPr>
          <p:spPr>
            <a:xfrm>
              <a:off x="334627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49">
              <a:extLst>
                <a:ext uri="{FF2B5EF4-FFF2-40B4-BE49-F238E27FC236}">
                  <a16:creationId xmlns:a16="http://schemas.microsoft.com/office/drawing/2014/main" id="{EDD72DAB-2529-87B6-35EC-139F137C993F}"/>
                </a:ext>
              </a:extLst>
            </p:cNvPr>
            <p:cNvSpPr/>
            <p:nvPr/>
          </p:nvSpPr>
          <p:spPr>
            <a:xfrm>
              <a:off x="335571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0">
              <a:extLst>
                <a:ext uri="{FF2B5EF4-FFF2-40B4-BE49-F238E27FC236}">
                  <a16:creationId xmlns:a16="http://schemas.microsoft.com/office/drawing/2014/main" id="{D5004E12-B2A7-1E2D-A38F-20CA4BEFC5E0}"/>
                </a:ext>
              </a:extLst>
            </p:cNvPr>
            <p:cNvSpPr/>
            <p:nvPr/>
          </p:nvSpPr>
          <p:spPr>
            <a:xfrm>
              <a:off x="336515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1">
              <a:extLst>
                <a:ext uri="{FF2B5EF4-FFF2-40B4-BE49-F238E27FC236}">
                  <a16:creationId xmlns:a16="http://schemas.microsoft.com/office/drawing/2014/main" id="{1636279C-CE43-41C8-938C-F097800EC543}"/>
                </a:ext>
              </a:extLst>
            </p:cNvPr>
            <p:cNvSpPr/>
            <p:nvPr/>
          </p:nvSpPr>
          <p:spPr>
            <a:xfrm>
              <a:off x="337459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2">
              <a:extLst>
                <a:ext uri="{FF2B5EF4-FFF2-40B4-BE49-F238E27FC236}">
                  <a16:creationId xmlns:a16="http://schemas.microsoft.com/office/drawing/2014/main" id="{587B8503-F954-6F12-38AD-18B0E7CACA3A}"/>
                </a:ext>
              </a:extLst>
            </p:cNvPr>
            <p:cNvSpPr/>
            <p:nvPr/>
          </p:nvSpPr>
          <p:spPr>
            <a:xfrm>
              <a:off x="338403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3">
              <a:extLst>
                <a:ext uri="{FF2B5EF4-FFF2-40B4-BE49-F238E27FC236}">
                  <a16:creationId xmlns:a16="http://schemas.microsoft.com/office/drawing/2014/main" id="{0525850F-F0E1-06CD-1EC4-F02BAF28FADD}"/>
                </a:ext>
              </a:extLst>
            </p:cNvPr>
            <p:cNvSpPr/>
            <p:nvPr/>
          </p:nvSpPr>
          <p:spPr>
            <a:xfrm>
              <a:off x="339347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4">
              <a:extLst>
                <a:ext uri="{FF2B5EF4-FFF2-40B4-BE49-F238E27FC236}">
                  <a16:creationId xmlns:a16="http://schemas.microsoft.com/office/drawing/2014/main" id="{ED7CD69B-15C8-8B17-523A-DB2EDA02F61A}"/>
                </a:ext>
              </a:extLst>
            </p:cNvPr>
            <p:cNvSpPr/>
            <p:nvPr/>
          </p:nvSpPr>
          <p:spPr>
            <a:xfrm>
              <a:off x="340291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5">
              <a:extLst>
                <a:ext uri="{FF2B5EF4-FFF2-40B4-BE49-F238E27FC236}">
                  <a16:creationId xmlns:a16="http://schemas.microsoft.com/office/drawing/2014/main" id="{4F392B34-9FBC-FC72-B35A-0F7DB2AD0226}"/>
                </a:ext>
              </a:extLst>
            </p:cNvPr>
            <p:cNvSpPr/>
            <p:nvPr/>
          </p:nvSpPr>
          <p:spPr>
            <a:xfrm>
              <a:off x="341235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6">
              <a:extLst>
                <a:ext uri="{FF2B5EF4-FFF2-40B4-BE49-F238E27FC236}">
                  <a16:creationId xmlns:a16="http://schemas.microsoft.com/office/drawing/2014/main" id="{E6C692A8-0731-D7FB-9A1E-78907592BC8B}"/>
                </a:ext>
              </a:extLst>
            </p:cNvPr>
            <p:cNvSpPr/>
            <p:nvPr/>
          </p:nvSpPr>
          <p:spPr>
            <a:xfrm>
              <a:off x="342179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7">
              <a:extLst>
                <a:ext uri="{FF2B5EF4-FFF2-40B4-BE49-F238E27FC236}">
                  <a16:creationId xmlns:a16="http://schemas.microsoft.com/office/drawing/2014/main" id="{A6CB665B-EC43-CECE-62A0-66B8F2E590F3}"/>
                </a:ext>
              </a:extLst>
            </p:cNvPr>
            <p:cNvSpPr/>
            <p:nvPr/>
          </p:nvSpPr>
          <p:spPr>
            <a:xfrm>
              <a:off x="343123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8">
              <a:extLst>
                <a:ext uri="{FF2B5EF4-FFF2-40B4-BE49-F238E27FC236}">
                  <a16:creationId xmlns:a16="http://schemas.microsoft.com/office/drawing/2014/main" id="{EF78BB17-AED9-5897-53F1-B1FAB77D7337}"/>
                </a:ext>
              </a:extLst>
            </p:cNvPr>
            <p:cNvSpPr/>
            <p:nvPr/>
          </p:nvSpPr>
          <p:spPr>
            <a:xfrm>
              <a:off x="344067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59">
              <a:extLst>
                <a:ext uri="{FF2B5EF4-FFF2-40B4-BE49-F238E27FC236}">
                  <a16:creationId xmlns:a16="http://schemas.microsoft.com/office/drawing/2014/main" id="{694653C1-1267-C3CE-BED7-001AD59C0015}"/>
                </a:ext>
              </a:extLst>
            </p:cNvPr>
            <p:cNvSpPr/>
            <p:nvPr/>
          </p:nvSpPr>
          <p:spPr>
            <a:xfrm>
              <a:off x="345011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0">
              <a:extLst>
                <a:ext uri="{FF2B5EF4-FFF2-40B4-BE49-F238E27FC236}">
                  <a16:creationId xmlns:a16="http://schemas.microsoft.com/office/drawing/2014/main" id="{BC94529E-5DBD-B654-5AE3-CD08DD0A2A55}"/>
                </a:ext>
              </a:extLst>
            </p:cNvPr>
            <p:cNvSpPr/>
            <p:nvPr/>
          </p:nvSpPr>
          <p:spPr>
            <a:xfrm>
              <a:off x="345955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1">
              <a:extLst>
                <a:ext uri="{FF2B5EF4-FFF2-40B4-BE49-F238E27FC236}">
                  <a16:creationId xmlns:a16="http://schemas.microsoft.com/office/drawing/2014/main" id="{6042EEC4-C02A-8117-26F5-A3DF36259EE0}"/>
                </a:ext>
              </a:extLst>
            </p:cNvPr>
            <p:cNvSpPr/>
            <p:nvPr/>
          </p:nvSpPr>
          <p:spPr>
            <a:xfrm>
              <a:off x="346899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2">
              <a:extLst>
                <a:ext uri="{FF2B5EF4-FFF2-40B4-BE49-F238E27FC236}">
                  <a16:creationId xmlns:a16="http://schemas.microsoft.com/office/drawing/2014/main" id="{42329F40-E90F-F61C-5EF4-8D30786D114A}"/>
                </a:ext>
              </a:extLst>
            </p:cNvPr>
            <p:cNvSpPr/>
            <p:nvPr/>
          </p:nvSpPr>
          <p:spPr>
            <a:xfrm>
              <a:off x="347843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3">
              <a:extLst>
                <a:ext uri="{FF2B5EF4-FFF2-40B4-BE49-F238E27FC236}">
                  <a16:creationId xmlns:a16="http://schemas.microsoft.com/office/drawing/2014/main" id="{9828EA37-72F2-DABE-9E93-EF87CFEA3B5D}"/>
                </a:ext>
              </a:extLst>
            </p:cNvPr>
            <p:cNvSpPr/>
            <p:nvPr/>
          </p:nvSpPr>
          <p:spPr>
            <a:xfrm>
              <a:off x="348787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4">
              <a:extLst>
                <a:ext uri="{FF2B5EF4-FFF2-40B4-BE49-F238E27FC236}">
                  <a16:creationId xmlns:a16="http://schemas.microsoft.com/office/drawing/2014/main" id="{4634690C-4412-4567-9D33-91494EC0BBAC}"/>
                </a:ext>
              </a:extLst>
            </p:cNvPr>
            <p:cNvSpPr/>
            <p:nvPr/>
          </p:nvSpPr>
          <p:spPr>
            <a:xfrm>
              <a:off x="349731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5">
              <a:extLst>
                <a:ext uri="{FF2B5EF4-FFF2-40B4-BE49-F238E27FC236}">
                  <a16:creationId xmlns:a16="http://schemas.microsoft.com/office/drawing/2014/main" id="{2B32685E-1A4C-4911-709C-E857677B9A7C}"/>
                </a:ext>
              </a:extLst>
            </p:cNvPr>
            <p:cNvSpPr/>
            <p:nvPr/>
          </p:nvSpPr>
          <p:spPr>
            <a:xfrm>
              <a:off x="350675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6">
              <a:extLst>
                <a:ext uri="{FF2B5EF4-FFF2-40B4-BE49-F238E27FC236}">
                  <a16:creationId xmlns:a16="http://schemas.microsoft.com/office/drawing/2014/main" id="{8F7A91CC-4413-65B9-157C-C3D253C413A1}"/>
                </a:ext>
              </a:extLst>
            </p:cNvPr>
            <p:cNvSpPr/>
            <p:nvPr/>
          </p:nvSpPr>
          <p:spPr>
            <a:xfrm>
              <a:off x="351619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7">
              <a:extLst>
                <a:ext uri="{FF2B5EF4-FFF2-40B4-BE49-F238E27FC236}">
                  <a16:creationId xmlns:a16="http://schemas.microsoft.com/office/drawing/2014/main" id="{CA4ACA04-E3FA-299E-3A56-367495453137}"/>
                </a:ext>
              </a:extLst>
            </p:cNvPr>
            <p:cNvSpPr/>
            <p:nvPr/>
          </p:nvSpPr>
          <p:spPr>
            <a:xfrm>
              <a:off x="352563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8">
              <a:extLst>
                <a:ext uri="{FF2B5EF4-FFF2-40B4-BE49-F238E27FC236}">
                  <a16:creationId xmlns:a16="http://schemas.microsoft.com/office/drawing/2014/main" id="{7FC2999F-D03E-462A-0372-D63F82CB04BF}"/>
                </a:ext>
              </a:extLst>
            </p:cNvPr>
            <p:cNvSpPr/>
            <p:nvPr/>
          </p:nvSpPr>
          <p:spPr>
            <a:xfrm>
              <a:off x="353507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69">
              <a:extLst>
                <a:ext uri="{FF2B5EF4-FFF2-40B4-BE49-F238E27FC236}">
                  <a16:creationId xmlns:a16="http://schemas.microsoft.com/office/drawing/2014/main" id="{F574801C-5610-AA45-F8F9-A312A4824469}"/>
                </a:ext>
              </a:extLst>
            </p:cNvPr>
            <p:cNvSpPr/>
            <p:nvPr/>
          </p:nvSpPr>
          <p:spPr>
            <a:xfrm>
              <a:off x="354451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0">
              <a:extLst>
                <a:ext uri="{FF2B5EF4-FFF2-40B4-BE49-F238E27FC236}">
                  <a16:creationId xmlns:a16="http://schemas.microsoft.com/office/drawing/2014/main" id="{E113FDEF-DA24-4CB2-9AF9-FCD30107276A}"/>
                </a:ext>
              </a:extLst>
            </p:cNvPr>
            <p:cNvSpPr/>
            <p:nvPr/>
          </p:nvSpPr>
          <p:spPr>
            <a:xfrm>
              <a:off x="355395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1">
              <a:extLst>
                <a:ext uri="{FF2B5EF4-FFF2-40B4-BE49-F238E27FC236}">
                  <a16:creationId xmlns:a16="http://schemas.microsoft.com/office/drawing/2014/main" id="{CC973DEB-CA86-706C-7F5D-777D93F23C9D}"/>
                </a:ext>
              </a:extLst>
            </p:cNvPr>
            <p:cNvSpPr/>
            <p:nvPr/>
          </p:nvSpPr>
          <p:spPr>
            <a:xfrm>
              <a:off x="3563398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2">
              <a:extLst>
                <a:ext uri="{FF2B5EF4-FFF2-40B4-BE49-F238E27FC236}">
                  <a16:creationId xmlns:a16="http://schemas.microsoft.com/office/drawing/2014/main" id="{F61C0EF3-EC9E-8D8F-8EC7-E4259409E50B}"/>
                </a:ext>
              </a:extLst>
            </p:cNvPr>
            <p:cNvSpPr/>
            <p:nvPr/>
          </p:nvSpPr>
          <p:spPr>
            <a:xfrm>
              <a:off x="3572838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3">
              <a:extLst>
                <a:ext uri="{FF2B5EF4-FFF2-40B4-BE49-F238E27FC236}">
                  <a16:creationId xmlns:a16="http://schemas.microsoft.com/office/drawing/2014/main" id="{912F89C0-687A-FBD7-7B42-17ABCD96D892}"/>
                </a:ext>
              </a:extLst>
            </p:cNvPr>
            <p:cNvSpPr/>
            <p:nvPr/>
          </p:nvSpPr>
          <p:spPr>
            <a:xfrm>
              <a:off x="3582278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4">
              <a:extLst>
                <a:ext uri="{FF2B5EF4-FFF2-40B4-BE49-F238E27FC236}">
                  <a16:creationId xmlns:a16="http://schemas.microsoft.com/office/drawing/2014/main" id="{BA03BA5A-A886-8E5A-D31C-E3EE6251BF11}"/>
                </a:ext>
              </a:extLst>
            </p:cNvPr>
            <p:cNvSpPr/>
            <p:nvPr/>
          </p:nvSpPr>
          <p:spPr>
            <a:xfrm>
              <a:off x="3591718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5">
              <a:extLst>
                <a:ext uri="{FF2B5EF4-FFF2-40B4-BE49-F238E27FC236}">
                  <a16:creationId xmlns:a16="http://schemas.microsoft.com/office/drawing/2014/main" id="{E2E8218F-83AB-E45F-7E03-5F4BBD963861}"/>
                </a:ext>
              </a:extLst>
            </p:cNvPr>
            <p:cNvSpPr/>
            <p:nvPr/>
          </p:nvSpPr>
          <p:spPr>
            <a:xfrm>
              <a:off x="360115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6">
              <a:extLst>
                <a:ext uri="{FF2B5EF4-FFF2-40B4-BE49-F238E27FC236}">
                  <a16:creationId xmlns:a16="http://schemas.microsoft.com/office/drawing/2014/main" id="{CA814B4D-EAEF-341E-143C-C75C831334BF}"/>
                </a:ext>
              </a:extLst>
            </p:cNvPr>
            <p:cNvSpPr/>
            <p:nvPr/>
          </p:nvSpPr>
          <p:spPr>
            <a:xfrm>
              <a:off x="361059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7">
              <a:extLst>
                <a:ext uri="{FF2B5EF4-FFF2-40B4-BE49-F238E27FC236}">
                  <a16:creationId xmlns:a16="http://schemas.microsoft.com/office/drawing/2014/main" id="{C065D872-8C62-AE7B-52AD-E5047C19618E}"/>
                </a:ext>
              </a:extLst>
            </p:cNvPr>
            <p:cNvSpPr/>
            <p:nvPr/>
          </p:nvSpPr>
          <p:spPr>
            <a:xfrm>
              <a:off x="362003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8">
              <a:extLst>
                <a:ext uri="{FF2B5EF4-FFF2-40B4-BE49-F238E27FC236}">
                  <a16:creationId xmlns:a16="http://schemas.microsoft.com/office/drawing/2014/main" id="{C80F9EC5-740B-A854-8523-52D6098FF504}"/>
                </a:ext>
              </a:extLst>
            </p:cNvPr>
            <p:cNvSpPr/>
            <p:nvPr/>
          </p:nvSpPr>
          <p:spPr>
            <a:xfrm>
              <a:off x="362947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79">
              <a:extLst>
                <a:ext uri="{FF2B5EF4-FFF2-40B4-BE49-F238E27FC236}">
                  <a16:creationId xmlns:a16="http://schemas.microsoft.com/office/drawing/2014/main" id="{D9F3C491-FF78-C37D-D620-185730684B8C}"/>
                </a:ext>
              </a:extLst>
            </p:cNvPr>
            <p:cNvSpPr/>
            <p:nvPr/>
          </p:nvSpPr>
          <p:spPr>
            <a:xfrm>
              <a:off x="3648360" y="6919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0">
              <a:extLst>
                <a:ext uri="{FF2B5EF4-FFF2-40B4-BE49-F238E27FC236}">
                  <a16:creationId xmlns:a16="http://schemas.microsoft.com/office/drawing/2014/main" id="{8F09CC84-FBE0-D087-DAED-FA8F53E059B1}"/>
                </a:ext>
              </a:extLst>
            </p:cNvPr>
            <p:cNvSpPr/>
            <p:nvPr/>
          </p:nvSpPr>
          <p:spPr>
            <a:xfrm>
              <a:off x="3648360" y="691930"/>
              <a:ext cx="921635" cy="914400"/>
            </a:xfrm>
            <a:custGeom>
              <a:avLst/>
              <a:gdLst/>
              <a:ahLst/>
              <a:cxnLst/>
              <a:rect l="0" t="0" r="0" b="0"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1">
              <a:extLst>
                <a:ext uri="{FF2B5EF4-FFF2-40B4-BE49-F238E27FC236}">
                  <a16:creationId xmlns:a16="http://schemas.microsoft.com/office/drawing/2014/main" id="{CC79C9A3-3187-A5BF-9E60-E3D07480DB91}"/>
                </a:ext>
              </a:extLst>
            </p:cNvPr>
            <p:cNvSpPr/>
            <p:nvPr/>
          </p:nvSpPr>
          <p:spPr>
            <a:xfrm>
              <a:off x="3760442" y="1793312"/>
              <a:ext cx="930016" cy="1227704"/>
            </a:xfrm>
            <a:custGeom>
              <a:avLst/>
              <a:gdLst/>
              <a:ahLst/>
              <a:cxnLst/>
              <a:rect l="0" t="0" r="0" b="0"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2">
              <a:extLst>
                <a:ext uri="{FF2B5EF4-FFF2-40B4-BE49-F238E27FC236}">
                  <a16:creationId xmlns:a16="http://schemas.microsoft.com/office/drawing/2014/main" id="{1124F52F-A9D4-A1B9-3E21-1A2F667B6D5C}"/>
                </a:ext>
              </a:extLst>
            </p:cNvPr>
            <p:cNvSpPr/>
            <p:nvPr/>
          </p:nvSpPr>
          <p:spPr>
            <a:xfrm>
              <a:off x="3285296" y="2345679"/>
              <a:ext cx="1035334" cy="914400"/>
            </a:xfrm>
            <a:custGeom>
              <a:avLst/>
              <a:gdLst/>
              <a:ahLst/>
              <a:cxnLst/>
              <a:rect l="0" t="0" r="0" b="0"/>
              <a:pathLst>
                <a:path w="1035334" h="914400">
                  <a:moveTo>
                    <a:pt x="914400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3">
              <a:extLst>
                <a:ext uri="{FF2B5EF4-FFF2-40B4-BE49-F238E27FC236}">
                  <a16:creationId xmlns:a16="http://schemas.microsoft.com/office/drawing/2014/main" id="{01F05208-3664-262B-E070-2ED8CA06D4D8}"/>
                </a:ext>
              </a:extLst>
            </p:cNvPr>
            <p:cNvSpPr/>
            <p:nvPr/>
          </p:nvSpPr>
          <p:spPr>
            <a:xfrm>
              <a:off x="2340055" y="1407686"/>
              <a:ext cx="2334160" cy="2166470"/>
            </a:xfrm>
            <a:custGeom>
              <a:avLst/>
              <a:gdLst/>
              <a:ahLst/>
              <a:cxnLst/>
              <a:rect l="0" t="0" r="0" b="0"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4">
              <a:extLst>
                <a:ext uri="{FF2B5EF4-FFF2-40B4-BE49-F238E27FC236}">
                  <a16:creationId xmlns:a16="http://schemas.microsoft.com/office/drawing/2014/main" id="{7A092651-56F1-BF15-8518-26F039070E49}"/>
                </a:ext>
              </a:extLst>
            </p:cNvPr>
            <p:cNvSpPr/>
            <p:nvPr/>
          </p:nvSpPr>
          <p:spPr>
            <a:xfrm>
              <a:off x="3787749" y="1776394"/>
              <a:ext cx="950851" cy="914400"/>
            </a:xfrm>
            <a:custGeom>
              <a:avLst/>
              <a:gdLst/>
              <a:ahLst/>
              <a:cxnLst/>
              <a:rect l="0" t="0" r="0" b="0"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5">
              <a:extLst>
                <a:ext uri="{FF2B5EF4-FFF2-40B4-BE49-F238E27FC236}">
                  <a16:creationId xmlns:a16="http://schemas.microsoft.com/office/drawing/2014/main" id="{D0F6AE36-A72E-8F9B-BD3D-3B32C89DC6CE}"/>
                </a:ext>
              </a:extLst>
            </p:cNvPr>
            <p:cNvSpPr/>
            <p:nvPr/>
          </p:nvSpPr>
          <p:spPr>
            <a:xfrm>
              <a:off x="3643029" y="1369012"/>
              <a:ext cx="935861" cy="914400"/>
            </a:xfrm>
            <a:custGeom>
              <a:avLst/>
              <a:gdLst/>
              <a:ahLst/>
              <a:cxnLst/>
              <a:rect l="0" t="0" r="0" b="0"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6">
              <a:extLst>
                <a:ext uri="{FF2B5EF4-FFF2-40B4-BE49-F238E27FC236}">
                  <a16:creationId xmlns:a16="http://schemas.microsoft.com/office/drawing/2014/main" id="{BF176ADF-B3A7-45A7-BDB4-2CED12617CC8}"/>
                </a:ext>
              </a:extLst>
            </p:cNvPr>
            <p:cNvSpPr/>
            <p:nvPr/>
          </p:nvSpPr>
          <p:spPr>
            <a:xfrm>
              <a:off x="3680495" y="1222242"/>
              <a:ext cx="938590" cy="914399"/>
            </a:xfrm>
            <a:custGeom>
              <a:avLst/>
              <a:gdLst/>
              <a:ahLst/>
              <a:cxnLst/>
              <a:rect l="0" t="0" r="0" b="0"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7">
              <a:extLst>
                <a:ext uri="{FF2B5EF4-FFF2-40B4-BE49-F238E27FC236}">
                  <a16:creationId xmlns:a16="http://schemas.microsoft.com/office/drawing/2014/main" id="{192A3B7F-DA85-2F25-182B-6CEC0D803CA1}"/>
                </a:ext>
              </a:extLst>
            </p:cNvPr>
            <p:cNvSpPr/>
            <p:nvPr/>
          </p:nvSpPr>
          <p:spPr>
            <a:xfrm>
              <a:off x="3936138" y="2980371"/>
              <a:ext cx="928689" cy="915639"/>
            </a:xfrm>
            <a:custGeom>
              <a:avLst/>
              <a:gdLst/>
              <a:ahLst/>
              <a:cxnLst/>
              <a:rect l="0" t="0" r="0" b="0"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8">
              <a:extLst>
                <a:ext uri="{FF2B5EF4-FFF2-40B4-BE49-F238E27FC236}">
                  <a16:creationId xmlns:a16="http://schemas.microsoft.com/office/drawing/2014/main" id="{67E087A3-8D63-D0F1-62EC-BA626B0D8E5B}"/>
                </a:ext>
              </a:extLst>
            </p:cNvPr>
            <p:cNvSpPr/>
            <p:nvPr/>
          </p:nvSpPr>
          <p:spPr>
            <a:xfrm>
              <a:off x="2952730" y="3126437"/>
              <a:ext cx="1912096" cy="920834"/>
            </a:xfrm>
            <a:custGeom>
              <a:avLst/>
              <a:gdLst/>
              <a:ahLst/>
              <a:cxnLst/>
              <a:rect l="0" t="0" r="0" b="0"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89">
              <a:extLst>
                <a:ext uri="{FF2B5EF4-FFF2-40B4-BE49-F238E27FC236}">
                  <a16:creationId xmlns:a16="http://schemas.microsoft.com/office/drawing/2014/main" id="{CF898FFC-D5D5-4C86-A686-463650E7986B}"/>
                </a:ext>
              </a:extLst>
            </p:cNvPr>
            <p:cNvSpPr/>
            <p:nvPr/>
          </p:nvSpPr>
          <p:spPr>
            <a:xfrm>
              <a:off x="2499396" y="711003"/>
              <a:ext cx="966136" cy="1884401"/>
            </a:xfrm>
            <a:custGeom>
              <a:avLst/>
              <a:gdLst/>
              <a:ahLst/>
              <a:cxnLst/>
              <a:rect l="0" t="0" r="0" b="0"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0">
              <a:extLst>
                <a:ext uri="{FF2B5EF4-FFF2-40B4-BE49-F238E27FC236}">
                  <a16:creationId xmlns:a16="http://schemas.microsoft.com/office/drawing/2014/main" id="{480844FC-2686-A3BC-B679-5C92DE98EEC8}"/>
                </a:ext>
              </a:extLst>
            </p:cNvPr>
            <p:cNvSpPr/>
            <p:nvPr/>
          </p:nvSpPr>
          <p:spPr>
            <a:xfrm>
              <a:off x="1855358" y="3132768"/>
              <a:ext cx="1322376" cy="914502"/>
            </a:xfrm>
            <a:custGeom>
              <a:avLst/>
              <a:gdLst/>
              <a:ahLst/>
              <a:cxnLst/>
              <a:rect l="0" t="0" r="0" b="0"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1">
              <a:extLst>
                <a:ext uri="{FF2B5EF4-FFF2-40B4-BE49-F238E27FC236}">
                  <a16:creationId xmlns:a16="http://schemas.microsoft.com/office/drawing/2014/main" id="{941B24C1-A3E2-C5AA-9CA8-51111015B216}"/>
                </a:ext>
              </a:extLst>
            </p:cNvPr>
            <p:cNvSpPr/>
            <p:nvPr/>
          </p:nvSpPr>
          <p:spPr>
            <a:xfrm>
              <a:off x="2270876" y="3129645"/>
              <a:ext cx="922329" cy="917625"/>
            </a:xfrm>
            <a:custGeom>
              <a:avLst/>
              <a:gdLst/>
              <a:ahLst/>
              <a:cxnLst/>
              <a:rect l="0" t="0" r="0" b="0"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2">
              <a:extLst>
                <a:ext uri="{FF2B5EF4-FFF2-40B4-BE49-F238E27FC236}">
                  <a16:creationId xmlns:a16="http://schemas.microsoft.com/office/drawing/2014/main" id="{CA56BB01-A820-6181-6F28-53D308238BB6}"/>
                </a:ext>
              </a:extLst>
            </p:cNvPr>
            <p:cNvSpPr/>
            <p:nvPr/>
          </p:nvSpPr>
          <p:spPr>
            <a:xfrm>
              <a:off x="2383458" y="3092978"/>
              <a:ext cx="1315922" cy="954292"/>
            </a:xfrm>
            <a:custGeom>
              <a:avLst/>
              <a:gdLst/>
              <a:ahLst/>
              <a:cxnLst/>
              <a:rect l="0" t="0" r="0" b="0"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3">
              <a:extLst>
                <a:ext uri="{FF2B5EF4-FFF2-40B4-BE49-F238E27FC236}">
                  <a16:creationId xmlns:a16="http://schemas.microsoft.com/office/drawing/2014/main" id="{9B9EC13F-9E3C-2C8B-0269-514058FA770C}"/>
                </a:ext>
              </a:extLst>
            </p:cNvPr>
            <p:cNvSpPr/>
            <p:nvPr/>
          </p:nvSpPr>
          <p:spPr>
            <a:xfrm>
              <a:off x="2767410" y="3022030"/>
              <a:ext cx="914400" cy="938850"/>
            </a:xfrm>
            <a:custGeom>
              <a:avLst/>
              <a:gdLst/>
              <a:ahLst/>
              <a:cxnLst/>
              <a:rect l="0" t="0" r="0" b="0"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4">
              <a:extLst>
                <a:ext uri="{FF2B5EF4-FFF2-40B4-BE49-F238E27FC236}">
                  <a16:creationId xmlns:a16="http://schemas.microsoft.com/office/drawing/2014/main" id="{F444C26E-1FCC-77C3-CFFE-418485790E85}"/>
                </a:ext>
              </a:extLst>
            </p:cNvPr>
            <p:cNvSpPr/>
            <p:nvPr/>
          </p:nvSpPr>
          <p:spPr>
            <a:xfrm>
              <a:off x="2793518" y="3120122"/>
              <a:ext cx="959190" cy="927148"/>
            </a:xfrm>
            <a:custGeom>
              <a:avLst/>
              <a:gdLst/>
              <a:ahLst/>
              <a:cxnLst/>
              <a:rect l="0" t="0" r="0" b="0"/>
              <a:pathLst>
                <a:path w="959190" h="927148">
                  <a:moveTo>
                    <a:pt x="914400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5">
              <a:extLst>
                <a:ext uri="{FF2B5EF4-FFF2-40B4-BE49-F238E27FC236}">
                  <a16:creationId xmlns:a16="http://schemas.microsoft.com/office/drawing/2014/main" id="{FB1324CA-9CBE-2326-1FED-7CB4B0B7651F}"/>
                </a:ext>
              </a:extLst>
            </p:cNvPr>
            <p:cNvSpPr/>
            <p:nvPr/>
          </p:nvSpPr>
          <p:spPr>
            <a:xfrm>
              <a:off x="2275596" y="2986685"/>
              <a:ext cx="943384" cy="914400"/>
            </a:xfrm>
            <a:custGeom>
              <a:avLst/>
              <a:gdLst/>
              <a:ahLst/>
              <a:cxnLst/>
              <a:rect l="0" t="0" r="0" b="0"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6">
              <a:extLst>
                <a:ext uri="{FF2B5EF4-FFF2-40B4-BE49-F238E27FC236}">
                  <a16:creationId xmlns:a16="http://schemas.microsoft.com/office/drawing/2014/main" id="{B74E35F2-DBD9-8F01-A4DE-E885CB554604}"/>
                </a:ext>
              </a:extLst>
            </p:cNvPr>
            <p:cNvSpPr/>
            <p:nvPr/>
          </p:nvSpPr>
          <p:spPr>
            <a:xfrm>
              <a:off x="1738516" y="2863319"/>
              <a:ext cx="979522" cy="914400"/>
            </a:xfrm>
            <a:custGeom>
              <a:avLst/>
              <a:gdLst/>
              <a:ahLst/>
              <a:cxnLst/>
              <a:rect l="0" t="0" r="0" b="0"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7">
              <a:extLst>
                <a:ext uri="{FF2B5EF4-FFF2-40B4-BE49-F238E27FC236}">
                  <a16:creationId xmlns:a16="http://schemas.microsoft.com/office/drawing/2014/main" id="{5389000C-7D1D-CDC3-9167-70CF1155CBAD}"/>
                </a:ext>
              </a:extLst>
            </p:cNvPr>
            <p:cNvSpPr/>
            <p:nvPr/>
          </p:nvSpPr>
          <p:spPr>
            <a:xfrm>
              <a:off x="1788410" y="2891046"/>
              <a:ext cx="921756" cy="914399"/>
            </a:xfrm>
            <a:custGeom>
              <a:avLst/>
              <a:gdLst/>
              <a:ahLst/>
              <a:cxnLst/>
              <a:rect l="0" t="0" r="0" b="0"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8">
              <a:extLst>
                <a:ext uri="{FF2B5EF4-FFF2-40B4-BE49-F238E27FC236}">
                  <a16:creationId xmlns:a16="http://schemas.microsoft.com/office/drawing/2014/main" id="{8AB975E6-7364-1F97-A134-547361DDCED8}"/>
                </a:ext>
              </a:extLst>
            </p:cNvPr>
            <p:cNvSpPr/>
            <p:nvPr/>
          </p:nvSpPr>
          <p:spPr>
            <a:xfrm>
              <a:off x="3950427" y="901131"/>
              <a:ext cx="914400" cy="1009042"/>
            </a:xfrm>
            <a:custGeom>
              <a:avLst/>
              <a:gdLst/>
              <a:ahLst/>
              <a:cxnLst/>
              <a:rect l="0" t="0" r="0" b="0"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099">
              <a:extLst>
                <a:ext uri="{FF2B5EF4-FFF2-40B4-BE49-F238E27FC236}">
                  <a16:creationId xmlns:a16="http://schemas.microsoft.com/office/drawing/2014/main" id="{41B68F13-6145-CB34-04D8-B9FCBBAED717}"/>
                </a:ext>
              </a:extLst>
            </p:cNvPr>
            <p:cNvSpPr/>
            <p:nvPr/>
          </p:nvSpPr>
          <p:spPr>
            <a:xfrm>
              <a:off x="3887646" y="966605"/>
              <a:ext cx="914400" cy="924832"/>
            </a:xfrm>
            <a:custGeom>
              <a:avLst/>
              <a:gdLst/>
              <a:ahLst/>
              <a:cxnLst/>
              <a:rect l="0" t="0" r="0" b="0"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0">
              <a:extLst>
                <a:ext uri="{FF2B5EF4-FFF2-40B4-BE49-F238E27FC236}">
                  <a16:creationId xmlns:a16="http://schemas.microsoft.com/office/drawing/2014/main" id="{A36CACAB-6CAA-3228-B913-C41728AD98C8}"/>
                </a:ext>
              </a:extLst>
            </p:cNvPr>
            <p:cNvSpPr/>
            <p:nvPr/>
          </p:nvSpPr>
          <p:spPr>
            <a:xfrm>
              <a:off x="2547833" y="2540783"/>
              <a:ext cx="921424" cy="1234997"/>
            </a:xfrm>
            <a:custGeom>
              <a:avLst/>
              <a:gdLst/>
              <a:ahLst/>
              <a:cxnLst/>
              <a:rect l="0" t="0" r="0" b="0"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1">
              <a:extLst>
                <a:ext uri="{FF2B5EF4-FFF2-40B4-BE49-F238E27FC236}">
                  <a16:creationId xmlns:a16="http://schemas.microsoft.com/office/drawing/2014/main" id="{CF825D9D-9279-5FE1-9020-BD87B0E5AF5E}"/>
                </a:ext>
              </a:extLst>
            </p:cNvPr>
            <p:cNvSpPr/>
            <p:nvPr/>
          </p:nvSpPr>
          <p:spPr>
            <a:xfrm>
              <a:off x="2010458" y="2734135"/>
              <a:ext cx="1141187" cy="1029805"/>
            </a:xfrm>
            <a:custGeom>
              <a:avLst/>
              <a:gdLst/>
              <a:ahLst/>
              <a:cxnLst/>
              <a:rect l="0" t="0" r="0" b="0"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dirty="0"/>
            </a:p>
          </p:txBody>
        </p:sp>
        <p:sp>
          <p:nvSpPr>
            <p:cNvPr id="9103" name="ph9102">
              <a:extLst>
                <a:ext uri="{FF2B5EF4-FFF2-40B4-BE49-F238E27FC236}">
                  <a16:creationId xmlns:a16="http://schemas.microsoft.com/office/drawing/2014/main" id="{0BC2AB37-0C99-34B5-AC9C-B2ABC94649D0}"/>
                </a:ext>
              </a:extLst>
            </p:cNvPr>
            <p:cNvSpPr/>
            <p:nvPr/>
          </p:nvSpPr>
          <p:spPr>
            <a:xfrm>
              <a:off x="2192054" y="2585531"/>
              <a:ext cx="939401" cy="1093203"/>
            </a:xfrm>
            <a:custGeom>
              <a:avLst/>
              <a:gdLst/>
              <a:ahLst/>
              <a:cxnLst/>
              <a:rect l="0" t="0" r="0" b="0"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3">
              <a:extLst>
                <a:ext uri="{FF2B5EF4-FFF2-40B4-BE49-F238E27FC236}">
                  <a16:creationId xmlns:a16="http://schemas.microsoft.com/office/drawing/2014/main" id="{7B383B9B-A78E-C309-305C-E3B615F833DD}"/>
                </a:ext>
              </a:extLst>
            </p:cNvPr>
            <p:cNvSpPr/>
            <p:nvPr/>
          </p:nvSpPr>
          <p:spPr>
            <a:xfrm>
              <a:off x="2352833" y="2841356"/>
              <a:ext cx="957360" cy="984936"/>
            </a:xfrm>
            <a:custGeom>
              <a:avLst/>
              <a:gdLst/>
              <a:ahLst/>
              <a:cxnLst/>
              <a:rect l="0" t="0" r="0" b="0"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4">
              <a:extLst>
                <a:ext uri="{FF2B5EF4-FFF2-40B4-BE49-F238E27FC236}">
                  <a16:creationId xmlns:a16="http://schemas.microsoft.com/office/drawing/2014/main" id="{545E8A9E-FEE2-2AE4-E681-917175C36CAD}"/>
                </a:ext>
              </a:extLst>
            </p:cNvPr>
            <p:cNvSpPr/>
            <p:nvPr/>
          </p:nvSpPr>
          <p:spPr>
            <a:xfrm>
              <a:off x="2192607" y="2871057"/>
              <a:ext cx="963740" cy="914400"/>
            </a:xfrm>
            <a:custGeom>
              <a:avLst/>
              <a:gdLst/>
              <a:ahLst/>
              <a:cxnLst/>
              <a:rect l="0" t="0" r="0" b="0"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5">
              <a:extLst>
                <a:ext uri="{FF2B5EF4-FFF2-40B4-BE49-F238E27FC236}">
                  <a16:creationId xmlns:a16="http://schemas.microsoft.com/office/drawing/2014/main" id="{75E45BFB-3ADB-7ABA-6024-2889BE604130}"/>
                </a:ext>
              </a:extLst>
            </p:cNvPr>
            <p:cNvSpPr/>
            <p:nvPr/>
          </p:nvSpPr>
          <p:spPr>
            <a:xfrm>
              <a:off x="2536475" y="2798736"/>
              <a:ext cx="921609" cy="934920"/>
            </a:xfrm>
            <a:custGeom>
              <a:avLst/>
              <a:gdLst/>
              <a:ahLst/>
              <a:cxnLst/>
              <a:rect l="0" t="0" r="0" b="0"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6">
              <a:extLst>
                <a:ext uri="{FF2B5EF4-FFF2-40B4-BE49-F238E27FC236}">
                  <a16:creationId xmlns:a16="http://schemas.microsoft.com/office/drawing/2014/main" id="{D71AF5CA-99C0-9D9D-43BE-04CE2EB5D56E}"/>
                </a:ext>
              </a:extLst>
            </p:cNvPr>
            <p:cNvSpPr/>
            <p:nvPr/>
          </p:nvSpPr>
          <p:spPr>
            <a:xfrm>
              <a:off x="2547906" y="2586800"/>
              <a:ext cx="932174" cy="914399"/>
            </a:xfrm>
            <a:custGeom>
              <a:avLst/>
              <a:gdLst/>
              <a:ahLst/>
              <a:cxnLst/>
              <a:rect l="0" t="0" r="0" b="0"/>
              <a:pathLst>
                <a:path w="932174" h="914399">
                  <a:moveTo>
                    <a:pt x="914399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7">
              <a:extLst>
                <a:ext uri="{FF2B5EF4-FFF2-40B4-BE49-F238E27FC236}">
                  <a16:creationId xmlns:a16="http://schemas.microsoft.com/office/drawing/2014/main" id="{D937831A-60E0-9D7C-8A78-6E337179CE22}"/>
                </a:ext>
              </a:extLst>
            </p:cNvPr>
            <p:cNvSpPr/>
            <p:nvPr/>
          </p:nvSpPr>
          <p:spPr>
            <a:xfrm>
              <a:off x="2141165" y="2838697"/>
              <a:ext cx="930938" cy="914400"/>
            </a:xfrm>
            <a:custGeom>
              <a:avLst/>
              <a:gdLst/>
              <a:ahLst/>
              <a:cxnLst/>
              <a:rect l="0" t="0" r="0" b="0"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8">
              <a:extLst>
                <a:ext uri="{FF2B5EF4-FFF2-40B4-BE49-F238E27FC236}">
                  <a16:creationId xmlns:a16="http://schemas.microsoft.com/office/drawing/2014/main" id="{B2B4D84C-14A2-C148-DCAC-2BA45B8EA2E0}"/>
                </a:ext>
              </a:extLst>
            </p:cNvPr>
            <p:cNvSpPr/>
            <p:nvPr/>
          </p:nvSpPr>
          <p:spPr>
            <a:xfrm>
              <a:off x="2054285" y="2826292"/>
              <a:ext cx="934054" cy="914400"/>
            </a:xfrm>
            <a:custGeom>
              <a:avLst/>
              <a:gdLst/>
              <a:ahLst/>
              <a:cxnLst/>
              <a:rect l="0" t="0" r="0" b="0"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09">
              <a:extLst>
                <a:ext uri="{FF2B5EF4-FFF2-40B4-BE49-F238E27FC236}">
                  <a16:creationId xmlns:a16="http://schemas.microsoft.com/office/drawing/2014/main" id="{4CD7F89C-2AD6-1DEB-B4C2-76B38705BC90}"/>
                </a:ext>
              </a:extLst>
            </p:cNvPr>
            <p:cNvSpPr/>
            <p:nvPr/>
          </p:nvSpPr>
          <p:spPr>
            <a:xfrm>
              <a:off x="2173837" y="2512626"/>
              <a:ext cx="927878" cy="914400"/>
            </a:xfrm>
            <a:custGeom>
              <a:avLst/>
              <a:gdLst/>
              <a:ahLst/>
              <a:cxnLst/>
              <a:rect l="0" t="0" r="0" b="0"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0">
              <a:extLst>
                <a:ext uri="{FF2B5EF4-FFF2-40B4-BE49-F238E27FC236}">
                  <a16:creationId xmlns:a16="http://schemas.microsoft.com/office/drawing/2014/main" id="{0AD68674-87C0-9650-D1AA-8EEE34BB44E5}"/>
                </a:ext>
              </a:extLst>
            </p:cNvPr>
            <p:cNvSpPr/>
            <p:nvPr/>
          </p:nvSpPr>
          <p:spPr>
            <a:xfrm>
              <a:off x="2253341" y="1998178"/>
              <a:ext cx="945191" cy="914400"/>
            </a:xfrm>
            <a:custGeom>
              <a:avLst/>
              <a:gdLst/>
              <a:ahLst/>
              <a:cxnLst/>
              <a:rect l="0" t="0" r="0" b="0"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h9111">
              <a:extLst>
                <a:ext uri="{FF2B5EF4-FFF2-40B4-BE49-F238E27FC236}">
                  <a16:creationId xmlns:a16="http://schemas.microsoft.com/office/drawing/2014/main" id="{9C6E6FD2-6B9E-390A-9645-57491EEA82CA}"/>
                </a:ext>
              </a:extLst>
            </p:cNvPr>
            <p:cNvSpPr/>
            <p:nvPr/>
          </p:nvSpPr>
          <p:spPr>
            <a:xfrm>
              <a:off x="3015991" y="2779742"/>
              <a:ext cx="930699" cy="914400"/>
            </a:xfrm>
            <a:custGeom>
              <a:avLst/>
              <a:gdLst/>
              <a:ahLst/>
              <a:cxnLst/>
              <a:rect l="0" t="0" r="0" b="0"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2">
              <a:extLst>
                <a:ext uri="{FF2B5EF4-FFF2-40B4-BE49-F238E27FC236}">
                  <a16:creationId xmlns:a16="http://schemas.microsoft.com/office/drawing/2014/main" id="{863CAC0F-F024-52A8-F940-A77D4DB1B1C1}"/>
                </a:ext>
              </a:extLst>
            </p:cNvPr>
            <p:cNvSpPr/>
            <p:nvPr/>
          </p:nvSpPr>
          <p:spPr>
            <a:xfrm>
              <a:off x="3128716" y="2274708"/>
              <a:ext cx="117405" cy="117405"/>
            </a:xfrm>
            <a:prstGeom prst="ellipse">
              <a:avLst/>
            </a:prstGeom>
            <a:solidFill>
              <a:srgbClr val="5FB35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3">
              <a:extLst>
                <a:ext uri="{FF2B5EF4-FFF2-40B4-BE49-F238E27FC236}">
                  <a16:creationId xmlns:a16="http://schemas.microsoft.com/office/drawing/2014/main" id="{BC9F979C-8F88-D3F1-42EC-4E7511A0B4B2}"/>
                </a:ext>
              </a:extLst>
            </p:cNvPr>
            <p:cNvSpPr/>
            <p:nvPr/>
          </p:nvSpPr>
          <p:spPr>
            <a:xfrm>
              <a:off x="3214180" y="2564527"/>
              <a:ext cx="117405" cy="117405"/>
            </a:xfrm>
            <a:prstGeom prst="ellipse">
              <a:avLst/>
            </a:prstGeom>
            <a:solidFill>
              <a:srgbClr val="1A9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4">
              <a:extLst>
                <a:ext uri="{FF2B5EF4-FFF2-40B4-BE49-F238E27FC236}">
                  <a16:creationId xmlns:a16="http://schemas.microsoft.com/office/drawing/2014/main" id="{A7AF61A9-574D-1F45-B70D-D524F7C6C3A6}"/>
                </a:ext>
              </a:extLst>
            </p:cNvPr>
            <p:cNvSpPr/>
            <p:nvPr/>
          </p:nvSpPr>
          <p:spPr>
            <a:xfrm>
              <a:off x="3399795" y="3216587"/>
              <a:ext cx="117405" cy="117405"/>
            </a:xfrm>
            <a:prstGeom prst="ellipse">
              <a:avLst/>
            </a:prstGeom>
            <a:solidFill>
              <a:srgbClr val="64B65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5">
              <a:extLst>
                <a:ext uri="{FF2B5EF4-FFF2-40B4-BE49-F238E27FC236}">
                  <a16:creationId xmlns:a16="http://schemas.microsoft.com/office/drawing/2014/main" id="{C1714B73-DD2A-0BD9-089A-ED97C87631F1}"/>
                </a:ext>
              </a:extLst>
            </p:cNvPr>
            <p:cNvSpPr/>
            <p:nvPr/>
          </p:nvSpPr>
          <p:spPr>
            <a:xfrm>
              <a:off x="3465968" y="3371770"/>
              <a:ext cx="117405" cy="117405"/>
            </a:xfrm>
            <a:prstGeom prst="ellipse">
              <a:avLst/>
            </a:prstGeom>
            <a:solidFill>
              <a:srgbClr val="1A9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6">
              <a:extLst>
                <a:ext uri="{FF2B5EF4-FFF2-40B4-BE49-F238E27FC236}">
                  <a16:creationId xmlns:a16="http://schemas.microsoft.com/office/drawing/2014/main" id="{E8F63B18-A14E-FCF4-B350-BEE007E5D6F0}"/>
                </a:ext>
              </a:extLst>
            </p:cNvPr>
            <p:cNvSpPr/>
            <p:nvPr/>
          </p:nvSpPr>
          <p:spPr>
            <a:xfrm>
              <a:off x="3481255" y="3498030"/>
              <a:ext cx="117405" cy="117405"/>
            </a:xfrm>
            <a:prstGeom prst="ellipse">
              <a:avLst/>
            </a:prstGeom>
            <a:solidFill>
              <a:srgbClr val="FEE0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7">
              <a:extLst>
                <a:ext uri="{FF2B5EF4-FFF2-40B4-BE49-F238E27FC236}">
                  <a16:creationId xmlns:a16="http://schemas.microsoft.com/office/drawing/2014/main" id="{14930249-F37E-BBA4-89B2-B9802BB0F74E}"/>
                </a:ext>
              </a:extLst>
            </p:cNvPr>
            <p:cNvSpPr/>
            <p:nvPr/>
          </p:nvSpPr>
          <p:spPr>
            <a:xfrm>
              <a:off x="4117347" y="3055813"/>
              <a:ext cx="117405" cy="117405"/>
            </a:xfrm>
            <a:prstGeom prst="ellipse">
              <a:avLst/>
            </a:prstGeom>
            <a:solidFill>
              <a:srgbClr val="D9EF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8">
              <a:extLst>
                <a:ext uri="{FF2B5EF4-FFF2-40B4-BE49-F238E27FC236}">
                  <a16:creationId xmlns:a16="http://schemas.microsoft.com/office/drawing/2014/main" id="{79AACAFD-7591-298A-9C18-B84D6982F130}"/>
                </a:ext>
              </a:extLst>
            </p:cNvPr>
            <p:cNvSpPr/>
            <p:nvPr/>
          </p:nvSpPr>
          <p:spPr>
            <a:xfrm>
              <a:off x="4188851" y="2690108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0" name="pt9119">
              <a:extLst>
                <a:ext uri="{FF2B5EF4-FFF2-40B4-BE49-F238E27FC236}">
                  <a16:creationId xmlns:a16="http://schemas.microsoft.com/office/drawing/2014/main" id="{E6D3004C-AD7F-E446-7BD3-4E67C3E665D4}"/>
                </a:ext>
              </a:extLst>
            </p:cNvPr>
            <p:cNvSpPr/>
            <p:nvPr/>
          </p:nvSpPr>
          <p:spPr>
            <a:xfrm>
              <a:off x="4632175" y="1938229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1" name="pl9120">
              <a:extLst>
                <a:ext uri="{FF2B5EF4-FFF2-40B4-BE49-F238E27FC236}">
                  <a16:creationId xmlns:a16="http://schemas.microsoft.com/office/drawing/2014/main" id="{CDC228DC-875C-5B14-8AAD-C322267E1AD9}"/>
                </a:ext>
              </a:extLst>
            </p:cNvPr>
            <p:cNvSpPr/>
            <p:nvPr/>
          </p:nvSpPr>
          <p:spPr>
            <a:xfrm>
              <a:off x="3530357" y="3329161"/>
              <a:ext cx="41158" cy="89012"/>
            </a:xfrm>
            <a:custGeom>
              <a:avLst/>
              <a:gdLst/>
              <a:ahLst/>
              <a:cxnLst/>
              <a:rect l="0" t="0" r="0" b="0"/>
              <a:pathLst>
                <a:path w="41158" h="89012">
                  <a:moveTo>
                    <a:pt x="41158" y="0"/>
                  </a:moveTo>
                  <a:lnTo>
                    <a:pt x="0" y="8901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2" name="pg9121">
              <a:extLst>
                <a:ext uri="{FF2B5EF4-FFF2-40B4-BE49-F238E27FC236}">
                  <a16:creationId xmlns:a16="http://schemas.microsoft.com/office/drawing/2014/main" id="{B7121EF8-A809-58B9-C74E-7C5136FFD7A7}"/>
                </a:ext>
              </a:extLst>
            </p:cNvPr>
            <p:cNvSpPr/>
            <p:nvPr/>
          </p:nvSpPr>
          <p:spPr>
            <a:xfrm>
              <a:off x="3187577" y="2117420"/>
              <a:ext cx="253563" cy="156088"/>
            </a:xfrm>
            <a:custGeom>
              <a:avLst/>
              <a:gdLst/>
              <a:ahLst/>
              <a:cxnLst/>
              <a:rect l="0" t="0" r="0" b="0"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3" name="tx9122">
              <a:extLst>
                <a:ext uri="{FF2B5EF4-FFF2-40B4-BE49-F238E27FC236}">
                  <a16:creationId xmlns:a16="http://schemas.microsoft.com/office/drawing/2014/main" id="{B3BAF7D1-B73A-C97D-C339-BE6787694F5F}"/>
                </a:ext>
              </a:extLst>
            </p:cNvPr>
            <p:cNvSpPr/>
            <p:nvPr/>
          </p:nvSpPr>
          <p:spPr>
            <a:xfrm>
              <a:off x="3233297" y="2163140"/>
              <a:ext cx="162123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lang="en-US"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1-</a:t>
              </a:r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4" name="pg9123">
              <a:extLst>
                <a:ext uri="{FF2B5EF4-FFF2-40B4-BE49-F238E27FC236}">
                  <a16:creationId xmlns:a16="http://schemas.microsoft.com/office/drawing/2014/main" id="{921708E9-F255-945D-6858-AE815F23D672}"/>
                </a:ext>
              </a:extLst>
            </p:cNvPr>
            <p:cNvSpPr/>
            <p:nvPr/>
          </p:nvSpPr>
          <p:spPr>
            <a:xfrm>
              <a:off x="3027623" y="2682878"/>
              <a:ext cx="236829" cy="156088"/>
            </a:xfrm>
            <a:custGeom>
              <a:avLst/>
              <a:gdLst/>
              <a:ahLst/>
              <a:cxnLst/>
              <a:rect l="0" t="0" r="0" b="0"/>
              <a:pathLst>
                <a:path w="236829" h="156088">
                  <a:moveTo>
                    <a:pt x="27431" y="156088"/>
                  </a:moveTo>
                  <a:lnTo>
                    <a:pt x="209397" y="156088"/>
                  </a:lnTo>
                  <a:lnTo>
                    <a:pt x="208293" y="156065"/>
                  </a:lnTo>
                  <a:lnTo>
                    <a:pt x="212704" y="155888"/>
                  </a:lnTo>
                  <a:lnTo>
                    <a:pt x="217029" y="155005"/>
                  </a:lnTo>
                  <a:lnTo>
                    <a:pt x="221157" y="153439"/>
                  </a:lnTo>
                  <a:lnTo>
                    <a:pt x="224980" y="151232"/>
                  </a:lnTo>
                  <a:lnTo>
                    <a:pt x="228400" y="148440"/>
                  </a:lnTo>
                  <a:lnTo>
                    <a:pt x="231327" y="145135"/>
                  </a:lnTo>
                  <a:lnTo>
                    <a:pt x="233687" y="141404"/>
                  </a:lnTo>
                  <a:lnTo>
                    <a:pt x="235417" y="137342"/>
                  </a:lnTo>
                  <a:lnTo>
                    <a:pt x="236474" y="133056"/>
                  </a:lnTo>
                  <a:lnTo>
                    <a:pt x="236829" y="128656"/>
                  </a:lnTo>
                  <a:lnTo>
                    <a:pt x="236829" y="27432"/>
                  </a:lnTo>
                  <a:lnTo>
                    <a:pt x="236474" y="23031"/>
                  </a:lnTo>
                  <a:lnTo>
                    <a:pt x="235417" y="18745"/>
                  </a:lnTo>
                  <a:lnTo>
                    <a:pt x="233687" y="14683"/>
                  </a:lnTo>
                  <a:lnTo>
                    <a:pt x="231327" y="10952"/>
                  </a:lnTo>
                  <a:lnTo>
                    <a:pt x="228400" y="7647"/>
                  </a:lnTo>
                  <a:lnTo>
                    <a:pt x="224980" y="4855"/>
                  </a:lnTo>
                  <a:lnTo>
                    <a:pt x="221157" y="2648"/>
                  </a:lnTo>
                  <a:lnTo>
                    <a:pt x="217029" y="1083"/>
                  </a:lnTo>
                  <a:lnTo>
                    <a:pt x="212704" y="200"/>
                  </a:lnTo>
                  <a:lnTo>
                    <a:pt x="20939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5" name="tx9124">
              <a:extLst>
                <a:ext uri="{FF2B5EF4-FFF2-40B4-BE49-F238E27FC236}">
                  <a16:creationId xmlns:a16="http://schemas.microsoft.com/office/drawing/2014/main" id="{8EA38CA2-B3B0-C927-F068-131CC4DBFCB9}"/>
                </a:ext>
              </a:extLst>
            </p:cNvPr>
            <p:cNvSpPr/>
            <p:nvPr/>
          </p:nvSpPr>
          <p:spPr>
            <a:xfrm>
              <a:off x="3073343" y="2728598"/>
              <a:ext cx="145389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lang="en-US"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2-</a:t>
              </a:r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6" name="pg9125">
              <a:extLst>
                <a:ext uri="{FF2B5EF4-FFF2-40B4-BE49-F238E27FC236}">
                  <a16:creationId xmlns:a16="http://schemas.microsoft.com/office/drawing/2014/main" id="{C6A4BB93-EC01-9B6F-9729-92A2689FE1C5}"/>
                </a:ext>
              </a:extLst>
            </p:cNvPr>
            <p:cNvSpPr/>
            <p:nvPr/>
          </p:nvSpPr>
          <p:spPr>
            <a:xfrm>
              <a:off x="3183107" y="3059572"/>
              <a:ext cx="297088" cy="156088"/>
            </a:xfrm>
            <a:custGeom>
              <a:avLst/>
              <a:gdLst/>
              <a:ahLst/>
              <a:cxnLst/>
              <a:rect l="0" t="0" r="0" b="0"/>
              <a:pathLst>
                <a:path w="297088" h="156088">
                  <a:moveTo>
                    <a:pt x="27431" y="156088"/>
                  </a:moveTo>
                  <a:lnTo>
                    <a:pt x="269656" y="156088"/>
                  </a:lnTo>
                  <a:lnTo>
                    <a:pt x="268551" y="156065"/>
                  </a:lnTo>
                  <a:lnTo>
                    <a:pt x="272963" y="155888"/>
                  </a:lnTo>
                  <a:lnTo>
                    <a:pt x="277288" y="155005"/>
                  </a:lnTo>
                  <a:lnTo>
                    <a:pt x="281416" y="153439"/>
                  </a:lnTo>
                  <a:lnTo>
                    <a:pt x="285239" y="151232"/>
                  </a:lnTo>
                  <a:lnTo>
                    <a:pt x="288659" y="148440"/>
                  </a:lnTo>
                  <a:lnTo>
                    <a:pt x="291586" y="145135"/>
                  </a:lnTo>
                  <a:lnTo>
                    <a:pt x="293946" y="141404"/>
                  </a:lnTo>
                  <a:lnTo>
                    <a:pt x="295676" y="137342"/>
                  </a:lnTo>
                  <a:lnTo>
                    <a:pt x="296733" y="133056"/>
                  </a:lnTo>
                  <a:lnTo>
                    <a:pt x="297088" y="128656"/>
                  </a:lnTo>
                  <a:lnTo>
                    <a:pt x="297088" y="27431"/>
                  </a:lnTo>
                  <a:lnTo>
                    <a:pt x="296733" y="23031"/>
                  </a:lnTo>
                  <a:lnTo>
                    <a:pt x="295676" y="18745"/>
                  </a:lnTo>
                  <a:lnTo>
                    <a:pt x="293946" y="14683"/>
                  </a:lnTo>
                  <a:lnTo>
                    <a:pt x="291586" y="10952"/>
                  </a:lnTo>
                  <a:lnTo>
                    <a:pt x="288659" y="7647"/>
                  </a:lnTo>
                  <a:lnTo>
                    <a:pt x="285239" y="4855"/>
                  </a:lnTo>
                  <a:lnTo>
                    <a:pt x="281416" y="2648"/>
                  </a:lnTo>
                  <a:lnTo>
                    <a:pt x="277288" y="1083"/>
                  </a:lnTo>
                  <a:lnTo>
                    <a:pt x="272963" y="200"/>
                  </a:lnTo>
                  <a:lnTo>
                    <a:pt x="26965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7" name="tx9126">
              <a:extLst>
                <a:ext uri="{FF2B5EF4-FFF2-40B4-BE49-F238E27FC236}">
                  <a16:creationId xmlns:a16="http://schemas.microsoft.com/office/drawing/2014/main" id="{5B3053BB-089C-7A20-EC04-41FB35154EBE}"/>
                </a:ext>
              </a:extLst>
            </p:cNvPr>
            <p:cNvSpPr/>
            <p:nvPr/>
          </p:nvSpPr>
          <p:spPr>
            <a:xfrm>
              <a:off x="3228827" y="3105292"/>
              <a:ext cx="205648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lang="en-US"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3-</a:t>
              </a:r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8" name="pg9127">
              <a:extLst>
                <a:ext uri="{FF2B5EF4-FFF2-40B4-BE49-F238E27FC236}">
                  <a16:creationId xmlns:a16="http://schemas.microsoft.com/office/drawing/2014/main" id="{57B71B1C-1B94-F8F8-763E-2D28A4CFD539}"/>
                </a:ext>
              </a:extLst>
            </p:cNvPr>
            <p:cNvSpPr/>
            <p:nvPr/>
          </p:nvSpPr>
          <p:spPr>
            <a:xfrm>
              <a:off x="3571516" y="3214749"/>
              <a:ext cx="276971" cy="156088"/>
            </a:xfrm>
            <a:custGeom>
              <a:avLst/>
              <a:gdLst/>
              <a:ahLst/>
              <a:cxnLst/>
              <a:rect l="0" t="0" r="0" b="0"/>
              <a:pathLst>
                <a:path w="276971" h="156088">
                  <a:moveTo>
                    <a:pt x="27431" y="156088"/>
                  </a:moveTo>
                  <a:lnTo>
                    <a:pt x="249539" y="156088"/>
                  </a:lnTo>
                  <a:lnTo>
                    <a:pt x="248435" y="156065"/>
                  </a:lnTo>
                  <a:lnTo>
                    <a:pt x="252846" y="155888"/>
                  </a:lnTo>
                  <a:lnTo>
                    <a:pt x="257171" y="155005"/>
                  </a:lnTo>
                  <a:lnTo>
                    <a:pt x="261299" y="153439"/>
                  </a:lnTo>
                  <a:lnTo>
                    <a:pt x="265122" y="151232"/>
                  </a:lnTo>
                  <a:lnTo>
                    <a:pt x="268542" y="148440"/>
                  </a:lnTo>
                  <a:lnTo>
                    <a:pt x="271470" y="145135"/>
                  </a:lnTo>
                  <a:lnTo>
                    <a:pt x="273829" y="141404"/>
                  </a:lnTo>
                  <a:lnTo>
                    <a:pt x="275560" y="137342"/>
                  </a:lnTo>
                  <a:lnTo>
                    <a:pt x="276616" y="133056"/>
                  </a:lnTo>
                  <a:lnTo>
                    <a:pt x="276971" y="128656"/>
                  </a:lnTo>
                  <a:lnTo>
                    <a:pt x="276971" y="27431"/>
                  </a:lnTo>
                  <a:lnTo>
                    <a:pt x="276616" y="23031"/>
                  </a:lnTo>
                  <a:lnTo>
                    <a:pt x="275560" y="18745"/>
                  </a:lnTo>
                  <a:lnTo>
                    <a:pt x="273829" y="14683"/>
                  </a:lnTo>
                  <a:lnTo>
                    <a:pt x="271470" y="10952"/>
                  </a:lnTo>
                  <a:lnTo>
                    <a:pt x="268542" y="7647"/>
                  </a:lnTo>
                  <a:lnTo>
                    <a:pt x="265122" y="4855"/>
                  </a:lnTo>
                  <a:lnTo>
                    <a:pt x="261299" y="2648"/>
                  </a:lnTo>
                  <a:lnTo>
                    <a:pt x="257171" y="1083"/>
                  </a:lnTo>
                  <a:lnTo>
                    <a:pt x="252846" y="200"/>
                  </a:lnTo>
                  <a:lnTo>
                    <a:pt x="24953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9" name="tx9128">
              <a:extLst>
                <a:ext uri="{FF2B5EF4-FFF2-40B4-BE49-F238E27FC236}">
                  <a16:creationId xmlns:a16="http://schemas.microsoft.com/office/drawing/2014/main" id="{C94D6E4B-5BE2-6FCC-F8E4-1EB6D2BD961F}"/>
                </a:ext>
              </a:extLst>
            </p:cNvPr>
            <p:cNvSpPr/>
            <p:nvPr/>
          </p:nvSpPr>
          <p:spPr>
            <a:xfrm>
              <a:off x="3617236" y="3260469"/>
              <a:ext cx="185531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lang="en-US"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4-</a:t>
              </a:r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30" name="pg9129">
              <a:extLst>
                <a:ext uri="{FF2B5EF4-FFF2-40B4-BE49-F238E27FC236}">
                  <a16:creationId xmlns:a16="http://schemas.microsoft.com/office/drawing/2014/main" id="{A86F0F6C-90B7-BD6B-1DB6-92A31A3B5BAF}"/>
                </a:ext>
              </a:extLst>
            </p:cNvPr>
            <p:cNvSpPr/>
            <p:nvPr/>
          </p:nvSpPr>
          <p:spPr>
            <a:xfrm>
              <a:off x="3525451" y="3616138"/>
              <a:ext cx="282000" cy="156088"/>
            </a:xfrm>
            <a:custGeom>
              <a:avLst/>
              <a:gdLst/>
              <a:ahLst/>
              <a:cxnLst/>
              <a:rect l="0" t="0" r="0" b="0"/>
              <a:pathLst>
                <a:path w="282000" h="156088">
                  <a:moveTo>
                    <a:pt x="27431" y="156088"/>
                  </a:moveTo>
                  <a:lnTo>
                    <a:pt x="254568" y="156088"/>
                  </a:lnTo>
                  <a:lnTo>
                    <a:pt x="253464" y="156065"/>
                  </a:lnTo>
                  <a:lnTo>
                    <a:pt x="257875" y="155888"/>
                  </a:lnTo>
                  <a:lnTo>
                    <a:pt x="262201" y="155005"/>
                  </a:lnTo>
                  <a:lnTo>
                    <a:pt x="266328" y="153439"/>
                  </a:lnTo>
                  <a:lnTo>
                    <a:pt x="270152" y="151232"/>
                  </a:lnTo>
                  <a:lnTo>
                    <a:pt x="273571" y="148440"/>
                  </a:lnTo>
                  <a:lnTo>
                    <a:pt x="276499" y="145135"/>
                  </a:lnTo>
                  <a:lnTo>
                    <a:pt x="278858" y="141404"/>
                  </a:lnTo>
                  <a:lnTo>
                    <a:pt x="280589" y="137342"/>
                  </a:lnTo>
                  <a:lnTo>
                    <a:pt x="281645" y="133056"/>
                  </a:lnTo>
                  <a:lnTo>
                    <a:pt x="282000" y="128656"/>
                  </a:lnTo>
                  <a:lnTo>
                    <a:pt x="282000" y="27432"/>
                  </a:lnTo>
                  <a:lnTo>
                    <a:pt x="281645" y="23031"/>
                  </a:lnTo>
                  <a:lnTo>
                    <a:pt x="280589" y="18745"/>
                  </a:lnTo>
                  <a:lnTo>
                    <a:pt x="278858" y="14683"/>
                  </a:lnTo>
                  <a:lnTo>
                    <a:pt x="276499" y="10952"/>
                  </a:lnTo>
                  <a:lnTo>
                    <a:pt x="273571" y="7647"/>
                  </a:lnTo>
                  <a:lnTo>
                    <a:pt x="270152" y="4855"/>
                  </a:lnTo>
                  <a:lnTo>
                    <a:pt x="266328" y="2648"/>
                  </a:lnTo>
                  <a:lnTo>
                    <a:pt x="262201" y="1083"/>
                  </a:lnTo>
                  <a:lnTo>
                    <a:pt x="257875" y="200"/>
                  </a:lnTo>
                  <a:lnTo>
                    <a:pt x="25456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1" name="tx9130">
              <a:extLst>
                <a:ext uri="{FF2B5EF4-FFF2-40B4-BE49-F238E27FC236}">
                  <a16:creationId xmlns:a16="http://schemas.microsoft.com/office/drawing/2014/main" id="{17473D0D-4BE6-FC62-0CAC-D674086593C7}"/>
                </a:ext>
              </a:extLst>
            </p:cNvPr>
            <p:cNvSpPr/>
            <p:nvPr/>
          </p:nvSpPr>
          <p:spPr>
            <a:xfrm>
              <a:off x="3571171" y="3661858"/>
              <a:ext cx="190560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lang="en-US"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5-</a:t>
              </a:r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2" name="pg9131">
              <a:extLst>
                <a:ext uri="{FF2B5EF4-FFF2-40B4-BE49-F238E27FC236}">
                  <a16:creationId xmlns:a16="http://schemas.microsoft.com/office/drawing/2014/main" id="{044127FE-2125-B01A-6D2E-89253C21F4DC}"/>
                </a:ext>
              </a:extLst>
            </p:cNvPr>
            <p:cNvSpPr/>
            <p:nvPr/>
          </p:nvSpPr>
          <p:spPr>
            <a:xfrm>
              <a:off x="3939866" y="3174448"/>
              <a:ext cx="261975" cy="156088"/>
            </a:xfrm>
            <a:custGeom>
              <a:avLst/>
              <a:gdLst/>
              <a:ahLst/>
              <a:cxnLst/>
              <a:rect l="0" t="0" r="0" b="0"/>
              <a:pathLst>
                <a:path w="261975" h="156088">
                  <a:moveTo>
                    <a:pt x="27432" y="156088"/>
                  </a:moveTo>
                  <a:lnTo>
                    <a:pt x="234543" y="156088"/>
                  </a:lnTo>
                  <a:lnTo>
                    <a:pt x="233439" y="156065"/>
                  </a:lnTo>
                  <a:lnTo>
                    <a:pt x="237850" y="155888"/>
                  </a:lnTo>
                  <a:lnTo>
                    <a:pt x="242175" y="155005"/>
                  </a:lnTo>
                  <a:lnTo>
                    <a:pt x="246303" y="153439"/>
                  </a:lnTo>
                  <a:lnTo>
                    <a:pt x="250126" y="151232"/>
                  </a:lnTo>
                  <a:lnTo>
                    <a:pt x="253546" y="148440"/>
                  </a:lnTo>
                  <a:lnTo>
                    <a:pt x="256473" y="145135"/>
                  </a:lnTo>
                  <a:lnTo>
                    <a:pt x="258833" y="141404"/>
                  </a:lnTo>
                  <a:lnTo>
                    <a:pt x="260563" y="137342"/>
                  </a:lnTo>
                  <a:lnTo>
                    <a:pt x="261620" y="133056"/>
                  </a:lnTo>
                  <a:lnTo>
                    <a:pt x="261975" y="128656"/>
                  </a:lnTo>
                  <a:lnTo>
                    <a:pt x="261975" y="27431"/>
                  </a:lnTo>
                  <a:lnTo>
                    <a:pt x="261620" y="23031"/>
                  </a:lnTo>
                  <a:lnTo>
                    <a:pt x="260563" y="18745"/>
                  </a:lnTo>
                  <a:lnTo>
                    <a:pt x="258833" y="14683"/>
                  </a:lnTo>
                  <a:lnTo>
                    <a:pt x="256473" y="10952"/>
                  </a:lnTo>
                  <a:lnTo>
                    <a:pt x="253546" y="7647"/>
                  </a:lnTo>
                  <a:lnTo>
                    <a:pt x="250126" y="4855"/>
                  </a:lnTo>
                  <a:lnTo>
                    <a:pt x="246303" y="2648"/>
                  </a:lnTo>
                  <a:lnTo>
                    <a:pt x="242175" y="1083"/>
                  </a:lnTo>
                  <a:lnTo>
                    <a:pt x="237850" y="200"/>
                  </a:lnTo>
                  <a:lnTo>
                    <a:pt x="23454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3" name="tx9132">
              <a:extLst>
                <a:ext uri="{FF2B5EF4-FFF2-40B4-BE49-F238E27FC236}">
                  <a16:creationId xmlns:a16="http://schemas.microsoft.com/office/drawing/2014/main" id="{A6449E95-3818-12DE-F736-1F19CEE593BD}"/>
                </a:ext>
              </a:extLst>
            </p:cNvPr>
            <p:cNvSpPr/>
            <p:nvPr/>
          </p:nvSpPr>
          <p:spPr>
            <a:xfrm>
              <a:off x="3985586" y="3220168"/>
              <a:ext cx="170535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lang="en-US"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6-</a:t>
              </a:r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4" name="pg9133">
              <a:extLst>
                <a:ext uri="{FF2B5EF4-FFF2-40B4-BE49-F238E27FC236}">
                  <a16:creationId xmlns:a16="http://schemas.microsoft.com/office/drawing/2014/main" id="{B26E2B32-6DE1-A97E-9602-CF38D2C4376F}"/>
                </a:ext>
              </a:extLst>
            </p:cNvPr>
            <p:cNvSpPr/>
            <p:nvPr/>
          </p:nvSpPr>
          <p:spPr>
            <a:xfrm>
              <a:off x="4228478" y="2532966"/>
              <a:ext cx="292059" cy="156088"/>
            </a:xfrm>
            <a:custGeom>
              <a:avLst/>
              <a:gdLst/>
              <a:ahLst/>
              <a:cxnLst/>
              <a:rect l="0" t="0" r="0" b="0"/>
              <a:pathLst>
                <a:path w="292059" h="156088">
                  <a:moveTo>
                    <a:pt x="27431" y="156088"/>
                  </a:moveTo>
                  <a:lnTo>
                    <a:pt x="264627" y="156088"/>
                  </a:lnTo>
                  <a:lnTo>
                    <a:pt x="263522" y="156065"/>
                  </a:lnTo>
                  <a:lnTo>
                    <a:pt x="267933" y="155888"/>
                  </a:lnTo>
                  <a:lnTo>
                    <a:pt x="272259" y="155005"/>
                  </a:lnTo>
                  <a:lnTo>
                    <a:pt x="276387" y="153439"/>
                  </a:lnTo>
                  <a:lnTo>
                    <a:pt x="280210" y="151232"/>
                  </a:lnTo>
                  <a:lnTo>
                    <a:pt x="283630" y="148440"/>
                  </a:lnTo>
                  <a:lnTo>
                    <a:pt x="286557" y="145135"/>
                  </a:lnTo>
                  <a:lnTo>
                    <a:pt x="288917" y="141404"/>
                  </a:lnTo>
                  <a:lnTo>
                    <a:pt x="290647" y="137342"/>
                  </a:lnTo>
                  <a:lnTo>
                    <a:pt x="291704" y="133056"/>
                  </a:lnTo>
                  <a:lnTo>
                    <a:pt x="292059" y="128656"/>
                  </a:lnTo>
                  <a:lnTo>
                    <a:pt x="292059" y="27431"/>
                  </a:lnTo>
                  <a:lnTo>
                    <a:pt x="291704" y="23031"/>
                  </a:lnTo>
                  <a:lnTo>
                    <a:pt x="290647" y="18745"/>
                  </a:lnTo>
                  <a:lnTo>
                    <a:pt x="288917" y="14683"/>
                  </a:lnTo>
                  <a:lnTo>
                    <a:pt x="286557" y="10952"/>
                  </a:lnTo>
                  <a:lnTo>
                    <a:pt x="283630" y="7647"/>
                  </a:lnTo>
                  <a:lnTo>
                    <a:pt x="280210" y="4855"/>
                  </a:lnTo>
                  <a:lnTo>
                    <a:pt x="276387" y="2648"/>
                  </a:lnTo>
                  <a:lnTo>
                    <a:pt x="272259" y="1083"/>
                  </a:lnTo>
                  <a:lnTo>
                    <a:pt x="267933" y="200"/>
                  </a:lnTo>
                  <a:lnTo>
                    <a:pt x="26462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5" name="tx9134">
              <a:extLst>
                <a:ext uri="{FF2B5EF4-FFF2-40B4-BE49-F238E27FC236}">
                  <a16:creationId xmlns:a16="http://schemas.microsoft.com/office/drawing/2014/main" id="{9A641BCF-480D-ECC9-A782-8FB84393A206}"/>
                </a:ext>
              </a:extLst>
            </p:cNvPr>
            <p:cNvSpPr/>
            <p:nvPr/>
          </p:nvSpPr>
          <p:spPr>
            <a:xfrm>
              <a:off x="4274198" y="2578686"/>
              <a:ext cx="200619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lang="en-US"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7-</a:t>
              </a:r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6" name="pg9135">
              <a:extLst>
                <a:ext uri="{FF2B5EF4-FFF2-40B4-BE49-F238E27FC236}">
                  <a16:creationId xmlns:a16="http://schemas.microsoft.com/office/drawing/2014/main" id="{B2D65FD0-BBB4-6A54-8373-BD52165BF567}"/>
                </a:ext>
              </a:extLst>
            </p:cNvPr>
            <p:cNvSpPr/>
            <p:nvPr/>
          </p:nvSpPr>
          <p:spPr>
            <a:xfrm>
              <a:off x="4430706" y="2056446"/>
              <a:ext cx="267004" cy="156088"/>
            </a:xfrm>
            <a:custGeom>
              <a:avLst/>
              <a:gdLst/>
              <a:ahLst/>
              <a:cxnLst/>
              <a:rect l="0" t="0" r="0" b="0"/>
              <a:pathLst>
                <a:path w="267004" h="156088">
                  <a:moveTo>
                    <a:pt x="27432" y="156088"/>
                  </a:moveTo>
                  <a:lnTo>
                    <a:pt x="239572" y="156088"/>
                  </a:lnTo>
                  <a:lnTo>
                    <a:pt x="238468" y="156065"/>
                  </a:lnTo>
                  <a:lnTo>
                    <a:pt x="242879" y="155888"/>
                  </a:lnTo>
                  <a:lnTo>
                    <a:pt x="247204" y="155005"/>
                  </a:lnTo>
                  <a:lnTo>
                    <a:pt x="251332" y="153439"/>
                  </a:lnTo>
                  <a:lnTo>
                    <a:pt x="255155" y="151232"/>
                  </a:lnTo>
                  <a:lnTo>
                    <a:pt x="258575" y="148440"/>
                  </a:lnTo>
                  <a:lnTo>
                    <a:pt x="261503" y="145135"/>
                  </a:lnTo>
                  <a:lnTo>
                    <a:pt x="263862" y="141404"/>
                  </a:lnTo>
                  <a:lnTo>
                    <a:pt x="265593" y="137342"/>
                  </a:lnTo>
                  <a:lnTo>
                    <a:pt x="266649" y="133056"/>
                  </a:lnTo>
                  <a:lnTo>
                    <a:pt x="267004" y="128656"/>
                  </a:lnTo>
                  <a:lnTo>
                    <a:pt x="267004" y="27432"/>
                  </a:lnTo>
                  <a:lnTo>
                    <a:pt x="266649" y="23031"/>
                  </a:lnTo>
                  <a:lnTo>
                    <a:pt x="265593" y="18745"/>
                  </a:lnTo>
                  <a:lnTo>
                    <a:pt x="263862" y="14683"/>
                  </a:lnTo>
                  <a:lnTo>
                    <a:pt x="261503" y="10952"/>
                  </a:lnTo>
                  <a:lnTo>
                    <a:pt x="258575" y="7647"/>
                  </a:lnTo>
                  <a:lnTo>
                    <a:pt x="255155" y="4855"/>
                  </a:lnTo>
                  <a:lnTo>
                    <a:pt x="251332" y="2648"/>
                  </a:lnTo>
                  <a:lnTo>
                    <a:pt x="247204" y="1083"/>
                  </a:lnTo>
                  <a:lnTo>
                    <a:pt x="242879" y="200"/>
                  </a:lnTo>
                  <a:lnTo>
                    <a:pt x="23957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7" name="tx9136">
              <a:extLst>
                <a:ext uri="{FF2B5EF4-FFF2-40B4-BE49-F238E27FC236}">
                  <a16:creationId xmlns:a16="http://schemas.microsoft.com/office/drawing/2014/main" id="{F0D5BAF7-8FD3-AF87-12E6-E190DFBA040A}"/>
                </a:ext>
              </a:extLst>
            </p:cNvPr>
            <p:cNvSpPr/>
            <p:nvPr/>
          </p:nvSpPr>
          <p:spPr>
            <a:xfrm>
              <a:off x="4476426" y="2102166"/>
              <a:ext cx="175564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lang="en-US"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8-</a:t>
              </a:r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8" name="tx9137">
              <a:extLst>
                <a:ext uri="{FF2B5EF4-FFF2-40B4-BE49-F238E27FC236}">
                  <a16:creationId xmlns:a16="http://schemas.microsoft.com/office/drawing/2014/main" id="{63B92275-A559-8A3B-EDEE-2417A4AF6ED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8">
              <a:extLst>
                <a:ext uri="{FF2B5EF4-FFF2-40B4-BE49-F238E27FC236}">
                  <a16:creationId xmlns:a16="http://schemas.microsoft.com/office/drawing/2014/main" id="{0BDE6E1F-136A-1BB2-23C0-899F6038E32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39">
              <a:extLst>
                <a:ext uri="{FF2B5EF4-FFF2-40B4-BE49-F238E27FC236}">
                  <a16:creationId xmlns:a16="http://schemas.microsoft.com/office/drawing/2014/main" id="{63914517-2538-D71B-27F3-B7584BACEB7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0">
              <a:extLst>
                <a:ext uri="{FF2B5EF4-FFF2-40B4-BE49-F238E27FC236}">
                  <a16:creationId xmlns:a16="http://schemas.microsoft.com/office/drawing/2014/main" id="{0F0F362B-5935-F75F-6539-78F2ADC79AC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1">
              <a:extLst>
                <a:ext uri="{FF2B5EF4-FFF2-40B4-BE49-F238E27FC236}">
                  <a16:creationId xmlns:a16="http://schemas.microsoft.com/office/drawing/2014/main" id="{E05124F9-8A19-55A8-AFAE-184F3083ECC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2">
              <a:extLst>
                <a:ext uri="{FF2B5EF4-FFF2-40B4-BE49-F238E27FC236}">
                  <a16:creationId xmlns:a16="http://schemas.microsoft.com/office/drawing/2014/main" id="{8231B723-1BD4-9513-4F0A-94CCD51A76C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3">
              <a:extLst>
                <a:ext uri="{FF2B5EF4-FFF2-40B4-BE49-F238E27FC236}">
                  <a16:creationId xmlns:a16="http://schemas.microsoft.com/office/drawing/2014/main" id="{A5B836B6-8A8F-1634-7B96-71393E91647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4">
              <a:extLst>
                <a:ext uri="{FF2B5EF4-FFF2-40B4-BE49-F238E27FC236}">
                  <a16:creationId xmlns:a16="http://schemas.microsoft.com/office/drawing/2014/main" id="{3E7BD060-AC64-8BAD-3453-099051DC63F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5">
              <a:extLst>
                <a:ext uri="{FF2B5EF4-FFF2-40B4-BE49-F238E27FC236}">
                  <a16:creationId xmlns:a16="http://schemas.microsoft.com/office/drawing/2014/main" id="{2F43A26F-14AA-DF85-0611-63EB4D02BF8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6">
              <a:extLst>
                <a:ext uri="{FF2B5EF4-FFF2-40B4-BE49-F238E27FC236}">
                  <a16:creationId xmlns:a16="http://schemas.microsoft.com/office/drawing/2014/main" id="{4747925F-7D51-4A75-0231-B5FA32DA718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7">
              <a:extLst>
                <a:ext uri="{FF2B5EF4-FFF2-40B4-BE49-F238E27FC236}">
                  <a16:creationId xmlns:a16="http://schemas.microsoft.com/office/drawing/2014/main" id="{039122E3-D609-6E48-43C1-677B11611A2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8">
              <a:extLst>
                <a:ext uri="{FF2B5EF4-FFF2-40B4-BE49-F238E27FC236}">
                  <a16:creationId xmlns:a16="http://schemas.microsoft.com/office/drawing/2014/main" id="{67865949-1CC8-8A95-8DFC-D5011272617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49">
              <a:extLst>
                <a:ext uri="{FF2B5EF4-FFF2-40B4-BE49-F238E27FC236}">
                  <a16:creationId xmlns:a16="http://schemas.microsoft.com/office/drawing/2014/main" id="{66DA8BB1-2247-5418-ADEE-015135D2DCD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0">
              <a:extLst>
                <a:ext uri="{FF2B5EF4-FFF2-40B4-BE49-F238E27FC236}">
                  <a16:creationId xmlns:a16="http://schemas.microsoft.com/office/drawing/2014/main" id="{15336476-7E8D-ABD0-296C-327726DF41F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1">
              <a:extLst>
                <a:ext uri="{FF2B5EF4-FFF2-40B4-BE49-F238E27FC236}">
                  <a16:creationId xmlns:a16="http://schemas.microsoft.com/office/drawing/2014/main" id="{18295568-546E-9AE7-6C88-4E5F3668546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2">
              <a:extLst>
                <a:ext uri="{FF2B5EF4-FFF2-40B4-BE49-F238E27FC236}">
                  <a16:creationId xmlns:a16="http://schemas.microsoft.com/office/drawing/2014/main" id="{DDC1ADDE-C698-4AA2-F969-434CEA2BA4A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3">
              <a:extLst>
                <a:ext uri="{FF2B5EF4-FFF2-40B4-BE49-F238E27FC236}">
                  <a16:creationId xmlns:a16="http://schemas.microsoft.com/office/drawing/2014/main" id="{91760CED-DF7D-EF68-7CC1-40EDFB324D5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4">
              <a:extLst>
                <a:ext uri="{FF2B5EF4-FFF2-40B4-BE49-F238E27FC236}">
                  <a16:creationId xmlns:a16="http://schemas.microsoft.com/office/drawing/2014/main" id="{928FFAF4-ACF3-76F4-0A62-0476BF04451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5">
              <a:extLst>
                <a:ext uri="{FF2B5EF4-FFF2-40B4-BE49-F238E27FC236}">
                  <a16:creationId xmlns:a16="http://schemas.microsoft.com/office/drawing/2014/main" id="{FAE674FC-1EBB-7005-3994-FB3C63F694B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6">
              <a:extLst>
                <a:ext uri="{FF2B5EF4-FFF2-40B4-BE49-F238E27FC236}">
                  <a16:creationId xmlns:a16="http://schemas.microsoft.com/office/drawing/2014/main" id="{8899F6F3-3C2B-871C-DBD2-3430429B9F6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7">
              <a:extLst>
                <a:ext uri="{FF2B5EF4-FFF2-40B4-BE49-F238E27FC236}">
                  <a16:creationId xmlns:a16="http://schemas.microsoft.com/office/drawing/2014/main" id="{2A05FADA-7728-7425-6D03-EB8D59DC6BD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8">
              <a:extLst>
                <a:ext uri="{FF2B5EF4-FFF2-40B4-BE49-F238E27FC236}">
                  <a16:creationId xmlns:a16="http://schemas.microsoft.com/office/drawing/2014/main" id="{5E6A7891-09E1-AC34-4F2C-1C3A12AE653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59">
              <a:extLst>
                <a:ext uri="{FF2B5EF4-FFF2-40B4-BE49-F238E27FC236}">
                  <a16:creationId xmlns:a16="http://schemas.microsoft.com/office/drawing/2014/main" id="{87778600-8108-EE59-8CB1-11ACA289483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0">
              <a:extLst>
                <a:ext uri="{FF2B5EF4-FFF2-40B4-BE49-F238E27FC236}">
                  <a16:creationId xmlns:a16="http://schemas.microsoft.com/office/drawing/2014/main" id="{C782B4F2-F576-5044-3BE1-BEF1ADF87F5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1">
              <a:extLst>
                <a:ext uri="{FF2B5EF4-FFF2-40B4-BE49-F238E27FC236}">
                  <a16:creationId xmlns:a16="http://schemas.microsoft.com/office/drawing/2014/main" id="{848F7BB4-53B5-B77D-6907-DFDA04A0A57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2">
              <a:extLst>
                <a:ext uri="{FF2B5EF4-FFF2-40B4-BE49-F238E27FC236}">
                  <a16:creationId xmlns:a16="http://schemas.microsoft.com/office/drawing/2014/main" id="{4680FD00-6600-9E93-60FD-B28C78DB36B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3">
              <a:extLst>
                <a:ext uri="{FF2B5EF4-FFF2-40B4-BE49-F238E27FC236}">
                  <a16:creationId xmlns:a16="http://schemas.microsoft.com/office/drawing/2014/main" id="{5A5B7892-47DD-5FAB-AB17-D532A2EF1E4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4">
              <a:extLst>
                <a:ext uri="{FF2B5EF4-FFF2-40B4-BE49-F238E27FC236}">
                  <a16:creationId xmlns:a16="http://schemas.microsoft.com/office/drawing/2014/main" id="{519D0C10-CC32-0BA9-6C6A-0252BB3C4BC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5">
              <a:extLst>
                <a:ext uri="{FF2B5EF4-FFF2-40B4-BE49-F238E27FC236}">
                  <a16:creationId xmlns:a16="http://schemas.microsoft.com/office/drawing/2014/main" id="{7AD22E6B-FF4E-C9C8-2299-6D8E7E85909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6">
              <a:extLst>
                <a:ext uri="{FF2B5EF4-FFF2-40B4-BE49-F238E27FC236}">
                  <a16:creationId xmlns:a16="http://schemas.microsoft.com/office/drawing/2014/main" id="{51574A90-9702-F9C0-B34C-7D60FAEFBB9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7">
              <a:extLst>
                <a:ext uri="{FF2B5EF4-FFF2-40B4-BE49-F238E27FC236}">
                  <a16:creationId xmlns:a16="http://schemas.microsoft.com/office/drawing/2014/main" id="{DB24CD61-1993-8C9B-706B-0BB86B3E1C2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8">
              <a:extLst>
                <a:ext uri="{FF2B5EF4-FFF2-40B4-BE49-F238E27FC236}">
                  <a16:creationId xmlns:a16="http://schemas.microsoft.com/office/drawing/2014/main" id="{B5C1B295-7E34-9550-714B-5B04C13BB0F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69">
              <a:extLst>
                <a:ext uri="{FF2B5EF4-FFF2-40B4-BE49-F238E27FC236}">
                  <a16:creationId xmlns:a16="http://schemas.microsoft.com/office/drawing/2014/main" id="{73ED92EF-4ED6-B6B4-2C68-FF4A99D77B8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0">
              <a:extLst>
                <a:ext uri="{FF2B5EF4-FFF2-40B4-BE49-F238E27FC236}">
                  <a16:creationId xmlns:a16="http://schemas.microsoft.com/office/drawing/2014/main" id="{08C559CB-AB7A-FD8D-C7CD-5A805BA5D4B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1">
              <a:extLst>
                <a:ext uri="{FF2B5EF4-FFF2-40B4-BE49-F238E27FC236}">
                  <a16:creationId xmlns:a16="http://schemas.microsoft.com/office/drawing/2014/main" id="{CAC14D15-1D9E-F85C-460F-3EA8019F8B7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2">
              <a:extLst>
                <a:ext uri="{FF2B5EF4-FFF2-40B4-BE49-F238E27FC236}">
                  <a16:creationId xmlns:a16="http://schemas.microsoft.com/office/drawing/2014/main" id="{6C6554FC-5A0A-A3FD-3C49-64CC740A03E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3">
              <a:extLst>
                <a:ext uri="{FF2B5EF4-FFF2-40B4-BE49-F238E27FC236}">
                  <a16:creationId xmlns:a16="http://schemas.microsoft.com/office/drawing/2014/main" id="{BAF30813-B059-DDE4-63CA-26D0520828A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4">
              <a:extLst>
                <a:ext uri="{FF2B5EF4-FFF2-40B4-BE49-F238E27FC236}">
                  <a16:creationId xmlns:a16="http://schemas.microsoft.com/office/drawing/2014/main" id="{53A028BD-A269-2C48-3886-ECBCA998A17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5">
              <a:extLst>
                <a:ext uri="{FF2B5EF4-FFF2-40B4-BE49-F238E27FC236}">
                  <a16:creationId xmlns:a16="http://schemas.microsoft.com/office/drawing/2014/main" id="{E993CF64-B35A-6BFB-88D5-3E82FE67150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6">
              <a:extLst>
                <a:ext uri="{FF2B5EF4-FFF2-40B4-BE49-F238E27FC236}">
                  <a16:creationId xmlns:a16="http://schemas.microsoft.com/office/drawing/2014/main" id="{1D5BA559-DB6D-F3A2-F2CB-3854D62806A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7">
              <a:extLst>
                <a:ext uri="{FF2B5EF4-FFF2-40B4-BE49-F238E27FC236}">
                  <a16:creationId xmlns:a16="http://schemas.microsoft.com/office/drawing/2014/main" id="{593539B4-B984-72BE-3F80-24BE3400894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8">
              <a:extLst>
                <a:ext uri="{FF2B5EF4-FFF2-40B4-BE49-F238E27FC236}">
                  <a16:creationId xmlns:a16="http://schemas.microsoft.com/office/drawing/2014/main" id="{3CB11F1F-0719-0580-0157-0E20AF41A8F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79">
              <a:extLst>
                <a:ext uri="{FF2B5EF4-FFF2-40B4-BE49-F238E27FC236}">
                  <a16:creationId xmlns:a16="http://schemas.microsoft.com/office/drawing/2014/main" id="{399A8908-FBAA-FF85-9CEF-A909DA96938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0">
              <a:extLst>
                <a:ext uri="{FF2B5EF4-FFF2-40B4-BE49-F238E27FC236}">
                  <a16:creationId xmlns:a16="http://schemas.microsoft.com/office/drawing/2014/main" id="{D32DAE5A-B35B-EDF4-1796-A519EBC5815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1">
              <a:extLst>
                <a:ext uri="{FF2B5EF4-FFF2-40B4-BE49-F238E27FC236}">
                  <a16:creationId xmlns:a16="http://schemas.microsoft.com/office/drawing/2014/main" id="{27C3E6A1-FE06-E501-B536-A874DA9AEDC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2">
              <a:extLst>
                <a:ext uri="{FF2B5EF4-FFF2-40B4-BE49-F238E27FC236}">
                  <a16:creationId xmlns:a16="http://schemas.microsoft.com/office/drawing/2014/main" id="{A9388ABD-A01E-E5FA-6067-3FBD94BB871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3">
              <a:extLst>
                <a:ext uri="{FF2B5EF4-FFF2-40B4-BE49-F238E27FC236}">
                  <a16:creationId xmlns:a16="http://schemas.microsoft.com/office/drawing/2014/main" id="{DBDDC976-CE97-E72B-D6E2-F372A7F33ED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4">
              <a:extLst>
                <a:ext uri="{FF2B5EF4-FFF2-40B4-BE49-F238E27FC236}">
                  <a16:creationId xmlns:a16="http://schemas.microsoft.com/office/drawing/2014/main" id="{7CA5A20E-A935-4387-F5E9-1D42ED05E26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5">
              <a:extLst>
                <a:ext uri="{FF2B5EF4-FFF2-40B4-BE49-F238E27FC236}">
                  <a16:creationId xmlns:a16="http://schemas.microsoft.com/office/drawing/2014/main" id="{16471B35-DABA-C539-1630-D8F322BC735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6">
              <a:extLst>
                <a:ext uri="{FF2B5EF4-FFF2-40B4-BE49-F238E27FC236}">
                  <a16:creationId xmlns:a16="http://schemas.microsoft.com/office/drawing/2014/main" id="{308A247F-9D70-A022-3894-1A956992891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7">
              <a:extLst>
                <a:ext uri="{FF2B5EF4-FFF2-40B4-BE49-F238E27FC236}">
                  <a16:creationId xmlns:a16="http://schemas.microsoft.com/office/drawing/2014/main" id="{A28F6566-CDC0-6931-009D-98ECBAFF040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8">
              <a:extLst>
                <a:ext uri="{FF2B5EF4-FFF2-40B4-BE49-F238E27FC236}">
                  <a16:creationId xmlns:a16="http://schemas.microsoft.com/office/drawing/2014/main" id="{F5667548-FBBC-9B83-CA77-D18CDF7C85C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89">
              <a:extLst>
                <a:ext uri="{FF2B5EF4-FFF2-40B4-BE49-F238E27FC236}">
                  <a16:creationId xmlns:a16="http://schemas.microsoft.com/office/drawing/2014/main" id="{61FC187E-89F3-8514-9CD0-588FB8DCC32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0">
              <a:extLst>
                <a:ext uri="{FF2B5EF4-FFF2-40B4-BE49-F238E27FC236}">
                  <a16:creationId xmlns:a16="http://schemas.microsoft.com/office/drawing/2014/main" id="{AD29D61B-03C2-3225-2148-AE92976FCC5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1">
              <a:extLst>
                <a:ext uri="{FF2B5EF4-FFF2-40B4-BE49-F238E27FC236}">
                  <a16:creationId xmlns:a16="http://schemas.microsoft.com/office/drawing/2014/main" id="{477D6199-3DD6-228C-51CB-E15A564110F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2">
              <a:extLst>
                <a:ext uri="{FF2B5EF4-FFF2-40B4-BE49-F238E27FC236}">
                  <a16:creationId xmlns:a16="http://schemas.microsoft.com/office/drawing/2014/main" id="{E97FAFB5-13F7-48F1-6BDF-8B18FFC6B48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3">
              <a:extLst>
                <a:ext uri="{FF2B5EF4-FFF2-40B4-BE49-F238E27FC236}">
                  <a16:creationId xmlns:a16="http://schemas.microsoft.com/office/drawing/2014/main" id="{350993D8-1B9E-A412-74EC-5072B629E7D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4">
              <a:extLst>
                <a:ext uri="{FF2B5EF4-FFF2-40B4-BE49-F238E27FC236}">
                  <a16:creationId xmlns:a16="http://schemas.microsoft.com/office/drawing/2014/main" id="{034962D7-EB59-1E66-2414-0E440CEC3EF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5">
              <a:extLst>
                <a:ext uri="{FF2B5EF4-FFF2-40B4-BE49-F238E27FC236}">
                  <a16:creationId xmlns:a16="http://schemas.microsoft.com/office/drawing/2014/main" id="{72BF4C9E-CC29-2407-8C05-A357CA3D5C1C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6">
              <a:extLst>
                <a:ext uri="{FF2B5EF4-FFF2-40B4-BE49-F238E27FC236}">
                  <a16:creationId xmlns:a16="http://schemas.microsoft.com/office/drawing/2014/main" id="{38809C50-FE78-DDC6-2598-E6F0745A096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7">
              <a:extLst>
                <a:ext uri="{FF2B5EF4-FFF2-40B4-BE49-F238E27FC236}">
                  <a16:creationId xmlns:a16="http://schemas.microsoft.com/office/drawing/2014/main" id="{C7D91B22-B087-8D2A-679B-CF3BC2595A8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8">
              <a:extLst>
                <a:ext uri="{FF2B5EF4-FFF2-40B4-BE49-F238E27FC236}">
                  <a16:creationId xmlns:a16="http://schemas.microsoft.com/office/drawing/2014/main" id="{7F175483-7ADD-A8EB-A104-BB9D7D2B9F5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199">
              <a:extLst>
                <a:ext uri="{FF2B5EF4-FFF2-40B4-BE49-F238E27FC236}">
                  <a16:creationId xmlns:a16="http://schemas.microsoft.com/office/drawing/2014/main" id="{ED335DDC-FB33-C910-D61B-5B7E7BF737C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0">
              <a:extLst>
                <a:ext uri="{FF2B5EF4-FFF2-40B4-BE49-F238E27FC236}">
                  <a16:creationId xmlns:a16="http://schemas.microsoft.com/office/drawing/2014/main" id="{3FC1700E-6E25-196F-AD5C-2B9DCB511DF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1">
              <a:extLst>
                <a:ext uri="{FF2B5EF4-FFF2-40B4-BE49-F238E27FC236}">
                  <a16:creationId xmlns:a16="http://schemas.microsoft.com/office/drawing/2014/main" id="{F5EA1F0E-60F7-2EDA-32BD-C62E22FA903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2">
              <a:extLst>
                <a:ext uri="{FF2B5EF4-FFF2-40B4-BE49-F238E27FC236}">
                  <a16:creationId xmlns:a16="http://schemas.microsoft.com/office/drawing/2014/main" id="{1C8521F7-B697-8EBB-2030-43DA833C284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3">
              <a:extLst>
                <a:ext uri="{FF2B5EF4-FFF2-40B4-BE49-F238E27FC236}">
                  <a16:creationId xmlns:a16="http://schemas.microsoft.com/office/drawing/2014/main" id="{09723605-AD4C-E210-78B2-21FDF7F278F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4">
              <a:extLst>
                <a:ext uri="{FF2B5EF4-FFF2-40B4-BE49-F238E27FC236}">
                  <a16:creationId xmlns:a16="http://schemas.microsoft.com/office/drawing/2014/main" id="{85138F67-6C98-2F45-E944-D163D0E3A30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5">
              <a:extLst>
                <a:ext uri="{FF2B5EF4-FFF2-40B4-BE49-F238E27FC236}">
                  <a16:creationId xmlns:a16="http://schemas.microsoft.com/office/drawing/2014/main" id="{EE418713-A2B1-44D4-E510-A0E8446B69E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6">
              <a:extLst>
                <a:ext uri="{FF2B5EF4-FFF2-40B4-BE49-F238E27FC236}">
                  <a16:creationId xmlns:a16="http://schemas.microsoft.com/office/drawing/2014/main" id="{80351F45-8372-0A2F-6B71-A9665C99EF3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7">
              <a:extLst>
                <a:ext uri="{FF2B5EF4-FFF2-40B4-BE49-F238E27FC236}">
                  <a16:creationId xmlns:a16="http://schemas.microsoft.com/office/drawing/2014/main" id="{963187A0-1362-1E27-6A05-84CF8CA79E0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8">
              <a:extLst>
                <a:ext uri="{FF2B5EF4-FFF2-40B4-BE49-F238E27FC236}">
                  <a16:creationId xmlns:a16="http://schemas.microsoft.com/office/drawing/2014/main" id="{FDA9ABAF-CAE4-C7A5-B578-3BBB76BA3E2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09">
              <a:extLst>
                <a:ext uri="{FF2B5EF4-FFF2-40B4-BE49-F238E27FC236}">
                  <a16:creationId xmlns:a16="http://schemas.microsoft.com/office/drawing/2014/main" id="{A0247C35-7D5E-D1D1-E1DF-9A21A35DD0C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0">
              <a:extLst>
                <a:ext uri="{FF2B5EF4-FFF2-40B4-BE49-F238E27FC236}">
                  <a16:creationId xmlns:a16="http://schemas.microsoft.com/office/drawing/2014/main" id="{55A070D6-492F-3225-EB52-63945AC925B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1">
              <a:extLst>
                <a:ext uri="{FF2B5EF4-FFF2-40B4-BE49-F238E27FC236}">
                  <a16:creationId xmlns:a16="http://schemas.microsoft.com/office/drawing/2014/main" id="{FA439690-EE5A-2DF6-11F0-9F7D24AE357C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2">
              <a:extLst>
                <a:ext uri="{FF2B5EF4-FFF2-40B4-BE49-F238E27FC236}">
                  <a16:creationId xmlns:a16="http://schemas.microsoft.com/office/drawing/2014/main" id="{1F458D83-E5C4-0CCB-7F19-6C318859FEB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3">
              <a:extLst>
                <a:ext uri="{FF2B5EF4-FFF2-40B4-BE49-F238E27FC236}">
                  <a16:creationId xmlns:a16="http://schemas.microsoft.com/office/drawing/2014/main" id="{F1517071-49F3-2706-C292-B601F824C2D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4">
              <a:extLst>
                <a:ext uri="{FF2B5EF4-FFF2-40B4-BE49-F238E27FC236}">
                  <a16:creationId xmlns:a16="http://schemas.microsoft.com/office/drawing/2014/main" id="{AF89C885-4393-DF46-C2F1-534B6C7F687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5">
              <a:extLst>
                <a:ext uri="{FF2B5EF4-FFF2-40B4-BE49-F238E27FC236}">
                  <a16:creationId xmlns:a16="http://schemas.microsoft.com/office/drawing/2014/main" id="{2E4558A6-0006-6680-22B4-BA231CD25BE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6">
              <a:extLst>
                <a:ext uri="{FF2B5EF4-FFF2-40B4-BE49-F238E27FC236}">
                  <a16:creationId xmlns:a16="http://schemas.microsoft.com/office/drawing/2014/main" id="{A0AB14D0-8751-7542-02EB-0DA7C538A74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7">
              <a:extLst>
                <a:ext uri="{FF2B5EF4-FFF2-40B4-BE49-F238E27FC236}">
                  <a16:creationId xmlns:a16="http://schemas.microsoft.com/office/drawing/2014/main" id="{22185A3C-685E-4BB6-2F2E-7FB5CC1D66A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8">
              <a:extLst>
                <a:ext uri="{FF2B5EF4-FFF2-40B4-BE49-F238E27FC236}">
                  <a16:creationId xmlns:a16="http://schemas.microsoft.com/office/drawing/2014/main" id="{D968A0C3-BE9E-9505-7D68-618710CD7DF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19">
              <a:extLst>
                <a:ext uri="{FF2B5EF4-FFF2-40B4-BE49-F238E27FC236}">
                  <a16:creationId xmlns:a16="http://schemas.microsoft.com/office/drawing/2014/main" id="{C696F204-8B81-AC1D-50F7-CF9E4BBB277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0">
              <a:extLst>
                <a:ext uri="{FF2B5EF4-FFF2-40B4-BE49-F238E27FC236}">
                  <a16:creationId xmlns:a16="http://schemas.microsoft.com/office/drawing/2014/main" id="{01473B9E-3C20-B482-2AA1-D0B4BB4BF65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1">
              <a:extLst>
                <a:ext uri="{FF2B5EF4-FFF2-40B4-BE49-F238E27FC236}">
                  <a16:creationId xmlns:a16="http://schemas.microsoft.com/office/drawing/2014/main" id="{D252BD70-396C-AE15-E7CA-5EE33D19428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2">
              <a:extLst>
                <a:ext uri="{FF2B5EF4-FFF2-40B4-BE49-F238E27FC236}">
                  <a16:creationId xmlns:a16="http://schemas.microsoft.com/office/drawing/2014/main" id="{135E0A92-93CB-C734-E42D-9EE7E2B6B8D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3">
              <a:extLst>
                <a:ext uri="{FF2B5EF4-FFF2-40B4-BE49-F238E27FC236}">
                  <a16:creationId xmlns:a16="http://schemas.microsoft.com/office/drawing/2014/main" id="{6BBEB538-45E5-7AAE-EE84-2C6B5191587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4">
              <a:extLst>
                <a:ext uri="{FF2B5EF4-FFF2-40B4-BE49-F238E27FC236}">
                  <a16:creationId xmlns:a16="http://schemas.microsoft.com/office/drawing/2014/main" id="{027B5336-026C-07FB-3B81-E9DA55BF69E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5">
              <a:extLst>
                <a:ext uri="{FF2B5EF4-FFF2-40B4-BE49-F238E27FC236}">
                  <a16:creationId xmlns:a16="http://schemas.microsoft.com/office/drawing/2014/main" id="{5C3AD000-9AA2-77B6-D1A3-A226D281768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6">
              <a:extLst>
                <a:ext uri="{FF2B5EF4-FFF2-40B4-BE49-F238E27FC236}">
                  <a16:creationId xmlns:a16="http://schemas.microsoft.com/office/drawing/2014/main" id="{62E8D5D0-607D-836C-7B8E-008C4042F3A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7">
              <a:extLst>
                <a:ext uri="{FF2B5EF4-FFF2-40B4-BE49-F238E27FC236}">
                  <a16:creationId xmlns:a16="http://schemas.microsoft.com/office/drawing/2014/main" id="{1E9A378C-DAC0-9904-04AC-9E6A6A4FE21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8">
              <a:extLst>
                <a:ext uri="{FF2B5EF4-FFF2-40B4-BE49-F238E27FC236}">
                  <a16:creationId xmlns:a16="http://schemas.microsoft.com/office/drawing/2014/main" id="{873AAB34-76F0-2571-ADFA-8E2BD2D2E78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29">
              <a:extLst>
                <a:ext uri="{FF2B5EF4-FFF2-40B4-BE49-F238E27FC236}">
                  <a16:creationId xmlns:a16="http://schemas.microsoft.com/office/drawing/2014/main" id="{091CFFD8-60E7-1B22-D1E6-93495BA6FDB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0">
              <a:extLst>
                <a:ext uri="{FF2B5EF4-FFF2-40B4-BE49-F238E27FC236}">
                  <a16:creationId xmlns:a16="http://schemas.microsoft.com/office/drawing/2014/main" id="{C1AE94A7-C79D-A1B7-DFE2-FB768B3DB07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1">
              <a:extLst>
                <a:ext uri="{FF2B5EF4-FFF2-40B4-BE49-F238E27FC236}">
                  <a16:creationId xmlns:a16="http://schemas.microsoft.com/office/drawing/2014/main" id="{4D28ECE1-3AD7-1ED7-BF36-F0A31001DE8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2">
              <a:extLst>
                <a:ext uri="{FF2B5EF4-FFF2-40B4-BE49-F238E27FC236}">
                  <a16:creationId xmlns:a16="http://schemas.microsoft.com/office/drawing/2014/main" id="{2AE9FF80-68A0-FA5D-7DB6-8A98ADFE407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3">
              <a:extLst>
                <a:ext uri="{FF2B5EF4-FFF2-40B4-BE49-F238E27FC236}">
                  <a16:creationId xmlns:a16="http://schemas.microsoft.com/office/drawing/2014/main" id="{D167B591-322E-526C-6FDB-E61C859501B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4">
              <a:extLst>
                <a:ext uri="{FF2B5EF4-FFF2-40B4-BE49-F238E27FC236}">
                  <a16:creationId xmlns:a16="http://schemas.microsoft.com/office/drawing/2014/main" id="{6EE629DE-9CFB-F55C-33EC-B56581D68B8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5">
              <a:extLst>
                <a:ext uri="{FF2B5EF4-FFF2-40B4-BE49-F238E27FC236}">
                  <a16:creationId xmlns:a16="http://schemas.microsoft.com/office/drawing/2014/main" id="{39360A45-8F90-5153-A907-B24D873FBC3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6">
              <a:extLst>
                <a:ext uri="{FF2B5EF4-FFF2-40B4-BE49-F238E27FC236}">
                  <a16:creationId xmlns:a16="http://schemas.microsoft.com/office/drawing/2014/main" id="{61007F9B-8622-2092-2F35-57CB5B2B5EA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7">
              <a:extLst>
                <a:ext uri="{FF2B5EF4-FFF2-40B4-BE49-F238E27FC236}">
                  <a16:creationId xmlns:a16="http://schemas.microsoft.com/office/drawing/2014/main" id="{F466458B-9BDE-8FD0-52B2-BC5A88244E0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8">
              <a:extLst>
                <a:ext uri="{FF2B5EF4-FFF2-40B4-BE49-F238E27FC236}">
                  <a16:creationId xmlns:a16="http://schemas.microsoft.com/office/drawing/2014/main" id="{6D113F2D-53E1-BE8F-FBB0-8FD56A83576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39">
              <a:extLst>
                <a:ext uri="{FF2B5EF4-FFF2-40B4-BE49-F238E27FC236}">
                  <a16:creationId xmlns:a16="http://schemas.microsoft.com/office/drawing/2014/main" id="{EC859F5C-F78E-8C05-EF32-8AA992A02C7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0">
              <a:extLst>
                <a:ext uri="{FF2B5EF4-FFF2-40B4-BE49-F238E27FC236}">
                  <a16:creationId xmlns:a16="http://schemas.microsoft.com/office/drawing/2014/main" id="{939AA71D-F439-7E45-F481-635721A2EE2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1">
              <a:extLst>
                <a:ext uri="{FF2B5EF4-FFF2-40B4-BE49-F238E27FC236}">
                  <a16:creationId xmlns:a16="http://schemas.microsoft.com/office/drawing/2014/main" id="{42F322FB-12A4-09E7-88E0-B0C8DD99E9A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2">
              <a:extLst>
                <a:ext uri="{FF2B5EF4-FFF2-40B4-BE49-F238E27FC236}">
                  <a16:creationId xmlns:a16="http://schemas.microsoft.com/office/drawing/2014/main" id="{12E7C6B2-7A84-C078-6E0B-2AA2AF17685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3">
              <a:extLst>
                <a:ext uri="{FF2B5EF4-FFF2-40B4-BE49-F238E27FC236}">
                  <a16:creationId xmlns:a16="http://schemas.microsoft.com/office/drawing/2014/main" id="{2D5372C1-848E-1444-740F-F908F1C39C0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4">
              <a:extLst>
                <a:ext uri="{FF2B5EF4-FFF2-40B4-BE49-F238E27FC236}">
                  <a16:creationId xmlns:a16="http://schemas.microsoft.com/office/drawing/2014/main" id="{291A0F58-77B8-8A57-456F-2923C52DAD8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5">
              <a:extLst>
                <a:ext uri="{FF2B5EF4-FFF2-40B4-BE49-F238E27FC236}">
                  <a16:creationId xmlns:a16="http://schemas.microsoft.com/office/drawing/2014/main" id="{94F9A78A-7D25-0539-553C-87841B39771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6">
              <a:extLst>
                <a:ext uri="{FF2B5EF4-FFF2-40B4-BE49-F238E27FC236}">
                  <a16:creationId xmlns:a16="http://schemas.microsoft.com/office/drawing/2014/main" id="{73BDCFD6-2CBC-08E4-9D85-9AC827E88D7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7">
              <a:extLst>
                <a:ext uri="{FF2B5EF4-FFF2-40B4-BE49-F238E27FC236}">
                  <a16:creationId xmlns:a16="http://schemas.microsoft.com/office/drawing/2014/main" id="{66A1E2BB-BD25-EB62-0E7A-4B2176D647F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8">
              <a:extLst>
                <a:ext uri="{FF2B5EF4-FFF2-40B4-BE49-F238E27FC236}">
                  <a16:creationId xmlns:a16="http://schemas.microsoft.com/office/drawing/2014/main" id="{9D25CCB4-9CEE-08CF-B3FB-32395F34F20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49">
              <a:extLst>
                <a:ext uri="{FF2B5EF4-FFF2-40B4-BE49-F238E27FC236}">
                  <a16:creationId xmlns:a16="http://schemas.microsoft.com/office/drawing/2014/main" id="{EDFD1AA5-FA61-4093-B598-E276D7B3093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0">
              <a:extLst>
                <a:ext uri="{FF2B5EF4-FFF2-40B4-BE49-F238E27FC236}">
                  <a16:creationId xmlns:a16="http://schemas.microsoft.com/office/drawing/2014/main" id="{744E1378-C007-4E7A-4118-2AB767D7CFA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1">
              <a:extLst>
                <a:ext uri="{FF2B5EF4-FFF2-40B4-BE49-F238E27FC236}">
                  <a16:creationId xmlns:a16="http://schemas.microsoft.com/office/drawing/2014/main" id="{CAB77139-C0A7-F258-2AB8-941DF48F5B1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2">
              <a:extLst>
                <a:ext uri="{FF2B5EF4-FFF2-40B4-BE49-F238E27FC236}">
                  <a16:creationId xmlns:a16="http://schemas.microsoft.com/office/drawing/2014/main" id="{3EC4BE08-7A35-26A7-698B-59291D810C9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3">
              <a:extLst>
                <a:ext uri="{FF2B5EF4-FFF2-40B4-BE49-F238E27FC236}">
                  <a16:creationId xmlns:a16="http://schemas.microsoft.com/office/drawing/2014/main" id="{D9081565-EC71-7B37-5AC7-6B5BDBA8049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4">
              <a:extLst>
                <a:ext uri="{FF2B5EF4-FFF2-40B4-BE49-F238E27FC236}">
                  <a16:creationId xmlns:a16="http://schemas.microsoft.com/office/drawing/2014/main" id="{9CD3C598-FF12-A7F7-229C-F3085F4BE67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5">
              <a:extLst>
                <a:ext uri="{FF2B5EF4-FFF2-40B4-BE49-F238E27FC236}">
                  <a16:creationId xmlns:a16="http://schemas.microsoft.com/office/drawing/2014/main" id="{DD7248E4-57A6-18B0-282B-F84AB66B512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6">
              <a:extLst>
                <a:ext uri="{FF2B5EF4-FFF2-40B4-BE49-F238E27FC236}">
                  <a16:creationId xmlns:a16="http://schemas.microsoft.com/office/drawing/2014/main" id="{D0501057-4ABB-5ECC-EE09-904BB374B9E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7">
              <a:extLst>
                <a:ext uri="{FF2B5EF4-FFF2-40B4-BE49-F238E27FC236}">
                  <a16:creationId xmlns:a16="http://schemas.microsoft.com/office/drawing/2014/main" id="{7138E5C8-4F76-776C-D309-EF48409AE77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8">
              <a:extLst>
                <a:ext uri="{FF2B5EF4-FFF2-40B4-BE49-F238E27FC236}">
                  <a16:creationId xmlns:a16="http://schemas.microsoft.com/office/drawing/2014/main" id="{378BF84D-9378-783F-6276-1D38F1A51CC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59">
              <a:extLst>
                <a:ext uri="{FF2B5EF4-FFF2-40B4-BE49-F238E27FC236}">
                  <a16:creationId xmlns:a16="http://schemas.microsoft.com/office/drawing/2014/main" id="{E8A29515-8B19-6DF0-C4D7-21BF5A6BACD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0">
              <a:extLst>
                <a:ext uri="{FF2B5EF4-FFF2-40B4-BE49-F238E27FC236}">
                  <a16:creationId xmlns:a16="http://schemas.microsoft.com/office/drawing/2014/main" id="{1A65AF61-7BEE-F934-5A95-726A403AEB6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1">
              <a:extLst>
                <a:ext uri="{FF2B5EF4-FFF2-40B4-BE49-F238E27FC236}">
                  <a16:creationId xmlns:a16="http://schemas.microsoft.com/office/drawing/2014/main" id="{EA9B7F65-40F7-8914-E5AD-BEE3C660710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2">
              <a:extLst>
                <a:ext uri="{FF2B5EF4-FFF2-40B4-BE49-F238E27FC236}">
                  <a16:creationId xmlns:a16="http://schemas.microsoft.com/office/drawing/2014/main" id="{B1C89032-667C-E57B-42B8-6829B80F228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3">
              <a:extLst>
                <a:ext uri="{FF2B5EF4-FFF2-40B4-BE49-F238E27FC236}">
                  <a16:creationId xmlns:a16="http://schemas.microsoft.com/office/drawing/2014/main" id="{9F91E07D-699C-F611-E8D7-8E3FF82E7C9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4">
              <a:extLst>
                <a:ext uri="{FF2B5EF4-FFF2-40B4-BE49-F238E27FC236}">
                  <a16:creationId xmlns:a16="http://schemas.microsoft.com/office/drawing/2014/main" id="{CC85F970-411D-1848-1EB2-570C63518EA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5">
              <a:extLst>
                <a:ext uri="{FF2B5EF4-FFF2-40B4-BE49-F238E27FC236}">
                  <a16:creationId xmlns:a16="http://schemas.microsoft.com/office/drawing/2014/main" id="{8DF957C8-80D3-C5BD-E427-EC0FFCEB449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6">
              <a:extLst>
                <a:ext uri="{FF2B5EF4-FFF2-40B4-BE49-F238E27FC236}">
                  <a16:creationId xmlns:a16="http://schemas.microsoft.com/office/drawing/2014/main" id="{2D92F96E-13FC-6D32-90DE-954EE21B17E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7">
              <a:extLst>
                <a:ext uri="{FF2B5EF4-FFF2-40B4-BE49-F238E27FC236}">
                  <a16:creationId xmlns:a16="http://schemas.microsoft.com/office/drawing/2014/main" id="{4C853A6B-555E-49EC-CC9F-6162163A074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8">
              <a:extLst>
                <a:ext uri="{FF2B5EF4-FFF2-40B4-BE49-F238E27FC236}">
                  <a16:creationId xmlns:a16="http://schemas.microsoft.com/office/drawing/2014/main" id="{131DA459-671B-574F-40B8-B7AE84F7492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69">
              <a:extLst>
                <a:ext uri="{FF2B5EF4-FFF2-40B4-BE49-F238E27FC236}">
                  <a16:creationId xmlns:a16="http://schemas.microsoft.com/office/drawing/2014/main" id="{592F02C0-958A-56D4-22D8-82E1F6434BC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0">
              <a:extLst>
                <a:ext uri="{FF2B5EF4-FFF2-40B4-BE49-F238E27FC236}">
                  <a16:creationId xmlns:a16="http://schemas.microsoft.com/office/drawing/2014/main" id="{3D571F2F-D9B9-62B4-FDB6-00BB2DC7334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1">
              <a:extLst>
                <a:ext uri="{FF2B5EF4-FFF2-40B4-BE49-F238E27FC236}">
                  <a16:creationId xmlns:a16="http://schemas.microsoft.com/office/drawing/2014/main" id="{648F10FF-DBAC-EDC9-9D03-DB1A4A20204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2">
              <a:extLst>
                <a:ext uri="{FF2B5EF4-FFF2-40B4-BE49-F238E27FC236}">
                  <a16:creationId xmlns:a16="http://schemas.microsoft.com/office/drawing/2014/main" id="{A83599F8-B5A7-FF9F-AFE7-DDBD495D1E1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3">
              <a:extLst>
                <a:ext uri="{FF2B5EF4-FFF2-40B4-BE49-F238E27FC236}">
                  <a16:creationId xmlns:a16="http://schemas.microsoft.com/office/drawing/2014/main" id="{FBF1BFDC-8530-2660-6C34-B6D21165DAB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4">
              <a:extLst>
                <a:ext uri="{FF2B5EF4-FFF2-40B4-BE49-F238E27FC236}">
                  <a16:creationId xmlns:a16="http://schemas.microsoft.com/office/drawing/2014/main" id="{B210B06F-2F70-8BD8-ABF0-AF3E0FCB12A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5">
              <a:extLst>
                <a:ext uri="{FF2B5EF4-FFF2-40B4-BE49-F238E27FC236}">
                  <a16:creationId xmlns:a16="http://schemas.microsoft.com/office/drawing/2014/main" id="{63E8B243-1CE6-B47E-B7E1-87D286D3E73C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6">
              <a:extLst>
                <a:ext uri="{FF2B5EF4-FFF2-40B4-BE49-F238E27FC236}">
                  <a16:creationId xmlns:a16="http://schemas.microsoft.com/office/drawing/2014/main" id="{48F8937F-A47E-509D-7620-FD5E589E44A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7">
              <a:extLst>
                <a:ext uri="{FF2B5EF4-FFF2-40B4-BE49-F238E27FC236}">
                  <a16:creationId xmlns:a16="http://schemas.microsoft.com/office/drawing/2014/main" id="{3C5E7A3F-7866-FE70-B854-B1A9DFB32F8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8">
              <a:extLst>
                <a:ext uri="{FF2B5EF4-FFF2-40B4-BE49-F238E27FC236}">
                  <a16:creationId xmlns:a16="http://schemas.microsoft.com/office/drawing/2014/main" id="{7FB24789-8283-AE5E-891F-F158518741B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79">
              <a:extLst>
                <a:ext uri="{FF2B5EF4-FFF2-40B4-BE49-F238E27FC236}">
                  <a16:creationId xmlns:a16="http://schemas.microsoft.com/office/drawing/2014/main" id="{36D64AEF-A99D-E0E0-9FF4-AEFE9101CF4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0">
              <a:extLst>
                <a:ext uri="{FF2B5EF4-FFF2-40B4-BE49-F238E27FC236}">
                  <a16:creationId xmlns:a16="http://schemas.microsoft.com/office/drawing/2014/main" id="{B49CDECE-0F95-F314-276C-65DA348ADFD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1">
              <a:extLst>
                <a:ext uri="{FF2B5EF4-FFF2-40B4-BE49-F238E27FC236}">
                  <a16:creationId xmlns:a16="http://schemas.microsoft.com/office/drawing/2014/main" id="{482F47A0-CCCA-EF4C-70DA-F8826D0D455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2">
              <a:extLst>
                <a:ext uri="{FF2B5EF4-FFF2-40B4-BE49-F238E27FC236}">
                  <a16:creationId xmlns:a16="http://schemas.microsoft.com/office/drawing/2014/main" id="{E0F8DEC1-7338-90D1-4B92-64FDDD029BE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3">
              <a:extLst>
                <a:ext uri="{FF2B5EF4-FFF2-40B4-BE49-F238E27FC236}">
                  <a16:creationId xmlns:a16="http://schemas.microsoft.com/office/drawing/2014/main" id="{B2B142BA-E3D4-11EB-7364-A95AE40057F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4">
              <a:extLst>
                <a:ext uri="{FF2B5EF4-FFF2-40B4-BE49-F238E27FC236}">
                  <a16:creationId xmlns:a16="http://schemas.microsoft.com/office/drawing/2014/main" id="{89C2798D-E10F-BE36-8377-9D9D42A0A1F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5">
              <a:extLst>
                <a:ext uri="{FF2B5EF4-FFF2-40B4-BE49-F238E27FC236}">
                  <a16:creationId xmlns:a16="http://schemas.microsoft.com/office/drawing/2014/main" id="{E47D0671-360E-613F-4025-60F5BAC1051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6">
              <a:extLst>
                <a:ext uri="{FF2B5EF4-FFF2-40B4-BE49-F238E27FC236}">
                  <a16:creationId xmlns:a16="http://schemas.microsoft.com/office/drawing/2014/main" id="{F0BC7903-85DE-8644-1843-A65BB52C7C1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7">
              <a:extLst>
                <a:ext uri="{FF2B5EF4-FFF2-40B4-BE49-F238E27FC236}">
                  <a16:creationId xmlns:a16="http://schemas.microsoft.com/office/drawing/2014/main" id="{EF14BCDE-499D-ADB2-8313-F82D70124DF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8">
              <a:extLst>
                <a:ext uri="{FF2B5EF4-FFF2-40B4-BE49-F238E27FC236}">
                  <a16:creationId xmlns:a16="http://schemas.microsoft.com/office/drawing/2014/main" id="{C9E088B4-A748-CE3F-E210-8D967C2966B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89">
              <a:extLst>
                <a:ext uri="{FF2B5EF4-FFF2-40B4-BE49-F238E27FC236}">
                  <a16:creationId xmlns:a16="http://schemas.microsoft.com/office/drawing/2014/main" id="{AEB46376-D9FE-8019-B7A2-FF4903999C7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0">
              <a:extLst>
                <a:ext uri="{FF2B5EF4-FFF2-40B4-BE49-F238E27FC236}">
                  <a16:creationId xmlns:a16="http://schemas.microsoft.com/office/drawing/2014/main" id="{38B06B63-C7F5-6351-0F3D-8D1D9CBDCC4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1">
              <a:extLst>
                <a:ext uri="{FF2B5EF4-FFF2-40B4-BE49-F238E27FC236}">
                  <a16:creationId xmlns:a16="http://schemas.microsoft.com/office/drawing/2014/main" id="{151D71C9-29C5-DC75-4753-097E46778CE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2">
              <a:extLst>
                <a:ext uri="{FF2B5EF4-FFF2-40B4-BE49-F238E27FC236}">
                  <a16:creationId xmlns:a16="http://schemas.microsoft.com/office/drawing/2014/main" id="{66EA3944-849B-2F0D-30D0-1458EBE92BF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3">
              <a:extLst>
                <a:ext uri="{FF2B5EF4-FFF2-40B4-BE49-F238E27FC236}">
                  <a16:creationId xmlns:a16="http://schemas.microsoft.com/office/drawing/2014/main" id="{69753633-8CC8-1367-BB02-1F69E2EEC11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4">
              <a:extLst>
                <a:ext uri="{FF2B5EF4-FFF2-40B4-BE49-F238E27FC236}">
                  <a16:creationId xmlns:a16="http://schemas.microsoft.com/office/drawing/2014/main" id="{BDEEC958-8DAC-66FA-FB4F-DF55901B000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5">
              <a:extLst>
                <a:ext uri="{FF2B5EF4-FFF2-40B4-BE49-F238E27FC236}">
                  <a16:creationId xmlns:a16="http://schemas.microsoft.com/office/drawing/2014/main" id="{7C015BB8-9571-472D-7F9A-B877D4E5503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6">
              <a:extLst>
                <a:ext uri="{FF2B5EF4-FFF2-40B4-BE49-F238E27FC236}">
                  <a16:creationId xmlns:a16="http://schemas.microsoft.com/office/drawing/2014/main" id="{CC9158D1-CFD6-D1C4-1178-667CC917228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7">
              <a:extLst>
                <a:ext uri="{FF2B5EF4-FFF2-40B4-BE49-F238E27FC236}">
                  <a16:creationId xmlns:a16="http://schemas.microsoft.com/office/drawing/2014/main" id="{A68B0258-4716-5A9B-E35F-5B4689554EE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8">
              <a:extLst>
                <a:ext uri="{FF2B5EF4-FFF2-40B4-BE49-F238E27FC236}">
                  <a16:creationId xmlns:a16="http://schemas.microsoft.com/office/drawing/2014/main" id="{334E7D56-B29B-9F3E-C545-77187CD56BE8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299">
              <a:extLst>
                <a:ext uri="{FF2B5EF4-FFF2-40B4-BE49-F238E27FC236}">
                  <a16:creationId xmlns:a16="http://schemas.microsoft.com/office/drawing/2014/main" id="{D5853598-FD57-86AD-D439-BAE69CC5727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0">
              <a:extLst>
                <a:ext uri="{FF2B5EF4-FFF2-40B4-BE49-F238E27FC236}">
                  <a16:creationId xmlns:a16="http://schemas.microsoft.com/office/drawing/2014/main" id="{5D3B13E1-A7BD-7DAD-A913-DA4265B4B32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1">
              <a:extLst>
                <a:ext uri="{FF2B5EF4-FFF2-40B4-BE49-F238E27FC236}">
                  <a16:creationId xmlns:a16="http://schemas.microsoft.com/office/drawing/2014/main" id="{05317A17-4D8F-6A23-A8E4-012E351043D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2">
              <a:extLst>
                <a:ext uri="{FF2B5EF4-FFF2-40B4-BE49-F238E27FC236}">
                  <a16:creationId xmlns:a16="http://schemas.microsoft.com/office/drawing/2014/main" id="{4A0FF3B0-0458-7E74-D465-CB51384BF26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3">
              <a:extLst>
                <a:ext uri="{FF2B5EF4-FFF2-40B4-BE49-F238E27FC236}">
                  <a16:creationId xmlns:a16="http://schemas.microsoft.com/office/drawing/2014/main" id="{43B30CF0-18CC-AE49-1D8B-3560EEE8793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4">
              <a:extLst>
                <a:ext uri="{FF2B5EF4-FFF2-40B4-BE49-F238E27FC236}">
                  <a16:creationId xmlns:a16="http://schemas.microsoft.com/office/drawing/2014/main" id="{56691841-7E3C-CDA6-5FCB-A35D2B6D9AF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5">
              <a:extLst>
                <a:ext uri="{FF2B5EF4-FFF2-40B4-BE49-F238E27FC236}">
                  <a16:creationId xmlns:a16="http://schemas.microsoft.com/office/drawing/2014/main" id="{C4FE43BE-49DB-54C4-FEB0-0AEC5E9CE32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6">
              <a:extLst>
                <a:ext uri="{FF2B5EF4-FFF2-40B4-BE49-F238E27FC236}">
                  <a16:creationId xmlns:a16="http://schemas.microsoft.com/office/drawing/2014/main" id="{57EA6706-4773-8590-5894-564E08F1F4A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7">
              <a:extLst>
                <a:ext uri="{FF2B5EF4-FFF2-40B4-BE49-F238E27FC236}">
                  <a16:creationId xmlns:a16="http://schemas.microsoft.com/office/drawing/2014/main" id="{3CC1CDCE-5CCC-170A-2DA0-1716C982C38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8">
              <a:extLst>
                <a:ext uri="{FF2B5EF4-FFF2-40B4-BE49-F238E27FC236}">
                  <a16:creationId xmlns:a16="http://schemas.microsoft.com/office/drawing/2014/main" id="{514C070E-A7D2-235A-4DAD-D1F26A461C58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09">
              <a:extLst>
                <a:ext uri="{FF2B5EF4-FFF2-40B4-BE49-F238E27FC236}">
                  <a16:creationId xmlns:a16="http://schemas.microsoft.com/office/drawing/2014/main" id="{C72EB163-A59A-30DB-ACE8-C4C0F044FB3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0">
              <a:extLst>
                <a:ext uri="{FF2B5EF4-FFF2-40B4-BE49-F238E27FC236}">
                  <a16:creationId xmlns:a16="http://schemas.microsoft.com/office/drawing/2014/main" id="{9D5FEFAB-5E23-94C8-E748-C6622E08958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1">
              <a:extLst>
                <a:ext uri="{FF2B5EF4-FFF2-40B4-BE49-F238E27FC236}">
                  <a16:creationId xmlns:a16="http://schemas.microsoft.com/office/drawing/2014/main" id="{ED7E87ED-C206-807F-B662-F35FAABD5ED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2">
              <a:extLst>
                <a:ext uri="{FF2B5EF4-FFF2-40B4-BE49-F238E27FC236}">
                  <a16:creationId xmlns:a16="http://schemas.microsoft.com/office/drawing/2014/main" id="{6BE7F8F3-1DC4-5D88-71CB-EDF4673D0EF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3">
              <a:extLst>
                <a:ext uri="{FF2B5EF4-FFF2-40B4-BE49-F238E27FC236}">
                  <a16:creationId xmlns:a16="http://schemas.microsoft.com/office/drawing/2014/main" id="{B2A5A921-8381-95AA-C08A-3AC9665ABBC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4">
              <a:extLst>
                <a:ext uri="{FF2B5EF4-FFF2-40B4-BE49-F238E27FC236}">
                  <a16:creationId xmlns:a16="http://schemas.microsoft.com/office/drawing/2014/main" id="{9F5707F1-6273-43FA-7348-8555A9A271C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5">
              <a:extLst>
                <a:ext uri="{FF2B5EF4-FFF2-40B4-BE49-F238E27FC236}">
                  <a16:creationId xmlns:a16="http://schemas.microsoft.com/office/drawing/2014/main" id="{E7CA4E87-BC9D-D59D-0CCC-1993C20E5B1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6">
              <a:extLst>
                <a:ext uri="{FF2B5EF4-FFF2-40B4-BE49-F238E27FC236}">
                  <a16:creationId xmlns:a16="http://schemas.microsoft.com/office/drawing/2014/main" id="{E9FFE18F-A7D8-0162-C3E9-5322F979FA8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7">
              <a:extLst>
                <a:ext uri="{FF2B5EF4-FFF2-40B4-BE49-F238E27FC236}">
                  <a16:creationId xmlns:a16="http://schemas.microsoft.com/office/drawing/2014/main" id="{70F71703-C938-17AB-9970-302DF4D0BE3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8">
              <a:extLst>
                <a:ext uri="{FF2B5EF4-FFF2-40B4-BE49-F238E27FC236}">
                  <a16:creationId xmlns:a16="http://schemas.microsoft.com/office/drawing/2014/main" id="{71063C19-F3F6-2059-BAB4-979B24E4486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19">
              <a:extLst>
                <a:ext uri="{FF2B5EF4-FFF2-40B4-BE49-F238E27FC236}">
                  <a16:creationId xmlns:a16="http://schemas.microsoft.com/office/drawing/2014/main" id="{3CEA6A47-E747-5F83-8999-516ED995063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0">
              <a:extLst>
                <a:ext uri="{FF2B5EF4-FFF2-40B4-BE49-F238E27FC236}">
                  <a16:creationId xmlns:a16="http://schemas.microsoft.com/office/drawing/2014/main" id="{F7E34CD8-F8FB-9485-2639-EE4BCE0C2AE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1">
              <a:extLst>
                <a:ext uri="{FF2B5EF4-FFF2-40B4-BE49-F238E27FC236}">
                  <a16:creationId xmlns:a16="http://schemas.microsoft.com/office/drawing/2014/main" id="{8F85B192-5FEC-39C6-297D-52DF0A5B805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2">
              <a:extLst>
                <a:ext uri="{FF2B5EF4-FFF2-40B4-BE49-F238E27FC236}">
                  <a16:creationId xmlns:a16="http://schemas.microsoft.com/office/drawing/2014/main" id="{C63FB682-D024-9D03-FF98-73BE4A652F6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3">
              <a:extLst>
                <a:ext uri="{FF2B5EF4-FFF2-40B4-BE49-F238E27FC236}">
                  <a16:creationId xmlns:a16="http://schemas.microsoft.com/office/drawing/2014/main" id="{9ADD3E93-7824-8AC4-B40A-94BE0892C65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4">
              <a:extLst>
                <a:ext uri="{FF2B5EF4-FFF2-40B4-BE49-F238E27FC236}">
                  <a16:creationId xmlns:a16="http://schemas.microsoft.com/office/drawing/2014/main" id="{37431E8F-A5CA-FDE9-5917-0A35C5FCAF1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5">
              <a:extLst>
                <a:ext uri="{FF2B5EF4-FFF2-40B4-BE49-F238E27FC236}">
                  <a16:creationId xmlns:a16="http://schemas.microsoft.com/office/drawing/2014/main" id="{DF7E48C3-B75C-791D-A651-992AADEAC1B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6">
              <a:extLst>
                <a:ext uri="{FF2B5EF4-FFF2-40B4-BE49-F238E27FC236}">
                  <a16:creationId xmlns:a16="http://schemas.microsoft.com/office/drawing/2014/main" id="{47A59BD3-4ACD-5E92-E706-0AA249CCFDE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7">
              <a:extLst>
                <a:ext uri="{FF2B5EF4-FFF2-40B4-BE49-F238E27FC236}">
                  <a16:creationId xmlns:a16="http://schemas.microsoft.com/office/drawing/2014/main" id="{45B2FCB5-077C-065C-A0DF-FF0AB12FD0E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8">
              <a:extLst>
                <a:ext uri="{FF2B5EF4-FFF2-40B4-BE49-F238E27FC236}">
                  <a16:creationId xmlns:a16="http://schemas.microsoft.com/office/drawing/2014/main" id="{7A74CAB7-954C-0CF8-F944-E27D7024CE8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29">
              <a:extLst>
                <a:ext uri="{FF2B5EF4-FFF2-40B4-BE49-F238E27FC236}">
                  <a16:creationId xmlns:a16="http://schemas.microsoft.com/office/drawing/2014/main" id="{F3ECF6A2-1CB1-C17A-D07B-C75D9F12607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0">
              <a:extLst>
                <a:ext uri="{FF2B5EF4-FFF2-40B4-BE49-F238E27FC236}">
                  <a16:creationId xmlns:a16="http://schemas.microsoft.com/office/drawing/2014/main" id="{74839EF2-FEAF-385D-CC83-0C64F667E78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1">
              <a:extLst>
                <a:ext uri="{FF2B5EF4-FFF2-40B4-BE49-F238E27FC236}">
                  <a16:creationId xmlns:a16="http://schemas.microsoft.com/office/drawing/2014/main" id="{EB6B8146-D153-4E17-437B-0B47293B8A3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2">
              <a:extLst>
                <a:ext uri="{FF2B5EF4-FFF2-40B4-BE49-F238E27FC236}">
                  <a16:creationId xmlns:a16="http://schemas.microsoft.com/office/drawing/2014/main" id="{5482CDFA-6D72-E10E-139A-BBCE53C07BD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3">
              <a:extLst>
                <a:ext uri="{FF2B5EF4-FFF2-40B4-BE49-F238E27FC236}">
                  <a16:creationId xmlns:a16="http://schemas.microsoft.com/office/drawing/2014/main" id="{E23C6FB1-0B9F-A402-675C-FD2302D156B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4">
              <a:extLst>
                <a:ext uri="{FF2B5EF4-FFF2-40B4-BE49-F238E27FC236}">
                  <a16:creationId xmlns:a16="http://schemas.microsoft.com/office/drawing/2014/main" id="{371475A0-F44C-3B87-C9D0-73277C5BDA0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5">
              <a:extLst>
                <a:ext uri="{FF2B5EF4-FFF2-40B4-BE49-F238E27FC236}">
                  <a16:creationId xmlns:a16="http://schemas.microsoft.com/office/drawing/2014/main" id="{005B6278-6FD7-D6C5-AD75-5352D5F2D66C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6">
              <a:extLst>
                <a:ext uri="{FF2B5EF4-FFF2-40B4-BE49-F238E27FC236}">
                  <a16:creationId xmlns:a16="http://schemas.microsoft.com/office/drawing/2014/main" id="{05A0A48A-F097-6345-C845-D812661D89B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7">
              <a:extLst>
                <a:ext uri="{FF2B5EF4-FFF2-40B4-BE49-F238E27FC236}">
                  <a16:creationId xmlns:a16="http://schemas.microsoft.com/office/drawing/2014/main" id="{9366E3AC-0A6E-0AB5-F949-22F4F6FAAFD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8">
              <a:extLst>
                <a:ext uri="{FF2B5EF4-FFF2-40B4-BE49-F238E27FC236}">
                  <a16:creationId xmlns:a16="http://schemas.microsoft.com/office/drawing/2014/main" id="{13AE56B8-DD11-9F39-8030-76B4DFD742F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39">
              <a:extLst>
                <a:ext uri="{FF2B5EF4-FFF2-40B4-BE49-F238E27FC236}">
                  <a16:creationId xmlns:a16="http://schemas.microsoft.com/office/drawing/2014/main" id="{5A843325-AC72-A232-D08A-8F2E3C68401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0">
              <a:extLst>
                <a:ext uri="{FF2B5EF4-FFF2-40B4-BE49-F238E27FC236}">
                  <a16:creationId xmlns:a16="http://schemas.microsoft.com/office/drawing/2014/main" id="{A9A76316-FEB2-C556-A027-D724E885190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1">
              <a:extLst>
                <a:ext uri="{FF2B5EF4-FFF2-40B4-BE49-F238E27FC236}">
                  <a16:creationId xmlns:a16="http://schemas.microsoft.com/office/drawing/2014/main" id="{3D2890A4-F979-8DE6-AECC-40009B627A9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2">
              <a:extLst>
                <a:ext uri="{FF2B5EF4-FFF2-40B4-BE49-F238E27FC236}">
                  <a16:creationId xmlns:a16="http://schemas.microsoft.com/office/drawing/2014/main" id="{274A4146-CC4D-D98D-97C8-4EFEAF9B0CC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3">
              <a:extLst>
                <a:ext uri="{FF2B5EF4-FFF2-40B4-BE49-F238E27FC236}">
                  <a16:creationId xmlns:a16="http://schemas.microsoft.com/office/drawing/2014/main" id="{595758FC-FF7D-30E1-6325-817513EFDFC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4">
              <a:extLst>
                <a:ext uri="{FF2B5EF4-FFF2-40B4-BE49-F238E27FC236}">
                  <a16:creationId xmlns:a16="http://schemas.microsoft.com/office/drawing/2014/main" id="{10DBB866-A2B5-8AD8-1DBD-9752F962C40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5">
              <a:extLst>
                <a:ext uri="{FF2B5EF4-FFF2-40B4-BE49-F238E27FC236}">
                  <a16:creationId xmlns:a16="http://schemas.microsoft.com/office/drawing/2014/main" id="{E2D2C678-DC12-FD0B-D196-9C6CA06C203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6">
              <a:extLst>
                <a:ext uri="{FF2B5EF4-FFF2-40B4-BE49-F238E27FC236}">
                  <a16:creationId xmlns:a16="http://schemas.microsoft.com/office/drawing/2014/main" id="{82EEC430-5566-4297-255B-20AADDF7FCF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7">
              <a:extLst>
                <a:ext uri="{FF2B5EF4-FFF2-40B4-BE49-F238E27FC236}">
                  <a16:creationId xmlns:a16="http://schemas.microsoft.com/office/drawing/2014/main" id="{284CD366-6BCD-5BFF-6585-C7450A869C1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8">
              <a:extLst>
                <a:ext uri="{FF2B5EF4-FFF2-40B4-BE49-F238E27FC236}">
                  <a16:creationId xmlns:a16="http://schemas.microsoft.com/office/drawing/2014/main" id="{4D378933-1E3A-7314-3CE1-02F77F7273D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49">
              <a:extLst>
                <a:ext uri="{FF2B5EF4-FFF2-40B4-BE49-F238E27FC236}">
                  <a16:creationId xmlns:a16="http://schemas.microsoft.com/office/drawing/2014/main" id="{65F258A9-D99F-D68A-9989-BD7B83FCD11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0">
              <a:extLst>
                <a:ext uri="{FF2B5EF4-FFF2-40B4-BE49-F238E27FC236}">
                  <a16:creationId xmlns:a16="http://schemas.microsoft.com/office/drawing/2014/main" id="{0116A155-9758-9F32-58AF-8FE3893EA2C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1">
              <a:extLst>
                <a:ext uri="{FF2B5EF4-FFF2-40B4-BE49-F238E27FC236}">
                  <a16:creationId xmlns:a16="http://schemas.microsoft.com/office/drawing/2014/main" id="{93466CE4-122B-A433-8FE4-80D1F0A09CB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2">
              <a:extLst>
                <a:ext uri="{FF2B5EF4-FFF2-40B4-BE49-F238E27FC236}">
                  <a16:creationId xmlns:a16="http://schemas.microsoft.com/office/drawing/2014/main" id="{01306C34-546F-7CA9-2C31-5CEE67F7C72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3">
              <a:extLst>
                <a:ext uri="{FF2B5EF4-FFF2-40B4-BE49-F238E27FC236}">
                  <a16:creationId xmlns:a16="http://schemas.microsoft.com/office/drawing/2014/main" id="{E9D72B91-EB10-9AA5-E1E4-F2661C70E28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4">
              <a:extLst>
                <a:ext uri="{FF2B5EF4-FFF2-40B4-BE49-F238E27FC236}">
                  <a16:creationId xmlns:a16="http://schemas.microsoft.com/office/drawing/2014/main" id="{07E13ECD-EE40-ACA2-AD41-638A4117AA0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5">
              <a:extLst>
                <a:ext uri="{FF2B5EF4-FFF2-40B4-BE49-F238E27FC236}">
                  <a16:creationId xmlns:a16="http://schemas.microsoft.com/office/drawing/2014/main" id="{96C34F56-5D5B-1C70-4607-496B5681668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6">
              <a:extLst>
                <a:ext uri="{FF2B5EF4-FFF2-40B4-BE49-F238E27FC236}">
                  <a16:creationId xmlns:a16="http://schemas.microsoft.com/office/drawing/2014/main" id="{256307D7-0127-7A9C-997A-19121463CD1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7">
              <a:extLst>
                <a:ext uri="{FF2B5EF4-FFF2-40B4-BE49-F238E27FC236}">
                  <a16:creationId xmlns:a16="http://schemas.microsoft.com/office/drawing/2014/main" id="{6B472509-F453-DFC1-8140-F73AA3318F3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8">
              <a:extLst>
                <a:ext uri="{FF2B5EF4-FFF2-40B4-BE49-F238E27FC236}">
                  <a16:creationId xmlns:a16="http://schemas.microsoft.com/office/drawing/2014/main" id="{30330AE1-550F-7C8B-348A-6EC43CD5486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59">
              <a:extLst>
                <a:ext uri="{FF2B5EF4-FFF2-40B4-BE49-F238E27FC236}">
                  <a16:creationId xmlns:a16="http://schemas.microsoft.com/office/drawing/2014/main" id="{2995CD1E-C758-25EE-3123-2A489C1B26D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0">
              <a:extLst>
                <a:ext uri="{FF2B5EF4-FFF2-40B4-BE49-F238E27FC236}">
                  <a16:creationId xmlns:a16="http://schemas.microsoft.com/office/drawing/2014/main" id="{458F737E-2F5A-3E65-8DA9-13B20306ED0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1">
              <a:extLst>
                <a:ext uri="{FF2B5EF4-FFF2-40B4-BE49-F238E27FC236}">
                  <a16:creationId xmlns:a16="http://schemas.microsoft.com/office/drawing/2014/main" id="{0936B4AD-C4BB-3587-D5D8-2FE41A1F21F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2">
              <a:extLst>
                <a:ext uri="{FF2B5EF4-FFF2-40B4-BE49-F238E27FC236}">
                  <a16:creationId xmlns:a16="http://schemas.microsoft.com/office/drawing/2014/main" id="{52FCE462-450F-708C-FE7C-45A7BA7F5A1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3">
              <a:extLst>
                <a:ext uri="{FF2B5EF4-FFF2-40B4-BE49-F238E27FC236}">
                  <a16:creationId xmlns:a16="http://schemas.microsoft.com/office/drawing/2014/main" id="{C5532CFC-1AB9-20D5-CBFB-17B5C37A475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4">
              <a:extLst>
                <a:ext uri="{FF2B5EF4-FFF2-40B4-BE49-F238E27FC236}">
                  <a16:creationId xmlns:a16="http://schemas.microsoft.com/office/drawing/2014/main" id="{1D8E6348-19A8-85BA-D3CE-CD551D7BBB5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5">
              <a:extLst>
                <a:ext uri="{FF2B5EF4-FFF2-40B4-BE49-F238E27FC236}">
                  <a16:creationId xmlns:a16="http://schemas.microsoft.com/office/drawing/2014/main" id="{00F3A19B-6152-B9A3-7C60-ED8AA946F48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6">
              <a:extLst>
                <a:ext uri="{FF2B5EF4-FFF2-40B4-BE49-F238E27FC236}">
                  <a16:creationId xmlns:a16="http://schemas.microsoft.com/office/drawing/2014/main" id="{60338A75-9136-BE5D-186C-C683CE90083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7">
              <a:extLst>
                <a:ext uri="{FF2B5EF4-FFF2-40B4-BE49-F238E27FC236}">
                  <a16:creationId xmlns:a16="http://schemas.microsoft.com/office/drawing/2014/main" id="{9A9255DC-BE93-D796-9A2F-E75C91BB2E4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8">
              <a:extLst>
                <a:ext uri="{FF2B5EF4-FFF2-40B4-BE49-F238E27FC236}">
                  <a16:creationId xmlns:a16="http://schemas.microsoft.com/office/drawing/2014/main" id="{6D3F74A2-6F66-27D0-78E4-11BC16A594B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69">
              <a:extLst>
                <a:ext uri="{FF2B5EF4-FFF2-40B4-BE49-F238E27FC236}">
                  <a16:creationId xmlns:a16="http://schemas.microsoft.com/office/drawing/2014/main" id="{5925BA03-F2B1-CCBF-90EB-6CD3311C556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0">
              <a:extLst>
                <a:ext uri="{FF2B5EF4-FFF2-40B4-BE49-F238E27FC236}">
                  <a16:creationId xmlns:a16="http://schemas.microsoft.com/office/drawing/2014/main" id="{4771AE98-74C5-F3BE-AEB0-FDC2655B0C5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1">
              <a:extLst>
                <a:ext uri="{FF2B5EF4-FFF2-40B4-BE49-F238E27FC236}">
                  <a16:creationId xmlns:a16="http://schemas.microsoft.com/office/drawing/2014/main" id="{9FBF2E0A-0F36-70A8-84A9-922CAD9E86C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2">
              <a:extLst>
                <a:ext uri="{FF2B5EF4-FFF2-40B4-BE49-F238E27FC236}">
                  <a16:creationId xmlns:a16="http://schemas.microsoft.com/office/drawing/2014/main" id="{3511CE0D-92C4-73C8-E557-B2D847882FF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3">
              <a:extLst>
                <a:ext uri="{FF2B5EF4-FFF2-40B4-BE49-F238E27FC236}">
                  <a16:creationId xmlns:a16="http://schemas.microsoft.com/office/drawing/2014/main" id="{B3A4D3AD-E330-6D58-8CA2-9B8F3C6BD63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4">
              <a:extLst>
                <a:ext uri="{FF2B5EF4-FFF2-40B4-BE49-F238E27FC236}">
                  <a16:creationId xmlns:a16="http://schemas.microsoft.com/office/drawing/2014/main" id="{52966723-7937-6400-1F35-4E361E0A0B7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5">
              <a:extLst>
                <a:ext uri="{FF2B5EF4-FFF2-40B4-BE49-F238E27FC236}">
                  <a16:creationId xmlns:a16="http://schemas.microsoft.com/office/drawing/2014/main" id="{14725221-2B11-69B2-F811-C2415EB2A05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6">
              <a:extLst>
                <a:ext uri="{FF2B5EF4-FFF2-40B4-BE49-F238E27FC236}">
                  <a16:creationId xmlns:a16="http://schemas.microsoft.com/office/drawing/2014/main" id="{B32A1BC1-0B0F-DFE3-D852-4A5F3D7B09F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7">
              <a:extLst>
                <a:ext uri="{FF2B5EF4-FFF2-40B4-BE49-F238E27FC236}">
                  <a16:creationId xmlns:a16="http://schemas.microsoft.com/office/drawing/2014/main" id="{84E54B30-477B-CF80-5A6E-887FCBFE874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8">
              <a:extLst>
                <a:ext uri="{FF2B5EF4-FFF2-40B4-BE49-F238E27FC236}">
                  <a16:creationId xmlns:a16="http://schemas.microsoft.com/office/drawing/2014/main" id="{2D6373FA-0CA2-0D6A-AE1A-E1A1258745C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79">
              <a:extLst>
                <a:ext uri="{FF2B5EF4-FFF2-40B4-BE49-F238E27FC236}">
                  <a16:creationId xmlns:a16="http://schemas.microsoft.com/office/drawing/2014/main" id="{662CD60B-ABCA-8E94-0983-9EDAB12E765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0">
              <a:extLst>
                <a:ext uri="{FF2B5EF4-FFF2-40B4-BE49-F238E27FC236}">
                  <a16:creationId xmlns:a16="http://schemas.microsoft.com/office/drawing/2014/main" id="{05E32D86-E3FD-2314-FC32-43B58580F1B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1">
              <a:extLst>
                <a:ext uri="{FF2B5EF4-FFF2-40B4-BE49-F238E27FC236}">
                  <a16:creationId xmlns:a16="http://schemas.microsoft.com/office/drawing/2014/main" id="{0300628D-1619-71DA-FAFA-1C5865CC45F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2">
              <a:extLst>
                <a:ext uri="{FF2B5EF4-FFF2-40B4-BE49-F238E27FC236}">
                  <a16:creationId xmlns:a16="http://schemas.microsoft.com/office/drawing/2014/main" id="{DEBF82F2-E6D1-754E-1084-02D62AE0C54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3">
              <a:extLst>
                <a:ext uri="{FF2B5EF4-FFF2-40B4-BE49-F238E27FC236}">
                  <a16:creationId xmlns:a16="http://schemas.microsoft.com/office/drawing/2014/main" id="{4E9996AE-1D18-8094-28CC-C5EF90392BC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4">
              <a:extLst>
                <a:ext uri="{FF2B5EF4-FFF2-40B4-BE49-F238E27FC236}">
                  <a16:creationId xmlns:a16="http://schemas.microsoft.com/office/drawing/2014/main" id="{0A8B919C-67D6-2D7C-CD3E-B883223C011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5">
              <a:extLst>
                <a:ext uri="{FF2B5EF4-FFF2-40B4-BE49-F238E27FC236}">
                  <a16:creationId xmlns:a16="http://schemas.microsoft.com/office/drawing/2014/main" id="{696906EA-1F9F-B6BC-CCD7-BA23930D73DC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6">
              <a:extLst>
                <a:ext uri="{FF2B5EF4-FFF2-40B4-BE49-F238E27FC236}">
                  <a16:creationId xmlns:a16="http://schemas.microsoft.com/office/drawing/2014/main" id="{C767A1F8-FDDD-73C2-6AB3-A472C4CF3BB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7">
              <a:extLst>
                <a:ext uri="{FF2B5EF4-FFF2-40B4-BE49-F238E27FC236}">
                  <a16:creationId xmlns:a16="http://schemas.microsoft.com/office/drawing/2014/main" id="{E934C1FC-19E1-AE0F-9216-DA5CC1A3AE8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8">
              <a:extLst>
                <a:ext uri="{FF2B5EF4-FFF2-40B4-BE49-F238E27FC236}">
                  <a16:creationId xmlns:a16="http://schemas.microsoft.com/office/drawing/2014/main" id="{43368FF9-5FFC-9DB1-FA3D-29981B48E4F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89">
              <a:extLst>
                <a:ext uri="{FF2B5EF4-FFF2-40B4-BE49-F238E27FC236}">
                  <a16:creationId xmlns:a16="http://schemas.microsoft.com/office/drawing/2014/main" id="{DB008A3C-C6F7-4B57-1960-46A1D640AA3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0">
              <a:extLst>
                <a:ext uri="{FF2B5EF4-FFF2-40B4-BE49-F238E27FC236}">
                  <a16:creationId xmlns:a16="http://schemas.microsoft.com/office/drawing/2014/main" id="{64267EF6-B029-5C06-EE1A-DFF8838EE17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1">
              <a:extLst>
                <a:ext uri="{FF2B5EF4-FFF2-40B4-BE49-F238E27FC236}">
                  <a16:creationId xmlns:a16="http://schemas.microsoft.com/office/drawing/2014/main" id="{7BE60D61-8F03-3927-FC74-9DA007116DC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2">
              <a:extLst>
                <a:ext uri="{FF2B5EF4-FFF2-40B4-BE49-F238E27FC236}">
                  <a16:creationId xmlns:a16="http://schemas.microsoft.com/office/drawing/2014/main" id="{332DAEE7-4671-A700-3BA6-FBC748CEEB6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3">
              <a:extLst>
                <a:ext uri="{FF2B5EF4-FFF2-40B4-BE49-F238E27FC236}">
                  <a16:creationId xmlns:a16="http://schemas.microsoft.com/office/drawing/2014/main" id="{3C7A72A6-FD37-5D98-35E8-EA188A2AADF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4">
              <a:extLst>
                <a:ext uri="{FF2B5EF4-FFF2-40B4-BE49-F238E27FC236}">
                  <a16:creationId xmlns:a16="http://schemas.microsoft.com/office/drawing/2014/main" id="{C59E6912-33F0-5662-6FE0-C92B8F24725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5">
              <a:extLst>
                <a:ext uri="{FF2B5EF4-FFF2-40B4-BE49-F238E27FC236}">
                  <a16:creationId xmlns:a16="http://schemas.microsoft.com/office/drawing/2014/main" id="{C803E268-82F4-1260-8C93-2448EFAB6A2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6">
              <a:extLst>
                <a:ext uri="{FF2B5EF4-FFF2-40B4-BE49-F238E27FC236}">
                  <a16:creationId xmlns:a16="http://schemas.microsoft.com/office/drawing/2014/main" id="{2CAE0379-60D1-A035-14EA-7C0563DA080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7">
              <a:extLst>
                <a:ext uri="{FF2B5EF4-FFF2-40B4-BE49-F238E27FC236}">
                  <a16:creationId xmlns:a16="http://schemas.microsoft.com/office/drawing/2014/main" id="{539D06CD-9921-D664-AE76-A4ABFBBFFFC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8">
              <a:extLst>
                <a:ext uri="{FF2B5EF4-FFF2-40B4-BE49-F238E27FC236}">
                  <a16:creationId xmlns:a16="http://schemas.microsoft.com/office/drawing/2014/main" id="{80858657-2A9F-EC5A-8D4A-7C7C787383A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399">
              <a:extLst>
                <a:ext uri="{FF2B5EF4-FFF2-40B4-BE49-F238E27FC236}">
                  <a16:creationId xmlns:a16="http://schemas.microsoft.com/office/drawing/2014/main" id="{6F3D0495-E2A5-FCD9-B6C8-94BCB288496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0">
              <a:extLst>
                <a:ext uri="{FF2B5EF4-FFF2-40B4-BE49-F238E27FC236}">
                  <a16:creationId xmlns:a16="http://schemas.microsoft.com/office/drawing/2014/main" id="{F32626AC-13E1-B96E-7EE5-4C4D32E66F7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1">
              <a:extLst>
                <a:ext uri="{FF2B5EF4-FFF2-40B4-BE49-F238E27FC236}">
                  <a16:creationId xmlns:a16="http://schemas.microsoft.com/office/drawing/2014/main" id="{3CD81E21-5E5C-5A9E-B71E-EE5E43DD31D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2">
              <a:extLst>
                <a:ext uri="{FF2B5EF4-FFF2-40B4-BE49-F238E27FC236}">
                  <a16:creationId xmlns:a16="http://schemas.microsoft.com/office/drawing/2014/main" id="{DA817325-ABBC-1CDB-5976-6B8F0B1B354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3">
              <a:extLst>
                <a:ext uri="{FF2B5EF4-FFF2-40B4-BE49-F238E27FC236}">
                  <a16:creationId xmlns:a16="http://schemas.microsoft.com/office/drawing/2014/main" id="{E6D1702F-76F6-40FD-6BC4-C2B4F08CE69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4">
              <a:extLst>
                <a:ext uri="{FF2B5EF4-FFF2-40B4-BE49-F238E27FC236}">
                  <a16:creationId xmlns:a16="http://schemas.microsoft.com/office/drawing/2014/main" id="{5F49F7D3-CC35-E288-6AD2-5487FAD54D3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5">
              <a:extLst>
                <a:ext uri="{FF2B5EF4-FFF2-40B4-BE49-F238E27FC236}">
                  <a16:creationId xmlns:a16="http://schemas.microsoft.com/office/drawing/2014/main" id="{B16F76C3-81FC-63D6-031B-A7B32864999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6">
              <a:extLst>
                <a:ext uri="{FF2B5EF4-FFF2-40B4-BE49-F238E27FC236}">
                  <a16:creationId xmlns:a16="http://schemas.microsoft.com/office/drawing/2014/main" id="{1D06E102-96B3-136E-101E-485EA960C79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7">
              <a:extLst>
                <a:ext uri="{FF2B5EF4-FFF2-40B4-BE49-F238E27FC236}">
                  <a16:creationId xmlns:a16="http://schemas.microsoft.com/office/drawing/2014/main" id="{DB799DDA-1867-4073-84F0-EBF73639E23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8">
              <a:extLst>
                <a:ext uri="{FF2B5EF4-FFF2-40B4-BE49-F238E27FC236}">
                  <a16:creationId xmlns:a16="http://schemas.microsoft.com/office/drawing/2014/main" id="{F221F852-5726-7321-7BE8-233308850D5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09">
              <a:extLst>
                <a:ext uri="{FF2B5EF4-FFF2-40B4-BE49-F238E27FC236}">
                  <a16:creationId xmlns:a16="http://schemas.microsoft.com/office/drawing/2014/main" id="{EE3538A8-84CB-74CC-8793-98DAA88BA17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0">
              <a:extLst>
                <a:ext uri="{FF2B5EF4-FFF2-40B4-BE49-F238E27FC236}">
                  <a16:creationId xmlns:a16="http://schemas.microsoft.com/office/drawing/2014/main" id="{0D3A68F6-925B-F191-4920-6A91E1A4B6B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1">
              <a:extLst>
                <a:ext uri="{FF2B5EF4-FFF2-40B4-BE49-F238E27FC236}">
                  <a16:creationId xmlns:a16="http://schemas.microsoft.com/office/drawing/2014/main" id="{B99DAFEC-C300-33DA-ABA0-FE45A01E352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2">
              <a:extLst>
                <a:ext uri="{FF2B5EF4-FFF2-40B4-BE49-F238E27FC236}">
                  <a16:creationId xmlns:a16="http://schemas.microsoft.com/office/drawing/2014/main" id="{ECAED602-327C-2D19-9B33-64D6CF05094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3">
              <a:extLst>
                <a:ext uri="{FF2B5EF4-FFF2-40B4-BE49-F238E27FC236}">
                  <a16:creationId xmlns:a16="http://schemas.microsoft.com/office/drawing/2014/main" id="{650A3630-51BF-3888-E394-473A675BC4B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4">
              <a:extLst>
                <a:ext uri="{FF2B5EF4-FFF2-40B4-BE49-F238E27FC236}">
                  <a16:creationId xmlns:a16="http://schemas.microsoft.com/office/drawing/2014/main" id="{FEA99970-430B-72F8-D3C3-48528741BA4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5">
              <a:extLst>
                <a:ext uri="{FF2B5EF4-FFF2-40B4-BE49-F238E27FC236}">
                  <a16:creationId xmlns:a16="http://schemas.microsoft.com/office/drawing/2014/main" id="{BA36C968-6C15-C45F-88A3-CA70EBFABFA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6">
              <a:extLst>
                <a:ext uri="{FF2B5EF4-FFF2-40B4-BE49-F238E27FC236}">
                  <a16:creationId xmlns:a16="http://schemas.microsoft.com/office/drawing/2014/main" id="{09549504-C47D-CE3B-4BE3-9FA4B75F660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7">
              <a:extLst>
                <a:ext uri="{FF2B5EF4-FFF2-40B4-BE49-F238E27FC236}">
                  <a16:creationId xmlns:a16="http://schemas.microsoft.com/office/drawing/2014/main" id="{C248EA24-5159-2E82-D761-78627336FA5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8">
              <a:extLst>
                <a:ext uri="{FF2B5EF4-FFF2-40B4-BE49-F238E27FC236}">
                  <a16:creationId xmlns:a16="http://schemas.microsoft.com/office/drawing/2014/main" id="{D8982E6F-7ADA-388C-F27E-B3407B3B04E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19">
              <a:extLst>
                <a:ext uri="{FF2B5EF4-FFF2-40B4-BE49-F238E27FC236}">
                  <a16:creationId xmlns:a16="http://schemas.microsoft.com/office/drawing/2014/main" id="{6A87DB6E-1FA1-BC09-819B-A5E7B9E329D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0">
              <a:extLst>
                <a:ext uri="{FF2B5EF4-FFF2-40B4-BE49-F238E27FC236}">
                  <a16:creationId xmlns:a16="http://schemas.microsoft.com/office/drawing/2014/main" id="{5678ADDE-5993-B9D7-A336-ECF083538C3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1">
              <a:extLst>
                <a:ext uri="{FF2B5EF4-FFF2-40B4-BE49-F238E27FC236}">
                  <a16:creationId xmlns:a16="http://schemas.microsoft.com/office/drawing/2014/main" id="{661EEFF6-0684-3FE0-CCDB-D0B2A0F2C30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2">
              <a:extLst>
                <a:ext uri="{FF2B5EF4-FFF2-40B4-BE49-F238E27FC236}">
                  <a16:creationId xmlns:a16="http://schemas.microsoft.com/office/drawing/2014/main" id="{93C9A312-77D3-AB40-450C-926D6C53503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3">
              <a:extLst>
                <a:ext uri="{FF2B5EF4-FFF2-40B4-BE49-F238E27FC236}">
                  <a16:creationId xmlns:a16="http://schemas.microsoft.com/office/drawing/2014/main" id="{F397A775-7A73-A945-031B-A00304530DE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4">
              <a:extLst>
                <a:ext uri="{FF2B5EF4-FFF2-40B4-BE49-F238E27FC236}">
                  <a16:creationId xmlns:a16="http://schemas.microsoft.com/office/drawing/2014/main" id="{8A5347B9-C4FF-E4BA-0FFC-B2F529A4953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5">
              <a:extLst>
                <a:ext uri="{FF2B5EF4-FFF2-40B4-BE49-F238E27FC236}">
                  <a16:creationId xmlns:a16="http://schemas.microsoft.com/office/drawing/2014/main" id="{ACD3C7BA-7F53-5891-A38F-44831FE9566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6">
              <a:extLst>
                <a:ext uri="{FF2B5EF4-FFF2-40B4-BE49-F238E27FC236}">
                  <a16:creationId xmlns:a16="http://schemas.microsoft.com/office/drawing/2014/main" id="{09FFE538-62C3-1EB5-313C-3100E6B85718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7">
              <a:extLst>
                <a:ext uri="{FF2B5EF4-FFF2-40B4-BE49-F238E27FC236}">
                  <a16:creationId xmlns:a16="http://schemas.microsoft.com/office/drawing/2014/main" id="{FAB15EC4-4BE7-EC0C-57A2-685E9668B52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8">
              <a:extLst>
                <a:ext uri="{FF2B5EF4-FFF2-40B4-BE49-F238E27FC236}">
                  <a16:creationId xmlns:a16="http://schemas.microsoft.com/office/drawing/2014/main" id="{BF7B1C19-DD42-2A2B-E8B3-49EA6747ADF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29">
              <a:extLst>
                <a:ext uri="{FF2B5EF4-FFF2-40B4-BE49-F238E27FC236}">
                  <a16:creationId xmlns:a16="http://schemas.microsoft.com/office/drawing/2014/main" id="{2184AF87-49B2-0C07-DE3D-F88C2E1E62D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0">
              <a:extLst>
                <a:ext uri="{FF2B5EF4-FFF2-40B4-BE49-F238E27FC236}">
                  <a16:creationId xmlns:a16="http://schemas.microsoft.com/office/drawing/2014/main" id="{7C45471B-ED0B-55E8-51C5-C0483D5C7D9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1">
              <a:extLst>
                <a:ext uri="{FF2B5EF4-FFF2-40B4-BE49-F238E27FC236}">
                  <a16:creationId xmlns:a16="http://schemas.microsoft.com/office/drawing/2014/main" id="{F2431E43-91E7-33A4-B044-2F4AFEAB67F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2">
              <a:extLst>
                <a:ext uri="{FF2B5EF4-FFF2-40B4-BE49-F238E27FC236}">
                  <a16:creationId xmlns:a16="http://schemas.microsoft.com/office/drawing/2014/main" id="{A69E1BFC-9EE0-DCD2-F497-6A833463796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3">
              <a:extLst>
                <a:ext uri="{FF2B5EF4-FFF2-40B4-BE49-F238E27FC236}">
                  <a16:creationId xmlns:a16="http://schemas.microsoft.com/office/drawing/2014/main" id="{B5248D72-F39B-598F-417C-46231C7C5F7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4">
              <a:extLst>
                <a:ext uri="{FF2B5EF4-FFF2-40B4-BE49-F238E27FC236}">
                  <a16:creationId xmlns:a16="http://schemas.microsoft.com/office/drawing/2014/main" id="{A8348693-7A2D-5019-4DA4-F2A129CEEED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5">
              <a:extLst>
                <a:ext uri="{FF2B5EF4-FFF2-40B4-BE49-F238E27FC236}">
                  <a16:creationId xmlns:a16="http://schemas.microsoft.com/office/drawing/2014/main" id="{911A29E8-9D0D-76FF-FF65-5C6AE5B89CC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6">
              <a:extLst>
                <a:ext uri="{FF2B5EF4-FFF2-40B4-BE49-F238E27FC236}">
                  <a16:creationId xmlns:a16="http://schemas.microsoft.com/office/drawing/2014/main" id="{F341DF8D-8A3B-6F89-E4D7-EA2331E9836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7">
              <a:extLst>
                <a:ext uri="{FF2B5EF4-FFF2-40B4-BE49-F238E27FC236}">
                  <a16:creationId xmlns:a16="http://schemas.microsoft.com/office/drawing/2014/main" id="{463B0633-D437-FE79-0E01-6F01A1B78D4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8">
              <a:extLst>
                <a:ext uri="{FF2B5EF4-FFF2-40B4-BE49-F238E27FC236}">
                  <a16:creationId xmlns:a16="http://schemas.microsoft.com/office/drawing/2014/main" id="{81AB1C6C-67EA-C57A-6EC9-ABB4C3DBDD8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39">
              <a:extLst>
                <a:ext uri="{FF2B5EF4-FFF2-40B4-BE49-F238E27FC236}">
                  <a16:creationId xmlns:a16="http://schemas.microsoft.com/office/drawing/2014/main" id="{797B66FD-266A-77F8-7F70-2A6030F2A49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0">
              <a:extLst>
                <a:ext uri="{FF2B5EF4-FFF2-40B4-BE49-F238E27FC236}">
                  <a16:creationId xmlns:a16="http://schemas.microsoft.com/office/drawing/2014/main" id="{83B68414-A029-3AD1-2DB4-7F05E67C57D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1">
              <a:extLst>
                <a:ext uri="{FF2B5EF4-FFF2-40B4-BE49-F238E27FC236}">
                  <a16:creationId xmlns:a16="http://schemas.microsoft.com/office/drawing/2014/main" id="{6CA19923-4A1E-1045-0BCD-A936F6ACF64C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2">
              <a:extLst>
                <a:ext uri="{FF2B5EF4-FFF2-40B4-BE49-F238E27FC236}">
                  <a16:creationId xmlns:a16="http://schemas.microsoft.com/office/drawing/2014/main" id="{C78C3941-C343-81B5-374B-515724EE582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3">
              <a:extLst>
                <a:ext uri="{FF2B5EF4-FFF2-40B4-BE49-F238E27FC236}">
                  <a16:creationId xmlns:a16="http://schemas.microsoft.com/office/drawing/2014/main" id="{4243D09F-915D-074D-D1EE-F17F78661FE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4">
              <a:extLst>
                <a:ext uri="{FF2B5EF4-FFF2-40B4-BE49-F238E27FC236}">
                  <a16:creationId xmlns:a16="http://schemas.microsoft.com/office/drawing/2014/main" id="{D2CA4663-81F2-D20F-8365-8085CA3CEB2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5">
              <a:extLst>
                <a:ext uri="{FF2B5EF4-FFF2-40B4-BE49-F238E27FC236}">
                  <a16:creationId xmlns:a16="http://schemas.microsoft.com/office/drawing/2014/main" id="{D6E2C5EE-B550-BF63-03BF-FCEA046539F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6">
              <a:extLst>
                <a:ext uri="{FF2B5EF4-FFF2-40B4-BE49-F238E27FC236}">
                  <a16:creationId xmlns:a16="http://schemas.microsoft.com/office/drawing/2014/main" id="{A6673228-3FB8-6363-7D15-428679ABFB8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7">
              <a:extLst>
                <a:ext uri="{FF2B5EF4-FFF2-40B4-BE49-F238E27FC236}">
                  <a16:creationId xmlns:a16="http://schemas.microsoft.com/office/drawing/2014/main" id="{57D80BA5-60FD-A627-99EC-C5A62FEC247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8">
              <a:extLst>
                <a:ext uri="{FF2B5EF4-FFF2-40B4-BE49-F238E27FC236}">
                  <a16:creationId xmlns:a16="http://schemas.microsoft.com/office/drawing/2014/main" id="{12F5CFCE-FD50-2313-4ED3-275AD048966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49">
              <a:extLst>
                <a:ext uri="{FF2B5EF4-FFF2-40B4-BE49-F238E27FC236}">
                  <a16:creationId xmlns:a16="http://schemas.microsoft.com/office/drawing/2014/main" id="{0F482D25-6CF2-C1DC-041A-6187CBDB628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0">
              <a:extLst>
                <a:ext uri="{FF2B5EF4-FFF2-40B4-BE49-F238E27FC236}">
                  <a16:creationId xmlns:a16="http://schemas.microsoft.com/office/drawing/2014/main" id="{B5EA8968-BFC5-94E3-E0FA-43B88CE96E8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1">
              <a:extLst>
                <a:ext uri="{FF2B5EF4-FFF2-40B4-BE49-F238E27FC236}">
                  <a16:creationId xmlns:a16="http://schemas.microsoft.com/office/drawing/2014/main" id="{19BE96C7-1123-8E2D-11CD-121A4EB949B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2">
              <a:extLst>
                <a:ext uri="{FF2B5EF4-FFF2-40B4-BE49-F238E27FC236}">
                  <a16:creationId xmlns:a16="http://schemas.microsoft.com/office/drawing/2014/main" id="{33B28596-3023-7D16-C803-17317D3CF76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3">
              <a:extLst>
                <a:ext uri="{FF2B5EF4-FFF2-40B4-BE49-F238E27FC236}">
                  <a16:creationId xmlns:a16="http://schemas.microsoft.com/office/drawing/2014/main" id="{EBB0FA0E-09DC-3133-336B-236C9345163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4">
              <a:extLst>
                <a:ext uri="{FF2B5EF4-FFF2-40B4-BE49-F238E27FC236}">
                  <a16:creationId xmlns:a16="http://schemas.microsoft.com/office/drawing/2014/main" id="{FF64AD40-712A-22EA-1A3D-F63194AE153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5">
              <a:extLst>
                <a:ext uri="{FF2B5EF4-FFF2-40B4-BE49-F238E27FC236}">
                  <a16:creationId xmlns:a16="http://schemas.microsoft.com/office/drawing/2014/main" id="{4F65FEF5-479E-1C07-3BEE-F241C8CF18B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6">
              <a:extLst>
                <a:ext uri="{FF2B5EF4-FFF2-40B4-BE49-F238E27FC236}">
                  <a16:creationId xmlns:a16="http://schemas.microsoft.com/office/drawing/2014/main" id="{B239C37A-C399-12D5-989E-AD2666BA1D2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7">
              <a:extLst>
                <a:ext uri="{FF2B5EF4-FFF2-40B4-BE49-F238E27FC236}">
                  <a16:creationId xmlns:a16="http://schemas.microsoft.com/office/drawing/2014/main" id="{65BFE0E9-C712-C42F-9326-2A3D41D6216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8">
              <a:extLst>
                <a:ext uri="{FF2B5EF4-FFF2-40B4-BE49-F238E27FC236}">
                  <a16:creationId xmlns:a16="http://schemas.microsoft.com/office/drawing/2014/main" id="{E36665EE-8259-6475-13F6-144E2C98D64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59">
              <a:extLst>
                <a:ext uri="{FF2B5EF4-FFF2-40B4-BE49-F238E27FC236}">
                  <a16:creationId xmlns:a16="http://schemas.microsoft.com/office/drawing/2014/main" id="{17F9E324-FEB0-F0D1-8871-5031F89B5BE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0">
              <a:extLst>
                <a:ext uri="{FF2B5EF4-FFF2-40B4-BE49-F238E27FC236}">
                  <a16:creationId xmlns:a16="http://schemas.microsoft.com/office/drawing/2014/main" id="{23D782F3-7694-97D9-D775-8F600843989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1">
              <a:extLst>
                <a:ext uri="{FF2B5EF4-FFF2-40B4-BE49-F238E27FC236}">
                  <a16:creationId xmlns:a16="http://schemas.microsoft.com/office/drawing/2014/main" id="{33C88207-87FB-2029-9E67-B81DEBEE48E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2">
              <a:extLst>
                <a:ext uri="{FF2B5EF4-FFF2-40B4-BE49-F238E27FC236}">
                  <a16:creationId xmlns:a16="http://schemas.microsoft.com/office/drawing/2014/main" id="{1F5EF319-3D10-BF0A-9D37-7A7D67E1AD5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3">
              <a:extLst>
                <a:ext uri="{FF2B5EF4-FFF2-40B4-BE49-F238E27FC236}">
                  <a16:creationId xmlns:a16="http://schemas.microsoft.com/office/drawing/2014/main" id="{6FB89B04-4DD8-2040-5187-85AF101E749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4">
              <a:extLst>
                <a:ext uri="{FF2B5EF4-FFF2-40B4-BE49-F238E27FC236}">
                  <a16:creationId xmlns:a16="http://schemas.microsoft.com/office/drawing/2014/main" id="{7160C562-7E53-ABD2-A6EC-4423CBD6C5B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5">
              <a:extLst>
                <a:ext uri="{FF2B5EF4-FFF2-40B4-BE49-F238E27FC236}">
                  <a16:creationId xmlns:a16="http://schemas.microsoft.com/office/drawing/2014/main" id="{A5BC0FE1-D2C3-09C6-8AF5-3C446B2F6D1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6">
              <a:extLst>
                <a:ext uri="{FF2B5EF4-FFF2-40B4-BE49-F238E27FC236}">
                  <a16:creationId xmlns:a16="http://schemas.microsoft.com/office/drawing/2014/main" id="{CDB50534-84A4-50CF-B32E-BE28B07611F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7">
              <a:extLst>
                <a:ext uri="{FF2B5EF4-FFF2-40B4-BE49-F238E27FC236}">
                  <a16:creationId xmlns:a16="http://schemas.microsoft.com/office/drawing/2014/main" id="{293541B1-A7B7-31E2-A098-C67E948E7A8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8">
              <a:extLst>
                <a:ext uri="{FF2B5EF4-FFF2-40B4-BE49-F238E27FC236}">
                  <a16:creationId xmlns:a16="http://schemas.microsoft.com/office/drawing/2014/main" id="{6A5B382C-6C48-17D2-0DEC-09F9D0EC537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69">
              <a:extLst>
                <a:ext uri="{FF2B5EF4-FFF2-40B4-BE49-F238E27FC236}">
                  <a16:creationId xmlns:a16="http://schemas.microsoft.com/office/drawing/2014/main" id="{2794C635-14FA-79E1-EDD8-0FAC27885FC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0">
              <a:extLst>
                <a:ext uri="{FF2B5EF4-FFF2-40B4-BE49-F238E27FC236}">
                  <a16:creationId xmlns:a16="http://schemas.microsoft.com/office/drawing/2014/main" id="{8CFA223D-5F1D-3B96-C32D-182F4400B19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1">
              <a:extLst>
                <a:ext uri="{FF2B5EF4-FFF2-40B4-BE49-F238E27FC236}">
                  <a16:creationId xmlns:a16="http://schemas.microsoft.com/office/drawing/2014/main" id="{8DB3E438-A2A9-A8F0-8366-D8A8DF584AB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2">
              <a:extLst>
                <a:ext uri="{FF2B5EF4-FFF2-40B4-BE49-F238E27FC236}">
                  <a16:creationId xmlns:a16="http://schemas.microsoft.com/office/drawing/2014/main" id="{C896A47C-C0EC-F1ED-28F5-A421DEA75DD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3">
              <a:extLst>
                <a:ext uri="{FF2B5EF4-FFF2-40B4-BE49-F238E27FC236}">
                  <a16:creationId xmlns:a16="http://schemas.microsoft.com/office/drawing/2014/main" id="{6884693D-DD78-D0B2-63B5-198446774EC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4">
              <a:extLst>
                <a:ext uri="{FF2B5EF4-FFF2-40B4-BE49-F238E27FC236}">
                  <a16:creationId xmlns:a16="http://schemas.microsoft.com/office/drawing/2014/main" id="{07943440-58AC-6865-6914-3CFB66CC5A0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5">
              <a:extLst>
                <a:ext uri="{FF2B5EF4-FFF2-40B4-BE49-F238E27FC236}">
                  <a16:creationId xmlns:a16="http://schemas.microsoft.com/office/drawing/2014/main" id="{9112301F-2FD3-1E05-C8AD-84227CDF0BA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6">
              <a:extLst>
                <a:ext uri="{FF2B5EF4-FFF2-40B4-BE49-F238E27FC236}">
                  <a16:creationId xmlns:a16="http://schemas.microsoft.com/office/drawing/2014/main" id="{15F14BE3-A60B-C961-9CF3-02008B187B0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7">
              <a:extLst>
                <a:ext uri="{FF2B5EF4-FFF2-40B4-BE49-F238E27FC236}">
                  <a16:creationId xmlns:a16="http://schemas.microsoft.com/office/drawing/2014/main" id="{2FD08B22-E3B0-A1AF-2A32-E9B46DBF755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8">
              <a:extLst>
                <a:ext uri="{FF2B5EF4-FFF2-40B4-BE49-F238E27FC236}">
                  <a16:creationId xmlns:a16="http://schemas.microsoft.com/office/drawing/2014/main" id="{55FC9AF5-71A1-9035-FCBD-CFD0DE2C9CD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79">
              <a:extLst>
                <a:ext uri="{FF2B5EF4-FFF2-40B4-BE49-F238E27FC236}">
                  <a16:creationId xmlns:a16="http://schemas.microsoft.com/office/drawing/2014/main" id="{13ADE5E3-8592-E8F1-309F-EDF0B8EA3BB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0">
              <a:extLst>
                <a:ext uri="{FF2B5EF4-FFF2-40B4-BE49-F238E27FC236}">
                  <a16:creationId xmlns:a16="http://schemas.microsoft.com/office/drawing/2014/main" id="{3829B2B0-8819-137A-55F1-CB97232B3118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1">
              <a:extLst>
                <a:ext uri="{FF2B5EF4-FFF2-40B4-BE49-F238E27FC236}">
                  <a16:creationId xmlns:a16="http://schemas.microsoft.com/office/drawing/2014/main" id="{C9C28192-ED9F-C20F-95CF-9D21C8B68F6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2">
              <a:extLst>
                <a:ext uri="{FF2B5EF4-FFF2-40B4-BE49-F238E27FC236}">
                  <a16:creationId xmlns:a16="http://schemas.microsoft.com/office/drawing/2014/main" id="{274729FF-3665-3DD9-6002-E0F01C7389A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3">
              <a:extLst>
                <a:ext uri="{FF2B5EF4-FFF2-40B4-BE49-F238E27FC236}">
                  <a16:creationId xmlns:a16="http://schemas.microsoft.com/office/drawing/2014/main" id="{C0524C82-6483-2D6C-EE70-3966262CB3A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4">
              <a:extLst>
                <a:ext uri="{FF2B5EF4-FFF2-40B4-BE49-F238E27FC236}">
                  <a16:creationId xmlns:a16="http://schemas.microsoft.com/office/drawing/2014/main" id="{F5F4C860-4D97-E813-FC5E-36CD37CAC8D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5">
              <a:extLst>
                <a:ext uri="{FF2B5EF4-FFF2-40B4-BE49-F238E27FC236}">
                  <a16:creationId xmlns:a16="http://schemas.microsoft.com/office/drawing/2014/main" id="{BF8345A1-1F00-C210-036C-04C459CC246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6">
              <a:extLst>
                <a:ext uri="{FF2B5EF4-FFF2-40B4-BE49-F238E27FC236}">
                  <a16:creationId xmlns:a16="http://schemas.microsoft.com/office/drawing/2014/main" id="{FE602961-70D5-A50F-237E-3E4E7793EDE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7">
              <a:extLst>
                <a:ext uri="{FF2B5EF4-FFF2-40B4-BE49-F238E27FC236}">
                  <a16:creationId xmlns:a16="http://schemas.microsoft.com/office/drawing/2014/main" id="{0A283C7C-3413-5FFE-1880-E1AC7BD82A9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8">
              <a:extLst>
                <a:ext uri="{FF2B5EF4-FFF2-40B4-BE49-F238E27FC236}">
                  <a16:creationId xmlns:a16="http://schemas.microsoft.com/office/drawing/2014/main" id="{B882E3A5-1189-ACAC-FE04-5383444527C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89">
              <a:extLst>
                <a:ext uri="{FF2B5EF4-FFF2-40B4-BE49-F238E27FC236}">
                  <a16:creationId xmlns:a16="http://schemas.microsoft.com/office/drawing/2014/main" id="{3776649D-EA1E-837C-FD28-E7BDF944A98C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0">
              <a:extLst>
                <a:ext uri="{FF2B5EF4-FFF2-40B4-BE49-F238E27FC236}">
                  <a16:creationId xmlns:a16="http://schemas.microsoft.com/office/drawing/2014/main" id="{FEC2352D-D512-0829-CF7F-1909D91313E8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1">
              <a:extLst>
                <a:ext uri="{FF2B5EF4-FFF2-40B4-BE49-F238E27FC236}">
                  <a16:creationId xmlns:a16="http://schemas.microsoft.com/office/drawing/2014/main" id="{7DB13338-E363-4219-8359-FFEC274FA92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2">
              <a:extLst>
                <a:ext uri="{FF2B5EF4-FFF2-40B4-BE49-F238E27FC236}">
                  <a16:creationId xmlns:a16="http://schemas.microsoft.com/office/drawing/2014/main" id="{B0BD9D4F-BEDD-45D9-B7E8-21BE7AE84CA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3">
              <a:extLst>
                <a:ext uri="{FF2B5EF4-FFF2-40B4-BE49-F238E27FC236}">
                  <a16:creationId xmlns:a16="http://schemas.microsoft.com/office/drawing/2014/main" id="{78D8680C-0C0B-8309-A86D-84FB3AAA547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4">
              <a:extLst>
                <a:ext uri="{FF2B5EF4-FFF2-40B4-BE49-F238E27FC236}">
                  <a16:creationId xmlns:a16="http://schemas.microsoft.com/office/drawing/2014/main" id="{B0CC1718-264D-30B2-6F0D-5462EC1567E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5">
              <a:extLst>
                <a:ext uri="{FF2B5EF4-FFF2-40B4-BE49-F238E27FC236}">
                  <a16:creationId xmlns:a16="http://schemas.microsoft.com/office/drawing/2014/main" id="{40BF1607-8F8B-51FE-6561-918CB34780E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6">
              <a:extLst>
                <a:ext uri="{FF2B5EF4-FFF2-40B4-BE49-F238E27FC236}">
                  <a16:creationId xmlns:a16="http://schemas.microsoft.com/office/drawing/2014/main" id="{A3B3501F-6A4A-47A0-B181-8C45325B5C4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7">
              <a:extLst>
                <a:ext uri="{FF2B5EF4-FFF2-40B4-BE49-F238E27FC236}">
                  <a16:creationId xmlns:a16="http://schemas.microsoft.com/office/drawing/2014/main" id="{E0263D26-7CDA-166A-5D3A-BB9B7D3C317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8">
              <a:extLst>
                <a:ext uri="{FF2B5EF4-FFF2-40B4-BE49-F238E27FC236}">
                  <a16:creationId xmlns:a16="http://schemas.microsoft.com/office/drawing/2014/main" id="{EFCC3219-B107-D086-A1CD-07E1042C5AD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499">
              <a:extLst>
                <a:ext uri="{FF2B5EF4-FFF2-40B4-BE49-F238E27FC236}">
                  <a16:creationId xmlns:a16="http://schemas.microsoft.com/office/drawing/2014/main" id="{6C046A28-8326-4BDA-B7A8-A9735D50CAE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0">
              <a:extLst>
                <a:ext uri="{FF2B5EF4-FFF2-40B4-BE49-F238E27FC236}">
                  <a16:creationId xmlns:a16="http://schemas.microsoft.com/office/drawing/2014/main" id="{FE5EB008-6DC8-32E1-A687-319DF672AD0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1">
              <a:extLst>
                <a:ext uri="{FF2B5EF4-FFF2-40B4-BE49-F238E27FC236}">
                  <a16:creationId xmlns:a16="http://schemas.microsoft.com/office/drawing/2014/main" id="{EC3A280F-AE9E-F8A5-1081-8F6EB2C7294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2">
              <a:extLst>
                <a:ext uri="{FF2B5EF4-FFF2-40B4-BE49-F238E27FC236}">
                  <a16:creationId xmlns:a16="http://schemas.microsoft.com/office/drawing/2014/main" id="{81614234-4687-AA81-1BDF-603BFE7AF6F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3">
              <a:extLst>
                <a:ext uri="{FF2B5EF4-FFF2-40B4-BE49-F238E27FC236}">
                  <a16:creationId xmlns:a16="http://schemas.microsoft.com/office/drawing/2014/main" id="{889E0BCF-3E76-78F5-4BF8-72BBFC9F0F9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4">
              <a:extLst>
                <a:ext uri="{FF2B5EF4-FFF2-40B4-BE49-F238E27FC236}">
                  <a16:creationId xmlns:a16="http://schemas.microsoft.com/office/drawing/2014/main" id="{E4FBBFE7-4AF8-C9D2-E1BC-F3C40F1D9C8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5">
              <a:extLst>
                <a:ext uri="{FF2B5EF4-FFF2-40B4-BE49-F238E27FC236}">
                  <a16:creationId xmlns:a16="http://schemas.microsoft.com/office/drawing/2014/main" id="{4E3A0EF7-4163-9D12-4FDE-BEF40316CE8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6">
              <a:extLst>
                <a:ext uri="{FF2B5EF4-FFF2-40B4-BE49-F238E27FC236}">
                  <a16:creationId xmlns:a16="http://schemas.microsoft.com/office/drawing/2014/main" id="{2D8F6205-0F46-FC6A-BB90-B478728E885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7">
              <a:extLst>
                <a:ext uri="{FF2B5EF4-FFF2-40B4-BE49-F238E27FC236}">
                  <a16:creationId xmlns:a16="http://schemas.microsoft.com/office/drawing/2014/main" id="{5BBE73F3-AE0B-45B9-24C2-B535FA562B7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8">
              <a:extLst>
                <a:ext uri="{FF2B5EF4-FFF2-40B4-BE49-F238E27FC236}">
                  <a16:creationId xmlns:a16="http://schemas.microsoft.com/office/drawing/2014/main" id="{4B8703EE-FEEF-322D-792E-9FB2E47572D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09">
              <a:extLst>
                <a:ext uri="{FF2B5EF4-FFF2-40B4-BE49-F238E27FC236}">
                  <a16:creationId xmlns:a16="http://schemas.microsoft.com/office/drawing/2014/main" id="{61826663-60A9-9C6F-5BED-4C65B1D2A0A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0">
              <a:extLst>
                <a:ext uri="{FF2B5EF4-FFF2-40B4-BE49-F238E27FC236}">
                  <a16:creationId xmlns:a16="http://schemas.microsoft.com/office/drawing/2014/main" id="{0E9685A7-53A4-2371-2E8F-BB2C4730BAB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1">
              <a:extLst>
                <a:ext uri="{FF2B5EF4-FFF2-40B4-BE49-F238E27FC236}">
                  <a16:creationId xmlns:a16="http://schemas.microsoft.com/office/drawing/2014/main" id="{A26935C6-95CA-9D0E-A786-D922646C60B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2">
              <a:extLst>
                <a:ext uri="{FF2B5EF4-FFF2-40B4-BE49-F238E27FC236}">
                  <a16:creationId xmlns:a16="http://schemas.microsoft.com/office/drawing/2014/main" id="{7218CC59-030E-D334-8FB7-AF50BE406C3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3">
              <a:extLst>
                <a:ext uri="{FF2B5EF4-FFF2-40B4-BE49-F238E27FC236}">
                  <a16:creationId xmlns:a16="http://schemas.microsoft.com/office/drawing/2014/main" id="{CEBA1EB0-236C-B762-31BC-8080820FFAC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4">
              <a:extLst>
                <a:ext uri="{FF2B5EF4-FFF2-40B4-BE49-F238E27FC236}">
                  <a16:creationId xmlns:a16="http://schemas.microsoft.com/office/drawing/2014/main" id="{45C1E639-B6F0-F0A5-2D6D-A0B5E3A3A2B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5">
              <a:extLst>
                <a:ext uri="{FF2B5EF4-FFF2-40B4-BE49-F238E27FC236}">
                  <a16:creationId xmlns:a16="http://schemas.microsoft.com/office/drawing/2014/main" id="{8F5F3E58-643B-2E18-D0C4-E3C53BD58AE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6">
              <a:extLst>
                <a:ext uri="{FF2B5EF4-FFF2-40B4-BE49-F238E27FC236}">
                  <a16:creationId xmlns:a16="http://schemas.microsoft.com/office/drawing/2014/main" id="{21FFCFB6-3E09-2C54-0516-72C859C6AB8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7">
              <a:extLst>
                <a:ext uri="{FF2B5EF4-FFF2-40B4-BE49-F238E27FC236}">
                  <a16:creationId xmlns:a16="http://schemas.microsoft.com/office/drawing/2014/main" id="{ADA156D7-D655-F157-55AF-22EEC252145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8">
              <a:extLst>
                <a:ext uri="{FF2B5EF4-FFF2-40B4-BE49-F238E27FC236}">
                  <a16:creationId xmlns:a16="http://schemas.microsoft.com/office/drawing/2014/main" id="{4DEFFDBA-396E-FC94-03C8-D4DB137C8F6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19">
              <a:extLst>
                <a:ext uri="{FF2B5EF4-FFF2-40B4-BE49-F238E27FC236}">
                  <a16:creationId xmlns:a16="http://schemas.microsoft.com/office/drawing/2014/main" id="{511F7DEC-5B8E-DD33-FC0B-EEB80062926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0">
              <a:extLst>
                <a:ext uri="{FF2B5EF4-FFF2-40B4-BE49-F238E27FC236}">
                  <a16:creationId xmlns:a16="http://schemas.microsoft.com/office/drawing/2014/main" id="{A910C991-222C-BFA1-588D-3B624D760688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1">
              <a:extLst>
                <a:ext uri="{FF2B5EF4-FFF2-40B4-BE49-F238E27FC236}">
                  <a16:creationId xmlns:a16="http://schemas.microsoft.com/office/drawing/2014/main" id="{3F33DC41-DC67-047E-10C1-080473A8759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2">
              <a:extLst>
                <a:ext uri="{FF2B5EF4-FFF2-40B4-BE49-F238E27FC236}">
                  <a16:creationId xmlns:a16="http://schemas.microsoft.com/office/drawing/2014/main" id="{C672E8EE-A5A5-C85A-9B9B-EFB99967FE2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3">
              <a:extLst>
                <a:ext uri="{FF2B5EF4-FFF2-40B4-BE49-F238E27FC236}">
                  <a16:creationId xmlns:a16="http://schemas.microsoft.com/office/drawing/2014/main" id="{BADE7C57-C867-8BFD-B20B-6B036C352EF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4">
              <a:extLst>
                <a:ext uri="{FF2B5EF4-FFF2-40B4-BE49-F238E27FC236}">
                  <a16:creationId xmlns:a16="http://schemas.microsoft.com/office/drawing/2014/main" id="{26C9B1C1-A31A-6E0C-D3CE-02144FC8DA0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5">
              <a:extLst>
                <a:ext uri="{FF2B5EF4-FFF2-40B4-BE49-F238E27FC236}">
                  <a16:creationId xmlns:a16="http://schemas.microsoft.com/office/drawing/2014/main" id="{9EFA7E89-40FD-E5E5-D744-7A29FBA850A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6">
              <a:extLst>
                <a:ext uri="{FF2B5EF4-FFF2-40B4-BE49-F238E27FC236}">
                  <a16:creationId xmlns:a16="http://schemas.microsoft.com/office/drawing/2014/main" id="{D38D5912-0463-8A53-53E8-B0E5DB5EE67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7">
              <a:extLst>
                <a:ext uri="{FF2B5EF4-FFF2-40B4-BE49-F238E27FC236}">
                  <a16:creationId xmlns:a16="http://schemas.microsoft.com/office/drawing/2014/main" id="{B0A5AD7B-76AB-8C8A-9541-1FC52EA5421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8">
              <a:extLst>
                <a:ext uri="{FF2B5EF4-FFF2-40B4-BE49-F238E27FC236}">
                  <a16:creationId xmlns:a16="http://schemas.microsoft.com/office/drawing/2014/main" id="{9773300C-668E-7F6C-3101-1F3CB337A8F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29">
              <a:extLst>
                <a:ext uri="{FF2B5EF4-FFF2-40B4-BE49-F238E27FC236}">
                  <a16:creationId xmlns:a16="http://schemas.microsoft.com/office/drawing/2014/main" id="{27B557B6-CBC7-46C3-E88B-59F6C3356D2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0">
              <a:extLst>
                <a:ext uri="{FF2B5EF4-FFF2-40B4-BE49-F238E27FC236}">
                  <a16:creationId xmlns:a16="http://schemas.microsoft.com/office/drawing/2014/main" id="{1800522F-CE64-2D33-D94F-6DD1E5739A3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1">
              <a:extLst>
                <a:ext uri="{FF2B5EF4-FFF2-40B4-BE49-F238E27FC236}">
                  <a16:creationId xmlns:a16="http://schemas.microsoft.com/office/drawing/2014/main" id="{ADC1813C-96D3-66C7-B8CA-B1C18948452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2">
              <a:extLst>
                <a:ext uri="{FF2B5EF4-FFF2-40B4-BE49-F238E27FC236}">
                  <a16:creationId xmlns:a16="http://schemas.microsoft.com/office/drawing/2014/main" id="{F5C842C7-2E1F-AC99-45A1-C4FC63DAADC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3">
              <a:extLst>
                <a:ext uri="{FF2B5EF4-FFF2-40B4-BE49-F238E27FC236}">
                  <a16:creationId xmlns:a16="http://schemas.microsoft.com/office/drawing/2014/main" id="{0C2E1A4F-18A4-1E82-BD85-1541F9949BC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4">
              <a:extLst>
                <a:ext uri="{FF2B5EF4-FFF2-40B4-BE49-F238E27FC236}">
                  <a16:creationId xmlns:a16="http://schemas.microsoft.com/office/drawing/2014/main" id="{F5214108-AA13-FE3D-69B0-BA153F348A3A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5">
              <a:extLst>
                <a:ext uri="{FF2B5EF4-FFF2-40B4-BE49-F238E27FC236}">
                  <a16:creationId xmlns:a16="http://schemas.microsoft.com/office/drawing/2014/main" id="{D7EC8B35-38E1-97F8-6FF5-EF404BF5E84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6">
              <a:extLst>
                <a:ext uri="{FF2B5EF4-FFF2-40B4-BE49-F238E27FC236}">
                  <a16:creationId xmlns:a16="http://schemas.microsoft.com/office/drawing/2014/main" id="{69EBFAA9-17B9-49E1-6B8A-12E3E30E500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7">
              <a:extLst>
                <a:ext uri="{FF2B5EF4-FFF2-40B4-BE49-F238E27FC236}">
                  <a16:creationId xmlns:a16="http://schemas.microsoft.com/office/drawing/2014/main" id="{840B48DD-AD90-A1CC-CC9D-DEE71A2EDAD7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8">
              <a:extLst>
                <a:ext uri="{FF2B5EF4-FFF2-40B4-BE49-F238E27FC236}">
                  <a16:creationId xmlns:a16="http://schemas.microsoft.com/office/drawing/2014/main" id="{E07AC700-7519-08B2-A6CF-2D21D9E48938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39">
              <a:extLst>
                <a:ext uri="{FF2B5EF4-FFF2-40B4-BE49-F238E27FC236}">
                  <a16:creationId xmlns:a16="http://schemas.microsoft.com/office/drawing/2014/main" id="{B4D005EB-395C-C2A1-DAF0-7954020047E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0">
              <a:extLst>
                <a:ext uri="{FF2B5EF4-FFF2-40B4-BE49-F238E27FC236}">
                  <a16:creationId xmlns:a16="http://schemas.microsoft.com/office/drawing/2014/main" id="{4236E313-7443-B277-2101-B335212F6DD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1">
              <a:extLst>
                <a:ext uri="{FF2B5EF4-FFF2-40B4-BE49-F238E27FC236}">
                  <a16:creationId xmlns:a16="http://schemas.microsoft.com/office/drawing/2014/main" id="{C172C2C7-E4C0-53CA-8AB7-F4779CDA849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2">
              <a:extLst>
                <a:ext uri="{FF2B5EF4-FFF2-40B4-BE49-F238E27FC236}">
                  <a16:creationId xmlns:a16="http://schemas.microsoft.com/office/drawing/2014/main" id="{DE9F7BD6-1AF3-9711-C525-EB72E870FED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3">
              <a:extLst>
                <a:ext uri="{FF2B5EF4-FFF2-40B4-BE49-F238E27FC236}">
                  <a16:creationId xmlns:a16="http://schemas.microsoft.com/office/drawing/2014/main" id="{1E992948-B7C6-97D4-E3D2-DDEE65ADFD1D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4">
              <a:extLst>
                <a:ext uri="{FF2B5EF4-FFF2-40B4-BE49-F238E27FC236}">
                  <a16:creationId xmlns:a16="http://schemas.microsoft.com/office/drawing/2014/main" id="{25C17184-1C8D-8A8E-18E9-0667D8F6037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5">
              <a:extLst>
                <a:ext uri="{FF2B5EF4-FFF2-40B4-BE49-F238E27FC236}">
                  <a16:creationId xmlns:a16="http://schemas.microsoft.com/office/drawing/2014/main" id="{2598E452-942A-DB34-70A1-542EC156EB0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6">
              <a:extLst>
                <a:ext uri="{FF2B5EF4-FFF2-40B4-BE49-F238E27FC236}">
                  <a16:creationId xmlns:a16="http://schemas.microsoft.com/office/drawing/2014/main" id="{92768E08-03A6-6D04-D58A-0BCEB916C97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7">
              <a:extLst>
                <a:ext uri="{FF2B5EF4-FFF2-40B4-BE49-F238E27FC236}">
                  <a16:creationId xmlns:a16="http://schemas.microsoft.com/office/drawing/2014/main" id="{82F068A0-6692-8E35-26FA-FA906619634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8">
              <a:extLst>
                <a:ext uri="{FF2B5EF4-FFF2-40B4-BE49-F238E27FC236}">
                  <a16:creationId xmlns:a16="http://schemas.microsoft.com/office/drawing/2014/main" id="{A073C139-542F-B460-942B-288E2ABFAD2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49">
              <a:extLst>
                <a:ext uri="{FF2B5EF4-FFF2-40B4-BE49-F238E27FC236}">
                  <a16:creationId xmlns:a16="http://schemas.microsoft.com/office/drawing/2014/main" id="{DA1EE7E9-936D-8BAE-A6A6-3A71C483284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0">
              <a:extLst>
                <a:ext uri="{FF2B5EF4-FFF2-40B4-BE49-F238E27FC236}">
                  <a16:creationId xmlns:a16="http://schemas.microsoft.com/office/drawing/2014/main" id="{E2688AB6-4CDA-29A8-184C-04D0CD98039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1">
              <a:extLst>
                <a:ext uri="{FF2B5EF4-FFF2-40B4-BE49-F238E27FC236}">
                  <a16:creationId xmlns:a16="http://schemas.microsoft.com/office/drawing/2014/main" id="{0A24C47A-DD23-F7D8-FE67-D35CFF22A33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2">
              <a:extLst>
                <a:ext uri="{FF2B5EF4-FFF2-40B4-BE49-F238E27FC236}">
                  <a16:creationId xmlns:a16="http://schemas.microsoft.com/office/drawing/2014/main" id="{83D26617-FA6C-EB47-6D13-DDBB1FC96C7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3">
              <a:extLst>
                <a:ext uri="{FF2B5EF4-FFF2-40B4-BE49-F238E27FC236}">
                  <a16:creationId xmlns:a16="http://schemas.microsoft.com/office/drawing/2014/main" id="{5776E992-87E5-2DF2-EB2D-F20191562FF6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4">
              <a:extLst>
                <a:ext uri="{FF2B5EF4-FFF2-40B4-BE49-F238E27FC236}">
                  <a16:creationId xmlns:a16="http://schemas.microsoft.com/office/drawing/2014/main" id="{6C1D4415-168D-4833-7AB2-79A0EDC996B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5">
              <a:extLst>
                <a:ext uri="{FF2B5EF4-FFF2-40B4-BE49-F238E27FC236}">
                  <a16:creationId xmlns:a16="http://schemas.microsoft.com/office/drawing/2014/main" id="{A5A00DDD-6806-79D0-3309-7966302CA4E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6">
              <a:extLst>
                <a:ext uri="{FF2B5EF4-FFF2-40B4-BE49-F238E27FC236}">
                  <a16:creationId xmlns:a16="http://schemas.microsoft.com/office/drawing/2014/main" id="{5F3E2ED9-FF04-51CC-AD9B-34BA1CCCD0F1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7">
              <a:extLst>
                <a:ext uri="{FF2B5EF4-FFF2-40B4-BE49-F238E27FC236}">
                  <a16:creationId xmlns:a16="http://schemas.microsoft.com/office/drawing/2014/main" id="{41282244-E908-45A8-C1A1-831189C4553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8">
              <a:extLst>
                <a:ext uri="{FF2B5EF4-FFF2-40B4-BE49-F238E27FC236}">
                  <a16:creationId xmlns:a16="http://schemas.microsoft.com/office/drawing/2014/main" id="{7BEC0CC6-986E-7C00-82EA-9168C47A493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59">
              <a:extLst>
                <a:ext uri="{FF2B5EF4-FFF2-40B4-BE49-F238E27FC236}">
                  <a16:creationId xmlns:a16="http://schemas.microsoft.com/office/drawing/2014/main" id="{B76DA97A-D93A-4753-D22B-C5DC3455D81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0">
              <a:extLst>
                <a:ext uri="{FF2B5EF4-FFF2-40B4-BE49-F238E27FC236}">
                  <a16:creationId xmlns:a16="http://schemas.microsoft.com/office/drawing/2014/main" id="{BD92E992-C510-E3C0-9DD9-85C84B2417A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1">
              <a:extLst>
                <a:ext uri="{FF2B5EF4-FFF2-40B4-BE49-F238E27FC236}">
                  <a16:creationId xmlns:a16="http://schemas.microsoft.com/office/drawing/2014/main" id="{2675C307-7891-B0F3-C22C-7EAF4FBA105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2">
              <a:extLst>
                <a:ext uri="{FF2B5EF4-FFF2-40B4-BE49-F238E27FC236}">
                  <a16:creationId xmlns:a16="http://schemas.microsoft.com/office/drawing/2014/main" id="{4840A636-F9A0-335D-559E-264E1BA1E51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3">
              <a:extLst>
                <a:ext uri="{FF2B5EF4-FFF2-40B4-BE49-F238E27FC236}">
                  <a16:creationId xmlns:a16="http://schemas.microsoft.com/office/drawing/2014/main" id="{07112DB6-AC3C-A305-C9F1-6A14F6B0CEA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4">
              <a:extLst>
                <a:ext uri="{FF2B5EF4-FFF2-40B4-BE49-F238E27FC236}">
                  <a16:creationId xmlns:a16="http://schemas.microsoft.com/office/drawing/2014/main" id="{CD4EA874-AC6E-F172-4E95-F004C90646A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5">
              <a:extLst>
                <a:ext uri="{FF2B5EF4-FFF2-40B4-BE49-F238E27FC236}">
                  <a16:creationId xmlns:a16="http://schemas.microsoft.com/office/drawing/2014/main" id="{207998E5-C54F-A4EE-06AB-C9F49F0123E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6">
              <a:extLst>
                <a:ext uri="{FF2B5EF4-FFF2-40B4-BE49-F238E27FC236}">
                  <a16:creationId xmlns:a16="http://schemas.microsoft.com/office/drawing/2014/main" id="{6EBF2513-C31D-AF83-6FC4-4FAEE4E1636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7">
              <a:extLst>
                <a:ext uri="{FF2B5EF4-FFF2-40B4-BE49-F238E27FC236}">
                  <a16:creationId xmlns:a16="http://schemas.microsoft.com/office/drawing/2014/main" id="{11AA45DF-986A-142A-04E2-6D10E04DA5C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8">
              <a:extLst>
                <a:ext uri="{FF2B5EF4-FFF2-40B4-BE49-F238E27FC236}">
                  <a16:creationId xmlns:a16="http://schemas.microsoft.com/office/drawing/2014/main" id="{96A62A6C-0332-FD63-3EB8-1BA460D8E53D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69">
              <a:extLst>
                <a:ext uri="{FF2B5EF4-FFF2-40B4-BE49-F238E27FC236}">
                  <a16:creationId xmlns:a16="http://schemas.microsoft.com/office/drawing/2014/main" id="{71D508ED-2FC7-6E97-5AFD-231F03BA9BD1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0">
              <a:extLst>
                <a:ext uri="{FF2B5EF4-FFF2-40B4-BE49-F238E27FC236}">
                  <a16:creationId xmlns:a16="http://schemas.microsoft.com/office/drawing/2014/main" id="{DAE547CD-DF43-2373-0BA8-590F59C07E4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1">
              <a:extLst>
                <a:ext uri="{FF2B5EF4-FFF2-40B4-BE49-F238E27FC236}">
                  <a16:creationId xmlns:a16="http://schemas.microsoft.com/office/drawing/2014/main" id="{A0A45ABB-A894-48EE-4E18-0A856260C3A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2">
              <a:extLst>
                <a:ext uri="{FF2B5EF4-FFF2-40B4-BE49-F238E27FC236}">
                  <a16:creationId xmlns:a16="http://schemas.microsoft.com/office/drawing/2014/main" id="{123C5006-D215-51A1-4BBF-62CDA9AE90C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3">
              <a:extLst>
                <a:ext uri="{FF2B5EF4-FFF2-40B4-BE49-F238E27FC236}">
                  <a16:creationId xmlns:a16="http://schemas.microsoft.com/office/drawing/2014/main" id="{A19EC12C-158B-4A2A-57B1-AB672D16B3C4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4">
              <a:extLst>
                <a:ext uri="{FF2B5EF4-FFF2-40B4-BE49-F238E27FC236}">
                  <a16:creationId xmlns:a16="http://schemas.microsoft.com/office/drawing/2014/main" id="{A293235D-834E-B4B2-158B-6F564C8D3C1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5">
              <a:extLst>
                <a:ext uri="{FF2B5EF4-FFF2-40B4-BE49-F238E27FC236}">
                  <a16:creationId xmlns:a16="http://schemas.microsoft.com/office/drawing/2014/main" id="{71309B20-27D0-03FC-E643-C2B2F9D77C7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6">
              <a:extLst>
                <a:ext uri="{FF2B5EF4-FFF2-40B4-BE49-F238E27FC236}">
                  <a16:creationId xmlns:a16="http://schemas.microsoft.com/office/drawing/2014/main" id="{46473E7A-CB8E-3238-EB4A-C833A2EB02B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7">
              <a:extLst>
                <a:ext uri="{FF2B5EF4-FFF2-40B4-BE49-F238E27FC236}">
                  <a16:creationId xmlns:a16="http://schemas.microsoft.com/office/drawing/2014/main" id="{8FE38332-7F82-D3E0-830A-409308DA4A05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8">
              <a:extLst>
                <a:ext uri="{FF2B5EF4-FFF2-40B4-BE49-F238E27FC236}">
                  <a16:creationId xmlns:a16="http://schemas.microsoft.com/office/drawing/2014/main" id="{EDAFD46A-5DE8-FA9C-8AAD-9A892AA228A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79">
              <a:extLst>
                <a:ext uri="{FF2B5EF4-FFF2-40B4-BE49-F238E27FC236}">
                  <a16:creationId xmlns:a16="http://schemas.microsoft.com/office/drawing/2014/main" id="{08E85982-EE5C-1406-1978-10E689FA137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0">
              <a:extLst>
                <a:ext uri="{FF2B5EF4-FFF2-40B4-BE49-F238E27FC236}">
                  <a16:creationId xmlns:a16="http://schemas.microsoft.com/office/drawing/2014/main" id="{D5BF1B99-7060-3E4A-0D20-B597FC8CBF9B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1">
              <a:extLst>
                <a:ext uri="{FF2B5EF4-FFF2-40B4-BE49-F238E27FC236}">
                  <a16:creationId xmlns:a16="http://schemas.microsoft.com/office/drawing/2014/main" id="{CD8823B4-D42C-DBDC-4A6B-F4227E19B7F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2">
              <a:extLst>
                <a:ext uri="{FF2B5EF4-FFF2-40B4-BE49-F238E27FC236}">
                  <a16:creationId xmlns:a16="http://schemas.microsoft.com/office/drawing/2014/main" id="{4CC59691-6F5F-4193-A673-7C9DA7832DD5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3">
              <a:extLst>
                <a:ext uri="{FF2B5EF4-FFF2-40B4-BE49-F238E27FC236}">
                  <a16:creationId xmlns:a16="http://schemas.microsoft.com/office/drawing/2014/main" id="{AAAB3B46-082D-B693-64C3-9AF563F12052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4">
              <a:extLst>
                <a:ext uri="{FF2B5EF4-FFF2-40B4-BE49-F238E27FC236}">
                  <a16:creationId xmlns:a16="http://schemas.microsoft.com/office/drawing/2014/main" id="{8209232F-277D-0A53-847F-1A1E83C4DFEC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5">
              <a:extLst>
                <a:ext uri="{FF2B5EF4-FFF2-40B4-BE49-F238E27FC236}">
                  <a16:creationId xmlns:a16="http://schemas.microsoft.com/office/drawing/2014/main" id="{0F138DC5-F5B3-F37B-007D-266917D169C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6">
              <a:extLst>
                <a:ext uri="{FF2B5EF4-FFF2-40B4-BE49-F238E27FC236}">
                  <a16:creationId xmlns:a16="http://schemas.microsoft.com/office/drawing/2014/main" id="{8F06DA8B-39EA-D646-E1BC-60AD32A17198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7">
              <a:extLst>
                <a:ext uri="{FF2B5EF4-FFF2-40B4-BE49-F238E27FC236}">
                  <a16:creationId xmlns:a16="http://schemas.microsoft.com/office/drawing/2014/main" id="{288AFBC9-CBC4-16DD-E39F-41587FA0D38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8">
              <a:extLst>
                <a:ext uri="{FF2B5EF4-FFF2-40B4-BE49-F238E27FC236}">
                  <a16:creationId xmlns:a16="http://schemas.microsoft.com/office/drawing/2014/main" id="{1BEDE41F-101D-754B-9586-F1D21D83ABC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89">
              <a:extLst>
                <a:ext uri="{FF2B5EF4-FFF2-40B4-BE49-F238E27FC236}">
                  <a16:creationId xmlns:a16="http://schemas.microsoft.com/office/drawing/2014/main" id="{098C2D21-64F4-0AB2-D936-BE906E5BFA0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0">
              <a:extLst>
                <a:ext uri="{FF2B5EF4-FFF2-40B4-BE49-F238E27FC236}">
                  <a16:creationId xmlns:a16="http://schemas.microsoft.com/office/drawing/2014/main" id="{E8DD4FF8-CB43-B2A5-2760-F02D99C8A55E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1">
              <a:extLst>
                <a:ext uri="{FF2B5EF4-FFF2-40B4-BE49-F238E27FC236}">
                  <a16:creationId xmlns:a16="http://schemas.microsoft.com/office/drawing/2014/main" id="{A98ED9A4-52B9-45BD-6EC2-1DB3831FDCF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2">
              <a:extLst>
                <a:ext uri="{FF2B5EF4-FFF2-40B4-BE49-F238E27FC236}">
                  <a16:creationId xmlns:a16="http://schemas.microsoft.com/office/drawing/2014/main" id="{09DD707C-E8ED-D225-F68A-8E76DD2BF54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3">
              <a:extLst>
                <a:ext uri="{FF2B5EF4-FFF2-40B4-BE49-F238E27FC236}">
                  <a16:creationId xmlns:a16="http://schemas.microsoft.com/office/drawing/2014/main" id="{FF965DDA-4BF3-2098-FC65-D41C61DCAB48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4">
              <a:extLst>
                <a:ext uri="{FF2B5EF4-FFF2-40B4-BE49-F238E27FC236}">
                  <a16:creationId xmlns:a16="http://schemas.microsoft.com/office/drawing/2014/main" id="{77DA942F-C5DF-BF22-E63F-CD2A193D184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5">
              <a:extLst>
                <a:ext uri="{FF2B5EF4-FFF2-40B4-BE49-F238E27FC236}">
                  <a16:creationId xmlns:a16="http://schemas.microsoft.com/office/drawing/2014/main" id="{06F99E9A-D03B-3AAC-DA81-BF2D7FF1A7D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6">
              <a:extLst>
                <a:ext uri="{FF2B5EF4-FFF2-40B4-BE49-F238E27FC236}">
                  <a16:creationId xmlns:a16="http://schemas.microsoft.com/office/drawing/2014/main" id="{4D27DC06-74BF-36F1-2202-2AEC633B10A3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7">
              <a:extLst>
                <a:ext uri="{FF2B5EF4-FFF2-40B4-BE49-F238E27FC236}">
                  <a16:creationId xmlns:a16="http://schemas.microsoft.com/office/drawing/2014/main" id="{12E85D33-A2FE-782C-0ADF-8FDEDBBBB859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8">
              <a:extLst>
                <a:ext uri="{FF2B5EF4-FFF2-40B4-BE49-F238E27FC236}">
                  <a16:creationId xmlns:a16="http://schemas.microsoft.com/office/drawing/2014/main" id="{2683ECAC-30B1-CB61-92FD-743403B266C4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599">
              <a:extLst>
                <a:ext uri="{FF2B5EF4-FFF2-40B4-BE49-F238E27FC236}">
                  <a16:creationId xmlns:a16="http://schemas.microsoft.com/office/drawing/2014/main" id="{FD95AB9C-92F2-BE8B-9C0D-E842A49D4F9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0">
              <a:extLst>
                <a:ext uri="{FF2B5EF4-FFF2-40B4-BE49-F238E27FC236}">
                  <a16:creationId xmlns:a16="http://schemas.microsoft.com/office/drawing/2014/main" id="{972525CA-7C9E-CDAE-DFEE-7996A5E8C990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1">
              <a:extLst>
                <a:ext uri="{FF2B5EF4-FFF2-40B4-BE49-F238E27FC236}">
                  <a16:creationId xmlns:a16="http://schemas.microsoft.com/office/drawing/2014/main" id="{94282BD3-8283-46C6-153C-BA5AF603D03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2">
              <a:extLst>
                <a:ext uri="{FF2B5EF4-FFF2-40B4-BE49-F238E27FC236}">
                  <a16:creationId xmlns:a16="http://schemas.microsoft.com/office/drawing/2014/main" id="{18706CC9-F30F-EEE0-092F-09D9221507E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3">
              <a:extLst>
                <a:ext uri="{FF2B5EF4-FFF2-40B4-BE49-F238E27FC236}">
                  <a16:creationId xmlns:a16="http://schemas.microsoft.com/office/drawing/2014/main" id="{28D78293-5BC5-0608-F6F2-3D7CDE2E29E3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4">
              <a:extLst>
                <a:ext uri="{FF2B5EF4-FFF2-40B4-BE49-F238E27FC236}">
                  <a16:creationId xmlns:a16="http://schemas.microsoft.com/office/drawing/2014/main" id="{A6557E24-D6DF-A827-A837-7007BE31491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5">
              <a:extLst>
                <a:ext uri="{FF2B5EF4-FFF2-40B4-BE49-F238E27FC236}">
                  <a16:creationId xmlns:a16="http://schemas.microsoft.com/office/drawing/2014/main" id="{9A83815A-8878-01A9-156F-D89AF28D47B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6">
              <a:extLst>
                <a:ext uri="{FF2B5EF4-FFF2-40B4-BE49-F238E27FC236}">
                  <a16:creationId xmlns:a16="http://schemas.microsoft.com/office/drawing/2014/main" id="{D453CCC4-9889-7964-524B-905BE9F700A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7">
              <a:extLst>
                <a:ext uri="{FF2B5EF4-FFF2-40B4-BE49-F238E27FC236}">
                  <a16:creationId xmlns:a16="http://schemas.microsoft.com/office/drawing/2014/main" id="{AA5F0882-EB93-49B1-DB62-21611922329E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8">
              <a:extLst>
                <a:ext uri="{FF2B5EF4-FFF2-40B4-BE49-F238E27FC236}">
                  <a16:creationId xmlns:a16="http://schemas.microsoft.com/office/drawing/2014/main" id="{992723E8-F57D-876F-CA90-6E73EE37AEB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09">
              <a:extLst>
                <a:ext uri="{FF2B5EF4-FFF2-40B4-BE49-F238E27FC236}">
                  <a16:creationId xmlns:a16="http://schemas.microsoft.com/office/drawing/2014/main" id="{9619234A-F033-B4C7-6042-7B08B130349F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0">
              <a:extLst>
                <a:ext uri="{FF2B5EF4-FFF2-40B4-BE49-F238E27FC236}">
                  <a16:creationId xmlns:a16="http://schemas.microsoft.com/office/drawing/2014/main" id="{C83619DD-E868-F074-A85C-A536C7876C2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1">
              <a:extLst>
                <a:ext uri="{FF2B5EF4-FFF2-40B4-BE49-F238E27FC236}">
                  <a16:creationId xmlns:a16="http://schemas.microsoft.com/office/drawing/2014/main" id="{5878B7B3-8DA8-E552-B80C-0A2D9ABF9480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2">
              <a:extLst>
                <a:ext uri="{FF2B5EF4-FFF2-40B4-BE49-F238E27FC236}">
                  <a16:creationId xmlns:a16="http://schemas.microsoft.com/office/drawing/2014/main" id="{C3AA1F11-EFD9-F709-901E-D8B1BB3025F6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3">
              <a:extLst>
                <a:ext uri="{FF2B5EF4-FFF2-40B4-BE49-F238E27FC236}">
                  <a16:creationId xmlns:a16="http://schemas.microsoft.com/office/drawing/2014/main" id="{E2A49F4C-D14D-676C-CF52-FA6341185F4C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4">
              <a:extLst>
                <a:ext uri="{FF2B5EF4-FFF2-40B4-BE49-F238E27FC236}">
                  <a16:creationId xmlns:a16="http://schemas.microsoft.com/office/drawing/2014/main" id="{A2A5364E-EB77-51D7-160B-919C364C6889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5">
              <a:extLst>
                <a:ext uri="{FF2B5EF4-FFF2-40B4-BE49-F238E27FC236}">
                  <a16:creationId xmlns:a16="http://schemas.microsoft.com/office/drawing/2014/main" id="{32718050-B624-93CE-6EFC-B8776D5649AB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6">
              <a:extLst>
                <a:ext uri="{FF2B5EF4-FFF2-40B4-BE49-F238E27FC236}">
                  <a16:creationId xmlns:a16="http://schemas.microsoft.com/office/drawing/2014/main" id="{8C6148A5-5EA8-9A32-4D55-AC95E6604767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7">
              <a:extLst>
                <a:ext uri="{FF2B5EF4-FFF2-40B4-BE49-F238E27FC236}">
                  <a16:creationId xmlns:a16="http://schemas.microsoft.com/office/drawing/2014/main" id="{995A3091-5A53-F44D-1D65-A08F5624298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8">
              <a:extLst>
                <a:ext uri="{FF2B5EF4-FFF2-40B4-BE49-F238E27FC236}">
                  <a16:creationId xmlns:a16="http://schemas.microsoft.com/office/drawing/2014/main" id="{31E83D4F-E2F5-616E-7F91-C5EA0B50685F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19">
              <a:extLst>
                <a:ext uri="{FF2B5EF4-FFF2-40B4-BE49-F238E27FC236}">
                  <a16:creationId xmlns:a16="http://schemas.microsoft.com/office/drawing/2014/main" id="{EB468855-32A3-E7FC-2ACE-E851432DA0DA}"/>
                </a:ext>
              </a:extLst>
            </p:cNvPr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21" name="tx9620">
              <a:extLst>
                <a:ext uri="{FF2B5EF4-FFF2-40B4-BE49-F238E27FC236}">
                  <a16:creationId xmlns:a16="http://schemas.microsoft.com/office/drawing/2014/main" id="{1075C94E-23C7-C7E2-F879-FA99488DF4D2}"/>
                </a:ext>
              </a:extLst>
            </p:cNvPr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1">
              <a:extLst>
                <a:ext uri="{FF2B5EF4-FFF2-40B4-BE49-F238E27FC236}">
                  <a16:creationId xmlns:a16="http://schemas.microsoft.com/office/drawing/2014/main" id="{A69D689F-24F2-D00D-AB36-2D9569FF851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2">
              <a:extLst>
                <a:ext uri="{FF2B5EF4-FFF2-40B4-BE49-F238E27FC236}">
                  <a16:creationId xmlns:a16="http://schemas.microsoft.com/office/drawing/2014/main" id="{E4018EB2-A682-A28E-2941-1DE7AE23EB6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3">
              <a:extLst>
                <a:ext uri="{FF2B5EF4-FFF2-40B4-BE49-F238E27FC236}">
                  <a16:creationId xmlns:a16="http://schemas.microsoft.com/office/drawing/2014/main" id="{83220FD0-E0DB-A9F5-C2B1-18CCCE8C8BF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4">
              <a:extLst>
                <a:ext uri="{FF2B5EF4-FFF2-40B4-BE49-F238E27FC236}">
                  <a16:creationId xmlns:a16="http://schemas.microsoft.com/office/drawing/2014/main" id="{C6F3540E-9F6A-6D4F-C34A-08B8B73E13F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5">
              <a:extLst>
                <a:ext uri="{FF2B5EF4-FFF2-40B4-BE49-F238E27FC236}">
                  <a16:creationId xmlns:a16="http://schemas.microsoft.com/office/drawing/2014/main" id="{FCA5EC59-382C-AE5D-E13C-80ECE7BAF5F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6">
              <a:extLst>
                <a:ext uri="{FF2B5EF4-FFF2-40B4-BE49-F238E27FC236}">
                  <a16:creationId xmlns:a16="http://schemas.microsoft.com/office/drawing/2014/main" id="{7FA28105-F9C7-432A-A684-6BA42CE2A4A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7">
              <a:extLst>
                <a:ext uri="{FF2B5EF4-FFF2-40B4-BE49-F238E27FC236}">
                  <a16:creationId xmlns:a16="http://schemas.microsoft.com/office/drawing/2014/main" id="{1CA73B5A-472A-5E1F-7BE5-BB630F30436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8">
              <a:extLst>
                <a:ext uri="{FF2B5EF4-FFF2-40B4-BE49-F238E27FC236}">
                  <a16:creationId xmlns:a16="http://schemas.microsoft.com/office/drawing/2014/main" id="{D8623137-35CB-A36B-BB23-82B8BFD2B84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29">
              <a:extLst>
                <a:ext uri="{FF2B5EF4-FFF2-40B4-BE49-F238E27FC236}">
                  <a16:creationId xmlns:a16="http://schemas.microsoft.com/office/drawing/2014/main" id="{EF7B4938-31F5-5839-1771-035ED4213FA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0">
              <a:extLst>
                <a:ext uri="{FF2B5EF4-FFF2-40B4-BE49-F238E27FC236}">
                  <a16:creationId xmlns:a16="http://schemas.microsoft.com/office/drawing/2014/main" id="{7340F809-525F-6946-3739-55F5791197F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1">
              <a:extLst>
                <a:ext uri="{FF2B5EF4-FFF2-40B4-BE49-F238E27FC236}">
                  <a16:creationId xmlns:a16="http://schemas.microsoft.com/office/drawing/2014/main" id="{6460FA45-1DA1-7482-86A2-C0DBC4B4582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2">
              <a:extLst>
                <a:ext uri="{FF2B5EF4-FFF2-40B4-BE49-F238E27FC236}">
                  <a16:creationId xmlns:a16="http://schemas.microsoft.com/office/drawing/2014/main" id="{3D2A3CB3-C50C-1ED3-4E0A-09F82DAC5F2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3">
              <a:extLst>
                <a:ext uri="{FF2B5EF4-FFF2-40B4-BE49-F238E27FC236}">
                  <a16:creationId xmlns:a16="http://schemas.microsoft.com/office/drawing/2014/main" id="{AD6B58D3-72EC-630F-8885-A7263F0398B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4">
              <a:extLst>
                <a:ext uri="{FF2B5EF4-FFF2-40B4-BE49-F238E27FC236}">
                  <a16:creationId xmlns:a16="http://schemas.microsoft.com/office/drawing/2014/main" id="{56977F78-F87A-CDD9-571B-150AD564D57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5">
              <a:extLst>
                <a:ext uri="{FF2B5EF4-FFF2-40B4-BE49-F238E27FC236}">
                  <a16:creationId xmlns:a16="http://schemas.microsoft.com/office/drawing/2014/main" id="{70A806E8-AED7-7081-D6A3-170DFA03A96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6">
              <a:extLst>
                <a:ext uri="{FF2B5EF4-FFF2-40B4-BE49-F238E27FC236}">
                  <a16:creationId xmlns:a16="http://schemas.microsoft.com/office/drawing/2014/main" id="{4A1D1132-A0CC-E94F-0C0B-2749A441182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7">
              <a:extLst>
                <a:ext uri="{FF2B5EF4-FFF2-40B4-BE49-F238E27FC236}">
                  <a16:creationId xmlns:a16="http://schemas.microsoft.com/office/drawing/2014/main" id="{A7FC0D2B-6968-C9B6-155C-E5470102250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8">
              <a:extLst>
                <a:ext uri="{FF2B5EF4-FFF2-40B4-BE49-F238E27FC236}">
                  <a16:creationId xmlns:a16="http://schemas.microsoft.com/office/drawing/2014/main" id="{9F9D2128-2B89-1495-EE57-6B6A1897B79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39">
              <a:extLst>
                <a:ext uri="{FF2B5EF4-FFF2-40B4-BE49-F238E27FC236}">
                  <a16:creationId xmlns:a16="http://schemas.microsoft.com/office/drawing/2014/main" id="{1432C525-0F64-7D9C-1419-D38B50EE494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0">
              <a:extLst>
                <a:ext uri="{FF2B5EF4-FFF2-40B4-BE49-F238E27FC236}">
                  <a16:creationId xmlns:a16="http://schemas.microsoft.com/office/drawing/2014/main" id="{55667708-01E6-8A5D-A011-BF50E278F48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1">
              <a:extLst>
                <a:ext uri="{FF2B5EF4-FFF2-40B4-BE49-F238E27FC236}">
                  <a16:creationId xmlns:a16="http://schemas.microsoft.com/office/drawing/2014/main" id="{F7CDE4F8-A6A5-310E-E8C0-3DB2812E091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2">
              <a:extLst>
                <a:ext uri="{FF2B5EF4-FFF2-40B4-BE49-F238E27FC236}">
                  <a16:creationId xmlns:a16="http://schemas.microsoft.com/office/drawing/2014/main" id="{B595685C-7CED-16E9-D37F-639D4F0A6C8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3">
              <a:extLst>
                <a:ext uri="{FF2B5EF4-FFF2-40B4-BE49-F238E27FC236}">
                  <a16:creationId xmlns:a16="http://schemas.microsoft.com/office/drawing/2014/main" id="{D08F85BF-7D0A-0A62-5B9A-B8E68254990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4">
              <a:extLst>
                <a:ext uri="{FF2B5EF4-FFF2-40B4-BE49-F238E27FC236}">
                  <a16:creationId xmlns:a16="http://schemas.microsoft.com/office/drawing/2014/main" id="{D2699254-9EAD-FCCE-59E5-023EACD3E3A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5">
              <a:extLst>
                <a:ext uri="{FF2B5EF4-FFF2-40B4-BE49-F238E27FC236}">
                  <a16:creationId xmlns:a16="http://schemas.microsoft.com/office/drawing/2014/main" id="{8E82855C-1378-B3A0-EB34-CB8BCF7906F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6">
              <a:extLst>
                <a:ext uri="{FF2B5EF4-FFF2-40B4-BE49-F238E27FC236}">
                  <a16:creationId xmlns:a16="http://schemas.microsoft.com/office/drawing/2014/main" id="{E62441C6-8386-1782-C3B4-66D7EAA63A8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7">
              <a:extLst>
                <a:ext uri="{FF2B5EF4-FFF2-40B4-BE49-F238E27FC236}">
                  <a16:creationId xmlns:a16="http://schemas.microsoft.com/office/drawing/2014/main" id="{CEF07F84-54C9-627D-4CA3-5B9FE13C2E3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8">
              <a:extLst>
                <a:ext uri="{FF2B5EF4-FFF2-40B4-BE49-F238E27FC236}">
                  <a16:creationId xmlns:a16="http://schemas.microsoft.com/office/drawing/2014/main" id="{B2ACB4A0-CE2B-1DA0-194C-47C4C0BCEE1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49">
              <a:extLst>
                <a:ext uri="{FF2B5EF4-FFF2-40B4-BE49-F238E27FC236}">
                  <a16:creationId xmlns:a16="http://schemas.microsoft.com/office/drawing/2014/main" id="{C79B3F5C-5D61-6572-F1D8-C90B66A9896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0">
              <a:extLst>
                <a:ext uri="{FF2B5EF4-FFF2-40B4-BE49-F238E27FC236}">
                  <a16:creationId xmlns:a16="http://schemas.microsoft.com/office/drawing/2014/main" id="{F9602165-D632-C8EC-FC07-FB4B79F11B0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1">
              <a:extLst>
                <a:ext uri="{FF2B5EF4-FFF2-40B4-BE49-F238E27FC236}">
                  <a16:creationId xmlns:a16="http://schemas.microsoft.com/office/drawing/2014/main" id="{7329EE9C-2C32-2B17-6FD8-F7B2D03F44E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2">
              <a:extLst>
                <a:ext uri="{FF2B5EF4-FFF2-40B4-BE49-F238E27FC236}">
                  <a16:creationId xmlns:a16="http://schemas.microsoft.com/office/drawing/2014/main" id="{C9415C76-F9E5-F02F-06D5-AF4160D6CED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3">
              <a:extLst>
                <a:ext uri="{FF2B5EF4-FFF2-40B4-BE49-F238E27FC236}">
                  <a16:creationId xmlns:a16="http://schemas.microsoft.com/office/drawing/2014/main" id="{9C0544CA-8F83-6C62-8D66-2787CDEA811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4">
              <a:extLst>
                <a:ext uri="{FF2B5EF4-FFF2-40B4-BE49-F238E27FC236}">
                  <a16:creationId xmlns:a16="http://schemas.microsoft.com/office/drawing/2014/main" id="{970F778C-B95D-C769-5AB6-B8DFADFE91A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5">
              <a:extLst>
                <a:ext uri="{FF2B5EF4-FFF2-40B4-BE49-F238E27FC236}">
                  <a16:creationId xmlns:a16="http://schemas.microsoft.com/office/drawing/2014/main" id="{0CC3721F-3CC7-1FC6-406C-8E0A37A1E9B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6">
              <a:extLst>
                <a:ext uri="{FF2B5EF4-FFF2-40B4-BE49-F238E27FC236}">
                  <a16:creationId xmlns:a16="http://schemas.microsoft.com/office/drawing/2014/main" id="{92BE7CB6-17B9-2604-AB39-85BAE6C0DFA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7">
              <a:extLst>
                <a:ext uri="{FF2B5EF4-FFF2-40B4-BE49-F238E27FC236}">
                  <a16:creationId xmlns:a16="http://schemas.microsoft.com/office/drawing/2014/main" id="{3744A186-0335-4AAA-29F2-4D08D40B6AD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8">
              <a:extLst>
                <a:ext uri="{FF2B5EF4-FFF2-40B4-BE49-F238E27FC236}">
                  <a16:creationId xmlns:a16="http://schemas.microsoft.com/office/drawing/2014/main" id="{6ED31120-6748-7248-297E-53807B0708A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59">
              <a:extLst>
                <a:ext uri="{FF2B5EF4-FFF2-40B4-BE49-F238E27FC236}">
                  <a16:creationId xmlns:a16="http://schemas.microsoft.com/office/drawing/2014/main" id="{28AE7B3F-F206-22FF-1D9A-3E51FF86F02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0">
              <a:extLst>
                <a:ext uri="{FF2B5EF4-FFF2-40B4-BE49-F238E27FC236}">
                  <a16:creationId xmlns:a16="http://schemas.microsoft.com/office/drawing/2014/main" id="{434E994A-DD96-ABFA-0E7E-C8A97D3B10D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1">
              <a:extLst>
                <a:ext uri="{FF2B5EF4-FFF2-40B4-BE49-F238E27FC236}">
                  <a16:creationId xmlns:a16="http://schemas.microsoft.com/office/drawing/2014/main" id="{55EB3FA0-7977-DD30-F51E-B65AF07A09D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2">
              <a:extLst>
                <a:ext uri="{FF2B5EF4-FFF2-40B4-BE49-F238E27FC236}">
                  <a16:creationId xmlns:a16="http://schemas.microsoft.com/office/drawing/2014/main" id="{16CC157A-6AA0-0483-9976-E9DA7F66B8C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3">
              <a:extLst>
                <a:ext uri="{FF2B5EF4-FFF2-40B4-BE49-F238E27FC236}">
                  <a16:creationId xmlns:a16="http://schemas.microsoft.com/office/drawing/2014/main" id="{06B276D1-80FC-89CE-090E-CDC4CEBA8AF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4">
              <a:extLst>
                <a:ext uri="{FF2B5EF4-FFF2-40B4-BE49-F238E27FC236}">
                  <a16:creationId xmlns:a16="http://schemas.microsoft.com/office/drawing/2014/main" id="{F969EBF2-B288-4792-280B-B3A5FEAE1CD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5">
              <a:extLst>
                <a:ext uri="{FF2B5EF4-FFF2-40B4-BE49-F238E27FC236}">
                  <a16:creationId xmlns:a16="http://schemas.microsoft.com/office/drawing/2014/main" id="{57FC7545-9089-893F-1DC5-FB43B0D52DF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6">
              <a:extLst>
                <a:ext uri="{FF2B5EF4-FFF2-40B4-BE49-F238E27FC236}">
                  <a16:creationId xmlns:a16="http://schemas.microsoft.com/office/drawing/2014/main" id="{48986242-29D2-83C6-FF55-0BC8D7437A5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7">
              <a:extLst>
                <a:ext uri="{FF2B5EF4-FFF2-40B4-BE49-F238E27FC236}">
                  <a16:creationId xmlns:a16="http://schemas.microsoft.com/office/drawing/2014/main" id="{A3D0BCF3-6960-6C54-DC2D-232D3BE2FCC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8">
              <a:extLst>
                <a:ext uri="{FF2B5EF4-FFF2-40B4-BE49-F238E27FC236}">
                  <a16:creationId xmlns:a16="http://schemas.microsoft.com/office/drawing/2014/main" id="{FF2B7B2C-A59D-F944-C698-25430C5C1A4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69">
              <a:extLst>
                <a:ext uri="{FF2B5EF4-FFF2-40B4-BE49-F238E27FC236}">
                  <a16:creationId xmlns:a16="http://schemas.microsoft.com/office/drawing/2014/main" id="{773FB474-E309-ED79-CD03-547384C4989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0">
              <a:extLst>
                <a:ext uri="{FF2B5EF4-FFF2-40B4-BE49-F238E27FC236}">
                  <a16:creationId xmlns:a16="http://schemas.microsoft.com/office/drawing/2014/main" id="{A4E106B2-85AD-D506-3818-E8260DF48B1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1">
              <a:extLst>
                <a:ext uri="{FF2B5EF4-FFF2-40B4-BE49-F238E27FC236}">
                  <a16:creationId xmlns:a16="http://schemas.microsoft.com/office/drawing/2014/main" id="{4C0C7985-56B8-0BA5-31F8-7409F75E44D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2">
              <a:extLst>
                <a:ext uri="{FF2B5EF4-FFF2-40B4-BE49-F238E27FC236}">
                  <a16:creationId xmlns:a16="http://schemas.microsoft.com/office/drawing/2014/main" id="{2E0050C6-ACC5-D6A6-B883-B0524D89519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3">
              <a:extLst>
                <a:ext uri="{FF2B5EF4-FFF2-40B4-BE49-F238E27FC236}">
                  <a16:creationId xmlns:a16="http://schemas.microsoft.com/office/drawing/2014/main" id="{71EBCFAE-0734-DCD8-231A-20CD0260B3C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4">
              <a:extLst>
                <a:ext uri="{FF2B5EF4-FFF2-40B4-BE49-F238E27FC236}">
                  <a16:creationId xmlns:a16="http://schemas.microsoft.com/office/drawing/2014/main" id="{29C36778-1B56-0EED-760E-AF7F9C99CAA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5">
              <a:extLst>
                <a:ext uri="{FF2B5EF4-FFF2-40B4-BE49-F238E27FC236}">
                  <a16:creationId xmlns:a16="http://schemas.microsoft.com/office/drawing/2014/main" id="{42A35521-BA50-B15E-B1D9-DF5919025F3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6">
              <a:extLst>
                <a:ext uri="{FF2B5EF4-FFF2-40B4-BE49-F238E27FC236}">
                  <a16:creationId xmlns:a16="http://schemas.microsoft.com/office/drawing/2014/main" id="{5DF1AAF4-E16B-CB7D-35DA-FECA684E3B0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7">
              <a:extLst>
                <a:ext uri="{FF2B5EF4-FFF2-40B4-BE49-F238E27FC236}">
                  <a16:creationId xmlns:a16="http://schemas.microsoft.com/office/drawing/2014/main" id="{3CDD8963-6692-43A0-D464-761CDE18B7F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8">
              <a:extLst>
                <a:ext uri="{FF2B5EF4-FFF2-40B4-BE49-F238E27FC236}">
                  <a16:creationId xmlns:a16="http://schemas.microsoft.com/office/drawing/2014/main" id="{39BBE043-6EA2-09BA-3134-620553CCB4C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79">
              <a:extLst>
                <a:ext uri="{FF2B5EF4-FFF2-40B4-BE49-F238E27FC236}">
                  <a16:creationId xmlns:a16="http://schemas.microsoft.com/office/drawing/2014/main" id="{3B3DB61C-066D-49E7-B45C-D2D4ADFA457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0">
              <a:extLst>
                <a:ext uri="{FF2B5EF4-FFF2-40B4-BE49-F238E27FC236}">
                  <a16:creationId xmlns:a16="http://schemas.microsoft.com/office/drawing/2014/main" id="{9D1E0F0E-AAC2-3B36-9FCF-1DF6C196DC4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1">
              <a:extLst>
                <a:ext uri="{FF2B5EF4-FFF2-40B4-BE49-F238E27FC236}">
                  <a16:creationId xmlns:a16="http://schemas.microsoft.com/office/drawing/2014/main" id="{4049758E-619A-D20A-4B32-AE24385A6D0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2">
              <a:extLst>
                <a:ext uri="{FF2B5EF4-FFF2-40B4-BE49-F238E27FC236}">
                  <a16:creationId xmlns:a16="http://schemas.microsoft.com/office/drawing/2014/main" id="{BB6E881F-2C51-4445-7391-D5505C0207E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3">
              <a:extLst>
                <a:ext uri="{FF2B5EF4-FFF2-40B4-BE49-F238E27FC236}">
                  <a16:creationId xmlns:a16="http://schemas.microsoft.com/office/drawing/2014/main" id="{4016A7FB-87DB-463E-93C4-1A2D4926458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4">
              <a:extLst>
                <a:ext uri="{FF2B5EF4-FFF2-40B4-BE49-F238E27FC236}">
                  <a16:creationId xmlns:a16="http://schemas.microsoft.com/office/drawing/2014/main" id="{2A3062F7-CF6F-F9F3-E80E-A957BC0C6DF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5">
              <a:extLst>
                <a:ext uri="{FF2B5EF4-FFF2-40B4-BE49-F238E27FC236}">
                  <a16:creationId xmlns:a16="http://schemas.microsoft.com/office/drawing/2014/main" id="{2E25CF1D-AAD6-C35E-CF88-25A5C9C0486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6">
              <a:extLst>
                <a:ext uri="{FF2B5EF4-FFF2-40B4-BE49-F238E27FC236}">
                  <a16:creationId xmlns:a16="http://schemas.microsoft.com/office/drawing/2014/main" id="{9DA92723-04B9-6C83-B558-1B899FEAAF4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7">
              <a:extLst>
                <a:ext uri="{FF2B5EF4-FFF2-40B4-BE49-F238E27FC236}">
                  <a16:creationId xmlns:a16="http://schemas.microsoft.com/office/drawing/2014/main" id="{96F3DB39-1216-F070-3E0D-9B273D79CA0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8">
              <a:extLst>
                <a:ext uri="{FF2B5EF4-FFF2-40B4-BE49-F238E27FC236}">
                  <a16:creationId xmlns:a16="http://schemas.microsoft.com/office/drawing/2014/main" id="{0AB2A685-1E13-BA90-0CCB-7B2444EE267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89">
              <a:extLst>
                <a:ext uri="{FF2B5EF4-FFF2-40B4-BE49-F238E27FC236}">
                  <a16:creationId xmlns:a16="http://schemas.microsoft.com/office/drawing/2014/main" id="{C27B2D61-E6A3-7F53-C910-6B72228BC4C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0">
              <a:extLst>
                <a:ext uri="{FF2B5EF4-FFF2-40B4-BE49-F238E27FC236}">
                  <a16:creationId xmlns:a16="http://schemas.microsoft.com/office/drawing/2014/main" id="{E5C78EEA-5C90-AF79-4739-C1ABA782898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1">
              <a:extLst>
                <a:ext uri="{FF2B5EF4-FFF2-40B4-BE49-F238E27FC236}">
                  <a16:creationId xmlns:a16="http://schemas.microsoft.com/office/drawing/2014/main" id="{87D47B6C-4A6C-4B14-8DA2-1E7472F2D46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2">
              <a:extLst>
                <a:ext uri="{FF2B5EF4-FFF2-40B4-BE49-F238E27FC236}">
                  <a16:creationId xmlns:a16="http://schemas.microsoft.com/office/drawing/2014/main" id="{1B67FB74-3D23-97C1-3364-9F5AEDE8852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3">
              <a:extLst>
                <a:ext uri="{FF2B5EF4-FFF2-40B4-BE49-F238E27FC236}">
                  <a16:creationId xmlns:a16="http://schemas.microsoft.com/office/drawing/2014/main" id="{5CFB3CC8-1710-86FF-8BB1-488504BB85A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4">
              <a:extLst>
                <a:ext uri="{FF2B5EF4-FFF2-40B4-BE49-F238E27FC236}">
                  <a16:creationId xmlns:a16="http://schemas.microsoft.com/office/drawing/2014/main" id="{AAC72CC8-1DEF-8A1B-E3DE-65C7E33B2A1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5">
              <a:extLst>
                <a:ext uri="{FF2B5EF4-FFF2-40B4-BE49-F238E27FC236}">
                  <a16:creationId xmlns:a16="http://schemas.microsoft.com/office/drawing/2014/main" id="{FB4BFA08-D065-6CD2-12A4-8D36DB233AF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6">
              <a:extLst>
                <a:ext uri="{FF2B5EF4-FFF2-40B4-BE49-F238E27FC236}">
                  <a16:creationId xmlns:a16="http://schemas.microsoft.com/office/drawing/2014/main" id="{95112879-B6E9-73E1-226D-6F31064FD45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7">
              <a:extLst>
                <a:ext uri="{FF2B5EF4-FFF2-40B4-BE49-F238E27FC236}">
                  <a16:creationId xmlns:a16="http://schemas.microsoft.com/office/drawing/2014/main" id="{20931572-21C3-D459-9F10-7B12E5A5A8D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8">
              <a:extLst>
                <a:ext uri="{FF2B5EF4-FFF2-40B4-BE49-F238E27FC236}">
                  <a16:creationId xmlns:a16="http://schemas.microsoft.com/office/drawing/2014/main" id="{8B1AC5AD-1389-4958-5FF3-057CCE9AA8C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699">
              <a:extLst>
                <a:ext uri="{FF2B5EF4-FFF2-40B4-BE49-F238E27FC236}">
                  <a16:creationId xmlns:a16="http://schemas.microsoft.com/office/drawing/2014/main" id="{CFA6E6A7-9595-1619-6035-19624B31EB8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0">
              <a:extLst>
                <a:ext uri="{FF2B5EF4-FFF2-40B4-BE49-F238E27FC236}">
                  <a16:creationId xmlns:a16="http://schemas.microsoft.com/office/drawing/2014/main" id="{037DA6EF-5B38-3025-CAB9-A878076F65E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1">
              <a:extLst>
                <a:ext uri="{FF2B5EF4-FFF2-40B4-BE49-F238E27FC236}">
                  <a16:creationId xmlns:a16="http://schemas.microsoft.com/office/drawing/2014/main" id="{47545E11-57BF-10F4-EAE9-8061D006E0C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2">
              <a:extLst>
                <a:ext uri="{FF2B5EF4-FFF2-40B4-BE49-F238E27FC236}">
                  <a16:creationId xmlns:a16="http://schemas.microsoft.com/office/drawing/2014/main" id="{1B06FE3F-6B36-5EA2-2F57-2D1DDE7C374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3">
              <a:extLst>
                <a:ext uri="{FF2B5EF4-FFF2-40B4-BE49-F238E27FC236}">
                  <a16:creationId xmlns:a16="http://schemas.microsoft.com/office/drawing/2014/main" id="{C52F0D49-AA7D-07BD-456F-2C0F2B00AAC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4">
              <a:extLst>
                <a:ext uri="{FF2B5EF4-FFF2-40B4-BE49-F238E27FC236}">
                  <a16:creationId xmlns:a16="http://schemas.microsoft.com/office/drawing/2014/main" id="{77D6EDE1-9B8D-A6B1-7F9A-A34A5FCF95A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5">
              <a:extLst>
                <a:ext uri="{FF2B5EF4-FFF2-40B4-BE49-F238E27FC236}">
                  <a16:creationId xmlns:a16="http://schemas.microsoft.com/office/drawing/2014/main" id="{BD49CF6A-3916-245C-EE44-9ED670902F0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6">
              <a:extLst>
                <a:ext uri="{FF2B5EF4-FFF2-40B4-BE49-F238E27FC236}">
                  <a16:creationId xmlns:a16="http://schemas.microsoft.com/office/drawing/2014/main" id="{56E1AA58-0A42-278D-7FAD-1C54CEBC12C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7">
              <a:extLst>
                <a:ext uri="{FF2B5EF4-FFF2-40B4-BE49-F238E27FC236}">
                  <a16:creationId xmlns:a16="http://schemas.microsoft.com/office/drawing/2014/main" id="{B6F4C6A0-00CF-967F-291E-A621A757BD2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8">
              <a:extLst>
                <a:ext uri="{FF2B5EF4-FFF2-40B4-BE49-F238E27FC236}">
                  <a16:creationId xmlns:a16="http://schemas.microsoft.com/office/drawing/2014/main" id="{85E6D912-7931-CE12-E14F-39A791D39D1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09">
              <a:extLst>
                <a:ext uri="{FF2B5EF4-FFF2-40B4-BE49-F238E27FC236}">
                  <a16:creationId xmlns:a16="http://schemas.microsoft.com/office/drawing/2014/main" id="{3E0AD0ED-A8D1-337B-4D14-B0977EEAD66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0">
              <a:extLst>
                <a:ext uri="{FF2B5EF4-FFF2-40B4-BE49-F238E27FC236}">
                  <a16:creationId xmlns:a16="http://schemas.microsoft.com/office/drawing/2014/main" id="{40EEA75C-581B-62E9-7A3D-CD208EA0426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1">
              <a:extLst>
                <a:ext uri="{FF2B5EF4-FFF2-40B4-BE49-F238E27FC236}">
                  <a16:creationId xmlns:a16="http://schemas.microsoft.com/office/drawing/2014/main" id="{C3B50B08-8C26-E166-ECFC-66B7B71D514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2">
              <a:extLst>
                <a:ext uri="{FF2B5EF4-FFF2-40B4-BE49-F238E27FC236}">
                  <a16:creationId xmlns:a16="http://schemas.microsoft.com/office/drawing/2014/main" id="{7F34B8AA-81C6-0569-3FE7-AC7C628F1BE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3">
              <a:extLst>
                <a:ext uri="{FF2B5EF4-FFF2-40B4-BE49-F238E27FC236}">
                  <a16:creationId xmlns:a16="http://schemas.microsoft.com/office/drawing/2014/main" id="{45385529-2B8C-9EDA-ED17-5D13374C8FF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4">
              <a:extLst>
                <a:ext uri="{FF2B5EF4-FFF2-40B4-BE49-F238E27FC236}">
                  <a16:creationId xmlns:a16="http://schemas.microsoft.com/office/drawing/2014/main" id="{74111D4F-6E4E-884D-A272-2EBF556E1C4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5">
              <a:extLst>
                <a:ext uri="{FF2B5EF4-FFF2-40B4-BE49-F238E27FC236}">
                  <a16:creationId xmlns:a16="http://schemas.microsoft.com/office/drawing/2014/main" id="{CA695666-D629-7389-CE37-584CE75EBFF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6">
              <a:extLst>
                <a:ext uri="{FF2B5EF4-FFF2-40B4-BE49-F238E27FC236}">
                  <a16:creationId xmlns:a16="http://schemas.microsoft.com/office/drawing/2014/main" id="{2D2BED6A-9411-C71F-13AB-31B26C7CF15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7">
              <a:extLst>
                <a:ext uri="{FF2B5EF4-FFF2-40B4-BE49-F238E27FC236}">
                  <a16:creationId xmlns:a16="http://schemas.microsoft.com/office/drawing/2014/main" id="{EAF7F031-1DCC-8A8E-1914-5E4554711E1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8">
              <a:extLst>
                <a:ext uri="{FF2B5EF4-FFF2-40B4-BE49-F238E27FC236}">
                  <a16:creationId xmlns:a16="http://schemas.microsoft.com/office/drawing/2014/main" id="{16AE8550-891B-E1D4-30F8-C3E7A1B9358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19">
              <a:extLst>
                <a:ext uri="{FF2B5EF4-FFF2-40B4-BE49-F238E27FC236}">
                  <a16:creationId xmlns:a16="http://schemas.microsoft.com/office/drawing/2014/main" id="{E0464551-D3BA-7468-01F7-EEA83A72025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0">
              <a:extLst>
                <a:ext uri="{FF2B5EF4-FFF2-40B4-BE49-F238E27FC236}">
                  <a16:creationId xmlns:a16="http://schemas.microsoft.com/office/drawing/2014/main" id="{313D8B77-CBE7-C36E-BF70-DBF3C8EB27A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1">
              <a:extLst>
                <a:ext uri="{FF2B5EF4-FFF2-40B4-BE49-F238E27FC236}">
                  <a16:creationId xmlns:a16="http://schemas.microsoft.com/office/drawing/2014/main" id="{F3744819-4F5B-EAD8-1B75-9CD4B9BDF97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2">
              <a:extLst>
                <a:ext uri="{FF2B5EF4-FFF2-40B4-BE49-F238E27FC236}">
                  <a16:creationId xmlns:a16="http://schemas.microsoft.com/office/drawing/2014/main" id="{41653A4F-B83E-3B77-DA4E-9C4C076FB05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3">
              <a:extLst>
                <a:ext uri="{FF2B5EF4-FFF2-40B4-BE49-F238E27FC236}">
                  <a16:creationId xmlns:a16="http://schemas.microsoft.com/office/drawing/2014/main" id="{1DAA74D5-773A-47D6-5697-169B3617F21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4">
              <a:extLst>
                <a:ext uri="{FF2B5EF4-FFF2-40B4-BE49-F238E27FC236}">
                  <a16:creationId xmlns:a16="http://schemas.microsoft.com/office/drawing/2014/main" id="{D4A92949-0C55-E92D-1001-23E84755740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5">
              <a:extLst>
                <a:ext uri="{FF2B5EF4-FFF2-40B4-BE49-F238E27FC236}">
                  <a16:creationId xmlns:a16="http://schemas.microsoft.com/office/drawing/2014/main" id="{FCBEDFFD-4525-7F96-7006-0B213FE8313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6">
              <a:extLst>
                <a:ext uri="{FF2B5EF4-FFF2-40B4-BE49-F238E27FC236}">
                  <a16:creationId xmlns:a16="http://schemas.microsoft.com/office/drawing/2014/main" id="{0A6ACB92-3A40-BBDC-D57B-E3A1CC30D7B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7">
              <a:extLst>
                <a:ext uri="{FF2B5EF4-FFF2-40B4-BE49-F238E27FC236}">
                  <a16:creationId xmlns:a16="http://schemas.microsoft.com/office/drawing/2014/main" id="{2BA40B65-CE71-4673-126F-7149A483F67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8">
              <a:extLst>
                <a:ext uri="{FF2B5EF4-FFF2-40B4-BE49-F238E27FC236}">
                  <a16:creationId xmlns:a16="http://schemas.microsoft.com/office/drawing/2014/main" id="{31F99D6C-5CA5-8E27-9E64-211BB530027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29">
              <a:extLst>
                <a:ext uri="{FF2B5EF4-FFF2-40B4-BE49-F238E27FC236}">
                  <a16:creationId xmlns:a16="http://schemas.microsoft.com/office/drawing/2014/main" id="{ED58F398-C564-E9FE-96A0-2664AB0F436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0">
              <a:extLst>
                <a:ext uri="{FF2B5EF4-FFF2-40B4-BE49-F238E27FC236}">
                  <a16:creationId xmlns:a16="http://schemas.microsoft.com/office/drawing/2014/main" id="{DDA1D275-69ED-D6C2-6D94-1FE8AD9DD39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1">
              <a:extLst>
                <a:ext uri="{FF2B5EF4-FFF2-40B4-BE49-F238E27FC236}">
                  <a16:creationId xmlns:a16="http://schemas.microsoft.com/office/drawing/2014/main" id="{C016A92C-2C47-A36B-8A42-D5A198BC438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2">
              <a:extLst>
                <a:ext uri="{FF2B5EF4-FFF2-40B4-BE49-F238E27FC236}">
                  <a16:creationId xmlns:a16="http://schemas.microsoft.com/office/drawing/2014/main" id="{42699DF9-6BA6-F6D0-79CE-F04BB65245E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3">
              <a:extLst>
                <a:ext uri="{FF2B5EF4-FFF2-40B4-BE49-F238E27FC236}">
                  <a16:creationId xmlns:a16="http://schemas.microsoft.com/office/drawing/2014/main" id="{7D66015E-8C09-7A8A-466C-D65D997175D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4">
              <a:extLst>
                <a:ext uri="{FF2B5EF4-FFF2-40B4-BE49-F238E27FC236}">
                  <a16:creationId xmlns:a16="http://schemas.microsoft.com/office/drawing/2014/main" id="{A39C88B8-5611-99DF-B6D6-69BFD195EA1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5">
              <a:extLst>
                <a:ext uri="{FF2B5EF4-FFF2-40B4-BE49-F238E27FC236}">
                  <a16:creationId xmlns:a16="http://schemas.microsoft.com/office/drawing/2014/main" id="{D0E1F538-3D6C-5A2A-9C08-4A20CCEFCE7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6">
              <a:extLst>
                <a:ext uri="{FF2B5EF4-FFF2-40B4-BE49-F238E27FC236}">
                  <a16:creationId xmlns:a16="http://schemas.microsoft.com/office/drawing/2014/main" id="{13255020-F97A-A886-9775-7B46350B709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7">
              <a:extLst>
                <a:ext uri="{FF2B5EF4-FFF2-40B4-BE49-F238E27FC236}">
                  <a16:creationId xmlns:a16="http://schemas.microsoft.com/office/drawing/2014/main" id="{9606F5A3-1E6B-2221-F791-8B3F1795E59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8">
              <a:extLst>
                <a:ext uri="{FF2B5EF4-FFF2-40B4-BE49-F238E27FC236}">
                  <a16:creationId xmlns:a16="http://schemas.microsoft.com/office/drawing/2014/main" id="{B3E6A1D6-BE50-D216-1D53-8C22CAEC5D6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39">
              <a:extLst>
                <a:ext uri="{FF2B5EF4-FFF2-40B4-BE49-F238E27FC236}">
                  <a16:creationId xmlns:a16="http://schemas.microsoft.com/office/drawing/2014/main" id="{C77730F5-4688-C88F-6059-58B2EEF7621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0">
              <a:extLst>
                <a:ext uri="{FF2B5EF4-FFF2-40B4-BE49-F238E27FC236}">
                  <a16:creationId xmlns:a16="http://schemas.microsoft.com/office/drawing/2014/main" id="{01102415-E5DD-4D87-564E-B6686CBB86B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1">
              <a:extLst>
                <a:ext uri="{FF2B5EF4-FFF2-40B4-BE49-F238E27FC236}">
                  <a16:creationId xmlns:a16="http://schemas.microsoft.com/office/drawing/2014/main" id="{F62BBC68-DFDD-779B-E043-024A3735991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2">
              <a:extLst>
                <a:ext uri="{FF2B5EF4-FFF2-40B4-BE49-F238E27FC236}">
                  <a16:creationId xmlns:a16="http://schemas.microsoft.com/office/drawing/2014/main" id="{19782A07-31A4-9388-72F7-1AA5222B394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3">
              <a:extLst>
                <a:ext uri="{FF2B5EF4-FFF2-40B4-BE49-F238E27FC236}">
                  <a16:creationId xmlns:a16="http://schemas.microsoft.com/office/drawing/2014/main" id="{207DEB8E-9541-9AAA-00C9-61600B93A83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4">
              <a:extLst>
                <a:ext uri="{FF2B5EF4-FFF2-40B4-BE49-F238E27FC236}">
                  <a16:creationId xmlns:a16="http://schemas.microsoft.com/office/drawing/2014/main" id="{8A4514EB-C1F8-E36C-DB6C-B7358B7E28E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5">
              <a:extLst>
                <a:ext uri="{FF2B5EF4-FFF2-40B4-BE49-F238E27FC236}">
                  <a16:creationId xmlns:a16="http://schemas.microsoft.com/office/drawing/2014/main" id="{19BF4051-E7CA-66F6-5C6F-D1FA5458122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6">
              <a:extLst>
                <a:ext uri="{FF2B5EF4-FFF2-40B4-BE49-F238E27FC236}">
                  <a16:creationId xmlns:a16="http://schemas.microsoft.com/office/drawing/2014/main" id="{1183E8B6-40AA-DC77-39C6-E7B34F2E0FA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7">
              <a:extLst>
                <a:ext uri="{FF2B5EF4-FFF2-40B4-BE49-F238E27FC236}">
                  <a16:creationId xmlns:a16="http://schemas.microsoft.com/office/drawing/2014/main" id="{7EC03BC6-D479-C063-0C18-34E07148408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8">
              <a:extLst>
                <a:ext uri="{FF2B5EF4-FFF2-40B4-BE49-F238E27FC236}">
                  <a16:creationId xmlns:a16="http://schemas.microsoft.com/office/drawing/2014/main" id="{2DD98BF7-AC72-ED58-AD61-2B9325F0344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49">
              <a:extLst>
                <a:ext uri="{FF2B5EF4-FFF2-40B4-BE49-F238E27FC236}">
                  <a16:creationId xmlns:a16="http://schemas.microsoft.com/office/drawing/2014/main" id="{DDA9236D-B762-1E11-4A02-D0FDCE9981F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0">
              <a:extLst>
                <a:ext uri="{FF2B5EF4-FFF2-40B4-BE49-F238E27FC236}">
                  <a16:creationId xmlns:a16="http://schemas.microsoft.com/office/drawing/2014/main" id="{4CE40029-C1A2-DF95-DC47-FDF1546BFEC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1">
              <a:extLst>
                <a:ext uri="{FF2B5EF4-FFF2-40B4-BE49-F238E27FC236}">
                  <a16:creationId xmlns:a16="http://schemas.microsoft.com/office/drawing/2014/main" id="{E62F8FC2-9E93-037C-6388-9AFDA0668A8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2">
              <a:extLst>
                <a:ext uri="{FF2B5EF4-FFF2-40B4-BE49-F238E27FC236}">
                  <a16:creationId xmlns:a16="http://schemas.microsoft.com/office/drawing/2014/main" id="{2DB83C86-53F9-E5A7-8ACC-9F640B381A0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3">
              <a:extLst>
                <a:ext uri="{FF2B5EF4-FFF2-40B4-BE49-F238E27FC236}">
                  <a16:creationId xmlns:a16="http://schemas.microsoft.com/office/drawing/2014/main" id="{AF70D331-9903-753A-0076-1A1E28DF667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4">
              <a:extLst>
                <a:ext uri="{FF2B5EF4-FFF2-40B4-BE49-F238E27FC236}">
                  <a16:creationId xmlns:a16="http://schemas.microsoft.com/office/drawing/2014/main" id="{D1C283C4-B435-D1E8-95DE-A1648D39FFC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5">
              <a:extLst>
                <a:ext uri="{FF2B5EF4-FFF2-40B4-BE49-F238E27FC236}">
                  <a16:creationId xmlns:a16="http://schemas.microsoft.com/office/drawing/2014/main" id="{B52D7D15-9FAB-E1D3-CAE5-43D86530048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6">
              <a:extLst>
                <a:ext uri="{FF2B5EF4-FFF2-40B4-BE49-F238E27FC236}">
                  <a16:creationId xmlns:a16="http://schemas.microsoft.com/office/drawing/2014/main" id="{40157793-52FC-B650-6622-6C9E40997BC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7">
              <a:extLst>
                <a:ext uri="{FF2B5EF4-FFF2-40B4-BE49-F238E27FC236}">
                  <a16:creationId xmlns:a16="http://schemas.microsoft.com/office/drawing/2014/main" id="{D95BBC9D-1445-8AB7-C327-F292EF4E3C5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8">
              <a:extLst>
                <a:ext uri="{FF2B5EF4-FFF2-40B4-BE49-F238E27FC236}">
                  <a16:creationId xmlns:a16="http://schemas.microsoft.com/office/drawing/2014/main" id="{CFE186DB-49DF-2AA9-522B-EFF3BC32E7A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59">
              <a:extLst>
                <a:ext uri="{FF2B5EF4-FFF2-40B4-BE49-F238E27FC236}">
                  <a16:creationId xmlns:a16="http://schemas.microsoft.com/office/drawing/2014/main" id="{E9908D62-F8A0-89C9-9AF5-3BDDB160070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0">
              <a:extLst>
                <a:ext uri="{FF2B5EF4-FFF2-40B4-BE49-F238E27FC236}">
                  <a16:creationId xmlns:a16="http://schemas.microsoft.com/office/drawing/2014/main" id="{C4A63C7C-D38D-90F6-936C-B7A7808EC94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1">
              <a:extLst>
                <a:ext uri="{FF2B5EF4-FFF2-40B4-BE49-F238E27FC236}">
                  <a16:creationId xmlns:a16="http://schemas.microsoft.com/office/drawing/2014/main" id="{2716BA02-D2D9-882C-5243-4E7FD98F2DD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2">
              <a:extLst>
                <a:ext uri="{FF2B5EF4-FFF2-40B4-BE49-F238E27FC236}">
                  <a16:creationId xmlns:a16="http://schemas.microsoft.com/office/drawing/2014/main" id="{58BED551-70B2-C7E6-B59D-AE3EF366877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3">
              <a:extLst>
                <a:ext uri="{FF2B5EF4-FFF2-40B4-BE49-F238E27FC236}">
                  <a16:creationId xmlns:a16="http://schemas.microsoft.com/office/drawing/2014/main" id="{F02F22A9-036A-EF24-9752-FAA97F3DE06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4">
              <a:extLst>
                <a:ext uri="{FF2B5EF4-FFF2-40B4-BE49-F238E27FC236}">
                  <a16:creationId xmlns:a16="http://schemas.microsoft.com/office/drawing/2014/main" id="{4FCD95B2-F376-91A5-AFE3-D809AB69A50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5">
              <a:extLst>
                <a:ext uri="{FF2B5EF4-FFF2-40B4-BE49-F238E27FC236}">
                  <a16:creationId xmlns:a16="http://schemas.microsoft.com/office/drawing/2014/main" id="{D6CEE61A-5B54-94BC-56D8-5BC38F41F29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6">
              <a:extLst>
                <a:ext uri="{FF2B5EF4-FFF2-40B4-BE49-F238E27FC236}">
                  <a16:creationId xmlns:a16="http://schemas.microsoft.com/office/drawing/2014/main" id="{904305C0-A791-BAD1-87F1-DEA66BF1A8C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7">
              <a:extLst>
                <a:ext uri="{FF2B5EF4-FFF2-40B4-BE49-F238E27FC236}">
                  <a16:creationId xmlns:a16="http://schemas.microsoft.com/office/drawing/2014/main" id="{F0F25C41-20B9-6AFE-F86C-7DD59B54A77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8">
              <a:extLst>
                <a:ext uri="{FF2B5EF4-FFF2-40B4-BE49-F238E27FC236}">
                  <a16:creationId xmlns:a16="http://schemas.microsoft.com/office/drawing/2014/main" id="{607B576D-4EF0-4C0B-66F4-131BD16D6EF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69">
              <a:extLst>
                <a:ext uri="{FF2B5EF4-FFF2-40B4-BE49-F238E27FC236}">
                  <a16:creationId xmlns:a16="http://schemas.microsoft.com/office/drawing/2014/main" id="{24EB086D-B788-37F8-0F53-B80A4658AF5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0">
              <a:extLst>
                <a:ext uri="{FF2B5EF4-FFF2-40B4-BE49-F238E27FC236}">
                  <a16:creationId xmlns:a16="http://schemas.microsoft.com/office/drawing/2014/main" id="{6A26CCBF-8EEE-89BB-BC24-55C7AA66507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1">
              <a:extLst>
                <a:ext uri="{FF2B5EF4-FFF2-40B4-BE49-F238E27FC236}">
                  <a16:creationId xmlns:a16="http://schemas.microsoft.com/office/drawing/2014/main" id="{2AA1CF89-980C-0FAD-D4B9-453DD75E61C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2">
              <a:extLst>
                <a:ext uri="{FF2B5EF4-FFF2-40B4-BE49-F238E27FC236}">
                  <a16:creationId xmlns:a16="http://schemas.microsoft.com/office/drawing/2014/main" id="{57C75FE9-3B1E-7046-2603-B282DA6319B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3">
              <a:extLst>
                <a:ext uri="{FF2B5EF4-FFF2-40B4-BE49-F238E27FC236}">
                  <a16:creationId xmlns:a16="http://schemas.microsoft.com/office/drawing/2014/main" id="{4781DDC7-2D1B-060A-8CEA-F43845E178B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4">
              <a:extLst>
                <a:ext uri="{FF2B5EF4-FFF2-40B4-BE49-F238E27FC236}">
                  <a16:creationId xmlns:a16="http://schemas.microsoft.com/office/drawing/2014/main" id="{B8719F37-82DE-E10D-E6EB-C56469C2A67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5">
              <a:extLst>
                <a:ext uri="{FF2B5EF4-FFF2-40B4-BE49-F238E27FC236}">
                  <a16:creationId xmlns:a16="http://schemas.microsoft.com/office/drawing/2014/main" id="{934F31B2-1517-947F-7708-CE6324D5B68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6">
              <a:extLst>
                <a:ext uri="{FF2B5EF4-FFF2-40B4-BE49-F238E27FC236}">
                  <a16:creationId xmlns:a16="http://schemas.microsoft.com/office/drawing/2014/main" id="{FF40A37D-BEF7-FD17-DEFC-A2384F801B7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7">
              <a:extLst>
                <a:ext uri="{FF2B5EF4-FFF2-40B4-BE49-F238E27FC236}">
                  <a16:creationId xmlns:a16="http://schemas.microsoft.com/office/drawing/2014/main" id="{D213EFDF-862D-4CDA-B051-4485EEE4607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8">
              <a:extLst>
                <a:ext uri="{FF2B5EF4-FFF2-40B4-BE49-F238E27FC236}">
                  <a16:creationId xmlns:a16="http://schemas.microsoft.com/office/drawing/2014/main" id="{1A330C07-B09A-4B8C-CF03-94F3CCA70B0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79">
              <a:extLst>
                <a:ext uri="{FF2B5EF4-FFF2-40B4-BE49-F238E27FC236}">
                  <a16:creationId xmlns:a16="http://schemas.microsoft.com/office/drawing/2014/main" id="{AC9BB413-27B5-7DBD-6F58-E76CF6D8E604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0">
              <a:extLst>
                <a:ext uri="{FF2B5EF4-FFF2-40B4-BE49-F238E27FC236}">
                  <a16:creationId xmlns:a16="http://schemas.microsoft.com/office/drawing/2014/main" id="{D04E7E6D-F760-059D-6504-E1C4FB35B32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1">
              <a:extLst>
                <a:ext uri="{FF2B5EF4-FFF2-40B4-BE49-F238E27FC236}">
                  <a16:creationId xmlns:a16="http://schemas.microsoft.com/office/drawing/2014/main" id="{C281330E-366F-20FB-53EC-CCDB5B91ACD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2">
              <a:extLst>
                <a:ext uri="{FF2B5EF4-FFF2-40B4-BE49-F238E27FC236}">
                  <a16:creationId xmlns:a16="http://schemas.microsoft.com/office/drawing/2014/main" id="{D618EFF4-B8A2-81A8-082C-E913737FF00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3">
              <a:extLst>
                <a:ext uri="{FF2B5EF4-FFF2-40B4-BE49-F238E27FC236}">
                  <a16:creationId xmlns:a16="http://schemas.microsoft.com/office/drawing/2014/main" id="{AC44D0FF-2199-BD8A-F5E9-1AFE34C2899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4">
              <a:extLst>
                <a:ext uri="{FF2B5EF4-FFF2-40B4-BE49-F238E27FC236}">
                  <a16:creationId xmlns:a16="http://schemas.microsoft.com/office/drawing/2014/main" id="{69D5BBB7-B142-7176-39DB-51680E2508B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5">
              <a:extLst>
                <a:ext uri="{FF2B5EF4-FFF2-40B4-BE49-F238E27FC236}">
                  <a16:creationId xmlns:a16="http://schemas.microsoft.com/office/drawing/2014/main" id="{79086BCE-D6A1-E408-71D6-099A63E876A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6">
              <a:extLst>
                <a:ext uri="{FF2B5EF4-FFF2-40B4-BE49-F238E27FC236}">
                  <a16:creationId xmlns:a16="http://schemas.microsoft.com/office/drawing/2014/main" id="{780753DB-5C43-37FF-50A8-819E90F0DE3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7">
              <a:extLst>
                <a:ext uri="{FF2B5EF4-FFF2-40B4-BE49-F238E27FC236}">
                  <a16:creationId xmlns:a16="http://schemas.microsoft.com/office/drawing/2014/main" id="{196590DD-3D08-04D8-401D-5FD1CCFFA7B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8">
              <a:extLst>
                <a:ext uri="{FF2B5EF4-FFF2-40B4-BE49-F238E27FC236}">
                  <a16:creationId xmlns:a16="http://schemas.microsoft.com/office/drawing/2014/main" id="{90E6D141-71F7-5D68-2960-D67BA0A535C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89">
              <a:extLst>
                <a:ext uri="{FF2B5EF4-FFF2-40B4-BE49-F238E27FC236}">
                  <a16:creationId xmlns:a16="http://schemas.microsoft.com/office/drawing/2014/main" id="{6646D399-B94A-5449-96E2-610DCBB7247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0">
              <a:extLst>
                <a:ext uri="{FF2B5EF4-FFF2-40B4-BE49-F238E27FC236}">
                  <a16:creationId xmlns:a16="http://schemas.microsoft.com/office/drawing/2014/main" id="{F56A49C9-4BC0-46DD-AFA9-80E3F5B3762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1">
              <a:extLst>
                <a:ext uri="{FF2B5EF4-FFF2-40B4-BE49-F238E27FC236}">
                  <a16:creationId xmlns:a16="http://schemas.microsoft.com/office/drawing/2014/main" id="{1409721E-E185-7BF9-280B-B14D0FC95F6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2">
              <a:extLst>
                <a:ext uri="{FF2B5EF4-FFF2-40B4-BE49-F238E27FC236}">
                  <a16:creationId xmlns:a16="http://schemas.microsoft.com/office/drawing/2014/main" id="{567D92D5-12D5-445C-E79F-E8C01067422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3">
              <a:extLst>
                <a:ext uri="{FF2B5EF4-FFF2-40B4-BE49-F238E27FC236}">
                  <a16:creationId xmlns:a16="http://schemas.microsoft.com/office/drawing/2014/main" id="{3AE894BC-02D5-F4CB-E581-3B1F08C6BA5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4">
              <a:extLst>
                <a:ext uri="{FF2B5EF4-FFF2-40B4-BE49-F238E27FC236}">
                  <a16:creationId xmlns:a16="http://schemas.microsoft.com/office/drawing/2014/main" id="{D26FB6D2-4DE8-3790-1137-C2F1FD89C14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5">
              <a:extLst>
                <a:ext uri="{FF2B5EF4-FFF2-40B4-BE49-F238E27FC236}">
                  <a16:creationId xmlns:a16="http://schemas.microsoft.com/office/drawing/2014/main" id="{30939CCF-B11C-F57E-0B75-4CE31C493DB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6">
              <a:extLst>
                <a:ext uri="{FF2B5EF4-FFF2-40B4-BE49-F238E27FC236}">
                  <a16:creationId xmlns:a16="http://schemas.microsoft.com/office/drawing/2014/main" id="{2DDDFE41-1020-485F-FA46-B9BF4B557FC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7">
              <a:extLst>
                <a:ext uri="{FF2B5EF4-FFF2-40B4-BE49-F238E27FC236}">
                  <a16:creationId xmlns:a16="http://schemas.microsoft.com/office/drawing/2014/main" id="{5F013A24-D59C-D8A1-C8E2-BD1F7B4151C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8">
              <a:extLst>
                <a:ext uri="{FF2B5EF4-FFF2-40B4-BE49-F238E27FC236}">
                  <a16:creationId xmlns:a16="http://schemas.microsoft.com/office/drawing/2014/main" id="{D7800D30-8EAF-FA6F-87EF-D137E8FB853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799">
              <a:extLst>
                <a:ext uri="{FF2B5EF4-FFF2-40B4-BE49-F238E27FC236}">
                  <a16:creationId xmlns:a16="http://schemas.microsoft.com/office/drawing/2014/main" id="{6C71FE05-0FE6-F9BE-37B1-73CD6A0751D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0">
              <a:extLst>
                <a:ext uri="{FF2B5EF4-FFF2-40B4-BE49-F238E27FC236}">
                  <a16:creationId xmlns:a16="http://schemas.microsoft.com/office/drawing/2014/main" id="{5E2954CA-97C3-9675-56F9-52E03AC5954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1">
              <a:extLst>
                <a:ext uri="{FF2B5EF4-FFF2-40B4-BE49-F238E27FC236}">
                  <a16:creationId xmlns:a16="http://schemas.microsoft.com/office/drawing/2014/main" id="{C398CC57-0946-70A5-4E58-32EF867AC16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2">
              <a:extLst>
                <a:ext uri="{FF2B5EF4-FFF2-40B4-BE49-F238E27FC236}">
                  <a16:creationId xmlns:a16="http://schemas.microsoft.com/office/drawing/2014/main" id="{0ED40AE3-21C4-6E42-78B6-57DFE3AC21C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3">
              <a:extLst>
                <a:ext uri="{FF2B5EF4-FFF2-40B4-BE49-F238E27FC236}">
                  <a16:creationId xmlns:a16="http://schemas.microsoft.com/office/drawing/2014/main" id="{B43BF046-45DF-9A8A-F9EA-322090A0C16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4">
              <a:extLst>
                <a:ext uri="{FF2B5EF4-FFF2-40B4-BE49-F238E27FC236}">
                  <a16:creationId xmlns:a16="http://schemas.microsoft.com/office/drawing/2014/main" id="{E1274E72-824F-38CD-40AD-19DFFD0FB67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5">
              <a:extLst>
                <a:ext uri="{FF2B5EF4-FFF2-40B4-BE49-F238E27FC236}">
                  <a16:creationId xmlns:a16="http://schemas.microsoft.com/office/drawing/2014/main" id="{6F2FAAAA-8A72-36DD-EBD0-F5774D57411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6">
              <a:extLst>
                <a:ext uri="{FF2B5EF4-FFF2-40B4-BE49-F238E27FC236}">
                  <a16:creationId xmlns:a16="http://schemas.microsoft.com/office/drawing/2014/main" id="{F8445CF6-997B-7B49-F9A4-536267B6D1D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7">
              <a:extLst>
                <a:ext uri="{FF2B5EF4-FFF2-40B4-BE49-F238E27FC236}">
                  <a16:creationId xmlns:a16="http://schemas.microsoft.com/office/drawing/2014/main" id="{02FF6E0B-C700-C24B-F910-2E4066DB6DC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8">
              <a:extLst>
                <a:ext uri="{FF2B5EF4-FFF2-40B4-BE49-F238E27FC236}">
                  <a16:creationId xmlns:a16="http://schemas.microsoft.com/office/drawing/2014/main" id="{7BBD6395-5094-3704-4418-B1DD8C5BB0A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09">
              <a:extLst>
                <a:ext uri="{FF2B5EF4-FFF2-40B4-BE49-F238E27FC236}">
                  <a16:creationId xmlns:a16="http://schemas.microsoft.com/office/drawing/2014/main" id="{C69D696C-7BE4-1E07-8709-3F5D500820A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0">
              <a:extLst>
                <a:ext uri="{FF2B5EF4-FFF2-40B4-BE49-F238E27FC236}">
                  <a16:creationId xmlns:a16="http://schemas.microsoft.com/office/drawing/2014/main" id="{4D1EAB79-27CB-CA75-6370-3F59118D3EA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1">
              <a:extLst>
                <a:ext uri="{FF2B5EF4-FFF2-40B4-BE49-F238E27FC236}">
                  <a16:creationId xmlns:a16="http://schemas.microsoft.com/office/drawing/2014/main" id="{98E9111F-735C-E5B2-45B8-96A3B3BD287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2">
              <a:extLst>
                <a:ext uri="{FF2B5EF4-FFF2-40B4-BE49-F238E27FC236}">
                  <a16:creationId xmlns:a16="http://schemas.microsoft.com/office/drawing/2014/main" id="{17DFB3F2-B0E7-4275-5100-2BD543F1693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3">
              <a:extLst>
                <a:ext uri="{FF2B5EF4-FFF2-40B4-BE49-F238E27FC236}">
                  <a16:creationId xmlns:a16="http://schemas.microsoft.com/office/drawing/2014/main" id="{DD80BEA1-E7AB-ED6D-8B8B-2EC986CD1F3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4">
              <a:extLst>
                <a:ext uri="{FF2B5EF4-FFF2-40B4-BE49-F238E27FC236}">
                  <a16:creationId xmlns:a16="http://schemas.microsoft.com/office/drawing/2014/main" id="{00E7745D-CBE3-48B8-033E-51A8B9A34FB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5">
              <a:extLst>
                <a:ext uri="{FF2B5EF4-FFF2-40B4-BE49-F238E27FC236}">
                  <a16:creationId xmlns:a16="http://schemas.microsoft.com/office/drawing/2014/main" id="{8AD814A3-FABD-F0EF-D42D-91D13138C0A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6">
              <a:extLst>
                <a:ext uri="{FF2B5EF4-FFF2-40B4-BE49-F238E27FC236}">
                  <a16:creationId xmlns:a16="http://schemas.microsoft.com/office/drawing/2014/main" id="{1EE6EF7D-CD27-4DAC-5626-D3967F681C6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7">
              <a:extLst>
                <a:ext uri="{FF2B5EF4-FFF2-40B4-BE49-F238E27FC236}">
                  <a16:creationId xmlns:a16="http://schemas.microsoft.com/office/drawing/2014/main" id="{CC9F03A1-F255-12D4-C26C-AD357825E2E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8">
              <a:extLst>
                <a:ext uri="{FF2B5EF4-FFF2-40B4-BE49-F238E27FC236}">
                  <a16:creationId xmlns:a16="http://schemas.microsoft.com/office/drawing/2014/main" id="{95E2769E-AB58-6D73-E330-65CAECB7E30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19">
              <a:extLst>
                <a:ext uri="{FF2B5EF4-FFF2-40B4-BE49-F238E27FC236}">
                  <a16:creationId xmlns:a16="http://schemas.microsoft.com/office/drawing/2014/main" id="{1F327394-AC04-0F7D-3763-B8740A9130D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0">
              <a:extLst>
                <a:ext uri="{FF2B5EF4-FFF2-40B4-BE49-F238E27FC236}">
                  <a16:creationId xmlns:a16="http://schemas.microsoft.com/office/drawing/2014/main" id="{23C04484-C87B-01B2-58BF-E3534D7100D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1">
              <a:extLst>
                <a:ext uri="{FF2B5EF4-FFF2-40B4-BE49-F238E27FC236}">
                  <a16:creationId xmlns:a16="http://schemas.microsoft.com/office/drawing/2014/main" id="{25D9E771-1394-0678-7613-D5CE12A50D9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2">
              <a:extLst>
                <a:ext uri="{FF2B5EF4-FFF2-40B4-BE49-F238E27FC236}">
                  <a16:creationId xmlns:a16="http://schemas.microsoft.com/office/drawing/2014/main" id="{C7EE6899-ECEA-50B0-EECE-26617124FF8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3">
              <a:extLst>
                <a:ext uri="{FF2B5EF4-FFF2-40B4-BE49-F238E27FC236}">
                  <a16:creationId xmlns:a16="http://schemas.microsoft.com/office/drawing/2014/main" id="{E6EE1533-6ABB-3B7A-406D-2AD822CF1664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4">
              <a:extLst>
                <a:ext uri="{FF2B5EF4-FFF2-40B4-BE49-F238E27FC236}">
                  <a16:creationId xmlns:a16="http://schemas.microsoft.com/office/drawing/2014/main" id="{A902B557-C9D4-066F-5F5F-E83913BEA2A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5">
              <a:extLst>
                <a:ext uri="{FF2B5EF4-FFF2-40B4-BE49-F238E27FC236}">
                  <a16:creationId xmlns:a16="http://schemas.microsoft.com/office/drawing/2014/main" id="{A422FD1D-4904-5DBA-6CB1-4471FCF9B59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6">
              <a:extLst>
                <a:ext uri="{FF2B5EF4-FFF2-40B4-BE49-F238E27FC236}">
                  <a16:creationId xmlns:a16="http://schemas.microsoft.com/office/drawing/2014/main" id="{D0923CE8-8F0E-8560-5C74-DBFC7DDE94E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7">
              <a:extLst>
                <a:ext uri="{FF2B5EF4-FFF2-40B4-BE49-F238E27FC236}">
                  <a16:creationId xmlns:a16="http://schemas.microsoft.com/office/drawing/2014/main" id="{FE040862-694A-8462-34DC-8CB96B5D9FB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8">
              <a:extLst>
                <a:ext uri="{FF2B5EF4-FFF2-40B4-BE49-F238E27FC236}">
                  <a16:creationId xmlns:a16="http://schemas.microsoft.com/office/drawing/2014/main" id="{3B5240F1-4584-D534-BF00-3A6A114D345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29">
              <a:extLst>
                <a:ext uri="{FF2B5EF4-FFF2-40B4-BE49-F238E27FC236}">
                  <a16:creationId xmlns:a16="http://schemas.microsoft.com/office/drawing/2014/main" id="{C7D4BE47-AC3A-E20C-3CA1-1C0F8EAB3A14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0">
              <a:extLst>
                <a:ext uri="{FF2B5EF4-FFF2-40B4-BE49-F238E27FC236}">
                  <a16:creationId xmlns:a16="http://schemas.microsoft.com/office/drawing/2014/main" id="{CF03D0EF-5248-87A1-A860-3DBDA1EB846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1">
              <a:extLst>
                <a:ext uri="{FF2B5EF4-FFF2-40B4-BE49-F238E27FC236}">
                  <a16:creationId xmlns:a16="http://schemas.microsoft.com/office/drawing/2014/main" id="{DD30946B-B3C2-C33E-3814-EF0C3579D78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2">
              <a:extLst>
                <a:ext uri="{FF2B5EF4-FFF2-40B4-BE49-F238E27FC236}">
                  <a16:creationId xmlns:a16="http://schemas.microsoft.com/office/drawing/2014/main" id="{B43F0F08-2897-A3FE-03C1-AEED5D06F28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3">
              <a:extLst>
                <a:ext uri="{FF2B5EF4-FFF2-40B4-BE49-F238E27FC236}">
                  <a16:creationId xmlns:a16="http://schemas.microsoft.com/office/drawing/2014/main" id="{B93A9AA0-DF1E-F2D8-1CA4-0098FB767CA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4">
              <a:extLst>
                <a:ext uri="{FF2B5EF4-FFF2-40B4-BE49-F238E27FC236}">
                  <a16:creationId xmlns:a16="http://schemas.microsoft.com/office/drawing/2014/main" id="{BD436EEC-8B86-1443-1095-07D052960EA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5">
              <a:extLst>
                <a:ext uri="{FF2B5EF4-FFF2-40B4-BE49-F238E27FC236}">
                  <a16:creationId xmlns:a16="http://schemas.microsoft.com/office/drawing/2014/main" id="{AB9F1DC1-0856-E93B-2038-75CC12BDBF1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6">
              <a:extLst>
                <a:ext uri="{FF2B5EF4-FFF2-40B4-BE49-F238E27FC236}">
                  <a16:creationId xmlns:a16="http://schemas.microsoft.com/office/drawing/2014/main" id="{B9A37977-878A-19C0-1211-5998751669B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7">
              <a:extLst>
                <a:ext uri="{FF2B5EF4-FFF2-40B4-BE49-F238E27FC236}">
                  <a16:creationId xmlns:a16="http://schemas.microsoft.com/office/drawing/2014/main" id="{EABD9FC4-5CF8-8B58-A807-FA9524F68A3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8">
              <a:extLst>
                <a:ext uri="{FF2B5EF4-FFF2-40B4-BE49-F238E27FC236}">
                  <a16:creationId xmlns:a16="http://schemas.microsoft.com/office/drawing/2014/main" id="{BEF015CE-4BB0-3E92-55D5-8AE6CBDEBB7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39">
              <a:extLst>
                <a:ext uri="{FF2B5EF4-FFF2-40B4-BE49-F238E27FC236}">
                  <a16:creationId xmlns:a16="http://schemas.microsoft.com/office/drawing/2014/main" id="{9C02A899-6B25-1DC0-2BCA-0D45ADF4EA4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0">
              <a:extLst>
                <a:ext uri="{FF2B5EF4-FFF2-40B4-BE49-F238E27FC236}">
                  <a16:creationId xmlns:a16="http://schemas.microsoft.com/office/drawing/2014/main" id="{73B733CE-583D-DEAD-84EC-B3A5B62EFA3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1">
              <a:extLst>
                <a:ext uri="{FF2B5EF4-FFF2-40B4-BE49-F238E27FC236}">
                  <a16:creationId xmlns:a16="http://schemas.microsoft.com/office/drawing/2014/main" id="{EF94E028-6DA8-CCD7-A965-03FF838A080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2">
              <a:extLst>
                <a:ext uri="{FF2B5EF4-FFF2-40B4-BE49-F238E27FC236}">
                  <a16:creationId xmlns:a16="http://schemas.microsoft.com/office/drawing/2014/main" id="{C05CC85B-5252-5D14-8472-E68C0BB5887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3">
              <a:extLst>
                <a:ext uri="{FF2B5EF4-FFF2-40B4-BE49-F238E27FC236}">
                  <a16:creationId xmlns:a16="http://schemas.microsoft.com/office/drawing/2014/main" id="{C61B94FF-8C9E-2503-E841-314F8984515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4">
              <a:extLst>
                <a:ext uri="{FF2B5EF4-FFF2-40B4-BE49-F238E27FC236}">
                  <a16:creationId xmlns:a16="http://schemas.microsoft.com/office/drawing/2014/main" id="{17A1E6CF-E6CD-8CEE-DF98-26072E9F8B4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5">
              <a:extLst>
                <a:ext uri="{FF2B5EF4-FFF2-40B4-BE49-F238E27FC236}">
                  <a16:creationId xmlns:a16="http://schemas.microsoft.com/office/drawing/2014/main" id="{866ACCDE-7B49-5F67-9870-21DA61D7C5D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6">
              <a:extLst>
                <a:ext uri="{FF2B5EF4-FFF2-40B4-BE49-F238E27FC236}">
                  <a16:creationId xmlns:a16="http://schemas.microsoft.com/office/drawing/2014/main" id="{D680C3C9-156D-112D-C157-D86A3D8CA78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7">
              <a:extLst>
                <a:ext uri="{FF2B5EF4-FFF2-40B4-BE49-F238E27FC236}">
                  <a16:creationId xmlns:a16="http://schemas.microsoft.com/office/drawing/2014/main" id="{E5EA45B7-7BC6-662C-CF9E-4BD975D81D0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8">
              <a:extLst>
                <a:ext uri="{FF2B5EF4-FFF2-40B4-BE49-F238E27FC236}">
                  <a16:creationId xmlns:a16="http://schemas.microsoft.com/office/drawing/2014/main" id="{13C9C1C0-26DA-3C8A-64BD-9F2D2357AA7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49">
              <a:extLst>
                <a:ext uri="{FF2B5EF4-FFF2-40B4-BE49-F238E27FC236}">
                  <a16:creationId xmlns:a16="http://schemas.microsoft.com/office/drawing/2014/main" id="{CF8C2F3D-3FC9-5724-1364-C4B48BE0D99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0">
              <a:extLst>
                <a:ext uri="{FF2B5EF4-FFF2-40B4-BE49-F238E27FC236}">
                  <a16:creationId xmlns:a16="http://schemas.microsoft.com/office/drawing/2014/main" id="{C04171FF-E7AD-895D-2003-80D6F2B9E12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1">
              <a:extLst>
                <a:ext uri="{FF2B5EF4-FFF2-40B4-BE49-F238E27FC236}">
                  <a16:creationId xmlns:a16="http://schemas.microsoft.com/office/drawing/2014/main" id="{6209760E-09ED-41B5-BB0B-BDCEC8AA38D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2">
              <a:extLst>
                <a:ext uri="{FF2B5EF4-FFF2-40B4-BE49-F238E27FC236}">
                  <a16:creationId xmlns:a16="http://schemas.microsoft.com/office/drawing/2014/main" id="{9B5C0A27-AA66-7B02-41BF-CE6CAB0F429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3">
              <a:extLst>
                <a:ext uri="{FF2B5EF4-FFF2-40B4-BE49-F238E27FC236}">
                  <a16:creationId xmlns:a16="http://schemas.microsoft.com/office/drawing/2014/main" id="{C4CF2B6C-A81A-8BAC-0D80-809C612B1C4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4">
              <a:extLst>
                <a:ext uri="{FF2B5EF4-FFF2-40B4-BE49-F238E27FC236}">
                  <a16:creationId xmlns:a16="http://schemas.microsoft.com/office/drawing/2014/main" id="{5BA45F27-8499-88D7-22BA-14AB0F16C8C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5">
              <a:extLst>
                <a:ext uri="{FF2B5EF4-FFF2-40B4-BE49-F238E27FC236}">
                  <a16:creationId xmlns:a16="http://schemas.microsoft.com/office/drawing/2014/main" id="{576E403B-E056-77AE-E584-48B1487A5A4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6">
              <a:extLst>
                <a:ext uri="{FF2B5EF4-FFF2-40B4-BE49-F238E27FC236}">
                  <a16:creationId xmlns:a16="http://schemas.microsoft.com/office/drawing/2014/main" id="{84040D19-373D-B05E-020D-C105F9EF036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7">
              <a:extLst>
                <a:ext uri="{FF2B5EF4-FFF2-40B4-BE49-F238E27FC236}">
                  <a16:creationId xmlns:a16="http://schemas.microsoft.com/office/drawing/2014/main" id="{A40A7E51-8F63-2E04-9F8C-8B94CE0C9F3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8">
              <a:extLst>
                <a:ext uri="{FF2B5EF4-FFF2-40B4-BE49-F238E27FC236}">
                  <a16:creationId xmlns:a16="http://schemas.microsoft.com/office/drawing/2014/main" id="{0F77714B-E71C-DC8E-3A4E-DFD940D1F04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59">
              <a:extLst>
                <a:ext uri="{FF2B5EF4-FFF2-40B4-BE49-F238E27FC236}">
                  <a16:creationId xmlns:a16="http://schemas.microsoft.com/office/drawing/2014/main" id="{5E057C31-9FFB-EEDA-1B0B-1DFAFDE351A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0">
              <a:extLst>
                <a:ext uri="{FF2B5EF4-FFF2-40B4-BE49-F238E27FC236}">
                  <a16:creationId xmlns:a16="http://schemas.microsoft.com/office/drawing/2014/main" id="{872304B8-A469-F978-4927-0AA7D39B4AC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1">
              <a:extLst>
                <a:ext uri="{FF2B5EF4-FFF2-40B4-BE49-F238E27FC236}">
                  <a16:creationId xmlns:a16="http://schemas.microsoft.com/office/drawing/2014/main" id="{191B1779-8128-ED24-90B5-1AAC64D1A86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2">
              <a:extLst>
                <a:ext uri="{FF2B5EF4-FFF2-40B4-BE49-F238E27FC236}">
                  <a16:creationId xmlns:a16="http://schemas.microsoft.com/office/drawing/2014/main" id="{9B8E5D9E-6DD5-9E01-A258-ED9266205ED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3">
              <a:extLst>
                <a:ext uri="{FF2B5EF4-FFF2-40B4-BE49-F238E27FC236}">
                  <a16:creationId xmlns:a16="http://schemas.microsoft.com/office/drawing/2014/main" id="{E759CA7B-5ACA-A71F-7D32-3D194B9D7E1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4">
              <a:extLst>
                <a:ext uri="{FF2B5EF4-FFF2-40B4-BE49-F238E27FC236}">
                  <a16:creationId xmlns:a16="http://schemas.microsoft.com/office/drawing/2014/main" id="{7DDAB58C-1F46-40CC-4F66-233D08B45AB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5">
              <a:extLst>
                <a:ext uri="{FF2B5EF4-FFF2-40B4-BE49-F238E27FC236}">
                  <a16:creationId xmlns:a16="http://schemas.microsoft.com/office/drawing/2014/main" id="{79F5C299-82BD-DD4C-482D-5E20F7DAC38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6">
              <a:extLst>
                <a:ext uri="{FF2B5EF4-FFF2-40B4-BE49-F238E27FC236}">
                  <a16:creationId xmlns:a16="http://schemas.microsoft.com/office/drawing/2014/main" id="{4DE6FE73-F1E8-EB87-079C-8AFE9835674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7">
              <a:extLst>
                <a:ext uri="{FF2B5EF4-FFF2-40B4-BE49-F238E27FC236}">
                  <a16:creationId xmlns:a16="http://schemas.microsoft.com/office/drawing/2014/main" id="{9C6ACC0C-0E61-A606-52C0-832ED291603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8">
              <a:extLst>
                <a:ext uri="{FF2B5EF4-FFF2-40B4-BE49-F238E27FC236}">
                  <a16:creationId xmlns:a16="http://schemas.microsoft.com/office/drawing/2014/main" id="{CA89B4AD-DE80-31DD-1F6D-72741314720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69">
              <a:extLst>
                <a:ext uri="{FF2B5EF4-FFF2-40B4-BE49-F238E27FC236}">
                  <a16:creationId xmlns:a16="http://schemas.microsoft.com/office/drawing/2014/main" id="{1DE3504B-410B-2276-3FC2-3CAAE1EA3A4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0">
              <a:extLst>
                <a:ext uri="{FF2B5EF4-FFF2-40B4-BE49-F238E27FC236}">
                  <a16:creationId xmlns:a16="http://schemas.microsoft.com/office/drawing/2014/main" id="{25045838-D664-0AAF-C0C3-A7CC18C9493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1">
              <a:extLst>
                <a:ext uri="{FF2B5EF4-FFF2-40B4-BE49-F238E27FC236}">
                  <a16:creationId xmlns:a16="http://schemas.microsoft.com/office/drawing/2014/main" id="{27BB4B73-8F31-199F-91C3-852248862E1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2">
              <a:extLst>
                <a:ext uri="{FF2B5EF4-FFF2-40B4-BE49-F238E27FC236}">
                  <a16:creationId xmlns:a16="http://schemas.microsoft.com/office/drawing/2014/main" id="{9FA50DA9-93C6-53AF-E98E-5A1709E8C9A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3">
              <a:extLst>
                <a:ext uri="{FF2B5EF4-FFF2-40B4-BE49-F238E27FC236}">
                  <a16:creationId xmlns:a16="http://schemas.microsoft.com/office/drawing/2014/main" id="{4D7760A9-C473-9D64-5D2E-D807DE4FD5A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4">
              <a:extLst>
                <a:ext uri="{FF2B5EF4-FFF2-40B4-BE49-F238E27FC236}">
                  <a16:creationId xmlns:a16="http://schemas.microsoft.com/office/drawing/2014/main" id="{8DE978E8-FDF1-15A7-04A5-6B0FD0EF3B8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5">
              <a:extLst>
                <a:ext uri="{FF2B5EF4-FFF2-40B4-BE49-F238E27FC236}">
                  <a16:creationId xmlns:a16="http://schemas.microsoft.com/office/drawing/2014/main" id="{E2FBB8C5-5C48-E750-483B-C24ADC90559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6">
              <a:extLst>
                <a:ext uri="{FF2B5EF4-FFF2-40B4-BE49-F238E27FC236}">
                  <a16:creationId xmlns:a16="http://schemas.microsoft.com/office/drawing/2014/main" id="{129227B5-E457-AC42-4577-4E0636C4D6F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7">
              <a:extLst>
                <a:ext uri="{FF2B5EF4-FFF2-40B4-BE49-F238E27FC236}">
                  <a16:creationId xmlns:a16="http://schemas.microsoft.com/office/drawing/2014/main" id="{B8F68873-3194-E3D4-4263-64375B3FA65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8">
              <a:extLst>
                <a:ext uri="{FF2B5EF4-FFF2-40B4-BE49-F238E27FC236}">
                  <a16:creationId xmlns:a16="http://schemas.microsoft.com/office/drawing/2014/main" id="{98BF349F-4D83-DFDA-72D7-0B94C353868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79">
              <a:extLst>
                <a:ext uri="{FF2B5EF4-FFF2-40B4-BE49-F238E27FC236}">
                  <a16:creationId xmlns:a16="http://schemas.microsoft.com/office/drawing/2014/main" id="{D291F26C-E595-AA1C-A771-2F35EF87A91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0">
              <a:extLst>
                <a:ext uri="{FF2B5EF4-FFF2-40B4-BE49-F238E27FC236}">
                  <a16:creationId xmlns:a16="http://schemas.microsoft.com/office/drawing/2014/main" id="{D58640AF-5FA5-B044-C035-D2BD8146181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1">
              <a:extLst>
                <a:ext uri="{FF2B5EF4-FFF2-40B4-BE49-F238E27FC236}">
                  <a16:creationId xmlns:a16="http://schemas.microsoft.com/office/drawing/2014/main" id="{B3F54380-0657-2CC8-ED60-C7E362AF150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2">
              <a:extLst>
                <a:ext uri="{FF2B5EF4-FFF2-40B4-BE49-F238E27FC236}">
                  <a16:creationId xmlns:a16="http://schemas.microsoft.com/office/drawing/2014/main" id="{B56B6F4E-3BEC-30FA-F997-2752BFD7728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3">
              <a:extLst>
                <a:ext uri="{FF2B5EF4-FFF2-40B4-BE49-F238E27FC236}">
                  <a16:creationId xmlns:a16="http://schemas.microsoft.com/office/drawing/2014/main" id="{067BAFC0-1166-4C66-EE5C-DF75D4A38AB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4">
              <a:extLst>
                <a:ext uri="{FF2B5EF4-FFF2-40B4-BE49-F238E27FC236}">
                  <a16:creationId xmlns:a16="http://schemas.microsoft.com/office/drawing/2014/main" id="{8536B47D-B662-EFB8-8132-57732D6151F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5">
              <a:extLst>
                <a:ext uri="{FF2B5EF4-FFF2-40B4-BE49-F238E27FC236}">
                  <a16:creationId xmlns:a16="http://schemas.microsoft.com/office/drawing/2014/main" id="{2E494A65-A2BF-BDEA-4B4A-FB1585F1FEB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6">
              <a:extLst>
                <a:ext uri="{FF2B5EF4-FFF2-40B4-BE49-F238E27FC236}">
                  <a16:creationId xmlns:a16="http://schemas.microsoft.com/office/drawing/2014/main" id="{084E03BD-50C5-D3CA-B756-3984147BD27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7">
              <a:extLst>
                <a:ext uri="{FF2B5EF4-FFF2-40B4-BE49-F238E27FC236}">
                  <a16:creationId xmlns:a16="http://schemas.microsoft.com/office/drawing/2014/main" id="{01F9B934-7AE2-F627-937E-FBA5DDD06F4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8">
              <a:extLst>
                <a:ext uri="{FF2B5EF4-FFF2-40B4-BE49-F238E27FC236}">
                  <a16:creationId xmlns:a16="http://schemas.microsoft.com/office/drawing/2014/main" id="{F43D6037-1F7A-D9A9-12A1-2F228D3D0D5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89">
              <a:extLst>
                <a:ext uri="{FF2B5EF4-FFF2-40B4-BE49-F238E27FC236}">
                  <a16:creationId xmlns:a16="http://schemas.microsoft.com/office/drawing/2014/main" id="{8AC328F5-C0D7-2B34-3217-2DE4B599744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0">
              <a:extLst>
                <a:ext uri="{FF2B5EF4-FFF2-40B4-BE49-F238E27FC236}">
                  <a16:creationId xmlns:a16="http://schemas.microsoft.com/office/drawing/2014/main" id="{A52DBF04-F8A5-C0DB-DDBD-24F98E075F0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1">
              <a:extLst>
                <a:ext uri="{FF2B5EF4-FFF2-40B4-BE49-F238E27FC236}">
                  <a16:creationId xmlns:a16="http://schemas.microsoft.com/office/drawing/2014/main" id="{A468F3D7-226E-F293-F5A1-148AA80C2B4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2">
              <a:extLst>
                <a:ext uri="{FF2B5EF4-FFF2-40B4-BE49-F238E27FC236}">
                  <a16:creationId xmlns:a16="http://schemas.microsoft.com/office/drawing/2014/main" id="{E98CA920-6179-D0AB-16D9-316D9619E8C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3">
              <a:extLst>
                <a:ext uri="{FF2B5EF4-FFF2-40B4-BE49-F238E27FC236}">
                  <a16:creationId xmlns:a16="http://schemas.microsoft.com/office/drawing/2014/main" id="{83F61D30-091B-EF12-EC8C-3CD83442B014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4">
              <a:extLst>
                <a:ext uri="{FF2B5EF4-FFF2-40B4-BE49-F238E27FC236}">
                  <a16:creationId xmlns:a16="http://schemas.microsoft.com/office/drawing/2014/main" id="{9F1894B0-19A8-A3A6-DD16-9E9BB9E0D3E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5">
              <a:extLst>
                <a:ext uri="{FF2B5EF4-FFF2-40B4-BE49-F238E27FC236}">
                  <a16:creationId xmlns:a16="http://schemas.microsoft.com/office/drawing/2014/main" id="{59DA86EE-FECD-7537-4074-B3891A2F2A7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6">
              <a:extLst>
                <a:ext uri="{FF2B5EF4-FFF2-40B4-BE49-F238E27FC236}">
                  <a16:creationId xmlns:a16="http://schemas.microsoft.com/office/drawing/2014/main" id="{7131A43F-7320-444F-C9F3-DF979D67FD7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7">
              <a:extLst>
                <a:ext uri="{FF2B5EF4-FFF2-40B4-BE49-F238E27FC236}">
                  <a16:creationId xmlns:a16="http://schemas.microsoft.com/office/drawing/2014/main" id="{4767A212-1508-67BC-B1CF-E0F8D2B940E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8">
              <a:extLst>
                <a:ext uri="{FF2B5EF4-FFF2-40B4-BE49-F238E27FC236}">
                  <a16:creationId xmlns:a16="http://schemas.microsoft.com/office/drawing/2014/main" id="{11441EE5-82F0-AB60-B1BF-D5CC765A165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899">
              <a:extLst>
                <a:ext uri="{FF2B5EF4-FFF2-40B4-BE49-F238E27FC236}">
                  <a16:creationId xmlns:a16="http://schemas.microsoft.com/office/drawing/2014/main" id="{AD475AAD-7B27-FF17-A5FC-619E21FB0ED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0">
              <a:extLst>
                <a:ext uri="{FF2B5EF4-FFF2-40B4-BE49-F238E27FC236}">
                  <a16:creationId xmlns:a16="http://schemas.microsoft.com/office/drawing/2014/main" id="{32E56570-0D00-DED8-E6C2-F4BC0C68644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1">
              <a:extLst>
                <a:ext uri="{FF2B5EF4-FFF2-40B4-BE49-F238E27FC236}">
                  <a16:creationId xmlns:a16="http://schemas.microsoft.com/office/drawing/2014/main" id="{A9266C63-D760-866B-BFB2-303CE91798A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2">
              <a:extLst>
                <a:ext uri="{FF2B5EF4-FFF2-40B4-BE49-F238E27FC236}">
                  <a16:creationId xmlns:a16="http://schemas.microsoft.com/office/drawing/2014/main" id="{80CE4633-F3C9-5D0D-1A41-BB8F2BF1A02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3">
              <a:extLst>
                <a:ext uri="{FF2B5EF4-FFF2-40B4-BE49-F238E27FC236}">
                  <a16:creationId xmlns:a16="http://schemas.microsoft.com/office/drawing/2014/main" id="{039FF8D7-92DF-A9E0-2777-31751C02A27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4">
              <a:extLst>
                <a:ext uri="{FF2B5EF4-FFF2-40B4-BE49-F238E27FC236}">
                  <a16:creationId xmlns:a16="http://schemas.microsoft.com/office/drawing/2014/main" id="{2F8D80C7-F06D-7A70-44CF-4384A6313B0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5">
              <a:extLst>
                <a:ext uri="{FF2B5EF4-FFF2-40B4-BE49-F238E27FC236}">
                  <a16:creationId xmlns:a16="http://schemas.microsoft.com/office/drawing/2014/main" id="{BF9873A6-D175-F912-7CFF-4DDB3FAE35C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6">
              <a:extLst>
                <a:ext uri="{FF2B5EF4-FFF2-40B4-BE49-F238E27FC236}">
                  <a16:creationId xmlns:a16="http://schemas.microsoft.com/office/drawing/2014/main" id="{8B9DFB89-1099-B435-82C6-AB285421C92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7">
              <a:extLst>
                <a:ext uri="{FF2B5EF4-FFF2-40B4-BE49-F238E27FC236}">
                  <a16:creationId xmlns:a16="http://schemas.microsoft.com/office/drawing/2014/main" id="{DF792B46-95D7-B43C-113C-FF7B2C7DC6D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8">
              <a:extLst>
                <a:ext uri="{FF2B5EF4-FFF2-40B4-BE49-F238E27FC236}">
                  <a16:creationId xmlns:a16="http://schemas.microsoft.com/office/drawing/2014/main" id="{7058FCF2-27B2-AAA4-E28E-7577A302E83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09">
              <a:extLst>
                <a:ext uri="{FF2B5EF4-FFF2-40B4-BE49-F238E27FC236}">
                  <a16:creationId xmlns:a16="http://schemas.microsoft.com/office/drawing/2014/main" id="{1E6864B3-2A97-9F7E-E96B-A7C93CE5E83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0">
              <a:extLst>
                <a:ext uri="{FF2B5EF4-FFF2-40B4-BE49-F238E27FC236}">
                  <a16:creationId xmlns:a16="http://schemas.microsoft.com/office/drawing/2014/main" id="{2B56C491-27AF-CD19-84A5-0116CDA8A06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1">
              <a:extLst>
                <a:ext uri="{FF2B5EF4-FFF2-40B4-BE49-F238E27FC236}">
                  <a16:creationId xmlns:a16="http://schemas.microsoft.com/office/drawing/2014/main" id="{4AACAB0A-4840-60AA-3A40-926831C1129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2">
              <a:extLst>
                <a:ext uri="{FF2B5EF4-FFF2-40B4-BE49-F238E27FC236}">
                  <a16:creationId xmlns:a16="http://schemas.microsoft.com/office/drawing/2014/main" id="{B4B45EEB-7663-D535-7E2F-FA19E13B3BD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3">
              <a:extLst>
                <a:ext uri="{FF2B5EF4-FFF2-40B4-BE49-F238E27FC236}">
                  <a16:creationId xmlns:a16="http://schemas.microsoft.com/office/drawing/2014/main" id="{F688FB29-3A8A-0936-D516-77EBA6A5174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4">
              <a:extLst>
                <a:ext uri="{FF2B5EF4-FFF2-40B4-BE49-F238E27FC236}">
                  <a16:creationId xmlns:a16="http://schemas.microsoft.com/office/drawing/2014/main" id="{187ED1F8-B409-3373-2F0C-8C24DE1FF1F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5">
              <a:extLst>
                <a:ext uri="{FF2B5EF4-FFF2-40B4-BE49-F238E27FC236}">
                  <a16:creationId xmlns:a16="http://schemas.microsoft.com/office/drawing/2014/main" id="{CBB091EE-AEB3-7C0F-168A-71D852CA829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6">
              <a:extLst>
                <a:ext uri="{FF2B5EF4-FFF2-40B4-BE49-F238E27FC236}">
                  <a16:creationId xmlns:a16="http://schemas.microsoft.com/office/drawing/2014/main" id="{4A87D3A5-1578-8919-630C-A5AF23A9108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7">
              <a:extLst>
                <a:ext uri="{FF2B5EF4-FFF2-40B4-BE49-F238E27FC236}">
                  <a16:creationId xmlns:a16="http://schemas.microsoft.com/office/drawing/2014/main" id="{CB71C102-6C88-A7DA-1910-287FA330EA7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8">
              <a:extLst>
                <a:ext uri="{FF2B5EF4-FFF2-40B4-BE49-F238E27FC236}">
                  <a16:creationId xmlns:a16="http://schemas.microsoft.com/office/drawing/2014/main" id="{2F343254-135A-D8D8-79DA-75FD1DF73FA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19">
              <a:extLst>
                <a:ext uri="{FF2B5EF4-FFF2-40B4-BE49-F238E27FC236}">
                  <a16:creationId xmlns:a16="http://schemas.microsoft.com/office/drawing/2014/main" id="{F4F700F2-A5B8-9241-74D9-54E22FD8085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0">
              <a:extLst>
                <a:ext uri="{FF2B5EF4-FFF2-40B4-BE49-F238E27FC236}">
                  <a16:creationId xmlns:a16="http://schemas.microsoft.com/office/drawing/2014/main" id="{6A856930-4A19-7CDE-C1E6-FC2DA0D97DE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1">
              <a:extLst>
                <a:ext uri="{FF2B5EF4-FFF2-40B4-BE49-F238E27FC236}">
                  <a16:creationId xmlns:a16="http://schemas.microsoft.com/office/drawing/2014/main" id="{8270DEBE-6096-78B0-6DB8-BCE25B374A1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2">
              <a:extLst>
                <a:ext uri="{FF2B5EF4-FFF2-40B4-BE49-F238E27FC236}">
                  <a16:creationId xmlns:a16="http://schemas.microsoft.com/office/drawing/2014/main" id="{67DF2820-06E1-C102-8158-9404663B741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3">
              <a:extLst>
                <a:ext uri="{FF2B5EF4-FFF2-40B4-BE49-F238E27FC236}">
                  <a16:creationId xmlns:a16="http://schemas.microsoft.com/office/drawing/2014/main" id="{06C3733B-B0AB-B9AB-C98C-234F35390A8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4">
              <a:extLst>
                <a:ext uri="{FF2B5EF4-FFF2-40B4-BE49-F238E27FC236}">
                  <a16:creationId xmlns:a16="http://schemas.microsoft.com/office/drawing/2014/main" id="{8FE3CE56-2C8A-1D2D-3BC1-3B80568C887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5">
              <a:extLst>
                <a:ext uri="{FF2B5EF4-FFF2-40B4-BE49-F238E27FC236}">
                  <a16:creationId xmlns:a16="http://schemas.microsoft.com/office/drawing/2014/main" id="{881A1EBC-8AC9-4F8F-D3EB-6F1F59BAE67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6">
              <a:extLst>
                <a:ext uri="{FF2B5EF4-FFF2-40B4-BE49-F238E27FC236}">
                  <a16:creationId xmlns:a16="http://schemas.microsoft.com/office/drawing/2014/main" id="{D8D36017-7C19-B525-0AE7-90CC4A85F05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7">
              <a:extLst>
                <a:ext uri="{FF2B5EF4-FFF2-40B4-BE49-F238E27FC236}">
                  <a16:creationId xmlns:a16="http://schemas.microsoft.com/office/drawing/2014/main" id="{EC95A0CB-550A-5C9A-821D-FAC3A25B971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8">
              <a:extLst>
                <a:ext uri="{FF2B5EF4-FFF2-40B4-BE49-F238E27FC236}">
                  <a16:creationId xmlns:a16="http://schemas.microsoft.com/office/drawing/2014/main" id="{D58700DE-F4F7-F2DF-6B0E-D27690CB449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29">
              <a:extLst>
                <a:ext uri="{FF2B5EF4-FFF2-40B4-BE49-F238E27FC236}">
                  <a16:creationId xmlns:a16="http://schemas.microsoft.com/office/drawing/2014/main" id="{B52A6346-F028-3E62-D919-6C8446FB4FA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0">
              <a:extLst>
                <a:ext uri="{FF2B5EF4-FFF2-40B4-BE49-F238E27FC236}">
                  <a16:creationId xmlns:a16="http://schemas.microsoft.com/office/drawing/2014/main" id="{786FFE32-32B1-B433-E3AB-94349104D1C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1">
              <a:extLst>
                <a:ext uri="{FF2B5EF4-FFF2-40B4-BE49-F238E27FC236}">
                  <a16:creationId xmlns:a16="http://schemas.microsoft.com/office/drawing/2014/main" id="{D17342A0-8137-AD0A-0E09-0F0360A1A63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2">
              <a:extLst>
                <a:ext uri="{FF2B5EF4-FFF2-40B4-BE49-F238E27FC236}">
                  <a16:creationId xmlns:a16="http://schemas.microsoft.com/office/drawing/2014/main" id="{A0E090B9-BAE2-8AA2-A04F-85BE5E5385C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3">
              <a:extLst>
                <a:ext uri="{FF2B5EF4-FFF2-40B4-BE49-F238E27FC236}">
                  <a16:creationId xmlns:a16="http://schemas.microsoft.com/office/drawing/2014/main" id="{CE61CB83-6E7A-B3FC-8AE0-21751FCC78F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4">
              <a:extLst>
                <a:ext uri="{FF2B5EF4-FFF2-40B4-BE49-F238E27FC236}">
                  <a16:creationId xmlns:a16="http://schemas.microsoft.com/office/drawing/2014/main" id="{BB709D2B-8883-CA65-8BDF-CEBF2D9E08C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5">
              <a:extLst>
                <a:ext uri="{FF2B5EF4-FFF2-40B4-BE49-F238E27FC236}">
                  <a16:creationId xmlns:a16="http://schemas.microsoft.com/office/drawing/2014/main" id="{95297DA7-657F-7088-9004-EFEDCA8543E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6">
              <a:extLst>
                <a:ext uri="{FF2B5EF4-FFF2-40B4-BE49-F238E27FC236}">
                  <a16:creationId xmlns:a16="http://schemas.microsoft.com/office/drawing/2014/main" id="{18F9B0C3-C292-4598-6250-EC402A1868A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7">
              <a:extLst>
                <a:ext uri="{FF2B5EF4-FFF2-40B4-BE49-F238E27FC236}">
                  <a16:creationId xmlns:a16="http://schemas.microsoft.com/office/drawing/2014/main" id="{7155EA8C-B967-6C2E-1A23-763E43DD38A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8">
              <a:extLst>
                <a:ext uri="{FF2B5EF4-FFF2-40B4-BE49-F238E27FC236}">
                  <a16:creationId xmlns:a16="http://schemas.microsoft.com/office/drawing/2014/main" id="{C9305EB6-A165-3BF7-810D-A325E5EAB61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39">
              <a:extLst>
                <a:ext uri="{FF2B5EF4-FFF2-40B4-BE49-F238E27FC236}">
                  <a16:creationId xmlns:a16="http://schemas.microsoft.com/office/drawing/2014/main" id="{4A2BE828-4B56-6F07-94D2-3E23C0A2CDA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0">
              <a:extLst>
                <a:ext uri="{FF2B5EF4-FFF2-40B4-BE49-F238E27FC236}">
                  <a16:creationId xmlns:a16="http://schemas.microsoft.com/office/drawing/2014/main" id="{06A85EA0-E6D7-AC69-CC5C-12D76DC70F4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1">
              <a:extLst>
                <a:ext uri="{FF2B5EF4-FFF2-40B4-BE49-F238E27FC236}">
                  <a16:creationId xmlns:a16="http://schemas.microsoft.com/office/drawing/2014/main" id="{364E6EC8-C97A-0A57-3DB7-F85BA0EC7C9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2">
              <a:extLst>
                <a:ext uri="{FF2B5EF4-FFF2-40B4-BE49-F238E27FC236}">
                  <a16:creationId xmlns:a16="http://schemas.microsoft.com/office/drawing/2014/main" id="{6B9510C7-AB16-9FFC-7EDE-CCE8E9F578A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3">
              <a:extLst>
                <a:ext uri="{FF2B5EF4-FFF2-40B4-BE49-F238E27FC236}">
                  <a16:creationId xmlns:a16="http://schemas.microsoft.com/office/drawing/2014/main" id="{5EECB7E6-3559-616F-CAD4-FB6F2F124C3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4">
              <a:extLst>
                <a:ext uri="{FF2B5EF4-FFF2-40B4-BE49-F238E27FC236}">
                  <a16:creationId xmlns:a16="http://schemas.microsoft.com/office/drawing/2014/main" id="{A074595F-6BBB-B499-4E2A-F8F4BBD11A3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5">
              <a:extLst>
                <a:ext uri="{FF2B5EF4-FFF2-40B4-BE49-F238E27FC236}">
                  <a16:creationId xmlns:a16="http://schemas.microsoft.com/office/drawing/2014/main" id="{2277563B-B8EE-E68F-C28B-CE8A993F7E6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6">
              <a:extLst>
                <a:ext uri="{FF2B5EF4-FFF2-40B4-BE49-F238E27FC236}">
                  <a16:creationId xmlns:a16="http://schemas.microsoft.com/office/drawing/2014/main" id="{9C5A86A8-C29A-9972-0403-71DA27AC765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7">
              <a:extLst>
                <a:ext uri="{FF2B5EF4-FFF2-40B4-BE49-F238E27FC236}">
                  <a16:creationId xmlns:a16="http://schemas.microsoft.com/office/drawing/2014/main" id="{76B324B8-4554-B91C-03D1-A4D9BB23DAB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8">
              <a:extLst>
                <a:ext uri="{FF2B5EF4-FFF2-40B4-BE49-F238E27FC236}">
                  <a16:creationId xmlns:a16="http://schemas.microsoft.com/office/drawing/2014/main" id="{1DABBAF3-91F0-CCE5-42B1-704793E227E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49">
              <a:extLst>
                <a:ext uri="{FF2B5EF4-FFF2-40B4-BE49-F238E27FC236}">
                  <a16:creationId xmlns:a16="http://schemas.microsoft.com/office/drawing/2014/main" id="{3FA26095-B361-D54B-A0BC-67698795914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0">
              <a:extLst>
                <a:ext uri="{FF2B5EF4-FFF2-40B4-BE49-F238E27FC236}">
                  <a16:creationId xmlns:a16="http://schemas.microsoft.com/office/drawing/2014/main" id="{130FBCCA-0535-C39D-5D48-44EF88F0B09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1">
              <a:extLst>
                <a:ext uri="{FF2B5EF4-FFF2-40B4-BE49-F238E27FC236}">
                  <a16:creationId xmlns:a16="http://schemas.microsoft.com/office/drawing/2014/main" id="{FBC1339B-0770-734C-1BC6-6BD99AB8B95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2">
              <a:extLst>
                <a:ext uri="{FF2B5EF4-FFF2-40B4-BE49-F238E27FC236}">
                  <a16:creationId xmlns:a16="http://schemas.microsoft.com/office/drawing/2014/main" id="{D4C7645A-5C12-7DBD-E284-ADCB7CC2135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3">
              <a:extLst>
                <a:ext uri="{FF2B5EF4-FFF2-40B4-BE49-F238E27FC236}">
                  <a16:creationId xmlns:a16="http://schemas.microsoft.com/office/drawing/2014/main" id="{3F770815-E93B-D34B-F006-570EFC2F69A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4">
              <a:extLst>
                <a:ext uri="{FF2B5EF4-FFF2-40B4-BE49-F238E27FC236}">
                  <a16:creationId xmlns:a16="http://schemas.microsoft.com/office/drawing/2014/main" id="{C1717C6E-72BD-96E9-932F-1A7AC7FD5B8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5">
              <a:extLst>
                <a:ext uri="{FF2B5EF4-FFF2-40B4-BE49-F238E27FC236}">
                  <a16:creationId xmlns:a16="http://schemas.microsoft.com/office/drawing/2014/main" id="{487593F5-4BCD-D2DB-D6DC-70E0C7C35F4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6">
              <a:extLst>
                <a:ext uri="{FF2B5EF4-FFF2-40B4-BE49-F238E27FC236}">
                  <a16:creationId xmlns:a16="http://schemas.microsoft.com/office/drawing/2014/main" id="{9B549556-4124-EC36-192B-99FC53F997C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7">
              <a:extLst>
                <a:ext uri="{FF2B5EF4-FFF2-40B4-BE49-F238E27FC236}">
                  <a16:creationId xmlns:a16="http://schemas.microsoft.com/office/drawing/2014/main" id="{3F187BFF-69FD-3551-C54A-9E768827576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8">
              <a:extLst>
                <a:ext uri="{FF2B5EF4-FFF2-40B4-BE49-F238E27FC236}">
                  <a16:creationId xmlns:a16="http://schemas.microsoft.com/office/drawing/2014/main" id="{709B1C15-8175-8171-4107-BD78DAC2EFC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59">
              <a:extLst>
                <a:ext uri="{FF2B5EF4-FFF2-40B4-BE49-F238E27FC236}">
                  <a16:creationId xmlns:a16="http://schemas.microsoft.com/office/drawing/2014/main" id="{FE77982A-93E2-C10B-141E-4E00ED37FEE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0">
              <a:extLst>
                <a:ext uri="{FF2B5EF4-FFF2-40B4-BE49-F238E27FC236}">
                  <a16:creationId xmlns:a16="http://schemas.microsoft.com/office/drawing/2014/main" id="{EF7BC434-B4AB-CA2D-833D-58F8E645909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1">
              <a:extLst>
                <a:ext uri="{FF2B5EF4-FFF2-40B4-BE49-F238E27FC236}">
                  <a16:creationId xmlns:a16="http://schemas.microsoft.com/office/drawing/2014/main" id="{84B04F35-00DF-FEEC-0DD6-9E425EE18C2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2">
              <a:extLst>
                <a:ext uri="{FF2B5EF4-FFF2-40B4-BE49-F238E27FC236}">
                  <a16:creationId xmlns:a16="http://schemas.microsoft.com/office/drawing/2014/main" id="{AA84FD57-B3FB-00F1-A15A-B84AC5722F3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3">
              <a:extLst>
                <a:ext uri="{FF2B5EF4-FFF2-40B4-BE49-F238E27FC236}">
                  <a16:creationId xmlns:a16="http://schemas.microsoft.com/office/drawing/2014/main" id="{A9A69F39-F351-FA13-1C71-B0DB5968CAC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4">
              <a:extLst>
                <a:ext uri="{FF2B5EF4-FFF2-40B4-BE49-F238E27FC236}">
                  <a16:creationId xmlns:a16="http://schemas.microsoft.com/office/drawing/2014/main" id="{F78DD747-2D1A-62F3-6D6E-C93EFE56C46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5">
              <a:extLst>
                <a:ext uri="{FF2B5EF4-FFF2-40B4-BE49-F238E27FC236}">
                  <a16:creationId xmlns:a16="http://schemas.microsoft.com/office/drawing/2014/main" id="{6FC0FF70-EE74-D38C-AC22-73CC468E6BA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6">
              <a:extLst>
                <a:ext uri="{FF2B5EF4-FFF2-40B4-BE49-F238E27FC236}">
                  <a16:creationId xmlns:a16="http://schemas.microsoft.com/office/drawing/2014/main" id="{AFAA7C52-2470-3A47-D8FA-C9A3777CB30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7">
              <a:extLst>
                <a:ext uri="{FF2B5EF4-FFF2-40B4-BE49-F238E27FC236}">
                  <a16:creationId xmlns:a16="http://schemas.microsoft.com/office/drawing/2014/main" id="{184A443B-5C7B-71FF-8B3B-83944FDD69D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8">
              <a:extLst>
                <a:ext uri="{FF2B5EF4-FFF2-40B4-BE49-F238E27FC236}">
                  <a16:creationId xmlns:a16="http://schemas.microsoft.com/office/drawing/2014/main" id="{5B779C7D-10C2-5500-9CF6-10667EF4BFD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69">
              <a:extLst>
                <a:ext uri="{FF2B5EF4-FFF2-40B4-BE49-F238E27FC236}">
                  <a16:creationId xmlns:a16="http://schemas.microsoft.com/office/drawing/2014/main" id="{9E79511F-CE32-0B95-64E5-E76649661B6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0">
              <a:extLst>
                <a:ext uri="{FF2B5EF4-FFF2-40B4-BE49-F238E27FC236}">
                  <a16:creationId xmlns:a16="http://schemas.microsoft.com/office/drawing/2014/main" id="{4480AB6A-64EC-866F-501B-2AF1FCDA330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1">
              <a:extLst>
                <a:ext uri="{FF2B5EF4-FFF2-40B4-BE49-F238E27FC236}">
                  <a16:creationId xmlns:a16="http://schemas.microsoft.com/office/drawing/2014/main" id="{3AA1B192-DB8B-B0ED-8892-BDCFA5BD2304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2">
              <a:extLst>
                <a:ext uri="{FF2B5EF4-FFF2-40B4-BE49-F238E27FC236}">
                  <a16:creationId xmlns:a16="http://schemas.microsoft.com/office/drawing/2014/main" id="{5C7B170E-73AB-7E8E-6DBB-B1947E72A27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3">
              <a:extLst>
                <a:ext uri="{FF2B5EF4-FFF2-40B4-BE49-F238E27FC236}">
                  <a16:creationId xmlns:a16="http://schemas.microsoft.com/office/drawing/2014/main" id="{94202EF7-095F-9E39-DE72-6BCBD1160CB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4">
              <a:extLst>
                <a:ext uri="{FF2B5EF4-FFF2-40B4-BE49-F238E27FC236}">
                  <a16:creationId xmlns:a16="http://schemas.microsoft.com/office/drawing/2014/main" id="{291B8E0C-7572-08DE-2A16-1841BA450C2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5">
              <a:extLst>
                <a:ext uri="{FF2B5EF4-FFF2-40B4-BE49-F238E27FC236}">
                  <a16:creationId xmlns:a16="http://schemas.microsoft.com/office/drawing/2014/main" id="{EBCF5465-B8AD-4B26-9817-6EA1E889531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6">
              <a:extLst>
                <a:ext uri="{FF2B5EF4-FFF2-40B4-BE49-F238E27FC236}">
                  <a16:creationId xmlns:a16="http://schemas.microsoft.com/office/drawing/2014/main" id="{4C686A47-39A1-9DD9-A8CE-1D9A7CCE16F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7">
              <a:extLst>
                <a:ext uri="{FF2B5EF4-FFF2-40B4-BE49-F238E27FC236}">
                  <a16:creationId xmlns:a16="http://schemas.microsoft.com/office/drawing/2014/main" id="{765AB238-7201-F0ED-0D5C-B57695206B4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8">
              <a:extLst>
                <a:ext uri="{FF2B5EF4-FFF2-40B4-BE49-F238E27FC236}">
                  <a16:creationId xmlns:a16="http://schemas.microsoft.com/office/drawing/2014/main" id="{E3A76F0A-1F3F-7EDA-7701-92E25229429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79">
              <a:extLst>
                <a:ext uri="{FF2B5EF4-FFF2-40B4-BE49-F238E27FC236}">
                  <a16:creationId xmlns:a16="http://schemas.microsoft.com/office/drawing/2014/main" id="{BF185825-D0CC-F67D-925F-346F2004BF1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0">
              <a:extLst>
                <a:ext uri="{FF2B5EF4-FFF2-40B4-BE49-F238E27FC236}">
                  <a16:creationId xmlns:a16="http://schemas.microsoft.com/office/drawing/2014/main" id="{E6B78D75-611D-0711-CB96-9467A95D5A0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1">
              <a:extLst>
                <a:ext uri="{FF2B5EF4-FFF2-40B4-BE49-F238E27FC236}">
                  <a16:creationId xmlns:a16="http://schemas.microsoft.com/office/drawing/2014/main" id="{6F55FAB9-3B79-B58C-5EFF-DED367E8E49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2">
              <a:extLst>
                <a:ext uri="{FF2B5EF4-FFF2-40B4-BE49-F238E27FC236}">
                  <a16:creationId xmlns:a16="http://schemas.microsoft.com/office/drawing/2014/main" id="{790075EF-55C3-9210-15B2-2055F0ACA94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3">
              <a:extLst>
                <a:ext uri="{FF2B5EF4-FFF2-40B4-BE49-F238E27FC236}">
                  <a16:creationId xmlns:a16="http://schemas.microsoft.com/office/drawing/2014/main" id="{E82EEA15-532B-BA4D-4B95-2FE07F32507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4">
              <a:extLst>
                <a:ext uri="{FF2B5EF4-FFF2-40B4-BE49-F238E27FC236}">
                  <a16:creationId xmlns:a16="http://schemas.microsoft.com/office/drawing/2014/main" id="{F7AB1186-61D4-0702-0BA0-9F2E575F590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5">
              <a:extLst>
                <a:ext uri="{FF2B5EF4-FFF2-40B4-BE49-F238E27FC236}">
                  <a16:creationId xmlns:a16="http://schemas.microsoft.com/office/drawing/2014/main" id="{33D4942A-97D5-1E2E-0EF4-EE944EB4877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6">
              <a:extLst>
                <a:ext uri="{FF2B5EF4-FFF2-40B4-BE49-F238E27FC236}">
                  <a16:creationId xmlns:a16="http://schemas.microsoft.com/office/drawing/2014/main" id="{B622695E-2636-A6AF-9A9E-57F6B8331C1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7">
              <a:extLst>
                <a:ext uri="{FF2B5EF4-FFF2-40B4-BE49-F238E27FC236}">
                  <a16:creationId xmlns:a16="http://schemas.microsoft.com/office/drawing/2014/main" id="{CD465C09-F706-4091-1DB7-7FB3D0B49DE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8">
              <a:extLst>
                <a:ext uri="{FF2B5EF4-FFF2-40B4-BE49-F238E27FC236}">
                  <a16:creationId xmlns:a16="http://schemas.microsoft.com/office/drawing/2014/main" id="{E20EDE20-6373-8E17-E4A9-71EC9839820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89">
              <a:extLst>
                <a:ext uri="{FF2B5EF4-FFF2-40B4-BE49-F238E27FC236}">
                  <a16:creationId xmlns:a16="http://schemas.microsoft.com/office/drawing/2014/main" id="{4E17D6F1-8E92-BD81-7A7B-59E1ED64B2B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0">
              <a:extLst>
                <a:ext uri="{FF2B5EF4-FFF2-40B4-BE49-F238E27FC236}">
                  <a16:creationId xmlns:a16="http://schemas.microsoft.com/office/drawing/2014/main" id="{53B2C05F-6F0A-2103-2A1D-8747D839ACC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1">
              <a:extLst>
                <a:ext uri="{FF2B5EF4-FFF2-40B4-BE49-F238E27FC236}">
                  <a16:creationId xmlns:a16="http://schemas.microsoft.com/office/drawing/2014/main" id="{7C392ADE-97D3-7CA5-50D9-0E9152C7B6D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2">
              <a:extLst>
                <a:ext uri="{FF2B5EF4-FFF2-40B4-BE49-F238E27FC236}">
                  <a16:creationId xmlns:a16="http://schemas.microsoft.com/office/drawing/2014/main" id="{8F0C01BB-FC2A-7252-D2B4-B7C35E164C1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3">
              <a:extLst>
                <a:ext uri="{FF2B5EF4-FFF2-40B4-BE49-F238E27FC236}">
                  <a16:creationId xmlns:a16="http://schemas.microsoft.com/office/drawing/2014/main" id="{4D35E47F-E3F3-9FA5-0AAC-D2F38F22F76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4">
              <a:extLst>
                <a:ext uri="{FF2B5EF4-FFF2-40B4-BE49-F238E27FC236}">
                  <a16:creationId xmlns:a16="http://schemas.microsoft.com/office/drawing/2014/main" id="{4FAAD67B-9C26-685E-9125-C337FCB44059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5">
              <a:extLst>
                <a:ext uri="{FF2B5EF4-FFF2-40B4-BE49-F238E27FC236}">
                  <a16:creationId xmlns:a16="http://schemas.microsoft.com/office/drawing/2014/main" id="{76F103C3-4D7A-D53F-E1FB-46EA4F5DB9D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6">
              <a:extLst>
                <a:ext uri="{FF2B5EF4-FFF2-40B4-BE49-F238E27FC236}">
                  <a16:creationId xmlns:a16="http://schemas.microsoft.com/office/drawing/2014/main" id="{4042425D-4C79-C93C-2E79-37D832A5242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7">
              <a:extLst>
                <a:ext uri="{FF2B5EF4-FFF2-40B4-BE49-F238E27FC236}">
                  <a16:creationId xmlns:a16="http://schemas.microsoft.com/office/drawing/2014/main" id="{604F62B8-3C7B-4268-872F-33451CCF9F1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8">
              <a:extLst>
                <a:ext uri="{FF2B5EF4-FFF2-40B4-BE49-F238E27FC236}">
                  <a16:creationId xmlns:a16="http://schemas.microsoft.com/office/drawing/2014/main" id="{2C99D5C8-48FB-BFE6-82BB-C4BEE609C36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9999">
              <a:extLst>
                <a:ext uri="{FF2B5EF4-FFF2-40B4-BE49-F238E27FC236}">
                  <a16:creationId xmlns:a16="http://schemas.microsoft.com/office/drawing/2014/main" id="{3565EC6D-7792-8223-3076-8D8B899BA1F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0">
              <a:extLst>
                <a:ext uri="{FF2B5EF4-FFF2-40B4-BE49-F238E27FC236}">
                  <a16:creationId xmlns:a16="http://schemas.microsoft.com/office/drawing/2014/main" id="{AEE1F7F3-74F8-6C1B-B60A-CB43A6AFB31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1">
              <a:extLst>
                <a:ext uri="{FF2B5EF4-FFF2-40B4-BE49-F238E27FC236}">
                  <a16:creationId xmlns:a16="http://schemas.microsoft.com/office/drawing/2014/main" id="{F9E203BB-1148-9266-FE9B-B99BC31DDCC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2">
              <a:extLst>
                <a:ext uri="{FF2B5EF4-FFF2-40B4-BE49-F238E27FC236}">
                  <a16:creationId xmlns:a16="http://schemas.microsoft.com/office/drawing/2014/main" id="{0B66DA01-91C3-3433-EBEE-C063313F2F0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3">
              <a:extLst>
                <a:ext uri="{FF2B5EF4-FFF2-40B4-BE49-F238E27FC236}">
                  <a16:creationId xmlns:a16="http://schemas.microsoft.com/office/drawing/2014/main" id="{5C0EF10B-746D-CA9D-F872-FC58949D15D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4">
              <a:extLst>
                <a:ext uri="{FF2B5EF4-FFF2-40B4-BE49-F238E27FC236}">
                  <a16:creationId xmlns:a16="http://schemas.microsoft.com/office/drawing/2014/main" id="{2121714E-4995-F480-1B32-74F38FF0B57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5">
              <a:extLst>
                <a:ext uri="{FF2B5EF4-FFF2-40B4-BE49-F238E27FC236}">
                  <a16:creationId xmlns:a16="http://schemas.microsoft.com/office/drawing/2014/main" id="{D2269CD9-80D6-2CB1-EF26-E1EC6B4B3E1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6">
              <a:extLst>
                <a:ext uri="{FF2B5EF4-FFF2-40B4-BE49-F238E27FC236}">
                  <a16:creationId xmlns:a16="http://schemas.microsoft.com/office/drawing/2014/main" id="{9DD36AE6-8515-0B2C-5B85-8171B8DB998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7">
              <a:extLst>
                <a:ext uri="{FF2B5EF4-FFF2-40B4-BE49-F238E27FC236}">
                  <a16:creationId xmlns:a16="http://schemas.microsoft.com/office/drawing/2014/main" id="{EBF4F120-C1F6-4A54-0ABD-233EC8587DFB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8">
              <a:extLst>
                <a:ext uri="{FF2B5EF4-FFF2-40B4-BE49-F238E27FC236}">
                  <a16:creationId xmlns:a16="http://schemas.microsoft.com/office/drawing/2014/main" id="{C2718ED2-28B3-0822-117C-CFAFBBFAF22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09">
              <a:extLst>
                <a:ext uri="{FF2B5EF4-FFF2-40B4-BE49-F238E27FC236}">
                  <a16:creationId xmlns:a16="http://schemas.microsoft.com/office/drawing/2014/main" id="{2F95591E-2341-27F1-31C9-E88C24FAF5D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0">
              <a:extLst>
                <a:ext uri="{FF2B5EF4-FFF2-40B4-BE49-F238E27FC236}">
                  <a16:creationId xmlns:a16="http://schemas.microsoft.com/office/drawing/2014/main" id="{A49FB447-4945-C41D-3F21-AA834611801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1">
              <a:extLst>
                <a:ext uri="{FF2B5EF4-FFF2-40B4-BE49-F238E27FC236}">
                  <a16:creationId xmlns:a16="http://schemas.microsoft.com/office/drawing/2014/main" id="{95222D05-63C2-AD2A-A433-50556C56AF4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2">
              <a:extLst>
                <a:ext uri="{FF2B5EF4-FFF2-40B4-BE49-F238E27FC236}">
                  <a16:creationId xmlns:a16="http://schemas.microsoft.com/office/drawing/2014/main" id="{FB64FAE2-A067-6659-E46E-CC9803F5FB0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3">
              <a:extLst>
                <a:ext uri="{FF2B5EF4-FFF2-40B4-BE49-F238E27FC236}">
                  <a16:creationId xmlns:a16="http://schemas.microsoft.com/office/drawing/2014/main" id="{0C22E64E-05AB-7455-7754-DF65D0C3148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4">
              <a:extLst>
                <a:ext uri="{FF2B5EF4-FFF2-40B4-BE49-F238E27FC236}">
                  <a16:creationId xmlns:a16="http://schemas.microsoft.com/office/drawing/2014/main" id="{D46B5496-CB3E-1172-0BB9-A33799A81D2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5">
              <a:extLst>
                <a:ext uri="{FF2B5EF4-FFF2-40B4-BE49-F238E27FC236}">
                  <a16:creationId xmlns:a16="http://schemas.microsoft.com/office/drawing/2014/main" id="{279D7C0D-15B5-CA88-86BA-D562E2504D7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6">
              <a:extLst>
                <a:ext uri="{FF2B5EF4-FFF2-40B4-BE49-F238E27FC236}">
                  <a16:creationId xmlns:a16="http://schemas.microsoft.com/office/drawing/2014/main" id="{4DB2C0D9-50DF-2596-D2C9-559BB853F2A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7">
              <a:extLst>
                <a:ext uri="{FF2B5EF4-FFF2-40B4-BE49-F238E27FC236}">
                  <a16:creationId xmlns:a16="http://schemas.microsoft.com/office/drawing/2014/main" id="{A7DC267E-0F1A-5B4C-B7B7-A5410150F99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8">
              <a:extLst>
                <a:ext uri="{FF2B5EF4-FFF2-40B4-BE49-F238E27FC236}">
                  <a16:creationId xmlns:a16="http://schemas.microsoft.com/office/drawing/2014/main" id="{20BDB754-2845-D023-32A0-BC5B7C6C594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19">
              <a:extLst>
                <a:ext uri="{FF2B5EF4-FFF2-40B4-BE49-F238E27FC236}">
                  <a16:creationId xmlns:a16="http://schemas.microsoft.com/office/drawing/2014/main" id="{C6131F10-C740-3E94-BB8F-4737263C1FD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0">
              <a:extLst>
                <a:ext uri="{FF2B5EF4-FFF2-40B4-BE49-F238E27FC236}">
                  <a16:creationId xmlns:a16="http://schemas.microsoft.com/office/drawing/2014/main" id="{6729F661-FAA8-AD05-E8BB-C1252806DB7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1">
              <a:extLst>
                <a:ext uri="{FF2B5EF4-FFF2-40B4-BE49-F238E27FC236}">
                  <a16:creationId xmlns:a16="http://schemas.microsoft.com/office/drawing/2014/main" id="{16FB37A1-B712-DAA1-B04A-C3BA63839AD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2">
              <a:extLst>
                <a:ext uri="{FF2B5EF4-FFF2-40B4-BE49-F238E27FC236}">
                  <a16:creationId xmlns:a16="http://schemas.microsoft.com/office/drawing/2014/main" id="{AC4CA603-933A-6FFE-F1CB-CAB86C73D77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3">
              <a:extLst>
                <a:ext uri="{FF2B5EF4-FFF2-40B4-BE49-F238E27FC236}">
                  <a16:creationId xmlns:a16="http://schemas.microsoft.com/office/drawing/2014/main" id="{86CADC4F-841D-04A3-7704-FC21F2E7A72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4">
              <a:extLst>
                <a:ext uri="{FF2B5EF4-FFF2-40B4-BE49-F238E27FC236}">
                  <a16:creationId xmlns:a16="http://schemas.microsoft.com/office/drawing/2014/main" id="{3A38A292-5225-0095-3BD1-616E8586136A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5">
              <a:extLst>
                <a:ext uri="{FF2B5EF4-FFF2-40B4-BE49-F238E27FC236}">
                  <a16:creationId xmlns:a16="http://schemas.microsoft.com/office/drawing/2014/main" id="{7E2C2383-E840-A5B2-1EC3-429D6EF5D92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6">
              <a:extLst>
                <a:ext uri="{FF2B5EF4-FFF2-40B4-BE49-F238E27FC236}">
                  <a16:creationId xmlns:a16="http://schemas.microsoft.com/office/drawing/2014/main" id="{924F17D7-4AF4-3E04-98DE-015F67600D0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7">
              <a:extLst>
                <a:ext uri="{FF2B5EF4-FFF2-40B4-BE49-F238E27FC236}">
                  <a16:creationId xmlns:a16="http://schemas.microsoft.com/office/drawing/2014/main" id="{47ABFE3B-B9D6-0BC4-DE6C-9618C55228E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8">
              <a:extLst>
                <a:ext uri="{FF2B5EF4-FFF2-40B4-BE49-F238E27FC236}">
                  <a16:creationId xmlns:a16="http://schemas.microsoft.com/office/drawing/2014/main" id="{7FA8338A-E1FE-543D-8BBD-58E46A6E9D2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29">
              <a:extLst>
                <a:ext uri="{FF2B5EF4-FFF2-40B4-BE49-F238E27FC236}">
                  <a16:creationId xmlns:a16="http://schemas.microsoft.com/office/drawing/2014/main" id="{469984D0-155E-290F-FDD2-B5C76A5A612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0">
              <a:extLst>
                <a:ext uri="{FF2B5EF4-FFF2-40B4-BE49-F238E27FC236}">
                  <a16:creationId xmlns:a16="http://schemas.microsoft.com/office/drawing/2014/main" id="{CD1955E6-BFB7-F930-7687-DC7801BD9AB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1">
              <a:extLst>
                <a:ext uri="{FF2B5EF4-FFF2-40B4-BE49-F238E27FC236}">
                  <a16:creationId xmlns:a16="http://schemas.microsoft.com/office/drawing/2014/main" id="{1CF64ACA-45BF-9445-60DD-0E90743AE4A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2">
              <a:extLst>
                <a:ext uri="{FF2B5EF4-FFF2-40B4-BE49-F238E27FC236}">
                  <a16:creationId xmlns:a16="http://schemas.microsoft.com/office/drawing/2014/main" id="{D7DCBD63-8F7B-72C5-709D-277BDFD6B3D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3">
              <a:extLst>
                <a:ext uri="{FF2B5EF4-FFF2-40B4-BE49-F238E27FC236}">
                  <a16:creationId xmlns:a16="http://schemas.microsoft.com/office/drawing/2014/main" id="{CAD77CA9-D3B3-D602-73CC-967917DEED3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4">
              <a:extLst>
                <a:ext uri="{FF2B5EF4-FFF2-40B4-BE49-F238E27FC236}">
                  <a16:creationId xmlns:a16="http://schemas.microsoft.com/office/drawing/2014/main" id="{D114B71E-2DC6-82DA-A253-507B9884F80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5">
              <a:extLst>
                <a:ext uri="{FF2B5EF4-FFF2-40B4-BE49-F238E27FC236}">
                  <a16:creationId xmlns:a16="http://schemas.microsoft.com/office/drawing/2014/main" id="{51A50802-D62E-4794-F446-1D228A2D079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6">
              <a:extLst>
                <a:ext uri="{FF2B5EF4-FFF2-40B4-BE49-F238E27FC236}">
                  <a16:creationId xmlns:a16="http://schemas.microsoft.com/office/drawing/2014/main" id="{9E98A907-4ADB-6A3F-ED40-33184E0EFE8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7">
              <a:extLst>
                <a:ext uri="{FF2B5EF4-FFF2-40B4-BE49-F238E27FC236}">
                  <a16:creationId xmlns:a16="http://schemas.microsoft.com/office/drawing/2014/main" id="{416791A1-1D54-351A-EA6F-48DB9608D5E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8">
              <a:extLst>
                <a:ext uri="{FF2B5EF4-FFF2-40B4-BE49-F238E27FC236}">
                  <a16:creationId xmlns:a16="http://schemas.microsoft.com/office/drawing/2014/main" id="{0CC9DD5C-0E00-A650-837A-AD5B65CF3CD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39">
              <a:extLst>
                <a:ext uri="{FF2B5EF4-FFF2-40B4-BE49-F238E27FC236}">
                  <a16:creationId xmlns:a16="http://schemas.microsoft.com/office/drawing/2014/main" id="{F1136ED7-FFEE-6AF1-EFF6-E3734C45F731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0">
              <a:extLst>
                <a:ext uri="{FF2B5EF4-FFF2-40B4-BE49-F238E27FC236}">
                  <a16:creationId xmlns:a16="http://schemas.microsoft.com/office/drawing/2014/main" id="{A3215543-12C0-8442-92A0-6E540A2921A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1">
              <a:extLst>
                <a:ext uri="{FF2B5EF4-FFF2-40B4-BE49-F238E27FC236}">
                  <a16:creationId xmlns:a16="http://schemas.microsoft.com/office/drawing/2014/main" id="{93512CC6-7165-6874-1CE9-ECD61B2C6D4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2">
              <a:extLst>
                <a:ext uri="{FF2B5EF4-FFF2-40B4-BE49-F238E27FC236}">
                  <a16:creationId xmlns:a16="http://schemas.microsoft.com/office/drawing/2014/main" id="{7287EEFA-6441-2A5C-055E-428DB27486B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3">
              <a:extLst>
                <a:ext uri="{FF2B5EF4-FFF2-40B4-BE49-F238E27FC236}">
                  <a16:creationId xmlns:a16="http://schemas.microsoft.com/office/drawing/2014/main" id="{55ADE027-130B-473A-B56B-A3E19CC9869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4">
              <a:extLst>
                <a:ext uri="{FF2B5EF4-FFF2-40B4-BE49-F238E27FC236}">
                  <a16:creationId xmlns:a16="http://schemas.microsoft.com/office/drawing/2014/main" id="{545C6F96-9751-D08B-EFE0-ED5AE2CD99F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5">
              <a:extLst>
                <a:ext uri="{FF2B5EF4-FFF2-40B4-BE49-F238E27FC236}">
                  <a16:creationId xmlns:a16="http://schemas.microsoft.com/office/drawing/2014/main" id="{1494C304-3E52-CDD2-AC90-F149B7124EB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6">
              <a:extLst>
                <a:ext uri="{FF2B5EF4-FFF2-40B4-BE49-F238E27FC236}">
                  <a16:creationId xmlns:a16="http://schemas.microsoft.com/office/drawing/2014/main" id="{18B0E343-BCE5-352B-243A-531C800FF5AF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7">
              <a:extLst>
                <a:ext uri="{FF2B5EF4-FFF2-40B4-BE49-F238E27FC236}">
                  <a16:creationId xmlns:a16="http://schemas.microsoft.com/office/drawing/2014/main" id="{58F55970-D108-B0C2-A7A7-CCD277EA860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8">
              <a:extLst>
                <a:ext uri="{FF2B5EF4-FFF2-40B4-BE49-F238E27FC236}">
                  <a16:creationId xmlns:a16="http://schemas.microsoft.com/office/drawing/2014/main" id="{CFE7EFF5-D30C-FE77-07A1-77012396812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49">
              <a:extLst>
                <a:ext uri="{FF2B5EF4-FFF2-40B4-BE49-F238E27FC236}">
                  <a16:creationId xmlns:a16="http://schemas.microsoft.com/office/drawing/2014/main" id="{39E7D2CE-A81A-5E2C-FC06-AB2C38A612AD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0">
              <a:extLst>
                <a:ext uri="{FF2B5EF4-FFF2-40B4-BE49-F238E27FC236}">
                  <a16:creationId xmlns:a16="http://schemas.microsoft.com/office/drawing/2014/main" id="{A68CA8A0-7C19-E069-C67B-33819BF496B5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1">
              <a:extLst>
                <a:ext uri="{FF2B5EF4-FFF2-40B4-BE49-F238E27FC236}">
                  <a16:creationId xmlns:a16="http://schemas.microsoft.com/office/drawing/2014/main" id="{08A1106C-FC4E-7BD1-0874-09FA619B2E8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2">
              <a:extLst>
                <a:ext uri="{FF2B5EF4-FFF2-40B4-BE49-F238E27FC236}">
                  <a16:creationId xmlns:a16="http://schemas.microsoft.com/office/drawing/2014/main" id="{6C86CF77-B935-AEFB-9DEE-0F74DB94EF9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3">
              <a:extLst>
                <a:ext uri="{FF2B5EF4-FFF2-40B4-BE49-F238E27FC236}">
                  <a16:creationId xmlns:a16="http://schemas.microsoft.com/office/drawing/2014/main" id="{4AD281BC-72D7-834A-7F96-C759132F8AE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4">
              <a:extLst>
                <a:ext uri="{FF2B5EF4-FFF2-40B4-BE49-F238E27FC236}">
                  <a16:creationId xmlns:a16="http://schemas.microsoft.com/office/drawing/2014/main" id="{C353C7A3-CE91-49F1-6256-197AA66649D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5">
              <a:extLst>
                <a:ext uri="{FF2B5EF4-FFF2-40B4-BE49-F238E27FC236}">
                  <a16:creationId xmlns:a16="http://schemas.microsoft.com/office/drawing/2014/main" id="{A95DFAF7-19A3-C840-A70C-5A81CBB6109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6">
              <a:extLst>
                <a:ext uri="{FF2B5EF4-FFF2-40B4-BE49-F238E27FC236}">
                  <a16:creationId xmlns:a16="http://schemas.microsoft.com/office/drawing/2014/main" id="{46C3AE3C-0A12-FA19-3896-1550E4EFD7A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7">
              <a:extLst>
                <a:ext uri="{FF2B5EF4-FFF2-40B4-BE49-F238E27FC236}">
                  <a16:creationId xmlns:a16="http://schemas.microsoft.com/office/drawing/2014/main" id="{BE9325E8-3D5F-1E14-640D-C9598163627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8">
              <a:extLst>
                <a:ext uri="{FF2B5EF4-FFF2-40B4-BE49-F238E27FC236}">
                  <a16:creationId xmlns:a16="http://schemas.microsoft.com/office/drawing/2014/main" id="{F6149346-E0E3-6FF2-C6F7-C9A9C236D64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59">
              <a:extLst>
                <a:ext uri="{FF2B5EF4-FFF2-40B4-BE49-F238E27FC236}">
                  <a16:creationId xmlns:a16="http://schemas.microsoft.com/office/drawing/2014/main" id="{DBE766D8-EF1A-560F-BC51-FC4DCC17470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0">
              <a:extLst>
                <a:ext uri="{FF2B5EF4-FFF2-40B4-BE49-F238E27FC236}">
                  <a16:creationId xmlns:a16="http://schemas.microsoft.com/office/drawing/2014/main" id="{544A5234-A15E-AA0D-D85A-ABBC459FD2CD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1">
              <a:extLst>
                <a:ext uri="{FF2B5EF4-FFF2-40B4-BE49-F238E27FC236}">
                  <a16:creationId xmlns:a16="http://schemas.microsoft.com/office/drawing/2014/main" id="{CB991C81-9973-420C-9294-DCDD019E690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2">
              <a:extLst>
                <a:ext uri="{FF2B5EF4-FFF2-40B4-BE49-F238E27FC236}">
                  <a16:creationId xmlns:a16="http://schemas.microsoft.com/office/drawing/2014/main" id="{1413BF9A-29E3-1992-4BC3-52C5CE83D62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3">
              <a:extLst>
                <a:ext uri="{FF2B5EF4-FFF2-40B4-BE49-F238E27FC236}">
                  <a16:creationId xmlns:a16="http://schemas.microsoft.com/office/drawing/2014/main" id="{41DE2EE6-AFC0-0744-578D-6E9DBB036293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4">
              <a:extLst>
                <a:ext uri="{FF2B5EF4-FFF2-40B4-BE49-F238E27FC236}">
                  <a16:creationId xmlns:a16="http://schemas.microsoft.com/office/drawing/2014/main" id="{87742967-6D12-BB91-7CE2-89DD5F79DFF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5">
              <a:extLst>
                <a:ext uri="{FF2B5EF4-FFF2-40B4-BE49-F238E27FC236}">
                  <a16:creationId xmlns:a16="http://schemas.microsoft.com/office/drawing/2014/main" id="{89F182D4-B5C7-B031-E37F-5F675F654FC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6">
              <a:extLst>
                <a:ext uri="{FF2B5EF4-FFF2-40B4-BE49-F238E27FC236}">
                  <a16:creationId xmlns:a16="http://schemas.microsoft.com/office/drawing/2014/main" id="{69454519-1817-2667-9AC6-90FD888A371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7">
              <a:extLst>
                <a:ext uri="{FF2B5EF4-FFF2-40B4-BE49-F238E27FC236}">
                  <a16:creationId xmlns:a16="http://schemas.microsoft.com/office/drawing/2014/main" id="{73328B96-D818-14D6-72A1-92F687F76F9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8">
              <a:extLst>
                <a:ext uri="{FF2B5EF4-FFF2-40B4-BE49-F238E27FC236}">
                  <a16:creationId xmlns:a16="http://schemas.microsoft.com/office/drawing/2014/main" id="{1E64468A-05AD-F0B5-EF66-E31CA5ADA132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69">
              <a:extLst>
                <a:ext uri="{FF2B5EF4-FFF2-40B4-BE49-F238E27FC236}">
                  <a16:creationId xmlns:a16="http://schemas.microsoft.com/office/drawing/2014/main" id="{3DE457C1-E1A8-2DE7-D63A-90F31A363BF7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0">
              <a:extLst>
                <a:ext uri="{FF2B5EF4-FFF2-40B4-BE49-F238E27FC236}">
                  <a16:creationId xmlns:a16="http://schemas.microsoft.com/office/drawing/2014/main" id="{03496346-FCAD-F2E2-45C6-5F2CEEEEB74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1">
              <a:extLst>
                <a:ext uri="{FF2B5EF4-FFF2-40B4-BE49-F238E27FC236}">
                  <a16:creationId xmlns:a16="http://schemas.microsoft.com/office/drawing/2014/main" id="{8CE3329A-60A5-B346-C651-F6F54304FA9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2">
              <a:extLst>
                <a:ext uri="{FF2B5EF4-FFF2-40B4-BE49-F238E27FC236}">
                  <a16:creationId xmlns:a16="http://schemas.microsoft.com/office/drawing/2014/main" id="{D9656E11-E2B5-69C9-61B7-05DF98C9860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3">
              <a:extLst>
                <a:ext uri="{FF2B5EF4-FFF2-40B4-BE49-F238E27FC236}">
                  <a16:creationId xmlns:a16="http://schemas.microsoft.com/office/drawing/2014/main" id="{476E55B3-BD9B-930C-E247-F5409FA257C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4">
              <a:extLst>
                <a:ext uri="{FF2B5EF4-FFF2-40B4-BE49-F238E27FC236}">
                  <a16:creationId xmlns:a16="http://schemas.microsoft.com/office/drawing/2014/main" id="{89EAAC6F-9A92-F316-1512-921050C4B8AE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5">
              <a:extLst>
                <a:ext uri="{FF2B5EF4-FFF2-40B4-BE49-F238E27FC236}">
                  <a16:creationId xmlns:a16="http://schemas.microsoft.com/office/drawing/2014/main" id="{921E8AF2-99CC-E934-5B61-1C7A978ECE7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6">
              <a:extLst>
                <a:ext uri="{FF2B5EF4-FFF2-40B4-BE49-F238E27FC236}">
                  <a16:creationId xmlns:a16="http://schemas.microsoft.com/office/drawing/2014/main" id="{5BF12174-7302-1042-E352-8FF0611251F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7">
              <a:extLst>
                <a:ext uri="{FF2B5EF4-FFF2-40B4-BE49-F238E27FC236}">
                  <a16:creationId xmlns:a16="http://schemas.microsoft.com/office/drawing/2014/main" id="{4522C638-86F7-FD94-7B7E-D1CF1CF33692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8">
              <a:extLst>
                <a:ext uri="{FF2B5EF4-FFF2-40B4-BE49-F238E27FC236}">
                  <a16:creationId xmlns:a16="http://schemas.microsoft.com/office/drawing/2014/main" id="{D77D085A-7A0B-86C2-BA2F-279E33FEEB3B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79">
              <a:extLst>
                <a:ext uri="{FF2B5EF4-FFF2-40B4-BE49-F238E27FC236}">
                  <a16:creationId xmlns:a16="http://schemas.microsoft.com/office/drawing/2014/main" id="{0C99EF9D-6AF5-9FEA-CFB8-BBA17CE53919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0">
              <a:extLst>
                <a:ext uri="{FF2B5EF4-FFF2-40B4-BE49-F238E27FC236}">
                  <a16:creationId xmlns:a16="http://schemas.microsoft.com/office/drawing/2014/main" id="{04B3E9CD-6F43-EB00-3971-48EF31AF3FA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1">
              <a:extLst>
                <a:ext uri="{FF2B5EF4-FFF2-40B4-BE49-F238E27FC236}">
                  <a16:creationId xmlns:a16="http://schemas.microsoft.com/office/drawing/2014/main" id="{C5A58780-8C45-8DD1-8193-BE486ED52825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2">
              <a:extLst>
                <a:ext uri="{FF2B5EF4-FFF2-40B4-BE49-F238E27FC236}">
                  <a16:creationId xmlns:a16="http://schemas.microsoft.com/office/drawing/2014/main" id="{628E79ED-74F9-8EFF-C8E4-092601F98E37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3">
              <a:extLst>
                <a:ext uri="{FF2B5EF4-FFF2-40B4-BE49-F238E27FC236}">
                  <a16:creationId xmlns:a16="http://schemas.microsoft.com/office/drawing/2014/main" id="{ED74D4E9-5A70-9AB5-6857-1BA7591853E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4">
              <a:extLst>
                <a:ext uri="{FF2B5EF4-FFF2-40B4-BE49-F238E27FC236}">
                  <a16:creationId xmlns:a16="http://schemas.microsoft.com/office/drawing/2014/main" id="{98373AFE-606C-C327-3BF1-604C6830447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5">
              <a:extLst>
                <a:ext uri="{FF2B5EF4-FFF2-40B4-BE49-F238E27FC236}">
                  <a16:creationId xmlns:a16="http://schemas.microsoft.com/office/drawing/2014/main" id="{E6E9DAE0-78D0-0B5B-CB0C-148405392B84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6">
              <a:extLst>
                <a:ext uri="{FF2B5EF4-FFF2-40B4-BE49-F238E27FC236}">
                  <a16:creationId xmlns:a16="http://schemas.microsoft.com/office/drawing/2014/main" id="{3B340915-ECFB-9BED-02DF-33856AC3E813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7">
              <a:extLst>
                <a:ext uri="{FF2B5EF4-FFF2-40B4-BE49-F238E27FC236}">
                  <a16:creationId xmlns:a16="http://schemas.microsoft.com/office/drawing/2014/main" id="{E3B384DE-5541-5621-E5DA-AA96DF8D64DF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8">
              <a:extLst>
                <a:ext uri="{FF2B5EF4-FFF2-40B4-BE49-F238E27FC236}">
                  <a16:creationId xmlns:a16="http://schemas.microsoft.com/office/drawing/2014/main" id="{A407B904-1180-E944-98EB-CB9188446A9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89">
              <a:extLst>
                <a:ext uri="{FF2B5EF4-FFF2-40B4-BE49-F238E27FC236}">
                  <a16:creationId xmlns:a16="http://schemas.microsoft.com/office/drawing/2014/main" id="{80DC50E7-614A-67E1-7A70-636CCC283250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0">
              <a:extLst>
                <a:ext uri="{FF2B5EF4-FFF2-40B4-BE49-F238E27FC236}">
                  <a16:creationId xmlns:a16="http://schemas.microsoft.com/office/drawing/2014/main" id="{C50D9B17-1D80-99C5-B153-0F94FB7B2E21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1">
              <a:extLst>
                <a:ext uri="{FF2B5EF4-FFF2-40B4-BE49-F238E27FC236}">
                  <a16:creationId xmlns:a16="http://schemas.microsoft.com/office/drawing/2014/main" id="{927A5DE4-1B98-EE53-3ACC-3144DC1F8E0A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2">
              <a:extLst>
                <a:ext uri="{FF2B5EF4-FFF2-40B4-BE49-F238E27FC236}">
                  <a16:creationId xmlns:a16="http://schemas.microsoft.com/office/drawing/2014/main" id="{269A18B0-5024-AAD3-0A80-03C869EE3CF0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3">
              <a:extLst>
                <a:ext uri="{FF2B5EF4-FFF2-40B4-BE49-F238E27FC236}">
                  <a16:creationId xmlns:a16="http://schemas.microsoft.com/office/drawing/2014/main" id="{E2B589AC-21E4-8DC7-4C50-30D32D30E90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4">
              <a:extLst>
                <a:ext uri="{FF2B5EF4-FFF2-40B4-BE49-F238E27FC236}">
                  <a16:creationId xmlns:a16="http://schemas.microsoft.com/office/drawing/2014/main" id="{1557279A-5A71-F8BE-95B4-7439D7042A74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5">
              <a:extLst>
                <a:ext uri="{FF2B5EF4-FFF2-40B4-BE49-F238E27FC236}">
                  <a16:creationId xmlns:a16="http://schemas.microsoft.com/office/drawing/2014/main" id="{3875848A-3D5A-C430-6D26-911AAFE323DE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6">
              <a:extLst>
                <a:ext uri="{FF2B5EF4-FFF2-40B4-BE49-F238E27FC236}">
                  <a16:creationId xmlns:a16="http://schemas.microsoft.com/office/drawing/2014/main" id="{70C8EAF7-465A-940B-EA83-9E85C8CA51E6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7">
              <a:extLst>
                <a:ext uri="{FF2B5EF4-FFF2-40B4-BE49-F238E27FC236}">
                  <a16:creationId xmlns:a16="http://schemas.microsoft.com/office/drawing/2014/main" id="{3DEF9C26-9C2B-A3C3-9A5D-322CA6B2C7B4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8">
              <a:extLst>
                <a:ext uri="{FF2B5EF4-FFF2-40B4-BE49-F238E27FC236}">
                  <a16:creationId xmlns:a16="http://schemas.microsoft.com/office/drawing/2014/main" id="{62CC2E84-75C5-737E-5002-20E539D2644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099">
              <a:extLst>
                <a:ext uri="{FF2B5EF4-FFF2-40B4-BE49-F238E27FC236}">
                  <a16:creationId xmlns:a16="http://schemas.microsoft.com/office/drawing/2014/main" id="{A35DED66-413B-CB7C-2600-1355D3997BFC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0">
              <a:extLst>
                <a:ext uri="{FF2B5EF4-FFF2-40B4-BE49-F238E27FC236}">
                  <a16:creationId xmlns:a16="http://schemas.microsoft.com/office/drawing/2014/main" id="{A5CAA894-A85F-3A8E-99F1-F6F959F86A7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1">
              <a:extLst>
                <a:ext uri="{FF2B5EF4-FFF2-40B4-BE49-F238E27FC236}">
                  <a16:creationId xmlns:a16="http://schemas.microsoft.com/office/drawing/2014/main" id="{A1A7A4B7-5DD5-A2F7-BC46-FC1CA1A8AA88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2">
              <a:extLst>
                <a:ext uri="{FF2B5EF4-FFF2-40B4-BE49-F238E27FC236}">
                  <a16:creationId xmlns:a16="http://schemas.microsoft.com/office/drawing/2014/main" id="{1179CA65-CC60-3662-C273-C157C87E52DC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tx10103">
              <a:extLst>
                <a:ext uri="{FF2B5EF4-FFF2-40B4-BE49-F238E27FC236}">
                  <a16:creationId xmlns:a16="http://schemas.microsoft.com/office/drawing/2014/main" id="{35F3D605-BBC7-CC0A-DE10-9522F5AB5506}"/>
                </a:ext>
              </a:extLst>
            </p:cNvPr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5" name="tx10104">
              <a:extLst>
                <a:ext uri="{FF2B5EF4-FFF2-40B4-BE49-F238E27FC236}">
                  <a16:creationId xmlns:a16="http://schemas.microsoft.com/office/drawing/2014/main" id="{E755FC6B-8FFB-BD92-0A7C-42A5AC4EEFF8}"/>
                </a:ext>
              </a:extLst>
            </p:cNvPr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53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6" name="rc10105">
              <a:extLst>
                <a:ext uri="{FF2B5EF4-FFF2-40B4-BE49-F238E27FC236}">
                  <a16:creationId xmlns:a16="http://schemas.microsoft.com/office/drawing/2014/main" id="{052CC18B-3A55-FC3E-2C82-C51F1003260B}"/>
                </a:ext>
              </a:extLst>
            </p:cNvPr>
            <p:cNvSpPr/>
            <p:nvPr/>
          </p:nvSpPr>
          <p:spPr>
            <a:xfrm>
              <a:off x="2485887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7" name="tx10106">
              <a:extLst>
                <a:ext uri="{FF2B5EF4-FFF2-40B4-BE49-F238E27FC236}">
                  <a16:creationId xmlns:a16="http://schemas.microsoft.com/office/drawing/2014/main" id="{458D013B-02CA-C654-3BD6-B8881F8A0C19}"/>
                </a:ext>
              </a:extLst>
            </p:cNvPr>
            <p:cNvSpPr/>
            <p:nvPr/>
          </p:nvSpPr>
          <p:spPr>
            <a:xfrm>
              <a:off x="2173534" y="40065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8" name="tx10107">
              <a:extLst>
                <a:ext uri="{FF2B5EF4-FFF2-40B4-BE49-F238E27FC236}">
                  <a16:creationId xmlns:a16="http://schemas.microsoft.com/office/drawing/2014/main" id="{B1450F5C-3CCC-405E-1234-C35F6CDDC822}"/>
                </a:ext>
              </a:extLst>
            </p:cNvPr>
            <p:cNvSpPr/>
            <p:nvPr/>
          </p:nvSpPr>
          <p:spPr>
            <a:xfrm>
              <a:off x="2297892" y="39881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9" name="tx10108">
              <a:extLst>
                <a:ext uri="{FF2B5EF4-FFF2-40B4-BE49-F238E27FC236}">
                  <a16:creationId xmlns:a16="http://schemas.microsoft.com/office/drawing/2014/main" id="{B49E6009-EC0C-E393-E21F-B6E85398AA7B}"/>
                </a:ext>
              </a:extLst>
            </p:cNvPr>
            <p:cNvSpPr/>
            <p:nvPr/>
          </p:nvSpPr>
          <p:spPr>
            <a:xfrm>
              <a:off x="2342607" y="40065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0" name="tx10109">
              <a:extLst>
                <a:ext uri="{FF2B5EF4-FFF2-40B4-BE49-F238E27FC236}">
                  <a16:creationId xmlns:a16="http://schemas.microsoft.com/office/drawing/2014/main" id="{D674E6DC-8A74-03A9-B2AD-780BA145B415}"/>
                </a:ext>
              </a:extLst>
            </p:cNvPr>
            <p:cNvSpPr/>
            <p:nvPr/>
          </p:nvSpPr>
          <p:spPr>
            <a:xfrm>
              <a:off x="2173534" y="36551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11" name="tx10110">
              <a:extLst>
                <a:ext uri="{FF2B5EF4-FFF2-40B4-BE49-F238E27FC236}">
                  <a16:creationId xmlns:a16="http://schemas.microsoft.com/office/drawing/2014/main" id="{44843665-AEF3-72FD-92F3-CAA39C54A0CD}"/>
                </a:ext>
              </a:extLst>
            </p:cNvPr>
            <p:cNvSpPr/>
            <p:nvPr/>
          </p:nvSpPr>
          <p:spPr>
            <a:xfrm>
              <a:off x="2297892" y="36367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2" name="tx10111">
              <a:extLst>
                <a:ext uri="{FF2B5EF4-FFF2-40B4-BE49-F238E27FC236}">
                  <a16:creationId xmlns:a16="http://schemas.microsoft.com/office/drawing/2014/main" id="{CF80A4A4-2DF7-67B2-9094-2AD7D476B4B9}"/>
                </a:ext>
              </a:extLst>
            </p:cNvPr>
            <p:cNvSpPr/>
            <p:nvPr/>
          </p:nvSpPr>
          <p:spPr>
            <a:xfrm>
              <a:off x="2342607" y="36551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3" name="tx10112">
              <a:extLst>
                <a:ext uri="{FF2B5EF4-FFF2-40B4-BE49-F238E27FC236}">
                  <a16:creationId xmlns:a16="http://schemas.microsoft.com/office/drawing/2014/main" id="{68E86698-5EAD-9167-F443-9FA8A8760B13}"/>
                </a:ext>
              </a:extLst>
            </p:cNvPr>
            <p:cNvSpPr/>
            <p:nvPr/>
          </p:nvSpPr>
          <p:spPr>
            <a:xfrm>
              <a:off x="2173534" y="330397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4" name="tx10113">
              <a:extLst>
                <a:ext uri="{FF2B5EF4-FFF2-40B4-BE49-F238E27FC236}">
                  <a16:creationId xmlns:a16="http://schemas.microsoft.com/office/drawing/2014/main" id="{B53F65E3-298D-65D8-16CB-7B0EFB92D41A}"/>
                </a:ext>
              </a:extLst>
            </p:cNvPr>
            <p:cNvSpPr/>
            <p:nvPr/>
          </p:nvSpPr>
          <p:spPr>
            <a:xfrm>
              <a:off x="2297892" y="3285501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5" name="tx10114">
              <a:extLst>
                <a:ext uri="{FF2B5EF4-FFF2-40B4-BE49-F238E27FC236}">
                  <a16:creationId xmlns:a16="http://schemas.microsoft.com/office/drawing/2014/main" id="{96BF08A8-6F2A-19BC-D0DD-3F985699D834}"/>
                </a:ext>
              </a:extLst>
            </p:cNvPr>
            <p:cNvSpPr/>
            <p:nvPr/>
          </p:nvSpPr>
          <p:spPr>
            <a:xfrm>
              <a:off x="2342607" y="330397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6" name="tx10115">
              <a:extLst>
                <a:ext uri="{FF2B5EF4-FFF2-40B4-BE49-F238E27FC236}">
                  <a16:creationId xmlns:a16="http://schemas.microsoft.com/office/drawing/2014/main" id="{0DF2FADC-5951-7073-CFE7-C6EEB6D38980}"/>
                </a:ext>
              </a:extLst>
            </p:cNvPr>
            <p:cNvSpPr/>
            <p:nvPr/>
          </p:nvSpPr>
          <p:spPr>
            <a:xfrm>
              <a:off x="2173534" y="29523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7" name="tx10116">
              <a:extLst>
                <a:ext uri="{FF2B5EF4-FFF2-40B4-BE49-F238E27FC236}">
                  <a16:creationId xmlns:a16="http://schemas.microsoft.com/office/drawing/2014/main" id="{C121611F-BB01-7DD6-E046-92DA337F4B04}"/>
                </a:ext>
              </a:extLst>
            </p:cNvPr>
            <p:cNvSpPr/>
            <p:nvPr/>
          </p:nvSpPr>
          <p:spPr>
            <a:xfrm>
              <a:off x="2297892" y="29339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8" name="tx10117">
              <a:extLst>
                <a:ext uri="{FF2B5EF4-FFF2-40B4-BE49-F238E27FC236}">
                  <a16:creationId xmlns:a16="http://schemas.microsoft.com/office/drawing/2014/main" id="{62A0BD70-9755-1468-4913-E2BC5B43CD1A}"/>
                </a:ext>
              </a:extLst>
            </p:cNvPr>
            <p:cNvSpPr/>
            <p:nvPr/>
          </p:nvSpPr>
          <p:spPr>
            <a:xfrm>
              <a:off x="2342607" y="29523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9" name="tx10118">
              <a:extLst>
                <a:ext uri="{FF2B5EF4-FFF2-40B4-BE49-F238E27FC236}">
                  <a16:creationId xmlns:a16="http://schemas.microsoft.com/office/drawing/2014/main" id="{69DEAE07-DF76-EBDE-6B52-D184C7057C25}"/>
                </a:ext>
              </a:extLst>
            </p:cNvPr>
            <p:cNvSpPr/>
            <p:nvPr/>
          </p:nvSpPr>
          <p:spPr>
            <a:xfrm>
              <a:off x="2173534" y="26011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20" name="tx10119">
              <a:extLst>
                <a:ext uri="{FF2B5EF4-FFF2-40B4-BE49-F238E27FC236}">
                  <a16:creationId xmlns:a16="http://schemas.microsoft.com/office/drawing/2014/main" id="{4C1B8416-421A-6AAD-68BF-06566722F426}"/>
                </a:ext>
              </a:extLst>
            </p:cNvPr>
            <p:cNvSpPr/>
            <p:nvPr/>
          </p:nvSpPr>
          <p:spPr>
            <a:xfrm>
              <a:off x="2297892" y="25827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1" name="tx10120">
              <a:extLst>
                <a:ext uri="{FF2B5EF4-FFF2-40B4-BE49-F238E27FC236}">
                  <a16:creationId xmlns:a16="http://schemas.microsoft.com/office/drawing/2014/main" id="{C2148CFB-0B5F-524F-91F4-10F44995C415}"/>
                </a:ext>
              </a:extLst>
            </p:cNvPr>
            <p:cNvSpPr/>
            <p:nvPr/>
          </p:nvSpPr>
          <p:spPr>
            <a:xfrm>
              <a:off x="2342607" y="26011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2" name="tx10121">
              <a:extLst>
                <a:ext uri="{FF2B5EF4-FFF2-40B4-BE49-F238E27FC236}">
                  <a16:creationId xmlns:a16="http://schemas.microsoft.com/office/drawing/2014/main" id="{D0425BB4-C3A2-1D12-642B-AA66CFD9B355}"/>
                </a:ext>
              </a:extLst>
            </p:cNvPr>
            <p:cNvSpPr/>
            <p:nvPr/>
          </p:nvSpPr>
          <p:spPr>
            <a:xfrm>
              <a:off x="2173534" y="22497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3" name="tx10122">
              <a:extLst>
                <a:ext uri="{FF2B5EF4-FFF2-40B4-BE49-F238E27FC236}">
                  <a16:creationId xmlns:a16="http://schemas.microsoft.com/office/drawing/2014/main" id="{B4B18BF9-9F09-942D-E616-68F76B7166B8}"/>
                </a:ext>
              </a:extLst>
            </p:cNvPr>
            <p:cNvSpPr/>
            <p:nvPr/>
          </p:nvSpPr>
          <p:spPr>
            <a:xfrm>
              <a:off x="2297892" y="22313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4" name="tx10123">
              <a:extLst>
                <a:ext uri="{FF2B5EF4-FFF2-40B4-BE49-F238E27FC236}">
                  <a16:creationId xmlns:a16="http://schemas.microsoft.com/office/drawing/2014/main" id="{623001C1-592B-9ACD-138D-27689FC39211}"/>
                </a:ext>
              </a:extLst>
            </p:cNvPr>
            <p:cNvSpPr/>
            <p:nvPr/>
          </p:nvSpPr>
          <p:spPr>
            <a:xfrm>
              <a:off x="2342607" y="22497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5" name="tx10124">
              <a:extLst>
                <a:ext uri="{FF2B5EF4-FFF2-40B4-BE49-F238E27FC236}">
                  <a16:creationId xmlns:a16="http://schemas.microsoft.com/office/drawing/2014/main" id="{D42DFABC-C362-9234-E99C-2496749C28B3}"/>
                </a:ext>
              </a:extLst>
            </p:cNvPr>
            <p:cNvSpPr/>
            <p:nvPr/>
          </p:nvSpPr>
          <p:spPr>
            <a:xfrm>
              <a:off x="2173534" y="1898388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6" name="tx10125">
              <a:extLst>
                <a:ext uri="{FF2B5EF4-FFF2-40B4-BE49-F238E27FC236}">
                  <a16:creationId xmlns:a16="http://schemas.microsoft.com/office/drawing/2014/main" id="{2915DB3F-6801-D9B2-DF07-FC93697AED5D}"/>
                </a:ext>
              </a:extLst>
            </p:cNvPr>
            <p:cNvSpPr/>
            <p:nvPr/>
          </p:nvSpPr>
          <p:spPr>
            <a:xfrm>
              <a:off x="2297892" y="187991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7" name="tx10126">
              <a:extLst>
                <a:ext uri="{FF2B5EF4-FFF2-40B4-BE49-F238E27FC236}">
                  <a16:creationId xmlns:a16="http://schemas.microsoft.com/office/drawing/2014/main" id="{14AEB825-964E-DED9-EE49-C7E7D3C31AA2}"/>
                </a:ext>
              </a:extLst>
            </p:cNvPr>
            <p:cNvSpPr/>
            <p:nvPr/>
          </p:nvSpPr>
          <p:spPr>
            <a:xfrm>
              <a:off x="2342607" y="1898388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8" name="tx10127">
              <a:extLst>
                <a:ext uri="{FF2B5EF4-FFF2-40B4-BE49-F238E27FC236}">
                  <a16:creationId xmlns:a16="http://schemas.microsoft.com/office/drawing/2014/main" id="{7F76009A-236C-9C44-483C-ACB4BD06E5C7}"/>
                </a:ext>
              </a:extLst>
            </p:cNvPr>
            <p:cNvSpPr/>
            <p:nvPr/>
          </p:nvSpPr>
          <p:spPr>
            <a:xfrm>
              <a:off x="2173534" y="15469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9" name="tx10128">
              <a:extLst>
                <a:ext uri="{FF2B5EF4-FFF2-40B4-BE49-F238E27FC236}">
                  <a16:creationId xmlns:a16="http://schemas.microsoft.com/office/drawing/2014/main" id="{4E5E32AE-9D1D-4F15-24E9-574052DC4872}"/>
                </a:ext>
              </a:extLst>
            </p:cNvPr>
            <p:cNvSpPr/>
            <p:nvPr/>
          </p:nvSpPr>
          <p:spPr>
            <a:xfrm>
              <a:off x="2297892" y="15285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30" name="tx10129">
              <a:extLst>
                <a:ext uri="{FF2B5EF4-FFF2-40B4-BE49-F238E27FC236}">
                  <a16:creationId xmlns:a16="http://schemas.microsoft.com/office/drawing/2014/main" id="{EB2DEE53-1D83-2F20-4C1E-11285A42AAAA}"/>
                </a:ext>
              </a:extLst>
            </p:cNvPr>
            <p:cNvSpPr/>
            <p:nvPr/>
          </p:nvSpPr>
          <p:spPr>
            <a:xfrm>
              <a:off x="2342607" y="15469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31" name="pl10130">
              <a:extLst>
                <a:ext uri="{FF2B5EF4-FFF2-40B4-BE49-F238E27FC236}">
                  <a16:creationId xmlns:a16="http://schemas.microsoft.com/office/drawing/2014/main" id="{1F2DD8DD-A0F8-8ACB-2ED0-4C4F0858DCF3}"/>
                </a:ext>
              </a:extLst>
            </p:cNvPr>
            <p:cNvSpPr/>
            <p:nvPr/>
          </p:nvSpPr>
          <p:spPr>
            <a:xfrm>
              <a:off x="2451092" y="404727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1">
              <a:extLst>
                <a:ext uri="{FF2B5EF4-FFF2-40B4-BE49-F238E27FC236}">
                  <a16:creationId xmlns:a16="http://schemas.microsoft.com/office/drawing/2014/main" id="{F78C5409-E590-48E2-C507-5D1D23C002F6}"/>
                </a:ext>
              </a:extLst>
            </p:cNvPr>
            <p:cNvSpPr/>
            <p:nvPr/>
          </p:nvSpPr>
          <p:spPr>
            <a:xfrm>
              <a:off x="2451092" y="36958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2">
              <a:extLst>
                <a:ext uri="{FF2B5EF4-FFF2-40B4-BE49-F238E27FC236}">
                  <a16:creationId xmlns:a16="http://schemas.microsoft.com/office/drawing/2014/main" id="{FCDDA43E-B446-1928-057C-38778A78D4D4}"/>
                </a:ext>
              </a:extLst>
            </p:cNvPr>
            <p:cNvSpPr/>
            <p:nvPr/>
          </p:nvSpPr>
          <p:spPr>
            <a:xfrm>
              <a:off x="2451092" y="3344479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3">
              <a:extLst>
                <a:ext uri="{FF2B5EF4-FFF2-40B4-BE49-F238E27FC236}">
                  <a16:creationId xmlns:a16="http://schemas.microsoft.com/office/drawing/2014/main" id="{5D3B6691-6319-1A27-131F-42FD77E8ACF8}"/>
                </a:ext>
              </a:extLst>
            </p:cNvPr>
            <p:cNvSpPr/>
            <p:nvPr/>
          </p:nvSpPr>
          <p:spPr>
            <a:xfrm>
              <a:off x="2451092" y="299308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4">
              <a:extLst>
                <a:ext uri="{FF2B5EF4-FFF2-40B4-BE49-F238E27FC236}">
                  <a16:creationId xmlns:a16="http://schemas.microsoft.com/office/drawing/2014/main" id="{1120445C-4DAA-AA27-CCE5-9CE4C2174FFD}"/>
                </a:ext>
              </a:extLst>
            </p:cNvPr>
            <p:cNvSpPr/>
            <p:nvPr/>
          </p:nvSpPr>
          <p:spPr>
            <a:xfrm>
              <a:off x="2451092" y="2641688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5">
              <a:extLst>
                <a:ext uri="{FF2B5EF4-FFF2-40B4-BE49-F238E27FC236}">
                  <a16:creationId xmlns:a16="http://schemas.microsoft.com/office/drawing/2014/main" id="{C99E8290-8756-07F3-2351-B075F2AFC76E}"/>
                </a:ext>
              </a:extLst>
            </p:cNvPr>
            <p:cNvSpPr/>
            <p:nvPr/>
          </p:nvSpPr>
          <p:spPr>
            <a:xfrm>
              <a:off x="2451092" y="229029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6">
              <a:extLst>
                <a:ext uri="{FF2B5EF4-FFF2-40B4-BE49-F238E27FC236}">
                  <a16:creationId xmlns:a16="http://schemas.microsoft.com/office/drawing/2014/main" id="{30F9901B-ADB9-BFFA-776F-2DE7701E35A4}"/>
                </a:ext>
              </a:extLst>
            </p:cNvPr>
            <p:cNvSpPr/>
            <p:nvPr/>
          </p:nvSpPr>
          <p:spPr>
            <a:xfrm>
              <a:off x="2451092" y="1938896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7">
              <a:extLst>
                <a:ext uri="{FF2B5EF4-FFF2-40B4-BE49-F238E27FC236}">
                  <a16:creationId xmlns:a16="http://schemas.microsoft.com/office/drawing/2014/main" id="{273176A9-C08B-7478-84C8-D48911A46348}"/>
                </a:ext>
              </a:extLst>
            </p:cNvPr>
            <p:cNvSpPr/>
            <p:nvPr/>
          </p:nvSpPr>
          <p:spPr>
            <a:xfrm>
              <a:off x="2451092" y="158750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8">
              <a:extLst>
                <a:ext uri="{FF2B5EF4-FFF2-40B4-BE49-F238E27FC236}">
                  <a16:creationId xmlns:a16="http://schemas.microsoft.com/office/drawing/2014/main" id="{A470DAF3-2A72-C92A-702D-8FB669044710}"/>
                </a:ext>
              </a:extLst>
            </p:cNvPr>
            <p:cNvSpPr/>
            <p:nvPr/>
          </p:nvSpPr>
          <p:spPr>
            <a:xfrm>
              <a:off x="2599170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39">
              <a:extLst>
                <a:ext uri="{FF2B5EF4-FFF2-40B4-BE49-F238E27FC236}">
                  <a16:creationId xmlns:a16="http://schemas.microsoft.com/office/drawing/2014/main" id="{A9C9FFFE-2F27-7F9E-C52C-D9C40A31299B}"/>
                </a:ext>
              </a:extLst>
            </p:cNvPr>
            <p:cNvSpPr/>
            <p:nvPr/>
          </p:nvSpPr>
          <p:spPr>
            <a:xfrm>
              <a:off x="297677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0">
              <a:extLst>
                <a:ext uri="{FF2B5EF4-FFF2-40B4-BE49-F238E27FC236}">
                  <a16:creationId xmlns:a16="http://schemas.microsoft.com/office/drawing/2014/main" id="{584AF019-0EEA-C5CB-723B-2CF6CBB71ACD}"/>
                </a:ext>
              </a:extLst>
            </p:cNvPr>
            <p:cNvSpPr/>
            <p:nvPr/>
          </p:nvSpPr>
          <p:spPr>
            <a:xfrm>
              <a:off x="335438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1">
              <a:extLst>
                <a:ext uri="{FF2B5EF4-FFF2-40B4-BE49-F238E27FC236}">
                  <a16:creationId xmlns:a16="http://schemas.microsoft.com/office/drawing/2014/main" id="{EDB3D5B0-A56C-D5C9-C1D7-F66E15E512E3}"/>
                </a:ext>
              </a:extLst>
            </p:cNvPr>
            <p:cNvSpPr/>
            <p:nvPr/>
          </p:nvSpPr>
          <p:spPr>
            <a:xfrm>
              <a:off x="373199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2">
              <a:extLst>
                <a:ext uri="{FF2B5EF4-FFF2-40B4-BE49-F238E27FC236}">
                  <a16:creationId xmlns:a16="http://schemas.microsoft.com/office/drawing/2014/main" id="{462D773A-95A0-1AD3-A201-0F7E4EA94EC9}"/>
                </a:ext>
              </a:extLst>
            </p:cNvPr>
            <p:cNvSpPr/>
            <p:nvPr/>
          </p:nvSpPr>
          <p:spPr>
            <a:xfrm>
              <a:off x="410960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pl10143">
              <a:extLst>
                <a:ext uri="{FF2B5EF4-FFF2-40B4-BE49-F238E27FC236}">
                  <a16:creationId xmlns:a16="http://schemas.microsoft.com/office/drawing/2014/main" id="{58C1E9BA-4D7B-65A2-4240-DE96EB947BAD}"/>
                </a:ext>
              </a:extLst>
            </p:cNvPr>
            <p:cNvSpPr/>
            <p:nvPr/>
          </p:nvSpPr>
          <p:spPr>
            <a:xfrm>
              <a:off x="448721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5" name="pl10144">
              <a:extLst>
                <a:ext uri="{FF2B5EF4-FFF2-40B4-BE49-F238E27FC236}">
                  <a16:creationId xmlns:a16="http://schemas.microsoft.com/office/drawing/2014/main" id="{E16A3744-AD80-A411-54A2-AAE515CE1CC9}"/>
                </a:ext>
              </a:extLst>
            </p:cNvPr>
            <p:cNvSpPr/>
            <p:nvPr/>
          </p:nvSpPr>
          <p:spPr>
            <a:xfrm>
              <a:off x="486482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6" name="tx10145">
              <a:extLst>
                <a:ext uri="{FF2B5EF4-FFF2-40B4-BE49-F238E27FC236}">
                  <a16:creationId xmlns:a16="http://schemas.microsoft.com/office/drawing/2014/main" id="{116E1481-F269-AB43-BF86-AFB9A912C991}"/>
                </a:ext>
              </a:extLst>
            </p:cNvPr>
            <p:cNvSpPr/>
            <p:nvPr/>
          </p:nvSpPr>
          <p:spPr>
            <a:xfrm>
              <a:off x="249291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7" name="tx10146">
              <a:extLst>
                <a:ext uri="{FF2B5EF4-FFF2-40B4-BE49-F238E27FC236}">
                  <a16:creationId xmlns:a16="http://schemas.microsoft.com/office/drawing/2014/main" id="{4F6BD0E8-6C7C-6404-F5F8-52664F8C5D18}"/>
                </a:ext>
              </a:extLst>
            </p:cNvPr>
            <p:cNvSpPr/>
            <p:nvPr/>
          </p:nvSpPr>
          <p:spPr>
            <a:xfrm>
              <a:off x="258618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8" name="tx10147">
              <a:extLst>
                <a:ext uri="{FF2B5EF4-FFF2-40B4-BE49-F238E27FC236}">
                  <a16:creationId xmlns:a16="http://schemas.microsoft.com/office/drawing/2014/main" id="{0C582081-30B2-BB08-1811-1F2AF313FDBD}"/>
                </a:ext>
              </a:extLst>
            </p:cNvPr>
            <p:cNvSpPr/>
            <p:nvPr/>
          </p:nvSpPr>
          <p:spPr>
            <a:xfrm>
              <a:off x="263089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9" name="tx10148">
              <a:extLst>
                <a:ext uri="{FF2B5EF4-FFF2-40B4-BE49-F238E27FC236}">
                  <a16:creationId xmlns:a16="http://schemas.microsoft.com/office/drawing/2014/main" id="{2666DE84-3A5B-11DF-FF2A-A67C67499B40}"/>
                </a:ext>
              </a:extLst>
            </p:cNvPr>
            <p:cNvSpPr/>
            <p:nvPr/>
          </p:nvSpPr>
          <p:spPr>
            <a:xfrm>
              <a:off x="2854981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50" name="tx10149">
              <a:extLst>
                <a:ext uri="{FF2B5EF4-FFF2-40B4-BE49-F238E27FC236}">
                  <a16:creationId xmlns:a16="http://schemas.microsoft.com/office/drawing/2014/main" id="{00DEF10B-6301-E6B6-A498-488C8ECA5683}"/>
                </a:ext>
              </a:extLst>
            </p:cNvPr>
            <p:cNvSpPr/>
            <p:nvPr/>
          </p:nvSpPr>
          <p:spPr>
            <a:xfrm>
              <a:off x="2979340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1" name="tx10150">
              <a:extLst>
                <a:ext uri="{FF2B5EF4-FFF2-40B4-BE49-F238E27FC236}">
                  <a16:creationId xmlns:a16="http://schemas.microsoft.com/office/drawing/2014/main" id="{B721964A-E07F-A6DB-130B-54AC44E3E1ED}"/>
                </a:ext>
              </a:extLst>
            </p:cNvPr>
            <p:cNvSpPr/>
            <p:nvPr/>
          </p:nvSpPr>
          <p:spPr>
            <a:xfrm>
              <a:off x="3024054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2" name="tx10151">
              <a:extLst>
                <a:ext uri="{FF2B5EF4-FFF2-40B4-BE49-F238E27FC236}">
                  <a16:creationId xmlns:a16="http://schemas.microsoft.com/office/drawing/2014/main" id="{FC58BA66-A73A-4220-5F07-1EB4EF6E57CC}"/>
                </a:ext>
              </a:extLst>
            </p:cNvPr>
            <p:cNvSpPr/>
            <p:nvPr/>
          </p:nvSpPr>
          <p:spPr>
            <a:xfrm>
              <a:off x="3232591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3" name="tx10152">
              <a:extLst>
                <a:ext uri="{FF2B5EF4-FFF2-40B4-BE49-F238E27FC236}">
                  <a16:creationId xmlns:a16="http://schemas.microsoft.com/office/drawing/2014/main" id="{6FC99512-F2F3-0648-E4F7-56B25190D6F8}"/>
                </a:ext>
              </a:extLst>
            </p:cNvPr>
            <p:cNvSpPr/>
            <p:nvPr/>
          </p:nvSpPr>
          <p:spPr>
            <a:xfrm>
              <a:off x="3356949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4" name="tx10153">
              <a:extLst>
                <a:ext uri="{FF2B5EF4-FFF2-40B4-BE49-F238E27FC236}">
                  <a16:creationId xmlns:a16="http://schemas.microsoft.com/office/drawing/2014/main" id="{004C8D0F-5032-836D-0254-CF9B7F861BE7}"/>
                </a:ext>
              </a:extLst>
            </p:cNvPr>
            <p:cNvSpPr/>
            <p:nvPr/>
          </p:nvSpPr>
          <p:spPr>
            <a:xfrm>
              <a:off x="340166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5" name="tx10154">
              <a:extLst>
                <a:ext uri="{FF2B5EF4-FFF2-40B4-BE49-F238E27FC236}">
                  <a16:creationId xmlns:a16="http://schemas.microsoft.com/office/drawing/2014/main" id="{9C71B952-4E2E-35FC-1916-37B9DECAC74F}"/>
                </a:ext>
              </a:extLst>
            </p:cNvPr>
            <p:cNvSpPr/>
            <p:nvPr/>
          </p:nvSpPr>
          <p:spPr>
            <a:xfrm>
              <a:off x="361020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6" name="tx10155">
              <a:extLst>
                <a:ext uri="{FF2B5EF4-FFF2-40B4-BE49-F238E27FC236}">
                  <a16:creationId xmlns:a16="http://schemas.microsoft.com/office/drawing/2014/main" id="{D1FF14E5-FAD0-05FC-18A8-2B0AE1C51648}"/>
                </a:ext>
              </a:extLst>
            </p:cNvPr>
            <p:cNvSpPr/>
            <p:nvPr/>
          </p:nvSpPr>
          <p:spPr>
            <a:xfrm>
              <a:off x="3734559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7" name="tx10156">
              <a:extLst>
                <a:ext uri="{FF2B5EF4-FFF2-40B4-BE49-F238E27FC236}">
                  <a16:creationId xmlns:a16="http://schemas.microsoft.com/office/drawing/2014/main" id="{0777CB0C-FEFD-D76B-4ECB-C7A44B9D3BEC}"/>
                </a:ext>
              </a:extLst>
            </p:cNvPr>
            <p:cNvSpPr/>
            <p:nvPr/>
          </p:nvSpPr>
          <p:spPr>
            <a:xfrm>
              <a:off x="377927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8" name="tx10157">
              <a:extLst>
                <a:ext uri="{FF2B5EF4-FFF2-40B4-BE49-F238E27FC236}">
                  <a16:creationId xmlns:a16="http://schemas.microsoft.com/office/drawing/2014/main" id="{17F93EB5-DD98-22C3-3593-B0B060DDB8BB}"/>
                </a:ext>
              </a:extLst>
            </p:cNvPr>
            <p:cNvSpPr/>
            <p:nvPr/>
          </p:nvSpPr>
          <p:spPr>
            <a:xfrm>
              <a:off x="398781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9" name="tx10158">
              <a:extLst>
                <a:ext uri="{FF2B5EF4-FFF2-40B4-BE49-F238E27FC236}">
                  <a16:creationId xmlns:a16="http://schemas.microsoft.com/office/drawing/2014/main" id="{B56B13E2-95AA-4328-E58E-2318C3136FCB}"/>
                </a:ext>
              </a:extLst>
            </p:cNvPr>
            <p:cNvSpPr/>
            <p:nvPr/>
          </p:nvSpPr>
          <p:spPr>
            <a:xfrm>
              <a:off x="411216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0" name="tx10159">
              <a:extLst>
                <a:ext uri="{FF2B5EF4-FFF2-40B4-BE49-F238E27FC236}">
                  <a16:creationId xmlns:a16="http://schemas.microsoft.com/office/drawing/2014/main" id="{7AA3F6B3-8569-CEF3-E60F-C34077EEAED2}"/>
                </a:ext>
              </a:extLst>
            </p:cNvPr>
            <p:cNvSpPr/>
            <p:nvPr/>
          </p:nvSpPr>
          <p:spPr>
            <a:xfrm>
              <a:off x="415688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1" name="tx10160">
              <a:extLst>
                <a:ext uri="{FF2B5EF4-FFF2-40B4-BE49-F238E27FC236}">
                  <a16:creationId xmlns:a16="http://schemas.microsoft.com/office/drawing/2014/main" id="{CBF4F7A1-4CE1-5F08-0CB7-CCB07FE53ABC}"/>
                </a:ext>
              </a:extLst>
            </p:cNvPr>
            <p:cNvSpPr/>
            <p:nvPr/>
          </p:nvSpPr>
          <p:spPr>
            <a:xfrm>
              <a:off x="436542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2" name="tx10161">
              <a:extLst>
                <a:ext uri="{FF2B5EF4-FFF2-40B4-BE49-F238E27FC236}">
                  <a16:creationId xmlns:a16="http://schemas.microsoft.com/office/drawing/2014/main" id="{C52F03B7-081D-8001-54F2-132852F26610}"/>
                </a:ext>
              </a:extLst>
            </p:cNvPr>
            <p:cNvSpPr/>
            <p:nvPr/>
          </p:nvSpPr>
          <p:spPr>
            <a:xfrm>
              <a:off x="448977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3" name="tx10162">
              <a:extLst>
                <a:ext uri="{FF2B5EF4-FFF2-40B4-BE49-F238E27FC236}">
                  <a16:creationId xmlns:a16="http://schemas.microsoft.com/office/drawing/2014/main" id="{4CB6346F-DFA3-4223-87F5-43B06C1C26D9}"/>
                </a:ext>
              </a:extLst>
            </p:cNvPr>
            <p:cNvSpPr/>
            <p:nvPr/>
          </p:nvSpPr>
          <p:spPr>
            <a:xfrm>
              <a:off x="4534492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4" name="tx10163">
              <a:extLst>
                <a:ext uri="{FF2B5EF4-FFF2-40B4-BE49-F238E27FC236}">
                  <a16:creationId xmlns:a16="http://schemas.microsoft.com/office/drawing/2014/main" id="{1FB1957B-2807-EE88-3E55-6969120A28DB}"/>
                </a:ext>
              </a:extLst>
            </p:cNvPr>
            <p:cNvSpPr/>
            <p:nvPr/>
          </p:nvSpPr>
          <p:spPr>
            <a:xfrm>
              <a:off x="474302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5" name="tx10164">
              <a:extLst>
                <a:ext uri="{FF2B5EF4-FFF2-40B4-BE49-F238E27FC236}">
                  <a16:creationId xmlns:a16="http://schemas.microsoft.com/office/drawing/2014/main" id="{F4EA02E7-C479-E6AB-39CF-9274EE9EC4CD}"/>
                </a:ext>
              </a:extLst>
            </p:cNvPr>
            <p:cNvSpPr/>
            <p:nvPr/>
          </p:nvSpPr>
          <p:spPr>
            <a:xfrm>
              <a:off x="486738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6" name="tx10165">
              <a:extLst>
                <a:ext uri="{FF2B5EF4-FFF2-40B4-BE49-F238E27FC236}">
                  <a16:creationId xmlns:a16="http://schemas.microsoft.com/office/drawing/2014/main" id="{DABDC232-323C-0335-826B-6C9242B6A741}"/>
                </a:ext>
              </a:extLst>
            </p:cNvPr>
            <p:cNvSpPr/>
            <p:nvPr/>
          </p:nvSpPr>
          <p:spPr>
            <a:xfrm>
              <a:off x="4912102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7" name="tx10166">
              <a:extLst>
                <a:ext uri="{FF2B5EF4-FFF2-40B4-BE49-F238E27FC236}">
                  <a16:creationId xmlns:a16="http://schemas.microsoft.com/office/drawing/2014/main" id="{2483E31B-7DF5-DE78-A139-843EB6D49D39}"/>
                </a:ext>
              </a:extLst>
            </p:cNvPr>
            <p:cNvSpPr/>
            <p:nvPr/>
          </p:nvSpPr>
          <p:spPr>
            <a:xfrm>
              <a:off x="3425034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8" name="tx10167">
              <a:extLst>
                <a:ext uri="{FF2B5EF4-FFF2-40B4-BE49-F238E27FC236}">
                  <a16:creationId xmlns:a16="http://schemas.microsoft.com/office/drawing/2014/main" id="{2A18E9BE-3B37-0F96-9E4A-BD184A7F1C47}"/>
                </a:ext>
              </a:extLst>
            </p:cNvPr>
            <p:cNvSpPr/>
            <p:nvPr/>
          </p:nvSpPr>
          <p:spPr>
            <a:xfrm rot="-5400000">
              <a:off x="1810607" y="2767368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9" name="rc10168">
              <a:extLst>
                <a:ext uri="{FF2B5EF4-FFF2-40B4-BE49-F238E27FC236}">
                  <a16:creationId xmlns:a16="http://schemas.microsoft.com/office/drawing/2014/main" id="{41EF4DD9-BCA0-8055-9C85-6952BE27E7C6}"/>
                </a:ext>
              </a:extLst>
            </p:cNvPr>
            <p:cNvSpPr/>
            <p:nvPr/>
          </p:nvSpPr>
          <p:spPr>
            <a:xfrm>
              <a:off x="5117288" y="2099623"/>
              <a:ext cx="645850" cy="143552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0" name="tx10169">
              <a:extLst>
                <a:ext uri="{FF2B5EF4-FFF2-40B4-BE49-F238E27FC236}">
                  <a16:creationId xmlns:a16="http://schemas.microsoft.com/office/drawing/2014/main" id="{2638DE78-2082-1F45-5B47-FFB3C412A040}"/>
                </a:ext>
              </a:extLst>
            </p:cNvPr>
            <p:cNvSpPr/>
            <p:nvPr/>
          </p:nvSpPr>
          <p:spPr>
            <a:xfrm>
              <a:off x="5186877" y="2183934"/>
              <a:ext cx="496884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Survival</a:t>
              </a:r>
            </a:p>
          </p:txBody>
        </p:sp>
        <p:pic>
          <p:nvPicPr>
            <p:cNvPr id="10171" name="pic10170">
              <a:extLst>
                <a:ext uri="{FF2B5EF4-FFF2-40B4-BE49-F238E27FC236}">
                  <a16:creationId xmlns:a16="http://schemas.microsoft.com/office/drawing/2014/main" id="{B88FA9CE-A721-AAFD-6336-211A5A05646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86877" y="2368280"/>
              <a:ext cx="219455" cy="1097280"/>
            </a:xfrm>
            <a:prstGeom prst="rect">
              <a:avLst/>
            </a:prstGeom>
          </p:spPr>
        </p:pic>
        <p:sp>
          <p:nvSpPr>
            <p:cNvPr id="10172" name="pl10171">
              <a:extLst>
                <a:ext uri="{FF2B5EF4-FFF2-40B4-BE49-F238E27FC236}">
                  <a16:creationId xmlns:a16="http://schemas.microsoft.com/office/drawing/2014/main" id="{324070FE-2009-5E1F-0609-505A80E6E114}"/>
                </a:ext>
              </a:extLst>
            </p:cNvPr>
            <p:cNvSpPr/>
            <p:nvPr/>
          </p:nvSpPr>
          <p:spPr>
            <a:xfrm>
              <a:off x="5362442" y="34637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2">
              <a:extLst>
                <a:ext uri="{FF2B5EF4-FFF2-40B4-BE49-F238E27FC236}">
                  <a16:creationId xmlns:a16="http://schemas.microsoft.com/office/drawing/2014/main" id="{F7027026-CE9D-1447-C0E0-2FC02B40BBEF}"/>
                </a:ext>
              </a:extLst>
            </p:cNvPr>
            <p:cNvSpPr/>
            <p:nvPr/>
          </p:nvSpPr>
          <p:spPr>
            <a:xfrm>
              <a:off x="5362442" y="31903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3">
              <a:extLst>
                <a:ext uri="{FF2B5EF4-FFF2-40B4-BE49-F238E27FC236}">
                  <a16:creationId xmlns:a16="http://schemas.microsoft.com/office/drawing/2014/main" id="{C1204CA7-8912-C5A3-1A63-3DB361C60603}"/>
                </a:ext>
              </a:extLst>
            </p:cNvPr>
            <p:cNvSpPr/>
            <p:nvPr/>
          </p:nvSpPr>
          <p:spPr>
            <a:xfrm>
              <a:off x="5362442" y="291692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4">
              <a:extLst>
                <a:ext uri="{FF2B5EF4-FFF2-40B4-BE49-F238E27FC236}">
                  <a16:creationId xmlns:a16="http://schemas.microsoft.com/office/drawing/2014/main" id="{CF950111-ABA4-5CDD-209D-2E02B3100147}"/>
                </a:ext>
              </a:extLst>
            </p:cNvPr>
            <p:cNvSpPr/>
            <p:nvPr/>
          </p:nvSpPr>
          <p:spPr>
            <a:xfrm>
              <a:off x="5362442" y="26435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5">
              <a:extLst>
                <a:ext uri="{FF2B5EF4-FFF2-40B4-BE49-F238E27FC236}">
                  <a16:creationId xmlns:a16="http://schemas.microsoft.com/office/drawing/2014/main" id="{99FB8653-05D9-C284-EF46-341A5FEB60EB}"/>
                </a:ext>
              </a:extLst>
            </p:cNvPr>
            <p:cNvSpPr/>
            <p:nvPr/>
          </p:nvSpPr>
          <p:spPr>
            <a:xfrm>
              <a:off x="5362442" y="237010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6">
              <a:extLst>
                <a:ext uri="{FF2B5EF4-FFF2-40B4-BE49-F238E27FC236}">
                  <a16:creationId xmlns:a16="http://schemas.microsoft.com/office/drawing/2014/main" id="{E7F5CAC0-58D2-96A4-47BB-FF85C94569AE}"/>
                </a:ext>
              </a:extLst>
            </p:cNvPr>
            <p:cNvSpPr/>
            <p:nvPr/>
          </p:nvSpPr>
          <p:spPr>
            <a:xfrm>
              <a:off x="5186877" y="34637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7">
              <a:extLst>
                <a:ext uri="{FF2B5EF4-FFF2-40B4-BE49-F238E27FC236}">
                  <a16:creationId xmlns:a16="http://schemas.microsoft.com/office/drawing/2014/main" id="{D2B9D1CE-D1ED-F9F6-9B57-EB156D546BD2}"/>
                </a:ext>
              </a:extLst>
            </p:cNvPr>
            <p:cNvSpPr/>
            <p:nvPr/>
          </p:nvSpPr>
          <p:spPr>
            <a:xfrm>
              <a:off x="5186877" y="31903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pl10178">
              <a:extLst>
                <a:ext uri="{FF2B5EF4-FFF2-40B4-BE49-F238E27FC236}">
                  <a16:creationId xmlns:a16="http://schemas.microsoft.com/office/drawing/2014/main" id="{6B879F7B-6535-8083-8B1D-D1E0220CFA61}"/>
                </a:ext>
              </a:extLst>
            </p:cNvPr>
            <p:cNvSpPr/>
            <p:nvPr/>
          </p:nvSpPr>
          <p:spPr>
            <a:xfrm>
              <a:off x="5186877" y="291692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0" name="pl10179">
              <a:extLst>
                <a:ext uri="{FF2B5EF4-FFF2-40B4-BE49-F238E27FC236}">
                  <a16:creationId xmlns:a16="http://schemas.microsoft.com/office/drawing/2014/main" id="{CA498135-170A-5D0A-34A8-EC79F521EE53}"/>
                </a:ext>
              </a:extLst>
            </p:cNvPr>
            <p:cNvSpPr/>
            <p:nvPr/>
          </p:nvSpPr>
          <p:spPr>
            <a:xfrm>
              <a:off x="5186877" y="26435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1" name="pl10180">
              <a:extLst>
                <a:ext uri="{FF2B5EF4-FFF2-40B4-BE49-F238E27FC236}">
                  <a16:creationId xmlns:a16="http://schemas.microsoft.com/office/drawing/2014/main" id="{840218CC-A22B-799B-4673-F4C3DB9A0C99}"/>
                </a:ext>
              </a:extLst>
            </p:cNvPr>
            <p:cNvSpPr/>
            <p:nvPr/>
          </p:nvSpPr>
          <p:spPr>
            <a:xfrm>
              <a:off x="5186877" y="237010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2" name="tx10181">
              <a:extLst>
                <a:ext uri="{FF2B5EF4-FFF2-40B4-BE49-F238E27FC236}">
                  <a16:creationId xmlns:a16="http://schemas.microsoft.com/office/drawing/2014/main" id="{32AC5DAE-11B0-24EB-5D5C-91A89994E238}"/>
                </a:ext>
              </a:extLst>
            </p:cNvPr>
            <p:cNvSpPr/>
            <p:nvPr/>
          </p:nvSpPr>
          <p:spPr>
            <a:xfrm>
              <a:off x="5475922" y="3423726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3" name="tx10182">
              <a:extLst>
                <a:ext uri="{FF2B5EF4-FFF2-40B4-BE49-F238E27FC236}">
                  <a16:creationId xmlns:a16="http://schemas.microsoft.com/office/drawing/2014/main" id="{5A459628-65A3-037D-0D3E-C72ABB43DFF6}"/>
                </a:ext>
              </a:extLst>
            </p:cNvPr>
            <p:cNvSpPr/>
            <p:nvPr/>
          </p:nvSpPr>
          <p:spPr>
            <a:xfrm>
              <a:off x="5475922" y="3150320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10184" name="tx10183">
              <a:extLst>
                <a:ext uri="{FF2B5EF4-FFF2-40B4-BE49-F238E27FC236}">
                  <a16:creationId xmlns:a16="http://schemas.microsoft.com/office/drawing/2014/main" id="{84A7940D-1A0C-E7BF-D47A-F12605F31153}"/>
                </a:ext>
              </a:extLst>
            </p:cNvPr>
            <p:cNvSpPr/>
            <p:nvPr/>
          </p:nvSpPr>
          <p:spPr>
            <a:xfrm>
              <a:off x="5475922" y="2876915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10185" name="tx10184">
              <a:extLst>
                <a:ext uri="{FF2B5EF4-FFF2-40B4-BE49-F238E27FC236}">
                  <a16:creationId xmlns:a16="http://schemas.microsoft.com/office/drawing/2014/main" id="{09ED6225-08CD-E506-6C05-C251CC22CF28}"/>
                </a:ext>
              </a:extLst>
            </p:cNvPr>
            <p:cNvSpPr/>
            <p:nvPr/>
          </p:nvSpPr>
          <p:spPr>
            <a:xfrm>
              <a:off x="5475922" y="2603509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10186" name="tx10185">
              <a:extLst>
                <a:ext uri="{FF2B5EF4-FFF2-40B4-BE49-F238E27FC236}">
                  <a16:creationId xmlns:a16="http://schemas.microsoft.com/office/drawing/2014/main" id="{F13A7E8D-E4A9-DAAB-055F-07ADACE3BB5B}"/>
                </a:ext>
              </a:extLst>
            </p:cNvPr>
            <p:cNvSpPr/>
            <p:nvPr/>
          </p:nvSpPr>
          <p:spPr>
            <a:xfrm>
              <a:off x="5475922" y="2330104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10187" name="tx10186">
              <a:extLst>
                <a:ext uri="{FF2B5EF4-FFF2-40B4-BE49-F238E27FC236}">
                  <a16:creationId xmlns:a16="http://schemas.microsoft.com/office/drawing/2014/main" id="{9D5D9CAB-1CC4-16A0-28BD-31BE4D499818}"/>
                </a:ext>
              </a:extLst>
            </p:cNvPr>
            <p:cNvSpPr/>
            <p:nvPr/>
          </p:nvSpPr>
          <p:spPr>
            <a:xfrm>
              <a:off x="2836817" y="1265444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110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8" name="tx10187">
              <a:extLst>
                <a:ext uri="{FF2B5EF4-FFF2-40B4-BE49-F238E27FC236}">
                  <a16:creationId xmlns:a16="http://schemas.microsoft.com/office/drawing/2014/main" id="{73030AC4-1D3F-28F0-D663-1674CF4BE736}"/>
                </a:ext>
              </a:extLst>
            </p:cNvPr>
            <p:cNvSpPr/>
            <p:nvPr/>
          </p:nvSpPr>
          <p:spPr>
            <a:xfrm>
              <a:off x="2485887" y="983989"/>
              <a:ext cx="212159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(A) Absolute Survival</a:t>
              </a:r>
            </a:p>
          </p:txBody>
        </p:sp>
      </p:grpSp>
      <p:grpSp>
        <p:nvGrpSpPr>
          <p:cNvPr id="10189" name="Group 10188">
            <a:extLst>
              <a:ext uri="{FF2B5EF4-FFF2-40B4-BE49-F238E27FC236}">
                <a16:creationId xmlns:a16="http://schemas.microsoft.com/office/drawing/2014/main" id="{61B78887-26E4-1285-49FD-C4901723DF57}"/>
              </a:ext>
            </a:extLst>
          </p:cNvPr>
          <p:cNvGrpSpPr/>
          <p:nvPr/>
        </p:nvGrpSpPr>
        <p:grpSpPr>
          <a:xfrm>
            <a:off x="3287688" y="1340768"/>
            <a:ext cx="4094211" cy="3897640"/>
            <a:chOff x="1738516" y="674360"/>
            <a:chExt cx="4094211" cy="3897640"/>
          </a:xfrm>
        </p:grpSpPr>
        <p:grpSp>
          <p:nvGrpSpPr>
            <p:cNvPr id="10190" name="Group 10189">
              <a:extLst>
                <a:ext uri="{FF2B5EF4-FFF2-40B4-BE49-F238E27FC236}">
                  <a16:creationId xmlns:a16="http://schemas.microsoft.com/office/drawing/2014/main" id="{0F2F21E9-0436-F168-33D8-066933B5153C}"/>
                </a:ext>
              </a:extLst>
            </p:cNvPr>
            <p:cNvGrpSpPr/>
            <p:nvPr/>
          </p:nvGrpSpPr>
          <p:grpSpPr>
            <a:xfrm>
              <a:off x="1738516" y="674360"/>
              <a:ext cx="4094211" cy="3897640"/>
              <a:chOff x="1738516" y="674360"/>
              <a:chExt cx="4094211" cy="3897640"/>
            </a:xfrm>
          </p:grpSpPr>
          <p:sp>
            <p:nvSpPr>
              <p:cNvPr id="10193" name="rc4">
                <a:extLst>
                  <a:ext uri="{FF2B5EF4-FFF2-40B4-BE49-F238E27FC236}">
                    <a16:creationId xmlns:a16="http://schemas.microsoft.com/office/drawing/2014/main" id="{27972BE9-70EA-85A6-9F80-059BF9AE7A70}"/>
                  </a:ext>
                </a:extLst>
              </p:cNvPr>
              <p:cNvSpPr/>
              <p:nvPr/>
            </p:nvSpPr>
            <p:spPr>
              <a:xfrm>
                <a:off x="1939671" y="914400"/>
                <a:ext cx="3893056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4" name="rc5">
                <a:extLst>
                  <a:ext uri="{FF2B5EF4-FFF2-40B4-BE49-F238E27FC236}">
                    <a16:creationId xmlns:a16="http://schemas.microsoft.com/office/drawing/2014/main" id="{E5C1725C-7A25-1B40-763F-2D06333C126C}"/>
                  </a:ext>
                </a:extLst>
              </p:cNvPr>
              <p:cNvSpPr/>
              <p:nvPr/>
            </p:nvSpPr>
            <p:spPr>
              <a:xfrm>
                <a:off x="2485887" y="1464512"/>
                <a:ext cx="2492223" cy="2705747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5" name="pl6">
                <a:extLst>
                  <a:ext uri="{FF2B5EF4-FFF2-40B4-BE49-F238E27FC236}">
                    <a16:creationId xmlns:a16="http://schemas.microsoft.com/office/drawing/2014/main" id="{0F8E11D8-74D4-D79D-CB5C-48E4AE9E31B6}"/>
                  </a:ext>
                </a:extLst>
              </p:cNvPr>
              <p:cNvSpPr/>
              <p:nvPr/>
            </p:nvSpPr>
            <p:spPr>
              <a:xfrm>
                <a:off x="2599170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6" name="pl7">
                <a:extLst>
                  <a:ext uri="{FF2B5EF4-FFF2-40B4-BE49-F238E27FC236}">
                    <a16:creationId xmlns:a16="http://schemas.microsoft.com/office/drawing/2014/main" id="{FF79D3C5-9765-CF61-B5FF-0B2AB3BFD856}"/>
                  </a:ext>
                </a:extLst>
              </p:cNvPr>
              <p:cNvSpPr/>
              <p:nvPr/>
            </p:nvSpPr>
            <p:spPr>
              <a:xfrm>
                <a:off x="2976779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7" name="pl8">
                <a:extLst>
                  <a:ext uri="{FF2B5EF4-FFF2-40B4-BE49-F238E27FC236}">
                    <a16:creationId xmlns:a16="http://schemas.microsoft.com/office/drawing/2014/main" id="{9DC5B278-93AF-3229-E69E-1C19FB8DFBBB}"/>
                  </a:ext>
                </a:extLst>
              </p:cNvPr>
              <p:cNvSpPr/>
              <p:nvPr/>
            </p:nvSpPr>
            <p:spPr>
              <a:xfrm>
                <a:off x="3354389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8" name="pl9">
                <a:extLst>
                  <a:ext uri="{FF2B5EF4-FFF2-40B4-BE49-F238E27FC236}">
                    <a16:creationId xmlns:a16="http://schemas.microsoft.com/office/drawing/2014/main" id="{883D7734-B2CA-4503-D308-9FFB4A7D9414}"/>
                  </a:ext>
                </a:extLst>
              </p:cNvPr>
              <p:cNvSpPr/>
              <p:nvPr/>
            </p:nvSpPr>
            <p:spPr>
              <a:xfrm>
                <a:off x="3731998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9" name="pl10">
                <a:extLst>
                  <a:ext uri="{FF2B5EF4-FFF2-40B4-BE49-F238E27FC236}">
                    <a16:creationId xmlns:a16="http://schemas.microsoft.com/office/drawing/2014/main" id="{5ACBDA0D-A883-9820-B35E-CE1ADC0A7CFF}"/>
                  </a:ext>
                </a:extLst>
              </p:cNvPr>
              <p:cNvSpPr/>
              <p:nvPr/>
            </p:nvSpPr>
            <p:spPr>
              <a:xfrm>
                <a:off x="4109608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0" name="pl11">
                <a:extLst>
                  <a:ext uri="{FF2B5EF4-FFF2-40B4-BE49-F238E27FC236}">
                    <a16:creationId xmlns:a16="http://schemas.microsoft.com/office/drawing/2014/main" id="{1A3E31EF-7163-B499-8E02-C713EBC81232}"/>
                  </a:ext>
                </a:extLst>
              </p:cNvPr>
              <p:cNvSpPr/>
              <p:nvPr/>
            </p:nvSpPr>
            <p:spPr>
              <a:xfrm>
                <a:off x="4487218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1" name="pl12">
                <a:extLst>
                  <a:ext uri="{FF2B5EF4-FFF2-40B4-BE49-F238E27FC236}">
                    <a16:creationId xmlns:a16="http://schemas.microsoft.com/office/drawing/2014/main" id="{B9265316-9EDE-6CDB-57FC-CEB3BF494BE2}"/>
                  </a:ext>
                </a:extLst>
              </p:cNvPr>
              <p:cNvSpPr/>
              <p:nvPr/>
            </p:nvSpPr>
            <p:spPr>
              <a:xfrm>
                <a:off x="4864827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2" name="pl13">
                <a:extLst>
                  <a:ext uri="{FF2B5EF4-FFF2-40B4-BE49-F238E27FC236}">
                    <a16:creationId xmlns:a16="http://schemas.microsoft.com/office/drawing/2014/main" id="{4DAF4130-362E-6EEE-EDDC-C5C9B960630E}"/>
                  </a:ext>
                </a:extLst>
              </p:cNvPr>
              <p:cNvSpPr/>
              <p:nvPr/>
            </p:nvSpPr>
            <p:spPr>
              <a:xfrm>
                <a:off x="2485887" y="404727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3" name="pl14">
                <a:extLst>
                  <a:ext uri="{FF2B5EF4-FFF2-40B4-BE49-F238E27FC236}">
                    <a16:creationId xmlns:a16="http://schemas.microsoft.com/office/drawing/2014/main" id="{AAD32057-AE9A-6B18-B651-88031A372595}"/>
                  </a:ext>
                </a:extLst>
              </p:cNvPr>
              <p:cNvSpPr/>
              <p:nvPr/>
            </p:nvSpPr>
            <p:spPr>
              <a:xfrm>
                <a:off x="2485887" y="3695875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4" name="pl15">
                <a:extLst>
                  <a:ext uri="{FF2B5EF4-FFF2-40B4-BE49-F238E27FC236}">
                    <a16:creationId xmlns:a16="http://schemas.microsoft.com/office/drawing/2014/main" id="{1EFE50DF-A051-9163-EE48-E986AB5DB538}"/>
                  </a:ext>
                </a:extLst>
              </p:cNvPr>
              <p:cNvSpPr/>
              <p:nvPr/>
            </p:nvSpPr>
            <p:spPr>
              <a:xfrm>
                <a:off x="2485887" y="3344479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5" name="pl16">
                <a:extLst>
                  <a:ext uri="{FF2B5EF4-FFF2-40B4-BE49-F238E27FC236}">
                    <a16:creationId xmlns:a16="http://schemas.microsoft.com/office/drawing/2014/main" id="{1BDB51A3-F431-AD3C-3219-3DDEF6316DEE}"/>
                  </a:ext>
                </a:extLst>
              </p:cNvPr>
              <p:cNvSpPr/>
              <p:nvPr/>
            </p:nvSpPr>
            <p:spPr>
              <a:xfrm>
                <a:off x="2485887" y="2993084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6" name="pl17">
                <a:extLst>
                  <a:ext uri="{FF2B5EF4-FFF2-40B4-BE49-F238E27FC236}">
                    <a16:creationId xmlns:a16="http://schemas.microsoft.com/office/drawing/2014/main" id="{C40346BE-9163-1583-95C2-1FBF2B06E202}"/>
                  </a:ext>
                </a:extLst>
              </p:cNvPr>
              <p:cNvSpPr/>
              <p:nvPr/>
            </p:nvSpPr>
            <p:spPr>
              <a:xfrm>
                <a:off x="2485887" y="2641688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7" name="pl18">
                <a:extLst>
                  <a:ext uri="{FF2B5EF4-FFF2-40B4-BE49-F238E27FC236}">
                    <a16:creationId xmlns:a16="http://schemas.microsoft.com/office/drawing/2014/main" id="{2DFA0958-40D6-D146-4C2A-421C822B1369}"/>
                  </a:ext>
                </a:extLst>
              </p:cNvPr>
              <p:cNvSpPr/>
              <p:nvPr/>
            </p:nvSpPr>
            <p:spPr>
              <a:xfrm>
                <a:off x="2485887" y="2290292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8" name="pl19">
                <a:extLst>
                  <a:ext uri="{FF2B5EF4-FFF2-40B4-BE49-F238E27FC236}">
                    <a16:creationId xmlns:a16="http://schemas.microsoft.com/office/drawing/2014/main" id="{F92B150C-60AB-E947-6423-284F6D1ABDED}"/>
                  </a:ext>
                </a:extLst>
              </p:cNvPr>
              <p:cNvSpPr/>
              <p:nvPr/>
            </p:nvSpPr>
            <p:spPr>
              <a:xfrm>
                <a:off x="2485887" y="1938896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9" name="pl20">
                <a:extLst>
                  <a:ext uri="{FF2B5EF4-FFF2-40B4-BE49-F238E27FC236}">
                    <a16:creationId xmlns:a16="http://schemas.microsoft.com/office/drawing/2014/main" id="{D167C7CF-63E0-C640-C73C-172205E347FF}"/>
                  </a:ext>
                </a:extLst>
              </p:cNvPr>
              <p:cNvSpPr/>
              <p:nvPr/>
            </p:nvSpPr>
            <p:spPr>
              <a:xfrm>
                <a:off x="2485887" y="158750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0" name="ph21">
                <a:extLst>
                  <a:ext uri="{FF2B5EF4-FFF2-40B4-BE49-F238E27FC236}">
                    <a16:creationId xmlns:a16="http://schemas.microsoft.com/office/drawing/2014/main" id="{45C96D73-0320-AF14-C35A-93C4E557CA1B}"/>
                  </a:ext>
                </a:extLst>
              </p:cNvPr>
              <p:cNvSpPr/>
              <p:nvPr/>
            </p:nvSpPr>
            <p:spPr>
              <a:xfrm>
                <a:off x="2619374" y="2853013"/>
                <a:ext cx="914399" cy="91477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776">
                    <a:moveTo>
                      <a:pt x="914399" y="914400"/>
                    </a:moveTo>
                    <a:lnTo>
                      <a:pt x="914399" y="914776"/>
                    </a:lnTo>
                    <a:lnTo>
                      <a:pt x="913595" y="914554"/>
                    </a:lnTo>
                    <a:lnTo>
                      <a:pt x="913038" y="914400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1" name="ph22">
                <a:extLst>
                  <a:ext uri="{FF2B5EF4-FFF2-40B4-BE49-F238E27FC236}">
                    <a16:creationId xmlns:a16="http://schemas.microsoft.com/office/drawing/2014/main" id="{62EEEE48-26F4-C7E8-0D70-B310E2C23B65}"/>
                  </a:ext>
                </a:extLst>
              </p:cNvPr>
              <p:cNvSpPr/>
              <p:nvPr/>
            </p:nvSpPr>
            <p:spPr>
              <a:xfrm>
                <a:off x="2619374" y="2853013"/>
                <a:ext cx="923840" cy="9173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38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22" y="917386"/>
                    </a:lnTo>
                    <a:lnTo>
                      <a:pt x="922544" y="917032"/>
                    </a:lnTo>
                    <a:lnTo>
                      <a:pt x="921266" y="916677"/>
                    </a:lnTo>
                    <a:lnTo>
                      <a:pt x="919987" y="916323"/>
                    </a:lnTo>
                    <a:lnTo>
                      <a:pt x="918709" y="915969"/>
                    </a:lnTo>
                    <a:lnTo>
                      <a:pt x="917431" y="915615"/>
                    </a:lnTo>
                    <a:lnTo>
                      <a:pt x="916152" y="915261"/>
                    </a:lnTo>
                    <a:lnTo>
                      <a:pt x="914873" y="914907"/>
                    </a:lnTo>
                    <a:lnTo>
                      <a:pt x="914399" y="914776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2" name="ph23">
                <a:extLst>
                  <a:ext uri="{FF2B5EF4-FFF2-40B4-BE49-F238E27FC236}">
                    <a16:creationId xmlns:a16="http://schemas.microsoft.com/office/drawing/2014/main" id="{1074FA42-F1E0-DE47-799B-6FDB065E2B21}"/>
                  </a:ext>
                </a:extLst>
              </p:cNvPr>
              <p:cNvSpPr/>
              <p:nvPr/>
            </p:nvSpPr>
            <p:spPr>
              <a:xfrm>
                <a:off x="2628814" y="2853013"/>
                <a:ext cx="923840" cy="920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0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015"/>
                    </a:lnTo>
                    <a:lnTo>
                      <a:pt x="923327" y="919872"/>
                    </a:lnTo>
                    <a:lnTo>
                      <a:pt x="922049" y="919516"/>
                    </a:lnTo>
                    <a:lnTo>
                      <a:pt x="920771" y="919161"/>
                    </a:lnTo>
                    <a:lnTo>
                      <a:pt x="919494" y="918806"/>
                    </a:lnTo>
                    <a:lnTo>
                      <a:pt x="918216" y="918451"/>
                    </a:lnTo>
                    <a:lnTo>
                      <a:pt x="916938" y="918096"/>
                    </a:lnTo>
                    <a:lnTo>
                      <a:pt x="915660" y="917741"/>
                    </a:lnTo>
                    <a:lnTo>
                      <a:pt x="914400" y="917391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3" name="ph24">
                <a:extLst>
                  <a:ext uri="{FF2B5EF4-FFF2-40B4-BE49-F238E27FC236}">
                    <a16:creationId xmlns:a16="http://schemas.microsoft.com/office/drawing/2014/main" id="{1DE28766-E37F-43BC-756C-9D2B66AF2C15}"/>
                  </a:ext>
                </a:extLst>
              </p:cNvPr>
              <p:cNvSpPr/>
              <p:nvPr/>
            </p:nvSpPr>
            <p:spPr>
              <a:xfrm>
                <a:off x="2638254" y="2853013"/>
                <a:ext cx="923840" cy="92264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64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646"/>
                    </a:lnTo>
                    <a:lnTo>
                      <a:pt x="922829" y="922364"/>
                    </a:lnTo>
                    <a:lnTo>
                      <a:pt x="921551" y="922007"/>
                    </a:lnTo>
                    <a:lnTo>
                      <a:pt x="920274" y="921651"/>
                    </a:lnTo>
                    <a:lnTo>
                      <a:pt x="918997" y="921295"/>
                    </a:lnTo>
                    <a:lnTo>
                      <a:pt x="917719" y="920939"/>
                    </a:lnTo>
                    <a:lnTo>
                      <a:pt x="916442" y="920583"/>
                    </a:lnTo>
                    <a:lnTo>
                      <a:pt x="915164" y="920227"/>
                    </a:lnTo>
                    <a:lnTo>
                      <a:pt x="914400" y="920015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4" name="ph25">
                <a:extLst>
                  <a:ext uri="{FF2B5EF4-FFF2-40B4-BE49-F238E27FC236}">
                    <a16:creationId xmlns:a16="http://schemas.microsoft.com/office/drawing/2014/main" id="{4812C48A-C4BE-6225-2E38-384D2A502E6C}"/>
                  </a:ext>
                </a:extLst>
              </p:cNvPr>
              <p:cNvSpPr/>
              <p:nvPr/>
            </p:nvSpPr>
            <p:spPr>
              <a:xfrm>
                <a:off x="2647694" y="2853013"/>
                <a:ext cx="923840" cy="9252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2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286"/>
                    </a:lnTo>
                    <a:lnTo>
                      <a:pt x="923604" y="925220"/>
                    </a:lnTo>
                    <a:lnTo>
                      <a:pt x="922327" y="924862"/>
                    </a:lnTo>
                    <a:lnTo>
                      <a:pt x="921050" y="924505"/>
                    </a:lnTo>
                    <a:lnTo>
                      <a:pt x="919774" y="924148"/>
                    </a:lnTo>
                    <a:lnTo>
                      <a:pt x="918497" y="923791"/>
                    </a:lnTo>
                    <a:lnTo>
                      <a:pt x="917220" y="923434"/>
                    </a:lnTo>
                    <a:lnTo>
                      <a:pt x="915943" y="923077"/>
                    </a:lnTo>
                    <a:lnTo>
                      <a:pt x="914666" y="922720"/>
                    </a:lnTo>
                    <a:lnTo>
                      <a:pt x="914400" y="922646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5" name="ph26">
                <a:extLst>
                  <a:ext uri="{FF2B5EF4-FFF2-40B4-BE49-F238E27FC236}">
                    <a16:creationId xmlns:a16="http://schemas.microsoft.com/office/drawing/2014/main" id="{65CD7C66-9B03-D12E-0342-9EC186CEA31C}"/>
                  </a:ext>
                </a:extLst>
              </p:cNvPr>
              <p:cNvSpPr/>
              <p:nvPr/>
            </p:nvSpPr>
            <p:spPr>
              <a:xfrm>
                <a:off x="2657135" y="2853013"/>
                <a:ext cx="923840" cy="9279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9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934"/>
                    </a:lnTo>
                    <a:lnTo>
                      <a:pt x="923099" y="927726"/>
                    </a:lnTo>
                    <a:lnTo>
                      <a:pt x="921822" y="927367"/>
                    </a:lnTo>
                    <a:lnTo>
                      <a:pt x="920546" y="927009"/>
                    </a:lnTo>
                    <a:lnTo>
                      <a:pt x="919270" y="926651"/>
                    </a:lnTo>
                    <a:lnTo>
                      <a:pt x="917993" y="926293"/>
                    </a:lnTo>
                    <a:lnTo>
                      <a:pt x="916717" y="925935"/>
                    </a:lnTo>
                    <a:lnTo>
                      <a:pt x="915440" y="925577"/>
                    </a:lnTo>
                    <a:lnTo>
                      <a:pt x="914400" y="925286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6" name="ph27">
                <a:extLst>
                  <a:ext uri="{FF2B5EF4-FFF2-40B4-BE49-F238E27FC236}">
                    <a16:creationId xmlns:a16="http://schemas.microsoft.com/office/drawing/2014/main" id="{F43D3E2C-2204-AFDA-4FC7-45F3245582FF}"/>
                  </a:ext>
                </a:extLst>
              </p:cNvPr>
              <p:cNvSpPr/>
              <p:nvPr/>
            </p:nvSpPr>
            <p:spPr>
              <a:xfrm>
                <a:off x="2666575" y="2853013"/>
                <a:ext cx="923840" cy="9304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1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413"/>
                    </a:lnTo>
                    <a:lnTo>
                      <a:pt x="920358" y="929609"/>
                    </a:lnTo>
                    <a:lnTo>
                      <a:pt x="920040" y="929520"/>
                    </a:lnTo>
                    <a:lnTo>
                      <a:pt x="918763" y="929160"/>
                    </a:lnTo>
                    <a:lnTo>
                      <a:pt x="917487" y="928801"/>
                    </a:lnTo>
                    <a:lnTo>
                      <a:pt x="916211" y="928443"/>
                    </a:lnTo>
                    <a:lnTo>
                      <a:pt x="914935" y="928084"/>
                    </a:lnTo>
                    <a:lnTo>
                      <a:pt x="914400" y="927934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7" name="ph28">
                <a:extLst>
                  <a:ext uri="{FF2B5EF4-FFF2-40B4-BE49-F238E27FC236}">
                    <a16:creationId xmlns:a16="http://schemas.microsoft.com/office/drawing/2014/main" id="{C7E2E0A5-8500-914C-6547-9E9EC6715F55}"/>
                  </a:ext>
                </a:extLst>
              </p:cNvPr>
              <p:cNvSpPr/>
              <p:nvPr/>
            </p:nvSpPr>
            <p:spPr>
              <a:xfrm>
                <a:off x="2676015" y="2853013"/>
                <a:ext cx="923840" cy="93180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0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809"/>
                    </a:lnTo>
                    <a:lnTo>
                      <a:pt x="922946" y="931782"/>
                    </a:lnTo>
                    <a:lnTo>
                      <a:pt x="916917" y="930994"/>
                    </a:lnTo>
                    <a:lnTo>
                      <a:pt x="914400" y="930413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8" name="ph29">
                <a:extLst>
                  <a:ext uri="{FF2B5EF4-FFF2-40B4-BE49-F238E27FC236}">
                    <a16:creationId xmlns:a16="http://schemas.microsoft.com/office/drawing/2014/main" id="{182C8DE7-860B-B7B3-7404-879D630549A6}"/>
                  </a:ext>
                </a:extLst>
              </p:cNvPr>
              <p:cNvSpPr/>
              <p:nvPr/>
            </p:nvSpPr>
            <p:spPr>
              <a:xfrm>
                <a:off x="2685455" y="28530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76"/>
                    </a:lnTo>
                    <a:lnTo>
                      <a:pt x="919550" y="931969"/>
                    </a:lnTo>
                    <a:lnTo>
                      <a:pt x="914400" y="93180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9" name="ph30">
                <a:extLst>
                  <a:ext uri="{FF2B5EF4-FFF2-40B4-BE49-F238E27FC236}">
                    <a16:creationId xmlns:a16="http://schemas.microsoft.com/office/drawing/2014/main" id="{6AFB7CFE-E907-61AC-B582-7A05C35D4606}"/>
                  </a:ext>
                </a:extLst>
              </p:cNvPr>
              <p:cNvSpPr/>
              <p:nvPr/>
            </p:nvSpPr>
            <p:spPr>
              <a:xfrm>
                <a:off x="2694896" y="2853013"/>
                <a:ext cx="923840" cy="93167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7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096"/>
                    </a:lnTo>
                    <a:lnTo>
                      <a:pt x="922170" y="930545"/>
                    </a:lnTo>
                    <a:lnTo>
                      <a:pt x="916150" y="931557"/>
                    </a:lnTo>
                    <a:lnTo>
                      <a:pt x="914399" y="931676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0" name="ph31">
                <a:extLst>
                  <a:ext uri="{FF2B5EF4-FFF2-40B4-BE49-F238E27FC236}">
                    <a16:creationId xmlns:a16="http://schemas.microsoft.com/office/drawing/2014/main" id="{86AE97CC-8A37-59EB-5902-5C6E1FF200BF}"/>
                  </a:ext>
                </a:extLst>
              </p:cNvPr>
              <p:cNvSpPr/>
              <p:nvPr/>
            </p:nvSpPr>
            <p:spPr>
              <a:xfrm>
                <a:off x="2704336" y="2853013"/>
                <a:ext cx="923840" cy="93009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09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299"/>
                    </a:lnTo>
                    <a:lnTo>
                      <a:pt x="922976" y="927575"/>
                    </a:lnTo>
                    <a:lnTo>
                      <a:pt x="921556" y="928029"/>
                    </a:lnTo>
                    <a:lnTo>
                      <a:pt x="920136" y="928482"/>
                    </a:lnTo>
                    <a:lnTo>
                      <a:pt x="918712" y="928937"/>
                    </a:lnTo>
                    <a:lnTo>
                      <a:pt x="914400" y="930096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1" name="ph32">
                <a:extLst>
                  <a:ext uri="{FF2B5EF4-FFF2-40B4-BE49-F238E27FC236}">
                    <a16:creationId xmlns:a16="http://schemas.microsoft.com/office/drawing/2014/main" id="{97933C99-0BCE-BF96-D37B-0CBBB3E36586}"/>
                  </a:ext>
                </a:extLst>
              </p:cNvPr>
              <p:cNvSpPr/>
              <p:nvPr/>
            </p:nvSpPr>
            <p:spPr>
              <a:xfrm>
                <a:off x="2713776" y="2853013"/>
                <a:ext cx="923840" cy="9272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29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4290"/>
                    </a:lnTo>
                    <a:lnTo>
                      <a:pt x="923478" y="924405"/>
                    </a:lnTo>
                    <a:lnTo>
                      <a:pt x="922058" y="924857"/>
                    </a:lnTo>
                    <a:lnTo>
                      <a:pt x="920637" y="925310"/>
                    </a:lnTo>
                    <a:lnTo>
                      <a:pt x="919217" y="925763"/>
                    </a:lnTo>
                    <a:lnTo>
                      <a:pt x="917796" y="926215"/>
                    </a:lnTo>
                    <a:lnTo>
                      <a:pt x="916376" y="926668"/>
                    </a:lnTo>
                    <a:lnTo>
                      <a:pt x="914956" y="927122"/>
                    </a:lnTo>
                    <a:lnTo>
                      <a:pt x="914399" y="92729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2" name="ph33">
                <a:extLst>
                  <a:ext uri="{FF2B5EF4-FFF2-40B4-BE49-F238E27FC236}">
                    <a16:creationId xmlns:a16="http://schemas.microsoft.com/office/drawing/2014/main" id="{E115BDB7-7668-A378-0315-83E12D75C39C}"/>
                  </a:ext>
                </a:extLst>
              </p:cNvPr>
              <p:cNvSpPr/>
              <p:nvPr/>
            </p:nvSpPr>
            <p:spPr>
              <a:xfrm>
                <a:off x="2723216" y="2853013"/>
                <a:ext cx="923840" cy="9242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29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1289"/>
                    </a:lnTo>
                    <a:lnTo>
                      <a:pt x="922564" y="921694"/>
                    </a:lnTo>
                    <a:lnTo>
                      <a:pt x="921143" y="922145"/>
                    </a:lnTo>
                    <a:lnTo>
                      <a:pt x="919722" y="922597"/>
                    </a:lnTo>
                    <a:lnTo>
                      <a:pt x="918301" y="923049"/>
                    </a:lnTo>
                    <a:lnTo>
                      <a:pt x="916880" y="923501"/>
                    </a:lnTo>
                    <a:lnTo>
                      <a:pt x="915459" y="923953"/>
                    </a:lnTo>
                    <a:lnTo>
                      <a:pt x="914400" y="92429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3" name="ph34">
                <a:extLst>
                  <a:ext uri="{FF2B5EF4-FFF2-40B4-BE49-F238E27FC236}">
                    <a16:creationId xmlns:a16="http://schemas.microsoft.com/office/drawing/2014/main" id="{F1691DA9-EA21-7133-8E76-7EB33A0E57EA}"/>
                  </a:ext>
                </a:extLst>
              </p:cNvPr>
              <p:cNvSpPr/>
              <p:nvPr/>
            </p:nvSpPr>
            <p:spPr>
              <a:xfrm>
                <a:off x="2732656" y="2853013"/>
                <a:ext cx="923840" cy="9212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28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8297"/>
                    </a:lnTo>
                    <a:lnTo>
                      <a:pt x="923075" y="918539"/>
                    </a:lnTo>
                    <a:lnTo>
                      <a:pt x="921653" y="918989"/>
                    </a:lnTo>
                    <a:lnTo>
                      <a:pt x="920231" y="919439"/>
                    </a:lnTo>
                    <a:lnTo>
                      <a:pt x="918810" y="919890"/>
                    </a:lnTo>
                    <a:lnTo>
                      <a:pt x="917388" y="920341"/>
                    </a:lnTo>
                    <a:lnTo>
                      <a:pt x="915967" y="920792"/>
                    </a:lnTo>
                    <a:lnTo>
                      <a:pt x="914545" y="921243"/>
                    </a:lnTo>
                    <a:lnTo>
                      <a:pt x="914399" y="92128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4" name="ph35">
                <a:extLst>
                  <a:ext uri="{FF2B5EF4-FFF2-40B4-BE49-F238E27FC236}">
                    <a16:creationId xmlns:a16="http://schemas.microsoft.com/office/drawing/2014/main" id="{F16C61BA-6425-D41D-DFCF-13947B4C2AD0}"/>
                  </a:ext>
                </a:extLst>
              </p:cNvPr>
              <p:cNvSpPr/>
              <p:nvPr/>
            </p:nvSpPr>
            <p:spPr>
              <a:xfrm>
                <a:off x="2742097" y="2853013"/>
                <a:ext cx="923840" cy="9182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313"/>
                    </a:lnTo>
                    <a:lnTo>
                      <a:pt x="923591" y="915391"/>
                    </a:lnTo>
                    <a:lnTo>
                      <a:pt x="922168" y="915841"/>
                    </a:lnTo>
                    <a:lnTo>
                      <a:pt x="920746" y="916290"/>
                    </a:lnTo>
                    <a:lnTo>
                      <a:pt x="919323" y="916739"/>
                    </a:lnTo>
                    <a:lnTo>
                      <a:pt x="917901" y="917189"/>
                    </a:lnTo>
                    <a:lnTo>
                      <a:pt x="916479" y="917639"/>
                    </a:lnTo>
                    <a:lnTo>
                      <a:pt x="915057" y="918089"/>
                    </a:lnTo>
                    <a:lnTo>
                      <a:pt x="914400" y="918297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5" name="ph36">
                <a:extLst>
                  <a:ext uri="{FF2B5EF4-FFF2-40B4-BE49-F238E27FC236}">
                    <a16:creationId xmlns:a16="http://schemas.microsoft.com/office/drawing/2014/main" id="{3A017E60-C480-6E7A-C2A9-57DF36A0BC59}"/>
                  </a:ext>
                </a:extLst>
              </p:cNvPr>
              <p:cNvSpPr/>
              <p:nvPr/>
            </p:nvSpPr>
            <p:spPr>
              <a:xfrm>
                <a:off x="2751537" y="2853013"/>
                <a:ext cx="917295" cy="915313"/>
              </a:xfrm>
              <a:custGeom>
                <a:avLst/>
                <a:gdLst/>
                <a:ahLst/>
                <a:cxnLst/>
                <a:rect l="0" t="0" r="0" b="0"/>
                <a:pathLst>
                  <a:path w="917295" h="915313">
                    <a:moveTo>
                      <a:pt x="914400" y="914400"/>
                    </a:moveTo>
                    <a:lnTo>
                      <a:pt x="917295" y="914400"/>
                    </a:lnTo>
                    <a:lnTo>
                      <a:pt x="916996" y="914494"/>
                    </a:lnTo>
                    <a:lnTo>
                      <a:pt x="915573" y="914943"/>
                    </a:lnTo>
                    <a:lnTo>
                      <a:pt x="914400" y="915313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6" name="ph37">
                <a:extLst>
                  <a:ext uri="{FF2B5EF4-FFF2-40B4-BE49-F238E27FC236}">
                    <a16:creationId xmlns:a16="http://schemas.microsoft.com/office/drawing/2014/main" id="{32B47CD9-AA71-2047-9C33-431091349C18}"/>
                  </a:ext>
                </a:extLst>
              </p:cNvPr>
              <p:cNvSpPr/>
              <p:nvPr/>
            </p:nvSpPr>
            <p:spPr>
              <a:xfrm>
                <a:off x="2827059" y="2853013"/>
                <a:ext cx="914399" cy="915533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533">
                    <a:moveTo>
                      <a:pt x="914399" y="914400"/>
                    </a:moveTo>
                    <a:lnTo>
                      <a:pt x="914399" y="915533"/>
                    </a:lnTo>
                    <a:lnTo>
                      <a:pt x="911778" y="915324"/>
                    </a:lnTo>
                    <a:lnTo>
                      <a:pt x="906980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7" name="ph38">
                <a:extLst>
                  <a:ext uri="{FF2B5EF4-FFF2-40B4-BE49-F238E27FC236}">
                    <a16:creationId xmlns:a16="http://schemas.microsoft.com/office/drawing/2014/main" id="{4370E054-7828-A9BF-2EC9-D25B18BF06CB}"/>
                  </a:ext>
                </a:extLst>
              </p:cNvPr>
              <p:cNvSpPr/>
              <p:nvPr/>
            </p:nvSpPr>
            <p:spPr>
              <a:xfrm>
                <a:off x="2827059" y="2853013"/>
                <a:ext cx="923840" cy="9158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8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5698"/>
                    </a:lnTo>
                    <a:lnTo>
                      <a:pt x="918607" y="915869"/>
                    </a:lnTo>
                    <a:lnTo>
                      <a:pt x="914399" y="915533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8" name="ph39">
                <a:extLst>
                  <a:ext uri="{FF2B5EF4-FFF2-40B4-BE49-F238E27FC236}">
                    <a16:creationId xmlns:a16="http://schemas.microsoft.com/office/drawing/2014/main" id="{5A1BDF34-22FD-3EE0-1255-3F7642DB0B19}"/>
                  </a:ext>
                </a:extLst>
              </p:cNvPr>
              <p:cNvSpPr/>
              <p:nvPr/>
            </p:nvSpPr>
            <p:spPr>
              <a:xfrm>
                <a:off x="2836499" y="2853013"/>
                <a:ext cx="923840" cy="91569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69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51"/>
                    </a:lnTo>
                    <a:lnTo>
                      <a:pt x="922611" y="915060"/>
                    </a:lnTo>
                    <a:lnTo>
                      <a:pt x="920409" y="915255"/>
                    </a:lnTo>
                    <a:lnTo>
                      <a:pt x="918208" y="915450"/>
                    </a:lnTo>
                    <a:lnTo>
                      <a:pt x="916001" y="915646"/>
                    </a:lnTo>
                    <a:lnTo>
                      <a:pt x="914400" y="91569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9" name="ph40">
                <a:extLst>
                  <a:ext uri="{FF2B5EF4-FFF2-40B4-BE49-F238E27FC236}">
                    <a16:creationId xmlns:a16="http://schemas.microsoft.com/office/drawing/2014/main" id="{D9836BDA-0EDA-4931-9ED6-FF6B281A173A}"/>
                  </a:ext>
                </a:extLst>
              </p:cNvPr>
              <p:cNvSpPr/>
              <p:nvPr/>
            </p:nvSpPr>
            <p:spPr>
              <a:xfrm>
                <a:off x="2845939" y="2853013"/>
                <a:ext cx="920667" cy="914951"/>
              </a:xfrm>
              <a:custGeom>
                <a:avLst/>
                <a:gdLst/>
                <a:ahLst/>
                <a:cxnLst/>
                <a:rect l="0" t="0" r="0" b="0"/>
                <a:pathLst>
                  <a:path w="920667" h="914951">
                    <a:moveTo>
                      <a:pt x="914400" y="914400"/>
                    </a:moveTo>
                    <a:lnTo>
                      <a:pt x="920667" y="914400"/>
                    </a:lnTo>
                    <a:lnTo>
                      <a:pt x="919776" y="914478"/>
                    </a:lnTo>
                    <a:lnTo>
                      <a:pt x="917574" y="914671"/>
                    </a:lnTo>
                    <a:lnTo>
                      <a:pt x="915372" y="914865"/>
                    </a:lnTo>
                    <a:lnTo>
                      <a:pt x="914400" y="914951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0" name="ph41">
                <a:extLst>
                  <a:ext uri="{FF2B5EF4-FFF2-40B4-BE49-F238E27FC236}">
                    <a16:creationId xmlns:a16="http://schemas.microsoft.com/office/drawing/2014/main" id="{D2AA58F7-7319-AA55-0788-F5E99CB416ED}"/>
                  </a:ext>
                </a:extLst>
              </p:cNvPr>
              <p:cNvSpPr/>
              <p:nvPr/>
            </p:nvSpPr>
            <p:spPr>
              <a:xfrm>
                <a:off x="2572172" y="2835444"/>
                <a:ext cx="914400" cy="9163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302">
                    <a:moveTo>
                      <a:pt x="914400" y="914400"/>
                    </a:moveTo>
                    <a:lnTo>
                      <a:pt x="914400" y="916302"/>
                    </a:lnTo>
                    <a:lnTo>
                      <a:pt x="911402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1" name="ph42">
                <a:extLst>
                  <a:ext uri="{FF2B5EF4-FFF2-40B4-BE49-F238E27FC236}">
                    <a16:creationId xmlns:a16="http://schemas.microsoft.com/office/drawing/2014/main" id="{66F355D1-2967-C9DC-6376-7ED6E272B472}"/>
                  </a:ext>
                </a:extLst>
              </p:cNvPr>
              <p:cNvSpPr/>
              <p:nvPr/>
            </p:nvSpPr>
            <p:spPr>
              <a:xfrm>
                <a:off x="2572172" y="2835444"/>
                <a:ext cx="923840" cy="92117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17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1175"/>
                    </a:lnTo>
                    <a:lnTo>
                      <a:pt x="921386" y="920132"/>
                    </a:lnTo>
                    <a:lnTo>
                      <a:pt x="915703" y="917130"/>
                    </a:lnTo>
                    <a:lnTo>
                      <a:pt x="914400" y="916302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2" name="ph43">
                <a:extLst>
                  <a:ext uri="{FF2B5EF4-FFF2-40B4-BE49-F238E27FC236}">
                    <a16:creationId xmlns:a16="http://schemas.microsoft.com/office/drawing/2014/main" id="{6EEDC174-0F2F-5C9D-232C-2470C126A2A3}"/>
                  </a:ext>
                </a:extLst>
              </p:cNvPr>
              <p:cNvSpPr/>
              <p:nvPr/>
            </p:nvSpPr>
            <p:spPr>
              <a:xfrm>
                <a:off x="2581613" y="2835444"/>
                <a:ext cx="923840" cy="92455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5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50"/>
                    </a:lnTo>
                    <a:lnTo>
                      <a:pt x="923526" y="924464"/>
                    </a:lnTo>
                    <a:lnTo>
                      <a:pt x="917706" y="922579"/>
                    </a:lnTo>
                    <a:lnTo>
                      <a:pt x="914400" y="921175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3" name="ph44">
                <a:extLst>
                  <a:ext uri="{FF2B5EF4-FFF2-40B4-BE49-F238E27FC236}">
                    <a16:creationId xmlns:a16="http://schemas.microsoft.com/office/drawing/2014/main" id="{E9D5A4BE-5D57-F740-E56C-735A34FD2DF3}"/>
                  </a:ext>
                </a:extLst>
              </p:cNvPr>
              <p:cNvSpPr/>
              <p:nvPr/>
            </p:nvSpPr>
            <p:spPr>
              <a:xfrm>
                <a:off x="2591053" y="2835444"/>
                <a:ext cx="923840" cy="9271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140"/>
                    </a:lnTo>
                    <a:lnTo>
                      <a:pt x="923048" y="926923"/>
                    </a:lnTo>
                    <a:lnTo>
                      <a:pt x="921769" y="926571"/>
                    </a:lnTo>
                    <a:lnTo>
                      <a:pt x="920489" y="926220"/>
                    </a:lnTo>
                    <a:lnTo>
                      <a:pt x="919209" y="925869"/>
                    </a:lnTo>
                    <a:lnTo>
                      <a:pt x="917929" y="925517"/>
                    </a:lnTo>
                    <a:lnTo>
                      <a:pt x="916649" y="925166"/>
                    </a:lnTo>
                    <a:lnTo>
                      <a:pt x="915369" y="924815"/>
                    </a:lnTo>
                    <a:lnTo>
                      <a:pt x="914400" y="92455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4" name="ph45">
                <a:extLst>
                  <a:ext uri="{FF2B5EF4-FFF2-40B4-BE49-F238E27FC236}">
                    <a16:creationId xmlns:a16="http://schemas.microsoft.com/office/drawing/2014/main" id="{B2DF01A0-1E15-C9E5-DF3E-6552C38AE76D}"/>
                  </a:ext>
                </a:extLst>
              </p:cNvPr>
              <p:cNvSpPr/>
              <p:nvPr/>
            </p:nvSpPr>
            <p:spPr>
              <a:xfrm>
                <a:off x="2600493" y="2835444"/>
                <a:ext cx="923840" cy="92973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73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9739"/>
                    </a:lnTo>
                    <a:lnTo>
                      <a:pt x="923522" y="929651"/>
                    </a:lnTo>
                    <a:lnTo>
                      <a:pt x="923203" y="929563"/>
                    </a:lnTo>
                    <a:lnTo>
                      <a:pt x="923044" y="929512"/>
                    </a:lnTo>
                    <a:lnTo>
                      <a:pt x="922884" y="929476"/>
                    </a:lnTo>
                    <a:lnTo>
                      <a:pt x="922565" y="929388"/>
                    </a:lnTo>
                    <a:lnTo>
                      <a:pt x="921285" y="929035"/>
                    </a:lnTo>
                    <a:lnTo>
                      <a:pt x="920005" y="928682"/>
                    </a:lnTo>
                    <a:lnTo>
                      <a:pt x="918726" y="928330"/>
                    </a:lnTo>
                    <a:lnTo>
                      <a:pt x="917447" y="927978"/>
                    </a:lnTo>
                    <a:lnTo>
                      <a:pt x="916167" y="927626"/>
                    </a:lnTo>
                    <a:lnTo>
                      <a:pt x="914888" y="927274"/>
                    </a:lnTo>
                    <a:lnTo>
                      <a:pt x="914399" y="92714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5" name="ph46">
                <a:extLst>
                  <a:ext uri="{FF2B5EF4-FFF2-40B4-BE49-F238E27FC236}">
                    <a16:creationId xmlns:a16="http://schemas.microsoft.com/office/drawing/2014/main" id="{A146CC8E-C2C6-26EE-58B7-5A2AA51238A8}"/>
                  </a:ext>
                </a:extLst>
              </p:cNvPr>
              <p:cNvSpPr/>
              <p:nvPr/>
            </p:nvSpPr>
            <p:spPr>
              <a:xfrm>
                <a:off x="2609933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78" y="931969"/>
                    </a:lnTo>
                    <a:lnTo>
                      <a:pt x="921756" y="931770"/>
                    </a:lnTo>
                    <a:lnTo>
                      <a:pt x="920478" y="931417"/>
                    </a:lnTo>
                    <a:lnTo>
                      <a:pt x="919199" y="931063"/>
                    </a:lnTo>
                    <a:lnTo>
                      <a:pt x="917920" y="930710"/>
                    </a:lnTo>
                    <a:lnTo>
                      <a:pt x="916641" y="930357"/>
                    </a:lnTo>
                    <a:lnTo>
                      <a:pt x="915362" y="930004"/>
                    </a:lnTo>
                    <a:lnTo>
                      <a:pt x="914400" y="92973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6" name="ph47">
                <a:extLst>
                  <a:ext uri="{FF2B5EF4-FFF2-40B4-BE49-F238E27FC236}">
                    <a16:creationId xmlns:a16="http://schemas.microsoft.com/office/drawing/2014/main" id="{55F3658C-F81F-5DBC-4470-74315D6D44DE}"/>
                  </a:ext>
                </a:extLst>
              </p:cNvPr>
              <p:cNvSpPr/>
              <p:nvPr/>
            </p:nvSpPr>
            <p:spPr>
              <a:xfrm>
                <a:off x="261937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7" name="ph48">
                <a:extLst>
                  <a:ext uri="{FF2B5EF4-FFF2-40B4-BE49-F238E27FC236}">
                    <a16:creationId xmlns:a16="http://schemas.microsoft.com/office/drawing/2014/main" id="{1A38E8C0-DA07-A05C-904E-8BE0C51C8F42}"/>
                  </a:ext>
                </a:extLst>
              </p:cNvPr>
              <p:cNvSpPr/>
              <p:nvPr/>
            </p:nvSpPr>
            <p:spPr>
              <a:xfrm>
                <a:off x="262881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8" name="ph49">
                <a:extLst>
                  <a:ext uri="{FF2B5EF4-FFF2-40B4-BE49-F238E27FC236}">
                    <a16:creationId xmlns:a16="http://schemas.microsoft.com/office/drawing/2014/main" id="{0F18A5A8-882E-15E4-E115-2E05974A2745}"/>
                  </a:ext>
                </a:extLst>
              </p:cNvPr>
              <p:cNvSpPr/>
              <p:nvPr/>
            </p:nvSpPr>
            <p:spPr>
              <a:xfrm>
                <a:off x="263825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9" name="ph50">
                <a:extLst>
                  <a:ext uri="{FF2B5EF4-FFF2-40B4-BE49-F238E27FC236}">
                    <a16:creationId xmlns:a16="http://schemas.microsoft.com/office/drawing/2014/main" id="{073B84D9-EBC0-2203-1239-75BC9A2F6D69}"/>
                  </a:ext>
                </a:extLst>
              </p:cNvPr>
              <p:cNvSpPr/>
              <p:nvPr/>
            </p:nvSpPr>
            <p:spPr>
              <a:xfrm>
                <a:off x="2647694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0" name="ph51">
                <a:extLst>
                  <a:ext uri="{FF2B5EF4-FFF2-40B4-BE49-F238E27FC236}">
                    <a16:creationId xmlns:a16="http://schemas.microsoft.com/office/drawing/2014/main" id="{D5B5DC7A-920F-BB05-6DF5-A76BC3472A8B}"/>
                  </a:ext>
                </a:extLst>
              </p:cNvPr>
              <p:cNvSpPr/>
              <p:nvPr/>
            </p:nvSpPr>
            <p:spPr>
              <a:xfrm>
                <a:off x="265713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1" name="ph52">
                <a:extLst>
                  <a:ext uri="{FF2B5EF4-FFF2-40B4-BE49-F238E27FC236}">
                    <a16:creationId xmlns:a16="http://schemas.microsoft.com/office/drawing/2014/main" id="{5A5CC968-5285-8BD7-A7F3-D87B44DBCFD0}"/>
                  </a:ext>
                </a:extLst>
              </p:cNvPr>
              <p:cNvSpPr/>
              <p:nvPr/>
            </p:nvSpPr>
            <p:spPr>
              <a:xfrm>
                <a:off x="266657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2" name="ph53">
                <a:extLst>
                  <a:ext uri="{FF2B5EF4-FFF2-40B4-BE49-F238E27FC236}">
                    <a16:creationId xmlns:a16="http://schemas.microsoft.com/office/drawing/2014/main" id="{40978942-7661-60ED-1A3D-7EF4D51C8FEE}"/>
                  </a:ext>
                </a:extLst>
              </p:cNvPr>
              <p:cNvSpPr/>
              <p:nvPr/>
            </p:nvSpPr>
            <p:spPr>
              <a:xfrm>
                <a:off x="267601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3" name="ph54">
                <a:extLst>
                  <a:ext uri="{FF2B5EF4-FFF2-40B4-BE49-F238E27FC236}">
                    <a16:creationId xmlns:a16="http://schemas.microsoft.com/office/drawing/2014/main" id="{09C3BA11-7EAF-D201-EF43-E26FCCC6A943}"/>
                  </a:ext>
                </a:extLst>
              </p:cNvPr>
              <p:cNvSpPr/>
              <p:nvPr/>
            </p:nvSpPr>
            <p:spPr>
              <a:xfrm>
                <a:off x="268545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4" name="ph55">
                <a:extLst>
                  <a:ext uri="{FF2B5EF4-FFF2-40B4-BE49-F238E27FC236}">
                    <a16:creationId xmlns:a16="http://schemas.microsoft.com/office/drawing/2014/main" id="{0EDEC082-65D9-351A-95F6-E6E2C1A1062A}"/>
                  </a:ext>
                </a:extLst>
              </p:cNvPr>
              <p:cNvSpPr/>
              <p:nvPr/>
            </p:nvSpPr>
            <p:spPr>
              <a:xfrm>
                <a:off x="269489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5" name="ph56">
                <a:extLst>
                  <a:ext uri="{FF2B5EF4-FFF2-40B4-BE49-F238E27FC236}">
                    <a16:creationId xmlns:a16="http://schemas.microsoft.com/office/drawing/2014/main" id="{45BC1465-D446-069C-2F4C-ADBDFA9B3B62}"/>
                  </a:ext>
                </a:extLst>
              </p:cNvPr>
              <p:cNvSpPr/>
              <p:nvPr/>
            </p:nvSpPr>
            <p:spPr>
              <a:xfrm>
                <a:off x="270433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6" name="ph57">
                <a:extLst>
                  <a:ext uri="{FF2B5EF4-FFF2-40B4-BE49-F238E27FC236}">
                    <a16:creationId xmlns:a16="http://schemas.microsoft.com/office/drawing/2014/main" id="{E62CB37A-9327-A18F-3763-BD97066EB8D1}"/>
                  </a:ext>
                </a:extLst>
              </p:cNvPr>
              <p:cNvSpPr/>
              <p:nvPr/>
            </p:nvSpPr>
            <p:spPr>
              <a:xfrm>
                <a:off x="271377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7" name="ph58">
                <a:extLst>
                  <a:ext uri="{FF2B5EF4-FFF2-40B4-BE49-F238E27FC236}">
                    <a16:creationId xmlns:a16="http://schemas.microsoft.com/office/drawing/2014/main" id="{7461A25E-71D9-4197-E7BC-A6C70990F8AB}"/>
                  </a:ext>
                </a:extLst>
              </p:cNvPr>
              <p:cNvSpPr/>
              <p:nvPr/>
            </p:nvSpPr>
            <p:spPr>
              <a:xfrm>
                <a:off x="272321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8" name="ph59">
                <a:extLst>
                  <a:ext uri="{FF2B5EF4-FFF2-40B4-BE49-F238E27FC236}">
                    <a16:creationId xmlns:a16="http://schemas.microsoft.com/office/drawing/2014/main" id="{8018E691-5410-7FD4-CBB7-BD1E29E92205}"/>
                  </a:ext>
                </a:extLst>
              </p:cNvPr>
              <p:cNvSpPr/>
              <p:nvPr/>
            </p:nvSpPr>
            <p:spPr>
              <a:xfrm>
                <a:off x="273265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9" name="ph60">
                <a:extLst>
                  <a:ext uri="{FF2B5EF4-FFF2-40B4-BE49-F238E27FC236}">
                    <a16:creationId xmlns:a16="http://schemas.microsoft.com/office/drawing/2014/main" id="{E95A10B4-AAB5-72EA-034C-411FF67C82D3}"/>
                  </a:ext>
                </a:extLst>
              </p:cNvPr>
              <p:cNvSpPr/>
              <p:nvPr/>
            </p:nvSpPr>
            <p:spPr>
              <a:xfrm>
                <a:off x="274209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0" name="ph61">
                <a:extLst>
                  <a:ext uri="{FF2B5EF4-FFF2-40B4-BE49-F238E27FC236}">
                    <a16:creationId xmlns:a16="http://schemas.microsoft.com/office/drawing/2014/main" id="{7F537FAB-BF16-924B-608F-5ECFE672249E}"/>
                  </a:ext>
                </a:extLst>
              </p:cNvPr>
              <p:cNvSpPr/>
              <p:nvPr/>
            </p:nvSpPr>
            <p:spPr>
              <a:xfrm>
                <a:off x="2751537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338"/>
                    </a:lnTo>
                    <a:lnTo>
                      <a:pt x="922688" y="912700"/>
                    </a:lnTo>
                    <a:lnTo>
                      <a:pt x="921265" y="913148"/>
                    </a:lnTo>
                    <a:lnTo>
                      <a:pt x="919842" y="913597"/>
                    </a:lnTo>
                    <a:lnTo>
                      <a:pt x="918419" y="914045"/>
                    </a:lnTo>
                    <a:lnTo>
                      <a:pt x="917295" y="914400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1" name="ph62">
                <a:extLst>
                  <a:ext uri="{FF2B5EF4-FFF2-40B4-BE49-F238E27FC236}">
                    <a16:creationId xmlns:a16="http://schemas.microsoft.com/office/drawing/2014/main" id="{9284ED59-FEE3-8BAD-B064-6A389CAC00A7}"/>
                  </a:ext>
                </a:extLst>
              </p:cNvPr>
              <p:cNvSpPr/>
              <p:nvPr/>
            </p:nvSpPr>
            <p:spPr>
              <a:xfrm>
                <a:off x="2760977" y="2835444"/>
                <a:ext cx="923840" cy="9299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9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940"/>
                    </a:lnTo>
                    <a:lnTo>
                      <a:pt x="923212" y="927138"/>
                    </a:lnTo>
                    <a:lnTo>
                      <a:pt x="921788" y="927585"/>
                    </a:lnTo>
                    <a:lnTo>
                      <a:pt x="920364" y="928032"/>
                    </a:lnTo>
                    <a:lnTo>
                      <a:pt x="918941" y="928479"/>
                    </a:lnTo>
                    <a:lnTo>
                      <a:pt x="917517" y="928927"/>
                    </a:lnTo>
                    <a:lnTo>
                      <a:pt x="916094" y="929374"/>
                    </a:lnTo>
                    <a:lnTo>
                      <a:pt x="914671" y="929822"/>
                    </a:lnTo>
                    <a:lnTo>
                      <a:pt x="914400" y="929907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2" name="ph63">
                <a:extLst>
                  <a:ext uri="{FF2B5EF4-FFF2-40B4-BE49-F238E27FC236}">
                    <a16:creationId xmlns:a16="http://schemas.microsoft.com/office/drawing/2014/main" id="{FCF640F7-7826-CF7E-4672-0FA078775BEF}"/>
                  </a:ext>
                </a:extLst>
              </p:cNvPr>
              <p:cNvSpPr/>
              <p:nvPr/>
            </p:nvSpPr>
            <p:spPr>
              <a:xfrm>
                <a:off x="2770417" y="2835444"/>
                <a:ext cx="923840" cy="9269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9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40" y="924013"/>
                    </a:lnTo>
                    <a:lnTo>
                      <a:pt x="922316" y="924459"/>
                    </a:lnTo>
                    <a:lnTo>
                      <a:pt x="920892" y="924905"/>
                    </a:lnTo>
                    <a:lnTo>
                      <a:pt x="919467" y="925351"/>
                    </a:lnTo>
                    <a:lnTo>
                      <a:pt x="918043" y="925798"/>
                    </a:lnTo>
                    <a:lnTo>
                      <a:pt x="916619" y="926244"/>
                    </a:lnTo>
                    <a:lnTo>
                      <a:pt x="915195" y="926691"/>
                    </a:lnTo>
                    <a:lnTo>
                      <a:pt x="914400" y="92694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3" name="ph64">
                <a:extLst>
                  <a:ext uri="{FF2B5EF4-FFF2-40B4-BE49-F238E27FC236}">
                    <a16:creationId xmlns:a16="http://schemas.microsoft.com/office/drawing/2014/main" id="{69E5C6ED-FF77-E59F-6C00-A1A814070A1A}"/>
                  </a:ext>
                </a:extLst>
              </p:cNvPr>
              <p:cNvSpPr/>
              <p:nvPr/>
            </p:nvSpPr>
            <p:spPr>
              <a:xfrm>
                <a:off x="2779858" y="2835444"/>
                <a:ext cx="923840" cy="92454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4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42"/>
                    </a:lnTo>
                    <a:lnTo>
                      <a:pt x="923281" y="924404"/>
                    </a:lnTo>
                    <a:lnTo>
                      <a:pt x="921674" y="924007"/>
                    </a:lnTo>
                    <a:lnTo>
                      <a:pt x="920068" y="923611"/>
                    </a:lnTo>
                    <a:lnTo>
                      <a:pt x="918462" y="923214"/>
                    </a:lnTo>
                    <a:lnTo>
                      <a:pt x="917563" y="922993"/>
                    </a:lnTo>
                    <a:lnTo>
                      <a:pt x="917149" y="923122"/>
                    </a:lnTo>
                    <a:lnTo>
                      <a:pt x="915724" y="923568"/>
                    </a:lnTo>
                    <a:lnTo>
                      <a:pt x="914400" y="923982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4" name="ph65">
                <a:extLst>
                  <a:ext uri="{FF2B5EF4-FFF2-40B4-BE49-F238E27FC236}">
                    <a16:creationId xmlns:a16="http://schemas.microsoft.com/office/drawing/2014/main" id="{40485510-D733-6146-8799-30DDD09D08EB}"/>
                  </a:ext>
                </a:extLst>
              </p:cNvPr>
              <p:cNvSpPr/>
              <p:nvPr/>
            </p:nvSpPr>
            <p:spPr>
              <a:xfrm>
                <a:off x="2789298" y="2835444"/>
                <a:ext cx="923840" cy="926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8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6880"/>
                    </a:lnTo>
                    <a:lnTo>
                      <a:pt x="923475" y="926790"/>
                    </a:lnTo>
                    <a:lnTo>
                      <a:pt x="921870" y="926391"/>
                    </a:lnTo>
                    <a:lnTo>
                      <a:pt x="920264" y="925994"/>
                    </a:lnTo>
                    <a:lnTo>
                      <a:pt x="918658" y="925596"/>
                    </a:lnTo>
                    <a:lnTo>
                      <a:pt x="917052" y="925198"/>
                    </a:lnTo>
                    <a:lnTo>
                      <a:pt x="915446" y="924801"/>
                    </a:lnTo>
                    <a:lnTo>
                      <a:pt x="914399" y="924542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5" name="ph66">
                <a:extLst>
                  <a:ext uri="{FF2B5EF4-FFF2-40B4-BE49-F238E27FC236}">
                    <a16:creationId xmlns:a16="http://schemas.microsoft.com/office/drawing/2014/main" id="{82AB7EAB-5E67-FCEF-77B3-DDF3704BEA0A}"/>
                  </a:ext>
                </a:extLst>
              </p:cNvPr>
              <p:cNvSpPr/>
              <p:nvPr/>
            </p:nvSpPr>
            <p:spPr>
              <a:xfrm>
                <a:off x="2798738" y="2835444"/>
                <a:ext cx="923840" cy="92922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22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9225"/>
                    </a:lnTo>
                    <a:lnTo>
                      <a:pt x="923667" y="929182"/>
                    </a:lnTo>
                    <a:lnTo>
                      <a:pt x="922062" y="928783"/>
                    </a:lnTo>
                    <a:lnTo>
                      <a:pt x="920457" y="928384"/>
                    </a:lnTo>
                    <a:lnTo>
                      <a:pt x="918851" y="927985"/>
                    </a:lnTo>
                    <a:lnTo>
                      <a:pt x="917246" y="927586"/>
                    </a:lnTo>
                    <a:lnTo>
                      <a:pt x="915641" y="927188"/>
                    </a:lnTo>
                    <a:lnTo>
                      <a:pt x="914400" y="92688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6" name="ph67">
                <a:extLst>
                  <a:ext uri="{FF2B5EF4-FFF2-40B4-BE49-F238E27FC236}">
                    <a16:creationId xmlns:a16="http://schemas.microsoft.com/office/drawing/2014/main" id="{C443688E-A61C-B6B5-39CD-6F4704DCF1AE}"/>
                  </a:ext>
                </a:extLst>
              </p:cNvPr>
              <p:cNvSpPr/>
              <p:nvPr/>
            </p:nvSpPr>
            <p:spPr>
              <a:xfrm>
                <a:off x="2808178" y="2835444"/>
                <a:ext cx="923840" cy="931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57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579"/>
                    </a:lnTo>
                    <a:lnTo>
                      <a:pt x="922251" y="931182"/>
                    </a:lnTo>
                    <a:lnTo>
                      <a:pt x="920646" y="930782"/>
                    </a:lnTo>
                    <a:lnTo>
                      <a:pt x="919041" y="930382"/>
                    </a:lnTo>
                    <a:lnTo>
                      <a:pt x="917436" y="929982"/>
                    </a:lnTo>
                    <a:lnTo>
                      <a:pt x="915832" y="929582"/>
                    </a:lnTo>
                    <a:lnTo>
                      <a:pt x="914400" y="929225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7" name="ph68">
                <a:extLst>
                  <a:ext uri="{FF2B5EF4-FFF2-40B4-BE49-F238E27FC236}">
                    <a16:creationId xmlns:a16="http://schemas.microsoft.com/office/drawing/2014/main" id="{0CEF29F6-89D7-91F7-BB00-8DB7B0775DDA}"/>
                  </a:ext>
                </a:extLst>
              </p:cNvPr>
              <p:cNvSpPr/>
              <p:nvPr/>
            </p:nvSpPr>
            <p:spPr>
              <a:xfrm>
                <a:off x="2817619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420" y="931969"/>
                    </a:lnTo>
                    <a:lnTo>
                      <a:pt x="914400" y="93157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8" name="ph69">
                <a:extLst>
                  <a:ext uri="{FF2B5EF4-FFF2-40B4-BE49-F238E27FC236}">
                    <a16:creationId xmlns:a16="http://schemas.microsoft.com/office/drawing/2014/main" id="{4E43903B-BD31-A873-3C2B-67451A86CA2D}"/>
                  </a:ext>
                </a:extLst>
              </p:cNvPr>
              <p:cNvSpPr/>
              <p:nvPr/>
            </p:nvSpPr>
            <p:spPr>
              <a:xfrm>
                <a:off x="2827059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9" name="ph70">
                <a:extLst>
                  <a:ext uri="{FF2B5EF4-FFF2-40B4-BE49-F238E27FC236}">
                    <a16:creationId xmlns:a16="http://schemas.microsoft.com/office/drawing/2014/main" id="{BA761760-5C58-97C2-5840-ED4A23ED4D35}"/>
                  </a:ext>
                </a:extLst>
              </p:cNvPr>
              <p:cNvSpPr/>
              <p:nvPr/>
            </p:nvSpPr>
            <p:spPr>
              <a:xfrm>
                <a:off x="2836499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0" name="ph71">
                <a:extLst>
                  <a:ext uri="{FF2B5EF4-FFF2-40B4-BE49-F238E27FC236}">
                    <a16:creationId xmlns:a16="http://schemas.microsoft.com/office/drawing/2014/main" id="{FB6376F3-8C40-9EF7-0D22-E6F168BAFDE4}"/>
                  </a:ext>
                </a:extLst>
              </p:cNvPr>
              <p:cNvSpPr/>
              <p:nvPr/>
            </p:nvSpPr>
            <p:spPr>
              <a:xfrm>
                <a:off x="2845939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121"/>
                    </a:lnTo>
                    <a:lnTo>
                      <a:pt x="921977" y="914285"/>
                    </a:lnTo>
                    <a:lnTo>
                      <a:pt x="920667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1" name="ph72">
                <a:extLst>
                  <a:ext uri="{FF2B5EF4-FFF2-40B4-BE49-F238E27FC236}">
                    <a16:creationId xmlns:a16="http://schemas.microsoft.com/office/drawing/2014/main" id="{072AEEFB-8BCF-11A4-2338-C34B14B63005}"/>
                  </a:ext>
                </a:extLst>
              </p:cNvPr>
              <p:cNvSpPr/>
              <p:nvPr/>
            </p:nvSpPr>
            <p:spPr>
              <a:xfrm>
                <a:off x="2855380" y="2835444"/>
                <a:ext cx="923840" cy="93169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91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10"/>
                    </a:lnTo>
                    <a:lnTo>
                      <a:pt x="920560" y="930872"/>
                    </a:lnTo>
                    <a:lnTo>
                      <a:pt x="914744" y="931661"/>
                    </a:lnTo>
                    <a:lnTo>
                      <a:pt x="914400" y="931691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2" name="ph73">
                <a:extLst>
                  <a:ext uri="{FF2B5EF4-FFF2-40B4-BE49-F238E27FC236}">
                    <a16:creationId xmlns:a16="http://schemas.microsoft.com/office/drawing/2014/main" id="{79997FA6-D0D8-2D9B-386A-CCF939D0A4C1}"/>
                  </a:ext>
                </a:extLst>
              </p:cNvPr>
              <p:cNvSpPr/>
              <p:nvPr/>
            </p:nvSpPr>
            <p:spPr>
              <a:xfrm>
                <a:off x="2864820" y="2835444"/>
                <a:ext cx="923840" cy="9301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117"/>
                    </a:lnTo>
                    <a:lnTo>
                      <a:pt x="922646" y="927630"/>
                    </a:lnTo>
                    <a:lnTo>
                      <a:pt x="916905" y="929527"/>
                    </a:lnTo>
                    <a:lnTo>
                      <a:pt x="914400" y="93011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3" name="ph74">
                <a:extLst>
                  <a:ext uri="{FF2B5EF4-FFF2-40B4-BE49-F238E27FC236}">
                    <a16:creationId xmlns:a16="http://schemas.microsoft.com/office/drawing/2014/main" id="{DDFA6A5E-60E4-427B-D879-BFB8659414C0}"/>
                  </a:ext>
                </a:extLst>
              </p:cNvPr>
              <p:cNvSpPr/>
              <p:nvPr/>
            </p:nvSpPr>
            <p:spPr>
              <a:xfrm>
                <a:off x="2874260" y="2835444"/>
                <a:ext cx="923840" cy="92711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1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549"/>
                    </a:lnTo>
                    <a:lnTo>
                      <a:pt x="918886" y="925186"/>
                    </a:lnTo>
                    <a:lnTo>
                      <a:pt x="914400" y="927117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4" name="ph75">
                <a:extLst>
                  <a:ext uri="{FF2B5EF4-FFF2-40B4-BE49-F238E27FC236}">
                    <a16:creationId xmlns:a16="http://schemas.microsoft.com/office/drawing/2014/main" id="{348BF38E-A9A4-0975-6CB7-582C0B80139F}"/>
                  </a:ext>
                </a:extLst>
              </p:cNvPr>
              <p:cNvSpPr/>
              <p:nvPr/>
            </p:nvSpPr>
            <p:spPr>
              <a:xfrm>
                <a:off x="2883700" y="2835444"/>
                <a:ext cx="923840" cy="9225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54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6240"/>
                    </a:lnTo>
                    <a:lnTo>
                      <a:pt x="920568" y="918683"/>
                    </a:lnTo>
                    <a:lnTo>
                      <a:pt x="915052" y="922201"/>
                    </a:lnTo>
                    <a:lnTo>
                      <a:pt x="914399" y="92254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5" name="ph76">
                <a:extLst>
                  <a:ext uri="{FF2B5EF4-FFF2-40B4-BE49-F238E27FC236}">
                    <a16:creationId xmlns:a16="http://schemas.microsoft.com/office/drawing/2014/main" id="{DE2ED2AC-1810-89AD-BFD4-63FA61D71B7F}"/>
                  </a:ext>
                </a:extLst>
              </p:cNvPr>
              <p:cNvSpPr/>
              <p:nvPr/>
            </p:nvSpPr>
            <p:spPr>
              <a:xfrm>
                <a:off x="2893141" y="2835444"/>
                <a:ext cx="916821" cy="916240"/>
              </a:xfrm>
              <a:custGeom>
                <a:avLst/>
                <a:gdLst/>
                <a:ahLst/>
                <a:cxnLst/>
                <a:rect l="0" t="0" r="0" b="0"/>
                <a:pathLst>
                  <a:path w="916821" h="916240">
                    <a:moveTo>
                      <a:pt x="914400" y="914400"/>
                    </a:moveTo>
                    <a:lnTo>
                      <a:pt x="916821" y="914400"/>
                    </a:lnTo>
                    <a:lnTo>
                      <a:pt x="916539" y="914642"/>
                    </a:lnTo>
                    <a:lnTo>
                      <a:pt x="914400" y="916240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6" name="ph77">
                <a:extLst>
                  <a:ext uri="{FF2B5EF4-FFF2-40B4-BE49-F238E27FC236}">
                    <a16:creationId xmlns:a16="http://schemas.microsoft.com/office/drawing/2014/main" id="{95D2B664-3997-70A1-A497-6B6CF0408F58}"/>
                  </a:ext>
                </a:extLst>
              </p:cNvPr>
              <p:cNvSpPr/>
              <p:nvPr/>
            </p:nvSpPr>
            <p:spPr>
              <a:xfrm>
                <a:off x="2553292" y="2817874"/>
                <a:ext cx="914400" cy="91877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773">
                    <a:moveTo>
                      <a:pt x="914400" y="914400"/>
                    </a:moveTo>
                    <a:lnTo>
                      <a:pt x="914400" y="918773"/>
                    </a:lnTo>
                    <a:lnTo>
                      <a:pt x="912919" y="917321"/>
                    </a:lnTo>
                    <a:lnTo>
                      <a:pt x="910285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7" name="ph78">
                <a:extLst>
                  <a:ext uri="{FF2B5EF4-FFF2-40B4-BE49-F238E27FC236}">
                    <a16:creationId xmlns:a16="http://schemas.microsoft.com/office/drawing/2014/main" id="{A9170BC8-1600-6A46-8C36-3332FE07BA80}"/>
                  </a:ext>
                </a:extLst>
              </p:cNvPr>
              <p:cNvSpPr/>
              <p:nvPr/>
            </p:nvSpPr>
            <p:spPr>
              <a:xfrm>
                <a:off x="2553292" y="2817874"/>
                <a:ext cx="923840" cy="9273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3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310"/>
                    </a:lnTo>
                    <a:lnTo>
                      <a:pt x="923508" y="927063"/>
                    </a:lnTo>
                    <a:lnTo>
                      <a:pt x="918145" y="922449"/>
                    </a:lnTo>
                    <a:lnTo>
                      <a:pt x="914400" y="918773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8" name="ph79">
                <a:extLst>
                  <a:ext uri="{FF2B5EF4-FFF2-40B4-BE49-F238E27FC236}">
                    <a16:creationId xmlns:a16="http://schemas.microsoft.com/office/drawing/2014/main" id="{3566DB7B-6391-3116-4754-9E2D5E4256FE}"/>
                  </a:ext>
                </a:extLst>
              </p:cNvPr>
              <p:cNvSpPr/>
              <p:nvPr/>
            </p:nvSpPr>
            <p:spPr>
              <a:xfrm>
                <a:off x="256273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42" y="931969"/>
                    </a:lnTo>
                    <a:lnTo>
                      <a:pt x="919552" y="931150"/>
                    </a:lnTo>
                    <a:lnTo>
                      <a:pt x="914400" y="92731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9" name="ph80">
                <a:extLst>
                  <a:ext uri="{FF2B5EF4-FFF2-40B4-BE49-F238E27FC236}">
                    <a16:creationId xmlns:a16="http://schemas.microsoft.com/office/drawing/2014/main" id="{AAB7D89F-1999-0CE4-4BA5-5342A3F6F868}"/>
                  </a:ext>
                </a:extLst>
              </p:cNvPr>
              <p:cNvSpPr/>
              <p:nvPr/>
            </p:nvSpPr>
            <p:spPr>
              <a:xfrm>
                <a:off x="257217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0" name="ph81">
                <a:extLst>
                  <a:ext uri="{FF2B5EF4-FFF2-40B4-BE49-F238E27FC236}">
                    <a16:creationId xmlns:a16="http://schemas.microsoft.com/office/drawing/2014/main" id="{501193DB-BD26-595B-CFA7-D9AD17E9F131}"/>
                  </a:ext>
                </a:extLst>
              </p:cNvPr>
              <p:cNvSpPr/>
              <p:nvPr/>
            </p:nvSpPr>
            <p:spPr>
              <a:xfrm>
                <a:off x="258161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1" name="ph82">
                <a:extLst>
                  <a:ext uri="{FF2B5EF4-FFF2-40B4-BE49-F238E27FC236}">
                    <a16:creationId xmlns:a16="http://schemas.microsoft.com/office/drawing/2014/main" id="{30CD76E1-1569-1254-C39E-9C6FDF391F96}"/>
                  </a:ext>
                </a:extLst>
              </p:cNvPr>
              <p:cNvSpPr/>
              <p:nvPr/>
            </p:nvSpPr>
            <p:spPr>
              <a:xfrm>
                <a:off x="259105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2" name="ph83">
                <a:extLst>
                  <a:ext uri="{FF2B5EF4-FFF2-40B4-BE49-F238E27FC236}">
                    <a16:creationId xmlns:a16="http://schemas.microsoft.com/office/drawing/2014/main" id="{6CF134D8-A917-C040-433A-96D74C5F13CB}"/>
                  </a:ext>
                </a:extLst>
              </p:cNvPr>
              <p:cNvSpPr/>
              <p:nvPr/>
            </p:nvSpPr>
            <p:spPr>
              <a:xfrm>
                <a:off x="260049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3" name="ph84">
                <a:extLst>
                  <a:ext uri="{FF2B5EF4-FFF2-40B4-BE49-F238E27FC236}">
                    <a16:creationId xmlns:a16="http://schemas.microsoft.com/office/drawing/2014/main" id="{FBD933FD-FF2E-1135-CA53-91F3425B75E8}"/>
                  </a:ext>
                </a:extLst>
              </p:cNvPr>
              <p:cNvSpPr/>
              <p:nvPr/>
            </p:nvSpPr>
            <p:spPr>
              <a:xfrm>
                <a:off x="2609933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4" name="ph85">
                <a:extLst>
                  <a:ext uri="{FF2B5EF4-FFF2-40B4-BE49-F238E27FC236}">
                    <a16:creationId xmlns:a16="http://schemas.microsoft.com/office/drawing/2014/main" id="{DD433331-E70D-CDBB-7B92-814852586F5B}"/>
                  </a:ext>
                </a:extLst>
              </p:cNvPr>
              <p:cNvSpPr/>
              <p:nvPr/>
            </p:nvSpPr>
            <p:spPr>
              <a:xfrm>
                <a:off x="261937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5" name="ph86">
                <a:extLst>
                  <a:ext uri="{FF2B5EF4-FFF2-40B4-BE49-F238E27FC236}">
                    <a16:creationId xmlns:a16="http://schemas.microsoft.com/office/drawing/2014/main" id="{54A65B1B-2EDD-9F42-7E08-2EFA2A780466}"/>
                  </a:ext>
                </a:extLst>
              </p:cNvPr>
              <p:cNvSpPr/>
              <p:nvPr/>
            </p:nvSpPr>
            <p:spPr>
              <a:xfrm>
                <a:off x="262881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6" name="ph87">
                <a:extLst>
                  <a:ext uri="{FF2B5EF4-FFF2-40B4-BE49-F238E27FC236}">
                    <a16:creationId xmlns:a16="http://schemas.microsoft.com/office/drawing/2014/main" id="{82D9DD2B-C75A-B85B-163F-20CB281E3198}"/>
                  </a:ext>
                </a:extLst>
              </p:cNvPr>
              <p:cNvSpPr/>
              <p:nvPr/>
            </p:nvSpPr>
            <p:spPr>
              <a:xfrm>
                <a:off x="263825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7" name="ph88">
                <a:extLst>
                  <a:ext uri="{FF2B5EF4-FFF2-40B4-BE49-F238E27FC236}">
                    <a16:creationId xmlns:a16="http://schemas.microsoft.com/office/drawing/2014/main" id="{43B471A2-7355-06A9-306D-C93AEC01EB5A}"/>
                  </a:ext>
                </a:extLst>
              </p:cNvPr>
              <p:cNvSpPr/>
              <p:nvPr/>
            </p:nvSpPr>
            <p:spPr>
              <a:xfrm>
                <a:off x="264769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8" name="ph89">
                <a:extLst>
                  <a:ext uri="{FF2B5EF4-FFF2-40B4-BE49-F238E27FC236}">
                    <a16:creationId xmlns:a16="http://schemas.microsoft.com/office/drawing/2014/main" id="{9C665639-772C-4C4F-92A1-DA2FB422C2F0}"/>
                  </a:ext>
                </a:extLst>
              </p:cNvPr>
              <p:cNvSpPr/>
              <p:nvPr/>
            </p:nvSpPr>
            <p:spPr>
              <a:xfrm>
                <a:off x="265713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9" name="ph90">
                <a:extLst>
                  <a:ext uri="{FF2B5EF4-FFF2-40B4-BE49-F238E27FC236}">
                    <a16:creationId xmlns:a16="http://schemas.microsoft.com/office/drawing/2014/main" id="{15E9AF28-A4F6-B410-CC22-F1FDE8340098}"/>
                  </a:ext>
                </a:extLst>
              </p:cNvPr>
              <p:cNvSpPr/>
              <p:nvPr/>
            </p:nvSpPr>
            <p:spPr>
              <a:xfrm>
                <a:off x="266657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0" name="ph91">
                <a:extLst>
                  <a:ext uri="{FF2B5EF4-FFF2-40B4-BE49-F238E27FC236}">
                    <a16:creationId xmlns:a16="http://schemas.microsoft.com/office/drawing/2014/main" id="{3AD4102F-CDD9-7C01-984D-7F393375CF1B}"/>
                  </a:ext>
                </a:extLst>
              </p:cNvPr>
              <p:cNvSpPr/>
              <p:nvPr/>
            </p:nvSpPr>
            <p:spPr>
              <a:xfrm>
                <a:off x="267601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1" name="ph92">
                <a:extLst>
                  <a:ext uri="{FF2B5EF4-FFF2-40B4-BE49-F238E27FC236}">
                    <a16:creationId xmlns:a16="http://schemas.microsoft.com/office/drawing/2014/main" id="{71C188BA-24B7-1211-CD93-C4E1D6B01164}"/>
                  </a:ext>
                </a:extLst>
              </p:cNvPr>
              <p:cNvSpPr/>
              <p:nvPr/>
            </p:nvSpPr>
            <p:spPr>
              <a:xfrm>
                <a:off x="268545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2" name="ph93">
                <a:extLst>
                  <a:ext uri="{FF2B5EF4-FFF2-40B4-BE49-F238E27FC236}">
                    <a16:creationId xmlns:a16="http://schemas.microsoft.com/office/drawing/2014/main" id="{3B0AEB6E-58B1-1345-6034-37671E34AB41}"/>
                  </a:ext>
                </a:extLst>
              </p:cNvPr>
              <p:cNvSpPr/>
              <p:nvPr/>
            </p:nvSpPr>
            <p:spPr>
              <a:xfrm>
                <a:off x="269489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3" name="ph94">
                <a:extLst>
                  <a:ext uri="{FF2B5EF4-FFF2-40B4-BE49-F238E27FC236}">
                    <a16:creationId xmlns:a16="http://schemas.microsoft.com/office/drawing/2014/main" id="{363AC473-20F1-3A00-2C74-8A9266134675}"/>
                  </a:ext>
                </a:extLst>
              </p:cNvPr>
              <p:cNvSpPr/>
              <p:nvPr/>
            </p:nvSpPr>
            <p:spPr>
              <a:xfrm>
                <a:off x="270433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4" name="ph95">
                <a:extLst>
                  <a:ext uri="{FF2B5EF4-FFF2-40B4-BE49-F238E27FC236}">
                    <a16:creationId xmlns:a16="http://schemas.microsoft.com/office/drawing/2014/main" id="{08B1487E-D5A0-E7AA-8320-3D91148AF75A}"/>
                  </a:ext>
                </a:extLst>
              </p:cNvPr>
              <p:cNvSpPr/>
              <p:nvPr/>
            </p:nvSpPr>
            <p:spPr>
              <a:xfrm>
                <a:off x="271377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5" name="ph96">
                <a:extLst>
                  <a:ext uri="{FF2B5EF4-FFF2-40B4-BE49-F238E27FC236}">
                    <a16:creationId xmlns:a16="http://schemas.microsoft.com/office/drawing/2014/main" id="{E8DAB96E-DAC8-B4D9-BD43-F426BBEB6753}"/>
                  </a:ext>
                </a:extLst>
              </p:cNvPr>
              <p:cNvSpPr/>
              <p:nvPr/>
            </p:nvSpPr>
            <p:spPr>
              <a:xfrm>
                <a:off x="272321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6" name="ph97">
                <a:extLst>
                  <a:ext uri="{FF2B5EF4-FFF2-40B4-BE49-F238E27FC236}">
                    <a16:creationId xmlns:a16="http://schemas.microsoft.com/office/drawing/2014/main" id="{A950E5EE-57D0-7436-4620-1E202D8EA29D}"/>
                  </a:ext>
                </a:extLst>
              </p:cNvPr>
              <p:cNvSpPr/>
              <p:nvPr/>
            </p:nvSpPr>
            <p:spPr>
              <a:xfrm>
                <a:off x="273265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7" name="ph98">
                <a:extLst>
                  <a:ext uri="{FF2B5EF4-FFF2-40B4-BE49-F238E27FC236}">
                    <a16:creationId xmlns:a16="http://schemas.microsoft.com/office/drawing/2014/main" id="{324A9A0C-DE47-D2BA-5A81-9FE9ACFCC7D0}"/>
                  </a:ext>
                </a:extLst>
              </p:cNvPr>
              <p:cNvSpPr/>
              <p:nvPr/>
            </p:nvSpPr>
            <p:spPr>
              <a:xfrm>
                <a:off x="274209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8" name="ph99">
                <a:extLst>
                  <a:ext uri="{FF2B5EF4-FFF2-40B4-BE49-F238E27FC236}">
                    <a16:creationId xmlns:a16="http://schemas.microsoft.com/office/drawing/2014/main" id="{09A5423B-8227-3B43-C1EC-239A90EE5240}"/>
                  </a:ext>
                </a:extLst>
              </p:cNvPr>
              <p:cNvSpPr/>
              <p:nvPr/>
            </p:nvSpPr>
            <p:spPr>
              <a:xfrm>
                <a:off x="275153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9" name="ph100">
                <a:extLst>
                  <a:ext uri="{FF2B5EF4-FFF2-40B4-BE49-F238E27FC236}">
                    <a16:creationId xmlns:a16="http://schemas.microsoft.com/office/drawing/2014/main" id="{406776B6-2917-8737-AC75-03D909ED0314}"/>
                  </a:ext>
                </a:extLst>
              </p:cNvPr>
              <p:cNvSpPr/>
              <p:nvPr/>
            </p:nvSpPr>
            <p:spPr>
              <a:xfrm>
                <a:off x="276097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0" name="ph101">
                <a:extLst>
                  <a:ext uri="{FF2B5EF4-FFF2-40B4-BE49-F238E27FC236}">
                    <a16:creationId xmlns:a16="http://schemas.microsoft.com/office/drawing/2014/main" id="{A5CF2E42-560E-C47D-3DC3-9FB492FFB035}"/>
                  </a:ext>
                </a:extLst>
              </p:cNvPr>
              <p:cNvSpPr/>
              <p:nvPr/>
            </p:nvSpPr>
            <p:spPr>
              <a:xfrm>
                <a:off x="277041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1" name="ph102">
                <a:extLst>
                  <a:ext uri="{FF2B5EF4-FFF2-40B4-BE49-F238E27FC236}">
                    <a16:creationId xmlns:a16="http://schemas.microsoft.com/office/drawing/2014/main" id="{BD049091-1CD4-474A-8B99-68133324A9A4}"/>
                  </a:ext>
                </a:extLst>
              </p:cNvPr>
              <p:cNvSpPr/>
              <p:nvPr/>
            </p:nvSpPr>
            <p:spPr>
              <a:xfrm>
                <a:off x="277985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2" name="ph103">
                <a:extLst>
                  <a:ext uri="{FF2B5EF4-FFF2-40B4-BE49-F238E27FC236}">
                    <a16:creationId xmlns:a16="http://schemas.microsoft.com/office/drawing/2014/main" id="{D76C6DB2-E4B3-B2EE-6E4F-807B0F5F6572}"/>
                  </a:ext>
                </a:extLst>
              </p:cNvPr>
              <p:cNvSpPr/>
              <p:nvPr/>
            </p:nvSpPr>
            <p:spPr>
              <a:xfrm>
                <a:off x="278929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3" name="ph104">
                <a:extLst>
                  <a:ext uri="{FF2B5EF4-FFF2-40B4-BE49-F238E27FC236}">
                    <a16:creationId xmlns:a16="http://schemas.microsoft.com/office/drawing/2014/main" id="{55DE471B-D66A-A871-2ED3-D9197325550C}"/>
                  </a:ext>
                </a:extLst>
              </p:cNvPr>
              <p:cNvSpPr/>
              <p:nvPr/>
            </p:nvSpPr>
            <p:spPr>
              <a:xfrm>
                <a:off x="279873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4" name="ph105">
                <a:extLst>
                  <a:ext uri="{FF2B5EF4-FFF2-40B4-BE49-F238E27FC236}">
                    <a16:creationId xmlns:a16="http://schemas.microsoft.com/office/drawing/2014/main" id="{CAE3CDD8-82E0-A530-DC6A-8FB086BBA6B7}"/>
                  </a:ext>
                </a:extLst>
              </p:cNvPr>
              <p:cNvSpPr/>
              <p:nvPr/>
            </p:nvSpPr>
            <p:spPr>
              <a:xfrm>
                <a:off x="280817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5" name="ph106">
                <a:extLst>
                  <a:ext uri="{FF2B5EF4-FFF2-40B4-BE49-F238E27FC236}">
                    <a16:creationId xmlns:a16="http://schemas.microsoft.com/office/drawing/2014/main" id="{F8C9D499-6C5F-98E4-1A1E-17DFF5FB7A00}"/>
                  </a:ext>
                </a:extLst>
              </p:cNvPr>
              <p:cNvSpPr/>
              <p:nvPr/>
            </p:nvSpPr>
            <p:spPr>
              <a:xfrm>
                <a:off x="281761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6" name="ph107">
                <a:extLst>
                  <a:ext uri="{FF2B5EF4-FFF2-40B4-BE49-F238E27FC236}">
                    <a16:creationId xmlns:a16="http://schemas.microsoft.com/office/drawing/2014/main" id="{9A7096D6-485B-9FD1-5842-E052E9514290}"/>
                  </a:ext>
                </a:extLst>
              </p:cNvPr>
              <p:cNvSpPr/>
              <p:nvPr/>
            </p:nvSpPr>
            <p:spPr>
              <a:xfrm>
                <a:off x="282705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7" name="ph108">
                <a:extLst>
                  <a:ext uri="{FF2B5EF4-FFF2-40B4-BE49-F238E27FC236}">
                    <a16:creationId xmlns:a16="http://schemas.microsoft.com/office/drawing/2014/main" id="{2343C963-EF4D-A299-FAFE-D1DF99A79021}"/>
                  </a:ext>
                </a:extLst>
              </p:cNvPr>
              <p:cNvSpPr/>
              <p:nvPr/>
            </p:nvSpPr>
            <p:spPr>
              <a:xfrm>
                <a:off x="283649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8" name="ph109">
                <a:extLst>
                  <a:ext uri="{FF2B5EF4-FFF2-40B4-BE49-F238E27FC236}">
                    <a16:creationId xmlns:a16="http://schemas.microsoft.com/office/drawing/2014/main" id="{1673F391-F5AB-E896-31A6-C67E2CDD08F9}"/>
                  </a:ext>
                </a:extLst>
              </p:cNvPr>
              <p:cNvSpPr/>
              <p:nvPr/>
            </p:nvSpPr>
            <p:spPr>
              <a:xfrm>
                <a:off x="284593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9" name="ph110">
                <a:extLst>
                  <a:ext uri="{FF2B5EF4-FFF2-40B4-BE49-F238E27FC236}">
                    <a16:creationId xmlns:a16="http://schemas.microsoft.com/office/drawing/2014/main" id="{FBF12368-540B-16BF-757E-43B724DBAA3D}"/>
                  </a:ext>
                </a:extLst>
              </p:cNvPr>
              <p:cNvSpPr/>
              <p:nvPr/>
            </p:nvSpPr>
            <p:spPr>
              <a:xfrm>
                <a:off x="285538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0" name="ph111">
                <a:extLst>
                  <a:ext uri="{FF2B5EF4-FFF2-40B4-BE49-F238E27FC236}">
                    <a16:creationId xmlns:a16="http://schemas.microsoft.com/office/drawing/2014/main" id="{EFB7A014-DC98-DB9A-B8A9-D19A025E0372}"/>
                  </a:ext>
                </a:extLst>
              </p:cNvPr>
              <p:cNvSpPr/>
              <p:nvPr/>
            </p:nvSpPr>
            <p:spPr>
              <a:xfrm>
                <a:off x="286482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1" name="ph112">
                <a:extLst>
                  <a:ext uri="{FF2B5EF4-FFF2-40B4-BE49-F238E27FC236}">
                    <a16:creationId xmlns:a16="http://schemas.microsoft.com/office/drawing/2014/main" id="{4C845053-1796-5243-A3CF-DBFE13F5C65B}"/>
                  </a:ext>
                </a:extLst>
              </p:cNvPr>
              <p:cNvSpPr/>
              <p:nvPr/>
            </p:nvSpPr>
            <p:spPr>
              <a:xfrm>
                <a:off x="287426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2" name="ph113">
                <a:extLst>
                  <a:ext uri="{FF2B5EF4-FFF2-40B4-BE49-F238E27FC236}">
                    <a16:creationId xmlns:a16="http://schemas.microsoft.com/office/drawing/2014/main" id="{B8F27DC3-C63F-718C-DA2B-9FBA1167ADEF}"/>
                  </a:ext>
                </a:extLst>
              </p:cNvPr>
              <p:cNvSpPr/>
              <p:nvPr/>
            </p:nvSpPr>
            <p:spPr>
              <a:xfrm>
                <a:off x="288370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3" name="ph114">
                <a:extLst>
                  <a:ext uri="{FF2B5EF4-FFF2-40B4-BE49-F238E27FC236}">
                    <a16:creationId xmlns:a16="http://schemas.microsoft.com/office/drawing/2014/main" id="{D8A523B6-4FEC-D55D-EAB3-318317419635}"/>
                  </a:ext>
                </a:extLst>
              </p:cNvPr>
              <p:cNvSpPr/>
              <p:nvPr/>
            </p:nvSpPr>
            <p:spPr>
              <a:xfrm>
                <a:off x="2893141" y="283544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20"/>
                    </a:lnTo>
                    <a:lnTo>
                      <a:pt x="921831" y="910088"/>
                    </a:lnTo>
                    <a:lnTo>
                      <a:pt x="916821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4" name="ph115">
                <a:extLst>
                  <a:ext uri="{FF2B5EF4-FFF2-40B4-BE49-F238E27FC236}">
                    <a16:creationId xmlns:a16="http://schemas.microsoft.com/office/drawing/2014/main" id="{6E7746B8-4E00-7CCF-8F60-DBB9BCA03F2D}"/>
                  </a:ext>
                </a:extLst>
              </p:cNvPr>
              <p:cNvSpPr/>
              <p:nvPr/>
            </p:nvSpPr>
            <p:spPr>
              <a:xfrm>
                <a:off x="2902581" y="2817874"/>
                <a:ext cx="923840" cy="9256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69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478"/>
                    </a:lnTo>
                    <a:lnTo>
                      <a:pt x="922563" y="917060"/>
                    </a:lnTo>
                    <a:lnTo>
                      <a:pt x="917550" y="922603"/>
                    </a:lnTo>
                    <a:lnTo>
                      <a:pt x="914400" y="92569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5" name="ph116">
                <a:extLst>
                  <a:ext uri="{FF2B5EF4-FFF2-40B4-BE49-F238E27FC236}">
                    <a16:creationId xmlns:a16="http://schemas.microsoft.com/office/drawing/2014/main" id="{14A704EB-1471-EB7F-4C6A-3234BA04CBDE}"/>
                  </a:ext>
                </a:extLst>
              </p:cNvPr>
              <p:cNvSpPr/>
              <p:nvPr/>
            </p:nvSpPr>
            <p:spPr>
              <a:xfrm>
                <a:off x="2912021" y="2817874"/>
                <a:ext cx="915269" cy="915478"/>
              </a:xfrm>
              <a:custGeom>
                <a:avLst/>
                <a:gdLst/>
                <a:ahLst/>
                <a:cxnLst/>
                <a:rect l="0" t="0" r="0" b="0"/>
                <a:pathLst>
                  <a:path w="915269" h="915478">
                    <a:moveTo>
                      <a:pt x="914400" y="914400"/>
                    </a:moveTo>
                    <a:lnTo>
                      <a:pt x="915269" y="914400"/>
                    </a:lnTo>
                    <a:lnTo>
                      <a:pt x="914400" y="91547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6" name="ph117">
                <a:extLst>
                  <a:ext uri="{FF2B5EF4-FFF2-40B4-BE49-F238E27FC236}">
                    <a16:creationId xmlns:a16="http://schemas.microsoft.com/office/drawing/2014/main" id="{9A2DD229-6AB6-6853-38BC-46F8D6C07711}"/>
                  </a:ext>
                </a:extLst>
              </p:cNvPr>
              <p:cNvSpPr/>
              <p:nvPr/>
            </p:nvSpPr>
            <p:spPr>
              <a:xfrm>
                <a:off x="2543852" y="2800304"/>
                <a:ext cx="914399" cy="92567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671">
                    <a:moveTo>
                      <a:pt x="914399" y="914400"/>
                    </a:moveTo>
                    <a:lnTo>
                      <a:pt x="914399" y="925671"/>
                    </a:lnTo>
                    <a:lnTo>
                      <a:pt x="912374" y="923149"/>
                    </a:lnTo>
                    <a:lnTo>
                      <a:pt x="907641" y="916568"/>
                    </a:lnTo>
                    <a:lnTo>
                      <a:pt x="906240" y="914400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7" name="ph118">
                <a:extLst>
                  <a:ext uri="{FF2B5EF4-FFF2-40B4-BE49-F238E27FC236}">
                    <a16:creationId xmlns:a16="http://schemas.microsoft.com/office/drawing/2014/main" id="{F6B725DB-C48A-99FA-BBB3-17C086D73B23}"/>
                  </a:ext>
                </a:extLst>
              </p:cNvPr>
              <p:cNvSpPr/>
              <p:nvPr/>
            </p:nvSpPr>
            <p:spPr>
              <a:xfrm>
                <a:off x="254385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25" y="931969"/>
                    </a:lnTo>
                    <a:lnTo>
                      <a:pt x="917284" y="929262"/>
                    </a:lnTo>
                    <a:lnTo>
                      <a:pt x="914399" y="925671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8" name="ph119">
                <a:extLst>
                  <a:ext uri="{FF2B5EF4-FFF2-40B4-BE49-F238E27FC236}">
                    <a16:creationId xmlns:a16="http://schemas.microsoft.com/office/drawing/2014/main" id="{0712C52F-6A68-F38D-AC39-FAF1F7CA0A6F}"/>
                  </a:ext>
                </a:extLst>
              </p:cNvPr>
              <p:cNvSpPr/>
              <p:nvPr/>
            </p:nvSpPr>
            <p:spPr>
              <a:xfrm>
                <a:off x="255329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9" name="ph120">
                <a:extLst>
                  <a:ext uri="{FF2B5EF4-FFF2-40B4-BE49-F238E27FC236}">
                    <a16:creationId xmlns:a16="http://schemas.microsoft.com/office/drawing/2014/main" id="{AAB2C709-5274-5189-5692-2380965008DB}"/>
                  </a:ext>
                </a:extLst>
              </p:cNvPr>
              <p:cNvSpPr/>
              <p:nvPr/>
            </p:nvSpPr>
            <p:spPr>
              <a:xfrm>
                <a:off x="256273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0" name="ph121">
                <a:extLst>
                  <a:ext uri="{FF2B5EF4-FFF2-40B4-BE49-F238E27FC236}">
                    <a16:creationId xmlns:a16="http://schemas.microsoft.com/office/drawing/2014/main" id="{EC9A8039-83BC-577B-F537-A22D12C117CB}"/>
                  </a:ext>
                </a:extLst>
              </p:cNvPr>
              <p:cNvSpPr/>
              <p:nvPr/>
            </p:nvSpPr>
            <p:spPr>
              <a:xfrm>
                <a:off x="257217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1" name="ph122">
                <a:extLst>
                  <a:ext uri="{FF2B5EF4-FFF2-40B4-BE49-F238E27FC236}">
                    <a16:creationId xmlns:a16="http://schemas.microsoft.com/office/drawing/2014/main" id="{CD4B4444-28A3-9EFC-416A-539926734619}"/>
                  </a:ext>
                </a:extLst>
              </p:cNvPr>
              <p:cNvSpPr/>
              <p:nvPr/>
            </p:nvSpPr>
            <p:spPr>
              <a:xfrm>
                <a:off x="258161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2" name="ph123">
                <a:extLst>
                  <a:ext uri="{FF2B5EF4-FFF2-40B4-BE49-F238E27FC236}">
                    <a16:creationId xmlns:a16="http://schemas.microsoft.com/office/drawing/2014/main" id="{2EB66683-CBE1-F1D4-7E8B-9F6D308E0F5B}"/>
                  </a:ext>
                </a:extLst>
              </p:cNvPr>
              <p:cNvSpPr/>
              <p:nvPr/>
            </p:nvSpPr>
            <p:spPr>
              <a:xfrm>
                <a:off x="259105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3" name="ph124">
                <a:extLst>
                  <a:ext uri="{FF2B5EF4-FFF2-40B4-BE49-F238E27FC236}">
                    <a16:creationId xmlns:a16="http://schemas.microsoft.com/office/drawing/2014/main" id="{CE64B83D-010A-C7A4-2045-4C6647D29B32}"/>
                  </a:ext>
                </a:extLst>
              </p:cNvPr>
              <p:cNvSpPr/>
              <p:nvPr/>
            </p:nvSpPr>
            <p:spPr>
              <a:xfrm>
                <a:off x="260049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4" name="ph125">
                <a:extLst>
                  <a:ext uri="{FF2B5EF4-FFF2-40B4-BE49-F238E27FC236}">
                    <a16:creationId xmlns:a16="http://schemas.microsoft.com/office/drawing/2014/main" id="{BD9B7D1A-F8FC-959F-CEB2-314B1EBCFF2A}"/>
                  </a:ext>
                </a:extLst>
              </p:cNvPr>
              <p:cNvSpPr/>
              <p:nvPr/>
            </p:nvSpPr>
            <p:spPr>
              <a:xfrm>
                <a:off x="260993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5" name="ph126">
                <a:extLst>
                  <a:ext uri="{FF2B5EF4-FFF2-40B4-BE49-F238E27FC236}">
                    <a16:creationId xmlns:a16="http://schemas.microsoft.com/office/drawing/2014/main" id="{BE8A74F7-1F39-E8A3-EE82-92FA59671B46}"/>
                  </a:ext>
                </a:extLst>
              </p:cNvPr>
              <p:cNvSpPr/>
              <p:nvPr/>
            </p:nvSpPr>
            <p:spPr>
              <a:xfrm>
                <a:off x="261937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6" name="ph127">
                <a:extLst>
                  <a:ext uri="{FF2B5EF4-FFF2-40B4-BE49-F238E27FC236}">
                    <a16:creationId xmlns:a16="http://schemas.microsoft.com/office/drawing/2014/main" id="{B5D17465-F2D7-DC06-F100-C29BD5843254}"/>
                  </a:ext>
                </a:extLst>
              </p:cNvPr>
              <p:cNvSpPr/>
              <p:nvPr/>
            </p:nvSpPr>
            <p:spPr>
              <a:xfrm>
                <a:off x="262881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7" name="ph128">
                <a:extLst>
                  <a:ext uri="{FF2B5EF4-FFF2-40B4-BE49-F238E27FC236}">
                    <a16:creationId xmlns:a16="http://schemas.microsoft.com/office/drawing/2014/main" id="{5B23C4BB-F75C-7A58-76F6-71E41BCE292D}"/>
                  </a:ext>
                </a:extLst>
              </p:cNvPr>
              <p:cNvSpPr/>
              <p:nvPr/>
            </p:nvSpPr>
            <p:spPr>
              <a:xfrm>
                <a:off x="263825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8" name="ph129">
                <a:extLst>
                  <a:ext uri="{FF2B5EF4-FFF2-40B4-BE49-F238E27FC236}">
                    <a16:creationId xmlns:a16="http://schemas.microsoft.com/office/drawing/2014/main" id="{FDD4B354-A94F-33F2-DC5B-952C81DAE1DB}"/>
                  </a:ext>
                </a:extLst>
              </p:cNvPr>
              <p:cNvSpPr/>
              <p:nvPr/>
            </p:nvSpPr>
            <p:spPr>
              <a:xfrm>
                <a:off x="264769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9" name="ph130">
                <a:extLst>
                  <a:ext uri="{FF2B5EF4-FFF2-40B4-BE49-F238E27FC236}">
                    <a16:creationId xmlns:a16="http://schemas.microsoft.com/office/drawing/2014/main" id="{EFFA18EF-B3E9-09FC-1BEC-85AF3925B2AA}"/>
                  </a:ext>
                </a:extLst>
              </p:cNvPr>
              <p:cNvSpPr/>
              <p:nvPr/>
            </p:nvSpPr>
            <p:spPr>
              <a:xfrm>
                <a:off x="265713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0" name="ph131">
                <a:extLst>
                  <a:ext uri="{FF2B5EF4-FFF2-40B4-BE49-F238E27FC236}">
                    <a16:creationId xmlns:a16="http://schemas.microsoft.com/office/drawing/2014/main" id="{AF2F5C67-8A57-D25A-3C87-895962AB1879}"/>
                  </a:ext>
                </a:extLst>
              </p:cNvPr>
              <p:cNvSpPr/>
              <p:nvPr/>
            </p:nvSpPr>
            <p:spPr>
              <a:xfrm>
                <a:off x="266657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1" name="ph132">
                <a:extLst>
                  <a:ext uri="{FF2B5EF4-FFF2-40B4-BE49-F238E27FC236}">
                    <a16:creationId xmlns:a16="http://schemas.microsoft.com/office/drawing/2014/main" id="{81E824C1-8DAF-535F-E4EC-E0B58303A048}"/>
                  </a:ext>
                </a:extLst>
              </p:cNvPr>
              <p:cNvSpPr/>
              <p:nvPr/>
            </p:nvSpPr>
            <p:spPr>
              <a:xfrm>
                <a:off x="267601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2" name="ph133">
                <a:extLst>
                  <a:ext uri="{FF2B5EF4-FFF2-40B4-BE49-F238E27FC236}">
                    <a16:creationId xmlns:a16="http://schemas.microsoft.com/office/drawing/2014/main" id="{CA5D4C08-255A-B0CC-E497-748B3328ADDD}"/>
                  </a:ext>
                </a:extLst>
              </p:cNvPr>
              <p:cNvSpPr/>
              <p:nvPr/>
            </p:nvSpPr>
            <p:spPr>
              <a:xfrm>
                <a:off x="268545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3" name="ph134">
                <a:extLst>
                  <a:ext uri="{FF2B5EF4-FFF2-40B4-BE49-F238E27FC236}">
                    <a16:creationId xmlns:a16="http://schemas.microsoft.com/office/drawing/2014/main" id="{90D4F804-E138-A8F7-FBD8-2AE4EC48AE17}"/>
                  </a:ext>
                </a:extLst>
              </p:cNvPr>
              <p:cNvSpPr/>
              <p:nvPr/>
            </p:nvSpPr>
            <p:spPr>
              <a:xfrm>
                <a:off x="269489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4" name="ph135">
                <a:extLst>
                  <a:ext uri="{FF2B5EF4-FFF2-40B4-BE49-F238E27FC236}">
                    <a16:creationId xmlns:a16="http://schemas.microsoft.com/office/drawing/2014/main" id="{F4EA26F2-B2A0-0B33-6D82-6F8D87A534A3}"/>
                  </a:ext>
                </a:extLst>
              </p:cNvPr>
              <p:cNvSpPr/>
              <p:nvPr/>
            </p:nvSpPr>
            <p:spPr>
              <a:xfrm>
                <a:off x="270433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5" name="ph136">
                <a:extLst>
                  <a:ext uri="{FF2B5EF4-FFF2-40B4-BE49-F238E27FC236}">
                    <a16:creationId xmlns:a16="http://schemas.microsoft.com/office/drawing/2014/main" id="{EE130B43-F540-4061-A68F-8E7810962811}"/>
                  </a:ext>
                </a:extLst>
              </p:cNvPr>
              <p:cNvSpPr/>
              <p:nvPr/>
            </p:nvSpPr>
            <p:spPr>
              <a:xfrm>
                <a:off x="271377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6" name="ph137">
                <a:extLst>
                  <a:ext uri="{FF2B5EF4-FFF2-40B4-BE49-F238E27FC236}">
                    <a16:creationId xmlns:a16="http://schemas.microsoft.com/office/drawing/2014/main" id="{9B00A5AC-5D06-A14E-118D-20C2CA3C3F0B}"/>
                  </a:ext>
                </a:extLst>
              </p:cNvPr>
              <p:cNvSpPr/>
              <p:nvPr/>
            </p:nvSpPr>
            <p:spPr>
              <a:xfrm>
                <a:off x="272321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7" name="ph138">
                <a:extLst>
                  <a:ext uri="{FF2B5EF4-FFF2-40B4-BE49-F238E27FC236}">
                    <a16:creationId xmlns:a16="http://schemas.microsoft.com/office/drawing/2014/main" id="{33313784-E6FD-EA26-910E-40B627D10F22}"/>
                  </a:ext>
                </a:extLst>
              </p:cNvPr>
              <p:cNvSpPr/>
              <p:nvPr/>
            </p:nvSpPr>
            <p:spPr>
              <a:xfrm>
                <a:off x="273265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8" name="ph139">
                <a:extLst>
                  <a:ext uri="{FF2B5EF4-FFF2-40B4-BE49-F238E27FC236}">
                    <a16:creationId xmlns:a16="http://schemas.microsoft.com/office/drawing/2014/main" id="{546C529D-F46D-4438-90D0-EFE7F7C0C7A8}"/>
                  </a:ext>
                </a:extLst>
              </p:cNvPr>
              <p:cNvSpPr/>
              <p:nvPr/>
            </p:nvSpPr>
            <p:spPr>
              <a:xfrm>
                <a:off x="274209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9" name="ph140">
                <a:extLst>
                  <a:ext uri="{FF2B5EF4-FFF2-40B4-BE49-F238E27FC236}">
                    <a16:creationId xmlns:a16="http://schemas.microsoft.com/office/drawing/2014/main" id="{39CF80CE-BEA5-37BE-651F-D965B72E92A5}"/>
                  </a:ext>
                </a:extLst>
              </p:cNvPr>
              <p:cNvSpPr/>
              <p:nvPr/>
            </p:nvSpPr>
            <p:spPr>
              <a:xfrm>
                <a:off x="275153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0" name="ph141">
                <a:extLst>
                  <a:ext uri="{FF2B5EF4-FFF2-40B4-BE49-F238E27FC236}">
                    <a16:creationId xmlns:a16="http://schemas.microsoft.com/office/drawing/2014/main" id="{DCFC02B3-35B4-A469-48FB-515C629E8077}"/>
                  </a:ext>
                </a:extLst>
              </p:cNvPr>
              <p:cNvSpPr/>
              <p:nvPr/>
            </p:nvSpPr>
            <p:spPr>
              <a:xfrm>
                <a:off x="276097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1" name="ph142">
                <a:extLst>
                  <a:ext uri="{FF2B5EF4-FFF2-40B4-BE49-F238E27FC236}">
                    <a16:creationId xmlns:a16="http://schemas.microsoft.com/office/drawing/2014/main" id="{F364B895-432A-81C2-7100-396F4D4206C9}"/>
                  </a:ext>
                </a:extLst>
              </p:cNvPr>
              <p:cNvSpPr/>
              <p:nvPr/>
            </p:nvSpPr>
            <p:spPr>
              <a:xfrm>
                <a:off x="277041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2" name="ph143">
                <a:extLst>
                  <a:ext uri="{FF2B5EF4-FFF2-40B4-BE49-F238E27FC236}">
                    <a16:creationId xmlns:a16="http://schemas.microsoft.com/office/drawing/2014/main" id="{BCEEEAE2-5E1A-FF9A-A3E0-4EC2C7DF5EDB}"/>
                  </a:ext>
                </a:extLst>
              </p:cNvPr>
              <p:cNvSpPr/>
              <p:nvPr/>
            </p:nvSpPr>
            <p:spPr>
              <a:xfrm>
                <a:off x="277985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3" name="ph144">
                <a:extLst>
                  <a:ext uri="{FF2B5EF4-FFF2-40B4-BE49-F238E27FC236}">
                    <a16:creationId xmlns:a16="http://schemas.microsoft.com/office/drawing/2014/main" id="{2D1CF6C3-C832-05AD-E852-2104321C9FC1}"/>
                  </a:ext>
                </a:extLst>
              </p:cNvPr>
              <p:cNvSpPr/>
              <p:nvPr/>
            </p:nvSpPr>
            <p:spPr>
              <a:xfrm>
                <a:off x="278929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4" name="ph145">
                <a:extLst>
                  <a:ext uri="{FF2B5EF4-FFF2-40B4-BE49-F238E27FC236}">
                    <a16:creationId xmlns:a16="http://schemas.microsoft.com/office/drawing/2014/main" id="{3A909006-03F3-CC3D-7804-30ADD1E9F2AC}"/>
                  </a:ext>
                </a:extLst>
              </p:cNvPr>
              <p:cNvSpPr/>
              <p:nvPr/>
            </p:nvSpPr>
            <p:spPr>
              <a:xfrm>
                <a:off x="279873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5" name="ph146">
                <a:extLst>
                  <a:ext uri="{FF2B5EF4-FFF2-40B4-BE49-F238E27FC236}">
                    <a16:creationId xmlns:a16="http://schemas.microsoft.com/office/drawing/2014/main" id="{D4B6F7AD-8368-0866-A841-8C69BF2580E1}"/>
                  </a:ext>
                </a:extLst>
              </p:cNvPr>
              <p:cNvSpPr/>
              <p:nvPr/>
            </p:nvSpPr>
            <p:spPr>
              <a:xfrm>
                <a:off x="280817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6" name="ph147">
                <a:extLst>
                  <a:ext uri="{FF2B5EF4-FFF2-40B4-BE49-F238E27FC236}">
                    <a16:creationId xmlns:a16="http://schemas.microsoft.com/office/drawing/2014/main" id="{3EB3757D-95E0-B523-23A1-33A862F2037B}"/>
                  </a:ext>
                </a:extLst>
              </p:cNvPr>
              <p:cNvSpPr/>
              <p:nvPr/>
            </p:nvSpPr>
            <p:spPr>
              <a:xfrm>
                <a:off x="281761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7" name="ph148">
                <a:extLst>
                  <a:ext uri="{FF2B5EF4-FFF2-40B4-BE49-F238E27FC236}">
                    <a16:creationId xmlns:a16="http://schemas.microsoft.com/office/drawing/2014/main" id="{E050A528-5679-B1F3-5225-87482974E9D5}"/>
                  </a:ext>
                </a:extLst>
              </p:cNvPr>
              <p:cNvSpPr/>
              <p:nvPr/>
            </p:nvSpPr>
            <p:spPr>
              <a:xfrm>
                <a:off x="282705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8" name="ph149">
                <a:extLst>
                  <a:ext uri="{FF2B5EF4-FFF2-40B4-BE49-F238E27FC236}">
                    <a16:creationId xmlns:a16="http://schemas.microsoft.com/office/drawing/2014/main" id="{2B09FCC2-0133-0549-8882-38CD48618448}"/>
                  </a:ext>
                </a:extLst>
              </p:cNvPr>
              <p:cNvSpPr/>
              <p:nvPr/>
            </p:nvSpPr>
            <p:spPr>
              <a:xfrm>
                <a:off x="283649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9" name="ph150">
                <a:extLst>
                  <a:ext uri="{FF2B5EF4-FFF2-40B4-BE49-F238E27FC236}">
                    <a16:creationId xmlns:a16="http://schemas.microsoft.com/office/drawing/2014/main" id="{1F56334D-567D-A9AC-A167-A84DDCE67ACC}"/>
                  </a:ext>
                </a:extLst>
              </p:cNvPr>
              <p:cNvSpPr/>
              <p:nvPr/>
            </p:nvSpPr>
            <p:spPr>
              <a:xfrm>
                <a:off x="284593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0" name="ph151">
                <a:extLst>
                  <a:ext uri="{FF2B5EF4-FFF2-40B4-BE49-F238E27FC236}">
                    <a16:creationId xmlns:a16="http://schemas.microsoft.com/office/drawing/2014/main" id="{1559B839-E9E4-D313-F8FE-DB5DF0342E98}"/>
                  </a:ext>
                </a:extLst>
              </p:cNvPr>
              <p:cNvSpPr/>
              <p:nvPr/>
            </p:nvSpPr>
            <p:spPr>
              <a:xfrm>
                <a:off x="285538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1" name="ph152">
                <a:extLst>
                  <a:ext uri="{FF2B5EF4-FFF2-40B4-BE49-F238E27FC236}">
                    <a16:creationId xmlns:a16="http://schemas.microsoft.com/office/drawing/2014/main" id="{170993B7-188A-9466-1433-D0F57D272D0B}"/>
                  </a:ext>
                </a:extLst>
              </p:cNvPr>
              <p:cNvSpPr/>
              <p:nvPr/>
            </p:nvSpPr>
            <p:spPr>
              <a:xfrm>
                <a:off x="286482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2" name="ph153">
                <a:extLst>
                  <a:ext uri="{FF2B5EF4-FFF2-40B4-BE49-F238E27FC236}">
                    <a16:creationId xmlns:a16="http://schemas.microsoft.com/office/drawing/2014/main" id="{E2C051D7-D526-2999-3BFB-00FD2C82E8BD}"/>
                  </a:ext>
                </a:extLst>
              </p:cNvPr>
              <p:cNvSpPr/>
              <p:nvPr/>
            </p:nvSpPr>
            <p:spPr>
              <a:xfrm>
                <a:off x="287426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3" name="ph154">
                <a:extLst>
                  <a:ext uri="{FF2B5EF4-FFF2-40B4-BE49-F238E27FC236}">
                    <a16:creationId xmlns:a16="http://schemas.microsoft.com/office/drawing/2014/main" id="{6B1C6D4C-952A-71E4-33F9-2C92A016397E}"/>
                  </a:ext>
                </a:extLst>
              </p:cNvPr>
              <p:cNvSpPr/>
              <p:nvPr/>
            </p:nvSpPr>
            <p:spPr>
              <a:xfrm>
                <a:off x="288370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4" name="ph155">
                <a:extLst>
                  <a:ext uri="{FF2B5EF4-FFF2-40B4-BE49-F238E27FC236}">
                    <a16:creationId xmlns:a16="http://schemas.microsoft.com/office/drawing/2014/main" id="{C9122822-6218-FA33-E544-1C1E868ED4C3}"/>
                  </a:ext>
                </a:extLst>
              </p:cNvPr>
              <p:cNvSpPr/>
              <p:nvPr/>
            </p:nvSpPr>
            <p:spPr>
              <a:xfrm>
                <a:off x="289314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5" name="ph156">
                <a:extLst>
                  <a:ext uri="{FF2B5EF4-FFF2-40B4-BE49-F238E27FC236}">
                    <a16:creationId xmlns:a16="http://schemas.microsoft.com/office/drawing/2014/main" id="{379949E2-91F3-F0BE-99AC-23E7E987DEC0}"/>
                  </a:ext>
                </a:extLst>
              </p:cNvPr>
              <p:cNvSpPr/>
              <p:nvPr/>
            </p:nvSpPr>
            <p:spPr>
              <a:xfrm>
                <a:off x="290258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6" name="ph157">
                <a:extLst>
                  <a:ext uri="{FF2B5EF4-FFF2-40B4-BE49-F238E27FC236}">
                    <a16:creationId xmlns:a16="http://schemas.microsoft.com/office/drawing/2014/main" id="{EA5D35DC-6495-10C4-7B0F-91C7BF6736E8}"/>
                  </a:ext>
                </a:extLst>
              </p:cNvPr>
              <p:cNvSpPr/>
              <p:nvPr/>
            </p:nvSpPr>
            <p:spPr>
              <a:xfrm>
                <a:off x="2912021" y="281787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847"/>
                    </a:lnTo>
                    <a:lnTo>
                      <a:pt x="923638" y="903141"/>
                    </a:lnTo>
                    <a:lnTo>
                      <a:pt x="922656" y="904574"/>
                    </a:lnTo>
                    <a:lnTo>
                      <a:pt x="917976" y="911045"/>
                    </a:lnTo>
                    <a:lnTo>
                      <a:pt x="915269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7" name="ph158">
                <a:extLst>
                  <a:ext uri="{FF2B5EF4-FFF2-40B4-BE49-F238E27FC236}">
                    <a16:creationId xmlns:a16="http://schemas.microsoft.com/office/drawing/2014/main" id="{4EBDE594-11A8-503E-BA7D-485BD6209D54}"/>
                  </a:ext>
                </a:extLst>
              </p:cNvPr>
              <p:cNvSpPr/>
              <p:nvPr/>
            </p:nvSpPr>
            <p:spPr>
              <a:xfrm>
                <a:off x="2921461" y="2800304"/>
                <a:ext cx="918528" cy="920417"/>
              </a:xfrm>
              <a:custGeom>
                <a:avLst/>
                <a:gdLst/>
                <a:ahLst/>
                <a:cxnLst/>
                <a:rect l="0" t="0" r="0" b="0"/>
                <a:pathLst>
                  <a:path w="918528" h="920417">
                    <a:moveTo>
                      <a:pt x="914399" y="914400"/>
                    </a:moveTo>
                    <a:lnTo>
                      <a:pt x="918528" y="914400"/>
                    </a:lnTo>
                    <a:lnTo>
                      <a:pt x="918106" y="915014"/>
                    </a:lnTo>
                    <a:lnTo>
                      <a:pt x="917129" y="916438"/>
                    </a:lnTo>
                    <a:lnTo>
                      <a:pt x="916151" y="917862"/>
                    </a:lnTo>
                    <a:lnTo>
                      <a:pt x="915175" y="919286"/>
                    </a:lnTo>
                    <a:lnTo>
                      <a:pt x="914399" y="920417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8" name="ph159">
                <a:extLst>
                  <a:ext uri="{FF2B5EF4-FFF2-40B4-BE49-F238E27FC236}">
                    <a16:creationId xmlns:a16="http://schemas.microsoft.com/office/drawing/2014/main" id="{C2FB1309-81EF-31FD-D8F0-17E07F12E0BE}"/>
                  </a:ext>
                </a:extLst>
              </p:cNvPr>
              <p:cNvSpPr/>
              <p:nvPr/>
            </p:nvSpPr>
            <p:spPr>
              <a:xfrm>
                <a:off x="2534411" y="2782734"/>
                <a:ext cx="914400" cy="92998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987">
                    <a:moveTo>
                      <a:pt x="914400" y="914399"/>
                    </a:moveTo>
                    <a:lnTo>
                      <a:pt x="914400" y="929987"/>
                    </a:lnTo>
                    <a:lnTo>
                      <a:pt x="912539" y="927107"/>
                    </a:lnTo>
                    <a:lnTo>
                      <a:pt x="908200" y="919644"/>
                    </a:lnTo>
                    <a:lnTo>
                      <a:pt x="905453" y="91439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9" name="ph160">
                <a:extLst>
                  <a:ext uri="{FF2B5EF4-FFF2-40B4-BE49-F238E27FC236}">
                    <a16:creationId xmlns:a16="http://schemas.microsoft.com/office/drawing/2014/main" id="{16D5D747-A3C3-630F-A59B-F295D9769A9F}"/>
                  </a:ext>
                </a:extLst>
              </p:cNvPr>
              <p:cNvSpPr/>
              <p:nvPr/>
            </p:nvSpPr>
            <p:spPr>
              <a:xfrm>
                <a:off x="253441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5680" y="931969"/>
                    </a:lnTo>
                    <a:lnTo>
                      <a:pt x="914400" y="929987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0" name="ph161">
                <a:extLst>
                  <a:ext uri="{FF2B5EF4-FFF2-40B4-BE49-F238E27FC236}">
                    <a16:creationId xmlns:a16="http://schemas.microsoft.com/office/drawing/2014/main" id="{2272FB84-7635-1358-415D-C1CFC845458A}"/>
                  </a:ext>
                </a:extLst>
              </p:cNvPr>
              <p:cNvSpPr/>
              <p:nvPr/>
            </p:nvSpPr>
            <p:spPr>
              <a:xfrm>
                <a:off x="254385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1" name="ph162">
                <a:extLst>
                  <a:ext uri="{FF2B5EF4-FFF2-40B4-BE49-F238E27FC236}">
                    <a16:creationId xmlns:a16="http://schemas.microsoft.com/office/drawing/2014/main" id="{81B367EF-D7EB-63C2-5C2A-3D6FD2A53E5C}"/>
                  </a:ext>
                </a:extLst>
              </p:cNvPr>
              <p:cNvSpPr/>
              <p:nvPr/>
            </p:nvSpPr>
            <p:spPr>
              <a:xfrm>
                <a:off x="255329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2" name="ph163">
                <a:extLst>
                  <a:ext uri="{FF2B5EF4-FFF2-40B4-BE49-F238E27FC236}">
                    <a16:creationId xmlns:a16="http://schemas.microsoft.com/office/drawing/2014/main" id="{FDC2DA01-89FC-4ED1-D505-CF71F24F1A37}"/>
                  </a:ext>
                </a:extLst>
              </p:cNvPr>
              <p:cNvSpPr/>
              <p:nvPr/>
            </p:nvSpPr>
            <p:spPr>
              <a:xfrm>
                <a:off x="256273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3" name="ph164">
                <a:extLst>
                  <a:ext uri="{FF2B5EF4-FFF2-40B4-BE49-F238E27FC236}">
                    <a16:creationId xmlns:a16="http://schemas.microsoft.com/office/drawing/2014/main" id="{B95DECF9-311B-8BC4-07EE-DE62444CA77D}"/>
                  </a:ext>
                </a:extLst>
              </p:cNvPr>
              <p:cNvSpPr/>
              <p:nvPr/>
            </p:nvSpPr>
            <p:spPr>
              <a:xfrm>
                <a:off x="257217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4" name="ph165">
                <a:extLst>
                  <a:ext uri="{FF2B5EF4-FFF2-40B4-BE49-F238E27FC236}">
                    <a16:creationId xmlns:a16="http://schemas.microsoft.com/office/drawing/2014/main" id="{A4F59B48-2AA2-6BBC-76A9-621D3203ADB4}"/>
                  </a:ext>
                </a:extLst>
              </p:cNvPr>
              <p:cNvSpPr/>
              <p:nvPr/>
            </p:nvSpPr>
            <p:spPr>
              <a:xfrm>
                <a:off x="258161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5" name="ph166">
                <a:extLst>
                  <a:ext uri="{FF2B5EF4-FFF2-40B4-BE49-F238E27FC236}">
                    <a16:creationId xmlns:a16="http://schemas.microsoft.com/office/drawing/2014/main" id="{3416863C-544E-2FE1-852F-40FE63954C31}"/>
                  </a:ext>
                </a:extLst>
              </p:cNvPr>
              <p:cNvSpPr/>
              <p:nvPr/>
            </p:nvSpPr>
            <p:spPr>
              <a:xfrm>
                <a:off x="259105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6" name="ph167">
                <a:extLst>
                  <a:ext uri="{FF2B5EF4-FFF2-40B4-BE49-F238E27FC236}">
                    <a16:creationId xmlns:a16="http://schemas.microsoft.com/office/drawing/2014/main" id="{9F64AAB9-76AA-02F6-D882-1C1BF053AAE1}"/>
                  </a:ext>
                </a:extLst>
              </p:cNvPr>
              <p:cNvSpPr/>
              <p:nvPr/>
            </p:nvSpPr>
            <p:spPr>
              <a:xfrm>
                <a:off x="260049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7" name="ph168">
                <a:extLst>
                  <a:ext uri="{FF2B5EF4-FFF2-40B4-BE49-F238E27FC236}">
                    <a16:creationId xmlns:a16="http://schemas.microsoft.com/office/drawing/2014/main" id="{C6ADA7B4-F3D0-DBE7-75C0-9FF0F55AAC97}"/>
                  </a:ext>
                </a:extLst>
              </p:cNvPr>
              <p:cNvSpPr/>
              <p:nvPr/>
            </p:nvSpPr>
            <p:spPr>
              <a:xfrm>
                <a:off x="260993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8" name="ph169">
                <a:extLst>
                  <a:ext uri="{FF2B5EF4-FFF2-40B4-BE49-F238E27FC236}">
                    <a16:creationId xmlns:a16="http://schemas.microsoft.com/office/drawing/2014/main" id="{FE7EDEEB-B69A-73D4-C204-8FD721CECBDE}"/>
                  </a:ext>
                </a:extLst>
              </p:cNvPr>
              <p:cNvSpPr/>
              <p:nvPr/>
            </p:nvSpPr>
            <p:spPr>
              <a:xfrm>
                <a:off x="261937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9" name="ph170">
                <a:extLst>
                  <a:ext uri="{FF2B5EF4-FFF2-40B4-BE49-F238E27FC236}">
                    <a16:creationId xmlns:a16="http://schemas.microsoft.com/office/drawing/2014/main" id="{46DC0E3F-0561-DE6C-BB0B-B3BC5A6E3D08}"/>
                  </a:ext>
                </a:extLst>
              </p:cNvPr>
              <p:cNvSpPr/>
              <p:nvPr/>
            </p:nvSpPr>
            <p:spPr>
              <a:xfrm>
                <a:off x="262881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0" name="ph171">
                <a:extLst>
                  <a:ext uri="{FF2B5EF4-FFF2-40B4-BE49-F238E27FC236}">
                    <a16:creationId xmlns:a16="http://schemas.microsoft.com/office/drawing/2014/main" id="{1C5A2987-5416-1EB2-C111-645479ABD5AA}"/>
                  </a:ext>
                </a:extLst>
              </p:cNvPr>
              <p:cNvSpPr/>
              <p:nvPr/>
            </p:nvSpPr>
            <p:spPr>
              <a:xfrm>
                <a:off x="263825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1" name="ph172">
                <a:extLst>
                  <a:ext uri="{FF2B5EF4-FFF2-40B4-BE49-F238E27FC236}">
                    <a16:creationId xmlns:a16="http://schemas.microsoft.com/office/drawing/2014/main" id="{B597D9F8-5044-F84D-7193-05382635073E}"/>
                  </a:ext>
                </a:extLst>
              </p:cNvPr>
              <p:cNvSpPr/>
              <p:nvPr/>
            </p:nvSpPr>
            <p:spPr>
              <a:xfrm>
                <a:off x="264769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2" name="ph173">
                <a:extLst>
                  <a:ext uri="{FF2B5EF4-FFF2-40B4-BE49-F238E27FC236}">
                    <a16:creationId xmlns:a16="http://schemas.microsoft.com/office/drawing/2014/main" id="{0514AF06-A839-B7DC-85F3-EB6F07E37C04}"/>
                  </a:ext>
                </a:extLst>
              </p:cNvPr>
              <p:cNvSpPr/>
              <p:nvPr/>
            </p:nvSpPr>
            <p:spPr>
              <a:xfrm>
                <a:off x="265713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3" name="ph174">
                <a:extLst>
                  <a:ext uri="{FF2B5EF4-FFF2-40B4-BE49-F238E27FC236}">
                    <a16:creationId xmlns:a16="http://schemas.microsoft.com/office/drawing/2014/main" id="{D648E849-68DD-ADC8-D22F-2D27D23A2FA7}"/>
                  </a:ext>
                </a:extLst>
              </p:cNvPr>
              <p:cNvSpPr/>
              <p:nvPr/>
            </p:nvSpPr>
            <p:spPr>
              <a:xfrm>
                <a:off x="266657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4" name="ph175">
                <a:extLst>
                  <a:ext uri="{FF2B5EF4-FFF2-40B4-BE49-F238E27FC236}">
                    <a16:creationId xmlns:a16="http://schemas.microsoft.com/office/drawing/2014/main" id="{D8512CA9-2FB4-3E4A-FBE5-83A797F92349}"/>
                  </a:ext>
                </a:extLst>
              </p:cNvPr>
              <p:cNvSpPr/>
              <p:nvPr/>
            </p:nvSpPr>
            <p:spPr>
              <a:xfrm>
                <a:off x="267601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5" name="ph176">
                <a:extLst>
                  <a:ext uri="{FF2B5EF4-FFF2-40B4-BE49-F238E27FC236}">
                    <a16:creationId xmlns:a16="http://schemas.microsoft.com/office/drawing/2014/main" id="{F90D8748-D2DF-A798-7E59-DB2785AACAE8}"/>
                  </a:ext>
                </a:extLst>
              </p:cNvPr>
              <p:cNvSpPr/>
              <p:nvPr/>
            </p:nvSpPr>
            <p:spPr>
              <a:xfrm>
                <a:off x="268545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6" name="ph177">
                <a:extLst>
                  <a:ext uri="{FF2B5EF4-FFF2-40B4-BE49-F238E27FC236}">
                    <a16:creationId xmlns:a16="http://schemas.microsoft.com/office/drawing/2014/main" id="{34E85F29-3285-4A22-5CBF-1CA3588F35E0}"/>
                  </a:ext>
                </a:extLst>
              </p:cNvPr>
              <p:cNvSpPr/>
              <p:nvPr/>
            </p:nvSpPr>
            <p:spPr>
              <a:xfrm>
                <a:off x="269489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7" name="ph178">
                <a:extLst>
                  <a:ext uri="{FF2B5EF4-FFF2-40B4-BE49-F238E27FC236}">
                    <a16:creationId xmlns:a16="http://schemas.microsoft.com/office/drawing/2014/main" id="{71621139-0A84-4CCB-8057-0EB2D8C18DAC}"/>
                  </a:ext>
                </a:extLst>
              </p:cNvPr>
              <p:cNvSpPr/>
              <p:nvPr/>
            </p:nvSpPr>
            <p:spPr>
              <a:xfrm>
                <a:off x="270433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8" name="ph179">
                <a:extLst>
                  <a:ext uri="{FF2B5EF4-FFF2-40B4-BE49-F238E27FC236}">
                    <a16:creationId xmlns:a16="http://schemas.microsoft.com/office/drawing/2014/main" id="{7D19841B-B6EB-8986-DFA3-A075D3764F56}"/>
                  </a:ext>
                </a:extLst>
              </p:cNvPr>
              <p:cNvSpPr/>
              <p:nvPr/>
            </p:nvSpPr>
            <p:spPr>
              <a:xfrm>
                <a:off x="271377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9" name="ph180">
                <a:extLst>
                  <a:ext uri="{FF2B5EF4-FFF2-40B4-BE49-F238E27FC236}">
                    <a16:creationId xmlns:a16="http://schemas.microsoft.com/office/drawing/2014/main" id="{36291F31-8722-C697-ED63-57A947C4BCD5}"/>
                  </a:ext>
                </a:extLst>
              </p:cNvPr>
              <p:cNvSpPr/>
              <p:nvPr/>
            </p:nvSpPr>
            <p:spPr>
              <a:xfrm>
                <a:off x="272321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0" name="ph181">
                <a:extLst>
                  <a:ext uri="{FF2B5EF4-FFF2-40B4-BE49-F238E27FC236}">
                    <a16:creationId xmlns:a16="http://schemas.microsoft.com/office/drawing/2014/main" id="{B1F3A68C-51C6-815F-0EC4-7CA6E632BC6B}"/>
                  </a:ext>
                </a:extLst>
              </p:cNvPr>
              <p:cNvSpPr/>
              <p:nvPr/>
            </p:nvSpPr>
            <p:spPr>
              <a:xfrm>
                <a:off x="273265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1" name="ph182">
                <a:extLst>
                  <a:ext uri="{FF2B5EF4-FFF2-40B4-BE49-F238E27FC236}">
                    <a16:creationId xmlns:a16="http://schemas.microsoft.com/office/drawing/2014/main" id="{5B854998-CF0B-3632-7AD9-A268B2698F2F}"/>
                  </a:ext>
                </a:extLst>
              </p:cNvPr>
              <p:cNvSpPr/>
              <p:nvPr/>
            </p:nvSpPr>
            <p:spPr>
              <a:xfrm>
                <a:off x="274209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2" name="ph183">
                <a:extLst>
                  <a:ext uri="{FF2B5EF4-FFF2-40B4-BE49-F238E27FC236}">
                    <a16:creationId xmlns:a16="http://schemas.microsoft.com/office/drawing/2014/main" id="{CD76A699-99B6-1A62-118D-05BCA60EFBB5}"/>
                  </a:ext>
                </a:extLst>
              </p:cNvPr>
              <p:cNvSpPr/>
              <p:nvPr/>
            </p:nvSpPr>
            <p:spPr>
              <a:xfrm>
                <a:off x="275153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3" name="ph184">
                <a:extLst>
                  <a:ext uri="{FF2B5EF4-FFF2-40B4-BE49-F238E27FC236}">
                    <a16:creationId xmlns:a16="http://schemas.microsoft.com/office/drawing/2014/main" id="{2DE9A2F5-10DF-1F6A-E374-254BBEDFD873}"/>
                  </a:ext>
                </a:extLst>
              </p:cNvPr>
              <p:cNvSpPr/>
              <p:nvPr/>
            </p:nvSpPr>
            <p:spPr>
              <a:xfrm>
                <a:off x="276097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4" name="ph185">
                <a:extLst>
                  <a:ext uri="{FF2B5EF4-FFF2-40B4-BE49-F238E27FC236}">
                    <a16:creationId xmlns:a16="http://schemas.microsoft.com/office/drawing/2014/main" id="{B75186E4-7016-2C72-77D8-950F539560D2}"/>
                  </a:ext>
                </a:extLst>
              </p:cNvPr>
              <p:cNvSpPr/>
              <p:nvPr/>
            </p:nvSpPr>
            <p:spPr>
              <a:xfrm>
                <a:off x="277041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5" name="ph186">
                <a:extLst>
                  <a:ext uri="{FF2B5EF4-FFF2-40B4-BE49-F238E27FC236}">
                    <a16:creationId xmlns:a16="http://schemas.microsoft.com/office/drawing/2014/main" id="{5DDB8F51-4DA0-8517-2B65-92F26CDA50FF}"/>
                  </a:ext>
                </a:extLst>
              </p:cNvPr>
              <p:cNvSpPr/>
              <p:nvPr/>
            </p:nvSpPr>
            <p:spPr>
              <a:xfrm>
                <a:off x="277985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6" name="ph187">
                <a:extLst>
                  <a:ext uri="{FF2B5EF4-FFF2-40B4-BE49-F238E27FC236}">
                    <a16:creationId xmlns:a16="http://schemas.microsoft.com/office/drawing/2014/main" id="{C754C5CA-C8F5-2485-3BD0-06B723D55212}"/>
                  </a:ext>
                </a:extLst>
              </p:cNvPr>
              <p:cNvSpPr/>
              <p:nvPr/>
            </p:nvSpPr>
            <p:spPr>
              <a:xfrm>
                <a:off x="278929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7" name="ph188">
                <a:extLst>
                  <a:ext uri="{FF2B5EF4-FFF2-40B4-BE49-F238E27FC236}">
                    <a16:creationId xmlns:a16="http://schemas.microsoft.com/office/drawing/2014/main" id="{971383F0-4194-8E21-B9C8-2A5438C4D16C}"/>
                  </a:ext>
                </a:extLst>
              </p:cNvPr>
              <p:cNvSpPr/>
              <p:nvPr/>
            </p:nvSpPr>
            <p:spPr>
              <a:xfrm>
                <a:off x="279873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8" name="ph189">
                <a:extLst>
                  <a:ext uri="{FF2B5EF4-FFF2-40B4-BE49-F238E27FC236}">
                    <a16:creationId xmlns:a16="http://schemas.microsoft.com/office/drawing/2014/main" id="{DE5AA408-EF69-6360-8CC1-D310263EB810}"/>
                  </a:ext>
                </a:extLst>
              </p:cNvPr>
              <p:cNvSpPr/>
              <p:nvPr/>
            </p:nvSpPr>
            <p:spPr>
              <a:xfrm>
                <a:off x="280817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9" name="ph190">
                <a:extLst>
                  <a:ext uri="{FF2B5EF4-FFF2-40B4-BE49-F238E27FC236}">
                    <a16:creationId xmlns:a16="http://schemas.microsoft.com/office/drawing/2014/main" id="{03BF76D1-486E-3A8F-8573-FBBC9AF12B6A}"/>
                  </a:ext>
                </a:extLst>
              </p:cNvPr>
              <p:cNvSpPr/>
              <p:nvPr/>
            </p:nvSpPr>
            <p:spPr>
              <a:xfrm>
                <a:off x="281761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0" name="ph191">
                <a:extLst>
                  <a:ext uri="{FF2B5EF4-FFF2-40B4-BE49-F238E27FC236}">
                    <a16:creationId xmlns:a16="http://schemas.microsoft.com/office/drawing/2014/main" id="{6B7C9AD1-173A-5BF2-ACCA-D2F4562FDC39}"/>
                  </a:ext>
                </a:extLst>
              </p:cNvPr>
              <p:cNvSpPr/>
              <p:nvPr/>
            </p:nvSpPr>
            <p:spPr>
              <a:xfrm>
                <a:off x="282705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1" name="ph192">
                <a:extLst>
                  <a:ext uri="{FF2B5EF4-FFF2-40B4-BE49-F238E27FC236}">
                    <a16:creationId xmlns:a16="http://schemas.microsoft.com/office/drawing/2014/main" id="{66745E63-3FBB-81AC-6A47-7C09F1E922C9}"/>
                  </a:ext>
                </a:extLst>
              </p:cNvPr>
              <p:cNvSpPr/>
              <p:nvPr/>
            </p:nvSpPr>
            <p:spPr>
              <a:xfrm>
                <a:off x="283649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2" name="ph193">
                <a:extLst>
                  <a:ext uri="{FF2B5EF4-FFF2-40B4-BE49-F238E27FC236}">
                    <a16:creationId xmlns:a16="http://schemas.microsoft.com/office/drawing/2014/main" id="{434E58F4-5BBF-323C-FC30-AF74AE6E22B3}"/>
                  </a:ext>
                </a:extLst>
              </p:cNvPr>
              <p:cNvSpPr/>
              <p:nvPr/>
            </p:nvSpPr>
            <p:spPr>
              <a:xfrm>
                <a:off x="284593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3" name="ph194">
                <a:extLst>
                  <a:ext uri="{FF2B5EF4-FFF2-40B4-BE49-F238E27FC236}">
                    <a16:creationId xmlns:a16="http://schemas.microsoft.com/office/drawing/2014/main" id="{6652F2A7-BD6C-AACE-9697-C67AD71C9FE2}"/>
                  </a:ext>
                </a:extLst>
              </p:cNvPr>
              <p:cNvSpPr/>
              <p:nvPr/>
            </p:nvSpPr>
            <p:spPr>
              <a:xfrm>
                <a:off x="285538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4" name="ph195">
                <a:extLst>
                  <a:ext uri="{FF2B5EF4-FFF2-40B4-BE49-F238E27FC236}">
                    <a16:creationId xmlns:a16="http://schemas.microsoft.com/office/drawing/2014/main" id="{E67C3A4D-C0FC-998C-EFFA-36F027FE6E87}"/>
                  </a:ext>
                </a:extLst>
              </p:cNvPr>
              <p:cNvSpPr/>
              <p:nvPr/>
            </p:nvSpPr>
            <p:spPr>
              <a:xfrm>
                <a:off x="286482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5" name="ph196">
                <a:extLst>
                  <a:ext uri="{FF2B5EF4-FFF2-40B4-BE49-F238E27FC236}">
                    <a16:creationId xmlns:a16="http://schemas.microsoft.com/office/drawing/2014/main" id="{056F3F5D-D397-D7F6-3359-641E1B4924EB}"/>
                  </a:ext>
                </a:extLst>
              </p:cNvPr>
              <p:cNvSpPr/>
              <p:nvPr/>
            </p:nvSpPr>
            <p:spPr>
              <a:xfrm>
                <a:off x="287426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6" name="ph197">
                <a:extLst>
                  <a:ext uri="{FF2B5EF4-FFF2-40B4-BE49-F238E27FC236}">
                    <a16:creationId xmlns:a16="http://schemas.microsoft.com/office/drawing/2014/main" id="{98493E43-9170-43F6-5773-4042EABCF7F7}"/>
                  </a:ext>
                </a:extLst>
              </p:cNvPr>
              <p:cNvSpPr/>
              <p:nvPr/>
            </p:nvSpPr>
            <p:spPr>
              <a:xfrm>
                <a:off x="288370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7" name="ph198">
                <a:extLst>
                  <a:ext uri="{FF2B5EF4-FFF2-40B4-BE49-F238E27FC236}">
                    <a16:creationId xmlns:a16="http://schemas.microsoft.com/office/drawing/2014/main" id="{6D7C645E-7256-16A6-5284-44D294795A99}"/>
                  </a:ext>
                </a:extLst>
              </p:cNvPr>
              <p:cNvSpPr/>
              <p:nvPr/>
            </p:nvSpPr>
            <p:spPr>
              <a:xfrm>
                <a:off x="289314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8" name="ph199">
                <a:extLst>
                  <a:ext uri="{FF2B5EF4-FFF2-40B4-BE49-F238E27FC236}">
                    <a16:creationId xmlns:a16="http://schemas.microsoft.com/office/drawing/2014/main" id="{50E20B04-0ADD-7ACA-3422-A378003F2A4E}"/>
                  </a:ext>
                </a:extLst>
              </p:cNvPr>
              <p:cNvSpPr/>
              <p:nvPr/>
            </p:nvSpPr>
            <p:spPr>
              <a:xfrm>
                <a:off x="290258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9" name="ph200">
                <a:extLst>
                  <a:ext uri="{FF2B5EF4-FFF2-40B4-BE49-F238E27FC236}">
                    <a16:creationId xmlns:a16="http://schemas.microsoft.com/office/drawing/2014/main" id="{E6787800-6C17-5982-67E0-C61DF410EF57}"/>
                  </a:ext>
                </a:extLst>
              </p:cNvPr>
              <p:cNvSpPr/>
              <p:nvPr/>
            </p:nvSpPr>
            <p:spPr>
              <a:xfrm>
                <a:off x="291202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0" name="ph201">
                <a:extLst>
                  <a:ext uri="{FF2B5EF4-FFF2-40B4-BE49-F238E27FC236}">
                    <a16:creationId xmlns:a16="http://schemas.microsoft.com/office/drawing/2014/main" id="{A806313F-2B77-196D-EE40-1AE019D60947}"/>
                  </a:ext>
                </a:extLst>
              </p:cNvPr>
              <p:cNvSpPr/>
              <p:nvPr/>
            </p:nvSpPr>
            <p:spPr>
              <a:xfrm>
                <a:off x="2921461" y="280030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6667"/>
                    </a:lnTo>
                    <a:lnTo>
                      <a:pt x="922996" y="907895"/>
                    </a:lnTo>
                    <a:lnTo>
                      <a:pt x="922017" y="909319"/>
                    </a:lnTo>
                    <a:lnTo>
                      <a:pt x="921039" y="910742"/>
                    </a:lnTo>
                    <a:lnTo>
                      <a:pt x="920061" y="912166"/>
                    </a:lnTo>
                    <a:lnTo>
                      <a:pt x="919083" y="913590"/>
                    </a:lnTo>
                    <a:lnTo>
                      <a:pt x="918528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1" name="ph202">
                <a:extLst>
                  <a:ext uri="{FF2B5EF4-FFF2-40B4-BE49-F238E27FC236}">
                    <a16:creationId xmlns:a16="http://schemas.microsoft.com/office/drawing/2014/main" id="{1FFFC604-4D71-060D-F8B3-CE941A4456A2}"/>
                  </a:ext>
                </a:extLst>
              </p:cNvPr>
              <p:cNvSpPr/>
              <p:nvPr/>
            </p:nvSpPr>
            <p:spPr>
              <a:xfrm>
                <a:off x="2930902" y="2782734"/>
                <a:ext cx="921168" cy="924237"/>
              </a:xfrm>
              <a:custGeom>
                <a:avLst/>
                <a:gdLst/>
                <a:ahLst/>
                <a:cxnLst/>
                <a:rect l="0" t="0" r="0" b="0"/>
                <a:pathLst>
                  <a:path w="921168" h="924237">
                    <a:moveTo>
                      <a:pt x="914400" y="914399"/>
                    </a:moveTo>
                    <a:lnTo>
                      <a:pt x="921168" y="914399"/>
                    </a:lnTo>
                    <a:lnTo>
                      <a:pt x="920409" y="915502"/>
                    </a:lnTo>
                    <a:lnTo>
                      <a:pt x="919430" y="916925"/>
                    </a:lnTo>
                    <a:lnTo>
                      <a:pt x="918450" y="918348"/>
                    </a:lnTo>
                    <a:lnTo>
                      <a:pt x="917471" y="919771"/>
                    </a:lnTo>
                    <a:lnTo>
                      <a:pt x="916492" y="921194"/>
                    </a:lnTo>
                    <a:lnTo>
                      <a:pt x="915513" y="922618"/>
                    </a:lnTo>
                    <a:lnTo>
                      <a:pt x="914534" y="924041"/>
                    </a:lnTo>
                    <a:lnTo>
                      <a:pt x="914400" y="924237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2" name="ph203">
                <a:extLst>
                  <a:ext uri="{FF2B5EF4-FFF2-40B4-BE49-F238E27FC236}">
                    <a16:creationId xmlns:a16="http://schemas.microsoft.com/office/drawing/2014/main" id="{1A2BABD7-AAB7-0191-152B-978DDBDD02DB}"/>
                  </a:ext>
                </a:extLst>
              </p:cNvPr>
              <p:cNvSpPr/>
              <p:nvPr/>
            </p:nvSpPr>
            <p:spPr>
              <a:xfrm>
                <a:off x="2524971" y="2765164"/>
                <a:ext cx="914400" cy="9310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6">
                    <a:moveTo>
                      <a:pt x="914400" y="914400"/>
                    </a:moveTo>
                    <a:lnTo>
                      <a:pt x="914400" y="931026"/>
                    </a:lnTo>
                    <a:lnTo>
                      <a:pt x="913517" y="929341"/>
                    </a:lnTo>
                    <a:lnTo>
                      <a:pt x="909619" y="921078"/>
                    </a:lnTo>
                    <a:lnTo>
                      <a:pt x="906786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3" name="ph204">
                <a:extLst>
                  <a:ext uri="{FF2B5EF4-FFF2-40B4-BE49-F238E27FC236}">
                    <a16:creationId xmlns:a16="http://schemas.microsoft.com/office/drawing/2014/main" id="{D3CFFAF9-2043-D11B-BD42-CA45264EC58C}"/>
                  </a:ext>
                </a:extLst>
              </p:cNvPr>
              <p:cNvSpPr/>
              <p:nvPr/>
            </p:nvSpPr>
            <p:spPr>
              <a:xfrm>
                <a:off x="252497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893" y="931969"/>
                    </a:lnTo>
                    <a:lnTo>
                      <a:pt x="914400" y="931026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4" name="ph205">
                <a:extLst>
                  <a:ext uri="{FF2B5EF4-FFF2-40B4-BE49-F238E27FC236}">
                    <a16:creationId xmlns:a16="http://schemas.microsoft.com/office/drawing/2014/main" id="{D026CC02-3859-EF74-C894-7904F105FDB6}"/>
                  </a:ext>
                </a:extLst>
              </p:cNvPr>
              <p:cNvSpPr/>
              <p:nvPr/>
            </p:nvSpPr>
            <p:spPr>
              <a:xfrm>
                <a:off x="253441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5" name="ph206">
                <a:extLst>
                  <a:ext uri="{FF2B5EF4-FFF2-40B4-BE49-F238E27FC236}">
                    <a16:creationId xmlns:a16="http://schemas.microsoft.com/office/drawing/2014/main" id="{D98ABB66-859A-53D4-DECC-0572F93BACDA}"/>
                  </a:ext>
                </a:extLst>
              </p:cNvPr>
              <p:cNvSpPr/>
              <p:nvPr/>
            </p:nvSpPr>
            <p:spPr>
              <a:xfrm>
                <a:off x="254385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6" name="ph207">
                <a:extLst>
                  <a:ext uri="{FF2B5EF4-FFF2-40B4-BE49-F238E27FC236}">
                    <a16:creationId xmlns:a16="http://schemas.microsoft.com/office/drawing/2014/main" id="{E6FEEC51-1700-0E5E-1B9F-B9E005505CA6}"/>
                  </a:ext>
                </a:extLst>
              </p:cNvPr>
              <p:cNvSpPr/>
              <p:nvPr/>
            </p:nvSpPr>
            <p:spPr>
              <a:xfrm>
                <a:off x="255329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7" name="ph208">
                <a:extLst>
                  <a:ext uri="{FF2B5EF4-FFF2-40B4-BE49-F238E27FC236}">
                    <a16:creationId xmlns:a16="http://schemas.microsoft.com/office/drawing/2014/main" id="{B2FB15BB-A3B8-DA7B-FE56-B4AA66FAA7A9}"/>
                  </a:ext>
                </a:extLst>
              </p:cNvPr>
              <p:cNvSpPr/>
              <p:nvPr/>
            </p:nvSpPr>
            <p:spPr>
              <a:xfrm>
                <a:off x="256273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8" name="ph209">
                <a:extLst>
                  <a:ext uri="{FF2B5EF4-FFF2-40B4-BE49-F238E27FC236}">
                    <a16:creationId xmlns:a16="http://schemas.microsoft.com/office/drawing/2014/main" id="{550752DC-8C4E-4FD0-5C98-8A45C43AED49}"/>
                  </a:ext>
                </a:extLst>
              </p:cNvPr>
              <p:cNvSpPr/>
              <p:nvPr/>
            </p:nvSpPr>
            <p:spPr>
              <a:xfrm>
                <a:off x="257217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9" name="ph210">
                <a:extLst>
                  <a:ext uri="{FF2B5EF4-FFF2-40B4-BE49-F238E27FC236}">
                    <a16:creationId xmlns:a16="http://schemas.microsoft.com/office/drawing/2014/main" id="{EB8EA107-6AD0-F813-A749-C761762B1362}"/>
                  </a:ext>
                </a:extLst>
              </p:cNvPr>
              <p:cNvSpPr/>
              <p:nvPr/>
            </p:nvSpPr>
            <p:spPr>
              <a:xfrm>
                <a:off x="258161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0" name="ph211">
                <a:extLst>
                  <a:ext uri="{FF2B5EF4-FFF2-40B4-BE49-F238E27FC236}">
                    <a16:creationId xmlns:a16="http://schemas.microsoft.com/office/drawing/2014/main" id="{F3C31B27-6436-7C98-21DD-C8625369F3DD}"/>
                  </a:ext>
                </a:extLst>
              </p:cNvPr>
              <p:cNvSpPr/>
              <p:nvPr/>
            </p:nvSpPr>
            <p:spPr>
              <a:xfrm>
                <a:off x="259105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1" name="ph212">
                <a:extLst>
                  <a:ext uri="{FF2B5EF4-FFF2-40B4-BE49-F238E27FC236}">
                    <a16:creationId xmlns:a16="http://schemas.microsoft.com/office/drawing/2014/main" id="{0D9A9B9D-71C1-DB77-2CDA-6FEE57DBA7A6}"/>
                  </a:ext>
                </a:extLst>
              </p:cNvPr>
              <p:cNvSpPr/>
              <p:nvPr/>
            </p:nvSpPr>
            <p:spPr>
              <a:xfrm>
                <a:off x="260049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2" name="ph213">
                <a:extLst>
                  <a:ext uri="{FF2B5EF4-FFF2-40B4-BE49-F238E27FC236}">
                    <a16:creationId xmlns:a16="http://schemas.microsoft.com/office/drawing/2014/main" id="{61A4E9E1-FCAB-A3DE-078C-F62DF135BE35}"/>
                  </a:ext>
                </a:extLst>
              </p:cNvPr>
              <p:cNvSpPr/>
              <p:nvPr/>
            </p:nvSpPr>
            <p:spPr>
              <a:xfrm>
                <a:off x="260993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3" name="ph214">
                <a:extLst>
                  <a:ext uri="{FF2B5EF4-FFF2-40B4-BE49-F238E27FC236}">
                    <a16:creationId xmlns:a16="http://schemas.microsoft.com/office/drawing/2014/main" id="{8DE5A267-0826-17A1-26FF-52711CF945AE}"/>
                  </a:ext>
                </a:extLst>
              </p:cNvPr>
              <p:cNvSpPr/>
              <p:nvPr/>
            </p:nvSpPr>
            <p:spPr>
              <a:xfrm>
                <a:off x="261937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4" name="ph215">
                <a:extLst>
                  <a:ext uri="{FF2B5EF4-FFF2-40B4-BE49-F238E27FC236}">
                    <a16:creationId xmlns:a16="http://schemas.microsoft.com/office/drawing/2014/main" id="{9BB78E34-E363-2428-A69B-82859F906F37}"/>
                  </a:ext>
                </a:extLst>
              </p:cNvPr>
              <p:cNvSpPr/>
              <p:nvPr/>
            </p:nvSpPr>
            <p:spPr>
              <a:xfrm>
                <a:off x="262881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5" name="ph216">
                <a:extLst>
                  <a:ext uri="{FF2B5EF4-FFF2-40B4-BE49-F238E27FC236}">
                    <a16:creationId xmlns:a16="http://schemas.microsoft.com/office/drawing/2014/main" id="{473B93E6-1E94-8C85-95E5-E144AEA7CCE0}"/>
                  </a:ext>
                </a:extLst>
              </p:cNvPr>
              <p:cNvSpPr/>
              <p:nvPr/>
            </p:nvSpPr>
            <p:spPr>
              <a:xfrm>
                <a:off x="263825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6" name="ph217">
                <a:extLst>
                  <a:ext uri="{FF2B5EF4-FFF2-40B4-BE49-F238E27FC236}">
                    <a16:creationId xmlns:a16="http://schemas.microsoft.com/office/drawing/2014/main" id="{E1A9A1C9-599A-AD3C-3C98-19AA729821DB}"/>
                  </a:ext>
                </a:extLst>
              </p:cNvPr>
              <p:cNvSpPr/>
              <p:nvPr/>
            </p:nvSpPr>
            <p:spPr>
              <a:xfrm>
                <a:off x="264769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7" name="ph218">
                <a:extLst>
                  <a:ext uri="{FF2B5EF4-FFF2-40B4-BE49-F238E27FC236}">
                    <a16:creationId xmlns:a16="http://schemas.microsoft.com/office/drawing/2014/main" id="{D3409912-934B-E26F-14A1-BE51D01724F9}"/>
                  </a:ext>
                </a:extLst>
              </p:cNvPr>
              <p:cNvSpPr/>
              <p:nvPr/>
            </p:nvSpPr>
            <p:spPr>
              <a:xfrm>
                <a:off x="265713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8" name="ph219">
                <a:extLst>
                  <a:ext uri="{FF2B5EF4-FFF2-40B4-BE49-F238E27FC236}">
                    <a16:creationId xmlns:a16="http://schemas.microsoft.com/office/drawing/2014/main" id="{4FC72A7A-F46C-B97F-1C73-4F263F72758F}"/>
                  </a:ext>
                </a:extLst>
              </p:cNvPr>
              <p:cNvSpPr/>
              <p:nvPr/>
            </p:nvSpPr>
            <p:spPr>
              <a:xfrm>
                <a:off x="266657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9" name="ph220">
                <a:extLst>
                  <a:ext uri="{FF2B5EF4-FFF2-40B4-BE49-F238E27FC236}">
                    <a16:creationId xmlns:a16="http://schemas.microsoft.com/office/drawing/2014/main" id="{EE1EA684-0483-0297-EBEA-34C4896F63B4}"/>
                  </a:ext>
                </a:extLst>
              </p:cNvPr>
              <p:cNvSpPr/>
              <p:nvPr/>
            </p:nvSpPr>
            <p:spPr>
              <a:xfrm>
                <a:off x="267601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0" name="ph221">
                <a:extLst>
                  <a:ext uri="{FF2B5EF4-FFF2-40B4-BE49-F238E27FC236}">
                    <a16:creationId xmlns:a16="http://schemas.microsoft.com/office/drawing/2014/main" id="{469A9372-172A-AEBF-D2C9-46CF38B90B26}"/>
                  </a:ext>
                </a:extLst>
              </p:cNvPr>
              <p:cNvSpPr/>
              <p:nvPr/>
            </p:nvSpPr>
            <p:spPr>
              <a:xfrm>
                <a:off x="268545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1" name="ph222">
                <a:extLst>
                  <a:ext uri="{FF2B5EF4-FFF2-40B4-BE49-F238E27FC236}">
                    <a16:creationId xmlns:a16="http://schemas.microsoft.com/office/drawing/2014/main" id="{A231D61B-05A1-2702-3F16-CB207AC30C7A}"/>
                  </a:ext>
                </a:extLst>
              </p:cNvPr>
              <p:cNvSpPr/>
              <p:nvPr/>
            </p:nvSpPr>
            <p:spPr>
              <a:xfrm>
                <a:off x="269489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2" name="ph223">
                <a:extLst>
                  <a:ext uri="{FF2B5EF4-FFF2-40B4-BE49-F238E27FC236}">
                    <a16:creationId xmlns:a16="http://schemas.microsoft.com/office/drawing/2014/main" id="{AB677DBC-E37E-2227-754B-3518AE355F48}"/>
                  </a:ext>
                </a:extLst>
              </p:cNvPr>
              <p:cNvSpPr/>
              <p:nvPr/>
            </p:nvSpPr>
            <p:spPr>
              <a:xfrm>
                <a:off x="270433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3" name="ph224">
                <a:extLst>
                  <a:ext uri="{FF2B5EF4-FFF2-40B4-BE49-F238E27FC236}">
                    <a16:creationId xmlns:a16="http://schemas.microsoft.com/office/drawing/2014/main" id="{03414F54-DAD6-C764-17AA-6330604D17B3}"/>
                  </a:ext>
                </a:extLst>
              </p:cNvPr>
              <p:cNvSpPr/>
              <p:nvPr/>
            </p:nvSpPr>
            <p:spPr>
              <a:xfrm>
                <a:off x="271377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4" name="ph225">
                <a:extLst>
                  <a:ext uri="{FF2B5EF4-FFF2-40B4-BE49-F238E27FC236}">
                    <a16:creationId xmlns:a16="http://schemas.microsoft.com/office/drawing/2014/main" id="{A13431FA-A593-F6DC-F9A2-A16D7C16054D}"/>
                  </a:ext>
                </a:extLst>
              </p:cNvPr>
              <p:cNvSpPr/>
              <p:nvPr/>
            </p:nvSpPr>
            <p:spPr>
              <a:xfrm>
                <a:off x="272321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5" name="ph226">
                <a:extLst>
                  <a:ext uri="{FF2B5EF4-FFF2-40B4-BE49-F238E27FC236}">
                    <a16:creationId xmlns:a16="http://schemas.microsoft.com/office/drawing/2014/main" id="{59BE02D1-5512-3C2A-C58F-24CC5E24330B}"/>
                  </a:ext>
                </a:extLst>
              </p:cNvPr>
              <p:cNvSpPr/>
              <p:nvPr/>
            </p:nvSpPr>
            <p:spPr>
              <a:xfrm>
                <a:off x="273265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6" name="ph227">
                <a:extLst>
                  <a:ext uri="{FF2B5EF4-FFF2-40B4-BE49-F238E27FC236}">
                    <a16:creationId xmlns:a16="http://schemas.microsoft.com/office/drawing/2014/main" id="{EEF756CE-A40F-53B2-D52C-62E8D5837EAF}"/>
                  </a:ext>
                </a:extLst>
              </p:cNvPr>
              <p:cNvSpPr/>
              <p:nvPr/>
            </p:nvSpPr>
            <p:spPr>
              <a:xfrm>
                <a:off x="274209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7" name="ph228">
                <a:extLst>
                  <a:ext uri="{FF2B5EF4-FFF2-40B4-BE49-F238E27FC236}">
                    <a16:creationId xmlns:a16="http://schemas.microsoft.com/office/drawing/2014/main" id="{81A5D657-C02C-2DCF-B8F1-A3D6EB142F1D}"/>
                  </a:ext>
                </a:extLst>
              </p:cNvPr>
              <p:cNvSpPr/>
              <p:nvPr/>
            </p:nvSpPr>
            <p:spPr>
              <a:xfrm>
                <a:off x="275153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8" name="ph229">
                <a:extLst>
                  <a:ext uri="{FF2B5EF4-FFF2-40B4-BE49-F238E27FC236}">
                    <a16:creationId xmlns:a16="http://schemas.microsoft.com/office/drawing/2014/main" id="{BF0972DC-99F5-1CCE-5D9E-E3D502FCD0D8}"/>
                  </a:ext>
                </a:extLst>
              </p:cNvPr>
              <p:cNvSpPr/>
              <p:nvPr/>
            </p:nvSpPr>
            <p:spPr>
              <a:xfrm>
                <a:off x="276097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9" name="ph230">
                <a:extLst>
                  <a:ext uri="{FF2B5EF4-FFF2-40B4-BE49-F238E27FC236}">
                    <a16:creationId xmlns:a16="http://schemas.microsoft.com/office/drawing/2014/main" id="{A420837E-AA86-64E3-DEF1-BF64C5B008E6}"/>
                  </a:ext>
                </a:extLst>
              </p:cNvPr>
              <p:cNvSpPr/>
              <p:nvPr/>
            </p:nvSpPr>
            <p:spPr>
              <a:xfrm>
                <a:off x="277041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0" name="ph231">
                <a:extLst>
                  <a:ext uri="{FF2B5EF4-FFF2-40B4-BE49-F238E27FC236}">
                    <a16:creationId xmlns:a16="http://schemas.microsoft.com/office/drawing/2014/main" id="{13546D6F-6474-421B-13B7-DCDEF7A7A7ED}"/>
                  </a:ext>
                </a:extLst>
              </p:cNvPr>
              <p:cNvSpPr/>
              <p:nvPr/>
            </p:nvSpPr>
            <p:spPr>
              <a:xfrm>
                <a:off x="277985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1" name="ph232">
                <a:extLst>
                  <a:ext uri="{FF2B5EF4-FFF2-40B4-BE49-F238E27FC236}">
                    <a16:creationId xmlns:a16="http://schemas.microsoft.com/office/drawing/2014/main" id="{7ADBC39A-0CC9-51EE-F496-6712E63EAB2D}"/>
                  </a:ext>
                </a:extLst>
              </p:cNvPr>
              <p:cNvSpPr/>
              <p:nvPr/>
            </p:nvSpPr>
            <p:spPr>
              <a:xfrm>
                <a:off x="278929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2" name="ph233">
                <a:extLst>
                  <a:ext uri="{FF2B5EF4-FFF2-40B4-BE49-F238E27FC236}">
                    <a16:creationId xmlns:a16="http://schemas.microsoft.com/office/drawing/2014/main" id="{8F9211C4-C042-97B0-95C3-D05C48CF35C7}"/>
                  </a:ext>
                </a:extLst>
              </p:cNvPr>
              <p:cNvSpPr/>
              <p:nvPr/>
            </p:nvSpPr>
            <p:spPr>
              <a:xfrm>
                <a:off x="279873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3" name="ph234">
                <a:extLst>
                  <a:ext uri="{FF2B5EF4-FFF2-40B4-BE49-F238E27FC236}">
                    <a16:creationId xmlns:a16="http://schemas.microsoft.com/office/drawing/2014/main" id="{2765E07A-0364-0AD7-9891-BC57EB039A8D}"/>
                  </a:ext>
                </a:extLst>
              </p:cNvPr>
              <p:cNvSpPr/>
              <p:nvPr/>
            </p:nvSpPr>
            <p:spPr>
              <a:xfrm>
                <a:off x="280817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4" name="ph235">
                <a:extLst>
                  <a:ext uri="{FF2B5EF4-FFF2-40B4-BE49-F238E27FC236}">
                    <a16:creationId xmlns:a16="http://schemas.microsoft.com/office/drawing/2014/main" id="{D73CD231-74B1-CC0F-FF48-3767EB376B6F}"/>
                  </a:ext>
                </a:extLst>
              </p:cNvPr>
              <p:cNvSpPr/>
              <p:nvPr/>
            </p:nvSpPr>
            <p:spPr>
              <a:xfrm>
                <a:off x="281761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5" name="ph236">
                <a:extLst>
                  <a:ext uri="{FF2B5EF4-FFF2-40B4-BE49-F238E27FC236}">
                    <a16:creationId xmlns:a16="http://schemas.microsoft.com/office/drawing/2014/main" id="{6467909C-5A7D-24E5-3339-B474AFFED78C}"/>
                  </a:ext>
                </a:extLst>
              </p:cNvPr>
              <p:cNvSpPr/>
              <p:nvPr/>
            </p:nvSpPr>
            <p:spPr>
              <a:xfrm>
                <a:off x="282705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6" name="ph237">
                <a:extLst>
                  <a:ext uri="{FF2B5EF4-FFF2-40B4-BE49-F238E27FC236}">
                    <a16:creationId xmlns:a16="http://schemas.microsoft.com/office/drawing/2014/main" id="{228FF21A-7618-7A52-3C0A-85DA1E56897A}"/>
                  </a:ext>
                </a:extLst>
              </p:cNvPr>
              <p:cNvSpPr/>
              <p:nvPr/>
            </p:nvSpPr>
            <p:spPr>
              <a:xfrm>
                <a:off x="283649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7" name="ph238">
                <a:extLst>
                  <a:ext uri="{FF2B5EF4-FFF2-40B4-BE49-F238E27FC236}">
                    <a16:creationId xmlns:a16="http://schemas.microsoft.com/office/drawing/2014/main" id="{C0285FCA-24C6-6D6A-F92D-9DB3A0C0AC25}"/>
                  </a:ext>
                </a:extLst>
              </p:cNvPr>
              <p:cNvSpPr/>
              <p:nvPr/>
            </p:nvSpPr>
            <p:spPr>
              <a:xfrm>
                <a:off x="284593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8" name="ph239">
                <a:extLst>
                  <a:ext uri="{FF2B5EF4-FFF2-40B4-BE49-F238E27FC236}">
                    <a16:creationId xmlns:a16="http://schemas.microsoft.com/office/drawing/2014/main" id="{9E583911-4C1F-A1CB-5AD3-45073BAF13D7}"/>
                  </a:ext>
                </a:extLst>
              </p:cNvPr>
              <p:cNvSpPr/>
              <p:nvPr/>
            </p:nvSpPr>
            <p:spPr>
              <a:xfrm>
                <a:off x="285538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9" name="ph240">
                <a:extLst>
                  <a:ext uri="{FF2B5EF4-FFF2-40B4-BE49-F238E27FC236}">
                    <a16:creationId xmlns:a16="http://schemas.microsoft.com/office/drawing/2014/main" id="{8F4A532A-A468-A2D1-BCE4-DF9230D78061}"/>
                  </a:ext>
                </a:extLst>
              </p:cNvPr>
              <p:cNvSpPr/>
              <p:nvPr/>
            </p:nvSpPr>
            <p:spPr>
              <a:xfrm>
                <a:off x="286482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0" name="ph241">
                <a:extLst>
                  <a:ext uri="{FF2B5EF4-FFF2-40B4-BE49-F238E27FC236}">
                    <a16:creationId xmlns:a16="http://schemas.microsoft.com/office/drawing/2014/main" id="{1C25F8C8-0AAF-2147-A285-33978C2BBFD7}"/>
                  </a:ext>
                </a:extLst>
              </p:cNvPr>
              <p:cNvSpPr/>
              <p:nvPr/>
            </p:nvSpPr>
            <p:spPr>
              <a:xfrm>
                <a:off x="287426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1" name="ph242">
                <a:extLst>
                  <a:ext uri="{FF2B5EF4-FFF2-40B4-BE49-F238E27FC236}">
                    <a16:creationId xmlns:a16="http://schemas.microsoft.com/office/drawing/2014/main" id="{9D6467CF-7E45-FB33-A46B-725F66920F5E}"/>
                  </a:ext>
                </a:extLst>
              </p:cNvPr>
              <p:cNvSpPr/>
              <p:nvPr/>
            </p:nvSpPr>
            <p:spPr>
              <a:xfrm>
                <a:off x="288370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2" name="ph243">
                <a:extLst>
                  <a:ext uri="{FF2B5EF4-FFF2-40B4-BE49-F238E27FC236}">
                    <a16:creationId xmlns:a16="http://schemas.microsoft.com/office/drawing/2014/main" id="{4EFD0ADF-07D4-B166-9C69-E81703B5CD88}"/>
                  </a:ext>
                </a:extLst>
              </p:cNvPr>
              <p:cNvSpPr/>
              <p:nvPr/>
            </p:nvSpPr>
            <p:spPr>
              <a:xfrm>
                <a:off x="289314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3" name="ph244">
                <a:extLst>
                  <a:ext uri="{FF2B5EF4-FFF2-40B4-BE49-F238E27FC236}">
                    <a16:creationId xmlns:a16="http://schemas.microsoft.com/office/drawing/2014/main" id="{42CC7498-362B-0DA8-1CE9-3DF4BF66EB4D}"/>
                  </a:ext>
                </a:extLst>
              </p:cNvPr>
              <p:cNvSpPr/>
              <p:nvPr/>
            </p:nvSpPr>
            <p:spPr>
              <a:xfrm>
                <a:off x="290258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4" name="ph245">
                <a:extLst>
                  <a:ext uri="{FF2B5EF4-FFF2-40B4-BE49-F238E27FC236}">
                    <a16:creationId xmlns:a16="http://schemas.microsoft.com/office/drawing/2014/main" id="{FD430A7F-E38E-B4C1-3A0A-C40F1F865EAD}"/>
                  </a:ext>
                </a:extLst>
              </p:cNvPr>
              <p:cNvSpPr/>
              <p:nvPr/>
            </p:nvSpPr>
            <p:spPr>
              <a:xfrm>
                <a:off x="291202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5" name="ph246">
                <a:extLst>
                  <a:ext uri="{FF2B5EF4-FFF2-40B4-BE49-F238E27FC236}">
                    <a16:creationId xmlns:a16="http://schemas.microsoft.com/office/drawing/2014/main" id="{7374B2C5-4E05-A4AA-8482-26262482C7B1}"/>
                  </a:ext>
                </a:extLst>
              </p:cNvPr>
              <p:cNvSpPr/>
              <p:nvPr/>
            </p:nvSpPr>
            <p:spPr>
              <a:xfrm>
                <a:off x="292146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630">
                  <a:alpha val="100000"/>
                </a:srgbClr>
              </a:solidFill>
              <a:ln w="5420" cap="flat">
                <a:solidFill>
                  <a:srgbClr val="DE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6" name="ph247">
                <a:extLst>
                  <a:ext uri="{FF2B5EF4-FFF2-40B4-BE49-F238E27FC236}">
                    <a16:creationId xmlns:a16="http://schemas.microsoft.com/office/drawing/2014/main" id="{733D0998-6DDC-C0EB-5160-65B6D00D3DAB}"/>
                  </a:ext>
                </a:extLst>
              </p:cNvPr>
              <p:cNvSpPr/>
              <p:nvPr/>
            </p:nvSpPr>
            <p:spPr>
              <a:xfrm>
                <a:off x="2930902" y="2782734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0522"/>
                    </a:lnTo>
                    <a:lnTo>
                      <a:pt x="923350" y="911233"/>
                    </a:lnTo>
                    <a:lnTo>
                      <a:pt x="922370" y="912656"/>
                    </a:lnTo>
                    <a:lnTo>
                      <a:pt x="921389" y="914079"/>
                    </a:lnTo>
                    <a:lnTo>
                      <a:pt x="921168" y="91439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7" name="ph248">
                <a:extLst>
                  <a:ext uri="{FF2B5EF4-FFF2-40B4-BE49-F238E27FC236}">
                    <a16:creationId xmlns:a16="http://schemas.microsoft.com/office/drawing/2014/main" id="{4E8447D0-1356-0519-7833-6F36D581C51F}"/>
                  </a:ext>
                </a:extLst>
              </p:cNvPr>
              <p:cNvSpPr/>
              <p:nvPr/>
            </p:nvSpPr>
            <p:spPr>
              <a:xfrm>
                <a:off x="2940342" y="2765164"/>
                <a:ext cx="923840" cy="92809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092">
                    <a:moveTo>
                      <a:pt x="914399" y="914400"/>
                    </a:moveTo>
                    <a:lnTo>
                      <a:pt x="923840" y="914412"/>
                    </a:lnTo>
                    <a:lnTo>
                      <a:pt x="923725" y="914578"/>
                    </a:lnTo>
                    <a:lnTo>
                      <a:pt x="922742" y="916000"/>
                    </a:lnTo>
                    <a:lnTo>
                      <a:pt x="921760" y="917422"/>
                    </a:lnTo>
                    <a:lnTo>
                      <a:pt x="920778" y="918845"/>
                    </a:lnTo>
                    <a:lnTo>
                      <a:pt x="919796" y="920267"/>
                    </a:lnTo>
                    <a:lnTo>
                      <a:pt x="918815" y="921689"/>
                    </a:lnTo>
                    <a:lnTo>
                      <a:pt x="917833" y="923112"/>
                    </a:lnTo>
                    <a:lnTo>
                      <a:pt x="916852" y="924534"/>
                    </a:lnTo>
                    <a:lnTo>
                      <a:pt x="915871" y="925957"/>
                    </a:lnTo>
                    <a:lnTo>
                      <a:pt x="914890" y="927380"/>
                    </a:lnTo>
                    <a:lnTo>
                      <a:pt x="914399" y="928092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8" name="ph249">
                <a:extLst>
                  <a:ext uri="{FF2B5EF4-FFF2-40B4-BE49-F238E27FC236}">
                    <a16:creationId xmlns:a16="http://schemas.microsoft.com/office/drawing/2014/main" id="{F5DE801D-1EB4-0B23-80D1-B6467FC6C097}"/>
                  </a:ext>
                </a:extLst>
              </p:cNvPr>
              <p:cNvSpPr/>
              <p:nvPr/>
            </p:nvSpPr>
            <p:spPr>
              <a:xfrm>
                <a:off x="2515531" y="2747595"/>
                <a:ext cx="914400" cy="9273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394">
                    <a:moveTo>
                      <a:pt x="914400" y="914400"/>
                    </a:moveTo>
                    <a:lnTo>
                      <a:pt x="914400" y="927394"/>
                    </a:lnTo>
                    <a:lnTo>
                      <a:pt x="911984" y="921045"/>
                    </a:lnTo>
                    <a:lnTo>
                      <a:pt x="909725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9" name="ph250">
                <a:extLst>
                  <a:ext uri="{FF2B5EF4-FFF2-40B4-BE49-F238E27FC236}">
                    <a16:creationId xmlns:a16="http://schemas.microsoft.com/office/drawing/2014/main" id="{7315DFBC-6A9F-2A89-D639-88BF07804AE9}"/>
                  </a:ext>
                </a:extLst>
              </p:cNvPr>
              <p:cNvSpPr/>
              <p:nvPr/>
            </p:nvSpPr>
            <p:spPr>
              <a:xfrm>
                <a:off x="251553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226" y="931969"/>
                    </a:lnTo>
                    <a:lnTo>
                      <a:pt x="915398" y="930018"/>
                    </a:lnTo>
                    <a:lnTo>
                      <a:pt x="914400" y="927394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0" name="ph251">
                <a:extLst>
                  <a:ext uri="{FF2B5EF4-FFF2-40B4-BE49-F238E27FC236}">
                    <a16:creationId xmlns:a16="http://schemas.microsoft.com/office/drawing/2014/main" id="{BE3D8028-30A4-B799-B27F-46B966DC5E64}"/>
                  </a:ext>
                </a:extLst>
              </p:cNvPr>
              <p:cNvSpPr/>
              <p:nvPr/>
            </p:nvSpPr>
            <p:spPr>
              <a:xfrm>
                <a:off x="252497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1" name="ph252">
                <a:extLst>
                  <a:ext uri="{FF2B5EF4-FFF2-40B4-BE49-F238E27FC236}">
                    <a16:creationId xmlns:a16="http://schemas.microsoft.com/office/drawing/2014/main" id="{5CCC05C8-60D7-7330-4E27-C597D17DE1AD}"/>
                  </a:ext>
                </a:extLst>
              </p:cNvPr>
              <p:cNvSpPr/>
              <p:nvPr/>
            </p:nvSpPr>
            <p:spPr>
              <a:xfrm>
                <a:off x="253441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2" name="ph253">
                <a:extLst>
                  <a:ext uri="{FF2B5EF4-FFF2-40B4-BE49-F238E27FC236}">
                    <a16:creationId xmlns:a16="http://schemas.microsoft.com/office/drawing/2014/main" id="{53478203-FA9E-23AC-296C-9E74698DB318}"/>
                  </a:ext>
                </a:extLst>
              </p:cNvPr>
              <p:cNvSpPr/>
              <p:nvPr/>
            </p:nvSpPr>
            <p:spPr>
              <a:xfrm>
                <a:off x="254385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3" name="ph254">
                <a:extLst>
                  <a:ext uri="{FF2B5EF4-FFF2-40B4-BE49-F238E27FC236}">
                    <a16:creationId xmlns:a16="http://schemas.microsoft.com/office/drawing/2014/main" id="{A8C5EF62-C17C-E9E7-1390-E9F8CADC017A}"/>
                  </a:ext>
                </a:extLst>
              </p:cNvPr>
              <p:cNvSpPr/>
              <p:nvPr/>
            </p:nvSpPr>
            <p:spPr>
              <a:xfrm>
                <a:off x="255329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4" name="ph255">
                <a:extLst>
                  <a:ext uri="{FF2B5EF4-FFF2-40B4-BE49-F238E27FC236}">
                    <a16:creationId xmlns:a16="http://schemas.microsoft.com/office/drawing/2014/main" id="{B25B8B66-2986-F135-609C-622B823A50CA}"/>
                  </a:ext>
                </a:extLst>
              </p:cNvPr>
              <p:cNvSpPr/>
              <p:nvPr/>
            </p:nvSpPr>
            <p:spPr>
              <a:xfrm>
                <a:off x="256273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5" name="ph256">
                <a:extLst>
                  <a:ext uri="{FF2B5EF4-FFF2-40B4-BE49-F238E27FC236}">
                    <a16:creationId xmlns:a16="http://schemas.microsoft.com/office/drawing/2014/main" id="{37D7D363-7519-6E1D-EE7D-5411A548E081}"/>
                  </a:ext>
                </a:extLst>
              </p:cNvPr>
              <p:cNvSpPr/>
              <p:nvPr/>
            </p:nvSpPr>
            <p:spPr>
              <a:xfrm>
                <a:off x="257217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6" name="ph257">
                <a:extLst>
                  <a:ext uri="{FF2B5EF4-FFF2-40B4-BE49-F238E27FC236}">
                    <a16:creationId xmlns:a16="http://schemas.microsoft.com/office/drawing/2014/main" id="{E9FE9F08-FA81-ACB9-18E9-77485AB43D19}"/>
                  </a:ext>
                </a:extLst>
              </p:cNvPr>
              <p:cNvSpPr/>
              <p:nvPr/>
            </p:nvSpPr>
            <p:spPr>
              <a:xfrm>
                <a:off x="258161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7" name="ph258">
                <a:extLst>
                  <a:ext uri="{FF2B5EF4-FFF2-40B4-BE49-F238E27FC236}">
                    <a16:creationId xmlns:a16="http://schemas.microsoft.com/office/drawing/2014/main" id="{E3634A78-27F7-1E59-4FB8-A8CBF14BA852}"/>
                  </a:ext>
                </a:extLst>
              </p:cNvPr>
              <p:cNvSpPr/>
              <p:nvPr/>
            </p:nvSpPr>
            <p:spPr>
              <a:xfrm>
                <a:off x="259105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8" name="ph259">
                <a:extLst>
                  <a:ext uri="{FF2B5EF4-FFF2-40B4-BE49-F238E27FC236}">
                    <a16:creationId xmlns:a16="http://schemas.microsoft.com/office/drawing/2014/main" id="{44FA787D-5987-2ABF-1B19-5DB076E61C4D}"/>
                  </a:ext>
                </a:extLst>
              </p:cNvPr>
              <p:cNvSpPr/>
              <p:nvPr/>
            </p:nvSpPr>
            <p:spPr>
              <a:xfrm>
                <a:off x="260049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9" name="ph260">
                <a:extLst>
                  <a:ext uri="{FF2B5EF4-FFF2-40B4-BE49-F238E27FC236}">
                    <a16:creationId xmlns:a16="http://schemas.microsoft.com/office/drawing/2014/main" id="{67634AA9-424B-2A55-301F-5FCAF936B6D6}"/>
                  </a:ext>
                </a:extLst>
              </p:cNvPr>
              <p:cNvSpPr/>
              <p:nvPr/>
            </p:nvSpPr>
            <p:spPr>
              <a:xfrm>
                <a:off x="260993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0" name="ph261">
                <a:extLst>
                  <a:ext uri="{FF2B5EF4-FFF2-40B4-BE49-F238E27FC236}">
                    <a16:creationId xmlns:a16="http://schemas.microsoft.com/office/drawing/2014/main" id="{62BA2C90-77B4-3AF7-AA25-3CE5C1957F4D}"/>
                  </a:ext>
                </a:extLst>
              </p:cNvPr>
              <p:cNvSpPr/>
              <p:nvPr/>
            </p:nvSpPr>
            <p:spPr>
              <a:xfrm>
                <a:off x="261937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1" name="ph262">
                <a:extLst>
                  <a:ext uri="{FF2B5EF4-FFF2-40B4-BE49-F238E27FC236}">
                    <a16:creationId xmlns:a16="http://schemas.microsoft.com/office/drawing/2014/main" id="{024E685F-5E8D-EDA0-4884-869C90672D51}"/>
                  </a:ext>
                </a:extLst>
              </p:cNvPr>
              <p:cNvSpPr/>
              <p:nvPr/>
            </p:nvSpPr>
            <p:spPr>
              <a:xfrm>
                <a:off x="262881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2" name="ph263">
                <a:extLst>
                  <a:ext uri="{FF2B5EF4-FFF2-40B4-BE49-F238E27FC236}">
                    <a16:creationId xmlns:a16="http://schemas.microsoft.com/office/drawing/2014/main" id="{6C1E063A-B4D8-210D-09F6-D23B60DDD161}"/>
                  </a:ext>
                </a:extLst>
              </p:cNvPr>
              <p:cNvSpPr/>
              <p:nvPr/>
            </p:nvSpPr>
            <p:spPr>
              <a:xfrm>
                <a:off x="263825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3" name="ph264">
                <a:extLst>
                  <a:ext uri="{FF2B5EF4-FFF2-40B4-BE49-F238E27FC236}">
                    <a16:creationId xmlns:a16="http://schemas.microsoft.com/office/drawing/2014/main" id="{E00498E3-88EA-12FA-8389-42603E824790}"/>
                  </a:ext>
                </a:extLst>
              </p:cNvPr>
              <p:cNvSpPr/>
              <p:nvPr/>
            </p:nvSpPr>
            <p:spPr>
              <a:xfrm>
                <a:off x="264769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4" name="ph265">
                <a:extLst>
                  <a:ext uri="{FF2B5EF4-FFF2-40B4-BE49-F238E27FC236}">
                    <a16:creationId xmlns:a16="http://schemas.microsoft.com/office/drawing/2014/main" id="{D1B22E08-6166-F020-40BB-77D2BF448B29}"/>
                  </a:ext>
                </a:extLst>
              </p:cNvPr>
              <p:cNvSpPr/>
              <p:nvPr/>
            </p:nvSpPr>
            <p:spPr>
              <a:xfrm>
                <a:off x="265713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5" name="ph266">
                <a:extLst>
                  <a:ext uri="{FF2B5EF4-FFF2-40B4-BE49-F238E27FC236}">
                    <a16:creationId xmlns:a16="http://schemas.microsoft.com/office/drawing/2014/main" id="{14FFF9A2-3376-4292-B2CA-2043AE22C634}"/>
                  </a:ext>
                </a:extLst>
              </p:cNvPr>
              <p:cNvSpPr/>
              <p:nvPr/>
            </p:nvSpPr>
            <p:spPr>
              <a:xfrm>
                <a:off x="266657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6" name="ph267">
                <a:extLst>
                  <a:ext uri="{FF2B5EF4-FFF2-40B4-BE49-F238E27FC236}">
                    <a16:creationId xmlns:a16="http://schemas.microsoft.com/office/drawing/2014/main" id="{C90D28AF-19B1-5CF1-8237-B3624204222C}"/>
                  </a:ext>
                </a:extLst>
              </p:cNvPr>
              <p:cNvSpPr/>
              <p:nvPr/>
            </p:nvSpPr>
            <p:spPr>
              <a:xfrm>
                <a:off x="267601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7" name="ph268">
                <a:extLst>
                  <a:ext uri="{FF2B5EF4-FFF2-40B4-BE49-F238E27FC236}">
                    <a16:creationId xmlns:a16="http://schemas.microsoft.com/office/drawing/2014/main" id="{4E71D522-4E4C-D7BA-6B07-779AF5DDDD4D}"/>
                  </a:ext>
                </a:extLst>
              </p:cNvPr>
              <p:cNvSpPr/>
              <p:nvPr/>
            </p:nvSpPr>
            <p:spPr>
              <a:xfrm>
                <a:off x="268545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8" name="ph269">
                <a:extLst>
                  <a:ext uri="{FF2B5EF4-FFF2-40B4-BE49-F238E27FC236}">
                    <a16:creationId xmlns:a16="http://schemas.microsoft.com/office/drawing/2014/main" id="{E49EDFE6-0CD0-713F-073F-1B206E9CC8E7}"/>
                  </a:ext>
                </a:extLst>
              </p:cNvPr>
              <p:cNvSpPr/>
              <p:nvPr/>
            </p:nvSpPr>
            <p:spPr>
              <a:xfrm>
                <a:off x="269489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9" name="ph270">
                <a:extLst>
                  <a:ext uri="{FF2B5EF4-FFF2-40B4-BE49-F238E27FC236}">
                    <a16:creationId xmlns:a16="http://schemas.microsoft.com/office/drawing/2014/main" id="{FEF0E2F7-BDCD-E6BC-2786-4006B1387ECB}"/>
                  </a:ext>
                </a:extLst>
              </p:cNvPr>
              <p:cNvSpPr/>
              <p:nvPr/>
            </p:nvSpPr>
            <p:spPr>
              <a:xfrm>
                <a:off x="270433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0" name="ph271">
                <a:extLst>
                  <a:ext uri="{FF2B5EF4-FFF2-40B4-BE49-F238E27FC236}">
                    <a16:creationId xmlns:a16="http://schemas.microsoft.com/office/drawing/2014/main" id="{52C00DAF-8FB4-62AF-75A1-AA415F5E504D}"/>
                  </a:ext>
                </a:extLst>
              </p:cNvPr>
              <p:cNvSpPr/>
              <p:nvPr/>
            </p:nvSpPr>
            <p:spPr>
              <a:xfrm>
                <a:off x="271377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1" name="ph272">
                <a:extLst>
                  <a:ext uri="{FF2B5EF4-FFF2-40B4-BE49-F238E27FC236}">
                    <a16:creationId xmlns:a16="http://schemas.microsoft.com/office/drawing/2014/main" id="{9B10A5F8-5D2F-102C-74AC-C566E300326A}"/>
                  </a:ext>
                </a:extLst>
              </p:cNvPr>
              <p:cNvSpPr/>
              <p:nvPr/>
            </p:nvSpPr>
            <p:spPr>
              <a:xfrm>
                <a:off x="272321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2" name="ph273">
                <a:extLst>
                  <a:ext uri="{FF2B5EF4-FFF2-40B4-BE49-F238E27FC236}">
                    <a16:creationId xmlns:a16="http://schemas.microsoft.com/office/drawing/2014/main" id="{FB6AB837-8E3B-6202-B46B-9C2F3A4BC927}"/>
                  </a:ext>
                </a:extLst>
              </p:cNvPr>
              <p:cNvSpPr/>
              <p:nvPr/>
            </p:nvSpPr>
            <p:spPr>
              <a:xfrm>
                <a:off x="273265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3" name="ph274">
                <a:extLst>
                  <a:ext uri="{FF2B5EF4-FFF2-40B4-BE49-F238E27FC236}">
                    <a16:creationId xmlns:a16="http://schemas.microsoft.com/office/drawing/2014/main" id="{B7942ED6-52CA-3ABF-1657-9D3449DFA5CF}"/>
                  </a:ext>
                </a:extLst>
              </p:cNvPr>
              <p:cNvSpPr/>
              <p:nvPr/>
            </p:nvSpPr>
            <p:spPr>
              <a:xfrm>
                <a:off x="274209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4" name="ph275">
                <a:extLst>
                  <a:ext uri="{FF2B5EF4-FFF2-40B4-BE49-F238E27FC236}">
                    <a16:creationId xmlns:a16="http://schemas.microsoft.com/office/drawing/2014/main" id="{1E74F897-965E-FF9E-2B78-82039BA6C800}"/>
                  </a:ext>
                </a:extLst>
              </p:cNvPr>
              <p:cNvSpPr/>
              <p:nvPr/>
            </p:nvSpPr>
            <p:spPr>
              <a:xfrm>
                <a:off x="275153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5" name="ph276">
                <a:extLst>
                  <a:ext uri="{FF2B5EF4-FFF2-40B4-BE49-F238E27FC236}">
                    <a16:creationId xmlns:a16="http://schemas.microsoft.com/office/drawing/2014/main" id="{12E74431-1AB1-75E6-01A5-B9032B43F249}"/>
                  </a:ext>
                </a:extLst>
              </p:cNvPr>
              <p:cNvSpPr/>
              <p:nvPr/>
            </p:nvSpPr>
            <p:spPr>
              <a:xfrm>
                <a:off x="276097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6" name="ph277">
                <a:extLst>
                  <a:ext uri="{FF2B5EF4-FFF2-40B4-BE49-F238E27FC236}">
                    <a16:creationId xmlns:a16="http://schemas.microsoft.com/office/drawing/2014/main" id="{69CC0934-D019-93A5-6889-6B4904BDFD29}"/>
                  </a:ext>
                </a:extLst>
              </p:cNvPr>
              <p:cNvSpPr/>
              <p:nvPr/>
            </p:nvSpPr>
            <p:spPr>
              <a:xfrm>
                <a:off x="277041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7" name="ph278">
                <a:extLst>
                  <a:ext uri="{FF2B5EF4-FFF2-40B4-BE49-F238E27FC236}">
                    <a16:creationId xmlns:a16="http://schemas.microsoft.com/office/drawing/2014/main" id="{C9B3F6F1-7744-1A24-D622-FC00EBC76228}"/>
                  </a:ext>
                </a:extLst>
              </p:cNvPr>
              <p:cNvSpPr/>
              <p:nvPr/>
            </p:nvSpPr>
            <p:spPr>
              <a:xfrm>
                <a:off x="277985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8" name="ph279">
                <a:extLst>
                  <a:ext uri="{FF2B5EF4-FFF2-40B4-BE49-F238E27FC236}">
                    <a16:creationId xmlns:a16="http://schemas.microsoft.com/office/drawing/2014/main" id="{411D2171-5B7A-96BD-D0F1-4AB9F7835D40}"/>
                  </a:ext>
                </a:extLst>
              </p:cNvPr>
              <p:cNvSpPr/>
              <p:nvPr/>
            </p:nvSpPr>
            <p:spPr>
              <a:xfrm>
                <a:off x="278929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9" name="ph280">
                <a:extLst>
                  <a:ext uri="{FF2B5EF4-FFF2-40B4-BE49-F238E27FC236}">
                    <a16:creationId xmlns:a16="http://schemas.microsoft.com/office/drawing/2014/main" id="{AD9FB405-CFFF-F582-3EE2-8D2472839F9D}"/>
                  </a:ext>
                </a:extLst>
              </p:cNvPr>
              <p:cNvSpPr/>
              <p:nvPr/>
            </p:nvSpPr>
            <p:spPr>
              <a:xfrm>
                <a:off x="279873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0" name="ph281">
                <a:extLst>
                  <a:ext uri="{FF2B5EF4-FFF2-40B4-BE49-F238E27FC236}">
                    <a16:creationId xmlns:a16="http://schemas.microsoft.com/office/drawing/2014/main" id="{159C16DE-EDA7-94D0-092E-A90078693CC9}"/>
                  </a:ext>
                </a:extLst>
              </p:cNvPr>
              <p:cNvSpPr/>
              <p:nvPr/>
            </p:nvSpPr>
            <p:spPr>
              <a:xfrm>
                <a:off x="280817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1" name="ph282">
                <a:extLst>
                  <a:ext uri="{FF2B5EF4-FFF2-40B4-BE49-F238E27FC236}">
                    <a16:creationId xmlns:a16="http://schemas.microsoft.com/office/drawing/2014/main" id="{094434AD-506E-F890-1C5B-2C03675701D9}"/>
                  </a:ext>
                </a:extLst>
              </p:cNvPr>
              <p:cNvSpPr/>
              <p:nvPr/>
            </p:nvSpPr>
            <p:spPr>
              <a:xfrm>
                <a:off x="281761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2" name="ph283">
                <a:extLst>
                  <a:ext uri="{FF2B5EF4-FFF2-40B4-BE49-F238E27FC236}">
                    <a16:creationId xmlns:a16="http://schemas.microsoft.com/office/drawing/2014/main" id="{3CB2290F-BAFA-FBC9-5073-87D9E1019F5F}"/>
                  </a:ext>
                </a:extLst>
              </p:cNvPr>
              <p:cNvSpPr/>
              <p:nvPr/>
            </p:nvSpPr>
            <p:spPr>
              <a:xfrm>
                <a:off x="282705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3" name="ph284">
                <a:extLst>
                  <a:ext uri="{FF2B5EF4-FFF2-40B4-BE49-F238E27FC236}">
                    <a16:creationId xmlns:a16="http://schemas.microsoft.com/office/drawing/2014/main" id="{6FE0220F-14FF-9702-8BD2-0914614DE19B}"/>
                  </a:ext>
                </a:extLst>
              </p:cNvPr>
              <p:cNvSpPr/>
              <p:nvPr/>
            </p:nvSpPr>
            <p:spPr>
              <a:xfrm>
                <a:off x="283649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4" name="ph285">
                <a:extLst>
                  <a:ext uri="{FF2B5EF4-FFF2-40B4-BE49-F238E27FC236}">
                    <a16:creationId xmlns:a16="http://schemas.microsoft.com/office/drawing/2014/main" id="{1051135A-23F2-4A3F-8549-1C49F9A0F878}"/>
                  </a:ext>
                </a:extLst>
              </p:cNvPr>
              <p:cNvSpPr/>
              <p:nvPr/>
            </p:nvSpPr>
            <p:spPr>
              <a:xfrm>
                <a:off x="284593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5" name="ph286">
                <a:extLst>
                  <a:ext uri="{FF2B5EF4-FFF2-40B4-BE49-F238E27FC236}">
                    <a16:creationId xmlns:a16="http://schemas.microsoft.com/office/drawing/2014/main" id="{909A8D90-B3E0-3FF7-4912-991A80A1A55B}"/>
                  </a:ext>
                </a:extLst>
              </p:cNvPr>
              <p:cNvSpPr/>
              <p:nvPr/>
            </p:nvSpPr>
            <p:spPr>
              <a:xfrm>
                <a:off x="285538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6" name="ph287">
                <a:extLst>
                  <a:ext uri="{FF2B5EF4-FFF2-40B4-BE49-F238E27FC236}">
                    <a16:creationId xmlns:a16="http://schemas.microsoft.com/office/drawing/2014/main" id="{122A7CA5-C5A6-1397-0F0B-53405803DA02}"/>
                  </a:ext>
                </a:extLst>
              </p:cNvPr>
              <p:cNvSpPr/>
              <p:nvPr/>
            </p:nvSpPr>
            <p:spPr>
              <a:xfrm>
                <a:off x="286482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7" name="ph288">
                <a:extLst>
                  <a:ext uri="{FF2B5EF4-FFF2-40B4-BE49-F238E27FC236}">
                    <a16:creationId xmlns:a16="http://schemas.microsoft.com/office/drawing/2014/main" id="{1C0F31A0-EDEC-348A-A69C-8A735827FCD3}"/>
                  </a:ext>
                </a:extLst>
              </p:cNvPr>
              <p:cNvSpPr/>
              <p:nvPr/>
            </p:nvSpPr>
            <p:spPr>
              <a:xfrm>
                <a:off x="287426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8" name="ph289">
                <a:extLst>
                  <a:ext uri="{FF2B5EF4-FFF2-40B4-BE49-F238E27FC236}">
                    <a16:creationId xmlns:a16="http://schemas.microsoft.com/office/drawing/2014/main" id="{45883BCF-24A7-CAAD-3A9F-F9682BFED81F}"/>
                  </a:ext>
                </a:extLst>
              </p:cNvPr>
              <p:cNvSpPr/>
              <p:nvPr/>
            </p:nvSpPr>
            <p:spPr>
              <a:xfrm>
                <a:off x="288370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9" name="ph290">
                <a:extLst>
                  <a:ext uri="{FF2B5EF4-FFF2-40B4-BE49-F238E27FC236}">
                    <a16:creationId xmlns:a16="http://schemas.microsoft.com/office/drawing/2014/main" id="{C61414B9-17B4-46CC-3157-74C167F33842}"/>
                  </a:ext>
                </a:extLst>
              </p:cNvPr>
              <p:cNvSpPr/>
              <p:nvPr/>
            </p:nvSpPr>
            <p:spPr>
              <a:xfrm>
                <a:off x="289314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0" name="ph291">
                <a:extLst>
                  <a:ext uri="{FF2B5EF4-FFF2-40B4-BE49-F238E27FC236}">
                    <a16:creationId xmlns:a16="http://schemas.microsoft.com/office/drawing/2014/main" id="{115382D8-3C44-3EBD-83D3-6728296D4C1D}"/>
                  </a:ext>
                </a:extLst>
              </p:cNvPr>
              <p:cNvSpPr/>
              <p:nvPr/>
            </p:nvSpPr>
            <p:spPr>
              <a:xfrm>
                <a:off x="290258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1" name="ph292">
                <a:extLst>
                  <a:ext uri="{FF2B5EF4-FFF2-40B4-BE49-F238E27FC236}">
                    <a16:creationId xmlns:a16="http://schemas.microsoft.com/office/drawing/2014/main" id="{816BA3DF-483F-B9C7-4146-BF413C5C135D}"/>
                  </a:ext>
                </a:extLst>
              </p:cNvPr>
              <p:cNvSpPr/>
              <p:nvPr/>
            </p:nvSpPr>
            <p:spPr>
              <a:xfrm>
                <a:off x="291202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2" name="ph293">
                <a:extLst>
                  <a:ext uri="{FF2B5EF4-FFF2-40B4-BE49-F238E27FC236}">
                    <a16:creationId xmlns:a16="http://schemas.microsoft.com/office/drawing/2014/main" id="{294E99D2-06CC-B90D-77F2-E698CF8C2367}"/>
                  </a:ext>
                </a:extLst>
              </p:cNvPr>
              <p:cNvSpPr/>
              <p:nvPr/>
            </p:nvSpPr>
            <p:spPr>
              <a:xfrm>
                <a:off x="292146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3" name="ph294">
                <a:extLst>
                  <a:ext uri="{FF2B5EF4-FFF2-40B4-BE49-F238E27FC236}">
                    <a16:creationId xmlns:a16="http://schemas.microsoft.com/office/drawing/2014/main" id="{6B4887A7-3F70-BB5C-3426-BE1A954A8AAC}"/>
                  </a:ext>
                </a:extLst>
              </p:cNvPr>
              <p:cNvSpPr/>
              <p:nvPr/>
            </p:nvSpPr>
            <p:spPr>
              <a:xfrm>
                <a:off x="293090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4" name="ph295">
                <a:extLst>
                  <a:ext uri="{FF2B5EF4-FFF2-40B4-BE49-F238E27FC236}">
                    <a16:creationId xmlns:a16="http://schemas.microsoft.com/office/drawing/2014/main" id="{4589A9B1-5DF8-D333-050C-4B1FDDDFD6C9}"/>
                  </a:ext>
                </a:extLst>
              </p:cNvPr>
              <p:cNvSpPr/>
              <p:nvPr/>
            </p:nvSpPr>
            <p:spPr>
              <a:xfrm>
                <a:off x="294034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5" name="ph296">
                <a:extLst>
                  <a:ext uri="{FF2B5EF4-FFF2-40B4-BE49-F238E27FC236}">
                    <a16:creationId xmlns:a16="http://schemas.microsoft.com/office/drawing/2014/main" id="{7BB65493-C6DE-EBC9-C250-B69223EF9F6C}"/>
                  </a:ext>
                </a:extLst>
              </p:cNvPr>
              <p:cNvSpPr/>
              <p:nvPr/>
            </p:nvSpPr>
            <p:spPr>
              <a:xfrm>
                <a:off x="2949782" y="27651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642"/>
                    </a:lnTo>
                    <a:lnTo>
                      <a:pt x="920790" y="904807"/>
                    </a:lnTo>
                    <a:lnTo>
                      <a:pt x="916256" y="911726"/>
                    </a:lnTo>
                    <a:lnTo>
                      <a:pt x="915267" y="913156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6" name="ph297">
                <a:extLst>
                  <a:ext uri="{FF2B5EF4-FFF2-40B4-BE49-F238E27FC236}">
                    <a16:creationId xmlns:a16="http://schemas.microsoft.com/office/drawing/2014/main" id="{D8A397EA-5D5C-60AC-481D-D3D300FE1B9D}"/>
                  </a:ext>
                </a:extLst>
              </p:cNvPr>
              <p:cNvSpPr/>
              <p:nvPr/>
            </p:nvSpPr>
            <p:spPr>
              <a:xfrm>
                <a:off x="2959222" y="2747595"/>
                <a:ext cx="916023" cy="917211"/>
              </a:xfrm>
              <a:custGeom>
                <a:avLst/>
                <a:gdLst/>
                <a:ahLst/>
                <a:cxnLst/>
                <a:rect l="0" t="0" r="0" b="0"/>
                <a:pathLst>
                  <a:path w="916023" h="917211">
                    <a:moveTo>
                      <a:pt x="914400" y="914400"/>
                    </a:moveTo>
                    <a:lnTo>
                      <a:pt x="916023" y="914400"/>
                    </a:lnTo>
                    <a:lnTo>
                      <a:pt x="915687" y="915031"/>
                    </a:lnTo>
                    <a:lnTo>
                      <a:pt x="914400" y="917211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7" name="ph298">
                <a:extLst>
                  <a:ext uri="{FF2B5EF4-FFF2-40B4-BE49-F238E27FC236}">
                    <a16:creationId xmlns:a16="http://schemas.microsoft.com/office/drawing/2014/main" id="{C7A18D2E-98F1-0E71-5C53-5CF8F9653DBA}"/>
                  </a:ext>
                </a:extLst>
              </p:cNvPr>
              <p:cNvSpPr/>
              <p:nvPr/>
            </p:nvSpPr>
            <p:spPr>
              <a:xfrm>
                <a:off x="2506091" y="2730025"/>
                <a:ext cx="914399" cy="91608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6080">
                    <a:moveTo>
                      <a:pt x="914399" y="914400"/>
                    </a:moveTo>
                    <a:lnTo>
                      <a:pt x="914399" y="916080"/>
                    </a:lnTo>
                    <a:lnTo>
                      <a:pt x="913952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8" name="ph299">
                <a:extLst>
                  <a:ext uri="{FF2B5EF4-FFF2-40B4-BE49-F238E27FC236}">
                    <a16:creationId xmlns:a16="http://schemas.microsoft.com/office/drawing/2014/main" id="{43E3FCD4-4AA3-6B89-6B6F-63A151C82B5D}"/>
                  </a:ext>
                </a:extLst>
              </p:cNvPr>
              <p:cNvSpPr/>
              <p:nvPr/>
            </p:nvSpPr>
            <p:spPr>
              <a:xfrm>
                <a:off x="250609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165" y="931969"/>
                    </a:lnTo>
                    <a:lnTo>
                      <a:pt x="918266" y="929323"/>
                    </a:lnTo>
                    <a:lnTo>
                      <a:pt x="915372" y="919737"/>
                    </a:lnTo>
                    <a:lnTo>
                      <a:pt x="914399" y="91608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9" name="ph300">
                <a:extLst>
                  <a:ext uri="{FF2B5EF4-FFF2-40B4-BE49-F238E27FC236}">
                    <a16:creationId xmlns:a16="http://schemas.microsoft.com/office/drawing/2014/main" id="{286104DB-6F5D-1E7C-899D-ED0FD1FBFA0C}"/>
                  </a:ext>
                </a:extLst>
              </p:cNvPr>
              <p:cNvSpPr/>
              <p:nvPr/>
            </p:nvSpPr>
            <p:spPr>
              <a:xfrm>
                <a:off x="251553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0" name="ph301">
                <a:extLst>
                  <a:ext uri="{FF2B5EF4-FFF2-40B4-BE49-F238E27FC236}">
                    <a16:creationId xmlns:a16="http://schemas.microsoft.com/office/drawing/2014/main" id="{A3795F48-5F35-F2FE-3592-D2D33CB811F2}"/>
                  </a:ext>
                </a:extLst>
              </p:cNvPr>
              <p:cNvSpPr/>
              <p:nvPr/>
            </p:nvSpPr>
            <p:spPr>
              <a:xfrm>
                <a:off x="252497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1" name="ph302">
                <a:extLst>
                  <a:ext uri="{FF2B5EF4-FFF2-40B4-BE49-F238E27FC236}">
                    <a16:creationId xmlns:a16="http://schemas.microsoft.com/office/drawing/2014/main" id="{2022DEB6-53FE-F4EE-5F2B-912B44C43933}"/>
                  </a:ext>
                </a:extLst>
              </p:cNvPr>
              <p:cNvSpPr/>
              <p:nvPr/>
            </p:nvSpPr>
            <p:spPr>
              <a:xfrm>
                <a:off x="253441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2" name="ph303">
                <a:extLst>
                  <a:ext uri="{FF2B5EF4-FFF2-40B4-BE49-F238E27FC236}">
                    <a16:creationId xmlns:a16="http://schemas.microsoft.com/office/drawing/2014/main" id="{89F9E823-6840-726A-6650-B295CAB70A7B}"/>
                  </a:ext>
                </a:extLst>
              </p:cNvPr>
              <p:cNvSpPr/>
              <p:nvPr/>
            </p:nvSpPr>
            <p:spPr>
              <a:xfrm>
                <a:off x="254385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3" name="ph304">
                <a:extLst>
                  <a:ext uri="{FF2B5EF4-FFF2-40B4-BE49-F238E27FC236}">
                    <a16:creationId xmlns:a16="http://schemas.microsoft.com/office/drawing/2014/main" id="{1BC265D6-17A5-9F9E-F342-2623B1CAF814}"/>
                  </a:ext>
                </a:extLst>
              </p:cNvPr>
              <p:cNvSpPr/>
              <p:nvPr/>
            </p:nvSpPr>
            <p:spPr>
              <a:xfrm>
                <a:off x="255329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4" name="ph305">
                <a:extLst>
                  <a:ext uri="{FF2B5EF4-FFF2-40B4-BE49-F238E27FC236}">
                    <a16:creationId xmlns:a16="http://schemas.microsoft.com/office/drawing/2014/main" id="{46F07CA2-9D1D-2A8B-7244-ADFD0FE29A8C}"/>
                  </a:ext>
                </a:extLst>
              </p:cNvPr>
              <p:cNvSpPr/>
              <p:nvPr/>
            </p:nvSpPr>
            <p:spPr>
              <a:xfrm>
                <a:off x="256273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5" name="ph306">
                <a:extLst>
                  <a:ext uri="{FF2B5EF4-FFF2-40B4-BE49-F238E27FC236}">
                    <a16:creationId xmlns:a16="http://schemas.microsoft.com/office/drawing/2014/main" id="{88BCE4FA-6B86-0528-6351-FFB476CE8277}"/>
                  </a:ext>
                </a:extLst>
              </p:cNvPr>
              <p:cNvSpPr/>
              <p:nvPr/>
            </p:nvSpPr>
            <p:spPr>
              <a:xfrm>
                <a:off x="257217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6" name="ph307">
                <a:extLst>
                  <a:ext uri="{FF2B5EF4-FFF2-40B4-BE49-F238E27FC236}">
                    <a16:creationId xmlns:a16="http://schemas.microsoft.com/office/drawing/2014/main" id="{1E5D9765-EE52-C69A-3595-D05521CE7B4C}"/>
                  </a:ext>
                </a:extLst>
              </p:cNvPr>
              <p:cNvSpPr/>
              <p:nvPr/>
            </p:nvSpPr>
            <p:spPr>
              <a:xfrm>
                <a:off x="258161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7" name="ph308">
                <a:extLst>
                  <a:ext uri="{FF2B5EF4-FFF2-40B4-BE49-F238E27FC236}">
                    <a16:creationId xmlns:a16="http://schemas.microsoft.com/office/drawing/2014/main" id="{25F7E9ED-56FF-559A-9599-8E4968764928}"/>
                  </a:ext>
                </a:extLst>
              </p:cNvPr>
              <p:cNvSpPr/>
              <p:nvPr/>
            </p:nvSpPr>
            <p:spPr>
              <a:xfrm>
                <a:off x="259105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8" name="ph309">
                <a:extLst>
                  <a:ext uri="{FF2B5EF4-FFF2-40B4-BE49-F238E27FC236}">
                    <a16:creationId xmlns:a16="http://schemas.microsoft.com/office/drawing/2014/main" id="{16A57ECC-3E08-3DF7-3856-D51EA206BF14}"/>
                  </a:ext>
                </a:extLst>
              </p:cNvPr>
              <p:cNvSpPr/>
              <p:nvPr/>
            </p:nvSpPr>
            <p:spPr>
              <a:xfrm>
                <a:off x="260049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9" name="ph310">
                <a:extLst>
                  <a:ext uri="{FF2B5EF4-FFF2-40B4-BE49-F238E27FC236}">
                    <a16:creationId xmlns:a16="http://schemas.microsoft.com/office/drawing/2014/main" id="{04A0FE2D-E673-AA2E-625D-B8799DB9D00A}"/>
                  </a:ext>
                </a:extLst>
              </p:cNvPr>
              <p:cNvSpPr/>
              <p:nvPr/>
            </p:nvSpPr>
            <p:spPr>
              <a:xfrm>
                <a:off x="260993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0" name="ph311">
                <a:extLst>
                  <a:ext uri="{FF2B5EF4-FFF2-40B4-BE49-F238E27FC236}">
                    <a16:creationId xmlns:a16="http://schemas.microsoft.com/office/drawing/2014/main" id="{3EFF2C12-6700-2C49-209F-27D29038373E}"/>
                  </a:ext>
                </a:extLst>
              </p:cNvPr>
              <p:cNvSpPr/>
              <p:nvPr/>
            </p:nvSpPr>
            <p:spPr>
              <a:xfrm>
                <a:off x="261937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1" name="ph312">
                <a:extLst>
                  <a:ext uri="{FF2B5EF4-FFF2-40B4-BE49-F238E27FC236}">
                    <a16:creationId xmlns:a16="http://schemas.microsoft.com/office/drawing/2014/main" id="{C2AFFBF2-90F1-000B-3FDF-5E02FEB44886}"/>
                  </a:ext>
                </a:extLst>
              </p:cNvPr>
              <p:cNvSpPr/>
              <p:nvPr/>
            </p:nvSpPr>
            <p:spPr>
              <a:xfrm>
                <a:off x="262881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2" name="ph313">
                <a:extLst>
                  <a:ext uri="{FF2B5EF4-FFF2-40B4-BE49-F238E27FC236}">
                    <a16:creationId xmlns:a16="http://schemas.microsoft.com/office/drawing/2014/main" id="{C8322B0C-F23F-FAE0-4760-5ED79FED1940}"/>
                  </a:ext>
                </a:extLst>
              </p:cNvPr>
              <p:cNvSpPr/>
              <p:nvPr/>
            </p:nvSpPr>
            <p:spPr>
              <a:xfrm>
                <a:off x="263825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3" name="ph314">
                <a:extLst>
                  <a:ext uri="{FF2B5EF4-FFF2-40B4-BE49-F238E27FC236}">
                    <a16:creationId xmlns:a16="http://schemas.microsoft.com/office/drawing/2014/main" id="{B13A0379-05A0-0D6C-AABA-034C91327103}"/>
                  </a:ext>
                </a:extLst>
              </p:cNvPr>
              <p:cNvSpPr/>
              <p:nvPr/>
            </p:nvSpPr>
            <p:spPr>
              <a:xfrm>
                <a:off x="264769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4" name="ph315">
                <a:extLst>
                  <a:ext uri="{FF2B5EF4-FFF2-40B4-BE49-F238E27FC236}">
                    <a16:creationId xmlns:a16="http://schemas.microsoft.com/office/drawing/2014/main" id="{191C4C72-449E-B61F-DE6F-95B630A43F30}"/>
                  </a:ext>
                </a:extLst>
              </p:cNvPr>
              <p:cNvSpPr/>
              <p:nvPr/>
            </p:nvSpPr>
            <p:spPr>
              <a:xfrm>
                <a:off x="265713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5" name="ph316">
                <a:extLst>
                  <a:ext uri="{FF2B5EF4-FFF2-40B4-BE49-F238E27FC236}">
                    <a16:creationId xmlns:a16="http://schemas.microsoft.com/office/drawing/2014/main" id="{CD6E5598-9AD3-6D80-DAF4-133D975E433F}"/>
                  </a:ext>
                </a:extLst>
              </p:cNvPr>
              <p:cNvSpPr/>
              <p:nvPr/>
            </p:nvSpPr>
            <p:spPr>
              <a:xfrm>
                <a:off x="266657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6" name="ph317">
                <a:extLst>
                  <a:ext uri="{FF2B5EF4-FFF2-40B4-BE49-F238E27FC236}">
                    <a16:creationId xmlns:a16="http://schemas.microsoft.com/office/drawing/2014/main" id="{A4EC103E-1094-CF43-744E-1CD00696C805}"/>
                  </a:ext>
                </a:extLst>
              </p:cNvPr>
              <p:cNvSpPr/>
              <p:nvPr/>
            </p:nvSpPr>
            <p:spPr>
              <a:xfrm>
                <a:off x="267601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7" name="ph318">
                <a:extLst>
                  <a:ext uri="{FF2B5EF4-FFF2-40B4-BE49-F238E27FC236}">
                    <a16:creationId xmlns:a16="http://schemas.microsoft.com/office/drawing/2014/main" id="{4A24276B-23BD-6DA4-71AA-0F493E032096}"/>
                  </a:ext>
                </a:extLst>
              </p:cNvPr>
              <p:cNvSpPr/>
              <p:nvPr/>
            </p:nvSpPr>
            <p:spPr>
              <a:xfrm>
                <a:off x="268545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8" name="ph319">
                <a:extLst>
                  <a:ext uri="{FF2B5EF4-FFF2-40B4-BE49-F238E27FC236}">
                    <a16:creationId xmlns:a16="http://schemas.microsoft.com/office/drawing/2014/main" id="{E6C3E63C-CB74-A824-F721-9DD0FA1B2744}"/>
                  </a:ext>
                </a:extLst>
              </p:cNvPr>
              <p:cNvSpPr/>
              <p:nvPr/>
            </p:nvSpPr>
            <p:spPr>
              <a:xfrm>
                <a:off x="269489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9" name="ph320">
                <a:extLst>
                  <a:ext uri="{FF2B5EF4-FFF2-40B4-BE49-F238E27FC236}">
                    <a16:creationId xmlns:a16="http://schemas.microsoft.com/office/drawing/2014/main" id="{4675625A-F65E-B5E1-6743-0AD3F26166F6}"/>
                  </a:ext>
                </a:extLst>
              </p:cNvPr>
              <p:cNvSpPr/>
              <p:nvPr/>
            </p:nvSpPr>
            <p:spPr>
              <a:xfrm>
                <a:off x="270433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0" name="ph321">
                <a:extLst>
                  <a:ext uri="{FF2B5EF4-FFF2-40B4-BE49-F238E27FC236}">
                    <a16:creationId xmlns:a16="http://schemas.microsoft.com/office/drawing/2014/main" id="{8DD70962-AA56-0931-6105-153777EB38C3}"/>
                  </a:ext>
                </a:extLst>
              </p:cNvPr>
              <p:cNvSpPr/>
              <p:nvPr/>
            </p:nvSpPr>
            <p:spPr>
              <a:xfrm>
                <a:off x="271377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1" name="ph322">
                <a:extLst>
                  <a:ext uri="{FF2B5EF4-FFF2-40B4-BE49-F238E27FC236}">
                    <a16:creationId xmlns:a16="http://schemas.microsoft.com/office/drawing/2014/main" id="{A74AE282-33BF-56FB-9EE7-A113FC648459}"/>
                  </a:ext>
                </a:extLst>
              </p:cNvPr>
              <p:cNvSpPr/>
              <p:nvPr/>
            </p:nvSpPr>
            <p:spPr>
              <a:xfrm>
                <a:off x="272321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2" name="ph323">
                <a:extLst>
                  <a:ext uri="{FF2B5EF4-FFF2-40B4-BE49-F238E27FC236}">
                    <a16:creationId xmlns:a16="http://schemas.microsoft.com/office/drawing/2014/main" id="{A8EBE7B0-AEA8-9610-83E1-4B086129FE78}"/>
                  </a:ext>
                </a:extLst>
              </p:cNvPr>
              <p:cNvSpPr/>
              <p:nvPr/>
            </p:nvSpPr>
            <p:spPr>
              <a:xfrm>
                <a:off x="273265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3" name="ph324">
                <a:extLst>
                  <a:ext uri="{FF2B5EF4-FFF2-40B4-BE49-F238E27FC236}">
                    <a16:creationId xmlns:a16="http://schemas.microsoft.com/office/drawing/2014/main" id="{10AD27DA-D6DE-4C1C-FBB1-9A6B21B9757F}"/>
                  </a:ext>
                </a:extLst>
              </p:cNvPr>
              <p:cNvSpPr/>
              <p:nvPr/>
            </p:nvSpPr>
            <p:spPr>
              <a:xfrm>
                <a:off x="274209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4" name="ph325">
                <a:extLst>
                  <a:ext uri="{FF2B5EF4-FFF2-40B4-BE49-F238E27FC236}">
                    <a16:creationId xmlns:a16="http://schemas.microsoft.com/office/drawing/2014/main" id="{7768BA31-7B0E-FD7D-29D9-041D4BB2D446}"/>
                  </a:ext>
                </a:extLst>
              </p:cNvPr>
              <p:cNvSpPr/>
              <p:nvPr/>
            </p:nvSpPr>
            <p:spPr>
              <a:xfrm>
                <a:off x="275153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5" name="ph326">
                <a:extLst>
                  <a:ext uri="{FF2B5EF4-FFF2-40B4-BE49-F238E27FC236}">
                    <a16:creationId xmlns:a16="http://schemas.microsoft.com/office/drawing/2014/main" id="{A552508C-2DCD-2559-45AB-ADD9B2190B7C}"/>
                  </a:ext>
                </a:extLst>
              </p:cNvPr>
              <p:cNvSpPr/>
              <p:nvPr/>
            </p:nvSpPr>
            <p:spPr>
              <a:xfrm>
                <a:off x="276097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6" name="ph327">
                <a:extLst>
                  <a:ext uri="{FF2B5EF4-FFF2-40B4-BE49-F238E27FC236}">
                    <a16:creationId xmlns:a16="http://schemas.microsoft.com/office/drawing/2014/main" id="{5BB7DE12-2530-5598-4258-2E8912A0B544}"/>
                  </a:ext>
                </a:extLst>
              </p:cNvPr>
              <p:cNvSpPr/>
              <p:nvPr/>
            </p:nvSpPr>
            <p:spPr>
              <a:xfrm>
                <a:off x="277041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7" name="ph328">
                <a:extLst>
                  <a:ext uri="{FF2B5EF4-FFF2-40B4-BE49-F238E27FC236}">
                    <a16:creationId xmlns:a16="http://schemas.microsoft.com/office/drawing/2014/main" id="{03E36B98-134A-4249-3586-B5F14D0A1F43}"/>
                  </a:ext>
                </a:extLst>
              </p:cNvPr>
              <p:cNvSpPr/>
              <p:nvPr/>
            </p:nvSpPr>
            <p:spPr>
              <a:xfrm>
                <a:off x="277985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8" name="ph329">
                <a:extLst>
                  <a:ext uri="{FF2B5EF4-FFF2-40B4-BE49-F238E27FC236}">
                    <a16:creationId xmlns:a16="http://schemas.microsoft.com/office/drawing/2014/main" id="{7A05FEBC-7400-6BD2-B29D-E49CCEBA4A02}"/>
                  </a:ext>
                </a:extLst>
              </p:cNvPr>
              <p:cNvSpPr/>
              <p:nvPr/>
            </p:nvSpPr>
            <p:spPr>
              <a:xfrm>
                <a:off x="278929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9" name="ph330">
                <a:extLst>
                  <a:ext uri="{FF2B5EF4-FFF2-40B4-BE49-F238E27FC236}">
                    <a16:creationId xmlns:a16="http://schemas.microsoft.com/office/drawing/2014/main" id="{045933B0-2FB8-3BBE-6A0C-48F3018D00AA}"/>
                  </a:ext>
                </a:extLst>
              </p:cNvPr>
              <p:cNvSpPr/>
              <p:nvPr/>
            </p:nvSpPr>
            <p:spPr>
              <a:xfrm>
                <a:off x="279873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0" name="ph331">
                <a:extLst>
                  <a:ext uri="{FF2B5EF4-FFF2-40B4-BE49-F238E27FC236}">
                    <a16:creationId xmlns:a16="http://schemas.microsoft.com/office/drawing/2014/main" id="{660E603C-19B9-A511-1257-467B3AF409BD}"/>
                  </a:ext>
                </a:extLst>
              </p:cNvPr>
              <p:cNvSpPr/>
              <p:nvPr/>
            </p:nvSpPr>
            <p:spPr>
              <a:xfrm>
                <a:off x="280817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1" name="ph332">
                <a:extLst>
                  <a:ext uri="{FF2B5EF4-FFF2-40B4-BE49-F238E27FC236}">
                    <a16:creationId xmlns:a16="http://schemas.microsoft.com/office/drawing/2014/main" id="{61DFF1FC-DC0C-45FF-CF11-48D3BFBD10FA}"/>
                  </a:ext>
                </a:extLst>
              </p:cNvPr>
              <p:cNvSpPr/>
              <p:nvPr/>
            </p:nvSpPr>
            <p:spPr>
              <a:xfrm>
                <a:off x="281761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2" name="ph333">
                <a:extLst>
                  <a:ext uri="{FF2B5EF4-FFF2-40B4-BE49-F238E27FC236}">
                    <a16:creationId xmlns:a16="http://schemas.microsoft.com/office/drawing/2014/main" id="{C5CB4C79-C9AD-C839-0371-04149EF29769}"/>
                  </a:ext>
                </a:extLst>
              </p:cNvPr>
              <p:cNvSpPr/>
              <p:nvPr/>
            </p:nvSpPr>
            <p:spPr>
              <a:xfrm>
                <a:off x="282705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3" name="ph334">
                <a:extLst>
                  <a:ext uri="{FF2B5EF4-FFF2-40B4-BE49-F238E27FC236}">
                    <a16:creationId xmlns:a16="http://schemas.microsoft.com/office/drawing/2014/main" id="{5FD0B5C9-4DD5-A0CA-127C-1D17985EE5CF}"/>
                  </a:ext>
                </a:extLst>
              </p:cNvPr>
              <p:cNvSpPr/>
              <p:nvPr/>
            </p:nvSpPr>
            <p:spPr>
              <a:xfrm>
                <a:off x="283649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4" name="ph335">
                <a:extLst>
                  <a:ext uri="{FF2B5EF4-FFF2-40B4-BE49-F238E27FC236}">
                    <a16:creationId xmlns:a16="http://schemas.microsoft.com/office/drawing/2014/main" id="{896F1577-F07D-D97A-03E2-83CF66A7764F}"/>
                  </a:ext>
                </a:extLst>
              </p:cNvPr>
              <p:cNvSpPr/>
              <p:nvPr/>
            </p:nvSpPr>
            <p:spPr>
              <a:xfrm>
                <a:off x="284593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5" name="ph336">
                <a:extLst>
                  <a:ext uri="{FF2B5EF4-FFF2-40B4-BE49-F238E27FC236}">
                    <a16:creationId xmlns:a16="http://schemas.microsoft.com/office/drawing/2014/main" id="{72A8F795-9099-88F9-9F2A-C6E2A8DFDEB0}"/>
                  </a:ext>
                </a:extLst>
              </p:cNvPr>
              <p:cNvSpPr/>
              <p:nvPr/>
            </p:nvSpPr>
            <p:spPr>
              <a:xfrm>
                <a:off x="285538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6" name="ph337">
                <a:extLst>
                  <a:ext uri="{FF2B5EF4-FFF2-40B4-BE49-F238E27FC236}">
                    <a16:creationId xmlns:a16="http://schemas.microsoft.com/office/drawing/2014/main" id="{F5F3ACA9-2768-001C-3E1B-0DBC1A881198}"/>
                  </a:ext>
                </a:extLst>
              </p:cNvPr>
              <p:cNvSpPr/>
              <p:nvPr/>
            </p:nvSpPr>
            <p:spPr>
              <a:xfrm>
                <a:off x="286482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7" name="ph338">
                <a:extLst>
                  <a:ext uri="{FF2B5EF4-FFF2-40B4-BE49-F238E27FC236}">
                    <a16:creationId xmlns:a16="http://schemas.microsoft.com/office/drawing/2014/main" id="{4D141484-7FB8-D906-A771-D3EA7A7730A2}"/>
                  </a:ext>
                </a:extLst>
              </p:cNvPr>
              <p:cNvSpPr/>
              <p:nvPr/>
            </p:nvSpPr>
            <p:spPr>
              <a:xfrm>
                <a:off x="287426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8" name="ph339">
                <a:extLst>
                  <a:ext uri="{FF2B5EF4-FFF2-40B4-BE49-F238E27FC236}">
                    <a16:creationId xmlns:a16="http://schemas.microsoft.com/office/drawing/2014/main" id="{F9266041-3FF7-1030-29EE-40454BA453B8}"/>
                  </a:ext>
                </a:extLst>
              </p:cNvPr>
              <p:cNvSpPr/>
              <p:nvPr/>
            </p:nvSpPr>
            <p:spPr>
              <a:xfrm>
                <a:off x="288370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9" name="ph340">
                <a:extLst>
                  <a:ext uri="{FF2B5EF4-FFF2-40B4-BE49-F238E27FC236}">
                    <a16:creationId xmlns:a16="http://schemas.microsoft.com/office/drawing/2014/main" id="{035F3331-B447-ECBC-2BEA-CA35112EE618}"/>
                  </a:ext>
                </a:extLst>
              </p:cNvPr>
              <p:cNvSpPr/>
              <p:nvPr/>
            </p:nvSpPr>
            <p:spPr>
              <a:xfrm>
                <a:off x="289314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0" name="ph341">
                <a:extLst>
                  <a:ext uri="{FF2B5EF4-FFF2-40B4-BE49-F238E27FC236}">
                    <a16:creationId xmlns:a16="http://schemas.microsoft.com/office/drawing/2014/main" id="{5372476B-585E-3864-FF9F-0A0E0F682B46}"/>
                  </a:ext>
                </a:extLst>
              </p:cNvPr>
              <p:cNvSpPr/>
              <p:nvPr/>
            </p:nvSpPr>
            <p:spPr>
              <a:xfrm>
                <a:off x="290258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1" name="ph342">
                <a:extLst>
                  <a:ext uri="{FF2B5EF4-FFF2-40B4-BE49-F238E27FC236}">
                    <a16:creationId xmlns:a16="http://schemas.microsoft.com/office/drawing/2014/main" id="{CABCF1C0-3B63-DBC1-B490-B7A8B876A9EB}"/>
                  </a:ext>
                </a:extLst>
              </p:cNvPr>
              <p:cNvSpPr/>
              <p:nvPr/>
            </p:nvSpPr>
            <p:spPr>
              <a:xfrm>
                <a:off x="291202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2" name="ph343">
                <a:extLst>
                  <a:ext uri="{FF2B5EF4-FFF2-40B4-BE49-F238E27FC236}">
                    <a16:creationId xmlns:a16="http://schemas.microsoft.com/office/drawing/2014/main" id="{8EBEFD85-845D-A167-A3D6-F3017E92F217}"/>
                  </a:ext>
                </a:extLst>
              </p:cNvPr>
              <p:cNvSpPr/>
              <p:nvPr/>
            </p:nvSpPr>
            <p:spPr>
              <a:xfrm>
                <a:off x="292146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3" name="ph344">
                <a:extLst>
                  <a:ext uri="{FF2B5EF4-FFF2-40B4-BE49-F238E27FC236}">
                    <a16:creationId xmlns:a16="http://schemas.microsoft.com/office/drawing/2014/main" id="{8A75AFAC-E8D7-45E7-3772-A9423566C27B}"/>
                  </a:ext>
                </a:extLst>
              </p:cNvPr>
              <p:cNvSpPr/>
              <p:nvPr/>
            </p:nvSpPr>
            <p:spPr>
              <a:xfrm>
                <a:off x="293090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4" name="ph345">
                <a:extLst>
                  <a:ext uri="{FF2B5EF4-FFF2-40B4-BE49-F238E27FC236}">
                    <a16:creationId xmlns:a16="http://schemas.microsoft.com/office/drawing/2014/main" id="{060CD8BB-6472-1ADE-4FA2-F86F7EDA6D62}"/>
                  </a:ext>
                </a:extLst>
              </p:cNvPr>
              <p:cNvSpPr/>
              <p:nvPr/>
            </p:nvSpPr>
            <p:spPr>
              <a:xfrm>
                <a:off x="294034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5" name="ph346">
                <a:extLst>
                  <a:ext uri="{FF2B5EF4-FFF2-40B4-BE49-F238E27FC236}">
                    <a16:creationId xmlns:a16="http://schemas.microsoft.com/office/drawing/2014/main" id="{8C4B13E3-A246-0EF1-7974-329A71D3745B}"/>
                  </a:ext>
                </a:extLst>
              </p:cNvPr>
              <p:cNvSpPr/>
              <p:nvPr/>
            </p:nvSpPr>
            <p:spPr>
              <a:xfrm>
                <a:off x="294978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6" name="ph347">
                <a:extLst>
                  <a:ext uri="{FF2B5EF4-FFF2-40B4-BE49-F238E27FC236}">
                    <a16:creationId xmlns:a16="http://schemas.microsoft.com/office/drawing/2014/main" id="{4D8DC98C-85E7-4EBB-543F-49B5E2747B15}"/>
                  </a:ext>
                </a:extLst>
              </p:cNvPr>
              <p:cNvSpPr/>
              <p:nvPr/>
            </p:nvSpPr>
            <p:spPr>
              <a:xfrm>
                <a:off x="2959222" y="274759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855"/>
                    </a:lnTo>
                    <a:lnTo>
                      <a:pt x="923718" y="899136"/>
                    </a:lnTo>
                    <a:lnTo>
                      <a:pt x="919813" y="907277"/>
                    </a:lnTo>
                    <a:lnTo>
                      <a:pt x="916023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7" name="ph348">
                <a:extLst>
                  <a:ext uri="{FF2B5EF4-FFF2-40B4-BE49-F238E27FC236}">
                    <a16:creationId xmlns:a16="http://schemas.microsoft.com/office/drawing/2014/main" id="{D099784B-85B2-89D7-C1B4-43B8EBAD651A}"/>
                  </a:ext>
                </a:extLst>
              </p:cNvPr>
              <p:cNvSpPr/>
              <p:nvPr/>
            </p:nvSpPr>
            <p:spPr>
              <a:xfrm>
                <a:off x="2968662" y="2730025"/>
                <a:ext cx="915274" cy="916425"/>
              </a:xfrm>
              <a:custGeom>
                <a:avLst/>
                <a:gdLst/>
                <a:ahLst/>
                <a:cxnLst/>
                <a:rect l="0" t="0" r="0" b="0"/>
                <a:pathLst>
                  <a:path w="915274" h="916425">
                    <a:moveTo>
                      <a:pt x="914400" y="914400"/>
                    </a:moveTo>
                    <a:lnTo>
                      <a:pt x="915274" y="914400"/>
                    </a:lnTo>
                    <a:lnTo>
                      <a:pt x="914400" y="916425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8" name="ph349">
                <a:extLst>
                  <a:ext uri="{FF2B5EF4-FFF2-40B4-BE49-F238E27FC236}">
                    <a16:creationId xmlns:a16="http://schemas.microsoft.com/office/drawing/2014/main" id="{0C8BE719-B29C-E1FC-96CE-8EB2BD6EE0F1}"/>
                  </a:ext>
                </a:extLst>
              </p:cNvPr>
              <p:cNvSpPr/>
              <p:nvPr/>
            </p:nvSpPr>
            <p:spPr>
              <a:xfrm>
                <a:off x="2506091" y="271245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3952" y="931969"/>
                    </a:lnTo>
                    <a:lnTo>
                      <a:pt x="912751" y="927453"/>
                    </a:lnTo>
                    <a:lnTo>
                      <a:pt x="910409" y="917358"/>
                    </a:lnTo>
                    <a:lnTo>
                      <a:pt x="909819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9" name="ph350">
                <a:extLst>
                  <a:ext uri="{FF2B5EF4-FFF2-40B4-BE49-F238E27FC236}">
                    <a16:creationId xmlns:a16="http://schemas.microsoft.com/office/drawing/2014/main" id="{6E9C0112-1D8C-7E1A-4DDC-088533C8DDAA}"/>
                  </a:ext>
                </a:extLst>
              </p:cNvPr>
              <p:cNvSpPr/>
              <p:nvPr/>
            </p:nvSpPr>
            <p:spPr>
              <a:xfrm>
                <a:off x="250609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0" name="ph351">
                <a:extLst>
                  <a:ext uri="{FF2B5EF4-FFF2-40B4-BE49-F238E27FC236}">
                    <a16:creationId xmlns:a16="http://schemas.microsoft.com/office/drawing/2014/main" id="{6373D17D-63EF-A23A-59E4-BB7B7424FA0B}"/>
                  </a:ext>
                </a:extLst>
              </p:cNvPr>
              <p:cNvSpPr/>
              <p:nvPr/>
            </p:nvSpPr>
            <p:spPr>
              <a:xfrm>
                <a:off x="251553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1" name="ph352">
                <a:extLst>
                  <a:ext uri="{FF2B5EF4-FFF2-40B4-BE49-F238E27FC236}">
                    <a16:creationId xmlns:a16="http://schemas.microsoft.com/office/drawing/2014/main" id="{C2D9A721-935A-F7BF-81E6-3340BC2815C3}"/>
                  </a:ext>
                </a:extLst>
              </p:cNvPr>
              <p:cNvSpPr/>
              <p:nvPr/>
            </p:nvSpPr>
            <p:spPr>
              <a:xfrm>
                <a:off x="252497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2" name="ph353">
                <a:extLst>
                  <a:ext uri="{FF2B5EF4-FFF2-40B4-BE49-F238E27FC236}">
                    <a16:creationId xmlns:a16="http://schemas.microsoft.com/office/drawing/2014/main" id="{D60FAB32-2173-208F-B8FF-EAEC488A6D39}"/>
                  </a:ext>
                </a:extLst>
              </p:cNvPr>
              <p:cNvSpPr/>
              <p:nvPr/>
            </p:nvSpPr>
            <p:spPr>
              <a:xfrm>
                <a:off x="253441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3" name="ph354">
                <a:extLst>
                  <a:ext uri="{FF2B5EF4-FFF2-40B4-BE49-F238E27FC236}">
                    <a16:creationId xmlns:a16="http://schemas.microsoft.com/office/drawing/2014/main" id="{C4F7AA97-AB78-BD08-0034-BFF0CFC78BDD}"/>
                  </a:ext>
                </a:extLst>
              </p:cNvPr>
              <p:cNvSpPr/>
              <p:nvPr/>
            </p:nvSpPr>
            <p:spPr>
              <a:xfrm>
                <a:off x="254385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4" name="ph355">
                <a:extLst>
                  <a:ext uri="{FF2B5EF4-FFF2-40B4-BE49-F238E27FC236}">
                    <a16:creationId xmlns:a16="http://schemas.microsoft.com/office/drawing/2014/main" id="{79DFBF5A-3001-D968-1BA0-AC0F2C208F77}"/>
                  </a:ext>
                </a:extLst>
              </p:cNvPr>
              <p:cNvSpPr/>
              <p:nvPr/>
            </p:nvSpPr>
            <p:spPr>
              <a:xfrm>
                <a:off x="255329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5" name="ph356">
                <a:extLst>
                  <a:ext uri="{FF2B5EF4-FFF2-40B4-BE49-F238E27FC236}">
                    <a16:creationId xmlns:a16="http://schemas.microsoft.com/office/drawing/2014/main" id="{043A2A39-5229-17C8-164B-F8BE54E60809}"/>
                  </a:ext>
                </a:extLst>
              </p:cNvPr>
              <p:cNvSpPr/>
              <p:nvPr/>
            </p:nvSpPr>
            <p:spPr>
              <a:xfrm>
                <a:off x="256273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6" name="ph357">
                <a:extLst>
                  <a:ext uri="{FF2B5EF4-FFF2-40B4-BE49-F238E27FC236}">
                    <a16:creationId xmlns:a16="http://schemas.microsoft.com/office/drawing/2014/main" id="{06BCB264-92A6-1CF9-01D5-CCA4D30B71D0}"/>
                  </a:ext>
                </a:extLst>
              </p:cNvPr>
              <p:cNvSpPr/>
              <p:nvPr/>
            </p:nvSpPr>
            <p:spPr>
              <a:xfrm>
                <a:off x="257217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7" name="ph358">
                <a:extLst>
                  <a:ext uri="{FF2B5EF4-FFF2-40B4-BE49-F238E27FC236}">
                    <a16:creationId xmlns:a16="http://schemas.microsoft.com/office/drawing/2014/main" id="{B51687F5-7F58-6B41-4C12-B6F9BA707948}"/>
                  </a:ext>
                </a:extLst>
              </p:cNvPr>
              <p:cNvSpPr/>
              <p:nvPr/>
            </p:nvSpPr>
            <p:spPr>
              <a:xfrm>
                <a:off x="258161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8" name="ph359">
                <a:extLst>
                  <a:ext uri="{FF2B5EF4-FFF2-40B4-BE49-F238E27FC236}">
                    <a16:creationId xmlns:a16="http://schemas.microsoft.com/office/drawing/2014/main" id="{855CD18C-13FC-9A4C-E12C-E95E9F8B0C1F}"/>
                  </a:ext>
                </a:extLst>
              </p:cNvPr>
              <p:cNvSpPr/>
              <p:nvPr/>
            </p:nvSpPr>
            <p:spPr>
              <a:xfrm>
                <a:off x="259105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9" name="ph360">
                <a:extLst>
                  <a:ext uri="{FF2B5EF4-FFF2-40B4-BE49-F238E27FC236}">
                    <a16:creationId xmlns:a16="http://schemas.microsoft.com/office/drawing/2014/main" id="{BAC01FC0-8841-0D7F-B8C8-C36BF614EA45}"/>
                  </a:ext>
                </a:extLst>
              </p:cNvPr>
              <p:cNvSpPr/>
              <p:nvPr/>
            </p:nvSpPr>
            <p:spPr>
              <a:xfrm>
                <a:off x="260049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0" name="ph361">
                <a:extLst>
                  <a:ext uri="{FF2B5EF4-FFF2-40B4-BE49-F238E27FC236}">
                    <a16:creationId xmlns:a16="http://schemas.microsoft.com/office/drawing/2014/main" id="{CE5C81F4-3ACE-8818-74F7-569325125D9D}"/>
                  </a:ext>
                </a:extLst>
              </p:cNvPr>
              <p:cNvSpPr/>
              <p:nvPr/>
            </p:nvSpPr>
            <p:spPr>
              <a:xfrm>
                <a:off x="260993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1" name="ph362">
                <a:extLst>
                  <a:ext uri="{FF2B5EF4-FFF2-40B4-BE49-F238E27FC236}">
                    <a16:creationId xmlns:a16="http://schemas.microsoft.com/office/drawing/2014/main" id="{379751F9-4FE5-22C1-12FD-236BEE91C830}"/>
                  </a:ext>
                </a:extLst>
              </p:cNvPr>
              <p:cNvSpPr/>
              <p:nvPr/>
            </p:nvSpPr>
            <p:spPr>
              <a:xfrm>
                <a:off x="261937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2" name="ph363">
                <a:extLst>
                  <a:ext uri="{FF2B5EF4-FFF2-40B4-BE49-F238E27FC236}">
                    <a16:creationId xmlns:a16="http://schemas.microsoft.com/office/drawing/2014/main" id="{27F06706-7D84-3809-DB8F-1DE7D5484CD4}"/>
                  </a:ext>
                </a:extLst>
              </p:cNvPr>
              <p:cNvSpPr/>
              <p:nvPr/>
            </p:nvSpPr>
            <p:spPr>
              <a:xfrm>
                <a:off x="262881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3" name="ph364">
                <a:extLst>
                  <a:ext uri="{FF2B5EF4-FFF2-40B4-BE49-F238E27FC236}">
                    <a16:creationId xmlns:a16="http://schemas.microsoft.com/office/drawing/2014/main" id="{E5079FDA-C3B1-2287-AEEA-2336B40F4809}"/>
                  </a:ext>
                </a:extLst>
              </p:cNvPr>
              <p:cNvSpPr/>
              <p:nvPr/>
            </p:nvSpPr>
            <p:spPr>
              <a:xfrm>
                <a:off x="263825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4" name="ph365">
                <a:extLst>
                  <a:ext uri="{FF2B5EF4-FFF2-40B4-BE49-F238E27FC236}">
                    <a16:creationId xmlns:a16="http://schemas.microsoft.com/office/drawing/2014/main" id="{C9B8B737-C00C-E2CA-9E33-6F00260F0218}"/>
                  </a:ext>
                </a:extLst>
              </p:cNvPr>
              <p:cNvSpPr/>
              <p:nvPr/>
            </p:nvSpPr>
            <p:spPr>
              <a:xfrm>
                <a:off x="264769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5" name="ph366">
                <a:extLst>
                  <a:ext uri="{FF2B5EF4-FFF2-40B4-BE49-F238E27FC236}">
                    <a16:creationId xmlns:a16="http://schemas.microsoft.com/office/drawing/2014/main" id="{0683BD57-2F9E-9102-3D14-5851BA979C03}"/>
                  </a:ext>
                </a:extLst>
              </p:cNvPr>
              <p:cNvSpPr/>
              <p:nvPr/>
            </p:nvSpPr>
            <p:spPr>
              <a:xfrm>
                <a:off x="265713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6" name="ph367">
                <a:extLst>
                  <a:ext uri="{FF2B5EF4-FFF2-40B4-BE49-F238E27FC236}">
                    <a16:creationId xmlns:a16="http://schemas.microsoft.com/office/drawing/2014/main" id="{0C85A2FC-FAAB-659A-18CC-7486D5F5D275}"/>
                  </a:ext>
                </a:extLst>
              </p:cNvPr>
              <p:cNvSpPr/>
              <p:nvPr/>
            </p:nvSpPr>
            <p:spPr>
              <a:xfrm>
                <a:off x="266657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7" name="ph368">
                <a:extLst>
                  <a:ext uri="{FF2B5EF4-FFF2-40B4-BE49-F238E27FC236}">
                    <a16:creationId xmlns:a16="http://schemas.microsoft.com/office/drawing/2014/main" id="{BEB6A563-9A23-B8CE-4CEC-C88C9D1E7127}"/>
                  </a:ext>
                </a:extLst>
              </p:cNvPr>
              <p:cNvSpPr/>
              <p:nvPr/>
            </p:nvSpPr>
            <p:spPr>
              <a:xfrm>
                <a:off x="267601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8" name="ph369">
                <a:extLst>
                  <a:ext uri="{FF2B5EF4-FFF2-40B4-BE49-F238E27FC236}">
                    <a16:creationId xmlns:a16="http://schemas.microsoft.com/office/drawing/2014/main" id="{A9FE1AD5-7F28-D673-47E6-612A5B666941}"/>
                  </a:ext>
                </a:extLst>
              </p:cNvPr>
              <p:cNvSpPr/>
              <p:nvPr/>
            </p:nvSpPr>
            <p:spPr>
              <a:xfrm>
                <a:off x="268545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9" name="ph370">
                <a:extLst>
                  <a:ext uri="{FF2B5EF4-FFF2-40B4-BE49-F238E27FC236}">
                    <a16:creationId xmlns:a16="http://schemas.microsoft.com/office/drawing/2014/main" id="{B6A7E60C-48BA-3895-82DB-498D05B2AE61}"/>
                  </a:ext>
                </a:extLst>
              </p:cNvPr>
              <p:cNvSpPr/>
              <p:nvPr/>
            </p:nvSpPr>
            <p:spPr>
              <a:xfrm>
                <a:off x="269489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0" name="ph371">
                <a:extLst>
                  <a:ext uri="{FF2B5EF4-FFF2-40B4-BE49-F238E27FC236}">
                    <a16:creationId xmlns:a16="http://schemas.microsoft.com/office/drawing/2014/main" id="{0995D9C6-0E7C-2E66-AF39-BA9578726C33}"/>
                  </a:ext>
                </a:extLst>
              </p:cNvPr>
              <p:cNvSpPr/>
              <p:nvPr/>
            </p:nvSpPr>
            <p:spPr>
              <a:xfrm>
                <a:off x="270433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1" name="ph372">
                <a:extLst>
                  <a:ext uri="{FF2B5EF4-FFF2-40B4-BE49-F238E27FC236}">
                    <a16:creationId xmlns:a16="http://schemas.microsoft.com/office/drawing/2014/main" id="{ED5ADA44-633D-9BFD-BCFE-01E0955EB1FA}"/>
                  </a:ext>
                </a:extLst>
              </p:cNvPr>
              <p:cNvSpPr/>
              <p:nvPr/>
            </p:nvSpPr>
            <p:spPr>
              <a:xfrm>
                <a:off x="271377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2" name="ph373">
                <a:extLst>
                  <a:ext uri="{FF2B5EF4-FFF2-40B4-BE49-F238E27FC236}">
                    <a16:creationId xmlns:a16="http://schemas.microsoft.com/office/drawing/2014/main" id="{6B83929D-B830-07AC-58E6-BD53B058A02D}"/>
                  </a:ext>
                </a:extLst>
              </p:cNvPr>
              <p:cNvSpPr/>
              <p:nvPr/>
            </p:nvSpPr>
            <p:spPr>
              <a:xfrm>
                <a:off x="272321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3" name="ph374">
                <a:extLst>
                  <a:ext uri="{FF2B5EF4-FFF2-40B4-BE49-F238E27FC236}">
                    <a16:creationId xmlns:a16="http://schemas.microsoft.com/office/drawing/2014/main" id="{216710A6-5202-7050-12BE-E043938F0346}"/>
                  </a:ext>
                </a:extLst>
              </p:cNvPr>
              <p:cNvSpPr/>
              <p:nvPr/>
            </p:nvSpPr>
            <p:spPr>
              <a:xfrm>
                <a:off x="273265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4" name="ph375">
                <a:extLst>
                  <a:ext uri="{FF2B5EF4-FFF2-40B4-BE49-F238E27FC236}">
                    <a16:creationId xmlns:a16="http://schemas.microsoft.com/office/drawing/2014/main" id="{F6EC71D6-6731-988F-2502-ACF53E084264}"/>
                  </a:ext>
                </a:extLst>
              </p:cNvPr>
              <p:cNvSpPr/>
              <p:nvPr/>
            </p:nvSpPr>
            <p:spPr>
              <a:xfrm>
                <a:off x="274209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5" name="ph376">
                <a:extLst>
                  <a:ext uri="{FF2B5EF4-FFF2-40B4-BE49-F238E27FC236}">
                    <a16:creationId xmlns:a16="http://schemas.microsoft.com/office/drawing/2014/main" id="{0B8D2EA6-F7AC-10BB-0B81-1E5585BFBE64}"/>
                  </a:ext>
                </a:extLst>
              </p:cNvPr>
              <p:cNvSpPr/>
              <p:nvPr/>
            </p:nvSpPr>
            <p:spPr>
              <a:xfrm>
                <a:off x="275153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6" name="ph377">
                <a:extLst>
                  <a:ext uri="{FF2B5EF4-FFF2-40B4-BE49-F238E27FC236}">
                    <a16:creationId xmlns:a16="http://schemas.microsoft.com/office/drawing/2014/main" id="{2425EB36-B267-959F-9287-B21A4B96BB59}"/>
                  </a:ext>
                </a:extLst>
              </p:cNvPr>
              <p:cNvSpPr/>
              <p:nvPr/>
            </p:nvSpPr>
            <p:spPr>
              <a:xfrm>
                <a:off x="276097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7" name="ph378">
                <a:extLst>
                  <a:ext uri="{FF2B5EF4-FFF2-40B4-BE49-F238E27FC236}">
                    <a16:creationId xmlns:a16="http://schemas.microsoft.com/office/drawing/2014/main" id="{490EDE55-331B-4312-9C23-E691EEE2AA02}"/>
                  </a:ext>
                </a:extLst>
              </p:cNvPr>
              <p:cNvSpPr/>
              <p:nvPr/>
            </p:nvSpPr>
            <p:spPr>
              <a:xfrm>
                <a:off x="277041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8" name="ph379">
                <a:extLst>
                  <a:ext uri="{FF2B5EF4-FFF2-40B4-BE49-F238E27FC236}">
                    <a16:creationId xmlns:a16="http://schemas.microsoft.com/office/drawing/2014/main" id="{0FE7EA17-7F16-C8A1-3168-BBFAF9A774F8}"/>
                  </a:ext>
                </a:extLst>
              </p:cNvPr>
              <p:cNvSpPr/>
              <p:nvPr/>
            </p:nvSpPr>
            <p:spPr>
              <a:xfrm>
                <a:off x="277985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9" name="ph380">
                <a:extLst>
                  <a:ext uri="{FF2B5EF4-FFF2-40B4-BE49-F238E27FC236}">
                    <a16:creationId xmlns:a16="http://schemas.microsoft.com/office/drawing/2014/main" id="{2D8087C2-81AF-1883-9D69-19AEEE2AEEA2}"/>
                  </a:ext>
                </a:extLst>
              </p:cNvPr>
              <p:cNvSpPr/>
              <p:nvPr/>
            </p:nvSpPr>
            <p:spPr>
              <a:xfrm>
                <a:off x="278929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0" name="ph381">
                <a:extLst>
                  <a:ext uri="{FF2B5EF4-FFF2-40B4-BE49-F238E27FC236}">
                    <a16:creationId xmlns:a16="http://schemas.microsoft.com/office/drawing/2014/main" id="{E909D5ED-EC93-4C3F-8D1D-27CECC42418E}"/>
                  </a:ext>
                </a:extLst>
              </p:cNvPr>
              <p:cNvSpPr/>
              <p:nvPr/>
            </p:nvSpPr>
            <p:spPr>
              <a:xfrm>
                <a:off x="279873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1" name="ph382">
                <a:extLst>
                  <a:ext uri="{FF2B5EF4-FFF2-40B4-BE49-F238E27FC236}">
                    <a16:creationId xmlns:a16="http://schemas.microsoft.com/office/drawing/2014/main" id="{602F0C88-54BC-FC7C-F7BB-E147B4A296DE}"/>
                  </a:ext>
                </a:extLst>
              </p:cNvPr>
              <p:cNvSpPr/>
              <p:nvPr/>
            </p:nvSpPr>
            <p:spPr>
              <a:xfrm>
                <a:off x="280817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2" name="ph383">
                <a:extLst>
                  <a:ext uri="{FF2B5EF4-FFF2-40B4-BE49-F238E27FC236}">
                    <a16:creationId xmlns:a16="http://schemas.microsoft.com/office/drawing/2014/main" id="{E0D730DB-1522-945D-E2F7-C7F833832DBB}"/>
                  </a:ext>
                </a:extLst>
              </p:cNvPr>
              <p:cNvSpPr/>
              <p:nvPr/>
            </p:nvSpPr>
            <p:spPr>
              <a:xfrm>
                <a:off x="281761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3" name="ph384">
                <a:extLst>
                  <a:ext uri="{FF2B5EF4-FFF2-40B4-BE49-F238E27FC236}">
                    <a16:creationId xmlns:a16="http://schemas.microsoft.com/office/drawing/2014/main" id="{52694440-28CA-5C1C-C6C3-CA6368E05571}"/>
                  </a:ext>
                </a:extLst>
              </p:cNvPr>
              <p:cNvSpPr/>
              <p:nvPr/>
            </p:nvSpPr>
            <p:spPr>
              <a:xfrm>
                <a:off x="282705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4" name="ph385">
                <a:extLst>
                  <a:ext uri="{FF2B5EF4-FFF2-40B4-BE49-F238E27FC236}">
                    <a16:creationId xmlns:a16="http://schemas.microsoft.com/office/drawing/2014/main" id="{E91FDF76-6DF7-3EF1-58DB-90DFA6725E55}"/>
                  </a:ext>
                </a:extLst>
              </p:cNvPr>
              <p:cNvSpPr/>
              <p:nvPr/>
            </p:nvSpPr>
            <p:spPr>
              <a:xfrm>
                <a:off x="283649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5" name="ph386">
                <a:extLst>
                  <a:ext uri="{FF2B5EF4-FFF2-40B4-BE49-F238E27FC236}">
                    <a16:creationId xmlns:a16="http://schemas.microsoft.com/office/drawing/2014/main" id="{480B0A6F-D701-F5D0-0433-AC8175A0876A}"/>
                  </a:ext>
                </a:extLst>
              </p:cNvPr>
              <p:cNvSpPr/>
              <p:nvPr/>
            </p:nvSpPr>
            <p:spPr>
              <a:xfrm>
                <a:off x="284593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6" name="ph387">
                <a:extLst>
                  <a:ext uri="{FF2B5EF4-FFF2-40B4-BE49-F238E27FC236}">
                    <a16:creationId xmlns:a16="http://schemas.microsoft.com/office/drawing/2014/main" id="{7CBAB8F7-7040-5B57-32AC-A61651FB1D1F}"/>
                  </a:ext>
                </a:extLst>
              </p:cNvPr>
              <p:cNvSpPr/>
              <p:nvPr/>
            </p:nvSpPr>
            <p:spPr>
              <a:xfrm>
                <a:off x="285538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7" name="ph388">
                <a:extLst>
                  <a:ext uri="{FF2B5EF4-FFF2-40B4-BE49-F238E27FC236}">
                    <a16:creationId xmlns:a16="http://schemas.microsoft.com/office/drawing/2014/main" id="{7EAAC6A9-0D08-FE85-F99F-1735B5440ADC}"/>
                  </a:ext>
                </a:extLst>
              </p:cNvPr>
              <p:cNvSpPr/>
              <p:nvPr/>
            </p:nvSpPr>
            <p:spPr>
              <a:xfrm>
                <a:off x="286482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8" name="ph389">
                <a:extLst>
                  <a:ext uri="{FF2B5EF4-FFF2-40B4-BE49-F238E27FC236}">
                    <a16:creationId xmlns:a16="http://schemas.microsoft.com/office/drawing/2014/main" id="{CC9F2009-1B18-96C5-994F-30ACB45D0214}"/>
                  </a:ext>
                </a:extLst>
              </p:cNvPr>
              <p:cNvSpPr/>
              <p:nvPr/>
            </p:nvSpPr>
            <p:spPr>
              <a:xfrm>
                <a:off x="287426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9" name="ph390">
                <a:extLst>
                  <a:ext uri="{FF2B5EF4-FFF2-40B4-BE49-F238E27FC236}">
                    <a16:creationId xmlns:a16="http://schemas.microsoft.com/office/drawing/2014/main" id="{558FD578-F7BE-C663-21FF-81551C87D265}"/>
                  </a:ext>
                </a:extLst>
              </p:cNvPr>
              <p:cNvSpPr/>
              <p:nvPr/>
            </p:nvSpPr>
            <p:spPr>
              <a:xfrm>
                <a:off x="288370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0" name="ph391">
                <a:extLst>
                  <a:ext uri="{FF2B5EF4-FFF2-40B4-BE49-F238E27FC236}">
                    <a16:creationId xmlns:a16="http://schemas.microsoft.com/office/drawing/2014/main" id="{0E6B47F9-D9EF-E471-C851-D3A0DA6AD881}"/>
                  </a:ext>
                </a:extLst>
              </p:cNvPr>
              <p:cNvSpPr/>
              <p:nvPr/>
            </p:nvSpPr>
            <p:spPr>
              <a:xfrm>
                <a:off x="289314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1" name="ph392">
                <a:extLst>
                  <a:ext uri="{FF2B5EF4-FFF2-40B4-BE49-F238E27FC236}">
                    <a16:creationId xmlns:a16="http://schemas.microsoft.com/office/drawing/2014/main" id="{BEB1210E-E229-4F62-84C1-28B65ACD7BFD}"/>
                  </a:ext>
                </a:extLst>
              </p:cNvPr>
              <p:cNvSpPr/>
              <p:nvPr/>
            </p:nvSpPr>
            <p:spPr>
              <a:xfrm>
                <a:off x="290258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2" name="ph393">
                <a:extLst>
                  <a:ext uri="{FF2B5EF4-FFF2-40B4-BE49-F238E27FC236}">
                    <a16:creationId xmlns:a16="http://schemas.microsoft.com/office/drawing/2014/main" id="{5046A10A-23F5-00B1-2F65-F82EBDD42119}"/>
                  </a:ext>
                </a:extLst>
              </p:cNvPr>
              <p:cNvSpPr/>
              <p:nvPr/>
            </p:nvSpPr>
            <p:spPr>
              <a:xfrm>
                <a:off x="291202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3" name="ph394">
                <a:extLst>
                  <a:ext uri="{FF2B5EF4-FFF2-40B4-BE49-F238E27FC236}">
                    <a16:creationId xmlns:a16="http://schemas.microsoft.com/office/drawing/2014/main" id="{0EB13AA7-B4F7-41E6-E198-1385980171D0}"/>
                  </a:ext>
                </a:extLst>
              </p:cNvPr>
              <p:cNvSpPr/>
              <p:nvPr/>
            </p:nvSpPr>
            <p:spPr>
              <a:xfrm>
                <a:off x="292146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4" name="ph395">
                <a:extLst>
                  <a:ext uri="{FF2B5EF4-FFF2-40B4-BE49-F238E27FC236}">
                    <a16:creationId xmlns:a16="http://schemas.microsoft.com/office/drawing/2014/main" id="{EB50C930-91CA-4CB5-B656-70663B6A77D1}"/>
                  </a:ext>
                </a:extLst>
              </p:cNvPr>
              <p:cNvSpPr/>
              <p:nvPr/>
            </p:nvSpPr>
            <p:spPr>
              <a:xfrm>
                <a:off x="293090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5" name="ph396">
                <a:extLst>
                  <a:ext uri="{FF2B5EF4-FFF2-40B4-BE49-F238E27FC236}">
                    <a16:creationId xmlns:a16="http://schemas.microsoft.com/office/drawing/2014/main" id="{2C5214B6-EC6E-E84E-3299-4729C72B6DF2}"/>
                  </a:ext>
                </a:extLst>
              </p:cNvPr>
              <p:cNvSpPr/>
              <p:nvPr/>
            </p:nvSpPr>
            <p:spPr>
              <a:xfrm>
                <a:off x="294034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6" name="ph397">
                <a:extLst>
                  <a:ext uri="{FF2B5EF4-FFF2-40B4-BE49-F238E27FC236}">
                    <a16:creationId xmlns:a16="http://schemas.microsoft.com/office/drawing/2014/main" id="{2889C333-75E3-D6EE-2AEC-CAA8D6E9D599}"/>
                  </a:ext>
                </a:extLst>
              </p:cNvPr>
              <p:cNvSpPr/>
              <p:nvPr/>
            </p:nvSpPr>
            <p:spPr>
              <a:xfrm>
                <a:off x="294978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7" name="ph398">
                <a:extLst>
                  <a:ext uri="{FF2B5EF4-FFF2-40B4-BE49-F238E27FC236}">
                    <a16:creationId xmlns:a16="http://schemas.microsoft.com/office/drawing/2014/main" id="{427CDBD7-22F4-937C-B4CA-66F3FE4469A8}"/>
                  </a:ext>
                </a:extLst>
              </p:cNvPr>
              <p:cNvSpPr/>
              <p:nvPr/>
            </p:nvSpPr>
            <p:spPr>
              <a:xfrm>
                <a:off x="295922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8" name="ph399">
                <a:extLst>
                  <a:ext uri="{FF2B5EF4-FFF2-40B4-BE49-F238E27FC236}">
                    <a16:creationId xmlns:a16="http://schemas.microsoft.com/office/drawing/2014/main" id="{6C2C2692-2105-1DC1-614F-BC7C5B9C97D6}"/>
                  </a:ext>
                </a:extLst>
              </p:cNvPr>
              <p:cNvSpPr/>
              <p:nvPr/>
            </p:nvSpPr>
            <p:spPr>
              <a:xfrm>
                <a:off x="2968662" y="2730025"/>
                <a:ext cx="9222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5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259" y="896830"/>
                    </a:lnTo>
                    <a:lnTo>
                      <a:pt x="921384" y="899352"/>
                    </a:lnTo>
                    <a:lnTo>
                      <a:pt x="917952" y="908200"/>
                    </a:lnTo>
                    <a:lnTo>
                      <a:pt x="915274" y="914400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9" name="ph400">
                <a:extLst>
                  <a:ext uri="{FF2B5EF4-FFF2-40B4-BE49-F238E27FC236}">
                    <a16:creationId xmlns:a16="http://schemas.microsoft.com/office/drawing/2014/main" id="{F8A09989-0272-2946-A3FB-7DFA4F80A677}"/>
                  </a:ext>
                </a:extLst>
              </p:cNvPr>
              <p:cNvSpPr/>
              <p:nvPr/>
            </p:nvSpPr>
            <p:spPr>
              <a:xfrm>
                <a:off x="2506091" y="269488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819" y="931969"/>
                    </a:lnTo>
                    <a:lnTo>
                      <a:pt x="908353" y="924620"/>
                    </a:lnTo>
                    <a:lnTo>
                      <a:pt x="906635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0" name="ph401">
                <a:extLst>
                  <a:ext uri="{FF2B5EF4-FFF2-40B4-BE49-F238E27FC236}">
                    <a16:creationId xmlns:a16="http://schemas.microsoft.com/office/drawing/2014/main" id="{705BC9D1-4B4C-D2E9-B35A-FCC223681617}"/>
                  </a:ext>
                </a:extLst>
              </p:cNvPr>
              <p:cNvSpPr/>
              <p:nvPr/>
            </p:nvSpPr>
            <p:spPr>
              <a:xfrm>
                <a:off x="250609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1" name="ph402">
                <a:extLst>
                  <a:ext uri="{FF2B5EF4-FFF2-40B4-BE49-F238E27FC236}">
                    <a16:creationId xmlns:a16="http://schemas.microsoft.com/office/drawing/2014/main" id="{B4A14D9D-43FD-CCB1-8208-DB881F284F96}"/>
                  </a:ext>
                </a:extLst>
              </p:cNvPr>
              <p:cNvSpPr/>
              <p:nvPr/>
            </p:nvSpPr>
            <p:spPr>
              <a:xfrm>
                <a:off x="251553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2" name="ph403">
                <a:extLst>
                  <a:ext uri="{FF2B5EF4-FFF2-40B4-BE49-F238E27FC236}">
                    <a16:creationId xmlns:a16="http://schemas.microsoft.com/office/drawing/2014/main" id="{B9C91AC8-062D-58B7-FA48-995ECFB51BA3}"/>
                  </a:ext>
                </a:extLst>
              </p:cNvPr>
              <p:cNvSpPr/>
              <p:nvPr/>
            </p:nvSpPr>
            <p:spPr>
              <a:xfrm>
                <a:off x="252497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3" name="ph404">
                <a:extLst>
                  <a:ext uri="{FF2B5EF4-FFF2-40B4-BE49-F238E27FC236}">
                    <a16:creationId xmlns:a16="http://schemas.microsoft.com/office/drawing/2014/main" id="{3DD3EA18-D393-FEF3-96E3-77D28360F9D0}"/>
                  </a:ext>
                </a:extLst>
              </p:cNvPr>
              <p:cNvSpPr/>
              <p:nvPr/>
            </p:nvSpPr>
            <p:spPr>
              <a:xfrm>
                <a:off x="253441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4" name="ph405">
                <a:extLst>
                  <a:ext uri="{FF2B5EF4-FFF2-40B4-BE49-F238E27FC236}">
                    <a16:creationId xmlns:a16="http://schemas.microsoft.com/office/drawing/2014/main" id="{350FE10C-8DD8-9D83-2A6B-AF48FF353E06}"/>
                  </a:ext>
                </a:extLst>
              </p:cNvPr>
              <p:cNvSpPr/>
              <p:nvPr/>
            </p:nvSpPr>
            <p:spPr>
              <a:xfrm>
                <a:off x="254385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5" name="ph406">
                <a:extLst>
                  <a:ext uri="{FF2B5EF4-FFF2-40B4-BE49-F238E27FC236}">
                    <a16:creationId xmlns:a16="http://schemas.microsoft.com/office/drawing/2014/main" id="{0F5D47DE-D2E1-B9EF-47A1-55A5011F9266}"/>
                  </a:ext>
                </a:extLst>
              </p:cNvPr>
              <p:cNvSpPr/>
              <p:nvPr/>
            </p:nvSpPr>
            <p:spPr>
              <a:xfrm>
                <a:off x="255329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6" name="ph407">
                <a:extLst>
                  <a:ext uri="{FF2B5EF4-FFF2-40B4-BE49-F238E27FC236}">
                    <a16:creationId xmlns:a16="http://schemas.microsoft.com/office/drawing/2014/main" id="{0D79F22E-17A9-D36E-6F6E-4D816963F9E4}"/>
                  </a:ext>
                </a:extLst>
              </p:cNvPr>
              <p:cNvSpPr/>
              <p:nvPr/>
            </p:nvSpPr>
            <p:spPr>
              <a:xfrm>
                <a:off x="256273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7" name="ph408">
                <a:extLst>
                  <a:ext uri="{FF2B5EF4-FFF2-40B4-BE49-F238E27FC236}">
                    <a16:creationId xmlns:a16="http://schemas.microsoft.com/office/drawing/2014/main" id="{5067DD0B-CB5C-F8ED-F308-E0889D797F8D}"/>
                  </a:ext>
                </a:extLst>
              </p:cNvPr>
              <p:cNvSpPr/>
              <p:nvPr/>
            </p:nvSpPr>
            <p:spPr>
              <a:xfrm>
                <a:off x="257217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8" name="ph409">
                <a:extLst>
                  <a:ext uri="{FF2B5EF4-FFF2-40B4-BE49-F238E27FC236}">
                    <a16:creationId xmlns:a16="http://schemas.microsoft.com/office/drawing/2014/main" id="{D941D8C4-A3CE-996C-C5BF-D76CCD8CD1DB}"/>
                  </a:ext>
                </a:extLst>
              </p:cNvPr>
              <p:cNvSpPr/>
              <p:nvPr/>
            </p:nvSpPr>
            <p:spPr>
              <a:xfrm>
                <a:off x="258161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9" name="ph410">
                <a:extLst>
                  <a:ext uri="{FF2B5EF4-FFF2-40B4-BE49-F238E27FC236}">
                    <a16:creationId xmlns:a16="http://schemas.microsoft.com/office/drawing/2014/main" id="{3BA96DF3-3BE7-7ED6-16DC-41FA85F595FE}"/>
                  </a:ext>
                </a:extLst>
              </p:cNvPr>
              <p:cNvSpPr/>
              <p:nvPr/>
            </p:nvSpPr>
            <p:spPr>
              <a:xfrm>
                <a:off x="259105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0" name="ph411">
                <a:extLst>
                  <a:ext uri="{FF2B5EF4-FFF2-40B4-BE49-F238E27FC236}">
                    <a16:creationId xmlns:a16="http://schemas.microsoft.com/office/drawing/2014/main" id="{3A1C2CE5-06F4-030B-20EF-17D2DED7EB99}"/>
                  </a:ext>
                </a:extLst>
              </p:cNvPr>
              <p:cNvSpPr/>
              <p:nvPr/>
            </p:nvSpPr>
            <p:spPr>
              <a:xfrm>
                <a:off x="260049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1" name="ph412">
                <a:extLst>
                  <a:ext uri="{FF2B5EF4-FFF2-40B4-BE49-F238E27FC236}">
                    <a16:creationId xmlns:a16="http://schemas.microsoft.com/office/drawing/2014/main" id="{4A474823-0D00-AA48-C284-9C9B926D06A0}"/>
                  </a:ext>
                </a:extLst>
              </p:cNvPr>
              <p:cNvSpPr/>
              <p:nvPr/>
            </p:nvSpPr>
            <p:spPr>
              <a:xfrm>
                <a:off x="260993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2" name="ph413">
                <a:extLst>
                  <a:ext uri="{FF2B5EF4-FFF2-40B4-BE49-F238E27FC236}">
                    <a16:creationId xmlns:a16="http://schemas.microsoft.com/office/drawing/2014/main" id="{DDCD2D8A-593E-CE83-C010-60C3B7D1D7F4}"/>
                  </a:ext>
                </a:extLst>
              </p:cNvPr>
              <p:cNvSpPr/>
              <p:nvPr/>
            </p:nvSpPr>
            <p:spPr>
              <a:xfrm>
                <a:off x="261937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3" name="ph414">
                <a:extLst>
                  <a:ext uri="{FF2B5EF4-FFF2-40B4-BE49-F238E27FC236}">
                    <a16:creationId xmlns:a16="http://schemas.microsoft.com/office/drawing/2014/main" id="{AB953CB7-45E6-1F85-6EF7-E2A3894C6D3E}"/>
                  </a:ext>
                </a:extLst>
              </p:cNvPr>
              <p:cNvSpPr/>
              <p:nvPr/>
            </p:nvSpPr>
            <p:spPr>
              <a:xfrm>
                <a:off x="262881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4" name="ph415">
                <a:extLst>
                  <a:ext uri="{FF2B5EF4-FFF2-40B4-BE49-F238E27FC236}">
                    <a16:creationId xmlns:a16="http://schemas.microsoft.com/office/drawing/2014/main" id="{B610B413-B897-2562-D7A3-3AB78A29E581}"/>
                  </a:ext>
                </a:extLst>
              </p:cNvPr>
              <p:cNvSpPr/>
              <p:nvPr/>
            </p:nvSpPr>
            <p:spPr>
              <a:xfrm>
                <a:off x="263825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5" name="ph416">
                <a:extLst>
                  <a:ext uri="{FF2B5EF4-FFF2-40B4-BE49-F238E27FC236}">
                    <a16:creationId xmlns:a16="http://schemas.microsoft.com/office/drawing/2014/main" id="{6FBDB1BE-3C4D-D31F-9954-E6DFF36A7E6C}"/>
                  </a:ext>
                </a:extLst>
              </p:cNvPr>
              <p:cNvSpPr/>
              <p:nvPr/>
            </p:nvSpPr>
            <p:spPr>
              <a:xfrm>
                <a:off x="264769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6" name="ph417">
                <a:extLst>
                  <a:ext uri="{FF2B5EF4-FFF2-40B4-BE49-F238E27FC236}">
                    <a16:creationId xmlns:a16="http://schemas.microsoft.com/office/drawing/2014/main" id="{82499372-661B-BCC3-1D41-8B5B2FAD7979}"/>
                  </a:ext>
                </a:extLst>
              </p:cNvPr>
              <p:cNvSpPr/>
              <p:nvPr/>
            </p:nvSpPr>
            <p:spPr>
              <a:xfrm>
                <a:off x="265713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7" name="ph418">
                <a:extLst>
                  <a:ext uri="{FF2B5EF4-FFF2-40B4-BE49-F238E27FC236}">
                    <a16:creationId xmlns:a16="http://schemas.microsoft.com/office/drawing/2014/main" id="{3E26FCBF-E0D2-E6DF-4F78-8AAFB08D9879}"/>
                  </a:ext>
                </a:extLst>
              </p:cNvPr>
              <p:cNvSpPr/>
              <p:nvPr/>
            </p:nvSpPr>
            <p:spPr>
              <a:xfrm>
                <a:off x="266657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8" name="ph419">
                <a:extLst>
                  <a:ext uri="{FF2B5EF4-FFF2-40B4-BE49-F238E27FC236}">
                    <a16:creationId xmlns:a16="http://schemas.microsoft.com/office/drawing/2014/main" id="{E23896CB-47BF-F007-4F53-D4F597242D20}"/>
                  </a:ext>
                </a:extLst>
              </p:cNvPr>
              <p:cNvSpPr/>
              <p:nvPr/>
            </p:nvSpPr>
            <p:spPr>
              <a:xfrm>
                <a:off x="267601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9" name="ph420">
                <a:extLst>
                  <a:ext uri="{FF2B5EF4-FFF2-40B4-BE49-F238E27FC236}">
                    <a16:creationId xmlns:a16="http://schemas.microsoft.com/office/drawing/2014/main" id="{C73BB373-FB96-53E8-1EDB-E702574A4A28}"/>
                  </a:ext>
                </a:extLst>
              </p:cNvPr>
              <p:cNvSpPr/>
              <p:nvPr/>
            </p:nvSpPr>
            <p:spPr>
              <a:xfrm>
                <a:off x="268545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0" name="ph421">
                <a:extLst>
                  <a:ext uri="{FF2B5EF4-FFF2-40B4-BE49-F238E27FC236}">
                    <a16:creationId xmlns:a16="http://schemas.microsoft.com/office/drawing/2014/main" id="{55C0A2D8-FEBD-374B-597D-ADFF92FB16EF}"/>
                  </a:ext>
                </a:extLst>
              </p:cNvPr>
              <p:cNvSpPr/>
              <p:nvPr/>
            </p:nvSpPr>
            <p:spPr>
              <a:xfrm>
                <a:off x="269489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1" name="ph422">
                <a:extLst>
                  <a:ext uri="{FF2B5EF4-FFF2-40B4-BE49-F238E27FC236}">
                    <a16:creationId xmlns:a16="http://schemas.microsoft.com/office/drawing/2014/main" id="{A26080BD-215E-9FF3-B9F7-7A120AC530DB}"/>
                  </a:ext>
                </a:extLst>
              </p:cNvPr>
              <p:cNvSpPr/>
              <p:nvPr/>
            </p:nvSpPr>
            <p:spPr>
              <a:xfrm>
                <a:off x="270433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2" name="ph423">
                <a:extLst>
                  <a:ext uri="{FF2B5EF4-FFF2-40B4-BE49-F238E27FC236}">
                    <a16:creationId xmlns:a16="http://schemas.microsoft.com/office/drawing/2014/main" id="{D1C0D75C-2CC3-1472-D7A9-49A8A585A6F4}"/>
                  </a:ext>
                </a:extLst>
              </p:cNvPr>
              <p:cNvSpPr/>
              <p:nvPr/>
            </p:nvSpPr>
            <p:spPr>
              <a:xfrm>
                <a:off x="271377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3" name="ph424">
                <a:extLst>
                  <a:ext uri="{FF2B5EF4-FFF2-40B4-BE49-F238E27FC236}">
                    <a16:creationId xmlns:a16="http://schemas.microsoft.com/office/drawing/2014/main" id="{39B8A469-AC39-6DD1-50DC-6CC2674808A5}"/>
                  </a:ext>
                </a:extLst>
              </p:cNvPr>
              <p:cNvSpPr/>
              <p:nvPr/>
            </p:nvSpPr>
            <p:spPr>
              <a:xfrm>
                <a:off x="272321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4" name="ph425">
                <a:extLst>
                  <a:ext uri="{FF2B5EF4-FFF2-40B4-BE49-F238E27FC236}">
                    <a16:creationId xmlns:a16="http://schemas.microsoft.com/office/drawing/2014/main" id="{E9940B71-42FF-7993-ED9F-C38FE4991BB2}"/>
                  </a:ext>
                </a:extLst>
              </p:cNvPr>
              <p:cNvSpPr/>
              <p:nvPr/>
            </p:nvSpPr>
            <p:spPr>
              <a:xfrm>
                <a:off x="273265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5" name="ph426">
                <a:extLst>
                  <a:ext uri="{FF2B5EF4-FFF2-40B4-BE49-F238E27FC236}">
                    <a16:creationId xmlns:a16="http://schemas.microsoft.com/office/drawing/2014/main" id="{A69964E5-9AF9-CFF3-6A46-5E4D02FB500C}"/>
                  </a:ext>
                </a:extLst>
              </p:cNvPr>
              <p:cNvSpPr/>
              <p:nvPr/>
            </p:nvSpPr>
            <p:spPr>
              <a:xfrm>
                <a:off x="274209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6" name="ph427">
                <a:extLst>
                  <a:ext uri="{FF2B5EF4-FFF2-40B4-BE49-F238E27FC236}">
                    <a16:creationId xmlns:a16="http://schemas.microsoft.com/office/drawing/2014/main" id="{5BAC1AEE-DE42-7413-4216-118E824083DA}"/>
                  </a:ext>
                </a:extLst>
              </p:cNvPr>
              <p:cNvSpPr/>
              <p:nvPr/>
            </p:nvSpPr>
            <p:spPr>
              <a:xfrm>
                <a:off x="275153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7" name="ph428">
                <a:extLst>
                  <a:ext uri="{FF2B5EF4-FFF2-40B4-BE49-F238E27FC236}">
                    <a16:creationId xmlns:a16="http://schemas.microsoft.com/office/drawing/2014/main" id="{BCA990F8-0B88-3E9F-71BD-D14E2D4DA6E6}"/>
                  </a:ext>
                </a:extLst>
              </p:cNvPr>
              <p:cNvSpPr/>
              <p:nvPr/>
            </p:nvSpPr>
            <p:spPr>
              <a:xfrm>
                <a:off x="276097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8" name="ph429">
                <a:extLst>
                  <a:ext uri="{FF2B5EF4-FFF2-40B4-BE49-F238E27FC236}">
                    <a16:creationId xmlns:a16="http://schemas.microsoft.com/office/drawing/2014/main" id="{ABD70F78-4C8C-0181-9044-E67C86BD6235}"/>
                  </a:ext>
                </a:extLst>
              </p:cNvPr>
              <p:cNvSpPr/>
              <p:nvPr/>
            </p:nvSpPr>
            <p:spPr>
              <a:xfrm>
                <a:off x="277041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9" name="ph430">
                <a:extLst>
                  <a:ext uri="{FF2B5EF4-FFF2-40B4-BE49-F238E27FC236}">
                    <a16:creationId xmlns:a16="http://schemas.microsoft.com/office/drawing/2014/main" id="{D96F5C44-B0AC-DD1F-80D4-1CF34F9017F5}"/>
                  </a:ext>
                </a:extLst>
              </p:cNvPr>
              <p:cNvSpPr/>
              <p:nvPr/>
            </p:nvSpPr>
            <p:spPr>
              <a:xfrm>
                <a:off x="277985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0" name="ph431">
                <a:extLst>
                  <a:ext uri="{FF2B5EF4-FFF2-40B4-BE49-F238E27FC236}">
                    <a16:creationId xmlns:a16="http://schemas.microsoft.com/office/drawing/2014/main" id="{67A26936-4FAE-65BA-FDE0-A2223E45EA2C}"/>
                  </a:ext>
                </a:extLst>
              </p:cNvPr>
              <p:cNvSpPr/>
              <p:nvPr/>
            </p:nvSpPr>
            <p:spPr>
              <a:xfrm>
                <a:off x="278929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1" name="ph432">
                <a:extLst>
                  <a:ext uri="{FF2B5EF4-FFF2-40B4-BE49-F238E27FC236}">
                    <a16:creationId xmlns:a16="http://schemas.microsoft.com/office/drawing/2014/main" id="{08E7DD89-3E25-C6A6-48EF-852417530844}"/>
                  </a:ext>
                </a:extLst>
              </p:cNvPr>
              <p:cNvSpPr/>
              <p:nvPr/>
            </p:nvSpPr>
            <p:spPr>
              <a:xfrm>
                <a:off x="279873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2" name="ph433">
                <a:extLst>
                  <a:ext uri="{FF2B5EF4-FFF2-40B4-BE49-F238E27FC236}">
                    <a16:creationId xmlns:a16="http://schemas.microsoft.com/office/drawing/2014/main" id="{3FA2B6C5-446B-4B9F-0411-40F749234043}"/>
                  </a:ext>
                </a:extLst>
              </p:cNvPr>
              <p:cNvSpPr/>
              <p:nvPr/>
            </p:nvSpPr>
            <p:spPr>
              <a:xfrm>
                <a:off x="280817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3" name="ph434">
                <a:extLst>
                  <a:ext uri="{FF2B5EF4-FFF2-40B4-BE49-F238E27FC236}">
                    <a16:creationId xmlns:a16="http://schemas.microsoft.com/office/drawing/2014/main" id="{C5AEC424-ACB0-9C0B-37AA-B2BCDDD8838B}"/>
                  </a:ext>
                </a:extLst>
              </p:cNvPr>
              <p:cNvSpPr/>
              <p:nvPr/>
            </p:nvSpPr>
            <p:spPr>
              <a:xfrm>
                <a:off x="281761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4" name="ph435">
                <a:extLst>
                  <a:ext uri="{FF2B5EF4-FFF2-40B4-BE49-F238E27FC236}">
                    <a16:creationId xmlns:a16="http://schemas.microsoft.com/office/drawing/2014/main" id="{D970DFE4-0A95-EE7B-A542-967C175C0410}"/>
                  </a:ext>
                </a:extLst>
              </p:cNvPr>
              <p:cNvSpPr/>
              <p:nvPr/>
            </p:nvSpPr>
            <p:spPr>
              <a:xfrm>
                <a:off x="282705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5" name="ph436">
                <a:extLst>
                  <a:ext uri="{FF2B5EF4-FFF2-40B4-BE49-F238E27FC236}">
                    <a16:creationId xmlns:a16="http://schemas.microsoft.com/office/drawing/2014/main" id="{F4E1853C-9F3D-C9B1-F9D0-34226BF4545E}"/>
                  </a:ext>
                </a:extLst>
              </p:cNvPr>
              <p:cNvSpPr/>
              <p:nvPr/>
            </p:nvSpPr>
            <p:spPr>
              <a:xfrm>
                <a:off x="283649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6" name="ph437">
                <a:extLst>
                  <a:ext uri="{FF2B5EF4-FFF2-40B4-BE49-F238E27FC236}">
                    <a16:creationId xmlns:a16="http://schemas.microsoft.com/office/drawing/2014/main" id="{62459652-CB25-F14C-689C-C12FAB8CD164}"/>
                  </a:ext>
                </a:extLst>
              </p:cNvPr>
              <p:cNvSpPr/>
              <p:nvPr/>
            </p:nvSpPr>
            <p:spPr>
              <a:xfrm>
                <a:off x="284593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7" name="ph438">
                <a:extLst>
                  <a:ext uri="{FF2B5EF4-FFF2-40B4-BE49-F238E27FC236}">
                    <a16:creationId xmlns:a16="http://schemas.microsoft.com/office/drawing/2014/main" id="{82C1FBFE-A45B-4F50-8694-80E8B1C58AEB}"/>
                  </a:ext>
                </a:extLst>
              </p:cNvPr>
              <p:cNvSpPr/>
              <p:nvPr/>
            </p:nvSpPr>
            <p:spPr>
              <a:xfrm>
                <a:off x="285538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8" name="ph439">
                <a:extLst>
                  <a:ext uri="{FF2B5EF4-FFF2-40B4-BE49-F238E27FC236}">
                    <a16:creationId xmlns:a16="http://schemas.microsoft.com/office/drawing/2014/main" id="{EA7025C0-0BD8-EC91-AB4E-79C1F6751763}"/>
                  </a:ext>
                </a:extLst>
              </p:cNvPr>
              <p:cNvSpPr/>
              <p:nvPr/>
            </p:nvSpPr>
            <p:spPr>
              <a:xfrm>
                <a:off x="286482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9" name="ph440">
                <a:extLst>
                  <a:ext uri="{FF2B5EF4-FFF2-40B4-BE49-F238E27FC236}">
                    <a16:creationId xmlns:a16="http://schemas.microsoft.com/office/drawing/2014/main" id="{154CBB1B-0A6A-8314-44C4-A03B7AF3F23F}"/>
                  </a:ext>
                </a:extLst>
              </p:cNvPr>
              <p:cNvSpPr/>
              <p:nvPr/>
            </p:nvSpPr>
            <p:spPr>
              <a:xfrm>
                <a:off x="287426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0" name="ph441">
                <a:extLst>
                  <a:ext uri="{FF2B5EF4-FFF2-40B4-BE49-F238E27FC236}">
                    <a16:creationId xmlns:a16="http://schemas.microsoft.com/office/drawing/2014/main" id="{4DB7FB01-7199-BDCE-4FD2-E303B5886C29}"/>
                  </a:ext>
                </a:extLst>
              </p:cNvPr>
              <p:cNvSpPr/>
              <p:nvPr/>
            </p:nvSpPr>
            <p:spPr>
              <a:xfrm>
                <a:off x="288370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1" name="ph442">
                <a:extLst>
                  <a:ext uri="{FF2B5EF4-FFF2-40B4-BE49-F238E27FC236}">
                    <a16:creationId xmlns:a16="http://schemas.microsoft.com/office/drawing/2014/main" id="{99E781D2-9988-7FB8-65ED-ECF59505D21F}"/>
                  </a:ext>
                </a:extLst>
              </p:cNvPr>
              <p:cNvSpPr/>
              <p:nvPr/>
            </p:nvSpPr>
            <p:spPr>
              <a:xfrm>
                <a:off x="289314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2" name="ph443">
                <a:extLst>
                  <a:ext uri="{FF2B5EF4-FFF2-40B4-BE49-F238E27FC236}">
                    <a16:creationId xmlns:a16="http://schemas.microsoft.com/office/drawing/2014/main" id="{52074490-4E87-8D62-BE04-128FEBF6E387}"/>
                  </a:ext>
                </a:extLst>
              </p:cNvPr>
              <p:cNvSpPr/>
              <p:nvPr/>
            </p:nvSpPr>
            <p:spPr>
              <a:xfrm>
                <a:off x="290258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3" name="ph444">
                <a:extLst>
                  <a:ext uri="{FF2B5EF4-FFF2-40B4-BE49-F238E27FC236}">
                    <a16:creationId xmlns:a16="http://schemas.microsoft.com/office/drawing/2014/main" id="{55B5D24F-0E9B-D054-9F26-8AFCCD83CF5F}"/>
                  </a:ext>
                </a:extLst>
              </p:cNvPr>
              <p:cNvSpPr/>
              <p:nvPr/>
            </p:nvSpPr>
            <p:spPr>
              <a:xfrm>
                <a:off x="291202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4" name="ph445">
                <a:extLst>
                  <a:ext uri="{FF2B5EF4-FFF2-40B4-BE49-F238E27FC236}">
                    <a16:creationId xmlns:a16="http://schemas.microsoft.com/office/drawing/2014/main" id="{5FCB292B-42D6-6D35-6E23-2BEC8B8F1807}"/>
                  </a:ext>
                </a:extLst>
              </p:cNvPr>
              <p:cNvSpPr/>
              <p:nvPr/>
            </p:nvSpPr>
            <p:spPr>
              <a:xfrm>
                <a:off x="292146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5" name="ph446">
                <a:extLst>
                  <a:ext uri="{FF2B5EF4-FFF2-40B4-BE49-F238E27FC236}">
                    <a16:creationId xmlns:a16="http://schemas.microsoft.com/office/drawing/2014/main" id="{226AA379-EAEF-6FFD-44AD-C2C859363991}"/>
                  </a:ext>
                </a:extLst>
              </p:cNvPr>
              <p:cNvSpPr/>
              <p:nvPr/>
            </p:nvSpPr>
            <p:spPr>
              <a:xfrm>
                <a:off x="293090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6" name="ph447">
                <a:extLst>
                  <a:ext uri="{FF2B5EF4-FFF2-40B4-BE49-F238E27FC236}">
                    <a16:creationId xmlns:a16="http://schemas.microsoft.com/office/drawing/2014/main" id="{FAA620BB-7B20-6DE7-2590-2FB8F7C3EF97}"/>
                  </a:ext>
                </a:extLst>
              </p:cNvPr>
              <p:cNvSpPr/>
              <p:nvPr/>
            </p:nvSpPr>
            <p:spPr>
              <a:xfrm>
                <a:off x="294034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7" name="ph448">
                <a:extLst>
                  <a:ext uri="{FF2B5EF4-FFF2-40B4-BE49-F238E27FC236}">
                    <a16:creationId xmlns:a16="http://schemas.microsoft.com/office/drawing/2014/main" id="{D82C4F62-20C6-0C66-ECD0-F3065C375D35}"/>
                  </a:ext>
                </a:extLst>
              </p:cNvPr>
              <p:cNvSpPr/>
              <p:nvPr/>
            </p:nvSpPr>
            <p:spPr>
              <a:xfrm>
                <a:off x="294978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8" name="ph449">
                <a:extLst>
                  <a:ext uri="{FF2B5EF4-FFF2-40B4-BE49-F238E27FC236}">
                    <a16:creationId xmlns:a16="http://schemas.microsoft.com/office/drawing/2014/main" id="{8F300FC5-0D0E-84CB-C942-A5A03BAF5ACC}"/>
                  </a:ext>
                </a:extLst>
              </p:cNvPr>
              <p:cNvSpPr/>
              <p:nvPr/>
            </p:nvSpPr>
            <p:spPr>
              <a:xfrm>
                <a:off x="295922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9" name="ph450">
                <a:extLst>
                  <a:ext uri="{FF2B5EF4-FFF2-40B4-BE49-F238E27FC236}">
                    <a16:creationId xmlns:a16="http://schemas.microsoft.com/office/drawing/2014/main" id="{977069B1-91A9-1F44-D4DD-BE4A7D26BC26}"/>
                  </a:ext>
                </a:extLst>
              </p:cNvPr>
              <p:cNvSpPr/>
              <p:nvPr/>
            </p:nvSpPr>
            <p:spPr>
              <a:xfrm>
                <a:off x="2968662" y="271245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846"/>
                    </a:lnTo>
                    <a:lnTo>
                      <a:pt x="922259" y="914400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0" name="ph451">
                <a:extLst>
                  <a:ext uri="{FF2B5EF4-FFF2-40B4-BE49-F238E27FC236}">
                    <a16:creationId xmlns:a16="http://schemas.microsoft.com/office/drawing/2014/main" id="{CF8D7C2B-EE03-C60A-8943-5EF5D331A107}"/>
                  </a:ext>
                </a:extLst>
              </p:cNvPr>
              <p:cNvSpPr/>
              <p:nvPr/>
            </p:nvSpPr>
            <p:spPr>
              <a:xfrm>
                <a:off x="2978103" y="2694885"/>
                <a:ext cx="918447" cy="927415"/>
              </a:xfrm>
              <a:custGeom>
                <a:avLst/>
                <a:gdLst/>
                <a:ahLst/>
                <a:cxnLst/>
                <a:rect l="0" t="0" r="0" b="0"/>
                <a:pathLst>
                  <a:path w="918447" h="927415">
                    <a:moveTo>
                      <a:pt x="914400" y="914400"/>
                    </a:moveTo>
                    <a:lnTo>
                      <a:pt x="918447" y="914400"/>
                    </a:lnTo>
                    <a:lnTo>
                      <a:pt x="918048" y="915863"/>
                    </a:lnTo>
                    <a:lnTo>
                      <a:pt x="915125" y="925324"/>
                    </a:lnTo>
                    <a:lnTo>
                      <a:pt x="914400" y="927415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1" name="ph452">
                <a:extLst>
                  <a:ext uri="{FF2B5EF4-FFF2-40B4-BE49-F238E27FC236}">
                    <a16:creationId xmlns:a16="http://schemas.microsoft.com/office/drawing/2014/main" id="{DB2A18C1-15EA-6857-0D1A-3EE82BBD3F32}"/>
                  </a:ext>
                </a:extLst>
              </p:cNvPr>
              <p:cNvSpPr/>
              <p:nvPr/>
            </p:nvSpPr>
            <p:spPr>
              <a:xfrm>
                <a:off x="2496650" y="2677316"/>
                <a:ext cx="914400" cy="9195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49">
                    <a:moveTo>
                      <a:pt x="914400" y="914400"/>
                    </a:moveTo>
                    <a:lnTo>
                      <a:pt x="914400" y="919549"/>
                    </a:lnTo>
                    <a:lnTo>
                      <a:pt x="913842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2" name="ph453">
                <a:extLst>
                  <a:ext uri="{FF2B5EF4-FFF2-40B4-BE49-F238E27FC236}">
                    <a16:creationId xmlns:a16="http://schemas.microsoft.com/office/drawing/2014/main" id="{15CD9C90-508A-1045-AB98-18490373F030}"/>
                  </a:ext>
                </a:extLst>
              </p:cNvPr>
              <p:cNvSpPr/>
              <p:nvPr/>
            </p:nvSpPr>
            <p:spPr>
              <a:xfrm>
                <a:off x="249665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75" y="931969"/>
                    </a:lnTo>
                    <a:lnTo>
                      <a:pt x="916029" y="931696"/>
                    </a:lnTo>
                    <a:lnTo>
                      <a:pt x="914562" y="921045"/>
                    </a:lnTo>
                    <a:lnTo>
                      <a:pt x="914400" y="91954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3" name="ph454">
                <a:extLst>
                  <a:ext uri="{FF2B5EF4-FFF2-40B4-BE49-F238E27FC236}">
                    <a16:creationId xmlns:a16="http://schemas.microsoft.com/office/drawing/2014/main" id="{5829E82D-7A87-F067-0C0B-4535A13A3243}"/>
                  </a:ext>
                </a:extLst>
              </p:cNvPr>
              <p:cNvSpPr/>
              <p:nvPr/>
            </p:nvSpPr>
            <p:spPr>
              <a:xfrm>
                <a:off x="250609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4" name="ph455">
                <a:extLst>
                  <a:ext uri="{FF2B5EF4-FFF2-40B4-BE49-F238E27FC236}">
                    <a16:creationId xmlns:a16="http://schemas.microsoft.com/office/drawing/2014/main" id="{1196313E-E8C3-2ADB-23B5-D05A29F1D8A6}"/>
                  </a:ext>
                </a:extLst>
              </p:cNvPr>
              <p:cNvSpPr/>
              <p:nvPr/>
            </p:nvSpPr>
            <p:spPr>
              <a:xfrm>
                <a:off x="251553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5" name="ph456">
                <a:extLst>
                  <a:ext uri="{FF2B5EF4-FFF2-40B4-BE49-F238E27FC236}">
                    <a16:creationId xmlns:a16="http://schemas.microsoft.com/office/drawing/2014/main" id="{FAD919C2-E4DE-A634-26FE-D141C495AD27}"/>
                  </a:ext>
                </a:extLst>
              </p:cNvPr>
              <p:cNvSpPr/>
              <p:nvPr/>
            </p:nvSpPr>
            <p:spPr>
              <a:xfrm>
                <a:off x="252497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6" name="ph457">
                <a:extLst>
                  <a:ext uri="{FF2B5EF4-FFF2-40B4-BE49-F238E27FC236}">
                    <a16:creationId xmlns:a16="http://schemas.microsoft.com/office/drawing/2014/main" id="{3D426940-BD58-21C0-0014-B19D8F509B79}"/>
                  </a:ext>
                </a:extLst>
              </p:cNvPr>
              <p:cNvSpPr/>
              <p:nvPr/>
            </p:nvSpPr>
            <p:spPr>
              <a:xfrm>
                <a:off x="253441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7" name="ph458">
                <a:extLst>
                  <a:ext uri="{FF2B5EF4-FFF2-40B4-BE49-F238E27FC236}">
                    <a16:creationId xmlns:a16="http://schemas.microsoft.com/office/drawing/2014/main" id="{B99E9CE4-66DF-3F4F-0F5D-7BE365D512AD}"/>
                  </a:ext>
                </a:extLst>
              </p:cNvPr>
              <p:cNvSpPr/>
              <p:nvPr/>
            </p:nvSpPr>
            <p:spPr>
              <a:xfrm>
                <a:off x="254385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8" name="ph459">
                <a:extLst>
                  <a:ext uri="{FF2B5EF4-FFF2-40B4-BE49-F238E27FC236}">
                    <a16:creationId xmlns:a16="http://schemas.microsoft.com/office/drawing/2014/main" id="{7633E27F-A834-99FC-05C1-75D45E4AC536}"/>
                  </a:ext>
                </a:extLst>
              </p:cNvPr>
              <p:cNvSpPr/>
              <p:nvPr/>
            </p:nvSpPr>
            <p:spPr>
              <a:xfrm>
                <a:off x="255329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9" name="ph460">
                <a:extLst>
                  <a:ext uri="{FF2B5EF4-FFF2-40B4-BE49-F238E27FC236}">
                    <a16:creationId xmlns:a16="http://schemas.microsoft.com/office/drawing/2014/main" id="{E6DF5641-F833-63AF-71F2-E4CD88E49D82}"/>
                  </a:ext>
                </a:extLst>
              </p:cNvPr>
              <p:cNvSpPr/>
              <p:nvPr/>
            </p:nvSpPr>
            <p:spPr>
              <a:xfrm>
                <a:off x="256273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0" name="ph461">
                <a:extLst>
                  <a:ext uri="{FF2B5EF4-FFF2-40B4-BE49-F238E27FC236}">
                    <a16:creationId xmlns:a16="http://schemas.microsoft.com/office/drawing/2014/main" id="{20D3BE94-DDD6-0835-D0AA-10D2C4168F17}"/>
                  </a:ext>
                </a:extLst>
              </p:cNvPr>
              <p:cNvSpPr/>
              <p:nvPr/>
            </p:nvSpPr>
            <p:spPr>
              <a:xfrm>
                <a:off x="257217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1" name="ph462">
                <a:extLst>
                  <a:ext uri="{FF2B5EF4-FFF2-40B4-BE49-F238E27FC236}">
                    <a16:creationId xmlns:a16="http://schemas.microsoft.com/office/drawing/2014/main" id="{8DE6AE67-7109-C447-4A43-2279EE185C84}"/>
                  </a:ext>
                </a:extLst>
              </p:cNvPr>
              <p:cNvSpPr/>
              <p:nvPr/>
            </p:nvSpPr>
            <p:spPr>
              <a:xfrm>
                <a:off x="258161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2" name="ph463">
                <a:extLst>
                  <a:ext uri="{FF2B5EF4-FFF2-40B4-BE49-F238E27FC236}">
                    <a16:creationId xmlns:a16="http://schemas.microsoft.com/office/drawing/2014/main" id="{63E6F299-F0EC-130B-8CE6-04B5EB043896}"/>
                  </a:ext>
                </a:extLst>
              </p:cNvPr>
              <p:cNvSpPr/>
              <p:nvPr/>
            </p:nvSpPr>
            <p:spPr>
              <a:xfrm>
                <a:off x="259105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3" name="ph464">
                <a:extLst>
                  <a:ext uri="{FF2B5EF4-FFF2-40B4-BE49-F238E27FC236}">
                    <a16:creationId xmlns:a16="http://schemas.microsoft.com/office/drawing/2014/main" id="{106F4F53-35B6-DD94-2290-60FDFDF8E26D}"/>
                  </a:ext>
                </a:extLst>
              </p:cNvPr>
              <p:cNvSpPr/>
              <p:nvPr/>
            </p:nvSpPr>
            <p:spPr>
              <a:xfrm>
                <a:off x="260049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4" name="ph465">
                <a:extLst>
                  <a:ext uri="{FF2B5EF4-FFF2-40B4-BE49-F238E27FC236}">
                    <a16:creationId xmlns:a16="http://schemas.microsoft.com/office/drawing/2014/main" id="{9BD0639D-AEA2-44DC-AE29-F31B439E2658}"/>
                  </a:ext>
                </a:extLst>
              </p:cNvPr>
              <p:cNvSpPr/>
              <p:nvPr/>
            </p:nvSpPr>
            <p:spPr>
              <a:xfrm>
                <a:off x="260993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5" name="ph466">
                <a:extLst>
                  <a:ext uri="{FF2B5EF4-FFF2-40B4-BE49-F238E27FC236}">
                    <a16:creationId xmlns:a16="http://schemas.microsoft.com/office/drawing/2014/main" id="{8216F48E-7253-4449-7419-C0391C8668BD}"/>
                  </a:ext>
                </a:extLst>
              </p:cNvPr>
              <p:cNvSpPr/>
              <p:nvPr/>
            </p:nvSpPr>
            <p:spPr>
              <a:xfrm>
                <a:off x="261937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6" name="ph467">
                <a:extLst>
                  <a:ext uri="{FF2B5EF4-FFF2-40B4-BE49-F238E27FC236}">
                    <a16:creationId xmlns:a16="http://schemas.microsoft.com/office/drawing/2014/main" id="{82BFE73F-9204-0DEA-CBF1-2E0187469284}"/>
                  </a:ext>
                </a:extLst>
              </p:cNvPr>
              <p:cNvSpPr/>
              <p:nvPr/>
            </p:nvSpPr>
            <p:spPr>
              <a:xfrm>
                <a:off x="262881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7" name="ph468">
                <a:extLst>
                  <a:ext uri="{FF2B5EF4-FFF2-40B4-BE49-F238E27FC236}">
                    <a16:creationId xmlns:a16="http://schemas.microsoft.com/office/drawing/2014/main" id="{401420E8-84F0-9988-9390-87ED0E2DC0E5}"/>
                  </a:ext>
                </a:extLst>
              </p:cNvPr>
              <p:cNvSpPr/>
              <p:nvPr/>
            </p:nvSpPr>
            <p:spPr>
              <a:xfrm>
                <a:off x="263825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8" name="ph469">
                <a:extLst>
                  <a:ext uri="{FF2B5EF4-FFF2-40B4-BE49-F238E27FC236}">
                    <a16:creationId xmlns:a16="http://schemas.microsoft.com/office/drawing/2014/main" id="{00DAA869-6105-AC84-00BD-CE4307597E17}"/>
                  </a:ext>
                </a:extLst>
              </p:cNvPr>
              <p:cNvSpPr/>
              <p:nvPr/>
            </p:nvSpPr>
            <p:spPr>
              <a:xfrm>
                <a:off x="264769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9" name="ph470">
                <a:extLst>
                  <a:ext uri="{FF2B5EF4-FFF2-40B4-BE49-F238E27FC236}">
                    <a16:creationId xmlns:a16="http://schemas.microsoft.com/office/drawing/2014/main" id="{5F3838D3-E1CF-E4AE-C57D-839C7C2FABD9}"/>
                  </a:ext>
                </a:extLst>
              </p:cNvPr>
              <p:cNvSpPr/>
              <p:nvPr/>
            </p:nvSpPr>
            <p:spPr>
              <a:xfrm>
                <a:off x="265713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0" name="ph471">
                <a:extLst>
                  <a:ext uri="{FF2B5EF4-FFF2-40B4-BE49-F238E27FC236}">
                    <a16:creationId xmlns:a16="http://schemas.microsoft.com/office/drawing/2014/main" id="{218279B8-0C88-89ED-059A-E64DD3550BE3}"/>
                  </a:ext>
                </a:extLst>
              </p:cNvPr>
              <p:cNvSpPr/>
              <p:nvPr/>
            </p:nvSpPr>
            <p:spPr>
              <a:xfrm>
                <a:off x="266657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1" name="ph472">
                <a:extLst>
                  <a:ext uri="{FF2B5EF4-FFF2-40B4-BE49-F238E27FC236}">
                    <a16:creationId xmlns:a16="http://schemas.microsoft.com/office/drawing/2014/main" id="{A1E0A9B2-1187-6407-A174-65A600F25810}"/>
                  </a:ext>
                </a:extLst>
              </p:cNvPr>
              <p:cNvSpPr/>
              <p:nvPr/>
            </p:nvSpPr>
            <p:spPr>
              <a:xfrm>
                <a:off x="267601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2" name="ph473">
                <a:extLst>
                  <a:ext uri="{FF2B5EF4-FFF2-40B4-BE49-F238E27FC236}">
                    <a16:creationId xmlns:a16="http://schemas.microsoft.com/office/drawing/2014/main" id="{C6D12EC0-7C55-A617-363D-3AD54C0AF804}"/>
                  </a:ext>
                </a:extLst>
              </p:cNvPr>
              <p:cNvSpPr/>
              <p:nvPr/>
            </p:nvSpPr>
            <p:spPr>
              <a:xfrm>
                <a:off x="268545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3" name="ph474">
                <a:extLst>
                  <a:ext uri="{FF2B5EF4-FFF2-40B4-BE49-F238E27FC236}">
                    <a16:creationId xmlns:a16="http://schemas.microsoft.com/office/drawing/2014/main" id="{9100BA6D-E3C7-3C86-19C6-6661ACADBCA0}"/>
                  </a:ext>
                </a:extLst>
              </p:cNvPr>
              <p:cNvSpPr/>
              <p:nvPr/>
            </p:nvSpPr>
            <p:spPr>
              <a:xfrm>
                <a:off x="269489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4" name="ph475">
                <a:extLst>
                  <a:ext uri="{FF2B5EF4-FFF2-40B4-BE49-F238E27FC236}">
                    <a16:creationId xmlns:a16="http://schemas.microsoft.com/office/drawing/2014/main" id="{01A5CCCB-D331-7222-7208-4F41793F1317}"/>
                  </a:ext>
                </a:extLst>
              </p:cNvPr>
              <p:cNvSpPr/>
              <p:nvPr/>
            </p:nvSpPr>
            <p:spPr>
              <a:xfrm>
                <a:off x="270433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5" name="ph476">
                <a:extLst>
                  <a:ext uri="{FF2B5EF4-FFF2-40B4-BE49-F238E27FC236}">
                    <a16:creationId xmlns:a16="http://schemas.microsoft.com/office/drawing/2014/main" id="{18AB33B6-819A-D1F8-B966-3F0515FA341F}"/>
                  </a:ext>
                </a:extLst>
              </p:cNvPr>
              <p:cNvSpPr/>
              <p:nvPr/>
            </p:nvSpPr>
            <p:spPr>
              <a:xfrm>
                <a:off x="271377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6" name="ph477">
                <a:extLst>
                  <a:ext uri="{FF2B5EF4-FFF2-40B4-BE49-F238E27FC236}">
                    <a16:creationId xmlns:a16="http://schemas.microsoft.com/office/drawing/2014/main" id="{B48F09F8-4B72-E38C-6983-380878EA133B}"/>
                  </a:ext>
                </a:extLst>
              </p:cNvPr>
              <p:cNvSpPr/>
              <p:nvPr/>
            </p:nvSpPr>
            <p:spPr>
              <a:xfrm>
                <a:off x="272321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7" name="ph478">
                <a:extLst>
                  <a:ext uri="{FF2B5EF4-FFF2-40B4-BE49-F238E27FC236}">
                    <a16:creationId xmlns:a16="http://schemas.microsoft.com/office/drawing/2014/main" id="{A7BCDF72-81B5-68CC-9E22-00A7E583D067}"/>
                  </a:ext>
                </a:extLst>
              </p:cNvPr>
              <p:cNvSpPr/>
              <p:nvPr/>
            </p:nvSpPr>
            <p:spPr>
              <a:xfrm>
                <a:off x="273265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8" name="ph479">
                <a:extLst>
                  <a:ext uri="{FF2B5EF4-FFF2-40B4-BE49-F238E27FC236}">
                    <a16:creationId xmlns:a16="http://schemas.microsoft.com/office/drawing/2014/main" id="{95F9ACE3-EEAE-E3DA-26CA-4B5A74FB8070}"/>
                  </a:ext>
                </a:extLst>
              </p:cNvPr>
              <p:cNvSpPr/>
              <p:nvPr/>
            </p:nvSpPr>
            <p:spPr>
              <a:xfrm>
                <a:off x="274209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9" name="ph480">
                <a:extLst>
                  <a:ext uri="{FF2B5EF4-FFF2-40B4-BE49-F238E27FC236}">
                    <a16:creationId xmlns:a16="http://schemas.microsoft.com/office/drawing/2014/main" id="{BC565806-6F23-3352-78EF-63B1710F1E09}"/>
                  </a:ext>
                </a:extLst>
              </p:cNvPr>
              <p:cNvSpPr/>
              <p:nvPr/>
            </p:nvSpPr>
            <p:spPr>
              <a:xfrm>
                <a:off x="275153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0" name="ph481">
                <a:extLst>
                  <a:ext uri="{FF2B5EF4-FFF2-40B4-BE49-F238E27FC236}">
                    <a16:creationId xmlns:a16="http://schemas.microsoft.com/office/drawing/2014/main" id="{1BEF2653-160D-7BAB-036D-04ED5021E061}"/>
                  </a:ext>
                </a:extLst>
              </p:cNvPr>
              <p:cNvSpPr/>
              <p:nvPr/>
            </p:nvSpPr>
            <p:spPr>
              <a:xfrm>
                <a:off x="276097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1" name="ph482">
                <a:extLst>
                  <a:ext uri="{FF2B5EF4-FFF2-40B4-BE49-F238E27FC236}">
                    <a16:creationId xmlns:a16="http://schemas.microsoft.com/office/drawing/2014/main" id="{83C06E39-77A7-53AA-3B9F-8A219E6A04CA}"/>
                  </a:ext>
                </a:extLst>
              </p:cNvPr>
              <p:cNvSpPr/>
              <p:nvPr/>
            </p:nvSpPr>
            <p:spPr>
              <a:xfrm>
                <a:off x="277041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2" name="ph483">
                <a:extLst>
                  <a:ext uri="{FF2B5EF4-FFF2-40B4-BE49-F238E27FC236}">
                    <a16:creationId xmlns:a16="http://schemas.microsoft.com/office/drawing/2014/main" id="{3D79C984-9330-1AAB-2953-E97444BDF23A}"/>
                  </a:ext>
                </a:extLst>
              </p:cNvPr>
              <p:cNvSpPr/>
              <p:nvPr/>
            </p:nvSpPr>
            <p:spPr>
              <a:xfrm>
                <a:off x="277985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3" name="ph484">
                <a:extLst>
                  <a:ext uri="{FF2B5EF4-FFF2-40B4-BE49-F238E27FC236}">
                    <a16:creationId xmlns:a16="http://schemas.microsoft.com/office/drawing/2014/main" id="{36F73D94-EAF2-2973-030E-41D8E753ACB3}"/>
                  </a:ext>
                </a:extLst>
              </p:cNvPr>
              <p:cNvSpPr/>
              <p:nvPr/>
            </p:nvSpPr>
            <p:spPr>
              <a:xfrm>
                <a:off x="278929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4" name="ph485">
                <a:extLst>
                  <a:ext uri="{FF2B5EF4-FFF2-40B4-BE49-F238E27FC236}">
                    <a16:creationId xmlns:a16="http://schemas.microsoft.com/office/drawing/2014/main" id="{F37EA871-6BB2-E82E-D3E2-47619AA471B5}"/>
                  </a:ext>
                </a:extLst>
              </p:cNvPr>
              <p:cNvSpPr/>
              <p:nvPr/>
            </p:nvSpPr>
            <p:spPr>
              <a:xfrm>
                <a:off x="279873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5" name="ph486">
                <a:extLst>
                  <a:ext uri="{FF2B5EF4-FFF2-40B4-BE49-F238E27FC236}">
                    <a16:creationId xmlns:a16="http://schemas.microsoft.com/office/drawing/2014/main" id="{697A4ABA-3192-7B5B-8F61-2559020C9A7D}"/>
                  </a:ext>
                </a:extLst>
              </p:cNvPr>
              <p:cNvSpPr/>
              <p:nvPr/>
            </p:nvSpPr>
            <p:spPr>
              <a:xfrm>
                <a:off x="280817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6" name="ph487">
                <a:extLst>
                  <a:ext uri="{FF2B5EF4-FFF2-40B4-BE49-F238E27FC236}">
                    <a16:creationId xmlns:a16="http://schemas.microsoft.com/office/drawing/2014/main" id="{814C33F2-B8C1-6CD7-4626-DC05FEBC515C}"/>
                  </a:ext>
                </a:extLst>
              </p:cNvPr>
              <p:cNvSpPr/>
              <p:nvPr/>
            </p:nvSpPr>
            <p:spPr>
              <a:xfrm>
                <a:off x="281761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7" name="ph488">
                <a:extLst>
                  <a:ext uri="{FF2B5EF4-FFF2-40B4-BE49-F238E27FC236}">
                    <a16:creationId xmlns:a16="http://schemas.microsoft.com/office/drawing/2014/main" id="{499D3C69-6B9D-4E31-F7C9-D25590F53490}"/>
                  </a:ext>
                </a:extLst>
              </p:cNvPr>
              <p:cNvSpPr/>
              <p:nvPr/>
            </p:nvSpPr>
            <p:spPr>
              <a:xfrm>
                <a:off x="282705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8" name="ph489">
                <a:extLst>
                  <a:ext uri="{FF2B5EF4-FFF2-40B4-BE49-F238E27FC236}">
                    <a16:creationId xmlns:a16="http://schemas.microsoft.com/office/drawing/2014/main" id="{F9AA9E7B-1EA3-CBE8-1E0E-F31F67187569}"/>
                  </a:ext>
                </a:extLst>
              </p:cNvPr>
              <p:cNvSpPr/>
              <p:nvPr/>
            </p:nvSpPr>
            <p:spPr>
              <a:xfrm>
                <a:off x="283649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9" name="ph490">
                <a:extLst>
                  <a:ext uri="{FF2B5EF4-FFF2-40B4-BE49-F238E27FC236}">
                    <a16:creationId xmlns:a16="http://schemas.microsoft.com/office/drawing/2014/main" id="{DDACC8EF-FED5-42D7-4B90-C1269C48BF03}"/>
                  </a:ext>
                </a:extLst>
              </p:cNvPr>
              <p:cNvSpPr/>
              <p:nvPr/>
            </p:nvSpPr>
            <p:spPr>
              <a:xfrm>
                <a:off x="284593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0" name="ph491">
                <a:extLst>
                  <a:ext uri="{FF2B5EF4-FFF2-40B4-BE49-F238E27FC236}">
                    <a16:creationId xmlns:a16="http://schemas.microsoft.com/office/drawing/2014/main" id="{620AA59C-0DB2-1A40-1157-81E7B4FA60C4}"/>
                  </a:ext>
                </a:extLst>
              </p:cNvPr>
              <p:cNvSpPr/>
              <p:nvPr/>
            </p:nvSpPr>
            <p:spPr>
              <a:xfrm>
                <a:off x="285538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1" name="ph492">
                <a:extLst>
                  <a:ext uri="{FF2B5EF4-FFF2-40B4-BE49-F238E27FC236}">
                    <a16:creationId xmlns:a16="http://schemas.microsoft.com/office/drawing/2014/main" id="{CC12C793-EBBC-8E2B-7280-FC7F194D2478}"/>
                  </a:ext>
                </a:extLst>
              </p:cNvPr>
              <p:cNvSpPr/>
              <p:nvPr/>
            </p:nvSpPr>
            <p:spPr>
              <a:xfrm>
                <a:off x="286482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2" name="ph493">
                <a:extLst>
                  <a:ext uri="{FF2B5EF4-FFF2-40B4-BE49-F238E27FC236}">
                    <a16:creationId xmlns:a16="http://schemas.microsoft.com/office/drawing/2014/main" id="{62574A69-F62E-830B-919B-888E79150C5F}"/>
                  </a:ext>
                </a:extLst>
              </p:cNvPr>
              <p:cNvSpPr/>
              <p:nvPr/>
            </p:nvSpPr>
            <p:spPr>
              <a:xfrm>
                <a:off x="287426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3" name="ph494">
                <a:extLst>
                  <a:ext uri="{FF2B5EF4-FFF2-40B4-BE49-F238E27FC236}">
                    <a16:creationId xmlns:a16="http://schemas.microsoft.com/office/drawing/2014/main" id="{CC410379-B62B-C36C-1478-59E1FF4E6651}"/>
                  </a:ext>
                </a:extLst>
              </p:cNvPr>
              <p:cNvSpPr/>
              <p:nvPr/>
            </p:nvSpPr>
            <p:spPr>
              <a:xfrm>
                <a:off x="288370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4" name="ph495">
                <a:extLst>
                  <a:ext uri="{FF2B5EF4-FFF2-40B4-BE49-F238E27FC236}">
                    <a16:creationId xmlns:a16="http://schemas.microsoft.com/office/drawing/2014/main" id="{88570C0E-4ED6-7663-F76F-CF0A1EBC12B5}"/>
                  </a:ext>
                </a:extLst>
              </p:cNvPr>
              <p:cNvSpPr/>
              <p:nvPr/>
            </p:nvSpPr>
            <p:spPr>
              <a:xfrm>
                <a:off x="289314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5" name="ph496">
                <a:extLst>
                  <a:ext uri="{FF2B5EF4-FFF2-40B4-BE49-F238E27FC236}">
                    <a16:creationId xmlns:a16="http://schemas.microsoft.com/office/drawing/2014/main" id="{3EC8A612-5B69-0081-7979-B2F61B88F080}"/>
                  </a:ext>
                </a:extLst>
              </p:cNvPr>
              <p:cNvSpPr/>
              <p:nvPr/>
            </p:nvSpPr>
            <p:spPr>
              <a:xfrm>
                <a:off x="290258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6" name="ph497">
                <a:extLst>
                  <a:ext uri="{FF2B5EF4-FFF2-40B4-BE49-F238E27FC236}">
                    <a16:creationId xmlns:a16="http://schemas.microsoft.com/office/drawing/2014/main" id="{89CD8D58-6389-F2A8-64B0-31F0482687F3}"/>
                  </a:ext>
                </a:extLst>
              </p:cNvPr>
              <p:cNvSpPr/>
              <p:nvPr/>
            </p:nvSpPr>
            <p:spPr>
              <a:xfrm>
                <a:off x="291202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7" name="ph498">
                <a:extLst>
                  <a:ext uri="{FF2B5EF4-FFF2-40B4-BE49-F238E27FC236}">
                    <a16:creationId xmlns:a16="http://schemas.microsoft.com/office/drawing/2014/main" id="{226DD7EF-F5E4-1D0E-3DD8-BA2C0495B261}"/>
                  </a:ext>
                </a:extLst>
              </p:cNvPr>
              <p:cNvSpPr/>
              <p:nvPr/>
            </p:nvSpPr>
            <p:spPr>
              <a:xfrm>
                <a:off x="292146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8" name="ph499">
                <a:extLst>
                  <a:ext uri="{FF2B5EF4-FFF2-40B4-BE49-F238E27FC236}">
                    <a16:creationId xmlns:a16="http://schemas.microsoft.com/office/drawing/2014/main" id="{490AD2E8-DA8C-4333-2E16-B051788D4027}"/>
                  </a:ext>
                </a:extLst>
              </p:cNvPr>
              <p:cNvSpPr/>
              <p:nvPr/>
            </p:nvSpPr>
            <p:spPr>
              <a:xfrm>
                <a:off x="293090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9" name="ph500">
                <a:extLst>
                  <a:ext uri="{FF2B5EF4-FFF2-40B4-BE49-F238E27FC236}">
                    <a16:creationId xmlns:a16="http://schemas.microsoft.com/office/drawing/2014/main" id="{E034BA3B-8FBF-AB24-EA08-08CD118660FB}"/>
                  </a:ext>
                </a:extLst>
              </p:cNvPr>
              <p:cNvSpPr/>
              <p:nvPr/>
            </p:nvSpPr>
            <p:spPr>
              <a:xfrm>
                <a:off x="294034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0" name="ph501">
                <a:extLst>
                  <a:ext uri="{FF2B5EF4-FFF2-40B4-BE49-F238E27FC236}">
                    <a16:creationId xmlns:a16="http://schemas.microsoft.com/office/drawing/2014/main" id="{98ACD472-4FC3-4E37-DCB7-A2FDD08F3FD0}"/>
                  </a:ext>
                </a:extLst>
              </p:cNvPr>
              <p:cNvSpPr/>
              <p:nvPr/>
            </p:nvSpPr>
            <p:spPr>
              <a:xfrm>
                <a:off x="294978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1" name="ph502">
                <a:extLst>
                  <a:ext uri="{FF2B5EF4-FFF2-40B4-BE49-F238E27FC236}">
                    <a16:creationId xmlns:a16="http://schemas.microsoft.com/office/drawing/2014/main" id="{BA643CCD-85BE-2F31-E665-6730082469F7}"/>
                  </a:ext>
                </a:extLst>
              </p:cNvPr>
              <p:cNvSpPr/>
              <p:nvPr/>
            </p:nvSpPr>
            <p:spPr>
              <a:xfrm>
                <a:off x="295922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2" name="ph503">
                <a:extLst>
                  <a:ext uri="{FF2B5EF4-FFF2-40B4-BE49-F238E27FC236}">
                    <a16:creationId xmlns:a16="http://schemas.microsoft.com/office/drawing/2014/main" id="{7BB61FD9-80E4-4AF0-D92A-940C3E6548BC}"/>
                  </a:ext>
                </a:extLst>
              </p:cNvPr>
              <p:cNvSpPr/>
              <p:nvPr/>
            </p:nvSpPr>
            <p:spPr>
              <a:xfrm>
                <a:off x="296866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3" name="ph504">
                <a:extLst>
                  <a:ext uri="{FF2B5EF4-FFF2-40B4-BE49-F238E27FC236}">
                    <a16:creationId xmlns:a16="http://schemas.microsoft.com/office/drawing/2014/main" id="{4CBF8AB2-B5A6-ABDE-B363-683EB31D4C20}"/>
                  </a:ext>
                </a:extLst>
              </p:cNvPr>
              <p:cNvSpPr/>
              <p:nvPr/>
            </p:nvSpPr>
            <p:spPr>
              <a:xfrm>
                <a:off x="2978103" y="2694885"/>
                <a:ext cx="9229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2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925" y="896830"/>
                    </a:lnTo>
                    <a:lnTo>
                      <a:pt x="920703" y="906133"/>
                    </a:lnTo>
                    <a:lnTo>
                      <a:pt x="918447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4" name="ph505">
                <a:extLst>
                  <a:ext uri="{FF2B5EF4-FFF2-40B4-BE49-F238E27FC236}">
                    <a16:creationId xmlns:a16="http://schemas.microsoft.com/office/drawing/2014/main" id="{594562DE-225A-B54A-970D-9FC221DF869C}"/>
                  </a:ext>
                </a:extLst>
              </p:cNvPr>
              <p:cNvSpPr/>
              <p:nvPr/>
            </p:nvSpPr>
            <p:spPr>
              <a:xfrm>
                <a:off x="2496650" y="265974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3842" y="931969"/>
                    </a:lnTo>
                    <a:lnTo>
                      <a:pt x="913394" y="927836"/>
                    </a:lnTo>
                    <a:lnTo>
                      <a:pt x="912530" y="916959"/>
                    </a:lnTo>
                    <a:lnTo>
                      <a:pt x="912399" y="91439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5" name="ph506">
                <a:extLst>
                  <a:ext uri="{FF2B5EF4-FFF2-40B4-BE49-F238E27FC236}">
                    <a16:creationId xmlns:a16="http://schemas.microsoft.com/office/drawing/2014/main" id="{177534BF-CA58-9298-3121-8FFBD740C0D1}"/>
                  </a:ext>
                </a:extLst>
              </p:cNvPr>
              <p:cNvSpPr/>
              <p:nvPr/>
            </p:nvSpPr>
            <p:spPr>
              <a:xfrm>
                <a:off x="249665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6" name="ph507">
                <a:extLst>
                  <a:ext uri="{FF2B5EF4-FFF2-40B4-BE49-F238E27FC236}">
                    <a16:creationId xmlns:a16="http://schemas.microsoft.com/office/drawing/2014/main" id="{CA432BC5-BF4F-7AD4-BA5F-8E5D86CA3613}"/>
                  </a:ext>
                </a:extLst>
              </p:cNvPr>
              <p:cNvSpPr/>
              <p:nvPr/>
            </p:nvSpPr>
            <p:spPr>
              <a:xfrm>
                <a:off x="250609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7" name="ph508">
                <a:extLst>
                  <a:ext uri="{FF2B5EF4-FFF2-40B4-BE49-F238E27FC236}">
                    <a16:creationId xmlns:a16="http://schemas.microsoft.com/office/drawing/2014/main" id="{381896DD-4F21-8119-947D-866A973FB195}"/>
                  </a:ext>
                </a:extLst>
              </p:cNvPr>
              <p:cNvSpPr/>
              <p:nvPr/>
            </p:nvSpPr>
            <p:spPr>
              <a:xfrm>
                <a:off x="251553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8" name="ph509">
                <a:extLst>
                  <a:ext uri="{FF2B5EF4-FFF2-40B4-BE49-F238E27FC236}">
                    <a16:creationId xmlns:a16="http://schemas.microsoft.com/office/drawing/2014/main" id="{F0E881D5-7682-CFA7-E289-8A86D42F5DCD}"/>
                  </a:ext>
                </a:extLst>
              </p:cNvPr>
              <p:cNvSpPr/>
              <p:nvPr/>
            </p:nvSpPr>
            <p:spPr>
              <a:xfrm>
                <a:off x="252497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9" name="ph510">
                <a:extLst>
                  <a:ext uri="{FF2B5EF4-FFF2-40B4-BE49-F238E27FC236}">
                    <a16:creationId xmlns:a16="http://schemas.microsoft.com/office/drawing/2014/main" id="{155E7DAC-7056-179B-9FB8-E6D5B08B7145}"/>
                  </a:ext>
                </a:extLst>
              </p:cNvPr>
              <p:cNvSpPr/>
              <p:nvPr/>
            </p:nvSpPr>
            <p:spPr>
              <a:xfrm>
                <a:off x="253441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0" name="ph511">
                <a:extLst>
                  <a:ext uri="{FF2B5EF4-FFF2-40B4-BE49-F238E27FC236}">
                    <a16:creationId xmlns:a16="http://schemas.microsoft.com/office/drawing/2014/main" id="{C42FCE54-A956-56A7-BD6B-05A7CC260C81}"/>
                  </a:ext>
                </a:extLst>
              </p:cNvPr>
              <p:cNvSpPr/>
              <p:nvPr/>
            </p:nvSpPr>
            <p:spPr>
              <a:xfrm>
                <a:off x="254385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1" name="ph512">
                <a:extLst>
                  <a:ext uri="{FF2B5EF4-FFF2-40B4-BE49-F238E27FC236}">
                    <a16:creationId xmlns:a16="http://schemas.microsoft.com/office/drawing/2014/main" id="{164EECFB-7BD9-4CB2-720D-BA124061A5F8}"/>
                  </a:ext>
                </a:extLst>
              </p:cNvPr>
              <p:cNvSpPr/>
              <p:nvPr/>
            </p:nvSpPr>
            <p:spPr>
              <a:xfrm>
                <a:off x="255329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2" name="ph513">
                <a:extLst>
                  <a:ext uri="{FF2B5EF4-FFF2-40B4-BE49-F238E27FC236}">
                    <a16:creationId xmlns:a16="http://schemas.microsoft.com/office/drawing/2014/main" id="{978383D6-5C94-564D-7E28-EC1E9B3C7B64}"/>
                  </a:ext>
                </a:extLst>
              </p:cNvPr>
              <p:cNvSpPr/>
              <p:nvPr/>
            </p:nvSpPr>
            <p:spPr>
              <a:xfrm>
                <a:off x="256273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3" name="ph514">
                <a:extLst>
                  <a:ext uri="{FF2B5EF4-FFF2-40B4-BE49-F238E27FC236}">
                    <a16:creationId xmlns:a16="http://schemas.microsoft.com/office/drawing/2014/main" id="{8601B103-EFD7-9361-0CF5-F05B0F08AE3F}"/>
                  </a:ext>
                </a:extLst>
              </p:cNvPr>
              <p:cNvSpPr/>
              <p:nvPr/>
            </p:nvSpPr>
            <p:spPr>
              <a:xfrm>
                <a:off x="257217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4" name="ph515">
                <a:extLst>
                  <a:ext uri="{FF2B5EF4-FFF2-40B4-BE49-F238E27FC236}">
                    <a16:creationId xmlns:a16="http://schemas.microsoft.com/office/drawing/2014/main" id="{8634F1A1-D964-5093-D4E1-CA658C734882}"/>
                  </a:ext>
                </a:extLst>
              </p:cNvPr>
              <p:cNvSpPr/>
              <p:nvPr/>
            </p:nvSpPr>
            <p:spPr>
              <a:xfrm>
                <a:off x="258161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5" name="ph516">
                <a:extLst>
                  <a:ext uri="{FF2B5EF4-FFF2-40B4-BE49-F238E27FC236}">
                    <a16:creationId xmlns:a16="http://schemas.microsoft.com/office/drawing/2014/main" id="{47B25108-8041-902B-35E4-FF0991547570}"/>
                  </a:ext>
                </a:extLst>
              </p:cNvPr>
              <p:cNvSpPr/>
              <p:nvPr/>
            </p:nvSpPr>
            <p:spPr>
              <a:xfrm>
                <a:off x="259105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6" name="ph517">
                <a:extLst>
                  <a:ext uri="{FF2B5EF4-FFF2-40B4-BE49-F238E27FC236}">
                    <a16:creationId xmlns:a16="http://schemas.microsoft.com/office/drawing/2014/main" id="{581DF168-7E2D-483A-FC3C-026D49002E8B}"/>
                  </a:ext>
                </a:extLst>
              </p:cNvPr>
              <p:cNvSpPr/>
              <p:nvPr/>
            </p:nvSpPr>
            <p:spPr>
              <a:xfrm>
                <a:off x="260049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7" name="ph518">
                <a:extLst>
                  <a:ext uri="{FF2B5EF4-FFF2-40B4-BE49-F238E27FC236}">
                    <a16:creationId xmlns:a16="http://schemas.microsoft.com/office/drawing/2014/main" id="{7FA4C9F3-A353-8184-14D3-BB598506BDB6}"/>
                  </a:ext>
                </a:extLst>
              </p:cNvPr>
              <p:cNvSpPr/>
              <p:nvPr/>
            </p:nvSpPr>
            <p:spPr>
              <a:xfrm>
                <a:off x="260993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8" name="ph519">
                <a:extLst>
                  <a:ext uri="{FF2B5EF4-FFF2-40B4-BE49-F238E27FC236}">
                    <a16:creationId xmlns:a16="http://schemas.microsoft.com/office/drawing/2014/main" id="{2D822F87-86D9-5A4A-0C46-9F4D687615D8}"/>
                  </a:ext>
                </a:extLst>
              </p:cNvPr>
              <p:cNvSpPr/>
              <p:nvPr/>
            </p:nvSpPr>
            <p:spPr>
              <a:xfrm>
                <a:off x="261937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9" name="ph520">
                <a:extLst>
                  <a:ext uri="{FF2B5EF4-FFF2-40B4-BE49-F238E27FC236}">
                    <a16:creationId xmlns:a16="http://schemas.microsoft.com/office/drawing/2014/main" id="{1FC67623-3D2D-8A12-835E-7CB709261761}"/>
                  </a:ext>
                </a:extLst>
              </p:cNvPr>
              <p:cNvSpPr/>
              <p:nvPr/>
            </p:nvSpPr>
            <p:spPr>
              <a:xfrm>
                <a:off x="262881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0" name="ph521">
                <a:extLst>
                  <a:ext uri="{FF2B5EF4-FFF2-40B4-BE49-F238E27FC236}">
                    <a16:creationId xmlns:a16="http://schemas.microsoft.com/office/drawing/2014/main" id="{4B34AD73-2FB2-C714-87DB-7709C5EF3F4E}"/>
                  </a:ext>
                </a:extLst>
              </p:cNvPr>
              <p:cNvSpPr/>
              <p:nvPr/>
            </p:nvSpPr>
            <p:spPr>
              <a:xfrm>
                <a:off x="263825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1" name="ph522">
                <a:extLst>
                  <a:ext uri="{FF2B5EF4-FFF2-40B4-BE49-F238E27FC236}">
                    <a16:creationId xmlns:a16="http://schemas.microsoft.com/office/drawing/2014/main" id="{7010F252-B07A-2D5A-B484-71CB5363A323}"/>
                  </a:ext>
                </a:extLst>
              </p:cNvPr>
              <p:cNvSpPr/>
              <p:nvPr/>
            </p:nvSpPr>
            <p:spPr>
              <a:xfrm>
                <a:off x="264769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2" name="ph523">
                <a:extLst>
                  <a:ext uri="{FF2B5EF4-FFF2-40B4-BE49-F238E27FC236}">
                    <a16:creationId xmlns:a16="http://schemas.microsoft.com/office/drawing/2014/main" id="{23475FAB-C12F-E454-87A8-1DC5D5847CD7}"/>
                  </a:ext>
                </a:extLst>
              </p:cNvPr>
              <p:cNvSpPr/>
              <p:nvPr/>
            </p:nvSpPr>
            <p:spPr>
              <a:xfrm>
                <a:off x="265713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3" name="ph524">
                <a:extLst>
                  <a:ext uri="{FF2B5EF4-FFF2-40B4-BE49-F238E27FC236}">
                    <a16:creationId xmlns:a16="http://schemas.microsoft.com/office/drawing/2014/main" id="{15E07004-1018-B9F3-279C-244F855D0364}"/>
                  </a:ext>
                </a:extLst>
              </p:cNvPr>
              <p:cNvSpPr/>
              <p:nvPr/>
            </p:nvSpPr>
            <p:spPr>
              <a:xfrm>
                <a:off x="266657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4" name="ph525">
                <a:extLst>
                  <a:ext uri="{FF2B5EF4-FFF2-40B4-BE49-F238E27FC236}">
                    <a16:creationId xmlns:a16="http://schemas.microsoft.com/office/drawing/2014/main" id="{AC00C783-35EF-B614-EE75-73FD9172268B}"/>
                  </a:ext>
                </a:extLst>
              </p:cNvPr>
              <p:cNvSpPr/>
              <p:nvPr/>
            </p:nvSpPr>
            <p:spPr>
              <a:xfrm>
                <a:off x="267601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5" name="ph526">
                <a:extLst>
                  <a:ext uri="{FF2B5EF4-FFF2-40B4-BE49-F238E27FC236}">
                    <a16:creationId xmlns:a16="http://schemas.microsoft.com/office/drawing/2014/main" id="{85835A12-7CEF-B032-C74E-93501D5208CB}"/>
                  </a:ext>
                </a:extLst>
              </p:cNvPr>
              <p:cNvSpPr/>
              <p:nvPr/>
            </p:nvSpPr>
            <p:spPr>
              <a:xfrm>
                <a:off x="268545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6" name="ph527">
                <a:extLst>
                  <a:ext uri="{FF2B5EF4-FFF2-40B4-BE49-F238E27FC236}">
                    <a16:creationId xmlns:a16="http://schemas.microsoft.com/office/drawing/2014/main" id="{E4DABAEA-29BF-C3C8-8864-FFF3F757534B}"/>
                  </a:ext>
                </a:extLst>
              </p:cNvPr>
              <p:cNvSpPr/>
              <p:nvPr/>
            </p:nvSpPr>
            <p:spPr>
              <a:xfrm>
                <a:off x="269489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7" name="ph528">
                <a:extLst>
                  <a:ext uri="{FF2B5EF4-FFF2-40B4-BE49-F238E27FC236}">
                    <a16:creationId xmlns:a16="http://schemas.microsoft.com/office/drawing/2014/main" id="{F73CD960-FCAC-466E-C58B-49C35FED5C28}"/>
                  </a:ext>
                </a:extLst>
              </p:cNvPr>
              <p:cNvSpPr/>
              <p:nvPr/>
            </p:nvSpPr>
            <p:spPr>
              <a:xfrm>
                <a:off x="270433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8" name="ph529">
                <a:extLst>
                  <a:ext uri="{FF2B5EF4-FFF2-40B4-BE49-F238E27FC236}">
                    <a16:creationId xmlns:a16="http://schemas.microsoft.com/office/drawing/2014/main" id="{B837EBB7-AC9A-8E6E-16D4-80993127E75E}"/>
                  </a:ext>
                </a:extLst>
              </p:cNvPr>
              <p:cNvSpPr/>
              <p:nvPr/>
            </p:nvSpPr>
            <p:spPr>
              <a:xfrm>
                <a:off x="271377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9" name="ph530">
                <a:extLst>
                  <a:ext uri="{FF2B5EF4-FFF2-40B4-BE49-F238E27FC236}">
                    <a16:creationId xmlns:a16="http://schemas.microsoft.com/office/drawing/2014/main" id="{A9ECB0AA-CCC0-6558-BA6E-3E533CEB34DC}"/>
                  </a:ext>
                </a:extLst>
              </p:cNvPr>
              <p:cNvSpPr/>
              <p:nvPr/>
            </p:nvSpPr>
            <p:spPr>
              <a:xfrm>
                <a:off x="272321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0" name="ph531">
                <a:extLst>
                  <a:ext uri="{FF2B5EF4-FFF2-40B4-BE49-F238E27FC236}">
                    <a16:creationId xmlns:a16="http://schemas.microsoft.com/office/drawing/2014/main" id="{46B16EAA-9A0B-411E-3538-8CB27E4D6B4C}"/>
                  </a:ext>
                </a:extLst>
              </p:cNvPr>
              <p:cNvSpPr/>
              <p:nvPr/>
            </p:nvSpPr>
            <p:spPr>
              <a:xfrm>
                <a:off x="273265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1" name="ph532">
                <a:extLst>
                  <a:ext uri="{FF2B5EF4-FFF2-40B4-BE49-F238E27FC236}">
                    <a16:creationId xmlns:a16="http://schemas.microsoft.com/office/drawing/2014/main" id="{3D850E9E-AE77-8515-3470-0CB875EBE9FA}"/>
                  </a:ext>
                </a:extLst>
              </p:cNvPr>
              <p:cNvSpPr/>
              <p:nvPr/>
            </p:nvSpPr>
            <p:spPr>
              <a:xfrm>
                <a:off x="274209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2" name="ph533">
                <a:extLst>
                  <a:ext uri="{FF2B5EF4-FFF2-40B4-BE49-F238E27FC236}">
                    <a16:creationId xmlns:a16="http://schemas.microsoft.com/office/drawing/2014/main" id="{DC676837-31F5-591E-9A26-AA7010B7FC3A}"/>
                  </a:ext>
                </a:extLst>
              </p:cNvPr>
              <p:cNvSpPr/>
              <p:nvPr/>
            </p:nvSpPr>
            <p:spPr>
              <a:xfrm>
                <a:off x="275153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3" name="ph534">
                <a:extLst>
                  <a:ext uri="{FF2B5EF4-FFF2-40B4-BE49-F238E27FC236}">
                    <a16:creationId xmlns:a16="http://schemas.microsoft.com/office/drawing/2014/main" id="{AEDDA8CA-29B7-60DE-152C-3BA3F73B4C87}"/>
                  </a:ext>
                </a:extLst>
              </p:cNvPr>
              <p:cNvSpPr/>
              <p:nvPr/>
            </p:nvSpPr>
            <p:spPr>
              <a:xfrm>
                <a:off x="276097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4" name="ph535">
                <a:extLst>
                  <a:ext uri="{FF2B5EF4-FFF2-40B4-BE49-F238E27FC236}">
                    <a16:creationId xmlns:a16="http://schemas.microsoft.com/office/drawing/2014/main" id="{19EDD8D5-C166-3EE8-7021-09E528B89FE9}"/>
                  </a:ext>
                </a:extLst>
              </p:cNvPr>
              <p:cNvSpPr/>
              <p:nvPr/>
            </p:nvSpPr>
            <p:spPr>
              <a:xfrm>
                <a:off x="277041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5" name="ph536">
                <a:extLst>
                  <a:ext uri="{FF2B5EF4-FFF2-40B4-BE49-F238E27FC236}">
                    <a16:creationId xmlns:a16="http://schemas.microsoft.com/office/drawing/2014/main" id="{F9235F67-41AE-CDE1-BCA8-847C2FC1E022}"/>
                  </a:ext>
                </a:extLst>
              </p:cNvPr>
              <p:cNvSpPr/>
              <p:nvPr/>
            </p:nvSpPr>
            <p:spPr>
              <a:xfrm>
                <a:off x="277985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6" name="ph537">
                <a:extLst>
                  <a:ext uri="{FF2B5EF4-FFF2-40B4-BE49-F238E27FC236}">
                    <a16:creationId xmlns:a16="http://schemas.microsoft.com/office/drawing/2014/main" id="{A65EFA9E-A287-3FAB-A50E-62080B5140D8}"/>
                  </a:ext>
                </a:extLst>
              </p:cNvPr>
              <p:cNvSpPr/>
              <p:nvPr/>
            </p:nvSpPr>
            <p:spPr>
              <a:xfrm>
                <a:off x="278929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7" name="ph538">
                <a:extLst>
                  <a:ext uri="{FF2B5EF4-FFF2-40B4-BE49-F238E27FC236}">
                    <a16:creationId xmlns:a16="http://schemas.microsoft.com/office/drawing/2014/main" id="{FE74A633-4E15-4C9F-4C07-CD7F00C32BE6}"/>
                  </a:ext>
                </a:extLst>
              </p:cNvPr>
              <p:cNvSpPr/>
              <p:nvPr/>
            </p:nvSpPr>
            <p:spPr>
              <a:xfrm>
                <a:off x="279873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8" name="ph539">
                <a:extLst>
                  <a:ext uri="{FF2B5EF4-FFF2-40B4-BE49-F238E27FC236}">
                    <a16:creationId xmlns:a16="http://schemas.microsoft.com/office/drawing/2014/main" id="{E1403D0E-5F83-3453-C0AA-E6B64C0B1866}"/>
                  </a:ext>
                </a:extLst>
              </p:cNvPr>
              <p:cNvSpPr/>
              <p:nvPr/>
            </p:nvSpPr>
            <p:spPr>
              <a:xfrm>
                <a:off x="280817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9" name="ph540">
                <a:extLst>
                  <a:ext uri="{FF2B5EF4-FFF2-40B4-BE49-F238E27FC236}">
                    <a16:creationId xmlns:a16="http://schemas.microsoft.com/office/drawing/2014/main" id="{AE0E0999-7237-0F8A-F2A0-64A9BB4F3F44}"/>
                  </a:ext>
                </a:extLst>
              </p:cNvPr>
              <p:cNvSpPr/>
              <p:nvPr/>
            </p:nvSpPr>
            <p:spPr>
              <a:xfrm>
                <a:off x="281761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0" name="ph541">
                <a:extLst>
                  <a:ext uri="{FF2B5EF4-FFF2-40B4-BE49-F238E27FC236}">
                    <a16:creationId xmlns:a16="http://schemas.microsoft.com/office/drawing/2014/main" id="{DA493019-4B6E-5F04-5C89-01DF79EC83EE}"/>
                  </a:ext>
                </a:extLst>
              </p:cNvPr>
              <p:cNvSpPr/>
              <p:nvPr/>
            </p:nvSpPr>
            <p:spPr>
              <a:xfrm>
                <a:off x="282705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1" name="ph542">
                <a:extLst>
                  <a:ext uri="{FF2B5EF4-FFF2-40B4-BE49-F238E27FC236}">
                    <a16:creationId xmlns:a16="http://schemas.microsoft.com/office/drawing/2014/main" id="{B9076810-B3E7-EB64-5994-D83EFBB52D77}"/>
                  </a:ext>
                </a:extLst>
              </p:cNvPr>
              <p:cNvSpPr/>
              <p:nvPr/>
            </p:nvSpPr>
            <p:spPr>
              <a:xfrm>
                <a:off x="283649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2" name="ph543">
                <a:extLst>
                  <a:ext uri="{FF2B5EF4-FFF2-40B4-BE49-F238E27FC236}">
                    <a16:creationId xmlns:a16="http://schemas.microsoft.com/office/drawing/2014/main" id="{C53E035F-261A-45DF-2F1B-24C1448A07EF}"/>
                  </a:ext>
                </a:extLst>
              </p:cNvPr>
              <p:cNvSpPr/>
              <p:nvPr/>
            </p:nvSpPr>
            <p:spPr>
              <a:xfrm>
                <a:off x="284593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3" name="ph544">
                <a:extLst>
                  <a:ext uri="{FF2B5EF4-FFF2-40B4-BE49-F238E27FC236}">
                    <a16:creationId xmlns:a16="http://schemas.microsoft.com/office/drawing/2014/main" id="{3B714F0A-D730-5332-FCEA-0DA33E38C2AA}"/>
                  </a:ext>
                </a:extLst>
              </p:cNvPr>
              <p:cNvSpPr/>
              <p:nvPr/>
            </p:nvSpPr>
            <p:spPr>
              <a:xfrm>
                <a:off x="285538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4" name="ph545">
                <a:extLst>
                  <a:ext uri="{FF2B5EF4-FFF2-40B4-BE49-F238E27FC236}">
                    <a16:creationId xmlns:a16="http://schemas.microsoft.com/office/drawing/2014/main" id="{533F5C74-2965-9D89-A3C1-3CF9745DFE32}"/>
                  </a:ext>
                </a:extLst>
              </p:cNvPr>
              <p:cNvSpPr/>
              <p:nvPr/>
            </p:nvSpPr>
            <p:spPr>
              <a:xfrm>
                <a:off x="286482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5" name="ph546">
                <a:extLst>
                  <a:ext uri="{FF2B5EF4-FFF2-40B4-BE49-F238E27FC236}">
                    <a16:creationId xmlns:a16="http://schemas.microsoft.com/office/drawing/2014/main" id="{D2BA53F7-8E14-78B5-87C9-4636D6DEF186}"/>
                  </a:ext>
                </a:extLst>
              </p:cNvPr>
              <p:cNvSpPr/>
              <p:nvPr/>
            </p:nvSpPr>
            <p:spPr>
              <a:xfrm>
                <a:off x="287426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6" name="ph547">
                <a:extLst>
                  <a:ext uri="{FF2B5EF4-FFF2-40B4-BE49-F238E27FC236}">
                    <a16:creationId xmlns:a16="http://schemas.microsoft.com/office/drawing/2014/main" id="{A775A5B2-8408-2244-2F3E-333D6548D916}"/>
                  </a:ext>
                </a:extLst>
              </p:cNvPr>
              <p:cNvSpPr/>
              <p:nvPr/>
            </p:nvSpPr>
            <p:spPr>
              <a:xfrm>
                <a:off x="288370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7" name="ph548">
                <a:extLst>
                  <a:ext uri="{FF2B5EF4-FFF2-40B4-BE49-F238E27FC236}">
                    <a16:creationId xmlns:a16="http://schemas.microsoft.com/office/drawing/2014/main" id="{D2C40E50-C033-8E37-04BC-520DFE10C118}"/>
                  </a:ext>
                </a:extLst>
              </p:cNvPr>
              <p:cNvSpPr/>
              <p:nvPr/>
            </p:nvSpPr>
            <p:spPr>
              <a:xfrm>
                <a:off x="289314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8" name="ph549">
                <a:extLst>
                  <a:ext uri="{FF2B5EF4-FFF2-40B4-BE49-F238E27FC236}">
                    <a16:creationId xmlns:a16="http://schemas.microsoft.com/office/drawing/2014/main" id="{5C9F9237-F906-F4D0-A10B-CC35238DCC65}"/>
                  </a:ext>
                </a:extLst>
              </p:cNvPr>
              <p:cNvSpPr/>
              <p:nvPr/>
            </p:nvSpPr>
            <p:spPr>
              <a:xfrm>
                <a:off x="290258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9" name="ph550">
                <a:extLst>
                  <a:ext uri="{FF2B5EF4-FFF2-40B4-BE49-F238E27FC236}">
                    <a16:creationId xmlns:a16="http://schemas.microsoft.com/office/drawing/2014/main" id="{38863995-2CFB-25BD-40A9-08182BB2E417}"/>
                  </a:ext>
                </a:extLst>
              </p:cNvPr>
              <p:cNvSpPr/>
              <p:nvPr/>
            </p:nvSpPr>
            <p:spPr>
              <a:xfrm>
                <a:off x="291202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0" name="ph551">
                <a:extLst>
                  <a:ext uri="{FF2B5EF4-FFF2-40B4-BE49-F238E27FC236}">
                    <a16:creationId xmlns:a16="http://schemas.microsoft.com/office/drawing/2014/main" id="{88E0E185-85E6-9B73-6932-FB9C21D12668}"/>
                  </a:ext>
                </a:extLst>
              </p:cNvPr>
              <p:cNvSpPr/>
              <p:nvPr/>
            </p:nvSpPr>
            <p:spPr>
              <a:xfrm>
                <a:off x="292146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1" name="ph552">
                <a:extLst>
                  <a:ext uri="{FF2B5EF4-FFF2-40B4-BE49-F238E27FC236}">
                    <a16:creationId xmlns:a16="http://schemas.microsoft.com/office/drawing/2014/main" id="{EC70B7AF-CA5E-36D9-8ABF-BF9FCCB5C28A}"/>
                  </a:ext>
                </a:extLst>
              </p:cNvPr>
              <p:cNvSpPr/>
              <p:nvPr/>
            </p:nvSpPr>
            <p:spPr>
              <a:xfrm>
                <a:off x="293090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2" name="ph553">
                <a:extLst>
                  <a:ext uri="{FF2B5EF4-FFF2-40B4-BE49-F238E27FC236}">
                    <a16:creationId xmlns:a16="http://schemas.microsoft.com/office/drawing/2014/main" id="{9CA21641-6839-B8A1-2C0A-9946FF29BDBA}"/>
                  </a:ext>
                </a:extLst>
              </p:cNvPr>
              <p:cNvSpPr/>
              <p:nvPr/>
            </p:nvSpPr>
            <p:spPr>
              <a:xfrm>
                <a:off x="294034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3" name="ph554">
                <a:extLst>
                  <a:ext uri="{FF2B5EF4-FFF2-40B4-BE49-F238E27FC236}">
                    <a16:creationId xmlns:a16="http://schemas.microsoft.com/office/drawing/2014/main" id="{A0BD8905-4271-CE83-4E1C-0D1B578E0E97}"/>
                  </a:ext>
                </a:extLst>
              </p:cNvPr>
              <p:cNvSpPr/>
              <p:nvPr/>
            </p:nvSpPr>
            <p:spPr>
              <a:xfrm>
                <a:off x="294978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4" name="ph555">
                <a:extLst>
                  <a:ext uri="{FF2B5EF4-FFF2-40B4-BE49-F238E27FC236}">
                    <a16:creationId xmlns:a16="http://schemas.microsoft.com/office/drawing/2014/main" id="{D17166B0-68A0-BC47-16F9-25F87A653059}"/>
                  </a:ext>
                </a:extLst>
              </p:cNvPr>
              <p:cNvSpPr/>
              <p:nvPr/>
            </p:nvSpPr>
            <p:spPr>
              <a:xfrm>
                <a:off x="295922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5" name="ph556">
                <a:extLst>
                  <a:ext uri="{FF2B5EF4-FFF2-40B4-BE49-F238E27FC236}">
                    <a16:creationId xmlns:a16="http://schemas.microsoft.com/office/drawing/2014/main" id="{221CC027-D7F8-014C-9FBD-8EAB26C368EB}"/>
                  </a:ext>
                </a:extLst>
              </p:cNvPr>
              <p:cNvSpPr/>
              <p:nvPr/>
            </p:nvSpPr>
            <p:spPr>
              <a:xfrm>
                <a:off x="296866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6" name="ph557">
                <a:extLst>
                  <a:ext uri="{FF2B5EF4-FFF2-40B4-BE49-F238E27FC236}">
                    <a16:creationId xmlns:a16="http://schemas.microsoft.com/office/drawing/2014/main" id="{A8C4AA2F-3CC6-DCF5-4B69-0561CF9564E3}"/>
                  </a:ext>
                </a:extLst>
              </p:cNvPr>
              <p:cNvSpPr/>
              <p:nvPr/>
            </p:nvSpPr>
            <p:spPr>
              <a:xfrm>
                <a:off x="2978103" y="267731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0069"/>
                    </a:lnTo>
                    <a:lnTo>
                      <a:pt x="923085" y="913730"/>
                    </a:lnTo>
                    <a:lnTo>
                      <a:pt x="922925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7" name="ph558">
                <a:extLst>
                  <a:ext uri="{FF2B5EF4-FFF2-40B4-BE49-F238E27FC236}">
                    <a16:creationId xmlns:a16="http://schemas.microsoft.com/office/drawing/2014/main" id="{22173169-4C81-46E9-5F40-F47766EEFBB0}"/>
                  </a:ext>
                </a:extLst>
              </p:cNvPr>
              <p:cNvSpPr/>
              <p:nvPr/>
            </p:nvSpPr>
            <p:spPr>
              <a:xfrm>
                <a:off x="2987543" y="2659746"/>
                <a:ext cx="916920" cy="927639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27639">
                    <a:moveTo>
                      <a:pt x="914400" y="914399"/>
                    </a:moveTo>
                    <a:lnTo>
                      <a:pt x="916920" y="914399"/>
                    </a:lnTo>
                    <a:lnTo>
                      <a:pt x="915746" y="921111"/>
                    </a:lnTo>
                    <a:lnTo>
                      <a:pt x="914400" y="92763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8" name="ph559">
                <a:extLst>
                  <a:ext uri="{FF2B5EF4-FFF2-40B4-BE49-F238E27FC236}">
                    <a16:creationId xmlns:a16="http://schemas.microsoft.com/office/drawing/2014/main" id="{4CDFC095-7DEE-2880-E035-01DD93E54825}"/>
                  </a:ext>
                </a:extLst>
              </p:cNvPr>
              <p:cNvSpPr/>
              <p:nvPr/>
            </p:nvSpPr>
            <p:spPr>
              <a:xfrm>
                <a:off x="2496650" y="264217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99" y="931969"/>
                    </a:lnTo>
                    <a:lnTo>
                      <a:pt x="911972" y="923583"/>
                    </a:lnTo>
                    <a:lnTo>
                      <a:pt x="911762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9" name="ph560">
                <a:extLst>
                  <a:ext uri="{FF2B5EF4-FFF2-40B4-BE49-F238E27FC236}">
                    <a16:creationId xmlns:a16="http://schemas.microsoft.com/office/drawing/2014/main" id="{EB29E151-455C-6D13-1547-75E1CE3D199D}"/>
                  </a:ext>
                </a:extLst>
              </p:cNvPr>
              <p:cNvSpPr/>
              <p:nvPr/>
            </p:nvSpPr>
            <p:spPr>
              <a:xfrm>
                <a:off x="249665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0" name="ph561">
                <a:extLst>
                  <a:ext uri="{FF2B5EF4-FFF2-40B4-BE49-F238E27FC236}">
                    <a16:creationId xmlns:a16="http://schemas.microsoft.com/office/drawing/2014/main" id="{A4100E14-7CCA-0AD3-08BA-8B19F5847D8B}"/>
                  </a:ext>
                </a:extLst>
              </p:cNvPr>
              <p:cNvSpPr/>
              <p:nvPr/>
            </p:nvSpPr>
            <p:spPr>
              <a:xfrm>
                <a:off x="250609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1" name="ph562">
                <a:extLst>
                  <a:ext uri="{FF2B5EF4-FFF2-40B4-BE49-F238E27FC236}">
                    <a16:creationId xmlns:a16="http://schemas.microsoft.com/office/drawing/2014/main" id="{035B1F4A-2976-D458-90F8-85ABF8987383}"/>
                  </a:ext>
                </a:extLst>
              </p:cNvPr>
              <p:cNvSpPr/>
              <p:nvPr/>
            </p:nvSpPr>
            <p:spPr>
              <a:xfrm>
                <a:off x="251553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2" name="ph563">
                <a:extLst>
                  <a:ext uri="{FF2B5EF4-FFF2-40B4-BE49-F238E27FC236}">
                    <a16:creationId xmlns:a16="http://schemas.microsoft.com/office/drawing/2014/main" id="{81BF0D99-5B5E-D826-3709-1ADF03A131AF}"/>
                  </a:ext>
                </a:extLst>
              </p:cNvPr>
              <p:cNvSpPr/>
              <p:nvPr/>
            </p:nvSpPr>
            <p:spPr>
              <a:xfrm>
                <a:off x="252497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3" name="ph564">
                <a:extLst>
                  <a:ext uri="{FF2B5EF4-FFF2-40B4-BE49-F238E27FC236}">
                    <a16:creationId xmlns:a16="http://schemas.microsoft.com/office/drawing/2014/main" id="{4545A074-44B9-863A-DA4B-4A1E99E6C4F7}"/>
                  </a:ext>
                </a:extLst>
              </p:cNvPr>
              <p:cNvSpPr/>
              <p:nvPr/>
            </p:nvSpPr>
            <p:spPr>
              <a:xfrm>
                <a:off x="253441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4" name="ph565">
                <a:extLst>
                  <a:ext uri="{FF2B5EF4-FFF2-40B4-BE49-F238E27FC236}">
                    <a16:creationId xmlns:a16="http://schemas.microsoft.com/office/drawing/2014/main" id="{5AF3B0E0-828A-362A-C31E-4D61D1E9C6C4}"/>
                  </a:ext>
                </a:extLst>
              </p:cNvPr>
              <p:cNvSpPr/>
              <p:nvPr/>
            </p:nvSpPr>
            <p:spPr>
              <a:xfrm>
                <a:off x="254385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5" name="ph566">
                <a:extLst>
                  <a:ext uri="{FF2B5EF4-FFF2-40B4-BE49-F238E27FC236}">
                    <a16:creationId xmlns:a16="http://schemas.microsoft.com/office/drawing/2014/main" id="{1F93902D-DBF8-BD83-99A0-6DC26934866F}"/>
                  </a:ext>
                </a:extLst>
              </p:cNvPr>
              <p:cNvSpPr/>
              <p:nvPr/>
            </p:nvSpPr>
            <p:spPr>
              <a:xfrm>
                <a:off x="255329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6" name="ph567">
                <a:extLst>
                  <a:ext uri="{FF2B5EF4-FFF2-40B4-BE49-F238E27FC236}">
                    <a16:creationId xmlns:a16="http://schemas.microsoft.com/office/drawing/2014/main" id="{ADD71EC2-8BED-0CAD-E7D2-3EDA6EB2C24A}"/>
                  </a:ext>
                </a:extLst>
              </p:cNvPr>
              <p:cNvSpPr/>
              <p:nvPr/>
            </p:nvSpPr>
            <p:spPr>
              <a:xfrm>
                <a:off x="256273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7" name="ph568">
                <a:extLst>
                  <a:ext uri="{FF2B5EF4-FFF2-40B4-BE49-F238E27FC236}">
                    <a16:creationId xmlns:a16="http://schemas.microsoft.com/office/drawing/2014/main" id="{EE65A4F3-54A1-56F0-81B3-3C4FD9C21507}"/>
                  </a:ext>
                </a:extLst>
              </p:cNvPr>
              <p:cNvSpPr/>
              <p:nvPr/>
            </p:nvSpPr>
            <p:spPr>
              <a:xfrm>
                <a:off x="257217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8" name="ph569">
                <a:extLst>
                  <a:ext uri="{FF2B5EF4-FFF2-40B4-BE49-F238E27FC236}">
                    <a16:creationId xmlns:a16="http://schemas.microsoft.com/office/drawing/2014/main" id="{F56B6FCE-4BD0-47EE-637A-6FFA12CFD97C}"/>
                  </a:ext>
                </a:extLst>
              </p:cNvPr>
              <p:cNvSpPr/>
              <p:nvPr/>
            </p:nvSpPr>
            <p:spPr>
              <a:xfrm>
                <a:off x="258161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9" name="ph570">
                <a:extLst>
                  <a:ext uri="{FF2B5EF4-FFF2-40B4-BE49-F238E27FC236}">
                    <a16:creationId xmlns:a16="http://schemas.microsoft.com/office/drawing/2014/main" id="{F70CA7B6-CDDF-A3E6-38CE-4A8F405F7B28}"/>
                  </a:ext>
                </a:extLst>
              </p:cNvPr>
              <p:cNvSpPr/>
              <p:nvPr/>
            </p:nvSpPr>
            <p:spPr>
              <a:xfrm>
                <a:off x="259105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0" name="ph571">
                <a:extLst>
                  <a:ext uri="{FF2B5EF4-FFF2-40B4-BE49-F238E27FC236}">
                    <a16:creationId xmlns:a16="http://schemas.microsoft.com/office/drawing/2014/main" id="{6DFCF3A8-7696-B2D1-3734-6896CF03139D}"/>
                  </a:ext>
                </a:extLst>
              </p:cNvPr>
              <p:cNvSpPr/>
              <p:nvPr/>
            </p:nvSpPr>
            <p:spPr>
              <a:xfrm>
                <a:off x="260049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1" name="ph572">
                <a:extLst>
                  <a:ext uri="{FF2B5EF4-FFF2-40B4-BE49-F238E27FC236}">
                    <a16:creationId xmlns:a16="http://schemas.microsoft.com/office/drawing/2014/main" id="{8AC98A9C-BD81-4185-EE02-40174437983E}"/>
                  </a:ext>
                </a:extLst>
              </p:cNvPr>
              <p:cNvSpPr/>
              <p:nvPr/>
            </p:nvSpPr>
            <p:spPr>
              <a:xfrm>
                <a:off x="260993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2" name="ph573">
                <a:extLst>
                  <a:ext uri="{FF2B5EF4-FFF2-40B4-BE49-F238E27FC236}">
                    <a16:creationId xmlns:a16="http://schemas.microsoft.com/office/drawing/2014/main" id="{565AB908-9338-D2E2-3C67-FF9932BD394D}"/>
                  </a:ext>
                </a:extLst>
              </p:cNvPr>
              <p:cNvSpPr/>
              <p:nvPr/>
            </p:nvSpPr>
            <p:spPr>
              <a:xfrm>
                <a:off x="261937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3" name="ph574">
                <a:extLst>
                  <a:ext uri="{FF2B5EF4-FFF2-40B4-BE49-F238E27FC236}">
                    <a16:creationId xmlns:a16="http://schemas.microsoft.com/office/drawing/2014/main" id="{E6C9216B-D6BD-79DD-2E63-4E5CEFDA1D0E}"/>
                  </a:ext>
                </a:extLst>
              </p:cNvPr>
              <p:cNvSpPr/>
              <p:nvPr/>
            </p:nvSpPr>
            <p:spPr>
              <a:xfrm>
                <a:off x="262881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4" name="ph575">
                <a:extLst>
                  <a:ext uri="{FF2B5EF4-FFF2-40B4-BE49-F238E27FC236}">
                    <a16:creationId xmlns:a16="http://schemas.microsoft.com/office/drawing/2014/main" id="{6937F7AF-643C-C61D-B5FC-C286CC901274}"/>
                  </a:ext>
                </a:extLst>
              </p:cNvPr>
              <p:cNvSpPr/>
              <p:nvPr/>
            </p:nvSpPr>
            <p:spPr>
              <a:xfrm>
                <a:off x="263825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5" name="ph576">
                <a:extLst>
                  <a:ext uri="{FF2B5EF4-FFF2-40B4-BE49-F238E27FC236}">
                    <a16:creationId xmlns:a16="http://schemas.microsoft.com/office/drawing/2014/main" id="{F27EF7B5-E41B-3E04-F919-ABC873C2AA1A}"/>
                  </a:ext>
                </a:extLst>
              </p:cNvPr>
              <p:cNvSpPr/>
              <p:nvPr/>
            </p:nvSpPr>
            <p:spPr>
              <a:xfrm>
                <a:off x="264769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6" name="ph577">
                <a:extLst>
                  <a:ext uri="{FF2B5EF4-FFF2-40B4-BE49-F238E27FC236}">
                    <a16:creationId xmlns:a16="http://schemas.microsoft.com/office/drawing/2014/main" id="{94671C3F-3543-F323-290B-D3E83132029E}"/>
                  </a:ext>
                </a:extLst>
              </p:cNvPr>
              <p:cNvSpPr/>
              <p:nvPr/>
            </p:nvSpPr>
            <p:spPr>
              <a:xfrm>
                <a:off x="265713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7" name="ph578">
                <a:extLst>
                  <a:ext uri="{FF2B5EF4-FFF2-40B4-BE49-F238E27FC236}">
                    <a16:creationId xmlns:a16="http://schemas.microsoft.com/office/drawing/2014/main" id="{0BF6F790-B555-8F75-1915-C37AA5E9EBE2}"/>
                  </a:ext>
                </a:extLst>
              </p:cNvPr>
              <p:cNvSpPr/>
              <p:nvPr/>
            </p:nvSpPr>
            <p:spPr>
              <a:xfrm>
                <a:off x="266657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8" name="ph579">
                <a:extLst>
                  <a:ext uri="{FF2B5EF4-FFF2-40B4-BE49-F238E27FC236}">
                    <a16:creationId xmlns:a16="http://schemas.microsoft.com/office/drawing/2014/main" id="{85CCCC00-39F7-2172-8BBA-7086E2590AA2}"/>
                  </a:ext>
                </a:extLst>
              </p:cNvPr>
              <p:cNvSpPr/>
              <p:nvPr/>
            </p:nvSpPr>
            <p:spPr>
              <a:xfrm>
                <a:off x="267601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9" name="ph580">
                <a:extLst>
                  <a:ext uri="{FF2B5EF4-FFF2-40B4-BE49-F238E27FC236}">
                    <a16:creationId xmlns:a16="http://schemas.microsoft.com/office/drawing/2014/main" id="{F40EEA1C-C9F4-8ED5-F984-32819B2AB5EB}"/>
                  </a:ext>
                </a:extLst>
              </p:cNvPr>
              <p:cNvSpPr/>
              <p:nvPr/>
            </p:nvSpPr>
            <p:spPr>
              <a:xfrm>
                <a:off x="268545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0" name="ph581">
                <a:extLst>
                  <a:ext uri="{FF2B5EF4-FFF2-40B4-BE49-F238E27FC236}">
                    <a16:creationId xmlns:a16="http://schemas.microsoft.com/office/drawing/2014/main" id="{9702B760-6FD9-2959-85A6-39BC8CF05F1C}"/>
                  </a:ext>
                </a:extLst>
              </p:cNvPr>
              <p:cNvSpPr/>
              <p:nvPr/>
            </p:nvSpPr>
            <p:spPr>
              <a:xfrm>
                <a:off x="269489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1" name="ph582">
                <a:extLst>
                  <a:ext uri="{FF2B5EF4-FFF2-40B4-BE49-F238E27FC236}">
                    <a16:creationId xmlns:a16="http://schemas.microsoft.com/office/drawing/2014/main" id="{2A892BD8-3461-81B8-B15D-855EC73E98B7}"/>
                  </a:ext>
                </a:extLst>
              </p:cNvPr>
              <p:cNvSpPr/>
              <p:nvPr/>
            </p:nvSpPr>
            <p:spPr>
              <a:xfrm>
                <a:off x="270433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2" name="ph583">
                <a:extLst>
                  <a:ext uri="{FF2B5EF4-FFF2-40B4-BE49-F238E27FC236}">
                    <a16:creationId xmlns:a16="http://schemas.microsoft.com/office/drawing/2014/main" id="{5A5BAAB5-9904-F051-4FA2-A08B86489053}"/>
                  </a:ext>
                </a:extLst>
              </p:cNvPr>
              <p:cNvSpPr/>
              <p:nvPr/>
            </p:nvSpPr>
            <p:spPr>
              <a:xfrm>
                <a:off x="271377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3" name="ph584">
                <a:extLst>
                  <a:ext uri="{FF2B5EF4-FFF2-40B4-BE49-F238E27FC236}">
                    <a16:creationId xmlns:a16="http://schemas.microsoft.com/office/drawing/2014/main" id="{E0EE6BC2-A130-57E3-3042-8EFAEEE25AA0}"/>
                  </a:ext>
                </a:extLst>
              </p:cNvPr>
              <p:cNvSpPr/>
              <p:nvPr/>
            </p:nvSpPr>
            <p:spPr>
              <a:xfrm>
                <a:off x="272321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4" name="ph585">
                <a:extLst>
                  <a:ext uri="{FF2B5EF4-FFF2-40B4-BE49-F238E27FC236}">
                    <a16:creationId xmlns:a16="http://schemas.microsoft.com/office/drawing/2014/main" id="{E116B3EC-56F3-D73A-34B4-7851332C0A51}"/>
                  </a:ext>
                </a:extLst>
              </p:cNvPr>
              <p:cNvSpPr/>
              <p:nvPr/>
            </p:nvSpPr>
            <p:spPr>
              <a:xfrm>
                <a:off x="273265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5" name="ph586">
                <a:extLst>
                  <a:ext uri="{FF2B5EF4-FFF2-40B4-BE49-F238E27FC236}">
                    <a16:creationId xmlns:a16="http://schemas.microsoft.com/office/drawing/2014/main" id="{4055009A-7D27-1622-0A7C-B1B5DF612D29}"/>
                  </a:ext>
                </a:extLst>
              </p:cNvPr>
              <p:cNvSpPr/>
              <p:nvPr/>
            </p:nvSpPr>
            <p:spPr>
              <a:xfrm>
                <a:off x="274209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6" name="ph587">
                <a:extLst>
                  <a:ext uri="{FF2B5EF4-FFF2-40B4-BE49-F238E27FC236}">
                    <a16:creationId xmlns:a16="http://schemas.microsoft.com/office/drawing/2014/main" id="{5B651DD9-D53A-AE4A-5339-E2EA61F959F5}"/>
                  </a:ext>
                </a:extLst>
              </p:cNvPr>
              <p:cNvSpPr/>
              <p:nvPr/>
            </p:nvSpPr>
            <p:spPr>
              <a:xfrm>
                <a:off x="275153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7" name="ph588">
                <a:extLst>
                  <a:ext uri="{FF2B5EF4-FFF2-40B4-BE49-F238E27FC236}">
                    <a16:creationId xmlns:a16="http://schemas.microsoft.com/office/drawing/2014/main" id="{0025C76F-6EBB-ED64-0AFE-2E57DFA29DCC}"/>
                  </a:ext>
                </a:extLst>
              </p:cNvPr>
              <p:cNvSpPr/>
              <p:nvPr/>
            </p:nvSpPr>
            <p:spPr>
              <a:xfrm>
                <a:off x="276097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8" name="ph589">
                <a:extLst>
                  <a:ext uri="{FF2B5EF4-FFF2-40B4-BE49-F238E27FC236}">
                    <a16:creationId xmlns:a16="http://schemas.microsoft.com/office/drawing/2014/main" id="{5A3813CE-1AB3-6D82-3C09-9AE7FE7D9901}"/>
                  </a:ext>
                </a:extLst>
              </p:cNvPr>
              <p:cNvSpPr/>
              <p:nvPr/>
            </p:nvSpPr>
            <p:spPr>
              <a:xfrm>
                <a:off x="277041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9" name="ph590">
                <a:extLst>
                  <a:ext uri="{FF2B5EF4-FFF2-40B4-BE49-F238E27FC236}">
                    <a16:creationId xmlns:a16="http://schemas.microsoft.com/office/drawing/2014/main" id="{CA57393B-6635-A632-75C7-DFA1B7D248C0}"/>
                  </a:ext>
                </a:extLst>
              </p:cNvPr>
              <p:cNvSpPr/>
              <p:nvPr/>
            </p:nvSpPr>
            <p:spPr>
              <a:xfrm>
                <a:off x="277985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0" name="ph591">
                <a:extLst>
                  <a:ext uri="{FF2B5EF4-FFF2-40B4-BE49-F238E27FC236}">
                    <a16:creationId xmlns:a16="http://schemas.microsoft.com/office/drawing/2014/main" id="{1C7F0EDB-53B8-12D3-2941-23DFBD0BCEC5}"/>
                  </a:ext>
                </a:extLst>
              </p:cNvPr>
              <p:cNvSpPr/>
              <p:nvPr/>
            </p:nvSpPr>
            <p:spPr>
              <a:xfrm>
                <a:off x="278929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1" name="ph592">
                <a:extLst>
                  <a:ext uri="{FF2B5EF4-FFF2-40B4-BE49-F238E27FC236}">
                    <a16:creationId xmlns:a16="http://schemas.microsoft.com/office/drawing/2014/main" id="{1EEAF6F8-A9E3-5860-6C6D-55ADD0DEA821}"/>
                  </a:ext>
                </a:extLst>
              </p:cNvPr>
              <p:cNvSpPr/>
              <p:nvPr/>
            </p:nvSpPr>
            <p:spPr>
              <a:xfrm>
                <a:off x="279873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2" name="ph593">
                <a:extLst>
                  <a:ext uri="{FF2B5EF4-FFF2-40B4-BE49-F238E27FC236}">
                    <a16:creationId xmlns:a16="http://schemas.microsoft.com/office/drawing/2014/main" id="{8E21188C-C076-7680-DB86-A6C799BA4342}"/>
                  </a:ext>
                </a:extLst>
              </p:cNvPr>
              <p:cNvSpPr/>
              <p:nvPr/>
            </p:nvSpPr>
            <p:spPr>
              <a:xfrm>
                <a:off x="280817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3" name="ph594">
                <a:extLst>
                  <a:ext uri="{FF2B5EF4-FFF2-40B4-BE49-F238E27FC236}">
                    <a16:creationId xmlns:a16="http://schemas.microsoft.com/office/drawing/2014/main" id="{9ADE11D8-ACC0-43ED-2598-026AC5278F88}"/>
                  </a:ext>
                </a:extLst>
              </p:cNvPr>
              <p:cNvSpPr/>
              <p:nvPr/>
            </p:nvSpPr>
            <p:spPr>
              <a:xfrm>
                <a:off x="281761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4" name="ph595">
                <a:extLst>
                  <a:ext uri="{FF2B5EF4-FFF2-40B4-BE49-F238E27FC236}">
                    <a16:creationId xmlns:a16="http://schemas.microsoft.com/office/drawing/2014/main" id="{F0B471FC-413A-D7ED-8AC1-DF2A1B901124}"/>
                  </a:ext>
                </a:extLst>
              </p:cNvPr>
              <p:cNvSpPr/>
              <p:nvPr/>
            </p:nvSpPr>
            <p:spPr>
              <a:xfrm>
                <a:off x="282705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5" name="ph596">
                <a:extLst>
                  <a:ext uri="{FF2B5EF4-FFF2-40B4-BE49-F238E27FC236}">
                    <a16:creationId xmlns:a16="http://schemas.microsoft.com/office/drawing/2014/main" id="{B4EA6273-BA23-4C98-0FCB-73EEA96C5E62}"/>
                  </a:ext>
                </a:extLst>
              </p:cNvPr>
              <p:cNvSpPr/>
              <p:nvPr/>
            </p:nvSpPr>
            <p:spPr>
              <a:xfrm>
                <a:off x="283649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6" name="ph597">
                <a:extLst>
                  <a:ext uri="{FF2B5EF4-FFF2-40B4-BE49-F238E27FC236}">
                    <a16:creationId xmlns:a16="http://schemas.microsoft.com/office/drawing/2014/main" id="{D6C23F0E-9B56-9771-2538-902A0DE342B0}"/>
                  </a:ext>
                </a:extLst>
              </p:cNvPr>
              <p:cNvSpPr/>
              <p:nvPr/>
            </p:nvSpPr>
            <p:spPr>
              <a:xfrm>
                <a:off x="284593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7" name="ph598">
                <a:extLst>
                  <a:ext uri="{FF2B5EF4-FFF2-40B4-BE49-F238E27FC236}">
                    <a16:creationId xmlns:a16="http://schemas.microsoft.com/office/drawing/2014/main" id="{4231EDD2-469F-A1A5-4A20-F522AC6C504B}"/>
                  </a:ext>
                </a:extLst>
              </p:cNvPr>
              <p:cNvSpPr/>
              <p:nvPr/>
            </p:nvSpPr>
            <p:spPr>
              <a:xfrm>
                <a:off x="285538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8" name="ph599">
                <a:extLst>
                  <a:ext uri="{FF2B5EF4-FFF2-40B4-BE49-F238E27FC236}">
                    <a16:creationId xmlns:a16="http://schemas.microsoft.com/office/drawing/2014/main" id="{027B4800-DF79-482A-E777-C4209913883D}"/>
                  </a:ext>
                </a:extLst>
              </p:cNvPr>
              <p:cNvSpPr/>
              <p:nvPr/>
            </p:nvSpPr>
            <p:spPr>
              <a:xfrm>
                <a:off x="286482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9" name="ph600">
                <a:extLst>
                  <a:ext uri="{FF2B5EF4-FFF2-40B4-BE49-F238E27FC236}">
                    <a16:creationId xmlns:a16="http://schemas.microsoft.com/office/drawing/2014/main" id="{BEE1AAE0-85C0-318B-B25B-80C1AE7CD8B1}"/>
                  </a:ext>
                </a:extLst>
              </p:cNvPr>
              <p:cNvSpPr/>
              <p:nvPr/>
            </p:nvSpPr>
            <p:spPr>
              <a:xfrm>
                <a:off x="287426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0" name="ph601">
                <a:extLst>
                  <a:ext uri="{FF2B5EF4-FFF2-40B4-BE49-F238E27FC236}">
                    <a16:creationId xmlns:a16="http://schemas.microsoft.com/office/drawing/2014/main" id="{1AED2C4A-CB77-E81C-705A-548701C8D0A5}"/>
                  </a:ext>
                </a:extLst>
              </p:cNvPr>
              <p:cNvSpPr/>
              <p:nvPr/>
            </p:nvSpPr>
            <p:spPr>
              <a:xfrm>
                <a:off x="288370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1" name="ph602">
                <a:extLst>
                  <a:ext uri="{FF2B5EF4-FFF2-40B4-BE49-F238E27FC236}">
                    <a16:creationId xmlns:a16="http://schemas.microsoft.com/office/drawing/2014/main" id="{43E549A6-8A06-C0D7-A5E9-22134C058EB7}"/>
                  </a:ext>
                </a:extLst>
              </p:cNvPr>
              <p:cNvSpPr/>
              <p:nvPr/>
            </p:nvSpPr>
            <p:spPr>
              <a:xfrm>
                <a:off x="289314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2" name="ph603">
                <a:extLst>
                  <a:ext uri="{FF2B5EF4-FFF2-40B4-BE49-F238E27FC236}">
                    <a16:creationId xmlns:a16="http://schemas.microsoft.com/office/drawing/2014/main" id="{6B585572-4933-660C-A8B9-C195C695514C}"/>
                  </a:ext>
                </a:extLst>
              </p:cNvPr>
              <p:cNvSpPr/>
              <p:nvPr/>
            </p:nvSpPr>
            <p:spPr>
              <a:xfrm>
                <a:off x="290258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3" name="ph604">
                <a:extLst>
                  <a:ext uri="{FF2B5EF4-FFF2-40B4-BE49-F238E27FC236}">
                    <a16:creationId xmlns:a16="http://schemas.microsoft.com/office/drawing/2014/main" id="{6494EC11-8467-26B0-C707-AF6430235588}"/>
                  </a:ext>
                </a:extLst>
              </p:cNvPr>
              <p:cNvSpPr/>
              <p:nvPr/>
            </p:nvSpPr>
            <p:spPr>
              <a:xfrm>
                <a:off x="291202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4" name="ph605">
                <a:extLst>
                  <a:ext uri="{FF2B5EF4-FFF2-40B4-BE49-F238E27FC236}">
                    <a16:creationId xmlns:a16="http://schemas.microsoft.com/office/drawing/2014/main" id="{EE681982-B37B-C4AF-CE70-4F51CE005D9A}"/>
                  </a:ext>
                </a:extLst>
              </p:cNvPr>
              <p:cNvSpPr/>
              <p:nvPr/>
            </p:nvSpPr>
            <p:spPr>
              <a:xfrm>
                <a:off x="292146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5" name="ph606">
                <a:extLst>
                  <a:ext uri="{FF2B5EF4-FFF2-40B4-BE49-F238E27FC236}">
                    <a16:creationId xmlns:a16="http://schemas.microsoft.com/office/drawing/2014/main" id="{E57DEC28-20D8-4A8D-B968-A6D4ADCCE9F0}"/>
                  </a:ext>
                </a:extLst>
              </p:cNvPr>
              <p:cNvSpPr/>
              <p:nvPr/>
            </p:nvSpPr>
            <p:spPr>
              <a:xfrm>
                <a:off x="293090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6" name="ph607">
                <a:extLst>
                  <a:ext uri="{FF2B5EF4-FFF2-40B4-BE49-F238E27FC236}">
                    <a16:creationId xmlns:a16="http://schemas.microsoft.com/office/drawing/2014/main" id="{08C333AD-B56D-1027-66A5-4AB5F7AE75A2}"/>
                  </a:ext>
                </a:extLst>
              </p:cNvPr>
              <p:cNvSpPr/>
              <p:nvPr/>
            </p:nvSpPr>
            <p:spPr>
              <a:xfrm>
                <a:off x="294034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7" name="ph608">
                <a:extLst>
                  <a:ext uri="{FF2B5EF4-FFF2-40B4-BE49-F238E27FC236}">
                    <a16:creationId xmlns:a16="http://schemas.microsoft.com/office/drawing/2014/main" id="{C83006A3-2014-CDCB-EB5A-D41C63802408}"/>
                  </a:ext>
                </a:extLst>
              </p:cNvPr>
              <p:cNvSpPr/>
              <p:nvPr/>
            </p:nvSpPr>
            <p:spPr>
              <a:xfrm>
                <a:off x="294978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8" name="ph609">
                <a:extLst>
                  <a:ext uri="{FF2B5EF4-FFF2-40B4-BE49-F238E27FC236}">
                    <a16:creationId xmlns:a16="http://schemas.microsoft.com/office/drawing/2014/main" id="{77D9531D-10C4-19A9-EFC7-7F03FC8AA0B8}"/>
                  </a:ext>
                </a:extLst>
              </p:cNvPr>
              <p:cNvSpPr/>
              <p:nvPr/>
            </p:nvSpPr>
            <p:spPr>
              <a:xfrm>
                <a:off x="295922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9" name="ph610">
                <a:extLst>
                  <a:ext uri="{FF2B5EF4-FFF2-40B4-BE49-F238E27FC236}">
                    <a16:creationId xmlns:a16="http://schemas.microsoft.com/office/drawing/2014/main" id="{83C6D4A9-F9F6-D831-331D-7482FE8ED835}"/>
                  </a:ext>
                </a:extLst>
              </p:cNvPr>
              <p:cNvSpPr/>
              <p:nvPr/>
            </p:nvSpPr>
            <p:spPr>
              <a:xfrm>
                <a:off x="296866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0" name="ph611">
                <a:extLst>
                  <a:ext uri="{FF2B5EF4-FFF2-40B4-BE49-F238E27FC236}">
                    <a16:creationId xmlns:a16="http://schemas.microsoft.com/office/drawing/2014/main" id="{1B2F551D-38DF-038A-2BD9-26778C2D30E7}"/>
                  </a:ext>
                </a:extLst>
              </p:cNvPr>
              <p:cNvSpPr/>
              <p:nvPr/>
            </p:nvSpPr>
            <p:spPr>
              <a:xfrm>
                <a:off x="297810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1" name="ph612">
                <a:extLst>
                  <a:ext uri="{FF2B5EF4-FFF2-40B4-BE49-F238E27FC236}">
                    <a16:creationId xmlns:a16="http://schemas.microsoft.com/office/drawing/2014/main" id="{AE65B68E-ECAC-E867-0309-6AA079928DF6}"/>
                  </a:ext>
                </a:extLst>
              </p:cNvPr>
              <p:cNvSpPr/>
              <p:nvPr/>
            </p:nvSpPr>
            <p:spPr>
              <a:xfrm>
                <a:off x="2987543" y="2659746"/>
                <a:ext cx="91947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2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72" y="896830"/>
                    </a:lnTo>
                    <a:lnTo>
                      <a:pt x="919085" y="900195"/>
                    </a:lnTo>
                    <a:lnTo>
                      <a:pt x="917561" y="910733"/>
                    </a:lnTo>
                    <a:lnTo>
                      <a:pt x="916920" y="91439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2" name="ph613">
                <a:extLst>
                  <a:ext uri="{FF2B5EF4-FFF2-40B4-BE49-F238E27FC236}">
                    <a16:creationId xmlns:a16="http://schemas.microsoft.com/office/drawing/2014/main" id="{D2DCBF36-CEA9-DB1A-30AD-F861E6406232}"/>
                  </a:ext>
                </a:extLst>
              </p:cNvPr>
              <p:cNvSpPr/>
              <p:nvPr/>
            </p:nvSpPr>
            <p:spPr>
              <a:xfrm>
                <a:off x="2496650" y="262460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762" y="931969"/>
                    </a:lnTo>
                    <a:lnTo>
                      <a:pt x="911721" y="930167"/>
                    </a:lnTo>
                    <a:lnTo>
                      <a:pt x="911778" y="919173"/>
                    </a:lnTo>
                    <a:lnTo>
                      <a:pt x="911937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3" name="ph614">
                <a:extLst>
                  <a:ext uri="{FF2B5EF4-FFF2-40B4-BE49-F238E27FC236}">
                    <a16:creationId xmlns:a16="http://schemas.microsoft.com/office/drawing/2014/main" id="{C45AED9F-DBAA-9781-228B-910A2D2ACC01}"/>
                  </a:ext>
                </a:extLst>
              </p:cNvPr>
              <p:cNvSpPr/>
              <p:nvPr/>
            </p:nvSpPr>
            <p:spPr>
              <a:xfrm>
                <a:off x="249665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4" name="ph615">
                <a:extLst>
                  <a:ext uri="{FF2B5EF4-FFF2-40B4-BE49-F238E27FC236}">
                    <a16:creationId xmlns:a16="http://schemas.microsoft.com/office/drawing/2014/main" id="{45880619-D1E0-BF88-4E12-E4F3ACD5CC22}"/>
                  </a:ext>
                </a:extLst>
              </p:cNvPr>
              <p:cNvSpPr/>
              <p:nvPr/>
            </p:nvSpPr>
            <p:spPr>
              <a:xfrm>
                <a:off x="250609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5" name="ph616">
                <a:extLst>
                  <a:ext uri="{FF2B5EF4-FFF2-40B4-BE49-F238E27FC236}">
                    <a16:creationId xmlns:a16="http://schemas.microsoft.com/office/drawing/2014/main" id="{3F906CB1-55E3-AF7C-C704-FE59E5DA6091}"/>
                  </a:ext>
                </a:extLst>
              </p:cNvPr>
              <p:cNvSpPr/>
              <p:nvPr/>
            </p:nvSpPr>
            <p:spPr>
              <a:xfrm>
                <a:off x="251553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6" name="ph617">
                <a:extLst>
                  <a:ext uri="{FF2B5EF4-FFF2-40B4-BE49-F238E27FC236}">
                    <a16:creationId xmlns:a16="http://schemas.microsoft.com/office/drawing/2014/main" id="{41181F3F-293B-64C6-E694-206EBBBC9607}"/>
                  </a:ext>
                </a:extLst>
              </p:cNvPr>
              <p:cNvSpPr/>
              <p:nvPr/>
            </p:nvSpPr>
            <p:spPr>
              <a:xfrm>
                <a:off x="252497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7" name="ph618">
                <a:extLst>
                  <a:ext uri="{FF2B5EF4-FFF2-40B4-BE49-F238E27FC236}">
                    <a16:creationId xmlns:a16="http://schemas.microsoft.com/office/drawing/2014/main" id="{1B071B68-FE01-2701-3B0A-1977984D3CD2}"/>
                  </a:ext>
                </a:extLst>
              </p:cNvPr>
              <p:cNvSpPr/>
              <p:nvPr/>
            </p:nvSpPr>
            <p:spPr>
              <a:xfrm>
                <a:off x="253441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8" name="ph619">
                <a:extLst>
                  <a:ext uri="{FF2B5EF4-FFF2-40B4-BE49-F238E27FC236}">
                    <a16:creationId xmlns:a16="http://schemas.microsoft.com/office/drawing/2014/main" id="{B0147A3E-EA33-73CC-5BC3-6817C662FDF6}"/>
                  </a:ext>
                </a:extLst>
              </p:cNvPr>
              <p:cNvSpPr/>
              <p:nvPr/>
            </p:nvSpPr>
            <p:spPr>
              <a:xfrm>
                <a:off x="254385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9" name="ph620">
                <a:extLst>
                  <a:ext uri="{FF2B5EF4-FFF2-40B4-BE49-F238E27FC236}">
                    <a16:creationId xmlns:a16="http://schemas.microsoft.com/office/drawing/2014/main" id="{16427CED-FDE4-C96D-A5D2-FBF7D45422C5}"/>
                  </a:ext>
                </a:extLst>
              </p:cNvPr>
              <p:cNvSpPr/>
              <p:nvPr/>
            </p:nvSpPr>
            <p:spPr>
              <a:xfrm>
                <a:off x="255329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0" name="ph621">
                <a:extLst>
                  <a:ext uri="{FF2B5EF4-FFF2-40B4-BE49-F238E27FC236}">
                    <a16:creationId xmlns:a16="http://schemas.microsoft.com/office/drawing/2014/main" id="{7F8AADBD-923B-45D2-8E82-34FA2D298ACC}"/>
                  </a:ext>
                </a:extLst>
              </p:cNvPr>
              <p:cNvSpPr/>
              <p:nvPr/>
            </p:nvSpPr>
            <p:spPr>
              <a:xfrm>
                <a:off x="256273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1" name="ph622">
                <a:extLst>
                  <a:ext uri="{FF2B5EF4-FFF2-40B4-BE49-F238E27FC236}">
                    <a16:creationId xmlns:a16="http://schemas.microsoft.com/office/drawing/2014/main" id="{CCC7CD07-375B-653D-5879-4EE2515BEA97}"/>
                  </a:ext>
                </a:extLst>
              </p:cNvPr>
              <p:cNvSpPr/>
              <p:nvPr/>
            </p:nvSpPr>
            <p:spPr>
              <a:xfrm>
                <a:off x="257217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2" name="ph623">
                <a:extLst>
                  <a:ext uri="{FF2B5EF4-FFF2-40B4-BE49-F238E27FC236}">
                    <a16:creationId xmlns:a16="http://schemas.microsoft.com/office/drawing/2014/main" id="{398EC272-8F01-BB21-CB59-477B81823E0F}"/>
                  </a:ext>
                </a:extLst>
              </p:cNvPr>
              <p:cNvSpPr/>
              <p:nvPr/>
            </p:nvSpPr>
            <p:spPr>
              <a:xfrm>
                <a:off x="258161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3" name="ph624">
                <a:extLst>
                  <a:ext uri="{FF2B5EF4-FFF2-40B4-BE49-F238E27FC236}">
                    <a16:creationId xmlns:a16="http://schemas.microsoft.com/office/drawing/2014/main" id="{DA075548-0659-4FCA-F89E-798568F2C63C}"/>
                  </a:ext>
                </a:extLst>
              </p:cNvPr>
              <p:cNvSpPr/>
              <p:nvPr/>
            </p:nvSpPr>
            <p:spPr>
              <a:xfrm>
                <a:off x="259105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4" name="ph625">
                <a:extLst>
                  <a:ext uri="{FF2B5EF4-FFF2-40B4-BE49-F238E27FC236}">
                    <a16:creationId xmlns:a16="http://schemas.microsoft.com/office/drawing/2014/main" id="{A63D576F-6073-B3CD-1428-0FD23C580F20}"/>
                  </a:ext>
                </a:extLst>
              </p:cNvPr>
              <p:cNvSpPr/>
              <p:nvPr/>
            </p:nvSpPr>
            <p:spPr>
              <a:xfrm>
                <a:off x="260049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5" name="ph626">
                <a:extLst>
                  <a:ext uri="{FF2B5EF4-FFF2-40B4-BE49-F238E27FC236}">
                    <a16:creationId xmlns:a16="http://schemas.microsoft.com/office/drawing/2014/main" id="{E98CE2F0-DA27-79AE-D0A6-30EC54280F5B}"/>
                  </a:ext>
                </a:extLst>
              </p:cNvPr>
              <p:cNvSpPr/>
              <p:nvPr/>
            </p:nvSpPr>
            <p:spPr>
              <a:xfrm>
                <a:off x="260993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6" name="ph627">
                <a:extLst>
                  <a:ext uri="{FF2B5EF4-FFF2-40B4-BE49-F238E27FC236}">
                    <a16:creationId xmlns:a16="http://schemas.microsoft.com/office/drawing/2014/main" id="{F5BBA738-DCDE-73B9-30B0-7C265FD4D1F7}"/>
                  </a:ext>
                </a:extLst>
              </p:cNvPr>
              <p:cNvSpPr/>
              <p:nvPr/>
            </p:nvSpPr>
            <p:spPr>
              <a:xfrm>
                <a:off x="261937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7" name="ph628">
                <a:extLst>
                  <a:ext uri="{FF2B5EF4-FFF2-40B4-BE49-F238E27FC236}">
                    <a16:creationId xmlns:a16="http://schemas.microsoft.com/office/drawing/2014/main" id="{F6A86B37-CCC6-6EBE-E152-8267952FE60C}"/>
                  </a:ext>
                </a:extLst>
              </p:cNvPr>
              <p:cNvSpPr/>
              <p:nvPr/>
            </p:nvSpPr>
            <p:spPr>
              <a:xfrm>
                <a:off x="262881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8" name="ph629">
                <a:extLst>
                  <a:ext uri="{FF2B5EF4-FFF2-40B4-BE49-F238E27FC236}">
                    <a16:creationId xmlns:a16="http://schemas.microsoft.com/office/drawing/2014/main" id="{1137207E-1C2D-E723-B566-BED2F0046ED8}"/>
                  </a:ext>
                </a:extLst>
              </p:cNvPr>
              <p:cNvSpPr/>
              <p:nvPr/>
            </p:nvSpPr>
            <p:spPr>
              <a:xfrm>
                <a:off x="263825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9" name="ph630">
                <a:extLst>
                  <a:ext uri="{FF2B5EF4-FFF2-40B4-BE49-F238E27FC236}">
                    <a16:creationId xmlns:a16="http://schemas.microsoft.com/office/drawing/2014/main" id="{DD19FE7F-96C5-D491-6441-DA47945ACDD1}"/>
                  </a:ext>
                </a:extLst>
              </p:cNvPr>
              <p:cNvSpPr/>
              <p:nvPr/>
            </p:nvSpPr>
            <p:spPr>
              <a:xfrm>
                <a:off x="264769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0" name="ph631">
                <a:extLst>
                  <a:ext uri="{FF2B5EF4-FFF2-40B4-BE49-F238E27FC236}">
                    <a16:creationId xmlns:a16="http://schemas.microsoft.com/office/drawing/2014/main" id="{98AEBE80-86AD-3FF8-23B7-897D40BD1E56}"/>
                  </a:ext>
                </a:extLst>
              </p:cNvPr>
              <p:cNvSpPr/>
              <p:nvPr/>
            </p:nvSpPr>
            <p:spPr>
              <a:xfrm>
                <a:off x="265713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1" name="ph632">
                <a:extLst>
                  <a:ext uri="{FF2B5EF4-FFF2-40B4-BE49-F238E27FC236}">
                    <a16:creationId xmlns:a16="http://schemas.microsoft.com/office/drawing/2014/main" id="{A33641C7-22FD-45CA-599F-4DC591420CC9}"/>
                  </a:ext>
                </a:extLst>
              </p:cNvPr>
              <p:cNvSpPr/>
              <p:nvPr/>
            </p:nvSpPr>
            <p:spPr>
              <a:xfrm>
                <a:off x="266657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2" name="ph633">
                <a:extLst>
                  <a:ext uri="{FF2B5EF4-FFF2-40B4-BE49-F238E27FC236}">
                    <a16:creationId xmlns:a16="http://schemas.microsoft.com/office/drawing/2014/main" id="{B646844A-493A-3EE1-5BB8-280E01457D6E}"/>
                  </a:ext>
                </a:extLst>
              </p:cNvPr>
              <p:cNvSpPr/>
              <p:nvPr/>
            </p:nvSpPr>
            <p:spPr>
              <a:xfrm>
                <a:off x="267601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3" name="ph634">
                <a:extLst>
                  <a:ext uri="{FF2B5EF4-FFF2-40B4-BE49-F238E27FC236}">
                    <a16:creationId xmlns:a16="http://schemas.microsoft.com/office/drawing/2014/main" id="{CD9C8682-3385-9689-5311-DE1AC3A8AB94}"/>
                  </a:ext>
                </a:extLst>
              </p:cNvPr>
              <p:cNvSpPr/>
              <p:nvPr/>
            </p:nvSpPr>
            <p:spPr>
              <a:xfrm>
                <a:off x="268545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4" name="ph635">
                <a:extLst>
                  <a:ext uri="{FF2B5EF4-FFF2-40B4-BE49-F238E27FC236}">
                    <a16:creationId xmlns:a16="http://schemas.microsoft.com/office/drawing/2014/main" id="{05B24922-5FB1-E73C-1D4B-7F999B1C159A}"/>
                  </a:ext>
                </a:extLst>
              </p:cNvPr>
              <p:cNvSpPr/>
              <p:nvPr/>
            </p:nvSpPr>
            <p:spPr>
              <a:xfrm>
                <a:off x="269489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5" name="ph636">
                <a:extLst>
                  <a:ext uri="{FF2B5EF4-FFF2-40B4-BE49-F238E27FC236}">
                    <a16:creationId xmlns:a16="http://schemas.microsoft.com/office/drawing/2014/main" id="{8E73B7A8-D1CE-4BAC-A06B-96273065F16A}"/>
                  </a:ext>
                </a:extLst>
              </p:cNvPr>
              <p:cNvSpPr/>
              <p:nvPr/>
            </p:nvSpPr>
            <p:spPr>
              <a:xfrm>
                <a:off x="270433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6" name="ph637">
                <a:extLst>
                  <a:ext uri="{FF2B5EF4-FFF2-40B4-BE49-F238E27FC236}">
                    <a16:creationId xmlns:a16="http://schemas.microsoft.com/office/drawing/2014/main" id="{573C4F50-3EF4-9AE5-98AF-2063985027DA}"/>
                  </a:ext>
                </a:extLst>
              </p:cNvPr>
              <p:cNvSpPr/>
              <p:nvPr/>
            </p:nvSpPr>
            <p:spPr>
              <a:xfrm>
                <a:off x="271377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7" name="ph638">
                <a:extLst>
                  <a:ext uri="{FF2B5EF4-FFF2-40B4-BE49-F238E27FC236}">
                    <a16:creationId xmlns:a16="http://schemas.microsoft.com/office/drawing/2014/main" id="{DE84C4D1-ECF7-9803-EFA9-9DAAD7D615F4}"/>
                  </a:ext>
                </a:extLst>
              </p:cNvPr>
              <p:cNvSpPr/>
              <p:nvPr/>
            </p:nvSpPr>
            <p:spPr>
              <a:xfrm>
                <a:off x="272321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8" name="ph639">
                <a:extLst>
                  <a:ext uri="{FF2B5EF4-FFF2-40B4-BE49-F238E27FC236}">
                    <a16:creationId xmlns:a16="http://schemas.microsoft.com/office/drawing/2014/main" id="{C2F79284-B6BB-C605-0AB1-31CB8506BE1A}"/>
                  </a:ext>
                </a:extLst>
              </p:cNvPr>
              <p:cNvSpPr/>
              <p:nvPr/>
            </p:nvSpPr>
            <p:spPr>
              <a:xfrm>
                <a:off x="273265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9" name="ph640">
                <a:extLst>
                  <a:ext uri="{FF2B5EF4-FFF2-40B4-BE49-F238E27FC236}">
                    <a16:creationId xmlns:a16="http://schemas.microsoft.com/office/drawing/2014/main" id="{E76ADD67-FC09-0D0A-9A97-4E47C084D839}"/>
                  </a:ext>
                </a:extLst>
              </p:cNvPr>
              <p:cNvSpPr/>
              <p:nvPr/>
            </p:nvSpPr>
            <p:spPr>
              <a:xfrm>
                <a:off x="274209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0" name="ph641">
                <a:extLst>
                  <a:ext uri="{FF2B5EF4-FFF2-40B4-BE49-F238E27FC236}">
                    <a16:creationId xmlns:a16="http://schemas.microsoft.com/office/drawing/2014/main" id="{EB22BC73-26E8-6898-E26F-43F96B64D3AF}"/>
                  </a:ext>
                </a:extLst>
              </p:cNvPr>
              <p:cNvSpPr/>
              <p:nvPr/>
            </p:nvSpPr>
            <p:spPr>
              <a:xfrm>
                <a:off x="275153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1" name="ph642">
                <a:extLst>
                  <a:ext uri="{FF2B5EF4-FFF2-40B4-BE49-F238E27FC236}">
                    <a16:creationId xmlns:a16="http://schemas.microsoft.com/office/drawing/2014/main" id="{EED5DD5D-7D64-73C7-2039-E05AA66B5976}"/>
                  </a:ext>
                </a:extLst>
              </p:cNvPr>
              <p:cNvSpPr/>
              <p:nvPr/>
            </p:nvSpPr>
            <p:spPr>
              <a:xfrm>
                <a:off x="276097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2" name="ph643">
                <a:extLst>
                  <a:ext uri="{FF2B5EF4-FFF2-40B4-BE49-F238E27FC236}">
                    <a16:creationId xmlns:a16="http://schemas.microsoft.com/office/drawing/2014/main" id="{50AA08DC-8EA0-678D-88CF-41B8D4D5529D}"/>
                  </a:ext>
                </a:extLst>
              </p:cNvPr>
              <p:cNvSpPr/>
              <p:nvPr/>
            </p:nvSpPr>
            <p:spPr>
              <a:xfrm>
                <a:off x="277041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3" name="ph644">
                <a:extLst>
                  <a:ext uri="{FF2B5EF4-FFF2-40B4-BE49-F238E27FC236}">
                    <a16:creationId xmlns:a16="http://schemas.microsoft.com/office/drawing/2014/main" id="{77BDE422-6022-AE47-8265-13372CCDE124}"/>
                  </a:ext>
                </a:extLst>
              </p:cNvPr>
              <p:cNvSpPr/>
              <p:nvPr/>
            </p:nvSpPr>
            <p:spPr>
              <a:xfrm>
                <a:off x="277985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4" name="ph645">
                <a:extLst>
                  <a:ext uri="{FF2B5EF4-FFF2-40B4-BE49-F238E27FC236}">
                    <a16:creationId xmlns:a16="http://schemas.microsoft.com/office/drawing/2014/main" id="{4FBA47A0-6F33-F7BF-3D75-17AEE59DF4DC}"/>
                  </a:ext>
                </a:extLst>
              </p:cNvPr>
              <p:cNvSpPr/>
              <p:nvPr/>
            </p:nvSpPr>
            <p:spPr>
              <a:xfrm>
                <a:off x="278929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5" name="ph646">
                <a:extLst>
                  <a:ext uri="{FF2B5EF4-FFF2-40B4-BE49-F238E27FC236}">
                    <a16:creationId xmlns:a16="http://schemas.microsoft.com/office/drawing/2014/main" id="{ACC471C8-B0F0-EBDA-0A96-F30C4F6AE0D5}"/>
                  </a:ext>
                </a:extLst>
              </p:cNvPr>
              <p:cNvSpPr/>
              <p:nvPr/>
            </p:nvSpPr>
            <p:spPr>
              <a:xfrm>
                <a:off x="279873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6" name="ph647">
                <a:extLst>
                  <a:ext uri="{FF2B5EF4-FFF2-40B4-BE49-F238E27FC236}">
                    <a16:creationId xmlns:a16="http://schemas.microsoft.com/office/drawing/2014/main" id="{75B3763C-633A-2450-922D-CC2BDDDBBDE5}"/>
                  </a:ext>
                </a:extLst>
              </p:cNvPr>
              <p:cNvSpPr/>
              <p:nvPr/>
            </p:nvSpPr>
            <p:spPr>
              <a:xfrm>
                <a:off x="280817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7" name="ph648">
                <a:extLst>
                  <a:ext uri="{FF2B5EF4-FFF2-40B4-BE49-F238E27FC236}">
                    <a16:creationId xmlns:a16="http://schemas.microsoft.com/office/drawing/2014/main" id="{E2629F09-10F6-EC3B-6EF7-36CB320ADF4D}"/>
                  </a:ext>
                </a:extLst>
              </p:cNvPr>
              <p:cNvSpPr/>
              <p:nvPr/>
            </p:nvSpPr>
            <p:spPr>
              <a:xfrm>
                <a:off x="281761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8" name="ph649">
                <a:extLst>
                  <a:ext uri="{FF2B5EF4-FFF2-40B4-BE49-F238E27FC236}">
                    <a16:creationId xmlns:a16="http://schemas.microsoft.com/office/drawing/2014/main" id="{EE5B7CC4-1356-EA8E-686E-90138AB61EC6}"/>
                  </a:ext>
                </a:extLst>
              </p:cNvPr>
              <p:cNvSpPr/>
              <p:nvPr/>
            </p:nvSpPr>
            <p:spPr>
              <a:xfrm>
                <a:off x="282705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9" name="ph650">
                <a:extLst>
                  <a:ext uri="{FF2B5EF4-FFF2-40B4-BE49-F238E27FC236}">
                    <a16:creationId xmlns:a16="http://schemas.microsoft.com/office/drawing/2014/main" id="{6C1ECF35-4D0B-4C1F-1480-BBF1DD77F29B}"/>
                  </a:ext>
                </a:extLst>
              </p:cNvPr>
              <p:cNvSpPr/>
              <p:nvPr/>
            </p:nvSpPr>
            <p:spPr>
              <a:xfrm>
                <a:off x="283649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0" name="ph651">
                <a:extLst>
                  <a:ext uri="{FF2B5EF4-FFF2-40B4-BE49-F238E27FC236}">
                    <a16:creationId xmlns:a16="http://schemas.microsoft.com/office/drawing/2014/main" id="{A144BC10-285A-9882-ED94-5AEDD6E8804B}"/>
                  </a:ext>
                </a:extLst>
              </p:cNvPr>
              <p:cNvSpPr/>
              <p:nvPr/>
            </p:nvSpPr>
            <p:spPr>
              <a:xfrm>
                <a:off x="284593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1" name="ph652">
                <a:extLst>
                  <a:ext uri="{FF2B5EF4-FFF2-40B4-BE49-F238E27FC236}">
                    <a16:creationId xmlns:a16="http://schemas.microsoft.com/office/drawing/2014/main" id="{F589C074-616A-E59F-4881-8AFF59E10E5E}"/>
                  </a:ext>
                </a:extLst>
              </p:cNvPr>
              <p:cNvSpPr/>
              <p:nvPr/>
            </p:nvSpPr>
            <p:spPr>
              <a:xfrm>
                <a:off x="285538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2" name="ph653">
                <a:extLst>
                  <a:ext uri="{FF2B5EF4-FFF2-40B4-BE49-F238E27FC236}">
                    <a16:creationId xmlns:a16="http://schemas.microsoft.com/office/drawing/2014/main" id="{916BAD8A-DB42-19DC-974F-E211D556B46A}"/>
                  </a:ext>
                </a:extLst>
              </p:cNvPr>
              <p:cNvSpPr/>
              <p:nvPr/>
            </p:nvSpPr>
            <p:spPr>
              <a:xfrm>
                <a:off x="286482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3" name="ph654">
                <a:extLst>
                  <a:ext uri="{FF2B5EF4-FFF2-40B4-BE49-F238E27FC236}">
                    <a16:creationId xmlns:a16="http://schemas.microsoft.com/office/drawing/2014/main" id="{23673C9E-BEEF-E0F9-DADC-E3A880931018}"/>
                  </a:ext>
                </a:extLst>
              </p:cNvPr>
              <p:cNvSpPr/>
              <p:nvPr/>
            </p:nvSpPr>
            <p:spPr>
              <a:xfrm>
                <a:off x="287426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4" name="ph655">
                <a:extLst>
                  <a:ext uri="{FF2B5EF4-FFF2-40B4-BE49-F238E27FC236}">
                    <a16:creationId xmlns:a16="http://schemas.microsoft.com/office/drawing/2014/main" id="{4DDB4F9D-A178-E64C-0740-6CB64FF85D76}"/>
                  </a:ext>
                </a:extLst>
              </p:cNvPr>
              <p:cNvSpPr/>
              <p:nvPr/>
            </p:nvSpPr>
            <p:spPr>
              <a:xfrm>
                <a:off x="288370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5" name="ph656">
                <a:extLst>
                  <a:ext uri="{FF2B5EF4-FFF2-40B4-BE49-F238E27FC236}">
                    <a16:creationId xmlns:a16="http://schemas.microsoft.com/office/drawing/2014/main" id="{4D9F2806-43B1-394C-A10C-4AA2F70DE965}"/>
                  </a:ext>
                </a:extLst>
              </p:cNvPr>
              <p:cNvSpPr/>
              <p:nvPr/>
            </p:nvSpPr>
            <p:spPr>
              <a:xfrm>
                <a:off x="289314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6" name="ph657">
                <a:extLst>
                  <a:ext uri="{FF2B5EF4-FFF2-40B4-BE49-F238E27FC236}">
                    <a16:creationId xmlns:a16="http://schemas.microsoft.com/office/drawing/2014/main" id="{FBBB78B5-2B28-C4CD-6119-197D9347638A}"/>
                  </a:ext>
                </a:extLst>
              </p:cNvPr>
              <p:cNvSpPr/>
              <p:nvPr/>
            </p:nvSpPr>
            <p:spPr>
              <a:xfrm>
                <a:off x="290258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7" name="ph658">
                <a:extLst>
                  <a:ext uri="{FF2B5EF4-FFF2-40B4-BE49-F238E27FC236}">
                    <a16:creationId xmlns:a16="http://schemas.microsoft.com/office/drawing/2014/main" id="{0866DB60-8DB2-8A7A-776D-AD3D494B7D04}"/>
                  </a:ext>
                </a:extLst>
              </p:cNvPr>
              <p:cNvSpPr/>
              <p:nvPr/>
            </p:nvSpPr>
            <p:spPr>
              <a:xfrm>
                <a:off x="291202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8" name="ph659">
                <a:extLst>
                  <a:ext uri="{FF2B5EF4-FFF2-40B4-BE49-F238E27FC236}">
                    <a16:creationId xmlns:a16="http://schemas.microsoft.com/office/drawing/2014/main" id="{9C009CFF-1C33-8661-AEB0-3B2BF0DB3505}"/>
                  </a:ext>
                </a:extLst>
              </p:cNvPr>
              <p:cNvSpPr/>
              <p:nvPr/>
            </p:nvSpPr>
            <p:spPr>
              <a:xfrm>
                <a:off x="292146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9" name="ph660">
                <a:extLst>
                  <a:ext uri="{FF2B5EF4-FFF2-40B4-BE49-F238E27FC236}">
                    <a16:creationId xmlns:a16="http://schemas.microsoft.com/office/drawing/2014/main" id="{B556F4FE-9C15-1156-7FEA-4BCD5A4151CE}"/>
                  </a:ext>
                </a:extLst>
              </p:cNvPr>
              <p:cNvSpPr/>
              <p:nvPr/>
            </p:nvSpPr>
            <p:spPr>
              <a:xfrm>
                <a:off x="293090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0" name="ph661">
                <a:extLst>
                  <a:ext uri="{FF2B5EF4-FFF2-40B4-BE49-F238E27FC236}">
                    <a16:creationId xmlns:a16="http://schemas.microsoft.com/office/drawing/2014/main" id="{DB2D4625-45C6-754C-B7EE-90CBC3B5F269}"/>
                  </a:ext>
                </a:extLst>
              </p:cNvPr>
              <p:cNvSpPr/>
              <p:nvPr/>
            </p:nvSpPr>
            <p:spPr>
              <a:xfrm>
                <a:off x="294034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1" name="ph662">
                <a:extLst>
                  <a:ext uri="{FF2B5EF4-FFF2-40B4-BE49-F238E27FC236}">
                    <a16:creationId xmlns:a16="http://schemas.microsoft.com/office/drawing/2014/main" id="{3005E087-BE06-E280-F636-2DE0FE22D615}"/>
                  </a:ext>
                </a:extLst>
              </p:cNvPr>
              <p:cNvSpPr/>
              <p:nvPr/>
            </p:nvSpPr>
            <p:spPr>
              <a:xfrm>
                <a:off x="294978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2" name="ph663">
                <a:extLst>
                  <a:ext uri="{FF2B5EF4-FFF2-40B4-BE49-F238E27FC236}">
                    <a16:creationId xmlns:a16="http://schemas.microsoft.com/office/drawing/2014/main" id="{226E923C-23CD-F3FE-2404-412B5BE00EAA}"/>
                  </a:ext>
                </a:extLst>
              </p:cNvPr>
              <p:cNvSpPr/>
              <p:nvPr/>
            </p:nvSpPr>
            <p:spPr>
              <a:xfrm>
                <a:off x="295922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3" name="ph664">
                <a:extLst>
                  <a:ext uri="{FF2B5EF4-FFF2-40B4-BE49-F238E27FC236}">
                    <a16:creationId xmlns:a16="http://schemas.microsoft.com/office/drawing/2014/main" id="{99C0D6E2-E0BC-9116-AE17-6D80F88B2694}"/>
                  </a:ext>
                </a:extLst>
              </p:cNvPr>
              <p:cNvSpPr/>
              <p:nvPr/>
            </p:nvSpPr>
            <p:spPr>
              <a:xfrm>
                <a:off x="296866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4" name="ph665">
                <a:extLst>
                  <a:ext uri="{FF2B5EF4-FFF2-40B4-BE49-F238E27FC236}">
                    <a16:creationId xmlns:a16="http://schemas.microsoft.com/office/drawing/2014/main" id="{D2EB1391-9A1F-7A75-33EA-78EAA1BF9C12}"/>
                  </a:ext>
                </a:extLst>
              </p:cNvPr>
              <p:cNvSpPr/>
              <p:nvPr/>
            </p:nvSpPr>
            <p:spPr>
              <a:xfrm>
                <a:off x="297810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5" name="ph666">
                <a:extLst>
                  <a:ext uri="{FF2B5EF4-FFF2-40B4-BE49-F238E27FC236}">
                    <a16:creationId xmlns:a16="http://schemas.microsoft.com/office/drawing/2014/main" id="{3ED86D1D-707E-481B-3644-74D4A1EFCA81}"/>
                  </a:ext>
                </a:extLst>
              </p:cNvPr>
              <p:cNvSpPr/>
              <p:nvPr/>
            </p:nvSpPr>
            <p:spPr>
              <a:xfrm>
                <a:off x="2987543" y="2642176"/>
                <a:ext cx="921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00" y="896830"/>
                    </a:lnTo>
                    <a:lnTo>
                      <a:pt x="920314" y="907094"/>
                    </a:lnTo>
                    <a:lnTo>
                      <a:pt x="919472" y="914400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6" name="ph667">
                <a:extLst>
                  <a:ext uri="{FF2B5EF4-FFF2-40B4-BE49-F238E27FC236}">
                    <a16:creationId xmlns:a16="http://schemas.microsoft.com/office/drawing/2014/main" id="{645A086A-F079-C8CC-5506-062A0CA0FB64}"/>
                  </a:ext>
                </a:extLst>
              </p:cNvPr>
              <p:cNvSpPr/>
              <p:nvPr/>
            </p:nvSpPr>
            <p:spPr>
              <a:xfrm>
                <a:off x="2496650" y="260703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937" y="931969"/>
                    </a:lnTo>
                    <a:lnTo>
                      <a:pt x="912143" y="925768"/>
                    </a:lnTo>
                    <a:lnTo>
                      <a:pt x="912815" y="914844"/>
                    </a:lnTo>
                    <a:lnTo>
                      <a:pt x="912856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7" name="ph668">
                <a:extLst>
                  <a:ext uri="{FF2B5EF4-FFF2-40B4-BE49-F238E27FC236}">
                    <a16:creationId xmlns:a16="http://schemas.microsoft.com/office/drawing/2014/main" id="{18129718-DA34-745C-BF4E-FDC4FE503D10}"/>
                  </a:ext>
                </a:extLst>
              </p:cNvPr>
              <p:cNvSpPr/>
              <p:nvPr/>
            </p:nvSpPr>
            <p:spPr>
              <a:xfrm>
                <a:off x="249665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8" name="ph669">
                <a:extLst>
                  <a:ext uri="{FF2B5EF4-FFF2-40B4-BE49-F238E27FC236}">
                    <a16:creationId xmlns:a16="http://schemas.microsoft.com/office/drawing/2014/main" id="{47110F54-264F-22B4-95FC-629B2D15B0C3}"/>
                  </a:ext>
                </a:extLst>
              </p:cNvPr>
              <p:cNvSpPr/>
              <p:nvPr/>
            </p:nvSpPr>
            <p:spPr>
              <a:xfrm>
                <a:off x="250609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9" name="ph670">
                <a:extLst>
                  <a:ext uri="{FF2B5EF4-FFF2-40B4-BE49-F238E27FC236}">
                    <a16:creationId xmlns:a16="http://schemas.microsoft.com/office/drawing/2014/main" id="{FC1584BA-90C0-06DD-F3D4-3C4FD5378544}"/>
                  </a:ext>
                </a:extLst>
              </p:cNvPr>
              <p:cNvSpPr/>
              <p:nvPr/>
            </p:nvSpPr>
            <p:spPr>
              <a:xfrm>
                <a:off x="251553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0" name="ph671">
                <a:extLst>
                  <a:ext uri="{FF2B5EF4-FFF2-40B4-BE49-F238E27FC236}">
                    <a16:creationId xmlns:a16="http://schemas.microsoft.com/office/drawing/2014/main" id="{34E18364-689C-0640-582E-187E4D316C11}"/>
                  </a:ext>
                </a:extLst>
              </p:cNvPr>
              <p:cNvSpPr/>
              <p:nvPr/>
            </p:nvSpPr>
            <p:spPr>
              <a:xfrm>
                <a:off x="252497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1" name="ph672">
                <a:extLst>
                  <a:ext uri="{FF2B5EF4-FFF2-40B4-BE49-F238E27FC236}">
                    <a16:creationId xmlns:a16="http://schemas.microsoft.com/office/drawing/2014/main" id="{AF0488BA-BBCF-12CF-3E4D-1333FDF774B6}"/>
                  </a:ext>
                </a:extLst>
              </p:cNvPr>
              <p:cNvSpPr/>
              <p:nvPr/>
            </p:nvSpPr>
            <p:spPr>
              <a:xfrm>
                <a:off x="253441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2" name="ph673">
                <a:extLst>
                  <a:ext uri="{FF2B5EF4-FFF2-40B4-BE49-F238E27FC236}">
                    <a16:creationId xmlns:a16="http://schemas.microsoft.com/office/drawing/2014/main" id="{016C5228-AAB1-7D1F-F622-0E44FE0E1423}"/>
                  </a:ext>
                </a:extLst>
              </p:cNvPr>
              <p:cNvSpPr/>
              <p:nvPr/>
            </p:nvSpPr>
            <p:spPr>
              <a:xfrm>
                <a:off x="254385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3" name="ph674">
                <a:extLst>
                  <a:ext uri="{FF2B5EF4-FFF2-40B4-BE49-F238E27FC236}">
                    <a16:creationId xmlns:a16="http://schemas.microsoft.com/office/drawing/2014/main" id="{FDA334CD-5F6F-4ED6-E966-C1638857BEF4}"/>
                  </a:ext>
                </a:extLst>
              </p:cNvPr>
              <p:cNvSpPr/>
              <p:nvPr/>
            </p:nvSpPr>
            <p:spPr>
              <a:xfrm>
                <a:off x="255329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4" name="ph675">
                <a:extLst>
                  <a:ext uri="{FF2B5EF4-FFF2-40B4-BE49-F238E27FC236}">
                    <a16:creationId xmlns:a16="http://schemas.microsoft.com/office/drawing/2014/main" id="{E9B9156D-4584-84E0-8DC5-FEDC8542EBD0}"/>
                  </a:ext>
                </a:extLst>
              </p:cNvPr>
              <p:cNvSpPr/>
              <p:nvPr/>
            </p:nvSpPr>
            <p:spPr>
              <a:xfrm>
                <a:off x="256273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5" name="ph676">
                <a:extLst>
                  <a:ext uri="{FF2B5EF4-FFF2-40B4-BE49-F238E27FC236}">
                    <a16:creationId xmlns:a16="http://schemas.microsoft.com/office/drawing/2014/main" id="{23FEECF7-65E8-10F9-BE01-8F5634D9B611}"/>
                  </a:ext>
                </a:extLst>
              </p:cNvPr>
              <p:cNvSpPr/>
              <p:nvPr/>
            </p:nvSpPr>
            <p:spPr>
              <a:xfrm>
                <a:off x="257217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6" name="ph677">
                <a:extLst>
                  <a:ext uri="{FF2B5EF4-FFF2-40B4-BE49-F238E27FC236}">
                    <a16:creationId xmlns:a16="http://schemas.microsoft.com/office/drawing/2014/main" id="{8F369A07-9F9F-9AD4-7DBC-E6EA6875C4DD}"/>
                  </a:ext>
                </a:extLst>
              </p:cNvPr>
              <p:cNvSpPr/>
              <p:nvPr/>
            </p:nvSpPr>
            <p:spPr>
              <a:xfrm>
                <a:off x="258161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7" name="ph678">
                <a:extLst>
                  <a:ext uri="{FF2B5EF4-FFF2-40B4-BE49-F238E27FC236}">
                    <a16:creationId xmlns:a16="http://schemas.microsoft.com/office/drawing/2014/main" id="{4BDFA263-685E-919F-DFCE-856B913F40BB}"/>
                  </a:ext>
                </a:extLst>
              </p:cNvPr>
              <p:cNvSpPr/>
              <p:nvPr/>
            </p:nvSpPr>
            <p:spPr>
              <a:xfrm>
                <a:off x="259105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8" name="ph679">
                <a:extLst>
                  <a:ext uri="{FF2B5EF4-FFF2-40B4-BE49-F238E27FC236}">
                    <a16:creationId xmlns:a16="http://schemas.microsoft.com/office/drawing/2014/main" id="{6506B380-5106-E4DE-3970-D3AF2646BC85}"/>
                  </a:ext>
                </a:extLst>
              </p:cNvPr>
              <p:cNvSpPr/>
              <p:nvPr/>
            </p:nvSpPr>
            <p:spPr>
              <a:xfrm>
                <a:off x="260049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9" name="ph680">
                <a:extLst>
                  <a:ext uri="{FF2B5EF4-FFF2-40B4-BE49-F238E27FC236}">
                    <a16:creationId xmlns:a16="http://schemas.microsoft.com/office/drawing/2014/main" id="{AF4C5245-DF6C-D60A-26B4-E9BCEA707A1D}"/>
                  </a:ext>
                </a:extLst>
              </p:cNvPr>
              <p:cNvSpPr/>
              <p:nvPr/>
            </p:nvSpPr>
            <p:spPr>
              <a:xfrm>
                <a:off x="260993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0" name="ph681">
                <a:extLst>
                  <a:ext uri="{FF2B5EF4-FFF2-40B4-BE49-F238E27FC236}">
                    <a16:creationId xmlns:a16="http://schemas.microsoft.com/office/drawing/2014/main" id="{15788225-3453-6869-5DFF-8C05D4E68EEC}"/>
                  </a:ext>
                </a:extLst>
              </p:cNvPr>
              <p:cNvSpPr/>
              <p:nvPr/>
            </p:nvSpPr>
            <p:spPr>
              <a:xfrm>
                <a:off x="261937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1" name="ph682">
                <a:extLst>
                  <a:ext uri="{FF2B5EF4-FFF2-40B4-BE49-F238E27FC236}">
                    <a16:creationId xmlns:a16="http://schemas.microsoft.com/office/drawing/2014/main" id="{76C8435E-0529-602C-B6E0-415B3327B342}"/>
                  </a:ext>
                </a:extLst>
              </p:cNvPr>
              <p:cNvSpPr/>
              <p:nvPr/>
            </p:nvSpPr>
            <p:spPr>
              <a:xfrm>
                <a:off x="262881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2" name="ph683">
                <a:extLst>
                  <a:ext uri="{FF2B5EF4-FFF2-40B4-BE49-F238E27FC236}">
                    <a16:creationId xmlns:a16="http://schemas.microsoft.com/office/drawing/2014/main" id="{4A9553F4-9DF3-C8D1-067F-88C0CB7BE78B}"/>
                  </a:ext>
                </a:extLst>
              </p:cNvPr>
              <p:cNvSpPr/>
              <p:nvPr/>
            </p:nvSpPr>
            <p:spPr>
              <a:xfrm>
                <a:off x="263825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3" name="ph684">
                <a:extLst>
                  <a:ext uri="{FF2B5EF4-FFF2-40B4-BE49-F238E27FC236}">
                    <a16:creationId xmlns:a16="http://schemas.microsoft.com/office/drawing/2014/main" id="{7B8A0D86-CEE7-44AF-9CA7-4C06A3B470F8}"/>
                  </a:ext>
                </a:extLst>
              </p:cNvPr>
              <p:cNvSpPr/>
              <p:nvPr/>
            </p:nvSpPr>
            <p:spPr>
              <a:xfrm>
                <a:off x="264769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4" name="ph685">
                <a:extLst>
                  <a:ext uri="{FF2B5EF4-FFF2-40B4-BE49-F238E27FC236}">
                    <a16:creationId xmlns:a16="http://schemas.microsoft.com/office/drawing/2014/main" id="{76B8EDA9-CC8E-E7D7-865B-2922BE5E0361}"/>
                  </a:ext>
                </a:extLst>
              </p:cNvPr>
              <p:cNvSpPr/>
              <p:nvPr/>
            </p:nvSpPr>
            <p:spPr>
              <a:xfrm>
                <a:off x="265713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5" name="ph686">
                <a:extLst>
                  <a:ext uri="{FF2B5EF4-FFF2-40B4-BE49-F238E27FC236}">
                    <a16:creationId xmlns:a16="http://schemas.microsoft.com/office/drawing/2014/main" id="{33EE4F30-62F4-114B-7B08-C791DF5AAD6E}"/>
                  </a:ext>
                </a:extLst>
              </p:cNvPr>
              <p:cNvSpPr/>
              <p:nvPr/>
            </p:nvSpPr>
            <p:spPr>
              <a:xfrm>
                <a:off x="266657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6" name="ph687">
                <a:extLst>
                  <a:ext uri="{FF2B5EF4-FFF2-40B4-BE49-F238E27FC236}">
                    <a16:creationId xmlns:a16="http://schemas.microsoft.com/office/drawing/2014/main" id="{FC3A9702-2713-B742-5786-11AC23DE8A0C}"/>
                  </a:ext>
                </a:extLst>
              </p:cNvPr>
              <p:cNvSpPr/>
              <p:nvPr/>
            </p:nvSpPr>
            <p:spPr>
              <a:xfrm>
                <a:off x="267601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7" name="ph688">
                <a:extLst>
                  <a:ext uri="{FF2B5EF4-FFF2-40B4-BE49-F238E27FC236}">
                    <a16:creationId xmlns:a16="http://schemas.microsoft.com/office/drawing/2014/main" id="{0B381F03-71E2-8C4A-60C8-1FDBC7AF4CEE}"/>
                  </a:ext>
                </a:extLst>
              </p:cNvPr>
              <p:cNvSpPr/>
              <p:nvPr/>
            </p:nvSpPr>
            <p:spPr>
              <a:xfrm>
                <a:off x="268545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8" name="ph689">
                <a:extLst>
                  <a:ext uri="{FF2B5EF4-FFF2-40B4-BE49-F238E27FC236}">
                    <a16:creationId xmlns:a16="http://schemas.microsoft.com/office/drawing/2014/main" id="{8F2287FF-7F68-9752-72F6-2B10C60495B3}"/>
                  </a:ext>
                </a:extLst>
              </p:cNvPr>
              <p:cNvSpPr/>
              <p:nvPr/>
            </p:nvSpPr>
            <p:spPr>
              <a:xfrm>
                <a:off x="269489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9" name="ph690">
                <a:extLst>
                  <a:ext uri="{FF2B5EF4-FFF2-40B4-BE49-F238E27FC236}">
                    <a16:creationId xmlns:a16="http://schemas.microsoft.com/office/drawing/2014/main" id="{483FA33B-6CD1-5766-484D-E244193620F6}"/>
                  </a:ext>
                </a:extLst>
              </p:cNvPr>
              <p:cNvSpPr/>
              <p:nvPr/>
            </p:nvSpPr>
            <p:spPr>
              <a:xfrm>
                <a:off x="270433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0" name="ph691">
                <a:extLst>
                  <a:ext uri="{FF2B5EF4-FFF2-40B4-BE49-F238E27FC236}">
                    <a16:creationId xmlns:a16="http://schemas.microsoft.com/office/drawing/2014/main" id="{2485ACC5-BDF9-83E4-4090-052072E7822B}"/>
                  </a:ext>
                </a:extLst>
              </p:cNvPr>
              <p:cNvSpPr/>
              <p:nvPr/>
            </p:nvSpPr>
            <p:spPr>
              <a:xfrm>
                <a:off x="271377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1" name="ph692">
                <a:extLst>
                  <a:ext uri="{FF2B5EF4-FFF2-40B4-BE49-F238E27FC236}">
                    <a16:creationId xmlns:a16="http://schemas.microsoft.com/office/drawing/2014/main" id="{5550B87B-52BF-97CA-AE8C-F8A22942B716}"/>
                  </a:ext>
                </a:extLst>
              </p:cNvPr>
              <p:cNvSpPr/>
              <p:nvPr/>
            </p:nvSpPr>
            <p:spPr>
              <a:xfrm>
                <a:off x="272321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2" name="ph693">
                <a:extLst>
                  <a:ext uri="{FF2B5EF4-FFF2-40B4-BE49-F238E27FC236}">
                    <a16:creationId xmlns:a16="http://schemas.microsoft.com/office/drawing/2014/main" id="{5CFAC243-F248-717A-723A-B2F177D2DBE3}"/>
                  </a:ext>
                </a:extLst>
              </p:cNvPr>
              <p:cNvSpPr/>
              <p:nvPr/>
            </p:nvSpPr>
            <p:spPr>
              <a:xfrm>
                <a:off x="273265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3" name="ph694">
                <a:extLst>
                  <a:ext uri="{FF2B5EF4-FFF2-40B4-BE49-F238E27FC236}">
                    <a16:creationId xmlns:a16="http://schemas.microsoft.com/office/drawing/2014/main" id="{74589B6C-407F-844D-3525-EB2893D6D017}"/>
                  </a:ext>
                </a:extLst>
              </p:cNvPr>
              <p:cNvSpPr/>
              <p:nvPr/>
            </p:nvSpPr>
            <p:spPr>
              <a:xfrm>
                <a:off x="274209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4" name="ph695">
                <a:extLst>
                  <a:ext uri="{FF2B5EF4-FFF2-40B4-BE49-F238E27FC236}">
                    <a16:creationId xmlns:a16="http://schemas.microsoft.com/office/drawing/2014/main" id="{282BE48F-A69C-45C4-FF1D-A2423C93C824}"/>
                  </a:ext>
                </a:extLst>
              </p:cNvPr>
              <p:cNvSpPr/>
              <p:nvPr/>
            </p:nvSpPr>
            <p:spPr>
              <a:xfrm>
                <a:off x="275153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5" name="ph696">
                <a:extLst>
                  <a:ext uri="{FF2B5EF4-FFF2-40B4-BE49-F238E27FC236}">
                    <a16:creationId xmlns:a16="http://schemas.microsoft.com/office/drawing/2014/main" id="{B98B7175-00C7-D867-E679-676AF0959CCE}"/>
                  </a:ext>
                </a:extLst>
              </p:cNvPr>
              <p:cNvSpPr/>
              <p:nvPr/>
            </p:nvSpPr>
            <p:spPr>
              <a:xfrm>
                <a:off x="276097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6" name="ph697">
                <a:extLst>
                  <a:ext uri="{FF2B5EF4-FFF2-40B4-BE49-F238E27FC236}">
                    <a16:creationId xmlns:a16="http://schemas.microsoft.com/office/drawing/2014/main" id="{89C491A0-C653-0F99-530C-E47251E09EAC}"/>
                  </a:ext>
                </a:extLst>
              </p:cNvPr>
              <p:cNvSpPr/>
              <p:nvPr/>
            </p:nvSpPr>
            <p:spPr>
              <a:xfrm>
                <a:off x="277041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7" name="ph698">
                <a:extLst>
                  <a:ext uri="{FF2B5EF4-FFF2-40B4-BE49-F238E27FC236}">
                    <a16:creationId xmlns:a16="http://schemas.microsoft.com/office/drawing/2014/main" id="{2F35B111-F983-21D3-EE8E-6EC6D780E4C0}"/>
                  </a:ext>
                </a:extLst>
              </p:cNvPr>
              <p:cNvSpPr/>
              <p:nvPr/>
            </p:nvSpPr>
            <p:spPr>
              <a:xfrm>
                <a:off x="277985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8" name="ph699">
                <a:extLst>
                  <a:ext uri="{FF2B5EF4-FFF2-40B4-BE49-F238E27FC236}">
                    <a16:creationId xmlns:a16="http://schemas.microsoft.com/office/drawing/2014/main" id="{C9121AAC-3FCB-B39C-9ED9-99F9010476B5}"/>
                  </a:ext>
                </a:extLst>
              </p:cNvPr>
              <p:cNvSpPr/>
              <p:nvPr/>
            </p:nvSpPr>
            <p:spPr>
              <a:xfrm>
                <a:off x="278929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9" name="ph700">
                <a:extLst>
                  <a:ext uri="{FF2B5EF4-FFF2-40B4-BE49-F238E27FC236}">
                    <a16:creationId xmlns:a16="http://schemas.microsoft.com/office/drawing/2014/main" id="{EA6D5605-A229-5668-270B-4961537DBCB9}"/>
                  </a:ext>
                </a:extLst>
              </p:cNvPr>
              <p:cNvSpPr/>
              <p:nvPr/>
            </p:nvSpPr>
            <p:spPr>
              <a:xfrm>
                <a:off x="279873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0" name="ph701">
                <a:extLst>
                  <a:ext uri="{FF2B5EF4-FFF2-40B4-BE49-F238E27FC236}">
                    <a16:creationId xmlns:a16="http://schemas.microsoft.com/office/drawing/2014/main" id="{CF7F0964-A473-CDFC-239D-EC17F0DC096D}"/>
                  </a:ext>
                </a:extLst>
              </p:cNvPr>
              <p:cNvSpPr/>
              <p:nvPr/>
            </p:nvSpPr>
            <p:spPr>
              <a:xfrm>
                <a:off x="280817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1" name="ph702">
                <a:extLst>
                  <a:ext uri="{FF2B5EF4-FFF2-40B4-BE49-F238E27FC236}">
                    <a16:creationId xmlns:a16="http://schemas.microsoft.com/office/drawing/2014/main" id="{CBC37091-B61F-BC27-BB24-0885AE6E0485}"/>
                  </a:ext>
                </a:extLst>
              </p:cNvPr>
              <p:cNvSpPr/>
              <p:nvPr/>
            </p:nvSpPr>
            <p:spPr>
              <a:xfrm>
                <a:off x="281761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2" name="ph703">
                <a:extLst>
                  <a:ext uri="{FF2B5EF4-FFF2-40B4-BE49-F238E27FC236}">
                    <a16:creationId xmlns:a16="http://schemas.microsoft.com/office/drawing/2014/main" id="{1C81CB4A-8B97-791E-AC2F-59F32FE55D01}"/>
                  </a:ext>
                </a:extLst>
              </p:cNvPr>
              <p:cNvSpPr/>
              <p:nvPr/>
            </p:nvSpPr>
            <p:spPr>
              <a:xfrm>
                <a:off x="282705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3" name="ph704">
                <a:extLst>
                  <a:ext uri="{FF2B5EF4-FFF2-40B4-BE49-F238E27FC236}">
                    <a16:creationId xmlns:a16="http://schemas.microsoft.com/office/drawing/2014/main" id="{18FF4DD4-1CC2-0EF6-6435-855648801757}"/>
                  </a:ext>
                </a:extLst>
              </p:cNvPr>
              <p:cNvSpPr/>
              <p:nvPr/>
            </p:nvSpPr>
            <p:spPr>
              <a:xfrm>
                <a:off x="283649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4" name="ph705">
                <a:extLst>
                  <a:ext uri="{FF2B5EF4-FFF2-40B4-BE49-F238E27FC236}">
                    <a16:creationId xmlns:a16="http://schemas.microsoft.com/office/drawing/2014/main" id="{6EE35183-46A7-78F5-DFC2-AF2CD86ECB89}"/>
                  </a:ext>
                </a:extLst>
              </p:cNvPr>
              <p:cNvSpPr/>
              <p:nvPr/>
            </p:nvSpPr>
            <p:spPr>
              <a:xfrm>
                <a:off x="284593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5" name="ph706">
                <a:extLst>
                  <a:ext uri="{FF2B5EF4-FFF2-40B4-BE49-F238E27FC236}">
                    <a16:creationId xmlns:a16="http://schemas.microsoft.com/office/drawing/2014/main" id="{E0798065-5D9F-0187-56B0-BEE38BE0F8F9}"/>
                  </a:ext>
                </a:extLst>
              </p:cNvPr>
              <p:cNvSpPr/>
              <p:nvPr/>
            </p:nvSpPr>
            <p:spPr>
              <a:xfrm>
                <a:off x="285538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6" name="ph707">
                <a:extLst>
                  <a:ext uri="{FF2B5EF4-FFF2-40B4-BE49-F238E27FC236}">
                    <a16:creationId xmlns:a16="http://schemas.microsoft.com/office/drawing/2014/main" id="{CBF81E18-D479-815F-0BCD-49961FEB149F}"/>
                  </a:ext>
                </a:extLst>
              </p:cNvPr>
              <p:cNvSpPr/>
              <p:nvPr/>
            </p:nvSpPr>
            <p:spPr>
              <a:xfrm>
                <a:off x="286482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7" name="ph708">
                <a:extLst>
                  <a:ext uri="{FF2B5EF4-FFF2-40B4-BE49-F238E27FC236}">
                    <a16:creationId xmlns:a16="http://schemas.microsoft.com/office/drawing/2014/main" id="{44B9AAA4-3797-3BC9-6BCD-27240D4F42AA}"/>
                  </a:ext>
                </a:extLst>
              </p:cNvPr>
              <p:cNvSpPr/>
              <p:nvPr/>
            </p:nvSpPr>
            <p:spPr>
              <a:xfrm>
                <a:off x="287426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8" name="ph709">
                <a:extLst>
                  <a:ext uri="{FF2B5EF4-FFF2-40B4-BE49-F238E27FC236}">
                    <a16:creationId xmlns:a16="http://schemas.microsoft.com/office/drawing/2014/main" id="{C93F313D-2E92-12D4-15D6-6B94D746D1FD}"/>
                  </a:ext>
                </a:extLst>
              </p:cNvPr>
              <p:cNvSpPr/>
              <p:nvPr/>
            </p:nvSpPr>
            <p:spPr>
              <a:xfrm>
                <a:off x="288370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9" name="ph710">
                <a:extLst>
                  <a:ext uri="{FF2B5EF4-FFF2-40B4-BE49-F238E27FC236}">
                    <a16:creationId xmlns:a16="http://schemas.microsoft.com/office/drawing/2014/main" id="{7C0FD3BD-F5C1-CA22-29A7-F9A873127E93}"/>
                  </a:ext>
                </a:extLst>
              </p:cNvPr>
              <p:cNvSpPr/>
              <p:nvPr/>
            </p:nvSpPr>
            <p:spPr>
              <a:xfrm>
                <a:off x="289314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0" name="ph711">
                <a:extLst>
                  <a:ext uri="{FF2B5EF4-FFF2-40B4-BE49-F238E27FC236}">
                    <a16:creationId xmlns:a16="http://schemas.microsoft.com/office/drawing/2014/main" id="{4E5F5EF3-26C3-2FAA-92DF-5BF849B0DD37}"/>
                  </a:ext>
                </a:extLst>
              </p:cNvPr>
              <p:cNvSpPr/>
              <p:nvPr/>
            </p:nvSpPr>
            <p:spPr>
              <a:xfrm>
                <a:off x="290258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1" name="ph712">
                <a:extLst>
                  <a:ext uri="{FF2B5EF4-FFF2-40B4-BE49-F238E27FC236}">
                    <a16:creationId xmlns:a16="http://schemas.microsoft.com/office/drawing/2014/main" id="{1535FD26-4F5E-FA30-B9F2-EB14EE847F31}"/>
                  </a:ext>
                </a:extLst>
              </p:cNvPr>
              <p:cNvSpPr/>
              <p:nvPr/>
            </p:nvSpPr>
            <p:spPr>
              <a:xfrm>
                <a:off x="291202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2" name="ph713">
                <a:extLst>
                  <a:ext uri="{FF2B5EF4-FFF2-40B4-BE49-F238E27FC236}">
                    <a16:creationId xmlns:a16="http://schemas.microsoft.com/office/drawing/2014/main" id="{A47628D6-3455-2AD8-FC68-3AFE5E373422}"/>
                  </a:ext>
                </a:extLst>
              </p:cNvPr>
              <p:cNvSpPr/>
              <p:nvPr/>
            </p:nvSpPr>
            <p:spPr>
              <a:xfrm>
                <a:off x="292146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3" name="ph714">
                <a:extLst>
                  <a:ext uri="{FF2B5EF4-FFF2-40B4-BE49-F238E27FC236}">
                    <a16:creationId xmlns:a16="http://schemas.microsoft.com/office/drawing/2014/main" id="{6EC12D10-3C8E-1F67-51C1-CB38DF334ACE}"/>
                  </a:ext>
                </a:extLst>
              </p:cNvPr>
              <p:cNvSpPr/>
              <p:nvPr/>
            </p:nvSpPr>
            <p:spPr>
              <a:xfrm>
                <a:off x="293090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4" name="ph715">
                <a:extLst>
                  <a:ext uri="{FF2B5EF4-FFF2-40B4-BE49-F238E27FC236}">
                    <a16:creationId xmlns:a16="http://schemas.microsoft.com/office/drawing/2014/main" id="{5572DC14-CF2C-C4CA-DB7F-9E895C7BE762}"/>
                  </a:ext>
                </a:extLst>
              </p:cNvPr>
              <p:cNvSpPr/>
              <p:nvPr/>
            </p:nvSpPr>
            <p:spPr>
              <a:xfrm>
                <a:off x="294034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5" name="ph716">
                <a:extLst>
                  <a:ext uri="{FF2B5EF4-FFF2-40B4-BE49-F238E27FC236}">
                    <a16:creationId xmlns:a16="http://schemas.microsoft.com/office/drawing/2014/main" id="{2E15F449-9095-D921-DA4A-29567783DE85}"/>
                  </a:ext>
                </a:extLst>
              </p:cNvPr>
              <p:cNvSpPr/>
              <p:nvPr/>
            </p:nvSpPr>
            <p:spPr>
              <a:xfrm>
                <a:off x="294978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6" name="ph717">
                <a:extLst>
                  <a:ext uri="{FF2B5EF4-FFF2-40B4-BE49-F238E27FC236}">
                    <a16:creationId xmlns:a16="http://schemas.microsoft.com/office/drawing/2014/main" id="{45E2D00A-320E-E983-8464-EF6E8E5F2F5D}"/>
                  </a:ext>
                </a:extLst>
              </p:cNvPr>
              <p:cNvSpPr/>
              <p:nvPr/>
            </p:nvSpPr>
            <p:spPr>
              <a:xfrm>
                <a:off x="295922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7" name="ph718">
                <a:extLst>
                  <a:ext uri="{FF2B5EF4-FFF2-40B4-BE49-F238E27FC236}">
                    <a16:creationId xmlns:a16="http://schemas.microsoft.com/office/drawing/2014/main" id="{BBCDEF0B-04CF-791C-2DA5-34BF81AF3AAB}"/>
                  </a:ext>
                </a:extLst>
              </p:cNvPr>
              <p:cNvSpPr/>
              <p:nvPr/>
            </p:nvSpPr>
            <p:spPr>
              <a:xfrm>
                <a:off x="296866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8" name="ph719">
                <a:extLst>
                  <a:ext uri="{FF2B5EF4-FFF2-40B4-BE49-F238E27FC236}">
                    <a16:creationId xmlns:a16="http://schemas.microsoft.com/office/drawing/2014/main" id="{9C3284A7-C16D-A6DF-A90D-684DE9970712}"/>
                  </a:ext>
                </a:extLst>
              </p:cNvPr>
              <p:cNvSpPr/>
              <p:nvPr/>
            </p:nvSpPr>
            <p:spPr>
              <a:xfrm>
                <a:off x="297810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9" name="ph720">
                <a:extLst>
                  <a:ext uri="{FF2B5EF4-FFF2-40B4-BE49-F238E27FC236}">
                    <a16:creationId xmlns:a16="http://schemas.microsoft.com/office/drawing/2014/main" id="{A05CF569-6C1E-6A3C-358F-988B0D98F3EE}"/>
                  </a:ext>
                </a:extLst>
              </p:cNvPr>
              <p:cNvSpPr/>
              <p:nvPr/>
            </p:nvSpPr>
            <p:spPr>
              <a:xfrm>
                <a:off x="2987543" y="262460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519"/>
                    </a:lnTo>
                    <a:lnTo>
                      <a:pt x="921532" y="908931"/>
                    </a:lnTo>
                    <a:lnTo>
                      <a:pt x="921244" y="913888"/>
                    </a:lnTo>
                    <a:lnTo>
                      <a:pt x="921200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0" name="ph721">
                <a:extLst>
                  <a:ext uri="{FF2B5EF4-FFF2-40B4-BE49-F238E27FC236}">
                    <a16:creationId xmlns:a16="http://schemas.microsoft.com/office/drawing/2014/main" id="{DBF64D4C-97EA-CF2C-0CB8-6C335F849FD4}"/>
                  </a:ext>
                </a:extLst>
              </p:cNvPr>
              <p:cNvSpPr/>
              <p:nvPr/>
            </p:nvSpPr>
            <p:spPr>
              <a:xfrm>
                <a:off x="2996983" y="2607036"/>
                <a:ext cx="923840" cy="9250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08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8120"/>
                    </a:lnTo>
                    <a:lnTo>
                      <a:pt x="921337" y="920221"/>
                    </a:lnTo>
                    <a:lnTo>
                      <a:pt x="915742" y="924267"/>
                    </a:lnTo>
                    <a:lnTo>
                      <a:pt x="914399" y="92508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1" name="ph722">
                <a:extLst>
                  <a:ext uri="{FF2B5EF4-FFF2-40B4-BE49-F238E27FC236}">
                    <a16:creationId xmlns:a16="http://schemas.microsoft.com/office/drawing/2014/main" id="{4F940A79-9FAC-F02D-612A-388AFD4790F6}"/>
                  </a:ext>
                </a:extLst>
              </p:cNvPr>
              <p:cNvSpPr/>
              <p:nvPr/>
            </p:nvSpPr>
            <p:spPr>
              <a:xfrm>
                <a:off x="3006423" y="2607036"/>
                <a:ext cx="918648" cy="918120"/>
              </a:xfrm>
              <a:custGeom>
                <a:avLst/>
                <a:gdLst/>
                <a:ahLst/>
                <a:cxnLst/>
                <a:rect l="0" t="0" r="0" b="0"/>
                <a:pathLst>
                  <a:path w="918648" h="918120">
                    <a:moveTo>
                      <a:pt x="914400" y="914400"/>
                    </a:moveTo>
                    <a:lnTo>
                      <a:pt x="918648" y="914400"/>
                    </a:lnTo>
                    <a:lnTo>
                      <a:pt x="917368" y="915629"/>
                    </a:lnTo>
                    <a:lnTo>
                      <a:pt x="914400" y="918120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2" name="ph723">
                <a:extLst>
                  <a:ext uri="{FF2B5EF4-FFF2-40B4-BE49-F238E27FC236}">
                    <a16:creationId xmlns:a16="http://schemas.microsoft.com/office/drawing/2014/main" id="{EA27755B-08FD-528B-59B0-D15FE38A2162}"/>
                  </a:ext>
                </a:extLst>
              </p:cNvPr>
              <p:cNvSpPr/>
              <p:nvPr/>
            </p:nvSpPr>
            <p:spPr>
              <a:xfrm>
                <a:off x="2496650" y="260703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856" y="914400"/>
                    </a:lnTo>
                    <a:lnTo>
                      <a:pt x="913793" y="904000"/>
                    </a:lnTo>
                    <a:lnTo>
                      <a:pt x="914400" y="898909"/>
                    </a:lnTo>
                    <a:close/>
                  </a:path>
                </a:pathLst>
              </a:custGeom>
              <a:solidFill>
                <a:srgbClr val="FE9E62">
                  <a:alpha val="100000"/>
                </a:srgbClr>
              </a:solidFill>
              <a:ln w="5420" cap="flat">
                <a:solidFill>
                  <a:srgbClr val="FE9E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3" name="ph724">
                <a:extLst>
                  <a:ext uri="{FF2B5EF4-FFF2-40B4-BE49-F238E27FC236}">
                    <a16:creationId xmlns:a16="http://schemas.microsoft.com/office/drawing/2014/main" id="{F589DC87-2DC3-4C75-25C8-E41A777FEB41}"/>
                  </a:ext>
                </a:extLst>
              </p:cNvPr>
              <p:cNvSpPr/>
              <p:nvPr/>
            </p:nvSpPr>
            <p:spPr>
              <a:xfrm>
                <a:off x="2506091" y="2589467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6479"/>
                    </a:lnTo>
                    <a:lnTo>
                      <a:pt x="905207" y="914399"/>
                    </a:lnTo>
                    <a:close/>
                  </a:path>
                </a:pathLst>
              </a:custGeom>
              <a:solidFill>
                <a:srgbClr val="FEA667">
                  <a:alpha val="100000"/>
                </a:srgbClr>
              </a:solidFill>
              <a:ln w="5420" cap="flat">
                <a:solidFill>
                  <a:srgbClr val="FEA6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4" name="ph725">
                <a:extLst>
                  <a:ext uri="{FF2B5EF4-FFF2-40B4-BE49-F238E27FC236}">
                    <a16:creationId xmlns:a16="http://schemas.microsoft.com/office/drawing/2014/main" id="{08ACEDFB-4122-191F-4277-87849AC96F6B}"/>
                  </a:ext>
                </a:extLst>
              </p:cNvPr>
              <p:cNvSpPr/>
              <p:nvPr/>
            </p:nvSpPr>
            <p:spPr>
              <a:xfrm>
                <a:off x="250609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567">
                  <a:alpha val="100000"/>
                </a:srgbClr>
              </a:solidFill>
              <a:ln w="5420" cap="flat">
                <a:solidFill>
                  <a:srgbClr val="FEA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5" name="ph726">
                <a:extLst>
                  <a:ext uri="{FF2B5EF4-FFF2-40B4-BE49-F238E27FC236}">
                    <a16:creationId xmlns:a16="http://schemas.microsoft.com/office/drawing/2014/main" id="{DA04D18F-4D6C-44FC-F36D-9715C183ADE5}"/>
                  </a:ext>
                </a:extLst>
              </p:cNvPr>
              <p:cNvSpPr/>
              <p:nvPr/>
            </p:nvSpPr>
            <p:spPr>
              <a:xfrm>
                <a:off x="251553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566">
                  <a:alpha val="100000"/>
                </a:srgbClr>
              </a:solidFill>
              <a:ln w="5420" cap="flat">
                <a:solidFill>
                  <a:srgbClr val="FEA5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6" name="ph727">
                <a:extLst>
                  <a:ext uri="{FF2B5EF4-FFF2-40B4-BE49-F238E27FC236}">
                    <a16:creationId xmlns:a16="http://schemas.microsoft.com/office/drawing/2014/main" id="{E37B7BE6-6E35-82CC-D693-FF2AF1DC4D40}"/>
                  </a:ext>
                </a:extLst>
              </p:cNvPr>
              <p:cNvSpPr/>
              <p:nvPr/>
            </p:nvSpPr>
            <p:spPr>
              <a:xfrm>
                <a:off x="252497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7" name="ph728">
                <a:extLst>
                  <a:ext uri="{FF2B5EF4-FFF2-40B4-BE49-F238E27FC236}">
                    <a16:creationId xmlns:a16="http://schemas.microsoft.com/office/drawing/2014/main" id="{3F588668-CDBC-872B-C2CE-1998A7FE0572}"/>
                  </a:ext>
                </a:extLst>
              </p:cNvPr>
              <p:cNvSpPr/>
              <p:nvPr/>
            </p:nvSpPr>
            <p:spPr>
              <a:xfrm>
                <a:off x="253441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8" name="ph729">
                <a:extLst>
                  <a:ext uri="{FF2B5EF4-FFF2-40B4-BE49-F238E27FC236}">
                    <a16:creationId xmlns:a16="http://schemas.microsoft.com/office/drawing/2014/main" id="{0E3C7A28-628E-62DB-FD72-A2D9E7949383}"/>
                  </a:ext>
                </a:extLst>
              </p:cNvPr>
              <p:cNvSpPr/>
              <p:nvPr/>
            </p:nvSpPr>
            <p:spPr>
              <a:xfrm>
                <a:off x="254385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466">
                  <a:alpha val="100000"/>
                </a:srgbClr>
              </a:solidFill>
              <a:ln w="5420" cap="flat">
                <a:solidFill>
                  <a:srgbClr val="FEA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9" name="ph730">
                <a:extLst>
                  <a:ext uri="{FF2B5EF4-FFF2-40B4-BE49-F238E27FC236}">
                    <a16:creationId xmlns:a16="http://schemas.microsoft.com/office/drawing/2014/main" id="{B00349CA-C170-7636-C288-0E69E2BE8C54}"/>
                  </a:ext>
                </a:extLst>
              </p:cNvPr>
              <p:cNvSpPr/>
              <p:nvPr/>
            </p:nvSpPr>
            <p:spPr>
              <a:xfrm>
                <a:off x="255329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6">
                  <a:alpha val="100000"/>
                </a:srgbClr>
              </a:solidFill>
              <a:ln w="5420" cap="flat">
                <a:solidFill>
                  <a:srgbClr val="FEA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0" name="ph731">
                <a:extLst>
                  <a:ext uri="{FF2B5EF4-FFF2-40B4-BE49-F238E27FC236}">
                    <a16:creationId xmlns:a16="http://schemas.microsoft.com/office/drawing/2014/main" id="{BDC70DEF-2CC6-4545-A8D5-225928100E99}"/>
                  </a:ext>
                </a:extLst>
              </p:cNvPr>
              <p:cNvSpPr/>
              <p:nvPr/>
            </p:nvSpPr>
            <p:spPr>
              <a:xfrm>
                <a:off x="256273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1" name="ph732">
                <a:extLst>
                  <a:ext uri="{FF2B5EF4-FFF2-40B4-BE49-F238E27FC236}">
                    <a16:creationId xmlns:a16="http://schemas.microsoft.com/office/drawing/2014/main" id="{86A77DDF-9596-C64E-D13F-E22EE227CC3D}"/>
                  </a:ext>
                </a:extLst>
              </p:cNvPr>
              <p:cNvSpPr/>
              <p:nvPr/>
            </p:nvSpPr>
            <p:spPr>
              <a:xfrm>
                <a:off x="257217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365">
                  <a:alpha val="100000"/>
                </a:srgbClr>
              </a:solidFill>
              <a:ln w="5420" cap="flat">
                <a:solidFill>
                  <a:srgbClr val="FEA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2" name="ph733">
                <a:extLst>
                  <a:ext uri="{FF2B5EF4-FFF2-40B4-BE49-F238E27FC236}">
                    <a16:creationId xmlns:a16="http://schemas.microsoft.com/office/drawing/2014/main" id="{FD2A42F3-0A91-FC56-DF01-288C7A4AC9E0}"/>
                  </a:ext>
                </a:extLst>
              </p:cNvPr>
              <p:cNvSpPr/>
              <p:nvPr/>
            </p:nvSpPr>
            <p:spPr>
              <a:xfrm>
                <a:off x="258161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3" name="ph734">
                <a:extLst>
                  <a:ext uri="{FF2B5EF4-FFF2-40B4-BE49-F238E27FC236}">
                    <a16:creationId xmlns:a16="http://schemas.microsoft.com/office/drawing/2014/main" id="{8D4E4018-6FDC-F4E3-E16C-91D953D5E480}"/>
                  </a:ext>
                </a:extLst>
              </p:cNvPr>
              <p:cNvSpPr/>
              <p:nvPr/>
            </p:nvSpPr>
            <p:spPr>
              <a:xfrm>
                <a:off x="259105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4" name="ph735">
                <a:extLst>
                  <a:ext uri="{FF2B5EF4-FFF2-40B4-BE49-F238E27FC236}">
                    <a16:creationId xmlns:a16="http://schemas.microsoft.com/office/drawing/2014/main" id="{975430C8-F1E4-B9B5-8F19-116B264AB005}"/>
                  </a:ext>
                </a:extLst>
              </p:cNvPr>
              <p:cNvSpPr/>
              <p:nvPr/>
            </p:nvSpPr>
            <p:spPr>
              <a:xfrm>
                <a:off x="260049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5" name="ph736">
                <a:extLst>
                  <a:ext uri="{FF2B5EF4-FFF2-40B4-BE49-F238E27FC236}">
                    <a16:creationId xmlns:a16="http://schemas.microsoft.com/office/drawing/2014/main" id="{9A126775-1F7D-AFBD-BF90-4CD5A46A4B15}"/>
                  </a:ext>
                </a:extLst>
              </p:cNvPr>
              <p:cNvSpPr/>
              <p:nvPr/>
            </p:nvSpPr>
            <p:spPr>
              <a:xfrm>
                <a:off x="260993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6" name="ph737">
                <a:extLst>
                  <a:ext uri="{FF2B5EF4-FFF2-40B4-BE49-F238E27FC236}">
                    <a16:creationId xmlns:a16="http://schemas.microsoft.com/office/drawing/2014/main" id="{DD58C0F1-7296-721A-A94A-AB366AACA42C}"/>
                  </a:ext>
                </a:extLst>
              </p:cNvPr>
              <p:cNvSpPr/>
              <p:nvPr/>
            </p:nvSpPr>
            <p:spPr>
              <a:xfrm>
                <a:off x="261937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7" name="ph738">
                <a:extLst>
                  <a:ext uri="{FF2B5EF4-FFF2-40B4-BE49-F238E27FC236}">
                    <a16:creationId xmlns:a16="http://schemas.microsoft.com/office/drawing/2014/main" id="{281429CE-6EDC-7D6C-330D-10A36382EE21}"/>
                  </a:ext>
                </a:extLst>
              </p:cNvPr>
              <p:cNvSpPr/>
              <p:nvPr/>
            </p:nvSpPr>
            <p:spPr>
              <a:xfrm>
                <a:off x="262881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8" name="ph739">
                <a:extLst>
                  <a:ext uri="{FF2B5EF4-FFF2-40B4-BE49-F238E27FC236}">
                    <a16:creationId xmlns:a16="http://schemas.microsoft.com/office/drawing/2014/main" id="{64E39B6C-0617-6E5B-9996-566ED2281977}"/>
                  </a:ext>
                </a:extLst>
              </p:cNvPr>
              <p:cNvSpPr/>
              <p:nvPr/>
            </p:nvSpPr>
            <p:spPr>
              <a:xfrm>
                <a:off x="263825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A265">
                  <a:alpha val="100000"/>
                </a:srgbClr>
              </a:solidFill>
              <a:ln w="5420" cap="flat">
                <a:solidFill>
                  <a:srgbClr val="FEA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9" name="ph740">
                <a:extLst>
                  <a:ext uri="{FF2B5EF4-FFF2-40B4-BE49-F238E27FC236}">
                    <a16:creationId xmlns:a16="http://schemas.microsoft.com/office/drawing/2014/main" id="{4EE9564F-0EF7-AF5F-1682-606C686FF04D}"/>
                  </a:ext>
                </a:extLst>
              </p:cNvPr>
              <p:cNvSpPr/>
              <p:nvPr/>
            </p:nvSpPr>
            <p:spPr>
              <a:xfrm>
                <a:off x="264769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0" name="ph741">
                <a:extLst>
                  <a:ext uri="{FF2B5EF4-FFF2-40B4-BE49-F238E27FC236}">
                    <a16:creationId xmlns:a16="http://schemas.microsoft.com/office/drawing/2014/main" id="{029D41B3-033F-B50A-FEA7-B9ABC2713052}"/>
                  </a:ext>
                </a:extLst>
              </p:cNvPr>
              <p:cNvSpPr/>
              <p:nvPr/>
            </p:nvSpPr>
            <p:spPr>
              <a:xfrm>
                <a:off x="265713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1" name="ph742">
                <a:extLst>
                  <a:ext uri="{FF2B5EF4-FFF2-40B4-BE49-F238E27FC236}">
                    <a16:creationId xmlns:a16="http://schemas.microsoft.com/office/drawing/2014/main" id="{903DCB31-E6E4-3762-F7DF-AF0079AB7A5D}"/>
                  </a:ext>
                </a:extLst>
              </p:cNvPr>
              <p:cNvSpPr/>
              <p:nvPr/>
            </p:nvSpPr>
            <p:spPr>
              <a:xfrm>
                <a:off x="266657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2" name="ph743">
                <a:extLst>
                  <a:ext uri="{FF2B5EF4-FFF2-40B4-BE49-F238E27FC236}">
                    <a16:creationId xmlns:a16="http://schemas.microsoft.com/office/drawing/2014/main" id="{307217F1-1B1E-7ACF-B505-D6A921B28992}"/>
                  </a:ext>
                </a:extLst>
              </p:cNvPr>
              <p:cNvSpPr/>
              <p:nvPr/>
            </p:nvSpPr>
            <p:spPr>
              <a:xfrm>
                <a:off x="267601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3" name="ph744">
                <a:extLst>
                  <a:ext uri="{FF2B5EF4-FFF2-40B4-BE49-F238E27FC236}">
                    <a16:creationId xmlns:a16="http://schemas.microsoft.com/office/drawing/2014/main" id="{F3E4B919-1042-154E-A290-0D743359B1D6}"/>
                  </a:ext>
                </a:extLst>
              </p:cNvPr>
              <p:cNvSpPr/>
              <p:nvPr/>
            </p:nvSpPr>
            <p:spPr>
              <a:xfrm>
                <a:off x="268545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4" name="ph745">
                <a:extLst>
                  <a:ext uri="{FF2B5EF4-FFF2-40B4-BE49-F238E27FC236}">
                    <a16:creationId xmlns:a16="http://schemas.microsoft.com/office/drawing/2014/main" id="{307F7420-E85F-5AF4-2430-D1B143F720F7}"/>
                  </a:ext>
                </a:extLst>
              </p:cNvPr>
              <p:cNvSpPr/>
              <p:nvPr/>
            </p:nvSpPr>
            <p:spPr>
              <a:xfrm>
                <a:off x="269489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5" name="ph746">
                <a:extLst>
                  <a:ext uri="{FF2B5EF4-FFF2-40B4-BE49-F238E27FC236}">
                    <a16:creationId xmlns:a16="http://schemas.microsoft.com/office/drawing/2014/main" id="{3DDA54C7-B579-AEB7-72E1-0181AA73966E}"/>
                  </a:ext>
                </a:extLst>
              </p:cNvPr>
              <p:cNvSpPr/>
              <p:nvPr/>
            </p:nvSpPr>
            <p:spPr>
              <a:xfrm>
                <a:off x="270433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6" name="ph747">
                <a:extLst>
                  <a:ext uri="{FF2B5EF4-FFF2-40B4-BE49-F238E27FC236}">
                    <a16:creationId xmlns:a16="http://schemas.microsoft.com/office/drawing/2014/main" id="{4EB08B6E-805B-5904-3C7C-017D1D0DF990}"/>
                  </a:ext>
                </a:extLst>
              </p:cNvPr>
              <p:cNvSpPr/>
              <p:nvPr/>
            </p:nvSpPr>
            <p:spPr>
              <a:xfrm>
                <a:off x="271377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7" name="ph748">
                <a:extLst>
                  <a:ext uri="{FF2B5EF4-FFF2-40B4-BE49-F238E27FC236}">
                    <a16:creationId xmlns:a16="http://schemas.microsoft.com/office/drawing/2014/main" id="{2958D355-4EF5-CCDD-629A-BC4603E73E93}"/>
                  </a:ext>
                </a:extLst>
              </p:cNvPr>
              <p:cNvSpPr/>
              <p:nvPr/>
            </p:nvSpPr>
            <p:spPr>
              <a:xfrm>
                <a:off x="272321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8" name="ph749">
                <a:extLst>
                  <a:ext uri="{FF2B5EF4-FFF2-40B4-BE49-F238E27FC236}">
                    <a16:creationId xmlns:a16="http://schemas.microsoft.com/office/drawing/2014/main" id="{DD052A5B-154C-0BAE-D33E-F24D17099D67}"/>
                  </a:ext>
                </a:extLst>
              </p:cNvPr>
              <p:cNvSpPr/>
              <p:nvPr/>
            </p:nvSpPr>
            <p:spPr>
              <a:xfrm>
                <a:off x="273265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9" name="ph750">
                <a:extLst>
                  <a:ext uri="{FF2B5EF4-FFF2-40B4-BE49-F238E27FC236}">
                    <a16:creationId xmlns:a16="http://schemas.microsoft.com/office/drawing/2014/main" id="{A2DC2FC4-A8A9-B64C-2199-44D21B76B0D9}"/>
                  </a:ext>
                </a:extLst>
              </p:cNvPr>
              <p:cNvSpPr/>
              <p:nvPr/>
            </p:nvSpPr>
            <p:spPr>
              <a:xfrm>
                <a:off x="274209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0" name="ph751">
                <a:extLst>
                  <a:ext uri="{FF2B5EF4-FFF2-40B4-BE49-F238E27FC236}">
                    <a16:creationId xmlns:a16="http://schemas.microsoft.com/office/drawing/2014/main" id="{E8964E7D-31A2-5AE9-EF22-822374D4FD3C}"/>
                  </a:ext>
                </a:extLst>
              </p:cNvPr>
              <p:cNvSpPr/>
              <p:nvPr/>
            </p:nvSpPr>
            <p:spPr>
              <a:xfrm>
                <a:off x="275153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1" name="ph752">
                <a:extLst>
                  <a:ext uri="{FF2B5EF4-FFF2-40B4-BE49-F238E27FC236}">
                    <a16:creationId xmlns:a16="http://schemas.microsoft.com/office/drawing/2014/main" id="{4690D14C-3AB5-1BF3-CA45-3E6074A88B4A}"/>
                  </a:ext>
                </a:extLst>
              </p:cNvPr>
              <p:cNvSpPr/>
              <p:nvPr/>
            </p:nvSpPr>
            <p:spPr>
              <a:xfrm>
                <a:off x="276097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2" name="ph753">
                <a:extLst>
                  <a:ext uri="{FF2B5EF4-FFF2-40B4-BE49-F238E27FC236}">
                    <a16:creationId xmlns:a16="http://schemas.microsoft.com/office/drawing/2014/main" id="{EBE480AB-9F2C-95A2-3902-8562BF3B8C48}"/>
                  </a:ext>
                </a:extLst>
              </p:cNvPr>
              <p:cNvSpPr/>
              <p:nvPr/>
            </p:nvSpPr>
            <p:spPr>
              <a:xfrm>
                <a:off x="277041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3" name="ph754">
                <a:extLst>
                  <a:ext uri="{FF2B5EF4-FFF2-40B4-BE49-F238E27FC236}">
                    <a16:creationId xmlns:a16="http://schemas.microsoft.com/office/drawing/2014/main" id="{FB054FEB-9963-80FB-A1F0-DB25574F3F5B}"/>
                  </a:ext>
                </a:extLst>
              </p:cNvPr>
              <p:cNvSpPr/>
              <p:nvPr/>
            </p:nvSpPr>
            <p:spPr>
              <a:xfrm>
                <a:off x="277985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4" name="ph755">
                <a:extLst>
                  <a:ext uri="{FF2B5EF4-FFF2-40B4-BE49-F238E27FC236}">
                    <a16:creationId xmlns:a16="http://schemas.microsoft.com/office/drawing/2014/main" id="{9DFE54B3-31CD-1326-9DB4-D5C2407AEC4F}"/>
                  </a:ext>
                </a:extLst>
              </p:cNvPr>
              <p:cNvSpPr/>
              <p:nvPr/>
            </p:nvSpPr>
            <p:spPr>
              <a:xfrm>
                <a:off x="278929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5" name="ph756">
                <a:extLst>
                  <a:ext uri="{FF2B5EF4-FFF2-40B4-BE49-F238E27FC236}">
                    <a16:creationId xmlns:a16="http://schemas.microsoft.com/office/drawing/2014/main" id="{F6F143B3-3581-067C-C364-89A1C74D7296}"/>
                  </a:ext>
                </a:extLst>
              </p:cNvPr>
              <p:cNvSpPr/>
              <p:nvPr/>
            </p:nvSpPr>
            <p:spPr>
              <a:xfrm>
                <a:off x="279873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6" name="ph757">
                <a:extLst>
                  <a:ext uri="{FF2B5EF4-FFF2-40B4-BE49-F238E27FC236}">
                    <a16:creationId xmlns:a16="http://schemas.microsoft.com/office/drawing/2014/main" id="{D3A77FAA-10F8-82BE-0276-D7A55B3AF68C}"/>
                  </a:ext>
                </a:extLst>
              </p:cNvPr>
              <p:cNvSpPr/>
              <p:nvPr/>
            </p:nvSpPr>
            <p:spPr>
              <a:xfrm>
                <a:off x="280817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7" name="ph758">
                <a:extLst>
                  <a:ext uri="{FF2B5EF4-FFF2-40B4-BE49-F238E27FC236}">
                    <a16:creationId xmlns:a16="http://schemas.microsoft.com/office/drawing/2014/main" id="{C7083272-1048-9D49-2B08-84715BC7F4E5}"/>
                  </a:ext>
                </a:extLst>
              </p:cNvPr>
              <p:cNvSpPr/>
              <p:nvPr/>
            </p:nvSpPr>
            <p:spPr>
              <a:xfrm>
                <a:off x="281761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8" name="ph759">
                <a:extLst>
                  <a:ext uri="{FF2B5EF4-FFF2-40B4-BE49-F238E27FC236}">
                    <a16:creationId xmlns:a16="http://schemas.microsoft.com/office/drawing/2014/main" id="{4FF2B617-34C1-5B23-208A-3F8487AF581B}"/>
                  </a:ext>
                </a:extLst>
              </p:cNvPr>
              <p:cNvSpPr/>
              <p:nvPr/>
            </p:nvSpPr>
            <p:spPr>
              <a:xfrm>
                <a:off x="282705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9" name="ph760">
                <a:extLst>
                  <a:ext uri="{FF2B5EF4-FFF2-40B4-BE49-F238E27FC236}">
                    <a16:creationId xmlns:a16="http://schemas.microsoft.com/office/drawing/2014/main" id="{FC84D8B8-C715-C782-FBCD-C3537DCD6100}"/>
                  </a:ext>
                </a:extLst>
              </p:cNvPr>
              <p:cNvSpPr/>
              <p:nvPr/>
            </p:nvSpPr>
            <p:spPr>
              <a:xfrm>
                <a:off x="283649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0" name="ph761">
                <a:extLst>
                  <a:ext uri="{FF2B5EF4-FFF2-40B4-BE49-F238E27FC236}">
                    <a16:creationId xmlns:a16="http://schemas.microsoft.com/office/drawing/2014/main" id="{2E8D152E-A17B-DAC6-486B-71FB5CA28BE5}"/>
                  </a:ext>
                </a:extLst>
              </p:cNvPr>
              <p:cNvSpPr/>
              <p:nvPr/>
            </p:nvSpPr>
            <p:spPr>
              <a:xfrm>
                <a:off x="284593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1" name="ph762">
                <a:extLst>
                  <a:ext uri="{FF2B5EF4-FFF2-40B4-BE49-F238E27FC236}">
                    <a16:creationId xmlns:a16="http://schemas.microsoft.com/office/drawing/2014/main" id="{1653E98F-FA60-79DB-6E49-85927C0CCDCC}"/>
                  </a:ext>
                </a:extLst>
              </p:cNvPr>
              <p:cNvSpPr/>
              <p:nvPr/>
            </p:nvSpPr>
            <p:spPr>
              <a:xfrm>
                <a:off x="285538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2" name="ph763">
                <a:extLst>
                  <a:ext uri="{FF2B5EF4-FFF2-40B4-BE49-F238E27FC236}">
                    <a16:creationId xmlns:a16="http://schemas.microsoft.com/office/drawing/2014/main" id="{3D6A5CE0-AA43-9CA0-C74A-AF7A40F92833}"/>
                  </a:ext>
                </a:extLst>
              </p:cNvPr>
              <p:cNvSpPr/>
              <p:nvPr/>
            </p:nvSpPr>
            <p:spPr>
              <a:xfrm>
                <a:off x="286482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3" name="ph764">
                <a:extLst>
                  <a:ext uri="{FF2B5EF4-FFF2-40B4-BE49-F238E27FC236}">
                    <a16:creationId xmlns:a16="http://schemas.microsoft.com/office/drawing/2014/main" id="{1D582823-DACF-9AF1-3E0A-531EDF28689A}"/>
                  </a:ext>
                </a:extLst>
              </p:cNvPr>
              <p:cNvSpPr/>
              <p:nvPr/>
            </p:nvSpPr>
            <p:spPr>
              <a:xfrm>
                <a:off x="287426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4" name="ph765">
                <a:extLst>
                  <a:ext uri="{FF2B5EF4-FFF2-40B4-BE49-F238E27FC236}">
                    <a16:creationId xmlns:a16="http://schemas.microsoft.com/office/drawing/2014/main" id="{BC2EA201-C289-F691-61D1-87F116C2FDE4}"/>
                  </a:ext>
                </a:extLst>
              </p:cNvPr>
              <p:cNvSpPr/>
              <p:nvPr/>
            </p:nvSpPr>
            <p:spPr>
              <a:xfrm>
                <a:off x="288370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5" name="ph766">
                <a:extLst>
                  <a:ext uri="{FF2B5EF4-FFF2-40B4-BE49-F238E27FC236}">
                    <a16:creationId xmlns:a16="http://schemas.microsoft.com/office/drawing/2014/main" id="{5416E801-E836-0A73-0CBC-D500D7F75D1B}"/>
                  </a:ext>
                </a:extLst>
              </p:cNvPr>
              <p:cNvSpPr/>
              <p:nvPr/>
            </p:nvSpPr>
            <p:spPr>
              <a:xfrm>
                <a:off x="289314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6" name="ph767">
                <a:extLst>
                  <a:ext uri="{FF2B5EF4-FFF2-40B4-BE49-F238E27FC236}">
                    <a16:creationId xmlns:a16="http://schemas.microsoft.com/office/drawing/2014/main" id="{4C7BEB52-3398-A78C-9905-B42AD0007E13}"/>
                  </a:ext>
                </a:extLst>
              </p:cNvPr>
              <p:cNvSpPr/>
              <p:nvPr/>
            </p:nvSpPr>
            <p:spPr>
              <a:xfrm>
                <a:off x="290258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7" name="ph768">
                <a:extLst>
                  <a:ext uri="{FF2B5EF4-FFF2-40B4-BE49-F238E27FC236}">
                    <a16:creationId xmlns:a16="http://schemas.microsoft.com/office/drawing/2014/main" id="{9FE9558F-4EBF-D189-2B6E-F39AF55887A5}"/>
                  </a:ext>
                </a:extLst>
              </p:cNvPr>
              <p:cNvSpPr/>
              <p:nvPr/>
            </p:nvSpPr>
            <p:spPr>
              <a:xfrm>
                <a:off x="291202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8" name="ph769">
                <a:extLst>
                  <a:ext uri="{FF2B5EF4-FFF2-40B4-BE49-F238E27FC236}">
                    <a16:creationId xmlns:a16="http://schemas.microsoft.com/office/drawing/2014/main" id="{D1A39619-D969-7B99-8A81-28CF6B56BA7D}"/>
                  </a:ext>
                </a:extLst>
              </p:cNvPr>
              <p:cNvSpPr/>
              <p:nvPr/>
            </p:nvSpPr>
            <p:spPr>
              <a:xfrm>
                <a:off x="292146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9" name="ph770">
                <a:extLst>
                  <a:ext uri="{FF2B5EF4-FFF2-40B4-BE49-F238E27FC236}">
                    <a16:creationId xmlns:a16="http://schemas.microsoft.com/office/drawing/2014/main" id="{909A9F8A-BA78-20D3-4247-3C08DC3F0214}"/>
                  </a:ext>
                </a:extLst>
              </p:cNvPr>
              <p:cNvSpPr/>
              <p:nvPr/>
            </p:nvSpPr>
            <p:spPr>
              <a:xfrm>
                <a:off x="293090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0" name="ph771">
                <a:extLst>
                  <a:ext uri="{FF2B5EF4-FFF2-40B4-BE49-F238E27FC236}">
                    <a16:creationId xmlns:a16="http://schemas.microsoft.com/office/drawing/2014/main" id="{C95CF73C-2E28-48B3-F25C-3A6C051C5272}"/>
                  </a:ext>
                </a:extLst>
              </p:cNvPr>
              <p:cNvSpPr/>
              <p:nvPr/>
            </p:nvSpPr>
            <p:spPr>
              <a:xfrm>
                <a:off x="294034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1" name="ph772">
                <a:extLst>
                  <a:ext uri="{FF2B5EF4-FFF2-40B4-BE49-F238E27FC236}">
                    <a16:creationId xmlns:a16="http://schemas.microsoft.com/office/drawing/2014/main" id="{C118A195-ABF0-39F6-A06E-BF98939F24BD}"/>
                  </a:ext>
                </a:extLst>
              </p:cNvPr>
              <p:cNvSpPr/>
              <p:nvPr/>
            </p:nvSpPr>
            <p:spPr>
              <a:xfrm>
                <a:off x="294978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2" name="ph773">
                <a:extLst>
                  <a:ext uri="{FF2B5EF4-FFF2-40B4-BE49-F238E27FC236}">
                    <a16:creationId xmlns:a16="http://schemas.microsoft.com/office/drawing/2014/main" id="{F7812FE5-1359-99D7-2076-1448F0600914}"/>
                  </a:ext>
                </a:extLst>
              </p:cNvPr>
              <p:cNvSpPr/>
              <p:nvPr/>
            </p:nvSpPr>
            <p:spPr>
              <a:xfrm>
                <a:off x="295922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3" name="ph774">
                <a:extLst>
                  <a:ext uri="{FF2B5EF4-FFF2-40B4-BE49-F238E27FC236}">
                    <a16:creationId xmlns:a16="http://schemas.microsoft.com/office/drawing/2014/main" id="{4E269303-BFB3-436E-A495-172DD55A08C4}"/>
                  </a:ext>
                </a:extLst>
              </p:cNvPr>
              <p:cNvSpPr/>
              <p:nvPr/>
            </p:nvSpPr>
            <p:spPr>
              <a:xfrm>
                <a:off x="296866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4" name="ph775">
                <a:extLst>
                  <a:ext uri="{FF2B5EF4-FFF2-40B4-BE49-F238E27FC236}">
                    <a16:creationId xmlns:a16="http://schemas.microsoft.com/office/drawing/2014/main" id="{10CCA523-94E0-6CA2-0BAF-46ABD5CB6EF5}"/>
                  </a:ext>
                </a:extLst>
              </p:cNvPr>
              <p:cNvSpPr/>
              <p:nvPr/>
            </p:nvSpPr>
            <p:spPr>
              <a:xfrm>
                <a:off x="297810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5" name="ph776">
                <a:extLst>
                  <a:ext uri="{FF2B5EF4-FFF2-40B4-BE49-F238E27FC236}">
                    <a16:creationId xmlns:a16="http://schemas.microsoft.com/office/drawing/2014/main" id="{C17A257A-663F-7533-E692-7C9B989C7DB0}"/>
                  </a:ext>
                </a:extLst>
              </p:cNvPr>
              <p:cNvSpPr/>
              <p:nvPr/>
            </p:nvSpPr>
            <p:spPr>
              <a:xfrm>
                <a:off x="298754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6" name="ph777">
                <a:extLst>
                  <a:ext uri="{FF2B5EF4-FFF2-40B4-BE49-F238E27FC236}">
                    <a16:creationId xmlns:a16="http://schemas.microsoft.com/office/drawing/2014/main" id="{94138E1C-FDDC-A0E2-784E-43777F28A402}"/>
                  </a:ext>
                </a:extLst>
              </p:cNvPr>
              <p:cNvSpPr/>
              <p:nvPr/>
            </p:nvSpPr>
            <p:spPr>
              <a:xfrm>
                <a:off x="299698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7" name="ph778">
                <a:extLst>
                  <a:ext uri="{FF2B5EF4-FFF2-40B4-BE49-F238E27FC236}">
                    <a16:creationId xmlns:a16="http://schemas.microsoft.com/office/drawing/2014/main" id="{6F795B4A-F8C5-EF75-3055-F0D8A2C708A8}"/>
                  </a:ext>
                </a:extLst>
              </p:cNvPr>
              <p:cNvSpPr/>
              <p:nvPr/>
            </p:nvSpPr>
            <p:spPr>
              <a:xfrm>
                <a:off x="3006423" y="26070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264"/>
                    </a:lnTo>
                    <a:lnTo>
                      <a:pt x="922702" y="910504"/>
                    </a:lnTo>
                    <a:lnTo>
                      <a:pt x="918648" y="914400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8" name="ph779">
                <a:extLst>
                  <a:ext uri="{FF2B5EF4-FFF2-40B4-BE49-F238E27FC236}">
                    <a16:creationId xmlns:a16="http://schemas.microsoft.com/office/drawing/2014/main" id="{F850F57F-EC19-9746-A25F-456E99F5192D}"/>
                  </a:ext>
                </a:extLst>
              </p:cNvPr>
              <p:cNvSpPr/>
              <p:nvPr/>
            </p:nvSpPr>
            <p:spPr>
              <a:xfrm>
                <a:off x="3015864" y="2589467"/>
                <a:ext cx="923840" cy="9268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34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15753"/>
                    </a:lnTo>
                    <a:lnTo>
                      <a:pt x="923454" y="916283"/>
                    </a:lnTo>
                    <a:lnTo>
                      <a:pt x="918441" y="922430"/>
                    </a:lnTo>
                    <a:lnTo>
                      <a:pt x="914399" y="926834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9" name="ph780">
                <a:extLst>
                  <a:ext uri="{FF2B5EF4-FFF2-40B4-BE49-F238E27FC236}">
                    <a16:creationId xmlns:a16="http://schemas.microsoft.com/office/drawing/2014/main" id="{F34C3A4E-244F-80DC-B956-CC48B083DB4A}"/>
                  </a:ext>
                </a:extLst>
              </p:cNvPr>
              <p:cNvSpPr/>
              <p:nvPr/>
            </p:nvSpPr>
            <p:spPr>
              <a:xfrm>
                <a:off x="3025304" y="2589467"/>
                <a:ext cx="915385" cy="915753"/>
              </a:xfrm>
              <a:custGeom>
                <a:avLst/>
                <a:gdLst/>
                <a:ahLst/>
                <a:cxnLst/>
                <a:rect l="0" t="0" r="0" b="0"/>
                <a:pathLst>
                  <a:path w="915385" h="915753">
                    <a:moveTo>
                      <a:pt x="914400" y="914399"/>
                    </a:moveTo>
                    <a:lnTo>
                      <a:pt x="915385" y="914399"/>
                    </a:lnTo>
                    <a:lnTo>
                      <a:pt x="914400" y="915753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0" name="ph781">
                <a:extLst>
                  <a:ext uri="{FF2B5EF4-FFF2-40B4-BE49-F238E27FC236}">
                    <a16:creationId xmlns:a16="http://schemas.microsoft.com/office/drawing/2014/main" id="{7497AFF7-AA26-18D9-8BFC-BC080CC13D47}"/>
                  </a:ext>
                </a:extLst>
              </p:cNvPr>
              <p:cNvSpPr/>
              <p:nvPr/>
            </p:nvSpPr>
            <p:spPr>
              <a:xfrm>
                <a:off x="3138587" y="2589467"/>
                <a:ext cx="914400" cy="91715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55">
                    <a:moveTo>
                      <a:pt x="914400" y="914399"/>
                    </a:moveTo>
                    <a:lnTo>
                      <a:pt x="914400" y="917155"/>
                    </a:lnTo>
                    <a:lnTo>
                      <a:pt x="909664" y="915098"/>
                    </a:lnTo>
                    <a:lnTo>
                      <a:pt x="908367" y="91439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1" name="ph782">
                <a:extLst>
                  <a:ext uri="{FF2B5EF4-FFF2-40B4-BE49-F238E27FC236}">
                    <a16:creationId xmlns:a16="http://schemas.microsoft.com/office/drawing/2014/main" id="{AC8F30E1-91C0-AAAF-FC63-433ED24AF00A}"/>
                  </a:ext>
                </a:extLst>
              </p:cNvPr>
              <p:cNvSpPr/>
              <p:nvPr/>
            </p:nvSpPr>
            <p:spPr>
              <a:xfrm>
                <a:off x="3138587" y="2589467"/>
                <a:ext cx="923840" cy="9201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4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148"/>
                    </a:lnTo>
                    <a:lnTo>
                      <a:pt x="921293" y="919555"/>
                    </a:lnTo>
                    <a:lnTo>
                      <a:pt x="915447" y="917610"/>
                    </a:lnTo>
                    <a:lnTo>
                      <a:pt x="914400" y="917155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2" name="ph783">
                <a:extLst>
                  <a:ext uri="{FF2B5EF4-FFF2-40B4-BE49-F238E27FC236}">
                    <a16:creationId xmlns:a16="http://schemas.microsoft.com/office/drawing/2014/main" id="{53268F37-B1CA-903F-73BF-B73CE1FA7B5E}"/>
                  </a:ext>
                </a:extLst>
              </p:cNvPr>
              <p:cNvSpPr/>
              <p:nvPr/>
            </p:nvSpPr>
            <p:spPr>
              <a:xfrm>
                <a:off x="3148027" y="2589467"/>
                <a:ext cx="92384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2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28"/>
                    </a:lnTo>
                    <a:lnTo>
                      <a:pt x="923669" y="921722"/>
                    </a:lnTo>
                    <a:lnTo>
                      <a:pt x="917746" y="920927"/>
                    </a:lnTo>
                    <a:lnTo>
                      <a:pt x="914400" y="920148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3" name="ph784">
                <a:extLst>
                  <a:ext uri="{FF2B5EF4-FFF2-40B4-BE49-F238E27FC236}">
                    <a16:creationId xmlns:a16="http://schemas.microsoft.com/office/drawing/2014/main" id="{7B662686-768F-71CD-8A1F-15A456F28E29}"/>
                  </a:ext>
                </a:extLst>
              </p:cNvPr>
              <p:cNvSpPr/>
              <p:nvPr/>
            </p:nvSpPr>
            <p:spPr>
              <a:xfrm>
                <a:off x="3157467" y="2589467"/>
                <a:ext cx="923840" cy="92193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93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13"/>
                    </a:lnTo>
                    <a:lnTo>
                      <a:pt x="920167" y="921938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4" name="ph785">
                <a:extLst>
                  <a:ext uri="{FF2B5EF4-FFF2-40B4-BE49-F238E27FC236}">
                    <a16:creationId xmlns:a16="http://schemas.microsoft.com/office/drawing/2014/main" id="{46E55FEE-EB0C-A90C-CC01-23BDC99962EC}"/>
                  </a:ext>
                </a:extLst>
              </p:cNvPr>
              <p:cNvSpPr/>
              <p:nvPr/>
            </p:nvSpPr>
            <p:spPr>
              <a:xfrm>
                <a:off x="3166907" y="2589467"/>
                <a:ext cx="923840" cy="9217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13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308"/>
                    </a:lnTo>
                    <a:lnTo>
                      <a:pt x="922579" y="920633"/>
                    </a:lnTo>
                    <a:lnTo>
                      <a:pt x="916662" y="921574"/>
                    </a:lnTo>
                    <a:lnTo>
                      <a:pt x="914400" y="921713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5" name="ph786">
                <a:extLst>
                  <a:ext uri="{FF2B5EF4-FFF2-40B4-BE49-F238E27FC236}">
                    <a16:creationId xmlns:a16="http://schemas.microsoft.com/office/drawing/2014/main" id="{4C3C70E1-F15F-58AB-7C61-0C3720F85395}"/>
                  </a:ext>
                </a:extLst>
              </p:cNvPr>
              <p:cNvSpPr/>
              <p:nvPr/>
            </p:nvSpPr>
            <p:spPr>
              <a:xfrm>
                <a:off x="3176348" y="2589467"/>
                <a:ext cx="923840" cy="92030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30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389"/>
                    </a:lnTo>
                    <a:lnTo>
                      <a:pt x="919021" y="919115"/>
                    </a:lnTo>
                    <a:lnTo>
                      <a:pt x="914400" y="920308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6" name="ph787">
                <a:extLst>
                  <a:ext uri="{FF2B5EF4-FFF2-40B4-BE49-F238E27FC236}">
                    <a16:creationId xmlns:a16="http://schemas.microsoft.com/office/drawing/2014/main" id="{AA79342E-AE4C-1F4C-E080-A19507610D32}"/>
                  </a:ext>
                </a:extLst>
              </p:cNvPr>
              <p:cNvSpPr/>
              <p:nvPr/>
            </p:nvSpPr>
            <p:spPr>
              <a:xfrm>
                <a:off x="3185788" y="2589467"/>
                <a:ext cx="921116" cy="917389"/>
              </a:xfrm>
              <a:custGeom>
                <a:avLst/>
                <a:gdLst/>
                <a:ahLst/>
                <a:cxnLst/>
                <a:rect l="0" t="0" r="0" b="0"/>
                <a:pathLst>
                  <a:path w="921116" h="917389">
                    <a:moveTo>
                      <a:pt x="914399" y="914399"/>
                    </a:moveTo>
                    <a:lnTo>
                      <a:pt x="921116" y="914399"/>
                    </a:lnTo>
                    <a:lnTo>
                      <a:pt x="915413" y="917026"/>
                    </a:lnTo>
                    <a:lnTo>
                      <a:pt x="914399" y="91738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7" name="ph788">
                <a:extLst>
                  <a:ext uri="{FF2B5EF4-FFF2-40B4-BE49-F238E27FC236}">
                    <a16:creationId xmlns:a16="http://schemas.microsoft.com/office/drawing/2014/main" id="{32D5E85C-0FE5-64DE-1D5B-683833C6E964}"/>
                  </a:ext>
                </a:extLst>
              </p:cNvPr>
              <p:cNvSpPr/>
              <p:nvPr/>
            </p:nvSpPr>
            <p:spPr>
              <a:xfrm>
                <a:off x="2496650" y="2571897"/>
                <a:ext cx="914400" cy="92221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216">
                    <a:moveTo>
                      <a:pt x="914400" y="914400"/>
                    </a:moveTo>
                    <a:lnTo>
                      <a:pt x="914400" y="922216"/>
                    </a:lnTo>
                    <a:lnTo>
                      <a:pt x="913069" y="919596"/>
                    </a:lnTo>
                    <a:lnTo>
                      <a:pt x="911661" y="916823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8" name="ph789">
                <a:extLst>
                  <a:ext uri="{FF2B5EF4-FFF2-40B4-BE49-F238E27FC236}">
                    <a16:creationId xmlns:a16="http://schemas.microsoft.com/office/drawing/2014/main" id="{6C9EF713-29F3-411B-1C14-57AC4CB6FE2A}"/>
                  </a:ext>
                </a:extLst>
              </p:cNvPr>
              <p:cNvSpPr/>
              <p:nvPr/>
            </p:nvSpPr>
            <p:spPr>
              <a:xfrm>
                <a:off x="249665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7" y="931969"/>
                    </a:lnTo>
                    <a:lnTo>
                      <a:pt x="915072" y="928405"/>
                    </a:lnTo>
                    <a:lnTo>
                      <a:pt x="915632" y="924645"/>
                    </a:lnTo>
                    <a:lnTo>
                      <a:pt x="914477" y="922369"/>
                    </a:lnTo>
                    <a:lnTo>
                      <a:pt x="914400" y="922216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9" name="ph790">
                <a:extLst>
                  <a:ext uri="{FF2B5EF4-FFF2-40B4-BE49-F238E27FC236}">
                    <a16:creationId xmlns:a16="http://schemas.microsoft.com/office/drawing/2014/main" id="{04DCFCF2-43E9-2444-864F-8D30641E4545}"/>
                  </a:ext>
                </a:extLst>
              </p:cNvPr>
              <p:cNvSpPr/>
              <p:nvPr/>
            </p:nvSpPr>
            <p:spPr>
              <a:xfrm>
                <a:off x="250609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0" name="ph791">
                <a:extLst>
                  <a:ext uri="{FF2B5EF4-FFF2-40B4-BE49-F238E27FC236}">
                    <a16:creationId xmlns:a16="http://schemas.microsoft.com/office/drawing/2014/main" id="{31AE2D1E-2361-35E8-2F0C-10DBB89CBD1C}"/>
                  </a:ext>
                </a:extLst>
              </p:cNvPr>
              <p:cNvSpPr/>
              <p:nvPr/>
            </p:nvSpPr>
            <p:spPr>
              <a:xfrm>
                <a:off x="251553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1" name="ph792">
                <a:extLst>
                  <a:ext uri="{FF2B5EF4-FFF2-40B4-BE49-F238E27FC236}">
                    <a16:creationId xmlns:a16="http://schemas.microsoft.com/office/drawing/2014/main" id="{2ED13121-C2FA-9901-2571-0E7CED7AA5BD}"/>
                  </a:ext>
                </a:extLst>
              </p:cNvPr>
              <p:cNvSpPr/>
              <p:nvPr/>
            </p:nvSpPr>
            <p:spPr>
              <a:xfrm>
                <a:off x="252497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2" name="ph793">
                <a:extLst>
                  <a:ext uri="{FF2B5EF4-FFF2-40B4-BE49-F238E27FC236}">
                    <a16:creationId xmlns:a16="http://schemas.microsoft.com/office/drawing/2014/main" id="{1F7F90D9-BB15-23E2-F26F-3B859CCAFCA1}"/>
                  </a:ext>
                </a:extLst>
              </p:cNvPr>
              <p:cNvSpPr/>
              <p:nvPr/>
            </p:nvSpPr>
            <p:spPr>
              <a:xfrm>
                <a:off x="253441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3" name="ph794">
                <a:extLst>
                  <a:ext uri="{FF2B5EF4-FFF2-40B4-BE49-F238E27FC236}">
                    <a16:creationId xmlns:a16="http://schemas.microsoft.com/office/drawing/2014/main" id="{EBD8679A-526A-F060-3C05-39F864ADCC30}"/>
                  </a:ext>
                </a:extLst>
              </p:cNvPr>
              <p:cNvSpPr/>
              <p:nvPr/>
            </p:nvSpPr>
            <p:spPr>
              <a:xfrm>
                <a:off x="254385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4" name="ph795">
                <a:extLst>
                  <a:ext uri="{FF2B5EF4-FFF2-40B4-BE49-F238E27FC236}">
                    <a16:creationId xmlns:a16="http://schemas.microsoft.com/office/drawing/2014/main" id="{82703F4F-96C9-2DF7-C7F8-EC0360E4C1AD}"/>
                  </a:ext>
                </a:extLst>
              </p:cNvPr>
              <p:cNvSpPr/>
              <p:nvPr/>
            </p:nvSpPr>
            <p:spPr>
              <a:xfrm>
                <a:off x="255329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5" name="ph796">
                <a:extLst>
                  <a:ext uri="{FF2B5EF4-FFF2-40B4-BE49-F238E27FC236}">
                    <a16:creationId xmlns:a16="http://schemas.microsoft.com/office/drawing/2014/main" id="{61B5BC4D-702C-513C-5D65-F31CD5F9B67F}"/>
                  </a:ext>
                </a:extLst>
              </p:cNvPr>
              <p:cNvSpPr/>
              <p:nvPr/>
            </p:nvSpPr>
            <p:spPr>
              <a:xfrm>
                <a:off x="256273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6" name="ph797">
                <a:extLst>
                  <a:ext uri="{FF2B5EF4-FFF2-40B4-BE49-F238E27FC236}">
                    <a16:creationId xmlns:a16="http://schemas.microsoft.com/office/drawing/2014/main" id="{E188670B-3237-4E20-FACF-39E76E4C8C66}"/>
                  </a:ext>
                </a:extLst>
              </p:cNvPr>
              <p:cNvSpPr/>
              <p:nvPr/>
            </p:nvSpPr>
            <p:spPr>
              <a:xfrm>
                <a:off x="257217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7" name="ph798">
                <a:extLst>
                  <a:ext uri="{FF2B5EF4-FFF2-40B4-BE49-F238E27FC236}">
                    <a16:creationId xmlns:a16="http://schemas.microsoft.com/office/drawing/2014/main" id="{BDABDD62-4617-F9FC-80FA-B28081C8B802}"/>
                  </a:ext>
                </a:extLst>
              </p:cNvPr>
              <p:cNvSpPr/>
              <p:nvPr/>
            </p:nvSpPr>
            <p:spPr>
              <a:xfrm>
                <a:off x="258161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8" name="ph799">
                <a:extLst>
                  <a:ext uri="{FF2B5EF4-FFF2-40B4-BE49-F238E27FC236}">
                    <a16:creationId xmlns:a16="http://schemas.microsoft.com/office/drawing/2014/main" id="{FAD24104-AC95-FAB3-745C-9EA5A0CF7428}"/>
                  </a:ext>
                </a:extLst>
              </p:cNvPr>
              <p:cNvSpPr/>
              <p:nvPr/>
            </p:nvSpPr>
            <p:spPr>
              <a:xfrm>
                <a:off x="259105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9" name="ph800">
                <a:extLst>
                  <a:ext uri="{FF2B5EF4-FFF2-40B4-BE49-F238E27FC236}">
                    <a16:creationId xmlns:a16="http://schemas.microsoft.com/office/drawing/2014/main" id="{F70A7E4A-4809-12F5-F91D-FCD25ECADF79}"/>
                  </a:ext>
                </a:extLst>
              </p:cNvPr>
              <p:cNvSpPr/>
              <p:nvPr/>
            </p:nvSpPr>
            <p:spPr>
              <a:xfrm>
                <a:off x="260049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0" name="ph801">
                <a:extLst>
                  <a:ext uri="{FF2B5EF4-FFF2-40B4-BE49-F238E27FC236}">
                    <a16:creationId xmlns:a16="http://schemas.microsoft.com/office/drawing/2014/main" id="{D0B8D6D8-5FBE-3BF5-23CF-C78CD8447D78}"/>
                  </a:ext>
                </a:extLst>
              </p:cNvPr>
              <p:cNvSpPr/>
              <p:nvPr/>
            </p:nvSpPr>
            <p:spPr>
              <a:xfrm>
                <a:off x="260993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1" name="ph802">
                <a:extLst>
                  <a:ext uri="{FF2B5EF4-FFF2-40B4-BE49-F238E27FC236}">
                    <a16:creationId xmlns:a16="http://schemas.microsoft.com/office/drawing/2014/main" id="{11C9EF99-CF35-EA6F-8A64-A41D5164E77D}"/>
                  </a:ext>
                </a:extLst>
              </p:cNvPr>
              <p:cNvSpPr/>
              <p:nvPr/>
            </p:nvSpPr>
            <p:spPr>
              <a:xfrm>
                <a:off x="261937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2" name="ph803">
                <a:extLst>
                  <a:ext uri="{FF2B5EF4-FFF2-40B4-BE49-F238E27FC236}">
                    <a16:creationId xmlns:a16="http://schemas.microsoft.com/office/drawing/2014/main" id="{C7C15CBC-57AA-F693-1F74-B12CC37A8F95}"/>
                  </a:ext>
                </a:extLst>
              </p:cNvPr>
              <p:cNvSpPr/>
              <p:nvPr/>
            </p:nvSpPr>
            <p:spPr>
              <a:xfrm>
                <a:off x="262881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3" name="ph804">
                <a:extLst>
                  <a:ext uri="{FF2B5EF4-FFF2-40B4-BE49-F238E27FC236}">
                    <a16:creationId xmlns:a16="http://schemas.microsoft.com/office/drawing/2014/main" id="{B50FFBE3-C502-8E17-0DD2-8314B7B41ED6}"/>
                  </a:ext>
                </a:extLst>
              </p:cNvPr>
              <p:cNvSpPr/>
              <p:nvPr/>
            </p:nvSpPr>
            <p:spPr>
              <a:xfrm>
                <a:off x="263825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4" name="ph805">
                <a:extLst>
                  <a:ext uri="{FF2B5EF4-FFF2-40B4-BE49-F238E27FC236}">
                    <a16:creationId xmlns:a16="http://schemas.microsoft.com/office/drawing/2014/main" id="{501EE2CD-9F73-9353-793B-BCAED679E1DE}"/>
                  </a:ext>
                </a:extLst>
              </p:cNvPr>
              <p:cNvSpPr/>
              <p:nvPr/>
            </p:nvSpPr>
            <p:spPr>
              <a:xfrm>
                <a:off x="264769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5" name="ph806">
                <a:extLst>
                  <a:ext uri="{FF2B5EF4-FFF2-40B4-BE49-F238E27FC236}">
                    <a16:creationId xmlns:a16="http://schemas.microsoft.com/office/drawing/2014/main" id="{9D1EB1D0-75FC-2F4A-28E8-91DC749EE5FF}"/>
                  </a:ext>
                </a:extLst>
              </p:cNvPr>
              <p:cNvSpPr/>
              <p:nvPr/>
            </p:nvSpPr>
            <p:spPr>
              <a:xfrm>
                <a:off x="265713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6" name="ph807">
                <a:extLst>
                  <a:ext uri="{FF2B5EF4-FFF2-40B4-BE49-F238E27FC236}">
                    <a16:creationId xmlns:a16="http://schemas.microsoft.com/office/drawing/2014/main" id="{DFBB2E1E-AE0D-37B1-844B-8DA32219DE0C}"/>
                  </a:ext>
                </a:extLst>
              </p:cNvPr>
              <p:cNvSpPr/>
              <p:nvPr/>
            </p:nvSpPr>
            <p:spPr>
              <a:xfrm>
                <a:off x="266657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7" name="ph808">
                <a:extLst>
                  <a:ext uri="{FF2B5EF4-FFF2-40B4-BE49-F238E27FC236}">
                    <a16:creationId xmlns:a16="http://schemas.microsoft.com/office/drawing/2014/main" id="{6B141B7F-310F-4C93-E1F7-06198763303E}"/>
                  </a:ext>
                </a:extLst>
              </p:cNvPr>
              <p:cNvSpPr/>
              <p:nvPr/>
            </p:nvSpPr>
            <p:spPr>
              <a:xfrm>
                <a:off x="267601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8" name="ph809">
                <a:extLst>
                  <a:ext uri="{FF2B5EF4-FFF2-40B4-BE49-F238E27FC236}">
                    <a16:creationId xmlns:a16="http://schemas.microsoft.com/office/drawing/2014/main" id="{0683F48F-EA39-7958-7F3B-182518C4937E}"/>
                  </a:ext>
                </a:extLst>
              </p:cNvPr>
              <p:cNvSpPr/>
              <p:nvPr/>
            </p:nvSpPr>
            <p:spPr>
              <a:xfrm>
                <a:off x="268545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9" name="ph810">
                <a:extLst>
                  <a:ext uri="{FF2B5EF4-FFF2-40B4-BE49-F238E27FC236}">
                    <a16:creationId xmlns:a16="http://schemas.microsoft.com/office/drawing/2014/main" id="{BA5B9C97-E077-54FC-2E76-61EB3AAFBD41}"/>
                  </a:ext>
                </a:extLst>
              </p:cNvPr>
              <p:cNvSpPr/>
              <p:nvPr/>
            </p:nvSpPr>
            <p:spPr>
              <a:xfrm>
                <a:off x="269489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0" name="ph811">
                <a:extLst>
                  <a:ext uri="{FF2B5EF4-FFF2-40B4-BE49-F238E27FC236}">
                    <a16:creationId xmlns:a16="http://schemas.microsoft.com/office/drawing/2014/main" id="{8CED2337-D01A-429E-8CF0-BE261C2FFB16}"/>
                  </a:ext>
                </a:extLst>
              </p:cNvPr>
              <p:cNvSpPr/>
              <p:nvPr/>
            </p:nvSpPr>
            <p:spPr>
              <a:xfrm>
                <a:off x="270433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1" name="ph812">
                <a:extLst>
                  <a:ext uri="{FF2B5EF4-FFF2-40B4-BE49-F238E27FC236}">
                    <a16:creationId xmlns:a16="http://schemas.microsoft.com/office/drawing/2014/main" id="{8E752167-5E55-78F5-1A8E-151B718346E2}"/>
                  </a:ext>
                </a:extLst>
              </p:cNvPr>
              <p:cNvSpPr/>
              <p:nvPr/>
            </p:nvSpPr>
            <p:spPr>
              <a:xfrm>
                <a:off x="271377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2" name="ph813">
                <a:extLst>
                  <a:ext uri="{FF2B5EF4-FFF2-40B4-BE49-F238E27FC236}">
                    <a16:creationId xmlns:a16="http://schemas.microsoft.com/office/drawing/2014/main" id="{DD6CA5D5-8F11-A5D2-79F2-805021E90A5C}"/>
                  </a:ext>
                </a:extLst>
              </p:cNvPr>
              <p:cNvSpPr/>
              <p:nvPr/>
            </p:nvSpPr>
            <p:spPr>
              <a:xfrm>
                <a:off x="272321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3" name="ph814">
                <a:extLst>
                  <a:ext uri="{FF2B5EF4-FFF2-40B4-BE49-F238E27FC236}">
                    <a16:creationId xmlns:a16="http://schemas.microsoft.com/office/drawing/2014/main" id="{5F423DA0-1A92-DE67-AEF0-AB47349FEB31}"/>
                  </a:ext>
                </a:extLst>
              </p:cNvPr>
              <p:cNvSpPr/>
              <p:nvPr/>
            </p:nvSpPr>
            <p:spPr>
              <a:xfrm>
                <a:off x="273265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4" name="ph815">
                <a:extLst>
                  <a:ext uri="{FF2B5EF4-FFF2-40B4-BE49-F238E27FC236}">
                    <a16:creationId xmlns:a16="http://schemas.microsoft.com/office/drawing/2014/main" id="{E9F208A5-1CF3-468F-0009-7EF41953FB59}"/>
                  </a:ext>
                </a:extLst>
              </p:cNvPr>
              <p:cNvSpPr/>
              <p:nvPr/>
            </p:nvSpPr>
            <p:spPr>
              <a:xfrm>
                <a:off x="274209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5" name="ph816">
                <a:extLst>
                  <a:ext uri="{FF2B5EF4-FFF2-40B4-BE49-F238E27FC236}">
                    <a16:creationId xmlns:a16="http://schemas.microsoft.com/office/drawing/2014/main" id="{8FAB0681-F919-5C73-F863-15A03C609837}"/>
                  </a:ext>
                </a:extLst>
              </p:cNvPr>
              <p:cNvSpPr/>
              <p:nvPr/>
            </p:nvSpPr>
            <p:spPr>
              <a:xfrm>
                <a:off x="275153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6" name="ph817">
                <a:extLst>
                  <a:ext uri="{FF2B5EF4-FFF2-40B4-BE49-F238E27FC236}">
                    <a16:creationId xmlns:a16="http://schemas.microsoft.com/office/drawing/2014/main" id="{CF1DDB28-C974-609B-B269-095A80312EA1}"/>
                  </a:ext>
                </a:extLst>
              </p:cNvPr>
              <p:cNvSpPr/>
              <p:nvPr/>
            </p:nvSpPr>
            <p:spPr>
              <a:xfrm>
                <a:off x="276097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7" name="ph818">
                <a:extLst>
                  <a:ext uri="{FF2B5EF4-FFF2-40B4-BE49-F238E27FC236}">
                    <a16:creationId xmlns:a16="http://schemas.microsoft.com/office/drawing/2014/main" id="{FE0739F0-D2AB-27DD-E22E-06B2EE3F0F18}"/>
                  </a:ext>
                </a:extLst>
              </p:cNvPr>
              <p:cNvSpPr/>
              <p:nvPr/>
            </p:nvSpPr>
            <p:spPr>
              <a:xfrm>
                <a:off x="277041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8" name="ph819">
                <a:extLst>
                  <a:ext uri="{FF2B5EF4-FFF2-40B4-BE49-F238E27FC236}">
                    <a16:creationId xmlns:a16="http://schemas.microsoft.com/office/drawing/2014/main" id="{AA086413-2A31-84BB-E043-DCC6291D813D}"/>
                  </a:ext>
                </a:extLst>
              </p:cNvPr>
              <p:cNvSpPr/>
              <p:nvPr/>
            </p:nvSpPr>
            <p:spPr>
              <a:xfrm>
                <a:off x="277985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9" name="ph820">
                <a:extLst>
                  <a:ext uri="{FF2B5EF4-FFF2-40B4-BE49-F238E27FC236}">
                    <a16:creationId xmlns:a16="http://schemas.microsoft.com/office/drawing/2014/main" id="{1CBBFDDC-86EB-6B54-5FC6-8688CC6013EB}"/>
                  </a:ext>
                </a:extLst>
              </p:cNvPr>
              <p:cNvSpPr/>
              <p:nvPr/>
            </p:nvSpPr>
            <p:spPr>
              <a:xfrm>
                <a:off x="278929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0" name="ph821">
                <a:extLst>
                  <a:ext uri="{FF2B5EF4-FFF2-40B4-BE49-F238E27FC236}">
                    <a16:creationId xmlns:a16="http://schemas.microsoft.com/office/drawing/2014/main" id="{9C8CA8F1-A9F6-3444-3C10-4DCE7D244ECE}"/>
                  </a:ext>
                </a:extLst>
              </p:cNvPr>
              <p:cNvSpPr/>
              <p:nvPr/>
            </p:nvSpPr>
            <p:spPr>
              <a:xfrm>
                <a:off x="279873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1" name="ph822">
                <a:extLst>
                  <a:ext uri="{FF2B5EF4-FFF2-40B4-BE49-F238E27FC236}">
                    <a16:creationId xmlns:a16="http://schemas.microsoft.com/office/drawing/2014/main" id="{BC3FB1B0-E8A9-D12A-2406-C9BDE51F8794}"/>
                  </a:ext>
                </a:extLst>
              </p:cNvPr>
              <p:cNvSpPr/>
              <p:nvPr/>
            </p:nvSpPr>
            <p:spPr>
              <a:xfrm>
                <a:off x="280817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2" name="ph823">
                <a:extLst>
                  <a:ext uri="{FF2B5EF4-FFF2-40B4-BE49-F238E27FC236}">
                    <a16:creationId xmlns:a16="http://schemas.microsoft.com/office/drawing/2014/main" id="{C249E77C-521D-DF45-15D9-8B52FD925098}"/>
                  </a:ext>
                </a:extLst>
              </p:cNvPr>
              <p:cNvSpPr/>
              <p:nvPr/>
            </p:nvSpPr>
            <p:spPr>
              <a:xfrm>
                <a:off x="281761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3" name="ph824">
                <a:extLst>
                  <a:ext uri="{FF2B5EF4-FFF2-40B4-BE49-F238E27FC236}">
                    <a16:creationId xmlns:a16="http://schemas.microsoft.com/office/drawing/2014/main" id="{E34A8D1B-9EFC-8FE7-780F-5E914ACDCA96}"/>
                  </a:ext>
                </a:extLst>
              </p:cNvPr>
              <p:cNvSpPr/>
              <p:nvPr/>
            </p:nvSpPr>
            <p:spPr>
              <a:xfrm>
                <a:off x="282705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4" name="ph825">
                <a:extLst>
                  <a:ext uri="{FF2B5EF4-FFF2-40B4-BE49-F238E27FC236}">
                    <a16:creationId xmlns:a16="http://schemas.microsoft.com/office/drawing/2014/main" id="{9473501B-52DF-4B12-A6BC-4E4CF028FC0B}"/>
                  </a:ext>
                </a:extLst>
              </p:cNvPr>
              <p:cNvSpPr/>
              <p:nvPr/>
            </p:nvSpPr>
            <p:spPr>
              <a:xfrm>
                <a:off x="283649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5" name="ph826">
                <a:extLst>
                  <a:ext uri="{FF2B5EF4-FFF2-40B4-BE49-F238E27FC236}">
                    <a16:creationId xmlns:a16="http://schemas.microsoft.com/office/drawing/2014/main" id="{D5FD1CA0-769E-96CC-4BE8-68EE0A3A335C}"/>
                  </a:ext>
                </a:extLst>
              </p:cNvPr>
              <p:cNvSpPr/>
              <p:nvPr/>
            </p:nvSpPr>
            <p:spPr>
              <a:xfrm>
                <a:off x="284593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6" name="ph827">
                <a:extLst>
                  <a:ext uri="{FF2B5EF4-FFF2-40B4-BE49-F238E27FC236}">
                    <a16:creationId xmlns:a16="http://schemas.microsoft.com/office/drawing/2014/main" id="{3EA3E47E-519E-0D4C-72DD-6EE58FB8B283}"/>
                  </a:ext>
                </a:extLst>
              </p:cNvPr>
              <p:cNvSpPr/>
              <p:nvPr/>
            </p:nvSpPr>
            <p:spPr>
              <a:xfrm>
                <a:off x="285538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7" name="ph828">
                <a:extLst>
                  <a:ext uri="{FF2B5EF4-FFF2-40B4-BE49-F238E27FC236}">
                    <a16:creationId xmlns:a16="http://schemas.microsoft.com/office/drawing/2014/main" id="{CC0536AC-7791-28ED-05E8-1C9841363AA3}"/>
                  </a:ext>
                </a:extLst>
              </p:cNvPr>
              <p:cNvSpPr/>
              <p:nvPr/>
            </p:nvSpPr>
            <p:spPr>
              <a:xfrm>
                <a:off x="286482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8" name="ph829">
                <a:extLst>
                  <a:ext uri="{FF2B5EF4-FFF2-40B4-BE49-F238E27FC236}">
                    <a16:creationId xmlns:a16="http://schemas.microsoft.com/office/drawing/2014/main" id="{D6EA08E5-148C-FC85-7D52-B487542E6BE1}"/>
                  </a:ext>
                </a:extLst>
              </p:cNvPr>
              <p:cNvSpPr/>
              <p:nvPr/>
            </p:nvSpPr>
            <p:spPr>
              <a:xfrm>
                <a:off x="287426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9" name="ph830">
                <a:extLst>
                  <a:ext uri="{FF2B5EF4-FFF2-40B4-BE49-F238E27FC236}">
                    <a16:creationId xmlns:a16="http://schemas.microsoft.com/office/drawing/2014/main" id="{490B0E27-B544-D9D2-1656-61C0B982E0A4}"/>
                  </a:ext>
                </a:extLst>
              </p:cNvPr>
              <p:cNvSpPr/>
              <p:nvPr/>
            </p:nvSpPr>
            <p:spPr>
              <a:xfrm>
                <a:off x="288370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0" name="ph831">
                <a:extLst>
                  <a:ext uri="{FF2B5EF4-FFF2-40B4-BE49-F238E27FC236}">
                    <a16:creationId xmlns:a16="http://schemas.microsoft.com/office/drawing/2014/main" id="{8FF0A065-8BF6-F932-5FE0-084CD8B35FE7}"/>
                  </a:ext>
                </a:extLst>
              </p:cNvPr>
              <p:cNvSpPr/>
              <p:nvPr/>
            </p:nvSpPr>
            <p:spPr>
              <a:xfrm>
                <a:off x="289314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1" name="ph832">
                <a:extLst>
                  <a:ext uri="{FF2B5EF4-FFF2-40B4-BE49-F238E27FC236}">
                    <a16:creationId xmlns:a16="http://schemas.microsoft.com/office/drawing/2014/main" id="{36BB3787-1C93-76A1-8788-8868690A3708}"/>
                  </a:ext>
                </a:extLst>
              </p:cNvPr>
              <p:cNvSpPr/>
              <p:nvPr/>
            </p:nvSpPr>
            <p:spPr>
              <a:xfrm>
                <a:off x="290258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2" name="ph833">
                <a:extLst>
                  <a:ext uri="{FF2B5EF4-FFF2-40B4-BE49-F238E27FC236}">
                    <a16:creationId xmlns:a16="http://schemas.microsoft.com/office/drawing/2014/main" id="{C4141BA2-0BAE-5D37-7191-A6660EB109C7}"/>
                  </a:ext>
                </a:extLst>
              </p:cNvPr>
              <p:cNvSpPr/>
              <p:nvPr/>
            </p:nvSpPr>
            <p:spPr>
              <a:xfrm>
                <a:off x="291202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3" name="ph834">
                <a:extLst>
                  <a:ext uri="{FF2B5EF4-FFF2-40B4-BE49-F238E27FC236}">
                    <a16:creationId xmlns:a16="http://schemas.microsoft.com/office/drawing/2014/main" id="{679D5CF1-D4E2-E4D8-7962-52E6E1F55574}"/>
                  </a:ext>
                </a:extLst>
              </p:cNvPr>
              <p:cNvSpPr/>
              <p:nvPr/>
            </p:nvSpPr>
            <p:spPr>
              <a:xfrm>
                <a:off x="292146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4" name="ph835">
                <a:extLst>
                  <a:ext uri="{FF2B5EF4-FFF2-40B4-BE49-F238E27FC236}">
                    <a16:creationId xmlns:a16="http://schemas.microsoft.com/office/drawing/2014/main" id="{8A5DD338-C64B-10BF-3D93-3FD26CB990FC}"/>
                  </a:ext>
                </a:extLst>
              </p:cNvPr>
              <p:cNvSpPr/>
              <p:nvPr/>
            </p:nvSpPr>
            <p:spPr>
              <a:xfrm>
                <a:off x="293090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5" name="ph836">
                <a:extLst>
                  <a:ext uri="{FF2B5EF4-FFF2-40B4-BE49-F238E27FC236}">
                    <a16:creationId xmlns:a16="http://schemas.microsoft.com/office/drawing/2014/main" id="{4F0B5F20-6495-D0AD-A5E1-4C70F32A09B6}"/>
                  </a:ext>
                </a:extLst>
              </p:cNvPr>
              <p:cNvSpPr/>
              <p:nvPr/>
            </p:nvSpPr>
            <p:spPr>
              <a:xfrm>
                <a:off x="294034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6" name="ph837">
                <a:extLst>
                  <a:ext uri="{FF2B5EF4-FFF2-40B4-BE49-F238E27FC236}">
                    <a16:creationId xmlns:a16="http://schemas.microsoft.com/office/drawing/2014/main" id="{CA4B0C6A-6A4E-D577-25F5-1BFFABE80FC2}"/>
                  </a:ext>
                </a:extLst>
              </p:cNvPr>
              <p:cNvSpPr/>
              <p:nvPr/>
            </p:nvSpPr>
            <p:spPr>
              <a:xfrm>
                <a:off x="294978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7" name="ph838">
                <a:extLst>
                  <a:ext uri="{FF2B5EF4-FFF2-40B4-BE49-F238E27FC236}">
                    <a16:creationId xmlns:a16="http://schemas.microsoft.com/office/drawing/2014/main" id="{8BAA3342-7BC6-2256-17DA-71BFE5C0B604}"/>
                  </a:ext>
                </a:extLst>
              </p:cNvPr>
              <p:cNvSpPr/>
              <p:nvPr/>
            </p:nvSpPr>
            <p:spPr>
              <a:xfrm>
                <a:off x="295922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8" name="ph839">
                <a:extLst>
                  <a:ext uri="{FF2B5EF4-FFF2-40B4-BE49-F238E27FC236}">
                    <a16:creationId xmlns:a16="http://schemas.microsoft.com/office/drawing/2014/main" id="{944BA4F8-E8A1-7754-5305-B95CC821E5EE}"/>
                  </a:ext>
                </a:extLst>
              </p:cNvPr>
              <p:cNvSpPr/>
              <p:nvPr/>
            </p:nvSpPr>
            <p:spPr>
              <a:xfrm>
                <a:off x="296866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9" name="ph840">
                <a:extLst>
                  <a:ext uri="{FF2B5EF4-FFF2-40B4-BE49-F238E27FC236}">
                    <a16:creationId xmlns:a16="http://schemas.microsoft.com/office/drawing/2014/main" id="{AB643F11-95CF-55A5-9026-10A30DE11B13}"/>
                  </a:ext>
                </a:extLst>
              </p:cNvPr>
              <p:cNvSpPr/>
              <p:nvPr/>
            </p:nvSpPr>
            <p:spPr>
              <a:xfrm>
                <a:off x="297810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0" name="ph841">
                <a:extLst>
                  <a:ext uri="{FF2B5EF4-FFF2-40B4-BE49-F238E27FC236}">
                    <a16:creationId xmlns:a16="http://schemas.microsoft.com/office/drawing/2014/main" id="{03DAE913-2703-7552-0388-0AB503EF7661}"/>
                  </a:ext>
                </a:extLst>
              </p:cNvPr>
              <p:cNvSpPr/>
              <p:nvPr/>
            </p:nvSpPr>
            <p:spPr>
              <a:xfrm>
                <a:off x="298754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1" name="ph842">
                <a:extLst>
                  <a:ext uri="{FF2B5EF4-FFF2-40B4-BE49-F238E27FC236}">
                    <a16:creationId xmlns:a16="http://schemas.microsoft.com/office/drawing/2014/main" id="{51626FEA-E435-86C3-8B21-2164087A4E5F}"/>
                  </a:ext>
                </a:extLst>
              </p:cNvPr>
              <p:cNvSpPr/>
              <p:nvPr/>
            </p:nvSpPr>
            <p:spPr>
              <a:xfrm>
                <a:off x="299698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2" name="ph843">
                <a:extLst>
                  <a:ext uri="{FF2B5EF4-FFF2-40B4-BE49-F238E27FC236}">
                    <a16:creationId xmlns:a16="http://schemas.microsoft.com/office/drawing/2014/main" id="{854E7913-8071-292B-34C6-A6A924716255}"/>
                  </a:ext>
                </a:extLst>
              </p:cNvPr>
              <p:cNvSpPr/>
              <p:nvPr/>
            </p:nvSpPr>
            <p:spPr>
              <a:xfrm>
                <a:off x="300642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3" name="ph844">
                <a:extLst>
                  <a:ext uri="{FF2B5EF4-FFF2-40B4-BE49-F238E27FC236}">
                    <a16:creationId xmlns:a16="http://schemas.microsoft.com/office/drawing/2014/main" id="{6B6EAAA5-920B-AEA7-4013-835813C62668}"/>
                  </a:ext>
                </a:extLst>
              </p:cNvPr>
              <p:cNvSpPr/>
              <p:nvPr/>
            </p:nvSpPr>
            <p:spPr>
              <a:xfrm>
                <a:off x="301586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4" name="ph845">
                <a:extLst>
                  <a:ext uri="{FF2B5EF4-FFF2-40B4-BE49-F238E27FC236}">
                    <a16:creationId xmlns:a16="http://schemas.microsoft.com/office/drawing/2014/main" id="{A4C08731-324D-3268-6362-87D4D85CD8A7}"/>
                  </a:ext>
                </a:extLst>
              </p:cNvPr>
              <p:cNvSpPr/>
              <p:nvPr/>
            </p:nvSpPr>
            <p:spPr>
              <a:xfrm>
                <a:off x="3025304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40"/>
                    </a:lnTo>
                    <a:lnTo>
                      <a:pt x="922798" y="908490"/>
                    </a:lnTo>
                    <a:lnTo>
                      <a:pt x="921181" y="908256"/>
                    </a:lnTo>
                    <a:lnTo>
                      <a:pt x="919878" y="908068"/>
                    </a:lnTo>
                    <a:lnTo>
                      <a:pt x="918844" y="909652"/>
                    </a:lnTo>
                    <a:lnTo>
                      <a:pt x="915385" y="914399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5" name="ph846">
                <a:extLst>
                  <a:ext uri="{FF2B5EF4-FFF2-40B4-BE49-F238E27FC236}">
                    <a16:creationId xmlns:a16="http://schemas.microsoft.com/office/drawing/2014/main" id="{54C19BC4-47C0-9A4E-26BA-B60C33AA7E96}"/>
                  </a:ext>
                </a:extLst>
              </p:cNvPr>
              <p:cNvSpPr/>
              <p:nvPr/>
            </p:nvSpPr>
            <p:spPr>
              <a:xfrm>
                <a:off x="3034744" y="2571897"/>
                <a:ext cx="923840" cy="927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7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579"/>
                    </a:lnTo>
                    <a:lnTo>
                      <a:pt x="923057" y="927466"/>
                    </a:lnTo>
                    <a:lnTo>
                      <a:pt x="921441" y="927231"/>
                    </a:lnTo>
                    <a:lnTo>
                      <a:pt x="919824" y="926996"/>
                    </a:lnTo>
                    <a:lnTo>
                      <a:pt x="918208" y="926762"/>
                    </a:lnTo>
                    <a:lnTo>
                      <a:pt x="916591" y="926527"/>
                    </a:lnTo>
                    <a:lnTo>
                      <a:pt x="914975" y="926293"/>
                    </a:lnTo>
                    <a:lnTo>
                      <a:pt x="914400" y="926210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6" name="ph847">
                <a:extLst>
                  <a:ext uri="{FF2B5EF4-FFF2-40B4-BE49-F238E27FC236}">
                    <a16:creationId xmlns:a16="http://schemas.microsoft.com/office/drawing/2014/main" id="{6B0988DD-FDCA-0471-3FB3-C3D5B0F8BCB3}"/>
                  </a:ext>
                </a:extLst>
              </p:cNvPr>
              <p:cNvSpPr/>
              <p:nvPr/>
            </p:nvSpPr>
            <p:spPr>
              <a:xfrm>
                <a:off x="3044184" y="2571897"/>
                <a:ext cx="923840" cy="9289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95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956"/>
                    </a:lnTo>
                    <a:lnTo>
                      <a:pt x="923314" y="928879"/>
                    </a:lnTo>
                    <a:lnTo>
                      <a:pt x="921698" y="928643"/>
                    </a:lnTo>
                    <a:lnTo>
                      <a:pt x="920082" y="928407"/>
                    </a:lnTo>
                    <a:lnTo>
                      <a:pt x="918466" y="928172"/>
                    </a:lnTo>
                    <a:lnTo>
                      <a:pt x="916850" y="927936"/>
                    </a:lnTo>
                    <a:lnTo>
                      <a:pt x="915233" y="927701"/>
                    </a:lnTo>
                    <a:lnTo>
                      <a:pt x="914400" y="92757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7" name="ph848">
                <a:extLst>
                  <a:ext uri="{FF2B5EF4-FFF2-40B4-BE49-F238E27FC236}">
                    <a16:creationId xmlns:a16="http://schemas.microsoft.com/office/drawing/2014/main" id="{A6A945D9-3AB0-B73C-420F-F3F1424D7FC5}"/>
                  </a:ext>
                </a:extLst>
              </p:cNvPr>
              <p:cNvSpPr/>
              <p:nvPr/>
            </p:nvSpPr>
            <p:spPr>
              <a:xfrm>
                <a:off x="3053625" y="2571897"/>
                <a:ext cx="923840" cy="93015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5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155"/>
                    </a:lnTo>
                    <a:lnTo>
                      <a:pt x="919937" y="929767"/>
                    </a:lnTo>
                    <a:lnTo>
                      <a:pt x="918723" y="929589"/>
                    </a:lnTo>
                    <a:lnTo>
                      <a:pt x="917106" y="929352"/>
                    </a:lnTo>
                    <a:lnTo>
                      <a:pt x="915490" y="929116"/>
                    </a:lnTo>
                    <a:lnTo>
                      <a:pt x="914399" y="928956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8" name="ph849">
                <a:extLst>
                  <a:ext uri="{FF2B5EF4-FFF2-40B4-BE49-F238E27FC236}">
                    <a16:creationId xmlns:a16="http://schemas.microsoft.com/office/drawing/2014/main" id="{F6FF0D46-073D-2A6E-523A-6D345DF60619}"/>
                  </a:ext>
                </a:extLst>
              </p:cNvPr>
              <p:cNvSpPr/>
              <p:nvPr/>
            </p:nvSpPr>
            <p:spPr>
              <a:xfrm>
                <a:off x="3063065" y="2571897"/>
                <a:ext cx="923840" cy="93036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6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97"/>
                    </a:lnTo>
                    <a:lnTo>
                      <a:pt x="921969" y="930364"/>
                    </a:lnTo>
                    <a:lnTo>
                      <a:pt x="916229" y="930336"/>
                    </a:lnTo>
                    <a:lnTo>
                      <a:pt x="914400" y="930155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9" name="ph850">
                <a:extLst>
                  <a:ext uri="{FF2B5EF4-FFF2-40B4-BE49-F238E27FC236}">
                    <a16:creationId xmlns:a16="http://schemas.microsoft.com/office/drawing/2014/main" id="{E4A9B4C0-1CF0-E153-87AF-211D1A2CE1F7}"/>
                  </a:ext>
                </a:extLst>
              </p:cNvPr>
              <p:cNvSpPr/>
              <p:nvPr/>
            </p:nvSpPr>
            <p:spPr>
              <a:xfrm>
                <a:off x="3072505" y="2571897"/>
                <a:ext cx="923840" cy="9301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97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8822"/>
                    </a:lnTo>
                    <a:lnTo>
                      <a:pt x="918263" y="929851"/>
                    </a:lnTo>
                    <a:lnTo>
                      <a:pt x="914399" y="930197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0" name="ph851">
                <a:extLst>
                  <a:ext uri="{FF2B5EF4-FFF2-40B4-BE49-F238E27FC236}">
                    <a16:creationId xmlns:a16="http://schemas.microsoft.com/office/drawing/2014/main" id="{4B5912BD-110E-9AE7-2640-29F1BF6DE0A4}"/>
                  </a:ext>
                </a:extLst>
              </p:cNvPr>
              <p:cNvSpPr/>
              <p:nvPr/>
            </p:nvSpPr>
            <p:spPr>
              <a:xfrm>
                <a:off x="3081945" y="2571897"/>
                <a:ext cx="923840" cy="92882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82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015"/>
                    </a:lnTo>
                    <a:lnTo>
                      <a:pt x="922364" y="926499"/>
                    </a:lnTo>
                    <a:lnTo>
                      <a:pt x="920211" y="927207"/>
                    </a:lnTo>
                    <a:lnTo>
                      <a:pt x="914535" y="928797"/>
                    </a:lnTo>
                    <a:lnTo>
                      <a:pt x="914400" y="928822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1" name="ph852">
                <a:extLst>
                  <a:ext uri="{FF2B5EF4-FFF2-40B4-BE49-F238E27FC236}">
                    <a16:creationId xmlns:a16="http://schemas.microsoft.com/office/drawing/2014/main" id="{28F1CAF1-6678-653C-5A6C-42524EEE1515}"/>
                  </a:ext>
                </a:extLst>
              </p:cNvPr>
              <p:cNvSpPr/>
              <p:nvPr/>
            </p:nvSpPr>
            <p:spPr>
              <a:xfrm>
                <a:off x="3091386" y="2571897"/>
                <a:ext cx="923840" cy="926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0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919"/>
                    </a:lnTo>
                    <a:lnTo>
                      <a:pt x="923662" y="922977"/>
                    </a:lnTo>
                    <a:lnTo>
                      <a:pt x="921514" y="923681"/>
                    </a:lnTo>
                    <a:lnTo>
                      <a:pt x="919366" y="924385"/>
                    </a:lnTo>
                    <a:lnTo>
                      <a:pt x="917219" y="925089"/>
                    </a:lnTo>
                    <a:lnTo>
                      <a:pt x="915071" y="925794"/>
                    </a:lnTo>
                    <a:lnTo>
                      <a:pt x="914400" y="926015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2" name="ph853">
                <a:extLst>
                  <a:ext uri="{FF2B5EF4-FFF2-40B4-BE49-F238E27FC236}">
                    <a16:creationId xmlns:a16="http://schemas.microsoft.com/office/drawing/2014/main" id="{E119D537-CD9C-0E41-7FA9-7666244EC3DD}"/>
                  </a:ext>
                </a:extLst>
              </p:cNvPr>
              <p:cNvSpPr/>
              <p:nvPr/>
            </p:nvSpPr>
            <p:spPr>
              <a:xfrm>
                <a:off x="3100826" y="2571897"/>
                <a:ext cx="923840" cy="92291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91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9832"/>
                    </a:lnTo>
                    <a:lnTo>
                      <a:pt x="922817" y="920166"/>
                    </a:lnTo>
                    <a:lnTo>
                      <a:pt x="920668" y="920868"/>
                    </a:lnTo>
                    <a:lnTo>
                      <a:pt x="918519" y="921571"/>
                    </a:lnTo>
                    <a:lnTo>
                      <a:pt x="916370" y="922274"/>
                    </a:lnTo>
                    <a:lnTo>
                      <a:pt x="914400" y="92291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3" name="ph854">
                <a:extLst>
                  <a:ext uri="{FF2B5EF4-FFF2-40B4-BE49-F238E27FC236}">
                    <a16:creationId xmlns:a16="http://schemas.microsoft.com/office/drawing/2014/main" id="{35975377-328D-1E24-9B69-75C444685599}"/>
                  </a:ext>
                </a:extLst>
              </p:cNvPr>
              <p:cNvSpPr/>
              <p:nvPr/>
            </p:nvSpPr>
            <p:spPr>
              <a:xfrm>
                <a:off x="3110266" y="2571897"/>
                <a:ext cx="923840" cy="9239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98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3986"/>
                    </a:lnTo>
                    <a:lnTo>
                      <a:pt x="923001" y="923398"/>
                    </a:lnTo>
                    <a:lnTo>
                      <a:pt x="921779" y="922542"/>
                    </a:lnTo>
                    <a:lnTo>
                      <a:pt x="920557" y="921686"/>
                    </a:lnTo>
                    <a:lnTo>
                      <a:pt x="919335" y="920830"/>
                    </a:lnTo>
                    <a:lnTo>
                      <a:pt x="918112" y="919974"/>
                    </a:lnTo>
                    <a:lnTo>
                      <a:pt x="916793" y="919051"/>
                    </a:lnTo>
                    <a:lnTo>
                      <a:pt x="915526" y="919464"/>
                    </a:lnTo>
                    <a:lnTo>
                      <a:pt x="914399" y="919832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4" name="ph855">
                <a:extLst>
                  <a:ext uri="{FF2B5EF4-FFF2-40B4-BE49-F238E27FC236}">
                    <a16:creationId xmlns:a16="http://schemas.microsoft.com/office/drawing/2014/main" id="{002B139D-6F76-AAC9-A48D-2542E3E8B2EC}"/>
                  </a:ext>
                </a:extLst>
              </p:cNvPr>
              <p:cNvSpPr/>
              <p:nvPr/>
            </p:nvSpPr>
            <p:spPr>
              <a:xfrm>
                <a:off x="3119706" y="2571897"/>
                <a:ext cx="923840" cy="9301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34"/>
                    </a:lnTo>
                    <a:lnTo>
                      <a:pt x="922840" y="929595"/>
                    </a:lnTo>
                    <a:lnTo>
                      <a:pt x="917230" y="925970"/>
                    </a:lnTo>
                    <a:lnTo>
                      <a:pt x="916004" y="925111"/>
                    </a:lnTo>
                    <a:lnTo>
                      <a:pt x="914782" y="924254"/>
                    </a:lnTo>
                    <a:lnTo>
                      <a:pt x="914400" y="923986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5" name="ph856">
                <a:extLst>
                  <a:ext uri="{FF2B5EF4-FFF2-40B4-BE49-F238E27FC236}">
                    <a16:creationId xmlns:a16="http://schemas.microsoft.com/office/drawing/2014/main" id="{5AEE42DD-35AA-3BBC-3876-2A4F07B3E223}"/>
                  </a:ext>
                </a:extLst>
              </p:cNvPr>
              <p:cNvSpPr/>
              <p:nvPr/>
            </p:nvSpPr>
            <p:spPr>
              <a:xfrm>
                <a:off x="312914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07" y="931969"/>
                    </a:lnTo>
                    <a:lnTo>
                      <a:pt x="914400" y="930134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6" name="ph857">
                <a:extLst>
                  <a:ext uri="{FF2B5EF4-FFF2-40B4-BE49-F238E27FC236}">
                    <a16:creationId xmlns:a16="http://schemas.microsoft.com/office/drawing/2014/main" id="{A4340F4F-D373-0B3A-3726-F724E901BDD9}"/>
                  </a:ext>
                </a:extLst>
              </p:cNvPr>
              <p:cNvSpPr/>
              <p:nvPr/>
            </p:nvSpPr>
            <p:spPr>
              <a:xfrm>
                <a:off x="313858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7" name="ph858">
                <a:extLst>
                  <a:ext uri="{FF2B5EF4-FFF2-40B4-BE49-F238E27FC236}">
                    <a16:creationId xmlns:a16="http://schemas.microsoft.com/office/drawing/2014/main" id="{8AABD12A-1444-7189-D6CA-D986C274BA8F}"/>
                  </a:ext>
                </a:extLst>
              </p:cNvPr>
              <p:cNvSpPr/>
              <p:nvPr/>
            </p:nvSpPr>
            <p:spPr>
              <a:xfrm>
                <a:off x="314802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8" name="ph859">
                <a:extLst>
                  <a:ext uri="{FF2B5EF4-FFF2-40B4-BE49-F238E27FC236}">
                    <a16:creationId xmlns:a16="http://schemas.microsoft.com/office/drawing/2014/main" id="{4E0D69E5-4D53-CDD0-4A59-D374CD8FB345}"/>
                  </a:ext>
                </a:extLst>
              </p:cNvPr>
              <p:cNvSpPr/>
              <p:nvPr/>
            </p:nvSpPr>
            <p:spPr>
              <a:xfrm>
                <a:off x="315746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9" name="ph860">
                <a:extLst>
                  <a:ext uri="{FF2B5EF4-FFF2-40B4-BE49-F238E27FC236}">
                    <a16:creationId xmlns:a16="http://schemas.microsoft.com/office/drawing/2014/main" id="{85C38906-A347-3923-4AE9-3957C9D3EF8F}"/>
                  </a:ext>
                </a:extLst>
              </p:cNvPr>
              <p:cNvSpPr/>
              <p:nvPr/>
            </p:nvSpPr>
            <p:spPr>
              <a:xfrm>
                <a:off x="316690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0" name="ph861">
                <a:extLst>
                  <a:ext uri="{FF2B5EF4-FFF2-40B4-BE49-F238E27FC236}">
                    <a16:creationId xmlns:a16="http://schemas.microsoft.com/office/drawing/2014/main" id="{315DB419-2CAC-9830-237F-8FD45982D3CF}"/>
                  </a:ext>
                </a:extLst>
              </p:cNvPr>
              <p:cNvSpPr/>
              <p:nvPr/>
            </p:nvSpPr>
            <p:spPr>
              <a:xfrm>
                <a:off x="317634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1" name="ph862">
                <a:extLst>
                  <a:ext uri="{FF2B5EF4-FFF2-40B4-BE49-F238E27FC236}">
                    <a16:creationId xmlns:a16="http://schemas.microsoft.com/office/drawing/2014/main" id="{0D474E34-8094-A168-6B7B-33521D481D14}"/>
                  </a:ext>
                </a:extLst>
              </p:cNvPr>
              <p:cNvSpPr/>
              <p:nvPr/>
            </p:nvSpPr>
            <p:spPr>
              <a:xfrm>
                <a:off x="3185788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2865"/>
                    </a:lnTo>
                    <a:lnTo>
                      <a:pt x="921116" y="91439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2" name="ph863">
                <a:extLst>
                  <a:ext uri="{FF2B5EF4-FFF2-40B4-BE49-F238E27FC236}">
                    <a16:creationId xmlns:a16="http://schemas.microsoft.com/office/drawing/2014/main" id="{CBB12F8C-BC54-D828-F3E0-5FB6022A3BF2}"/>
                  </a:ext>
                </a:extLst>
              </p:cNvPr>
              <p:cNvSpPr/>
              <p:nvPr/>
            </p:nvSpPr>
            <p:spPr>
              <a:xfrm>
                <a:off x="3195228" y="2571897"/>
                <a:ext cx="923840" cy="93043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3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306"/>
                    </a:lnTo>
                    <a:lnTo>
                      <a:pt x="923003" y="924964"/>
                    </a:lnTo>
                    <a:lnTo>
                      <a:pt x="917419" y="928727"/>
                    </a:lnTo>
                    <a:lnTo>
                      <a:pt x="914400" y="930435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3" name="ph864">
                <a:extLst>
                  <a:ext uri="{FF2B5EF4-FFF2-40B4-BE49-F238E27FC236}">
                    <a16:creationId xmlns:a16="http://schemas.microsoft.com/office/drawing/2014/main" id="{35FD6F20-937C-5703-381F-452F40D9B0D9}"/>
                  </a:ext>
                </a:extLst>
              </p:cNvPr>
              <p:cNvSpPr/>
              <p:nvPr/>
            </p:nvSpPr>
            <p:spPr>
              <a:xfrm>
                <a:off x="3204668" y="2571897"/>
                <a:ext cx="923840" cy="92430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30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6602"/>
                    </a:lnTo>
                    <a:lnTo>
                      <a:pt x="923417" y="916959"/>
                    </a:lnTo>
                    <a:lnTo>
                      <a:pt x="922322" y="917883"/>
                    </a:lnTo>
                    <a:lnTo>
                      <a:pt x="921227" y="918807"/>
                    </a:lnTo>
                    <a:lnTo>
                      <a:pt x="920133" y="919732"/>
                    </a:lnTo>
                    <a:lnTo>
                      <a:pt x="919033" y="920661"/>
                    </a:lnTo>
                    <a:lnTo>
                      <a:pt x="914400" y="924306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4" name="ph865">
                <a:extLst>
                  <a:ext uri="{FF2B5EF4-FFF2-40B4-BE49-F238E27FC236}">
                    <a16:creationId xmlns:a16="http://schemas.microsoft.com/office/drawing/2014/main" id="{39959E9C-576F-E3C3-8006-017B65F445EE}"/>
                  </a:ext>
                </a:extLst>
              </p:cNvPr>
              <p:cNvSpPr/>
              <p:nvPr/>
            </p:nvSpPr>
            <p:spPr>
              <a:xfrm>
                <a:off x="3214109" y="2571897"/>
                <a:ext cx="917010" cy="91660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1660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6168" y="915110"/>
                    </a:lnTo>
                    <a:lnTo>
                      <a:pt x="915072" y="916034"/>
                    </a:lnTo>
                    <a:lnTo>
                      <a:pt x="914400" y="916602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5" name="ph866">
                <a:extLst>
                  <a:ext uri="{FF2B5EF4-FFF2-40B4-BE49-F238E27FC236}">
                    <a16:creationId xmlns:a16="http://schemas.microsoft.com/office/drawing/2014/main" id="{DC83F80F-0C50-F2C9-57BB-E78954C42277}"/>
                  </a:ext>
                </a:extLst>
              </p:cNvPr>
              <p:cNvSpPr/>
              <p:nvPr/>
            </p:nvSpPr>
            <p:spPr>
              <a:xfrm>
                <a:off x="2487210" y="2554327"/>
                <a:ext cx="914400" cy="9212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19">
                    <a:moveTo>
                      <a:pt x="914400" y="914400"/>
                    </a:moveTo>
                    <a:lnTo>
                      <a:pt x="914400" y="921219"/>
                    </a:lnTo>
                    <a:lnTo>
                      <a:pt x="914050" y="920532"/>
                    </a:lnTo>
                    <a:lnTo>
                      <a:pt x="912637" y="917760"/>
                    </a:lnTo>
                    <a:lnTo>
                      <a:pt x="911225" y="914989"/>
                    </a:lnTo>
                    <a:lnTo>
                      <a:pt x="910924" y="914400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6" name="ph867">
                <a:extLst>
                  <a:ext uri="{FF2B5EF4-FFF2-40B4-BE49-F238E27FC236}">
                    <a16:creationId xmlns:a16="http://schemas.microsoft.com/office/drawing/2014/main" id="{490D1D86-471E-E0CF-1853-F9D7A2B7EB09}"/>
                  </a:ext>
                </a:extLst>
              </p:cNvPr>
              <p:cNvSpPr/>
              <p:nvPr/>
            </p:nvSpPr>
            <p:spPr>
              <a:xfrm>
                <a:off x="248721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69" y="931969"/>
                    </a:lnTo>
                    <a:lnTo>
                      <a:pt x="919692" y="931621"/>
                    </a:lnTo>
                    <a:lnTo>
                      <a:pt x="918282" y="928848"/>
                    </a:lnTo>
                    <a:lnTo>
                      <a:pt x="916872" y="926076"/>
                    </a:lnTo>
                    <a:lnTo>
                      <a:pt x="915461" y="923304"/>
                    </a:lnTo>
                    <a:lnTo>
                      <a:pt x="914400" y="92121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7" name="ph868">
                <a:extLst>
                  <a:ext uri="{FF2B5EF4-FFF2-40B4-BE49-F238E27FC236}">
                    <a16:creationId xmlns:a16="http://schemas.microsoft.com/office/drawing/2014/main" id="{2DDB4A99-B0EE-9282-26EF-97A700354807}"/>
                  </a:ext>
                </a:extLst>
              </p:cNvPr>
              <p:cNvSpPr/>
              <p:nvPr/>
            </p:nvSpPr>
            <p:spPr>
              <a:xfrm>
                <a:off x="249665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8" name="ph869">
                <a:extLst>
                  <a:ext uri="{FF2B5EF4-FFF2-40B4-BE49-F238E27FC236}">
                    <a16:creationId xmlns:a16="http://schemas.microsoft.com/office/drawing/2014/main" id="{E73A84B6-7126-C604-AA35-97A3FBCCBA25}"/>
                  </a:ext>
                </a:extLst>
              </p:cNvPr>
              <p:cNvSpPr/>
              <p:nvPr/>
            </p:nvSpPr>
            <p:spPr>
              <a:xfrm>
                <a:off x="250609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9" name="ph870">
                <a:extLst>
                  <a:ext uri="{FF2B5EF4-FFF2-40B4-BE49-F238E27FC236}">
                    <a16:creationId xmlns:a16="http://schemas.microsoft.com/office/drawing/2014/main" id="{B70849BF-723A-E7A6-965E-9AFD5E02532C}"/>
                  </a:ext>
                </a:extLst>
              </p:cNvPr>
              <p:cNvSpPr/>
              <p:nvPr/>
            </p:nvSpPr>
            <p:spPr>
              <a:xfrm>
                <a:off x="251553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0" name="ph871">
                <a:extLst>
                  <a:ext uri="{FF2B5EF4-FFF2-40B4-BE49-F238E27FC236}">
                    <a16:creationId xmlns:a16="http://schemas.microsoft.com/office/drawing/2014/main" id="{A023588E-FE13-3034-C3F5-42F961AF51DC}"/>
                  </a:ext>
                </a:extLst>
              </p:cNvPr>
              <p:cNvSpPr/>
              <p:nvPr/>
            </p:nvSpPr>
            <p:spPr>
              <a:xfrm>
                <a:off x="252497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1" name="ph872">
                <a:extLst>
                  <a:ext uri="{FF2B5EF4-FFF2-40B4-BE49-F238E27FC236}">
                    <a16:creationId xmlns:a16="http://schemas.microsoft.com/office/drawing/2014/main" id="{3D8C9B6B-27B1-5241-408A-88D2736B0D98}"/>
                  </a:ext>
                </a:extLst>
              </p:cNvPr>
              <p:cNvSpPr/>
              <p:nvPr/>
            </p:nvSpPr>
            <p:spPr>
              <a:xfrm>
                <a:off x="253441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2" name="ph873">
                <a:extLst>
                  <a:ext uri="{FF2B5EF4-FFF2-40B4-BE49-F238E27FC236}">
                    <a16:creationId xmlns:a16="http://schemas.microsoft.com/office/drawing/2014/main" id="{D803023F-31F3-E3C2-1F81-38D7EA9153FB}"/>
                  </a:ext>
                </a:extLst>
              </p:cNvPr>
              <p:cNvSpPr/>
              <p:nvPr/>
            </p:nvSpPr>
            <p:spPr>
              <a:xfrm>
                <a:off x="254385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3" name="ph874">
                <a:extLst>
                  <a:ext uri="{FF2B5EF4-FFF2-40B4-BE49-F238E27FC236}">
                    <a16:creationId xmlns:a16="http://schemas.microsoft.com/office/drawing/2014/main" id="{968CF33D-F40A-6316-9550-3C800E67FDA4}"/>
                  </a:ext>
                </a:extLst>
              </p:cNvPr>
              <p:cNvSpPr/>
              <p:nvPr/>
            </p:nvSpPr>
            <p:spPr>
              <a:xfrm>
                <a:off x="255329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4" name="ph875">
                <a:extLst>
                  <a:ext uri="{FF2B5EF4-FFF2-40B4-BE49-F238E27FC236}">
                    <a16:creationId xmlns:a16="http://schemas.microsoft.com/office/drawing/2014/main" id="{D22D6956-9C02-1085-339D-E4E0967A7F07}"/>
                  </a:ext>
                </a:extLst>
              </p:cNvPr>
              <p:cNvSpPr/>
              <p:nvPr/>
            </p:nvSpPr>
            <p:spPr>
              <a:xfrm>
                <a:off x="256273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5" name="ph876">
                <a:extLst>
                  <a:ext uri="{FF2B5EF4-FFF2-40B4-BE49-F238E27FC236}">
                    <a16:creationId xmlns:a16="http://schemas.microsoft.com/office/drawing/2014/main" id="{0044F413-44B1-85C7-13CF-EE60118DD202}"/>
                  </a:ext>
                </a:extLst>
              </p:cNvPr>
              <p:cNvSpPr/>
              <p:nvPr/>
            </p:nvSpPr>
            <p:spPr>
              <a:xfrm>
                <a:off x="257217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6" name="ph877">
                <a:extLst>
                  <a:ext uri="{FF2B5EF4-FFF2-40B4-BE49-F238E27FC236}">
                    <a16:creationId xmlns:a16="http://schemas.microsoft.com/office/drawing/2014/main" id="{33C0BA5F-8F83-8B5F-5761-ABA70EBD114E}"/>
                  </a:ext>
                </a:extLst>
              </p:cNvPr>
              <p:cNvSpPr/>
              <p:nvPr/>
            </p:nvSpPr>
            <p:spPr>
              <a:xfrm>
                <a:off x="258161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7" name="ph878">
                <a:extLst>
                  <a:ext uri="{FF2B5EF4-FFF2-40B4-BE49-F238E27FC236}">
                    <a16:creationId xmlns:a16="http://schemas.microsoft.com/office/drawing/2014/main" id="{87BBB6D9-4CD4-93A2-4657-8BC33CB70E41}"/>
                  </a:ext>
                </a:extLst>
              </p:cNvPr>
              <p:cNvSpPr/>
              <p:nvPr/>
            </p:nvSpPr>
            <p:spPr>
              <a:xfrm>
                <a:off x="259105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8" name="ph879">
                <a:extLst>
                  <a:ext uri="{FF2B5EF4-FFF2-40B4-BE49-F238E27FC236}">
                    <a16:creationId xmlns:a16="http://schemas.microsoft.com/office/drawing/2014/main" id="{F7B5B5ED-F22D-F0E5-6D7C-13C450E60FAA}"/>
                  </a:ext>
                </a:extLst>
              </p:cNvPr>
              <p:cNvSpPr/>
              <p:nvPr/>
            </p:nvSpPr>
            <p:spPr>
              <a:xfrm>
                <a:off x="260049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9" name="ph880">
                <a:extLst>
                  <a:ext uri="{FF2B5EF4-FFF2-40B4-BE49-F238E27FC236}">
                    <a16:creationId xmlns:a16="http://schemas.microsoft.com/office/drawing/2014/main" id="{2891F339-88AC-8F37-2782-D26F226D31B0}"/>
                  </a:ext>
                </a:extLst>
              </p:cNvPr>
              <p:cNvSpPr/>
              <p:nvPr/>
            </p:nvSpPr>
            <p:spPr>
              <a:xfrm>
                <a:off x="260993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0" name="ph881">
                <a:extLst>
                  <a:ext uri="{FF2B5EF4-FFF2-40B4-BE49-F238E27FC236}">
                    <a16:creationId xmlns:a16="http://schemas.microsoft.com/office/drawing/2014/main" id="{43D82CCA-E72D-F2F8-0518-2C23E27DE9EF}"/>
                  </a:ext>
                </a:extLst>
              </p:cNvPr>
              <p:cNvSpPr/>
              <p:nvPr/>
            </p:nvSpPr>
            <p:spPr>
              <a:xfrm>
                <a:off x="261937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1" name="ph882">
                <a:extLst>
                  <a:ext uri="{FF2B5EF4-FFF2-40B4-BE49-F238E27FC236}">
                    <a16:creationId xmlns:a16="http://schemas.microsoft.com/office/drawing/2014/main" id="{CE56EFF5-FA7F-CF1E-F131-304A29093D45}"/>
                  </a:ext>
                </a:extLst>
              </p:cNvPr>
              <p:cNvSpPr/>
              <p:nvPr/>
            </p:nvSpPr>
            <p:spPr>
              <a:xfrm>
                <a:off x="262881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2" name="ph883">
                <a:extLst>
                  <a:ext uri="{FF2B5EF4-FFF2-40B4-BE49-F238E27FC236}">
                    <a16:creationId xmlns:a16="http://schemas.microsoft.com/office/drawing/2014/main" id="{A8CF4421-4B5B-B622-2FD8-A3BCE7F2276E}"/>
                  </a:ext>
                </a:extLst>
              </p:cNvPr>
              <p:cNvSpPr/>
              <p:nvPr/>
            </p:nvSpPr>
            <p:spPr>
              <a:xfrm>
                <a:off x="263825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3" name="ph884">
                <a:extLst>
                  <a:ext uri="{FF2B5EF4-FFF2-40B4-BE49-F238E27FC236}">
                    <a16:creationId xmlns:a16="http://schemas.microsoft.com/office/drawing/2014/main" id="{247AE54D-26FB-8440-FBF7-F1E57234B31B}"/>
                  </a:ext>
                </a:extLst>
              </p:cNvPr>
              <p:cNvSpPr/>
              <p:nvPr/>
            </p:nvSpPr>
            <p:spPr>
              <a:xfrm>
                <a:off x="264769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4" name="ph885">
                <a:extLst>
                  <a:ext uri="{FF2B5EF4-FFF2-40B4-BE49-F238E27FC236}">
                    <a16:creationId xmlns:a16="http://schemas.microsoft.com/office/drawing/2014/main" id="{B45D8092-71DB-AA59-F65A-7349E92F86E0}"/>
                  </a:ext>
                </a:extLst>
              </p:cNvPr>
              <p:cNvSpPr/>
              <p:nvPr/>
            </p:nvSpPr>
            <p:spPr>
              <a:xfrm>
                <a:off x="265713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5" name="ph886">
                <a:extLst>
                  <a:ext uri="{FF2B5EF4-FFF2-40B4-BE49-F238E27FC236}">
                    <a16:creationId xmlns:a16="http://schemas.microsoft.com/office/drawing/2014/main" id="{1CEB062F-C307-FB81-074D-3B63157C12A0}"/>
                  </a:ext>
                </a:extLst>
              </p:cNvPr>
              <p:cNvSpPr/>
              <p:nvPr/>
            </p:nvSpPr>
            <p:spPr>
              <a:xfrm>
                <a:off x="266657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6" name="ph887">
                <a:extLst>
                  <a:ext uri="{FF2B5EF4-FFF2-40B4-BE49-F238E27FC236}">
                    <a16:creationId xmlns:a16="http://schemas.microsoft.com/office/drawing/2014/main" id="{2F0D238D-6964-6396-4DFA-AAD8C382562F}"/>
                  </a:ext>
                </a:extLst>
              </p:cNvPr>
              <p:cNvSpPr/>
              <p:nvPr/>
            </p:nvSpPr>
            <p:spPr>
              <a:xfrm>
                <a:off x="267601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7" name="ph888">
                <a:extLst>
                  <a:ext uri="{FF2B5EF4-FFF2-40B4-BE49-F238E27FC236}">
                    <a16:creationId xmlns:a16="http://schemas.microsoft.com/office/drawing/2014/main" id="{87691202-C10A-2312-C799-3D5E01B4479A}"/>
                  </a:ext>
                </a:extLst>
              </p:cNvPr>
              <p:cNvSpPr/>
              <p:nvPr/>
            </p:nvSpPr>
            <p:spPr>
              <a:xfrm>
                <a:off x="268545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8" name="ph889">
                <a:extLst>
                  <a:ext uri="{FF2B5EF4-FFF2-40B4-BE49-F238E27FC236}">
                    <a16:creationId xmlns:a16="http://schemas.microsoft.com/office/drawing/2014/main" id="{FB892906-418D-BFA0-8D68-7018E831E590}"/>
                  </a:ext>
                </a:extLst>
              </p:cNvPr>
              <p:cNvSpPr/>
              <p:nvPr/>
            </p:nvSpPr>
            <p:spPr>
              <a:xfrm>
                <a:off x="269489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9" name="ph890">
                <a:extLst>
                  <a:ext uri="{FF2B5EF4-FFF2-40B4-BE49-F238E27FC236}">
                    <a16:creationId xmlns:a16="http://schemas.microsoft.com/office/drawing/2014/main" id="{F0A5C36A-5842-316B-EF6A-669F2C340EF9}"/>
                  </a:ext>
                </a:extLst>
              </p:cNvPr>
              <p:cNvSpPr/>
              <p:nvPr/>
            </p:nvSpPr>
            <p:spPr>
              <a:xfrm>
                <a:off x="270433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0" name="ph891">
                <a:extLst>
                  <a:ext uri="{FF2B5EF4-FFF2-40B4-BE49-F238E27FC236}">
                    <a16:creationId xmlns:a16="http://schemas.microsoft.com/office/drawing/2014/main" id="{7B36ADFC-4CD5-DF7B-F307-BE039FE27A9C}"/>
                  </a:ext>
                </a:extLst>
              </p:cNvPr>
              <p:cNvSpPr/>
              <p:nvPr/>
            </p:nvSpPr>
            <p:spPr>
              <a:xfrm>
                <a:off x="271377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1" name="ph892">
                <a:extLst>
                  <a:ext uri="{FF2B5EF4-FFF2-40B4-BE49-F238E27FC236}">
                    <a16:creationId xmlns:a16="http://schemas.microsoft.com/office/drawing/2014/main" id="{8FF5DD4B-D6BB-597E-37D7-D952C1C35FD7}"/>
                  </a:ext>
                </a:extLst>
              </p:cNvPr>
              <p:cNvSpPr/>
              <p:nvPr/>
            </p:nvSpPr>
            <p:spPr>
              <a:xfrm>
                <a:off x="272321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2" name="ph893">
                <a:extLst>
                  <a:ext uri="{FF2B5EF4-FFF2-40B4-BE49-F238E27FC236}">
                    <a16:creationId xmlns:a16="http://schemas.microsoft.com/office/drawing/2014/main" id="{8364A468-99A6-2282-0EEE-0062369ECCD9}"/>
                  </a:ext>
                </a:extLst>
              </p:cNvPr>
              <p:cNvSpPr/>
              <p:nvPr/>
            </p:nvSpPr>
            <p:spPr>
              <a:xfrm>
                <a:off x="273265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3" name="ph894">
                <a:extLst>
                  <a:ext uri="{FF2B5EF4-FFF2-40B4-BE49-F238E27FC236}">
                    <a16:creationId xmlns:a16="http://schemas.microsoft.com/office/drawing/2014/main" id="{112A1A04-3552-8CC3-299A-DEFAB8076152}"/>
                  </a:ext>
                </a:extLst>
              </p:cNvPr>
              <p:cNvSpPr/>
              <p:nvPr/>
            </p:nvSpPr>
            <p:spPr>
              <a:xfrm>
                <a:off x="274209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4" name="ph895">
                <a:extLst>
                  <a:ext uri="{FF2B5EF4-FFF2-40B4-BE49-F238E27FC236}">
                    <a16:creationId xmlns:a16="http://schemas.microsoft.com/office/drawing/2014/main" id="{FD342751-0EE9-E7F9-23B4-0090565428FD}"/>
                  </a:ext>
                </a:extLst>
              </p:cNvPr>
              <p:cNvSpPr/>
              <p:nvPr/>
            </p:nvSpPr>
            <p:spPr>
              <a:xfrm>
                <a:off x="275153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5" name="ph896">
                <a:extLst>
                  <a:ext uri="{FF2B5EF4-FFF2-40B4-BE49-F238E27FC236}">
                    <a16:creationId xmlns:a16="http://schemas.microsoft.com/office/drawing/2014/main" id="{F9A3475F-FB0D-282C-67C6-D26586BED4BF}"/>
                  </a:ext>
                </a:extLst>
              </p:cNvPr>
              <p:cNvSpPr/>
              <p:nvPr/>
            </p:nvSpPr>
            <p:spPr>
              <a:xfrm>
                <a:off x="276097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6" name="ph897">
                <a:extLst>
                  <a:ext uri="{FF2B5EF4-FFF2-40B4-BE49-F238E27FC236}">
                    <a16:creationId xmlns:a16="http://schemas.microsoft.com/office/drawing/2014/main" id="{C38910EC-E79D-5906-9787-72A619CDC983}"/>
                  </a:ext>
                </a:extLst>
              </p:cNvPr>
              <p:cNvSpPr/>
              <p:nvPr/>
            </p:nvSpPr>
            <p:spPr>
              <a:xfrm>
                <a:off x="277041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7" name="ph898">
                <a:extLst>
                  <a:ext uri="{FF2B5EF4-FFF2-40B4-BE49-F238E27FC236}">
                    <a16:creationId xmlns:a16="http://schemas.microsoft.com/office/drawing/2014/main" id="{9D94F62F-7CBF-B26E-E99A-40EE3B1B2C86}"/>
                  </a:ext>
                </a:extLst>
              </p:cNvPr>
              <p:cNvSpPr/>
              <p:nvPr/>
            </p:nvSpPr>
            <p:spPr>
              <a:xfrm>
                <a:off x="277985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8" name="ph899">
                <a:extLst>
                  <a:ext uri="{FF2B5EF4-FFF2-40B4-BE49-F238E27FC236}">
                    <a16:creationId xmlns:a16="http://schemas.microsoft.com/office/drawing/2014/main" id="{8F14C082-A84E-6F78-97FB-0F63FBC4742A}"/>
                  </a:ext>
                </a:extLst>
              </p:cNvPr>
              <p:cNvSpPr/>
              <p:nvPr/>
            </p:nvSpPr>
            <p:spPr>
              <a:xfrm>
                <a:off x="278929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9" name="ph900">
                <a:extLst>
                  <a:ext uri="{FF2B5EF4-FFF2-40B4-BE49-F238E27FC236}">
                    <a16:creationId xmlns:a16="http://schemas.microsoft.com/office/drawing/2014/main" id="{9840DBEF-A935-7F1C-07BB-E3E0DF7C8C70}"/>
                  </a:ext>
                </a:extLst>
              </p:cNvPr>
              <p:cNvSpPr/>
              <p:nvPr/>
            </p:nvSpPr>
            <p:spPr>
              <a:xfrm>
                <a:off x="279873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0" name="ph901">
                <a:extLst>
                  <a:ext uri="{FF2B5EF4-FFF2-40B4-BE49-F238E27FC236}">
                    <a16:creationId xmlns:a16="http://schemas.microsoft.com/office/drawing/2014/main" id="{0E23F679-47FB-DC18-B0E0-386C45DA2E9A}"/>
                  </a:ext>
                </a:extLst>
              </p:cNvPr>
              <p:cNvSpPr/>
              <p:nvPr/>
            </p:nvSpPr>
            <p:spPr>
              <a:xfrm>
                <a:off x="280817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1" name="ph902">
                <a:extLst>
                  <a:ext uri="{FF2B5EF4-FFF2-40B4-BE49-F238E27FC236}">
                    <a16:creationId xmlns:a16="http://schemas.microsoft.com/office/drawing/2014/main" id="{EEC3DCEA-FFED-71CB-1191-63B91B750327}"/>
                  </a:ext>
                </a:extLst>
              </p:cNvPr>
              <p:cNvSpPr/>
              <p:nvPr/>
            </p:nvSpPr>
            <p:spPr>
              <a:xfrm>
                <a:off x="281761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2" name="ph903">
                <a:extLst>
                  <a:ext uri="{FF2B5EF4-FFF2-40B4-BE49-F238E27FC236}">
                    <a16:creationId xmlns:a16="http://schemas.microsoft.com/office/drawing/2014/main" id="{F82B93BD-4771-8A64-A095-23F9DBB3748A}"/>
                  </a:ext>
                </a:extLst>
              </p:cNvPr>
              <p:cNvSpPr/>
              <p:nvPr/>
            </p:nvSpPr>
            <p:spPr>
              <a:xfrm>
                <a:off x="282705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3" name="ph904">
                <a:extLst>
                  <a:ext uri="{FF2B5EF4-FFF2-40B4-BE49-F238E27FC236}">
                    <a16:creationId xmlns:a16="http://schemas.microsoft.com/office/drawing/2014/main" id="{1EB87A9C-2EB5-D992-9FCE-69D479DDF0C3}"/>
                  </a:ext>
                </a:extLst>
              </p:cNvPr>
              <p:cNvSpPr/>
              <p:nvPr/>
            </p:nvSpPr>
            <p:spPr>
              <a:xfrm>
                <a:off x="283649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4" name="ph905">
                <a:extLst>
                  <a:ext uri="{FF2B5EF4-FFF2-40B4-BE49-F238E27FC236}">
                    <a16:creationId xmlns:a16="http://schemas.microsoft.com/office/drawing/2014/main" id="{AD7B47A1-1C99-101F-661B-5083EA206C4C}"/>
                  </a:ext>
                </a:extLst>
              </p:cNvPr>
              <p:cNvSpPr/>
              <p:nvPr/>
            </p:nvSpPr>
            <p:spPr>
              <a:xfrm>
                <a:off x="284593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5" name="ph906">
                <a:extLst>
                  <a:ext uri="{FF2B5EF4-FFF2-40B4-BE49-F238E27FC236}">
                    <a16:creationId xmlns:a16="http://schemas.microsoft.com/office/drawing/2014/main" id="{555BA6F1-96CA-AA6C-634E-43DF3109958C}"/>
                  </a:ext>
                </a:extLst>
              </p:cNvPr>
              <p:cNvSpPr/>
              <p:nvPr/>
            </p:nvSpPr>
            <p:spPr>
              <a:xfrm>
                <a:off x="285538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6" name="ph907">
                <a:extLst>
                  <a:ext uri="{FF2B5EF4-FFF2-40B4-BE49-F238E27FC236}">
                    <a16:creationId xmlns:a16="http://schemas.microsoft.com/office/drawing/2014/main" id="{1D94C451-B82D-C189-F798-B735E83C93D0}"/>
                  </a:ext>
                </a:extLst>
              </p:cNvPr>
              <p:cNvSpPr/>
              <p:nvPr/>
            </p:nvSpPr>
            <p:spPr>
              <a:xfrm>
                <a:off x="286482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7" name="ph908">
                <a:extLst>
                  <a:ext uri="{FF2B5EF4-FFF2-40B4-BE49-F238E27FC236}">
                    <a16:creationId xmlns:a16="http://schemas.microsoft.com/office/drawing/2014/main" id="{3C3FB7D2-920F-85C7-0047-366E1C9F3297}"/>
                  </a:ext>
                </a:extLst>
              </p:cNvPr>
              <p:cNvSpPr/>
              <p:nvPr/>
            </p:nvSpPr>
            <p:spPr>
              <a:xfrm>
                <a:off x="287426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8" name="ph909">
                <a:extLst>
                  <a:ext uri="{FF2B5EF4-FFF2-40B4-BE49-F238E27FC236}">
                    <a16:creationId xmlns:a16="http://schemas.microsoft.com/office/drawing/2014/main" id="{E9CDADA8-3FC4-A7AD-72C9-C6BF930D2D1E}"/>
                  </a:ext>
                </a:extLst>
              </p:cNvPr>
              <p:cNvSpPr/>
              <p:nvPr/>
            </p:nvSpPr>
            <p:spPr>
              <a:xfrm>
                <a:off x="288370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9" name="ph910">
                <a:extLst>
                  <a:ext uri="{FF2B5EF4-FFF2-40B4-BE49-F238E27FC236}">
                    <a16:creationId xmlns:a16="http://schemas.microsoft.com/office/drawing/2014/main" id="{884A475F-69D2-41E7-764E-106C7C9851FB}"/>
                  </a:ext>
                </a:extLst>
              </p:cNvPr>
              <p:cNvSpPr/>
              <p:nvPr/>
            </p:nvSpPr>
            <p:spPr>
              <a:xfrm>
                <a:off x="289314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0" name="ph911">
                <a:extLst>
                  <a:ext uri="{FF2B5EF4-FFF2-40B4-BE49-F238E27FC236}">
                    <a16:creationId xmlns:a16="http://schemas.microsoft.com/office/drawing/2014/main" id="{10231D48-7C38-3188-3B11-8C7366FBF378}"/>
                  </a:ext>
                </a:extLst>
              </p:cNvPr>
              <p:cNvSpPr/>
              <p:nvPr/>
            </p:nvSpPr>
            <p:spPr>
              <a:xfrm>
                <a:off x="290258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1" name="ph912">
                <a:extLst>
                  <a:ext uri="{FF2B5EF4-FFF2-40B4-BE49-F238E27FC236}">
                    <a16:creationId xmlns:a16="http://schemas.microsoft.com/office/drawing/2014/main" id="{1BE7CCBF-2FC6-D522-1EF4-2775F57EAE49}"/>
                  </a:ext>
                </a:extLst>
              </p:cNvPr>
              <p:cNvSpPr/>
              <p:nvPr/>
            </p:nvSpPr>
            <p:spPr>
              <a:xfrm>
                <a:off x="291202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2" name="ph913">
                <a:extLst>
                  <a:ext uri="{FF2B5EF4-FFF2-40B4-BE49-F238E27FC236}">
                    <a16:creationId xmlns:a16="http://schemas.microsoft.com/office/drawing/2014/main" id="{EE77DE49-379A-F2F1-9AF5-CB418DD51384}"/>
                  </a:ext>
                </a:extLst>
              </p:cNvPr>
              <p:cNvSpPr/>
              <p:nvPr/>
            </p:nvSpPr>
            <p:spPr>
              <a:xfrm>
                <a:off x="292146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3" name="ph914">
                <a:extLst>
                  <a:ext uri="{FF2B5EF4-FFF2-40B4-BE49-F238E27FC236}">
                    <a16:creationId xmlns:a16="http://schemas.microsoft.com/office/drawing/2014/main" id="{A8AA3388-4F65-0F48-A50C-9285B64E6895}"/>
                  </a:ext>
                </a:extLst>
              </p:cNvPr>
              <p:cNvSpPr/>
              <p:nvPr/>
            </p:nvSpPr>
            <p:spPr>
              <a:xfrm>
                <a:off x="293090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4" name="ph915">
                <a:extLst>
                  <a:ext uri="{FF2B5EF4-FFF2-40B4-BE49-F238E27FC236}">
                    <a16:creationId xmlns:a16="http://schemas.microsoft.com/office/drawing/2014/main" id="{A6A57A43-3C55-9064-36AB-B4BC0E336383}"/>
                  </a:ext>
                </a:extLst>
              </p:cNvPr>
              <p:cNvSpPr/>
              <p:nvPr/>
            </p:nvSpPr>
            <p:spPr>
              <a:xfrm>
                <a:off x="294034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5" name="ph916">
                <a:extLst>
                  <a:ext uri="{FF2B5EF4-FFF2-40B4-BE49-F238E27FC236}">
                    <a16:creationId xmlns:a16="http://schemas.microsoft.com/office/drawing/2014/main" id="{2DF4488D-AEE0-F28F-23AF-5DCF2F6985CF}"/>
                  </a:ext>
                </a:extLst>
              </p:cNvPr>
              <p:cNvSpPr/>
              <p:nvPr/>
            </p:nvSpPr>
            <p:spPr>
              <a:xfrm>
                <a:off x="294978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6" name="ph917">
                <a:extLst>
                  <a:ext uri="{FF2B5EF4-FFF2-40B4-BE49-F238E27FC236}">
                    <a16:creationId xmlns:a16="http://schemas.microsoft.com/office/drawing/2014/main" id="{BBA7057A-C1A3-96A9-022E-3CCA253CA187}"/>
                  </a:ext>
                </a:extLst>
              </p:cNvPr>
              <p:cNvSpPr/>
              <p:nvPr/>
            </p:nvSpPr>
            <p:spPr>
              <a:xfrm>
                <a:off x="295922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7" name="ph918">
                <a:extLst>
                  <a:ext uri="{FF2B5EF4-FFF2-40B4-BE49-F238E27FC236}">
                    <a16:creationId xmlns:a16="http://schemas.microsoft.com/office/drawing/2014/main" id="{5BF00B99-7CCD-B4C3-706A-DF38777BA76B}"/>
                  </a:ext>
                </a:extLst>
              </p:cNvPr>
              <p:cNvSpPr/>
              <p:nvPr/>
            </p:nvSpPr>
            <p:spPr>
              <a:xfrm>
                <a:off x="296866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8" name="ph919">
                <a:extLst>
                  <a:ext uri="{FF2B5EF4-FFF2-40B4-BE49-F238E27FC236}">
                    <a16:creationId xmlns:a16="http://schemas.microsoft.com/office/drawing/2014/main" id="{D75C5460-AEC6-5836-58F1-11F94AF7C70A}"/>
                  </a:ext>
                </a:extLst>
              </p:cNvPr>
              <p:cNvSpPr/>
              <p:nvPr/>
            </p:nvSpPr>
            <p:spPr>
              <a:xfrm>
                <a:off x="297810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9" name="ph920">
                <a:extLst>
                  <a:ext uri="{FF2B5EF4-FFF2-40B4-BE49-F238E27FC236}">
                    <a16:creationId xmlns:a16="http://schemas.microsoft.com/office/drawing/2014/main" id="{677F7881-02DB-9DFD-BC80-5F5075DD8339}"/>
                  </a:ext>
                </a:extLst>
              </p:cNvPr>
              <p:cNvSpPr/>
              <p:nvPr/>
            </p:nvSpPr>
            <p:spPr>
              <a:xfrm>
                <a:off x="298754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0" name="ph921">
                <a:extLst>
                  <a:ext uri="{FF2B5EF4-FFF2-40B4-BE49-F238E27FC236}">
                    <a16:creationId xmlns:a16="http://schemas.microsoft.com/office/drawing/2014/main" id="{9A2E266F-E459-39F7-4DBC-A2692D0A2E04}"/>
                  </a:ext>
                </a:extLst>
              </p:cNvPr>
              <p:cNvSpPr/>
              <p:nvPr/>
            </p:nvSpPr>
            <p:spPr>
              <a:xfrm>
                <a:off x="299698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1" name="ph922">
                <a:extLst>
                  <a:ext uri="{FF2B5EF4-FFF2-40B4-BE49-F238E27FC236}">
                    <a16:creationId xmlns:a16="http://schemas.microsoft.com/office/drawing/2014/main" id="{96701F1B-F91B-2432-6242-02EF56530D50}"/>
                  </a:ext>
                </a:extLst>
              </p:cNvPr>
              <p:cNvSpPr/>
              <p:nvPr/>
            </p:nvSpPr>
            <p:spPr>
              <a:xfrm>
                <a:off x="300642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2" name="ph923">
                <a:extLst>
                  <a:ext uri="{FF2B5EF4-FFF2-40B4-BE49-F238E27FC236}">
                    <a16:creationId xmlns:a16="http://schemas.microsoft.com/office/drawing/2014/main" id="{B14A68F3-9DD1-1423-E50A-657CC5740D28}"/>
                  </a:ext>
                </a:extLst>
              </p:cNvPr>
              <p:cNvSpPr/>
              <p:nvPr/>
            </p:nvSpPr>
            <p:spPr>
              <a:xfrm>
                <a:off x="301586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3" name="ph924">
                <a:extLst>
                  <a:ext uri="{FF2B5EF4-FFF2-40B4-BE49-F238E27FC236}">
                    <a16:creationId xmlns:a16="http://schemas.microsoft.com/office/drawing/2014/main" id="{73F80CA3-8353-9A51-1947-9ED162383A7E}"/>
                  </a:ext>
                </a:extLst>
              </p:cNvPr>
              <p:cNvSpPr/>
              <p:nvPr/>
            </p:nvSpPr>
            <p:spPr>
              <a:xfrm>
                <a:off x="302530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4" name="ph925">
                <a:extLst>
                  <a:ext uri="{FF2B5EF4-FFF2-40B4-BE49-F238E27FC236}">
                    <a16:creationId xmlns:a16="http://schemas.microsoft.com/office/drawing/2014/main" id="{68E025B0-FEC2-7DA8-F5FD-23FE9C341192}"/>
                  </a:ext>
                </a:extLst>
              </p:cNvPr>
              <p:cNvSpPr/>
              <p:nvPr/>
            </p:nvSpPr>
            <p:spPr>
              <a:xfrm>
                <a:off x="303474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5" name="ph926">
                <a:extLst>
                  <a:ext uri="{FF2B5EF4-FFF2-40B4-BE49-F238E27FC236}">
                    <a16:creationId xmlns:a16="http://schemas.microsoft.com/office/drawing/2014/main" id="{A0335B23-8B7B-144B-2C3C-F7DF6503C929}"/>
                  </a:ext>
                </a:extLst>
              </p:cNvPr>
              <p:cNvSpPr/>
              <p:nvPr/>
            </p:nvSpPr>
            <p:spPr>
              <a:xfrm>
                <a:off x="304418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6" name="ph927">
                <a:extLst>
                  <a:ext uri="{FF2B5EF4-FFF2-40B4-BE49-F238E27FC236}">
                    <a16:creationId xmlns:a16="http://schemas.microsoft.com/office/drawing/2014/main" id="{4971AACE-9D8F-8D95-160D-17BED2FA6C8F}"/>
                  </a:ext>
                </a:extLst>
              </p:cNvPr>
              <p:cNvSpPr/>
              <p:nvPr/>
            </p:nvSpPr>
            <p:spPr>
              <a:xfrm>
                <a:off x="305362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7" name="ph928">
                <a:extLst>
                  <a:ext uri="{FF2B5EF4-FFF2-40B4-BE49-F238E27FC236}">
                    <a16:creationId xmlns:a16="http://schemas.microsoft.com/office/drawing/2014/main" id="{AF069A12-E74F-4FE5-FF0B-8D3BCBA303F7}"/>
                  </a:ext>
                </a:extLst>
              </p:cNvPr>
              <p:cNvSpPr/>
              <p:nvPr/>
            </p:nvSpPr>
            <p:spPr>
              <a:xfrm>
                <a:off x="306306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8" name="ph929">
                <a:extLst>
                  <a:ext uri="{FF2B5EF4-FFF2-40B4-BE49-F238E27FC236}">
                    <a16:creationId xmlns:a16="http://schemas.microsoft.com/office/drawing/2014/main" id="{7D5295BC-94AB-D32E-FA29-5DA7D52EB39E}"/>
                  </a:ext>
                </a:extLst>
              </p:cNvPr>
              <p:cNvSpPr/>
              <p:nvPr/>
            </p:nvSpPr>
            <p:spPr>
              <a:xfrm>
                <a:off x="307250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9" name="ph930">
                <a:extLst>
                  <a:ext uri="{FF2B5EF4-FFF2-40B4-BE49-F238E27FC236}">
                    <a16:creationId xmlns:a16="http://schemas.microsoft.com/office/drawing/2014/main" id="{439C9EF8-4201-4683-9F78-FB0CFA192DA6}"/>
                  </a:ext>
                </a:extLst>
              </p:cNvPr>
              <p:cNvSpPr/>
              <p:nvPr/>
            </p:nvSpPr>
            <p:spPr>
              <a:xfrm>
                <a:off x="308194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0" name="ph931">
                <a:extLst>
                  <a:ext uri="{FF2B5EF4-FFF2-40B4-BE49-F238E27FC236}">
                    <a16:creationId xmlns:a16="http://schemas.microsoft.com/office/drawing/2014/main" id="{A9F6E3D5-C876-138C-0F9D-259C9389C136}"/>
                  </a:ext>
                </a:extLst>
              </p:cNvPr>
              <p:cNvSpPr/>
              <p:nvPr/>
            </p:nvSpPr>
            <p:spPr>
              <a:xfrm>
                <a:off x="309138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1" name="ph932">
                <a:extLst>
                  <a:ext uri="{FF2B5EF4-FFF2-40B4-BE49-F238E27FC236}">
                    <a16:creationId xmlns:a16="http://schemas.microsoft.com/office/drawing/2014/main" id="{C636EECC-A082-0BB0-CD64-4E83A7774CD1}"/>
                  </a:ext>
                </a:extLst>
              </p:cNvPr>
              <p:cNvSpPr/>
              <p:nvPr/>
            </p:nvSpPr>
            <p:spPr>
              <a:xfrm>
                <a:off x="310082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2" name="ph933">
                <a:extLst>
                  <a:ext uri="{FF2B5EF4-FFF2-40B4-BE49-F238E27FC236}">
                    <a16:creationId xmlns:a16="http://schemas.microsoft.com/office/drawing/2014/main" id="{B1971A8F-988A-07F2-C3D9-89EEE0233CAE}"/>
                  </a:ext>
                </a:extLst>
              </p:cNvPr>
              <p:cNvSpPr/>
              <p:nvPr/>
            </p:nvSpPr>
            <p:spPr>
              <a:xfrm>
                <a:off x="311026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3" name="ph934">
                <a:extLst>
                  <a:ext uri="{FF2B5EF4-FFF2-40B4-BE49-F238E27FC236}">
                    <a16:creationId xmlns:a16="http://schemas.microsoft.com/office/drawing/2014/main" id="{2D27A793-E7EB-1AE0-8CF0-47F3763BFBDE}"/>
                  </a:ext>
                </a:extLst>
              </p:cNvPr>
              <p:cNvSpPr/>
              <p:nvPr/>
            </p:nvSpPr>
            <p:spPr>
              <a:xfrm>
                <a:off x="311970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4" name="ph935">
                <a:extLst>
                  <a:ext uri="{FF2B5EF4-FFF2-40B4-BE49-F238E27FC236}">
                    <a16:creationId xmlns:a16="http://schemas.microsoft.com/office/drawing/2014/main" id="{02108E9D-FC07-E1F9-4841-F2606334C309}"/>
                  </a:ext>
                </a:extLst>
              </p:cNvPr>
              <p:cNvSpPr/>
              <p:nvPr/>
            </p:nvSpPr>
            <p:spPr>
              <a:xfrm>
                <a:off x="312914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5" name="ph936">
                <a:extLst>
                  <a:ext uri="{FF2B5EF4-FFF2-40B4-BE49-F238E27FC236}">
                    <a16:creationId xmlns:a16="http://schemas.microsoft.com/office/drawing/2014/main" id="{BD47115D-C2EA-1BED-87FD-C26054155D62}"/>
                  </a:ext>
                </a:extLst>
              </p:cNvPr>
              <p:cNvSpPr/>
              <p:nvPr/>
            </p:nvSpPr>
            <p:spPr>
              <a:xfrm>
                <a:off x="313858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6" name="ph937">
                <a:extLst>
                  <a:ext uri="{FF2B5EF4-FFF2-40B4-BE49-F238E27FC236}">
                    <a16:creationId xmlns:a16="http://schemas.microsoft.com/office/drawing/2014/main" id="{5264C5C5-0E81-3D96-70A1-875AAABDB088}"/>
                  </a:ext>
                </a:extLst>
              </p:cNvPr>
              <p:cNvSpPr/>
              <p:nvPr/>
            </p:nvSpPr>
            <p:spPr>
              <a:xfrm>
                <a:off x="314802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7" name="ph938">
                <a:extLst>
                  <a:ext uri="{FF2B5EF4-FFF2-40B4-BE49-F238E27FC236}">
                    <a16:creationId xmlns:a16="http://schemas.microsoft.com/office/drawing/2014/main" id="{331FC0E1-194D-9747-2EE6-D17270DEA1F5}"/>
                  </a:ext>
                </a:extLst>
              </p:cNvPr>
              <p:cNvSpPr/>
              <p:nvPr/>
            </p:nvSpPr>
            <p:spPr>
              <a:xfrm>
                <a:off x="315746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8" name="ph939">
                <a:extLst>
                  <a:ext uri="{FF2B5EF4-FFF2-40B4-BE49-F238E27FC236}">
                    <a16:creationId xmlns:a16="http://schemas.microsoft.com/office/drawing/2014/main" id="{6626162D-561F-8B2C-13E3-7C6D599B0AA7}"/>
                  </a:ext>
                </a:extLst>
              </p:cNvPr>
              <p:cNvSpPr/>
              <p:nvPr/>
            </p:nvSpPr>
            <p:spPr>
              <a:xfrm>
                <a:off x="316690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9" name="ph940">
                <a:extLst>
                  <a:ext uri="{FF2B5EF4-FFF2-40B4-BE49-F238E27FC236}">
                    <a16:creationId xmlns:a16="http://schemas.microsoft.com/office/drawing/2014/main" id="{612BC72C-F8CC-4D23-2A63-7C77F1184BCE}"/>
                  </a:ext>
                </a:extLst>
              </p:cNvPr>
              <p:cNvSpPr/>
              <p:nvPr/>
            </p:nvSpPr>
            <p:spPr>
              <a:xfrm>
                <a:off x="317634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0" name="ph941">
                <a:extLst>
                  <a:ext uri="{FF2B5EF4-FFF2-40B4-BE49-F238E27FC236}">
                    <a16:creationId xmlns:a16="http://schemas.microsoft.com/office/drawing/2014/main" id="{2FC6060E-8F0C-E7AF-E996-50CD560F98F1}"/>
                  </a:ext>
                </a:extLst>
              </p:cNvPr>
              <p:cNvSpPr/>
              <p:nvPr/>
            </p:nvSpPr>
            <p:spPr>
              <a:xfrm>
                <a:off x="318578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1" name="ph942">
                <a:extLst>
                  <a:ext uri="{FF2B5EF4-FFF2-40B4-BE49-F238E27FC236}">
                    <a16:creationId xmlns:a16="http://schemas.microsoft.com/office/drawing/2014/main" id="{AAC9AB59-8869-06EE-0871-30F38E84BF52}"/>
                  </a:ext>
                </a:extLst>
              </p:cNvPr>
              <p:cNvSpPr/>
              <p:nvPr/>
            </p:nvSpPr>
            <p:spPr>
              <a:xfrm>
                <a:off x="319522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2" name="ph943">
                <a:extLst>
                  <a:ext uri="{FF2B5EF4-FFF2-40B4-BE49-F238E27FC236}">
                    <a16:creationId xmlns:a16="http://schemas.microsoft.com/office/drawing/2014/main" id="{5CCA4C7F-8DB4-D898-7844-FBB8810E88DE}"/>
                  </a:ext>
                </a:extLst>
              </p:cNvPr>
              <p:cNvSpPr/>
              <p:nvPr/>
            </p:nvSpPr>
            <p:spPr>
              <a:xfrm>
                <a:off x="320466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3" name="ph944">
                <a:extLst>
                  <a:ext uri="{FF2B5EF4-FFF2-40B4-BE49-F238E27FC236}">
                    <a16:creationId xmlns:a16="http://schemas.microsoft.com/office/drawing/2014/main" id="{7A6799F2-DB59-2544-1ECD-4BB8E2BAF21A}"/>
                  </a:ext>
                </a:extLst>
              </p:cNvPr>
              <p:cNvSpPr/>
              <p:nvPr/>
            </p:nvSpPr>
            <p:spPr>
              <a:xfrm>
                <a:off x="3214109" y="257189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9" y="908643"/>
                    </a:lnTo>
                    <a:lnTo>
                      <a:pt x="922743" y="909567"/>
                    </a:lnTo>
                    <a:lnTo>
                      <a:pt x="921647" y="910490"/>
                    </a:lnTo>
                    <a:lnTo>
                      <a:pt x="920550" y="911414"/>
                    </a:lnTo>
                    <a:lnTo>
                      <a:pt x="919455" y="912338"/>
                    </a:lnTo>
                    <a:lnTo>
                      <a:pt x="918359" y="913262"/>
                    </a:lnTo>
                    <a:lnTo>
                      <a:pt x="917263" y="914186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4" name="ph945">
                <a:extLst>
                  <a:ext uri="{FF2B5EF4-FFF2-40B4-BE49-F238E27FC236}">
                    <a16:creationId xmlns:a16="http://schemas.microsoft.com/office/drawing/2014/main" id="{3F84744D-0C00-AA05-F2CE-9B67F9A67C49}"/>
                  </a:ext>
                </a:extLst>
              </p:cNvPr>
              <p:cNvSpPr/>
              <p:nvPr/>
            </p:nvSpPr>
            <p:spPr>
              <a:xfrm>
                <a:off x="3223549" y="2554327"/>
                <a:ext cx="923840" cy="9262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1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796"/>
                    </a:lnTo>
                    <a:lnTo>
                      <a:pt x="922848" y="918805"/>
                    </a:lnTo>
                    <a:lnTo>
                      <a:pt x="917694" y="923439"/>
                    </a:lnTo>
                    <a:lnTo>
                      <a:pt x="916592" y="924366"/>
                    </a:lnTo>
                    <a:lnTo>
                      <a:pt x="915496" y="925290"/>
                    </a:lnTo>
                    <a:lnTo>
                      <a:pt x="914400" y="926213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5" name="ph946">
                <a:extLst>
                  <a:ext uri="{FF2B5EF4-FFF2-40B4-BE49-F238E27FC236}">
                    <a16:creationId xmlns:a16="http://schemas.microsoft.com/office/drawing/2014/main" id="{DDD73A95-5ED5-E0CE-D746-BECA5F5F87EA}"/>
                  </a:ext>
                </a:extLst>
              </p:cNvPr>
              <p:cNvSpPr/>
              <p:nvPr/>
            </p:nvSpPr>
            <p:spPr>
              <a:xfrm>
                <a:off x="3232989" y="2554327"/>
                <a:ext cx="917736" cy="917796"/>
              </a:xfrm>
              <a:custGeom>
                <a:avLst/>
                <a:gdLst/>
                <a:ahLst/>
                <a:cxnLst/>
                <a:rect l="0" t="0" r="0" b="0"/>
                <a:pathLst>
                  <a:path w="917736" h="917796">
                    <a:moveTo>
                      <a:pt x="914400" y="914400"/>
                    </a:moveTo>
                    <a:lnTo>
                      <a:pt x="917736" y="914400"/>
                    </a:lnTo>
                    <a:lnTo>
                      <a:pt x="914400" y="917796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6" name="ph947">
                <a:extLst>
                  <a:ext uri="{FF2B5EF4-FFF2-40B4-BE49-F238E27FC236}">
                    <a16:creationId xmlns:a16="http://schemas.microsoft.com/office/drawing/2014/main" id="{9D317EB6-A016-D47D-7105-530801D5E709}"/>
                  </a:ext>
                </a:extLst>
              </p:cNvPr>
              <p:cNvSpPr/>
              <p:nvPr/>
            </p:nvSpPr>
            <p:spPr>
              <a:xfrm>
                <a:off x="2477770" y="2536757"/>
                <a:ext cx="914400" cy="92028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281">
                    <a:moveTo>
                      <a:pt x="914400" y="914399"/>
                    </a:moveTo>
                    <a:lnTo>
                      <a:pt x="914400" y="920281"/>
                    </a:lnTo>
                    <a:lnTo>
                      <a:pt x="913593" y="918703"/>
                    </a:lnTo>
                    <a:lnTo>
                      <a:pt x="912177" y="915932"/>
                    </a:lnTo>
                    <a:lnTo>
                      <a:pt x="911393" y="91439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7" name="ph948">
                <a:extLst>
                  <a:ext uri="{FF2B5EF4-FFF2-40B4-BE49-F238E27FC236}">
                    <a16:creationId xmlns:a16="http://schemas.microsoft.com/office/drawing/2014/main" id="{5F2E9790-3F55-CE49-960C-DD378CFF470C}"/>
                  </a:ext>
                </a:extLst>
              </p:cNvPr>
              <p:cNvSpPr/>
              <p:nvPr/>
            </p:nvSpPr>
            <p:spPr>
              <a:xfrm>
                <a:off x="247777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0365" y="931969"/>
                    </a:lnTo>
                    <a:lnTo>
                      <a:pt x="919252" y="929787"/>
                    </a:lnTo>
                    <a:lnTo>
                      <a:pt x="917838" y="927016"/>
                    </a:lnTo>
                    <a:lnTo>
                      <a:pt x="916424" y="924245"/>
                    </a:lnTo>
                    <a:lnTo>
                      <a:pt x="915009" y="921474"/>
                    </a:lnTo>
                    <a:lnTo>
                      <a:pt x="914400" y="920281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8" name="ph949">
                <a:extLst>
                  <a:ext uri="{FF2B5EF4-FFF2-40B4-BE49-F238E27FC236}">
                    <a16:creationId xmlns:a16="http://schemas.microsoft.com/office/drawing/2014/main" id="{C7229BC0-8C3B-CDD5-54A2-7EEAE3036ACD}"/>
                  </a:ext>
                </a:extLst>
              </p:cNvPr>
              <p:cNvSpPr/>
              <p:nvPr/>
            </p:nvSpPr>
            <p:spPr>
              <a:xfrm>
                <a:off x="248721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9" name="ph950">
                <a:extLst>
                  <a:ext uri="{FF2B5EF4-FFF2-40B4-BE49-F238E27FC236}">
                    <a16:creationId xmlns:a16="http://schemas.microsoft.com/office/drawing/2014/main" id="{208B99B4-A748-BE01-D69B-D741BA91D44A}"/>
                  </a:ext>
                </a:extLst>
              </p:cNvPr>
              <p:cNvSpPr/>
              <p:nvPr/>
            </p:nvSpPr>
            <p:spPr>
              <a:xfrm>
                <a:off x="249665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0" name="ph951">
                <a:extLst>
                  <a:ext uri="{FF2B5EF4-FFF2-40B4-BE49-F238E27FC236}">
                    <a16:creationId xmlns:a16="http://schemas.microsoft.com/office/drawing/2014/main" id="{25B18049-6DF1-42B1-8D9C-C31F312AA7E5}"/>
                  </a:ext>
                </a:extLst>
              </p:cNvPr>
              <p:cNvSpPr/>
              <p:nvPr/>
            </p:nvSpPr>
            <p:spPr>
              <a:xfrm>
                <a:off x="250609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1" name="ph952">
                <a:extLst>
                  <a:ext uri="{FF2B5EF4-FFF2-40B4-BE49-F238E27FC236}">
                    <a16:creationId xmlns:a16="http://schemas.microsoft.com/office/drawing/2014/main" id="{F1DA5B67-7F0C-13C1-1D8F-A616467EB5D2}"/>
                  </a:ext>
                </a:extLst>
              </p:cNvPr>
              <p:cNvSpPr/>
              <p:nvPr/>
            </p:nvSpPr>
            <p:spPr>
              <a:xfrm>
                <a:off x="251553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2" name="ph953">
                <a:extLst>
                  <a:ext uri="{FF2B5EF4-FFF2-40B4-BE49-F238E27FC236}">
                    <a16:creationId xmlns:a16="http://schemas.microsoft.com/office/drawing/2014/main" id="{743F4BAC-90DE-3A3D-F8BB-D200BCE6B74F}"/>
                  </a:ext>
                </a:extLst>
              </p:cNvPr>
              <p:cNvSpPr/>
              <p:nvPr/>
            </p:nvSpPr>
            <p:spPr>
              <a:xfrm>
                <a:off x="252497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3" name="ph954">
                <a:extLst>
                  <a:ext uri="{FF2B5EF4-FFF2-40B4-BE49-F238E27FC236}">
                    <a16:creationId xmlns:a16="http://schemas.microsoft.com/office/drawing/2014/main" id="{26D322DE-24D9-64EB-CCB1-F7AD6BF86A5E}"/>
                  </a:ext>
                </a:extLst>
              </p:cNvPr>
              <p:cNvSpPr/>
              <p:nvPr/>
            </p:nvSpPr>
            <p:spPr>
              <a:xfrm>
                <a:off x="253441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4" name="ph955">
                <a:extLst>
                  <a:ext uri="{FF2B5EF4-FFF2-40B4-BE49-F238E27FC236}">
                    <a16:creationId xmlns:a16="http://schemas.microsoft.com/office/drawing/2014/main" id="{5DDA262C-27AC-9413-2D4B-406A8F9F1AA3}"/>
                  </a:ext>
                </a:extLst>
              </p:cNvPr>
              <p:cNvSpPr/>
              <p:nvPr/>
            </p:nvSpPr>
            <p:spPr>
              <a:xfrm>
                <a:off x="254385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5" name="ph956">
                <a:extLst>
                  <a:ext uri="{FF2B5EF4-FFF2-40B4-BE49-F238E27FC236}">
                    <a16:creationId xmlns:a16="http://schemas.microsoft.com/office/drawing/2014/main" id="{5A5E9A6A-7319-AA62-2A18-C5CC1B2748F2}"/>
                  </a:ext>
                </a:extLst>
              </p:cNvPr>
              <p:cNvSpPr/>
              <p:nvPr/>
            </p:nvSpPr>
            <p:spPr>
              <a:xfrm>
                <a:off x="255329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6" name="ph957">
                <a:extLst>
                  <a:ext uri="{FF2B5EF4-FFF2-40B4-BE49-F238E27FC236}">
                    <a16:creationId xmlns:a16="http://schemas.microsoft.com/office/drawing/2014/main" id="{11E1606C-B78E-A9F3-6E0A-24101233ACE3}"/>
                  </a:ext>
                </a:extLst>
              </p:cNvPr>
              <p:cNvSpPr/>
              <p:nvPr/>
            </p:nvSpPr>
            <p:spPr>
              <a:xfrm>
                <a:off x="256273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7" name="ph958">
                <a:extLst>
                  <a:ext uri="{FF2B5EF4-FFF2-40B4-BE49-F238E27FC236}">
                    <a16:creationId xmlns:a16="http://schemas.microsoft.com/office/drawing/2014/main" id="{658C7862-84D0-BDF6-D318-895F06D9AF99}"/>
                  </a:ext>
                </a:extLst>
              </p:cNvPr>
              <p:cNvSpPr/>
              <p:nvPr/>
            </p:nvSpPr>
            <p:spPr>
              <a:xfrm>
                <a:off x="257217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8" name="ph959">
                <a:extLst>
                  <a:ext uri="{FF2B5EF4-FFF2-40B4-BE49-F238E27FC236}">
                    <a16:creationId xmlns:a16="http://schemas.microsoft.com/office/drawing/2014/main" id="{A18CDBA5-C670-83CF-F820-D99208CA8D17}"/>
                  </a:ext>
                </a:extLst>
              </p:cNvPr>
              <p:cNvSpPr/>
              <p:nvPr/>
            </p:nvSpPr>
            <p:spPr>
              <a:xfrm>
                <a:off x="258161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9" name="ph960">
                <a:extLst>
                  <a:ext uri="{FF2B5EF4-FFF2-40B4-BE49-F238E27FC236}">
                    <a16:creationId xmlns:a16="http://schemas.microsoft.com/office/drawing/2014/main" id="{8667C19E-10ED-B0B9-66A2-624862ED8700}"/>
                  </a:ext>
                </a:extLst>
              </p:cNvPr>
              <p:cNvSpPr/>
              <p:nvPr/>
            </p:nvSpPr>
            <p:spPr>
              <a:xfrm>
                <a:off x="259105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0" name="ph961">
                <a:extLst>
                  <a:ext uri="{FF2B5EF4-FFF2-40B4-BE49-F238E27FC236}">
                    <a16:creationId xmlns:a16="http://schemas.microsoft.com/office/drawing/2014/main" id="{5F71B3ED-137D-38D9-02FA-138388BE95EC}"/>
                  </a:ext>
                </a:extLst>
              </p:cNvPr>
              <p:cNvSpPr/>
              <p:nvPr/>
            </p:nvSpPr>
            <p:spPr>
              <a:xfrm>
                <a:off x="260049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1" name="ph962">
                <a:extLst>
                  <a:ext uri="{FF2B5EF4-FFF2-40B4-BE49-F238E27FC236}">
                    <a16:creationId xmlns:a16="http://schemas.microsoft.com/office/drawing/2014/main" id="{CF94124B-0115-24B3-CA77-DBD1C87E58C0}"/>
                  </a:ext>
                </a:extLst>
              </p:cNvPr>
              <p:cNvSpPr/>
              <p:nvPr/>
            </p:nvSpPr>
            <p:spPr>
              <a:xfrm>
                <a:off x="260993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2" name="ph963">
                <a:extLst>
                  <a:ext uri="{FF2B5EF4-FFF2-40B4-BE49-F238E27FC236}">
                    <a16:creationId xmlns:a16="http://schemas.microsoft.com/office/drawing/2014/main" id="{1B304686-D2AE-B04D-27D0-3E755789C401}"/>
                  </a:ext>
                </a:extLst>
              </p:cNvPr>
              <p:cNvSpPr/>
              <p:nvPr/>
            </p:nvSpPr>
            <p:spPr>
              <a:xfrm>
                <a:off x="261937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3" name="ph964">
                <a:extLst>
                  <a:ext uri="{FF2B5EF4-FFF2-40B4-BE49-F238E27FC236}">
                    <a16:creationId xmlns:a16="http://schemas.microsoft.com/office/drawing/2014/main" id="{5C5E11E9-D11E-B3DE-7522-257380AA2FB6}"/>
                  </a:ext>
                </a:extLst>
              </p:cNvPr>
              <p:cNvSpPr/>
              <p:nvPr/>
            </p:nvSpPr>
            <p:spPr>
              <a:xfrm>
                <a:off x="262881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4" name="ph965">
                <a:extLst>
                  <a:ext uri="{FF2B5EF4-FFF2-40B4-BE49-F238E27FC236}">
                    <a16:creationId xmlns:a16="http://schemas.microsoft.com/office/drawing/2014/main" id="{1DD02588-B143-ACD7-58AC-1DD64608DCD5}"/>
                  </a:ext>
                </a:extLst>
              </p:cNvPr>
              <p:cNvSpPr/>
              <p:nvPr/>
            </p:nvSpPr>
            <p:spPr>
              <a:xfrm>
                <a:off x="263825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5" name="ph966">
                <a:extLst>
                  <a:ext uri="{FF2B5EF4-FFF2-40B4-BE49-F238E27FC236}">
                    <a16:creationId xmlns:a16="http://schemas.microsoft.com/office/drawing/2014/main" id="{FB47294D-7C1F-9B06-6056-7CCDAC99EDA8}"/>
                  </a:ext>
                </a:extLst>
              </p:cNvPr>
              <p:cNvSpPr/>
              <p:nvPr/>
            </p:nvSpPr>
            <p:spPr>
              <a:xfrm>
                <a:off x="264769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6" name="ph967">
                <a:extLst>
                  <a:ext uri="{FF2B5EF4-FFF2-40B4-BE49-F238E27FC236}">
                    <a16:creationId xmlns:a16="http://schemas.microsoft.com/office/drawing/2014/main" id="{4DAE8AEC-EF99-12C6-7353-C2B48AE266D5}"/>
                  </a:ext>
                </a:extLst>
              </p:cNvPr>
              <p:cNvSpPr/>
              <p:nvPr/>
            </p:nvSpPr>
            <p:spPr>
              <a:xfrm>
                <a:off x="265713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7" name="ph968">
                <a:extLst>
                  <a:ext uri="{FF2B5EF4-FFF2-40B4-BE49-F238E27FC236}">
                    <a16:creationId xmlns:a16="http://schemas.microsoft.com/office/drawing/2014/main" id="{A7C5A1BB-D090-75E4-8E82-031D672DEDFD}"/>
                  </a:ext>
                </a:extLst>
              </p:cNvPr>
              <p:cNvSpPr/>
              <p:nvPr/>
            </p:nvSpPr>
            <p:spPr>
              <a:xfrm>
                <a:off x="266657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8" name="ph969">
                <a:extLst>
                  <a:ext uri="{FF2B5EF4-FFF2-40B4-BE49-F238E27FC236}">
                    <a16:creationId xmlns:a16="http://schemas.microsoft.com/office/drawing/2014/main" id="{AEAB3142-AC78-29CB-11A5-6E5DB78DF735}"/>
                  </a:ext>
                </a:extLst>
              </p:cNvPr>
              <p:cNvSpPr/>
              <p:nvPr/>
            </p:nvSpPr>
            <p:spPr>
              <a:xfrm>
                <a:off x="267601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9" name="ph970">
                <a:extLst>
                  <a:ext uri="{FF2B5EF4-FFF2-40B4-BE49-F238E27FC236}">
                    <a16:creationId xmlns:a16="http://schemas.microsoft.com/office/drawing/2014/main" id="{7850D0A4-9CBA-C916-CC91-BD15417194D9}"/>
                  </a:ext>
                </a:extLst>
              </p:cNvPr>
              <p:cNvSpPr/>
              <p:nvPr/>
            </p:nvSpPr>
            <p:spPr>
              <a:xfrm>
                <a:off x="268545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0" name="ph971">
                <a:extLst>
                  <a:ext uri="{FF2B5EF4-FFF2-40B4-BE49-F238E27FC236}">
                    <a16:creationId xmlns:a16="http://schemas.microsoft.com/office/drawing/2014/main" id="{CF3A090A-F0AE-71DB-0704-DC498EF7D7F8}"/>
                  </a:ext>
                </a:extLst>
              </p:cNvPr>
              <p:cNvSpPr/>
              <p:nvPr/>
            </p:nvSpPr>
            <p:spPr>
              <a:xfrm>
                <a:off x="269489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1" name="ph972">
                <a:extLst>
                  <a:ext uri="{FF2B5EF4-FFF2-40B4-BE49-F238E27FC236}">
                    <a16:creationId xmlns:a16="http://schemas.microsoft.com/office/drawing/2014/main" id="{FA8D2D5E-4683-FA0D-D091-DEA83376C3F2}"/>
                  </a:ext>
                </a:extLst>
              </p:cNvPr>
              <p:cNvSpPr/>
              <p:nvPr/>
            </p:nvSpPr>
            <p:spPr>
              <a:xfrm>
                <a:off x="270433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2" name="ph973">
                <a:extLst>
                  <a:ext uri="{FF2B5EF4-FFF2-40B4-BE49-F238E27FC236}">
                    <a16:creationId xmlns:a16="http://schemas.microsoft.com/office/drawing/2014/main" id="{485EDCF7-8271-CC10-5122-0886B37AC322}"/>
                  </a:ext>
                </a:extLst>
              </p:cNvPr>
              <p:cNvSpPr/>
              <p:nvPr/>
            </p:nvSpPr>
            <p:spPr>
              <a:xfrm>
                <a:off x="271377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3" name="ph974">
                <a:extLst>
                  <a:ext uri="{FF2B5EF4-FFF2-40B4-BE49-F238E27FC236}">
                    <a16:creationId xmlns:a16="http://schemas.microsoft.com/office/drawing/2014/main" id="{F39E4E4E-B22F-0744-27BE-6658A2109ACB}"/>
                  </a:ext>
                </a:extLst>
              </p:cNvPr>
              <p:cNvSpPr/>
              <p:nvPr/>
            </p:nvSpPr>
            <p:spPr>
              <a:xfrm>
                <a:off x="272321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4" name="ph975">
                <a:extLst>
                  <a:ext uri="{FF2B5EF4-FFF2-40B4-BE49-F238E27FC236}">
                    <a16:creationId xmlns:a16="http://schemas.microsoft.com/office/drawing/2014/main" id="{6760C712-DF4B-7185-4E4B-129F30E2EADD}"/>
                  </a:ext>
                </a:extLst>
              </p:cNvPr>
              <p:cNvSpPr/>
              <p:nvPr/>
            </p:nvSpPr>
            <p:spPr>
              <a:xfrm>
                <a:off x="273265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5" name="ph976">
                <a:extLst>
                  <a:ext uri="{FF2B5EF4-FFF2-40B4-BE49-F238E27FC236}">
                    <a16:creationId xmlns:a16="http://schemas.microsoft.com/office/drawing/2014/main" id="{1A8C4B84-E784-BEFA-CF58-5B6C12652A85}"/>
                  </a:ext>
                </a:extLst>
              </p:cNvPr>
              <p:cNvSpPr/>
              <p:nvPr/>
            </p:nvSpPr>
            <p:spPr>
              <a:xfrm>
                <a:off x="274209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6" name="ph977">
                <a:extLst>
                  <a:ext uri="{FF2B5EF4-FFF2-40B4-BE49-F238E27FC236}">
                    <a16:creationId xmlns:a16="http://schemas.microsoft.com/office/drawing/2014/main" id="{B7A07F0F-4EF7-6DC9-1C38-D26B22A291F8}"/>
                  </a:ext>
                </a:extLst>
              </p:cNvPr>
              <p:cNvSpPr/>
              <p:nvPr/>
            </p:nvSpPr>
            <p:spPr>
              <a:xfrm>
                <a:off x="275153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7" name="ph978">
                <a:extLst>
                  <a:ext uri="{FF2B5EF4-FFF2-40B4-BE49-F238E27FC236}">
                    <a16:creationId xmlns:a16="http://schemas.microsoft.com/office/drawing/2014/main" id="{6762FA0D-DFFA-9E2A-C3B5-1B161779E741}"/>
                  </a:ext>
                </a:extLst>
              </p:cNvPr>
              <p:cNvSpPr/>
              <p:nvPr/>
            </p:nvSpPr>
            <p:spPr>
              <a:xfrm>
                <a:off x="276097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8" name="ph979">
                <a:extLst>
                  <a:ext uri="{FF2B5EF4-FFF2-40B4-BE49-F238E27FC236}">
                    <a16:creationId xmlns:a16="http://schemas.microsoft.com/office/drawing/2014/main" id="{7972D80B-826E-BD96-2AD5-0D6C7A68674E}"/>
                  </a:ext>
                </a:extLst>
              </p:cNvPr>
              <p:cNvSpPr/>
              <p:nvPr/>
            </p:nvSpPr>
            <p:spPr>
              <a:xfrm>
                <a:off x="277041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9" name="ph980">
                <a:extLst>
                  <a:ext uri="{FF2B5EF4-FFF2-40B4-BE49-F238E27FC236}">
                    <a16:creationId xmlns:a16="http://schemas.microsoft.com/office/drawing/2014/main" id="{A18AFB45-B5B9-2380-B93B-1EE7935EC6D1}"/>
                  </a:ext>
                </a:extLst>
              </p:cNvPr>
              <p:cNvSpPr/>
              <p:nvPr/>
            </p:nvSpPr>
            <p:spPr>
              <a:xfrm>
                <a:off x="277985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0" name="ph981">
                <a:extLst>
                  <a:ext uri="{FF2B5EF4-FFF2-40B4-BE49-F238E27FC236}">
                    <a16:creationId xmlns:a16="http://schemas.microsoft.com/office/drawing/2014/main" id="{68E0F943-D17D-089E-3179-EA917E83A155}"/>
                  </a:ext>
                </a:extLst>
              </p:cNvPr>
              <p:cNvSpPr/>
              <p:nvPr/>
            </p:nvSpPr>
            <p:spPr>
              <a:xfrm>
                <a:off x="278929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1" name="ph982">
                <a:extLst>
                  <a:ext uri="{FF2B5EF4-FFF2-40B4-BE49-F238E27FC236}">
                    <a16:creationId xmlns:a16="http://schemas.microsoft.com/office/drawing/2014/main" id="{40F1DC06-E29A-F124-C921-7841F54AC106}"/>
                  </a:ext>
                </a:extLst>
              </p:cNvPr>
              <p:cNvSpPr/>
              <p:nvPr/>
            </p:nvSpPr>
            <p:spPr>
              <a:xfrm>
                <a:off x="279873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2" name="ph983">
                <a:extLst>
                  <a:ext uri="{FF2B5EF4-FFF2-40B4-BE49-F238E27FC236}">
                    <a16:creationId xmlns:a16="http://schemas.microsoft.com/office/drawing/2014/main" id="{4B56733F-E1B8-4344-62F8-A60D1E033ACE}"/>
                  </a:ext>
                </a:extLst>
              </p:cNvPr>
              <p:cNvSpPr/>
              <p:nvPr/>
            </p:nvSpPr>
            <p:spPr>
              <a:xfrm>
                <a:off x="280817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3" name="ph984">
                <a:extLst>
                  <a:ext uri="{FF2B5EF4-FFF2-40B4-BE49-F238E27FC236}">
                    <a16:creationId xmlns:a16="http://schemas.microsoft.com/office/drawing/2014/main" id="{4ED88BC6-F8D8-7F33-DE4F-AADC958BE368}"/>
                  </a:ext>
                </a:extLst>
              </p:cNvPr>
              <p:cNvSpPr/>
              <p:nvPr/>
            </p:nvSpPr>
            <p:spPr>
              <a:xfrm>
                <a:off x="281761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4" name="ph985">
                <a:extLst>
                  <a:ext uri="{FF2B5EF4-FFF2-40B4-BE49-F238E27FC236}">
                    <a16:creationId xmlns:a16="http://schemas.microsoft.com/office/drawing/2014/main" id="{85E3710A-5669-7F1A-0C77-3EDF6B4C4451}"/>
                  </a:ext>
                </a:extLst>
              </p:cNvPr>
              <p:cNvSpPr/>
              <p:nvPr/>
            </p:nvSpPr>
            <p:spPr>
              <a:xfrm>
                <a:off x="282705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5" name="ph986">
                <a:extLst>
                  <a:ext uri="{FF2B5EF4-FFF2-40B4-BE49-F238E27FC236}">
                    <a16:creationId xmlns:a16="http://schemas.microsoft.com/office/drawing/2014/main" id="{9122DA0B-E6EC-79C9-5076-3E26640C661C}"/>
                  </a:ext>
                </a:extLst>
              </p:cNvPr>
              <p:cNvSpPr/>
              <p:nvPr/>
            </p:nvSpPr>
            <p:spPr>
              <a:xfrm>
                <a:off x="283649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6" name="ph987">
                <a:extLst>
                  <a:ext uri="{FF2B5EF4-FFF2-40B4-BE49-F238E27FC236}">
                    <a16:creationId xmlns:a16="http://schemas.microsoft.com/office/drawing/2014/main" id="{FA525D88-1D9F-0DFA-4954-33CE5488EC74}"/>
                  </a:ext>
                </a:extLst>
              </p:cNvPr>
              <p:cNvSpPr/>
              <p:nvPr/>
            </p:nvSpPr>
            <p:spPr>
              <a:xfrm>
                <a:off x="284593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7" name="ph988">
                <a:extLst>
                  <a:ext uri="{FF2B5EF4-FFF2-40B4-BE49-F238E27FC236}">
                    <a16:creationId xmlns:a16="http://schemas.microsoft.com/office/drawing/2014/main" id="{352D8E84-33D7-B63A-1891-E0527B5EEBC8}"/>
                  </a:ext>
                </a:extLst>
              </p:cNvPr>
              <p:cNvSpPr/>
              <p:nvPr/>
            </p:nvSpPr>
            <p:spPr>
              <a:xfrm>
                <a:off x="285538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8" name="ph989">
                <a:extLst>
                  <a:ext uri="{FF2B5EF4-FFF2-40B4-BE49-F238E27FC236}">
                    <a16:creationId xmlns:a16="http://schemas.microsoft.com/office/drawing/2014/main" id="{7CAE6274-CAF4-8F79-2270-50206DBD32AB}"/>
                  </a:ext>
                </a:extLst>
              </p:cNvPr>
              <p:cNvSpPr/>
              <p:nvPr/>
            </p:nvSpPr>
            <p:spPr>
              <a:xfrm>
                <a:off x="286482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9" name="ph990">
                <a:extLst>
                  <a:ext uri="{FF2B5EF4-FFF2-40B4-BE49-F238E27FC236}">
                    <a16:creationId xmlns:a16="http://schemas.microsoft.com/office/drawing/2014/main" id="{F32D048E-5EE1-89CB-FCC0-B42C06ED3882}"/>
                  </a:ext>
                </a:extLst>
              </p:cNvPr>
              <p:cNvSpPr/>
              <p:nvPr/>
            </p:nvSpPr>
            <p:spPr>
              <a:xfrm>
                <a:off x="287426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0" name="ph991">
                <a:extLst>
                  <a:ext uri="{FF2B5EF4-FFF2-40B4-BE49-F238E27FC236}">
                    <a16:creationId xmlns:a16="http://schemas.microsoft.com/office/drawing/2014/main" id="{FEAB73C6-6D6F-140E-F831-2F31A213C578}"/>
                  </a:ext>
                </a:extLst>
              </p:cNvPr>
              <p:cNvSpPr/>
              <p:nvPr/>
            </p:nvSpPr>
            <p:spPr>
              <a:xfrm>
                <a:off x="288370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1" name="ph992">
                <a:extLst>
                  <a:ext uri="{FF2B5EF4-FFF2-40B4-BE49-F238E27FC236}">
                    <a16:creationId xmlns:a16="http://schemas.microsoft.com/office/drawing/2014/main" id="{8EA79AE9-B804-476F-0E79-3EE3C5877B4B}"/>
                  </a:ext>
                </a:extLst>
              </p:cNvPr>
              <p:cNvSpPr/>
              <p:nvPr/>
            </p:nvSpPr>
            <p:spPr>
              <a:xfrm>
                <a:off x="289314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2" name="ph993">
                <a:extLst>
                  <a:ext uri="{FF2B5EF4-FFF2-40B4-BE49-F238E27FC236}">
                    <a16:creationId xmlns:a16="http://schemas.microsoft.com/office/drawing/2014/main" id="{554B6276-1D34-F9AF-1157-DE8CF55E3051}"/>
                  </a:ext>
                </a:extLst>
              </p:cNvPr>
              <p:cNvSpPr/>
              <p:nvPr/>
            </p:nvSpPr>
            <p:spPr>
              <a:xfrm>
                <a:off x="290258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3" name="ph994">
                <a:extLst>
                  <a:ext uri="{FF2B5EF4-FFF2-40B4-BE49-F238E27FC236}">
                    <a16:creationId xmlns:a16="http://schemas.microsoft.com/office/drawing/2014/main" id="{0C866786-2CE5-B16B-E288-801FC876456E}"/>
                  </a:ext>
                </a:extLst>
              </p:cNvPr>
              <p:cNvSpPr/>
              <p:nvPr/>
            </p:nvSpPr>
            <p:spPr>
              <a:xfrm>
                <a:off x="291202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4" name="ph995">
                <a:extLst>
                  <a:ext uri="{FF2B5EF4-FFF2-40B4-BE49-F238E27FC236}">
                    <a16:creationId xmlns:a16="http://schemas.microsoft.com/office/drawing/2014/main" id="{15D4995C-A7CB-8A28-29DB-DAFBE94BB9FC}"/>
                  </a:ext>
                </a:extLst>
              </p:cNvPr>
              <p:cNvSpPr/>
              <p:nvPr/>
            </p:nvSpPr>
            <p:spPr>
              <a:xfrm>
                <a:off x="292146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5" name="ph996">
                <a:extLst>
                  <a:ext uri="{FF2B5EF4-FFF2-40B4-BE49-F238E27FC236}">
                    <a16:creationId xmlns:a16="http://schemas.microsoft.com/office/drawing/2014/main" id="{95EC23D6-3BDD-9FE8-19D4-6B248E8FDC85}"/>
                  </a:ext>
                </a:extLst>
              </p:cNvPr>
              <p:cNvSpPr/>
              <p:nvPr/>
            </p:nvSpPr>
            <p:spPr>
              <a:xfrm>
                <a:off x="293090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6" name="ph997">
                <a:extLst>
                  <a:ext uri="{FF2B5EF4-FFF2-40B4-BE49-F238E27FC236}">
                    <a16:creationId xmlns:a16="http://schemas.microsoft.com/office/drawing/2014/main" id="{94CC4EE0-081F-31F4-4E01-6C264E315AF2}"/>
                  </a:ext>
                </a:extLst>
              </p:cNvPr>
              <p:cNvSpPr/>
              <p:nvPr/>
            </p:nvSpPr>
            <p:spPr>
              <a:xfrm>
                <a:off x="294034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7" name="ph998">
                <a:extLst>
                  <a:ext uri="{FF2B5EF4-FFF2-40B4-BE49-F238E27FC236}">
                    <a16:creationId xmlns:a16="http://schemas.microsoft.com/office/drawing/2014/main" id="{BBBE73AE-CFD8-ECCA-5FE8-722DE7E9A045}"/>
                  </a:ext>
                </a:extLst>
              </p:cNvPr>
              <p:cNvSpPr/>
              <p:nvPr/>
            </p:nvSpPr>
            <p:spPr>
              <a:xfrm>
                <a:off x="294978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8" name="ph999">
                <a:extLst>
                  <a:ext uri="{FF2B5EF4-FFF2-40B4-BE49-F238E27FC236}">
                    <a16:creationId xmlns:a16="http://schemas.microsoft.com/office/drawing/2014/main" id="{4B3D1E38-56B8-94A7-D7A5-941988506A8E}"/>
                  </a:ext>
                </a:extLst>
              </p:cNvPr>
              <p:cNvSpPr/>
              <p:nvPr/>
            </p:nvSpPr>
            <p:spPr>
              <a:xfrm>
                <a:off x="295922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9" name="ph1000">
                <a:extLst>
                  <a:ext uri="{FF2B5EF4-FFF2-40B4-BE49-F238E27FC236}">
                    <a16:creationId xmlns:a16="http://schemas.microsoft.com/office/drawing/2014/main" id="{3CF14819-5E19-955F-4766-CC5BBB1D69DA}"/>
                  </a:ext>
                </a:extLst>
              </p:cNvPr>
              <p:cNvSpPr/>
              <p:nvPr/>
            </p:nvSpPr>
            <p:spPr>
              <a:xfrm>
                <a:off x="296866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0" name="ph1001">
                <a:extLst>
                  <a:ext uri="{FF2B5EF4-FFF2-40B4-BE49-F238E27FC236}">
                    <a16:creationId xmlns:a16="http://schemas.microsoft.com/office/drawing/2014/main" id="{F437C172-62C1-2C94-BF59-5BEB4CE457F6}"/>
                  </a:ext>
                </a:extLst>
              </p:cNvPr>
              <p:cNvSpPr/>
              <p:nvPr/>
            </p:nvSpPr>
            <p:spPr>
              <a:xfrm>
                <a:off x="297810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1" name="ph1002">
                <a:extLst>
                  <a:ext uri="{FF2B5EF4-FFF2-40B4-BE49-F238E27FC236}">
                    <a16:creationId xmlns:a16="http://schemas.microsoft.com/office/drawing/2014/main" id="{2DF2FAC2-06FE-DBE4-46D0-F1447A1F1DB4}"/>
                  </a:ext>
                </a:extLst>
              </p:cNvPr>
              <p:cNvSpPr/>
              <p:nvPr/>
            </p:nvSpPr>
            <p:spPr>
              <a:xfrm>
                <a:off x="298754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2" name="ph1003">
                <a:extLst>
                  <a:ext uri="{FF2B5EF4-FFF2-40B4-BE49-F238E27FC236}">
                    <a16:creationId xmlns:a16="http://schemas.microsoft.com/office/drawing/2014/main" id="{EE8D7D64-57CB-503E-FDA6-37D6BE6A0C18}"/>
                  </a:ext>
                </a:extLst>
              </p:cNvPr>
              <p:cNvSpPr/>
              <p:nvPr/>
            </p:nvSpPr>
            <p:spPr>
              <a:xfrm>
                <a:off x="299698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3" name="ph1004">
                <a:extLst>
                  <a:ext uri="{FF2B5EF4-FFF2-40B4-BE49-F238E27FC236}">
                    <a16:creationId xmlns:a16="http://schemas.microsoft.com/office/drawing/2014/main" id="{DB47EF5D-318D-42C1-02E3-230DFCFDA5DE}"/>
                  </a:ext>
                </a:extLst>
              </p:cNvPr>
              <p:cNvSpPr/>
              <p:nvPr/>
            </p:nvSpPr>
            <p:spPr>
              <a:xfrm>
                <a:off x="300642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4" name="ph1005">
                <a:extLst>
                  <a:ext uri="{FF2B5EF4-FFF2-40B4-BE49-F238E27FC236}">
                    <a16:creationId xmlns:a16="http://schemas.microsoft.com/office/drawing/2014/main" id="{2338861D-3AFF-CE2C-BBE8-8B7EEDF85CAB}"/>
                  </a:ext>
                </a:extLst>
              </p:cNvPr>
              <p:cNvSpPr/>
              <p:nvPr/>
            </p:nvSpPr>
            <p:spPr>
              <a:xfrm>
                <a:off x="301586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5" name="ph1006">
                <a:extLst>
                  <a:ext uri="{FF2B5EF4-FFF2-40B4-BE49-F238E27FC236}">
                    <a16:creationId xmlns:a16="http://schemas.microsoft.com/office/drawing/2014/main" id="{744B511E-4F14-E94D-3611-F43F7D4DB5A2}"/>
                  </a:ext>
                </a:extLst>
              </p:cNvPr>
              <p:cNvSpPr/>
              <p:nvPr/>
            </p:nvSpPr>
            <p:spPr>
              <a:xfrm>
                <a:off x="302530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6" name="ph1007">
                <a:extLst>
                  <a:ext uri="{FF2B5EF4-FFF2-40B4-BE49-F238E27FC236}">
                    <a16:creationId xmlns:a16="http://schemas.microsoft.com/office/drawing/2014/main" id="{24366A5F-DC8C-D01E-957B-E47469FBAA2B}"/>
                  </a:ext>
                </a:extLst>
              </p:cNvPr>
              <p:cNvSpPr/>
              <p:nvPr/>
            </p:nvSpPr>
            <p:spPr>
              <a:xfrm>
                <a:off x="303474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7" name="ph1008">
                <a:extLst>
                  <a:ext uri="{FF2B5EF4-FFF2-40B4-BE49-F238E27FC236}">
                    <a16:creationId xmlns:a16="http://schemas.microsoft.com/office/drawing/2014/main" id="{91C04F87-B34E-BEDA-13DF-C8A0C7FBD272}"/>
                  </a:ext>
                </a:extLst>
              </p:cNvPr>
              <p:cNvSpPr/>
              <p:nvPr/>
            </p:nvSpPr>
            <p:spPr>
              <a:xfrm>
                <a:off x="304418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8" name="ph1009">
                <a:extLst>
                  <a:ext uri="{FF2B5EF4-FFF2-40B4-BE49-F238E27FC236}">
                    <a16:creationId xmlns:a16="http://schemas.microsoft.com/office/drawing/2014/main" id="{3A21F385-EA2F-AE85-EC57-5D0DB6BD026F}"/>
                  </a:ext>
                </a:extLst>
              </p:cNvPr>
              <p:cNvSpPr/>
              <p:nvPr/>
            </p:nvSpPr>
            <p:spPr>
              <a:xfrm>
                <a:off x="305362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9" name="ph1010">
                <a:extLst>
                  <a:ext uri="{FF2B5EF4-FFF2-40B4-BE49-F238E27FC236}">
                    <a16:creationId xmlns:a16="http://schemas.microsoft.com/office/drawing/2014/main" id="{39145513-9BA3-B33F-1265-2189C9A48B56}"/>
                  </a:ext>
                </a:extLst>
              </p:cNvPr>
              <p:cNvSpPr/>
              <p:nvPr/>
            </p:nvSpPr>
            <p:spPr>
              <a:xfrm>
                <a:off x="306306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0" name="ph1011">
                <a:extLst>
                  <a:ext uri="{FF2B5EF4-FFF2-40B4-BE49-F238E27FC236}">
                    <a16:creationId xmlns:a16="http://schemas.microsoft.com/office/drawing/2014/main" id="{843D7F6E-58B2-992F-A498-23EA9BD730A8}"/>
                  </a:ext>
                </a:extLst>
              </p:cNvPr>
              <p:cNvSpPr/>
              <p:nvPr/>
            </p:nvSpPr>
            <p:spPr>
              <a:xfrm>
                <a:off x="307250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1" name="ph1012">
                <a:extLst>
                  <a:ext uri="{FF2B5EF4-FFF2-40B4-BE49-F238E27FC236}">
                    <a16:creationId xmlns:a16="http://schemas.microsoft.com/office/drawing/2014/main" id="{D946FC8E-6CF8-422C-4D5A-2711BCC6244C}"/>
                  </a:ext>
                </a:extLst>
              </p:cNvPr>
              <p:cNvSpPr/>
              <p:nvPr/>
            </p:nvSpPr>
            <p:spPr>
              <a:xfrm>
                <a:off x="308194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2" name="ph1013">
                <a:extLst>
                  <a:ext uri="{FF2B5EF4-FFF2-40B4-BE49-F238E27FC236}">
                    <a16:creationId xmlns:a16="http://schemas.microsoft.com/office/drawing/2014/main" id="{B305AA67-6F49-FD95-A2D9-2B4921782C44}"/>
                  </a:ext>
                </a:extLst>
              </p:cNvPr>
              <p:cNvSpPr/>
              <p:nvPr/>
            </p:nvSpPr>
            <p:spPr>
              <a:xfrm>
                <a:off x="309138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3" name="ph1014">
                <a:extLst>
                  <a:ext uri="{FF2B5EF4-FFF2-40B4-BE49-F238E27FC236}">
                    <a16:creationId xmlns:a16="http://schemas.microsoft.com/office/drawing/2014/main" id="{36D022C1-53A6-56BA-9AB1-A8D028CD4362}"/>
                  </a:ext>
                </a:extLst>
              </p:cNvPr>
              <p:cNvSpPr/>
              <p:nvPr/>
            </p:nvSpPr>
            <p:spPr>
              <a:xfrm>
                <a:off x="310082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4" name="ph1015">
                <a:extLst>
                  <a:ext uri="{FF2B5EF4-FFF2-40B4-BE49-F238E27FC236}">
                    <a16:creationId xmlns:a16="http://schemas.microsoft.com/office/drawing/2014/main" id="{5ACAA699-0D38-0C0B-8DBF-7CC7EEF4458B}"/>
                  </a:ext>
                </a:extLst>
              </p:cNvPr>
              <p:cNvSpPr/>
              <p:nvPr/>
            </p:nvSpPr>
            <p:spPr>
              <a:xfrm>
                <a:off x="311026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5" name="ph1016">
                <a:extLst>
                  <a:ext uri="{FF2B5EF4-FFF2-40B4-BE49-F238E27FC236}">
                    <a16:creationId xmlns:a16="http://schemas.microsoft.com/office/drawing/2014/main" id="{4414E1F7-2419-1230-A316-812AE7C01D93}"/>
                  </a:ext>
                </a:extLst>
              </p:cNvPr>
              <p:cNvSpPr/>
              <p:nvPr/>
            </p:nvSpPr>
            <p:spPr>
              <a:xfrm>
                <a:off x="311970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6" name="ph1017">
                <a:extLst>
                  <a:ext uri="{FF2B5EF4-FFF2-40B4-BE49-F238E27FC236}">
                    <a16:creationId xmlns:a16="http://schemas.microsoft.com/office/drawing/2014/main" id="{48067715-0408-8F40-D301-23E4EC3E81FB}"/>
                  </a:ext>
                </a:extLst>
              </p:cNvPr>
              <p:cNvSpPr/>
              <p:nvPr/>
            </p:nvSpPr>
            <p:spPr>
              <a:xfrm>
                <a:off x="312914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7" name="ph1018">
                <a:extLst>
                  <a:ext uri="{FF2B5EF4-FFF2-40B4-BE49-F238E27FC236}">
                    <a16:creationId xmlns:a16="http://schemas.microsoft.com/office/drawing/2014/main" id="{65E74F3F-506F-D903-F0F2-869973B36D1A}"/>
                  </a:ext>
                </a:extLst>
              </p:cNvPr>
              <p:cNvSpPr/>
              <p:nvPr/>
            </p:nvSpPr>
            <p:spPr>
              <a:xfrm>
                <a:off x="313858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8" name="ph1019">
                <a:extLst>
                  <a:ext uri="{FF2B5EF4-FFF2-40B4-BE49-F238E27FC236}">
                    <a16:creationId xmlns:a16="http://schemas.microsoft.com/office/drawing/2014/main" id="{15F22A4D-A00F-3FDA-6ED4-7278E65F653E}"/>
                  </a:ext>
                </a:extLst>
              </p:cNvPr>
              <p:cNvSpPr/>
              <p:nvPr/>
            </p:nvSpPr>
            <p:spPr>
              <a:xfrm>
                <a:off x="314802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9" name="ph1020">
                <a:extLst>
                  <a:ext uri="{FF2B5EF4-FFF2-40B4-BE49-F238E27FC236}">
                    <a16:creationId xmlns:a16="http://schemas.microsoft.com/office/drawing/2014/main" id="{F0C80075-777A-A74A-C2DC-29861CD16B4A}"/>
                  </a:ext>
                </a:extLst>
              </p:cNvPr>
              <p:cNvSpPr/>
              <p:nvPr/>
            </p:nvSpPr>
            <p:spPr>
              <a:xfrm>
                <a:off x="315746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0" name="ph1021">
                <a:extLst>
                  <a:ext uri="{FF2B5EF4-FFF2-40B4-BE49-F238E27FC236}">
                    <a16:creationId xmlns:a16="http://schemas.microsoft.com/office/drawing/2014/main" id="{B963805B-B77F-5A10-F0AA-9E3E76067BC2}"/>
                  </a:ext>
                </a:extLst>
              </p:cNvPr>
              <p:cNvSpPr/>
              <p:nvPr/>
            </p:nvSpPr>
            <p:spPr>
              <a:xfrm>
                <a:off x="316690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1" name="ph1022">
                <a:extLst>
                  <a:ext uri="{FF2B5EF4-FFF2-40B4-BE49-F238E27FC236}">
                    <a16:creationId xmlns:a16="http://schemas.microsoft.com/office/drawing/2014/main" id="{784E5E3C-ABAA-9718-0B67-D77C3AD04CC4}"/>
                  </a:ext>
                </a:extLst>
              </p:cNvPr>
              <p:cNvSpPr/>
              <p:nvPr/>
            </p:nvSpPr>
            <p:spPr>
              <a:xfrm>
                <a:off x="317634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2" name="ph1023">
                <a:extLst>
                  <a:ext uri="{FF2B5EF4-FFF2-40B4-BE49-F238E27FC236}">
                    <a16:creationId xmlns:a16="http://schemas.microsoft.com/office/drawing/2014/main" id="{3F155939-68A3-6289-9CF6-F6F15A939B4B}"/>
                  </a:ext>
                </a:extLst>
              </p:cNvPr>
              <p:cNvSpPr/>
              <p:nvPr/>
            </p:nvSpPr>
            <p:spPr>
              <a:xfrm>
                <a:off x="318578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3" name="ph1024">
                <a:extLst>
                  <a:ext uri="{FF2B5EF4-FFF2-40B4-BE49-F238E27FC236}">
                    <a16:creationId xmlns:a16="http://schemas.microsoft.com/office/drawing/2014/main" id="{46CE7001-C0A8-F36E-1BC3-B1E10FDF379D}"/>
                  </a:ext>
                </a:extLst>
              </p:cNvPr>
              <p:cNvSpPr/>
              <p:nvPr/>
            </p:nvSpPr>
            <p:spPr>
              <a:xfrm>
                <a:off x="319522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4" name="ph1025">
                <a:extLst>
                  <a:ext uri="{FF2B5EF4-FFF2-40B4-BE49-F238E27FC236}">
                    <a16:creationId xmlns:a16="http://schemas.microsoft.com/office/drawing/2014/main" id="{F3784B9C-627B-09B9-4B83-B3932AFC87C6}"/>
                  </a:ext>
                </a:extLst>
              </p:cNvPr>
              <p:cNvSpPr/>
              <p:nvPr/>
            </p:nvSpPr>
            <p:spPr>
              <a:xfrm>
                <a:off x="320466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5" name="ph1026">
                <a:extLst>
                  <a:ext uri="{FF2B5EF4-FFF2-40B4-BE49-F238E27FC236}">
                    <a16:creationId xmlns:a16="http://schemas.microsoft.com/office/drawing/2014/main" id="{38A9A1BC-63CF-365B-2443-FC763462D90E}"/>
                  </a:ext>
                </a:extLst>
              </p:cNvPr>
              <p:cNvSpPr/>
              <p:nvPr/>
            </p:nvSpPr>
            <p:spPr>
              <a:xfrm>
                <a:off x="321410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6" name="ph1027">
                <a:extLst>
                  <a:ext uri="{FF2B5EF4-FFF2-40B4-BE49-F238E27FC236}">
                    <a16:creationId xmlns:a16="http://schemas.microsoft.com/office/drawing/2014/main" id="{7CB94362-EFAC-4223-170F-0A21EEA0B87F}"/>
                  </a:ext>
                </a:extLst>
              </p:cNvPr>
              <p:cNvSpPr/>
              <p:nvPr/>
            </p:nvSpPr>
            <p:spPr>
              <a:xfrm>
                <a:off x="322354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7" name="ph1028">
                <a:extLst>
                  <a:ext uri="{FF2B5EF4-FFF2-40B4-BE49-F238E27FC236}">
                    <a16:creationId xmlns:a16="http://schemas.microsoft.com/office/drawing/2014/main" id="{D8C39F2C-7892-0755-2A4D-243F622F9138}"/>
                  </a:ext>
                </a:extLst>
              </p:cNvPr>
              <p:cNvSpPr/>
              <p:nvPr/>
            </p:nvSpPr>
            <p:spPr>
              <a:xfrm>
                <a:off x="3232989" y="255432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434"/>
                    </a:lnTo>
                    <a:lnTo>
                      <a:pt x="923307" y="908115"/>
                    </a:lnTo>
                    <a:lnTo>
                      <a:pt x="918430" y="913693"/>
                    </a:lnTo>
                    <a:lnTo>
                      <a:pt x="917736" y="914400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8" name="ph1029">
                <a:extLst>
                  <a:ext uri="{FF2B5EF4-FFF2-40B4-BE49-F238E27FC236}">
                    <a16:creationId xmlns:a16="http://schemas.microsoft.com/office/drawing/2014/main" id="{5EC4EF7B-36F0-D9A2-6EE8-3570438ADED0}"/>
                  </a:ext>
                </a:extLst>
              </p:cNvPr>
              <p:cNvSpPr/>
              <p:nvPr/>
            </p:nvSpPr>
            <p:spPr>
              <a:xfrm>
                <a:off x="3242429" y="2536757"/>
                <a:ext cx="922485" cy="925003"/>
              </a:xfrm>
              <a:custGeom>
                <a:avLst/>
                <a:gdLst/>
                <a:ahLst/>
                <a:cxnLst/>
                <a:rect l="0" t="0" r="0" b="0"/>
                <a:pathLst>
                  <a:path w="922485" h="925003">
                    <a:moveTo>
                      <a:pt x="914399" y="914399"/>
                    </a:moveTo>
                    <a:lnTo>
                      <a:pt x="922485" y="914399"/>
                    </a:lnTo>
                    <a:lnTo>
                      <a:pt x="922156" y="914843"/>
                    </a:lnTo>
                    <a:lnTo>
                      <a:pt x="920376" y="917242"/>
                    </a:lnTo>
                    <a:lnTo>
                      <a:pt x="918586" y="919655"/>
                    </a:lnTo>
                    <a:lnTo>
                      <a:pt x="914399" y="925003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9" name="ph1030">
                <a:extLst>
                  <a:ext uri="{FF2B5EF4-FFF2-40B4-BE49-F238E27FC236}">
                    <a16:creationId xmlns:a16="http://schemas.microsoft.com/office/drawing/2014/main" id="{FDC4DF21-E6F9-2F27-0E6B-C43AC13B51DC}"/>
                  </a:ext>
                </a:extLst>
              </p:cNvPr>
              <p:cNvSpPr/>
              <p:nvPr/>
            </p:nvSpPr>
            <p:spPr>
              <a:xfrm>
                <a:off x="2468330" y="2519187"/>
                <a:ext cx="914400" cy="91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17">
                    <a:moveTo>
                      <a:pt x="914400" y="914400"/>
                    </a:moveTo>
                    <a:lnTo>
                      <a:pt x="914400" y="919217"/>
                    </a:lnTo>
                    <a:lnTo>
                      <a:pt x="912074" y="914400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0" name="ph1031">
                <a:extLst>
                  <a:ext uri="{FF2B5EF4-FFF2-40B4-BE49-F238E27FC236}">
                    <a16:creationId xmlns:a16="http://schemas.microsoft.com/office/drawing/2014/main" id="{4ABD77E9-82EE-C654-F24C-5614599FC0BF}"/>
                  </a:ext>
                </a:extLst>
              </p:cNvPr>
              <p:cNvSpPr/>
              <p:nvPr/>
            </p:nvSpPr>
            <p:spPr>
              <a:xfrm>
                <a:off x="246833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33" y="931969"/>
                    </a:lnTo>
                    <a:lnTo>
                      <a:pt x="920201" y="930732"/>
                    </a:lnTo>
                    <a:lnTo>
                      <a:pt x="918783" y="927962"/>
                    </a:lnTo>
                    <a:lnTo>
                      <a:pt x="917365" y="925192"/>
                    </a:lnTo>
                    <a:lnTo>
                      <a:pt x="915938" y="922404"/>
                    </a:lnTo>
                    <a:lnTo>
                      <a:pt x="914400" y="919217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1" name="ph1032">
                <a:extLst>
                  <a:ext uri="{FF2B5EF4-FFF2-40B4-BE49-F238E27FC236}">
                    <a16:creationId xmlns:a16="http://schemas.microsoft.com/office/drawing/2014/main" id="{1FAA9CDA-E308-E852-B77D-C466809D077C}"/>
                  </a:ext>
                </a:extLst>
              </p:cNvPr>
              <p:cNvSpPr/>
              <p:nvPr/>
            </p:nvSpPr>
            <p:spPr>
              <a:xfrm>
                <a:off x="247777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2" name="ph1033">
                <a:extLst>
                  <a:ext uri="{FF2B5EF4-FFF2-40B4-BE49-F238E27FC236}">
                    <a16:creationId xmlns:a16="http://schemas.microsoft.com/office/drawing/2014/main" id="{219E67B9-8551-B9F2-98B7-BD4AC44136EE}"/>
                  </a:ext>
                </a:extLst>
              </p:cNvPr>
              <p:cNvSpPr/>
              <p:nvPr/>
            </p:nvSpPr>
            <p:spPr>
              <a:xfrm>
                <a:off x="248721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3" name="ph1034">
                <a:extLst>
                  <a:ext uri="{FF2B5EF4-FFF2-40B4-BE49-F238E27FC236}">
                    <a16:creationId xmlns:a16="http://schemas.microsoft.com/office/drawing/2014/main" id="{FE55C69B-A0DD-E868-9C8B-FE3ADCC58037}"/>
                  </a:ext>
                </a:extLst>
              </p:cNvPr>
              <p:cNvSpPr/>
              <p:nvPr/>
            </p:nvSpPr>
            <p:spPr>
              <a:xfrm>
                <a:off x="249665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4" name="ph1035">
                <a:extLst>
                  <a:ext uri="{FF2B5EF4-FFF2-40B4-BE49-F238E27FC236}">
                    <a16:creationId xmlns:a16="http://schemas.microsoft.com/office/drawing/2014/main" id="{134511B1-62B0-270B-23CA-30F20E6EDA41}"/>
                  </a:ext>
                </a:extLst>
              </p:cNvPr>
              <p:cNvSpPr/>
              <p:nvPr/>
            </p:nvSpPr>
            <p:spPr>
              <a:xfrm>
                <a:off x="250609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5" name="ph1036">
                <a:extLst>
                  <a:ext uri="{FF2B5EF4-FFF2-40B4-BE49-F238E27FC236}">
                    <a16:creationId xmlns:a16="http://schemas.microsoft.com/office/drawing/2014/main" id="{6AB982D0-ACE7-5A98-1A7F-55418EDF71AC}"/>
                  </a:ext>
                </a:extLst>
              </p:cNvPr>
              <p:cNvSpPr/>
              <p:nvPr/>
            </p:nvSpPr>
            <p:spPr>
              <a:xfrm>
                <a:off x="251553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6" name="ph1037">
                <a:extLst>
                  <a:ext uri="{FF2B5EF4-FFF2-40B4-BE49-F238E27FC236}">
                    <a16:creationId xmlns:a16="http://schemas.microsoft.com/office/drawing/2014/main" id="{3841FD30-E91A-5216-6A70-2B312CAE6DF0}"/>
                  </a:ext>
                </a:extLst>
              </p:cNvPr>
              <p:cNvSpPr/>
              <p:nvPr/>
            </p:nvSpPr>
            <p:spPr>
              <a:xfrm>
                <a:off x="252497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7" name="ph1038">
                <a:extLst>
                  <a:ext uri="{FF2B5EF4-FFF2-40B4-BE49-F238E27FC236}">
                    <a16:creationId xmlns:a16="http://schemas.microsoft.com/office/drawing/2014/main" id="{5AE479EB-52E3-DE4C-E9EE-DA075887410F}"/>
                  </a:ext>
                </a:extLst>
              </p:cNvPr>
              <p:cNvSpPr/>
              <p:nvPr/>
            </p:nvSpPr>
            <p:spPr>
              <a:xfrm>
                <a:off x="253441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8" name="ph1039">
                <a:extLst>
                  <a:ext uri="{FF2B5EF4-FFF2-40B4-BE49-F238E27FC236}">
                    <a16:creationId xmlns:a16="http://schemas.microsoft.com/office/drawing/2014/main" id="{C4BC21A9-BA0E-720B-CB8D-0D0707483588}"/>
                  </a:ext>
                </a:extLst>
              </p:cNvPr>
              <p:cNvSpPr/>
              <p:nvPr/>
            </p:nvSpPr>
            <p:spPr>
              <a:xfrm>
                <a:off x="254385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9" name="ph1040">
                <a:extLst>
                  <a:ext uri="{FF2B5EF4-FFF2-40B4-BE49-F238E27FC236}">
                    <a16:creationId xmlns:a16="http://schemas.microsoft.com/office/drawing/2014/main" id="{3A9CB218-B329-907C-2575-238E38EE1888}"/>
                  </a:ext>
                </a:extLst>
              </p:cNvPr>
              <p:cNvSpPr/>
              <p:nvPr/>
            </p:nvSpPr>
            <p:spPr>
              <a:xfrm>
                <a:off x="255329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0" name="ph1041">
                <a:extLst>
                  <a:ext uri="{FF2B5EF4-FFF2-40B4-BE49-F238E27FC236}">
                    <a16:creationId xmlns:a16="http://schemas.microsoft.com/office/drawing/2014/main" id="{514238B9-23BC-6E9B-4B55-363B07EC3782}"/>
                  </a:ext>
                </a:extLst>
              </p:cNvPr>
              <p:cNvSpPr/>
              <p:nvPr/>
            </p:nvSpPr>
            <p:spPr>
              <a:xfrm>
                <a:off x="256273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1" name="ph1042">
                <a:extLst>
                  <a:ext uri="{FF2B5EF4-FFF2-40B4-BE49-F238E27FC236}">
                    <a16:creationId xmlns:a16="http://schemas.microsoft.com/office/drawing/2014/main" id="{EBB90251-7E62-F272-1BE2-F93572CE3198}"/>
                  </a:ext>
                </a:extLst>
              </p:cNvPr>
              <p:cNvSpPr/>
              <p:nvPr/>
            </p:nvSpPr>
            <p:spPr>
              <a:xfrm>
                <a:off x="257217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2" name="ph1043">
                <a:extLst>
                  <a:ext uri="{FF2B5EF4-FFF2-40B4-BE49-F238E27FC236}">
                    <a16:creationId xmlns:a16="http://schemas.microsoft.com/office/drawing/2014/main" id="{9E9DC568-0547-E7FA-9EB2-A4C54E342555}"/>
                  </a:ext>
                </a:extLst>
              </p:cNvPr>
              <p:cNvSpPr/>
              <p:nvPr/>
            </p:nvSpPr>
            <p:spPr>
              <a:xfrm>
                <a:off x="258161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3" name="ph1044">
                <a:extLst>
                  <a:ext uri="{FF2B5EF4-FFF2-40B4-BE49-F238E27FC236}">
                    <a16:creationId xmlns:a16="http://schemas.microsoft.com/office/drawing/2014/main" id="{CBBCEC82-7EE7-F8EF-E3C3-DFE705B48A1B}"/>
                  </a:ext>
                </a:extLst>
              </p:cNvPr>
              <p:cNvSpPr/>
              <p:nvPr/>
            </p:nvSpPr>
            <p:spPr>
              <a:xfrm>
                <a:off x="259105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4" name="ph1045">
                <a:extLst>
                  <a:ext uri="{FF2B5EF4-FFF2-40B4-BE49-F238E27FC236}">
                    <a16:creationId xmlns:a16="http://schemas.microsoft.com/office/drawing/2014/main" id="{C5F7173F-2DAD-D2A8-1F29-C0B3274206EC}"/>
                  </a:ext>
                </a:extLst>
              </p:cNvPr>
              <p:cNvSpPr/>
              <p:nvPr/>
            </p:nvSpPr>
            <p:spPr>
              <a:xfrm>
                <a:off x="260049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5" name="ph1046">
                <a:extLst>
                  <a:ext uri="{FF2B5EF4-FFF2-40B4-BE49-F238E27FC236}">
                    <a16:creationId xmlns:a16="http://schemas.microsoft.com/office/drawing/2014/main" id="{514FA44C-AB21-7C58-FD9C-28CEA591A20A}"/>
                  </a:ext>
                </a:extLst>
              </p:cNvPr>
              <p:cNvSpPr/>
              <p:nvPr/>
            </p:nvSpPr>
            <p:spPr>
              <a:xfrm>
                <a:off x="260993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6" name="ph1047">
                <a:extLst>
                  <a:ext uri="{FF2B5EF4-FFF2-40B4-BE49-F238E27FC236}">
                    <a16:creationId xmlns:a16="http://schemas.microsoft.com/office/drawing/2014/main" id="{1CD33D95-E95E-017E-CB49-55F1AA9AE66D}"/>
                  </a:ext>
                </a:extLst>
              </p:cNvPr>
              <p:cNvSpPr/>
              <p:nvPr/>
            </p:nvSpPr>
            <p:spPr>
              <a:xfrm>
                <a:off x="261937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7" name="ph1048">
                <a:extLst>
                  <a:ext uri="{FF2B5EF4-FFF2-40B4-BE49-F238E27FC236}">
                    <a16:creationId xmlns:a16="http://schemas.microsoft.com/office/drawing/2014/main" id="{DD6FDB13-CC50-8E65-DC6D-9E04D11B3EA3}"/>
                  </a:ext>
                </a:extLst>
              </p:cNvPr>
              <p:cNvSpPr/>
              <p:nvPr/>
            </p:nvSpPr>
            <p:spPr>
              <a:xfrm>
                <a:off x="262881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8" name="ph1049">
                <a:extLst>
                  <a:ext uri="{FF2B5EF4-FFF2-40B4-BE49-F238E27FC236}">
                    <a16:creationId xmlns:a16="http://schemas.microsoft.com/office/drawing/2014/main" id="{ED5E0192-3585-5B6A-EF29-630FC259F807}"/>
                  </a:ext>
                </a:extLst>
              </p:cNvPr>
              <p:cNvSpPr/>
              <p:nvPr/>
            </p:nvSpPr>
            <p:spPr>
              <a:xfrm>
                <a:off x="263825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9" name="ph1050">
                <a:extLst>
                  <a:ext uri="{FF2B5EF4-FFF2-40B4-BE49-F238E27FC236}">
                    <a16:creationId xmlns:a16="http://schemas.microsoft.com/office/drawing/2014/main" id="{E7915943-AD1B-BA97-726B-F763292754D2}"/>
                  </a:ext>
                </a:extLst>
              </p:cNvPr>
              <p:cNvSpPr/>
              <p:nvPr/>
            </p:nvSpPr>
            <p:spPr>
              <a:xfrm>
                <a:off x="264769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0" name="ph1051">
                <a:extLst>
                  <a:ext uri="{FF2B5EF4-FFF2-40B4-BE49-F238E27FC236}">
                    <a16:creationId xmlns:a16="http://schemas.microsoft.com/office/drawing/2014/main" id="{040347AA-504B-1F14-E364-DB0508A26CBF}"/>
                  </a:ext>
                </a:extLst>
              </p:cNvPr>
              <p:cNvSpPr/>
              <p:nvPr/>
            </p:nvSpPr>
            <p:spPr>
              <a:xfrm>
                <a:off x="265713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1" name="ph1052">
                <a:extLst>
                  <a:ext uri="{FF2B5EF4-FFF2-40B4-BE49-F238E27FC236}">
                    <a16:creationId xmlns:a16="http://schemas.microsoft.com/office/drawing/2014/main" id="{298FAD3A-F797-9EA3-6E89-D77C620E93E2}"/>
                  </a:ext>
                </a:extLst>
              </p:cNvPr>
              <p:cNvSpPr/>
              <p:nvPr/>
            </p:nvSpPr>
            <p:spPr>
              <a:xfrm>
                <a:off x="266657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2" name="ph1053">
                <a:extLst>
                  <a:ext uri="{FF2B5EF4-FFF2-40B4-BE49-F238E27FC236}">
                    <a16:creationId xmlns:a16="http://schemas.microsoft.com/office/drawing/2014/main" id="{1D273E50-63EF-5D6F-F0ED-1E4B1FA74938}"/>
                  </a:ext>
                </a:extLst>
              </p:cNvPr>
              <p:cNvSpPr/>
              <p:nvPr/>
            </p:nvSpPr>
            <p:spPr>
              <a:xfrm>
                <a:off x="267601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3" name="ph1054">
                <a:extLst>
                  <a:ext uri="{FF2B5EF4-FFF2-40B4-BE49-F238E27FC236}">
                    <a16:creationId xmlns:a16="http://schemas.microsoft.com/office/drawing/2014/main" id="{18F38369-763C-E7DD-FFA6-D761E5474C42}"/>
                  </a:ext>
                </a:extLst>
              </p:cNvPr>
              <p:cNvSpPr/>
              <p:nvPr/>
            </p:nvSpPr>
            <p:spPr>
              <a:xfrm>
                <a:off x="268545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4" name="ph1055">
                <a:extLst>
                  <a:ext uri="{FF2B5EF4-FFF2-40B4-BE49-F238E27FC236}">
                    <a16:creationId xmlns:a16="http://schemas.microsoft.com/office/drawing/2014/main" id="{8602182D-5BDF-3451-0EC8-736276ECD24D}"/>
                  </a:ext>
                </a:extLst>
              </p:cNvPr>
              <p:cNvSpPr/>
              <p:nvPr/>
            </p:nvSpPr>
            <p:spPr>
              <a:xfrm>
                <a:off x="269489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5" name="ph1056">
                <a:extLst>
                  <a:ext uri="{FF2B5EF4-FFF2-40B4-BE49-F238E27FC236}">
                    <a16:creationId xmlns:a16="http://schemas.microsoft.com/office/drawing/2014/main" id="{C66F4472-5835-C722-A38F-551DC5D87810}"/>
                  </a:ext>
                </a:extLst>
              </p:cNvPr>
              <p:cNvSpPr/>
              <p:nvPr/>
            </p:nvSpPr>
            <p:spPr>
              <a:xfrm>
                <a:off x="270433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6" name="ph1057">
                <a:extLst>
                  <a:ext uri="{FF2B5EF4-FFF2-40B4-BE49-F238E27FC236}">
                    <a16:creationId xmlns:a16="http://schemas.microsoft.com/office/drawing/2014/main" id="{2B351C8D-9AB2-40ED-9F0B-FCF926D25FDB}"/>
                  </a:ext>
                </a:extLst>
              </p:cNvPr>
              <p:cNvSpPr/>
              <p:nvPr/>
            </p:nvSpPr>
            <p:spPr>
              <a:xfrm>
                <a:off x="271377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7" name="ph1058">
                <a:extLst>
                  <a:ext uri="{FF2B5EF4-FFF2-40B4-BE49-F238E27FC236}">
                    <a16:creationId xmlns:a16="http://schemas.microsoft.com/office/drawing/2014/main" id="{3551C1D0-DD11-5732-49B8-BDF3766C8A5B}"/>
                  </a:ext>
                </a:extLst>
              </p:cNvPr>
              <p:cNvSpPr/>
              <p:nvPr/>
            </p:nvSpPr>
            <p:spPr>
              <a:xfrm>
                <a:off x="272321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8" name="ph1059">
                <a:extLst>
                  <a:ext uri="{FF2B5EF4-FFF2-40B4-BE49-F238E27FC236}">
                    <a16:creationId xmlns:a16="http://schemas.microsoft.com/office/drawing/2014/main" id="{8C125F70-A200-B786-313A-BFB0D58441A6}"/>
                  </a:ext>
                </a:extLst>
              </p:cNvPr>
              <p:cNvSpPr/>
              <p:nvPr/>
            </p:nvSpPr>
            <p:spPr>
              <a:xfrm>
                <a:off x="273265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9" name="ph1060">
                <a:extLst>
                  <a:ext uri="{FF2B5EF4-FFF2-40B4-BE49-F238E27FC236}">
                    <a16:creationId xmlns:a16="http://schemas.microsoft.com/office/drawing/2014/main" id="{B797ADB6-9662-948D-861C-4A5B12764433}"/>
                  </a:ext>
                </a:extLst>
              </p:cNvPr>
              <p:cNvSpPr/>
              <p:nvPr/>
            </p:nvSpPr>
            <p:spPr>
              <a:xfrm>
                <a:off x="274209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0" name="ph1061">
                <a:extLst>
                  <a:ext uri="{FF2B5EF4-FFF2-40B4-BE49-F238E27FC236}">
                    <a16:creationId xmlns:a16="http://schemas.microsoft.com/office/drawing/2014/main" id="{CA5BED65-6653-204F-E8E1-86EE4D6E9004}"/>
                  </a:ext>
                </a:extLst>
              </p:cNvPr>
              <p:cNvSpPr/>
              <p:nvPr/>
            </p:nvSpPr>
            <p:spPr>
              <a:xfrm>
                <a:off x="275153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1" name="ph1062">
                <a:extLst>
                  <a:ext uri="{FF2B5EF4-FFF2-40B4-BE49-F238E27FC236}">
                    <a16:creationId xmlns:a16="http://schemas.microsoft.com/office/drawing/2014/main" id="{38379AC6-8C76-1D3D-2F4D-88DD63BA488E}"/>
                  </a:ext>
                </a:extLst>
              </p:cNvPr>
              <p:cNvSpPr/>
              <p:nvPr/>
            </p:nvSpPr>
            <p:spPr>
              <a:xfrm>
                <a:off x="276097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2" name="ph1063">
                <a:extLst>
                  <a:ext uri="{FF2B5EF4-FFF2-40B4-BE49-F238E27FC236}">
                    <a16:creationId xmlns:a16="http://schemas.microsoft.com/office/drawing/2014/main" id="{171A2DC6-1AE7-31FC-243E-BDBEA2D95E29}"/>
                  </a:ext>
                </a:extLst>
              </p:cNvPr>
              <p:cNvSpPr/>
              <p:nvPr/>
            </p:nvSpPr>
            <p:spPr>
              <a:xfrm>
                <a:off x="277041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3" name="ph1064">
                <a:extLst>
                  <a:ext uri="{FF2B5EF4-FFF2-40B4-BE49-F238E27FC236}">
                    <a16:creationId xmlns:a16="http://schemas.microsoft.com/office/drawing/2014/main" id="{5721D396-02DC-63B5-130F-A023D28402E6}"/>
                  </a:ext>
                </a:extLst>
              </p:cNvPr>
              <p:cNvSpPr/>
              <p:nvPr/>
            </p:nvSpPr>
            <p:spPr>
              <a:xfrm>
                <a:off x="277985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4" name="ph1065">
                <a:extLst>
                  <a:ext uri="{FF2B5EF4-FFF2-40B4-BE49-F238E27FC236}">
                    <a16:creationId xmlns:a16="http://schemas.microsoft.com/office/drawing/2014/main" id="{F2083BA3-483F-9071-B502-FB531C006177}"/>
                  </a:ext>
                </a:extLst>
              </p:cNvPr>
              <p:cNvSpPr/>
              <p:nvPr/>
            </p:nvSpPr>
            <p:spPr>
              <a:xfrm>
                <a:off x="278929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5" name="ph1066">
                <a:extLst>
                  <a:ext uri="{FF2B5EF4-FFF2-40B4-BE49-F238E27FC236}">
                    <a16:creationId xmlns:a16="http://schemas.microsoft.com/office/drawing/2014/main" id="{F202D020-2B87-C768-B602-A34A3FBFDF95}"/>
                  </a:ext>
                </a:extLst>
              </p:cNvPr>
              <p:cNvSpPr/>
              <p:nvPr/>
            </p:nvSpPr>
            <p:spPr>
              <a:xfrm>
                <a:off x="279873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6" name="ph1067">
                <a:extLst>
                  <a:ext uri="{FF2B5EF4-FFF2-40B4-BE49-F238E27FC236}">
                    <a16:creationId xmlns:a16="http://schemas.microsoft.com/office/drawing/2014/main" id="{6D5F4D60-AD86-EBAA-8603-D17DBF402D7F}"/>
                  </a:ext>
                </a:extLst>
              </p:cNvPr>
              <p:cNvSpPr/>
              <p:nvPr/>
            </p:nvSpPr>
            <p:spPr>
              <a:xfrm>
                <a:off x="280817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7" name="ph1068">
                <a:extLst>
                  <a:ext uri="{FF2B5EF4-FFF2-40B4-BE49-F238E27FC236}">
                    <a16:creationId xmlns:a16="http://schemas.microsoft.com/office/drawing/2014/main" id="{28350603-4BB3-4FCD-C39A-D3F4EB913DAF}"/>
                  </a:ext>
                </a:extLst>
              </p:cNvPr>
              <p:cNvSpPr/>
              <p:nvPr/>
            </p:nvSpPr>
            <p:spPr>
              <a:xfrm>
                <a:off x="281761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8" name="ph1069">
                <a:extLst>
                  <a:ext uri="{FF2B5EF4-FFF2-40B4-BE49-F238E27FC236}">
                    <a16:creationId xmlns:a16="http://schemas.microsoft.com/office/drawing/2014/main" id="{142A3171-F7A5-E5F3-5A29-43AF8E8B6C72}"/>
                  </a:ext>
                </a:extLst>
              </p:cNvPr>
              <p:cNvSpPr/>
              <p:nvPr/>
            </p:nvSpPr>
            <p:spPr>
              <a:xfrm>
                <a:off x="282705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9" name="ph1070">
                <a:extLst>
                  <a:ext uri="{FF2B5EF4-FFF2-40B4-BE49-F238E27FC236}">
                    <a16:creationId xmlns:a16="http://schemas.microsoft.com/office/drawing/2014/main" id="{2DB33CC2-4092-2895-7364-BF3E7283386D}"/>
                  </a:ext>
                </a:extLst>
              </p:cNvPr>
              <p:cNvSpPr/>
              <p:nvPr/>
            </p:nvSpPr>
            <p:spPr>
              <a:xfrm>
                <a:off x="283649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0" name="ph1071">
                <a:extLst>
                  <a:ext uri="{FF2B5EF4-FFF2-40B4-BE49-F238E27FC236}">
                    <a16:creationId xmlns:a16="http://schemas.microsoft.com/office/drawing/2014/main" id="{DAD5E38C-B2BF-4690-6FD2-3EC032EC7EEF}"/>
                  </a:ext>
                </a:extLst>
              </p:cNvPr>
              <p:cNvSpPr/>
              <p:nvPr/>
            </p:nvSpPr>
            <p:spPr>
              <a:xfrm>
                <a:off x="284593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1" name="ph1072">
                <a:extLst>
                  <a:ext uri="{FF2B5EF4-FFF2-40B4-BE49-F238E27FC236}">
                    <a16:creationId xmlns:a16="http://schemas.microsoft.com/office/drawing/2014/main" id="{3DE1F1C1-25AD-BF72-C770-9D5B157E216B}"/>
                  </a:ext>
                </a:extLst>
              </p:cNvPr>
              <p:cNvSpPr/>
              <p:nvPr/>
            </p:nvSpPr>
            <p:spPr>
              <a:xfrm>
                <a:off x="285538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2" name="ph1073">
                <a:extLst>
                  <a:ext uri="{FF2B5EF4-FFF2-40B4-BE49-F238E27FC236}">
                    <a16:creationId xmlns:a16="http://schemas.microsoft.com/office/drawing/2014/main" id="{AB4D9A91-C216-A404-BD33-635C741CB041}"/>
                  </a:ext>
                </a:extLst>
              </p:cNvPr>
              <p:cNvSpPr/>
              <p:nvPr/>
            </p:nvSpPr>
            <p:spPr>
              <a:xfrm>
                <a:off x="286482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3" name="ph1074">
                <a:extLst>
                  <a:ext uri="{FF2B5EF4-FFF2-40B4-BE49-F238E27FC236}">
                    <a16:creationId xmlns:a16="http://schemas.microsoft.com/office/drawing/2014/main" id="{FA2B8D7C-B6CF-2BCD-F19B-673F2727F4F3}"/>
                  </a:ext>
                </a:extLst>
              </p:cNvPr>
              <p:cNvSpPr/>
              <p:nvPr/>
            </p:nvSpPr>
            <p:spPr>
              <a:xfrm>
                <a:off x="287426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4" name="ph1075">
                <a:extLst>
                  <a:ext uri="{FF2B5EF4-FFF2-40B4-BE49-F238E27FC236}">
                    <a16:creationId xmlns:a16="http://schemas.microsoft.com/office/drawing/2014/main" id="{866E5EF3-84ED-6F65-EB1C-C2A00F71FC5A}"/>
                  </a:ext>
                </a:extLst>
              </p:cNvPr>
              <p:cNvSpPr/>
              <p:nvPr/>
            </p:nvSpPr>
            <p:spPr>
              <a:xfrm>
                <a:off x="288370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5" name="ph1076">
                <a:extLst>
                  <a:ext uri="{FF2B5EF4-FFF2-40B4-BE49-F238E27FC236}">
                    <a16:creationId xmlns:a16="http://schemas.microsoft.com/office/drawing/2014/main" id="{D2BE91F8-7039-2623-6B47-7466F4305CC3}"/>
                  </a:ext>
                </a:extLst>
              </p:cNvPr>
              <p:cNvSpPr/>
              <p:nvPr/>
            </p:nvSpPr>
            <p:spPr>
              <a:xfrm>
                <a:off x="289314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6" name="ph1077">
                <a:extLst>
                  <a:ext uri="{FF2B5EF4-FFF2-40B4-BE49-F238E27FC236}">
                    <a16:creationId xmlns:a16="http://schemas.microsoft.com/office/drawing/2014/main" id="{582F4CB4-73C0-2054-3D2F-F6371DD42752}"/>
                  </a:ext>
                </a:extLst>
              </p:cNvPr>
              <p:cNvSpPr/>
              <p:nvPr/>
            </p:nvSpPr>
            <p:spPr>
              <a:xfrm>
                <a:off x="290258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7" name="ph1078">
                <a:extLst>
                  <a:ext uri="{FF2B5EF4-FFF2-40B4-BE49-F238E27FC236}">
                    <a16:creationId xmlns:a16="http://schemas.microsoft.com/office/drawing/2014/main" id="{F3C7463A-4F98-16F5-105D-27F7B5A7D0F1}"/>
                  </a:ext>
                </a:extLst>
              </p:cNvPr>
              <p:cNvSpPr/>
              <p:nvPr/>
            </p:nvSpPr>
            <p:spPr>
              <a:xfrm>
                <a:off x="291202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8" name="ph1079">
                <a:extLst>
                  <a:ext uri="{FF2B5EF4-FFF2-40B4-BE49-F238E27FC236}">
                    <a16:creationId xmlns:a16="http://schemas.microsoft.com/office/drawing/2014/main" id="{516BCCB5-1E91-794E-6D1D-CDB8949B0AFC}"/>
                  </a:ext>
                </a:extLst>
              </p:cNvPr>
              <p:cNvSpPr/>
              <p:nvPr/>
            </p:nvSpPr>
            <p:spPr>
              <a:xfrm>
                <a:off x="292146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9" name="ph1080">
                <a:extLst>
                  <a:ext uri="{FF2B5EF4-FFF2-40B4-BE49-F238E27FC236}">
                    <a16:creationId xmlns:a16="http://schemas.microsoft.com/office/drawing/2014/main" id="{76BB3C55-2916-8575-D517-518DA5DEA658}"/>
                  </a:ext>
                </a:extLst>
              </p:cNvPr>
              <p:cNvSpPr/>
              <p:nvPr/>
            </p:nvSpPr>
            <p:spPr>
              <a:xfrm>
                <a:off x="293090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0" name="ph1081">
                <a:extLst>
                  <a:ext uri="{FF2B5EF4-FFF2-40B4-BE49-F238E27FC236}">
                    <a16:creationId xmlns:a16="http://schemas.microsoft.com/office/drawing/2014/main" id="{B388CCB4-02F9-449F-4EE5-779534A9EB77}"/>
                  </a:ext>
                </a:extLst>
              </p:cNvPr>
              <p:cNvSpPr/>
              <p:nvPr/>
            </p:nvSpPr>
            <p:spPr>
              <a:xfrm>
                <a:off x="294034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1" name="ph1082">
                <a:extLst>
                  <a:ext uri="{FF2B5EF4-FFF2-40B4-BE49-F238E27FC236}">
                    <a16:creationId xmlns:a16="http://schemas.microsoft.com/office/drawing/2014/main" id="{C605EF71-3A93-6691-28E0-C7C943D1DAFF}"/>
                  </a:ext>
                </a:extLst>
              </p:cNvPr>
              <p:cNvSpPr/>
              <p:nvPr/>
            </p:nvSpPr>
            <p:spPr>
              <a:xfrm>
                <a:off x="294978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2" name="ph1083">
                <a:extLst>
                  <a:ext uri="{FF2B5EF4-FFF2-40B4-BE49-F238E27FC236}">
                    <a16:creationId xmlns:a16="http://schemas.microsoft.com/office/drawing/2014/main" id="{69DE76EA-E65D-204A-9513-54F723B84B75}"/>
                  </a:ext>
                </a:extLst>
              </p:cNvPr>
              <p:cNvSpPr/>
              <p:nvPr/>
            </p:nvSpPr>
            <p:spPr>
              <a:xfrm>
                <a:off x="295922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3" name="ph1084">
                <a:extLst>
                  <a:ext uri="{FF2B5EF4-FFF2-40B4-BE49-F238E27FC236}">
                    <a16:creationId xmlns:a16="http://schemas.microsoft.com/office/drawing/2014/main" id="{76019DF5-673A-0AB7-C0EF-A6D07F4056A6}"/>
                  </a:ext>
                </a:extLst>
              </p:cNvPr>
              <p:cNvSpPr/>
              <p:nvPr/>
            </p:nvSpPr>
            <p:spPr>
              <a:xfrm>
                <a:off x="296866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4" name="ph1085">
                <a:extLst>
                  <a:ext uri="{FF2B5EF4-FFF2-40B4-BE49-F238E27FC236}">
                    <a16:creationId xmlns:a16="http://schemas.microsoft.com/office/drawing/2014/main" id="{A1603962-29F5-4D2B-0E0D-605E48757E15}"/>
                  </a:ext>
                </a:extLst>
              </p:cNvPr>
              <p:cNvSpPr/>
              <p:nvPr/>
            </p:nvSpPr>
            <p:spPr>
              <a:xfrm>
                <a:off x="297810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5" name="ph1086">
                <a:extLst>
                  <a:ext uri="{FF2B5EF4-FFF2-40B4-BE49-F238E27FC236}">
                    <a16:creationId xmlns:a16="http://schemas.microsoft.com/office/drawing/2014/main" id="{FBFB013A-145E-2858-8192-35AE3F4D4017}"/>
                  </a:ext>
                </a:extLst>
              </p:cNvPr>
              <p:cNvSpPr/>
              <p:nvPr/>
            </p:nvSpPr>
            <p:spPr>
              <a:xfrm>
                <a:off x="298754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6" name="ph1087">
                <a:extLst>
                  <a:ext uri="{FF2B5EF4-FFF2-40B4-BE49-F238E27FC236}">
                    <a16:creationId xmlns:a16="http://schemas.microsoft.com/office/drawing/2014/main" id="{F0E99CA3-0D6E-F9BD-10FD-F8E3AD05623A}"/>
                  </a:ext>
                </a:extLst>
              </p:cNvPr>
              <p:cNvSpPr/>
              <p:nvPr/>
            </p:nvSpPr>
            <p:spPr>
              <a:xfrm>
                <a:off x="299698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7" name="ph1088">
                <a:extLst>
                  <a:ext uri="{FF2B5EF4-FFF2-40B4-BE49-F238E27FC236}">
                    <a16:creationId xmlns:a16="http://schemas.microsoft.com/office/drawing/2014/main" id="{7ECEAE30-FB95-5EE3-81CC-B76B21BCD455}"/>
                  </a:ext>
                </a:extLst>
              </p:cNvPr>
              <p:cNvSpPr/>
              <p:nvPr/>
            </p:nvSpPr>
            <p:spPr>
              <a:xfrm>
                <a:off x="300642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8" name="ph1089">
                <a:extLst>
                  <a:ext uri="{FF2B5EF4-FFF2-40B4-BE49-F238E27FC236}">
                    <a16:creationId xmlns:a16="http://schemas.microsoft.com/office/drawing/2014/main" id="{2D98E09C-D76A-D8A4-E162-E5C3DEBDD481}"/>
                  </a:ext>
                </a:extLst>
              </p:cNvPr>
              <p:cNvSpPr/>
              <p:nvPr/>
            </p:nvSpPr>
            <p:spPr>
              <a:xfrm>
                <a:off x="301586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9" name="ph1090">
                <a:extLst>
                  <a:ext uri="{FF2B5EF4-FFF2-40B4-BE49-F238E27FC236}">
                    <a16:creationId xmlns:a16="http://schemas.microsoft.com/office/drawing/2014/main" id="{BD56A523-E3F1-DBB9-B8EF-FF4827003847}"/>
                  </a:ext>
                </a:extLst>
              </p:cNvPr>
              <p:cNvSpPr/>
              <p:nvPr/>
            </p:nvSpPr>
            <p:spPr>
              <a:xfrm>
                <a:off x="302530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0" name="ph1091">
                <a:extLst>
                  <a:ext uri="{FF2B5EF4-FFF2-40B4-BE49-F238E27FC236}">
                    <a16:creationId xmlns:a16="http://schemas.microsoft.com/office/drawing/2014/main" id="{CD7F95B2-5864-CA8B-ACCC-BA832EB14D0F}"/>
                  </a:ext>
                </a:extLst>
              </p:cNvPr>
              <p:cNvSpPr/>
              <p:nvPr/>
            </p:nvSpPr>
            <p:spPr>
              <a:xfrm>
                <a:off x="303474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1" name="ph1092">
                <a:extLst>
                  <a:ext uri="{FF2B5EF4-FFF2-40B4-BE49-F238E27FC236}">
                    <a16:creationId xmlns:a16="http://schemas.microsoft.com/office/drawing/2014/main" id="{9580BB45-6345-0CB7-BECB-D42A41C6B3DA}"/>
                  </a:ext>
                </a:extLst>
              </p:cNvPr>
              <p:cNvSpPr/>
              <p:nvPr/>
            </p:nvSpPr>
            <p:spPr>
              <a:xfrm>
                <a:off x="304418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2" name="ph1093">
                <a:extLst>
                  <a:ext uri="{FF2B5EF4-FFF2-40B4-BE49-F238E27FC236}">
                    <a16:creationId xmlns:a16="http://schemas.microsoft.com/office/drawing/2014/main" id="{D0D12153-3C88-D39F-1AF0-1EA1B42C0D14}"/>
                  </a:ext>
                </a:extLst>
              </p:cNvPr>
              <p:cNvSpPr/>
              <p:nvPr/>
            </p:nvSpPr>
            <p:spPr>
              <a:xfrm>
                <a:off x="305362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3" name="ph1094">
                <a:extLst>
                  <a:ext uri="{FF2B5EF4-FFF2-40B4-BE49-F238E27FC236}">
                    <a16:creationId xmlns:a16="http://schemas.microsoft.com/office/drawing/2014/main" id="{295FB303-B59C-8751-4C89-D85F8F7BCC41}"/>
                  </a:ext>
                </a:extLst>
              </p:cNvPr>
              <p:cNvSpPr/>
              <p:nvPr/>
            </p:nvSpPr>
            <p:spPr>
              <a:xfrm>
                <a:off x="306306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4" name="ph1095">
                <a:extLst>
                  <a:ext uri="{FF2B5EF4-FFF2-40B4-BE49-F238E27FC236}">
                    <a16:creationId xmlns:a16="http://schemas.microsoft.com/office/drawing/2014/main" id="{00FD420E-CED6-124D-D819-8848A1507A35}"/>
                  </a:ext>
                </a:extLst>
              </p:cNvPr>
              <p:cNvSpPr/>
              <p:nvPr/>
            </p:nvSpPr>
            <p:spPr>
              <a:xfrm>
                <a:off x="307250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5" name="ph1096">
                <a:extLst>
                  <a:ext uri="{FF2B5EF4-FFF2-40B4-BE49-F238E27FC236}">
                    <a16:creationId xmlns:a16="http://schemas.microsoft.com/office/drawing/2014/main" id="{1708B93E-6E76-C27A-27F2-F6062308E109}"/>
                  </a:ext>
                </a:extLst>
              </p:cNvPr>
              <p:cNvSpPr/>
              <p:nvPr/>
            </p:nvSpPr>
            <p:spPr>
              <a:xfrm>
                <a:off x="308194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6" name="ph1097">
                <a:extLst>
                  <a:ext uri="{FF2B5EF4-FFF2-40B4-BE49-F238E27FC236}">
                    <a16:creationId xmlns:a16="http://schemas.microsoft.com/office/drawing/2014/main" id="{7006A0A1-67C8-1C03-C3D6-ACBA9A2B4F72}"/>
                  </a:ext>
                </a:extLst>
              </p:cNvPr>
              <p:cNvSpPr/>
              <p:nvPr/>
            </p:nvSpPr>
            <p:spPr>
              <a:xfrm>
                <a:off x="309138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7" name="ph1098">
                <a:extLst>
                  <a:ext uri="{FF2B5EF4-FFF2-40B4-BE49-F238E27FC236}">
                    <a16:creationId xmlns:a16="http://schemas.microsoft.com/office/drawing/2014/main" id="{8000C147-F000-B1F1-D951-3CBD73C66450}"/>
                  </a:ext>
                </a:extLst>
              </p:cNvPr>
              <p:cNvSpPr/>
              <p:nvPr/>
            </p:nvSpPr>
            <p:spPr>
              <a:xfrm>
                <a:off x="310082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8" name="ph1099">
                <a:extLst>
                  <a:ext uri="{FF2B5EF4-FFF2-40B4-BE49-F238E27FC236}">
                    <a16:creationId xmlns:a16="http://schemas.microsoft.com/office/drawing/2014/main" id="{FE759D10-B0C4-7659-FCE3-DA5E53A75230}"/>
                  </a:ext>
                </a:extLst>
              </p:cNvPr>
              <p:cNvSpPr/>
              <p:nvPr/>
            </p:nvSpPr>
            <p:spPr>
              <a:xfrm>
                <a:off x="311026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9" name="ph1100">
                <a:extLst>
                  <a:ext uri="{FF2B5EF4-FFF2-40B4-BE49-F238E27FC236}">
                    <a16:creationId xmlns:a16="http://schemas.microsoft.com/office/drawing/2014/main" id="{77BEDBD7-6C27-C659-A8A9-9A5BCDE2BF15}"/>
                  </a:ext>
                </a:extLst>
              </p:cNvPr>
              <p:cNvSpPr/>
              <p:nvPr/>
            </p:nvSpPr>
            <p:spPr>
              <a:xfrm>
                <a:off x="311970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0" name="ph1101">
                <a:extLst>
                  <a:ext uri="{FF2B5EF4-FFF2-40B4-BE49-F238E27FC236}">
                    <a16:creationId xmlns:a16="http://schemas.microsoft.com/office/drawing/2014/main" id="{89192D9D-BE9A-12D2-D2FF-0827B259CEC0}"/>
                  </a:ext>
                </a:extLst>
              </p:cNvPr>
              <p:cNvSpPr/>
              <p:nvPr/>
            </p:nvSpPr>
            <p:spPr>
              <a:xfrm>
                <a:off x="312914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1" name="ph1102">
                <a:extLst>
                  <a:ext uri="{FF2B5EF4-FFF2-40B4-BE49-F238E27FC236}">
                    <a16:creationId xmlns:a16="http://schemas.microsoft.com/office/drawing/2014/main" id="{005380DC-184D-BE31-02E1-2590F89B9FC1}"/>
                  </a:ext>
                </a:extLst>
              </p:cNvPr>
              <p:cNvSpPr/>
              <p:nvPr/>
            </p:nvSpPr>
            <p:spPr>
              <a:xfrm>
                <a:off x="313858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2" name="ph1103">
                <a:extLst>
                  <a:ext uri="{FF2B5EF4-FFF2-40B4-BE49-F238E27FC236}">
                    <a16:creationId xmlns:a16="http://schemas.microsoft.com/office/drawing/2014/main" id="{2F3E5805-B4AB-3716-47F8-D94576BF194E}"/>
                  </a:ext>
                </a:extLst>
              </p:cNvPr>
              <p:cNvSpPr/>
              <p:nvPr/>
            </p:nvSpPr>
            <p:spPr>
              <a:xfrm>
                <a:off x="314802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3" name="ph1104">
                <a:extLst>
                  <a:ext uri="{FF2B5EF4-FFF2-40B4-BE49-F238E27FC236}">
                    <a16:creationId xmlns:a16="http://schemas.microsoft.com/office/drawing/2014/main" id="{501B1B9A-A848-09BE-586D-6C494BD041E7}"/>
                  </a:ext>
                </a:extLst>
              </p:cNvPr>
              <p:cNvSpPr/>
              <p:nvPr/>
            </p:nvSpPr>
            <p:spPr>
              <a:xfrm>
                <a:off x="315746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4" name="ph1105">
                <a:extLst>
                  <a:ext uri="{FF2B5EF4-FFF2-40B4-BE49-F238E27FC236}">
                    <a16:creationId xmlns:a16="http://schemas.microsoft.com/office/drawing/2014/main" id="{13033B3E-5C84-46A4-8714-19DD679F902E}"/>
                  </a:ext>
                </a:extLst>
              </p:cNvPr>
              <p:cNvSpPr/>
              <p:nvPr/>
            </p:nvSpPr>
            <p:spPr>
              <a:xfrm>
                <a:off x="316690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5" name="ph1106">
                <a:extLst>
                  <a:ext uri="{FF2B5EF4-FFF2-40B4-BE49-F238E27FC236}">
                    <a16:creationId xmlns:a16="http://schemas.microsoft.com/office/drawing/2014/main" id="{C0CE60AE-F114-2022-F547-964CCEB16A56}"/>
                  </a:ext>
                </a:extLst>
              </p:cNvPr>
              <p:cNvSpPr/>
              <p:nvPr/>
            </p:nvSpPr>
            <p:spPr>
              <a:xfrm>
                <a:off x="317634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6" name="ph1107">
                <a:extLst>
                  <a:ext uri="{FF2B5EF4-FFF2-40B4-BE49-F238E27FC236}">
                    <a16:creationId xmlns:a16="http://schemas.microsoft.com/office/drawing/2014/main" id="{C7C07919-9385-D336-8AD8-E2301C0B356A}"/>
                  </a:ext>
                </a:extLst>
              </p:cNvPr>
              <p:cNvSpPr/>
              <p:nvPr/>
            </p:nvSpPr>
            <p:spPr>
              <a:xfrm>
                <a:off x="318578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7" name="ph1108">
                <a:extLst>
                  <a:ext uri="{FF2B5EF4-FFF2-40B4-BE49-F238E27FC236}">
                    <a16:creationId xmlns:a16="http://schemas.microsoft.com/office/drawing/2014/main" id="{3CFD0701-FF81-27FF-8968-CFBE6FB8AE76}"/>
                  </a:ext>
                </a:extLst>
              </p:cNvPr>
              <p:cNvSpPr/>
              <p:nvPr/>
            </p:nvSpPr>
            <p:spPr>
              <a:xfrm>
                <a:off x="319522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8" name="ph1109">
                <a:extLst>
                  <a:ext uri="{FF2B5EF4-FFF2-40B4-BE49-F238E27FC236}">
                    <a16:creationId xmlns:a16="http://schemas.microsoft.com/office/drawing/2014/main" id="{8AF956FD-B118-F518-E5CB-54F70BEB788C}"/>
                  </a:ext>
                </a:extLst>
              </p:cNvPr>
              <p:cNvSpPr/>
              <p:nvPr/>
            </p:nvSpPr>
            <p:spPr>
              <a:xfrm>
                <a:off x="320466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9" name="ph1110">
                <a:extLst>
                  <a:ext uri="{FF2B5EF4-FFF2-40B4-BE49-F238E27FC236}">
                    <a16:creationId xmlns:a16="http://schemas.microsoft.com/office/drawing/2014/main" id="{ED8D4E42-2A7C-131A-57E5-526A8268A3BA}"/>
                  </a:ext>
                </a:extLst>
              </p:cNvPr>
              <p:cNvSpPr/>
              <p:nvPr/>
            </p:nvSpPr>
            <p:spPr>
              <a:xfrm>
                <a:off x="321410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0" name="ph1111">
                <a:extLst>
                  <a:ext uri="{FF2B5EF4-FFF2-40B4-BE49-F238E27FC236}">
                    <a16:creationId xmlns:a16="http://schemas.microsoft.com/office/drawing/2014/main" id="{CAC27839-EF79-F853-A6FE-36E796A33481}"/>
                  </a:ext>
                </a:extLst>
              </p:cNvPr>
              <p:cNvSpPr/>
              <p:nvPr/>
            </p:nvSpPr>
            <p:spPr>
              <a:xfrm>
                <a:off x="322354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1" name="ph1112">
                <a:extLst>
                  <a:ext uri="{FF2B5EF4-FFF2-40B4-BE49-F238E27FC236}">
                    <a16:creationId xmlns:a16="http://schemas.microsoft.com/office/drawing/2014/main" id="{A9700EE1-7A0A-01C1-CB30-8B1218708340}"/>
                  </a:ext>
                </a:extLst>
              </p:cNvPr>
              <p:cNvSpPr/>
              <p:nvPr/>
            </p:nvSpPr>
            <p:spPr>
              <a:xfrm>
                <a:off x="323298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2" name="ph1113">
                <a:extLst>
                  <a:ext uri="{FF2B5EF4-FFF2-40B4-BE49-F238E27FC236}">
                    <a16:creationId xmlns:a16="http://schemas.microsoft.com/office/drawing/2014/main" id="{9204D3F1-62D3-1FE4-CF09-58F80F17445A}"/>
                  </a:ext>
                </a:extLst>
              </p:cNvPr>
              <p:cNvSpPr/>
              <p:nvPr/>
            </p:nvSpPr>
            <p:spPr>
              <a:xfrm>
                <a:off x="3242429" y="253675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2575"/>
                    </a:lnTo>
                    <a:lnTo>
                      <a:pt x="922485" y="91439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3" name="ph1114">
                <a:extLst>
                  <a:ext uri="{FF2B5EF4-FFF2-40B4-BE49-F238E27FC236}">
                    <a16:creationId xmlns:a16="http://schemas.microsoft.com/office/drawing/2014/main" id="{D5657B29-038A-2427-13EC-9183C3EEC46A}"/>
                  </a:ext>
                </a:extLst>
              </p:cNvPr>
              <p:cNvSpPr/>
              <p:nvPr/>
            </p:nvSpPr>
            <p:spPr>
              <a:xfrm>
                <a:off x="3251870" y="2519187"/>
                <a:ext cx="923840" cy="93014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4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415"/>
                    </a:lnTo>
                    <a:lnTo>
                      <a:pt x="923422" y="918010"/>
                    </a:lnTo>
                    <a:lnTo>
                      <a:pt x="921627" y="920422"/>
                    </a:lnTo>
                    <a:lnTo>
                      <a:pt x="919844" y="922819"/>
                    </a:lnTo>
                    <a:lnTo>
                      <a:pt x="918061" y="925217"/>
                    </a:lnTo>
                    <a:lnTo>
                      <a:pt x="916278" y="927615"/>
                    </a:lnTo>
                    <a:lnTo>
                      <a:pt x="914497" y="930014"/>
                    </a:lnTo>
                    <a:lnTo>
                      <a:pt x="914400" y="930145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4" name="ph1115">
                <a:extLst>
                  <a:ext uri="{FF2B5EF4-FFF2-40B4-BE49-F238E27FC236}">
                    <a16:creationId xmlns:a16="http://schemas.microsoft.com/office/drawing/2014/main" id="{AE6DB6D9-C3C1-4DF2-D355-43A9C329CDAA}"/>
                  </a:ext>
                </a:extLst>
              </p:cNvPr>
              <p:cNvSpPr/>
              <p:nvPr/>
            </p:nvSpPr>
            <p:spPr>
              <a:xfrm>
                <a:off x="3261310" y="2519187"/>
                <a:ext cx="916518" cy="917415"/>
              </a:xfrm>
              <a:custGeom>
                <a:avLst/>
                <a:gdLst/>
                <a:ahLst/>
                <a:cxnLst/>
                <a:rect l="0" t="0" r="0" b="0"/>
                <a:pathLst>
                  <a:path w="916518" h="917415">
                    <a:moveTo>
                      <a:pt x="914400" y="914400"/>
                    </a:moveTo>
                    <a:lnTo>
                      <a:pt x="916518" y="914400"/>
                    </a:lnTo>
                    <a:lnTo>
                      <a:pt x="914400" y="917415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5" name="ph1116">
                <a:extLst>
                  <a:ext uri="{FF2B5EF4-FFF2-40B4-BE49-F238E27FC236}">
                    <a16:creationId xmlns:a16="http://schemas.microsoft.com/office/drawing/2014/main" id="{4046B69C-4987-D729-658A-0D4731D62C06}"/>
                  </a:ext>
                </a:extLst>
              </p:cNvPr>
              <p:cNvSpPr/>
              <p:nvPr/>
            </p:nvSpPr>
            <p:spPr>
              <a:xfrm>
                <a:off x="2458890" y="2501618"/>
                <a:ext cx="914400" cy="9147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94">
                    <a:moveTo>
                      <a:pt x="914400" y="914400"/>
                    </a:moveTo>
                    <a:lnTo>
                      <a:pt x="914400" y="914794"/>
                    </a:lnTo>
                    <a:lnTo>
                      <a:pt x="914250" y="914400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6" name="ph1117">
                <a:extLst>
                  <a:ext uri="{FF2B5EF4-FFF2-40B4-BE49-F238E27FC236}">
                    <a16:creationId xmlns:a16="http://schemas.microsoft.com/office/drawing/2014/main" id="{8B4F96D8-52D1-6D3D-382E-7538735CFFA5}"/>
                  </a:ext>
                </a:extLst>
              </p:cNvPr>
              <p:cNvSpPr/>
              <p:nvPr/>
            </p:nvSpPr>
            <p:spPr>
              <a:xfrm>
                <a:off x="245889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515" y="931969"/>
                    </a:lnTo>
                    <a:lnTo>
                      <a:pt x="920907" y="930710"/>
                    </a:lnTo>
                    <a:lnTo>
                      <a:pt x="916738" y="920972"/>
                    </a:lnTo>
                    <a:lnTo>
                      <a:pt x="914400" y="914794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7" name="ph1118">
                <a:extLst>
                  <a:ext uri="{FF2B5EF4-FFF2-40B4-BE49-F238E27FC236}">
                    <a16:creationId xmlns:a16="http://schemas.microsoft.com/office/drawing/2014/main" id="{AE26EDED-6EAF-D338-4299-1EE7679C323A}"/>
                  </a:ext>
                </a:extLst>
              </p:cNvPr>
              <p:cNvSpPr/>
              <p:nvPr/>
            </p:nvSpPr>
            <p:spPr>
              <a:xfrm>
                <a:off x="246833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8" name="ph1119">
                <a:extLst>
                  <a:ext uri="{FF2B5EF4-FFF2-40B4-BE49-F238E27FC236}">
                    <a16:creationId xmlns:a16="http://schemas.microsoft.com/office/drawing/2014/main" id="{6B4B337E-E889-A9E5-060C-F432A67DC4EF}"/>
                  </a:ext>
                </a:extLst>
              </p:cNvPr>
              <p:cNvSpPr/>
              <p:nvPr/>
            </p:nvSpPr>
            <p:spPr>
              <a:xfrm>
                <a:off x="247777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9" name="ph1120">
                <a:extLst>
                  <a:ext uri="{FF2B5EF4-FFF2-40B4-BE49-F238E27FC236}">
                    <a16:creationId xmlns:a16="http://schemas.microsoft.com/office/drawing/2014/main" id="{2F91256F-878C-E576-3013-6C947719FDDB}"/>
                  </a:ext>
                </a:extLst>
              </p:cNvPr>
              <p:cNvSpPr/>
              <p:nvPr/>
            </p:nvSpPr>
            <p:spPr>
              <a:xfrm>
                <a:off x="248721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0" name="ph1121">
                <a:extLst>
                  <a:ext uri="{FF2B5EF4-FFF2-40B4-BE49-F238E27FC236}">
                    <a16:creationId xmlns:a16="http://schemas.microsoft.com/office/drawing/2014/main" id="{574A140C-DC4B-D798-EDCD-59DB05455CEC}"/>
                  </a:ext>
                </a:extLst>
              </p:cNvPr>
              <p:cNvSpPr/>
              <p:nvPr/>
            </p:nvSpPr>
            <p:spPr>
              <a:xfrm>
                <a:off x="249665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1" name="ph1122">
                <a:extLst>
                  <a:ext uri="{FF2B5EF4-FFF2-40B4-BE49-F238E27FC236}">
                    <a16:creationId xmlns:a16="http://schemas.microsoft.com/office/drawing/2014/main" id="{75E19591-B733-1978-D8F5-B26FCA4D5078}"/>
                  </a:ext>
                </a:extLst>
              </p:cNvPr>
              <p:cNvSpPr/>
              <p:nvPr/>
            </p:nvSpPr>
            <p:spPr>
              <a:xfrm>
                <a:off x="250609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2" name="ph1123">
                <a:extLst>
                  <a:ext uri="{FF2B5EF4-FFF2-40B4-BE49-F238E27FC236}">
                    <a16:creationId xmlns:a16="http://schemas.microsoft.com/office/drawing/2014/main" id="{6CC56E8A-8BCD-96E0-2F4A-54C9CD109496}"/>
                  </a:ext>
                </a:extLst>
              </p:cNvPr>
              <p:cNvSpPr/>
              <p:nvPr/>
            </p:nvSpPr>
            <p:spPr>
              <a:xfrm>
                <a:off x="251553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3" name="ph1124">
                <a:extLst>
                  <a:ext uri="{FF2B5EF4-FFF2-40B4-BE49-F238E27FC236}">
                    <a16:creationId xmlns:a16="http://schemas.microsoft.com/office/drawing/2014/main" id="{07DAF3CB-E323-B0DA-63F3-1CA1631EFEA1}"/>
                  </a:ext>
                </a:extLst>
              </p:cNvPr>
              <p:cNvSpPr/>
              <p:nvPr/>
            </p:nvSpPr>
            <p:spPr>
              <a:xfrm>
                <a:off x="252497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4" name="ph1125">
                <a:extLst>
                  <a:ext uri="{FF2B5EF4-FFF2-40B4-BE49-F238E27FC236}">
                    <a16:creationId xmlns:a16="http://schemas.microsoft.com/office/drawing/2014/main" id="{7E3E085A-3D3B-7D2E-D5D4-8CEFAC7039CF}"/>
                  </a:ext>
                </a:extLst>
              </p:cNvPr>
              <p:cNvSpPr/>
              <p:nvPr/>
            </p:nvSpPr>
            <p:spPr>
              <a:xfrm>
                <a:off x="253441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5" name="ph1126">
                <a:extLst>
                  <a:ext uri="{FF2B5EF4-FFF2-40B4-BE49-F238E27FC236}">
                    <a16:creationId xmlns:a16="http://schemas.microsoft.com/office/drawing/2014/main" id="{E8124A2D-53B9-D4CA-000D-6E5351845D0B}"/>
                  </a:ext>
                </a:extLst>
              </p:cNvPr>
              <p:cNvSpPr/>
              <p:nvPr/>
            </p:nvSpPr>
            <p:spPr>
              <a:xfrm>
                <a:off x="254385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6" name="ph1127">
                <a:extLst>
                  <a:ext uri="{FF2B5EF4-FFF2-40B4-BE49-F238E27FC236}">
                    <a16:creationId xmlns:a16="http://schemas.microsoft.com/office/drawing/2014/main" id="{E6CA5FBA-F1F6-77A6-109B-8A9B8678A8CA}"/>
                  </a:ext>
                </a:extLst>
              </p:cNvPr>
              <p:cNvSpPr/>
              <p:nvPr/>
            </p:nvSpPr>
            <p:spPr>
              <a:xfrm>
                <a:off x="255329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7" name="ph1128">
                <a:extLst>
                  <a:ext uri="{FF2B5EF4-FFF2-40B4-BE49-F238E27FC236}">
                    <a16:creationId xmlns:a16="http://schemas.microsoft.com/office/drawing/2014/main" id="{34D7B3A3-4F75-AED2-4469-19BE4A244BA2}"/>
                  </a:ext>
                </a:extLst>
              </p:cNvPr>
              <p:cNvSpPr/>
              <p:nvPr/>
            </p:nvSpPr>
            <p:spPr>
              <a:xfrm>
                <a:off x="256273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8" name="ph1129">
                <a:extLst>
                  <a:ext uri="{FF2B5EF4-FFF2-40B4-BE49-F238E27FC236}">
                    <a16:creationId xmlns:a16="http://schemas.microsoft.com/office/drawing/2014/main" id="{D4E46C24-F926-5644-8610-AA7D2677828D}"/>
                  </a:ext>
                </a:extLst>
              </p:cNvPr>
              <p:cNvSpPr/>
              <p:nvPr/>
            </p:nvSpPr>
            <p:spPr>
              <a:xfrm>
                <a:off x="257217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9" name="ph1130">
                <a:extLst>
                  <a:ext uri="{FF2B5EF4-FFF2-40B4-BE49-F238E27FC236}">
                    <a16:creationId xmlns:a16="http://schemas.microsoft.com/office/drawing/2014/main" id="{CB9B7CFF-E868-F995-B01A-7C8210A3C546}"/>
                  </a:ext>
                </a:extLst>
              </p:cNvPr>
              <p:cNvSpPr/>
              <p:nvPr/>
            </p:nvSpPr>
            <p:spPr>
              <a:xfrm>
                <a:off x="258161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0" name="ph1131">
                <a:extLst>
                  <a:ext uri="{FF2B5EF4-FFF2-40B4-BE49-F238E27FC236}">
                    <a16:creationId xmlns:a16="http://schemas.microsoft.com/office/drawing/2014/main" id="{A81274F4-AB05-C2D6-6EE2-CB08CABD5335}"/>
                  </a:ext>
                </a:extLst>
              </p:cNvPr>
              <p:cNvSpPr/>
              <p:nvPr/>
            </p:nvSpPr>
            <p:spPr>
              <a:xfrm>
                <a:off x="259105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1" name="ph1132">
                <a:extLst>
                  <a:ext uri="{FF2B5EF4-FFF2-40B4-BE49-F238E27FC236}">
                    <a16:creationId xmlns:a16="http://schemas.microsoft.com/office/drawing/2014/main" id="{D24428A9-8648-B89A-A1CB-E7CF2D91DB1B}"/>
                  </a:ext>
                </a:extLst>
              </p:cNvPr>
              <p:cNvSpPr/>
              <p:nvPr/>
            </p:nvSpPr>
            <p:spPr>
              <a:xfrm>
                <a:off x="260049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2" name="ph1133">
                <a:extLst>
                  <a:ext uri="{FF2B5EF4-FFF2-40B4-BE49-F238E27FC236}">
                    <a16:creationId xmlns:a16="http://schemas.microsoft.com/office/drawing/2014/main" id="{883CCBF8-BCDD-852A-FD3D-04297733FE67}"/>
                  </a:ext>
                </a:extLst>
              </p:cNvPr>
              <p:cNvSpPr/>
              <p:nvPr/>
            </p:nvSpPr>
            <p:spPr>
              <a:xfrm>
                <a:off x="260993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3" name="ph1134">
                <a:extLst>
                  <a:ext uri="{FF2B5EF4-FFF2-40B4-BE49-F238E27FC236}">
                    <a16:creationId xmlns:a16="http://schemas.microsoft.com/office/drawing/2014/main" id="{6A58C617-2E9A-2AD9-92D8-492E0B326D02}"/>
                  </a:ext>
                </a:extLst>
              </p:cNvPr>
              <p:cNvSpPr/>
              <p:nvPr/>
            </p:nvSpPr>
            <p:spPr>
              <a:xfrm>
                <a:off x="261937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4" name="ph1135">
                <a:extLst>
                  <a:ext uri="{FF2B5EF4-FFF2-40B4-BE49-F238E27FC236}">
                    <a16:creationId xmlns:a16="http://schemas.microsoft.com/office/drawing/2014/main" id="{42257977-A595-2D29-0FF4-15370E7157B9}"/>
                  </a:ext>
                </a:extLst>
              </p:cNvPr>
              <p:cNvSpPr/>
              <p:nvPr/>
            </p:nvSpPr>
            <p:spPr>
              <a:xfrm>
                <a:off x="262881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5" name="ph1136">
                <a:extLst>
                  <a:ext uri="{FF2B5EF4-FFF2-40B4-BE49-F238E27FC236}">
                    <a16:creationId xmlns:a16="http://schemas.microsoft.com/office/drawing/2014/main" id="{BBAB7CBC-C849-A33C-8C60-C0280736A7E5}"/>
                  </a:ext>
                </a:extLst>
              </p:cNvPr>
              <p:cNvSpPr/>
              <p:nvPr/>
            </p:nvSpPr>
            <p:spPr>
              <a:xfrm>
                <a:off x="263825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6" name="ph1137">
                <a:extLst>
                  <a:ext uri="{FF2B5EF4-FFF2-40B4-BE49-F238E27FC236}">
                    <a16:creationId xmlns:a16="http://schemas.microsoft.com/office/drawing/2014/main" id="{5538ABE7-BE04-D632-D401-6A1D0DD30EF9}"/>
                  </a:ext>
                </a:extLst>
              </p:cNvPr>
              <p:cNvSpPr/>
              <p:nvPr/>
            </p:nvSpPr>
            <p:spPr>
              <a:xfrm>
                <a:off x="264769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7" name="ph1138">
                <a:extLst>
                  <a:ext uri="{FF2B5EF4-FFF2-40B4-BE49-F238E27FC236}">
                    <a16:creationId xmlns:a16="http://schemas.microsoft.com/office/drawing/2014/main" id="{14A85DF4-9DD3-EAB1-50A3-09B088751CED}"/>
                  </a:ext>
                </a:extLst>
              </p:cNvPr>
              <p:cNvSpPr/>
              <p:nvPr/>
            </p:nvSpPr>
            <p:spPr>
              <a:xfrm>
                <a:off x="265713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8" name="ph1139">
                <a:extLst>
                  <a:ext uri="{FF2B5EF4-FFF2-40B4-BE49-F238E27FC236}">
                    <a16:creationId xmlns:a16="http://schemas.microsoft.com/office/drawing/2014/main" id="{A7362BAF-56B9-C731-1FD2-5BD2A15E77C2}"/>
                  </a:ext>
                </a:extLst>
              </p:cNvPr>
              <p:cNvSpPr/>
              <p:nvPr/>
            </p:nvSpPr>
            <p:spPr>
              <a:xfrm>
                <a:off x="266657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9" name="ph1140">
                <a:extLst>
                  <a:ext uri="{FF2B5EF4-FFF2-40B4-BE49-F238E27FC236}">
                    <a16:creationId xmlns:a16="http://schemas.microsoft.com/office/drawing/2014/main" id="{A1B816E8-D2C2-4AE7-AACE-845FA309A0E6}"/>
                  </a:ext>
                </a:extLst>
              </p:cNvPr>
              <p:cNvSpPr/>
              <p:nvPr/>
            </p:nvSpPr>
            <p:spPr>
              <a:xfrm>
                <a:off x="267601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0" name="ph1141">
                <a:extLst>
                  <a:ext uri="{FF2B5EF4-FFF2-40B4-BE49-F238E27FC236}">
                    <a16:creationId xmlns:a16="http://schemas.microsoft.com/office/drawing/2014/main" id="{05B691F7-5645-E694-9D4B-0E4286F4BFF2}"/>
                  </a:ext>
                </a:extLst>
              </p:cNvPr>
              <p:cNvSpPr/>
              <p:nvPr/>
            </p:nvSpPr>
            <p:spPr>
              <a:xfrm>
                <a:off x="268545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1" name="ph1142">
                <a:extLst>
                  <a:ext uri="{FF2B5EF4-FFF2-40B4-BE49-F238E27FC236}">
                    <a16:creationId xmlns:a16="http://schemas.microsoft.com/office/drawing/2014/main" id="{523A8617-38BF-1EA6-1CE6-10D6BC949391}"/>
                  </a:ext>
                </a:extLst>
              </p:cNvPr>
              <p:cNvSpPr/>
              <p:nvPr/>
            </p:nvSpPr>
            <p:spPr>
              <a:xfrm>
                <a:off x="269489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2" name="ph1143">
                <a:extLst>
                  <a:ext uri="{FF2B5EF4-FFF2-40B4-BE49-F238E27FC236}">
                    <a16:creationId xmlns:a16="http://schemas.microsoft.com/office/drawing/2014/main" id="{3690B9A5-B41D-5764-CFDD-C42079072C31}"/>
                  </a:ext>
                </a:extLst>
              </p:cNvPr>
              <p:cNvSpPr/>
              <p:nvPr/>
            </p:nvSpPr>
            <p:spPr>
              <a:xfrm>
                <a:off x="270433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3" name="ph1144">
                <a:extLst>
                  <a:ext uri="{FF2B5EF4-FFF2-40B4-BE49-F238E27FC236}">
                    <a16:creationId xmlns:a16="http://schemas.microsoft.com/office/drawing/2014/main" id="{318BDB58-3FA1-4406-F80A-E4A48CD7B335}"/>
                  </a:ext>
                </a:extLst>
              </p:cNvPr>
              <p:cNvSpPr/>
              <p:nvPr/>
            </p:nvSpPr>
            <p:spPr>
              <a:xfrm>
                <a:off x="271377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4" name="ph1145">
                <a:extLst>
                  <a:ext uri="{FF2B5EF4-FFF2-40B4-BE49-F238E27FC236}">
                    <a16:creationId xmlns:a16="http://schemas.microsoft.com/office/drawing/2014/main" id="{B9776A72-E10F-F410-FF26-EC7E12144A0C}"/>
                  </a:ext>
                </a:extLst>
              </p:cNvPr>
              <p:cNvSpPr/>
              <p:nvPr/>
            </p:nvSpPr>
            <p:spPr>
              <a:xfrm>
                <a:off x="272321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5" name="ph1146">
                <a:extLst>
                  <a:ext uri="{FF2B5EF4-FFF2-40B4-BE49-F238E27FC236}">
                    <a16:creationId xmlns:a16="http://schemas.microsoft.com/office/drawing/2014/main" id="{917DD2A7-F3B4-0D09-A2C2-D3265E3E6087}"/>
                  </a:ext>
                </a:extLst>
              </p:cNvPr>
              <p:cNvSpPr/>
              <p:nvPr/>
            </p:nvSpPr>
            <p:spPr>
              <a:xfrm>
                <a:off x="273265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6" name="ph1147">
                <a:extLst>
                  <a:ext uri="{FF2B5EF4-FFF2-40B4-BE49-F238E27FC236}">
                    <a16:creationId xmlns:a16="http://schemas.microsoft.com/office/drawing/2014/main" id="{131BC674-84F3-AC5C-F8BE-6390098371BC}"/>
                  </a:ext>
                </a:extLst>
              </p:cNvPr>
              <p:cNvSpPr/>
              <p:nvPr/>
            </p:nvSpPr>
            <p:spPr>
              <a:xfrm>
                <a:off x="274209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7" name="ph1148">
                <a:extLst>
                  <a:ext uri="{FF2B5EF4-FFF2-40B4-BE49-F238E27FC236}">
                    <a16:creationId xmlns:a16="http://schemas.microsoft.com/office/drawing/2014/main" id="{E78EF338-1C0E-A7D8-F805-1FC6878FEF02}"/>
                  </a:ext>
                </a:extLst>
              </p:cNvPr>
              <p:cNvSpPr/>
              <p:nvPr/>
            </p:nvSpPr>
            <p:spPr>
              <a:xfrm>
                <a:off x="275153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8" name="ph1149">
                <a:extLst>
                  <a:ext uri="{FF2B5EF4-FFF2-40B4-BE49-F238E27FC236}">
                    <a16:creationId xmlns:a16="http://schemas.microsoft.com/office/drawing/2014/main" id="{8C810152-252B-471B-795F-C0DA2C6E494D}"/>
                  </a:ext>
                </a:extLst>
              </p:cNvPr>
              <p:cNvSpPr/>
              <p:nvPr/>
            </p:nvSpPr>
            <p:spPr>
              <a:xfrm>
                <a:off x="276097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9" name="ph1150">
                <a:extLst>
                  <a:ext uri="{FF2B5EF4-FFF2-40B4-BE49-F238E27FC236}">
                    <a16:creationId xmlns:a16="http://schemas.microsoft.com/office/drawing/2014/main" id="{43DCC592-F09A-7CC4-D5BD-B00962D23D1E}"/>
                  </a:ext>
                </a:extLst>
              </p:cNvPr>
              <p:cNvSpPr/>
              <p:nvPr/>
            </p:nvSpPr>
            <p:spPr>
              <a:xfrm>
                <a:off x="277041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0" name="ph1151">
                <a:extLst>
                  <a:ext uri="{FF2B5EF4-FFF2-40B4-BE49-F238E27FC236}">
                    <a16:creationId xmlns:a16="http://schemas.microsoft.com/office/drawing/2014/main" id="{E9AE1ABB-7B8E-0805-7E16-4E11511C1E00}"/>
                  </a:ext>
                </a:extLst>
              </p:cNvPr>
              <p:cNvSpPr/>
              <p:nvPr/>
            </p:nvSpPr>
            <p:spPr>
              <a:xfrm>
                <a:off x="277985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1" name="ph1152">
                <a:extLst>
                  <a:ext uri="{FF2B5EF4-FFF2-40B4-BE49-F238E27FC236}">
                    <a16:creationId xmlns:a16="http://schemas.microsoft.com/office/drawing/2014/main" id="{2F0110EB-C989-5C0A-7F2A-F4C69A791004}"/>
                  </a:ext>
                </a:extLst>
              </p:cNvPr>
              <p:cNvSpPr/>
              <p:nvPr/>
            </p:nvSpPr>
            <p:spPr>
              <a:xfrm>
                <a:off x="278929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2" name="ph1153">
                <a:extLst>
                  <a:ext uri="{FF2B5EF4-FFF2-40B4-BE49-F238E27FC236}">
                    <a16:creationId xmlns:a16="http://schemas.microsoft.com/office/drawing/2014/main" id="{6E749386-0FAC-5ADF-84BD-F6E3743D43FA}"/>
                  </a:ext>
                </a:extLst>
              </p:cNvPr>
              <p:cNvSpPr/>
              <p:nvPr/>
            </p:nvSpPr>
            <p:spPr>
              <a:xfrm>
                <a:off x="279873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3" name="ph1154">
                <a:extLst>
                  <a:ext uri="{FF2B5EF4-FFF2-40B4-BE49-F238E27FC236}">
                    <a16:creationId xmlns:a16="http://schemas.microsoft.com/office/drawing/2014/main" id="{FD18095F-4A82-7C51-93C1-D87D06A6F883}"/>
                  </a:ext>
                </a:extLst>
              </p:cNvPr>
              <p:cNvSpPr/>
              <p:nvPr/>
            </p:nvSpPr>
            <p:spPr>
              <a:xfrm>
                <a:off x="280817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4" name="ph1155">
                <a:extLst>
                  <a:ext uri="{FF2B5EF4-FFF2-40B4-BE49-F238E27FC236}">
                    <a16:creationId xmlns:a16="http://schemas.microsoft.com/office/drawing/2014/main" id="{5F9E0E7A-08E0-583A-E7AE-8849EF32FB7D}"/>
                  </a:ext>
                </a:extLst>
              </p:cNvPr>
              <p:cNvSpPr/>
              <p:nvPr/>
            </p:nvSpPr>
            <p:spPr>
              <a:xfrm>
                <a:off x="281761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5" name="ph1156">
                <a:extLst>
                  <a:ext uri="{FF2B5EF4-FFF2-40B4-BE49-F238E27FC236}">
                    <a16:creationId xmlns:a16="http://schemas.microsoft.com/office/drawing/2014/main" id="{A92DF65D-F9A4-3A02-EF93-BB6F4583D582}"/>
                  </a:ext>
                </a:extLst>
              </p:cNvPr>
              <p:cNvSpPr/>
              <p:nvPr/>
            </p:nvSpPr>
            <p:spPr>
              <a:xfrm>
                <a:off x="282705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6" name="ph1157">
                <a:extLst>
                  <a:ext uri="{FF2B5EF4-FFF2-40B4-BE49-F238E27FC236}">
                    <a16:creationId xmlns:a16="http://schemas.microsoft.com/office/drawing/2014/main" id="{18E45454-7365-F078-313B-7A385ABFBB2E}"/>
                  </a:ext>
                </a:extLst>
              </p:cNvPr>
              <p:cNvSpPr/>
              <p:nvPr/>
            </p:nvSpPr>
            <p:spPr>
              <a:xfrm>
                <a:off x="283649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7" name="ph1158">
                <a:extLst>
                  <a:ext uri="{FF2B5EF4-FFF2-40B4-BE49-F238E27FC236}">
                    <a16:creationId xmlns:a16="http://schemas.microsoft.com/office/drawing/2014/main" id="{77BC8714-1C53-781B-BB37-84680E47C4BA}"/>
                  </a:ext>
                </a:extLst>
              </p:cNvPr>
              <p:cNvSpPr/>
              <p:nvPr/>
            </p:nvSpPr>
            <p:spPr>
              <a:xfrm>
                <a:off x="284593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8" name="ph1159">
                <a:extLst>
                  <a:ext uri="{FF2B5EF4-FFF2-40B4-BE49-F238E27FC236}">
                    <a16:creationId xmlns:a16="http://schemas.microsoft.com/office/drawing/2014/main" id="{DE0FB480-B5E3-AC76-9E5D-A1374CC2098A}"/>
                  </a:ext>
                </a:extLst>
              </p:cNvPr>
              <p:cNvSpPr/>
              <p:nvPr/>
            </p:nvSpPr>
            <p:spPr>
              <a:xfrm>
                <a:off x="285538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9" name="ph1160">
                <a:extLst>
                  <a:ext uri="{FF2B5EF4-FFF2-40B4-BE49-F238E27FC236}">
                    <a16:creationId xmlns:a16="http://schemas.microsoft.com/office/drawing/2014/main" id="{E731ECAC-B947-0403-65A7-DD7B46F99B31}"/>
                  </a:ext>
                </a:extLst>
              </p:cNvPr>
              <p:cNvSpPr/>
              <p:nvPr/>
            </p:nvSpPr>
            <p:spPr>
              <a:xfrm>
                <a:off x="286482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0" name="ph1161">
                <a:extLst>
                  <a:ext uri="{FF2B5EF4-FFF2-40B4-BE49-F238E27FC236}">
                    <a16:creationId xmlns:a16="http://schemas.microsoft.com/office/drawing/2014/main" id="{CB73829B-4ADA-AF81-355F-283DB0115177}"/>
                  </a:ext>
                </a:extLst>
              </p:cNvPr>
              <p:cNvSpPr/>
              <p:nvPr/>
            </p:nvSpPr>
            <p:spPr>
              <a:xfrm>
                <a:off x="287426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1" name="ph1162">
                <a:extLst>
                  <a:ext uri="{FF2B5EF4-FFF2-40B4-BE49-F238E27FC236}">
                    <a16:creationId xmlns:a16="http://schemas.microsoft.com/office/drawing/2014/main" id="{3280361B-6A9C-33C1-2873-70578ADDFD29}"/>
                  </a:ext>
                </a:extLst>
              </p:cNvPr>
              <p:cNvSpPr/>
              <p:nvPr/>
            </p:nvSpPr>
            <p:spPr>
              <a:xfrm>
                <a:off x="288370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2" name="ph1163">
                <a:extLst>
                  <a:ext uri="{FF2B5EF4-FFF2-40B4-BE49-F238E27FC236}">
                    <a16:creationId xmlns:a16="http://schemas.microsoft.com/office/drawing/2014/main" id="{F79F932D-C84F-D90D-6857-F02DA22D83FA}"/>
                  </a:ext>
                </a:extLst>
              </p:cNvPr>
              <p:cNvSpPr/>
              <p:nvPr/>
            </p:nvSpPr>
            <p:spPr>
              <a:xfrm>
                <a:off x="289314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3" name="ph1164">
                <a:extLst>
                  <a:ext uri="{FF2B5EF4-FFF2-40B4-BE49-F238E27FC236}">
                    <a16:creationId xmlns:a16="http://schemas.microsoft.com/office/drawing/2014/main" id="{1AA3F2C1-0522-1E00-FC21-516FC40693C1}"/>
                  </a:ext>
                </a:extLst>
              </p:cNvPr>
              <p:cNvSpPr/>
              <p:nvPr/>
            </p:nvSpPr>
            <p:spPr>
              <a:xfrm>
                <a:off x="290258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4" name="ph1165">
                <a:extLst>
                  <a:ext uri="{FF2B5EF4-FFF2-40B4-BE49-F238E27FC236}">
                    <a16:creationId xmlns:a16="http://schemas.microsoft.com/office/drawing/2014/main" id="{571602C2-3CB4-CE65-1522-5BF1BE0BCFA8}"/>
                  </a:ext>
                </a:extLst>
              </p:cNvPr>
              <p:cNvSpPr/>
              <p:nvPr/>
            </p:nvSpPr>
            <p:spPr>
              <a:xfrm>
                <a:off x="291202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5" name="ph1166">
                <a:extLst>
                  <a:ext uri="{FF2B5EF4-FFF2-40B4-BE49-F238E27FC236}">
                    <a16:creationId xmlns:a16="http://schemas.microsoft.com/office/drawing/2014/main" id="{1C28ACD0-4856-53AF-E961-78611E096443}"/>
                  </a:ext>
                </a:extLst>
              </p:cNvPr>
              <p:cNvSpPr/>
              <p:nvPr/>
            </p:nvSpPr>
            <p:spPr>
              <a:xfrm>
                <a:off x="292146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6" name="ph1167">
                <a:extLst>
                  <a:ext uri="{FF2B5EF4-FFF2-40B4-BE49-F238E27FC236}">
                    <a16:creationId xmlns:a16="http://schemas.microsoft.com/office/drawing/2014/main" id="{A2072B84-05EF-7D02-094C-74533291D37F}"/>
                  </a:ext>
                </a:extLst>
              </p:cNvPr>
              <p:cNvSpPr/>
              <p:nvPr/>
            </p:nvSpPr>
            <p:spPr>
              <a:xfrm>
                <a:off x="293090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7" name="ph1168">
                <a:extLst>
                  <a:ext uri="{FF2B5EF4-FFF2-40B4-BE49-F238E27FC236}">
                    <a16:creationId xmlns:a16="http://schemas.microsoft.com/office/drawing/2014/main" id="{F72D5A48-418C-8C34-4AF4-0FAF06C9D75F}"/>
                  </a:ext>
                </a:extLst>
              </p:cNvPr>
              <p:cNvSpPr/>
              <p:nvPr/>
            </p:nvSpPr>
            <p:spPr>
              <a:xfrm>
                <a:off x="294034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8" name="ph1169">
                <a:extLst>
                  <a:ext uri="{FF2B5EF4-FFF2-40B4-BE49-F238E27FC236}">
                    <a16:creationId xmlns:a16="http://schemas.microsoft.com/office/drawing/2014/main" id="{52C35580-E055-26A2-CCF1-7227119FEF96}"/>
                  </a:ext>
                </a:extLst>
              </p:cNvPr>
              <p:cNvSpPr/>
              <p:nvPr/>
            </p:nvSpPr>
            <p:spPr>
              <a:xfrm>
                <a:off x="294978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9" name="ph1170">
                <a:extLst>
                  <a:ext uri="{FF2B5EF4-FFF2-40B4-BE49-F238E27FC236}">
                    <a16:creationId xmlns:a16="http://schemas.microsoft.com/office/drawing/2014/main" id="{5FB9EFDF-C1D0-4894-6059-7EE44123AB10}"/>
                  </a:ext>
                </a:extLst>
              </p:cNvPr>
              <p:cNvSpPr/>
              <p:nvPr/>
            </p:nvSpPr>
            <p:spPr>
              <a:xfrm>
                <a:off x="295922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0" name="ph1171">
                <a:extLst>
                  <a:ext uri="{FF2B5EF4-FFF2-40B4-BE49-F238E27FC236}">
                    <a16:creationId xmlns:a16="http://schemas.microsoft.com/office/drawing/2014/main" id="{BCB05382-D9C4-0AB0-C4BD-34F19070B2D3}"/>
                  </a:ext>
                </a:extLst>
              </p:cNvPr>
              <p:cNvSpPr/>
              <p:nvPr/>
            </p:nvSpPr>
            <p:spPr>
              <a:xfrm>
                <a:off x="296866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1" name="ph1172">
                <a:extLst>
                  <a:ext uri="{FF2B5EF4-FFF2-40B4-BE49-F238E27FC236}">
                    <a16:creationId xmlns:a16="http://schemas.microsoft.com/office/drawing/2014/main" id="{637914C6-926D-EAC7-C30F-267BF60F5AEC}"/>
                  </a:ext>
                </a:extLst>
              </p:cNvPr>
              <p:cNvSpPr/>
              <p:nvPr/>
            </p:nvSpPr>
            <p:spPr>
              <a:xfrm>
                <a:off x="297810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2" name="ph1173">
                <a:extLst>
                  <a:ext uri="{FF2B5EF4-FFF2-40B4-BE49-F238E27FC236}">
                    <a16:creationId xmlns:a16="http://schemas.microsoft.com/office/drawing/2014/main" id="{1C2B7842-F672-0E63-7897-53F2BDB4679D}"/>
                  </a:ext>
                </a:extLst>
              </p:cNvPr>
              <p:cNvSpPr/>
              <p:nvPr/>
            </p:nvSpPr>
            <p:spPr>
              <a:xfrm>
                <a:off x="298754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3" name="ph1174">
                <a:extLst>
                  <a:ext uri="{FF2B5EF4-FFF2-40B4-BE49-F238E27FC236}">
                    <a16:creationId xmlns:a16="http://schemas.microsoft.com/office/drawing/2014/main" id="{35AA170E-8551-3FA6-5817-438AA2B8DDC3}"/>
                  </a:ext>
                </a:extLst>
              </p:cNvPr>
              <p:cNvSpPr/>
              <p:nvPr/>
            </p:nvSpPr>
            <p:spPr>
              <a:xfrm>
                <a:off x="299698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4" name="ph1175">
                <a:extLst>
                  <a:ext uri="{FF2B5EF4-FFF2-40B4-BE49-F238E27FC236}">
                    <a16:creationId xmlns:a16="http://schemas.microsoft.com/office/drawing/2014/main" id="{260F1A50-36ED-0BFF-676D-74197148B091}"/>
                  </a:ext>
                </a:extLst>
              </p:cNvPr>
              <p:cNvSpPr/>
              <p:nvPr/>
            </p:nvSpPr>
            <p:spPr>
              <a:xfrm>
                <a:off x="300642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5" name="ph1176">
                <a:extLst>
                  <a:ext uri="{FF2B5EF4-FFF2-40B4-BE49-F238E27FC236}">
                    <a16:creationId xmlns:a16="http://schemas.microsoft.com/office/drawing/2014/main" id="{E2340541-B20E-6A11-13D9-C021EE081A6A}"/>
                  </a:ext>
                </a:extLst>
              </p:cNvPr>
              <p:cNvSpPr/>
              <p:nvPr/>
            </p:nvSpPr>
            <p:spPr>
              <a:xfrm>
                <a:off x="301586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6" name="ph1177">
                <a:extLst>
                  <a:ext uri="{FF2B5EF4-FFF2-40B4-BE49-F238E27FC236}">
                    <a16:creationId xmlns:a16="http://schemas.microsoft.com/office/drawing/2014/main" id="{3DFC9DDE-BB1C-8E55-A339-AB508B17C26E}"/>
                  </a:ext>
                </a:extLst>
              </p:cNvPr>
              <p:cNvSpPr/>
              <p:nvPr/>
            </p:nvSpPr>
            <p:spPr>
              <a:xfrm>
                <a:off x="302530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7" name="ph1178">
                <a:extLst>
                  <a:ext uri="{FF2B5EF4-FFF2-40B4-BE49-F238E27FC236}">
                    <a16:creationId xmlns:a16="http://schemas.microsoft.com/office/drawing/2014/main" id="{19B09593-CBF6-279A-833F-D4553BF4B90D}"/>
                  </a:ext>
                </a:extLst>
              </p:cNvPr>
              <p:cNvSpPr/>
              <p:nvPr/>
            </p:nvSpPr>
            <p:spPr>
              <a:xfrm>
                <a:off x="303474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8" name="ph1179">
                <a:extLst>
                  <a:ext uri="{FF2B5EF4-FFF2-40B4-BE49-F238E27FC236}">
                    <a16:creationId xmlns:a16="http://schemas.microsoft.com/office/drawing/2014/main" id="{0352A952-A081-F585-1D25-3DF7629D9248}"/>
                  </a:ext>
                </a:extLst>
              </p:cNvPr>
              <p:cNvSpPr/>
              <p:nvPr/>
            </p:nvSpPr>
            <p:spPr>
              <a:xfrm>
                <a:off x="304418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9" name="ph1180">
                <a:extLst>
                  <a:ext uri="{FF2B5EF4-FFF2-40B4-BE49-F238E27FC236}">
                    <a16:creationId xmlns:a16="http://schemas.microsoft.com/office/drawing/2014/main" id="{435870E7-CA8F-0C8A-0E09-C1E8E91718FA}"/>
                  </a:ext>
                </a:extLst>
              </p:cNvPr>
              <p:cNvSpPr/>
              <p:nvPr/>
            </p:nvSpPr>
            <p:spPr>
              <a:xfrm>
                <a:off x="305362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0" name="ph1181">
                <a:extLst>
                  <a:ext uri="{FF2B5EF4-FFF2-40B4-BE49-F238E27FC236}">
                    <a16:creationId xmlns:a16="http://schemas.microsoft.com/office/drawing/2014/main" id="{CB9172AE-6F74-378C-45A6-A93D0145C123}"/>
                  </a:ext>
                </a:extLst>
              </p:cNvPr>
              <p:cNvSpPr/>
              <p:nvPr/>
            </p:nvSpPr>
            <p:spPr>
              <a:xfrm>
                <a:off x="306306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1" name="ph1182">
                <a:extLst>
                  <a:ext uri="{FF2B5EF4-FFF2-40B4-BE49-F238E27FC236}">
                    <a16:creationId xmlns:a16="http://schemas.microsoft.com/office/drawing/2014/main" id="{7B1F21A2-9C49-B808-6780-87E7CF77DF01}"/>
                  </a:ext>
                </a:extLst>
              </p:cNvPr>
              <p:cNvSpPr/>
              <p:nvPr/>
            </p:nvSpPr>
            <p:spPr>
              <a:xfrm>
                <a:off x="307250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2" name="ph1183">
                <a:extLst>
                  <a:ext uri="{FF2B5EF4-FFF2-40B4-BE49-F238E27FC236}">
                    <a16:creationId xmlns:a16="http://schemas.microsoft.com/office/drawing/2014/main" id="{BE00342B-C829-5478-88F8-2EF90E21AE71}"/>
                  </a:ext>
                </a:extLst>
              </p:cNvPr>
              <p:cNvSpPr/>
              <p:nvPr/>
            </p:nvSpPr>
            <p:spPr>
              <a:xfrm>
                <a:off x="308194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3" name="ph1184">
                <a:extLst>
                  <a:ext uri="{FF2B5EF4-FFF2-40B4-BE49-F238E27FC236}">
                    <a16:creationId xmlns:a16="http://schemas.microsoft.com/office/drawing/2014/main" id="{14F66841-4FAB-F852-2F89-51472BC2910C}"/>
                  </a:ext>
                </a:extLst>
              </p:cNvPr>
              <p:cNvSpPr/>
              <p:nvPr/>
            </p:nvSpPr>
            <p:spPr>
              <a:xfrm>
                <a:off x="309138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4" name="ph1185">
                <a:extLst>
                  <a:ext uri="{FF2B5EF4-FFF2-40B4-BE49-F238E27FC236}">
                    <a16:creationId xmlns:a16="http://schemas.microsoft.com/office/drawing/2014/main" id="{AC3C05F5-1091-4FCE-F7CF-700B9D938A1C}"/>
                  </a:ext>
                </a:extLst>
              </p:cNvPr>
              <p:cNvSpPr/>
              <p:nvPr/>
            </p:nvSpPr>
            <p:spPr>
              <a:xfrm>
                <a:off x="310082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5" name="ph1186">
                <a:extLst>
                  <a:ext uri="{FF2B5EF4-FFF2-40B4-BE49-F238E27FC236}">
                    <a16:creationId xmlns:a16="http://schemas.microsoft.com/office/drawing/2014/main" id="{03249CA8-B4D0-D6DB-CC05-6D0934361143}"/>
                  </a:ext>
                </a:extLst>
              </p:cNvPr>
              <p:cNvSpPr/>
              <p:nvPr/>
            </p:nvSpPr>
            <p:spPr>
              <a:xfrm>
                <a:off x="311026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6" name="ph1187">
                <a:extLst>
                  <a:ext uri="{FF2B5EF4-FFF2-40B4-BE49-F238E27FC236}">
                    <a16:creationId xmlns:a16="http://schemas.microsoft.com/office/drawing/2014/main" id="{332B5CC1-E1EF-80BA-CC67-3EBD41C8682B}"/>
                  </a:ext>
                </a:extLst>
              </p:cNvPr>
              <p:cNvSpPr/>
              <p:nvPr/>
            </p:nvSpPr>
            <p:spPr>
              <a:xfrm>
                <a:off x="311970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7" name="ph1188">
                <a:extLst>
                  <a:ext uri="{FF2B5EF4-FFF2-40B4-BE49-F238E27FC236}">
                    <a16:creationId xmlns:a16="http://schemas.microsoft.com/office/drawing/2014/main" id="{BD88BFCB-F197-4850-61FB-D6B4CF091826}"/>
                  </a:ext>
                </a:extLst>
              </p:cNvPr>
              <p:cNvSpPr/>
              <p:nvPr/>
            </p:nvSpPr>
            <p:spPr>
              <a:xfrm>
                <a:off x="312914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8" name="ph1189">
                <a:extLst>
                  <a:ext uri="{FF2B5EF4-FFF2-40B4-BE49-F238E27FC236}">
                    <a16:creationId xmlns:a16="http://schemas.microsoft.com/office/drawing/2014/main" id="{2BD161FE-5B4F-427C-6C90-AE21F2D53096}"/>
                  </a:ext>
                </a:extLst>
              </p:cNvPr>
              <p:cNvSpPr/>
              <p:nvPr/>
            </p:nvSpPr>
            <p:spPr>
              <a:xfrm>
                <a:off x="313858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9" name="ph1190">
                <a:extLst>
                  <a:ext uri="{FF2B5EF4-FFF2-40B4-BE49-F238E27FC236}">
                    <a16:creationId xmlns:a16="http://schemas.microsoft.com/office/drawing/2014/main" id="{5FFB79DA-1F74-0B5E-D917-A98159AE1B52}"/>
                  </a:ext>
                </a:extLst>
              </p:cNvPr>
              <p:cNvSpPr/>
              <p:nvPr/>
            </p:nvSpPr>
            <p:spPr>
              <a:xfrm>
                <a:off x="314802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0" name="ph1191">
                <a:extLst>
                  <a:ext uri="{FF2B5EF4-FFF2-40B4-BE49-F238E27FC236}">
                    <a16:creationId xmlns:a16="http://schemas.microsoft.com/office/drawing/2014/main" id="{1BA98918-40B2-6367-2602-93C0EA9F613F}"/>
                  </a:ext>
                </a:extLst>
              </p:cNvPr>
              <p:cNvSpPr/>
              <p:nvPr/>
            </p:nvSpPr>
            <p:spPr>
              <a:xfrm>
                <a:off x="315746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1" name="ph1192">
                <a:extLst>
                  <a:ext uri="{FF2B5EF4-FFF2-40B4-BE49-F238E27FC236}">
                    <a16:creationId xmlns:a16="http://schemas.microsoft.com/office/drawing/2014/main" id="{A289F4F9-1FCB-4800-781B-E2AC0535233E}"/>
                  </a:ext>
                </a:extLst>
              </p:cNvPr>
              <p:cNvSpPr/>
              <p:nvPr/>
            </p:nvSpPr>
            <p:spPr>
              <a:xfrm>
                <a:off x="316690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2" name="ph1193">
                <a:extLst>
                  <a:ext uri="{FF2B5EF4-FFF2-40B4-BE49-F238E27FC236}">
                    <a16:creationId xmlns:a16="http://schemas.microsoft.com/office/drawing/2014/main" id="{69A8D89B-9026-26A0-8633-FC0F73B40271}"/>
                  </a:ext>
                </a:extLst>
              </p:cNvPr>
              <p:cNvSpPr/>
              <p:nvPr/>
            </p:nvSpPr>
            <p:spPr>
              <a:xfrm>
                <a:off x="317634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3" name="ph1194">
                <a:extLst>
                  <a:ext uri="{FF2B5EF4-FFF2-40B4-BE49-F238E27FC236}">
                    <a16:creationId xmlns:a16="http://schemas.microsoft.com/office/drawing/2014/main" id="{D2836B53-7243-0D1C-20E8-0CD3EDDFCFC9}"/>
                  </a:ext>
                </a:extLst>
              </p:cNvPr>
              <p:cNvSpPr/>
              <p:nvPr/>
            </p:nvSpPr>
            <p:spPr>
              <a:xfrm>
                <a:off x="318578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4" name="ph1195">
                <a:extLst>
                  <a:ext uri="{FF2B5EF4-FFF2-40B4-BE49-F238E27FC236}">
                    <a16:creationId xmlns:a16="http://schemas.microsoft.com/office/drawing/2014/main" id="{193471C4-8A7A-9A60-14B1-0FB350D94B3C}"/>
                  </a:ext>
                </a:extLst>
              </p:cNvPr>
              <p:cNvSpPr/>
              <p:nvPr/>
            </p:nvSpPr>
            <p:spPr>
              <a:xfrm>
                <a:off x="319522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5" name="ph1196">
                <a:extLst>
                  <a:ext uri="{FF2B5EF4-FFF2-40B4-BE49-F238E27FC236}">
                    <a16:creationId xmlns:a16="http://schemas.microsoft.com/office/drawing/2014/main" id="{1FFCE242-07E2-391A-21AA-5FFFBA6A1A9D}"/>
                  </a:ext>
                </a:extLst>
              </p:cNvPr>
              <p:cNvSpPr/>
              <p:nvPr/>
            </p:nvSpPr>
            <p:spPr>
              <a:xfrm>
                <a:off x="320466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6" name="ph1197">
                <a:extLst>
                  <a:ext uri="{FF2B5EF4-FFF2-40B4-BE49-F238E27FC236}">
                    <a16:creationId xmlns:a16="http://schemas.microsoft.com/office/drawing/2014/main" id="{27714D4A-C245-6634-4CE4-144E826500F4}"/>
                  </a:ext>
                </a:extLst>
              </p:cNvPr>
              <p:cNvSpPr/>
              <p:nvPr/>
            </p:nvSpPr>
            <p:spPr>
              <a:xfrm>
                <a:off x="321410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7" name="ph1198">
                <a:extLst>
                  <a:ext uri="{FF2B5EF4-FFF2-40B4-BE49-F238E27FC236}">
                    <a16:creationId xmlns:a16="http://schemas.microsoft.com/office/drawing/2014/main" id="{7DBB163B-8C6D-6923-D708-287E23642E7D}"/>
                  </a:ext>
                </a:extLst>
              </p:cNvPr>
              <p:cNvSpPr/>
              <p:nvPr/>
            </p:nvSpPr>
            <p:spPr>
              <a:xfrm>
                <a:off x="322354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8" name="ph1199">
                <a:extLst>
                  <a:ext uri="{FF2B5EF4-FFF2-40B4-BE49-F238E27FC236}">
                    <a16:creationId xmlns:a16="http://schemas.microsoft.com/office/drawing/2014/main" id="{70DD7DA6-32FF-1552-8DD5-A7A94582DB5C}"/>
                  </a:ext>
                </a:extLst>
              </p:cNvPr>
              <p:cNvSpPr/>
              <p:nvPr/>
            </p:nvSpPr>
            <p:spPr>
              <a:xfrm>
                <a:off x="323298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9" name="ph1200">
                <a:extLst>
                  <a:ext uri="{FF2B5EF4-FFF2-40B4-BE49-F238E27FC236}">
                    <a16:creationId xmlns:a16="http://schemas.microsoft.com/office/drawing/2014/main" id="{EB4E1DCF-55D7-F76C-77DA-2303082F5E5C}"/>
                  </a:ext>
                </a:extLst>
              </p:cNvPr>
              <p:cNvSpPr/>
              <p:nvPr/>
            </p:nvSpPr>
            <p:spPr>
              <a:xfrm>
                <a:off x="324242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0" name="ph1201">
                <a:extLst>
                  <a:ext uri="{FF2B5EF4-FFF2-40B4-BE49-F238E27FC236}">
                    <a16:creationId xmlns:a16="http://schemas.microsoft.com/office/drawing/2014/main" id="{F571C9A8-56B5-D8EE-277D-2C2F5CCACD9E}"/>
                  </a:ext>
                </a:extLst>
              </p:cNvPr>
              <p:cNvSpPr/>
              <p:nvPr/>
            </p:nvSpPr>
            <p:spPr>
              <a:xfrm>
                <a:off x="325187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1" name="ph1202">
                <a:extLst>
                  <a:ext uri="{FF2B5EF4-FFF2-40B4-BE49-F238E27FC236}">
                    <a16:creationId xmlns:a16="http://schemas.microsoft.com/office/drawing/2014/main" id="{6CB4692F-38A1-D375-E71B-24CF2AEAF821}"/>
                  </a:ext>
                </a:extLst>
              </p:cNvPr>
              <p:cNvSpPr/>
              <p:nvPr/>
            </p:nvSpPr>
            <p:spPr>
              <a:xfrm>
                <a:off x="3261310" y="25191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121"/>
                    </a:lnTo>
                    <a:lnTo>
                      <a:pt x="923728" y="903321"/>
                    </a:lnTo>
                    <a:lnTo>
                      <a:pt x="918964" y="910917"/>
                    </a:lnTo>
                    <a:lnTo>
                      <a:pt x="916518" y="914400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2" name="ph1203">
                <a:extLst>
                  <a:ext uri="{FF2B5EF4-FFF2-40B4-BE49-F238E27FC236}">
                    <a16:creationId xmlns:a16="http://schemas.microsoft.com/office/drawing/2014/main" id="{1B04FFC9-507F-C25B-69DB-44C891AACEEA}"/>
                  </a:ext>
                </a:extLst>
              </p:cNvPr>
              <p:cNvSpPr/>
              <p:nvPr/>
            </p:nvSpPr>
            <p:spPr>
              <a:xfrm>
                <a:off x="3270750" y="2501618"/>
                <a:ext cx="917929" cy="920691"/>
              </a:xfrm>
              <a:custGeom>
                <a:avLst/>
                <a:gdLst/>
                <a:ahLst/>
                <a:cxnLst/>
                <a:rect l="0" t="0" r="0" b="0"/>
                <a:pathLst>
                  <a:path w="917929" h="920691">
                    <a:moveTo>
                      <a:pt x="914400" y="914400"/>
                    </a:moveTo>
                    <a:lnTo>
                      <a:pt x="917929" y="914400"/>
                    </a:lnTo>
                    <a:lnTo>
                      <a:pt x="914400" y="920691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3" name="ph1204">
                <a:extLst>
                  <a:ext uri="{FF2B5EF4-FFF2-40B4-BE49-F238E27FC236}">
                    <a16:creationId xmlns:a16="http://schemas.microsoft.com/office/drawing/2014/main" id="{ADE12E3D-2CC9-C549-68A2-5CC9C8C0A55A}"/>
                  </a:ext>
                </a:extLst>
              </p:cNvPr>
              <p:cNvSpPr/>
              <p:nvPr/>
            </p:nvSpPr>
            <p:spPr>
              <a:xfrm>
                <a:off x="2458890" y="24840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250" y="931969"/>
                    </a:lnTo>
                    <a:lnTo>
                      <a:pt x="912885" y="928363"/>
                    </a:lnTo>
                    <a:lnTo>
                      <a:pt x="912048" y="926007"/>
                    </a:lnTo>
                    <a:lnTo>
                      <a:pt x="911216" y="923666"/>
                    </a:lnTo>
                    <a:lnTo>
                      <a:pt x="910384" y="921325"/>
                    </a:lnTo>
                    <a:lnTo>
                      <a:pt x="909551" y="918984"/>
                    </a:lnTo>
                    <a:lnTo>
                      <a:pt x="908718" y="916643"/>
                    </a:lnTo>
                    <a:lnTo>
                      <a:pt x="907920" y="914400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4" name="ph1205">
                <a:extLst>
                  <a:ext uri="{FF2B5EF4-FFF2-40B4-BE49-F238E27FC236}">
                    <a16:creationId xmlns:a16="http://schemas.microsoft.com/office/drawing/2014/main" id="{78646F69-FE8D-7E29-683D-47AD4BFBF998}"/>
                  </a:ext>
                </a:extLst>
              </p:cNvPr>
              <p:cNvSpPr/>
              <p:nvPr/>
            </p:nvSpPr>
            <p:spPr>
              <a:xfrm>
                <a:off x="245889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5" name="ph1206">
                <a:extLst>
                  <a:ext uri="{FF2B5EF4-FFF2-40B4-BE49-F238E27FC236}">
                    <a16:creationId xmlns:a16="http://schemas.microsoft.com/office/drawing/2014/main" id="{08D3399A-7422-27BF-02B1-121E1456E208}"/>
                  </a:ext>
                </a:extLst>
              </p:cNvPr>
              <p:cNvSpPr/>
              <p:nvPr/>
            </p:nvSpPr>
            <p:spPr>
              <a:xfrm>
                <a:off x="246833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6" name="ph1207">
                <a:extLst>
                  <a:ext uri="{FF2B5EF4-FFF2-40B4-BE49-F238E27FC236}">
                    <a16:creationId xmlns:a16="http://schemas.microsoft.com/office/drawing/2014/main" id="{AEA894AA-6605-8FC1-D911-64A63B3AD134}"/>
                  </a:ext>
                </a:extLst>
              </p:cNvPr>
              <p:cNvSpPr/>
              <p:nvPr/>
            </p:nvSpPr>
            <p:spPr>
              <a:xfrm>
                <a:off x="247777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7" name="ph1208">
                <a:extLst>
                  <a:ext uri="{FF2B5EF4-FFF2-40B4-BE49-F238E27FC236}">
                    <a16:creationId xmlns:a16="http://schemas.microsoft.com/office/drawing/2014/main" id="{BF532023-C8F1-C2E3-E304-C0948C6EDDAD}"/>
                  </a:ext>
                </a:extLst>
              </p:cNvPr>
              <p:cNvSpPr/>
              <p:nvPr/>
            </p:nvSpPr>
            <p:spPr>
              <a:xfrm>
                <a:off x="248721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8" name="ph1209">
                <a:extLst>
                  <a:ext uri="{FF2B5EF4-FFF2-40B4-BE49-F238E27FC236}">
                    <a16:creationId xmlns:a16="http://schemas.microsoft.com/office/drawing/2014/main" id="{C68CBAF4-BB74-E678-95E1-118493D2893A}"/>
                  </a:ext>
                </a:extLst>
              </p:cNvPr>
              <p:cNvSpPr/>
              <p:nvPr/>
            </p:nvSpPr>
            <p:spPr>
              <a:xfrm>
                <a:off x="249665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9" name="ph1210">
                <a:extLst>
                  <a:ext uri="{FF2B5EF4-FFF2-40B4-BE49-F238E27FC236}">
                    <a16:creationId xmlns:a16="http://schemas.microsoft.com/office/drawing/2014/main" id="{B8733EB9-EC41-A0BC-8BEF-80198BD751CD}"/>
                  </a:ext>
                </a:extLst>
              </p:cNvPr>
              <p:cNvSpPr/>
              <p:nvPr/>
            </p:nvSpPr>
            <p:spPr>
              <a:xfrm>
                <a:off x="250609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0" name="ph1211">
                <a:extLst>
                  <a:ext uri="{FF2B5EF4-FFF2-40B4-BE49-F238E27FC236}">
                    <a16:creationId xmlns:a16="http://schemas.microsoft.com/office/drawing/2014/main" id="{8B02671E-7790-E1F5-4320-CA09AAE53870}"/>
                  </a:ext>
                </a:extLst>
              </p:cNvPr>
              <p:cNvSpPr/>
              <p:nvPr/>
            </p:nvSpPr>
            <p:spPr>
              <a:xfrm>
                <a:off x="251553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1" name="ph1212">
                <a:extLst>
                  <a:ext uri="{FF2B5EF4-FFF2-40B4-BE49-F238E27FC236}">
                    <a16:creationId xmlns:a16="http://schemas.microsoft.com/office/drawing/2014/main" id="{D1A0D7CD-5541-CEDC-9243-F74528EB3D8A}"/>
                  </a:ext>
                </a:extLst>
              </p:cNvPr>
              <p:cNvSpPr/>
              <p:nvPr/>
            </p:nvSpPr>
            <p:spPr>
              <a:xfrm>
                <a:off x="252497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2" name="ph1213">
                <a:extLst>
                  <a:ext uri="{FF2B5EF4-FFF2-40B4-BE49-F238E27FC236}">
                    <a16:creationId xmlns:a16="http://schemas.microsoft.com/office/drawing/2014/main" id="{E3B2B324-3EFF-68FD-1227-489EC6A61AD0}"/>
                  </a:ext>
                </a:extLst>
              </p:cNvPr>
              <p:cNvSpPr/>
              <p:nvPr/>
            </p:nvSpPr>
            <p:spPr>
              <a:xfrm>
                <a:off x="253441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3" name="ph1214">
                <a:extLst>
                  <a:ext uri="{FF2B5EF4-FFF2-40B4-BE49-F238E27FC236}">
                    <a16:creationId xmlns:a16="http://schemas.microsoft.com/office/drawing/2014/main" id="{31D3E64F-1B79-98D9-A05D-79C78456A1BF}"/>
                  </a:ext>
                </a:extLst>
              </p:cNvPr>
              <p:cNvSpPr/>
              <p:nvPr/>
            </p:nvSpPr>
            <p:spPr>
              <a:xfrm>
                <a:off x="254385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4" name="ph1215">
                <a:extLst>
                  <a:ext uri="{FF2B5EF4-FFF2-40B4-BE49-F238E27FC236}">
                    <a16:creationId xmlns:a16="http://schemas.microsoft.com/office/drawing/2014/main" id="{4A1DE6D7-8451-FB93-A770-89AFA235FA83}"/>
                  </a:ext>
                </a:extLst>
              </p:cNvPr>
              <p:cNvSpPr/>
              <p:nvPr/>
            </p:nvSpPr>
            <p:spPr>
              <a:xfrm>
                <a:off x="255329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5" name="ph1216">
                <a:extLst>
                  <a:ext uri="{FF2B5EF4-FFF2-40B4-BE49-F238E27FC236}">
                    <a16:creationId xmlns:a16="http://schemas.microsoft.com/office/drawing/2014/main" id="{409B6D2D-F92D-78F8-9B1D-8317335B8FB3}"/>
                  </a:ext>
                </a:extLst>
              </p:cNvPr>
              <p:cNvSpPr/>
              <p:nvPr/>
            </p:nvSpPr>
            <p:spPr>
              <a:xfrm>
                <a:off x="256273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6" name="ph1217">
                <a:extLst>
                  <a:ext uri="{FF2B5EF4-FFF2-40B4-BE49-F238E27FC236}">
                    <a16:creationId xmlns:a16="http://schemas.microsoft.com/office/drawing/2014/main" id="{20412582-BD64-C155-39A8-5E71B7C765D6}"/>
                  </a:ext>
                </a:extLst>
              </p:cNvPr>
              <p:cNvSpPr/>
              <p:nvPr/>
            </p:nvSpPr>
            <p:spPr>
              <a:xfrm>
                <a:off x="257217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7" name="ph1218">
                <a:extLst>
                  <a:ext uri="{FF2B5EF4-FFF2-40B4-BE49-F238E27FC236}">
                    <a16:creationId xmlns:a16="http://schemas.microsoft.com/office/drawing/2014/main" id="{11F5E8BD-7731-7304-67E8-73F906DE1C05}"/>
                  </a:ext>
                </a:extLst>
              </p:cNvPr>
              <p:cNvSpPr/>
              <p:nvPr/>
            </p:nvSpPr>
            <p:spPr>
              <a:xfrm>
                <a:off x="258161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8" name="ph1219">
                <a:extLst>
                  <a:ext uri="{FF2B5EF4-FFF2-40B4-BE49-F238E27FC236}">
                    <a16:creationId xmlns:a16="http://schemas.microsoft.com/office/drawing/2014/main" id="{C97DF172-63C1-09E0-9EDA-8B38B7450AC2}"/>
                  </a:ext>
                </a:extLst>
              </p:cNvPr>
              <p:cNvSpPr/>
              <p:nvPr/>
            </p:nvSpPr>
            <p:spPr>
              <a:xfrm>
                <a:off x="259105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9" name="ph1220">
                <a:extLst>
                  <a:ext uri="{FF2B5EF4-FFF2-40B4-BE49-F238E27FC236}">
                    <a16:creationId xmlns:a16="http://schemas.microsoft.com/office/drawing/2014/main" id="{F4AF6B1E-E206-CEEF-F8D8-7318CFBED75C}"/>
                  </a:ext>
                </a:extLst>
              </p:cNvPr>
              <p:cNvSpPr/>
              <p:nvPr/>
            </p:nvSpPr>
            <p:spPr>
              <a:xfrm>
                <a:off x="260049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0" name="ph1221">
                <a:extLst>
                  <a:ext uri="{FF2B5EF4-FFF2-40B4-BE49-F238E27FC236}">
                    <a16:creationId xmlns:a16="http://schemas.microsoft.com/office/drawing/2014/main" id="{25822D9F-6C0F-3362-7971-17AD5CD8995D}"/>
                  </a:ext>
                </a:extLst>
              </p:cNvPr>
              <p:cNvSpPr/>
              <p:nvPr/>
            </p:nvSpPr>
            <p:spPr>
              <a:xfrm>
                <a:off x="260993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1" name="ph1222">
                <a:extLst>
                  <a:ext uri="{FF2B5EF4-FFF2-40B4-BE49-F238E27FC236}">
                    <a16:creationId xmlns:a16="http://schemas.microsoft.com/office/drawing/2014/main" id="{AAA86FC4-065C-5141-4526-4AB74378461B}"/>
                  </a:ext>
                </a:extLst>
              </p:cNvPr>
              <p:cNvSpPr/>
              <p:nvPr/>
            </p:nvSpPr>
            <p:spPr>
              <a:xfrm>
                <a:off x="261937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2" name="ph1223">
                <a:extLst>
                  <a:ext uri="{FF2B5EF4-FFF2-40B4-BE49-F238E27FC236}">
                    <a16:creationId xmlns:a16="http://schemas.microsoft.com/office/drawing/2014/main" id="{3436EDBB-E59C-7F79-A11F-50E6F065520E}"/>
                  </a:ext>
                </a:extLst>
              </p:cNvPr>
              <p:cNvSpPr/>
              <p:nvPr/>
            </p:nvSpPr>
            <p:spPr>
              <a:xfrm>
                <a:off x="262881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3" name="ph1224">
                <a:extLst>
                  <a:ext uri="{FF2B5EF4-FFF2-40B4-BE49-F238E27FC236}">
                    <a16:creationId xmlns:a16="http://schemas.microsoft.com/office/drawing/2014/main" id="{CCFA0244-F987-5565-AF62-1FDEDFCD21B3}"/>
                  </a:ext>
                </a:extLst>
              </p:cNvPr>
              <p:cNvSpPr/>
              <p:nvPr/>
            </p:nvSpPr>
            <p:spPr>
              <a:xfrm>
                <a:off x="263825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4" name="ph1225">
                <a:extLst>
                  <a:ext uri="{FF2B5EF4-FFF2-40B4-BE49-F238E27FC236}">
                    <a16:creationId xmlns:a16="http://schemas.microsoft.com/office/drawing/2014/main" id="{EAB1206B-4D2E-9A6C-77BA-A61BEB392F0C}"/>
                  </a:ext>
                </a:extLst>
              </p:cNvPr>
              <p:cNvSpPr/>
              <p:nvPr/>
            </p:nvSpPr>
            <p:spPr>
              <a:xfrm>
                <a:off x="264769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5" name="ph1226">
                <a:extLst>
                  <a:ext uri="{FF2B5EF4-FFF2-40B4-BE49-F238E27FC236}">
                    <a16:creationId xmlns:a16="http://schemas.microsoft.com/office/drawing/2014/main" id="{163E91A2-70D1-77D0-3704-5253152C04BB}"/>
                  </a:ext>
                </a:extLst>
              </p:cNvPr>
              <p:cNvSpPr/>
              <p:nvPr/>
            </p:nvSpPr>
            <p:spPr>
              <a:xfrm>
                <a:off x="265713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6" name="ph1227">
                <a:extLst>
                  <a:ext uri="{FF2B5EF4-FFF2-40B4-BE49-F238E27FC236}">
                    <a16:creationId xmlns:a16="http://schemas.microsoft.com/office/drawing/2014/main" id="{141F4889-B3CE-0A2F-B595-2C17C3ABCB2A}"/>
                  </a:ext>
                </a:extLst>
              </p:cNvPr>
              <p:cNvSpPr/>
              <p:nvPr/>
            </p:nvSpPr>
            <p:spPr>
              <a:xfrm>
                <a:off x="266657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7" name="ph1228">
                <a:extLst>
                  <a:ext uri="{FF2B5EF4-FFF2-40B4-BE49-F238E27FC236}">
                    <a16:creationId xmlns:a16="http://schemas.microsoft.com/office/drawing/2014/main" id="{F834CAE2-C280-0F90-0DE6-2B2507F83065}"/>
                  </a:ext>
                </a:extLst>
              </p:cNvPr>
              <p:cNvSpPr/>
              <p:nvPr/>
            </p:nvSpPr>
            <p:spPr>
              <a:xfrm>
                <a:off x="267601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8" name="ph1229">
                <a:extLst>
                  <a:ext uri="{FF2B5EF4-FFF2-40B4-BE49-F238E27FC236}">
                    <a16:creationId xmlns:a16="http://schemas.microsoft.com/office/drawing/2014/main" id="{8FEDCE09-F15A-18B6-5347-9CCD5A8C033B}"/>
                  </a:ext>
                </a:extLst>
              </p:cNvPr>
              <p:cNvSpPr/>
              <p:nvPr/>
            </p:nvSpPr>
            <p:spPr>
              <a:xfrm>
                <a:off x="268545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9" name="ph1230">
                <a:extLst>
                  <a:ext uri="{FF2B5EF4-FFF2-40B4-BE49-F238E27FC236}">
                    <a16:creationId xmlns:a16="http://schemas.microsoft.com/office/drawing/2014/main" id="{CCB5BFBB-629E-0EB7-D4A3-7DBECC3C90E2}"/>
                  </a:ext>
                </a:extLst>
              </p:cNvPr>
              <p:cNvSpPr/>
              <p:nvPr/>
            </p:nvSpPr>
            <p:spPr>
              <a:xfrm>
                <a:off x="269489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0" name="ph1231">
                <a:extLst>
                  <a:ext uri="{FF2B5EF4-FFF2-40B4-BE49-F238E27FC236}">
                    <a16:creationId xmlns:a16="http://schemas.microsoft.com/office/drawing/2014/main" id="{1880BD02-45AE-8250-A21F-61EB527637A3}"/>
                  </a:ext>
                </a:extLst>
              </p:cNvPr>
              <p:cNvSpPr/>
              <p:nvPr/>
            </p:nvSpPr>
            <p:spPr>
              <a:xfrm>
                <a:off x="270433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1" name="ph1232">
                <a:extLst>
                  <a:ext uri="{FF2B5EF4-FFF2-40B4-BE49-F238E27FC236}">
                    <a16:creationId xmlns:a16="http://schemas.microsoft.com/office/drawing/2014/main" id="{AC0AC274-FB6E-D1E8-ACF8-19781F365DE8}"/>
                  </a:ext>
                </a:extLst>
              </p:cNvPr>
              <p:cNvSpPr/>
              <p:nvPr/>
            </p:nvSpPr>
            <p:spPr>
              <a:xfrm>
                <a:off x="271377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2" name="ph1233">
                <a:extLst>
                  <a:ext uri="{FF2B5EF4-FFF2-40B4-BE49-F238E27FC236}">
                    <a16:creationId xmlns:a16="http://schemas.microsoft.com/office/drawing/2014/main" id="{459C4592-4B25-3AD1-1949-DFC58297FD58}"/>
                  </a:ext>
                </a:extLst>
              </p:cNvPr>
              <p:cNvSpPr/>
              <p:nvPr/>
            </p:nvSpPr>
            <p:spPr>
              <a:xfrm>
                <a:off x="272321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3" name="ph1234">
                <a:extLst>
                  <a:ext uri="{FF2B5EF4-FFF2-40B4-BE49-F238E27FC236}">
                    <a16:creationId xmlns:a16="http://schemas.microsoft.com/office/drawing/2014/main" id="{53361779-E435-6F38-C22B-91917D724E9F}"/>
                  </a:ext>
                </a:extLst>
              </p:cNvPr>
              <p:cNvSpPr/>
              <p:nvPr/>
            </p:nvSpPr>
            <p:spPr>
              <a:xfrm>
                <a:off x="273265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4" name="ph1235">
                <a:extLst>
                  <a:ext uri="{FF2B5EF4-FFF2-40B4-BE49-F238E27FC236}">
                    <a16:creationId xmlns:a16="http://schemas.microsoft.com/office/drawing/2014/main" id="{E2B29CCE-68A9-53D3-4FA0-774279A7A0BE}"/>
                  </a:ext>
                </a:extLst>
              </p:cNvPr>
              <p:cNvSpPr/>
              <p:nvPr/>
            </p:nvSpPr>
            <p:spPr>
              <a:xfrm>
                <a:off x="274209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5" name="ph1236">
                <a:extLst>
                  <a:ext uri="{FF2B5EF4-FFF2-40B4-BE49-F238E27FC236}">
                    <a16:creationId xmlns:a16="http://schemas.microsoft.com/office/drawing/2014/main" id="{C523F88D-722A-B18C-EC5B-C7BCC51E1ED2}"/>
                  </a:ext>
                </a:extLst>
              </p:cNvPr>
              <p:cNvSpPr/>
              <p:nvPr/>
            </p:nvSpPr>
            <p:spPr>
              <a:xfrm>
                <a:off x="275153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6" name="ph1237">
                <a:extLst>
                  <a:ext uri="{FF2B5EF4-FFF2-40B4-BE49-F238E27FC236}">
                    <a16:creationId xmlns:a16="http://schemas.microsoft.com/office/drawing/2014/main" id="{58B92EDD-CEB2-5C9F-4401-78E5F8E5D5EE}"/>
                  </a:ext>
                </a:extLst>
              </p:cNvPr>
              <p:cNvSpPr/>
              <p:nvPr/>
            </p:nvSpPr>
            <p:spPr>
              <a:xfrm>
                <a:off x="276097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7" name="ph1238">
                <a:extLst>
                  <a:ext uri="{FF2B5EF4-FFF2-40B4-BE49-F238E27FC236}">
                    <a16:creationId xmlns:a16="http://schemas.microsoft.com/office/drawing/2014/main" id="{EC37BAB1-8D1F-0336-13C3-DDAAA1459D67}"/>
                  </a:ext>
                </a:extLst>
              </p:cNvPr>
              <p:cNvSpPr/>
              <p:nvPr/>
            </p:nvSpPr>
            <p:spPr>
              <a:xfrm>
                <a:off x="277041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8" name="ph1239">
                <a:extLst>
                  <a:ext uri="{FF2B5EF4-FFF2-40B4-BE49-F238E27FC236}">
                    <a16:creationId xmlns:a16="http://schemas.microsoft.com/office/drawing/2014/main" id="{E758237A-8B62-F464-1EFD-2668FE10B2AE}"/>
                  </a:ext>
                </a:extLst>
              </p:cNvPr>
              <p:cNvSpPr/>
              <p:nvPr/>
            </p:nvSpPr>
            <p:spPr>
              <a:xfrm>
                <a:off x="277985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9" name="ph1240">
                <a:extLst>
                  <a:ext uri="{FF2B5EF4-FFF2-40B4-BE49-F238E27FC236}">
                    <a16:creationId xmlns:a16="http://schemas.microsoft.com/office/drawing/2014/main" id="{9670A5FC-8A5B-FF02-C785-9340CC19E973}"/>
                  </a:ext>
                </a:extLst>
              </p:cNvPr>
              <p:cNvSpPr/>
              <p:nvPr/>
            </p:nvSpPr>
            <p:spPr>
              <a:xfrm>
                <a:off x="278929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0" name="ph1241">
                <a:extLst>
                  <a:ext uri="{FF2B5EF4-FFF2-40B4-BE49-F238E27FC236}">
                    <a16:creationId xmlns:a16="http://schemas.microsoft.com/office/drawing/2014/main" id="{7CA1312D-5FA6-07FD-BDB2-97E8889C9EA4}"/>
                  </a:ext>
                </a:extLst>
              </p:cNvPr>
              <p:cNvSpPr/>
              <p:nvPr/>
            </p:nvSpPr>
            <p:spPr>
              <a:xfrm>
                <a:off x="279873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1" name="ph1242">
                <a:extLst>
                  <a:ext uri="{FF2B5EF4-FFF2-40B4-BE49-F238E27FC236}">
                    <a16:creationId xmlns:a16="http://schemas.microsoft.com/office/drawing/2014/main" id="{D1191633-5C5B-1E67-946B-0F64A0471E24}"/>
                  </a:ext>
                </a:extLst>
              </p:cNvPr>
              <p:cNvSpPr/>
              <p:nvPr/>
            </p:nvSpPr>
            <p:spPr>
              <a:xfrm>
                <a:off x="280817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2" name="ph1243">
                <a:extLst>
                  <a:ext uri="{FF2B5EF4-FFF2-40B4-BE49-F238E27FC236}">
                    <a16:creationId xmlns:a16="http://schemas.microsoft.com/office/drawing/2014/main" id="{5C8AB463-D8B4-F16D-0656-1552023D29BC}"/>
                  </a:ext>
                </a:extLst>
              </p:cNvPr>
              <p:cNvSpPr/>
              <p:nvPr/>
            </p:nvSpPr>
            <p:spPr>
              <a:xfrm>
                <a:off x="281761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3" name="ph1244">
                <a:extLst>
                  <a:ext uri="{FF2B5EF4-FFF2-40B4-BE49-F238E27FC236}">
                    <a16:creationId xmlns:a16="http://schemas.microsoft.com/office/drawing/2014/main" id="{1BF6A8DE-3155-88E8-5D93-2CC822E16CD7}"/>
                  </a:ext>
                </a:extLst>
              </p:cNvPr>
              <p:cNvSpPr/>
              <p:nvPr/>
            </p:nvSpPr>
            <p:spPr>
              <a:xfrm>
                <a:off x="282705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4" name="ph1245">
                <a:extLst>
                  <a:ext uri="{FF2B5EF4-FFF2-40B4-BE49-F238E27FC236}">
                    <a16:creationId xmlns:a16="http://schemas.microsoft.com/office/drawing/2014/main" id="{F24EE8FE-22F8-1BB0-F02B-D951FB7FD391}"/>
                  </a:ext>
                </a:extLst>
              </p:cNvPr>
              <p:cNvSpPr/>
              <p:nvPr/>
            </p:nvSpPr>
            <p:spPr>
              <a:xfrm>
                <a:off x="283649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5" name="ph1246">
                <a:extLst>
                  <a:ext uri="{FF2B5EF4-FFF2-40B4-BE49-F238E27FC236}">
                    <a16:creationId xmlns:a16="http://schemas.microsoft.com/office/drawing/2014/main" id="{D282BFCB-D97E-8955-BB69-E886C4955893}"/>
                  </a:ext>
                </a:extLst>
              </p:cNvPr>
              <p:cNvSpPr/>
              <p:nvPr/>
            </p:nvSpPr>
            <p:spPr>
              <a:xfrm>
                <a:off x="284593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6" name="ph1247">
                <a:extLst>
                  <a:ext uri="{FF2B5EF4-FFF2-40B4-BE49-F238E27FC236}">
                    <a16:creationId xmlns:a16="http://schemas.microsoft.com/office/drawing/2014/main" id="{5C8EBA93-B1F7-AC7C-D6C0-822842B43149}"/>
                  </a:ext>
                </a:extLst>
              </p:cNvPr>
              <p:cNvSpPr/>
              <p:nvPr/>
            </p:nvSpPr>
            <p:spPr>
              <a:xfrm>
                <a:off x="285538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7" name="ph1248">
                <a:extLst>
                  <a:ext uri="{FF2B5EF4-FFF2-40B4-BE49-F238E27FC236}">
                    <a16:creationId xmlns:a16="http://schemas.microsoft.com/office/drawing/2014/main" id="{40337586-747A-4503-6796-21D18406310D}"/>
                  </a:ext>
                </a:extLst>
              </p:cNvPr>
              <p:cNvSpPr/>
              <p:nvPr/>
            </p:nvSpPr>
            <p:spPr>
              <a:xfrm>
                <a:off x="286482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8" name="ph1249">
                <a:extLst>
                  <a:ext uri="{FF2B5EF4-FFF2-40B4-BE49-F238E27FC236}">
                    <a16:creationId xmlns:a16="http://schemas.microsoft.com/office/drawing/2014/main" id="{BFDB3AC3-D312-0CD3-AA43-199AEEAE7E67}"/>
                  </a:ext>
                </a:extLst>
              </p:cNvPr>
              <p:cNvSpPr/>
              <p:nvPr/>
            </p:nvSpPr>
            <p:spPr>
              <a:xfrm>
                <a:off x="287426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9" name="ph1250">
                <a:extLst>
                  <a:ext uri="{FF2B5EF4-FFF2-40B4-BE49-F238E27FC236}">
                    <a16:creationId xmlns:a16="http://schemas.microsoft.com/office/drawing/2014/main" id="{BB70A8A9-27E6-6027-9523-E23D5F8BACBA}"/>
                  </a:ext>
                </a:extLst>
              </p:cNvPr>
              <p:cNvSpPr/>
              <p:nvPr/>
            </p:nvSpPr>
            <p:spPr>
              <a:xfrm>
                <a:off x="288370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0" name="ph1251">
                <a:extLst>
                  <a:ext uri="{FF2B5EF4-FFF2-40B4-BE49-F238E27FC236}">
                    <a16:creationId xmlns:a16="http://schemas.microsoft.com/office/drawing/2014/main" id="{CDDA6524-DD74-1CC0-6338-359588ABE617}"/>
                  </a:ext>
                </a:extLst>
              </p:cNvPr>
              <p:cNvSpPr/>
              <p:nvPr/>
            </p:nvSpPr>
            <p:spPr>
              <a:xfrm>
                <a:off x="289314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1" name="ph1252">
                <a:extLst>
                  <a:ext uri="{FF2B5EF4-FFF2-40B4-BE49-F238E27FC236}">
                    <a16:creationId xmlns:a16="http://schemas.microsoft.com/office/drawing/2014/main" id="{E69AC965-82FF-840C-0F46-19F76068F74D}"/>
                  </a:ext>
                </a:extLst>
              </p:cNvPr>
              <p:cNvSpPr/>
              <p:nvPr/>
            </p:nvSpPr>
            <p:spPr>
              <a:xfrm>
                <a:off x="290258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2" name="ph1253">
                <a:extLst>
                  <a:ext uri="{FF2B5EF4-FFF2-40B4-BE49-F238E27FC236}">
                    <a16:creationId xmlns:a16="http://schemas.microsoft.com/office/drawing/2014/main" id="{33973C52-AC60-D1DB-D79B-38913EEF42E9}"/>
                  </a:ext>
                </a:extLst>
              </p:cNvPr>
              <p:cNvSpPr/>
              <p:nvPr/>
            </p:nvSpPr>
            <p:spPr>
              <a:xfrm>
                <a:off x="291202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3" name="ph1254">
                <a:extLst>
                  <a:ext uri="{FF2B5EF4-FFF2-40B4-BE49-F238E27FC236}">
                    <a16:creationId xmlns:a16="http://schemas.microsoft.com/office/drawing/2014/main" id="{8AD9FEFF-7254-7E54-9383-45B55CDD488D}"/>
                  </a:ext>
                </a:extLst>
              </p:cNvPr>
              <p:cNvSpPr/>
              <p:nvPr/>
            </p:nvSpPr>
            <p:spPr>
              <a:xfrm>
                <a:off x="292146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4" name="ph1255">
                <a:extLst>
                  <a:ext uri="{FF2B5EF4-FFF2-40B4-BE49-F238E27FC236}">
                    <a16:creationId xmlns:a16="http://schemas.microsoft.com/office/drawing/2014/main" id="{8DEF846B-3D05-47DB-AC82-6D524523D91D}"/>
                  </a:ext>
                </a:extLst>
              </p:cNvPr>
              <p:cNvSpPr/>
              <p:nvPr/>
            </p:nvSpPr>
            <p:spPr>
              <a:xfrm>
                <a:off x="293090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5" name="ph1256">
                <a:extLst>
                  <a:ext uri="{FF2B5EF4-FFF2-40B4-BE49-F238E27FC236}">
                    <a16:creationId xmlns:a16="http://schemas.microsoft.com/office/drawing/2014/main" id="{C22E4644-C0F3-3490-932E-4AE48611E1CB}"/>
                  </a:ext>
                </a:extLst>
              </p:cNvPr>
              <p:cNvSpPr/>
              <p:nvPr/>
            </p:nvSpPr>
            <p:spPr>
              <a:xfrm>
                <a:off x="294034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6" name="ph1257">
                <a:extLst>
                  <a:ext uri="{FF2B5EF4-FFF2-40B4-BE49-F238E27FC236}">
                    <a16:creationId xmlns:a16="http://schemas.microsoft.com/office/drawing/2014/main" id="{A371497E-63DF-FD9D-CD76-9C124C218B58}"/>
                  </a:ext>
                </a:extLst>
              </p:cNvPr>
              <p:cNvSpPr/>
              <p:nvPr/>
            </p:nvSpPr>
            <p:spPr>
              <a:xfrm>
                <a:off x="294978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7" name="ph1258">
                <a:extLst>
                  <a:ext uri="{FF2B5EF4-FFF2-40B4-BE49-F238E27FC236}">
                    <a16:creationId xmlns:a16="http://schemas.microsoft.com/office/drawing/2014/main" id="{F86A3DC0-4210-06E9-80AB-292A57FDB0C4}"/>
                  </a:ext>
                </a:extLst>
              </p:cNvPr>
              <p:cNvSpPr/>
              <p:nvPr/>
            </p:nvSpPr>
            <p:spPr>
              <a:xfrm>
                <a:off x="295922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8" name="ph1259">
                <a:extLst>
                  <a:ext uri="{FF2B5EF4-FFF2-40B4-BE49-F238E27FC236}">
                    <a16:creationId xmlns:a16="http://schemas.microsoft.com/office/drawing/2014/main" id="{D56666BA-2F71-1893-D8B2-7BE8DDA41032}"/>
                  </a:ext>
                </a:extLst>
              </p:cNvPr>
              <p:cNvSpPr/>
              <p:nvPr/>
            </p:nvSpPr>
            <p:spPr>
              <a:xfrm>
                <a:off x="296866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9" name="ph1260">
                <a:extLst>
                  <a:ext uri="{FF2B5EF4-FFF2-40B4-BE49-F238E27FC236}">
                    <a16:creationId xmlns:a16="http://schemas.microsoft.com/office/drawing/2014/main" id="{3EF21EE1-0AC6-7333-8194-30F58CD9E5E8}"/>
                  </a:ext>
                </a:extLst>
              </p:cNvPr>
              <p:cNvSpPr/>
              <p:nvPr/>
            </p:nvSpPr>
            <p:spPr>
              <a:xfrm>
                <a:off x="297810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0" name="ph1261">
                <a:extLst>
                  <a:ext uri="{FF2B5EF4-FFF2-40B4-BE49-F238E27FC236}">
                    <a16:creationId xmlns:a16="http://schemas.microsoft.com/office/drawing/2014/main" id="{C8C30BF2-242C-64D7-6978-B54EA299B4C5}"/>
                  </a:ext>
                </a:extLst>
              </p:cNvPr>
              <p:cNvSpPr/>
              <p:nvPr/>
            </p:nvSpPr>
            <p:spPr>
              <a:xfrm>
                <a:off x="298754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1" name="ph1262">
                <a:extLst>
                  <a:ext uri="{FF2B5EF4-FFF2-40B4-BE49-F238E27FC236}">
                    <a16:creationId xmlns:a16="http://schemas.microsoft.com/office/drawing/2014/main" id="{A2AC1331-4512-3CB5-BF2E-2E8EDA39AA9B}"/>
                  </a:ext>
                </a:extLst>
              </p:cNvPr>
              <p:cNvSpPr/>
              <p:nvPr/>
            </p:nvSpPr>
            <p:spPr>
              <a:xfrm>
                <a:off x="299698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2" name="ph1263">
                <a:extLst>
                  <a:ext uri="{FF2B5EF4-FFF2-40B4-BE49-F238E27FC236}">
                    <a16:creationId xmlns:a16="http://schemas.microsoft.com/office/drawing/2014/main" id="{E0D01299-247C-C36D-6C98-B693E8837287}"/>
                  </a:ext>
                </a:extLst>
              </p:cNvPr>
              <p:cNvSpPr/>
              <p:nvPr/>
            </p:nvSpPr>
            <p:spPr>
              <a:xfrm>
                <a:off x="300642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3" name="ph1264">
                <a:extLst>
                  <a:ext uri="{FF2B5EF4-FFF2-40B4-BE49-F238E27FC236}">
                    <a16:creationId xmlns:a16="http://schemas.microsoft.com/office/drawing/2014/main" id="{86E2E184-C616-DE7E-1F8B-7D3B3032BC73}"/>
                  </a:ext>
                </a:extLst>
              </p:cNvPr>
              <p:cNvSpPr/>
              <p:nvPr/>
            </p:nvSpPr>
            <p:spPr>
              <a:xfrm>
                <a:off x="301586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4" name="ph1265">
                <a:extLst>
                  <a:ext uri="{FF2B5EF4-FFF2-40B4-BE49-F238E27FC236}">
                    <a16:creationId xmlns:a16="http://schemas.microsoft.com/office/drawing/2014/main" id="{3DBF885D-D0B1-0BFC-376C-946967BD52C6}"/>
                  </a:ext>
                </a:extLst>
              </p:cNvPr>
              <p:cNvSpPr/>
              <p:nvPr/>
            </p:nvSpPr>
            <p:spPr>
              <a:xfrm>
                <a:off x="302530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5" name="ph1266">
                <a:extLst>
                  <a:ext uri="{FF2B5EF4-FFF2-40B4-BE49-F238E27FC236}">
                    <a16:creationId xmlns:a16="http://schemas.microsoft.com/office/drawing/2014/main" id="{0D0A9D5C-48E6-A58B-007E-6E969833919A}"/>
                  </a:ext>
                </a:extLst>
              </p:cNvPr>
              <p:cNvSpPr/>
              <p:nvPr/>
            </p:nvSpPr>
            <p:spPr>
              <a:xfrm>
                <a:off x="303474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6" name="ph1267">
                <a:extLst>
                  <a:ext uri="{FF2B5EF4-FFF2-40B4-BE49-F238E27FC236}">
                    <a16:creationId xmlns:a16="http://schemas.microsoft.com/office/drawing/2014/main" id="{E76131E3-8EAF-F4C9-96D8-832C963C26B2}"/>
                  </a:ext>
                </a:extLst>
              </p:cNvPr>
              <p:cNvSpPr/>
              <p:nvPr/>
            </p:nvSpPr>
            <p:spPr>
              <a:xfrm>
                <a:off x="304418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7" name="ph1268">
                <a:extLst>
                  <a:ext uri="{FF2B5EF4-FFF2-40B4-BE49-F238E27FC236}">
                    <a16:creationId xmlns:a16="http://schemas.microsoft.com/office/drawing/2014/main" id="{8C1FFD8A-C727-BE85-49F9-1BDF57726EB0}"/>
                  </a:ext>
                </a:extLst>
              </p:cNvPr>
              <p:cNvSpPr/>
              <p:nvPr/>
            </p:nvSpPr>
            <p:spPr>
              <a:xfrm>
                <a:off x="305362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8" name="ph1269">
                <a:extLst>
                  <a:ext uri="{FF2B5EF4-FFF2-40B4-BE49-F238E27FC236}">
                    <a16:creationId xmlns:a16="http://schemas.microsoft.com/office/drawing/2014/main" id="{F96F3AB0-504E-D839-6761-B7B2AC1C0CE4}"/>
                  </a:ext>
                </a:extLst>
              </p:cNvPr>
              <p:cNvSpPr/>
              <p:nvPr/>
            </p:nvSpPr>
            <p:spPr>
              <a:xfrm>
                <a:off x="306306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9" name="ph1270">
                <a:extLst>
                  <a:ext uri="{FF2B5EF4-FFF2-40B4-BE49-F238E27FC236}">
                    <a16:creationId xmlns:a16="http://schemas.microsoft.com/office/drawing/2014/main" id="{4A49A4DA-70C6-1524-FDD9-0702C7DA4CE2}"/>
                  </a:ext>
                </a:extLst>
              </p:cNvPr>
              <p:cNvSpPr/>
              <p:nvPr/>
            </p:nvSpPr>
            <p:spPr>
              <a:xfrm>
                <a:off x="307250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0" name="ph1271">
                <a:extLst>
                  <a:ext uri="{FF2B5EF4-FFF2-40B4-BE49-F238E27FC236}">
                    <a16:creationId xmlns:a16="http://schemas.microsoft.com/office/drawing/2014/main" id="{23A39293-5D2C-BD37-71C0-1FA9BC5BEA38}"/>
                  </a:ext>
                </a:extLst>
              </p:cNvPr>
              <p:cNvSpPr/>
              <p:nvPr/>
            </p:nvSpPr>
            <p:spPr>
              <a:xfrm>
                <a:off x="308194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1" name="ph1272">
                <a:extLst>
                  <a:ext uri="{FF2B5EF4-FFF2-40B4-BE49-F238E27FC236}">
                    <a16:creationId xmlns:a16="http://schemas.microsoft.com/office/drawing/2014/main" id="{CD226D43-A043-5840-A60E-ACF8895615B8}"/>
                  </a:ext>
                </a:extLst>
              </p:cNvPr>
              <p:cNvSpPr/>
              <p:nvPr/>
            </p:nvSpPr>
            <p:spPr>
              <a:xfrm>
                <a:off x="309138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2" name="ph1273">
                <a:extLst>
                  <a:ext uri="{FF2B5EF4-FFF2-40B4-BE49-F238E27FC236}">
                    <a16:creationId xmlns:a16="http://schemas.microsoft.com/office/drawing/2014/main" id="{FACE3C00-C425-8478-E290-7EC1019F1B12}"/>
                  </a:ext>
                </a:extLst>
              </p:cNvPr>
              <p:cNvSpPr/>
              <p:nvPr/>
            </p:nvSpPr>
            <p:spPr>
              <a:xfrm>
                <a:off x="310082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3" name="ph1274">
                <a:extLst>
                  <a:ext uri="{FF2B5EF4-FFF2-40B4-BE49-F238E27FC236}">
                    <a16:creationId xmlns:a16="http://schemas.microsoft.com/office/drawing/2014/main" id="{D602B868-C033-7FD8-1FE7-F1673349B5A2}"/>
                  </a:ext>
                </a:extLst>
              </p:cNvPr>
              <p:cNvSpPr/>
              <p:nvPr/>
            </p:nvSpPr>
            <p:spPr>
              <a:xfrm>
                <a:off x="311026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4" name="ph1275">
                <a:extLst>
                  <a:ext uri="{FF2B5EF4-FFF2-40B4-BE49-F238E27FC236}">
                    <a16:creationId xmlns:a16="http://schemas.microsoft.com/office/drawing/2014/main" id="{EF636B72-FFD1-2581-AFB7-3BA7767CEF9E}"/>
                  </a:ext>
                </a:extLst>
              </p:cNvPr>
              <p:cNvSpPr/>
              <p:nvPr/>
            </p:nvSpPr>
            <p:spPr>
              <a:xfrm>
                <a:off x="311970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5" name="ph1276">
                <a:extLst>
                  <a:ext uri="{FF2B5EF4-FFF2-40B4-BE49-F238E27FC236}">
                    <a16:creationId xmlns:a16="http://schemas.microsoft.com/office/drawing/2014/main" id="{CA6B72AD-F060-E21D-15BC-30E14A979E58}"/>
                  </a:ext>
                </a:extLst>
              </p:cNvPr>
              <p:cNvSpPr/>
              <p:nvPr/>
            </p:nvSpPr>
            <p:spPr>
              <a:xfrm>
                <a:off x="312914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6" name="ph1277">
                <a:extLst>
                  <a:ext uri="{FF2B5EF4-FFF2-40B4-BE49-F238E27FC236}">
                    <a16:creationId xmlns:a16="http://schemas.microsoft.com/office/drawing/2014/main" id="{CECA51E2-241C-64A5-D4A2-058006E11A4D}"/>
                  </a:ext>
                </a:extLst>
              </p:cNvPr>
              <p:cNvSpPr/>
              <p:nvPr/>
            </p:nvSpPr>
            <p:spPr>
              <a:xfrm>
                <a:off x="313858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7" name="ph1278">
                <a:extLst>
                  <a:ext uri="{FF2B5EF4-FFF2-40B4-BE49-F238E27FC236}">
                    <a16:creationId xmlns:a16="http://schemas.microsoft.com/office/drawing/2014/main" id="{45D94C14-04E4-2B84-C880-397ACCE2DD04}"/>
                  </a:ext>
                </a:extLst>
              </p:cNvPr>
              <p:cNvSpPr/>
              <p:nvPr/>
            </p:nvSpPr>
            <p:spPr>
              <a:xfrm>
                <a:off x="314802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8" name="ph1279">
                <a:extLst>
                  <a:ext uri="{FF2B5EF4-FFF2-40B4-BE49-F238E27FC236}">
                    <a16:creationId xmlns:a16="http://schemas.microsoft.com/office/drawing/2014/main" id="{944287E6-D302-6A6C-4A7C-E26E312CE803}"/>
                  </a:ext>
                </a:extLst>
              </p:cNvPr>
              <p:cNvSpPr/>
              <p:nvPr/>
            </p:nvSpPr>
            <p:spPr>
              <a:xfrm>
                <a:off x="315746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9" name="ph1280">
                <a:extLst>
                  <a:ext uri="{FF2B5EF4-FFF2-40B4-BE49-F238E27FC236}">
                    <a16:creationId xmlns:a16="http://schemas.microsoft.com/office/drawing/2014/main" id="{BFE49CBA-C924-FDF5-7F73-04E9ACDCBE2C}"/>
                  </a:ext>
                </a:extLst>
              </p:cNvPr>
              <p:cNvSpPr/>
              <p:nvPr/>
            </p:nvSpPr>
            <p:spPr>
              <a:xfrm>
                <a:off x="316690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0" name="ph1281">
                <a:extLst>
                  <a:ext uri="{FF2B5EF4-FFF2-40B4-BE49-F238E27FC236}">
                    <a16:creationId xmlns:a16="http://schemas.microsoft.com/office/drawing/2014/main" id="{992D622D-146A-C863-2590-F1A968B4B823}"/>
                  </a:ext>
                </a:extLst>
              </p:cNvPr>
              <p:cNvSpPr/>
              <p:nvPr/>
            </p:nvSpPr>
            <p:spPr>
              <a:xfrm>
                <a:off x="317634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1" name="ph1282">
                <a:extLst>
                  <a:ext uri="{FF2B5EF4-FFF2-40B4-BE49-F238E27FC236}">
                    <a16:creationId xmlns:a16="http://schemas.microsoft.com/office/drawing/2014/main" id="{019F4EAD-1371-6D1F-50D1-44AF37F9C043}"/>
                  </a:ext>
                </a:extLst>
              </p:cNvPr>
              <p:cNvSpPr/>
              <p:nvPr/>
            </p:nvSpPr>
            <p:spPr>
              <a:xfrm>
                <a:off x="318578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2" name="ph1283">
                <a:extLst>
                  <a:ext uri="{FF2B5EF4-FFF2-40B4-BE49-F238E27FC236}">
                    <a16:creationId xmlns:a16="http://schemas.microsoft.com/office/drawing/2014/main" id="{D9C0013C-3DEB-DECD-020A-18CC48B81F7F}"/>
                  </a:ext>
                </a:extLst>
              </p:cNvPr>
              <p:cNvSpPr/>
              <p:nvPr/>
            </p:nvSpPr>
            <p:spPr>
              <a:xfrm>
                <a:off x="319522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3" name="ph1284">
                <a:extLst>
                  <a:ext uri="{FF2B5EF4-FFF2-40B4-BE49-F238E27FC236}">
                    <a16:creationId xmlns:a16="http://schemas.microsoft.com/office/drawing/2014/main" id="{A8227798-49BE-4D5D-EEC2-673FDFEC06A5}"/>
                  </a:ext>
                </a:extLst>
              </p:cNvPr>
              <p:cNvSpPr/>
              <p:nvPr/>
            </p:nvSpPr>
            <p:spPr>
              <a:xfrm>
                <a:off x="320466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4" name="ph1285">
                <a:extLst>
                  <a:ext uri="{FF2B5EF4-FFF2-40B4-BE49-F238E27FC236}">
                    <a16:creationId xmlns:a16="http://schemas.microsoft.com/office/drawing/2014/main" id="{AEB3113B-8F61-8C9E-5177-66265F2052EC}"/>
                  </a:ext>
                </a:extLst>
              </p:cNvPr>
              <p:cNvSpPr/>
              <p:nvPr/>
            </p:nvSpPr>
            <p:spPr>
              <a:xfrm>
                <a:off x="321410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5" name="ph1286">
                <a:extLst>
                  <a:ext uri="{FF2B5EF4-FFF2-40B4-BE49-F238E27FC236}">
                    <a16:creationId xmlns:a16="http://schemas.microsoft.com/office/drawing/2014/main" id="{829F66FC-6665-F163-0C2B-20FC30A6179B}"/>
                  </a:ext>
                </a:extLst>
              </p:cNvPr>
              <p:cNvSpPr/>
              <p:nvPr/>
            </p:nvSpPr>
            <p:spPr>
              <a:xfrm>
                <a:off x="322354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6" name="ph1287">
                <a:extLst>
                  <a:ext uri="{FF2B5EF4-FFF2-40B4-BE49-F238E27FC236}">
                    <a16:creationId xmlns:a16="http://schemas.microsoft.com/office/drawing/2014/main" id="{4FF6BDFC-E1F5-6189-2DFC-27B49896C402}"/>
                  </a:ext>
                </a:extLst>
              </p:cNvPr>
              <p:cNvSpPr/>
              <p:nvPr/>
            </p:nvSpPr>
            <p:spPr>
              <a:xfrm>
                <a:off x="323298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7" name="ph1288">
                <a:extLst>
                  <a:ext uri="{FF2B5EF4-FFF2-40B4-BE49-F238E27FC236}">
                    <a16:creationId xmlns:a16="http://schemas.microsoft.com/office/drawing/2014/main" id="{724AEF57-6B6F-3289-0477-88434066A8FB}"/>
                  </a:ext>
                </a:extLst>
              </p:cNvPr>
              <p:cNvSpPr/>
              <p:nvPr/>
            </p:nvSpPr>
            <p:spPr>
              <a:xfrm>
                <a:off x="324242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8" name="ph1289">
                <a:extLst>
                  <a:ext uri="{FF2B5EF4-FFF2-40B4-BE49-F238E27FC236}">
                    <a16:creationId xmlns:a16="http://schemas.microsoft.com/office/drawing/2014/main" id="{078F2D43-2183-7485-CB64-88817002F5A6}"/>
                  </a:ext>
                </a:extLst>
              </p:cNvPr>
              <p:cNvSpPr/>
              <p:nvPr/>
            </p:nvSpPr>
            <p:spPr>
              <a:xfrm>
                <a:off x="325187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9" name="ph1290">
                <a:extLst>
                  <a:ext uri="{FF2B5EF4-FFF2-40B4-BE49-F238E27FC236}">
                    <a16:creationId xmlns:a16="http://schemas.microsoft.com/office/drawing/2014/main" id="{A4C7DB02-4420-0C26-7004-5FD4671F05BF}"/>
                  </a:ext>
                </a:extLst>
              </p:cNvPr>
              <p:cNvSpPr/>
              <p:nvPr/>
            </p:nvSpPr>
            <p:spPr>
              <a:xfrm>
                <a:off x="326131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0" name="ph1291">
                <a:extLst>
                  <a:ext uri="{FF2B5EF4-FFF2-40B4-BE49-F238E27FC236}">
                    <a16:creationId xmlns:a16="http://schemas.microsoft.com/office/drawing/2014/main" id="{69AC3B3E-36D7-EFA0-1DC4-C8A95C025A03}"/>
                  </a:ext>
                </a:extLst>
              </p:cNvPr>
              <p:cNvSpPr/>
              <p:nvPr/>
            </p:nvSpPr>
            <p:spPr>
              <a:xfrm>
                <a:off x="3270750" y="250161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42"/>
                    </a:lnTo>
                    <a:lnTo>
                      <a:pt x="923102" y="904286"/>
                    </a:lnTo>
                    <a:lnTo>
                      <a:pt x="918818" y="912815"/>
                    </a:lnTo>
                    <a:lnTo>
                      <a:pt x="917929" y="914400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1" name="ph1292">
                <a:extLst>
                  <a:ext uri="{FF2B5EF4-FFF2-40B4-BE49-F238E27FC236}">
                    <a16:creationId xmlns:a16="http://schemas.microsoft.com/office/drawing/2014/main" id="{8CD7504C-2F5F-442A-63EF-9E2F0AC1E0EF}"/>
                  </a:ext>
                </a:extLst>
              </p:cNvPr>
              <p:cNvSpPr/>
              <p:nvPr/>
            </p:nvSpPr>
            <p:spPr>
              <a:xfrm>
                <a:off x="3280190" y="2484048"/>
                <a:ext cx="917010" cy="92021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2021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4400" y="920212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2" name="ph1293">
                <a:extLst>
                  <a:ext uri="{FF2B5EF4-FFF2-40B4-BE49-F238E27FC236}">
                    <a16:creationId xmlns:a16="http://schemas.microsoft.com/office/drawing/2014/main" id="{DA0BD926-1974-BC3E-2DB9-B04DB07E2A7E}"/>
                  </a:ext>
                </a:extLst>
              </p:cNvPr>
              <p:cNvSpPr/>
              <p:nvPr/>
            </p:nvSpPr>
            <p:spPr>
              <a:xfrm>
                <a:off x="2449449" y="2466478"/>
                <a:ext cx="914400" cy="92605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54">
                    <a:moveTo>
                      <a:pt x="914400" y="914399"/>
                    </a:moveTo>
                    <a:lnTo>
                      <a:pt x="914400" y="926054"/>
                    </a:lnTo>
                    <a:lnTo>
                      <a:pt x="913765" y="924932"/>
                    </a:lnTo>
                    <a:lnTo>
                      <a:pt x="909713" y="916980"/>
                    </a:lnTo>
                    <a:lnTo>
                      <a:pt x="908528" y="91439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3" name="ph1294">
                <a:extLst>
                  <a:ext uri="{FF2B5EF4-FFF2-40B4-BE49-F238E27FC236}">
                    <a16:creationId xmlns:a16="http://schemas.microsoft.com/office/drawing/2014/main" id="{3392EE7F-F683-5022-340F-0D27755FFACF}"/>
                  </a:ext>
                </a:extLst>
              </p:cNvPr>
              <p:cNvSpPr/>
              <p:nvPr/>
            </p:nvSpPr>
            <p:spPr>
              <a:xfrm>
                <a:off x="244944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325" y="931872"/>
                    </a:lnTo>
                    <a:lnTo>
                      <a:pt x="916706" y="930132"/>
                    </a:lnTo>
                    <a:lnTo>
                      <a:pt x="914400" y="926054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4" name="ph1295">
                <a:extLst>
                  <a:ext uri="{FF2B5EF4-FFF2-40B4-BE49-F238E27FC236}">
                    <a16:creationId xmlns:a16="http://schemas.microsoft.com/office/drawing/2014/main" id="{B55D8598-9312-B518-9320-9F31CBE0042E}"/>
                  </a:ext>
                </a:extLst>
              </p:cNvPr>
              <p:cNvSpPr/>
              <p:nvPr/>
            </p:nvSpPr>
            <p:spPr>
              <a:xfrm>
                <a:off x="245889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5" name="ph1296">
                <a:extLst>
                  <a:ext uri="{FF2B5EF4-FFF2-40B4-BE49-F238E27FC236}">
                    <a16:creationId xmlns:a16="http://schemas.microsoft.com/office/drawing/2014/main" id="{8664BA58-E9FA-7886-26B4-FC12962ABBD9}"/>
                  </a:ext>
                </a:extLst>
              </p:cNvPr>
              <p:cNvSpPr/>
              <p:nvPr/>
            </p:nvSpPr>
            <p:spPr>
              <a:xfrm>
                <a:off x="246833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6" name="ph1297">
                <a:extLst>
                  <a:ext uri="{FF2B5EF4-FFF2-40B4-BE49-F238E27FC236}">
                    <a16:creationId xmlns:a16="http://schemas.microsoft.com/office/drawing/2014/main" id="{C01187BC-C173-8FFF-E72A-832BCCF99579}"/>
                  </a:ext>
                </a:extLst>
              </p:cNvPr>
              <p:cNvSpPr/>
              <p:nvPr/>
            </p:nvSpPr>
            <p:spPr>
              <a:xfrm>
                <a:off x="247777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7" name="ph1298">
                <a:extLst>
                  <a:ext uri="{FF2B5EF4-FFF2-40B4-BE49-F238E27FC236}">
                    <a16:creationId xmlns:a16="http://schemas.microsoft.com/office/drawing/2014/main" id="{138DD60E-096D-FFA5-1BFE-A5B8F899B6AD}"/>
                  </a:ext>
                </a:extLst>
              </p:cNvPr>
              <p:cNvSpPr/>
              <p:nvPr/>
            </p:nvSpPr>
            <p:spPr>
              <a:xfrm>
                <a:off x="248721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8" name="ph1299">
                <a:extLst>
                  <a:ext uri="{FF2B5EF4-FFF2-40B4-BE49-F238E27FC236}">
                    <a16:creationId xmlns:a16="http://schemas.microsoft.com/office/drawing/2014/main" id="{3C97911C-1D90-FBB9-4A76-3C88C56A18FC}"/>
                  </a:ext>
                </a:extLst>
              </p:cNvPr>
              <p:cNvSpPr/>
              <p:nvPr/>
            </p:nvSpPr>
            <p:spPr>
              <a:xfrm>
                <a:off x="249665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9" name="ph1300">
                <a:extLst>
                  <a:ext uri="{FF2B5EF4-FFF2-40B4-BE49-F238E27FC236}">
                    <a16:creationId xmlns:a16="http://schemas.microsoft.com/office/drawing/2014/main" id="{0B2B5359-E848-061F-5367-141938508344}"/>
                  </a:ext>
                </a:extLst>
              </p:cNvPr>
              <p:cNvSpPr/>
              <p:nvPr/>
            </p:nvSpPr>
            <p:spPr>
              <a:xfrm>
                <a:off x="250609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0" name="ph1301">
                <a:extLst>
                  <a:ext uri="{FF2B5EF4-FFF2-40B4-BE49-F238E27FC236}">
                    <a16:creationId xmlns:a16="http://schemas.microsoft.com/office/drawing/2014/main" id="{06272A1C-BB1C-F8FA-A198-376E6ABB3E82}"/>
                  </a:ext>
                </a:extLst>
              </p:cNvPr>
              <p:cNvSpPr/>
              <p:nvPr/>
            </p:nvSpPr>
            <p:spPr>
              <a:xfrm>
                <a:off x="251553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1" name="ph1302">
                <a:extLst>
                  <a:ext uri="{FF2B5EF4-FFF2-40B4-BE49-F238E27FC236}">
                    <a16:creationId xmlns:a16="http://schemas.microsoft.com/office/drawing/2014/main" id="{95C0AD2B-5EFD-56BC-4763-3E50C3B80F72}"/>
                  </a:ext>
                </a:extLst>
              </p:cNvPr>
              <p:cNvSpPr/>
              <p:nvPr/>
            </p:nvSpPr>
            <p:spPr>
              <a:xfrm>
                <a:off x="252497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2" name="ph1303">
                <a:extLst>
                  <a:ext uri="{FF2B5EF4-FFF2-40B4-BE49-F238E27FC236}">
                    <a16:creationId xmlns:a16="http://schemas.microsoft.com/office/drawing/2014/main" id="{B3CB762F-3A43-FFD2-258C-7381A8C61CC9}"/>
                  </a:ext>
                </a:extLst>
              </p:cNvPr>
              <p:cNvSpPr/>
              <p:nvPr/>
            </p:nvSpPr>
            <p:spPr>
              <a:xfrm>
                <a:off x="253441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3" name="ph1304">
                <a:extLst>
                  <a:ext uri="{FF2B5EF4-FFF2-40B4-BE49-F238E27FC236}">
                    <a16:creationId xmlns:a16="http://schemas.microsoft.com/office/drawing/2014/main" id="{060841E4-6B6C-357C-41DE-074A39FC566E}"/>
                  </a:ext>
                </a:extLst>
              </p:cNvPr>
              <p:cNvSpPr/>
              <p:nvPr/>
            </p:nvSpPr>
            <p:spPr>
              <a:xfrm>
                <a:off x="254385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4" name="ph1305">
                <a:extLst>
                  <a:ext uri="{FF2B5EF4-FFF2-40B4-BE49-F238E27FC236}">
                    <a16:creationId xmlns:a16="http://schemas.microsoft.com/office/drawing/2014/main" id="{18ECAD45-9AD6-C670-DEF7-21E625A187A7}"/>
                  </a:ext>
                </a:extLst>
              </p:cNvPr>
              <p:cNvSpPr/>
              <p:nvPr/>
            </p:nvSpPr>
            <p:spPr>
              <a:xfrm>
                <a:off x="255329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5" name="ph1306">
                <a:extLst>
                  <a:ext uri="{FF2B5EF4-FFF2-40B4-BE49-F238E27FC236}">
                    <a16:creationId xmlns:a16="http://schemas.microsoft.com/office/drawing/2014/main" id="{15C17BBD-BF6D-DF20-8AD7-76CDC409F854}"/>
                  </a:ext>
                </a:extLst>
              </p:cNvPr>
              <p:cNvSpPr/>
              <p:nvPr/>
            </p:nvSpPr>
            <p:spPr>
              <a:xfrm>
                <a:off x="256273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6" name="ph1307">
                <a:extLst>
                  <a:ext uri="{FF2B5EF4-FFF2-40B4-BE49-F238E27FC236}">
                    <a16:creationId xmlns:a16="http://schemas.microsoft.com/office/drawing/2014/main" id="{A802A255-21A1-2FE1-7096-E11137F06A06}"/>
                  </a:ext>
                </a:extLst>
              </p:cNvPr>
              <p:cNvSpPr/>
              <p:nvPr/>
            </p:nvSpPr>
            <p:spPr>
              <a:xfrm>
                <a:off x="257217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7" name="ph1308">
                <a:extLst>
                  <a:ext uri="{FF2B5EF4-FFF2-40B4-BE49-F238E27FC236}">
                    <a16:creationId xmlns:a16="http://schemas.microsoft.com/office/drawing/2014/main" id="{686F4827-D186-4AC9-D44F-9556164B1F20}"/>
                  </a:ext>
                </a:extLst>
              </p:cNvPr>
              <p:cNvSpPr/>
              <p:nvPr/>
            </p:nvSpPr>
            <p:spPr>
              <a:xfrm>
                <a:off x="258161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8" name="ph1309">
                <a:extLst>
                  <a:ext uri="{FF2B5EF4-FFF2-40B4-BE49-F238E27FC236}">
                    <a16:creationId xmlns:a16="http://schemas.microsoft.com/office/drawing/2014/main" id="{B249118B-C972-4F89-B760-99FC02ABE722}"/>
                  </a:ext>
                </a:extLst>
              </p:cNvPr>
              <p:cNvSpPr/>
              <p:nvPr/>
            </p:nvSpPr>
            <p:spPr>
              <a:xfrm>
                <a:off x="259105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9" name="ph1310">
                <a:extLst>
                  <a:ext uri="{FF2B5EF4-FFF2-40B4-BE49-F238E27FC236}">
                    <a16:creationId xmlns:a16="http://schemas.microsoft.com/office/drawing/2014/main" id="{74D74658-58BF-D073-6A7C-D728CA9A21E1}"/>
                  </a:ext>
                </a:extLst>
              </p:cNvPr>
              <p:cNvSpPr/>
              <p:nvPr/>
            </p:nvSpPr>
            <p:spPr>
              <a:xfrm>
                <a:off x="260049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0" name="ph1311">
                <a:extLst>
                  <a:ext uri="{FF2B5EF4-FFF2-40B4-BE49-F238E27FC236}">
                    <a16:creationId xmlns:a16="http://schemas.microsoft.com/office/drawing/2014/main" id="{DE303CDC-0CCB-25DD-E883-031D52E2A328}"/>
                  </a:ext>
                </a:extLst>
              </p:cNvPr>
              <p:cNvSpPr/>
              <p:nvPr/>
            </p:nvSpPr>
            <p:spPr>
              <a:xfrm>
                <a:off x="260993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1" name="ph1312">
                <a:extLst>
                  <a:ext uri="{FF2B5EF4-FFF2-40B4-BE49-F238E27FC236}">
                    <a16:creationId xmlns:a16="http://schemas.microsoft.com/office/drawing/2014/main" id="{D8D6D7EC-F041-8D3C-F996-023A763A1D77}"/>
                  </a:ext>
                </a:extLst>
              </p:cNvPr>
              <p:cNvSpPr/>
              <p:nvPr/>
            </p:nvSpPr>
            <p:spPr>
              <a:xfrm>
                <a:off x="261937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2" name="ph1313">
                <a:extLst>
                  <a:ext uri="{FF2B5EF4-FFF2-40B4-BE49-F238E27FC236}">
                    <a16:creationId xmlns:a16="http://schemas.microsoft.com/office/drawing/2014/main" id="{1C778E81-75D7-5488-C13C-19A84FAA0485}"/>
                  </a:ext>
                </a:extLst>
              </p:cNvPr>
              <p:cNvSpPr/>
              <p:nvPr/>
            </p:nvSpPr>
            <p:spPr>
              <a:xfrm>
                <a:off x="262881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3" name="ph1314">
                <a:extLst>
                  <a:ext uri="{FF2B5EF4-FFF2-40B4-BE49-F238E27FC236}">
                    <a16:creationId xmlns:a16="http://schemas.microsoft.com/office/drawing/2014/main" id="{8B60CCF2-09B8-73BD-E8A6-1A5B31A9EF90}"/>
                  </a:ext>
                </a:extLst>
              </p:cNvPr>
              <p:cNvSpPr/>
              <p:nvPr/>
            </p:nvSpPr>
            <p:spPr>
              <a:xfrm>
                <a:off x="263825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4" name="ph1315">
                <a:extLst>
                  <a:ext uri="{FF2B5EF4-FFF2-40B4-BE49-F238E27FC236}">
                    <a16:creationId xmlns:a16="http://schemas.microsoft.com/office/drawing/2014/main" id="{239A1A6D-4508-3C76-BE3D-592A4F22805D}"/>
                  </a:ext>
                </a:extLst>
              </p:cNvPr>
              <p:cNvSpPr/>
              <p:nvPr/>
            </p:nvSpPr>
            <p:spPr>
              <a:xfrm>
                <a:off x="264769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5" name="ph1316">
                <a:extLst>
                  <a:ext uri="{FF2B5EF4-FFF2-40B4-BE49-F238E27FC236}">
                    <a16:creationId xmlns:a16="http://schemas.microsoft.com/office/drawing/2014/main" id="{E0E1F7AB-9B78-5AAF-941E-94D6791B3A8C}"/>
                  </a:ext>
                </a:extLst>
              </p:cNvPr>
              <p:cNvSpPr/>
              <p:nvPr/>
            </p:nvSpPr>
            <p:spPr>
              <a:xfrm>
                <a:off x="265713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6" name="ph1317">
                <a:extLst>
                  <a:ext uri="{FF2B5EF4-FFF2-40B4-BE49-F238E27FC236}">
                    <a16:creationId xmlns:a16="http://schemas.microsoft.com/office/drawing/2014/main" id="{1B93240C-130A-F718-9CCE-4C21ECE473D7}"/>
                  </a:ext>
                </a:extLst>
              </p:cNvPr>
              <p:cNvSpPr/>
              <p:nvPr/>
            </p:nvSpPr>
            <p:spPr>
              <a:xfrm>
                <a:off x="266657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7" name="ph1318">
                <a:extLst>
                  <a:ext uri="{FF2B5EF4-FFF2-40B4-BE49-F238E27FC236}">
                    <a16:creationId xmlns:a16="http://schemas.microsoft.com/office/drawing/2014/main" id="{56A95A26-8C14-7128-D2B7-853245BAD082}"/>
                  </a:ext>
                </a:extLst>
              </p:cNvPr>
              <p:cNvSpPr/>
              <p:nvPr/>
            </p:nvSpPr>
            <p:spPr>
              <a:xfrm>
                <a:off x="267601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8" name="ph1319">
                <a:extLst>
                  <a:ext uri="{FF2B5EF4-FFF2-40B4-BE49-F238E27FC236}">
                    <a16:creationId xmlns:a16="http://schemas.microsoft.com/office/drawing/2014/main" id="{303E0310-6698-6DF7-266A-53C533E422FA}"/>
                  </a:ext>
                </a:extLst>
              </p:cNvPr>
              <p:cNvSpPr/>
              <p:nvPr/>
            </p:nvSpPr>
            <p:spPr>
              <a:xfrm>
                <a:off x="268545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9" name="ph1320">
                <a:extLst>
                  <a:ext uri="{FF2B5EF4-FFF2-40B4-BE49-F238E27FC236}">
                    <a16:creationId xmlns:a16="http://schemas.microsoft.com/office/drawing/2014/main" id="{05B353B9-79C4-1C02-22DF-06CDEE6211C0}"/>
                  </a:ext>
                </a:extLst>
              </p:cNvPr>
              <p:cNvSpPr/>
              <p:nvPr/>
            </p:nvSpPr>
            <p:spPr>
              <a:xfrm>
                <a:off x="269489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0" name="ph1321">
                <a:extLst>
                  <a:ext uri="{FF2B5EF4-FFF2-40B4-BE49-F238E27FC236}">
                    <a16:creationId xmlns:a16="http://schemas.microsoft.com/office/drawing/2014/main" id="{3C40AF6C-A0BE-36D0-2905-91F822E92B42}"/>
                  </a:ext>
                </a:extLst>
              </p:cNvPr>
              <p:cNvSpPr/>
              <p:nvPr/>
            </p:nvSpPr>
            <p:spPr>
              <a:xfrm>
                <a:off x="270433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1" name="ph1322">
                <a:extLst>
                  <a:ext uri="{FF2B5EF4-FFF2-40B4-BE49-F238E27FC236}">
                    <a16:creationId xmlns:a16="http://schemas.microsoft.com/office/drawing/2014/main" id="{A93839E5-5818-C350-CE14-DDD76AF8675E}"/>
                  </a:ext>
                </a:extLst>
              </p:cNvPr>
              <p:cNvSpPr/>
              <p:nvPr/>
            </p:nvSpPr>
            <p:spPr>
              <a:xfrm>
                <a:off x="271377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2" name="ph1323">
                <a:extLst>
                  <a:ext uri="{FF2B5EF4-FFF2-40B4-BE49-F238E27FC236}">
                    <a16:creationId xmlns:a16="http://schemas.microsoft.com/office/drawing/2014/main" id="{C2DD9184-4AFE-4201-FA79-33BDF9248B34}"/>
                  </a:ext>
                </a:extLst>
              </p:cNvPr>
              <p:cNvSpPr/>
              <p:nvPr/>
            </p:nvSpPr>
            <p:spPr>
              <a:xfrm>
                <a:off x="272321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3" name="ph1324">
                <a:extLst>
                  <a:ext uri="{FF2B5EF4-FFF2-40B4-BE49-F238E27FC236}">
                    <a16:creationId xmlns:a16="http://schemas.microsoft.com/office/drawing/2014/main" id="{CFDA33E8-CFC4-777F-0C8E-8AE6072C3D94}"/>
                  </a:ext>
                </a:extLst>
              </p:cNvPr>
              <p:cNvSpPr/>
              <p:nvPr/>
            </p:nvSpPr>
            <p:spPr>
              <a:xfrm>
                <a:off x="273265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4" name="ph1325">
                <a:extLst>
                  <a:ext uri="{FF2B5EF4-FFF2-40B4-BE49-F238E27FC236}">
                    <a16:creationId xmlns:a16="http://schemas.microsoft.com/office/drawing/2014/main" id="{21223352-5180-12A2-CCA6-AE1BA8FF08B1}"/>
                  </a:ext>
                </a:extLst>
              </p:cNvPr>
              <p:cNvSpPr/>
              <p:nvPr/>
            </p:nvSpPr>
            <p:spPr>
              <a:xfrm>
                <a:off x="274209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5" name="ph1326">
                <a:extLst>
                  <a:ext uri="{FF2B5EF4-FFF2-40B4-BE49-F238E27FC236}">
                    <a16:creationId xmlns:a16="http://schemas.microsoft.com/office/drawing/2014/main" id="{183E0BB9-D4D6-A999-6C1B-A2367E576D5B}"/>
                  </a:ext>
                </a:extLst>
              </p:cNvPr>
              <p:cNvSpPr/>
              <p:nvPr/>
            </p:nvSpPr>
            <p:spPr>
              <a:xfrm>
                <a:off x="275153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6" name="ph1327">
                <a:extLst>
                  <a:ext uri="{FF2B5EF4-FFF2-40B4-BE49-F238E27FC236}">
                    <a16:creationId xmlns:a16="http://schemas.microsoft.com/office/drawing/2014/main" id="{16FF2572-A11C-C977-3529-818EC4903F6A}"/>
                  </a:ext>
                </a:extLst>
              </p:cNvPr>
              <p:cNvSpPr/>
              <p:nvPr/>
            </p:nvSpPr>
            <p:spPr>
              <a:xfrm>
                <a:off x="276097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7" name="ph1328">
                <a:extLst>
                  <a:ext uri="{FF2B5EF4-FFF2-40B4-BE49-F238E27FC236}">
                    <a16:creationId xmlns:a16="http://schemas.microsoft.com/office/drawing/2014/main" id="{ECCDDF93-FB72-0868-7AAF-EBACAD3AF1FF}"/>
                  </a:ext>
                </a:extLst>
              </p:cNvPr>
              <p:cNvSpPr/>
              <p:nvPr/>
            </p:nvSpPr>
            <p:spPr>
              <a:xfrm>
                <a:off x="277041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8" name="ph1329">
                <a:extLst>
                  <a:ext uri="{FF2B5EF4-FFF2-40B4-BE49-F238E27FC236}">
                    <a16:creationId xmlns:a16="http://schemas.microsoft.com/office/drawing/2014/main" id="{99A4A4C3-B255-2157-139E-58C5A9E099EF}"/>
                  </a:ext>
                </a:extLst>
              </p:cNvPr>
              <p:cNvSpPr/>
              <p:nvPr/>
            </p:nvSpPr>
            <p:spPr>
              <a:xfrm>
                <a:off x="277985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9" name="ph1330">
                <a:extLst>
                  <a:ext uri="{FF2B5EF4-FFF2-40B4-BE49-F238E27FC236}">
                    <a16:creationId xmlns:a16="http://schemas.microsoft.com/office/drawing/2014/main" id="{50A0B437-BB8E-E86E-121F-D457F973DB33}"/>
                  </a:ext>
                </a:extLst>
              </p:cNvPr>
              <p:cNvSpPr/>
              <p:nvPr/>
            </p:nvSpPr>
            <p:spPr>
              <a:xfrm>
                <a:off x="278929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0" name="ph1331">
                <a:extLst>
                  <a:ext uri="{FF2B5EF4-FFF2-40B4-BE49-F238E27FC236}">
                    <a16:creationId xmlns:a16="http://schemas.microsoft.com/office/drawing/2014/main" id="{D09F132D-2C0F-C270-BF90-FDCD3F983A3E}"/>
                  </a:ext>
                </a:extLst>
              </p:cNvPr>
              <p:cNvSpPr/>
              <p:nvPr/>
            </p:nvSpPr>
            <p:spPr>
              <a:xfrm>
                <a:off x="279873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1" name="ph1332">
                <a:extLst>
                  <a:ext uri="{FF2B5EF4-FFF2-40B4-BE49-F238E27FC236}">
                    <a16:creationId xmlns:a16="http://schemas.microsoft.com/office/drawing/2014/main" id="{EC9BDC82-5745-220E-0BC1-5F0FD2E59B9A}"/>
                  </a:ext>
                </a:extLst>
              </p:cNvPr>
              <p:cNvSpPr/>
              <p:nvPr/>
            </p:nvSpPr>
            <p:spPr>
              <a:xfrm>
                <a:off x="280817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2" name="ph1333">
                <a:extLst>
                  <a:ext uri="{FF2B5EF4-FFF2-40B4-BE49-F238E27FC236}">
                    <a16:creationId xmlns:a16="http://schemas.microsoft.com/office/drawing/2014/main" id="{FA0900AF-30DC-A630-2FAD-72189A9C4876}"/>
                  </a:ext>
                </a:extLst>
              </p:cNvPr>
              <p:cNvSpPr/>
              <p:nvPr/>
            </p:nvSpPr>
            <p:spPr>
              <a:xfrm>
                <a:off x="281761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3" name="ph1334">
                <a:extLst>
                  <a:ext uri="{FF2B5EF4-FFF2-40B4-BE49-F238E27FC236}">
                    <a16:creationId xmlns:a16="http://schemas.microsoft.com/office/drawing/2014/main" id="{6C1D729D-37CC-2DC7-1F8C-C7B56D616F36}"/>
                  </a:ext>
                </a:extLst>
              </p:cNvPr>
              <p:cNvSpPr/>
              <p:nvPr/>
            </p:nvSpPr>
            <p:spPr>
              <a:xfrm>
                <a:off x="282705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4" name="ph1335">
                <a:extLst>
                  <a:ext uri="{FF2B5EF4-FFF2-40B4-BE49-F238E27FC236}">
                    <a16:creationId xmlns:a16="http://schemas.microsoft.com/office/drawing/2014/main" id="{B6A4FB86-D10B-60CC-F513-7F2C99D66D0A}"/>
                  </a:ext>
                </a:extLst>
              </p:cNvPr>
              <p:cNvSpPr/>
              <p:nvPr/>
            </p:nvSpPr>
            <p:spPr>
              <a:xfrm>
                <a:off x="283649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5" name="ph1336">
                <a:extLst>
                  <a:ext uri="{FF2B5EF4-FFF2-40B4-BE49-F238E27FC236}">
                    <a16:creationId xmlns:a16="http://schemas.microsoft.com/office/drawing/2014/main" id="{5DCDF3C0-9CDD-7040-BFFD-3F188F5FEFB2}"/>
                  </a:ext>
                </a:extLst>
              </p:cNvPr>
              <p:cNvSpPr/>
              <p:nvPr/>
            </p:nvSpPr>
            <p:spPr>
              <a:xfrm>
                <a:off x="284593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6" name="ph1337">
                <a:extLst>
                  <a:ext uri="{FF2B5EF4-FFF2-40B4-BE49-F238E27FC236}">
                    <a16:creationId xmlns:a16="http://schemas.microsoft.com/office/drawing/2014/main" id="{0D67CC10-A2EE-BF24-2EC1-76B0EACC142B}"/>
                  </a:ext>
                </a:extLst>
              </p:cNvPr>
              <p:cNvSpPr/>
              <p:nvPr/>
            </p:nvSpPr>
            <p:spPr>
              <a:xfrm>
                <a:off x="285538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7" name="ph1338">
                <a:extLst>
                  <a:ext uri="{FF2B5EF4-FFF2-40B4-BE49-F238E27FC236}">
                    <a16:creationId xmlns:a16="http://schemas.microsoft.com/office/drawing/2014/main" id="{E64B5EC3-6B61-05A5-16BC-B716BE463692}"/>
                  </a:ext>
                </a:extLst>
              </p:cNvPr>
              <p:cNvSpPr/>
              <p:nvPr/>
            </p:nvSpPr>
            <p:spPr>
              <a:xfrm>
                <a:off x="286482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8" name="ph1339">
                <a:extLst>
                  <a:ext uri="{FF2B5EF4-FFF2-40B4-BE49-F238E27FC236}">
                    <a16:creationId xmlns:a16="http://schemas.microsoft.com/office/drawing/2014/main" id="{76EBD216-9131-8FB1-7F85-D63B0B82A33F}"/>
                  </a:ext>
                </a:extLst>
              </p:cNvPr>
              <p:cNvSpPr/>
              <p:nvPr/>
            </p:nvSpPr>
            <p:spPr>
              <a:xfrm>
                <a:off x="287426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9" name="ph1340">
                <a:extLst>
                  <a:ext uri="{FF2B5EF4-FFF2-40B4-BE49-F238E27FC236}">
                    <a16:creationId xmlns:a16="http://schemas.microsoft.com/office/drawing/2014/main" id="{517C618E-F559-61A2-DCA7-163584132E6C}"/>
                  </a:ext>
                </a:extLst>
              </p:cNvPr>
              <p:cNvSpPr/>
              <p:nvPr/>
            </p:nvSpPr>
            <p:spPr>
              <a:xfrm>
                <a:off x="288370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0" name="ph1341">
                <a:extLst>
                  <a:ext uri="{FF2B5EF4-FFF2-40B4-BE49-F238E27FC236}">
                    <a16:creationId xmlns:a16="http://schemas.microsoft.com/office/drawing/2014/main" id="{A74E0E32-85E3-1C69-BE33-74761D11F1E7}"/>
                  </a:ext>
                </a:extLst>
              </p:cNvPr>
              <p:cNvSpPr/>
              <p:nvPr/>
            </p:nvSpPr>
            <p:spPr>
              <a:xfrm>
                <a:off x="289314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1" name="ph1342">
                <a:extLst>
                  <a:ext uri="{FF2B5EF4-FFF2-40B4-BE49-F238E27FC236}">
                    <a16:creationId xmlns:a16="http://schemas.microsoft.com/office/drawing/2014/main" id="{3B92E102-C02C-1A08-FC49-C9DEC9FB7451}"/>
                  </a:ext>
                </a:extLst>
              </p:cNvPr>
              <p:cNvSpPr/>
              <p:nvPr/>
            </p:nvSpPr>
            <p:spPr>
              <a:xfrm>
                <a:off x="290258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2" name="ph1343">
                <a:extLst>
                  <a:ext uri="{FF2B5EF4-FFF2-40B4-BE49-F238E27FC236}">
                    <a16:creationId xmlns:a16="http://schemas.microsoft.com/office/drawing/2014/main" id="{3E250368-DCDF-A392-5E20-F51BCF1E170F}"/>
                  </a:ext>
                </a:extLst>
              </p:cNvPr>
              <p:cNvSpPr/>
              <p:nvPr/>
            </p:nvSpPr>
            <p:spPr>
              <a:xfrm>
                <a:off x="291202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3" name="ph1344">
                <a:extLst>
                  <a:ext uri="{FF2B5EF4-FFF2-40B4-BE49-F238E27FC236}">
                    <a16:creationId xmlns:a16="http://schemas.microsoft.com/office/drawing/2014/main" id="{6D488827-E512-9AFA-DA87-49E541947315}"/>
                  </a:ext>
                </a:extLst>
              </p:cNvPr>
              <p:cNvSpPr/>
              <p:nvPr/>
            </p:nvSpPr>
            <p:spPr>
              <a:xfrm>
                <a:off x="292146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4" name="ph1345">
                <a:extLst>
                  <a:ext uri="{FF2B5EF4-FFF2-40B4-BE49-F238E27FC236}">
                    <a16:creationId xmlns:a16="http://schemas.microsoft.com/office/drawing/2014/main" id="{21688981-9690-0ABB-7E52-938D22015715}"/>
                  </a:ext>
                </a:extLst>
              </p:cNvPr>
              <p:cNvSpPr/>
              <p:nvPr/>
            </p:nvSpPr>
            <p:spPr>
              <a:xfrm>
                <a:off x="293090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5" name="ph1346">
                <a:extLst>
                  <a:ext uri="{FF2B5EF4-FFF2-40B4-BE49-F238E27FC236}">
                    <a16:creationId xmlns:a16="http://schemas.microsoft.com/office/drawing/2014/main" id="{8B28637E-62D8-F16B-7481-DFF4A35B725D}"/>
                  </a:ext>
                </a:extLst>
              </p:cNvPr>
              <p:cNvSpPr/>
              <p:nvPr/>
            </p:nvSpPr>
            <p:spPr>
              <a:xfrm>
                <a:off x="294034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6" name="ph1347">
                <a:extLst>
                  <a:ext uri="{FF2B5EF4-FFF2-40B4-BE49-F238E27FC236}">
                    <a16:creationId xmlns:a16="http://schemas.microsoft.com/office/drawing/2014/main" id="{3C577958-A72E-BD10-7DA3-8AC235945CE0}"/>
                  </a:ext>
                </a:extLst>
              </p:cNvPr>
              <p:cNvSpPr/>
              <p:nvPr/>
            </p:nvSpPr>
            <p:spPr>
              <a:xfrm>
                <a:off x="294978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7" name="ph1348">
                <a:extLst>
                  <a:ext uri="{FF2B5EF4-FFF2-40B4-BE49-F238E27FC236}">
                    <a16:creationId xmlns:a16="http://schemas.microsoft.com/office/drawing/2014/main" id="{DE4CB673-2F4F-FDF1-3380-E5F57A98B25E}"/>
                  </a:ext>
                </a:extLst>
              </p:cNvPr>
              <p:cNvSpPr/>
              <p:nvPr/>
            </p:nvSpPr>
            <p:spPr>
              <a:xfrm>
                <a:off x="295922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8" name="ph1349">
                <a:extLst>
                  <a:ext uri="{FF2B5EF4-FFF2-40B4-BE49-F238E27FC236}">
                    <a16:creationId xmlns:a16="http://schemas.microsoft.com/office/drawing/2014/main" id="{D008F572-E9BB-4D3A-EFF6-CAE43D8A125D}"/>
                  </a:ext>
                </a:extLst>
              </p:cNvPr>
              <p:cNvSpPr/>
              <p:nvPr/>
            </p:nvSpPr>
            <p:spPr>
              <a:xfrm>
                <a:off x="296866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9" name="ph1350">
                <a:extLst>
                  <a:ext uri="{FF2B5EF4-FFF2-40B4-BE49-F238E27FC236}">
                    <a16:creationId xmlns:a16="http://schemas.microsoft.com/office/drawing/2014/main" id="{30DC782B-FACB-1760-8B51-8C1778A75522}"/>
                  </a:ext>
                </a:extLst>
              </p:cNvPr>
              <p:cNvSpPr/>
              <p:nvPr/>
            </p:nvSpPr>
            <p:spPr>
              <a:xfrm>
                <a:off x="297810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0" name="ph1351">
                <a:extLst>
                  <a:ext uri="{FF2B5EF4-FFF2-40B4-BE49-F238E27FC236}">
                    <a16:creationId xmlns:a16="http://schemas.microsoft.com/office/drawing/2014/main" id="{88475AE4-B541-4A33-084A-FD73335BFC65}"/>
                  </a:ext>
                </a:extLst>
              </p:cNvPr>
              <p:cNvSpPr/>
              <p:nvPr/>
            </p:nvSpPr>
            <p:spPr>
              <a:xfrm>
                <a:off x="298754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1" name="ph1352">
                <a:extLst>
                  <a:ext uri="{FF2B5EF4-FFF2-40B4-BE49-F238E27FC236}">
                    <a16:creationId xmlns:a16="http://schemas.microsoft.com/office/drawing/2014/main" id="{2025B9B2-9046-C56D-B342-FB124A0B0467}"/>
                  </a:ext>
                </a:extLst>
              </p:cNvPr>
              <p:cNvSpPr/>
              <p:nvPr/>
            </p:nvSpPr>
            <p:spPr>
              <a:xfrm>
                <a:off x="299698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2" name="ph1353">
                <a:extLst>
                  <a:ext uri="{FF2B5EF4-FFF2-40B4-BE49-F238E27FC236}">
                    <a16:creationId xmlns:a16="http://schemas.microsoft.com/office/drawing/2014/main" id="{C4AF767E-5CF1-10FF-CEB9-0614C00DE513}"/>
                  </a:ext>
                </a:extLst>
              </p:cNvPr>
              <p:cNvSpPr/>
              <p:nvPr/>
            </p:nvSpPr>
            <p:spPr>
              <a:xfrm>
                <a:off x="300642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3" name="ph1354">
                <a:extLst>
                  <a:ext uri="{FF2B5EF4-FFF2-40B4-BE49-F238E27FC236}">
                    <a16:creationId xmlns:a16="http://schemas.microsoft.com/office/drawing/2014/main" id="{A6EF4151-8168-83D4-0148-84D14AD12D9D}"/>
                  </a:ext>
                </a:extLst>
              </p:cNvPr>
              <p:cNvSpPr/>
              <p:nvPr/>
            </p:nvSpPr>
            <p:spPr>
              <a:xfrm>
                <a:off x="301586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4" name="ph1355">
                <a:extLst>
                  <a:ext uri="{FF2B5EF4-FFF2-40B4-BE49-F238E27FC236}">
                    <a16:creationId xmlns:a16="http://schemas.microsoft.com/office/drawing/2014/main" id="{1A9DDF84-B0EB-D370-4584-24DCC81662DA}"/>
                  </a:ext>
                </a:extLst>
              </p:cNvPr>
              <p:cNvSpPr/>
              <p:nvPr/>
            </p:nvSpPr>
            <p:spPr>
              <a:xfrm>
                <a:off x="302530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5" name="ph1356">
                <a:extLst>
                  <a:ext uri="{FF2B5EF4-FFF2-40B4-BE49-F238E27FC236}">
                    <a16:creationId xmlns:a16="http://schemas.microsoft.com/office/drawing/2014/main" id="{DD78354A-82EB-59B8-726A-64D2BC8E55D8}"/>
                  </a:ext>
                </a:extLst>
              </p:cNvPr>
              <p:cNvSpPr/>
              <p:nvPr/>
            </p:nvSpPr>
            <p:spPr>
              <a:xfrm>
                <a:off x="303474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6" name="ph1357">
                <a:extLst>
                  <a:ext uri="{FF2B5EF4-FFF2-40B4-BE49-F238E27FC236}">
                    <a16:creationId xmlns:a16="http://schemas.microsoft.com/office/drawing/2014/main" id="{A5B77DED-A6F4-6ECD-36C4-9BB6661C7288}"/>
                  </a:ext>
                </a:extLst>
              </p:cNvPr>
              <p:cNvSpPr/>
              <p:nvPr/>
            </p:nvSpPr>
            <p:spPr>
              <a:xfrm>
                <a:off x="304418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7" name="ph1358">
                <a:extLst>
                  <a:ext uri="{FF2B5EF4-FFF2-40B4-BE49-F238E27FC236}">
                    <a16:creationId xmlns:a16="http://schemas.microsoft.com/office/drawing/2014/main" id="{B08FEB09-BA3F-BE61-C1B9-1AA3ECE3BD11}"/>
                  </a:ext>
                </a:extLst>
              </p:cNvPr>
              <p:cNvSpPr/>
              <p:nvPr/>
            </p:nvSpPr>
            <p:spPr>
              <a:xfrm>
                <a:off x="305362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8" name="ph1359">
                <a:extLst>
                  <a:ext uri="{FF2B5EF4-FFF2-40B4-BE49-F238E27FC236}">
                    <a16:creationId xmlns:a16="http://schemas.microsoft.com/office/drawing/2014/main" id="{730A708F-0CFD-1C93-6732-2A2BB848521B}"/>
                  </a:ext>
                </a:extLst>
              </p:cNvPr>
              <p:cNvSpPr/>
              <p:nvPr/>
            </p:nvSpPr>
            <p:spPr>
              <a:xfrm>
                <a:off x="306306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9" name="ph1360">
                <a:extLst>
                  <a:ext uri="{FF2B5EF4-FFF2-40B4-BE49-F238E27FC236}">
                    <a16:creationId xmlns:a16="http://schemas.microsoft.com/office/drawing/2014/main" id="{8E0867F2-2DBD-0FA6-03AF-0529A23A64BB}"/>
                  </a:ext>
                </a:extLst>
              </p:cNvPr>
              <p:cNvSpPr/>
              <p:nvPr/>
            </p:nvSpPr>
            <p:spPr>
              <a:xfrm>
                <a:off x="307250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0" name="ph1361">
                <a:extLst>
                  <a:ext uri="{FF2B5EF4-FFF2-40B4-BE49-F238E27FC236}">
                    <a16:creationId xmlns:a16="http://schemas.microsoft.com/office/drawing/2014/main" id="{4FBB9DE2-2059-4AD1-EFF0-3B22D72A8104}"/>
                  </a:ext>
                </a:extLst>
              </p:cNvPr>
              <p:cNvSpPr/>
              <p:nvPr/>
            </p:nvSpPr>
            <p:spPr>
              <a:xfrm>
                <a:off x="308194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1" name="ph1362">
                <a:extLst>
                  <a:ext uri="{FF2B5EF4-FFF2-40B4-BE49-F238E27FC236}">
                    <a16:creationId xmlns:a16="http://schemas.microsoft.com/office/drawing/2014/main" id="{70CF1C59-6EF7-AFC7-1AA3-9A6A90B54878}"/>
                  </a:ext>
                </a:extLst>
              </p:cNvPr>
              <p:cNvSpPr/>
              <p:nvPr/>
            </p:nvSpPr>
            <p:spPr>
              <a:xfrm>
                <a:off x="309138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2" name="ph1363">
                <a:extLst>
                  <a:ext uri="{FF2B5EF4-FFF2-40B4-BE49-F238E27FC236}">
                    <a16:creationId xmlns:a16="http://schemas.microsoft.com/office/drawing/2014/main" id="{E5451D31-5A28-EFA8-D8A6-9124F4AAA643}"/>
                  </a:ext>
                </a:extLst>
              </p:cNvPr>
              <p:cNvSpPr/>
              <p:nvPr/>
            </p:nvSpPr>
            <p:spPr>
              <a:xfrm>
                <a:off x="310082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3" name="ph1364">
                <a:extLst>
                  <a:ext uri="{FF2B5EF4-FFF2-40B4-BE49-F238E27FC236}">
                    <a16:creationId xmlns:a16="http://schemas.microsoft.com/office/drawing/2014/main" id="{C7EA90CD-0129-C959-3352-0AFF83DFCA26}"/>
                  </a:ext>
                </a:extLst>
              </p:cNvPr>
              <p:cNvSpPr/>
              <p:nvPr/>
            </p:nvSpPr>
            <p:spPr>
              <a:xfrm>
                <a:off x="311026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4" name="ph1365">
                <a:extLst>
                  <a:ext uri="{FF2B5EF4-FFF2-40B4-BE49-F238E27FC236}">
                    <a16:creationId xmlns:a16="http://schemas.microsoft.com/office/drawing/2014/main" id="{6140B9BF-1C28-0693-0A13-F0C46C254366}"/>
                  </a:ext>
                </a:extLst>
              </p:cNvPr>
              <p:cNvSpPr/>
              <p:nvPr/>
            </p:nvSpPr>
            <p:spPr>
              <a:xfrm>
                <a:off x="311970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5" name="ph1366">
                <a:extLst>
                  <a:ext uri="{FF2B5EF4-FFF2-40B4-BE49-F238E27FC236}">
                    <a16:creationId xmlns:a16="http://schemas.microsoft.com/office/drawing/2014/main" id="{44BCF857-306C-4AEF-B7D0-80C458FB5012}"/>
                  </a:ext>
                </a:extLst>
              </p:cNvPr>
              <p:cNvSpPr/>
              <p:nvPr/>
            </p:nvSpPr>
            <p:spPr>
              <a:xfrm>
                <a:off x="312914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6" name="ph1367">
                <a:extLst>
                  <a:ext uri="{FF2B5EF4-FFF2-40B4-BE49-F238E27FC236}">
                    <a16:creationId xmlns:a16="http://schemas.microsoft.com/office/drawing/2014/main" id="{8C097749-CAD9-F0FF-C26A-5B7087352B16}"/>
                  </a:ext>
                </a:extLst>
              </p:cNvPr>
              <p:cNvSpPr/>
              <p:nvPr/>
            </p:nvSpPr>
            <p:spPr>
              <a:xfrm>
                <a:off x="313858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7" name="ph1368">
                <a:extLst>
                  <a:ext uri="{FF2B5EF4-FFF2-40B4-BE49-F238E27FC236}">
                    <a16:creationId xmlns:a16="http://schemas.microsoft.com/office/drawing/2014/main" id="{0332B292-04DE-DD55-0419-619BCBD00194}"/>
                  </a:ext>
                </a:extLst>
              </p:cNvPr>
              <p:cNvSpPr/>
              <p:nvPr/>
            </p:nvSpPr>
            <p:spPr>
              <a:xfrm>
                <a:off x="314802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8" name="ph1369">
                <a:extLst>
                  <a:ext uri="{FF2B5EF4-FFF2-40B4-BE49-F238E27FC236}">
                    <a16:creationId xmlns:a16="http://schemas.microsoft.com/office/drawing/2014/main" id="{894BFC19-387A-F8A6-A9CD-48C44A65C68D}"/>
                  </a:ext>
                </a:extLst>
              </p:cNvPr>
              <p:cNvSpPr/>
              <p:nvPr/>
            </p:nvSpPr>
            <p:spPr>
              <a:xfrm>
                <a:off x="315746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9" name="ph1370">
                <a:extLst>
                  <a:ext uri="{FF2B5EF4-FFF2-40B4-BE49-F238E27FC236}">
                    <a16:creationId xmlns:a16="http://schemas.microsoft.com/office/drawing/2014/main" id="{B49B256A-46AD-3146-A599-2F4C53946021}"/>
                  </a:ext>
                </a:extLst>
              </p:cNvPr>
              <p:cNvSpPr/>
              <p:nvPr/>
            </p:nvSpPr>
            <p:spPr>
              <a:xfrm>
                <a:off x="316690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0" name="ph1371">
                <a:extLst>
                  <a:ext uri="{FF2B5EF4-FFF2-40B4-BE49-F238E27FC236}">
                    <a16:creationId xmlns:a16="http://schemas.microsoft.com/office/drawing/2014/main" id="{E49FFD56-01AB-1389-24DA-90D62E79B794}"/>
                  </a:ext>
                </a:extLst>
              </p:cNvPr>
              <p:cNvSpPr/>
              <p:nvPr/>
            </p:nvSpPr>
            <p:spPr>
              <a:xfrm>
                <a:off x="317634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1" name="ph1372">
                <a:extLst>
                  <a:ext uri="{FF2B5EF4-FFF2-40B4-BE49-F238E27FC236}">
                    <a16:creationId xmlns:a16="http://schemas.microsoft.com/office/drawing/2014/main" id="{CB98E70B-2509-76A7-8F9E-57BA0DFF16B4}"/>
                  </a:ext>
                </a:extLst>
              </p:cNvPr>
              <p:cNvSpPr/>
              <p:nvPr/>
            </p:nvSpPr>
            <p:spPr>
              <a:xfrm>
                <a:off x="318578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2" name="ph1373">
                <a:extLst>
                  <a:ext uri="{FF2B5EF4-FFF2-40B4-BE49-F238E27FC236}">
                    <a16:creationId xmlns:a16="http://schemas.microsoft.com/office/drawing/2014/main" id="{ABE9F362-DD56-F298-BD86-E52BDE3E5DBE}"/>
                  </a:ext>
                </a:extLst>
              </p:cNvPr>
              <p:cNvSpPr/>
              <p:nvPr/>
            </p:nvSpPr>
            <p:spPr>
              <a:xfrm>
                <a:off x="319522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3" name="ph1374">
                <a:extLst>
                  <a:ext uri="{FF2B5EF4-FFF2-40B4-BE49-F238E27FC236}">
                    <a16:creationId xmlns:a16="http://schemas.microsoft.com/office/drawing/2014/main" id="{9E9B0BE9-355E-20C4-6F32-F6D4F2EB2F3E}"/>
                  </a:ext>
                </a:extLst>
              </p:cNvPr>
              <p:cNvSpPr/>
              <p:nvPr/>
            </p:nvSpPr>
            <p:spPr>
              <a:xfrm>
                <a:off x="320466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4" name="ph1375">
                <a:extLst>
                  <a:ext uri="{FF2B5EF4-FFF2-40B4-BE49-F238E27FC236}">
                    <a16:creationId xmlns:a16="http://schemas.microsoft.com/office/drawing/2014/main" id="{B0ABFF55-226A-351D-8012-E2782BFFAB6B}"/>
                  </a:ext>
                </a:extLst>
              </p:cNvPr>
              <p:cNvSpPr/>
              <p:nvPr/>
            </p:nvSpPr>
            <p:spPr>
              <a:xfrm>
                <a:off x="321410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5" name="ph1376">
                <a:extLst>
                  <a:ext uri="{FF2B5EF4-FFF2-40B4-BE49-F238E27FC236}">
                    <a16:creationId xmlns:a16="http://schemas.microsoft.com/office/drawing/2014/main" id="{C34B2AB0-A69D-201F-265E-DD7872470BEA}"/>
                  </a:ext>
                </a:extLst>
              </p:cNvPr>
              <p:cNvSpPr/>
              <p:nvPr/>
            </p:nvSpPr>
            <p:spPr>
              <a:xfrm>
                <a:off x="322354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6" name="ph1377">
                <a:extLst>
                  <a:ext uri="{FF2B5EF4-FFF2-40B4-BE49-F238E27FC236}">
                    <a16:creationId xmlns:a16="http://schemas.microsoft.com/office/drawing/2014/main" id="{1F7BBB91-C415-5B1C-6C30-3A46B7BBEB16}"/>
                  </a:ext>
                </a:extLst>
              </p:cNvPr>
              <p:cNvSpPr/>
              <p:nvPr/>
            </p:nvSpPr>
            <p:spPr>
              <a:xfrm>
                <a:off x="323298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7" name="ph1378">
                <a:extLst>
                  <a:ext uri="{FF2B5EF4-FFF2-40B4-BE49-F238E27FC236}">
                    <a16:creationId xmlns:a16="http://schemas.microsoft.com/office/drawing/2014/main" id="{E8017960-B9EC-8DF1-1EC9-C02123500BAD}"/>
                  </a:ext>
                </a:extLst>
              </p:cNvPr>
              <p:cNvSpPr/>
              <p:nvPr/>
            </p:nvSpPr>
            <p:spPr>
              <a:xfrm>
                <a:off x="324242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8" name="ph1379">
                <a:extLst>
                  <a:ext uri="{FF2B5EF4-FFF2-40B4-BE49-F238E27FC236}">
                    <a16:creationId xmlns:a16="http://schemas.microsoft.com/office/drawing/2014/main" id="{05898173-48CF-92AB-2B23-0C8A4B2F110B}"/>
                  </a:ext>
                </a:extLst>
              </p:cNvPr>
              <p:cNvSpPr/>
              <p:nvPr/>
            </p:nvSpPr>
            <p:spPr>
              <a:xfrm>
                <a:off x="325187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9" name="ph1380">
                <a:extLst>
                  <a:ext uri="{FF2B5EF4-FFF2-40B4-BE49-F238E27FC236}">
                    <a16:creationId xmlns:a16="http://schemas.microsoft.com/office/drawing/2014/main" id="{2810FB08-B431-0147-6818-5BEE9FE6C9D5}"/>
                  </a:ext>
                </a:extLst>
              </p:cNvPr>
              <p:cNvSpPr/>
              <p:nvPr/>
            </p:nvSpPr>
            <p:spPr>
              <a:xfrm>
                <a:off x="326131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0" name="ph1381">
                <a:extLst>
                  <a:ext uri="{FF2B5EF4-FFF2-40B4-BE49-F238E27FC236}">
                    <a16:creationId xmlns:a16="http://schemas.microsoft.com/office/drawing/2014/main" id="{AB28CB6A-1B4F-3A01-FE31-472CDBE118C4}"/>
                  </a:ext>
                </a:extLst>
              </p:cNvPr>
              <p:cNvSpPr/>
              <p:nvPr/>
            </p:nvSpPr>
            <p:spPr>
              <a:xfrm>
                <a:off x="327075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1" name="ph1382">
                <a:extLst>
                  <a:ext uri="{FF2B5EF4-FFF2-40B4-BE49-F238E27FC236}">
                    <a16:creationId xmlns:a16="http://schemas.microsoft.com/office/drawing/2014/main" id="{322FDC4F-7DCD-3E01-4D11-4B5C8930454A}"/>
                  </a:ext>
                </a:extLst>
              </p:cNvPr>
              <p:cNvSpPr/>
              <p:nvPr/>
            </p:nvSpPr>
            <p:spPr>
              <a:xfrm>
                <a:off x="3280190" y="2484048"/>
                <a:ext cx="9238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2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26" y="896830"/>
                    </a:lnTo>
                    <a:lnTo>
                      <a:pt x="921435" y="903539"/>
                    </a:lnTo>
                    <a:lnTo>
                      <a:pt x="917685" y="912898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2" name="ph1383">
                <a:extLst>
                  <a:ext uri="{FF2B5EF4-FFF2-40B4-BE49-F238E27FC236}">
                    <a16:creationId xmlns:a16="http://schemas.microsoft.com/office/drawing/2014/main" id="{3262A039-CA01-D1EB-9A43-F272DC069B8A}"/>
                  </a:ext>
                </a:extLst>
              </p:cNvPr>
              <p:cNvSpPr/>
              <p:nvPr/>
            </p:nvSpPr>
            <p:spPr>
              <a:xfrm>
                <a:off x="2440009" y="2448908"/>
                <a:ext cx="914400" cy="92396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967">
                    <a:moveTo>
                      <a:pt x="914400" y="914400"/>
                    </a:moveTo>
                    <a:lnTo>
                      <a:pt x="914400" y="923967"/>
                    </a:lnTo>
                    <a:lnTo>
                      <a:pt x="911740" y="917524"/>
                    </a:lnTo>
                    <a:lnTo>
                      <a:pt x="910584" y="914400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3" name="ph1384">
                <a:extLst>
                  <a:ext uri="{FF2B5EF4-FFF2-40B4-BE49-F238E27FC236}">
                    <a16:creationId xmlns:a16="http://schemas.microsoft.com/office/drawing/2014/main" id="{5B41EBE2-27E4-7AEC-3980-A691E2CD8FD4}"/>
                  </a:ext>
                </a:extLst>
              </p:cNvPr>
              <p:cNvSpPr/>
              <p:nvPr/>
            </p:nvSpPr>
            <p:spPr>
              <a:xfrm>
                <a:off x="244000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968" y="931969"/>
                    </a:lnTo>
                    <a:lnTo>
                      <a:pt x="915328" y="926216"/>
                    </a:lnTo>
                    <a:lnTo>
                      <a:pt x="914400" y="923967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4" name="ph1385">
                <a:extLst>
                  <a:ext uri="{FF2B5EF4-FFF2-40B4-BE49-F238E27FC236}">
                    <a16:creationId xmlns:a16="http://schemas.microsoft.com/office/drawing/2014/main" id="{51409DC1-7DEE-76E7-CD33-4E37E294695B}"/>
                  </a:ext>
                </a:extLst>
              </p:cNvPr>
              <p:cNvSpPr/>
              <p:nvPr/>
            </p:nvSpPr>
            <p:spPr>
              <a:xfrm>
                <a:off x="244944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5" name="ph1386">
                <a:extLst>
                  <a:ext uri="{FF2B5EF4-FFF2-40B4-BE49-F238E27FC236}">
                    <a16:creationId xmlns:a16="http://schemas.microsoft.com/office/drawing/2014/main" id="{A8CA857C-74C3-14F0-C8B8-26AC828179C4}"/>
                  </a:ext>
                </a:extLst>
              </p:cNvPr>
              <p:cNvSpPr/>
              <p:nvPr/>
            </p:nvSpPr>
            <p:spPr>
              <a:xfrm>
                <a:off x="245889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6" name="ph1387">
                <a:extLst>
                  <a:ext uri="{FF2B5EF4-FFF2-40B4-BE49-F238E27FC236}">
                    <a16:creationId xmlns:a16="http://schemas.microsoft.com/office/drawing/2014/main" id="{8331AAAF-CF1D-C80C-4110-973315EF6E9E}"/>
                  </a:ext>
                </a:extLst>
              </p:cNvPr>
              <p:cNvSpPr/>
              <p:nvPr/>
            </p:nvSpPr>
            <p:spPr>
              <a:xfrm>
                <a:off x="246833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7" name="ph1388">
                <a:extLst>
                  <a:ext uri="{FF2B5EF4-FFF2-40B4-BE49-F238E27FC236}">
                    <a16:creationId xmlns:a16="http://schemas.microsoft.com/office/drawing/2014/main" id="{C42F28A8-5887-60FA-F57A-381789377A9B}"/>
                  </a:ext>
                </a:extLst>
              </p:cNvPr>
              <p:cNvSpPr/>
              <p:nvPr/>
            </p:nvSpPr>
            <p:spPr>
              <a:xfrm>
                <a:off x="247777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8" name="ph1389">
                <a:extLst>
                  <a:ext uri="{FF2B5EF4-FFF2-40B4-BE49-F238E27FC236}">
                    <a16:creationId xmlns:a16="http://schemas.microsoft.com/office/drawing/2014/main" id="{65F0481A-C6E6-7575-2854-C0A3BD596C70}"/>
                  </a:ext>
                </a:extLst>
              </p:cNvPr>
              <p:cNvSpPr/>
              <p:nvPr/>
            </p:nvSpPr>
            <p:spPr>
              <a:xfrm>
                <a:off x="248721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9" name="ph1390">
                <a:extLst>
                  <a:ext uri="{FF2B5EF4-FFF2-40B4-BE49-F238E27FC236}">
                    <a16:creationId xmlns:a16="http://schemas.microsoft.com/office/drawing/2014/main" id="{EDCD515D-9EDC-B1D2-9DB4-CEECBF135F80}"/>
                  </a:ext>
                </a:extLst>
              </p:cNvPr>
              <p:cNvSpPr/>
              <p:nvPr/>
            </p:nvSpPr>
            <p:spPr>
              <a:xfrm>
                <a:off x="249665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0" name="ph1391">
                <a:extLst>
                  <a:ext uri="{FF2B5EF4-FFF2-40B4-BE49-F238E27FC236}">
                    <a16:creationId xmlns:a16="http://schemas.microsoft.com/office/drawing/2014/main" id="{09C32437-9357-F84F-2DD8-0A38EFF9E901}"/>
                  </a:ext>
                </a:extLst>
              </p:cNvPr>
              <p:cNvSpPr/>
              <p:nvPr/>
            </p:nvSpPr>
            <p:spPr>
              <a:xfrm>
                <a:off x="250609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1" name="ph1392">
                <a:extLst>
                  <a:ext uri="{FF2B5EF4-FFF2-40B4-BE49-F238E27FC236}">
                    <a16:creationId xmlns:a16="http://schemas.microsoft.com/office/drawing/2014/main" id="{66C9C175-3493-4AC6-0191-7950AB52E37B}"/>
                  </a:ext>
                </a:extLst>
              </p:cNvPr>
              <p:cNvSpPr/>
              <p:nvPr/>
            </p:nvSpPr>
            <p:spPr>
              <a:xfrm>
                <a:off x="251553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2" name="ph1393">
                <a:extLst>
                  <a:ext uri="{FF2B5EF4-FFF2-40B4-BE49-F238E27FC236}">
                    <a16:creationId xmlns:a16="http://schemas.microsoft.com/office/drawing/2014/main" id="{B0508C1A-7171-367D-FE15-6761207718E0}"/>
                  </a:ext>
                </a:extLst>
              </p:cNvPr>
              <p:cNvSpPr/>
              <p:nvPr/>
            </p:nvSpPr>
            <p:spPr>
              <a:xfrm>
                <a:off x="252497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3" name="ph1394">
                <a:extLst>
                  <a:ext uri="{FF2B5EF4-FFF2-40B4-BE49-F238E27FC236}">
                    <a16:creationId xmlns:a16="http://schemas.microsoft.com/office/drawing/2014/main" id="{9D4EB5C2-C2DC-C958-0524-D2AF7B791124}"/>
                  </a:ext>
                </a:extLst>
              </p:cNvPr>
              <p:cNvSpPr/>
              <p:nvPr/>
            </p:nvSpPr>
            <p:spPr>
              <a:xfrm>
                <a:off x="253441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4" name="ph1395">
                <a:extLst>
                  <a:ext uri="{FF2B5EF4-FFF2-40B4-BE49-F238E27FC236}">
                    <a16:creationId xmlns:a16="http://schemas.microsoft.com/office/drawing/2014/main" id="{760E8525-2DF9-9723-BA03-6BC2AD62089F}"/>
                  </a:ext>
                </a:extLst>
              </p:cNvPr>
              <p:cNvSpPr/>
              <p:nvPr/>
            </p:nvSpPr>
            <p:spPr>
              <a:xfrm>
                <a:off x="254385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5" name="ph1396">
                <a:extLst>
                  <a:ext uri="{FF2B5EF4-FFF2-40B4-BE49-F238E27FC236}">
                    <a16:creationId xmlns:a16="http://schemas.microsoft.com/office/drawing/2014/main" id="{0EE459A7-3EBF-4B31-C6FD-5DB38194156B}"/>
                  </a:ext>
                </a:extLst>
              </p:cNvPr>
              <p:cNvSpPr/>
              <p:nvPr/>
            </p:nvSpPr>
            <p:spPr>
              <a:xfrm>
                <a:off x="255329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6" name="ph1397">
                <a:extLst>
                  <a:ext uri="{FF2B5EF4-FFF2-40B4-BE49-F238E27FC236}">
                    <a16:creationId xmlns:a16="http://schemas.microsoft.com/office/drawing/2014/main" id="{F3C3DE35-28CA-8878-E83A-7E32BB813E89}"/>
                  </a:ext>
                </a:extLst>
              </p:cNvPr>
              <p:cNvSpPr/>
              <p:nvPr/>
            </p:nvSpPr>
            <p:spPr>
              <a:xfrm>
                <a:off x="256273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7" name="ph1398">
                <a:extLst>
                  <a:ext uri="{FF2B5EF4-FFF2-40B4-BE49-F238E27FC236}">
                    <a16:creationId xmlns:a16="http://schemas.microsoft.com/office/drawing/2014/main" id="{493A8842-1D70-D9BF-F10E-3362C63981B1}"/>
                  </a:ext>
                </a:extLst>
              </p:cNvPr>
              <p:cNvSpPr/>
              <p:nvPr/>
            </p:nvSpPr>
            <p:spPr>
              <a:xfrm>
                <a:off x="257217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8" name="ph1399">
                <a:extLst>
                  <a:ext uri="{FF2B5EF4-FFF2-40B4-BE49-F238E27FC236}">
                    <a16:creationId xmlns:a16="http://schemas.microsoft.com/office/drawing/2014/main" id="{3ECB9594-D910-3249-0007-012A47338095}"/>
                  </a:ext>
                </a:extLst>
              </p:cNvPr>
              <p:cNvSpPr/>
              <p:nvPr/>
            </p:nvSpPr>
            <p:spPr>
              <a:xfrm>
                <a:off x="258161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9" name="ph1400">
                <a:extLst>
                  <a:ext uri="{FF2B5EF4-FFF2-40B4-BE49-F238E27FC236}">
                    <a16:creationId xmlns:a16="http://schemas.microsoft.com/office/drawing/2014/main" id="{2F42E63A-8FBD-FEE6-B4B7-8D0F6747C1FC}"/>
                  </a:ext>
                </a:extLst>
              </p:cNvPr>
              <p:cNvSpPr/>
              <p:nvPr/>
            </p:nvSpPr>
            <p:spPr>
              <a:xfrm>
                <a:off x="259105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0" name="ph1401">
                <a:extLst>
                  <a:ext uri="{FF2B5EF4-FFF2-40B4-BE49-F238E27FC236}">
                    <a16:creationId xmlns:a16="http://schemas.microsoft.com/office/drawing/2014/main" id="{D9A5C91A-C985-0F4D-A457-514BE2A98562}"/>
                  </a:ext>
                </a:extLst>
              </p:cNvPr>
              <p:cNvSpPr/>
              <p:nvPr/>
            </p:nvSpPr>
            <p:spPr>
              <a:xfrm>
                <a:off x="260049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1" name="ph1402">
                <a:extLst>
                  <a:ext uri="{FF2B5EF4-FFF2-40B4-BE49-F238E27FC236}">
                    <a16:creationId xmlns:a16="http://schemas.microsoft.com/office/drawing/2014/main" id="{7AFD5C41-4AF4-78AE-847F-BC04AFE28DE1}"/>
                  </a:ext>
                </a:extLst>
              </p:cNvPr>
              <p:cNvSpPr/>
              <p:nvPr/>
            </p:nvSpPr>
            <p:spPr>
              <a:xfrm>
                <a:off x="260993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2" name="ph1403">
                <a:extLst>
                  <a:ext uri="{FF2B5EF4-FFF2-40B4-BE49-F238E27FC236}">
                    <a16:creationId xmlns:a16="http://schemas.microsoft.com/office/drawing/2014/main" id="{51FEAE3D-2B16-8874-F029-6C065CCC8600}"/>
                  </a:ext>
                </a:extLst>
              </p:cNvPr>
              <p:cNvSpPr/>
              <p:nvPr/>
            </p:nvSpPr>
            <p:spPr>
              <a:xfrm>
                <a:off x="261937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3" name="ph1404">
                <a:extLst>
                  <a:ext uri="{FF2B5EF4-FFF2-40B4-BE49-F238E27FC236}">
                    <a16:creationId xmlns:a16="http://schemas.microsoft.com/office/drawing/2014/main" id="{D70558E8-13E6-2A53-B56A-75C935DAD072}"/>
                  </a:ext>
                </a:extLst>
              </p:cNvPr>
              <p:cNvSpPr/>
              <p:nvPr/>
            </p:nvSpPr>
            <p:spPr>
              <a:xfrm>
                <a:off x="262881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4" name="ph1405">
                <a:extLst>
                  <a:ext uri="{FF2B5EF4-FFF2-40B4-BE49-F238E27FC236}">
                    <a16:creationId xmlns:a16="http://schemas.microsoft.com/office/drawing/2014/main" id="{7CC536C9-F75F-430D-7EBF-7E9CBCFC92AC}"/>
                  </a:ext>
                </a:extLst>
              </p:cNvPr>
              <p:cNvSpPr/>
              <p:nvPr/>
            </p:nvSpPr>
            <p:spPr>
              <a:xfrm>
                <a:off x="263825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5" name="ph1406">
                <a:extLst>
                  <a:ext uri="{FF2B5EF4-FFF2-40B4-BE49-F238E27FC236}">
                    <a16:creationId xmlns:a16="http://schemas.microsoft.com/office/drawing/2014/main" id="{DBBB7504-6252-29D6-35C9-D220188D03CD}"/>
                  </a:ext>
                </a:extLst>
              </p:cNvPr>
              <p:cNvSpPr/>
              <p:nvPr/>
            </p:nvSpPr>
            <p:spPr>
              <a:xfrm>
                <a:off x="264769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6" name="ph1407">
                <a:extLst>
                  <a:ext uri="{FF2B5EF4-FFF2-40B4-BE49-F238E27FC236}">
                    <a16:creationId xmlns:a16="http://schemas.microsoft.com/office/drawing/2014/main" id="{F83954A3-83D3-852A-7960-47BD9562583C}"/>
                  </a:ext>
                </a:extLst>
              </p:cNvPr>
              <p:cNvSpPr/>
              <p:nvPr/>
            </p:nvSpPr>
            <p:spPr>
              <a:xfrm>
                <a:off x="265713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7" name="ph1408">
                <a:extLst>
                  <a:ext uri="{FF2B5EF4-FFF2-40B4-BE49-F238E27FC236}">
                    <a16:creationId xmlns:a16="http://schemas.microsoft.com/office/drawing/2014/main" id="{02B35341-6341-7119-7B23-0535E150D368}"/>
                  </a:ext>
                </a:extLst>
              </p:cNvPr>
              <p:cNvSpPr/>
              <p:nvPr/>
            </p:nvSpPr>
            <p:spPr>
              <a:xfrm>
                <a:off x="266657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8" name="ph1409">
                <a:extLst>
                  <a:ext uri="{FF2B5EF4-FFF2-40B4-BE49-F238E27FC236}">
                    <a16:creationId xmlns:a16="http://schemas.microsoft.com/office/drawing/2014/main" id="{C54C0752-842D-6D77-F39C-FB1C52DD257A}"/>
                  </a:ext>
                </a:extLst>
              </p:cNvPr>
              <p:cNvSpPr/>
              <p:nvPr/>
            </p:nvSpPr>
            <p:spPr>
              <a:xfrm>
                <a:off x="267601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9" name="ph1410">
                <a:extLst>
                  <a:ext uri="{FF2B5EF4-FFF2-40B4-BE49-F238E27FC236}">
                    <a16:creationId xmlns:a16="http://schemas.microsoft.com/office/drawing/2014/main" id="{E041994D-21F9-9853-8F60-562076D98580}"/>
                  </a:ext>
                </a:extLst>
              </p:cNvPr>
              <p:cNvSpPr/>
              <p:nvPr/>
            </p:nvSpPr>
            <p:spPr>
              <a:xfrm>
                <a:off x="268545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0" name="ph1411">
                <a:extLst>
                  <a:ext uri="{FF2B5EF4-FFF2-40B4-BE49-F238E27FC236}">
                    <a16:creationId xmlns:a16="http://schemas.microsoft.com/office/drawing/2014/main" id="{83ED0D69-714B-B6EA-EB62-742412636BB6}"/>
                  </a:ext>
                </a:extLst>
              </p:cNvPr>
              <p:cNvSpPr/>
              <p:nvPr/>
            </p:nvSpPr>
            <p:spPr>
              <a:xfrm>
                <a:off x="269489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1" name="ph1412">
                <a:extLst>
                  <a:ext uri="{FF2B5EF4-FFF2-40B4-BE49-F238E27FC236}">
                    <a16:creationId xmlns:a16="http://schemas.microsoft.com/office/drawing/2014/main" id="{48E25D8E-9EEB-84DD-D19A-D66121F94C7A}"/>
                  </a:ext>
                </a:extLst>
              </p:cNvPr>
              <p:cNvSpPr/>
              <p:nvPr/>
            </p:nvSpPr>
            <p:spPr>
              <a:xfrm>
                <a:off x="270433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2" name="ph1413">
                <a:extLst>
                  <a:ext uri="{FF2B5EF4-FFF2-40B4-BE49-F238E27FC236}">
                    <a16:creationId xmlns:a16="http://schemas.microsoft.com/office/drawing/2014/main" id="{123BF749-4DB8-C70E-6AEA-AAE16B167D98}"/>
                  </a:ext>
                </a:extLst>
              </p:cNvPr>
              <p:cNvSpPr/>
              <p:nvPr/>
            </p:nvSpPr>
            <p:spPr>
              <a:xfrm>
                <a:off x="271377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3" name="ph1414">
                <a:extLst>
                  <a:ext uri="{FF2B5EF4-FFF2-40B4-BE49-F238E27FC236}">
                    <a16:creationId xmlns:a16="http://schemas.microsoft.com/office/drawing/2014/main" id="{EC2C8C5D-C9A0-9015-87E2-0E8886F40369}"/>
                  </a:ext>
                </a:extLst>
              </p:cNvPr>
              <p:cNvSpPr/>
              <p:nvPr/>
            </p:nvSpPr>
            <p:spPr>
              <a:xfrm>
                <a:off x="272321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4" name="ph1415">
                <a:extLst>
                  <a:ext uri="{FF2B5EF4-FFF2-40B4-BE49-F238E27FC236}">
                    <a16:creationId xmlns:a16="http://schemas.microsoft.com/office/drawing/2014/main" id="{9360146C-2313-FAE5-29A9-5A8CE993B0C4}"/>
                  </a:ext>
                </a:extLst>
              </p:cNvPr>
              <p:cNvSpPr/>
              <p:nvPr/>
            </p:nvSpPr>
            <p:spPr>
              <a:xfrm>
                <a:off x="273265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5" name="ph1416">
                <a:extLst>
                  <a:ext uri="{FF2B5EF4-FFF2-40B4-BE49-F238E27FC236}">
                    <a16:creationId xmlns:a16="http://schemas.microsoft.com/office/drawing/2014/main" id="{DA936960-2626-8296-2699-1D0B0023F37F}"/>
                  </a:ext>
                </a:extLst>
              </p:cNvPr>
              <p:cNvSpPr/>
              <p:nvPr/>
            </p:nvSpPr>
            <p:spPr>
              <a:xfrm>
                <a:off x="274209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6" name="ph1417">
                <a:extLst>
                  <a:ext uri="{FF2B5EF4-FFF2-40B4-BE49-F238E27FC236}">
                    <a16:creationId xmlns:a16="http://schemas.microsoft.com/office/drawing/2014/main" id="{647935F7-B393-DAF7-1E47-ED28F19E4367}"/>
                  </a:ext>
                </a:extLst>
              </p:cNvPr>
              <p:cNvSpPr/>
              <p:nvPr/>
            </p:nvSpPr>
            <p:spPr>
              <a:xfrm>
                <a:off x="275153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7" name="ph1418">
                <a:extLst>
                  <a:ext uri="{FF2B5EF4-FFF2-40B4-BE49-F238E27FC236}">
                    <a16:creationId xmlns:a16="http://schemas.microsoft.com/office/drawing/2014/main" id="{CBD03201-79B3-C7F5-15F9-F26C27BA54A5}"/>
                  </a:ext>
                </a:extLst>
              </p:cNvPr>
              <p:cNvSpPr/>
              <p:nvPr/>
            </p:nvSpPr>
            <p:spPr>
              <a:xfrm>
                <a:off x="276097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8" name="ph1419">
                <a:extLst>
                  <a:ext uri="{FF2B5EF4-FFF2-40B4-BE49-F238E27FC236}">
                    <a16:creationId xmlns:a16="http://schemas.microsoft.com/office/drawing/2014/main" id="{BE8604F1-627A-8750-4879-61C8774CF0DA}"/>
                  </a:ext>
                </a:extLst>
              </p:cNvPr>
              <p:cNvSpPr/>
              <p:nvPr/>
            </p:nvSpPr>
            <p:spPr>
              <a:xfrm>
                <a:off x="277041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9" name="ph1420">
                <a:extLst>
                  <a:ext uri="{FF2B5EF4-FFF2-40B4-BE49-F238E27FC236}">
                    <a16:creationId xmlns:a16="http://schemas.microsoft.com/office/drawing/2014/main" id="{3363476F-043C-45E4-D770-D4FE8A661F1F}"/>
                  </a:ext>
                </a:extLst>
              </p:cNvPr>
              <p:cNvSpPr/>
              <p:nvPr/>
            </p:nvSpPr>
            <p:spPr>
              <a:xfrm>
                <a:off x="277985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0" name="ph1421">
                <a:extLst>
                  <a:ext uri="{FF2B5EF4-FFF2-40B4-BE49-F238E27FC236}">
                    <a16:creationId xmlns:a16="http://schemas.microsoft.com/office/drawing/2014/main" id="{9870A7B7-4084-7210-C11C-B60AC338AD39}"/>
                  </a:ext>
                </a:extLst>
              </p:cNvPr>
              <p:cNvSpPr/>
              <p:nvPr/>
            </p:nvSpPr>
            <p:spPr>
              <a:xfrm>
                <a:off x="278929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1" name="ph1422">
                <a:extLst>
                  <a:ext uri="{FF2B5EF4-FFF2-40B4-BE49-F238E27FC236}">
                    <a16:creationId xmlns:a16="http://schemas.microsoft.com/office/drawing/2014/main" id="{070881CE-7200-5FE8-7D01-8BB9B5292807}"/>
                  </a:ext>
                </a:extLst>
              </p:cNvPr>
              <p:cNvSpPr/>
              <p:nvPr/>
            </p:nvSpPr>
            <p:spPr>
              <a:xfrm>
                <a:off x="279873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2" name="ph1423">
                <a:extLst>
                  <a:ext uri="{FF2B5EF4-FFF2-40B4-BE49-F238E27FC236}">
                    <a16:creationId xmlns:a16="http://schemas.microsoft.com/office/drawing/2014/main" id="{2E92E5CF-6B75-60B3-6DFB-3E4ECD6E1850}"/>
                  </a:ext>
                </a:extLst>
              </p:cNvPr>
              <p:cNvSpPr/>
              <p:nvPr/>
            </p:nvSpPr>
            <p:spPr>
              <a:xfrm>
                <a:off x="280817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3" name="ph1424">
                <a:extLst>
                  <a:ext uri="{FF2B5EF4-FFF2-40B4-BE49-F238E27FC236}">
                    <a16:creationId xmlns:a16="http://schemas.microsoft.com/office/drawing/2014/main" id="{C7B127BA-4300-C379-A2BA-5164F79F6887}"/>
                  </a:ext>
                </a:extLst>
              </p:cNvPr>
              <p:cNvSpPr/>
              <p:nvPr/>
            </p:nvSpPr>
            <p:spPr>
              <a:xfrm>
                <a:off x="281761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4" name="ph1425">
                <a:extLst>
                  <a:ext uri="{FF2B5EF4-FFF2-40B4-BE49-F238E27FC236}">
                    <a16:creationId xmlns:a16="http://schemas.microsoft.com/office/drawing/2014/main" id="{B023FD2E-FC4C-25BD-485F-4ADBA7D41295}"/>
                  </a:ext>
                </a:extLst>
              </p:cNvPr>
              <p:cNvSpPr/>
              <p:nvPr/>
            </p:nvSpPr>
            <p:spPr>
              <a:xfrm>
                <a:off x="282705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5" name="ph1426">
                <a:extLst>
                  <a:ext uri="{FF2B5EF4-FFF2-40B4-BE49-F238E27FC236}">
                    <a16:creationId xmlns:a16="http://schemas.microsoft.com/office/drawing/2014/main" id="{EA745C34-72F7-44B2-886C-1B54DA76193B}"/>
                  </a:ext>
                </a:extLst>
              </p:cNvPr>
              <p:cNvSpPr/>
              <p:nvPr/>
            </p:nvSpPr>
            <p:spPr>
              <a:xfrm>
                <a:off x="283649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6" name="ph1427">
                <a:extLst>
                  <a:ext uri="{FF2B5EF4-FFF2-40B4-BE49-F238E27FC236}">
                    <a16:creationId xmlns:a16="http://schemas.microsoft.com/office/drawing/2014/main" id="{8E7237E1-25EE-A3DD-F00B-FC9C82C0CD32}"/>
                  </a:ext>
                </a:extLst>
              </p:cNvPr>
              <p:cNvSpPr/>
              <p:nvPr/>
            </p:nvSpPr>
            <p:spPr>
              <a:xfrm>
                <a:off x="284593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7" name="ph1428">
                <a:extLst>
                  <a:ext uri="{FF2B5EF4-FFF2-40B4-BE49-F238E27FC236}">
                    <a16:creationId xmlns:a16="http://schemas.microsoft.com/office/drawing/2014/main" id="{41C51D6E-C358-76CE-C11F-A8755D8F2D1B}"/>
                  </a:ext>
                </a:extLst>
              </p:cNvPr>
              <p:cNvSpPr/>
              <p:nvPr/>
            </p:nvSpPr>
            <p:spPr>
              <a:xfrm>
                <a:off x="285538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8" name="ph1429">
                <a:extLst>
                  <a:ext uri="{FF2B5EF4-FFF2-40B4-BE49-F238E27FC236}">
                    <a16:creationId xmlns:a16="http://schemas.microsoft.com/office/drawing/2014/main" id="{C1D9BC0B-1E6C-0AB1-5885-EE4EA63B23B0}"/>
                  </a:ext>
                </a:extLst>
              </p:cNvPr>
              <p:cNvSpPr/>
              <p:nvPr/>
            </p:nvSpPr>
            <p:spPr>
              <a:xfrm>
                <a:off x="286482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9" name="ph1430">
                <a:extLst>
                  <a:ext uri="{FF2B5EF4-FFF2-40B4-BE49-F238E27FC236}">
                    <a16:creationId xmlns:a16="http://schemas.microsoft.com/office/drawing/2014/main" id="{030B76E3-ACB4-C135-0ACE-0BFDEBDC5B90}"/>
                  </a:ext>
                </a:extLst>
              </p:cNvPr>
              <p:cNvSpPr/>
              <p:nvPr/>
            </p:nvSpPr>
            <p:spPr>
              <a:xfrm>
                <a:off x="287426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0" name="ph1431">
                <a:extLst>
                  <a:ext uri="{FF2B5EF4-FFF2-40B4-BE49-F238E27FC236}">
                    <a16:creationId xmlns:a16="http://schemas.microsoft.com/office/drawing/2014/main" id="{C8281237-3001-24C7-8C3E-6D0D1888D4B8}"/>
                  </a:ext>
                </a:extLst>
              </p:cNvPr>
              <p:cNvSpPr/>
              <p:nvPr/>
            </p:nvSpPr>
            <p:spPr>
              <a:xfrm>
                <a:off x="288370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1" name="ph1432">
                <a:extLst>
                  <a:ext uri="{FF2B5EF4-FFF2-40B4-BE49-F238E27FC236}">
                    <a16:creationId xmlns:a16="http://schemas.microsoft.com/office/drawing/2014/main" id="{673F9BF8-CD22-5558-5512-EFFD8AD77499}"/>
                  </a:ext>
                </a:extLst>
              </p:cNvPr>
              <p:cNvSpPr/>
              <p:nvPr/>
            </p:nvSpPr>
            <p:spPr>
              <a:xfrm>
                <a:off x="289314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2" name="ph1433">
                <a:extLst>
                  <a:ext uri="{FF2B5EF4-FFF2-40B4-BE49-F238E27FC236}">
                    <a16:creationId xmlns:a16="http://schemas.microsoft.com/office/drawing/2014/main" id="{CE6CCFB7-5E47-00BF-A5F2-0ED8EC70170C}"/>
                  </a:ext>
                </a:extLst>
              </p:cNvPr>
              <p:cNvSpPr/>
              <p:nvPr/>
            </p:nvSpPr>
            <p:spPr>
              <a:xfrm>
                <a:off x="290258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3" name="ph1434">
                <a:extLst>
                  <a:ext uri="{FF2B5EF4-FFF2-40B4-BE49-F238E27FC236}">
                    <a16:creationId xmlns:a16="http://schemas.microsoft.com/office/drawing/2014/main" id="{A13ADB60-0B27-F93E-3B3C-509CB57DF25B}"/>
                  </a:ext>
                </a:extLst>
              </p:cNvPr>
              <p:cNvSpPr/>
              <p:nvPr/>
            </p:nvSpPr>
            <p:spPr>
              <a:xfrm>
                <a:off x="291202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4" name="ph1435">
                <a:extLst>
                  <a:ext uri="{FF2B5EF4-FFF2-40B4-BE49-F238E27FC236}">
                    <a16:creationId xmlns:a16="http://schemas.microsoft.com/office/drawing/2014/main" id="{7C26B1BC-3F81-A262-F3B7-E140AFCAB82D}"/>
                  </a:ext>
                </a:extLst>
              </p:cNvPr>
              <p:cNvSpPr/>
              <p:nvPr/>
            </p:nvSpPr>
            <p:spPr>
              <a:xfrm>
                <a:off x="292146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5" name="ph1436">
                <a:extLst>
                  <a:ext uri="{FF2B5EF4-FFF2-40B4-BE49-F238E27FC236}">
                    <a16:creationId xmlns:a16="http://schemas.microsoft.com/office/drawing/2014/main" id="{1F8DB85A-D6B4-76A0-EA9D-B8E26483495A}"/>
                  </a:ext>
                </a:extLst>
              </p:cNvPr>
              <p:cNvSpPr/>
              <p:nvPr/>
            </p:nvSpPr>
            <p:spPr>
              <a:xfrm>
                <a:off x="293090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6" name="ph1437">
                <a:extLst>
                  <a:ext uri="{FF2B5EF4-FFF2-40B4-BE49-F238E27FC236}">
                    <a16:creationId xmlns:a16="http://schemas.microsoft.com/office/drawing/2014/main" id="{3F6336BC-67E7-9DC4-AF9F-05D7A2F0DBAA}"/>
                  </a:ext>
                </a:extLst>
              </p:cNvPr>
              <p:cNvSpPr/>
              <p:nvPr/>
            </p:nvSpPr>
            <p:spPr>
              <a:xfrm>
                <a:off x="294034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7" name="ph1438">
                <a:extLst>
                  <a:ext uri="{FF2B5EF4-FFF2-40B4-BE49-F238E27FC236}">
                    <a16:creationId xmlns:a16="http://schemas.microsoft.com/office/drawing/2014/main" id="{01A3C511-37D4-9F5D-C72B-3C454530A62F}"/>
                  </a:ext>
                </a:extLst>
              </p:cNvPr>
              <p:cNvSpPr/>
              <p:nvPr/>
            </p:nvSpPr>
            <p:spPr>
              <a:xfrm>
                <a:off x="294978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8" name="ph1439">
                <a:extLst>
                  <a:ext uri="{FF2B5EF4-FFF2-40B4-BE49-F238E27FC236}">
                    <a16:creationId xmlns:a16="http://schemas.microsoft.com/office/drawing/2014/main" id="{BD052F61-04A8-339F-8CB5-F3396C2AFE63}"/>
                  </a:ext>
                </a:extLst>
              </p:cNvPr>
              <p:cNvSpPr/>
              <p:nvPr/>
            </p:nvSpPr>
            <p:spPr>
              <a:xfrm>
                <a:off x="295922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9" name="ph1440">
                <a:extLst>
                  <a:ext uri="{FF2B5EF4-FFF2-40B4-BE49-F238E27FC236}">
                    <a16:creationId xmlns:a16="http://schemas.microsoft.com/office/drawing/2014/main" id="{BAC3DDC0-6CFD-0B2A-EF1D-F88EC206504F}"/>
                  </a:ext>
                </a:extLst>
              </p:cNvPr>
              <p:cNvSpPr/>
              <p:nvPr/>
            </p:nvSpPr>
            <p:spPr>
              <a:xfrm>
                <a:off x="296866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0" name="ph1441">
                <a:extLst>
                  <a:ext uri="{FF2B5EF4-FFF2-40B4-BE49-F238E27FC236}">
                    <a16:creationId xmlns:a16="http://schemas.microsoft.com/office/drawing/2014/main" id="{D16F0932-B37E-799C-7C9B-74950E3AECDD}"/>
                  </a:ext>
                </a:extLst>
              </p:cNvPr>
              <p:cNvSpPr/>
              <p:nvPr/>
            </p:nvSpPr>
            <p:spPr>
              <a:xfrm>
                <a:off x="297810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1" name="ph1442">
                <a:extLst>
                  <a:ext uri="{FF2B5EF4-FFF2-40B4-BE49-F238E27FC236}">
                    <a16:creationId xmlns:a16="http://schemas.microsoft.com/office/drawing/2014/main" id="{0834674F-1BBA-429A-08F0-F0A6FDA51340}"/>
                  </a:ext>
                </a:extLst>
              </p:cNvPr>
              <p:cNvSpPr/>
              <p:nvPr/>
            </p:nvSpPr>
            <p:spPr>
              <a:xfrm>
                <a:off x="298754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2" name="ph1443">
                <a:extLst>
                  <a:ext uri="{FF2B5EF4-FFF2-40B4-BE49-F238E27FC236}">
                    <a16:creationId xmlns:a16="http://schemas.microsoft.com/office/drawing/2014/main" id="{865B421B-30DA-EAC6-4A24-5592DAE38630}"/>
                  </a:ext>
                </a:extLst>
              </p:cNvPr>
              <p:cNvSpPr/>
              <p:nvPr/>
            </p:nvSpPr>
            <p:spPr>
              <a:xfrm>
                <a:off x="299698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3" name="ph1444">
                <a:extLst>
                  <a:ext uri="{FF2B5EF4-FFF2-40B4-BE49-F238E27FC236}">
                    <a16:creationId xmlns:a16="http://schemas.microsoft.com/office/drawing/2014/main" id="{ABF09D0B-B22E-7CBD-D1FB-3FD44720210D}"/>
                  </a:ext>
                </a:extLst>
              </p:cNvPr>
              <p:cNvSpPr/>
              <p:nvPr/>
            </p:nvSpPr>
            <p:spPr>
              <a:xfrm>
                <a:off x="300642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4" name="ph1445">
                <a:extLst>
                  <a:ext uri="{FF2B5EF4-FFF2-40B4-BE49-F238E27FC236}">
                    <a16:creationId xmlns:a16="http://schemas.microsoft.com/office/drawing/2014/main" id="{80A20C31-C135-5E58-BFA5-0AEE2300F629}"/>
                  </a:ext>
                </a:extLst>
              </p:cNvPr>
              <p:cNvSpPr/>
              <p:nvPr/>
            </p:nvSpPr>
            <p:spPr>
              <a:xfrm>
                <a:off x="301586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5" name="ph1446">
                <a:extLst>
                  <a:ext uri="{FF2B5EF4-FFF2-40B4-BE49-F238E27FC236}">
                    <a16:creationId xmlns:a16="http://schemas.microsoft.com/office/drawing/2014/main" id="{3EFE8E23-CDE9-A6A8-92D9-AD37D45522FA}"/>
                  </a:ext>
                </a:extLst>
              </p:cNvPr>
              <p:cNvSpPr/>
              <p:nvPr/>
            </p:nvSpPr>
            <p:spPr>
              <a:xfrm>
                <a:off x="302530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6" name="ph1447">
                <a:extLst>
                  <a:ext uri="{FF2B5EF4-FFF2-40B4-BE49-F238E27FC236}">
                    <a16:creationId xmlns:a16="http://schemas.microsoft.com/office/drawing/2014/main" id="{16D4F783-8FB6-F5D6-FBDC-268D90B28D35}"/>
                  </a:ext>
                </a:extLst>
              </p:cNvPr>
              <p:cNvSpPr/>
              <p:nvPr/>
            </p:nvSpPr>
            <p:spPr>
              <a:xfrm>
                <a:off x="303474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7" name="ph1448">
                <a:extLst>
                  <a:ext uri="{FF2B5EF4-FFF2-40B4-BE49-F238E27FC236}">
                    <a16:creationId xmlns:a16="http://schemas.microsoft.com/office/drawing/2014/main" id="{4D4F99E2-EFC5-8216-5DDC-3992B88EEDC5}"/>
                  </a:ext>
                </a:extLst>
              </p:cNvPr>
              <p:cNvSpPr/>
              <p:nvPr/>
            </p:nvSpPr>
            <p:spPr>
              <a:xfrm>
                <a:off x="304418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8" name="ph1449">
                <a:extLst>
                  <a:ext uri="{FF2B5EF4-FFF2-40B4-BE49-F238E27FC236}">
                    <a16:creationId xmlns:a16="http://schemas.microsoft.com/office/drawing/2014/main" id="{382043FC-3D55-85DE-FFE1-5A059241A756}"/>
                  </a:ext>
                </a:extLst>
              </p:cNvPr>
              <p:cNvSpPr/>
              <p:nvPr/>
            </p:nvSpPr>
            <p:spPr>
              <a:xfrm>
                <a:off x="305362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9" name="ph1450">
                <a:extLst>
                  <a:ext uri="{FF2B5EF4-FFF2-40B4-BE49-F238E27FC236}">
                    <a16:creationId xmlns:a16="http://schemas.microsoft.com/office/drawing/2014/main" id="{25156E3D-89AC-9EDD-146C-FAC871784D80}"/>
                  </a:ext>
                </a:extLst>
              </p:cNvPr>
              <p:cNvSpPr/>
              <p:nvPr/>
            </p:nvSpPr>
            <p:spPr>
              <a:xfrm>
                <a:off x="306306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0" name="ph1451">
                <a:extLst>
                  <a:ext uri="{FF2B5EF4-FFF2-40B4-BE49-F238E27FC236}">
                    <a16:creationId xmlns:a16="http://schemas.microsoft.com/office/drawing/2014/main" id="{7A926A29-BF78-55C7-A320-5F352CC0DBDA}"/>
                  </a:ext>
                </a:extLst>
              </p:cNvPr>
              <p:cNvSpPr/>
              <p:nvPr/>
            </p:nvSpPr>
            <p:spPr>
              <a:xfrm>
                <a:off x="307250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1" name="ph1452">
                <a:extLst>
                  <a:ext uri="{FF2B5EF4-FFF2-40B4-BE49-F238E27FC236}">
                    <a16:creationId xmlns:a16="http://schemas.microsoft.com/office/drawing/2014/main" id="{297BC6EF-55C8-780C-57C8-D70223113A5E}"/>
                  </a:ext>
                </a:extLst>
              </p:cNvPr>
              <p:cNvSpPr/>
              <p:nvPr/>
            </p:nvSpPr>
            <p:spPr>
              <a:xfrm>
                <a:off x="308194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2" name="ph1453">
                <a:extLst>
                  <a:ext uri="{FF2B5EF4-FFF2-40B4-BE49-F238E27FC236}">
                    <a16:creationId xmlns:a16="http://schemas.microsoft.com/office/drawing/2014/main" id="{FD87BD21-E7EA-EEC3-BC5A-F676FEC8602B}"/>
                  </a:ext>
                </a:extLst>
              </p:cNvPr>
              <p:cNvSpPr/>
              <p:nvPr/>
            </p:nvSpPr>
            <p:spPr>
              <a:xfrm>
                <a:off x="309138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3" name="ph1454">
                <a:extLst>
                  <a:ext uri="{FF2B5EF4-FFF2-40B4-BE49-F238E27FC236}">
                    <a16:creationId xmlns:a16="http://schemas.microsoft.com/office/drawing/2014/main" id="{A0B05270-167E-BE8E-3C61-4A0FD95BA6CE}"/>
                  </a:ext>
                </a:extLst>
              </p:cNvPr>
              <p:cNvSpPr/>
              <p:nvPr/>
            </p:nvSpPr>
            <p:spPr>
              <a:xfrm>
                <a:off x="310082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4" name="ph1455">
                <a:extLst>
                  <a:ext uri="{FF2B5EF4-FFF2-40B4-BE49-F238E27FC236}">
                    <a16:creationId xmlns:a16="http://schemas.microsoft.com/office/drawing/2014/main" id="{8F9DEA1A-956C-AB4F-CFFE-E72F8B8A7C5C}"/>
                  </a:ext>
                </a:extLst>
              </p:cNvPr>
              <p:cNvSpPr/>
              <p:nvPr/>
            </p:nvSpPr>
            <p:spPr>
              <a:xfrm>
                <a:off x="311026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5" name="ph1456">
                <a:extLst>
                  <a:ext uri="{FF2B5EF4-FFF2-40B4-BE49-F238E27FC236}">
                    <a16:creationId xmlns:a16="http://schemas.microsoft.com/office/drawing/2014/main" id="{77696254-13C1-514C-48CE-6F1AC553820B}"/>
                  </a:ext>
                </a:extLst>
              </p:cNvPr>
              <p:cNvSpPr/>
              <p:nvPr/>
            </p:nvSpPr>
            <p:spPr>
              <a:xfrm>
                <a:off x="311970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6" name="ph1457">
                <a:extLst>
                  <a:ext uri="{FF2B5EF4-FFF2-40B4-BE49-F238E27FC236}">
                    <a16:creationId xmlns:a16="http://schemas.microsoft.com/office/drawing/2014/main" id="{2F6C6732-753F-0A0D-1E1B-73E61DFB9E30}"/>
                  </a:ext>
                </a:extLst>
              </p:cNvPr>
              <p:cNvSpPr/>
              <p:nvPr/>
            </p:nvSpPr>
            <p:spPr>
              <a:xfrm>
                <a:off x="312914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7" name="ph1458">
                <a:extLst>
                  <a:ext uri="{FF2B5EF4-FFF2-40B4-BE49-F238E27FC236}">
                    <a16:creationId xmlns:a16="http://schemas.microsoft.com/office/drawing/2014/main" id="{77BDF6BD-AB28-D397-DAF7-A8ACB01D4805}"/>
                  </a:ext>
                </a:extLst>
              </p:cNvPr>
              <p:cNvSpPr/>
              <p:nvPr/>
            </p:nvSpPr>
            <p:spPr>
              <a:xfrm>
                <a:off x="313858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8" name="ph1459">
                <a:extLst>
                  <a:ext uri="{FF2B5EF4-FFF2-40B4-BE49-F238E27FC236}">
                    <a16:creationId xmlns:a16="http://schemas.microsoft.com/office/drawing/2014/main" id="{C84CE384-BBB8-D9B9-C369-CC6043CAA2C8}"/>
                  </a:ext>
                </a:extLst>
              </p:cNvPr>
              <p:cNvSpPr/>
              <p:nvPr/>
            </p:nvSpPr>
            <p:spPr>
              <a:xfrm>
                <a:off x="314802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9" name="ph1460">
                <a:extLst>
                  <a:ext uri="{FF2B5EF4-FFF2-40B4-BE49-F238E27FC236}">
                    <a16:creationId xmlns:a16="http://schemas.microsoft.com/office/drawing/2014/main" id="{414FA804-6DDA-26F0-FFBF-CB693FB2BED7}"/>
                  </a:ext>
                </a:extLst>
              </p:cNvPr>
              <p:cNvSpPr/>
              <p:nvPr/>
            </p:nvSpPr>
            <p:spPr>
              <a:xfrm>
                <a:off x="315746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0" name="ph1461">
                <a:extLst>
                  <a:ext uri="{FF2B5EF4-FFF2-40B4-BE49-F238E27FC236}">
                    <a16:creationId xmlns:a16="http://schemas.microsoft.com/office/drawing/2014/main" id="{673BC538-C8CF-F995-2DEC-D00F9344A12B}"/>
                  </a:ext>
                </a:extLst>
              </p:cNvPr>
              <p:cNvSpPr/>
              <p:nvPr/>
            </p:nvSpPr>
            <p:spPr>
              <a:xfrm>
                <a:off x="316690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1" name="ph1462">
                <a:extLst>
                  <a:ext uri="{FF2B5EF4-FFF2-40B4-BE49-F238E27FC236}">
                    <a16:creationId xmlns:a16="http://schemas.microsoft.com/office/drawing/2014/main" id="{38C3E982-2B6E-3511-2ADE-C865740E88A9}"/>
                  </a:ext>
                </a:extLst>
              </p:cNvPr>
              <p:cNvSpPr/>
              <p:nvPr/>
            </p:nvSpPr>
            <p:spPr>
              <a:xfrm>
                <a:off x="317634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2" name="ph1463">
                <a:extLst>
                  <a:ext uri="{FF2B5EF4-FFF2-40B4-BE49-F238E27FC236}">
                    <a16:creationId xmlns:a16="http://schemas.microsoft.com/office/drawing/2014/main" id="{F878785E-CAC6-3DEF-AB51-B09B58D1DAD6}"/>
                  </a:ext>
                </a:extLst>
              </p:cNvPr>
              <p:cNvSpPr/>
              <p:nvPr/>
            </p:nvSpPr>
            <p:spPr>
              <a:xfrm>
                <a:off x="318578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3" name="ph1464">
                <a:extLst>
                  <a:ext uri="{FF2B5EF4-FFF2-40B4-BE49-F238E27FC236}">
                    <a16:creationId xmlns:a16="http://schemas.microsoft.com/office/drawing/2014/main" id="{F45587C3-3E80-80D9-F4E4-0CCC6F344A1F}"/>
                  </a:ext>
                </a:extLst>
              </p:cNvPr>
              <p:cNvSpPr/>
              <p:nvPr/>
            </p:nvSpPr>
            <p:spPr>
              <a:xfrm>
                <a:off x="319522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4" name="ph1465">
                <a:extLst>
                  <a:ext uri="{FF2B5EF4-FFF2-40B4-BE49-F238E27FC236}">
                    <a16:creationId xmlns:a16="http://schemas.microsoft.com/office/drawing/2014/main" id="{BEF56B3A-97B8-438E-48A9-889D70067F44}"/>
                  </a:ext>
                </a:extLst>
              </p:cNvPr>
              <p:cNvSpPr/>
              <p:nvPr/>
            </p:nvSpPr>
            <p:spPr>
              <a:xfrm>
                <a:off x="320466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5" name="ph1466">
                <a:extLst>
                  <a:ext uri="{FF2B5EF4-FFF2-40B4-BE49-F238E27FC236}">
                    <a16:creationId xmlns:a16="http://schemas.microsoft.com/office/drawing/2014/main" id="{A82354E4-F259-00AC-F678-61CD7ED0DBFA}"/>
                  </a:ext>
                </a:extLst>
              </p:cNvPr>
              <p:cNvSpPr/>
              <p:nvPr/>
            </p:nvSpPr>
            <p:spPr>
              <a:xfrm>
                <a:off x="321410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6" name="ph1467">
                <a:extLst>
                  <a:ext uri="{FF2B5EF4-FFF2-40B4-BE49-F238E27FC236}">
                    <a16:creationId xmlns:a16="http://schemas.microsoft.com/office/drawing/2014/main" id="{79746133-66A5-D465-219F-364AA6116D6E}"/>
                  </a:ext>
                </a:extLst>
              </p:cNvPr>
              <p:cNvSpPr/>
              <p:nvPr/>
            </p:nvSpPr>
            <p:spPr>
              <a:xfrm>
                <a:off x="322354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7" name="ph1468">
                <a:extLst>
                  <a:ext uri="{FF2B5EF4-FFF2-40B4-BE49-F238E27FC236}">
                    <a16:creationId xmlns:a16="http://schemas.microsoft.com/office/drawing/2014/main" id="{311B6CD8-0616-FCFA-0130-B467BDD8E038}"/>
                  </a:ext>
                </a:extLst>
              </p:cNvPr>
              <p:cNvSpPr/>
              <p:nvPr/>
            </p:nvSpPr>
            <p:spPr>
              <a:xfrm>
                <a:off x="323298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8" name="ph1469">
                <a:extLst>
                  <a:ext uri="{FF2B5EF4-FFF2-40B4-BE49-F238E27FC236}">
                    <a16:creationId xmlns:a16="http://schemas.microsoft.com/office/drawing/2014/main" id="{CADB74E9-DF9B-072E-EA8D-B38FEB152D51}"/>
                  </a:ext>
                </a:extLst>
              </p:cNvPr>
              <p:cNvSpPr/>
              <p:nvPr/>
            </p:nvSpPr>
            <p:spPr>
              <a:xfrm>
                <a:off x="324242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9" name="ph1470">
                <a:extLst>
                  <a:ext uri="{FF2B5EF4-FFF2-40B4-BE49-F238E27FC236}">
                    <a16:creationId xmlns:a16="http://schemas.microsoft.com/office/drawing/2014/main" id="{395EF1F1-E44A-2C03-25DC-CEA3B00BD0A9}"/>
                  </a:ext>
                </a:extLst>
              </p:cNvPr>
              <p:cNvSpPr/>
              <p:nvPr/>
            </p:nvSpPr>
            <p:spPr>
              <a:xfrm>
                <a:off x="325187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0" name="ph1471">
                <a:extLst>
                  <a:ext uri="{FF2B5EF4-FFF2-40B4-BE49-F238E27FC236}">
                    <a16:creationId xmlns:a16="http://schemas.microsoft.com/office/drawing/2014/main" id="{55959B48-387E-C884-310F-6138779DE11B}"/>
                  </a:ext>
                </a:extLst>
              </p:cNvPr>
              <p:cNvSpPr/>
              <p:nvPr/>
            </p:nvSpPr>
            <p:spPr>
              <a:xfrm>
                <a:off x="326131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1" name="ph1472">
                <a:extLst>
                  <a:ext uri="{FF2B5EF4-FFF2-40B4-BE49-F238E27FC236}">
                    <a16:creationId xmlns:a16="http://schemas.microsoft.com/office/drawing/2014/main" id="{E0D3E63D-3077-0BFA-67BF-572E28E5F142}"/>
                  </a:ext>
                </a:extLst>
              </p:cNvPr>
              <p:cNvSpPr/>
              <p:nvPr/>
            </p:nvSpPr>
            <p:spPr>
              <a:xfrm>
                <a:off x="327075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2" name="ph1473">
                <a:extLst>
                  <a:ext uri="{FF2B5EF4-FFF2-40B4-BE49-F238E27FC236}">
                    <a16:creationId xmlns:a16="http://schemas.microsoft.com/office/drawing/2014/main" id="{15E1F6F7-EDE6-DFDE-8998-A7C41414CD6E}"/>
                  </a:ext>
                </a:extLst>
              </p:cNvPr>
              <p:cNvSpPr/>
              <p:nvPr/>
            </p:nvSpPr>
            <p:spPr>
              <a:xfrm>
                <a:off x="3280190" y="2466478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26" y="91439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3" name="ph1474">
                <a:extLst>
                  <a:ext uri="{FF2B5EF4-FFF2-40B4-BE49-F238E27FC236}">
                    <a16:creationId xmlns:a16="http://schemas.microsoft.com/office/drawing/2014/main" id="{33DE805D-A9B4-E4C7-005B-78DC74AFB9BD}"/>
                  </a:ext>
                </a:extLst>
              </p:cNvPr>
              <p:cNvSpPr/>
              <p:nvPr/>
            </p:nvSpPr>
            <p:spPr>
              <a:xfrm>
                <a:off x="3289631" y="2448908"/>
                <a:ext cx="919955" cy="931930"/>
              </a:xfrm>
              <a:custGeom>
                <a:avLst/>
                <a:gdLst/>
                <a:ahLst/>
                <a:cxnLst/>
                <a:rect l="0" t="0" r="0" b="0"/>
                <a:pathLst>
                  <a:path w="919955" h="931930">
                    <a:moveTo>
                      <a:pt x="914400" y="914400"/>
                    </a:moveTo>
                    <a:lnTo>
                      <a:pt x="919955" y="914400"/>
                    </a:lnTo>
                    <a:lnTo>
                      <a:pt x="919530" y="915838"/>
                    </a:lnTo>
                    <a:lnTo>
                      <a:pt x="918633" y="918875"/>
                    </a:lnTo>
                    <a:lnTo>
                      <a:pt x="915462" y="928948"/>
                    </a:lnTo>
                    <a:lnTo>
                      <a:pt x="914400" y="931930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4" name="ph1475">
                <a:extLst>
                  <a:ext uri="{FF2B5EF4-FFF2-40B4-BE49-F238E27FC236}">
                    <a16:creationId xmlns:a16="http://schemas.microsoft.com/office/drawing/2014/main" id="{EA072484-74BE-C642-5466-03C7B7FC5DB1}"/>
                  </a:ext>
                </a:extLst>
              </p:cNvPr>
              <p:cNvSpPr/>
              <p:nvPr/>
            </p:nvSpPr>
            <p:spPr>
              <a:xfrm>
                <a:off x="2430569" y="2431338"/>
                <a:ext cx="914400" cy="9155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06">
                    <a:moveTo>
                      <a:pt x="914400" y="914400"/>
                    </a:moveTo>
                    <a:lnTo>
                      <a:pt x="914400" y="915506"/>
                    </a:lnTo>
                    <a:lnTo>
                      <a:pt x="914076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5" name="ph1476">
                <a:extLst>
                  <a:ext uri="{FF2B5EF4-FFF2-40B4-BE49-F238E27FC236}">
                    <a16:creationId xmlns:a16="http://schemas.microsoft.com/office/drawing/2014/main" id="{DEDBDB13-183A-8CC6-3497-2B94D7E4AA41}"/>
                  </a:ext>
                </a:extLst>
              </p:cNvPr>
              <p:cNvSpPr/>
              <p:nvPr/>
            </p:nvSpPr>
            <p:spPr>
              <a:xfrm>
                <a:off x="243056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25" y="931969"/>
                    </a:lnTo>
                    <a:lnTo>
                      <a:pt x="917841" y="926066"/>
                    </a:lnTo>
                    <a:lnTo>
                      <a:pt x="914757" y="916728"/>
                    </a:lnTo>
                    <a:lnTo>
                      <a:pt x="914400" y="915506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6" name="ph1477">
                <a:extLst>
                  <a:ext uri="{FF2B5EF4-FFF2-40B4-BE49-F238E27FC236}">
                    <a16:creationId xmlns:a16="http://schemas.microsoft.com/office/drawing/2014/main" id="{80577BB5-8356-25C6-7030-650E293E9C17}"/>
                  </a:ext>
                </a:extLst>
              </p:cNvPr>
              <p:cNvSpPr/>
              <p:nvPr/>
            </p:nvSpPr>
            <p:spPr>
              <a:xfrm>
                <a:off x="244000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7" name="ph1478">
                <a:extLst>
                  <a:ext uri="{FF2B5EF4-FFF2-40B4-BE49-F238E27FC236}">
                    <a16:creationId xmlns:a16="http://schemas.microsoft.com/office/drawing/2014/main" id="{EAB274F1-06A0-C440-2EF5-0A9D757C9F4A}"/>
                  </a:ext>
                </a:extLst>
              </p:cNvPr>
              <p:cNvSpPr/>
              <p:nvPr/>
            </p:nvSpPr>
            <p:spPr>
              <a:xfrm>
                <a:off x="244944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8" name="ph1479">
                <a:extLst>
                  <a:ext uri="{FF2B5EF4-FFF2-40B4-BE49-F238E27FC236}">
                    <a16:creationId xmlns:a16="http://schemas.microsoft.com/office/drawing/2014/main" id="{6E463B30-D96B-3D98-BBA1-F679205967A0}"/>
                  </a:ext>
                </a:extLst>
              </p:cNvPr>
              <p:cNvSpPr/>
              <p:nvPr/>
            </p:nvSpPr>
            <p:spPr>
              <a:xfrm>
                <a:off x="245889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9" name="ph1480">
                <a:extLst>
                  <a:ext uri="{FF2B5EF4-FFF2-40B4-BE49-F238E27FC236}">
                    <a16:creationId xmlns:a16="http://schemas.microsoft.com/office/drawing/2014/main" id="{40859A2A-E1DD-595F-EDD1-8A1314000BE1}"/>
                  </a:ext>
                </a:extLst>
              </p:cNvPr>
              <p:cNvSpPr/>
              <p:nvPr/>
            </p:nvSpPr>
            <p:spPr>
              <a:xfrm>
                <a:off x="246833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0" name="ph1481">
                <a:extLst>
                  <a:ext uri="{FF2B5EF4-FFF2-40B4-BE49-F238E27FC236}">
                    <a16:creationId xmlns:a16="http://schemas.microsoft.com/office/drawing/2014/main" id="{807CD7C1-C5FA-4889-613D-990ED5EA356D}"/>
                  </a:ext>
                </a:extLst>
              </p:cNvPr>
              <p:cNvSpPr/>
              <p:nvPr/>
            </p:nvSpPr>
            <p:spPr>
              <a:xfrm>
                <a:off x="247777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1" name="ph1482">
                <a:extLst>
                  <a:ext uri="{FF2B5EF4-FFF2-40B4-BE49-F238E27FC236}">
                    <a16:creationId xmlns:a16="http://schemas.microsoft.com/office/drawing/2014/main" id="{D9E1DA81-D405-1272-DB6C-D0C983776710}"/>
                  </a:ext>
                </a:extLst>
              </p:cNvPr>
              <p:cNvSpPr/>
              <p:nvPr/>
            </p:nvSpPr>
            <p:spPr>
              <a:xfrm>
                <a:off x="248721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2" name="ph1483">
                <a:extLst>
                  <a:ext uri="{FF2B5EF4-FFF2-40B4-BE49-F238E27FC236}">
                    <a16:creationId xmlns:a16="http://schemas.microsoft.com/office/drawing/2014/main" id="{D62D4A7F-3FE8-AAA8-6A16-40675AD31D7B}"/>
                  </a:ext>
                </a:extLst>
              </p:cNvPr>
              <p:cNvSpPr/>
              <p:nvPr/>
            </p:nvSpPr>
            <p:spPr>
              <a:xfrm>
                <a:off x="249665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2">
                  <a:alpha val="100000"/>
                </a:srgbClr>
              </a:solidFill>
              <a:ln w="5420" cap="flat">
                <a:solidFill>
                  <a:srgbClr val="DF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3" name="ph1484">
                <a:extLst>
                  <a:ext uri="{FF2B5EF4-FFF2-40B4-BE49-F238E27FC236}">
                    <a16:creationId xmlns:a16="http://schemas.microsoft.com/office/drawing/2014/main" id="{691DD5F6-8307-B9B9-1B78-80D3D5021F1C}"/>
                  </a:ext>
                </a:extLst>
              </p:cNvPr>
              <p:cNvSpPr/>
              <p:nvPr/>
            </p:nvSpPr>
            <p:spPr>
              <a:xfrm>
                <a:off x="250609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4" name="ph1485">
                <a:extLst>
                  <a:ext uri="{FF2B5EF4-FFF2-40B4-BE49-F238E27FC236}">
                    <a16:creationId xmlns:a16="http://schemas.microsoft.com/office/drawing/2014/main" id="{51A09DC3-9EFF-B4B9-98C7-733C02643B1B}"/>
                  </a:ext>
                </a:extLst>
              </p:cNvPr>
              <p:cNvSpPr/>
              <p:nvPr/>
            </p:nvSpPr>
            <p:spPr>
              <a:xfrm>
                <a:off x="251553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5" name="ph1486">
                <a:extLst>
                  <a:ext uri="{FF2B5EF4-FFF2-40B4-BE49-F238E27FC236}">
                    <a16:creationId xmlns:a16="http://schemas.microsoft.com/office/drawing/2014/main" id="{527A38C2-E6C5-F4F7-8E99-6700FE062EB5}"/>
                  </a:ext>
                </a:extLst>
              </p:cNvPr>
              <p:cNvSpPr/>
              <p:nvPr/>
            </p:nvSpPr>
            <p:spPr>
              <a:xfrm>
                <a:off x="252497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6" name="ph1487">
                <a:extLst>
                  <a:ext uri="{FF2B5EF4-FFF2-40B4-BE49-F238E27FC236}">
                    <a16:creationId xmlns:a16="http://schemas.microsoft.com/office/drawing/2014/main" id="{FAA48154-AB57-E6E0-5CEA-38CBC3E25FDA}"/>
                  </a:ext>
                </a:extLst>
              </p:cNvPr>
              <p:cNvSpPr/>
              <p:nvPr/>
            </p:nvSpPr>
            <p:spPr>
              <a:xfrm>
                <a:off x="253441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7" name="ph1488">
                <a:extLst>
                  <a:ext uri="{FF2B5EF4-FFF2-40B4-BE49-F238E27FC236}">
                    <a16:creationId xmlns:a16="http://schemas.microsoft.com/office/drawing/2014/main" id="{751AC4B8-9244-512D-C70A-6959E50343E1}"/>
                  </a:ext>
                </a:extLst>
              </p:cNvPr>
              <p:cNvSpPr/>
              <p:nvPr/>
            </p:nvSpPr>
            <p:spPr>
              <a:xfrm>
                <a:off x="254385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8" name="ph1489">
                <a:extLst>
                  <a:ext uri="{FF2B5EF4-FFF2-40B4-BE49-F238E27FC236}">
                    <a16:creationId xmlns:a16="http://schemas.microsoft.com/office/drawing/2014/main" id="{5936F6F3-1764-5960-25D8-58325046BA26}"/>
                  </a:ext>
                </a:extLst>
              </p:cNvPr>
              <p:cNvSpPr/>
              <p:nvPr/>
            </p:nvSpPr>
            <p:spPr>
              <a:xfrm>
                <a:off x="255329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9" name="ph1490">
                <a:extLst>
                  <a:ext uri="{FF2B5EF4-FFF2-40B4-BE49-F238E27FC236}">
                    <a16:creationId xmlns:a16="http://schemas.microsoft.com/office/drawing/2014/main" id="{25342D6D-8CD4-8D04-5A53-5BEABA83C6A3}"/>
                  </a:ext>
                </a:extLst>
              </p:cNvPr>
              <p:cNvSpPr/>
              <p:nvPr/>
            </p:nvSpPr>
            <p:spPr>
              <a:xfrm>
                <a:off x="256273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0" name="ph1491">
                <a:extLst>
                  <a:ext uri="{FF2B5EF4-FFF2-40B4-BE49-F238E27FC236}">
                    <a16:creationId xmlns:a16="http://schemas.microsoft.com/office/drawing/2014/main" id="{C6B43A97-601D-085F-5BE8-209F4BB8AD19}"/>
                  </a:ext>
                </a:extLst>
              </p:cNvPr>
              <p:cNvSpPr/>
              <p:nvPr/>
            </p:nvSpPr>
            <p:spPr>
              <a:xfrm>
                <a:off x="257217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1" name="ph1492">
                <a:extLst>
                  <a:ext uri="{FF2B5EF4-FFF2-40B4-BE49-F238E27FC236}">
                    <a16:creationId xmlns:a16="http://schemas.microsoft.com/office/drawing/2014/main" id="{580971D4-D7B1-DAC3-F6E8-EE0AFA6BB373}"/>
                  </a:ext>
                </a:extLst>
              </p:cNvPr>
              <p:cNvSpPr/>
              <p:nvPr/>
            </p:nvSpPr>
            <p:spPr>
              <a:xfrm>
                <a:off x="258161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2" name="ph1493">
                <a:extLst>
                  <a:ext uri="{FF2B5EF4-FFF2-40B4-BE49-F238E27FC236}">
                    <a16:creationId xmlns:a16="http://schemas.microsoft.com/office/drawing/2014/main" id="{50F546C3-E1BC-ECA2-9E1D-4A30F5A1CC6C}"/>
                  </a:ext>
                </a:extLst>
              </p:cNvPr>
              <p:cNvSpPr/>
              <p:nvPr/>
            </p:nvSpPr>
            <p:spPr>
              <a:xfrm>
                <a:off x="259105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3" name="ph1494">
                <a:extLst>
                  <a:ext uri="{FF2B5EF4-FFF2-40B4-BE49-F238E27FC236}">
                    <a16:creationId xmlns:a16="http://schemas.microsoft.com/office/drawing/2014/main" id="{1E4CBB6F-B5D6-87C7-63BA-F59F4CA7046A}"/>
                  </a:ext>
                </a:extLst>
              </p:cNvPr>
              <p:cNvSpPr/>
              <p:nvPr/>
            </p:nvSpPr>
            <p:spPr>
              <a:xfrm>
                <a:off x="260049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4" name="ph1495">
                <a:extLst>
                  <a:ext uri="{FF2B5EF4-FFF2-40B4-BE49-F238E27FC236}">
                    <a16:creationId xmlns:a16="http://schemas.microsoft.com/office/drawing/2014/main" id="{23212695-70A9-37AE-4F87-A6261311C1AC}"/>
                  </a:ext>
                </a:extLst>
              </p:cNvPr>
              <p:cNvSpPr/>
              <p:nvPr/>
            </p:nvSpPr>
            <p:spPr>
              <a:xfrm>
                <a:off x="260993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5" name="ph1496">
                <a:extLst>
                  <a:ext uri="{FF2B5EF4-FFF2-40B4-BE49-F238E27FC236}">
                    <a16:creationId xmlns:a16="http://schemas.microsoft.com/office/drawing/2014/main" id="{33006154-B261-D986-24D6-FE8A61527699}"/>
                  </a:ext>
                </a:extLst>
              </p:cNvPr>
              <p:cNvSpPr/>
              <p:nvPr/>
            </p:nvSpPr>
            <p:spPr>
              <a:xfrm>
                <a:off x="261937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6" name="ph1497">
                <a:extLst>
                  <a:ext uri="{FF2B5EF4-FFF2-40B4-BE49-F238E27FC236}">
                    <a16:creationId xmlns:a16="http://schemas.microsoft.com/office/drawing/2014/main" id="{F7703377-3285-2BFE-A2FD-86F6EFC490A9}"/>
                  </a:ext>
                </a:extLst>
              </p:cNvPr>
              <p:cNvSpPr/>
              <p:nvPr/>
            </p:nvSpPr>
            <p:spPr>
              <a:xfrm>
                <a:off x="262881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7" name="ph1498">
                <a:extLst>
                  <a:ext uri="{FF2B5EF4-FFF2-40B4-BE49-F238E27FC236}">
                    <a16:creationId xmlns:a16="http://schemas.microsoft.com/office/drawing/2014/main" id="{E2F2CAC0-6539-A39C-9EC0-FEFCFDA07A5C}"/>
                  </a:ext>
                </a:extLst>
              </p:cNvPr>
              <p:cNvSpPr/>
              <p:nvPr/>
            </p:nvSpPr>
            <p:spPr>
              <a:xfrm>
                <a:off x="263825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8" name="ph1499">
                <a:extLst>
                  <a:ext uri="{FF2B5EF4-FFF2-40B4-BE49-F238E27FC236}">
                    <a16:creationId xmlns:a16="http://schemas.microsoft.com/office/drawing/2014/main" id="{B606AE3E-0D18-ADBC-757A-10E51ADC85E2}"/>
                  </a:ext>
                </a:extLst>
              </p:cNvPr>
              <p:cNvSpPr/>
              <p:nvPr/>
            </p:nvSpPr>
            <p:spPr>
              <a:xfrm>
                <a:off x="264769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9" name="ph1500">
                <a:extLst>
                  <a:ext uri="{FF2B5EF4-FFF2-40B4-BE49-F238E27FC236}">
                    <a16:creationId xmlns:a16="http://schemas.microsoft.com/office/drawing/2014/main" id="{E12F7387-923D-93F7-49A6-D6058ADFE2DD}"/>
                  </a:ext>
                </a:extLst>
              </p:cNvPr>
              <p:cNvSpPr/>
              <p:nvPr/>
            </p:nvSpPr>
            <p:spPr>
              <a:xfrm>
                <a:off x="265713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0" name="ph1501">
                <a:extLst>
                  <a:ext uri="{FF2B5EF4-FFF2-40B4-BE49-F238E27FC236}">
                    <a16:creationId xmlns:a16="http://schemas.microsoft.com/office/drawing/2014/main" id="{B6B9BD36-B712-8656-01C1-D190A35B9FAF}"/>
                  </a:ext>
                </a:extLst>
              </p:cNvPr>
              <p:cNvSpPr/>
              <p:nvPr/>
            </p:nvSpPr>
            <p:spPr>
              <a:xfrm>
                <a:off x="266657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1" name="ph1502">
                <a:extLst>
                  <a:ext uri="{FF2B5EF4-FFF2-40B4-BE49-F238E27FC236}">
                    <a16:creationId xmlns:a16="http://schemas.microsoft.com/office/drawing/2014/main" id="{6D37BA5F-1FE9-A59E-BBF2-F0679B6AA184}"/>
                  </a:ext>
                </a:extLst>
              </p:cNvPr>
              <p:cNvSpPr/>
              <p:nvPr/>
            </p:nvSpPr>
            <p:spPr>
              <a:xfrm>
                <a:off x="267601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2" name="ph1503">
                <a:extLst>
                  <a:ext uri="{FF2B5EF4-FFF2-40B4-BE49-F238E27FC236}">
                    <a16:creationId xmlns:a16="http://schemas.microsoft.com/office/drawing/2014/main" id="{5A319521-FF44-3DCB-A44D-CE5FD2444EE6}"/>
                  </a:ext>
                </a:extLst>
              </p:cNvPr>
              <p:cNvSpPr/>
              <p:nvPr/>
            </p:nvSpPr>
            <p:spPr>
              <a:xfrm>
                <a:off x="268545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3" name="ph1504">
                <a:extLst>
                  <a:ext uri="{FF2B5EF4-FFF2-40B4-BE49-F238E27FC236}">
                    <a16:creationId xmlns:a16="http://schemas.microsoft.com/office/drawing/2014/main" id="{5A183D14-EA13-8639-F441-91C93F91D74D}"/>
                  </a:ext>
                </a:extLst>
              </p:cNvPr>
              <p:cNvSpPr/>
              <p:nvPr/>
            </p:nvSpPr>
            <p:spPr>
              <a:xfrm>
                <a:off x="269489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4" name="ph1505">
                <a:extLst>
                  <a:ext uri="{FF2B5EF4-FFF2-40B4-BE49-F238E27FC236}">
                    <a16:creationId xmlns:a16="http://schemas.microsoft.com/office/drawing/2014/main" id="{E40CEF07-AC42-0632-4FF4-4A2547A54065}"/>
                  </a:ext>
                </a:extLst>
              </p:cNvPr>
              <p:cNvSpPr/>
              <p:nvPr/>
            </p:nvSpPr>
            <p:spPr>
              <a:xfrm>
                <a:off x="270433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5" name="ph1506">
                <a:extLst>
                  <a:ext uri="{FF2B5EF4-FFF2-40B4-BE49-F238E27FC236}">
                    <a16:creationId xmlns:a16="http://schemas.microsoft.com/office/drawing/2014/main" id="{F459A8E2-E561-543F-1088-5D3532D52BFD}"/>
                  </a:ext>
                </a:extLst>
              </p:cNvPr>
              <p:cNvSpPr/>
              <p:nvPr/>
            </p:nvSpPr>
            <p:spPr>
              <a:xfrm>
                <a:off x="271377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6" name="ph1507">
                <a:extLst>
                  <a:ext uri="{FF2B5EF4-FFF2-40B4-BE49-F238E27FC236}">
                    <a16:creationId xmlns:a16="http://schemas.microsoft.com/office/drawing/2014/main" id="{F4456E07-3E19-78B3-B8C3-7937D56ACD4F}"/>
                  </a:ext>
                </a:extLst>
              </p:cNvPr>
              <p:cNvSpPr/>
              <p:nvPr/>
            </p:nvSpPr>
            <p:spPr>
              <a:xfrm>
                <a:off x="2732656" y="2448908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00" y="896830"/>
                    </a:lnTo>
                    <a:lnTo>
                      <a:pt x="909298" y="899301"/>
                    </a:lnTo>
                    <a:lnTo>
                      <a:pt x="909534" y="899227"/>
                    </a:lnTo>
                    <a:lnTo>
                      <a:pt x="909894" y="899114"/>
                    </a:lnTo>
                    <a:lnTo>
                      <a:pt x="910254" y="899001"/>
                    </a:lnTo>
                    <a:lnTo>
                      <a:pt x="910614" y="898887"/>
                    </a:lnTo>
                    <a:lnTo>
                      <a:pt x="910974" y="898774"/>
                    </a:lnTo>
                    <a:lnTo>
                      <a:pt x="911334" y="898661"/>
                    </a:lnTo>
                    <a:lnTo>
                      <a:pt x="911693" y="898548"/>
                    </a:lnTo>
                    <a:lnTo>
                      <a:pt x="912053" y="898435"/>
                    </a:lnTo>
                    <a:lnTo>
                      <a:pt x="912413" y="898322"/>
                    </a:lnTo>
                    <a:lnTo>
                      <a:pt x="912773" y="898209"/>
                    </a:lnTo>
                    <a:lnTo>
                      <a:pt x="913133" y="898096"/>
                    </a:lnTo>
                    <a:lnTo>
                      <a:pt x="913493" y="897983"/>
                    </a:lnTo>
                    <a:lnTo>
                      <a:pt x="913853" y="897870"/>
                    </a:lnTo>
                    <a:lnTo>
                      <a:pt x="914213" y="897757"/>
                    </a:lnTo>
                    <a:lnTo>
                      <a:pt x="914399" y="89769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7" name="ph1508">
                <a:extLst>
                  <a:ext uri="{FF2B5EF4-FFF2-40B4-BE49-F238E27FC236}">
                    <a16:creationId xmlns:a16="http://schemas.microsoft.com/office/drawing/2014/main" id="{BB5CE278-3418-37A3-2CCA-4C5B57761D79}"/>
                  </a:ext>
                </a:extLst>
              </p:cNvPr>
              <p:cNvSpPr/>
              <p:nvPr/>
            </p:nvSpPr>
            <p:spPr>
              <a:xfrm>
                <a:off x="2742097" y="243133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268"/>
                    </a:lnTo>
                    <a:lnTo>
                      <a:pt x="905132" y="915214"/>
                    </a:lnTo>
                    <a:lnTo>
                      <a:pt x="905492" y="915101"/>
                    </a:lnTo>
                    <a:lnTo>
                      <a:pt x="905852" y="914988"/>
                    </a:lnTo>
                    <a:lnTo>
                      <a:pt x="906212" y="914875"/>
                    </a:lnTo>
                    <a:lnTo>
                      <a:pt x="906572" y="914762"/>
                    </a:lnTo>
                    <a:lnTo>
                      <a:pt x="906932" y="914650"/>
                    </a:lnTo>
                    <a:lnTo>
                      <a:pt x="907292" y="914537"/>
                    </a:lnTo>
                    <a:lnTo>
                      <a:pt x="907729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8" name="ph1509">
                <a:extLst>
                  <a:ext uri="{FF2B5EF4-FFF2-40B4-BE49-F238E27FC236}">
                    <a16:creationId xmlns:a16="http://schemas.microsoft.com/office/drawing/2014/main" id="{EA0DBC67-1525-3D1F-2C7A-D1470C96383D}"/>
                  </a:ext>
                </a:extLst>
              </p:cNvPr>
              <p:cNvSpPr/>
              <p:nvPr/>
            </p:nvSpPr>
            <p:spPr>
              <a:xfrm>
                <a:off x="274209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9" name="ph1510">
                <a:extLst>
                  <a:ext uri="{FF2B5EF4-FFF2-40B4-BE49-F238E27FC236}">
                    <a16:creationId xmlns:a16="http://schemas.microsoft.com/office/drawing/2014/main" id="{B12B174B-B14C-6703-F3A5-0B11CA01AB53}"/>
                  </a:ext>
                </a:extLst>
              </p:cNvPr>
              <p:cNvSpPr/>
              <p:nvPr/>
            </p:nvSpPr>
            <p:spPr>
              <a:xfrm>
                <a:off x="275153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0" name="ph1511">
                <a:extLst>
                  <a:ext uri="{FF2B5EF4-FFF2-40B4-BE49-F238E27FC236}">
                    <a16:creationId xmlns:a16="http://schemas.microsoft.com/office/drawing/2014/main" id="{26F68B85-E0D7-2973-390B-CFA8B58B4DA4}"/>
                  </a:ext>
                </a:extLst>
              </p:cNvPr>
              <p:cNvSpPr/>
              <p:nvPr/>
            </p:nvSpPr>
            <p:spPr>
              <a:xfrm>
                <a:off x="276097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1" name="ph1512">
                <a:extLst>
                  <a:ext uri="{FF2B5EF4-FFF2-40B4-BE49-F238E27FC236}">
                    <a16:creationId xmlns:a16="http://schemas.microsoft.com/office/drawing/2014/main" id="{D25625A0-9AAC-F55B-15D6-4F0B9A7F5C28}"/>
                  </a:ext>
                </a:extLst>
              </p:cNvPr>
              <p:cNvSpPr/>
              <p:nvPr/>
            </p:nvSpPr>
            <p:spPr>
              <a:xfrm>
                <a:off x="277041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2" name="ph1513">
                <a:extLst>
                  <a:ext uri="{FF2B5EF4-FFF2-40B4-BE49-F238E27FC236}">
                    <a16:creationId xmlns:a16="http://schemas.microsoft.com/office/drawing/2014/main" id="{C8856E81-032D-62E9-7830-B2189E759282}"/>
                  </a:ext>
                </a:extLst>
              </p:cNvPr>
              <p:cNvSpPr/>
              <p:nvPr/>
            </p:nvSpPr>
            <p:spPr>
              <a:xfrm>
                <a:off x="277985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3" name="ph1514">
                <a:extLst>
                  <a:ext uri="{FF2B5EF4-FFF2-40B4-BE49-F238E27FC236}">
                    <a16:creationId xmlns:a16="http://schemas.microsoft.com/office/drawing/2014/main" id="{E03084C6-F1B6-4934-0A4A-F7AB505C7459}"/>
                  </a:ext>
                </a:extLst>
              </p:cNvPr>
              <p:cNvSpPr/>
              <p:nvPr/>
            </p:nvSpPr>
            <p:spPr>
              <a:xfrm>
                <a:off x="278929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4" name="ph1515">
                <a:extLst>
                  <a:ext uri="{FF2B5EF4-FFF2-40B4-BE49-F238E27FC236}">
                    <a16:creationId xmlns:a16="http://schemas.microsoft.com/office/drawing/2014/main" id="{41A308E6-1D7A-715E-4A63-B519964B0708}"/>
                  </a:ext>
                </a:extLst>
              </p:cNvPr>
              <p:cNvSpPr/>
              <p:nvPr/>
            </p:nvSpPr>
            <p:spPr>
              <a:xfrm>
                <a:off x="279873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5" name="ph1516">
                <a:extLst>
                  <a:ext uri="{FF2B5EF4-FFF2-40B4-BE49-F238E27FC236}">
                    <a16:creationId xmlns:a16="http://schemas.microsoft.com/office/drawing/2014/main" id="{90ADBA6F-8973-E8E3-647C-C2EDD38DADF6}"/>
                  </a:ext>
                </a:extLst>
              </p:cNvPr>
              <p:cNvSpPr/>
              <p:nvPr/>
            </p:nvSpPr>
            <p:spPr>
              <a:xfrm>
                <a:off x="280817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6" name="ph1517">
                <a:extLst>
                  <a:ext uri="{FF2B5EF4-FFF2-40B4-BE49-F238E27FC236}">
                    <a16:creationId xmlns:a16="http://schemas.microsoft.com/office/drawing/2014/main" id="{4E371348-AD5A-197F-9EBD-1AE731E0A839}"/>
                  </a:ext>
                </a:extLst>
              </p:cNvPr>
              <p:cNvSpPr/>
              <p:nvPr/>
            </p:nvSpPr>
            <p:spPr>
              <a:xfrm>
                <a:off x="281761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7" name="ph1518">
                <a:extLst>
                  <a:ext uri="{FF2B5EF4-FFF2-40B4-BE49-F238E27FC236}">
                    <a16:creationId xmlns:a16="http://schemas.microsoft.com/office/drawing/2014/main" id="{77D6BD82-8A88-B3B6-422A-2E0F5EE29D68}"/>
                  </a:ext>
                </a:extLst>
              </p:cNvPr>
              <p:cNvSpPr/>
              <p:nvPr/>
            </p:nvSpPr>
            <p:spPr>
              <a:xfrm>
                <a:off x="282705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8" name="ph1519">
                <a:extLst>
                  <a:ext uri="{FF2B5EF4-FFF2-40B4-BE49-F238E27FC236}">
                    <a16:creationId xmlns:a16="http://schemas.microsoft.com/office/drawing/2014/main" id="{730E993C-8BCB-0A57-E3CD-44E9F0BB4168}"/>
                  </a:ext>
                </a:extLst>
              </p:cNvPr>
              <p:cNvSpPr/>
              <p:nvPr/>
            </p:nvSpPr>
            <p:spPr>
              <a:xfrm>
                <a:off x="283649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9" name="ph1520">
                <a:extLst>
                  <a:ext uri="{FF2B5EF4-FFF2-40B4-BE49-F238E27FC236}">
                    <a16:creationId xmlns:a16="http://schemas.microsoft.com/office/drawing/2014/main" id="{F142768D-1696-E5BD-CCA0-4C9B84CF0164}"/>
                  </a:ext>
                </a:extLst>
              </p:cNvPr>
              <p:cNvSpPr/>
              <p:nvPr/>
            </p:nvSpPr>
            <p:spPr>
              <a:xfrm>
                <a:off x="284593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0" name="ph1521">
                <a:extLst>
                  <a:ext uri="{FF2B5EF4-FFF2-40B4-BE49-F238E27FC236}">
                    <a16:creationId xmlns:a16="http://schemas.microsoft.com/office/drawing/2014/main" id="{44E479A5-04D3-ACF4-703A-60008BA1C186}"/>
                  </a:ext>
                </a:extLst>
              </p:cNvPr>
              <p:cNvSpPr/>
              <p:nvPr/>
            </p:nvSpPr>
            <p:spPr>
              <a:xfrm>
                <a:off x="285538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1" name="ph1522">
                <a:extLst>
                  <a:ext uri="{FF2B5EF4-FFF2-40B4-BE49-F238E27FC236}">
                    <a16:creationId xmlns:a16="http://schemas.microsoft.com/office/drawing/2014/main" id="{75E177C8-CDF9-2EF0-5F7F-20574CB34BFD}"/>
                  </a:ext>
                </a:extLst>
              </p:cNvPr>
              <p:cNvSpPr/>
              <p:nvPr/>
            </p:nvSpPr>
            <p:spPr>
              <a:xfrm>
                <a:off x="286482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2" name="ph1523">
                <a:extLst>
                  <a:ext uri="{FF2B5EF4-FFF2-40B4-BE49-F238E27FC236}">
                    <a16:creationId xmlns:a16="http://schemas.microsoft.com/office/drawing/2014/main" id="{3F323D23-2988-64EF-B44B-448635F6020C}"/>
                  </a:ext>
                </a:extLst>
              </p:cNvPr>
              <p:cNvSpPr/>
              <p:nvPr/>
            </p:nvSpPr>
            <p:spPr>
              <a:xfrm>
                <a:off x="287426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3" name="ph1524">
                <a:extLst>
                  <a:ext uri="{FF2B5EF4-FFF2-40B4-BE49-F238E27FC236}">
                    <a16:creationId xmlns:a16="http://schemas.microsoft.com/office/drawing/2014/main" id="{4B883441-FDD7-236D-6CBD-36C4FB3D8FFD}"/>
                  </a:ext>
                </a:extLst>
              </p:cNvPr>
              <p:cNvSpPr/>
              <p:nvPr/>
            </p:nvSpPr>
            <p:spPr>
              <a:xfrm>
                <a:off x="288370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4" name="ph1525">
                <a:extLst>
                  <a:ext uri="{FF2B5EF4-FFF2-40B4-BE49-F238E27FC236}">
                    <a16:creationId xmlns:a16="http://schemas.microsoft.com/office/drawing/2014/main" id="{9E88859A-7F05-6641-F2F9-99F86DDD8841}"/>
                  </a:ext>
                </a:extLst>
              </p:cNvPr>
              <p:cNvSpPr/>
              <p:nvPr/>
            </p:nvSpPr>
            <p:spPr>
              <a:xfrm>
                <a:off x="289314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5" name="ph1526">
                <a:extLst>
                  <a:ext uri="{FF2B5EF4-FFF2-40B4-BE49-F238E27FC236}">
                    <a16:creationId xmlns:a16="http://schemas.microsoft.com/office/drawing/2014/main" id="{F3DD2EBC-61E9-1F51-DE98-DE4BDBF74CF2}"/>
                  </a:ext>
                </a:extLst>
              </p:cNvPr>
              <p:cNvSpPr/>
              <p:nvPr/>
            </p:nvSpPr>
            <p:spPr>
              <a:xfrm>
                <a:off x="290258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6" name="ph1527">
                <a:extLst>
                  <a:ext uri="{FF2B5EF4-FFF2-40B4-BE49-F238E27FC236}">
                    <a16:creationId xmlns:a16="http://schemas.microsoft.com/office/drawing/2014/main" id="{888CD141-16CD-092D-3545-FB565FB89EB0}"/>
                  </a:ext>
                </a:extLst>
              </p:cNvPr>
              <p:cNvSpPr/>
              <p:nvPr/>
            </p:nvSpPr>
            <p:spPr>
              <a:xfrm>
                <a:off x="291202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7" name="ph1528">
                <a:extLst>
                  <a:ext uri="{FF2B5EF4-FFF2-40B4-BE49-F238E27FC236}">
                    <a16:creationId xmlns:a16="http://schemas.microsoft.com/office/drawing/2014/main" id="{5F926F8A-934F-48B9-567D-9042A655D85F}"/>
                  </a:ext>
                </a:extLst>
              </p:cNvPr>
              <p:cNvSpPr/>
              <p:nvPr/>
            </p:nvSpPr>
            <p:spPr>
              <a:xfrm>
                <a:off x="292146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8" name="ph1529">
                <a:extLst>
                  <a:ext uri="{FF2B5EF4-FFF2-40B4-BE49-F238E27FC236}">
                    <a16:creationId xmlns:a16="http://schemas.microsoft.com/office/drawing/2014/main" id="{628DA91E-3702-622C-F91E-3E050F0571D4}"/>
                  </a:ext>
                </a:extLst>
              </p:cNvPr>
              <p:cNvSpPr/>
              <p:nvPr/>
            </p:nvSpPr>
            <p:spPr>
              <a:xfrm>
                <a:off x="293090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9" name="ph1530">
                <a:extLst>
                  <a:ext uri="{FF2B5EF4-FFF2-40B4-BE49-F238E27FC236}">
                    <a16:creationId xmlns:a16="http://schemas.microsoft.com/office/drawing/2014/main" id="{CEEB5B3A-7342-9F97-18C5-D0C88EB24F29}"/>
                  </a:ext>
                </a:extLst>
              </p:cNvPr>
              <p:cNvSpPr/>
              <p:nvPr/>
            </p:nvSpPr>
            <p:spPr>
              <a:xfrm>
                <a:off x="294034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0" name="ph1531">
                <a:extLst>
                  <a:ext uri="{FF2B5EF4-FFF2-40B4-BE49-F238E27FC236}">
                    <a16:creationId xmlns:a16="http://schemas.microsoft.com/office/drawing/2014/main" id="{75D7352A-6B91-62D7-37EA-303A4732740A}"/>
                  </a:ext>
                </a:extLst>
              </p:cNvPr>
              <p:cNvSpPr/>
              <p:nvPr/>
            </p:nvSpPr>
            <p:spPr>
              <a:xfrm>
                <a:off x="294978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1" name="ph1532">
                <a:extLst>
                  <a:ext uri="{FF2B5EF4-FFF2-40B4-BE49-F238E27FC236}">
                    <a16:creationId xmlns:a16="http://schemas.microsoft.com/office/drawing/2014/main" id="{6E0171DF-C86D-DBB7-E82D-DB5B8A680E7B}"/>
                  </a:ext>
                </a:extLst>
              </p:cNvPr>
              <p:cNvSpPr/>
              <p:nvPr/>
            </p:nvSpPr>
            <p:spPr>
              <a:xfrm>
                <a:off x="295922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2" name="ph1533">
                <a:extLst>
                  <a:ext uri="{FF2B5EF4-FFF2-40B4-BE49-F238E27FC236}">
                    <a16:creationId xmlns:a16="http://schemas.microsoft.com/office/drawing/2014/main" id="{749AE171-424F-5236-828C-14C530859550}"/>
                  </a:ext>
                </a:extLst>
              </p:cNvPr>
              <p:cNvSpPr/>
              <p:nvPr/>
            </p:nvSpPr>
            <p:spPr>
              <a:xfrm>
                <a:off x="296866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3" name="ph1534">
                <a:extLst>
                  <a:ext uri="{FF2B5EF4-FFF2-40B4-BE49-F238E27FC236}">
                    <a16:creationId xmlns:a16="http://schemas.microsoft.com/office/drawing/2014/main" id="{BCDC8B35-D670-1759-428F-255D3FFBF5E0}"/>
                  </a:ext>
                </a:extLst>
              </p:cNvPr>
              <p:cNvSpPr/>
              <p:nvPr/>
            </p:nvSpPr>
            <p:spPr>
              <a:xfrm>
                <a:off x="297810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4" name="ph1535">
                <a:extLst>
                  <a:ext uri="{FF2B5EF4-FFF2-40B4-BE49-F238E27FC236}">
                    <a16:creationId xmlns:a16="http://schemas.microsoft.com/office/drawing/2014/main" id="{769B929D-63AD-2EC6-6441-2C5E89886E9C}"/>
                  </a:ext>
                </a:extLst>
              </p:cNvPr>
              <p:cNvSpPr/>
              <p:nvPr/>
            </p:nvSpPr>
            <p:spPr>
              <a:xfrm>
                <a:off x="298754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5" name="ph1536">
                <a:extLst>
                  <a:ext uri="{FF2B5EF4-FFF2-40B4-BE49-F238E27FC236}">
                    <a16:creationId xmlns:a16="http://schemas.microsoft.com/office/drawing/2014/main" id="{0844745C-D6D7-1302-8C3B-57C59D6039FF}"/>
                  </a:ext>
                </a:extLst>
              </p:cNvPr>
              <p:cNvSpPr/>
              <p:nvPr/>
            </p:nvSpPr>
            <p:spPr>
              <a:xfrm>
                <a:off x="299698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6" name="ph1537">
                <a:extLst>
                  <a:ext uri="{FF2B5EF4-FFF2-40B4-BE49-F238E27FC236}">
                    <a16:creationId xmlns:a16="http://schemas.microsoft.com/office/drawing/2014/main" id="{8F4189D6-D2CF-34D9-6A67-B3EDB7F463F9}"/>
                  </a:ext>
                </a:extLst>
              </p:cNvPr>
              <p:cNvSpPr/>
              <p:nvPr/>
            </p:nvSpPr>
            <p:spPr>
              <a:xfrm>
                <a:off x="300642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7" name="ph1538">
                <a:extLst>
                  <a:ext uri="{FF2B5EF4-FFF2-40B4-BE49-F238E27FC236}">
                    <a16:creationId xmlns:a16="http://schemas.microsoft.com/office/drawing/2014/main" id="{82ECD258-C832-90C6-E9F4-4BE312CDDCDE}"/>
                  </a:ext>
                </a:extLst>
              </p:cNvPr>
              <p:cNvSpPr/>
              <p:nvPr/>
            </p:nvSpPr>
            <p:spPr>
              <a:xfrm>
                <a:off x="301586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8" name="ph1539">
                <a:extLst>
                  <a:ext uri="{FF2B5EF4-FFF2-40B4-BE49-F238E27FC236}">
                    <a16:creationId xmlns:a16="http://schemas.microsoft.com/office/drawing/2014/main" id="{46179B18-F99F-905E-2CA8-62E1764491B7}"/>
                  </a:ext>
                </a:extLst>
              </p:cNvPr>
              <p:cNvSpPr/>
              <p:nvPr/>
            </p:nvSpPr>
            <p:spPr>
              <a:xfrm>
                <a:off x="302530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9" name="ph1540">
                <a:extLst>
                  <a:ext uri="{FF2B5EF4-FFF2-40B4-BE49-F238E27FC236}">
                    <a16:creationId xmlns:a16="http://schemas.microsoft.com/office/drawing/2014/main" id="{1E0DE4C4-A4EA-759D-9929-EDD373CF068F}"/>
                  </a:ext>
                </a:extLst>
              </p:cNvPr>
              <p:cNvSpPr/>
              <p:nvPr/>
            </p:nvSpPr>
            <p:spPr>
              <a:xfrm>
                <a:off x="303474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0" name="ph1541">
                <a:extLst>
                  <a:ext uri="{FF2B5EF4-FFF2-40B4-BE49-F238E27FC236}">
                    <a16:creationId xmlns:a16="http://schemas.microsoft.com/office/drawing/2014/main" id="{52F9CEE7-F465-8C67-06CE-2D9BEBB3D251}"/>
                  </a:ext>
                </a:extLst>
              </p:cNvPr>
              <p:cNvSpPr/>
              <p:nvPr/>
            </p:nvSpPr>
            <p:spPr>
              <a:xfrm>
                <a:off x="304418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1" name="ph1542">
                <a:extLst>
                  <a:ext uri="{FF2B5EF4-FFF2-40B4-BE49-F238E27FC236}">
                    <a16:creationId xmlns:a16="http://schemas.microsoft.com/office/drawing/2014/main" id="{E28C21A4-1F2D-8435-1FA0-B88AF216F158}"/>
                  </a:ext>
                </a:extLst>
              </p:cNvPr>
              <p:cNvSpPr/>
              <p:nvPr/>
            </p:nvSpPr>
            <p:spPr>
              <a:xfrm>
                <a:off x="305362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2" name="ph1543">
                <a:extLst>
                  <a:ext uri="{FF2B5EF4-FFF2-40B4-BE49-F238E27FC236}">
                    <a16:creationId xmlns:a16="http://schemas.microsoft.com/office/drawing/2014/main" id="{BEC4029F-44F0-472E-8634-D162CE9CE9F9}"/>
                  </a:ext>
                </a:extLst>
              </p:cNvPr>
              <p:cNvSpPr/>
              <p:nvPr/>
            </p:nvSpPr>
            <p:spPr>
              <a:xfrm>
                <a:off x="306306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3" name="ph1544">
                <a:extLst>
                  <a:ext uri="{FF2B5EF4-FFF2-40B4-BE49-F238E27FC236}">
                    <a16:creationId xmlns:a16="http://schemas.microsoft.com/office/drawing/2014/main" id="{1E67B363-25D0-A94C-1B3F-76F873FA1031}"/>
                  </a:ext>
                </a:extLst>
              </p:cNvPr>
              <p:cNvSpPr/>
              <p:nvPr/>
            </p:nvSpPr>
            <p:spPr>
              <a:xfrm>
                <a:off x="307250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4" name="ph1545">
                <a:extLst>
                  <a:ext uri="{FF2B5EF4-FFF2-40B4-BE49-F238E27FC236}">
                    <a16:creationId xmlns:a16="http://schemas.microsoft.com/office/drawing/2014/main" id="{06D8B77A-0FF1-1CE0-169A-AA847112EC4D}"/>
                  </a:ext>
                </a:extLst>
              </p:cNvPr>
              <p:cNvSpPr/>
              <p:nvPr/>
            </p:nvSpPr>
            <p:spPr>
              <a:xfrm>
                <a:off x="308194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5" name="ph1546">
                <a:extLst>
                  <a:ext uri="{FF2B5EF4-FFF2-40B4-BE49-F238E27FC236}">
                    <a16:creationId xmlns:a16="http://schemas.microsoft.com/office/drawing/2014/main" id="{B3FBBD4D-5534-582C-5AAC-379220176AFD}"/>
                  </a:ext>
                </a:extLst>
              </p:cNvPr>
              <p:cNvSpPr/>
              <p:nvPr/>
            </p:nvSpPr>
            <p:spPr>
              <a:xfrm>
                <a:off x="309138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6" name="ph1547">
                <a:extLst>
                  <a:ext uri="{FF2B5EF4-FFF2-40B4-BE49-F238E27FC236}">
                    <a16:creationId xmlns:a16="http://schemas.microsoft.com/office/drawing/2014/main" id="{661E9C93-7079-253B-045F-4A298EA9B94B}"/>
                  </a:ext>
                </a:extLst>
              </p:cNvPr>
              <p:cNvSpPr/>
              <p:nvPr/>
            </p:nvSpPr>
            <p:spPr>
              <a:xfrm>
                <a:off x="310082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7" name="ph1548">
                <a:extLst>
                  <a:ext uri="{FF2B5EF4-FFF2-40B4-BE49-F238E27FC236}">
                    <a16:creationId xmlns:a16="http://schemas.microsoft.com/office/drawing/2014/main" id="{A9F86B09-906F-ABA2-175E-74AF76566F9C}"/>
                  </a:ext>
                </a:extLst>
              </p:cNvPr>
              <p:cNvSpPr/>
              <p:nvPr/>
            </p:nvSpPr>
            <p:spPr>
              <a:xfrm>
                <a:off x="311026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8" name="ph1549">
                <a:extLst>
                  <a:ext uri="{FF2B5EF4-FFF2-40B4-BE49-F238E27FC236}">
                    <a16:creationId xmlns:a16="http://schemas.microsoft.com/office/drawing/2014/main" id="{1E681A12-9350-E2FC-BB0F-FD0D3F73AFCC}"/>
                  </a:ext>
                </a:extLst>
              </p:cNvPr>
              <p:cNvSpPr/>
              <p:nvPr/>
            </p:nvSpPr>
            <p:spPr>
              <a:xfrm>
                <a:off x="311970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9" name="ph1550">
                <a:extLst>
                  <a:ext uri="{FF2B5EF4-FFF2-40B4-BE49-F238E27FC236}">
                    <a16:creationId xmlns:a16="http://schemas.microsoft.com/office/drawing/2014/main" id="{B26199A2-17BA-5138-19BA-526D9C884EC0}"/>
                  </a:ext>
                </a:extLst>
              </p:cNvPr>
              <p:cNvSpPr/>
              <p:nvPr/>
            </p:nvSpPr>
            <p:spPr>
              <a:xfrm>
                <a:off x="312914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0" name="ph1551">
                <a:extLst>
                  <a:ext uri="{FF2B5EF4-FFF2-40B4-BE49-F238E27FC236}">
                    <a16:creationId xmlns:a16="http://schemas.microsoft.com/office/drawing/2014/main" id="{33871D63-E422-D1AB-673F-9AB77CE7A788}"/>
                  </a:ext>
                </a:extLst>
              </p:cNvPr>
              <p:cNvSpPr/>
              <p:nvPr/>
            </p:nvSpPr>
            <p:spPr>
              <a:xfrm>
                <a:off x="313858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1" name="ph1552">
                <a:extLst>
                  <a:ext uri="{FF2B5EF4-FFF2-40B4-BE49-F238E27FC236}">
                    <a16:creationId xmlns:a16="http://schemas.microsoft.com/office/drawing/2014/main" id="{4F289F6D-3B7F-442A-8D88-E75691892F30}"/>
                  </a:ext>
                </a:extLst>
              </p:cNvPr>
              <p:cNvSpPr/>
              <p:nvPr/>
            </p:nvSpPr>
            <p:spPr>
              <a:xfrm>
                <a:off x="314802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2" name="ph1553">
                <a:extLst>
                  <a:ext uri="{FF2B5EF4-FFF2-40B4-BE49-F238E27FC236}">
                    <a16:creationId xmlns:a16="http://schemas.microsoft.com/office/drawing/2014/main" id="{D1086A4C-7EE6-3A7E-3B5C-467BC3EE20AE}"/>
                  </a:ext>
                </a:extLst>
              </p:cNvPr>
              <p:cNvSpPr/>
              <p:nvPr/>
            </p:nvSpPr>
            <p:spPr>
              <a:xfrm>
                <a:off x="315746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3" name="ph1554">
                <a:extLst>
                  <a:ext uri="{FF2B5EF4-FFF2-40B4-BE49-F238E27FC236}">
                    <a16:creationId xmlns:a16="http://schemas.microsoft.com/office/drawing/2014/main" id="{56A4E213-42DF-20CD-31BB-F51885921771}"/>
                  </a:ext>
                </a:extLst>
              </p:cNvPr>
              <p:cNvSpPr/>
              <p:nvPr/>
            </p:nvSpPr>
            <p:spPr>
              <a:xfrm>
                <a:off x="316690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4" name="ph1555">
                <a:extLst>
                  <a:ext uri="{FF2B5EF4-FFF2-40B4-BE49-F238E27FC236}">
                    <a16:creationId xmlns:a16="http://schemas.microsoft.com/office/drawing/2014/main" id="{E614708F-6244-38CE-B0E4-7A5FEEEB2110}"/>
                  </a:ext>
                </a:extLst>
              </p:cNvPr>
              <p:cNvSpPr/>
              <p:nvPr/>
            </p:nvSpPr>
            <p:spPr>
              <a:xfrm>
                <a:off x="317634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5" name="ph1556">
                <a:extLst>
                  <a:ext uri="{FF2B5EF4-FFF2-40B4-BE49-F238E27FC236}">
                    <a16:creationId xmlns:a16="http://schemas.microsoft.com/office/drawing/2014/main" id="{D2450D00-D3E7-9CB3-7B06-90B7741667C0}"/>
                  </a:ext>
                </a:extLst>
              </p:cNvPr>
              <p:cNvSpPr/>
              <p:nvPr/>
            </p:nvSpPr>
            <p:spPr>
              <a:xfrm>
                <a:off x="318578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6" name="ph1557">
                <a:extLst>
                  <a:ext uri="{FF2B5EF4-FFF2-40B4-BE49-F238E27FC236}">
                    <a16:creationId xmlns:a16="http://schemas.microsoft.com/office/drawing/2014/main" id="{B7A3A2B1-6EF7-86D6-C47C-E220DC874A65}"/>
                  </a:ext>
                </a:extLst>
              </p:cNvPr>
              <p:cNvSpPr/>
              <p:nvPr/>
            </p:nvSpPr>
            <p:spPr>
              <a:xfrm>
                <a:off x="319522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7" name="ph1558">
                <a:extLst>
                  <a:ext uri="{FF2B5EF4-FFF2-40B4-BE49-F238E27FC236}">
                    <a16:creationId xmlns:a16="http://schemas.microsoft.com/office/drawing/2014/main" id="{D9E89225-B9AC-45CF-3227-3CFAC2525297}"/>
                  </a:ext>
                </a:extLst>
              </p:cNvPr>
              <p:cNvSpPr/>
              <p:nvPr/>
            </p:nvSpPr>
            <p:spPr>
              <a:xfrm>
                <a:off x="320466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8" name="ph1559">
                <a:extLst>
                  <a:ext uri="{FF2B5EF4-FFF2-40B4-BE49-F238E27FC236}">
                    <a16:creationId xmlns:a16="http://schemas.microsoft.com/office/drawing/2014/main" id="{6B52D0FB-C334-D21E-0B06-9F98AF4F2469}"/>
                  </a:ext>
                </a:extLst>
              </p:cNvPr>
              <p:cNvSpPr/>
              <p:nvPr/>
            </p:nvSpPr>
            <p:spPr>
              <a:xfrm>
                <a:off x="321410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9" name="ph1560">
                <a:extLst>
                  <a:ext uri="{FF2B5EF4-FFF2-40B4-BE49-F238E27FC236}">
                    <a16:creationId xmlns:a16="http://schemas.microsoft.com/office/drawing/2014/main" id="{E721A1A1-4E1F-E983-0C5E-3A17FF529CB9}"/>
                  </a:ext>
                </a:extLst>
              </p:cNvPr>
              <p:cNvSpPr/>
              <p:nvPr/>
            </p:nvSpPr>
            <p:spPr>
              <a:xfrm>
                <a:off x="322354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0" name="ph1561">
                <a:extLst>
                  <a:ext uri="{FF2B5EF4-FFF2-40B4-BE49-F238E27FC236}">
                    <a16:creationId xmlns:a16="http://schemas.microsoft.com/office/drawing/2014/main" id="{BF466C97-B51E-37AD-86DE-54DE3E8A351C}"/>
                  </a:ext>
                </a:extLst>
              </p:cNvPr>
              <p:cNvSpPr/>
              <p:nvPr/>
            </p:nvSpPr>
            <p:spPr>
              <a:xfrm>
                <a:off x="323298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1" name="ph1562">
                <a:extLst>
                  <a:ext uri="{FF2B5EF4-FFF2-40B4-BE49-F238E27FC236}">
                    <a16:creationId xmlns:a16="http://schemas.microsoft.com/office/drawing/2014/main" id="{67C5E492-58FE-E0D6-FA73-8F2302C35716}"/>
                  </a:ext>
                </a:extLst>
              </p:cNvPr>
              <p:cNvSpPr/>
              <p:nvPr/>
            </p:nvSpPr>
            <p:spPr>
              <a:xfrm>
                <a:off x="324242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2" name="ph1563">
                <a:extLst>
                  <a:ext uri="{FF2B5EF4-FFF2-40B4-BE49-F238E27FC236}">
                    <a16:creationId xmlns:a16="http://schemas.microsoft.com/office/drawing/2014/main" id="{7F3379B6-D631-B2FA-699F-6D9DF75AB4E8}"/>
                  </a:ext>
                </a:extLst>
              </p:cNvPr>
              <p:cNvSpPr/>
              <p:nvPr/>
            </p:nvSpPr>
            <p:spPr>
              <a:xfrm>
                <a:off x="325187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3" name="ph1564">
                <a:extLst>
                  <a:ext uri="{FF2B5EF4-FFF2-40B4-BE49-F238E27FC236}">
                    <a16:creationId xmlns:a16="http://schemas.microsoft.com/office/drawing/2014/main" id="{3471447A-82DF-C430-AD04-6F45FB8E4F9B}"/>
                  </a:ext>
                </a:extLst>
              </p:cNvPr>
              <p:cNvSpPr/>
              <p:nvPr/>
            </p:nvSpPr>
            <p:spPr>
              <a:xfrm>
                <a:off x="326131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4" name="ph1565">
                <a:extLst>
                  <a:ext uri="{FF2B5EF4-FFF2-40B4-BE49-F238E27FC236}">
                    <a16:creationId xmlns:a16="http://schemas.microsoft.com/office/drawing/2014/main" id="{A8A4DCD4-3EAE-8A51-256C-74AAAD939CAB}"/>
                  </a:ext>
                </a:extLst>
              </p:cNvPr>
              <p:cNvSpPr/>
              <p:nvPr/>
            </p:nvSpPr>
            <p:spPr>
              <a:xfrm>
                <a:off x="327075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5" name="ph1566">
                <a:extLst>
                  <a:ext uri="{FF2B5EF4-FFF2-40B4-BE49-F238E27FC236}">
                    <a16:creationId xmlns:a16="http://schemas.microsoft.com/office/drawing/2014/main" id="{1190FCC8-7B60-C53C-0816-11F7666A2164}"/>
                  </a:ext>
                </a:extLst>
              </p:cNvPr>
              <p:cNvSpPr/>
              <p:nvPr/>
            </p:nvSpPr>
            <p:spPr>
              <a:xfrm>
                <a:off x="328019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6" name="ph1567">
                <a:extLst>
                  <a:ext uri="{FF2B5EF4-FFF2-40B4-BE49-F238E27FC236}">
                    <a16:creationId xmlns:a16="http://schemas.microsoft.com/office/drawing/2014/main" id="{1F54A39F-276A-7794-3288-36BEF3FEDE47}"/>
                  </a:ext>
                </a:extLst>
              </p:cNvPr>
              <p:cNvSpPr/>
              <p:nvPr/>
            </p:nvSpPr>
            <p:spPr>
              <a:xfrm>
                <a:off x="3289631" y="244890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60"/>
                    </a:lnTo>
                    <a:lnTo>
                      <a:pt x="923099" y="903762"/>
                    </a:lnTo>
                    <a:lnTo>
                      <a:pt x="922207" y="906781"/>
                    </a:lnTo>
                    <a:lnTo>
                      <a:pt x="921314" y="909800"/>
                    </a:lnTo>
                    <a:lnTo>
                      <a:pt x="920422" y="912819"/>
                    </a:lnTo>
                    <a:lnTo>
                      <a:pt x="919955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7" name="ph1568">
                <a:extLst>
                  <a:ext uri="{FF2B5EF4-FFF2-40B4-BE49-F238E27FC236}">
                    <a16:creationId xmlns:a16="http://schemas.microsoft.com/office/drawing/2014/main" id="{14C7C6FC-5FE9-35C2-9971-578E57A1F234}"/>
                  </a:ext>
                </a:extLst>
              </p:cNvPr>
              <p:cNvSpPr/>
              <p:nvPr/>
            </p:nvSpPr>
            <p:spPr>
              <a:xfrm>
                <a:off x="3299071" y="2431338"/>
                <a:ext cx="915711" cy="918830"/>
              </a:xfrm>
              <a:custGeom>
                <a:avLst/>
                <a:gdLst/>
                <a:ahLst/>
                <a:cxnLst/>
                <a:rect l="0" t="0" r="0" b="0"/>
                <a:pathLst>
                  <a:path w="915711" h="918830">
                    <a:moveTo>
                      <a:pt x="914400" y="914400"/>
                    </a:moveTo>
                    <a:lnTo>
                      <a:pt x="915711" y="914400"/>
                    </a:lnTo>
                    <a:lnTo>
                      <a:pt x="915446" y="915294"/>
                    </a:lnTo>
                    <a:lnTo>
                      <a:pt x="914553" y="918313"/>
                    </a:lnTo>
                    <a:lnTo>
                      <a:pt x="914400" y="918830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8" name="ph1569">
                <a:extLst>
                  <a:ext uri="{FF2B5EF4-FFF2-40B4-BE49-F238E27FC236}">
                    <a16:creationId xmlns:a16="http://schemas.microsoft.com/office/drawing/2014/main" id="{52DD312A-B44C-E57F-1F2E-29A8EFCBE8C9}"/>
                  </a:ext>
                </a:extLst>
              </p:cNvPr>
              <p:cNvSpPr/>
              <p:nvPr/>
            </p:nvSpPr>
            <p:spPr>
              <a:xfrm>
                <a:off x="2430569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076" y="931969"/>
                    </a:lnTo>
                    <a:lnTo>
                      <a:pt x="911939" y="924674"/>
                    </a:lnTo>
                    <a:lnTo>
                      <a:pt x="909393" y="914791"/>
                    </a:lnTo>
                    <a:lnTo>
                      <a:pt x="909306" y="914400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9" name="ph1570">
                <a:extLst>
                  <a:ext uri="{FF2B5EF4-FFF2-40B4-BE49-F238E27FC236}">
                    <a16:creationId xmlns:a16="http://schemas.microsoft.com/office/drawing/2014/main" id="{8EA500E7-BA51-F48E-AA63-DC790C6A3B79}"/>
                  </a:ext>
                </a:extLst>
              </p:cNvPr>
              <p:cNvSpPr/>
              <p:nvPr/>
            </p:nvSpPr>
            <p:spPr>
              <a:xfrm>
                <a:off x="243056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0" name="ph1571">
                <a:extLst>
                  <a:ext uri="{FF2B5EF4-FFF2-40B4-BE49-F238E27FC236}">
                    <a16:creationId xmlns:a16="http://schemas.microsoft.com/office/drawing/2014/main" id="{FEAEC86D-D74B-0609-EAA0-109AF0FAE345}"/>
                  </a:ext>
                </a:extLst>
              </p:cNvPr>
              <p:cNvSpPr/>
              <p:nvPr/>
            </p:nvSpPr>
            <p:spPr>
              <a:xfrm>
                <a:off x="244000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1" name="ph1572">
                <a:extLst>
                  <a:ext uri="{FF2B5EF4-FFF2-40B4-BE49-F238E27FC236}">
                    <a16:creationId xmlns:a16="http://schemas.microsoft.com/office/drawing/2014/main" id="{1A04B9F7-10A5-690F-1377-A9F3C7673389}"/>
                  </a:ext>
                </a:extLst>
              </p:cNvPr>
              <p:cNvSpPr/>
              <p:nvPr/>
            </p:nvSpPr>
            <p:spPr>
              <a:xfrm>
                <a:off x="244944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2" name="ph1573">
                <a:extLst>
                  <a:ext uri="{FF2B5EF4-FFF2-40B4-BE49-F238E27FC236}">
                    <a16:creationId xmlns:a16="http://schemas.microsoft.com/office/drawing/2014/main" id="{33962CD0-595B-6CBF-1E8F-7CF5C7815A3B}"/>
                  </a:ext>
                </a:extLst>
              </p:cNvPr>
              <p:cNvSpPr/>
              <p:nvPr/>
            </p:nvSpPr>
            <p:spPr>
              <a:xfrm>
                <a:off x="245889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3" name="ph1574">
                <a:extLst>
                  <a:ext uri="{FF2B5EF4-FFF2-40B4-BE49-F238E27FC236}">
                    <a16:creationId xmlns:a16="http://schemas.microsoft.com/office/drawing/2014/main" id="{8185200E-B6AB-8921-4F3A-D9669D3491DA}"/>
                  </a:ext>
                </a:extLst>
              </p:cNvPr>
              <p:cNvSpPr/>
              <p:nvPr/>
            </p:nvSpPr>
            <p:spPr>
              <a:xfrm>
                <a:off x="246833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4" name="ph1575">
                <a:extLst>
                  <a:ext uri="{FF2B5EF4-FFF2-40B4-BE49-F238E27FC236}">
                    <a16:creationId xmlns:a16="http://schemas.microsoft.com/office/drawing/2014/main" id="{B6005609-3963-0F19-4E60-25939FD72E3C}"/>
                  </a:ext>
                </a:extLst>
              </p:cNvPr>
              <p:cNvSpPr/>
              <p:nvPr/>
            </p:nvSpPr>
            <p:spPr>
              <a:xfrm>
                <a:off x="247777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5" name="ph1576">
                <a:extLst>
                  <a:ext uri="{FF2B5EF4-FFF2-40B4-BE49-F238E27FC236}">
                    <a16:creationId xmlns:a16="http://schemas.microsoft.com/office/drawing/2014/main" id="{A58E0DE7-1482-486B-AECC-F42517F7F648}"/>
                  </a:ext>
                </a:extLst>
              </p:cNvPr>
              <p:cNvSpPr/>
              <p:nvPr/>
            </p:nvSpPr>
            <p:spPr>
              <a:xfrm>
                <a:off x="248721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6" name="ph1577">
                <a:extLst>
                  <a:ext uri="{FF2B5EF4-FFF2-40B4-BE49-F238E27FC236}">
                    <a16:creationId xmlns:a16="http://schemas.microsoft.com/office/drawing/2014/main" id="{638C0C44-29DB-18DB-18A4-2B8A29F12020}"/>
                  </a:ext>
                </a:extLst>
              </p:cNvPr>
              <p:cNvSpPr/>
              <p:nvPr/>
            </p:nvSpPr>
            <p:spPr>
              <a:xfrm>
                <a:off x="249665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7" name="ph1578">
                <a:extLst>
                  <a:ext uri="{FF2B5EF4-FFF2-40B4-BE49-F238E27FC236}">
                    <a16:creationId xmlns:a16="http://schemas.microsoft.com/office/drawing/2014/main" id="{3B7B7A6D-00FB-19A5-E914-0F28ECE653AA}"/>
                  </a:ext>
                </a:extLst>
              </p:cNvPr>
              <p:cNvSpPr/>
              <p:nvPr/>
            </p:nvSpPr>
            <p:spPr>
              <a:xfrm>
                <a:off x="250609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8" name="ph1579">
                <a:extLst>
                  <a:ext uri="{FF2B5EF4-FFF2-40B4-BE49-F238E27FC236}">
                    <a16:creationId xmlns:a16="http://schemas.microsoft.com/office/drawing/2014/main" id="{BD84944D-4281-3FC2-152B-B0E63F738B51}"/>
                  </a:ext>
                </a:extLst>
              </p:cNvPr>
              <p:cNvSpPr/>
              <p:nvPr/>
            </p:nvSpPr>
            <p:spPr>
              <a:xfrm>
                <a:off x="251553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9" name="ph1580">
                <a:extLst>
                  <a:ext uri="{FF2B5EF4-FFF2-40B4-BE49-F238E27FC236}">
                    <a16:creationId xmlns:a16="http://schemas.microsoft.com/office/drawing/2014/main" id="{61049B4B-7B9E-10AE-56C9-7038FC3AC452}"/>
                  </a:ext>
                </a:extLst>
              </p:cNvPr>
              <p:cNvSpPr/>
              <p:nvPr/>
            </p:nvSpPr>
            <p:spPr>
              <a:xfrm>
                <a:off x="252497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0" name="ph1581">
                <a:extLst>
                  <a:ext uri="{FF2B5EF4-FFF2-40B4-BE49-F238E27FC236}">
                    <a16:creationId xmlns:a16="http://schemas.microsoft.com/office/drawing/2014/main" id="{A302A772-BD9E-BA18-3B68-D0A210437979}"/>
                  </a:ext>
                </a:extLst>
              </p:cNvPr>
              <p:cNvSpPr/>
              <p:nvPr/>
            </p:nvSpPr>
            <p:spPr>
              <a:xfrm>
                <a:off x="253441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1" name="ph1582">
                <a:extLst>
                  <a:ext uri="{FF2B5EF4-FFF2-40B4-BE49-F238E27FC236}">
                    <a16:creationId xmlns:a16="http://schemas.microsoft.com/office/drawing/2014/main" id="{F7C80265-7819-0714-CBE5-EC6ED290EB02}"/>
                  </a:ext>
                </a:extLst>
              </p:cNvPr>
              <p:cNvSpPr/>
              <p:nvPr/>
            </p:nvSpPr>
            <p:spPr>
              <a:xfrm>
                <a:off x="254385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2" name="ph1583">
                <a:extLst>
                  <a:ext uri="{FF2B5EF4-FFF2-40B4-BE49-F238E27FC236}">
                    <a16:creationId xmlns:a16="http://schemas.microsoft.com/office/drawing/2014/main" id="{18DB31A0-8CF2-82CD-32AD-9507C23EF426}"/>
                  </a:ext>
                </a:extLst>
              </p:cNvPr>
              <p:cNvSpPr/>
              <p:nvPr/>
            </p:nvSpPr>
            <p:spPr>
              <a:xfrm>
                <a:off x="255329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3" name="ph1584">
                <a:extLst>
                  <a:ext uri="{FF2B5EF4-FFF2-40B4-BE49-F238E27FC236}">
                    <a16:creationId xmlns:a16="http://schemas.microsoft.com/office/drawing/2014/main" id="{061C3ED0-3D85-A27E-9F96-CDD0C705AE0C}"/>
                  </a:ext>
                </a:extLst>
              </p:cNvPr>
              <p:cNvSpPr/>
              <p:nvPr/>
            </p:nvSpPr>
            <p:spPr>
              <a:xfrm>
                <a:off x="256273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4" name="ph1585">
                <a:extLst>
                  <a:ext uri="{FF2B5EF4-FFF2-40B4-BE49-F238E27FC236}">
                    <a16:creationId xmlns:a16="http://schemas.microsoft.com/office/drawing/2014/main" id="{FCF515AB-8610-548A-708C-B313DC73F113}"/>
                  </a:ext>
                </a:extLst>
              </p:cNvPr>
              <p:cNvSpPr/>
              <p:nvPr/>
            </p:nvSpPr>
            <p:spPr>
              <a:xfrm>
                <a:off x="257217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5" name="ph1586">
                <a:extLst>
                  <a:ext uri="{FF2B5EF4-FFF2-40B4-BE49-F238E27FC236}">
                    <a16:creationId xmlns:a16="http://schemas.microsoft.com/office/drawing/2014/main" id="{A6E66C68-411B-86E9-295D-9FE332009ED8}"/>
                  </a:ext>
                </a:extLst>
              </p:cNvPr>
              <p:cNvSpPr/>
              <p:nvPr/>
            </p:nvSpPr>
            <p:spPr>
              <a:xfrm>
                <a:off x="258161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6" name="ph1587">
                <a:extLst>
                  <a:ext uri="{FF2B5EF4-FFF2-40B4-BE49-F238E27FC236}">
                    <a16:creationId xmlns:a16="http://schemas.microsoft.com/office/drawing/2014/main" id="{CF67F234-F35C-4596-9BF5-DA56994B7DCA}"/>
                  </a:ext>
                </a:extLst>
              </p:cNvPr>
              <p:cNvSpPr/>
              <p:nvPr/>
            </p:nvSpPr>
            <p:spPr>
              <a:xfrm>
                <a:off x="259105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7" name="ph1588">
                <a:extLst>
                  <a:ext uri="{FF2B5EF4-FFF2-40B4-BE49-F238E27FC236}">
                    <a16:creationId xmlns:a16="http://schemas.microsoft.com/office/drawing/2014/main" id="{36913F10-D031-4584-BA4E-255167E2AE7C}"/>
                  </a:ext>
                </a:extLst>
              </p:cNvPr>
              <p:cNvSpPr/>
              <p:nvPr/>
            </p:nvSpPr>
            <p:spPr>
              <a:xfrm>
                <a:off x="260049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8" name="ph1589">
                <a:extLst>
                  <a:ext uri="{FF2B5EF4-FFF2-40B4-BE49-F238E27FC236}">
                    <a16:creationId xmlns:a16="http://schemas.microsoft.com/office/drawing/2014/main" id="{D2CFA44D-3E9C-256D-A6E7-39BD797706FA}"/>
                  </a:ext>
                </a:extLst>
              </p:cNvPr>
              <p:cNvSpPr/>
              <p:nvPr/>
            </p:nvSpPr>
            <p:spPr>
              <a:xfrm>
                <a:off x="260993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9" name="ph1590">
                <a:extLst>
                  <a:ext uri="{FF2B5EF4-FFF2-40B4-BE49-F238E27FC236}">
                    <a16:creationId xmlns:a16="http://schemas.microsoft.com/office/drawing/2014/main" id="{CA13B9AE-FE6E-4815-2287-B37EA750B3A6}"/>
                  </a:ext>
                </a:extLst>
              </p:cNvPr>
              <p:cNvSpPr/>
              <p:nvPr/>
            </p:nvSpPr>
            <p:spPr>
              <a:xfrm>
                <a:off x="261937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0" name="ph1591">
                <a:extLst>
                  <a:ext uri="{FF2B5EF4-FFF2-40B4-BE49-F238E27FC236}">
                    <a16:creationId xmlns:a16="http://schemas.microsoft.com/office/drawing/2014/main" id="{081C636A-C835-9D1F-A1ED-787A05AC5948}"/>
                  </a:ext>
                </a:extLst>
              </p:cNvPr>
              <p:cNvSpPr/>
              <p:nvPr/>
            </p:nvSpPr>
            <p:spPr>
              <a:xfrm>
                <a:off x="262881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1" name="ph1592">
                <a:extLst>
                  <a:ext uri="{FF2B5EF4-FFF2-40B4-BE49-F238E27FC236}">
                    <a16:creationId xmlns:a16="http://schemas.microsoft.com/office/drawing/2014/main" id="{C50E70AF-34EF-85F7-F3A2-E95CEF63F761}"/>
                  </a:ext>
                </a:extLst>
              </p:cNvPr>
              <p:cNvSpPr/>
              <p:nvPr/>
            </p:nvSpPr>
            <p:spPr>
              <a:xfrm>
                <a:off x="263825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2" name="ph1593">
                <a:extLst>
                  <a:ext uri="{FF2B5EF4-FFF2-40B4-BE49-F238E27FC236}">
                    <a16:creationId xmlns:a16="http://schemas.microsoft.com/office/drawing/2014/main" id="{7B49C785-18BD-B53E-D15F-2BC3EA2ED580}"/>
                  </a:ext>
                </a:extLst>
              </p:cNvPr>
              <p:cNvSpPr/>
              <p:nvPr/>
            </p:nvSpPr>
            <p:spPr>
              <a:xfrm>
                <a:off x="264769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3" name="ph1594">
                <a:extLst>
                  <a:ext uri="{FF2B5EF4-FFF2-40B4-BE49-F238E27FC236}">
                    <a16:creationId xmlns:a16="http://schemas.microsoft.com/office/drawing/2014/main" id="{2A24EABE-5EC7-FDA4-F44A-B350210B9B26}"/>
                  </a:ext>
                </a:extLst>
              </p:cNvPr>
              <p:cNvSpPr/>
              <p:nvPr/>
            </p:nvSpPr>
            <p:spPr>
              <a:xfrm>
                <a:off x="265713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4" name="ph1595">
                <a:extLst>
                  <a:ext uri="{FF2B5EF4-FFF2-40B4-BE49-F238E27FC236}">
                    <a16:creationId xmlns:a16="http://schemas.microsoft.com/office/drawing/2014/main" id="{30FB94BA-89BD-6E3F-1FC0-36E112AB4561}"/>
                  </a:ext>
                </a:extLst>
              </p:cNvPr>
              <p:cNvSpPr/>
              <p:nvPr/>
            </p:nvSpPr>
            <p:spPr>
              <a:xfrm>
                <a:off x="266657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5" name="ph1596">
                <a:extLst>
                  <a:ext uri="{FF2B5EF4-FFF2-40B4-BE49-F238E27FC236}">
                    <a16:creationId xmlns:a16="http://schemas.microsoft.com/office/drawing/2014/main" id="{CDB0DD70-BB8D-D422-2370-8B918AC38F1B}"/>
                  </a:ext>
                </a:extLst>
              </p:cNvPr>
              <p:cNvSpPr/>
              <p:nvPr/>
            </p:nvSpPr>
            <p:spPr>
              <a:xfrm>
                <a:off x="267601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B">
                  <a:alpha val="100000"/>
                </a:srgbClr>
              </a:solidFill>
              <a:ln w="5420" cap="flat">
                <a:solidFill>
                  <a:srgbClr val="E4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6" name="ph1597">
                <a:extLst>
                  <a:ext uri="{FF2B5EF4-FFF2-40B4-BE49-F238E27FC236}">
                    <a16:creationId xmlns:a16="http://schemas.microsoft.com/office/drawing/2014/main" id="{61836EC8-1F69-BE61-723E-BDD2A4E7107A}"/>
                  </a:ext>
                </a:extLst>
              </p:cNvPr>
              <p:cNvSpPr/>
              <p:nvPr/>
            </p:nvSpPr>
            <p:spPr>
              <a:xfrm>
                <a:off x="268545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7" name="ph1598">
                <a:extLst>
                  <a:ext uri="{FF2B5EF4-FFF2-40B4-BE49-F238E27FC236}">
                    <a16:creationId xmlns:a16="http://schemas.microsoft.com/office/drawing/2014/main" id="{52A5E43B-9C38-ABF7-B539-9948ECE302B9}"/>
                  </a:ext>
                </a:extLst>
              </p:cNvPr>
              <p:cNvSpPr/>
              <p:nvPr/>
            </p:nvSpPr>
            <p:spPr>
              <a:xfrm>
                <a:off x="269489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8" name="ph1599">
                <a:extLst>
                  <a:ext uri="{FF2B5EF4-FFF2-40B4-BE49-F238E27FC236}">
                    <a16:creationId xmlns:a16="http://schemas.microsoft.com/office/drawing/2014/main" id="{D56E1250-82F1-1A0B-7F52-20E80B0A0741}"/>
                  </a:ext>
                </a:extLst>
              </p:cNvPr>
              <p:cNvSpPr/>
              <p:nvPr/>
            </p:nvSpPr>
            <p:spPr>
              <a:xfrm>
                <a:off x="270433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9" name="ph1600">
                <a:extLst>
                  <a:ext uri="{FF2B5EF4-FFF2-40B4-BE49-F238E27FC236}">
                    <a16:creationId xmlns:a16="http://schemas.microsoft.com/office/drawing/2014/main" id="{6495FC58-07C9-0C5D-FC74-804E78CB4859}"/>
                  </a:ext>
                </a:extLst>
              </p:cNvPr>
              <p:cNvSpPr/>
              <p:nvPr/>
            </p:nvSpPr>
            <p:spPr>
              <a:xfrm>
                <a:off x="2723216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66" y="896830"/>
                    </a:lnTo>
                    <a:lnTo>
                      <a:pt x="913433" y="897055"/>
                    </a:lnTo>
                    <a:lnTo>
                      <a:pt x="913528" y="897377"/>
                    </a:lnTo>
                    <a:lnTo>
                      <a:pt x="913623" y="897699"/>
                    </a:lnTo>
                    <a:lnTo>
                      <a:pt x="913718" y="898021"/>
                    </a:lnTo>
                    <a:lnTo>
                      <a:pt x="913814" y="898342"/>
                    </a:lnTo>
                    <a:lnTo>
                      <a:pt x="913909" y="898664"/>
                    </a:lnTo>
                    <a:lnTo>
                      <a:pt x="914004" y="898986"/>
                    </a:lnTo>
                    <a:lnTo>
                      <a:pt x="914099" y="899308"/>
                    </a:lnTo>
                    <a:lnTo>
                      <a:pt x="914194" y="899630"/>
                    </a:lnTo>
                    <a:lnTo>
                      <a:pt x="914290" y="899951"/>
                    </a:lnTo>
                    <a:lnTo>
                      <a:pt x="914400" y="900348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0" name="ph1601">
                <a:extLst>
                  <a:ext uri="{FF2B5EF4-FFF2-40B4-BE49-F238E27FC236}">
                    <a16:creationId xmlns:a16="http://schemas.microsoft.com/office/drawing/2014/main" id="{1A78AD6E-D69A-3381-9F3F-E61B4FEA8C34}"/>
                  </a:ext>
                </a:extLst>
              </p:cNvPr>
              <p:cNvSpPr/>
              <p:nvPr/>
            </p:nvSpPr>
            <p:spPr>
              <a:xfrm>
                <a:off x="2723216" y="2431338"/>
                <a:ext cx="9181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40" h="914400">
                    <a:moveTo>
                      <a:pt x="914400" y="914400"/>
                    </a:moveTo>
                    <a:lnTo>
                      <a:pt x="914400" y="900348"/>
                    </a:lnTo>
                    <a:lnTo>
                      <a:pt x="917069" y="909970"/>
                    </a:lnTo>
                    <a:lnTo>
                      <a:pt x="918140" y="914400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1" name="ph1602">
                <a:extLst>
                  <a:ext uri="{FF2B5EF4-FFF2-40B4-BE49-F238E27FC236}">
                    <a16:creationId xmlns:a16="http://schemas.microsoft.com/office/drawing/2014/main" id="{392B8EEE-5859-3F05-5979-1039516CF7BE}"/>
                  </a:ext>
                </a:extLst>
              </p:cNvPr>
              <p:cNvSpPr/>
              <p:nvPr/>
            </p:nvSpPr>
            <p:spPr>
              <a:xfrm>
                <a:off x="2742097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29" y="914400"/>
                    </a:lnTo>
                    <a:lnTo>
                      <a:pt x="908012" y="914311"/>
                    </a:lnTo>
                    <a:lnTo>
                      <a:pt x="908372" y="914198"/>
                    </a:lnTo>
                    <a:lnTo>
                      <a:pt x="908732" y="914085"/>
                    </a:lnTo>
                    <a:lnTo>
                      <a:pt x="909092" y="913972"/>
                    </a:lnTo>
                    <a:lnTo>
                      <a:pt x="909452" y="913860"/>
                    </a:lnTo>
                    <a:lnTo>
                      <a:pt x="909812" y="913747"/>
                    </a:lnTo>
                    <a:lnTo>
                      <a:pt x="910172" y="913634"/>
                    </a:lnTo>
                    <a:lnTo>
                      <a:pt x="910532" y="913521"/>
                    </a:lnTo>
                    <a:lnTo>
                      <a:pt x="910892" y="913408"/>
                    </a:lnTo>
                    <a:lnTo>
                      <a:pt x="911252" y="913296"/>
                    </a:lnTo>
                    <a:lnTo>
                      <a:pt x="911612" y="913183"/>
                    </a:lnTo>
                    <a:lnTo>
                      <a:pt x="911972" y="913070"/>
                    </a:lnTo>
                    <a:lnTo>
                      <a:pt x="912332" y="912957"/>
                    </a:lnTo>
                    <a:lnTo>
                      <a:pt x="912692" y="912845"/>
                    </a:lnTo>
                    <a:lnTo>
                      <a:pt x="913052" y="912732"/>
                    </a:lnTo>
                    <a:lnTo>
                      <a:pt x="913412" y="912619"/>
                    </a:lnTo>
                    <a:lnTo>
                      <a:pt x="913772" y="912506"/>
                    </a:lnTo>
                    <a:lnTo>
                      <a:pt x="914132" y="912394"/>
                    </a:lnTo>
                    <a:lnTo>
                      <a:pt x="914400" y="91231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2" name="ph1603">
                <a:extLst>
                  <a:ext uri="{FF2B5EF4-FFF2-40B4-BE49-F238E27FC236}">
                    <a16:creationId xmlns:a16="http://schemas.microsoft.com/office/drawing/2014/main" id="{5BC0F283-517F-DC87-E555-7A76C2808E5C}"/>
                  </a:ext>
                </a:extLst>
              </p:cNvPr>
              <p:cNvSpPr/>
              <p:nvPr/>
            </p:nvSpPr>
            <p:spPr>
              <a:xfrm>
                <a:off x="2751537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52" y="912281"/>
                    </a:lnTo>
                    <a:lnTo>
                      <a:pt x="905412" y="912168"/>
                    </a:lnTo>
                    <a:lnTo>
                      <a:pt x="905772" y="912056"/>
                    </a:lnTo>
                    <a:lnTo>
                      <a:pt x="906132" y="911943"/>
                    </a:lnTo>
                    <a:lnTo>
                      <a:pt x="906492" y="911830"/>
                    </a:lnTo>
                    <a:lnTo>
                      <a:pt x="906852" y="911718"/>
                    </a:lnTo>
                    <a:lnTo>
                      <a:pt x="907212" y="911605"/>
                    </a:lnTo>
                    <a:lnTo>
                      <a:pt x="907572" y="911493"/>
                    </a:lnTo>
                    <a:lnTo>
                      <a:pt x="907932" y="911380"/>
                    </a:lnTo>
                    <a:lnTo>
                      <a:pt x="908292" y="911267"/>
                    </a:lnTo>
                    <a:lnTo>
                      <a:pt x="908653" y="911155"/>
                    </a:lnTo>
                    <a:lnTo>
                      <a:pt x="909013" y="911042"/>
                    </a:lnTo>
                    <a:lnTo>
                      <a:pt x="909373" y="910930"/>
                    </a:lnTo>
                    <a:lnTo>
                      <a:pt x="909733" y="910817"/>
                    </a:lnTo>
                    <a:lnTo>
                      <a:pt x="910093" y="910705"/>
                    </a:lnTo>
                    <a:lnTo>
                      <a:pt x="910453" y="910592"/>
                    </a:lnTo>
                    <a:lnTo>
                      <a:pt x="910813" y="910480"/>
                    </a:lnTo>
                    <a:lnTo>
                      <a:pt x="911174" y="910367"/>
                    </a:lnTo>
                    <a:lnTo>
                      <a:pt x="911534" y="910255"/>
                    </a:lnTo>
                    <a:lnTo>
                      <a:pt x="911894" y="910142"/>
                    </a:lnTo>
                    <a:lnTo>
                      <a:pt x="912254" y="910030"/>
                    </a:lnTo>
                    <a:lnTo>
                      <a:pt x="912614" y="909917"/>
                    </a:lnTo>
                    <a:lnTo>
                      <a:pt x="912847" y="909844"/>
                    </a:lnTo>
                    <a:lnTo>
                      <a:pt x="913925" y="903451"/>
                    </a:lnTo>
                    <a:lnTo>
                      <a:pt x="914400" y="90109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3" name="ph1604">
                <a:extLst>
                  <a:ext uri="{FF2B5EF4-FFF2-40B4-BE49-F238E27FC236}">
                    <a16:creationId xmlns:a16="http://schemas.microsoft.com/office/drawing/2014/main" id="{B030C23A-07ED-B496-37FE-60AC78701E05}"/>
                  </a:ext>
                </a:extLst>
              </p:cNvPr>
              <p:cNvSpPr/>
              <p:nvPr/>
            </p:nvSpPr>
            <p:spPr>
              <a:xfrm>
                <a:off x="2760977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660"/>
                    </a:lnTo>
                    <a:lnTo>
                      <a:pt x="905815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4" name="ph1605">
                <a:extLst>
                  <a:ext uri="{FF2B5EF4-FFF2-40B4-BE49-F238E27FC236}">
                    <a16:creationId xmlns:a16="http://schemas.microsoft.com/office/drawing/2014/main" id="{9902D361-9DD7-54C5-825A-11B1072653E8}"/>
                  </a:ext>
                </a:extLst>
              </p:cNvPr>
              <p:cNvSpPr/>
              <p:nvPr/>
            </p:nvSpPr>
            <p:spPr>
              <a:xfrm>
                <a:off x="276097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5" name="ph1606">
                <a:extLst>
                  <a:ext uri="{FF2B5EF4-FFF2-40B4-BE49-F238E27FC236}">
                    <a16:creationId xmlns:a16="http://schemas.microsoft.com/office/drawing/2014/main" id="{B9B15C10-2F75-C033-7653-EFDB4D075700}"/>
                  </a:ext>
                </a:extLst>
              </p:cNvPr>
              <p:cNvSpPr/>
              <p:nvPr/>
            </p:nvSpPr>
            <p:spPr>
              <a:xfrm>
                <a:off x="277041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6" name="ph1607">
                <a:extLst>
                  <a:ext uri="{FF2B5EF4-FFF2-40B4-BE49-F238E27FC236}">
                    <a16:creationId xmlns:a16="http://schemas.microsoft.com/office/drawing/2014/main" id="{F7EC5CB7-7D8F-10CA-0B33-1AE028C3F649}"/>
                  </a:ext>
                </a:extLst>
              </p:cNvPr>
              <p:cNvSpPr/>
              <p:nvPr/>
            </p:nvSpPr>
            <p:spPr>
              <a:xfrm>
                <a:off x="277985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7" name="ph1608">
                <a:extLst>
                  <a:ext uri="{FF2B5EF4-FFF2-40B4-BE49-F238E27FC236}">
                    <a16:creationId xmlns:a16="http://schemas.microsoft.com/office/drawing/2014/main" id="{7EB1FE29-5B7E-E421-C73D-2F033D111DFA}"/>
                  </a:ext>
                </a:extLst>
              </p:cNvPr>
              <p:cNvSpPr/>
              <p:nvPr/>
            </p:nvSpPr>
            <p:spPr>
              <a:xfrm>
                <a:off x="278929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8" name="ph1609">
                <a:extLst>
                  <a:ext uri="{FF2B5EF4-FFF2-40B4-BE49-F238E27FC236}">
                    <a16:creationId xmlns:a16="http://schemas.microsoft.com/office/drawing/2014/main" id="{5FA86DEC-5116-A39F-9131-71D1F98EE7DD}"/>
                  </a:ext>
                </a:extLst>
              </p:cNvPr>
              <p:cNvSpPr/>
              <p:nvPr/>
            </p:nvSpPr>
            <p:spPr>
              <a:xfrm>
                <a:off x="279873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9" name="ph1610">
                <a:extLst>
                  <a:ext uri="{FF2B5EF4-FFF2-40B4-BE49-F238E27FC236}">
                    <a16:creationId xmlns:a16="http://schemas.microsoft.com/office/drawing/2014/main" id="{8BF0FF13-F248-379E-ADD1-1DF8CD725A8C}"/>
                  </a:ext>
                </a:extLst>
              </p:cNvPr>
              <p:cNvSpPr/>
              <p:nvPr/>
            </p:nvSpPr>
            <p:spPr>
              <a:xfrm>
                <a:off x="280817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0" name="ph1611">
                <a:extLst>
                  <a:ext uri="{FF2B5EF4-FFF2-40B4-BE49-F238E27FC236}">
                    <a16:creationId xmlns:a16="http://schemas.microsoft.com/office/drawing/2014/main" id="{E2452FBC-6973-252C-66F4-8AAED22E4EAA}"/>
                  </a:ext>
                </a:extLst>
              </p:cNvPr>
              <p:cNvSpPr/>
              <p:nvPr/>
            </p:nvSpPr>
            <p:spPr>
              <a:xfrm>
                <a:off x="281761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1" name="ph1612">
                <a:extLst>
                  <a:ext uri="{FF2B5EF4-FFF2-40B4-BE49-F238E27FC236}">
                    <a16:creationId xmlns:a16="http://schemas.microsoft.com/office/drawing/2014/main" id="{4E7181FC-356A-5C4E-4F81-FD82C4345298}"/>
                  </a:ext>
                </a:extLst>
              </p:cNvPr>
              <p:cNvSpPr/>
              <p:nvPr/>
            </p:nvSpPr>
            <p:spPr>
              <a:xfrm>
                <a:off x="282705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2" name="ph1613">
                <a:extLst>
                  <a:ext uri="{FF2B5EF4-FFF2-40B4-BE49-F238E27FC236}">
                    <a16:creationId xmlns:a16="http://schemas.microsoft.com/office/drawing/2014/main" id="{693F0A6F-E9F5-9919-E9F5-493B77DFC0A2}"/>
                  </a:ext>
                </a:extLst>
              </p:cNvPr>
              <p:cNvSpPr/>
              <p:nvPr/>
            </p:nvSpPr>
            <p:spPr>
              <a:xfrm>
                <a:off x="283649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3" name="ph1614">
                <a:extLst>
                  <a:ext uri="{FF2B5EF4-FFF2-40B4-BE49-F238E27FC236}">
                    <a16:creationId xmlns:a16="http://schemas.microsoft.com/office/drawing/2014/main" id="{7D523A7F-4D86-98EE-E660-458729732F83}"/>
                  </a:ext>
                </a:extLst>
              </p:cNvPr>
              <p:cNvSpPr/>
              <p:nvPr/>
            </p:nvSpPr>
            <p:spPr>
              <a:xfrm>
                <a:off x="284593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4" name="ph1615">
                <a:extLst>
                  <a:ext uri="{FF2B5EF4-FFF2-40B4-BE49-F238E27FC236}">
                    <a16:creationId xmlns:a16="http://schemas.microsoft.com/office/drawing/2014/main" id="{F03F42F0-7B65-CAB9-47B9-880369F38A37}"/>
                  </a:ext>
                </a:extLst>
              </p:cNvPr>
              <p:cNvSpPr/>
              <p:nvPr/>
            </p:nvSpPr>
            <p:spPr>
              <a:xfrm>
                <a:off x="285538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5" name="ph1616">
                <a:extLst>
                  <a:ext uri="{FF2B5EF4-FFF2-40B4-BE49-F238E27FC236}">
                    <a16:creationId xmlns:a16="http://schemas.microsoft.com/office/drawing/2014/main" id="{B5C6BD2B-74CB-7F1C-7766-D44CC738FA5F}"/>
                  </a:ext>
                </a:extLst>
              </p:cNvPr>
              <p:cNvSpPr/>
              <p:nvPr/>
            </p:nvSpPr>
            <p:spPr>
              <a:xfrm>
                <a:off x="286482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6" name="ph1617">
                <a:extLst>
                  <a:ext uri="{FF2B5EF4-FFF2-40B4-BE49-F238E27FC236}">
                    <a16:creationId xmlns:a16="http://schemas.microsoft.com/office/drawing/2014/main" id="{A6A657E2-042A-525E-970E-56B527DEFB02}"/>
                  </a:ext>
                </a:extLst>
              </p:cNvPr>
              <p:cNvSpPr/>
              <p:nvPr/>
            </p:nvSpPr>
            <p:spPr>
              <a:xfrm>
                <a:off x="287426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7" name="ph1618">
                <a:extLst>
                  <a:ext uri="{FF2B5EF4-FFF2-40B4-BE49-F238E27FC236}">
                    <a16:creationId xmlns:a16="http://schemas.microsoft.com/office/drawing/2014/main" id="{369122AD-DB9C-3230-BE6D-11FBDA9A5AB5}"/>
                  </a:ext>
                </a:extLst>
              </p:cNvPr>
              <p:cNvSpPr/>
              <p:nvPr/>
            </p:nvSpPr>
            <p:spPr>
              <a:xfrm>
                <a:off x="288370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8" name="ph1619">
                <a:extLst>
                  <a:ext uri="{FF2B5EF4-FFF2-40B4-BE49-F238E27FC236}">
                    <a16:creationId xmlns:a16="http://schemas.microsoft.com/office/drawing/2014/main" id="{7C50C5EA-970F-E8BC-EBCB-F964B4343D6C}"/>
                  </a:ext>
                </a:extLst>
              </p:cNvPr>
              <p:cNvSpPr/>
              <p:nvPr/>
            </p:nvSpPr>
            <p:spPr>
              <a:xfrm>
                <a:off x="289314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9" name="ph1620">
                <a:extLst>
                  <a:ext uri="{FF2B5EF4-FFF2-40B4-BE49-F238E27FC236}">
                    <a16:creationId xmlns:a16="http://schemas.microsoft.com/office/drawing/2014/main" id="{A92EA4D9-F903-A097-1732-B895B5460113}"/>
                  </a:ext>
                </a:extLst>
              </p:cNvPr>
              <p:cNvSpPr/>
              <p:nvPr/>
            </p:nvSpPr>
            <p:spPr>
              <a:xfrm>
                <a:off x="290258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0" name="ph1621">
                <a:extLst>
                  <a:ext uri="{FF2B5EF4-FFF2-40B4-BE49-F238E27FC236}">
                    <a16:creationId xmlns:a16="http://schemas.microsoft.com/office/drawing/2014/main" id="{95EC54B7-6160-C10A-148A-23F0AA0E94AE}"/>
                  </a:ext>
                </a:extLst>
              </p:cNvPr>
              <p:cNvSpPr/>
              <p:nvPr/>
            </p:nvSpPr>
            <p:spPr>
              <a:xfrm>
                <a:off x="291202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1" name="ph1622">
                <a:extLst>
                  <a:ext uri="{FF2B5EF4-FFF2-40B4-BE49-F238E27FC236}">
                    <a16:creationId xmlns:a16="http://schemas.microsoft.com/office/drawing/2014/main" id="{FFF1DC1D-5A1C-5941-8BD8-8D375050D791}"/>
                  </a:ext>
                </a:extLst>
              </p:cNvPr>
              <p:cNvSpPr/>
              <p:nvPr/>
            </p:nvSpPr>
            <p:spPr>
              <a:xfrm>
                <a:off x="292146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2" name="ph1623">
                <a:extLst>
                  <a:ext uri="{FF2B5EF4-FFF2-40B4-BE49-F238E27FC236}">
                    <a16:creationId xmlns:a16="http://schemas.microsoft.com/office/drawing/2014/main" id="{E48A2B85-D858-376B-D908-BAA243AFC17B}"/>
                  </a:ext>
                </a:extLst>
              </p:cNvPr>
              <p:cNvSpPr/>
              <p:nvPr/>
            </p:nvSpPr>
            <p:spPr>
              <a:xfrm>
                <a:off x="293090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3" name="ph1624">
                <a:extLst>
                  <a:ext uri="{FF2B5EF4-FFF2-40B4-BE49-F238E27FC236}">
                    <a16:creationId xmlns:a16="http://schemas.microsoft.com/office/drawing/2014/main" id="{254E429F-738C-3289-8389-768562BB2395}"/>
                  </a:ext>
                </a:extLst>
              </p:cNvPr>
              <p:cNvSpPr/>
              <p:nvPr/>
            </p:nvSpPr>
            <p:spPr>
              <a:xfrm>
                <a:off x="294034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4" name="ph1625">
                <a:extLst>
                  <a:ext uri="{FF2B5EF4-FFF2-40B4-BE49-F238E27FC236}">
                    <a16:creationId xmlns:a16="http://schemas.microsoft.com/office/drawing/2014/main" id="{725D7F7B-F196-3AC2-0AD7-098BCE1C45B2}"/>
                  </a:ext>
                </a:extLst>
              </p:cNvPr>
              <p:cNvSpPr/>
              <p:nvPr/>
            </p:nvSpPr>
            <p:spPr>
              <a:xfrm>
                <a:off x="294978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5" name="ph1626">
                <a:extLst>
                  <a:ext uri="{FF2B5EF4-FFF2-40B4-BE49-F238E27FC236}">
                    <a16:creationId xmlns:a16="http://schemas.microsoft.com/office/drawing/2014/main" id="{3EE53551-7720-9E54-EF7C-8DBE26C6D8F3}"/>
                  </a:ext>
                </a:extLst>
              </p:cNvPr>
              <p:cNvSpPr/>
              <p:nvPr/>
            </p:nvSpPr>
            <p:spPr>
              <a:xfrm>
                <a:off x="295922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6" name="ph1627">
                <a:extLst>
                  <a:ext uri="{FF2B5EF4-FFF2-40B4-BE49-F238E27FC236}">
                    <a16:creationId xmlns:a16="http://schemas.microsoft.com/office/drawing/2014/main" id="{3693CBC3-15C4-2A04-84C9-DC240119C9BF}"/>
                  </a:ext>
                </a:extLst>
              </p:cNvPr>
              <p:cNvSpPr/>
              <p:nvPr/>
            </p:nvSpPr>
            <p:spPr>
              <a:xfrm>
                <a:off x="296866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7" name="ph1628">
                <a:extLst>
                  <a:ext uri="{FF2B5EF4-FFF2-40B4-BE49-F238E27FC236}">
                    <a16:creationId xmlns:a16="http://schemas.microsoft.com/office/drawing/2014/main" id="{9670116E-2CDF-2EA8-D0DE-15234C32976C}"/>
                  </a:ext>
                </a:extLst>
              </p:cNvPr>
              <p:cNvSpPr/>
              <p:nvPr/>
            </p:nvSpPr>
            <p:spPr>
              <a:xfrm>
                <a:off x="297810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8" name="ph1629">
                <a:extLst>
                  <a:ext uri="{FF2B5EF4-FFF2-40B4-BE49-F238E27FC236}">
                    <a16:creationId xmlns:a16="http://schemas.microsoft.com/office/drawing/2014/main" id="{95DC97DF-D264-0A71-0B20-38C9E65C4418}"/>
                  </a:ext>
                </a:extLst>
              </p:cNvPr>
              <p:cNvSpPr/>
              <p:nvPr/>
            </p:nvSpPr>
            <p:spPr>
              <a:xfrm>
                <a:off x="298754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9" name="ph1630">
                <a:extLst>
                  <a:ext uri="{FF2B5EF4-FFF2-40B4-BE49-F238E27FC236}">
                    <a16:creationId xmlns:a16="http://schemas.microsoft.com/office/drawing/2014/main" id="{257C906E-AC40-7E52-97FA-777DB83BE7DD}"/>
                  </a:ext>
                </a:extLst>
              </p:cNvPr>
              <p:cNvSpPr/>
              <p:nvPr/>
            </p:nvSpPr>
            <p:spPr>
              <a:xfrm>
                <a:off x="299698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0" name="ph1631">
                <a:extLst>
                  <a:ext uri="{FF2B5EF4-FFF2-40B4-BE49-F238E27FC236}">
                    <a16:creationId xmlns:a16="http://schemas.microsoft.com/office/drawing/2014/main" id="{8CD5F13B-3977-5B16-721D-EFBD213F1E54}"/>
                  </a:ext>
                </a:extLst>
              </p:cNvPr>
              <p:cNvSpPr/>
              <p:nvPr/>
            </p:nvSpPr>
            <p:spPr>
              <a:xfrm>
                <a:off x="300642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1" name="ph1632">
                <a:extLst>
                  <a:ext uri="{FF2B5EF4-FFF2-40B4-BE49-F238E27FC236}">
                    <a16:creationId xmlns:a16="http://schemas.microsoft.com/office/drawing/2014/main" id="{93A238A6-3409-0236-8B60-6EB2DE62C070}"/>
                  </a:ext>
                </a:extLst>
              </p:cNvPr>
              <p:cNvSpPr/>
              <p:nvPr/>
            </p:nvSpPr>
            <p:spPr>
              <a:xfrm>
                <a:off x="301586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2" name="ph1633">
                <a:extLst>
                  <a:ext uri="{FF2B5EF4-FFF2-40B4-BE49-F238E27FC236}">
                    <a16:creationId xmlns:a16="http://schemas.microsoft.com/office/drawing/2014/main" id="{61B5F0C9-9C69-945F-02C5-0240F33AB115}"/>
                  </a:ext>
                </a:extLst>
              </p:cNvPr>
              <p:cNvSpPr/>
              <p:nvPr/>
            </p:nvSpPr>
            <p:spPr>
              <a:xfrm>
                <a:off x="302530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3" name="ph1634">
                <a:extLst>
                  <a:ext uri="{FF2B5EF4-FFF2-40B4-BE49-F238E27FC236}">
                    <a16:creationId xmlns:a16="http://schemas.microsoft.com/office/drawing/2014/main" id="{613C57EC-7C1B-0447-490F-4FDB5DFA82A6}"/>
                  </a:ext>
                </a:extLst>
              </p:cNvPr>
              <p:cNvSpPr/>
              <p:nvPr/>
            </p:nvSpPr>
            <p:spPr>
              <a:xfrm>
                <a:off x="303474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4" name="ph1635">
                <a:extLst>
                  <a:ext uri="{FF2B5EF4-FFF2-40B4-BE49-F238E27FC236}">
                    <a16:creationId xmlns:a16="http://schemas.microsoft.com/office/drawing/2014/main" id="{DB51977A-BE21-2BC2-9600-9B840C17C9E2}"/>
                  </a:ext>
                </a:extLst>
              </p:cNvPr>
              <p:cNvSpPr/>
              <p:nvPr/>
            </p:nvSpPr>
            <p:spPr>
              <a:xfrm>
                <a:off x="304418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5" name="ph1636">
                <a:extLst>
                  <a:ext uri="{FF2B5EF4-FFF2-40B4-BE49-F238E27FC236}">
                    <a16:creationId xmlns:a16="http://schemas.microsoft.com/office/drawing/2014/main" id="{1A0DDFF6-512E-FE84-135E-06446FB22E16}"/>
                  </a:ext>
                </a:extLst>
              </p:cNvPr>
              <p:cNvSpPr/>
              <p:nvPr/>
            </p:nvSpPr>
            <p:spPr>
              <a:xfrm>
                <a:off x="305362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6" name="ph1637">
                <a:extLst>
                  <a:ext uri="{FF2B5EF4-FFF2-40B4-BE49-F238E27FC236}">
                    <a16:creationId xmlns:a16="http://schemas.microsoft.com/office/drawing/2014/main" id="{0085EE38-7564-B74F-7F8D-85163D493401}"/>
                  </a:ext>
                </a:extLst>
              </p:cNvPr>
              <p:cNvSpPr/>
              <p:nvPr/>
            </p:nvSpPr>
            <p:spPr>
              <a:xfrm>
                <a:off x="306306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7" name="ph1638">
                <a:extLst>
                  <a:ext uri="{FF2B5EF4-FFF2-40B4-BE49-F238E27FC236}">
                    <a16:creationId xmlns:a16="http://schemas.microsoft.com/office/drawing/2014/main" id="{8D5BA3FC-6AF7-A70A-CF35-13D2AF82A7DB}"/>
                  </a:ext>
                </a:extLst>
              </p:cNvPr>
              <p:cNvSpPr/>
              <p:nvPr/>
            </p:nvSpPr>
            <p:spPr>
              <a:xfrm>
                <a:off x="307250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8" name="ph1639">
                <a:extLst>
                  <a:ext uri="{FF2B5EF4-FFF2-40B4-BE49-F238E27FC236}">
                    <a16:creationId xmlns:a16="http://schemas.microsoft.com/office/drawing/2014/main" id="{0D28D959-3234-E304-CE69-8924A1A85BF0}"/>
                  </a:ext>
                </a:extLst>
              </p:cNvPr>
              <p:cNvSpPr/>
              <p:nvPr/>
            </p:nvSpPr>
            <p:spPr>
              <a:xfrm>
                <a:off x="308194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9" name="ph1640">
                <a:extLst>
                  <a:ext uri="{FF2B5EF4-FFF2-40B4-BE49-F238E27FC236}">
                    <a16:creationId xmlns:a16="http://schemas.microsoft.com/office/drawing/2014/main" id="{B6186D13-75E0-010B-8B63-D1FE7CC5B8BC}"/>
                  </a:ext>
                </a:extLst>
              </p:cNvPr>
              <p:cNvSpPr/>
              <p:nvPr/>
            </p:nvSpPr>
            <p:spPr>
              <a:xfrm>
                <a:off x="309138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0" name="ph1641">
                <a:extLst>
                  <a:ext uri="{FF2B5EF4-FFF2-40B4-BE49-F238E27FC236}">
                    <a16:creationId xmlns:a16="http://schemas.microsoft.com/office/drawing/2014/main" id="{F638EF1D-4F9A-12FE-3EE4-9D14CF1F989D}"/>
                  </a:ext>
                </a:extLst>
              </p:cNvPr>
              <p:cNvSpPr/>
              <p:nvPr/>
            </p:nvSpPr>
            <p:spPr>
              <a:xfrm>
                <a:off x="310082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1" name="ph1642">
                <a:extLst>
                  <a:ext uri="{FF2B5EF4-FFF2-40B4-BE49-F238E27FC236}">
                    <a16:creationId xmlns:a16="http://schemas.microsoft.com/office/drawing/2014/main" id="{E73539AB-9DB9-16BE-F4EB-57729AA42701}"/>
                  </a:ext>
                </a:extLst>
              </p:cNvPr>
              <p:cNvSpPr/>
              <p:nvPr/>
            </p:nvSpPr>
            <p:spPr>
              <a:xfrm>
                <a:off x="311026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2" name="ph1643">
                <a:extLst>
                  <a:ext uri="{FF2B5EF4-FFF2-40B4-BE49-F238E27FC236}">
                    <a16:creationId xmlns:a16="http://schemas.microsoft.com/office/drawing/2014/main" id="{2C0B3BF3-D145-F5BC-A294-45685476DE27}"/>
                  </a:ext>
                </a:extLst>
              </p:cNvPr>
              <p:cNvSpPr/>
              <p:nvPr/>
            </p:nvSpPr>
            <p:spPr>
              <a:xfrm>
                <a:off x="311970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3" name="ph1644">
                <a:extLst>
                  <a:ext uri="{FF2B5EF4-FFF2-40B4-BE49-F238E27FC236}">
                    <a16:creationId xmlns:a16="http://schemas.microsoft.com/office/drawing/2014/main" id="{CAAC9C09-7BEC-5457-AA87-61D05AF883F8}"/>
                  </a:ext>
                </a:extLst>
              </p:cNvPr>
              <p:cNvSpPr/>
              <p:nvPr/>
            </p:nvSpPr>
            <p:spPr>
              <a:xfrm>
                <a:off x="312914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4" name="ph1645">
                <a:extLst>
                  <a:ext uri="{FF2B5EF4-FFF2-40B4-BE49-F238E27FC236}">
                    <a16:creationId xmlns:a16="http://schemas.microsoft.com/office/drawing/2014/main" id="{2034371C-F856-7A40-9A9C-40B52CA07D40}"/>
                  </a:ext>
                </a:extLst>
              </p:cNvPr>
              <p:cNvSpPr/>
              <p:nvPr/>
            </p:nvSpPr>
            <p:spPr>
              <a:xfrm>
                <a:off x="313858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5" name="ph1646">
                <a:extLst>
                  <a:ext uri="{FF2B5EF4-FFF2-40B4-BE49-F238E27FC236}">
                    <a16:creationId xmlns:a16="http://schemas.microsoft.com/office/drawing/2014/main" id="{CDD86E4F-0567-A74C-2C38-225CC3E28DA3}"/>
                  </a:ext>
                </a:extLst>
              </p:cNvPr>
              <p:cNvSpPr/>
              <p:nvPr/>
            </p:nvSpPr>
            <p:spPr>
              <a:xfrm>
                <a:off x="314802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6" name="ph1647">
                <a:extLst>
                  <a:ext uri="{FF2B5EF4-FFF2-40B4-BE49-F238E27FC236}">
                    <a16:creationId xmlns:a16="http://schemas.microsoft.com/office/drawing/2014/main" id="{19E68B5F-B15B-A78D-BFCF-D1A58EEAA939}"/>
                  </a:ext>
                </a:extLst>
              </p:cNvPr>
              <p:cNvSpPr/>
              <p:nvPr/>
            </p:nvSpPr>
            <p:spPr>
              <a:xfrm>
                <a:off x="315746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7" name="ph1648">
                <a:extLst>
                  <a:ext uri="{FF2B5EF4-FFF2-40B4-BE49-F238E27FC236}">
                    <a16:creationId xmlns:a16="http://schemas.microsoft.com/office/drawing/2014/main" id="{B63C76FA-7F1F-0EEE-4D34-A3B8A72C62AF}"/>
                  </a:ext>
                </a:extLst>
              </p:cNvPr>
              <p:cNvSpPr/>
              <p:nvPr/>
            </p:nvSpPr>
            <p:spPr>
              <a:xfrm>
                <a:off x="316690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8" name="ph1649">
                <a:extLst>
                  <a:ext uri="{FF2B5EF4-FFF2-40B4-BE49-F238E27FC236}">
                    <a16:creationId xmlns:a16="http://schemas.microsoft.com/office/drawing/2014/main" id="{8AA695FC-89AB-CF6A-EA20-F53CDE191C41}"/>
                  </a:ext>
                </a:extLst>
              </p:cNvPr>
              <p:cNvSpPr/>
              <p:nvPr/>
            </p:nvSpPr>
            <p:spPr>
              <a:xfrm>
                <a:off x="317634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9" name="ph1650">
                <a:extLst>
                  <a:ext uri="{FF2B5EF4-FFF2-40B4-BE49-F238E27FC236}">
                    <a16:creationId xmlns:a16="http://schemas.microsoft.com/office/drawing/2014/main" id="{979F9D2C-964A-4667-7BE9-9DC705656BEA}"/>
                  </a:ext>
                </a:extLst>
              </p:cNvPr>
              <p:cNvSpPr/>
              <p:nvPr/>
            </p:nvSpPr>
            <p:spPr>
              <a:xfrm>
                <a:off x="318578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0" name="ph1651">
                <a:extLst>
                  <a:ext uri="{FF2B5EF4-FFF2-40B4-BE49-F238E27FC236}">
                    <a16:creationId xmlns:a16="http://schemas.microsoft.com/office/drawing/2014/main" id="{83413D2E-0EF9-3EEF-0780-B4CF9516A136}"/>
                  </a:ext>
                </a:extLst>
              </p:cNvPr>
              <p:cNvSpPr/>
              <p:nvPr/>
            </p:nvSpPr>
            <p:spPr>
              <a:xfrm>
                <a:off x="319522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1" name="ph1652">
                <a:extLst>
                  <a:ext uri="{FF2B5EF4-FFF2-40B4-BE49-F238E27FC236}">
                    <a16:creationId xmlns:a16="http://schemas.microsoft.com/office/drawing/2014/main" id="{3726A411-2E21-988D-A46C-33469FB2AE09}"/>
                  </a:ext>
                </a:extLst>
              </p:cNvPr>
              <p:cNvSpPr/>
              <p:nvPr/>
            </p:nvSpPr>
            <p:spPr>
              <a:xfrm>
                <a:off x="320466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2" name="ph1653">
                <a:extLst>
                  <a:ext uri="{FF2B5EF4-FFF2-40B4-BE49-F238E27FC236}">
                    <a16:creationId xmlns:a16="http://schemas.microsoft.com/office/drawing/2014/main" id="{13B87FDE-5A35-D304-4E9A-E982FAD82310}"/>
                  </a:ext>
                </a:extLst>
              </p:cNvPr>
              <p:cNvSpPr/>
              <p:nvPr/>
            </p:nvSpPr>
            <p:spPr>
              <a:xfrm>
                <a:off x="321410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3" name="ph1654">
                <a:extLst>
                  <a:ext uri="{FF2B5EF4-FFF2-40B4-BE49-F238E27FC236}">
                    <a16:creationId xmlns:a16="http://schemas.microsoft.com/office/drawing/2014/main" id="{13696290-23A9-150A-DE61-2A1DC2C54F1A}"/>
                  </a:ext>
                </a:extLst>
              </p:cNvPr>
              <p:cNvSpPr/>
              <p:nvPr/>
            </p:nvSpPr>
            <p:spPr>
              <a:xfrm>
                <a:off x="322354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4" name="ph1655">
                <a:extLst>
                  <a:ext uri="{FF2B5EF4-FFF2-40B4-BE49-F238E27FC236}">
                    <a16:creationId xmlns:a16="http://schemas.microsoft.com/office/drawing/2014/main" id="{EABA4E7C-7C9C-9D94-FDA3-28DF52E937E4}"/>
                  </a:ext>
                </a:extLst>
              </p:cNvPr>
              <p:cNvSpPr/>
              <p:nvPr/>
            </p:nvSpPr>
            <p:spPr>
              <a:xfrm>
                <a:off x="323298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5" name="ph1656">
                <a:extLst>
                  <a:ext uri="{FF2B5EF4-FFF2-40B4-BE49-F238E27FC236}">
                    <a16:creationId xmlns:a16="http://schemas.microsoft.com/office/drawing/2014/main" id="{D30AD4D0-6201-1026-B532-4F12035ADB19}"/>
                  </a:ext>
                </a:extLst>
              </p:cNvPr>
              <p:cNvSpPr/>
              <p:nvPr/>
            </p:nvSpPr>
            <p:spPr>
              <a:xfrm>
                <a:off x="324242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6" name="ph1657">
                <a:extLst>
                  <a:ext uri="{FF2B5EF4-FFF2-40B4-BE49-F238E27FC236}">
                    <a16:creationId xmlns:a16="http://schemas.microsoft.com/office/drawing/2014/main" id="{75AD9102-34FC-610E-91BF-1FA4E2FD07AC}"/>
                  </a:ext>
                </a:extLst>
              </p:cNvPr>
              <p:cNvSpPr/>
              <p:nvPr/>
            </p:nvSpPr>
            <p:spPr>
              <a:xfrm>
                <a:off x="325187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7" name="ph1658">
                <a:extLst>
                  <a:ext uri="{FF2B5EF4-FFF2-40B4-BE49-F238E27FC236}">
                    <a16:creationId xmlns:a16="http://schemas.microsoft.com/office/drawing/2014/main" id="{F69697ED-EEE1-99B5-872E-DFEB1F51D166}"/>
                  </a:ext>
                </a:extLst>
              </p:cNvPr>
              <p:cNvSpPr/>
              <p:nvPr/>
            </p:nvSpPr>
            <p:spPr>
              <a:xfrm>
                <a:off x="326131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8" name="ph1659">
                <a:extLst>
                  <a:ext uri="{FF2B5EF4-FFF2-40B4-BE49-F238E27FC236}">
                    <a16:creationId xmlns:a16="http://schemas.microsoft.com/office/drawing/2014/main" id="{7BA6DD7E-33EE-2CE2-34F5-4476ACCF41E1}"/>
                  </a:ext>
                </a:extLst>
              </p:cNvPr>
              <p:cNvSpPr/>
              <p:nvPr/>
            </p:nvSpPr>
            <p:spPr>
              <a:xfrm>
                <a:off x="327075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9" name="ph1660">
                <a:extLst>
                  <a:ext uri="{FF2B5EF4-FFF2-40B4-BE49-F238E27FC236}">
                    <a16:creationId xmlns:a16="http://schemas.microsoft.com/office/drawing/2014/main" id="{331FDBBB-1187-217E-4D1C-D0674210AEF6}"/>
                  </a:ext>
                </a:extLst>
              </p:cNvPr>
              <p:cNvSpPr/>
              <p:nvPr/>
            </p:nvSpPr>
            <p:spPr>
              <a:xfrm>
                <a:off x="328019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0" name="ph1661">
                <a:extLst>
                  <a:ext uri="{FF2B5EF4-FFF2-40B4-BE49-F238E27FC236}">
                    <a16:creationId xmlns:a16="http://schemas.microsoft.com/office/drawing/2014/main" id="{CD4D36F3-F806-EAD4-1D74-9A083E8FB812}"/>
                  </a:ext>
                </a:extLst>
              </p:cNvPr>
              <p:cNvSpPr/>
              <p:nvPr/>
            </p:nvSpPr>
            <p:spPr>
              <a:xfrm>
                <a:off x="328963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1" name="ph1662">
                <a:extLst>
                  <a:ext uri="{FF2B5EF4-FFF2-40B4-BE49-F238E27FC236}">
                    <a16:creationId xmlns:a16="http://schemas.microsoft.com/office/drawing/2014/main" id="{3C0AE0FC-DD7B-26FC-D601-8976143F5F9A}"/>
                  </a:ext>
                </a:extLst>
              </p:cNvPr>
              <p:cNvSpPr/>
              <p:nvPr/>
            </p:nvSpPr>
            <p:spPr>
              <a:xfrm>
                <a:off x="3299071" y="2431338"/>
                <a:ext cx="9209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2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22" y="896830"/>
                    </a:lnTo>
                    <a:lnTo>
                      <a:pt x="920817" y="897184"/>
                    </a:lnTo>
                    <a:lnTo>
                      <a:pt x="919921" y="900202"/>
                    </a:lnTo>
                    <a:lnTo>
                      <a:pt x="919025" y="903220"/>
                    </a:lnTo>
                    <a:lnTo>
                      <a:pt x="918130" y="906239"/>
                    </a:lnTo>
                    <a:lnTo>
                      <a:pt x="917235" y="909257"/>
                    </a:lnTo>
                    <a:lnTo>
                      <a:pt x="916340" y="912276"/>
                    </a:lnTo>
                    <a:lnTo>
                      <a:pt x="915711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2" name="ph1663">
                <a:extLst>
                  <a:ext uri="{FF2B5EF4-FFF2-40B4-BE49-F238E27FC236}">
                    <a16:creationId xmlns:a16="http://schemas.microsoft.com/office/drawing/2014/main" id="{492B0B95-C3FB-9158-6DB8-8DB0F7F1FB54}"/>
                  </a:ext>
                </a:extLst>
              </p:cNvPr>
              <p:cNvSpPr/>
              <p:nvPr/>
            </p:nvSpPr>
            <p:spPr>
              <a:xfrm>
                <a:off x="2430569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306" y="931969"/>
                    </a:lnTo>
                    <a:lnTo>
                      <a:pt x="907127" y="922244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3" name="ph1664">
                <a:extLst>
                  <a:ext uri="{FF2B5EF4-FFF2-40B4-BE49-F238E27FC236}">
                    <a16:creationId xmlns:a16="http://schemas.microsoft.com/office/drawing/2014/main" id="{32898E26-2BF1-88C7-4D92-0B849B3305C9}"/>
                  </a:ext>
                </a:extLst>
              </p:cNvPr>
              <p:cNvSpPr/>
              <p:nvPr/>
            </p:nvSpPr>
            <p:spPr>
              <a:xfrm>
                <a:off x="243056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4" name="ph1665">
                <a:extLst>
                  <a:ext uri="{FF2B5EF4-FFF2-40B4-BE49-F238E27FC236}">
                    <a16:creationId xmlns:a16="http://schemas.microsoft.com/office/drawing/2014/main" id="{98E4DF3A-DD53-A48B-1ADC-C0B1372380EB}"/>
                  </a:ext>
                </a:extLst>
              </p:cNvPr>
              <p:cNvSpPr/>
              <p:nvPr/>
            </p:nvSpPr>
            <p:spPr>
              <a:xfrm>
                <a:off x="244000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5" name="ph1666">
                <a:extLst>
                  <a:ext uri="{FF2B5EF4-FFF2-40B4-BE49-F238E27FC236}">
                    <a16:creationId xmlns:a16="http://schemas.microsoft.com/office/drawing/2014/main" id="{0835DDD9-E687-4F09-6898-9904FCAD9826}"/>
                  </a:ext>
                </a:extLst>
              </p:cNvPr>
              <p:cNvSpPr/>
              <p:nvPr/>
            </p:nvSpPr>
            <p:spPr>
              <a:xfrm>
                <a:off x="244944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6" name="ph1667">
                <a:extLst>
                  <a:ext uri="{FF2B5EF4-FFF2-40B4-BE49-F238E27FC236}">
                    <a16:creationId xmlns:a16="http://schemas.microsoft.com/office/drawing/2014/main" id="{2A16BFA1-2E65-9BE2-5ABA-7A8451BEBA52}"/>
                  </a:ext>
                </a:extLst>
              </p:cNvPr>
              <p:cNvSpPr/>
              <p:nvPr/>
            </p:nvSpPr>
            <p:spPr>
              <a:xfrm>
                <a:off x="245889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7" name="ph1668">
                <a:extLst>
                  <a:ext uri="{FF2B5EF4-FFF2-40B4-BE49-F238E27FC236}">
                    <a16:creationId xmlns:a16="http://schemas.microsoft.com/office/drawing/2014/main" id="{024197A3-B4A7-BC09-849F-A87BC3C90DBA}"/>
                  </a:ext>
                </a:extLst>
              </p:cNvPr>
              <p:cNvSpPr/>
              <p:nvPr/>
            </p:nvSpPr>
            <p:spPr>
              <a:xfrm>
                <a:off x="246833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8" name="ph1669">
                <a:extLst>
                  <a:ext uri="{FF2B5EF4-FFF2-40B4-BE49-F238E27FC236}">
                    <a16:creationId xmlns:a16="http://schemas.microsoft.com/office/drawing/2014/main" id="{6FD9ED88-8B36-AD75-F50C-41431557E0CF}"/>
                  </a:ext>
                </a:extLst>
              </p:cNvPr>
              <p:cNvSpPr/>
              <p:nvPr/>
            </p:nvSpPr>
            <p:spPr>
              <a:xfrm>
                <a:off x="247777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9" name="ph1670">
                <a:extLst>
                  <a:ext uri="{FF2B5EF4-FFF2-40B4-BE49-F238E27FC236}">
                    <a16:creationId xmlns:a16="http://schemas.microsoft.com/office/drawing/2014/main" id="{DE4036DE-BB5D-AF38-82A8-73243D1B35D7}"/>
                  </a:ext>
                </a:extLst>
              </p:cNvPr>
              <p:cNvSpPr/>
              <p:nvPr/>
            </p:nvSpPr>
            <p:spPr>
              <a:xfrm>
                <a:off x="248721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0" name="ph1671">
                <a:extLst>
                  <a:ext uri="{FF2B5EF4-FFF2-40B4-BE49-F238E27FC236}">
                    <a16:creationId xmlns:a16="http://schemas.microsoft.com/office/drawing/2014/main" id="{1F73E973-E2BB-CDED-8675-FD04E8E1D2FF}"/>
                  </a:ext>
                </a:extLst>
              </p:cNvPr>
              <p:cNvSpPr/>
              <p:nvPr/>
            </p:nvSpPr>
            <p:spPr>
              <a:xfrm>
                <a:off x="249665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1" name="ph1672">
                <a:extLst>
                  <a:ext uri="{FF2B5EF4-FFF2-40B4-BE49-F238E27FC236}">
                    <a16:creationId xmlns:a16="http://schemas.microsoft.com/office/drawing/2014/main" id="{70B266D5-711D-B94F-B78F-3A70AB4A50A7}"/>
                  </a:ext>
                </a:extLst>
              </p:cNvPr>
              <p:cNvSpPr/>
              <p:nvPr/>
            </p:nvSpPr>
            <p:spPr>
              <a:xfrm>
                <a:off x="250609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2" name="ph1673">
                <a:extLst>
                  <a:ext uri="{FF2B5EF4-FFF2-40B4-BE49-F238E27FC236}">
                    <a16:creationId xmlns:a16="http://schemas.microsoft.com/office/drawing/2014/main" id="{405BEE22-549D-015C-E89D-578D8CAF8DCA}"/>
                  </a:ext>
                </a:extLst>
              </p:cNvPr>
              <p:cNvSpPr/>
              <p:nvPr/>
            </p:nvSpPr>
            <p:spPr>
              <a:xfrm>
                <a:off x="251553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3" name="ph1674">
                <a:extLst>
                  <a:ext uri="{FF2B5EF4-FFF2-40B4-BE49-F238E27FC236}">
                    <a16:creationId xmlns:a16="http://schemas.microsoft.com/office/drawing/2014/main" id="{D7809807-5764-08FB-BDA3-A444A641A3CB}"/>
                  </a:ext>
                </a:extLst>
              </p:cNvPr>
              <p:cNvSpPr/>
              <p:nvPr/>
            </p:nvSpPr>
            <p:spPr>
              <a:xfrm>
                <a:off x="252497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4" name="ph1675">
                <a:extLst>
                  <a:ext uri="{FF2B5EF4-FFF2-40B4-BE49-F238E27FC236}">
                    <a16:creationId xmlns:a16="http://schemas.microsoft.com/office/drawing/2014/main" id="{6A7C4748-CC4A-C8C1-91A8-9F6AC3F8F9BD}"/>
                  </a:ext>
                </a:extLst>
              </p:cNvPr>
              <p:cNvSpPr/>
              <p:nvPr/>
            </p:nvSpPr>
            <p:spPr>
              <a:xfrm>
                <a:off x="253441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5" name="ph1676">
                <a:extLst>
                  <a:ext uri="{FF2B5EF4-FFF2-40B4-BE49-F238E27FC236}">
                    <a16:creationId xmlns:a16="http://schemas.microsoft.com/office/drawing/2014/main" id="{C01AFAFE-7AA7-BEB5-A52A-AEF120727FC5}"/>
                  </a:ext>
                </a:extLst>
              </p:cNvPr>
              <p:cNvSpPr/>
              <p:nvPr/>
            </p:nvSpPr>
            <p:spPr>
              <a:xfrm>
                <a:off x="254385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6" name="ph1677">
                <a:extLst>
                  <a:ext uri="{FF2B5EF4-FFF2-40B4-BE49-F238E27FC236}">
                    <a16:creationId xmlns:a16="http://schemas.microsoft.com/office/drawing/2014/main" id="{1EF552AF-D7BC-EAEF-37A4-3EA2AE6091CE}"/>
                  </a:ext>
                </a:extLst>
              </p:cNvPr>
              <p:cNvSpPr/>
              <p:nvPr/>
            </p:nvSpPr>
            <p:spPr>
              <a:xfrm>
                <a:off x="255329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7" name="ph1678">
                <a:extLst>
                  <a:ext uri="{FF2B5EF4-FFF2-40B4-BE49-F238E27FC236}">
                    <a16:creationId xmlns:a16="http://schemas.microsoft.com/office/drawing/2014/main" id="{EE4C589A-7BD4-6E5C-D701-B5C0B29FFB4C}"/>
                  </a:ext>
                </a:extLst>
              </p:cNvPr>
              <p:cNvSpPr/>
              <p:nvPr/>
            </p:nvSpPr>
            <p:spPr>
              <a:xfrm>
                <a:off x="256273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8" name="ph1679">
                <a:extLst>
                  <a:ext uri="{FF2B5EF4-FFF2-40B4-BE49-F238E27FC236}">
                    <a16:creationId xmlns:a16="http://schemas.microsoft.com/office/drawing/2014/main" id="{06E2E7EA-3086-C789-D3A8-63BC9D466264}"/>
                  </a:ext>
                </a:extLst>
              </p:cNvPr>
              <p:cNvSpPr/>
              <p:nvPr/>
            </p:nvSpPr>
            <p:spPr>
              <a:xfrm>
                <a:off x="257217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9" name="ph1680">
                <a:extLst>
                  <a:ext uri="{FF2B5EF4-FFF2-40B4-BE49-F238E27FC236}">
                    <a16:creationId xmlns:a16="http://schemas.microsoft.com/office/drawing/2014/main" id="{0DD07B23-B996-0D5F-DC95-0774BC0EB47F}"/>
                  </a:ext>
                </a:extLst>
              </p:cNvPr>
              <p:cNvSpPr/>
              <p:nvPr/>
            </p:nvSpPr>
            <p:spPr>
              <a:xfrm>
                <a:off x="258161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0" name="ph1681">
                <a:extLst>
                  <a:ext uri="{FF2B5EF4-FFF2-40B4-BE49-F238E27FC236}">
                    <a16:creationId xmlns:a16="http://schemas.microsoft.com/office/drawing/2014/main" id="{AA012454-F063-2A91-4B46-7918C08F0572}"/>
                  </a:ext>
                </a:extLst>
              </p:cNvPr>
              <p:cNvSpPr/>
              <p:nvPr/>
            </p:nvSpPr>
            <p:spPr>
              <a:xfrm>
                <a:off x="259105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1" name="ph1682">
                <a:extLst>
                  <a:ext uri="{FF2B5EF4-FFF2-40B4-BE49-F238E27FC236}">
                    <a16:creationId xmlns:a16="http://schemas.microsoft.com/office/drawing/2014/main" id="{F3D064A8-55D1-3AF4-2700-8B9CE7429395}"/>
                  </a:ext>
                </a:extLst>
              </p:cNvPr>
              <p:cNvSpPr/>
              <p:nvPr/>
            </p:nvSpPr>
            <p:spPr>
              <a:xfrm>
                <a:off x="260049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2" name="ph1683">
                <a:extLst>
                  <a:ext uri="{FF2B5EF4-FFF2-40B4-BE49-F238E27FC236}">
                    <a16:creationId xmlns:a16="http://schemas.microsoft.com/office/drawing/2014/main" id="{BB216461-B4C3-C044-FA28-01DB3EFD61A9}"/>
                  </a:ext>
                </a:extLst>
              </p:cNvPr>
              <p:cNvSpPr/>
              <p:nvPr/>
            </p:nvSpPr>
            <p:spPr>
              <a:xfrm>
                <a:off x="260993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3" name="ph1684">
                <a:extLst>
                  <a:ext uri="{FF2B5EF4-FFF2-40B4-BE49-F238E27FC236}">
                    <a16:creationId xmlns:a16="http://schemas.microsoft.com/office/drawing/2014/main" id="{2C90BC9D-3879-56AD-69E2-021AA56330C7}"/>
                  </a:ext>
                </a:extLst>
              </p:cNvPr>
              <p:cNvSpPr/>
              <p:nvPr/>
            </p:nvSpPr>
            <p:spPr>
              <a:xfrm>
                <a:off x="261937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4" name="ph1685">
                <a:extLst>
                  <a:ext uri="{FF2B5EF4-FFF2-40B4-BE49-F238E27FC236}">
                    <a16:creationId xmlns:a16="http://schemas.microsoft.com/office/drawing/2014/main" id="{D4209481-D158-DF72-1D51-9CEF0269099F}"/>
                  </a:ext>
                </a:extLst>
              </p:cNvPr>
              <p:cNvSpPr/>
              <p:nvPr/>
            </p:nvSpPr>
            <p:spPr>
              <a:xfrm>
                <a:off x="262881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5" name="ph1686">
                <a:extLst>
                  <a:ext uri="{FF2B5EF4-FFF2-40B4-BE49-F238E27FC236}">
                    <a16:creationId xmlns:a16="http://schemas.microsoft.com/office/drawing/2014/main" id="{0BB22D21-EDE0-7A8F-339E-1B4EA7E93724}"/>
                  </a:ext>
                </a:extLst>
              </p:cNvPr>
              <p:cNvSpPr/>
              <p:nvPr/>
            </p:nvSpPr>
            <p:spPr>
              <a:xfrm>
                <a:off x="263825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6" name="ph1687">
                <a:extLst>
                  <a:ext uri="{FF2B5EF4-FFF2-40B4-BE49-F238E27FC236}">
                    <a16:creationId xmlns:a16="http://schemas.microsoft.com/office/drawing/2014/main" id="{0D68E9E8-2B60-CB24-9B96-1D50F8A1B5FE}"/>
                  </a:ext>
                </a:extLst>
              </p:cNvPr>
              <p:cNvSpPr/>
              <p:nvPr/>
            </p:nvSpPr>
            <p:spPr>
              <a:xfrm>
                <a:off x="264769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7" name="ph1688">
                <a:extLst>
                  <a:ext uri="{FF2B5EF4-FFF2-40B4-BE49-F238E27FC236}">
                    <a16:creationId xmlns:a16="http://schemas.microsoft.com/office/drawing/2014/main" id="{97B987D0-8C3B-3FEF-D115-D494807A8A1E}"/>
                  </a:ext>
                </a:extLst>
              </p:cNvPr>
              <p:cNvSpPr/>
              <p:nvPr/>
            </p:nvSpPr>
            <p:spPr>
              <a:xfrm>
                <a:off x="265713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8" name="ph1689">
                <a:extLst>
                  <a:ext uri="{FF2B5EF4-FFF2-40B4-BE49-F238E27FC236}">
                    <a16:creationId xmlns:a16="http://schemas.microsoft.com/office/drawing/2014/main" id="{3B420EF1-8E2F-3A37-3D7A-D0E8F9F73DBF}"/>
                  </a:ext>
                </a:extLst>
              </p:cNvPr>
              <p:cNvSpPr/>
              <p:nvPr/>
            </p:nvSpPr>
            <p:spPr>
              <a:xfrm>
                <a:off x="266657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9" name="ph1690">
                <a:extLst>
                  <a:ext uri="{FF2B5EF4-FFF2-40B4-BE49-F238E27FC236}">
                    <a16:creationId xmlns:a16="http://schemas.microsoft.com/office/drawing/2014/main" id="{B80B16ED-CB41-BF9B-2580-0243409A138D}"/>
                  </a:ext>
                </a:extLst>
              </p:cNvPr>
              <p:cNvSpPr/>
              <p:nvPr/>
            </p:nvSpPr>
            <p:spPr>
              <a:xfrm>
                <a:off x="267601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0" name="ph1691">
                <a:extLst>
                  <a:ext uri="{FF2B5EF4-FFF2-40B4-BE49-F238E27FC236}">
                    <a16:creationId xmlns:a16="http://schemas.microsoft.com/office/drawing/2014/main" id="{0BAE7473-2939-39BA-0D27-A42E34CAD770}"/>
                  </a:ext>
                </a:extLst>
              </p:cNvPr>
              <p:cNvSpPr/>
              <p:nvPr/>
            </p:nvSpPr>
            <p:spPr>
              <a:xfrm>
                <a:off x="268545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1" name="ph1692">
                <a:extLst>
                  <a:ext uri="{FF2B5EF4-FFF2-40B4-BE49-F238E27FC236}">
                    <a16:creationId xmlns:a16="http://schemas.microsoft.com/office/drawing/2014/main" id="{DCBFB90C-CF74-3CF0-635C-D3817A14E20D}"/>
                  </a:ext>
                </a:extLst>
              </p:cNvPr>
              <p:cNvSpPr/>
              <p:nvPr/>
            </p:nvSpPr>
            <p:spPr>
              <a:xfrm>
                <a:off x="269489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2" name="ph1693">
                <a:extLst>
                  <a:ext uri="{FF2B5EF4-FFF2-40B4-BE49-F238E27FC236}">
                    <a16:creationId xmlns:a16="http://schemas.microsoft.com/office/drawing/2014/main" id="{205C275A-D4DB-BA97-85B8-E922588B6DE5}"/>
                  </a:ext>
                </a:extLst>
              </p:cNvPr>
              <p:cNvSpPr/>
              <p:nvPr/>
            </p:nvSpPr>
            <p:spPr>
              <a:xfrm>
                <a:off x="270433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3" name="ph1694">
                <a:extLst>
                  <a:ext uri="{FF2B5EF4-FFF2-40B4-BE49-F238E27FC236}">
                    <a16:creationId xmlns:a16="http://schemas.microsoft.com/office/drawing/2014/main" id="{B87D7C4D-63AB-C5ED-760E-C30C8D8CB54F}"/>
                  </a:ext>
                </a:extLst>
              </p:cNvPr>
              <p:cNvSpPr/>
              <p:nvPr/>
            </p:nvSpPr>
            <p:spPr>
              <a:xfrm>
                <a:off x="2713776" y="2413769"/>
                <a:ext cx="922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06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630" y="896932"/>
                    </a:lnTo>
                    <a:lnTo>
                      <a:pt x="917724" y="897250"/>
                    </a:lnTo>
                    <a:lnTo>
                      <a:pt x="917819" y="897572"/>
                    </a:lnTo>
                    <a:lnTo>
                      <a:pt x="917915" y="897894"/>
                    </a:lnTo>
                    <a:lnTo>
                      <a:pt x="918010" y="898215"/>
                    </a:lnTo>
                    <a:lnTo>
                      <a:pt x="918106" y="898537"/>
                    </a:lnTo>
                    <a:lnTo>
                      <a:pt x="918201" y="898859"/>
                    </a:lnTo>
                    <a:lnTo>
                      <a:pt x="918297" y="899181"/>
                    </a:lnTo>
                    <a:lnTo>
                      <a:pt x="918392" y="899502"/>
                    </a:lnTo>
                    <a:lnTo>
                      <a:pt x="918488" y="899824"/>
                    </a:lnTo>
                    <a:lnTo>
                      <a:pt x="918583" y="900146"/>
                    </a:lnTo>
                    <a:lnTo>
                      <a:pt x="918679" y="900468"/>
                    </a:lnTo>
                    <a:lnTo>
                      <a:pt x="918774" y="900789"/>
                    </a:lnTo>
                    <a:lnTo>
                      <a:pt x="918869" y="901111"/>
                    </a:lnTo>
                    <a:lnTo>
                      <a:pt x="918965" y="901433"/>
                    </a:lnTo>
                    <a:lnTo>
                      <a:pt x="919060" y="901755"/>
                    </a:lnTo>
                    <a:lnTo>
                      <a:pt x="919156" y="902076"/>
                    </a:lnTo>
                    <a:lnTo>
                      <a:pt x="919251" y="902398"/>
                    </a:lnTo>
                    <a:lnTo>
                      <a:pt x="919346" y="902720"/>
                    </a:lnTo>
                    <a:lnTo>
                      <a:pt x="919442" y="903042"/>
                    </a:lnTo>
                    <a:lnTo>
                      <a:pt x="919537" y="903363"/>
                    </a:lnTo>
                    <a:lnTo>
                      <a:pt x="919633" y="903685"/>
                    </a:lnTo>
                    <a:lnTo>
                      <a:pt x="919728" y="904007"/>
                    </a:lnTo>
                    <a:lnTo>
                      <a:pt x="919823" y="904329"/>
                    </a:lnTo>
                    <a:lnTo>
                      <a:pt x="919919" y="904650"/>
                    </a:lnTo>
                    <a:lnTo>
                      <a:pt x="920014" y="904972"/>
                    </a:lnTo>
                    <a:lnTo>
                      <a:pt x="920109" y="905294"/>
                    </a:lnTo>
                    <a:lnTo>
                      <a:pt x="920205" y="905616"/>
                    </a:lnTo>
                    <a:lnTo>
                      <a:pt x="920300" y="905938"/>
                    </a:lnTo>
                    <a:lnTo>
                      <a:pt x="920395" y="906259"/>
                    </a:lnTo>
                    <a:lnTo>
                      <a:pt x="920491" y="906581"/>
                    </a:lnTo>
                    <a:lnTo>
                      <a:pt x="920586" y="906903"/>
                    </a:lnTo>
                    <a:lnTo>
                      <a:pt x="920681" y="907225"/>
                    </a:lnTo>
                    <a:lnTo>
                      <a:pt x="920777" y="907546"/>
                    </a:lnTo>
                    <a:lnTo>
                      <a:pt x="920872" y="907868"/>
                    </a:lnTo>
                    <a:lnTo>
                      <a:pt x="920967" y="908190"/>
                    </a:lnTo>
                    <a:lnTo>
                      <a:pt x="921063" y="908512"/>
                    </a:lnTo>
                    <a:lnTo>
                      <a:pt x="921158" y="908833"/>
                    </a:lnTo>
                    <a:lnTo>
                      <a:pt x="921253" y="909155"/>
                    </a:lnTo>
                    <a:lnTo>
                      <a:pt x="921349" y="909477"/>
                    </a:lnTo>
                    <a:lnTo>
                      <a:pt x="921444" y="909799"/>
                    </a:lnTo>
                    <a:lnTo>
                      <a:pt x="921539" y="910120"/>
                    </a:lnTo>
                    <a:lnTo>
                      <a:pt x="921635" y="910442"/>
                    </a:lnTo>
                    <a:lnTo>
                      <a:pt x="921730" y="910764"/>
                    </a:lnTo>
                    <a:lnTo>
                      <a:pt x="921825" y="911086"/>
                    </a:lnTo>
                    <a:lnTo>
                      <a:pt x="921920" y="911407"/>
                    </a:lnTo>
                    <a:lnTo>
                      <a:pt x="922016" y="911729"/>
                    </a:lnTo>
                    <a:lnTo>
                      <a:pt x="922111" y="912051"/>
                    </a:lnTo>
                    <a:lnTo>
                      <a:pt x="922206" y="912373"/>
                    </a:lnTo>
                    <a:lnTo>
                      <a:pt x="922301" y="912695"/>
                    </a:lnTo>
                    <a:lnTo>
                      <a:pt x="922397" y="913016"/>
                    </a:lnTo>
                    <a:lnTo>
                      <a:pt x="922492" y="913338"/>
                    </a:lnTo>
                    <a:lnTo>
                      <a:pt x="922587" y="913660"/>
                    </a:lnTo>
                    <a:lnTo>
                      <a:pt x="922682" y="913982"/>
                    </a:lnTo>
                    <a:lnTo>
                      <a:pt x="922806" y="914400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4" name="ph1695">
                <a:extLst>
                  <a:ext uri="{FF2B5EF4-FFF2-40B4-BE49-F238E27FC236}">
                    <a16:creationId xmlns:a16="http://schemas.microsoft.com/office/drawing/2014/main" id="{B2BC31B5-CAF7-A701-6B4A-CAD8ACA0D552}"/>
                  </a:ext>
                </a:extLst>
              </p:cNvPr>
              <p:cNvSpPr/>
              <p:nvPr/>
            </p:nvSpPr>
            <p:spPr>
              <a:xfrm>
                <a:off x="2760977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815" y="931969"/>
                    </a:lnTo>
                    <a:lnTo>
                      <a:pt x="906608" y="928019"/>
                    </a:lnTo>
                    <a:lnTo>
                      <a:pt x="909032" y="917675"/>
                    </a:lnTo>
                    <a:lnTo>
                      <a:pt x="909914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5" name="ph1696">
                <a:extLst>
                  <a:ext uri="{FF2B5EF4-FFF2-40B4-BE49-F238E27FC236}">
                    <a16:creationId xmlns:a16="http://schemas.microsoft.com/office/drawing/2014/main" id="{874EA1B8-BD7A-D26C-05F1-8D5F31276B75}"/>
                  </a:ext>
                </a:extLst>
              </p:cNvPr>
              <p:cNvSpPr/>
              <p:nvPr/>
            </p:nvSpPr>
            <p:spPr>
              <a:xfrm>
                <a:off x="276097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6" name="ph1697">
                <a:extLst>
                  <a:ext uri="{FF2B5EF4-FFF2-40B4-BE49-F238E27FC236}">
                    <a16:creationId xmlns:a16="http://schemas.microsoft.com/office/drawing/2014/main" id="{1B0AFA97-FB2F-6F81-34FF-9C23BF432981}"/>
                  </a:ext>
                </a:extLst>
              </p:cNvPr>
              <p:cNvSpPr/>
              <p:nvPr/>
            </p:nvSpPr>
            <p:spPr>
              <a:xfrm>
                <a:off x="277041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7" name="ph1698">
                <a:extLst>
                  <a:ext uri="{FF2B5EF4-FFF2-40B4-BE49-F238E27FC236}">
                    <a16:creationId xmlns:a16="http://schemas.microsoft.com/office/drawing/2014/main" id="{0BC95E33-962F-B784-2B22-0B151E050689}"/>
                  </a:ext>
                </a:extLst>
              </p:cNvPr>
              <p:cNvSpPr/>
              <p:nvPr/>
            </p:nvSpPr>
            <p:spPr>
              <a:xfrm>
                <a:off x="277985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8" name="ph1699">
                <a:extLst>
                  <a:ext uri="{FF2B5EF4-FFF2-40B4-BE49-F238E27FC236}">
                    <a16:creationId xmlns:a16="http://schemas.microsoft.com/office/drawing/2014/main" id="{A2AAE7DC-DF40-274F-0314-7EAA4FBD4395}"/>
                  </a:ext>
                </a:extLst>
              </p:cNvPr>
              <p:cNvSpPr/>
              <p:nvPr/>
            </p:nvSpPr>
            <p:spPr>
              <a:xfrm>
                <a:off x="278929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9" name="ph1700">
                <a:extLst>
                  <a:ext uri="{FF2B5EF4-FFF2-40B4-BE49-F238E27FC236}">
                    <a16:creationId xmlns:a16="http://schemas.microsoft.com/office/drawing/2014/main" id="{31CBEFD4-D462-AFCD-BE54-4E6D92D74EF3}"/>
                  </a:ext>
                </a:extLst>
              </p:cNvPr>
              <p:cNvSpPr/>
              <p:nvPr/>
            </p:nvSpPr>
            <p:spPr>
              <a:xfrm>
                <a:off x="279873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0" name="ph1701">
                <a:extLst>
                  <a:ext uri="{FF2B5EF4-FFF2-40B4-BE49-F238E27FC236}">
                    <a16:creationId xmlns:a16="http://schemas.microsoft.com/office/drawing/2014/main" id="{51ED2DA3-9186-0219-177B-859B8FD90379}"/>
                  </a:ext>
                </a:extLst>
              </p:cNvPr>
              <p:cNvSpPr/>
              <p:nvPr/>
            </p:nvSpPr>
            <p:spPr>
              <a:xfrm>
                <a:off x="280817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1" name="ph1702">
                <a:extLst>
                  <a:ext uri="{FF2B5EF4-FFF2-40B4-BE49-F238E27FC236}">
                    <a16:creationId xmlns:a16="http://schemas.microsoft.com/office/drawing/2014/main" id="{0639EA15-B874-2A64-AEC5-842E3DBA0E5C}"/>
                  </a:ext>
                </a:extLst>
              </p:cNvPr>
              <p:cNvSpPr/>
              <p:nvPr/>
            </p:nvSpPr>
            <p:spPr>
              <a:xfrm>
                <a:off x="281761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2" name="ph1703">
                <a:extLst>
                  <a:ext uri="{FF2B5EF4-FFF2-40B4-BE49-F238E27FC236}">
                    <a16:creationId xmlns:a16="http://schemas.microsoft.com/office/drawing/2014/main" id="{97812B49-43C3-EE77-96DA-E31D44A6C907}"/>
                  </a:ext>
                </a:extLst>
              </p:cNvPr>
              <p:cNvSpPr/>
              <p:nvPr/>
            </p:nvSpPr>
            <p:spPr>
              <a:xfrm>
                <a:off x="282705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3" name="ph1704">
                <a:extLst>
                  <a:ext uri="{FF2B5EF4-FFF2-40B4-BE49-F238E27FC236}">
                    <a16:creationId xmlns:a16="http://schemas.microsoft.com/office/drawing/2014/main" id="{85C17935-2E65-83BE-F305-BED010D9B632}"/>
                  </a:ext>
                </a:extLst>
              </p:cNvPr>
              <p:cNvSpPr/>
              <p:nvPr/>
            </p:nvSpPr>
            <p:spPr>
              <a:xfrm>
                <a:off x="283649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4" name="ph1705">
                <a:extLst>
                  <a:ext uri="{FF2B5EF4-FFF2-40B4-BE49-F238E27FC236}">
                    <a16:creationId xmlns:a16="http://schemas.microsoft.com/office/drawing/2014/main" id="{EA02A601-93AA-31C3-6A1B-B0275283DB52}"/>
                  </a:ext>
                </a:extLst>
              </p:cNvPr>
              <p:cNvSpPr/>
              <p:nvPr/>
            </p:nvSpPr>
            <p:spPr>
              <a:xfrm>
                <a:off x="284593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5" name="ph1706">
                <a:extLst>
                  <a:ext uri="{FF2B5EF4-FFF2-40B4-BE49-F238E27FC236}">
                    <a16:creationId xmlns:a16="http://schemas.microsoft.com/office/drawing/2014/main" id="{1585CE51-94C3-ADE7-6FA2-8A8C8DCFA16C}"/>
                  </a:ext>
                </a:extLst>
              </p:cNvPr>
              <p:cNvSpPr/>
              <p:nvPr/>
            </p:nvSpPr>
            <p:spPr>
              <a:xfrm>
                <a:off x="285538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6" name="ph1707">
                <a:extLst>
                  <a:ext uri="{FF2B5EF4-FFF2-40B4-BE49-F238E27FC236}">
                    <a16:creationId xmlns:a16="http://schemas.microsoft.com/office/drawing/2014/main" id="{D04A3BE6-199E-7AAD-F39A-86A6A5E15572}"/>
                  </a:ext>
                </a:extLst>
              </p:cNvPr>
              <p:cNvSpPr/>
              <p:nvPr/>
            </p:nvSpPr>
            <p:spPr>
              <a:xfrm>
                <a:off x="286482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7" name="ph1708">
                <a:extLst>
                  <a:ext uri="{FF2B5EF4-FFF2-40B4-BE49-F238E27FC236}">
                    <a16:creationId xmlns:a16="http://schemas.microsoft.com/office/drawing/2014/main" id="{2C8DA7D3-4781-D939-2308-6D3B1DB850B1}"/>
                  </a:ext>
                </a:extLst>
              </p:cNvPr>
              <p:cNvSpPr/>
              <p:nvPr/>
            </p:nvSpPr>
            <p:spPr>
              <a:xfrm>
                <a:off x="287426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8" name="ph1709">
                <a:extLst>
                  <a:ext uri="{FF2B5EF4-FFF2-40B4-BE49-F238E27FC236}">
                    <a16:creationId xmlns:a16="http://schemas.microsoft.com/office/drawing/2014/main" id="{16F60746-B059-DDBD-D497-6D4009369F2A}"/>
                  </a:ext>
                </a:extLst>
              </p:cNvPr>
              <p:cNvSpPr/>
              <p:nvPr/>
            </p:nvSpPr>
            <p:spPr>
              <a:xfrm>
                <a:off x="288370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9" name="ph1710">
                <a:extLst>
                  <a:ext uri="{FF2B5EF4-FFF2-40B4-BE49-F238E27FC236}">
                    <a16:creationId xmlns:a16="http://schemas.microsoft.com/office/drawing/2014/main" id="{FEB35C9A-4CA3-9530-31ED-442B79F428FC}"/>
                  </a:ext>
                </a:extLst>
              </p:cNvPr>
              <p:cNvSpPr/>
              <p:nvPr/>
            </p:nvSpPr>
            <p:spPr>
              <a:xfrm>
                <a:off x="289314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0" name="ph1711">
                <a:extLst>
                  <a:ext uri="{FF2B5EF4-FFF2-40B4-BE49-F238E27FC236}">
                    <a16:creationId xmlns:a16="http://schemas.microsoft.com/office/drawing/2014/main" id="{A4D41265-11A1-8529-6E5A-86CBB1E9FE54}"/>
                  </a:ext>
                </a:extLst>
              </p:cNvPr>
              <p:cNvSpPr/>
              <p:nvPr/>
            </p:nvSpPr>
            <p:spPr>
              <a:xfrm>
                <a:off x="290258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1" name="ph1712">
                <a:extLst>
                  <a:ext uri="{FF2B5EF4-FFF2-40B4-BE49-F238E27FC236}">
                    <a16:creationId xmlns:a16="http://schemas.microsoft.com/office/drawing/2014/main" id="{4F8CA6F2-2FE2-5A52-4F18-ACE5F13429A1}"/>
                  </a:ext>
                </a:extLst>
              </p:cNvPr>
              <p:cNvSpPr/>
              <p:nvPr/>
            </p:nvSpPr>
            <p:spPr>
              <a:xfrm>
                <a:off x="291202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2" name="ph1713">
                <a:extLst>
                  <a:ext uri="{FF2B5EF4-FFF2-40B4-BE49-F238E27FC236}">
                    <a16:creationId xmlns:a16="http://schemas.microsoft.com/office/drawing/2014/main" id="{5C9465F1-E680-CB81-5CC8-97C82A9D90ED}"/>
                  </a:ext>
                </a:extLst>
              </p:cNvPr>
              <p:cNvSpPr/>
              <p:nvPr/>
            </p:nvSpPr>
            <p:spPr>
              <a:xfrm>
                <a:off x="292146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3" name="ph1714">
                <a:extLst>
                  <a:ext uri="{FF2B5EF4-FFF2-40B4-BE49-F238E27FC236}">
                    <a16:creationId xmlns:a16="http://schemas.microsoft.com/office/drawing/2014/main" id="{380B0948-B604-ABC3-FE31-40F2E9A880CF}"/>
                  </a:ext>
                </a:extLst>
              </p:cNvPr>
              <p:cNvSpPr/>
              <p:nvPr/>
            </p:nvSpPr>
            <p:spPr>
              <a:xfrm>
                <a:off x="293090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4" name="ph1715">
                <a:extLst>
                  <a:ext uri="{FF2B5EF4-FFF2-40B4-BE49-F238E27FC236}">
                    <a16:creationId xmlns:a16="http://schemas.microsoft.com/office/drawing/2014/main" id="{DD9E1307-D56C-E44C-6A4D-095EC0C36094}"/>
                  </a:ext>
                </a:extLst>
              </p:cNvPr>
              <p:cNvSpPr/>
              <p:nvPr/>
            </p:nvSpPr>
            <p:spPr>
              <a:xfrm>
                <a:off x="294034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5" name="ph1716">
                <a:extLst>
                  <a:ext uri="{FF2B5EF4-FFF2-40B4-BE49-F238E27FC236}">
                    <a16:creationId xmlns:a16="http://schemas.microsoft.com/office/drawing/2014/main" id="{EF0E8C32-0D68-4B6F-1CB8-DCBAA62DC00F}"/>
                  </a:ext>
                </a:extLst>
              </p:cNvPr>
              <p:cNvSpPr/>
              <p:nvPr/>
            </p:nvSpPr>
            <p:spPr>
              <a:xfrm>
                <a:off x="294978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6" name="ph1717">
                <a:extLst>
                  <a:ext uri="{FF2B5EF4-FFF2-40B4-BE49-F238E27FC236}">
                    <a16:creationId xmlns:a16="http://schemas.microsoft.com/office/drawing/2014/main" id="{92EB9525-E9A2-3F1D-9EC6-FD42226CC3FF}"/>
                  </a:ext>
                </a:extLst>
              </p:cNvPr>
              <p:cNvSpPr/>
              <p:nvPr/>
            </p:nvSpPr>
            <p:spPr>
              <a:xfrm>
                <a:off x="295922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7" name="ph1718">
                <a:extLst>
                  <a:ext uri="{FF2B5EF4-FFF2-40B4-BE49-F238E27FC236}">
                    <a16:creationId xmlns:a16="http://schemas.microsoft.com/office/drawing/2014/main" id="{E70F8E2C-6E90-9A55-C811-86FF0D106AFE}"/>
                  </a:ext>
                </a:extLst>
              </p:cNvPr>
              <p:cNvSpPr/>
              <p:nvPr/>
            </p:nvSpPr>
            <p:spPr>
              <a:xfrm>
                <a:off x="296866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8" name="ph1719">
                <a:extLst>
                  <a:ext uri="{FF2B5EF4-FFF2-40B4-BE49-F238E27FC236}">
                    <a16:creationId xmlns:a16="http://schemas.microsoft.com/office/drawing/2014/main" id="{F08832ED-0305-235A-EAC6-14437074500B}"/>
                  </a:ext>
                </a:extLst>
              </p:cNvPr>
              <p:cNvSpPr/>
              <p:nvPr/>
            </p:nvSpPr>
            <p:spPr>
              <a:xfrm>
                <a:off x="297810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9" name="ph1720">
                <a:extLst>
                  <a:ext uri="{FF2B5EF4-FFF2-40B4-BE49-F238E27FC236}">
                    <a16:creationId xmlns:a16="http://schemas.microsoft.com/office/drawing/2014/main" id="{C4C2C402-4C67-3B61-873E-778D06E26BB9}"/>
                  </a:ext>
                </a:extLst>
              </p:cNvPr>
              <p:cNvSpPr/>
              <p:nvPr/>
            </p:nvSpPr>
            <p:spPr>
              <a:xfrm>
                <a:off x="298754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0" name="ph1721">
                <a:extLst>
                  <a:ext uri="{FF2B5EF4-FFF2-40B4-BE49-F238E27FC236}">
                    <a16:creationId xmlns:a16="http://schemas.microsoft.com/office/drawing/2014/main" id="{EEFA8E73-E18C-A762-9834-70A8ACB6E28D}"/>
                  </a:ext>
                </a:extLst>
              </p:cNvPr>
              <p:cNvSpPr/>
              <p:nvPr/>
            </p:nvSpPr>
            <p:spPr>
              <a:xfrm>
                <a:off x="299698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1" name="ph1722">
                <a:extLst>
                  <a:ext uri="{FF2B5EF4-FFF2-40B4-BE49-F238E27FC236}">
                    <a16:creationId xmlns:a16="http://schemas.microsoft.com/office/drawing/2014/main" id="{715140D8-12B6-3012-2929-4815E65A489E}"/>
                  </a:ext>
                </a:extLst>
              </p:cNvPr>
              <p:cNvSpPr/>
              <p:nvPr/>
            </p:nvSpPr>
            <p:spPr>
              <a:xfrm>
                <a:off x="300642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2" name="ph1723">
                <a:extLst>
                  <a:ext uri="{FF2B5EF4-FFF2-40B4-BE49-F238E27FC236}">
                    <a16:creationId xmlns:a16="http://schemas.microsoft.com/office/drawing/2014/main" id="{58270B95-536B-5191-E170-9AB27417BECC}"/>
                  </a:ext>
                </a:extLst>
              </p:cNvPr>
              <p:cNvSpPr/>
              <p:nvPr/>
            </p:nvSpPr>
            <p:spPr>
              <a:xfrm>
                <a:off x="301586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3" name="ph1724">
                <a:extLst>
                  <a:ext uri="{FF2B5EF4-FFF2-40B4-BE49-F238E27FC236}">
                    <a16:creationId xmlns:a16="http://schemas.microsoft.com/office/drawing/2014/main" id="{A5665B94-2741-7638-11EE-F36B622A982F}"/>
                  </a:ext>
                </a:extLst>
              </p:cNvPr>
              <p:cNvSpPr/>
              <p:nvPr/>
            </p:nvSpPr>
            <p:spPr>
              <a:xfrm>
                <a:off x="302530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4" name="ph1725">
                <a:extLst>
                  <a:ext uri="{FF2B5EF4-FFF2-40B4-BE49-F238E27FC236}">
                    <a16:creationId xmlns:a16="http://schemas.microsoft.com/office/drawing/2014/main" id="{2F715117-254F-1F63-AC1B-21EBD9231298}"/>
                  </a:ext>
                </a:extLst>
              </p:cNvPr>
              <p:cNvSpPr/>
              <p:nvPr/>
            </p:nvSpPr>
            <p:spPr>
              <a:xfrm>
                <a:off x="303474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5" name="ph1726">
                <a:extLst>
                  <a:ext uri="{FF2B5EF4-FFF2-40B4-BE49-F238E27FC236}">
                    <a16:creationId xmlns:a16="http://schemas.microsoft.com/office/drawing/2014/main" id="{FFD8C4D4-B576-6C71-CC03-53527699BA4D}"/>
                  </a:ext>
                </a:extLst>
              </p:cNvPr>
              <p:cNvSpPr/>
              <p:nvPr/>
            </p:nvSpPr>
            <p:spPr>
              <a:xfrm>
                <a:off x="304418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6" name="ph1727">
                <a:extLst>
                  <a:ext uri="{FF2B5EF4-FFF2-40B4-BE49-F238E27FC236}">
                    <a16:creationId xmlns:a16="http://schemas.microsoft.com/office/drawing/2014/main" id="{2CBB9051-C68A-91A4-F502-23D28EADBD05}"/>
                  </a:ext>
                </a:extLst>
              </p:cNvPr>
              <p:cNvSpPr/>
              <p:nvPr/>
            </p:nvSpPr>
            <p:spPr>
              <a:xfrm>
                <a:off x="305362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7" name="ph1728">
                <a:extLst>
                  <a:ext uri="{FF2B5EF4-FFF2-40B4-BE49-F238E27FC236}">
                    <a16:creationId xmlns:a16="http://schemas.microsoft.com/office/drawing/2014/main" id="{5344EBB6-D432-E7FF-5E0F-FC6390BEDFD4}"/>
                  </a:ext>
                </a:extLst>
              </p:cNvPr>
              <p:cNvSpPr/>
              <p:nvPr/>
            </p:nvSpPr>
            <p:spPr>
              <a:xfrm>
                <a:off x="306306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8" name="ph1729">
                <a:extLst>
                  <a:ext uri="{FF2B5EF4-FFF2-40B4-BE49-F238E27FC236}">
                    <a16:creationId xmlns:a16="http://schemas.microsoft.com/office/drawing/2014/main" id="{8E592119-B0E5-BD08-8447-5FB8D0F1227A}"/>
                  </a:ext>
                </a:extLst>
              </p:cNvPr>
              <p:cNvSpPr/>
              <p:nvPr/>
            </p:nvSpPr>
            <p:spPr>
              <a:xfrm>
                <a:off x="307250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9" name="ph1730">
                <a:extLst>
                  <a:ext uri="{FF2B5EF4-FFF2-40B4-BE49-F238E27FC236}">
                    <a16:creationId xmlns:a16="http://schemas.microsoft.com/office/drawing/2014/main" id="{F2792E7F-FBAC-306A-F391-6EA93404EFD1}"/>
                  </a:ext>
                </a:extLst>
              </p:cNvPr>
              <p:cNvSpPr/>
              <p:nvPr/>
            </p:nvSpPr>
            <p:spPr>
              <a:xfrm>
                <a:off x="308194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0" name="ph1731">
                <a:extLst>
                  <a:ext uri="{FF2B5EF4-FFF2-40B4-BE49-F238E27FC236}">
                    <a16:creationId xmlns:a16="http://schemas.microsoft.com/office/drawing/2014/main" id="{7CB7AF6A-49F4-37E4-6E21-13A5D3A10814}"/>
                  </a:ext>
                </a:extLst>
              </p:cNvPr>
              <p:cNvSpPr/>
              <p:nvPr/>
            </p:nvSpPr>
            <p:spPr>
              <a:xfrm>
                <a:off x="309138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1" name="ph1732">
                <a:extLst>
                  <a:ext uri="{FF2B5EF4-FFF2-40B4-BE49-F238E27FC236}">
                    <a16:creationId xmlns:a16="http://schemas.microsoft.com/office/drawing/2014/main" id="{AB9DADD6-F123-CE13-36C3-1F476A2425ED}"/>
                  </a:ext>
                </a:extLst>
              </p:cNvPr>
              <p:cNvSpPr/>
              <p:nvPr/>
            </p:nvSpPr>
            <p:spPr>
              <a:xfrm>
                <a:off x="310082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2" name="ph1733">
                <a:extLst>
                  <a:ext uri="{FF2B5EF4-FFF2-40B4-BE49-F238E27FC236}">
                    <a16:creationId xmlns:a16="http://schemas.microsoft.com/office/drawing/2014/main" id="{4DAC4AC9-89F1-A6CD-7AA0-1106E55995F6}"/>
                  </a:ext>
                </a:extLst>
              </p:cNvPr>
              <p:cNvSpPr/>
              <p:nvPr/>
            </p:nvSpPr>
            <p:spPr>
              <a:xfrm>
                <a:off x="311026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3" name="ph1734">
                <a:extLst>
                  <a:ext uri="{FF2B5EF4-FFF2-40B4-BE49-F238E27FC236}">
                    <a16:creationId xmlns:a16="http://schemas.microsoft.com/office/drawing/2014/main" id="{7BDF31C7-C804-29C8-663E-1456DEE23383}"/>
                  </a:ext>
                </a:extLst>
              </p:cNvPr>
              <p:cNvSpPr/>
              <p:nvPr/>
            </p:nvSpPr>
            <p:spPr>
              <a:xfrm>
                <a:off x="311970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4" name="ph1735">
                <a:extLst>
                  <a:ext uri="{FF2B5EF4-FFF2-40B4-BE49-F238E27FC236}">
                    <a16:creationId xmlns:a16="http://schemas.microsoft.com/office/drawing/2014/main" id="{58F021DD-9D93-215C-4161-B7775934A94E}"/>
                  </a:ext>
                </a:extLst>
              </p:cNvPr>
              <p:cNvSpPr/>
              <p:nvPr/>
            </p:nvSpPr>
            <p:spPr>
              <a:xfrm>
                <a:off x="312914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5" name="ph1736">
                <a:extLst>
                  <a:ext uri="{FF2B5EF4-FFF2-40B4-BE49-F238E27FC236}">
                    <a16:creationId xmlns:a16="http://schemas.microsoft.com/office/drawing/2014/main" id="{C588C667-AF46-A2CF-BE0E-AFAA6C7CB505}"/>
                  </a:ext>
                </a:extLst>
              </p:cNvPr>
              <p:cNvSpPr/>
              <p:nvPr/>
            </p:nvSpPr>
            <p:spPr>
              <a:xfrm>
                <a:off x="313858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6" name="ph1737">
                <a:extLst>
                  <a:ext uri="{FF2B5EF4-FFF2-40B4-BE49-F238E27FC236}">
                    <a16:creationId xmlns:a16="http://schemas.microsoft.com/office/drawing/2014/main" id="{163A32A4-6592-5EEF-1394-0D2A846D748A}"/>
                  </a:ext>
                </a:extLst>
              </p:cNvPr>
              <p:cNvSpPr/>
              <p:nvPr/>
            </p:nvSpPr>
            <p:spPr>
              <a:xfrm>
                <a:off x="314802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7" name="ph1738">
                <a:extLst>
                  <a:ext uri="{FF2B5EF4-FFF2-40B4-BE49-F238E27FC236}">
                    <a16:creationId xmlns:a16="http://schemas.microsoft.com/office/drawing/2014/main" id="{E5339BB4-5CFB-ADDC-B803-41A3B00FA5D3}"/>
                  </a:ext>
                </a:extLst>
              </p:cNvPr>
              <p:cNvSpPr/>
              <p:nvPr/>
            </p:nvSpPr>
            <p:spPr>
              <a:xfrm>
                <a:off x="315746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8" name="ph1739">
                <a:extLst>
                  <a:ext uri="{FF2B5EF4-FFF2-40B4-BE49-F238E27FC236}">
                    <a16:creationId xmlns:a16="http://schemas.microsoft.com/office/drawing/2014/main" id="{D5BACCA0-C82C-760C-FA7D-E40E19A7961F}"/>
                  </a:ext>
                </a:extLst>
              </p:cNvPr>
              <p:cNvSpPr/>
              <p:nvPr/>
            </p:nvSpPr>
            <p:spPr>
              <a:xfrm>
                <a:off x="316690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9" name="ph1740">
                <a:extLst>
                  <a:ext uri="{FF2B5EF4-FFF2-40B4-BE49-F238E27FC236}">
                    <a16:creationId xmlns:a16="http://schemas.microsoft.com/office/drawing/2014/main" id="{2B309674-429F-36AF-AC46-1FA109F9BE28}"/>
                  </a:ext>
                </a:extLst>
              </p:cNvPr>
              <p:cNvSpPr/>
              <p:nvPr/>
            </p:nvSpPr>
            <p:spPr>
              <a:xfrm>
                <a:off x="317634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0" name="ph1741">
                <a:extLst>
                  <a:ext uri="{FF2B5EF4-FFF2-40B4-BE49-F238E27FC236}">
                    <a16:creationId xmlns:a16="http://schemas.microsoft.com/office/drawing/2014/main" id="{8FFBD4BE-0264-0B65-E696-CF6F20E49444}"/>
                  </a:ext>
                </a:extLst>
              </p:cNvPr>
              <p:cNvSpPr/>
              <p:nvPr/>
            </p:nvSpPr>
            <p:spPr>
              <a:xfrm>
                <a:off x="318578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1" name="ph1742">
                <a:extLst>
                  <a:ext uri="{FF2B5EF4-FFF2-40B4-BE49-F238E27FC236}">
                    <a16:creationId xmlns:a16="http://schemas.microsoft.com/office/drawing/2014/main" id="{C99EDE8D-CC08-9139-6E18-2AC81DD5CE65}"/>
                  </a:ext>
                </a:extLst>
              </p:cNvPr>
              <p:cNvSpPr/>
              <p:nvPr/>
            </p:nvSpPr>
            <p:spPr>
              <a:xfrm>
                <a:off x="319522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2" name="ph1743">
                <a:extLst>
                  <a:ext uri="{FF2B5EF4-FFF2-40B4-BE49-F238E27FC236}">
                    <a16:creationId xmlns:a16="http://schemas.microsoft.com/office/drawing/2014/main" id="{3F8B46FB-7E3A-5D57-5699-0D501E05E240}"/>
                  </a:ext>
                </a:extLst>
              </p:cNvPr>
              <p:cNvSpPr/>
              <p:nvPr/>
            </p:nvSpPr>
            <p:spPr>
              <a:xfrm>
                <a:off x="320466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3" name="ph1744">
                <a:extLst>
                  <a:ext uri="{FF2B5EF4-FFF2-40B4-BE49-F238E27FC236}">
                    <a16:creationId xmlns:a16="http://schemas.microsoft.com/office/drawing/2014/main" id="{955E80BE-1530-26DF-C8DB-89DEE5F86981}"/>
                  </a:ext>
                </a:extLst>
              </p:cNvPr>
              <p:cNvSpPr/>
              <p:nvPr/>
            </p:nvSpPr>
            <p:spPr>
              <a:xfrm>
                <a:off x="321410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4" name="ph1745">
                <a:extLst>
                  <a:ext uri="{FF2B5EF4-FFF2-40B4-BE49-F238E27FC236}">
                    <a16:creationId xmlns:a16="http://schemas.microsoft.com/office/drawing/2014/main" id="{B3111E1B-9624-D2FA-7C47-14F49D36054C}"/>
                  </a:ext>
                </a:extLst>
              </p:cNvPr>
              <p:cNvSpPr/>
              <p:nvPr/>
            </p:nvSpPr>
            <p:spPr>
              <a:xfrm>
                <a:off x="322354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5" name="ph1746">
                <a:extLst>
                  <a:ext uri="{FF2B5EF4-FFF2-40B4-BE49-F238E27FC236}">
                    <a16:creationId xmlns:a16="http://schemas.microsoft.com/office/drawing/2014/main" id="{9A347125-20E9-230B-DB9E-184922855A0D}"/>
                  </a:ext>
                </a:extLst>
              </p:cNvPr>
              <p:cNvSpPr/>
              <p:nvPr/>
            </p:nvSpPr>
            <p:spPr>
              <a:xfrm>
                <a:off x="323298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6" name="ph1747">
                <a:extLst>
                  <a:ext uri="{FF2B5EF4-FFF2-40B4-BE49-F238E27FC236}">
                    <a16:creationId xmlns:a16="http://schemas.microsoft.com/office/drawing/2014/main" id="{30FD4B08-1128-CE80-51D0-83AC56547BA5}"/>
                  </a:ext>
                </a:extLst>
              </p:cNvPr>
              <p:cNvSpPr/>
              <p:nvPr/>
            </p:nvSpPr>
            <p:spPr>
              <a:xfrm>
                <a:off x="324242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7" name="ph1748">
                <a:extLst>
                  <a:ext uri="{FF2B5EF4-FFF2-40B4-BE49-F238E27FC236}">
                    <a16:creationId xmlns:a16="http://schemas.microsoft.com/office/drawing/2014/main" id="{62080776-F2B6-BA61-8670-B4CC5EA7D8B4}"/>
                  </a:ext>
                </a:extLst>
              </p:cNvPr>
              <p:cNvSpPr/>
              <p:nvPr/>
            </p:nvSpPr>
            <p:spPr>
              <a:xfrm>
                <a:off x="325187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8" name="ph1749">
                <a:extLst>
                  <a:ext uri="{FF2B5EF4-FFF2-40B4-BE49-F238E27FC236}">
                    <a16:creationId xmlns:a16="http://schemas.microsoft.com/office/drawing/2014/main" id="{B4695678-857A-39E4-4A63-1213648FEC4F}"/>
                  </a:ext>
                </a:extLst>
              </p:cNvPr>
              <p:cNvSpPr/>
              <p:nvPr/>
            </p:nvSpPr>
            <p:spPr>
              <a:xfrm>
                <a:off x="326131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9" name="ph1750">
                <a:extLst>
                  <a:ext uri="{FF2B5EF4-FFF2-40B4-BE49-F238E27FC236}">
                    <a16:creationId xmlns:a16="http://schemas.microsoft.com/office/drawing/2014/main" id="{1A9495BC-F26A-FBEE-3175-A8C0CEB27B1A}"/>
                  </a:ext>
                </a:extLst>
              </p:cNvPr>
              <p:cNvSpPr/>
              <p:nvPr/>
            </p:nvSpPr>
            <p:spPr>
              <a:xfrm>
                <a:off x="327075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0" name="ph1751">
                <a:extLst>
                  <a:ext uri="{FF2B5EF4-FFF2-40B4-BE49-F238E27FC236}">
                    <a16:creationId xmlns:a16="http://schemas.microsoft.com/office/drawing/2014/main" id="{CDA997DC-EFE7-04CF-8A36-DE920F3C1320}"/>
                  </a:ext>
                </a:extLst>
              </p:cNvPr>
              <p:cNvSpPr/>
              <p:nvPr/>
            </p:nvSpPr>
            <p:spPr>
              <a:xfrm>
                <a:off x="328019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1" name="ph1752">
                <a:extLst>
                  <a:ext uri="{FF2B5EF4-FFF2-40B4-BE49-F238E27FC236}">
                    <a16:creationId xmlns:a16="http://schemas.microsoft.com/office/drawing/2014/main" id="{E54D4E46-66A6-88AF-7074-D6318B519778}"/>
                  </a:ext>
                </a:extLst>
              </p:cNvPr>
              <p:cNvSpPr/>
              <p:nvPr/>
            </p:nvSpPr>
            <p:spPr>
              <a:xfrm>
                <a:off x="328963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2" name="ph1753">
                <a:extLst>
                  <a:ext uri="{FF2B5EF4-FFF2-40B4-BE49-F238E27FC236}">
                    <a16:creationId xmlns:a16="http://schemas.microsoft.com/office/drawing/2014/main" id="{3543DCA9-321D-7E2D-3ECF-D9FA2BBFF2D9}"/>
                  </a:ext>
                </a:extLst>
              </p:cNvPr>
              <p:cNvSpPr/>
              <p:nvPr/>
            </p:nvSpPr>
            <p:spPr>
              <a:xfrm>
                <a:off x="3299071" y="241376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584"/>
                    </a:lnTo>
                    <a:lnTo>
                      <a:pt x="923508" y="905700"/>
                    </a:lnTo>
                    <a:lnTo>
                      <a:pt x="922610" y="908718"/>
                    </a:lnTo>
                    <a:lnTo>
                      <a:pt x="921713" y="911736"/>
                    </a:lnTo>
                    <a:lnTo>
                      <a:pt x="920922" y="914400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3" name="ph1754">
                <a:extLst>
                  <a:ext uri="{FF2B5EF4-FFF2-40B4-BE49-F238E27FC236}">
                    <a16:creationId xmlns:a16="http://schemas.microsoft.com/office/drawing/2014/main" id="{4F4105BF-B1B9-5D48-F695-D163429B49EF}"/>
                  </a:ext>
                </a:extLst>
              </p:cNvPr>
              <p:cNvSpPr/>
              <p:nvPr/>
            </p:nvSpPr>
            <p:spPr>
              <a:xfrm>
                <a:off x="3308511" y="2396199"/>
                <a:ext cx="916707" cy="922154"/>
              </a:xfrm>
              <a:custGeom>
                <a:avLst/>
                <a:gdLst/>
                <a:ahLst/>
                <a:cxnLst/>
                <a:rect l="0" t="0" r="0" b="0"/>
                <a:pathLst>
                  <a:path w="916707" h="922154">
                    <a:moveTo>
                      <a:pt x="914400" y="914400"/>
                    </a:moveTo>
                    <a:lnTo>
                      <a:pt x="916707" y="914400"/>
                    </a:lnTo>
                    <a:lnTo>
                      <a:pt x="915863" y="917234"/>
                    </a:lnTo>
                    <a:lnTo>
                      <a:pt x="914965" y="920252"/>
                    </a:lnTo>
                    <a:lnTo>
                      <a:pt x="914400" y="922154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4" name="ph1755">
                <a:extLst>
                  <a:ext uri="{FF2B5EF4-FFF2-40B4-BE49-F238E27FC236}">
                    <a16:creationId xmlns:a16="http://schemas.microsoft.com/office/drawing/2014/main" id="{15AC4FD2-51CE-B2B9-692A-68E31976BB5F}"/>
                  </a:ext>
                </a:extLst>
              </p:cNvPr>
              <p:cNvSpPr/>
              <p:nvPr/>
            </p:nvSpPr>
            <p:spPr>
              <a:xfrm>
                <a:off x="2421129" y="2378629"/>
                <a:ext cx="914399" cy="92833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8331">
                    <a:moveTo>
                      <a:pt x="914399" y="914400"/>
                    </a:moveTo>
                    <a:lnTo>
                      <a:pt x="914399" y="928331"/>
                    </a:lnTo>
                    <a:lnTo>
                      <a:pt x="912896" y="918993"/>
                    </a:lnTo>
                    <a:lnTo>
                      <a:pt x="912295" y="914400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5" name="ph1756">
                <a:extLst>
                  <a:ext uri="{FF2B5EF4-FFF2-40B4-BE49-F238E27FC236}">
                    <a16:creationId xmlns:a16="http://schemas.microsoft.com/office/drawing/2014/main" id="{29F6CB06-0DEC-8C95-2339-10FA5C4950C0}"/>
                  </a:ext>
                </a:extLst>
              </p:cNvPr>
              <p:cNvSpPr/>
              <p:nvPr/>
            </p:nvSpPr>
            <p:spPr>
              <a:xfrm>
                <a:off x="242112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62" y="931969"/>
                    </a:lnTo>
                    <a:lnTo>
                      <a:pt x="914586" y="929492"/>
                    </a:lnTo>
                    <a:lnTo>
                      <a:pt x="914399" y="928331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6" name="ph1757">
                <a:extLst>
                  <a:ext uri="{FF2B5EF4-FFF2-40B4-BE49-F238E27FC236}">
                    <a16:creationId xmlns:a16="http://schemas.microsoft.com/office/drawing/2014/main" id="{7B6A6A53-8EE6-6604-B5BD-C6AB6CEC1250}"/>
                  </a:ext>
                </a:extLst>
              </p:cNvPr>
              <p:cNvSpPr/>
              <p:nvPr/>
            </p:nvSpPr>
            <p:spPr>
              <a:xfrm>
                <a:off x="243056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7" name="ph1758">
                <a:extLst>
                  <a:ext uri="{FF2B5EF4-FFF2-40B4-BE49-F238E27FC236}">
                    <a16:creationId xmlns:a16="http://schemas.microsoft.com/office/drawing/2014/main" id="{BBB13F99-F609-39DA-DA19-FEA000CD3EF9}"/>
                  </a:ext>
                </a:extLst>
              </p:cNvPr>
              <p:cNvSpPr/>
              <p:nvPr/>
            </p:nvSpPr>
            <p:spPr>
              <a:xfrm>
                <a:off x="244000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8" name="ph1759">
                <a:extLst>
                  <a:ext uri="{FF2B5EF4-FFF2-40B4-BE49-F238E27FC236}">
                    <a16:creationId xmlns:a16="http://schemas.microsoft.com/office/drawing/2014/main" id="{0304D460-DB65-211D-3AD6-3C7496E175B1}"/>
                  </a:ext>
                </a:extLst>
              </p:cNvPr>
              <p:cNvSpPr/>
              <p:nvPr/>
            </p:nvSpPr>
            <p:spPr>
              <a:xfrm>
                <a:off x="244944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9" name="ph1760">
                <a:extLst>
                  <a:ext uri="{FF2B5EF4-FFF2-40B4-BE49-F238E27FC236}">
                    <a16:creationId xmlns:a16="http://schemas.microsoft.com/office/drawing/2014/main" id="{DBEBD570-4D15-B143-EFBF-46E53BB9CF2E}"/>
                  </a:ext>
                </a:extLst>
              </p:cNvPr>
              <p:cNvSpPr/>
              <p:nvPr/>
            </p:nvSpPr>
            <p:spPr>
              <a:xfrm>
                <a:off x="245889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0" name="ph1761">
                <a:extLst>
                  <a:ext uri="{FF2B5EF4-FFF2-40B4-BE49-F238E27FC236}">
                    <a16:creationId xmlns:a16="http://schemas.microsoft.com/office/drawing/2014/main" id="{2CC8AF96-2DBA-C3AC-4D39-0FC0661128F1}"/>
                  </a:ext>
                </a:extLst>
              </p:cNvPr>
              <p:cNvSpPr/>
              <p:nvPr/>
            </p:nvSpPr>
            <p:spPr>
              <a:xfrm>
                <a:off x="246833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1" name="ph1762">
                <a:extLst>
                  <a:ext uri="{FF2B5EF4-FFF2-40B4-BE49-F238E27FC236}">
                    <a16:creationId xmlns:a16="http://schemas.microsoft.com/office/drawing/2014/main" id="{4D866A8B-F980-866E-59F1-B8423B12DCB4}"/>
                  </a:ext>
                </a:extLst>
              </p:cNvPr>
              <p:cNvSpPr/>
              <p:nvPr/>
            </p:nvSpPr>
            <p:spPr>
              <a:xfrm>
                <a:off x="247777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2" name="ph1763">
                <a:extLst>
                  <a:ext uri="{FF2B5EF4-FFF2-40B4-BE49-F238E27FC236}">
                    <a16:creationId xmlns:a16="http://schemas.microsoft.com/office/drawing/2014/main" id="{73A2D650-B2C2-0689-DE16-7087F8F39709}"/>
                  </a:ext>
                </a:extLst>
              </p:cNvPr>
              <p:cNvSpPr/>
              <p:nvPr/>
            </p:nvSpPr>
            <p:spPr>
              <a:xfrm>
                <a:off x="248721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3" name="ph1764">
                <a:extLst>
                  <a:ext uri="{FF2B5EF4-FFF2-40B4-BE49-F238E27FC236}">
                    <a16:creationId xmlns:a16="http://schemas.microsoft.com/office/drawing/2014/main" id="{649A126B-E3AA-2AFF-E09C-D5A3E90386BC}"/>
                  </a:ext>
                </a:extLst>
              </p:cNvPr>
              <p:cNvSpPr/>
              <p:nvPr/>
            </p:nvSpPr>
            <p:spPr>
              <a:xfrm>
                <a:off x="249665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4" name="ph1765">
                <a:extLst>
                  <a:ext uri="{FF2B5EF4-FFF2-40B4-BE49-F238E27FC236}">
                    <a16:creationId xmlns:a16="http://schemas.microsoft.com/office/drawing/2014/main" id="{B87DAF4C-2973-E7DA-A3D8-C3B7DAF6A95F}"/>
                  </a:ext>
                </a:extLst>
              </p:cNvPr>
              <p:cNvSpPr/>
              <p:nvPr/>
            </p:nvSpPr>
            <p:spPr>
              <a:xfrm>
                <a:off x="250609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5" name="ph1766">
                <a:extLst>
                  <a:ext uri="{FF2B5EF4-FFF2-40B4-BE49-F238E27FC236}">
                    <a16:creationId xmlns:a16="http://schemas.microsoft.com/office/drawing/2014/main" id="{001F93E1-CF01-4F23-B718-1297C6021B1C}"/>
                  </a:ext>
                </a:extLst>
              </p:cNvPr>
              <p:cNvSpPr/>
              <p:nvPr/>
            </p:nvSpPr>
            <p:spPr>
              <a:xfrm>
                <a:off x="251553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6" name="ph1767">
                <a:extLst>
                  <a:ext uri="{FF2B5EF4-FFF2-40B4-BE49-F238E27FC236}">
                    <a16:creationId xmlns:a16="http://schemas.microsoft.com/office/drawing/2014/main" id="{AAF91AE9-E1CF-6782-933A-F2B1B9EC66E6}"/>
                  </a:ext>
                </a:extLst>
              </p:cNvPr>
              <p:cNvSpPr/>
              <p:nvPr/>
            </p:nvSpPr>
            <p:spPr>
              <a:xfrm>
                <a:off x="252497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7" name="ph1768">
                <a:extLst>
                  <a:ext uri="{FF2B5EF4-FFF2-40B4-BE49-F238E27FC236}">
                    <a16:creationId xmlns:a16="http://schemas.microsoft.com/office/drawing/2014/main" id="{FC97BB92-E106-A70F-1086-84AB8A77DC4C}"/>
                  </a:ext>
                </a:extLst>
              </p:cNvPr>
              <p:cNvSpPr/>
              <p:nvPr/>
            </p:nvSpPr>
            <p:spPr>
              <a:xfrm>
                <a:off x="253441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8" name="ph1769">
                <a:extLst>
                  <a:ext uri="{FF2B5EF4-FFF2-40B4-BE49-F238E27FC236}">
                    <a16:creationId xmlns:a16="http://schemas.microsoft.com/office/drawing/2014/main" id="{DEA0DDA3-1A0B-BA40-3284-924391DFA3D9}"/>
                  </a:ext>
                </a:extLst>
              </p:cNvPr>
              <p:cNvSpPr/>
              <p:nvPr/>
            </p:nvSpPr>
            <p:spPr>
              <a:xfrm>
                <a:off x="254385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9" name="ph1770">
                <a:extLst>
                  <a:ext uri="{FF2B5EF4-FFF2-40B4-BE49-F238E27FC236}">
                    <a16:creationId xmlns:a16="http://schemas.microsoft.com/office/drawing/2014/main" id="{62179D85-ECCD-40AA-FAB9-C312F67821CC}"/>
                  </a:ext>
                </a:extLst>
              </p:cNvPr>
              <p:cNvSpPr/>
              <p:nvPr/>
            </p:nvSpPr>
            <p:spPr>
              <a:xfrm>
                <a:off x="255329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0" name="ph1771">
                <a:extLst>
                  <a:ext uri="{FF2B5EF4-FFF2-40B4-BE49-F238E27FC236}">
                    <a16:creationId xmlns:a16="http://schemas.microsoft.com/office/drawing/2014/main" id="{2F3B37B5-74FB-58EF-AEF0-5C189C4EDF33}"/>
                  </a:ext>
                </a:extLst>
              </p:cNvPr>
              <p:cNvSpPr/>
              <p:nvPr/>
            </p:nvSpPr>
            <p:spPr>
              <a:xfrm>
                <a:off x="256273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1" name="ph1772">
                <a:extLst>
                  <a:ext uri="{FF2B5EF4-FFF2-40B4-BE49-F238E27FC236}">
                    <a16:creationId xmlns:a16="http://schemas.microsoft.com/office/drawing/2014/main" id="{7273CCBA-1AE7-CAF0-45D8-8CDD085A0032}"/>
                  </a:ext>
                </a:extLst>
              </p:cNvPr>
              <p:cNvSpPr/>
              <p:nvPr/>
            </p:nvSpPr>
            <p:spPr>
              <a:xfrm>
                <a:off x="257217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2" name="ph1773">
                <a:extLst>
                  <a:ext uri="{FF2B5EF4-FFF2-40B4-BE49-F238E27FC236}">
                    <a16:creationId xmlns:a16="http://schemas.microsoft.com/office/drawing/2014/main" id="{551226B3-AAA5-012B-E04E-9B3B04DB67D6}"/>
                  </a:ext>
                </a:extLst>
              </p:cNvPr>
              <p:cNvSpPr/>
              <p:nvPr/>
            </p:nvSpPr>
            <p:spPr>
              <a:xfrm>
                <a:off x="258161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3" name="ph1774">
                <a:extLst>
                  <a:ext uri="{FF2B5EF4-FFF2-40B4-BE49-F238E27FC236}">
                    <a16:creationId xmlns:a16="http://schemas.microsoft.com/office/drawing/2014/main" id="{E0B8F9F2-814F-36A8-BE9E-CD12AF81F647}"/>
                  </a:ext>
                </a:extLst>
              </p:cNvPr>
              <p:cNvSpPr/>
              <p:nvPr/>
            </p:nvSpPr>
            <p:spPr>
              <a:xfrm>
                <a:off x="259105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4" name="ph1775">
                <a:extLst>
                  <a:ext uri="{FF2B5EF4-FFF2-40B4-BE49-F238E27FC236}">
                    <a16:creationId xmlns:a16="http://schemas.microsoft.com/office/drawing/2014/main" id="{3FB4BA0E-86FF-04D8-8790-B1FD1FBA798A}"/>
                  </a:ext>
                </a:extLst>
              </p:cNvPr>
              <p:cNvSpPr/>
              <p:nvPr/>
            </p:nvSpPr>
            <p:spPr>
              <a:xfrm>
                <a:off x="260049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5" name="ph1776">
                <a:extLst>
                  <a:ext uri="{FF2B5EF4-FFF2-40B4-BE49-F238E27FC236}">
                    <a16:creationId xmlns:a16="http://schemas.microsoft.com/office/drawing/2014/main" id="{7C38013E-7E88-4B70-D13D-EF1CFA59CB91}"/>
                  </a:ext>
                </a:extLst>
              </p:cNvPr>
              <p:cNvSpPr/>
              <p:nvPr/>
            </p:nvSpPr>
            <p:spPr>
              <a:xfrm>
                <a:off x="260993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6" name="ph1777">
                <a:extLst>
                  <a:ext uri="{FF2B5EF4-FFF2-40B4-BE49-F238E27FC236}">
                    <a16:creationId xmlns:a16="http://schemas.microsoft.com/office/drawing/2014/main" id="{78C0260A-DFBA-A2A8-B896-E35DDF44088E}"/>
                  </a:ext>
                </a:extLst>
              </p:cNvPr>
              <p:cNvSpPr/>
              <p:nvPr/>
            </p:nvSpPr>
            <p:spPr>
              <a:xfrm>
                <a:off x="261937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7" name="ph1778">
                <a:extLst>
                  <a:ext uri="{FF2B5EF4-FFF2-40B4-BE49-F238E27FC236}">
                    <a16:creationId xmlns:a16="http://schemas.microsoft.com/office/drawing/2014/main" id="{45D6F7E9-1138-FA68-882D-1DAC791D5E54}"/>
                  </a:ext>
                </a:extLst>
              </p:cNvPr>
              <p:cNvSpPr/>
              <p:nvPr/>
            </p:nvSpPr>
            <p:spPr>
              <a:xfrm>
                <a:off x="262881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8" name="ph1779">
                <a:extLst>
                  <a:ext uri="{FF2B5EF4-FFF2-40B4-BE49-F238E27FC236}">
                    <a16:creationId xmlns:a16="http://schemas.microsoft.com/office/drawing/2014/main" id="{15A244AE-08AC-5449-1951-6C8DB91A275F}"/>
                  </a:ext>
                </a:extLst>
              </p:cNvPr>
              <p:cNvSpPr/>
              <p:nvPr/>
            </p:nvSpPr>
            <p:spPr>
              <a:xfrm>
                <a:off x="263825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9" name="ph1780">
                <a:extLst>
                  <a:ext uri="{FF2B5EF4-FFF2-40B4-BE49-F238E27FC236}">
                    <a16:creationId xmlns:a16="http://schemas.microsoft.com/office/drawing/2014/main" id="{16F662E7-5BD4-CB2D-0EF9-14876B1857F7}"/>
                  </a:ext>
                </a:extLst>
              </p:cNvPr>
              <p:cNvSpPr/>
              <p:nvPr/>
            </p:nvSpPr>
            <p:spPr>
              <a:xfrm>
                <a:off x="264769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0" name="ph1781">
                <a:extLst>
                  <a:ext uri="{FF2B5EF4-FFF2-40B4-BE49-F238E27FC236}">
                    <a16:creationId xmlns:a16="http://schemas.microsoft.com/office/drawing/2014/main" id="{51CE98DC-2AAB-46BB-974C-3E1A8C948F57}"/>
                  </a:ext>
                </a:extLst>
              </p:cNvPr>
              <p:cNvSpPr/>
              <p:nvPr/>
            </p:nvSpPr>
            <p:spPr>
              <a:xfrm>
                <a:off x="265713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1" name="ph1782">
                <a:extLst>
                  <a:ext uri="{FF2B5EF4-FFF2-40B4-BE49-F238E27FC236}">
                    <a16:creationId xmlns:a16="http://schemas.microsoft.com/office/drawing/2014/main" id="{89BF0AAB-7388-F6BF-6207-2E9C2CA52FDB}"/>
                  </a:ext>
                </a:extLst>
              </p:cNvPr>
              <p:cNvSpPr/>
              <p:nvPr/>
            </p:nvSpPr>
            <p:spPr>
              <a:xfrm>
                <a:off x="266657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2" name="ph1783">
                <a:extLst>
                  <a:ext uri="{FF2B5EF4-FFF2-40B4-BE49-F238E27FC236}">
                    <a16:creationId xmlns:a16="http://schemas.microsoft.com/office/drawing/2014/main" id="{05869AF9-432F-9B90-62DD-CB6660DB3961}"/>
                  </a:ext>
                </a:extLst>
              </p:cNvPr>
              <p:cNvSpPr/>
              <p:nvPr/>
            </p:nvSpPr>
            <p:spPr>
              <a:xfrm>
                <a:off x="267601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3" name="ph1784">
                <a:extLst>
                  <a:ext uri="{FF2B5EF4-FFF2-40B4-BE49-F238E27FC236}">
                    <a16:creationId xmlns:a16="http://schemas.microsoft.com/office/drawing/2014/main" id="{E43EEBAB-BB54-F03D-55E7-05427F922C2E}"/>
                  </a:ext>
                </a:extLst>
              </p:cNvPr>
              <p:cNvSpPr/>
              <p:nvPr/>
            </p:nvSpPr>
            <p:spPr>
              <a:xfrm>
                <a:off x="268545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4" name="ph1785">
                <a:extLst>
                  <a:ext uri="{FF2B5EF4-FFF2-40B4-BE49-F238E27FC236}">
                    <a16:creationId xmlns:a16="http://schemas.microsoft.com/office/drawing/2014/main" id="{8E7AFBD7-5B76-0710-B716-9D072B21B06D}"/>
                  </a:ext>
                </a:extLst>
              </p:cNvPr>
              <p:cNvSpPr/>
              <p:nvPr/>
            </p:nvSpPr>
            <p:spPr>
              <a:xfrm>
                <a:off x="269489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5" name="ph1786">
                <a:extLst>
                  <a:ext uri="{FF2B5EF4-FFF2-40B4-BE49-F238E27FC236}">
                    <a16:creationId xmlns:a16="http://schemas.microsoft.com/office/drawing/2014/main" id="{F1E94DF4-F3D5-B86F-042D-08AB3868BCE8}"/>
                  </a:ext>
                </a:extLst>
              </p:cNvPr>
              <p:cNvSpPr/>
              <p:nvPr/>
            </p:nvSpPr>
            <p:spPr>
              <a:xfrm>
                <a:off x="2713776" y="2396199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752" y="896830"/>
                    </a:lnTo>
                    <a:lnTo>
                      <a:pt x="914399" y="904355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6" name="ph1787">
                <a:extLst>
                  <a:ext uri="{FF2B5EF4-FFF2-40B4-BE49-F238E27FC236}">
                    <a16:creationId xmlns:a16="http://schemas.microsoft.com/office/drawing/2014/main" id="{7C6D82B9-355E-07D2-19B6-666EF049A118}"/>
                  </a:ext>
                </a:extLst>
              </p:cNvPr>
              <p:cNvSpPr/>
              <p:nvPr/>
            </p:nvSpPr>
            <p:spPr>
              <a:xfrm>
                <a:off x="2713776" y="2396199"/>
                <a:ext cx="917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7" h="914400">
                    <a:moveTo>
                      <a:pt x="914399" y="914400"/>
                    </a:moveTo>
                    <a:lnTo>
                      <a:pt x="914399" y="904355"/>
                    </a:lnTo>
                    <a:lnTo>
                      <a:pt x="914764" y="905393"/>
                    </a:lnTo>
                    <a:lnTo>
                      <a:pt x="917597" y="914400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7" name="ph1788">
                <a:extLst>
                  <a:ext uri="{FF2B5EF4-FFF2-40B4-BE49-F238E27FC236}">
                    <a16:creationId xmlns:a16="http://schemas.microsoft.com/office/drawing/2014/main" id="{F720C1BD-D8D7-97BD-7654-34A825D47E0B}"/>
                  </a:ext>
                </a:extLst>
              </p:cNvPr>
              <p:cNvSpPr/>
              <p:nvPr/>
            </p:nvSpPr>
            <p:spPr>
              <a:xfrm>
                <a:off x="2760977" y="23961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14" y="914400"/>
                    </a:lnTo>
                    <a:lnTo>
                      <a:pt x="911750" y="907587"/>
                    </a:lnTo>
                    <a:lnTo>
                      <a:pt x="914400" y="898940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8" name="ph1789">
                <a:extLst>
                  <a:ext uri="{FF2B5EF4-FFF2-40B4-BE49-F238E27FC236}">
                    <a16:creationId xmlns:a16="http://schemas.microsoft.com/office/drawing/2014/main" id="{32E67713-3621-80EF-70B4-437C254FB77F}"/>
                  </a:ext>
                </a:extLst>
              </p:cNvPr>
              <p:cNvSpPr/>
              <p:nvPr/>
            </p:nvSpPr>
            <p:spPr>
              <a:xfrm>
                <a:off x="2770417" y="237862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10"/>
                    </a:lnTo>
                    <a:lnTo>
                      <a:pt x="905313" y="915354"/>
                    </a:lnTo>
                    <a:lnTo>
                      <a:pt x="905643" y="914400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9" name="ph1790">
                <a:extLst>
                  <a:ext uri="{FF2B5EF4-FFF2-40B4-BE49-F238E27FC236}">
                    <a16:creationId xmlns:a16="http://schemas.microsoft.com/office/drawing/2014/main" id="{888246F1-D11E-FEE8-A529-3CB3D488C58F}"/>
                  </a:ext>
                </a:extLst>
              </p:cNvPr>
              <p:cNvSpPr/>
              <p:nvPr/>
            </p:nvSpPr>
            <p:spPr>
              <a:xfrm>
                <a:off x="277041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0" name="ph1791">
                <a:extLst>
                  <a:ext uri="{FF2B5EF4-FFF2-40B4-BE49-F238E27FC236}">
                    <a16:creationId xmlns:a16="http://schemas.microsoft.com/office/drawing/2014/main" id="{65D2BB45-2DDC-CAA9-6989-8A82D12E1468}"/>
                  </a:ext>
                </a:extLst>
              </p:cNvPr>
              <p:cNvSpPr/>
              <p:nvPr/>
            </p:nvSpPr>
            <p:spPr>
              <a:xfrm>
                <a:off x="277985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1" name="ph1792">
                <a:extLst>
                  <a:ext uri="{FF2B5EF4-FFF2-40B4-BE49-F238E27FC236}">
                    <a16:creationId xmlns:a16="http://schemas.microsoft.com/office/drawing/2014/main" id="{1DFB4221-0AB3-E937-B23D-171FA31B14E6}"/>
                  </a:ext>
                </a:extLst>
              </p:cNvPr>
              <p:cNvSpPr/>
              <p:nvPr/>
            </p:nvSpPr>
            <p:spPr>
              <a:xfrm>
                <a:off x="278929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2" name="ph1793">
                <a:extLst>
                  <a:ext uri="{FF2B5EF4-FFF2-40B4-BE49-F238E27FC236}">
                    <a16:creationId xmlns:a16="http://schemas.microsoft.com/office/drawing/2014/main" id="{854A33A9-FF80-32AF-0454-860BE1298607}"/>
                  </a:ext>
                </a:extLst>
              </p:cNvPr>
              <p:cNvSpPr/>
              <p:nvPr/>
            </p:nvSpPr>
            <p:spPr>
              <a:xfrm>
                <a:off x="279873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2">
                  <a:alpha val="100000"/>
                </a:srgbClr>
              </a:solidFill>
              <a:ln w="5420" cap="flat">
                <a:solidFill>
                  <a:srgbClr val="E1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3" name="ph1794">
                <a:extLst>
                  <a:ext uri="{FF2B5EF4-FFF2-40B4-BE49-F238E27FC236}">
                    <a16:creationId xmlns:a16="http://schemas.microsoft.com/office/drawing/2014/main" id="{FD724501-D0E8-6F44-8752-4E8A9FB61492}"/>
                  </a:ext>
                </a:extLst>
              </p:cNvPr>
              <p:cNvSpPr/>
              <p:nvPr/>
            </p:nvSpPr>
            <p:spPr>
              <a:xfrm>
                <a:off x="280817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4" name="ph1795">
                <a:extLst>
                  <a:ext uri="{FF2B5EF4-FFF2-40B4-BE49-F238E27FC236}">
                    <a16:creationId xmlns:a16="http://schemas.microsoft.com/office/drawing/2014/main" id="{79BB48EF-9B3B-A9DD-B7E6-A91646B24A14}"/>
                  </a:ext>
                </a:extLst>
              </p:cNvPr>
              <p:cNvSpPr/>
              <p:nvPr/>
            </p:nvSpPr>
            <p:spPr>
              <a:xfrm>
                <a:off x="281761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5" name="ph1796">
                <a:extLst>
                  <a:ext uri="{FF2B5EF4-FFF2-40B4-BE49-F238E27FC236}">
                    <a16:creationId xmlns:a16="http://schemas.microsoft.com/office/drawing/2014/main" id="{B44E1DE4-FF58-EEEF-A635-5F2D89B750CF}"/>
                  </a:ext>
                </a:extLst>
              </p:cNvPr>
              <p:cNvSpPr/>
              <p:nvPr/>
            </p:nvSpPr>
            <p:spPr>
              <a:xfrm>
                <a:off x="282705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6" name="ph1797">
                <a:extLst>
                  <a:ext uri="{FF2B5EF4-FFF2-40B4-BE49-F238E27FC236}">
                    <a16:creationId xmlns:a16="http://schemas.microsoft.com/office/drawing/2014/main" id="{3F25D284-EA17-3EF6-4C9A-93DC73E7C57F}"/>
                  </a:ext>
                </a:extLst>
              </p:cNvPr>
              <p:cNvSpPr/>
              <p:nvPr/>
            </p:nvSpPr>
            <p:spPr>
              <a:xfrm>
                <a:off x="283649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7" name="ph1798">
                <a:extLst>
                  <a:ext uri="{FF2B5EF4-FFF2-40B4-BE49-F238E27FC236}">
                    <a16:creationId xmlns:a16="http://schemas.microsoft.com/office/drawing/2014/main" id="{07996E7E-6832-E775-2664-D616DAD6496D}"/>
                  </a:ext>
                </a:extLst>
              </p:cNvPr>
              <p:cNvSpPr/>
              <p:nvPr/>
            </p:nvSpPr>
            <p:spPr>
              <a:xfrm>
                <a:off x="284593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8" name="ph1799">
                <a:extLst>
                  <a:ext uri="{FF2B5EF4-FFF2-40B4-BE49-F238E27FC236}">
                    <a16:creationId xmlns:a16="http://schemas.microsoft.com/office/drawing/2014/main" id="{AB2A8686-3386-2AF6-AA23-719FF460893A}"/>
                  </a:ext>
                </a:extLst>
              </p:cNvPr>
              <p:cNvSpPr/>
              <p:nvPr/>
            </p:nvSpPr>
            <p:spPr>
              <a:xfrm>
                <a:off x="285538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9" name="ph1800">
                <a:extLst>
                  <a:ext uri="{FF2B5EF4-FFF2-40B4-BE49-F238E27FC236}">
                    <a16:creationId xmlns:a16="http://schemas.microsoft.com/office/drawing/2014/main" id="{9A174D7D-EE48-EC99-1C1B-FFA7ECF3CB2B}"/>
                  </a:ext>
                </a:extLst>
              </p:cNvPr>
              <p:cNvSpPr/>
              <p:nvPr/>
            </p:nvSpPr>
            <p:spPr>
              <a:xfrm>
                <a:off x="286482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0" name="ph1801">
                <a:extLst>
                  <a:ext uri="{FF2B5EF4-FFF2-40B4-BE49-F238E27FC236}">
                    <a16:creationId xmlns:a16="http://schemas.microsoft.com/office/drawing/2014/main" id="{BB89D2BC-B9D9-131B-8810-52186624BF5A}"/>
                  </a:ext>
                </a:extLst>
              </p:cNvPr>
              <p:cNvSpPr/>
              <p:nvPr/>
            </p:nvSpPr>
            <p:spPr>
              <a:xfrm>
                <a:off x="287426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1" name="ph1802">
                <a:extLst>
                  <a:ext uri="{FF2B5EF4-FFF2-40B4-BE49-F238E27FC236}">
                    <a16:creationId xmlns:a16="http://schemas.microsoft.com/office/drawing/2014/main" id="{5CFE72AA-3FC6-555F-5794-3610F8969D3E}"/>
                  </a:ext>
                </a:extLst>
              </p:cNvPr>
              <p:cNvSpPr/>
              <p:nvPr/>
            </p:nvSpPr>
            <p:spPr>
              <a:xfrm>
                <a:off x="288370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2" name="ph1803">
                <a:extLst>
                  <a:ext uri="{FF2B5EF4-FFF2-40B4-BE49-F238E27FC236}">
                    <a16:creationId xmlns:a16="http://schemas.microsoft.com/office/drawing/2014/main" id="{B02BB9F6-4D07-A6EE-AEF2-B960167575C7}"/>
                  </a:ext>
                </a:extLst>
              </p:cNvPr>
              <p:cNvSpPr/>
              <p:nvPr/>
            </p:nvSpPr>
            <p:spPr>
              <a:xfrm>
                <a:off x="289314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3" name="ph1804">
                <a:extLst>
                  <a:ext uri="{FF2B5EF4-FFF2-40B4-BE49-F238E27FC236}">
                    <a16:creationId xmlns:a16="http://schemas.microsoft.com/office/drawing/2014/main" id="{9DC7C504-9682-EDA5-CC58-34E14BAC5389}"/>
                  </a:ext>
                </a:extLst>
              </p:cNvPr>
              <p:cNvSpPr/>
              <p:nvPr/>
            </p:nvSpPr>
            <p:spPr>
              <a:xfrm>
                <a:off x="290258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4" name="ph1805">
                <a:extLst>
                  <a:ext uri="{FF2B5EF4-FFF2-40B4-BE49-F238E27FC236}">
                    <a16:creationId xmlns:a16="http://schemas.microsoft.com/office/drawing/2014/main" id="{F6AA45A5-A4AE-27D3-FBCA-03079B5BC77F}"/>
                  </a:ext>
                </a:extLst>
              </p:cNvPr>
              <p:cNvSpPr/>
              <p:nvPr/>
            </p:nvSpPr>
            <p:spPr>
              <a:xfrm>
                <a:off x="291202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5" name="ph1806">
                <a:extLst>
                  <a:ext uri="{FF2B5EF4-FFF2-40B4-BE49-F238E27FC236}">
                    <a16:creationId xmlns:a16="http://schemas.microsoft.com/office/drawing/2014/main" id="{F2648DBF-990B-9200-E662-10F151DCFF32}"/>
                  </a:ext>
                </a:extLst>
              </p:cNvPr>
              <p:cNvSpPr/>
              <p:nvPr/>
            </p:nvSpPr>
            <p:spPr>
              <a:xfrm>
                <a:off x="292146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6" name="ph1807">
                <a:extLst>
                  <a:ext uri="{FF2B5EF4-FFF2-40B4-BE49-F238E27FC236}">
                    <a16:creationId xmlns:a16="http://schemas.microsoft.com/office/drawing/2014/main" id="{DE90FAB1-3AFC-122A-0F7F-493498C3E88C}"/>
                  </a:ext>
                </a:extLst>
              </p:cNvPr>
              <p:cNvSpPr/>
              <p:nvPr/>
            </p:nvSpPr>
            <p:spPr>
              <a:xfrm>
                <a:off x="293090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7" name="ph1808">
                <a:extLst>
                  <a:ext uri="{FF2B5EF4-FFF2-40B4-BE49-F238E27FC236}">
                    <a16:creationId xmlns:a16="http://schemas.microsoft.com/office/drawing/2014/main" id="{4B8AF12B-46EC-170D-2863-502295DFCE11}"/>
                  </a:ext>
                </a:extLst>
              </p:cNvPr>
              <p:cNvSpPr/>
              <p:nvPr/>
            </p:nvSpPr>
            <p:spPr>
              <a:xfrm>
                <a:off x="294034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8" name="ph1809">
                <a:extLst>
                  <a:ext uri="{FF2B5EF4-FFF2-40B4-BE49-F238E27FC236}">
                    <a16:creationId xmlns:a16="http://schemas.microsoft.com/office/drawing/2014/main" id="{2B582A82-6AC7-4DE6-221D-894BAD49A053}"/>
                  </a:ext>
                </a:extLst>
              </p:cNvPr>
              <p:cNvSpPr/>
              <p:nvPr/>
            </p:nvSpPr>
            <p:spPr>
              <a:xfrm>
                <a:off x="294978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9" name="ph1810">
                <a:extLst>
                  <a:ext uri="{FF2B5EF4-FFF2-40B4-BE49-F238E27FC236}">
                    <a16:creationId xmlns:a16="http://schemas.microsoft.com/office/drawing/2014/main" id="{16B62B33-D9DF-24F5-3FC2-A3E393FD2B20}"/>
                  </a:ext>
                </a:extLst>
              </p:cNvPr>
              <p:cNvSpPr/>
              <p:nvPr/>
            </p:nvSpPr>
            <p:spPr>
              <a:xfrm>
                <a:off x="295922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0" name="ph1811">
                <a:extLst>
                  <a:ext uri="{FF2B5EF4-FFF2-40B4-BE49-F238E27FC236}">
                    <a16:creationId xmlns:a16="http://schemas.microsoft.com/office/drawing/2014/main" id="{67AA87B6-59B5-92C2-E3F4-EF94509B5C4A}"/>
                  </a:ext>
                </a:extLst>
              </p:cNvPr>
              <p:cNvSpPr/>
              <p:nvPr/>
            </p:nvSpPr>
            <p:spPr>
              <a:xfrm>
                <a:off x="296866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1" name="ph1812">
                <a:extLst>
                  <a:ext uri="{FF2B5EF4-FFF2-40B4-BE49-F238E27FC236}">
                    <a16:creationId xmlns:a16="http://schemas.microsoft.com/office/drawing/2014/main" id="{95E61D93-3037-C9F1-543D-8D5CD8EC1FEB}"/>
                  </a:ext>
                </a:extLst>
              </p:cNvPr>
              <p:cNvSpPr/>
              <p:nvPr/>
            </p:nvSpPr>
            <p:spPr>
              <a:xfrm>
                <a:off x="297810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2" name="ph1813">
                <a:extLst>
                  <a:ext uri="{FF2B5EF4-FFF2-40B4-BE49-F238E27FC236}">
                    <a16:creationId xmlns:a16="http://schemas.microsoft.com/office/drawing/2014/main" id="{D560962F-C8DA-E7DE-78EA-FE0AE8728BF3}"/>
                  </a:ext>
                </a:extLst>
              </p:cNvPr>
              <p:cNvSpPr/>
              <p:nvPr/>
            </p:nvSpPr>
            <p:spPr>
              <a:xfrm>
                <a:off x="298754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3" name="ph1814">
                <a:extLst>
                  <a:ext uri="{FF2B5EF4-FFF2-40B4-BE49-F238E27FC236}">
                    <a16:creationId xmlns:a16="http://schemas.microsoft.com/office/drawing/2014/main" id="{5EBA0D90-C343-872E-B49C-82D4699167FE}"/>
                  </a:ext>
                </a:extLst>
              </p:cNvPr>
              <p:cNvSpPr/>
              <p:nvPr/>
            </p:nvSpPr>
            <p:spPr>
              <a:xfrm>
                <a:off x="299698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4" name="ph1815">
                <a:extLst>
                  <a:ext uri="{FF2B5EF4-FFF2-40B4-BE49-F238E27FC236}">
                    <a16:creationId xmlns:a16="http://schemas.microsoft.com/office/drawing/2014/main" id="{BE2C3AC1-4E8B-D7E1-5C1F-3FC6E072F69E}"/>
                  </a:ext>
                </a:extLst>
              </p:cNvPr>
              <p:cNvSpPr/>
              <p:nvPr/>
            </p:nvSpPr>
            <p:spPr>
              <a:xfrm>
                <a:off x="300642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5" name="ph1816">
                <a:extLst>
                  <a:ext uri="{FF2B5EF4-FFF2-40B4-BE49-F238E27FC236}">
                    <a16:creationId xmlns:a16="http://schemas.microsoft.com/office/drawing/2014/main" id="{64CAA629-E070-1C7D-A266-614605CFC8CE}"/>
                  </a:ext>
                </a:extLst>
              </p:cNvPr>
              <p:cNvSpPr/>
              <p:nvPr/>
            </p:nvSpPr>
            <p:spPr>
              <a:xfrm>
                <a:off x="301586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6" name="ph1817">
                <a:extLst>
                  <a:ext uri="{FF2B5EF4-FFF2-40B4-BE49-F238E27FC236}">
                    <a16:creationId xmlns:a16="http://schemas.microsoft.com/office/drawing/2014/main" id="{7743D993-79DA-1265-2E2E-E9880E83C811}"/>
                  </a:ext>
                </a:extLst>
              </p:cNvPr>
              <p:cNvSpPr/>
              <p:nvPr/>
            </p:nvSpPr>
            <p:spPr>
              <a:xfrm>
                <a:off x="302530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7" name="ph1818">
                <a:extLst>
                  <a:ext uri="{FF2B5EF4-FFF2-40B4-BE49-F238E27FC236}">
                    <a16:creationId xmlns:a16="http://schemas.microsoft.com/office/drawing/2014/main" id="{48A629ED-D36E-A0ED-42AF-EB39477AF9F6}"/>
                  </a:ext>
                </a:extLst>
              </p:cNvPr>
              <p:cNvSpPr/>
              <p:nvPr/>
            </p:nvSpPr>
            <p:spPr>
              <a:xfrm>
                <a:off x="303474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8" name="ph1819">
                <a:extLst>
                  <a:ext uri="{FF2B5EF4-FFF2-40B4-BE49-F238E27FC236}">
                    <a16:creationId xmlns:a16="http://schemas.microsoft.com/office/drawing/2014/main" id="{68192A22-954E-FE9A-0C92-1BF30CEF898C}"/>
                  </a:ext>
                </a:extLst>
              </p:cNvPr>
              <p:cNvSpPr/>
              <p:nvPr/>
            </p:nvSpPr>
            <p:spPr>
              <a:xfrm>
                <a:off x="304418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9" name="ph1820">
                <a:extLst>
                  <a:ext uri="{FF2B5EF4-FFF2-40B4-BE49-F238E27FC236}">
                    <a16:creationId xmlns:a16="http://schemas.microsoft.com/office/drawing/2014/main" id="{8798AF34-A829-EB38-9FE2-FF9EE8E62C63}"/>
                  </a:ext>
                </a:extLst>
              </p:cNvPr>
              <p:cNvSpPr/>
              <p:nvPr/>
            </p:nvSpPr>
            <p:spPr>
              <a:xfrm>
                <a:off x="305362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0" name="ph1821">
                <a:extLst>
                  <a:ext uri="{FF2B5EF4-FFF2-40B4-BE49-F238E27FC236}">
                    <a16:creationId xmlns:a16="http://schemas.microsoft.com/office/drawing/2014/main" id="{3A76944A-5DA0-50D4-3D0C-CE9F56DA9E1A}"/>
                  </a:ext>
                </a:extLst>
              </p:cNvPr>
              <p:cNvSpPr/>
              <p:nvPr/>
            </p:nvSpPr>
            <p:spPr>
              <a:xfrm>
                <a:off x="306306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1" name="ph1822">
                <a:extLst>
                  <a:ext uri="{FF2B5EF4-FFF2-40B4-BE49-F238E27FC236}">
                    <a16:creationId xmlns:a16="http://schemas.microsoft.com/office/drawing/2014/main" id="{1C427C81-07BD-1AEE-AA91-1E7232F3235C}"/>
                  </a:ext>
                </a:extLst>
              </p:cNvPr>
              <p:cNvSpPr/>
              <p:nvPr/>
            </p:nvSpPr>
            <p:spPr>
              <a:xfrm>
                <a:off x="307250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2" name="ph1823">
                <a:extLst>
                  <a:ext uri="{FF2B5EF4-FFF2-40B4-BE49-F238E27FC236}">
                    <a16:creationId xmlns:a16="http://schemas.microsoft.com/office/drawing/2014/main" id="{C581D349-9505-E0D2-09CC-59289EC3B846}"/>
                  </a:ext>
                </a:extLst>
              </p:cNvPr>
              <p:cNvSpPr/>
              <p:nvPr/>
            </p:nvSpPr>
            <p:spPr>
              <a:xfrm>
                <a:off x="308194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3" name="ph1824">
                <a:extLst>
                  <a:ext uri="{FF2B5EF4-FFF2-40B4-BE49-F238E27FC236}">
                    <a16:creationId xmlns:a16="http://schemas.microsoft.com/office/drawing/2014/main" id="{9C565232-5FD3-B742-D54C-53BA002630EA}"/>
                  </a:ext>
                </a:extLst>
              </p:cNvPr>
              <p:cNvSpPr/>
              <p:nvPr/>
            </p:nvSpPr>
            <p:spPr>
              <a:xfrm>
                <a:off x="309138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4" name="ph1825">
                <a:extLst>
                  <a:ext uri="{FF2B5EF4-FFF2-40B4-BE49-F238E27FC236}">
                    <a16:creationId xmlns:a16="http://schemas.microsoft.com/office/drawing/2014/main" id="{2AED1AD4-5F91-A547-A703-6F1712AD0999}"/>
                  </a:ext>
                </a:extLst>
              </p:cNvPr>
              <p:cNvSpPr/>
              <p:nvPr/>
            </p:nvSpPr>
            <p:spPr>
              <a:xfrm>
                <a:off x="310082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5" name="ph1826">
                <a:extLst>
                  <a:ext uri="{FF2B5EF4-FFF2-40B4-BE49-F238E27FC236}">
                    <a16:creationId xmlns:a16="http://schemas.microsoft.com/office/drawing/2014/main" id="{01CF55A5-7755-9007-7B4D-9161E7C2579F}"/>
                  </a:ext>
                </a:extLst>
              </p:cNvPr>
              <p:cNvSpPr/>
              <p:nvPr/>
            </p:nvSpPr>
            <p:spPr>
              <a:xfrm>
                <a:off x="311026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6" name="ph1827">
                <a:extLst>
                  <a:ext uri="{FF2B5EF4-FFF2-40B4-BE49-F238E27FC236}">
                    <a16:creationId xmlns:a16="http://schemas.microsoft.com/office/drawing/2014/main" id="{D7F57B32-C3FF-B200-BC7A-B09A63569ABC}"/>
                  </a:ext>
                </a:extLst>
              </p:cNvPr>
              <p:cNvSpPr/>
              <p:nvPr/>
            </p:nvSpPr>
            <p:spPr>
              <a:xfrm>
                <a:off x="311970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7" name="ph1828">
                <a:extLst>
                  <a:ext uri="{FF2B5EF4-FFF2-40B4-BE49-F238E27FC236}">
                    <a16:creationId xmlns:a16="http://schemas.microsoft.com/office/drawing/2014/main" id="{5BD871BE-F656-83D9-2131-B92516F521A8}"/>
                  </a:ext>
                </a:extLst>
              </p:cNvPr>
              <p:cNvSpPr/>
              <p:nvPr/>
            </p:nvSpPr>
            <p:spPr>
              <a:xfrm>
                <a:off x="312914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8" name="ph1829">
                <a:extLst>
                  <a:ext uri="{FF2B5EF4-FFF2-40B4-BE49-F238E27FC236}">
                    <a16:creationId xmlns:a16="http://schemas.microsoft.com/office/drawing/2014/main" id="{82498D67-1850-60CC-D1B8-A5C355FF8B79}"/>
                  </a:ext>
                </a:extLst>
              </p:cNvPr>
              <p:cNvSpPr/>
              <p:nvPr/>
            </p:nvSpPr>
            <p:spPr>
              <a:xfrm>
                <a:off x="313858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9" name="ph1830">
                <a:extLst>
                  <a:ext uri="{FF2B5EF4-FFF2-40B4-BE49-F238E27FC236}">
                    <a16:creationId xmlns:a16="http://schemas.microsoft.com/office/drawing/2014/main" id="{47C523C5-ACAC-314D-E862-C66D3DC6416E}"/>
                  </a:ext>
                </a:extLst>
              </p:cNvPr>
              <p:cNvSpPr/>
              <p:nvPr/>
            </p:nvSpPr>
            <p:spPr>
              <a:xfrm>
                <a:off x="314802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0" name="ph1831">
                <a:extLst>
                  <a:ext uri="{FF2B5EF4-FFF2-40B4-BE49-F238E27FC236}">
                    <a16:creationId xmlns:a16="http://schemas.microsoft.com/office/drawing/2014/main" id="{0C1A0171-9D07-5A80-5CDB-936AC409C0E9}"/>
                  </a:ext>
                </a:extLst>
              </p:cNvPr>
              <p:cNvSpPr/>
              <p:nvPr/>
            </p:nvSpPr>
            <p:spPr>
              <a:xfrm>
                <a:off x="315746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1" name="ph1832">
                <a:extLst>
                  <a:ext uri="{FF2B5EF4-FFF2-40B4-BE49-F238E27FC236}">
                    <a16:creationId xmlns:a16="http://schemas.microsoft.com/office/drawing/2014/main" id="{4F888F69-F6B6-A1D2-45BB-DFA3F5D93702}"/>
                  </a:ext>
                </a:extLst>
              </p:cNvPr>
              <p:cNvSpPr/>
              <p:nvPr/>
            </p:nvSpPr>
            <p:spPr>
              <a:xfrm>
                <a:off x="316690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2" name="ph1833">
                <a:extLst>
                  <a:ext uri="{FF2B5EF4-FFF2-40B4-BE49-F238E27FC236}">
                    <a16:creationId xmlns:a16="http://schemas.microsoft.com/office/drawing/2014/main" id="{99C7A0B0-1241-1A1A-3F5C-B7FAD7A14D03}"/>
                  </a:ext>
                </a:extLst>
              </p:cNvPr>
              <p:cNvSpPr/>
              <p:nvPr/>
            </p:nvSpPr>
            <p:spPr>
              <a:xfrm>
                <a:off x="317634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E">
                  <a:alpha val="100000"/>
                </a:srgbClr>
              </a:solidFill>
              <a:ln w="5420" cap="flat">
                <a:solidFill>
                  <a:srgbClr val="F57D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3" name="ph1834">
                <a:extLst>
                  <a:ext uri="{FF2B5EF4-FFF2-40B4-BE49-F238E27FC236}">
                    <a16:creationId xmlns:a16="http://schemas.microsoft.com/office/drawing/2014/main" id="{16754717-FBE6-1CBF-A32E-2BA7F8EAA42C}"/>
                  </a:ext>
                </a:extLst>
              </p:cNvPr>
              <p:cNvSpPr/>
              <p:nvPr/>
            </p:nvSpPr>
            <p:spPr>
              <a:xfrm>
                <a:off x="318578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4" name="ph1835">
                <a:extLst>
                  <a:ext uri="{FF2B5EF4-FFF2-40B4-BE49-F238E27FC236}">
                    <a16:creationId xmlns:a16="http://schemas.microsoft.com/office/drawing/2014/main" id="{FC51F144-5E0C-8B9A-3558-821A493EB345}"/>
                  </a:ext>
                </a:extLst>
              </p:cNvPr>
              <p:cNvSpPr/>
              <p:nvPr/>
            </p:nvSpPr>
            <p:spPr>
              <a:xfrm>
                <a:off x="319522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5" name="ph1836">
                <a:extLst>
                  <a:ext uri="{FF2B5EF4-FFF2-40B4-BE49-F238E27FC236}">
                    <a16:creationId xmlns:a16="http://schemas.microsoft.com/office/drawing/2014/main" id="{F6A8D62D-4F3F-983A-D898-0F88A79DBCA1}"/>
                  </a:ext>
                </a:extLst>
              </p:cNvPr>
              <p:cNvSpPr/>
              <p:nvPr/>
            </p:nvSpPr>
            <p:spPr>
              <a:xfrm>
                <a:off x="320466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6" name="ph1837">
                <a:extLst>
                  <a:ext uri="{FF2B5EF4-FFF2-40B4-BE49-F238E27FC236}">
                    <a16:creationId xmlns:a16="http://schemas.microsoft.com/office/drawing/2014/main" id="{3DD6EEA9-1294-6E49-CF10-9E974B435219}"/>
                  </a:ext>
                </a:extLst>
              </p:cNvPr>
              <p:cNvSpPr/>
              <p:nvPr/>
            </p:nvSpPr>
            <p:spPr>
              <a:xfrm>
                <a:off x="321410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7" name="ph1838">
                <a:extLst>
                  <a:ext uri="{FF2B5EF4-FFF2-40B4-BE49-F238E27FC236}">
                    <a16:creationId xmlns:a16="http://schemas.microsoft.com/office/drawing/2014/main" id="{B997A0D1-96E3-4A16-453D-08C22ECBE888}"/>
                  </a:ext>
                </a:extLst>
              </p:cNvPr>
              <p:cNvSpPr/>
              <p:nvPr/>
            </p:nvSpPr>
            <p:spPr>
              <a:xfrm>
                <a:off x="322354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8" name="ph1839">
                <a:extLst>
                  <a:ext uri="{FF2B5EF4-FFF2-40B4-BE49-F238E27FC236}">
                    <a16:creationId xmlns:a16="http://schemas.microsoft.com/office/drawing/2014/main" id="{45302C55-3722-A700-FADB-7F1EEA5480FC}"/>
                  </a:ext>
                </a:extLst>
              </p:cNvPr>
              <p:cNvSpPr/>
              <p:nvPr/>
            </p:nvSpPr>
            <p:spPr>
              <a:xfrm>
                <a:off x="323298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9" name="ph1840">
                <a:extLst>
                  <a:ext uri="{FF2B5EF4-FFF2-40B4-BE49-F238E27FC236}">
                    <a16:creationId xmlns:a16="http://schemas.microsoft.com/office/drawing/2014/main" id="{6A2B9E79-488A-D3BD-0ADF-A45A54A884BE}"/>
                  </a:ext>
                </a:extLst>
              </p:cNvPr>
              <p:cNvSpPr/>
              <p:nvPr/>
            </p:nvSpPr>
            <p:spPr>
              <a:xfrm>
                <a:off x="324242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0" name="ph1841">
                <a:extLst>
                  <a:ext uri="{FF2B5EF4-FFF2-40B4-BE49-F238E27FC236}">
                    <a16:creationId xmlns:a16="http://schemas.microsoft.com/office/drawing/2014/main" id="{B9B925BA-4055-E8BB-CDD4-E37F3DB82F98}"/>
                  </a:ext>
                </a:extLst>
              </p:cNvPr>
              <p:cNvSpPr/>
              <p:nvPr/>
            </p:nvSpPr>
            <p:spPr>
              <a:xfrm>
                <a:off x="325187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1" name="ph1842">
                <a:extLst>
                  <a:ext uri="{FF2B5EF4-FFF2-40B4-BE49-F238E27FC236}">
                    <a16:creationId xmlns:a16="http://schemas.microsoft.com/office/drawing/2014/main" id="{905812B2-5D56-8A76-5AF8-A508FB39F480}"/>
                  </a:ext>
                </a:extLst>
              </p:cNvPr>
              <p:cNvSpPr/>
              <p:nvPr/>
            </p:nvSpPr>
            <p:spPr>
              <a:xfrm>
                <a:off x="326131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2" name="ph1843">
                <a:extLst>
                  <a:ext uri="{FF2B5EF4-FFF2-40B4-BE49-F238E27FC236}">
                    <a16:creationId xmlns:a16="http://schemas.microsoft.com/office/drawing/2014/main" id="{DDFA1826-658D-4AD9-420E-436216C9F814}"/>
                  </a:ext>
                </a:extLst>
              </p:cNvPr>
              <p:cNvSpPr/>
              <p:nvPr/>
            </p:nvSpPr>
            <p:spPr>
              <a:xfrm>
                <a:off x="327075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3" name="ph1844">
                <a:extLst>
                  <a:ext uri="{FF2B5EF4-FFF2-40B4-BE49-F238E27FC236}">
                    <a16:creationId xmlns:a16="http://schemas.microsoft.com/office/drawing/2014/main" id="{8B90A15F-8569-5642-E77D-D5EF3B13C2B9}"/>
                  </a:ext>
                </a:extLst>
              </p:cNvPr>
              <p:cNvSpPr/>
              <p:nvPr/>
            </p:nvSpPr>
            <p:spPr>
              <a:xfrm>
                <a:off x="328019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4" name="ph1845">
                <a:extLst>
                  <a:ext uri="{FF2B5EF4-FFF2-40B4-BE49-F238E27FC236}">
                    <a16:creationId xmlns:a16="http://schemas.microsoft.com/office/drawing/2014/main" id="{B8D52A82-E47E-68E3-3885-DDD6DBD972F4}"/>
                  </a:ext>
                </a:extLst>
              </p:cNvPr>
              <p:cNvSpPr/>
              <p:nvPr/>
            </p:nvSpPr>
            <p:spPr>
              <a:xfrm>
                <a:off x="328963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5" name="ph1846">
                <a:extLst>
                  <a:ext uri="{FF2B5EF4-FFF2-40B4-BE49-F238E27FC236}">
                    <a16:creationId xmlns:a16="http://schemas.microsoft.com/office/drawing/2014/main" id="{C065DC67-9DC7-3EA5-3B1D-7E9E2756F867}"/>
                  </a:ext>
                </a:extLst>
              </p:cNvPr>
              <p:cNvSpPr/>
              <p:nvPr/>
            </p:nvSpPr>
            <p:spPr>
              <a:xfrm>
                <a:off x="329907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6" name="ph1847">
                <a:extLst>
                  <a:ext uri="{FF2B5EF4-FFF2-40B4-BE49-F238E27FC236}">
                    <a16:creationId xmlns:a16="http://schemas.microsoft.com/office/drawing/2014/main" id="{5AFD6CEC-A23F-FB79-25FC-7E47F83995EC}"/>
                  </a:ext>
                </a:extLst>
              </p:cNvPr>
              <p:cNvSpPr/>
              <p:nvPr/>
            </p:nvSpPr>
            <p:spPr>
              <a:xfrm>
                <a:off x="3308511" y="2396199"/>
                <a:ext cx="9219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947" y="896830"/>
                    </a:lnTo>
                    <a:lnTo>
                      <a:pt x="921261" y="899129"/>
                    </a:lnTo>
                    <a:lnTo>
                      <a:pt x="920360" y="902147"/>
                    </a:lnTo>
                    <a:lnTo>
                      <a:pt x="919460" y="905164"/>
                    </a:lnTo>
                    <a:lnTo>
                      <a:pt x="918560" y="908181"/>
                    </a:lnTo>
                    <a:lnTo>
                      <a:pt x="917661" y="911199"/>
                    </a:lnTo>
                    <a:lnTo>
                      <a:pt x="916762" y="914216"/>
                    </a:lnTo>
                    <a:lnTo>
                      <a:pt x="916707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7" name="ph1848">
                <a:extLst>
                  <a:ext uri="{FF2B5EF4-FFF2-40B4-BE49-F238E27FC236}">
                    <a16:creationId xmlns:a16="http://schemas.microsoft.com/office/drawing/2014/main" id="{20D3FE29-593F-50AC-3364-36DE7BCB2153}"/>
                  </a:ext>
                </a:extLst>
              </p:cNvPr>
              <p:cNvSpPr/>
              <p:nvPr/>
            </p:nvSpPr>
            <p:spPr>
              <a:xfrm>
                <a:off x="2421129" y="2361059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2295" y="931969"/>
                    </a:lnTo>
                    <a:lnTo>
                      <a:pt x="911502" y="925914"/>
                    </a:lnTo>
                    <a:lnTo>
                      <a:pt x="910407" y="915144"/>
                    </a:lnTo>
                    <a:lnTo>
                      <a:pt x="910352" y="91439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8" name="ph1849">
                <a:extLst>
                  <a:ext uri="{FF2B5EF4-FFF2-40B4-BE49-F238E27FC236}">
                    <a16:creationId xmlns:a16="http://schemas.microsoft.com/office/drawing/2014/main" id="{ED2FCAE2-8F13-83E9-9842-3FBFDA6B4716}"/>
                  </a:ext>
                </a:extLst>
              </p:cNvPr>
              <p:cNvSpPr/>
              <p:nvPr/>
            </p:nvSpPr>
            <p:spPr>
              <a:xfrm>
                <a:off x="242112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9" name="ph1850">
                <a:extLst>
                  <a:ext uri="{FF2B5EF4-FFF2-40B4-BE49-F238E27FC236}">
                    <a16:creationId xmlns:a16="http://schemas.microsoft.com/office/drawing/2014/main" id="{F9D4725B-DE07-5FAC-0648-551A7C7D1AD4}"/>
                  </a:ext>
                </a:extLst>
              </p:cNvPr>
              <p:cNvSpPr/>
              <p:nvPr/>
            </p:nvSpPr>
            <p:spPr>
              <a:xfrm>
                <a:off x="243056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0" name="ph1851">
                <a:extLst>
                  <a:ext uri="{FF2B5EF4-FFF2-40B4-BE49-F238E27FC236}">
                    <a16:creationId xmlns:a16="http://schemas.microsoft.com/office/drawing/2014/main" id="{E52FC6BF-D220-C0CF-2F6C-90B9B26D12F1}"/>
                  </a:ext>
                </a:extLst>
              </p:cNvPr>
              <p:cNvSpPr/>
              <p:nvPr/>
            </p:nvSpPr>
            <p:spPr>
              <a:xfrm>
                <a:off x="244000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1" name="ph1852">
                <a:extLst>
                  <a:ext uri="{FF2B5EF4-FFF2-40B4-BE49-F238E27FC236}">
                    <a16:creationId xmlns:a16="http://schemas.microsoft.com/office/drawing/2014/main" id="{B7FCAE36-B603-EAD5-C7E1-3775F17F5D94}"/>
                  </a:ext>
                </a:extLst>
              </p:cNvPr>
              <p:cNvSpPr/>
              <p:nvPr/>
            </p:nvSpPr>
            <p:spPr>
              <a:xfrm>
                <a:off x="244944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2" name="ph1853">
                <a:extLst>
                  <a:ext uri="{FF2B5EF4-FFF2-40B4-BE49-F238E27FC236}">
                    <a16:creationId xmlns:a16="http://schemas.microsoft.com/office/drawing/2014/main" id="{8B48485E-50A4-5F1C-CB28-C544B91F3DAA}"/>
                  </a:ext>
                </a:extLst>
              </p:cNvPr>
              <p:cNvSpPr/>
              <p:nvPr/>
            </p:nvSpPr>
            <p:spPr>
              <a:xfrm>
                <a:off x="245889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3" name="ph1854">
                <a:extLst>
                  <a:ext uri="{FF2B5EF4-FFF2-40B4-BE49-F238E27FC236}">
                    <a16:creationId xmlns:a16="http://schemas.microsoft.com/office/drawing/2014/main" id="{AC573128-9CA7-8AA8-3FD5-E1B3E3C3B565}"/>
                  </a:ext>
                </a:extLst>
              </p:cNvPr>
              <p:cNvSpPr/>
              <p:nvPr/>
            </p:nvSpPr>
            <p:spPr>
              <a:xfrm>
                <a:off x="246833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4" name="ph1855">
                <a:extLst>
                  <a:ext uri="{FF2B5EF4-FFF2-40B4-BE49-F238E27FC236}">
                    <a16:creationId xmlns:a16="http://schemas.microsoft.com/office/drawing/2014/main" id="{E7E32889-B64C-41CC-106F-E213F842D81F}"/>
                  </a:ext>
                </a:extLst>
              </p:cNvPr>
              <p:cNvSpPr/>
              <p:nvPr/>
            </p:nvSpPr>
            <p:spPr>
              <a:xfrm>
                <a:off x="247777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5" name="ph1856">
                <a:extLst>
                  <a:ext uri="{FF2B5EF4-FFF2-40B4-BE49-F238E27FC236}">
                    <a16:creationId xmlns:a16="http://schemas.microsoft.com/office/drawing/2014/main" id="{85F1E3CE-B77B-AE78-B2EC-E5244EFDE6AA}"/>
                  </a:ext>
                </a:extLst>
              </p:cNvPr>
              <p:cNvSpPr/>
              <p:nvPr/>
            </p:nvSpPr>
            <p:spPr>
              <a:xfrm>
                <a:off x="248721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6" name="ph1857">
                <a:extLst>
                  <a:ext uri="{FF2B5EF4-FFF2-40B4-BE49-F238E27FC236}">
                    <a16:creationId xmlns:a16="http://schemas.microsoft.com/office/drawing/2014/main" id="{103D7A34-7C4E-DC1F-B482-CD4C2E833369}"/>
                  </a:ext>
                </a:extLst>
              </p:cNvPr>
              <p:cNvSpPr/>
              <p:nvPr/>
            </p:nvSpPr>
            <p:spPr>
              <a:xfrm>
                <a:off x="249665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7" name="ph1858">
                <a:extLst>
                  <a:ext uri="{FF2B5EF4-FFF2-40B4-BE49-F238E27FC236}">
                    <a16:creationId xmlns:a16="http://schemas.microsoft.com/office/drawing/2014/main" id="{356891CA-6A48-3206-F5D1-FD2CB6D465D7}"/>
                  </a:ext>
                </a:extLst>
              </p:cNvPr>
              <p:cNvSpPr/>
              <p:nvPr/>
            </p:nvSpPr>
            <p:spPr>
              <a:xfrm>
                <a:off x="250609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8" name="ph1859">
                <a:extLst>
                  <a:ext uri="{FF2B5EF4-FFF2-40B4-BE49-F238E27FC236}">
                    <a16:creationId xmlns:a16="http://schemas.microsoft.com/office/drawing/2014/main" id="{0185B444-A87F-EA7D-7188-FFF010A8AD65}"/>
                  </a:ext>
                </a:extLst>
              </p:cNvPr>
              <p:cNvSpPr/>
              <p:nvPr/>
            </p:nvSpPr>
            <p:spPr>
              <a:xfrm>
                <a:off x="251553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9" name="ph1860">
                <a:extLst>
                  <a:ext uri="{FF2B5EF4-FFF2-40B4-BE49-F238E27FC236}">
                    <a16:creationId xmlns:a16="http://schemas.microsoft.com/office/drawing/2014/main" id="{FF0490B4-ABA7-47C5-D39E-958CF16B70A1}"/>
                  </a:ext>
                </a:extLst>
              </p:cNvPr>
              <p:cNvSpPr/>
              <p:nvPr/>
            </p:nvSpPr>
            <p:spPr>
              <a:xfrm>
                <a:off x="252497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0" name="ph1861">
                <a:extLst>
                  <a:ext uri="{FF2B5EF4-FFF2-40B4-BE49-F238E27FC236}">
                    <a16:creationId xmlns:a16="http://schemas.microsoft.com/office/drawing/2014/main" id="{F178A9AE-8E22-57F3-62FF-D8785C4B9397}"/>
                  </a:ext>
                </a:extLst>
              </p:cNvPr>
              <p:cNvSpPr/>
              <p:nvPr/>
            </p:nvSpPr>
            <p:spPr>
              <a:xfrm>
                <a:off x="253441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1" name="ph1862">
                <a:extLst>
                  <a:ext uri="{FF2B5EF4-FFF2-40B4-BE49-F238E27FC236}">
                    <a16:creationId xmlns:a16="http://schemas.microsoft.com/office/drawing/2014/main" id="{9EB88661-617B-A805-EAFC-E4A9FCC77CA5}"/>
                  </a:ext>
                </a:extLst>
              </p:cNvPr>
              <p:cNvSpPr/>
              <p:nvPr/>
            </p:nvSpPr>
            <p:spPr>
              <a:xfrm>
                <a:off x="254385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2" name="ph1863">
                <a:extLst>
                  <a:ext uri="{FF2B5EF4-FFF2-40B4-BE49-F238E27FC236}">
                    <a16:creationId xmlns:a16="http://schemas.microsoft.com/office/drawing/2014/main" id="{88ED3014-4B08-259B-B271-CBF8079151D9}"/>
                  </a:ext>
                </a:extLst>
              </p:cNvPr>
              <p:cNvSpPr/>
              <p:nvPr/>
            </p:nvSpPr>
            <p:spPr>
              <a:xfrm>
                <a:off x="255329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3" name="ph1864">
                <a:extLst>
                  <a:ext uri="{FF2B5EF4-FFF2-40B4-BE49-F238E27FC236}">
                    <a16:creationId xmlns:a16="http://schemas.microsoft.com/office/drawing/2014/main" id="{BAFE9D85-C78F-2411-FA93-26A16284AC3C}"/>
                  </a:ext>
                </a:extLst>
              </p:cNvPr>
              <p:cNvSpPr/>
              <p:nvPr/>
            </p:nvSpPr>
            <p:spPr>
              <a:xfrm>
                <a:off x="256273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4" name="ph1865">
                <a:extLst>
                  <a:ext uri="{FF2B5EF4-FFF2-40B4-BE49-F238E27FC236}">
                    <a16:creationId xmlns:a16="http://schemas.microsoft.com/office/drawing/2014/main" id="{61206E1C-F4E3-1819-CABD-6D8AF3EFB811}"/>
                  </a:ext>
                </a:extLst>
              </p:cNvPr>
              <p:cNvSpPr/>
              <p:nvPr/>
            </p:nvSpPr>
            <p:spPr>
              <a:xfrm>
                <a:off x="257217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5" name="ph1866">
                <a:extLst>
                  <a:ext uri="{FF2B5EF4-FFF2-40B4-BE49-F238E27FC236}">
                    <a16:creationId xmlns:a16="http://schemas.microsoft.com/office/drawing/2014/main" id="{5ABF0D87-6EF7-C466-68F6-658C822982CE}"/>
                  </a:ext>
                </a:extLst>
              </p:cNvPr>
              <p:cNvSpPr/>
              <p:nvPr/>
            </p:nvSpPr>
            <p:spPr>
              <a:xfrm>
                <a:off x="258161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6" name="ph1867">
                <a:extLst>
                  <a:ext uri="{FF2B5EF4-FFF2-40B4-BE49-F238E27FC236}">
                    <a16:creationId xmlns:a16="http://schemas.microsoft.com/office/drawing/2014/main" id="{2FB5A238-31BE-2000-AA89-9B2381532A04}"/>
                  </a:ext>
                </a:extLst>
              </p:cNvPr>
              <p:cNvSpPr/>
              <p:nvPr/>
            </p:nvSpPr>
            <p:spPr>
              <a:xfrm>
                <a:off x="259105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7" name="ph1868">
                <a:extLst>
                  <a:ext uri="{FF2B5EF4-FFF2-40B4-BE49-F238E27FC236}">
                    <a16:creationId xmlns:a16="http://schemas.microsoft.com/office/drawing/2014/main" id="{29E72AE5-7FC8-D437-A599-CCA2FC754B14}"/>
                  </a:ext>
                </a:extLst>
              </p:cNvPr>
              <p:cNvSpPr/>
              <p:nvPr/>
            </p:nvSpPr>
            <p:spPr>
              <a:xfrm>
                <a:off x="260049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8" name="ph1869">
                <a:extLst>
                  <a:ext uri="{FF2B5EF4-FFF2-40B4-BE49-F238E27FC236}">
                    <a16:creationId xmlns:a16="http://schemas.microsoft.com/office/drawing/2014/main" id="{7165723C-A058-DCBF-DED9-F875B82D1976}"/>
                  </a:ext>
                </a:extLst>
              </p:cNvPr>
              <p:cNvSpPr/>
              <p:nvPr/>
            </p:nvSpPr>
            <p:spPr>
              <a:xfrm>
                <a:off x="260993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9" name="ph1870">
                <a:extLst>
                  <a:ext uri="{FF2B5EF4-FFF2-40B4-BE49-F238E27FC236}">
                    <a16:creationId xmlns:a16="http://schemas.microsoft.com/office/drawing/2014/main" id="{C2CC64F5-36A5-4463-B7C6-9C8AA51DC3BC}"/>
                  </a:ext>
                </a:extLst>
              </p:cNvPr>
              <p:cNvSpPr/>
              <p:nvPr/>
            </p:nvSpPr>
            <p:spPr>
              <a:xfrm>
                <a:off x="261937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0" name="ph1871">
                <a:extLst>
                  <a:ext uri="{FF2B5EF4-FFF2-40B4-BE49-F238E27FC236}">
                    <a16:creationId xmlns:a16="http://schemas.microsoft.com/office/drawing/2014/main" id="{6FC1B82C-F347-0520-F904-D1D4C6FCA841}"/>
                  </a:ext>
                </a:extLst>
              </p:cNvPr>
              <p:cNvSpPr/>
              <p:nvPr/>
            </p:nvSpPr>
            <p:spPr>
              <a:xfrm>
                <a:off x="262881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1" name="ph1872">
                <a:extLst>
                  <a:ext uri="{FF2B5EF4-FFF2-40B4-BE49-F238E27FC236}">
                    <a16:creationId xmlns:a16="http://schemas.microsoft.com/office/drawing/2014/main" id="{43E3ACCC-87A3-B49B-6A59-262838E614BC}"/>
                  </a:ext>
                </a:extLst>
              </p:cNvPr>
              <p:cNvSpPr/>
              <p:nvPr/>
            </p:nvSpPr>
            <p:spPr>
              <a:xfrm>
                <a:off x="263825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2" name="ph1873">
                <a:extLst>
                  <a:ext uri="{FF2B5EF4-FFF2-40B4-BE49-F238E27FC236}">
                    <a16:creationId xmlns:a16="http://schemas.microsoft.com/office/drawing/2014/main" id="{EFDE9C87-C994-0BA1-07B4-7EB53CF03E1F}"/>
                  </a:ext>
                </a:extLst>
              </p:cNvPr>
              <p:cNvSpPr/>
              <p:nvPr/>
            </p:nvSpPr>
            <p:spPr>
              <a:xfrm>
                <a:off x="264769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3" name="ph1874">
                <a:extLst>
                  <a:ext uri="{FF2B5EF4-FFF2-40B4-BE49-F238E27FC236}">
                    <a16:creationId xmlns:a16="http://schemas.microsoft.com/office/drawing/2014/main" id="{D7DF65CA-1D05-7DF0-17E5-FC8BA2CE4AEB}"/>
                  </a:ext>
                </a:extLst>
              </p:cNvPr>
              <p:cNvSpPr/>
              <p:nvPr/>
            </p:nvSpPr>
            <p:spPr>
              <a:xfrm>
                <a:off x="265713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4" name="ph1875">
                <a:extLst>
                  <a:ext uri="{FF2B5EF4-FFF2-40B4-BE49-F238E27FC236}">
                    <a16:creationId xmlns:a16="http://schemas.microsoft.com/office/drawing/2014/main" id="{8B9E10D9-7490-1921-559D-808CFCE66F75}"/>
                  </a:ext>
                </a:extLst>
              </p:cNvPr>
              <p:cNvSpPr/>
              <p:nvPr/>
            </p:nvSpPr>
            <p:spPr>
              <a:xfrm>
                <a:off x="266657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5" name="ph1876">
                <a:extLst>
                  <a:ext uri="{FF2B5EF4-FFF2-40B4-BE49-F238E27FC236}">
                    <a16:creationId xmlns:a16="http://schemas.microsoft.com/office/drawing/2014/main" id="{7660DA79-F8DA-8FC5-6AF1-F3D1A52A27E0}"/>
                  </a:ext>
                </a:extLst>
              </p:cNvPr>
              <p:cNvSpPr/>
              <p:nvPr/>
            </p:nvSpPr>
            <p:spPr>
              <a:xfrm>
                <a:off x="267601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6" name="ph1877">
                <a:extLst>
                  <a:ext uri="{FF2B5EF4-FFF2-40B4-BE49-F238E27FC236}">
                    <a16:creationId xmlns:a16="http://schemas.microsoft.com/office/drawing/2014/main" id="{199A7F49-2222-B7C7-68AA-43370768C7F3}"/>
                  </a:ext>
                </a:extLst>
              </p:cNvPr>
              <p:cNvSpPr/>
              <p:nvPr/>
            </p:nvSpPr>
            <p:spPr>
              <a:xfrm>
                <a:off x="268545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7" name="ph1878">
                <a:extLst>
                  <a:ext uri="{FF2B5EF4-FFF2-40B4-BE49-F238E27FC236}">
                    <a16:creationId xmlns:a16="http://schemas.microsoft.com/office/drawing/2014/main" id="{6B76117C-42FD-555A-0142-6BD3E4153D9E}"/>
                  </a:ext>
                </a:extLst>
              </p:cNvPr>
              <p:cNvSpPr/>
              <p:nvPr/>
            </p:nvSpPr>
            <p:spPr>
              <a:xfrm>
                <a:off x="269489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8" name="ph1879">
                <a:extLst>
                  <a:ext uri="{FF2B5EF4-FFF2-40B4-BE49-F238E27FC236}">
                    <a16:creationId xmlns:a16="http://schemas.microsoft.com/office/drawing/2014/main" id="{E2797129-CDB5-34E6-3C2E-8E8E76DF17EC}"/>
                  </a:ext>
                </a:extLst>
              </p:cNvPr>
              <p:cNvSpPr/>
              <p:nvPr/>
            </p:nvSpPr>
            <p:spPr>
              <a:xfrm>
                <a:off x="2704336" y="2378629"/>
                <a:ext cx="92119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9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576" y="896830"/>
                    </a:lnTo>
                    <a:lnTo>
                      <a:pt x="919316" y="897639"/>
                    </a:lnTo>
                    <a:lnTo>
                      <a:pt x="917038" y="903945"/>
                    </a:lnTo>
                    <a:lnTo>
                      <a:pt x="917758" y="905600"/>
                    </a:lnTo>
                    <a:lnTo>
                      <a:pt x="921098" y="914131"/>
                    </a:lnTo>
                    <a:lnTo>
                      <a:pt x="921192" y="914400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9" name="ph1880">
                <a:extLst>
                  <a:ext uri="{FF2B5EF4-FFF2-40B4-BE49-F238E27FC236}">
                    <a16:creationId xmlns:a16="http://schemas.microsoft.com/office/drawing/2014/main" id="{C2907328-E310-F160-1D54-2625A371126F}"/>
                  </a:ext>
                </a:extLst>
              </p:cNvPr>
              <p:cNvSpPr/>
              <p:nvPr/>
            </p:nvSpPr>
            <p:spPr>
              <a:xfrm>
                <a:off x="2770417" y="236105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643" y="931969"/>
                    </a:lnTo>
                    <a:lnTo>
                      <a:pt x="908595" y="923434"/>
                    </a:lnTo>
                    <a:lnTo>
                      <a:pt x="912100" y="91439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0" name="ph1881">
                <a:extLst>
                  <a:ext uri="{FF2B5EF4-FFF2-40B4-BE49-F238E27FC236}">
                    <a16:creationId xmlns:a16="http://schemas.microsoft.com/office/drawing/2014/main" id="{F7C58705-380C-2599-9F87-0F0F8DF15820}"/>
                  </a:ext>
                </a:extLst>
              </p:cNvPr>
              <p:cNvSpPr/>
              <p:nvPr/>
            </p:nvSpPr>
            <p:spPr>
              <a:xfrm>
                <a:off x="277041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1" name="ph1882">
                <a:extLst>
                  <a:ext uri="{FF2B5EF4-FFF2-40B4-BE49-F238E27FC236}">
                    <a16:creationId xmlns:a16="http://schemas.microsoft.com/office/drawing/2014/main" id="{12867EFF-F95E-04EB-0A64-9F8650124C0D}"/>
                  </a:ext>
                </a:extLst>
              </p:cNvPr>
              <p:cNvSpPr/>
              <p:nvPr/>
            </p:nvSpPr>
            <p:spPr>
              <a:xfrm>
                <a:off x="277985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2" name="ph1883">
                <a:extLst>
                  <a:ext uri="{FF2B5EF4-FFF2-40B4-BE49-F238E27FC236}">
                    <a16:creationId xmlns:a16="http://schemas.microsoft.com/office/drawing/2014/main" id="{E7A471C8-E66B-1F78-FA04-C96B7DBB0737}"/>
                  </a:ext>
                </a:extLst>
              </p:cNvPr>
              <p:cNvSpPr/>
              <p:nvPr/>
            </p:nvSpPr>
            <p:spPr>
              <a:xfrm>
                <a:off x="278929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3" name="ph1884">
                <a:extLst>
                  <a:ext uri="{FF2B5EF4-FFF2-40B4-BE49-F238E27FC236}">
                    <a16:creationId xmlns:a16="http://schemas.microsoft.com/office/drawing/2014/main" id="{CDF00ABB-0CD3-4413-9123-0644CCF23A93}"/>
                  </a:ext>
                </a:extLst>
              </p:cNvPr>
              <p:cNvSpPr/>
              <p:nvPr/>
            </p:nvSpPr>
            <p:spPr>
              <a:xfrm>
                <a:off x="279873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4" name="ph1885">
                <a:extLst>
                  <a:ext uri="{FF2B5EF4-FFF2-40B4-BE49-F238E27FC236}">
                    <a16:creationId xmlns:a16="http://schemas.microsoft.com/office/drawing/2014/main" id="{1D78732F-27CF-F37F-E945-EF7EB3C10E0E}"/>
                  </a:ext>
                </a:extLst>
              </p:cNvPr>
              <p:cNvSpPr/>
              <p:nvPr/>
            </p:nvSpPr>
            <p:spPr>
              <a:xfrm>
                <a:off x="280817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5" name="ph1886">
                <a:extLst>
                  <a:ext uri="{FF2B5EF4-FFF2-40B4-BE49-F238E27FC236}">
                    <a16:creationId xmlns:a16="http://schemas.microsoft.com/office/drawing/2014/main" id="{3488AA81-C773-59D3-2B17-7B8B34542EE1}"/>
                  </a:ext>
                </a:extLst>
              </p:cNvPr>
              <p:cNvSpPr/>
              <p:nvPr/>
            </p:nvSpPr>
            <p:spPr>
              <a:xfrm>
                <a:off x="281761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6" name="ph1887">
                <a:extLst>
                  <a:ext uri="{FF2B5EF4-FFF2-40B4-BE49-F238E27FC236}">
                    <a16:creationId xmlns:a16="http://schemas.microsoft.com/office/drawing/2014/main" id="{D60AD864-5276-39B4-C30C-C3C5568E6892}"/>
                  </a:ext>
                </a:extLst>
              </p:cNvPr>
              <p:cNvSpPr/>
              <p:nvPr/>
            </p:nvSpPr>
            <p:spPr>
              <a:xfrm>
                <a:off x="282705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7" name="ph1888">
                <a:extLst>
                  <a:ext uri="{FF2B5EF4-FFF2-40B4-BE49-F238E27FC236}">
                    <a16:creationId xmlns:a16="http://schemas.microsoft.com/office/drawing/2014/main" id="{810C465B-7965-4DA8-28BB-28D72E66C3D2}"/>
                  </a:ext>
                </a:extLst>
              </p:cNvPr>
              <p:cNvSpPr/>
              <p:nvPr/>
            </p:nvSpPr>
            <p:spPr>
              <a:xfrm>
                <a:off x="283649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8" name="ph1889">
                <a:extLst>
                  <a:ext uri="{FF2B5EF4-FFF2-40B4-BE49-F238E27FC236}">
                    <a16:creationId xmlns:a16="http://schemas.microsoft.com/office/drawing/2014/main" id="{1F1B5072-C2A4-8E4B-E494-4B3B66BBACA1}"/>
                  </a:ext>
                </a:extLst>
              </p:cNvPr>
              <p:cNvSpPr/>
              <p:nvPr/>
            </p:nvSpPr>
            <p:spPr>
              <a:xfrm>
                <a:off x="284593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9" name="ph1890">
                <a:extLst>
                  <a:ext uri="{FF2B5EF4-FFF2-40B4-BE49-F238E27FC236}">
                    <a16:creationId xmlns:a16="http://schemas.microsoft.com/office/drawing/2014/main" id="{7B02B721-396C-C741-1815-D94FD668859F}"/>
                  </a:ext>
                </a:extLst>
              </p:cNvPr>
              <p:cNvSpPr/>
              <p:nvPr/>
            </p:nvSpPr>
            <p:spPr>
              <a:xfrm>
                <a:off x="285538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0" name="ph1891">
                <a:extLst>
                  <a:ext uri="{FF2B5EF4-FFF2-40B4-BE49-F238E27FC236}">
                    <a16:creationId xmlns:a16="http://schemas.microsoft.com/office/drawing/2014/main" id="{396F6598-718B-4E51-43C4-838ED3D1DD5F}"/>
                  </a:ext>
                </a:extLst>
              </p:cNvPr>
              <p:cNvSpPr/>
              <p:nvPr/>
            </p:nvSpPr>
            <p:spPr>
              <a:xfrm>
                <a:off x="286482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1" name="ph1892">
                <a:extLst>
                  <a:ext uri="{FF2B5EF4-FFF2-40B4-BE49-F238E27FC236}">
                    <a16:creationId xmlns:a16="http://schemas.microsoft.com/office/drawing/2014/main" id="{A632A497-4F31-40B0-BEA1-7B6C57409625}"/>
                  </a:ext>
                </a:extLst>
              </p:cNvPr>
              <p:cNvSpPr/>
              <p:nvPr/>
            </p:nvSpPr>
            <p:spPr>
              <a:xfrm>
                <a:off x="287426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2" name="ph1893">
                <a:extLst>
                  <a:ext uri="{FF2B5EF4-FFF2-40B4-BE49-F238E27FC236}">
                    <a16:creationId xmlns:a16="http://schemas.microsoft.com/office/drawing/2014/main" id="{60492B7E-9059-CAB4-2DFD-14AC1528B129}"/>
                  </a:ext>
                </a:extLst>
              </p:cNvPr>
              <p:cNvSpPr/>
              <p:nvPr/>
            </p:nvSpPr>
            <p:spPr>
              <a:xfrm>
                <a:off x="288370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3" name="ph1894">
                <a:extLst>
                  <a:ext uri="{FF2B5EF4-FFF2-40B4-BE49-F238E27FC236}">
                    <a16:creationId xmlns:a16="http://schemas.microsoft.com/office/drawing/2014/main" id="{B1CDD178-5C7A-2CF3-AF00-55E8E6DBD7E5}"/>
                  </a:ext>
                </a:extLst>
              </p:cNvPr>
              <p:cNvSpPr/>
              <p:nvPr/>
            </p:nvSpPr>
            <p:spPr>
              <a:xfrm>
                <a:off x="289314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4" name="ph1895">
                <a:extLst>
                  <a:ext uri="{FF2B5EF4-FFF2-40B4-BE49-F238E27FC236}">
                    <a16:creationId xmlns:a16="http://schemas.microsoft.com/office/drawing/2014/main" id="{4422C6C5-2ED5-7267-CEB6-E6F33BD73CBB}"/>
                  </a:ext>
                </a:extLst>
              </p:cNvPr>
              <p:cNvSpPr/>
              <p:nvPr/>
            </p:nvSpPr>
            <p:spPr>
              <a:xfrm>
                <a:off x="290258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5" name="ph1896">
                <a:extLst>
                  <a:ext uri="{FF2B5EF4-FFF2-40B4-BE49-F238E27FC236}">
                    <a16:creationId xmlns:a16="http://schemas.microsoft.com/office/drawing/2014/main" id="{C322824B-6F8A-3896-C377-46560F842056}"/>
                  </a:ext>
                </a:extLst>
              </p:cNvPr>
              <p:cNvSpPr/>
              <p:nvPr/>
            </p:nvSpPr>
            <p:spPr>
              <a:xfrm>
                <a:off x="291202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6" name="ph1897">
                <a:extLst>
                  <a:ext uri="{FF2B5EF4-FFF2-40B4-BE49-F238E27FC236}">
                    <a16:creationId xmlns:a16="http://schemas.microsoft.com/office/drawing/2014/main" id="{90C6A7BE-5BD8-02F1-6214-5378173E51E1}"/>
                  </a:ext>
                </a:extLst>
              </p:cNvPr>
              <p:cNvSpPr/>
              <p:nvPr/>
            </p:nvSpPr>
            <p:spPr>
              <a:xfrm>
                <a:off x="292146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7" name="ph1898">
                <a:extLst>
                  <a:ext uri="{FF2B5EF4-FFF2-40B4-BE49-F238E27FC236}">
                    <a16:creationId xmlns:a16="http://schemas.microsoft.com/office/drawing/2014/main" id="{B78E5A6E-4A30-8103-4FDD-868F10BF8B8F}"/>
                  </a:ext>
                </a:extLst>
              </p:cNvPr>
              <p:cNvSpPr/>
              <p:nvPr/>
            </p:nvSpPr>
            <p:spPr>
              <a:xfrm>
                <a:off x="293090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8" name="ph1899">
                <a:extLst>
                  <a:ext uri="{FF2B5EF4-FFF2-40B4-BE49-F238E27FC236}">
                    <a16:creationId xmlns:a16="http://schemas.microsoft.com/office/drawing/2014/main" id="{EFA14332-52B6-03BF-D156-8EC7AEFEB80D}"/>
                  </a:ext>
                </a:extLst>
              </p:cNvPr>
              <p:cNvSpPr/>
              <p:nvPr/>
            </p:nvSpPr>
            <p:spPr>
              <a:xfrm>
                <a:off x="294034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9" name="ph1900">
                <a:extLst>
                  <a:ext uri="{FF2B5EF4-FFF2-40B4-BE49-F238E27FC236}">
                    <a16:creationId xmlns:a16="http://schemas.microsoft.com/office/drawing/2014/main" id="{E0E83DE8-A076-7020-3D4E-B025C09033EA}"/>
                  </a:ext>
                </a:extLst>
              </p:cNvPr>
              <p:cNvSpPr/>
              <p:nvPr/>
            </p:nvSpPr>
            <p:spPr>
              <a:xfrm>
                <a:off x="294978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0" name="ph1901">
                <a:extLst>
                  <a:ext uri="{FF2B5EF4-FFF2-40B4-BE49-F238E27FC236}">
                    <a16:creationId xmlns:a16="http://schemas.microsoft.com/office/drawing/2014/main" id="{3B4D7648-EA02-F686-8DB0-ED2AF18A23B4}"/>
                  </a:ext>
                </a:extLst>
              </p:cNvPr>
              <p:cNvSpPr/>
              <p:nvPr/>
            </p:nvSpPr>
            <p:spPr>
              <a:xfrm>
                <a:off x="295922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1" name="ph1902">
                <a:extLst>
                  <a:ext uri="{FF2B5EF4-FFF2-40B4-BE49-F238E27FC236}">
                    <a16:creationId xmlns:a16="http://schemas.microsoft.com/office/drawing/2014/main" id="{8364EA6D-2E5F-F902-A3D9-0958546301A1}"/>
                  </a:ext>
                </a:extLst>
              </p:cNvPr>
              <p:cNvSpPr/>
              <p:nvPr/>
            </p:nvSpPr>
            <p:spPr>
              <a:xfrm>
                <a:off x="296866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2" name="ph1903">
                <a:extLst>
                  <a:ext uri="{FF2B5EF4-FFF2-40B4-BE49-F238E27FC236}">
                    <a16:creationId xmlns:a16="http://schemas.microsoft.com/office/drawing/2014/main" id="{92F1D5DB-8B2A-4967-246E-FAA53AA27C75}"/>
                  </a:ext>
                </a:extLst>
              </p:cNvPr>
              <p:cNvSpPr/>
              <p:nvPr/>
            </p:nvSpPr>
            <p:spPr>
              <a:xfrm>
                <a:off x="297810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3" name="ph1904">
                <a:extLst>
                  <a:ext uri="{FF2B5EF4-FFF2-40B4-BE49-F238E27FC236}">
                    <a16:creationId xmlns:a16="http://schemas.microsoft.com/office/drawing/2014/main" id="{9E1B26BE-F89E-27D3-2C6C-F81ACEFE3340}"/>
                  </a:ext>
                </a:extLst>
              </p:cNvPr>
              <p:cNvSpPr/>
              <p:nvPr/>
            </p:nvSpPr>
            <p:spPr>
              <a:xfrm>
                <a:off x="298754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4" name="ph1905">
                <a:extLst>
                  <a:ext uri="{FF2B5EF4-FFF2-40B4-BE49-F238E27FC236}">
                    <a16:creationId xmlns:a16="http://schemas.microsoft.com/office/drawing/2014/main" id="{A89398DD-4957-5784-9C82-359FAD5D1184}"/>
                  </a:ext>
                </a:extLst>
              </p:cNvPr>
              <p:cNvSpPr/>
              <p:nvPr/>
            </p:nvSpPr>
            <p:spPr>
              <a:xfrm>
                <a:off x="299698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5" name="ph1906">
                <a:extLst>
                  <a:ext uri="{FF2B5EF4-FFF2-40B4-BE49-F238E27FC236}">
                    <a16:creationId xmlns:a16="http://schemas.microsoft.com/office/drawing/2014/main" id="{D90C7DAD-173D-8B8F-D922-E917B5023F4B}"/>
                  </a:ext>
                </a:extLst>
              </p:cNvPr>
              <p:cNvSpPr/>
              <p:nvPr/>
            </p:nvSpPr>
            <p:spPr>
              <a:xfrm>
                <a:off x="300642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6" name="ph1907">
                <a:extLst>
                  <a:ext uri="{FF2B5EF4-FFF2-40B4-BE49-F238E27FC236}">
                    <a16:creationId xmlns:a16="http://schemas.microsoft.com/office/drawing/2014/main" id="{D8A13D19-4538-0F97-CFD0-26326135E5ED}"/>
                  </a:ext>
                </a:extLst>
              </p:cNvPr>
              <p:cNvSpPr/>
              <p:nvPr/>
            </p:nvSpPr>
            <p:spPr>
              <a:xfrm>
                <a:off x="301586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7" name="ph1908">
                <a:extLst>
                  <a:ext uri="{FF2B5EF4-FFF2-40B4-BE49-F238E27FC236}">
                    <a16:creationId xmlns:a16="http://schemas.microsoft.com/office/drawing/2014/main" id="{5788605D-461C-B119-0C45-DFB6F2117A31}"/>
                  </a:ext>
                </a:extLst>
              </p:cNvPr>
              <p:cNvSpPr/>
              <p:nvPr/>
            </p:nvSpPr>
            <p:spPr>
              <a:xfrm>
                <a:off x="302530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8" name="ph1909">
                <a:extLst>
                  <a:ext uri="{FF2B5EF4-FFF2-40B4-BE49-F238E27FC236}">
                    <a16:creationId xmlns:a16="http://schemas.microsoft.com/office/drawing/2014/main" id="{184D5FEB-1295-8268-F68E-48D496BA5CA6}"/>
                  </a:ext>
                </a:extLst>
              </p:cNvPr>
              <p:cNvSpPr/>
              <p:nvPr/>
            </p:nvSpPr>
            <p:spPr>
              <a:xfrm>
                <a:off x="303474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9" name="ph1910">
                <a:extLst>
                  <a:ext uri="{FF2B5EF4-FFF2-40B4-BE49-F238E27FC236}">
                    <a16:creationId xmlns:a16="http://schemas.microsoft.com/office/drawing/2014/main" id="{F861357A-8E21-0C27-81F0-13174F025DE8}"/>
                  </a:ext>
                </a:extLst>
              </p:cNvPr>
              <p:cNvSpPr/>
              <p:nvPr/>
            </p:nvSpPr>
            <p:spPr>
              <a:xfrm>
                <a:off x="304418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0" name="ph1911">
                <a:extLst>
                  <a:ext uri="{FF2B5EF4-FFF2-40B4-BE49-F238E27FC236}">
                    <a16:creationId xmlns:a16="http://schemas.microsoft.com/office/drawing/2014/main" id="{30476B31-86EF-CD4D-F1BC-276BB069F294}"/>
                  </a:ext>
                </a:extLst>
              </p:cNvPr>
              <p:cNvSpPr/>
              <p:nvPr/>
            </p:nvSpPr>
            <p:spPr>
              <a:xfrm>
                <a:off x="305362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1" name="ph1912">
                <a:extLst>
                  <a:ext uri="{FF2B5EF4-FFF2-40B4-BE49-F238E27FC236}">
                    <a16:creationId xmlns:a16="http://schemas.microsoft.com/office/drawing/2014/main" id="{A3590730-C5B5-DAB3-04DC-C31D4A31DA4D}"/>
                  </a:ext>
                </a:extLst>
              </p:cNvPr>
              <p:cNvSpPr/>
              <p:nvPr/>
            </p:nvSpPr>
            <p:spPr>
              <a:xfrm>
                <a:off x="306306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2" name="ph1913">
                <a:extLst>
                  <a:ext uri="{FF2B5EF4-FFF2-40B4-BE49-F238E27FC236}">
                    <a16:creationId xmlns:a16="http://schemas.microsoft.com/office/drawing/2014/main" id="{C061C00F-D818-0166-5572-F137514D7081}"/>
                  </a:ext>
                </a:extLst>
              </p:cNvPr>
              <p:cNvSpPr/>
              <p:nvPr/>
            </p:nvSpPr>
            <p:spPr>
              <a:xfrm>
                <a:off x="307250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3" name="ph1914">
                <a:extLst>
                  <a:ext uri="{FF2B5EF4-FFF2-40B4-BE49-F238E27FC236}">
                    <a16:creationId xmlns:a16="http://schemas.microsoft.com/office/drawing/2014/main" id="{261CFAE4-041F-93B7-9A57-31107722777E}"/>
                  </a:ext>
                </a:extLst>
              </p:cNvPr>
              <p:cNvSpPr/>
              <p:nvPr/>
            </p:nvSpPr>
            <p:spPr>
              <a:xfrm>
                <a:off x="308194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4" name="ph1915">
                <a:extLst>
                  <a:ext uri="{FF2B5EF4-FFF2-40B4-BE49-F238E27FC236}">
                    <a16:creationId xmlns:a16="http://schemas.microsoft.com/office/drawing/2014/main" id="{89EA9C20-41CF-9711-4665-954931189582}"/>
                  </a:ext>
                </a:extLst>
              </p:cNvPr>
              <p:cNvSpPr/>
              <p:nvPr/>
            </p:nvSpPr>
            <p:spPr>
              <a:xfrm>
                <a:off x="309138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5" name="ph1916">
                <a:extLst>
                  <a:ext uri="{FF2B5EF4-FFF2-40B4-BE49-F238E27FC236}">
                    <a16:creationId xmlns:a16="http://schemas.microsoft.com/office/drawing/2014/main" id="{311E0F20-0791-FCCF-CD9D-DC57DBFEDA05}"/>
                  </a:ext>
                </a:extLst>
              </p:cNvPr>
              <p:cNvSpPr/>
              <p:nvPr/>
            </p:nvSpPr>
            <p:spPr>
              <a:xfrm>
                <a:off x="310082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6" name="ph1917">
                <a:extLst>
                  <a:ext uri="{FF2B5EF4-FFF2-40B4-BE49-F238E27FC236}">
                    <a16:creationId xmlns:a16="http://schemas.microsoft.com/office/drawing/2014/main" id="{35CB6416-1437-91B5-7D0C-1D8EE6B3CD78}"/>
                  </a:ext>
                </a:extLst>
              </p:cNvPr>
              <p:cNvSpPr/>
              <p:nvPr/>
            </p:nvSpPr>
            <p:spPr>
              <a:xfrm>
                <a:off x="311026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7" name="ph1918">
                <a:extLst>
                  <a:ext uri="{FF2B5EF4-FFF2-40B4-BE49-F238E27FC236}">
                    <a16:creationId xmlns:a16="http://schemas.microsoft.com/office/drawing/2014/main" id="{3ECE31F2-A230-6ECB-AA5D-F0EF8372D115}"/>
                  </a:ext>
                </a:extLst>
              </p:cNvPr>
              <p:cNvSpPr/>
              <p:nvPr/>
            </p:nvSpPr>
            <p:spPr>
              <a:xfrm>
                <a:off x="311970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D">
                  <a:alpha val="100000"/>
                </a:srgbClr>
              </a:solidFill>
              <a:ln w="5420" cap="flat">
                <a:solidFill>
                  <a:srgbClr val="F479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8" name="ph1919">
                <a:extLst>
                  <a:ext uri="{FF2B5EF4-FFF2-40B4-BE49-F238E27FC236}">
                    <a16:creationId xmlns:a16="http://schemas.microsoft.com/office/drawing/2014/main" id="{F740EA3A-2CBC-AE41-2BE5-77DC0C547808}"/>
                  </a:ext>
                </a:extLst>
              </p:cNvPr>
              <p:cNvSpPr/>
              <p:nvPr/>
            </p:nvSpPr>
            <p:spPr>
              <a:xfrm>
                <a:off x="312914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9" name="ph1920">
                <a:extLst>
                  <a:ext uri="{FF2B5EF4-FFF2-40B4-BE49-F238E27FC236}">
                    <a16:creationId xmlns:a16="http://schemas.microsoft.com/office/drawing/2014/main" id="{E5EA2391-B8C1-99BF-4DEF-00E261E1E0E7}"/>
                  </a:ext>
                </a:extLst>
              </p:cNvPr>
              <p:cNvSpPr/>
              <p:nvPr/>
            </p:nvSpPr>
            <p:spPr>
              <a:xfrm>
                <a:off x="313858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0" name="ph1921">
                <a:extLst>
                  <a:ext uri="{FF2B5EF4-FFF2-40B4-BE49-F238E27FC236}">
                    <a16:creationId xmlns:a16="http://schemas.microsoft.com/office/drawing/2014/main" id="{D8EE833B-3C39-3614-134C-0621F09C6C77}"/>
                  </a:ext>
                </a:extLst>
              </p:cNvPr>
              <p:cNvSpPr/>
              <p:nvPr/>
            </p:nvSpPr>
            <p:spPr>
              <a:xfrm>
                <a:off x="314802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1" name="ph1922">
                <a:extLst>
                  <a:ext uri="{FF2B5EF4-FFF2-40B4-BE49-F238E27FC236}">
                    <a16:creationId xmlns:a16="http://schemas.microsoft.com/office/drawing/2014/main" id="{BFB3AECC-66B9-5B72-769A-C93A08587845}"/>
                  </a:ext>
                </a:extLst>
              </p:cNvPr>
              <p:cNvSpPr/>
              <p:nvPr/>
            </p:nvSpPr>
            <p:spPr>
              <a:xfrm>
                <a:off x="315746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2" name="ph1923">
                <a:extLst>
                  <a:ext uri="{FF2B5EF4-FFF2-40B4-BE49-F238E27FC236}">
                    <a16:creationId xmlns:a16="http://schemas.microsoft.com/office/drawing/2014/main" id="{BF87D259-23C9-2293-DCB5-D6F5930025AB}"/>
                  </a:ext>
                </a:extLst>
              </p:cNvPr>
              <p:cNvSpPr/>
              <p:nvPr/>
            </p:nvSpPr>
            <p:spPr>
              <a:xfrm>
                <a:off x="316690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3" name="ph1924">
                <a:extLst>
                  <a:ext uri="{FF2B5EF4-FFF2-40B4-BE49-F238E27FC236}">
                    <a16:creationId xmlns:a16="http://schemas.microsoft.com/office/drawing/2014/main" id="{AEF1DE35-20C6-1550-CC00-ED276064AAD7}"/>
                  </a:ext>
                </a:extLst>
              </p:cNvPr>
              <p:cNvSpPr/>
              <p:nvPr/>
            </p:nvSpPr>
            <p:spPr>
              <a:xfrm>
                <a:off x="317634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4" name="ph1925">
                <a:extLst>
                  <a:ext uri="{FF2B5EF4-FFF2-40B4-BE49-F238E27FC236}">
                    <a16:creationId xmlns:a16="http://schemas.microsoft.com/office/drawing/2014/main" id="{08D28433-C245-B68D-93C1-47CDFD599FD5}"/>
                  </a:ext>
                </a:extLst>
              </p:cNvPr>
              <p:cNvSpPr/>
              <p:nvPr/>
            </p:nvSpPr>
            <p:spPr>
              <a:xfrm>
                <a:off x="318578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5" name="ph1926">
                <a:extLst>
                  <a:ext uri="{FF2B5EF4-FFF2-40B4-BE49-F238E27FC236}">
                    <a16:creationId xmlns:a16="http://schemas.microsoft.com/office/drawing/2014/main" id="{65016AAF-DED6-0FFB-2B28-D6958A1CDDEC}"/>
                  </a:ext>
                </a:extLst>
              </p:cNvPr>
              <p:cNvSpPr/>
              <p:nvPr/>
            </p:nvSpPr>
            <p:spPr>
              <a:xfrm>
                <a:off x="319522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6" name="ph1927">
                <a:extLst>
                  <a:ext uri="{FF2B5EF4-FFF2-40B4-BE49-F238E27FC236}">
                    <a16:creationId xmlns:a16="http://schemas.microsoft.com/office/drawing/2014/main" id="{4DC7C7D6-4B13-804A-C413-BC45A106C6F9}"/>
                  </a:ext>
                </a:extLst>
              </p:cNvPr>
              <p:cNvSpPr/>
              <p:nvPr/>
            </p:nvSpPr>
            <p:spPr>
              <a:xfrm>
                <a:off x="320466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7" name="ph1928">
                <a:extLst>
                  <a:ext uri="{FF2B5EF4-FFF2-40B4-BE49-F238E27FC236}">
                    <a16:creationId xmlns:a16="http://schemas.microsoft.com/office/drawing/2014/main" id="{7D5DA27E-5583-AFB7-E38E-FE711F25B8B7}"/>
                  </a:ext>
                </a:extLst>
              </p:cNvPr>
              <p:cNvSpPr/>
              <p:nvPr/>
            </p:nvSpPr>
            <p:spPr>
              <a:xfrm>
                <a:off x="321410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8" name="ph1929">
                <a:extLst>
                  <a:ext uri="{FF2B5EF4-FFF2-40B4-BE49-F238E27FC236}">
                    <a16:creationId xmlns:a16="http://schemas.microsoft.com/office/drawing/2014/main" id="{B44D3FF1-C716-82BB-6E26-F31AEEF4EA9E}"/>
                  </a:ext>
                </a:extLst>
              </p:cNvPr>
              <p:cNvSpPr/>
              <p:nvPr/>
            </p:nvSpPr>
            <p:spPr>
              <a:xfrm>
                <a:off x="322354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9" name="ph1930">
                <a:extLst>
                  <a:ext uri="{FF2B5EF4-FFF2-40B4-BE49-F238E27FC236}">
                    <a16:creationId xmlns:a16="http://schemas.microsoft.com/office/drawing/2014/main" id="{48223FD5-40EC-FA99-E25A-05CACA67501D}"/>
                  </a:ext>
                </a:extLst>
              </p:cNvPr>
              <p:cNvSpPr/>
              <p:nvPr/>
            </p:nvSpPr>
            <p:spPr>
              <a:xfrm>
                <a:off x="323298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0" name="ph1931">
                <a:extLst>
                  <a:ext uri="{FF2B5EF4-FFF2-40B4-BE49-F238E27FC236}">
                    <a16:creationId xmlns:a16="http://schemas.microsoft.com/office/drawing/2014/main" id="{1AA835B7-D929-B84F-70FC-D770A05F4C7E}"/>
                  </a:ext>
                </a:extLst>
              </p:cNvPr>
              <p:cNvSpPr/>
              <p:nvPr/>
            </p:nvSpPr>
            <p:spPr>
              <a:xfrm>
                <a:off x="324242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1" name="ph1932">
                <a:extLst>
                  <a:ext uri="{FF2B5EF4-FFF2-40B4-BE49-F238E27FC236}">
                    <a16:creationId xmlns:a16="http://schemas.microsoft.com/office/drawing/2014/main" id="{90DF80C9-23EE-0A3E-25F4-3DB1A374BA2C}"/>
                  </a:ext>
                </a:extLst>
              </p:cNvPr>
              <p:cNvSpPr/>
              <p:nvPr/>
            </p:nvSpPr>
            <p:spPr>
              <a:xfrm>
                <a:off x="325187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2" name="ph1933">
                <a:extLst>
                  <a:ext uri="{FF2B5EF4-FFF2-40B4-BE49-F238E27FC236}">
                    <a16:creationId xmlns:a16="http://schemas.microsoft.com/office/drawing/2014/main" id="{6272A1F4-47EF-0131-0575-9B1493CDF3A5}"/>
                  </a:ext>
                </a:extLst>
              </p:cNvPr>
              <p:cNvSpPr/>
              <p:nvPr/>
            </p:nvSpPr>
            <p:spPr>
              <a:xfrm>
                <a:off x="326131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3" name="ph1934">
                <a:extLst>
                  <a:ext uri="{FF2B5EF4-FFF2-40B4-BE49-F238E27FC236}">
                    <a16:creationId xmlns:a16="http://schemas.microsoft.com/office/drawing/2014/main" id="{79486623-4DC6-33A0-FF89-DC210468BFC9}"/>
                  </a:ext>
                </a:extLst>
              </p:cNvPr>
              <p:cNvSpPr/>
              <p:nvPr/>
            </p:nvSpPr>
            <p:spPr>
              <a:xfrm>
                <a:off x="327075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4" name="ph1935">
                <a:extLst>
                  <a:ext uri="{FF2B5EF4-FFF2-40B4-BE49-F238E27FC236}">
                    <a16:creationId xmlns:a16="http://schemas.microsoft.com/office/drawing/2014/main" id="{532E45FE-B62F-AA7F-800F-0E6F403B5086}"/>
                  </a:ext>
                </a:extLst>
              </p:cNvPr>
              <p:cNvSpPr/>
              <p:nvPr/>
            </p:nvSpPr>
            <p:spPr>
              <a:xfrm>
                <a:off x="328019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5" name="ph1936">
                <a:extLst>
                  <a:ext uri="{FF2B5EF4-FFF2-40B4-BE49-F238E27FC236}">
                    <a16:creationId xmlns:a16="http://schemas.microsoft.com/office/drawing/2014/main" id="{4FE54790-9FCF-0FA6-A30E-6B344F45D37F}"/>
                  </a:ext>
                </a:extLst>
              </p:cNvPr>
              <p:cNvSpPr/>
              <p:nvPr/>
            </p:nvSpPr>
            <p:spPr>
              <a:xfrm>
                <a:off x="328963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6" name="ph1937">
                <a:extLst>
                  <a:ext uri="{FF2B5EF4-FFF2-40B4-BE49-F238E27FC236}">
                    <a16:creationId xmlns:a16="http://schemas.microsoft.com/office/drawing/2014/main" id="{C575AEE3-7946-4FB8-9254-9FAD91C92A84}"/>
                  </a:ext>
                </a:extLst>
              </p:cNvPr>
              <p:cNvSpPr/>
              <p:nvPr/>
            </p:nvSpPr>
            <p:spPr>
              <a:xfrm>
                <a:off x="329907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7" name="ph1938">
                <a:extLst>
                  <a:ext uri="{FF2B5EF4-FFF2-40B4-BE49-F238E27FC236}">
                    <a16:creationId xmlns:a16="http://schemas.microsoft.com/office/drawing/2014/main" id="{9E298C4B-5CB5-1CDF-9547-B30CBD0F0F82}"/>
                  </a:ext>
                </a:extLst>
              </p:cNvPr>
              <p:cNvSpPr/>
              <p:nvPr/>
            </p:nvSpPr>
            <p:spPr>
              <a:xfrm>
                <a:off x="3308511" y="237862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066"/>
                    </a:lnTo>
                    <a:lnTo>
                      <a:pt x="923063" y="910665"/>
                    </a:lnTo>
                    <a:lnTo>
                      <a:pt x="922162" y="913682"/>
                    </a:lnTo>
                    <a:lnTo>
                      <a:pt x="921947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8" name="ph1939">
                <a:extLst>
                  <a:ext uri="{FF2B5EF4-FFF2-40B4-BE49-F238E27FC236}">
                    <a16:creationId xmlns:a16="http://schemas.microsoft.com/office/drawing/2014/main" id="{A9379BE2-88CB-3040-E852-8D1FC3CEFDFF}"/>
                  </a:ext>
                </a:extLst>
              </p:cNvPr>
              <p:cNvSpPr/>
              <p:nvPr/>
            </p:nvSpPr>
            <p:spPr>
              <a:xfrm>
                <a:off x="3317951" y="2361059"/>
                <a:ext cx="919260" cy="925636"/>
              </a:xfrm>
              <a:custGeom>
                <a:avLst/>
                <a:gdLst/>
                <a:ahLst/>
                <a:cxnLst/>
                <a:rect l="0" t="0" r="0" b="0"/>
                <a:pathLst>
                  <a:path w="919260" h="925636">
                    <a:moveTo>
                      <a:pt x="914400" y="914399"/>
                    </a:moveTo>
                    <a:lnTo>
                      <a:pt x="919260" y="914399"/>
                    </a:lnTo>
                    <a:lnTo>
                      <a:pt x="917798" y="916856"/>
                    </a:lnTo>
                    <a:lnTo>
                      <a:pt x="916910" y="918349"/>
                    </a:lnTo>
                    <a:lnTo>
                      <a:pt x="916685" y="918916"/>
                    </a:lnTo>
                    <a:lnTo>
                      <a:pt x="915919" y="920848"/>
                    </a:lnTo>
                    <a:lnTo>
                      <a:pt x="915563" y="921747"/>
                    </a:lnTo>
                    <a:lnTo>
                      <a:pt x="915427" y="922201"/>
                    </a:lnTo>
                    <a:lnTo>
                      <a:pt x="914525" y="925218"/>
                    </a:lnTo>
                    <a:lnTo>
                      <a:pt x="914400" y="925636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9" name="ph1940">
                <a:extLst>
                  <a:ext uri="{FF2B5EF4-FFF2-40B4-BE49-F238E27FC236}">
                    <a16:creationId xmlns:a16="http://schemas.microsoft.com/office/drawing/2014/main" id="{2116BB82-9317-010E-FDAD-768C96185024}"/>
                  </a:ext>
                </a:extLst>
              </p:cNvPr>
              <p:cNvSpPr/>
              <p:nvPr/>
            </p:nvSpPr>
            <p:spPr>
              <a:xfrm>
                <a:off x="2421129" y="234349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0352" y="931969"/>
                    </a:lnTo>
                    <a:lnTo>
                      <a:pt x="909614" y="921854"/>
                    </a:lnTo>
                    <a:lnTo>
                      <a:pt x="909280" y="91439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0" name="ph1941">
                <a:extLst>
                  <a:ext uri="{FF2B5EF4-FFF2-40B4-BE49-F238E27FC236}">
                    <a16:creationId xmlns:a16="http://schemas.microsoft.com/office/drawing/2014/main" id="{C8B50355-8C78-064F-AAA6-1E99FA4D5C1A}"/>
                  </a:ext>
                </a:extLst>
              </p:cNvPr>
              <p:cNvSpPr/>
              <p:nvPr/>
            </p:nvSpPr>
            <p:spPr>
              <a:xfrm>
                <a:off x="242112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1" name="ph1942">
                <a:extLst>
                  <a:ext uri="{FF2B5EF4-FFF2-40B4-BE49-F238E27FC236}">
                    <a16:creationId xmlns:a16="http://schemas.microsoft.com/office/drawing/2014/main" id="{F9AD8BCE-0C9E-2E60-0D97-C00B95F5E5CF}"/>
                  </a:ext>
                </a:extLst>
              </p:cNvPr>
              <p:cNvSpPr/>
              <p:nvPr/>
            </p:nvSpPr>
            <p:spPr>
              <a:xfrm>
                <a:off x="243056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2" name="ph1943">
                <a:extLst>
                  <a:ext uri="{FF2B5EF4-FFF2-40B4-BE49-F238E27FC236}">
                    <a16:creationId xmlns:a16="http://schemas.microsoft.com/office/drawing/2014/main" id="{21569837-C9DB-9A04-97B3-BA2E4E798916}"/>
                  </a:ext>
                </a:extLst>
              </p:cNvPr>
              <p:cNvSpPr/>
              <p:nvPr/>
            </p:nvSpPr>
            <p:spPr>
              <a:xfrm>
                <a:off x="244000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3" name="ph1944">
                <a:extLst>
                  <a:ext uri="{FF2B5EF4-FFF2-40B4-BE49-F238E27FC236}">
                    <a16:creationId xmlns:a16="http://schemas.microsoft.com/office/drawing/2014/main" id="{4FEE849A-7033-464B-1386-90E12781A711}"/>
                  </a:ext>
                </a:extLst>
              </p:cNvPr>
              <p:cNvSpPr/>
              <p:nvPr/>
            </p:nvSpPr>
            <p:spPr>
              <a:xfrm>
                <a:off x="244944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4" name="ph1945">
                <a:extLst>
                  <a:ext uri="{FF2B5EF4-FFF2-40B4-BE49-F238E27FC236}">
                    <a16:creationId xmlns:a16="http://schemas.microsoft.com/office/drawing/2014/main" id="{A1C38D89-D65B-2C33-653B-508B0283680F}"/>
                  </a:ext>
                </a:extLst>
              </p:cNvPr>
              <p:cNvSpPr/>
              <p:nvPr/>
            </p:nvSpPr>
            <p:spPr>
              <a:xfrm>
                <a:off x="245889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5" name="ph1946">
                <a:extLst>
                  <a:ext uri="{FF2B5EF4-FFF2-40B4-BE49-F238E27FC236}">
                    <a16:creationId xmlns:a16="http://schemas.microsoft.com/office/drawing/2014/main" id="{814E45A6-30F0-7CD4-DD56-C0E20BA727AB}"/>
                  </a:ext>
                </a:extLst>
              </p:cNvPr>
              <p:cNvSpPr/>
              <p:nvPr/>
            </p:nvSpPr>
            <p:spPr>
              <a:xfrm>
                <a:off x="246833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6" name="ph1947">
                <a:extLst>
                  <a:ext uri="{FF2B5EF4-FFF2-40B4-BE49-F238E27FC236}">
                    <a16:creationId xmlns:a16="http://schemas.microsoft.com/office/drawing/2014/main" id="{ADEDB55D-DC84-082A-AAC3-4918E2AB60E0}"/>
                  </a:ext>
                </a:extLst>
              </p:cNvPr>
              <p:cNvSpPr/>
              <p:nvPr/>
            </p:nvSpPr>
            <p:spPr>
              <a:xfrm>
                <a:off x="247777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7" name="ph1948">
                <a:extLst>
                  <a:ext uri="{FF2B5EF4-FFF2-40B4-BE49-F238E27FC236}">
                    <a16:creationId xmlns:a16="http://schemas.microsoft.com/office/drawing/2014/main" id="{2B05A58B-45D6-7FE2-22DA-AD7F578806A7}"/>
                  </a:ext>
                </a:extLst>
              </p:cNvPr>
              <p:cNvSpPr/>
              <p:nvPr/>
            </p:nvSpPr>
            <p:spPr>
              <a:xfrm>
                <a:off x="248721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8" name="ph1949">
                <a:extLst>
                  <a:ext uri="{FF2B5EF4-FFF2-40B4-BE49-F238E27FC236}">
                    <a16:creationId xmlns:a16="http://schemas.microsoft.com/office/drawing/2014/main" id="{E60F53EF-8371-89F5-B2C2-021D8377299E}"/>
                  </a:ext>
                </a:extLst>
              </p:cNvPr>
              <p:cNvSpPr/>
              <p:nvPr/>
            </p:nvSpPr>
            <p:spPr>
              <a:xfrm>
                <a:off x="249665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9" name="ph1950">
                <a:extLst>
                  <a:ext uri="{FF2B5EF4-FFF2-40B4-BE49-F238E27FC236}">
                    <a16:creationId xmlns:a16="http://schemas.microsoft.com/office/drawing/2014/main" id="{047B20D1-EF27-ACE6-3783-E3E37A172980}"/>
                  </a:ext>
                </a:extLst>
              </p:cNvPr>
              <p:cNvSpPr/>
              <p:nvPr/>
            </p:nvSpPr>
            <p:spPr>
              <a:xfrm>
                <a:off x="250609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0" name="ph1951">
                <a:extLst>
                  <a:ext uri="{FF2B5EF4-FFF2-40B4-BE49-F238E27FC236}">
                    <a16:creationId xmlns:a16="http://schemas.microsoft.com/office/drawing/2014/main" id="{89DE331E-A78C-E2F5-C291-5B50F6CBFA58}"/>
                  </a:ext>
                </a:extLst>
              </p:cNvPr>
              <p:cNvSpPr/>
              <p:nvPr/>
            </p:nvSpPr>
            <p:spPr>
              <a:xfrm>
                <a:off x="251553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1" name="ph1952">
                <a:extLst>
                  <a:ext uri="{FF2B5EF4-FFF2-40B4-BE49-F238E27FC236}">
                    <a16:creationId xmlns:a16="http://schemas.microsoft.com/office/drawing/2014/main" id="{0B54AA2A-1C41-A929-2035-32B353ABCC72}"/>
                  </a:ext>
                </a:extLst>
              </p:cNvPr>
              <p:cNvSpPr/>
              <p:nvPr/>
            </p:nvSpPr>
            <p:spPr>
              <a:xfrm>
                <a:off x="252497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2" name="ph1953">
                <a:extLst>
                  <a:ext uri="{FF2B5EF4-FFF2-40B4-BE49-F238E27FC236}">
                    <a16:creationId xmlns:a16="http://schemas.microsoft.com/office/drawing/2014/main" id="{C015F72A-ACD0-237C-4103-61B21EF4870C}"/>
                  </a:ext>
                </a:extLst>
              </p:cNvPr>
              <p:cNvSpPr/>
              <p:nvPr/>
            </p:nvSpPr>
            <p:spPr>
              <a:xfrm>
                <a:off x="253441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3" name="ph1954">
                <a:extLst>
                  <a:ext uri="{FF2B5EF4-FFF2-40B4-BE49-F238E27FC236}">
                    <a16:creationId xmlns:a16="http://schemas.microsoft.com/office/drawing/2014/main" id="{19A4F19E-3186-2F74-3576-E109025BA9D9}"/>
                  </a:ext>
                </a:extLst>
              </p:cNvPr>
              <p:cNvSpPr/>
              <p:nvPr/>
            </p:nvSpPr>
            <p:spPr>
              <a:xfrm>
                <a:off x="254385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4" name="ph1955">
                <a:extLst>
                  <a:ext uri="{FF2B5EF4-FFF2-40B4-BE49-F238E27FC236}">
                    <a16:creationId xmlns:a16="http://schemas.microsoft.com/office/drawing/2014/main" id="{A1F69396-8464-13FE-8994-F0E08BFA5FC2}"/>
                  </a:ext>
                </a:extLst>
              </p:cNvPr>
              <p:cNvSpPr/>
              <p:nvPr/>
            </p:nvSpPr>
            <p:spPr>
              <a:xfrm>
                <a:off x="255329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5" name="ph1956">
                <a:extLst>
                  <a:ext uri="{FF2B5EF4-FFF2-40B4-BE49-F238E27FC236}">
                    <a16:creationId xmlns:a16="http://schemas.microsoft.com/office/drawing/2014/main" id="{F4B67872-50CA-A7B2-2C8A-9F8C52522DAB}"/>
                  </a:ext>
                </a:extLst>
              </p:cNvPr>
              <p:cNvSpPr/>
              <p:nvPr/>
            </p:nvSpPr>
            <p:spPr>
              <a:xfrm>
                <a:off x="256273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6" name="ph1957">
                <a:extLst>
                  <a:ext uri="{FF2B5EF4-FFF2-40B4-BE49-F238E27FC236}">
                    <a16:creationId xmlns:a16="http://schemas.microsoft.com/office/drawing/2014/main" id="{79BE2999-2468-2A9E-AB6F-E8B99857E524}"/>
                  </a:ext>
                </a:extLst>
              </p:cNvPr>
              <p:cNvSpPr/>
              <p:nvPr/>
            </p:nvSpPr>
            <p:spPr>
              <a:xfrm>
                <a:off x="257217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7" name="ph1958">
                <a:extLst>
                  <a:ext uri="{FF2B5EF4-FFF2-40B4-BE49-F238E27FC236}">
                    <a16:creationId xmlns:a16="http://schemas.microsoft.com/office/drawing/2014/main" id="{6BDAC777-053C-C460-43D7-8CEE2FDC6523}"/>
                  </a:ext>
                </a:extLst>
              </p:cNvPr>
              <p:cNvSpPr/>
              <p:nvPr/>
            </p:nvSpPr>
            <p:spPr>
              <a:xfrm>
                <a:off x="258161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8" name="ph1959">
                <a:extLst>
                  <a:ext uri="{FF2B5EF4-FFF2-40B4-BE49-F238E27FC236}">
                    <a16:creationId xmlns:a16="http://schemas.microsoft.com/office/drawing/2014/main" id="{EC7AB473-5F61-B7FC-A2C7-A4E816059B90}"/>
                  </a:ext>
                </a:extLst>
              </p:cNvPr>
              <p:cNvSpPr/>
              <p:nvPr/>
            </p:nvSpPr>
            <p:spPr>
              <a:xfrm>
                <a:off x="259105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9" name="ph1960">
                <a:extLst>
                  <a:ext uri="{FF2B5EF4-FFF2-40B4-BE49-F238E27FC236}">
                    <a16:creationId xmlns:a16="http://schemas.microsoft.com/office/drawing/2014/main" id="{09F30390-4758-E5FF-4081-F5017CEB450C}"/>
                  </a:ext>
                </a:extLst>
              </p:cNvPr>
              <p:cNvSpPr/>
              <p:nvPr/>
            </p:nvSpPr>
            <p:spPr>
              <a:xfrm>
                <a:off x="260049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0" name="ph1961">
                <a:extLst>
                  <a:ext uri="{FF2B5EF4-FFF2-40B4-BE49-F238E27FC236}">
                    <a16:creationId xmlns:a16="http://schemas.microsoft.com/office/drawing/2014/main" id="{818F7EEE-50E5-66EF-7A91-5049304B4720}"/>
                  </a:ext>
                </a:extLst>
              </p:cNvPr>
              <p:cNvSpPr/>
              <p:nvPr/>
            </p:nvSpPr>
            <p:spPr>
              <a:xfrm>
                <a:off x="260993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1" name="ph1962">
                <a:extLst>
                  <a:ext uri="{FF2B5EF4-FFF2-40B4-BE49-F238E27FC236}">
                    <a16:creationId xmlns:a16="http://schemas.microsoft.com/office/drawing/2014/main" id="{4E346145-9F4E-7FFE-618C-BB8FD7C77F6B}"/>
                  </a:ext>
                </a:extLst>
              </p:cNvPr>
              <p:cNvSpPr/>
              <p:nvPr/>
            </p:nvSpPr>
            <p:spPr>
              <a:xfrm>
                <a:off x="261937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2" name="ph1963">
                <a:extLst>
                  <a:ext uri="{FF2B5EF4-FFF2-40B4-BE49-F238E27FC236}">
                    <a16:creationId xmlns:a16="http://schemas.microsoft.com/office/drawing/2014/main" id="{05CEB767-F6A1-E5CA-91D9-064538070A75}"/>
                  </a:ext>
                </a:extLst>
              </p:cNvPr>
              <p:cNvSpPr/>
              <p:nvPr/>
            </p:nvSpPr>
            <p:spPr>
              <a:xfrm>
                <a:off x="262881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3" name="ph1964">
                <a:extLst>
                  <a:ext uri="{FF2B5EF4-FFF2-40B4-BE49-F238E27FC236}">
                    <a16:creationId xmlns:a16="http://schemas.microsoft.com/office/drawing/2014/main" id="{DE743AD8-5E4F-C87C-4D18-F749BA187841}"/>
                  </a:ext>
                </a:extLst>
              </p:cNvPr>
              <p:cNvSpPr/>
              <p:nvPr/>
            </p:nvSpPr>
            <p:spPr>
              <a:xfrm>
                <a:off x="263825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4" name="ph1965">
                <a:extLst>
                  <a:ext uri="{FF2B5EF4-FFF2-40B4-BE49-F238E27FC236}">
                    <a16:creationId xmlns:a16="http://schemas.microsoft.com/office/drawing/2014/main" id="{5AA10335-AC79-937B-3B3A-9AC551CF901C}"/>
                  </a:ext>
                </a:extLst>
              </p:cNvPr>
              <p:cNvSpPr/>
              <p:nvPr/>
            </p:nvSpPr>
            <p:spPr>
              <a:xfrm>
                <a:off x="264769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5" name="ph1966">
                <a:extLst>
                  <a:ext uri="{FF2B5EF4-FFF2-40B4-BE49-F238E27FC236}">
                    <a16:creationId xmlns:a16="http://schemas.microsoft.com/office/drawing/2014/main" id="{EE439CD7-4E5E-5FAD-A6C0-25D885A79A4B}"/>
                  </a:ext>
                </a:extLst>
              </p:cNvPr>
              <p:cNvSpPr/>
              <p:nvPr/>
            </p:nvSpPr>
            <p:spPr>
              <a:xfrm>
                <a:off x="265713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6" name="ph1967">
                <a:extLst>
                  <a:ext uri="{FF2B5EF4-FFF2-40B4-BE49-F238E27FC236}">
                    <a16:creationId xmlns:a16="http://schemas.microsoft.com/office/drawing/2014/main" id="{13765033-E705-0F6E-D5A6-8E918715FEC8}"/>
                  </a:ext>
                </a:extLst>
              </p:cNvPr>
              <p:cNvSpPr/>
              <p:nvPr/>
            </p:nvSpPr>
            <p:spPr>
              <a:xfrm>
                <a:off x="266657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7" name="ph1968">
                <a:extLst>
                  <a:ext uri="{FF2B5EF4-FFF2-40B4-BE49-F238E27FC236}">
                    <a16:creationId xmlns:a16="http://schemas.microsoft.com/office/drawing/2014/main" id="{FAE49AB5-9987-6FED-AEB2-4F109D001F01}"/>
                  </a:ext>
                </a:extLst>
              </p:cNvPr>
              <p:cNvSpPr/>
              <p:nvPr/>
            </p:nvSpPr>
            <p:spPr>
              <a:xfrm>
                <a:off x="267601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8" name="ph1969">
                <a:extLst>
                  <a:ext uri="{FF2B5EF4-FFF2-40B4-BE49-F238E27FC236}">
                    <a16:creationId xmlns:a16="http://schemas.microsoft.com/office/drawing/2014/main" id="{7AA54EAA-97D5-D906-6A97-273CA8EE6C10}"/>
                  </a:ext>
                </a:extLst>
              </p:cNvPr>
              <p:cNvSpPr/>
              <p:nvPr/>
            </p:nvSpPr>
            <p:spPr>
              <a:xfrm>
                <a:off x="268545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9" name="ph1970">
                <a:extLst>
                  <a:ext uri="{FF2B5EF4-FFF2-40B4-BE49-F238E27FC236}">
                    <a16:creationId xmlns:a16="http://schemas.microsoft.com/office/drawing/2014/main" id="{761AA5BF-BCA6-4D0A-6E7D-2E236C4E7088}"/>
                  </a:ext>
                </a:extLst>
              </p:cNvPr>
              <p:cNvSpPr/>
              <p:nvPr/>
            </p:nvSpPr>
            <p:spPr>
              <a:xfrm>
                <a:off x="269489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0" name="ph1971">
                <a:extLst>
                  <a:ext uri="{FF2B5EF4-FFF2-40B4-BE49-F238E27FC236}">
                    <a16:creationId xmlns:a16="http://schemas.microsoft.com/office/drawing/2014/main" id="{AC73B5F2-4A59-616F-E8DC-D51A5BD1927C}"/>
                  </a:ext>
                </a:extLst>
              </p:cNvPr>
              <p:cNvSpPr/>
              <p:nvPr/>
            </p:nvSpPr>
            <p:spPr>
              <a:xfrm>
                <a:off x="2704336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0536"/>
                    </a:lnTo>
                    <a:lnTo>
                      <a:pt x="922401" y="905608"/>
                    </a:lnTo>
                    <a:lnTo>
                      <a:pt x="919576" y="91439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1" name="ph1972">
                <a:extLst>
                  <a:ext uri="{FF2B5EF4-FFF2-40B4-BE49-F238E27FC236}">
                    <a16:creationId xmlns:a16="http://schemas.microsoft.com/office/drawing/2014/main" id="{BE7687E8-BB87-673E-8E69-0F14C03B7980}"/>
                  </a:ext>
                </a:extLst>
              </p:cNvPr>
              <p:cNvSpPr/>
              <p:nvPr/>
            </p:nvSpPr>
            <p:spPr>
              <a:xfrm>
                <a:off x="2713776" y="2343490"/>
                <a:ext cx="915451" cy="918106"/>
              </a:xfrm>
              <a:custGeom>
                <a:avLst/>
                <a:gdLst/>
                <a:ahLst/>
                <a:cxnLst/>
                <a:rect l="0" t="0" r="0" b="0"/>
                <a:pathLst>
                  <a:path w="915451" h="918106">
                    <a:moveTo>
                      <a:pt x="914399" y="914399"/>
                    </a:moveTo>
                    <a:lnTo>
                      <a:pt x="915451" y="914399"/>
                    </a:lnTo>
                    <a:lnTo>
                      <a:pt x="914399" y="918106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2" name="ph1973">
                <a:extLst>
                  <a:ext uri="{FF2B5EF4-FFF2-40B4-BE49-F238E27FC236}">
                    <a16:creationId xmlns:a16="http://schemas.microsoft.com/office/drawing/2014/main" id="{9895A0AB-367C-23BD-1A8B-3F68456FB9E2}"/>
                  </a:ext>
                </a:extLst>
              </p:cNvPr>
              <p:cNvSpPr/>
              <p:nvPr/>
            </p:nvSpPr>
            <p:spPr>
              <a:xfrm>
                <a:off x="2770417" y="236105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44" y="914284"/>
                    </a:lnTo>
                    <a:lnTo>
                      <a:pt x="914400" y="909082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3" name="ph1974">
                <a:extLst>
                  <a:ext uri="{FF2B5EF4-FFF2-40B4-BE49-F238E27FC236}">
                    <a16:creationId xmlns:a16="http://schemas.microsoft.com/office/drawing/2014/main" id="{EEC5AED5-262E-F660-33CD-C72209CFDE68}"/>
                  </a:ext>
                </a:extLst>
              </p:cNvPr>
              <p:cNvSpPr/>
              <p:nvPr/>
            </p:nvSpPr>
            <p:spPr>
              <a:xfrm>
                <a:off x="2779858" y="234349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652"/>
                    </a:lnTo>
                    <a:lnTo>
                      <a:pt x="906512" y="923071"/>
                    </a:lnTo>
                    <a:lnTo>
                      <a:pt x="906650" y="922769"/>
                    </a:lnTo>
                    <a:lnTo>
                      <a:pt x="906790" y="922464"/>
                    </a:lnTo>
                    <a:lnTo>
                      <a:pt x="906930" y="922158"/>
                    </a:lnTo>
                    <a:lnTo>
                      <a:pt x="907069" y="921853"/>
                    </a:lnTo>
                    <a:lnTo>
                      <a:pt x="907209" y="921547"/>
                    </a:lnTo>
                    <a:lnTo>
                      <a:pt x="907349" y="921242"/>
                    </a:lnTo>
                    <a:lnTo>
                      <a:pt x="907489" y="920936"/>
                    </a:lnTo>
                    <a:lnTo>
                      <a:pt x="907629" y="920631"/>
                    </a:lnTo>
                    <a:lnTo>
                      <a:pt x="907769" y="920325"/>
                    </a:lnTo>
                    <a:lnTo>
                      <a:pt x="907909" y="920020"/>
                    </a:lnTo>
                    <a:lnTo>
                      <a:pt x="908049" y="919714"/>
                    </a:lnTo>
                    <a:lnTo>
                      <a:pt x="908189" y="919408"/>
                    </a:lnTo>
                    <a:lnTo>
                      <a:pt x="908329" y="919103"/>
                    </a:lnTo>
                    <a:lnTo>
                      <a:pt x="908469" y="918797"/>
                    </a:lnTo>
                    <a:lnTo>
                      <a:pt x="908609" y="918492"/>
                    </a:lnTo>
                    <a:lnTo>
                      <a:pt x="908749" y="918186"/>
                    </a:lnTo>
                    <a:lnTo>
                      <a:pt x="908889" y="917881"/>
                    </a:lnTo>
                    <a:lnTo>
                      <a:pt x="909029" y="917575"/>
                    </a:lnTo>
                    <a:lnTo>
                      <a:pt x="909169" y="917270"/>
                    </a:lnTo>
                    <a:lnTo>
                      <a:pt x="909309" y="916964"/>
                    </a:lnTo>
                    <a:lnTo>
                      <a:pt x="909449" y="916659"/>
                    </a:lnTo>
                    <a:lnTo>
                      <a:pt x="909589" y="916353"/>
                    </a:lnTo>
                    <a:lnTo>
                      <a:pt x="909729" y="916048"/>
                    </a:lnTo>
                    <a:lnTo>
                      <a:pt x="909869" y="915742"/>
                    </a:lnTo>
                    <a:lnTo>
                      <a:pt x="910009" y="915437"/>
                    </a:lnTo>
                    <a:lnTo>
                      <a:pt x="910149" y="915131"/>
                    </a:lnTo>
                    <a:lnTo>
                      <a:pt x="910289" y="914826"/>
                    </a:lnTo>
                    <a:lnTo>
                      <a:pt x="910484" y="91439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4" name="ph1975">
                <a:extLst>
                  <a:ext uri="{FF2B5EF4-FFF2-40B4-BE49-F238E27FC236}">
                    <a16:creationId xmlns:a16="http://schemas.microsoft.com/office/drawing/2014/main" id="{86EEEBA0-0582-5022-64F7-C910FDE15753}"/>
                  </a:ext>
                </a:extLst>
              </p:cNvPr>
              <p:cNvSpPr/>
              <p:nvPr/>
            </p:nvSpPr>
            <p:spPr>
              <a:xfrm>
                <a:off x="277985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5" name="ph1976">
                <a:extLst>
                  <a:ext uri="{FF2B5EF4-FFF2-40B4-BE49-F238E27FC236}">
                    <a16:creationId xmlns:a16="http://schemas.microsoft.com/office/drawing/2014/main" id="{E1BDAC7D-A190-0CA2-558B-2B8985B4FE1D}"/>
                  </a:ext>
                </a:extLst>
              </p:cNvPr>
              <p:cNvSpPr/>
              <p:nvPr/>
            </p:nvSpPr>
            <p:spPr>
              <a:xfrm>
                <a:off x="278929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6" name="ph1977">
                <a:extLst>
                  <a:ext uri="{FF2B5EF4-FFF2-40B4-BE49-F238E27FC236}">
                    <a16:creationId xmlns:a16="http://schemas.microsoft.com/office/drawing/2014/main" id="{0AE2E914-C0C0-D89E-C080-CC38C3369AC4}"/>
                  </a:ext>
                </a:extLst>
              </p:cNvPr>
              <p:cNvSpPr/>
              <p:nvPr/>
            </p:nvSpPr>
            <p:spPr>
              <a:xfrm>
                <a:off x="279873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7" name="ph1978">
                <a:extLst>
                  <a:ext uri="{FF2B5EF4-FFF2-40B4-BE49-F238E27FC236}">
                    <a16:creationId xmlns:a16="http://schemas.microsoft.com/office/drawing/2014/main" id="{B75DC866-BC29-C1DB-47AB-4EC35C627238}"/>
                  </a:ext>
                </a:extLst>
              </p:cNvPr>
              <p:cNvSpPr/>
              <p:nvPr/>
            </p:nvSpPr>
            <p:spPr>
              <a:xfrm>
                <a:off x="280817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8" name="ph1979">
                <a:extLst>
                  <a:ext uri="{FF2B5EF4-FFF2-40B4-BE49-F238E27FC236}">
                    <a16:creationId xmlns:a16="http://schemas.microsoft.com/office/drawing/2014/main" id="{913353C4-3190-F4CA-E7BE-53C849803986}"/>
                  </a:ext>
                </a:extLst>
              </p:cNvPr>
              <p:cNvSpPr/>
              <p:nvPr/>
            </p:nvSpPr>
            <p:spPr>
              <a:xfrm>
                <a:off x="281761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9" name="ph1980">
                <a:extLst>
                  <a:ext uri="{FF2B5EF4-FFF2-40B4-BE49-F238E27FC236}">
                    <a16:creationId xmlns:a16="http://schemas.microsoft.com/office/drawing/2014/main" id="{F8A04620-6D01-0C84-968F-0B7CBC8D8F8B}"/>
                  </a:ext>
                </a:extLst>
              </p:cNvPr>
              <p:cNvSpPr/>
              <p:nvPr/>
            </p:nvSpPr>
            <p:spPr>
              <a:xfrm>
                <a:off x="282705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0" name="ph1981">
                <a:extLst>
                  <a:ext uri="{FF2B5EF4-FFF2-40B4-BE49-F238E27FC236}">
                    <a16:creationId xmlns:a16="http://schemas.microsoft.com/office/drawing/2014/main" id="{1275E6CF-9438-5D44-058B-00D25973730C}"/>
                  </a:ext>
                </a:extLst>
              </p:cNvPr>
              <p:cNvSpPr/>
              <p:nvPr/>
            </p:nvSpPr>
            <p:spPr>
              <a:xfrm>
                <a:off x="283649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7">
                  <a:alpha val="100000"/>
                </a:srgbClr>
              </a:solidFill>
              <a:ln w="5420" cap="flat">
                <a:solidFill>
                  <a:srgbClr val="E453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1" name="ph1982">
                <a:extLst>
                  <a:ext uri="{FF2B5EF4-FFF2-40B4-BE49-F238E27FC236}">
                    <a16:creationId xmlns:a16="http://schemas.microsoft.com/office/drawing/2014/main" id="{89FC4A6D-3924-5CFE-CB63-E697192FB5B5}"/>
                  </a:ext>
                </a:extLst>
              </p:cNvPr>
              <p:cNvSpPr/>
              <p:nvPr/>
            </p:nvSpPr>
            <p:spPr>
              <a:xfrm>
                <a:off x="284593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2" name="ph1983">
                <a:extLst>
                  <a:ext uri="{FF2B5EF4-FFF2-40B4-BE49-F238E27FC236}">
                    <a16:creationId xmlns:a16="http://schemas.microsoft.com/office/drawing/2014/main" id="{8F9F3AA6-3DB0-EE55-DCC7-2623A371A14A}"/>
                  </a:ext>
                </a:extLst>
              </p:cNvPr>
              <p:cNvSpPr/>
              <p:nvPr/>
            </p:nvSpPr>
            <p:spPr>
              <a:xfrm>
                <a:off x="285538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3" name="ph1984">
                <a:extLst>
                  <a:ext uri="{FF2B5EF4-FFF2-40B4-BE49-F238E27FC236}">
                    <a16:creationId xmlns:a16="http://schemas.microsoft.com/office/drawing/2014/main" id="{1A45419D-6EA9-8CBB-A8DA-269007BA1950}"/>
                  </a:ext>
                </a:extLst>
              </p:cNvPr>
              <p:cNvSpPr/>
              <p:nvPr/>
            </p:nvSpPr>
            <p:spPr>
              <a:xfrm>
                <a:off x="286482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4" name="ph1985">
                <a:extLst>
                  <a:ext uri="{FF2B5EF4-FFF2-40B4-BE49-F238E27FC236}">
                    <a16:creationId xmlns:a16="http://schemas.microsoft.com/office/drawing/2014/main" id="{9C565224-74E6-37E7-4456-725265ED5BD6}"/>
                  </a:ext>
                </a:extLst>
              </p:cNvPr>
              <p:cNvSpPr/>
              <p:nvPr/>
            </p:nvSpPr>
            <p:spPr>
              <a:xfrm>
                <a:off x="287426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5" name="ph1986">
                <a:extLst>
                  <a:ext uri="{FF2B5EF4-FFF2-40B4-BE49-F238E27FC236}">
                    <a16:creationId xmlns:a16="http://schemas.microsoft.com/office/drawing/2014/main" id="{D4EFF089-64EC-D66C-4233-D01E5A881B77}"/>
                  </a:ext>
                </a:extLst>
              </p:cNvPr>
              <p:cNvSpPr/>
              <p:nvPr/>
            </p:nvSpPr>
            <p:spPr>
              <a:xfrm>
                <a:off x="288370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6" name="ph1987">
                <a:extLst>
                  <a:ext uri="{FF2B5EF4-FFF2-40B4-BE49-F238E27FC236}">
                    <a16:creationId xmlns:a16="http://schemas.microsoft.com/office/drawing/2014/main" id="{5565F6C0-8A10-BA33-36C0-09D02614BFFA}"/>
                  </a:ext>
                </a:extLst>
              </p:cNvPr>
              <p:cNvSpPr/>
              <p:nvPr/>
            </p:nvSpPr>
            <p:spPr>
              <a:xfrm>
                <a:off x="289314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7" name="ph1988">
                <a:extLst>
                  <a:ext uri="{FF2B5EF4-FFF2-40B4-BE49-F238E27FC236}">
                    <a16:creationId xmlns:a16="http://schemas.microsoft.com/office/drawing/2014/main" id="{F2EB7D65-B47F-0243-755C-71F453FFA31E}"/>
                  </a:ext>
                </a:extLst>
              </p:cNvPr>
              <p:cNvSpPr/>
              <p:nvPr/>
            </p:nvSpPr>
            <p:spPr>
              <a:xfrm>
                <a:off x="290258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8" name="ph1989">
                <a:extLst>
                  <a:ext uri="{FF2B5EF4-FFF2-40B4-BE49-F238E27FC236}">
                    <a16:creationId xmlns:a16="http://schemas.microsoft.com/office/drawing/2014/main" id="{299D9E40-6BEC-C919-CB72-276CBC49010B}"/>
                  </a:ext>
                </a:extLst>
              </p:cNvPr>
              <p:cNvSpPr/>
              <p:nvPr/>
            </p:nvSpPr>
            <p:spPr>
              <a:xfrm>
                <a:off x="291202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9" name="ph1990">
                <a:extLst>
                  <a:ext uri="{FF2B5EF4-FFF2-40B4-BE49-F238E27FC236}">
                    <a16:creationId xmlns:a16="http://schemas.microsoft.com/office/drawing/2014/main" id="{0CF962AF-AB70-E828-4000-2BBF0F68423E}"/>
                  </a:ext>
                </a:extLst>
              </p:cNvPr>
              <p:cNvSpPr/>
              <p:nvPr/>
            </p:nvSpPr>
            <p:spPr>
              <a:xfrm>
                <a:off x="292146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0" name="ph1991">
                <a:extLst>
                  <a:ext uri="{FF2B5EF4-FFF2-40B4-BE49-F238E27FC236}">
                    <a16:creationId xmlns:a16="http://schemas.microsoft.com/office/drawing/2014/main" id="{0DA83A03-5562-45DD-5C31-DE9C3D24CA6F}"/>
                  </a:ext>
                </a:extLst>
              </p:cNvPr>
              <p:cNvSpPr/>
              <p:nvPr/>
            </p:nvSpPr>
            <p:spPr>
              <a:xfrm>
                <a:off x="293090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1" name="ph1992">
                <a:extLst>
                  <a:ext uri="{FF2B5EF4-FFF2-40B4-BE49-F238E27FC236}">
                    <a16:creationId xmlns:a16="http://schemas.microsoft.com/office/drawing/2014/main" id="{88FBC8AF-694D-56D2-71CB-A51CAE83E070}"/>
                  </a:ext>
                </a:extLst>
              </p:cNvPr>
              <p:cNvSpPr/>
              <p:nvPr/>
            </p:nvSpPr>
            <p:spPr>
              <a:xfrm>
                <a:off x="294034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2" name="ph1993">
                <a:extLst>
                  <a:ext uri="{FF2B5EF4-FFF2-40B4-BE49-F238E27FC236}">
                    <a16:creationId xmlns:a16="http://schemas.microsoft.com/office/drawing/2014/main" id="{D977316E-96AE-69AD-049B-69FFE00A7E06}"/>
                  </a:ext>
                </a:extLst>
              </p:cNvPr>
              <p:cNvSpPr/>
              <p:nvPr/>
            </p:nvSpPr>
            <p:spPr>
              <a:xfrm>
                <a:off x="294978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3" name="ph1994">
                <a:extLst>
                  <a:ext uri="{FF2B5EF4-FFF2-40B4-BE49-F238E27FC236}">
                    <a16:creationId xmlns:a16="http://schemas.microsoft.com/office/drawing/2014/main" id="{4D0C96C5-65FD-B1F4-DE2C-D11565399E6D}"/>
                  </a:ext>
                </a:extLst>
              </p:cNvPr>
              <p:cNvSpPr/>
              <p:nvPr/>
            </p:nvSpPr>
            <p:spPr>
              <a:xfrm>
                <a:off x="295922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4" name="ph1995">
                <a:extLst>
                  <a:ext uri="{FF2B5EF4-FFF2-40B4-BE49-F238E27FC236}">
                    <a16:creationId xmlns:a16="http://schemas.microsoft.com/office/drawing/2014/main" id="{359FF499-B74C-49F5-7B6F-785665BB8E2C}"/>
                  </a:ext>
                </a:extLst>
              </p:cNvPr>
              <p:cNvSpPr/>
              <p:nvPr/>
            </p:nvSpPr>
            <p:spPr>
              <a:xfrm>
                <a:off x="296866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5" name="ph1996">
                <a:extLst>
                  <a:ext uri="{FF2B5EF4-FFF2-40B4-BE49-F238E27FC236}">
                    <a16:creationId xmlns:a16="http://schemas.microsoft.com/office/drawing/2014/main" id="{E4A607CD-9400-5993-AF36-C18506AF4243}"/>
                  </a:ext>
                </a:extLst>
              </p:cNvPr>
              <p:cNvSpPr/>
              <p:nvPr/>
            </p:nvSpPr>
            <p:spPr>
              <a:xfrm>
                <a:off x="297810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6" name="ph1997">
                <a:extLst>
                  <a:ext uri="{FF2B5EF4-FFF2-40B4-BE49-F238E27FC236}">
                    <a16:creationId xmlns:a16="http://schemas.microsoft.com/office/drawing/2014/main" id="{56EB2A1D-EE62-015D-8345-F4B41BA9C510}"/>
                  </a:ext>
                </a:extLst>
              </p:cNvPr>
              <p:cNvSpPr/>
              <p:nvPr/>
            </p:nvSpPr>
            <p:spPr>
              <a:xfrm>
                <a:off x="298754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7" name="ph1998">
                <a:extLst>
                  <a:ext uri="{FF2B5EF4-FFF2-40B4-BE49-F238E27FC236}">
                    <a16:creationId xmlns:a16="http://schemas.microsoft.com/office/drawing/2014/main" id="{A4D1C48F-0FDF-2AF1-289D-7E1197294113}"/>
                  </a:ext>
                </a:extLst>
              </p:cNvPr>
              <p:cNvSpPr/>
              <p:nvPr/>
            </p:nvSpPr>
            <p:spPr>
              <a:xfrm>
                <a:off x="299698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8" name="ph1999">
                <a:extLst>
                  <a:ext uri="{FF2B5EF4-FFF2-40B4-BE49-F238E27FC236}">
                    <a16:creationId xmlns:a16="http://schemas.microsoft.com/office/drawing/2014/main" id="{040DA8AE-8FAD-079F-18BC-4B7B7394FD17}"/>
                  </a:ext>
                </a:extLst>
              </p:cNvPr>
              <p:cNvSpPr/>
              <p:nvPr/>
            </p:nvSpPr>
            <p:spPr>
              <a:xfrm>
                <a:off x="300642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9" name="ph2000">
                <a:extLst>
                  <a:ext uri="{FF2B5EF4-FFF2-40B4-BE49-F238E27FC236}">
                    <a16:creationId xmlns:a16="http://schemas.microsoft.com/office/drawing/2014/main" id="{BA250746-3651-4996-458E-D6374D45555D}"/>
                  </a:ext>
                </a:extLst>
              </p:cNvPr>
              <p:cNvSpPr/>
              <p:nvPr/>
            </p:nvSpPr>
            <p:spPr>
              <a:xfrm>
                <a:off x="301586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0" name="ph2001">
                <a:extLst>
                  <a:ext uri="{FF2B5EF4-FFF2-40B4-BE49-F238E27FC236}">
                    <a16:creationId xmlns:a16="http://schemas.microsoft.com/office/drawing/2014/main" id="{90C7F3CA-02E3-4859-C2B0-A23BCB5FD13A}"/>
                  </a:ext>
                </a:extLst>
              </p:cNvPr>
              <p:cNvSpPr/>
              <p:nvPr/>
            </p:nvSpPr>
            <p:spPr>
              <a:xfrm>
                <a:off x="302530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1" name="ph2002">
                <a:extLst>
                  <a:ext uri="{FF2B5EF4-FFF2-40B4-BE49-F238E27FC236}">
                    <a16:creationId xmlns:a16="http://schemas.microsoft.com/office/drawing/2014/main" id="{F2A7257C-D523-B29A-3184-64D858F0F92D}"/>
                  </a:ext>
                </a:extLst>
              </p:cNvPr>
              <p:cNvSpPr/>
              <p:nvPr/>
            </p:nvSpPr>
            <p:spPr>
              <a:xfrm>
                <a:off x="303474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2" name="ph2003">
                <a:extLst>
                  <a:ext uri="{FF2B5EF4-FFF2-40B4-BE49-F238E27FC236}">
                    <a16:creationId xmlns:a16="http://schemas.microsoft.com/office/drawing/2014/main" id="{FED99034-E70E-8CB7-1A6B-B714A6657BFF}"/>
                  </a:ext>
                </a:extLst>
              </p:cNvPr>
              <p:cNvSpPr/>
              <p:nvPr/>
            </p:nvSpPr>
            <p:spPr>
              <a:xfrm>
                <a:off x="304418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3" name="ph2004">
                <a:extLst>
                  <a:ext uri="{FF2B5EF4-FFF2-40B4-BE49-F238E27FC236}">
                    <a16:creationId xmlns:a16="http://schemas.microsoft.com/office/drawing/2014/main" id="{D79D912C-9CE2-BD93-BDA3-EE4441E0FF28}"/>
                  </a:ext>
                </a:extLst>
              </p:cNvPr>
              <p:cNvSpPr/>
              <p:nvPr/>
            </p:nvSpPr>
            <p:spPr>
              <a:xfrm>
                <a:off x="305362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4" name="ph2005">
                <a:extLst>
                  <a:ext uri="{FF2B5EF4-FFF2-40B4-BE49-F238E27FC236}">
                    <a16:creationId xmlns:a16="http://schemas.microsoft.com/office/drawing/2014/main" id="{2CE130B8-06B5-DE22-25B5-3A797E4138E7}"/>
                  </a:ext>
                </a:extLst>
              </p:cNvPr>
              <p:cNvSpPr/>
              <p:nvPr/>
            </p:nvSpPr>
            <p:spPr>
              <a:xfrm>
                <a:off x="306306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5" name="ph2006">
                <a:extLst>
                  <a:ext uri="{FF2B5EF4-FFF2-40B4-BE49-F238E27FC236}">
                    <a16:creationId xmlns:a16="http://schemas.microsoft.com/office/drawing/2014/main" id="{ADA91DC9-6941-B341-4443-D18CAA29A9B7}"/>
                  </a:ext>
                </a:extLst>
              </p:cNvPr>
              <p:cNvSpPr/>
              <p:nvPr/>
            </p:nvSpPr>
            <p:spPr>
              <a:xfrm>
                <a:off x="307250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6" name="ph2007">
                <a:extLst>
                  <a:ext uri="{FF2B5EF4-FFF2-40B4-BE49-F238E27FC236}">
                    <a16:creationId xmlns:a16="http://schemas.microsoft.com/office/drawing/2014/main" id="{41E31F71-08EF-80CB-8C70-B56453D685EC}"/>
                  </a:ext>
                </a:extLst>
              </p:cNvPr>
              <p:cNvSpPr/>
              <p:nvPr/>
            </p:nvSpPr>
            <p:spPr>
              <a:xfrm>
                <a:off x="308194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7" name="ph2008">
                <a:extLst>
                  <a:ext uri="{FF2B5EF4-FFF2-40B4-BE49-F238E27FC236}">
                    <a16:creationId xmlns:a16="http://schemas.microsoft.com/office/drawing/2014/main" id="{EF3FB491-B35D-9EE6-E685-3BD8E5E32F3A}"/>
                  </a:ext>
                </a:extLst>
              </p:cNvPr>
              <p:cNvSpPr/>
              <p:nvPr/>
            </p:nvSpPr>
            <p:spPr>
              <a:xfrm>
                <a:off x="309138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8" name="ph2009">
                <a:extLst>
                  <a:ext uri="{FF2B5EF4-FFF2-40B4-BE49-F238E27FC236}">
                    <a16:creationId xmlns:a16="http://schemas.microsoft.com/office/drawing/2014/main" id="{FCCA3198-2972-8261-6DEF-C4F5BC1F8965}"/>
                  </a:ext>
                </a:extLst>
              </p:cNvPr>
              <p:cNvSpPr/>
              <p:nvPr/>
            </p:nvSpPr>
            <p:spPr>
              <a:xfrm>
                <a:off x="310082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9" name="ph2010">
                <a:extLst>
                  <a:ext uri="{FF2B5EF4-FFF2-40B4-BE49-F238E27FC236}">
                    <a16:creationId xmlns:a16="http://schemas.microsoft.com/office/drawing/2014/main" id="{D7C1100B-D54C-BD73-8AD8-2B7476922F60}"/>
                  </a:ext>
                </a:extLst>
              </p:cNvPr>
              <p:cNvSpPr/>
              <p:nvPr/>
            </p:nvSpPr>
            <p:spPr>
              <a:xfrm>
                <a:off x="311026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0" name="ph2011">
                <a:extLst>
                  <a:ext uri="{FF2B5EF4-FFF2-40B4-BE49-F238E27FC236}">
                    <a16:creationId xmlns:a16="http://schemas.microsoft.com/office/drawing/2014/main" id="{BA8206EB-DC78-8DC7-C20B-676E06BC071E}"/>
                  </a:ext>
                </a:extLst>
              </p:cNvPr>
              <p:cNvSpPr/>
              <p:nvPr/>
            </p:nvSpPr>
            <p:spPr>
              <a:xfrm>
                <a:off x="311970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1" name="ph2012">
                <a:extLst>
                  <a:ext uri="{FF2B5EF4-FFF2-40B4-BE49-F238E27FC236}">
                    <a16:creationId xmlns:a16="http://schemas.microsoft.com/office/drawing/2014/main" id="{DE0C1459-C0D2-E078-DCDD-610099A99B83}"/>
                  </a:ext>
                </a:extLst>
              </p:cNvPr>
              <p:cNvSpPr/>
              <p:nvPr/>
            </p:nvSpPr>
            <p:spPr>
              <a:xfrm>
                <a:off x="312914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2" name="ph2013">
                <a:extLst>
                  <a:ext uri="{FF2B5EF4-FFF2-40B4-BE49-F238E27FC236}">
                    <a16:creationId xmlns:a16="http://schemas.microsoft.com/office/drawing/2014/main" id="{2C3115CC-8A11-B032-0C1F-E5D32942A35D}"/>
                  </a:ext>
                </a:extLst>
              </p:cNvPr>
              <p:cNvSpPr/>
              <p:nvPr/>
            </p:nvSpPr>
            <p:spPr>
              <a:xfrm>
                <a:off x="313858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3" name="ph2014">
                <a:extLst>
                  <a:ext uri="{FF2B5EF4-FFF2-40B4-BE49-F238E27FC236}">
                    <a16:creationId xmlns:a16="http://schemas.microsoft.com/office/drawing/2014/main" id="{E44A1CD2-AF3B-3A91-ADBC-10672FF94962}"/>
                  </a:ext>
                </a:extLst>
              </p:cNvPr>
              <p:cNvSpPr/>
              <p:nvPr/>
            </p:nvSpPr>
            <p:spPr>
              <a:xfrm>
                <a:off x="314802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4" name="ph2015">
                <a:extLst>
                  <a:ext uri="{FF2B5EF4-FFF2-40B4-BE49-F238E27FC236}">
                    <a16:creationId xmlns:a16="http://schemas.microsoft.com/office/drawing/2014/main" id="{83149EC8-AEC3-714D-94D1-B26CFE079955}"/>
                  </a:ext>
                </a:extLst>
              </p:cNvPr>
              <p:cNvSpPr/>
              <p:nvPr/>
            </p:nvSpPr>
            <p:spPr>
              <a:xfrm>
                <a:off x="315746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5" name="ph2016">
                <a:extLst>
                  <a:ext uri="{FF2B5EF4-FFF2-40B4-BE49-F238E27FC236}">
                    <a16:creationId xmlns:a16="http://schemas.microsoft.com/office/drawing/2014/main" id="{66547B9E-1AD2-DB19-B0BB-E61D204A9C57}"/>
                  </a:ext>
                </a:extLst>
              </p:cNvPr>
              <p:cNvSpPr/>
              <p:nvPr/>
            </p:nvSpPr>
            <p:spPr>
              <a:xfrm>
                <a:off x="316690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6" name="ph2017">
                <a:extLst>
                  <a:ext uri="{FF2B5EF4-FFF2-40B4-BE49-F238E27FC236}">
                    <a16:creationId xmlns:a16="http://schemas.microsoft.com/office/drawing/2014/main" id="{839319B8-3383-8846-A06D-5E9903F397A7}"/>
                  </a:ext>
                </a:extLst>
              </p:cNvPr>
              <p:cNvSpPr/>
              <p:nvPr/>
            </p:nvSpPr>
            <p:spPr>
              <a:xfrm>
                <a:off x="317634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7" name="ph2018">
                <a:extLst>
                  <a:ext uri="{FF2B5EF4-FFF2-40B4-BE49-F238E27FC236}">
                    <a16:creationId xmlns:a16="http://schemas.microsoft.com/office/drawing/2014/main" id="{8BA812C7-2656-4CE5-9A8E-DA107CFE294D}"/>
                  </a:ext>
                </a:extLst>
              </p:cNvPr>
              <p:cNvSpPr/>
              <p:nvPr/>
            </p:nvSpPr>
            <p:spPr>
              <a:xfrm>
                <a:off x="318578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8" name="ph2019">
                <a:extLst>
                  <a:ext uri="{FF2B5EF4-FFF2-40B4-BE49-F238E27FC236}">
                    <a16:creationId xmlns:a16="http://schemas.microsoft.com/office/drawing/2014/main" id="{91EE1B62-1186-32EC-E97E-5CD1DCC08D51}"/>
                  </a:ext>
                </a:extLst>
              </p:cNvPr>
              <p:cNvSpPr/>
              <p:nvPr/>
            </p:nvSpPr>
            <p:spPr>
              <a:xfrm>
                <a:off x="319522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9" name="ph2020">
                <a:extLst>
                  <a:ext uri="{FF2B5EF4-FFF2-40B4-BE49-F238E27FC236}">
                    <a16:creationId xmlns:a16="http://schemas.microsoft.com/office/drawing/2014/main" id="{F14D75AB-ABDA-D7E3-10B2-FD0357B507CD}"/>
                  </a:ext>
                </a:extLst>
              </p:cNvPr>
              <p:cNvSpPr/>
              <p:nvPr/>
            </p:nvSpPr>
            <p:spPr>
              <a:xfrm>
                <a:off x="320466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0" name="ph2021">
                <a:extLst>
                  <a:ext uri="{FF2B5EF4-FFF2-40B4-BE49-F238E27FC236}">
                    <a16:creationId xmlns:a16="http://schemas.microsoft.com/office/drawing/2014/main" id="{E5937BC3-9976-0EFD-EFE3-CE2BD168E8A6}"/>
                  </a:ext>
                </a:extLst>
              </p:cNvPr>
              <p:cNvSpPr/>
              <p:nvPr/>
            </p:nvSpPr>
            <p:spPr>
              <a:xfrm>
                <a:off x="321410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1" name="ph2022">
                <a:extLst>
                  <a:ext uri="{FF2B5EF4-FFF2-40B4-BE49-F238E27FC236}">
                    <a16:creationId xmlns:a16="http://schemas.microsoft.com/office/drawing/2014/main" id="{7045AD64-E0DD-B102-E419-B124211C1C60}"/>
                  </a:ext>
                </a:extLst>
              </p:cNvPr>
              <p:cNvSpPr/>
              <p:nvPr/>
            </p:nvSpPr>
            <p:spPr>
              <a:xfrm>
                <a:off x="322354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2" name="ph2023">
                <a:extLst>
                  <a:ext uri="{FF2B5EF4-FFF2-40B4-BE49-F238E27FC236}">
                    <a16:creationId xmlns:a16="http://schemas.microsoft.com/office/drawing/2014/main" id="{7B76CA86-40F4-09A4-27B8-C6E597437275}"/>
                  </a:ext>
                </a:extLst>
              </p:cNvPr>
              <p:cNvSpPr/>
              <p:nvPr/>
            </p:nvSpPr>
            <p:spPr>
              <a:xfrm>
                <a:off x="323298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3" name="ph2024">
                <a:extLst>
                  <a:ext uri="{FF2B5EF4-FFF2-40B4-BE49-F238E27FC236}">
                    <a16:creationId xmlns:a16="http://schemas.microsoft.com/office/drawing/2014/main" id="{86DB3AB8-2913-3E32-EE6E-7B83B1E0BF5E}"/>
                  </a:ext>
                </a:extLst>
              </p:cNvPr>
              <p:cNvSpPr/>
              <p:nvPr/>
            </p:nvSpPr>
            <p:spPr>
              <a:xfrm>
                <a:off x="324242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4" name="ph2025">
                <a:extLst>
                  <a:ext uri="{FF2B5EF4-FFF2-40B4-BE49-F238E27FC236}">
                    <a16:creationId xmlns:a16="http://schemas.microsoft.com/office/drawing/2014/main" id="{0B3DB0D5-DCFA-88C2-A846-5162FA6F729F}"/>
                  </a:ext>
                </a:extLst>
              </p:cNvPr>
              <p:cNvSpPr/>
              <p:nvPr/>
            </p:nvSpPr>
            <p:spPr>
              <a:xfrm>
                <a:off x="325187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5" name="ph2026">
                <a:extLst>
                  <a:ext uri="{FF2B5EF4-FFF2-40B4-BE49-F238E27FC236}">
                    <a16:creationId xmlns:a16="http://schemas.microsoft.com/office/drawing/2014/main" id="{0822A617-5CD0-3F3F-5D6D-49B34C1F8012}"/>
                  </a:ext>
                </a:extLst>
              </p:cNvPr>
              <p:cNvSpPr/>
              <p:nvPr/>
            </p:nvSpPr>
            <p:spPr>
              <a:xfrm>
                <a:off x="326131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6" name="ph2027">
                <a:extLst>
                  <a:ext uri="{FF2B5EF4-FFF2-40B4-BE49-F238E27FC236}">
                    <a16:creationId xmlns:a16="http://schemas.microsoft.com/office/drawing/2014/main" id="{43E10EEC-5023-EF4B-A0B7-D335E57BBB87}"/>
                  </a:ext>
                </a:extLst>
              </p:cNvPr>
              <p:cNvSpPr/>
              <p:nvPr/>
            </p:nvSpPr>
            <p:spPr>
              <a:xfrm>
                <a:off x="327075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7" name="ph2028">
                <a:extLst>
                  <a:ext uri="{FF2B5EF4-FFF2-40B4-BE49-F238E27FC236}">
                    <a16:creationId xmlns:a16="http://schemas.microsoft.com/office/drawing/2014/main" id="{05D80B73-4EEC-EB0A-A925-21978572602A}"/>
                  </a:ext>
                </a:extLst>
              </p:cNvPr>
              <p:cNvSpPr/>
              <p:nvPr/>
            </p:nvSpPr>
            <p:spPr>
              <a:xfrm>
                <a:off x="328019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8" name="ph2029">
                <a:extLst>
                  <a:ext uri="{FF2B5EF4-FFF2-40B4-BE49-F238E27FC236}">
                    <a16:creationId xmlns:a16="http://schemas.microsoft.com/office/drawing/2014/main" id="{AA5DEDD0-C87D-D00B-8556-0847964A212A}"/>
                  </a:ext>
                </a:extLst>
              </p:cNvPr>
              <p:cNvSpPr/>
              <p:nvPr/>
            </p:nvSpPr>
            <p:spPr>
              <a:xfrm>
                <a:off x="328963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9" name="ph2030">
                <a:extLst>
                  <a:ext uri="{FF2B5EF4-FFF2-40B4-BE49-F238E27FC236}">
                    <a16:creationId xmlns:a16="http://schemas.microsoft.com/office/drawing/2014/main" id="{A2DB005E-8A4C-21BE-FBA7-CBDC3BCDE7E3}"/>
                  </a:ext>
                </a:extLst>
              </p:cNvPr>
              <p:cNvSpPr/>
              <p:nvPr/>
            </p:nvSpPr>
            <p:spPr>
              <a:xfrm>
                <a:off x="329907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0" name="ph2031">
                <a:extLst>
                  <a:ext uri="{FF2B5EF4-FFF2-40B4-BE49-F238E27FC236}">
                    <a16:creationId xmlns:a16="http://schemas.microsoft.com/office/drawing/2014/main" id="{9C4C293B-0797-FCF1-C8A1-1E4941412C0A}"/>
                  </a:ext>
                </a:extLst>
              </p:cNvPr>
              <p:cNvSpPr/>
              <p:nvPr/>
            </p:nvSpPr>
            <p:spPr>
              <a:xfrm>
                <a:off x="330851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1" name="ph2032">
                <a:extLst>
                  <a:ext uri="{FF2B5EF4-FFF2-40B4-BE49-F238E27FC236}">
                    <a16:creationId xmlns:a16="http://schemas.microsoft.com/office/drawing/2014/main" id="{FB1D99D3-548D-BE86-0E57-B30B73FEC72B}"/>
                  </a:ext>
                </a:extLst>
              </p:cNvPr>
              <p:cNvSpPr/>
              <p:nvPr/>
            </p:nvSpPr>
            <p:spPr>
              <a:xfrm>
                <a:off x="3317951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711"/>
                    </a:lnTo>
                    <a:lnTo>
                      <a:pt x="922419" y="909095"/>
                    </a:lnTo>
                    <a:lnTo>
                      <a:pt x="920878" y="911682"/>
                    </a:lnTo>
                    <a:lnTo>
                      <a:pt x="919337" y="914269"/>
                    </a:lnTo>
                    <a:lnTo>
                      <a:pt x="919260" y="91439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2" name="ph2033">
                <a:extLst>
                  <a:ext uri="{FF2B5EF4-FFF2-40B4-BE49-F238E27FC236}">
                    <a16:creationId xmlns:a16="http://schemas.microsoft.com/office/drawing/2014/main" id="{9DA20224-EB1C-7EAD-A27E-E1CAEC18A963}"/>
                  </a:ext>
                </a:extLst>
              </p:cNvPr>
              <p:cNvSpPr/>
              <p:nvPr/>
            </p:nvSpPr>
            <p:spPr>
              <a:xfrm>
                <a:off x="3327392" y="2343490"/>
                <a:ext cx="920295" cy="924281"/>
              </a:xfrm>
              <a:custGeom>
                <a:avLst/>
                <a:gdLst/>
                <a:ahLst/>
                <a:cxnLst/>
                <a:rect l="0" t="0" r="0" b="0"/>
                <a:pathLst>
                  <a:path w="920295" h="924281">
                    <a:moveTo>
                      <a:pt x="914400" y="914399"/>
                    </a:moveTo>
                    <a:lnTo>
                      <a:pt x="920295" y="914399"/>
                    </a:lnTo>
                    <a:lnTo>
                      <a:pt x="919149" y="916320"/>
                    </a:lnTo>
                    <a:lnTo>
                      <a:pt x="917605" y="918906"/>
                    </a:lnTo>
                    <a:lnTo>
                      <a:pt x="916062" y="921492"/>
                    </a:lnTo>
                    <a:lnTo>
                      <a:pt x="914520" y="924078"/>
                    </a:lnTo>
                    <a:lnTo>
                      <a:pt x="914400" y="924281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3" name="ph2034">
                <a:extLst>
                  <a:ext uri="{FF2B5EF4-FFF2-40B4-BE49-F238E27FC236}">
                    <a16:creationId xmlns:a16="http://schemas.microsoft.com/office/drawing/2014/main" id="{0FC271A2-D53F-7D41-A3BE-4FD94DCBA592}"/>
                  </a:ext>
                </a:extLst>
              </p:cNvPr>
              <p:cNvSpPr/>
              <p:nvPr/>
            </p:nvSpPr>
            <p:spPr>
              <a:xfrm>
                <a:off x="2421129" y="232592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280" y="931969"/>
                    </a:lnTo>
                    <a:lnTo>
                      <a:pt x="909125" y="928501"/>
                    </a:lnTo>
                    <a:lnTo>
                      <a:pt x="908942" y="917545"/>
                    </a:lnTo>
                    <a:lnTo>
                      <a:pt x="908977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4" name="ph2035">
                <a:extLst>
                  <a:ext uri="{FF2B5EF4-FFF2-40B4-BE49-F238E27FC236}">
                    <a16:creationId xmlns:a16="http://schemas.microsoft.com/office/drawing/2014/main" id="{E933DEC2-57C8-15E0-4889-8570F682CD4D}"/>
                  </a:ext>
                </a:extLst>
              </p:cNvPr>
              <p:cNvSpPr/>
              <p:nvPr/>
            </p:nvSpPr>
            <p:spPr>
              <a:xfrm>
                <a:off x="242112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5" name="ph2036">
                <a:extLst>
                  <a:ext uri="{FF2B5EF4-FFF2-40B4-BE49-F238E27FC236}">
                    <a16:creationId xmlns:a16="http://schemas.microsoft.com/office/drawing/2014/main" id="{EA59524A-5EDE-FD4F-8FB9-4E6097EBA14A}"/>
                  </a:ext>
                </a:extLst>
              </p:cNvPr>
              <p:cNvSpPr/>
              <p:nvPr/>
            </p:nvSpPr>
            <p:spPr>
              <a:xfrm>
                <a:off x="243056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6" name="ph2037">
                <a:extLst>
                  <a:ext uri="{FF2B5EF4-FFF2-40B4-BE49-F238E27FC236}">
                    <a16:creationId xmlns:a16="http://schemas.microsoft.com/office/drawing/2014/main" id="{7ECCB72F-76D7-1E1E-9B79-41A2D86FA21E}"/>
                  </a:ext>
                </a:extLst>
              </p:cNvPr>
              <p:cNvSpPr/>
              <p:nvPr/>
            </p:nvSpPr>
            <p:spPr>
              <a:xfrm>
                <a:off x="244000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7" name="ph2038">
                <a:extLst>
                  <a:ext uri="{FF2B5EF4-FFF2-40B4-BE49-F238E27FC236}">
                    <a16:creationId xmlns:a16="http://schemas.microsoft.com/office/drawing/2014/main" id="{0024B3BF-5ECA-6EC1-724A-54723C8F7A8A}"/>
                  </a:ext>
                </a:extLst>
              </p:cNvPr>
              <p:cNvSpPr/>
              <p:nvPr/>
            </p:nvSpPr>
            <p:spPr>
              <a:xfrm>
                <a:off x="244944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8" name="ph2039">
                <a:extLst>
                  <a:ext uri="{FF2B5EF4-FFF2-40B4-BE49-F238E27FC236}">
                    <a16:creationId xmlns:a16="http://schemas.microsoft.com/office/drawing/2014/main" id="{83EF8340-11CA-C406-C3A6-A61A5A82867A}"/>
                  </a:ext>
                </a:extLst>
              </p:cNvPr>
              <p:cNvSpPr/>
              <p:nvPr/>
            </p:nvSpPr>
            <p:spPr>
              <a:xfrm>
                <a:off x="245889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9" name="ph2040">
                <a:extLst>
                  <a:ext uri="{FF2B5EF4-FFF2-40B4-BE49-F238E27FC236}">
                    <a16:creationId xmlns:a16="http://schemas.microsoft.com/office/drawing/2014/main" id="{193288CF-D363-664C-31E2-C5D56BE16B17}"/>
                  </a:ext>
                </a:extLst>
              </p:cNvPr>
              <p:cNvSpPr/>
              <p:nvPr/>
            </p:nvSpPr>
            <p:spPr>
              <a:xfrm>
                <a:off x="246833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0" name="ph2041">
                <a:extLst>
                  <a:ext uri="{FF2B5EF4-FFF2-40B4-BE49-F238E27FC236}">
                    <a16:creationId xmlns:a16="http://schemas.microsoft.com/office/drawing/2014/main" id="{AC095FF5-FA5D-1B94-8827-BF7E01B3D2E3}"/>
                  </a:ext>
                </a:extLst>
              </p:cNvPr>
              <p:cNvSpPr/>
              <p:nvPr/>
            </p:nvSpPr>
            <p:spPr>
              <a:xfrm>
                <a:off x="247777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1" name="ph2042">
                <a:extLst>
                  <a:ext uri="{FF2B5EF4-FFF2-40B4-BE49-F238E27FC236}">
                    <a16:creationId xmlns:a16="http://schemas.microsoft.com/office/drawing/2014/main" id="{100191C0-FE88-2AB0-01F7-7F21246ABA90}"/>
                  </a:ext>
                </a:extLst>
              </p:cNvPr>
              <p:cNvSpPr/>
              <p:nvPr/>
            </p:nvSpPr>
            <p:spPr>
              <a:xfrm>
                <a:off x="248721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2" name="ph2043">
                <a:extLst>
                  <a:ext uri="{FF2B5EF4-FFF2-40B4-BE49-F238E27FC236}">
                    <a16:creationId xmlns:a16="http://schemas.microsoft.com/office/drawing/2014/main" id="{CF20A71B-1BD6-F856-9EDD-4EE15B828939}"/>
                  </a:ext>
                </a:extLst>
              </p:cNvPr>
              <p:cNvSpPr/>
              <p:nvPr/>
            </p:nvSpPr>
            <p:spPr>
              <a:xfrm>
                <a:off x="249665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3" name="ph2044">
                <a:extLst>
                  <a:ext uri="{FF2B5EF4-FFF2-40B4-BE49-F238E27FC236}">
                    <a16:creationId xmlns:a16="http://schemas.microsoft.com/office/drawing/2014/main" id="{83BDC4BD-B772-3CC4-24A8-B352B222E01E}"/>
                  </a:ext>
                </a:extLst>
              </p:cNvPr>
              <p:cNvSpPr/>
              <p:nvPr/>
            </p:nvSpPr>
            <p:spPr>
              <a:xfrm>
                <a:off x="250609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4" name="ph2045">
                <a:extLst>
                  <a:ext uri="{FF2B5EF4-FFF2-40B4-BE49-F238E27FC236}">
                    <a16:creationId xmlns:a16="http://schemas.microsoft.com/office/drawing/2014/main" id="{6F669E1F-001A-0114-EAD5-517706A6BD0E}"/>
                  </a:ext>
                </a:extLst>
              </p:cNvPr>
              <p:cNvSpPr/>
              <p:nvPr/>
            </p:nvSpPr>
            <p:spPr>
              <a:xfrm>
                <a:off x="251553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5" name="ph2046">
                <a:extLst>
                  <a:ext uri="{FF2B5EF4-FFF2-40B4-BE49-F238E27FC236}">
                    <a16:creationId xmlns:a16="http://schemas.microsoft.com/office/drawing/2014/main" id="{88FB81D9-024D-C2B2-2657-5844A98E2B25}"/>
                  </a:ext>
                </a:extLst>
              </p:cNvPr>
              <p:cNvSpPr/>
              <p:nvPr/>
            </p:nvSpPr>
            <p:spPr>
              <a:xfrm>
                <a:off x="252497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6" name="ph2047">
                <a:extLst>
                  <a:ext uri="{FF2B5EF4-FFF2-40B4-BE49-F238E27FC236}">
                    <a16:creationId xmlns:a16="http://schemas.microsoft.com/office/drawing/2014/main" id="{D70A6DE5-BB9C-4674-0DDF-E02376D8D8E4}"/>
                  </a:ext>
                </a:extLst>
              </p:cNvPr>
              <p:cNvSpPr/>
              <p:nvPr/>
            </p:nvSpPr>
            <p:spPr>
              <a:xfrm>
                <a:off x="253441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7" name="ph2048">
                <a:extLst>
                  <a:ext uri="{FF2B5EF4-FFF2-40B4-BE49-F238E27FC236}">
                    <a16:creationId xmlns:a16="http://schemas.microsoft.com/office/drawing/2014/main" id="{68292803-3D9D-E22F-A67C-5437ED66A687}"/>
                  </a:ext>
                </a:extLst>
              </p:cNvPr>
              <p:cNvSpPr/>
              <p:nvPr/>
            </p:nvSpPr>
            <p:spPr>
              <a:xfrm>
                <a:off x="254385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8" name="ph2049">
                <a:extLst>
                  <a:ext uri="{FF2B5EF4-FFF2-40B4-BE49-F238E27FC236}">
                    <a16:creationId xmlns:a16="http://schemas.microsoft.com/office/drawing/2014/main" id="{67BFF37A-F037-BB01-4EB4-19F64A9D08B4}"/>
                  </a:ext>
                </a:extLst>
              </p:cNvPr>
              <p:cNvSpPr/>
              <p:nvPr/>
            </p:nvSpPr>
            <p:spPr>
              <a:xfrm>
                <a:off x="255329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9" name="ph2050">
                <a:extLst>
                  <a:ext uri="{FF2B5EF4-FFF2-40B4-BE49-F238E27FC236}">
                    <a16:creationId xmlns:a16="http://schemas.microsoft.com/office/drawing/2014/main" id="{DAE95DFA-1CF0-8CE6-F2F7-AEE178E75100}"/>
                  </a:ext>
                </a:extLst>
              </p:cNvPr>
              <p:cNvSpPr/>
              <p:nvPr/>
            </p:nvSpPr>
            <p:spPr>
              <a:xfrm>
                <a:off x="256273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0" name="ph2051">
                <a:extLst>
                  <a:ext uri="{FF2B5EF4-FFF2-40B4-BE49-F238E27FC236}">
                    <a16:creationId xmlns:a16="http://schemas.microsoft.com/office/drawing/2014/main" id="{859132B3-6BD1-A39D-8D9B-04FDC9D12662}"/>
                  </a:ext>
                </a:extLst>
              </p:cNvPr>
              <p:cNvSpPr/>
              <p:nvPr/>
            </p:nvSpPr>
            <p:spPr>
              <a:xfrm>
                <a:off x="257217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1" name="ph2052">
                <a:extLst>
                  <a:ext uri="{FF2B5EF4-FFF2-40B4-BE49-F238E27FC236}">
                    <a16:creationId xmlns:a16="http://schemas.microsoft.com/office/drawing/2014/main" id="{C6ADCDDA-F549-DA31-7013-50688FD558EB}"/>
                  </a:ext>
                </a:extLst>
              </p:cNvPr>
              <p:cNvSpPr/>
              <p:nvPr/>
            </p:nvSpPr>
            <p:spPr>
              <a:xfrm>
                <a:off x="258161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2" name="ph2053">
                <a:extLst>
                  <a:ext uri="{FF2B5EF4-FFF2-40B4-BE49-F238E27FC236}">
                    <a16:creationId xmlns:a16="http://schemas.microsoft.com/office/drawing/2014/main" id="{1F68E199-3629-1A99-5E68-4D56320A6D20}"/>
                  </a:ext>
                </a:extLst>
              </p:cNvPr>
              <p:cNvSpPr/>
              <p:nvPr/>
            </p:nvSpPr>
            <p:spPr>
              <a:xfrm>
                <a:off x="259105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3" name="ph2054">
                <a:extLst>
                  <a:ext uri="{FF2B5EF4-FFF2-40B4-BE49-F238E27FC236}">
                    <a16:creationId xmlns:a16="http://schemas.microsoft.com/office/drawing/2014/main" id="{0BD67A19-4C2B-517C-9C84-0F793FF82E47}"/>
                  </a:ext>
                </a:extLst>
              </p:cNvPr>
              <p:cNvSpPr/>
              <p:nvPr/>
            </p:nvSpPr>
            <p:spPr>
              <a:xfrm>
                <a:off x="260049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4" name="ph2055">
                <a:extLst>
                  <a:ext uri="{FF2B5EF4-FFF2-40B4-BE49-F238E27FC236}">
                    <a16:creationId xmlns:a16="http://schemas.microsoft.com/office/drawing/2014/main" id="{185C462E-6D7C-BAC0-FF4E-E6F5B8CBE07B}"/>
                  </a:ext>
                </a:extLst>
              </p:cNvPr>
              <p:cNvSpPr/>
              <p:nvPr/>
            </p:nvSpPr>
            <p:spPr>
              <a:xfrm>
                <a:off x="260993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5" name="ph2056">
                <a:extLst>
                  <a:ext uri="{FF2B5EF4-FFF2-40B4-BE49-F238E27FC236}">
                    <a16:creationId xmlns:a16="http://schemas.microsoft.com/office/drawing/2014/main" id="{5C019F00-BED5-3089-CD7D-67FC3E3D3D9D}"/>
                  </a:ext>
                </a:extLst>
              </p:cNvPr>
              <p:cNvSpPr/>
              <p:nvPr/>
            </p:nvSpPr>
            <p:spPr>
              <a:xfrm>
                <a:off x="261937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6" name="ph2057">
                <a:extLst>
                  <a:ext uri="{FF2B5EF4-FFF2-40B4-BE49-F238E27FC236}">
                    <a16:creationId xmlns:a16="http://schemas.microsoft.com/office/drawing/2014/main" id="{E853945C-6E05-2D7A-D8D3-850946A4F494}"/>
                  </a:ext>
                </a:extLst>
              </p:cNvPr>
              <p:cNvSpPr/>
              <p:nvPr/>
            </p:nvSpPr>
            <p:spPr>
              <a:xfrm>
                <a:off x="262881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7" name="ph2058">
                <a:extLst>
                  <a:ext uri="{FF2B5EF4-FFF2-40B4-BE49-F238E27FC236}">
                    <a16:creationId xmlns:a16="http://schemas.microsoft.com/office/drawing/2014/main" id="{0B3B751C-6D5F-E113-D14D-8AF398959D27}"/>
                  </a:ext>
                </a:extLst>
              </p:cNvPr>
              <p:cNvSpPr/>
              <p:nvPr/>
            </p:nvSpPr>
            <p:spPr>
              <a:xfrm>
                <a:off x="263825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8" name="ph2059">
                <a:extLst>
                  <a:ext uri="{FF2B5EF4-FFF2-40B4-BE49-F238E27FC236}">
                    <a16:creationId xmlns:a16="http://schemas.microsoft.com/office/drawing/2014/main" id="{6BF95AC1-5731-5D26-D50A-1F401187B0F9}"/>
                  </a:ext>
                </a:extLst>
              </p:cNvPr>
              <p:cNvSpPr/>
              <p:nvPr/>
            </p:nvSpPr>
            <p:spPr>
              <a:xfrm>
                <a:off x="264769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9" name="ph2060">
                <a:extLst>
                  <a:ext uri="{FF2B5EF4-FFF2-40B4-BE49-F238E27FC236}">
                    <a16:creationId xmlns:a16="http://schemas.microsoft.com/office/drawing/2014/main" id="{FAC4228F-871C-FD1C-0CA1-A1EE357B2982}"/>
                  </a:ext>
                </a:extLst>
              </p:cNvPr>
              <p:cNvSpPr/>
              <p:nvPr/>
            </p:nvSpPr>
            <p:spPr>
              <a:xfrm>
                <a:off x="265713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0" name="ph2061">
                <a:extLst>
                  <a:ext uri="{FF2B5EF4-FFF2-40B4-BE49-F238E27FC236}">
                    <a16:creationId xmlns:a16="http://schemas.microsoft.com/office/drawing/2014/main" id="{B6C97698-7745-6510-8CBE-0E2FB0939C0F}"/>
                  </a:ext>
                </a:extLst>
              </p:cNvPr>
              <p:cNvSpPr/>
              <p:nvPr/>
            </p:nvSpPr>
            <p:spPr>
              <a:xfrm>
                <a:off x="266657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1" name="ph2062">
                <a:extLst>
                  <a:ext uri="{FF2B5EF4-FFF2-40B4-BE49-F238E27FC236}">
                    <a16:creationId xmlns:a16="http://schemas.microsoft.com/office/drawing/2014/main" id="{0E9A3B77-162D-D6D0-933C-2FA5ED99AD06}"/>
                  </a:ext>
                </a:extLst>
              </p:cNvPr>
              <p:cNvSpPr/>
              <p:nvPr/>
            </p:nvSpPr>
            <p:spPr>
              <a:xfrm>
                <a:off x="267601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2" name="ph2063">
                <a:extLst>
                  <a:ext uri="{FF2B5EF4-FFF2-40B4-BE49-F238E27FC236}">
                    <a16:creationId xmlns:a16="http://schemas.microsoft.com/office/drawing/2014/main" id="{69C6B0D5-20D2-5345-54E8-70CDD6A294B7}"/>
                  </a:ext>
                </a:extLst>
              </p:cNvPr>
              <p:cNvSpPr/>
              <p:nvPr/>
            </p:nvSpPr>
            <p:spPr>
              <a:xfrm>
                <a:off x="268545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3" name="ph2064">
                <a:extLst>
                  <a:ext uri="{FF2B5EF4-FFF2-40B4-BE49-F238E27FC236}">
                    <a16:creationId xmlns:a16="http://schemas.microsoft.com/office/drawing/2014/main" id="{FC87EAF5-B9BD-BDBD-A249-DE205A49C912}"/>
                  </a:ext>
                </a:extLst>
              </p:cNvPr>
              <p:cNvSpPr/>
              <p:nvPr/>
            </p:nvSpPr>
            <p:spPr>
              <a:xfrm>
                <a:off x="269489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4" name="ph2065">
                <a:extLst>
                  <a:ext uri="{FF2B5EF4-FFF2-40B4-BE49-F238E27FC236}">
                    <a16:creationId xmlns:a16="http://schemas.microsoft.com/office/drawing/2014/main" id="{1985696E-9613-0FF8-2773-3385B15413D3}"/>
                  </a:ext>
                </a:extLst>
              </p:cNvPr>
              <p:cNvSpPr/>
              <p:nvPr/>
            </p:nvSpPr>
            <p:spPr>
              <a:xfrm>
                <a:off x="270433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5" name="ph2066">
                <a:extLst>
                  <a:ext uri="{FF2B5EF4-FFF2-40B4-BE49-F238E27FC236}">
                    <a16:creationId xmlns:a16="http://schemas.microsoft.com/office/drawing/2014/main" id="{9DC1BE82-1E2E-5DFF-E7BA-D8CE89B994E0}"/>
                  </a:ext>
                </a:extLst>
              </p:cNvPr>
              <p:cNvSpPr/>
              <p:nvPr/>
            </p:nvSpPr>
            <p:spPr>
              <a:xfrm>
                <a:off x="2713776" y="2343490"/>
                <a:ext cx="9196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639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19639" y="896830"/>
                    </a:lnTo>
                    <a:lnTo>
                      <a:pt x="918287" y="903132"/>
                    </a:lnTo>
                    <a:lnTo>
                      <a:pt x="915767" y="913287"/>
                    </a:lnTo>
                    <a:lnTo>
                      <a:pt x="915451" y="91439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6" name="ph2067">
                <a:extLst>
                  <a:ext uri="{FF2B5EF4-FFF2-40B4-BE49-F238E27FC236}">
                    <a16:creationId xmlns:a16="http://schemas.microsoft.com/office/drawing/2014/main" id="{5900EBFF-E0D7-2297-011E-BEB0F86800B9}"/>
                  </a:ext>
                </a:extLst>
              </p:cNvPr>
              <p:cNvSpPr/>
              <p:nvPr/>
            </p:nvSpPr>
            <p:spPr>
              <a:xfrm>
                <a:off x="2779858" y="234349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84" y="914399"/>
                    </a:lnTo>
                    <a:lnTo>
                      <a:pt x="910569" y="914215"/>
                    </a:lnTo>
                    <a:lnTo>
                      <a:pt x="910709" y="913909"/>
                    </a:lnTo>
                    <a:lnTo>
                      <a:pt x="910849" y="913604"/>
                    </a:lnTo>
                    <a:lnTo>
                      <a:pt x="910989" y="913298"/>
                    </a:lnTo>
                    <a:lnTo>
                      <a:pt x="911129" y="912993"/>
                    </a:lnTo>
                    <a:lnTo>
                      <a:pt x="911269" y="912687"/>
                    </a:lnTo>
                    <a:lnTo>
                      <a:pt x="911409" y="912382"/>
                    </a:lnTo>
                    <a:lnTo>
                      <a:pt x="911549" y="912076"/>
                    </a:lnTo>
                    <a:lnTo>
                      <a:pt x="911689" y="911771"/>
                    </a:lnTo>
                    <a:lnTo>
                      <a:pt x="911830" y="911465"/>
                    </a:lnTo>
                    <a:lnTo>
                      <a:pt x="911970" y="911160"/>
                    </a:lnTo>
                    <a:lnTo>
                      <a:pt x="912110" y="910854"/>
                    </a:lnTo>
                    <a:lnTo>
                      <a:pt x="912250" y="910549"/>
                    </a:lnTo>
                    <a:lnTo>
                      <a:pt x="912390" y="910243"/>
                    </a:lnTo>
                    <a:lnTo>
                      <a:pt x="912530" y="909938"/>
                    </a:lnTo>
                    <a:lnTo>
                      <a:pt x="912670" y="909632"/>
                    </a:lnTo>
                    <a:lnTo>
                      <a:pt x="912810" y="909327"/>
                    </a:lnTo>
                    <a:lnTo>
                      <a:pt x="912951" y="909021"/>
                    </a:lnTo>
                    <a:lnTo>
                      <a:pt x="913091" y="908716"/>
                    </a:lnTo>
                    <a:lnTo>
                      <a:pt x="913231" y="908410"/>
                    </a:lnTo>
                    <a:lnTo>
                      <a:pt x="913371" y="908105"/>
                    </a:lnTo>
                    <a:lnTo>
                      <a:pt x="913511" y="907799"/>
                    </a:lnTo>
                    <a:lnTo>
                      <a:pt x="913652" y="907494"/>
                    </a:lnTo>
                    <a:lnTo>
                      <a:pt x="913792" y="907188"/>
                    </a:lnTo>
                    <a:lnTo>
                      <a:pt x="913932" y="906883"/>
                    </a:lnTo>
                    <a:lnTo>
                      <a:pt x="914072" y="906577"/>
                    </a:lnTo>
                    <a:lnTo>
                      <a:pt x="914212" y="906272"/>
                    </a:lnTo>
                    <a:lnTo>
                      <a:pt x="914400" y="905864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7" name="ph2068">
                <a:extLst>
                  <a:ext uri="{FF2B5EF4-FFF2-40B4-BE49-F238E27FC236}">
                    <a16:creationId xmlns:a16="http://schemas.microsoft.com/office/drawing/2014/main" id="{8CE5FB95-B07B-7A55-456D-FEC9159CE172}"/>
                  </a:ext>
                </a:extLst>
              </p:cNvPr>
              <p:cNvSpPr/>
              <p:nvPr/>
            </p:nvSpPr>
            <p:spPr>
              <a:xfrm>
                <a:off x="2789298" y="232592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3434"/>
                    </a:lnTo>
                    <a:lnTo>
                      <a:pt x="905053" y="923231"/>
                    </a:lnTo>
                    <a:lnTo>
                      <a:pt x="905193" y="922925"/>
                    </a:lnTo>
                    <a:lnTo>
                      <a:pt x="905333" y="922620"/>
                    </a:lnTo>
                    <a:lnTo>
                      <a:pt x="905473" y="922314"/>
                    </a:lnTo>
                    <a:lnTo>
                      <a:pt x="905613" y="922009"/>
                    </a:lnTo>
                    <a:lnTo>
                      <a:pt x="905754" y="921703"/>
                    </a:lnTo>
                    <a:lnTo>
                      <a:pt x="905894" y="921398"/>
                    </a:lnTo>
                    <a:lnTo>
                      <a:pt x="906034" y="921092"/>
                    </a:lnTo>
                    <a:lnTo>
                      <a:pt x="909264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8" name="ph2069">
                <a:extLst>
                  <a:ext uri="{FF2B5EF4-FFF2-40B4-BE49-F238E27FC236}">
                    <a16:creationId xmlns:a16="http://schemas.microsoft.com/office/drawing/2014/main" id="{60E9B80D-E2E5-7B24-B2A8-190FBFCEDDD8}"/>
                  </a:ext>
                </a:extLst>
              </p:cNvPr>
              <p:cNvSpPr/>
              <p:nvPr/>
            </p:nvSpPr>
            <p:spPr>
              <a:xfrm>
                <a:off x="278929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9" name="ph2070">
                <a:extLst>
                  <a:ext uri="{FF2B5EF4-FFF2-40B4-BE49-F238E27FC236}">
                    <a16:creationId xmlns:a16="http://schemas.microsoft.com/office/drawing/2014/main" id="{F9FB3F75-F7FD-2ABA-1D4D-E2DA7FE2D7AE}"/>
                  </a:ext>
                </a:extLst>
              </p:cNvPr>
              <p:cNvSpPr/>
              <p:nvPr/>
            </p:nvSpPr>
            <p:spPr>
              <a:xfrm>
                <a:off x="279873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0" name="ph2071">
                <a:extLst>
                  <a:ext uri="{FF2B5EF4-FFF2-40B4-BE49-F238E27FC236}">
                    <a16:creationId xmlns:a16="http://schemas.microsoft.com/office/drawing/2014/main" id="{2C869D01-F898-787A-17BC-C86CBCE9A70D}"/>
                  </a:ext>
                </a:extLst>
              </p:cNvPr>
              <p:cNvSpPr/>
              <p:nvPr/>
            </p:nvSpPr>
            <p:spPr>
              <a:xfrm>
                <a:off x="280817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1" name="ph2072">
                <a:extLst>
                  <a:ext uri="{FF2B5EF4-FFF2-40B4-BE49-F238E27FC236}">
                    <a16:creationId xmlns:a16="http://schemas.microsoft.com/office/drawing/2014/main" id="{D61ABE97-2604-D214-89FA-80AAFC7461D5}"/>
                  </a:ext>
                </a:extLst>
              </p:cNvPr>
              <p:cNvSpPr/>
              <p:nvPr/>
            </p:nvSpPr>
            <p:spPr>
              <a:xfrm>
                <a:off x="281761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236">
                  <a:alpha val="100000"/>
                </a:srgbClr>
              </a:solidFill>
              <a:ln w="5420" cap="flat">
                <a:solidFill>
                  <a:srgbClr val="E4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2" name="ph2073">
                <a:extLst>
                  <a:ext uri="{FF2B5EF4-FFF2-40B4-BE49-F238E27FC236}">
                    <a16:creationId xmlns:a16="http://schemas.microsoft.com/office/drawing/2014/main" id="{2115E267-2C45-B19F-3CA6-3B5777FC0652}"/>
                  </a:ext>
                </a:extLst>
              </p:cNvPr>
              <p:cNvSpPr/>
              <p:nvPr/>
            </p:nvSpPr>
            <p:spPr>
              <a:xfrm>
                <a:off x="282705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3" name="ph2074">
                <a:extLst>
                  <a:ext uri="{FF2B5EF4-FFF2-40B4-BE49-F238E27FC236}">
                    <a16:creationId xmlns:a16="http://schemas.microsoft.com/office/drawing/2014/main" id="{A974EBFB-D01C-DC9F-3A94-81778E771CAC}"/>
                  </a:ext>
                </a:extLst>
              </p:cNvPr>
              <p:cNvSpPr/>
              <p:nvPr/>
            </p:nvSpPr>
            <p:spPr>
              <a:xfrm>
                <a:off x="283649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4" name="ph2075">
                <a:extLst>
                  <a:ext uri="{FF2B5EF4-FFF2-40B4-BE49-F238E27FC236}">
                    <a16:creationId xmlns:a16="http://schemas.microsoft.com/office/drawing/2014/main" id="{2911AC7C-3A71-331B-7B52-BF62FA3109F0}"/>
                  </a:ext>
                </a:extLst>
              </p:cNvPr>
              <p:cNvSpPr/>
              <p:nvPr/>
            </p:nvSpPr>
            <p:spPr>
              <a:xfrm>
                <a:off x="284593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5" name="ph2076">
                <a:extLst>
                  <a:ext uri="{FF2B5EF4-FFF2-40B4-BE49-F238E27FC236}">
                    <a16:creationId xmlns:a16="http://schemas.microsoft.com/office/drawing/2014/main" id="{DDC4BFC5-49EE-C483-D34C-17F8093B9634}"/>
                  </a:ext>
                </a:extLst>
              </p:cNvPr>
              <p:cNvSpPr/>
              <p:nvPr/>
            </p:nvSpPr>
            <p:spPr>
              <a:xfrm>
                <a:off x="285538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6" name="ph2077">
                <a:extLst>
                  <a:ext uri="{FF2B5EF4-FFF2-40B4-BE49-F238E27FC236}">
                    <a16:creationId xmlns:a16="http://schemas.microsoft.com/office/drawing/2014/main" id="{862C8553-326D-CA1C-00C7-30FAD4B395A6}"/>
                  </a:ext>
                </a:extLst>
              </p:cNvPr>
              <p:cNvSpPr/>
              <p:nvPr/>
            </p:nvSpPr>
            <p:spPr>
              <a:xfrm>
                <a:off x="286482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7" name="ph2078">
                <a:extLst>
                  <a:ext uri="{FF2B5EF4-FFF2-40B4-BE49-F238E27FC236}">
                    <a16:creationId xmlns:a16="http://schemas.microsoft.com/office/drawing/2014/main" id="{F98D4441-85B0-F940-45DB-A6932F61C663}"/>
                  </a:ext>
                </a:extLst>
              </p:cNvPr>
              <p:cNvSpPr/>
              <p:nvPr/>
            </p:nvSpPr>
            <p:spPr>
              <a:xfrm>
                <a:off x="287426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8" name="ph2079">
                <a:extLst>
                  <a:ext uri="{FF2B5EF4-FFF2-40B4-BE49-F238E27FC236}">
                    <a16:creationId xmlns:a16="http://schemas.microsoft.com/office/drawing/2014/main" id="{C4D43065-F5AD-DC27-D183-AF5A7A5D6331}"/>
                  </a:ext>
                </a:extLst>
              </p:cNvPr>
              <p:cNvSpPr/>
              <p:nvPr/>
            </p:nvSpPr>
            <p:spPr>
              <a:xfrm>
                <a:off x="288370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9" name="ph2080">
                <a:extLst>
                  <a:ext uri="{FF2B5EF4-FFF2-40B4-BE49-F238E27FC236}">
                    <a16:creationId xmlns:a16="http://schemas.microsoft.com/office/drawing/2014/main" id="{EBB7390D-048A-BD9E-7F4B-8041BA01702A}"/>
                  </a:ext>
                </a:extLst>
              </p:cNvPr>
              <p:cNvSpPr/>
              <p:nvPr/>
            </p:nvSpPr>
            <p:spPr>
              <a:xfrm>
                <a:off x="289314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0" name="ph2081">
                <a:extLst>
                  <a:ext uri="{FF2B5EF4-FFF2-40B4-BE49-F238E27FC236}">
                    <a16:creationId xmlns:a16="http://schemas.microsoft.com/office/drawing/2014/main" id="{4343D598-08F8-85B4-44D5-7F679CBA28D5}"/>
                  </a:ext>
                </a:extLst>
              </p:cNvPr>
              <p:cNvSpPr/>
              <p:nvPr/>
            </p:nvSpPr>
            <p:spPr>
              <a:xfrm>
                <a:off x="290258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1" name="ph2082">
                <a:extLst>
                  <a:ext uri="{FF2B5EF4-FFF2-40B4-BE49-F238E27FC236}">
                    <a16:creationId xmlns:a16="http://schemas.microsoft.com/office/drawing/2014/main" id="{D8383DCC-2B8B-E50C-67E9-7A6B93308F55}"/>
                  </a:ext>
                </a:extLst>
              </p:cNvPr>
              <p:cNvSpPr/>
              <p:nvPr/>
            </p:nvSpPr>
            <p:spPr>
              <a:xfrm>
                <a:off x="291202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2" name="ph2083">
                <a:extLst>
                  <a:ext uri="{FF2B5EF4-FFF2-40B4-BE49-F238E27FC236}">
                    <a16:creationId xmlns:a16="http://schemas.microsoft.com/office/drawing/2014/main" id="{393E282A-E294-A8A2-6A13-7110EA1DC255}"/>
                  </a:ext>
                </a:extLst>
              </p:cNvPr>
              <p:cNvSpPr/>
              <p:nvPr/>
            </p:nvSpPr>
            <p:spPr>
              <a:xfrm>
                <a:off x="292146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3" name="ph2084">
                <a:extLst>
                  <a:ext uri="{FF2B5EF4-FFF2-40B4-BE49-F238E27FC236}">
                    <a16:creationId xmlns:a16="http://schemas.microsoft.com/office/drawing/2014/main" id="{242AB6D7-9AE8-8288-C55F-0CC4B9CA6A84}"/>
                  </a:ext>
                </a:extLst>
              </p:cNvPr>
              <p:cNvSpPr/>
              <p:nvPr/>
            </p:nvSpPr>
            <p:spPr>
              <a:xfrm>
                <a:off x="293090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4" name="ph2085">
                <a:extLst>
                  <a:ext uri="{FF2B5EF4-FFF2-40B4-BE49-F238E27FC236}">
                    <a16:creationId xmlns:a16="http://schemas.microsoft.com/office/drawing/2014/main" id="{EE958F50-FE41-60C7-02CA-07A4C442AE0A}"/>
                  </a:ext>
                </a:extLst>
              </p:cNvPr>
              <p:cNvSpPr/>
              <p:nvPr/>
            </p:nvSpPr>
            <p:spPr>
              <a:xfrm>
                <a:off x="294034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5" name="ph2086">
                <a:extLst>
                  <a:ext uri="{FF2B5EF4-FFF2-40B4-BE49-F238E27FC236}">
                    <a16:creationId xmlns:a16="http://schemas.microsoft.com/office/drawing/2014/main" id="{01380DD8-F236-D0ED-9B1B-D4BCB05A7EA5}"/>
                  </a:ext>
                </a:extLst>
              </p:cNvPr>
              <p:cNvSpPr/>
              <p:nvPr/>
            </p:nvSpPr>
            <p:spPr>
              <a:xfrm>
                <a:off x="294978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6" name="ph2087">
                <a:extLst>
                  <a:ext uri="{FF2B5EF4-FFF2-40B4-BE49-F238E27FC236}">
                    <a16:creationId xmlns:a16="http://schemas.microsoft.com/office/drawing/2014/main" id="{2EF30A3A-C5EE-6AB4-3778-F538E3D54DF0}"/>
                  </a:ext>
                </a:extLst>
              </p:cNvPr>
              <p:cNvSpPr/>
              <p:nvPr/>
            </p:nvSpPr>
            <p:spPr>
              <a:xfrm>
                <a:off x="295922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7" name="ph2088">
                <a:extLst>
                  <a:ext uri="{FF2B5EF4-FFF2-40B4-BE49-F238E27FC236}">
                    <a16:creationId xmlns:a16="http://schemas.microsoft.com/office/drawing/2014/main" id="{0C80D2B7-83F5-CF45-BA96-8169728A34A9}"/>
                  </a:ext>
                </a:extLst>
              </p:cNvPr>
              <p:cNvSpPr/>
              <p:nvPr/>
            </p:nvSpPr>
            <p:spPr>
              <a:xfrm>
                <a:off x="296866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8" name="ph2089">
                <a:extLst>
                  <a:ext uri="{FF2B5EF4-FFF2-40B4-BE49-F238E27FC236}">
                    <a16:creationId xmlns:a16="http://schemas.microsoft.com/office/drawing/2014/main" id="{99CAD02D-CA3A-5B28-0F91-BABE89BE9C84}"/>
                  </a:ext>
                </a:extLst>
              </p:cNvPr>
              <p:cNvSpPr/>
              <p:nvPr/>
            </p:nvSpPr>
            <p:spPr>
              <a:xfrm>
                <a:off x="297810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9" name="ph2090">
                <a:extLst>
                  <a:ext uri="{FF2B5EF4-FFF2-40B4-BE49-F238E27FC236}">
                    <a16:creationId xmlns:a16="http://schemas.microsoft.com/office/drawing/2014/main" id="{3B291EE6-B6BC-C985-CD15-50AB93DCBC2C}"/>
                  </a:ext>
                </a:extLst>
              </p:cNvPr>
              <p:cNvSpPr/>
              <p:nvPr/>
            </p:nvSpPr>
            <p:spPr>
              <a:xfrm>
                <a:off x="298754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0" name="ph2091">
                <a:extLst>
                  <a:ext uri="{FF2B5EF4-FFF2-40B4-BE49-F238E27FC236}">
                    <a16:creationId xmlns:a16="http://schemas.microsoft.com/office/drawing/2014/main" id="{60789555-B906-BE2B-27F0-E0C8E799F00C}"/>
                  </a:ext>
                </a:extLst>
              </p:cNvPr>
              <p:cNvSpPr/>
              <p:nvPr/>
            </p:nvSpPr>
            <p:spPr>
              <a:xfrm>
                <a:off x="299698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1" name="ph2092">
                <a:extLst>
                  <a:ext uri="{FF2B5EF4-FFF2-40B4-BE49-F238E27FC236}">
                    <a16:creationId xmlns:a16="http://schemas.microsoft.com/office/drawing/2014/main" id="{005E795C-26B5-6F35-172B-CC70F47C28F4}"/>
                  </a:ext>
                </a:extLst>
              </p:cNvPr>
              <p:cNvSpPr/>
              <p:nvPr/>
            </p:nvSpPr>
            <p:spPr>
              <a:xfrm>
                <a:off x="300642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2" name="ph2093">
                <a:extLst>
                  <a:ext uri="{FF2B5EF4-FFF2-40B4-BE49-F238E27FC236}">
                    <a16:creationId xmlns:a16="http://schemas.microsoft.com/office/drawing/2014/main" id="{75347D88-77A0-5E3F-C6FA-FECF7D4C2159}"/>
                  </a:ext>
                </a:extLst>
              </p:cNvPr>
              <p:cNvSpPr/>
              <p:nvPr/>
            </p:nvSpPr>
            <p:spPr>
              <a:xfrm>
                <a:off x="301586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3" name="ph2094">
                <a:extLst>
                  <a:ext uri="{FF2B5EF4-FFF2-40B4-BE49-F238E27FC236}">
                    <a16:creationId xmlns:a16="http://schemas.microsoft.com/office/drawing/2014/main" id="{CD82FF4C-3D5E-8B0D-BBE8-896C444A353D}"/>
                  </a:ext>
                </a:extLst>
              </p:cNvPr>
              <p:cNvSpPr/>
              <p:nvPr/>
            </p:nvSpPr>
            <p:spPr>
              <a:xfrm>
                <a:off x="302530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4" name="ph2095">
                <a:extLst>
                  <a:ext uri="{FF2B5EF4-FFF2-40B4-BE49-F238E27FC236}">
                    <a16:creationId xmlns:a16="http://schemas.microsoft.com/office/drawing/2014/main" id="{9771F856-7E56-5466-2CE3-1A33663376F5}"/>
                  </a:ext>
                </a:extLst>
              </p:cNvPr>
              <p:cNvSpPr/>
              <p:nvPr/>
            </p:nvSpPr>
            <p:spPr>
              <a:xfrm>
                <a:off x="303474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5" name="ph2096">
                <a:extLst>
                  <a:ext uri="{FF2B5EF4-FFF2-40B4-BE49-F238E27FC236}">
                    <a16:creationId xmlns:a16="http://schemas.microsoft.com/office/drawing/2014/main" id="{29813950-BD70-9A8D-8AE3-460182C2B597}"/>
                  </a:ext>
                </a:extLst>
              </p:cNvPr>
              <p:cNvSpPr/>
              <p:nvPr/>
            </p:nvSpPr>
            <p:spPr>
              <a:xfrm>
                <a:off x="304418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6" name="ph2097">
                <a:extLst>
                  <a:ext uri="{FF2B5EF4-FFF2-40B4-BE49-F238E27FC236}">
                    <a16:creationId xmlns:a16="http://schemas.microsoft.com/office/drawing/2014/main" id="{9318FE98-8EDC-CBB0-7F26-E69AD2208DC8}"/>
                  </a:ext>
                </a:extLst>
              </p:cNvPr>
              <p:cNvSpPr/>
              <p:nvPr/>
            </p:nvSpPr>
            <p:spPr>
              <a:xfrm>
                <a:off x="305362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7" name="ph2098">
                <a:extLst>
                  <a:ext uri="{FF2B5EF4-FFF2-40B4-BE49-F238E27FC236}">
                    <a16:creationId xmlns:a16="http://schemas.microsoft.com/office/drawing/2014/main" id="{7FF1598D-DD4A-B0A4-9A42-796BB92D8B49}"/>
                  </a:ext>
                </a:extLst>
              </p:cNvPr>
              <p:cNvSpPr/>
              <p:nvPr/>
            </p:nvSpPr>
            <p:spPr>
              <a:xfrm>
                <a:off x="306306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8" name="ph2099">
                <a:extLst>
                  <a:ext uri="{FF2B5EF4-FFF2-40B4-BE49-F238E27FC236}">
                    <a16:creationId xmlns:a16="http://schemas.microsoft.com/office/drawing/2014/main" id="{750B03C4-95DD-EE49-9FAA-E252349EC949}"/>
                  </a:ext>
                </a:extLst>
              </p:cNvPr>
              <p:cNvSpPr/>
              <p:nvPr/>
            </p:nvSpPr>
            <p:spPr>
              <a:xfrm>
                <a:off x="307250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9" name="ph2100">
                <a:extLst>
                  <a:ext uri="{FF2B5EF4-FFF2-40B4-BE49-F238E27FC236}">
                    <a16:creationId xmlns:a16="http://schemas.microsoft.com/office/drawing/2014/main" id="{DC3AFAEF-2DFA-72A1-5BB5-687388BD9D2F}"/>
                  </a:ext>
                </a:extLst>
              </p:cNvPr>
              <p:cNvSpPr/>
              <p:nvPr/>
            </p:nvSpPr>
            <p:spPr>
              <a:xfrm>
                <a:off x="308194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0" name="ph2101">
                <a:extLst>
                  <a:ext uri="{FF2B5EF4-FFF2-40B4-BE49-F238E27FC236}">
                    <a16:creationId xmlns:a16="http://schemas.microsoft.com/office/drawing/2014/main" id="{18FA607D-44BD-7CC4-544E-4A8F8A8072A2}"/>
                  </a:ext>
                </a:extLst>
              </p:cNvPr>
              <p:cNvSpPr/>
              <p:nvPr/>
            </p:nvSpPr>
            <p:spPr>
              <a:xfrm>
                <a:off x="309138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1" name="ph2102">
                <a:extLst>
                  <a:ext uri="{FF2B5EF4-FFF2-40B4-BE49-F238E27FC236}">
                    <a16:creationId xmlns:a16="http://schemas.microsoft.com/office/drawing/2014/main" id="{39D72BDD-3445-37B7-0A61-7451A978F568}"/>
                  </a:ext>
                </a:extLst>
              </p:cNvPr>
              <p:cNvSpPr/>
              <p:nvPr/>
            </p:nvSpPr>
            <p:spPr>
              <a:xfrm>
                <a:off x="310082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2" name="ph2103">
                <a:extLst>
                  <a:ext uri="{FF2B5EF4-FFF2-40B4-BE49-F238E27FC236}">
                    <a16:creationId xmlns:a16="http://schemas.microsoft.com/office/drawing/2014/main" id="{52E715A1-0B40-F0B8-BE1D-4A491716A8B6}"/>
                  </a:ext>
                </a:extLst>
              </p:cNvPr>
              <p:cNvSpPr/>
              <p:nvPr/>
            </p:nvSpPr>
            <p:spPr>
              <a:xfrm>
                <a:off x="311026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3" name="ph2104">
                <a:extLst>
                  <a:ext uri="{FF2B5EF4-FFF2-40B4-BE49-F238E27FC236}">
                    <a16:creationId xmlns:a16="http://schemas.microsoft.com/office/drawing/2014/main" id="{DE47536E-0557-53B3-3073-6817CD3EEC98}"/>
                  </a:ext>
                </a:extLst>
              </p:cNvPr>
              <p:cNvSpPr/>
              <p:nvPr/>
            </p:nvSpPr>
            <p:spPr>
              <a:xfrm>
                <a:off x="311970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4" name="ph2105">
                <a:extLst>
                  <a:ext uri="{FF2B5EF4-FFF2-40B4-BE49-F238E27FC236}">
                    <a16:creationId xmlns:a16="http://schemas.microsoft.com/office/drawing/2014/main" id="{A01820A4-ACB3-C928-DFF3-2C1B039D7E69}"/>
                  </a:ext>
                </a:extLst>
              </p:cNvPr>
              <p:cNvSpPr/>
              <p:nvPr/>
            </p:nvSpPr>
            <p:spPr>
              <a:xfrm>
                <a:off x="312914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5" name="ph2106">
                <a:extLst>
                  <a:ext uri="{FF2B5EF4-FFF2-40B4-BE49-F238E27FC236}">
                    <a16:creationId xmlns:a16="http://schemas.microsoft.com/office/drawing/2014/main" id="{ECBEF8EA-0A67-E3D5-747A-F7D6BD8C4C4F}"/>
                  </a:ext>
                </a:extLst>
              </p:cNvPr>
              <p:cNvSpPr/>
              <p:nvPr/>
            </p:nvSpPr>
            <p:spPr>
              <a:xfrm>
                <a:off x="313858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6" name="ph2107">
                <a:extLst>
                  <a:ext uri="{FF2B5EF4-FFF2-40B4-BE49-F238E27FC236}">
                    <a16:creationId xmlns:a16="http://schemas.microsoft.com/office/drawing/2014/main" id="{19A6749E-0E9B-B5AD-84EA-5CE685587379}"/>
                  </a:ext>
                </a:extLst>
              </p:cNvPr>
              <p:cNvSpPr/>
              <p:nvPr/>
            </p:nvSpPr>
            <p:spPr>
              <a:xfrm>
                <a:off x="314802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7" name="ph2108">
                <a:extLst>
                  <a:ext uri="{FF2B5EF4-FFF2-40B4-BE49-F238E27FC236}">
                    <a16:creationId xmlns:a16="http://schemas.microsoft.com/office/drawing/2014/main" id="{2B23EEF5-B8AD-72A5-8202-EC81BA3C1FDB}"/>
                  </a:ext>
                </a:extLst>
              </p:cNvPr>
              <p:cNvSpPr/>
              <p:nvPr/>
            </p:nvSpPr>
            <p:spPr>
              <a:xfrm>
                <a:off x="315746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8" name="ph2109">
                <a:extLst>
                  <a:ext uri="{FF2B5EF4-FFF2-40B4-BE49-F238E27FC236}">
                    <a16:creationId xmlns:a16="http://schemas.microsoft.com/office/drawing/2014/main" id="{84192DFB-5304-89BC-13A5-53ECC8A64099}"/>
                  </a:ext>
                </a:extLst>
              </p:cNvPr>
              <p:cNvSpPr/>
              <p:nvPr/>
            </p:nvSpPr>
            <p:spPr>
              <a:xfrm>
                <a:off x="316690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9" name="ph2110">
                <a:extLst>
                  <a:ext uri="{FF2B5EF4-FFF2-40B4-BE49-F238E27FC236}">
                    <a16:creationId xmlns:a16="http://schemas.microsoft.com/office/drawing/2014/main" id="{264E4DCF-AD1A-D9D4-F152-A874DD093546}"/>
                  </a:ext>
                </a:extLst>
              </p:cNvPr>
              <p:cNvSpPr/>
              <p:nvPr/>
            </p:nvSpPr>
            <p:spPr>
              <a:xfrm>
                <a:off x="317634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0" name="ph2111">
                <a:extLst>
                  <a:ext uri="{FF2B5EF4-FFF2-40B4-BE49-F238E27FC236}">
                    <a16:creationId xmlns:a16="http://schemas.microsoft.com/office/drawing/2014/main" id="{FBCD32A8-1315-4459-0705-666DC6C8F6CF}"/>
                  </a:ext>
                </a:extLst>
              </p:cNvPr>
              <p:cNvSpPr/>
              <p:nvPr/>
            </p:nvSpPr>
            <p:spPr>
              <a:xfrm>
                <a:off x="318578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1" name="ph2112">
                <a:extLst>
                  <a:ext uri="{FF2B5EF4-FFF2-40B4-BE49-F238E27FC236}">
                    <a16:creationId xmlns:a16="http://schemas.microsoft.com/office/drawing/2014/main" id="{8F2B5F34-706D-9E41-9AE0-85C220D378E0}"/>
                  </a:ext>
                </a:extLst>
              </p:cNvPr>
              <p:cNvSpPr/>
              <p:nvPr/>
            </p:nvSpPr>
            <p:spPr>
              <a:xfrm>
                <a:off x="319522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2" name="ph2113">
                <a:extLst>
                  <a:ext uri="{FF2B5EF4-FFF2-40B4-BE49-F238E27FC236}">
                    <a16:creationId xmlns:a16="http://schemas.microsoft.com/office/drawing/2014/main" id="{215705D5-3B4F-1911-54E3-97B977D3F799}"/>
                  </a:ext>
                </a:extLst>
              </p:cNvPr>
              <p:cNvSpPr/>
              <p:nvPr/>
            </p:nvSpPr>
            <p:spPr>
              <a:xfrm>
                <a:off x="320466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3" name="ph2114">
                <a:extLst>
                  <a:ext uri="{FF2B5EF4-FFF2-40B4-BE49-F238E27FC236}">
                    <a16:creationId xmlns:a16="http://schemas.microsoft.com/office/drawing/2014/main" id="{F8EA8114-93D8-D466-3A40-5B0C702EEB13}"/>
                  </a:ext>
                </a:extLst>
              </p:cNvPr>
              <p:cNvSpPr/>
              <p:nvPr/>
            </p:nvSpPr>
            <p:spPr>
              <a:xfrm>
                <a:off x="321410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4" name="ph2115">
                <a:extLst>
                  <a:ext uri="{FF2B5EF4-FFF2-40B4-BE49-F238E27FC236}">
                    <a16:creationId xmlns:a16="http://schemas.microsoft.com/office/drawing/2014/main" id="{CA39A8D3-1F85-5912-A955-7480131F459D}"/>
                  </a:ext>
                </a:extLst>
              </p:cNvPr>
              <p:cNvSpPr/>
              <p:nvPr/>
            </p:nvSpPr>
            <p:spPr>
              <a:xfrm>
                <a:off x="322354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5" name="ph2116">
                <a:extLst>
                  <a:ext uri="{FF2B5EF4-FFF2-40B4-BE49-F238E27FC236}">
                    <a16:creationId xmlns:a16="http://schemas.microsoft.com/office/drawing/2014/main" id="{3940C0C5-EDD9-60DC-6427-4F97AC360AFC}"/>
                  </a:ext>
                </a:extLst>
              </p:cNvPr>
              <p:cNvSpPr/>
              <p:nvPr/>
            </p:nvSpPr>
            <p:spPr>
              <a:xfrm>
                <a:off x="323298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6" name="ph2117">
                <a:extLst>
                  <a:ext uri="{FF2B5EF4-FFF2-40B4-BE49-F238E27FC236}">
                    <a16:creationId xmlns:a16="http://schemas.microsoft.com/office/drawing/2014/main" id="{8C288A9B-7C80-51CA-A92A-DFB9D0576364}"/>
                  </a:ext>
                </a:extLst>
              </p:cNvPr>
              <p:cNvSpPr/>
              <p:nvPr/>
            </p:nvSpPr>
            <p:spPr>
              <a:xfrm>
                <a:off x="324242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7" name="ph2118">
                <a:extLst>
                  <a:ext uri="{FF2B5EF4-FFF2-40B4-BE49-F238E27FC236}">
                    <a16:creationId xmlns:a16="http://schemas.microsoft.com/office/drawing/2014/main" id="{3A45A370-4B6F-F1AA-4225-CE98728176EF}"/>
                  </a:ext>
                </a:extLst>
              </p:cNvPr>
              <p:cNvSpPr/>
              <p:nvPr/>
            </p:nvSpPr>
            <p:spPr>
              <a:xfrm>
                <a:off x="325187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8" name="ph2119">
                <a:extLst>
                  <a:ext uri="{FF2B5EF4-FFF2-40B4-BE49-F238E27FC236}">
                    <a16:creationId xmlns:a16="http://schemas.microsoft.com/office/drawing/2014/main" id="{16BA20F8-586F-0594-2D3D-652394410658}"/>
                  </a:ext>
                </a:extLst>
              </p:cNvPr>
              <p:cNvSpPr/>
              <p:nvPr/>
            </p:nvSpPr>
            <p:spPr>
              <a:xfrm>
                <a:off x="326131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9" name="ph2120">
                <a:extLst>
                  <a:ext uri="{FF2B5EF4-FFF2-40B4-BE49-F238E27FC236}">
                    <a16:creationId xmlns:a16="http://schemas.microsoft.com/office/drawing/2014/main" id="{8494185C-078C-A611-C96B-5864DFD0E3B4}"/>
                  </a:ext>
                </a:extLst>
              </p:cNvPr>
              <p:cNvSpPr/>
              <p:nvPr/>
            </p:nvSpPr>
            <p:spPr>
              <a:xfrm>
                <a:off x="327075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0" name="ph2121">
                <a:extLst>
                  <a:ext uri="{FF2B5EF4-FFF2-40B4-BE49-F238E27FC236}">
                    <a16:creationId xmlns:a16="http://schemas.microsoft.com/office/drawing/2014/main" id="{4CB0DF10-0804-8AD1-B6DC-AF43E9B9635A}"/>
                  </a:ext>
                </a:extLst>
              </p:cNvPr>
              <p:cNvSpPr/>
              <p:nvPr/>
            </p:nvSpPr>
            <p:spPr>
              <a:xfrm>
                <a:off x="328019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1" name="ph2122">
                <a:extLst>
                  <a:ext uri="{FF2B5EF4-FFF2-40B4-BE49-F238E27FC236}">
                    <a16:creationId xmlns:a16="http://schemas.microsoft.com/office/drawing/2014/main" id="{CAFF16A2-ACF8-4424-1F6A-1662E406C4CD}"/>
                  </a:ext>
                </a:extLst>
              </p:cNvPr>
              <p:cNvSpPr/>
              <p:nvPr/>
            </p:nvSpPr>
            <p:spPr>
              <a:xfrm>
                <a:off x="328963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2" name="ph2123">
                <a:extLst>
                  <a:ext uri="{FF2B5EF4-FFF2-40B4-BE49-F238E27FC236}">
                    <a16:creationId xmlns:a16="http://schemas.microsoft.com/office/drawing/2014/main" id="{222756F3-A4EF-BD62-B040-C4AA572CDE1E}"/>
                  </a:ext>
                </a:extLst>
              </p:cNvPr>
              <p:cNvSpPr/>
              <p:nvPr/>
            </p:nvSpPr>
            <p:spPr>
              <a:xfrm>
                <a:off x="329907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3" name="ph2124">
                <a:extLst>
                  <a:ext uri="{FF2B5EF4-FFF2-40B4-BE49-F238E27FC236}">
                    <a16:creationId xmlns:a16="http://schemas.microsoft.com/office/drawing/2014/main" id="{18100516-4EF6-F21C-0AB5-68AFFE54127F}"/>
                  </a:ext>
                </a:extLst>
              </p:cNvPr>
              <p:cNvSpPr/>
              <p:nvPr/>
            </p:nvSpPr>
            <p:spPr>
              <a:xfrm>
                <a:off x="330851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4" name="ph2125">
                <a:extLst>
                  <a:ext uri="{FF2B5EF4-FFF2-40B4-BE49-F238E27FC236}">
                    <a16:creationId xmlns:a16="http://schemas.microsoft.com/office/drawing/2014/main" id="{D75BB878-DEE0-40B2-1912-1B30CB080D6F}"/>
                  </a:ext>
                </a:extLst>
              </p:cNvPr>
              <p:cNvSpPr/>
              <p:nvPr/>
            </p:nvSpPr>
            <p:spPr>
              <a:xfrm>
                <a:off x="331795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5" name="ph2126">
                <a:extLst>
                  <a:ext uri="{FF2B5EF4-FFF2-40B4-BE49-F238E27FC236}">
                    <a16:creationId xmlns:a16="http://schemas.microsoft.com/office/drawing/2014/main" id="{D2972FF0-9BFA-5B4E-23AE-0003BC7FE595}"/>
                  </a:ext>
                </a:extLst>
              </p:cNvPr>
              <p:cNvSpPr/>
              <p:nvPr/>
            </p:nvSpPr>
            <p:spPr>
              <a:xfrm>
                <a:off x="3327392" y="2343490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8546"/>
                    </a:lnTo>
                    <a:lnTo>
                      <a:pt x="922237" y="911148"/>
                    </a:lnTo>
                    <a:lnTo>
                      <a:pt x="920693" y="913734"/>
                    </a:lnTo>
                    <a:lnTo>
                      <a:pt x="920295" y="91439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6" name="ph2127">
                <a:extLst>
                  <a:ext uri="{FF2B5EF4-FFF2-40B4-BE49-F238E27FC236}">
                    <a16:creationId xmlns:a16="http://schemas.microsoft.com/office/drawing/2014/main" id="{CFA2E5FF-077D-BFA0-8807-E426A825986B}"/>
                  </a:ext>
                </a:extLst>
              </p:cNvPr>
              <p:cNvSpPr/>
              <p:nvPr/>
            </p:nvSpPr>
            <p:spPr>
              <a:xfrm>
                <a:off x="3336832" y="2325920"/>
                <a:ext cx="920769" cy="926033"/>
              </a:xfrm>
              <a:custGeom>
                <a:avLst/>
                <a:gdLst/>
                <a:ahLst/>
                <a:cxnLst/>
                <a:rect l="0" t="0" r="0" b="0"/>
                <a:pathLst>
                  <a:path w="920769" h="926033">
                    <a:moveTo>
                      <a:pt x="914400" y="914400"/>
                    </a:moveTo>
                    <a:lnTo>
                      <a:pt x="920769" y="914400"/>
                    </a:lnTo>
                    <a:lnTo>
                      <a:pt x="918515" y="918789"/>
                    </a:lnTo>
                    <a:lnTo>
                      <a:pt x="914400" y="926033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7" name="ph2128">
                <a:extLst>
                  <a:ext uri="{FF2B5EF4-FFF2-40B4-BE49-F238E27FC236}">
                    <a16:creationId xmlns:a16="http://schemas.microsoft.com/office/drawing/2014/main" id="{1B0E40B2-A979-1545-C05F-DC08B7B79F09}"/>
                  </a:ext>
                </a:extLst>
              </p:cNvPr>
              <p:cNvSpPr/>
              <p:nvPr/>
            </p:nvSpPr>
            <p:spPr>
              <a:xfrm>
                <a:off x="2421129" y="230835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8977" y="931969"/>
                    </a:lnTo>
                    <a:lnTo>
                      <a:pt x="909065" y="924157"/>
                    </a:lnTo>
                    <a:lnTo>
                      <a:pt x="909447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8" name="ph2129">
                <a:extLst>
                  <a:ext uri="{FF2B5EF4-FFF2-40B4-BE49-F238E27FC236}">
                    <a16:creationId xmlns:a16="http://schemas.microsoft.com/office/drawing/2014/main" id="{9154CFC8-4197-F558-167A-D0D1FC0D903F}"/>
                  </a:ext>
                </a:extLst>
              </p:cNvPr>
              <p:cNvSpPr/>
              <p:nvPr/>
            </p:nvSpPr>
            <p:spPr>
              <a:xfrm>
                <a:off x="242112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9" name="ph2130">
                <a:extLst>
                  <a:ext uri="{FF2B5EF4-FFF2-40B4-BE49-F238E27FC236}">
                    <a16:creationId xmlns:a16="http://schemas.microsoft.com/office/drawing/2014/main" id="{5009FE83-B9F7-49FC-2F55-C3816486C0C6}"/>
                  </a:ext>
                </a:extLst>
              </p:cNvPr>
              <p:cNvSpPr/>
              <p:nvPr/>
            </p:nvSpPr>
            <p:spPr>
              <a:xfrm>
                <a:off x="243056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0" name="ph2131">
                <a:extLst>
                  <a:ext uri="{FF2B5EF4-FFF2-40B4-BE49-F238E27FC236}">
                    <a16:creationId xmlns:a16="http://schemas.microsoft.com/office/drawing/2014/main" id="{FCA6FB7F-D31B-CD99-B98F-94A36E3BF97D}"/>
                  </a:ext>
                </a:extLst>
              </p:cNvPr>
              <p:cNvSpPr/>
              <p:nvPr/>
            </p:nvSpPr>
            <p:spPr>
              <a:xfrm>
                <a:off x="244000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1" name="ph2132">
                <a:extLst>
                  <a:ext uri="{FF2B5EF4-FFF2-40B4-BE49-F238E27FC236}">
                    <a16:creationId xmlns:a16="http://schemas.microsoft.com/office/drawing/2014/main" id="{CA234C73-6497-078E-2595-FA93D5736F49}"/>
                  </a:ext>
                </a:extLst>
              </p:cNvPr>
              <p:cNvSpPr/>
              <p:nvPr/>
            </p:nvSpPr>
            <p:spPr>
              <a:xfrm>
                <a:off x="244944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2" name="ph2133">
                <a:extLst>
                  <a:ext uri="{FF2B5EF4-FFF2-40B4-BE49-F238E27FC236}">
                    <a16:creationId xmlns:a16="http://schemas.microsoft.com/office/drawing/2014/main" id="{4E224FDA-DED1-A2C6-6981-3070E041E302}"/>
                  </a:ext>
                </a:extLst>
              </p:cNvPr>
              <p:cNvSpPr/>
              <p:nvPr/>
            </p:nvSpPr>
            <p:spPr>
              <a:xfrm>
                <a:off x="245889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3" name="ph2134">
                <a:extLst>
                  <a:ext uri="{FF2B5EF4-FFF2-40B4-BE49-F238E27FC236}">
                    <a16:creationId xmlns:a16="http://schemas.microsoft.com/office/drawing/2014/main" id="{6CDACE1B-77C8-90FD-475F-0D9B18323484}"/>
                  </a:ext>
                </a:extLst>
              </p:cNvPr>
              <p:cNvSpPr/>
              <p:nvPr/>
            </p:nvSpPr>
            <p:spPr>
              <a:xfrm>
                <a:off x="246833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4" name="ph2135">
                <a:extLst>
                  <a:ext uri="{FF2B5EF4-FFF2-40B4-BE49-F238E27FC236}">
                    <a16:creationId xmlns:a16="http://schemas.microsoft.com/office/drawing/2014/main" id="{D04066F4-A203-86CC-F817-789FC595F16D}"/>
                  </a:ext>
                </a:extLst>
              </p:cNvPr>
              <p:cNvSpPr/>
              <p:nvPr/>
            </p:nvSpPr>
            <p:spPr>
              <a:xfrm>
                <a:off x="247777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5" name="ph2136">
                <a:extLst>
                  <a:ext uri="{FF2B5EF4-FFF2-40B4-BE49-F238E27FC236}">
                    <a16:creationId xmlns:a16="http://schemas.microsoft.com/office/drawing/2014/main" id="{F8D9DBF2-C803-7EF6-61E2-6F272518D869}"/>
                  </a:ext>
                </a:extLst>
              </p:cNvPr>
              <p:cNvSpPr/>
              <p:nvPr/>
            </p:nvSpPr>
            <p:spPr>
              <a:xfrm>
                <a:off x="248721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6" name="ph2137">
                <a:extLst>
                  <a:ext uri="{FF2B5EF4-FFF2-40B4-BE49-F238E27FC236}">
                    <a16:creationId xmlns:a16="http://schemas.microsoft.com/office/drawing/2014/main" id="{2E0494E6-F0A0-C419-8614-60F33733239A}"/>
                  </a:ext>
                </a:extLst>
              </p:cNvPr>
              <p:cNvSpPr/>
              <p:nvPr/>
            </p:nvSpPr>
            <p:spPr>
              <a:xfrm>
                <a:off x="249665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7" name="ph2138">
                <a:extLst>
                  <a:ext uri="{FF2B5EF4-FFF2-40B4-BE49-F238E27FC236}">
                    <a16:creationId xmlns:a16="http://schemas.microsoft.com/office/drawing/2014/main" id="{144FEF28-4FB3-07F9-B3E9-AE5007862BC3}"/>
                  </a:ext>
                </a:extLst>
              </p:cNvPr>
              <p:cNvSpPr/>
              <p:nvPr/>
            </p:nvSpPr>
            <p:spPr>
              <a:xfrm>
                <a:off x="250609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8" name="ph2139">
                <a:extLst>
                  <a:ext uri="{FF2B5EF4-FFF2-40B4-BE49-F238E27FC236}">
                    <a16:creationId xmlns:a16="http://schemas.microsoft.com/office/drawing/2014/main" id="{7C256E8D-ED30-0051-39F2-3EB3DEB2DE76}"/>
                  </a:ext>
                </a:extLst>
              </p:cNvPr>
              <p:cNvSpPr/>
              <p:nvPr/>
            </p:nvSpPr>
            <p:spPr>
              <a:xfrm>
                <a:off x="251553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9" name="ph2140">
                <a:extLst>
                  <a:ext uri="{FF2B5EF4-FFF2-40B4-BE49-F238E27FC236}">
                    <a16:creationId xmlns:a16="http://schemas.microsoft.com/office/drawing/2014/main" id="{34E3352B-5B6B-6384-DEEB-33F78A278652}"/>
                  </a:ext>
                </a:extLst>
              </p:cNvPr>
              <p:cNvSpPr/>
              <p:nvPr/>
            </p:nvSpPr>
            <p:spPr>
              <a:xfrm>
                <a:off x="252497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0" name="ph2141">
                <a:extLst>
                  <a:ext uri="{FF2B5EF4-FFF2-40B4-BE49-F238E27FC236}">
                    <a16:creationId xmlns:a16="http://schemas.microsoft.com/office/drawing/2014/main" id="{C79BBE0E-B18D-51C3-2F9B-D92CA92B99A7}"/>
                  </a:ext>
                </a:extLst>
              </p:cNvPr>
              <p:cNvSpPr/>
              <p:nvPr/>
            </p:nvSpPr>
            <p:spPr>
              <a:xfrm>
                <a:off x="253441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1" name="ph2142">
                <a:extLst>
                  <a:ext uri="{FF2B5EF4-FFF2-40B4-BE49-F238E27FC236}">
                    <a16:creationId xmlns:a16="http://schemas.microsoft.com/office/drawing/2014/main" id="{FDE35EF1-33E3-DEBE-893C-02B96859DDEF}"/>
                  </a:ext>
                </a:extLst>
              </p:cNvPr>
              <p:cNvSpPr/>
              <p:nvPr/>
            </p:nvSpPr>
            <p:spPr>
              <a:xfrm>
                <a:off x="254385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2" name="ph2143">
                <a:extLst>
                  <a:ext uri="{FF2B5EF4-FFF2-40B4-BE49-F238E27FC236}">
                    <a16:creationId xmlns:a16="http://schemas.microsoft.com/office/drawing/2014/main" id="{3AEDD77E-281F-DB6E-062F-E2BA1B398C26}"/>
                  </a:ext>
                </a:extLst>
              </p:cNvPr>
              <p:cNvSpPr/>
              <p:nvPr/>
            </p:nvSpPr>
            <p:spPr>
              <a:xfrm>
                <a:off x="255329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3" name="ph2144">
                <a:extLst>
                  <a:ext uri="{FF2B5EF4-FFF2-40B4-BE49-F238E27FC236}">
                    <a16:creationId xmlns:a16="http://schemas.microsoft.com/office/drawing/2014/main" id="{26574157-04BB-292B-5534-A4BF7711F87E}"/>
                  </a:ext>
                </a:extLst>
              </p:cNvPr>
              <p:cNvSpPr/>
              <p:nvPr/>
            </p:nvSpPr>
            <p:spPr>
              <a:xfrm>
                <a:off x="256273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4" name="ph2145">
                <a:extLst>
                  <a:ext uri="{FF2B5EF4-FFF2-40B4-BE49-F238E27FC236}">
                    <a16:creationId xmlns:a16="http://schemas.microsoft.com/office/drawing/2014/main" id="{BD966C30-8EB0-DAB8-F337-68012FD5D044}"/>
                  </a:ext>
                </a:extLst>
              </p:cNvPr>
              <p:cNvSpPr/>
              <p:nvPr/>
            </p:nvSpPr>
            <p:spPr>
              <a:xfrm>
                <a:off x="257217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5" name="ph2146">
                <a:extLst>
                  <a:ext uri="{FF2B5EF4-FFF2-40B4-BE49-F238E27FC236}">
                    <a16:creationId xmlns:a16="http://schemas.microsoft.com/office/drawing/2014/main" id="{FF2346FC-314B-B3CA-7A31-02216192F3A8}"/>
                  </a:ext>
                </a:extLst>
              </p:cNvPr>
              <p:cNvSpPr/>
              <p:nvPr/>
            </p:nvSpPr>
            <p:spPr>
              <a:xfrm>
                <a:off x="258161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6" name="ph2147">
                <a:extLst>
                  <a:ext uri="{FF2B5EF4-FFF2-40B4-BE49-F238E27FC236}">
                    <a16:creationId xmlns:a16="http://schemas.microsoft.com/office/drawing/2014/main" id="{9A980BDB-53FE-B77F-0302-A1FE4076C0F5}"/>
                  </a:ext>
                </a:extLst>
              </p:cNvPr>
              <p:cNvSpPr/>
              <p:nvPr/>
            </p:nvSpPr>
            <p:spPr>
              <a:xfrm>
                <a:off x="259105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7" name="ph2148">
                <a:extLst>
                  <a:ext uri="{FF2B5EF4-FFF2-40B4-BE49-F238E27FC236}">
                    <a16:creationId xmlns:a16="http://schemas.microsoft.com/office/drawing/2014/main" id="{79760294-C2B7-5314-C71D-2C16BBA13CBD}"/>
                  </a:ext>
                </a:extLst>
              </p:cNvPr>
              <p:cNvSpPr/>
              <p:nvPr/>
            </p:nvSpPr>
            <p:spPr>
              <a:xfrm>
                <a:off x="260049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8" name="ph2149">
                <a:extLst>
                  <a:ext uri="{FF2B5EF4-FFF2-40B4-BE49-F238E27FC236}">
                    <a16:creationId xmlns:a16="http://schemas.microsoft.com/office/drawing/2014/main" id="{40D01A67-BEDA-92A1-6AAD-CAD98A5FEDCA}"/>
                  </a:ext>
                </a:extLst>
              </p:cNvPr>
              <p:cNvSpPr/>
              <p:nvPr/>
            </p:nvSpPr>
            <p:spPr>
              <a:xfrm>
                <a:off x="260993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9" name="ph2150">
                <a:extLst>
                  <a:ext uri="{FF2B5EF4-FFF2-40B4-BE49-F238E27FC236}">
                    <a16:creationId xmlns:a16="http://schemas.microsoft.com/office/drawing/2014/main" id="{0B56BE2D-0E50-2440-A253-21DD7201C593}"/>
                  </a:ext>
                </a:extLst>
              </p:cNvPr>
              <p:cNvSpPr/>
              <p:nvPr/>
            </p:nvSpPr>
            <p:spPr>
              <a:xfrm>
                <a:off x="261937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0" name="ph2151">
                <a:extLst>
                  <a:ext uri="{FF2B5EF4-FFF2-40B4-BE49-F238E27FC236}">
                    <a16:creationId xmlns:a16="http://schemas.microsoft.com/office/drawing/2014/main" id="{BE4101E9-A6A9-1B31-E0F7-26040AA6C2D0}"/>
                  </a:ext>
                </a:extLst>
              </p:cNvPr>
              <p:cNvSpPr/>
              <p:nvPr/>
            </p:nvSpPr>
            <p:spPr>
              <a:xfrm>
                <a:off x="262881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1" name="ph2152">
                <a:extLst>
                  <a:ext uri="{FF2B5EF4-FFF2-40B4-BE49-F238E27FC236}">
                    <a16:creationId xmlns:a16="http://schemas.microsoft.com/office/drawing/2014/main" id="{EE8AEA16-BF05-BCA4-5AD7-AA03992616A4}"/>
                  </a:ext>
                </a:extLst>
              </p:cNvPr>
              <p:cNvSpPr/>
              <p:nvPr/>
            </p:nvSpPr>
            <p:spPr>
              <a:xfrm>
                <a:off x="263825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2" name="ph2153">
                <a:extLst>
                  <a:ext uri="{FF2B5EF4-FFF2-40B4-BE49-F238E27FC236}">
                    <a16:creationId xmlns:a16="http://schemas.microsoft.com/office/drawing/2014/main" id="{3D5621F2-4591-2854-ECF4-E4909EBD7EE5}"/>
                  </a:ext>
                </a:extLst>
              </p:cNvPr>
              <p:cNvSpPr/>
              <p:nvPr/>
            </p:nvSpPr>
            <p:spPr>
              <a:xfrm>
                <a:off x="264769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3" name="ph2154">
                <a:extLst>
                  <a:ext uri="{FF2B5EF4-FFF2-40B4-BE49-F238E27FC236}">
                    <a16:creationId xmlns:a16="http://schemas.microsoft.com/office/drawing/2014/main" id="{10CBABD4-B3B4-D478-B793-8B4AEC262A4B}"/>
                  </a:ext>
                </a:extLst>
              </p:cNvPr>
              <p:cNvSpPr/>
              <p:nvPr/>
            </p:nvSpPr>
            <p:spPr>
              <a:xfrm>
                <a:off x="265713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4" name="ph2155">
                <a:extLst>
                  <a:ext uri="{FF2B5EF4-FFF2-40B4-BE49-F238E27FC236}">
                    <a16:creationId xmlns:a16="http://schemas.microsoft.com/office/drawing/2014/main" id="{CCE948E6-4A1E-2617-E312-58FE318C6815}"/>
                  </a:ext>
                </a:extLst>
              </p:cNvPr>
              <p:cNvSpPr/>
              <p:nvPr/>
            </p:nvSpPr>
            <p:spPr>
              <a:xfrm>
                <a:off x="266657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5" name="ph2156">
                <a:extLst>
                  <a:ext uri="{FF2B5EF4-FFF2-40B4-BE49-F238E27FC236}">
                    <a16:creationId xmlns:a16="http://schemas.microsoft.com/office/drawing/2014/main" id="{34607FA7-49B1-5105-EEA8-E00A35E7508B}"/>
                  </a:ext>
                </a:extLst>
              </p:cNvPr>
              <p:cNvSpPr/>
              <p:nvPr/>
            </p:nvSpPr>
            <p:spPr>
              <a:xfrm>
                <a:off x="267601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6" name="ph2157">
                <a:extLst>
                  <a:ext uri="{FF2B5EF4-FFF2-40B4-BE49-F238E27FC236}">
                    <a16:creationId xmlns:a16="http://schemas.microsoft.com/office/drawing/2014/main" id="{B97EA452-0FAE-2E55-26A5-AA41D5E1137F}"/>
                  </a:ext>
                </a:extLst>
              </p:cNvPr>
              <p:cNvSpPr/>
              <p:nvPr/>
            </p:nvSpPr>
            <p:spPr>
              <a:xfrm>
                <a:off x="268545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7" name="ph2158">
                <a:extLst>
                  <a:ext uri="{FF2B5EF4-FFF2-40B4-BE49-F238E27FC236}">
                    <a16:creationId xmlns:a16="http://schemas.microsoft.com/office/drawing/2014/main" id="{03015423-3873-FA11-F6F6-582A22329AD7}"/>
                  </a:ext>
                </a:extLst>
              </p:cNvPr>
              <p:cNvSpPr/>
              <p:nvPr/>
            </p:nvSpPr>
            <p:spPr>
              <a:xfrm>
                <a:off x="269489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8" name="ph2159">
                <a:extLst>
                  <a:ext uri="{FF2B5EF4-FFF2-40B4-BE49-F238E27FC236}">
                    <a16:creationId xmlns:a16="http://schemas.microsoft.com/office/drawing/2014/main" id="{2B2BAC95-5358-4D54-8B4B-D038F3818F0B}"/>
                  </a:ext>
                </a:extLst>
              </p:cNvPr>
              <p:cNvSpPr/>
              <p:nvPr/>
            </p:nvSpPr>
            <p:spPr>
              <a:xfrm>
                <a:off x="270433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9" name="ph2160">
                <a:extLst>
                  <a:ext uri="{FF2B5EF4-FFF2-40B4-BE49-F238E27FC236}">
                    <a16:creationId xmlns:a16="http://schemas.microsoft.com/office/drawing/2014/main" id="{11980D5A-89F1-F248-8195-A6F865F16AC0}"/>
                  </a:ext>
                </a:extLst>
              </p:cNvPr>
              <p:cNvSpPr/>
              <p:nvPr/>
            </p:nvSpPr>
            <p:spPr>
              <a:xfrm>
                <a:off x="2713776" y="2325920"/>
                <a:ext cx="922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2879" y="896830"/>
                    </a:lnTo>
                    <a:lnTo>
                      <a:pt x="922443" y="899719"/>
                    </a:lnTo>
                    <a:lnTo>
                      <a:pt x="920515" y="910313"/>
                    </a:lnTo>
                    <a:lnTo>
                      <a:pt x="919639" y="914400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0" name="ph2161">
                <a:extLst>
                  <a:ext uri="{FF2B5EF4-FFF2-40B4-BE49-F238E27FC236}">
                    <a16:creationId xmlns:a16="http://schemas.microsoft.com/office/drawing/2014/main" id="{4561E06C-35BD-3B50-A8AB-04FB82DA646B}"/>
                  </a:ext>
                </a:extLst>
              </p:cNvPr>
              <p:cNvSpPr/>
              <p:nvPr/>
            </p:nvSpPr>
            <p:spPr>
              <a:xfrm>
                <a:off x="2789298" y="232592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264" y="914400"/>
                    </a:lnTo>
                    <a:lnTo>
                      <a:pt x="909755" y="913382"/>
                    </a:lnTo>
                    <a:lnTo>
                      <a:pt x="913675" y="906021"/>
                    </a:lnTo>
                    <a:lnTo>
                      <a:pt x="914399" y="904788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1" name="ph2162">
                <a:extLst>
                  <a:ext uri="{FF2B5EF4-FFF2-40B4-BE49-F238E27FC236}">
                    <a16:creationId xmlns:a16="http://schemas.microsoft.com/office/drawing/2014/main" id="{4810655D-2F5E-8543-77F8-9C185426E551}"/>
                  </a:ext>
                </a:extLst>
              </p:cNvPr>
              <p:cNvSpPr/>
              <p:nvPr/>
            </p:nvSpPr>
            <p:spPr>
              <a:xfrm>
                <a:off x="2798738" y="230835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58"/>
                    </a:lnTo>
                    <a:lnTo>
                      <a:pt x="908344" y="916597"/>
                    </a:lnTo>
                    <a:lnTo>
                      <a:pt x="909770" y="914400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2" name="ph2163">
                <a:extLst>
                  <a:ext uri="{FF2B5EF4-FFF2-40B4-BE49-F238E27FC236}">
                    <a16:creationId xmlns:a16="http://schemas.microsoft.com/office/drawing/2014/main" id="{E7B0C897-BCAB-7AB9-6BF7-44AF95D567C6}"/>
                  </a:ext>
                </a:extLst>
              </p:cNvPr>
              <p:cNvSpPr/>
              <p:nvPr/>
            </p:nvSpPr>
            <p:spPr>
              <a:xfrm>
                <a:off x="279873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3" name="ph2164">
                <a:extLst>
                  <a:ext uri="{FF2B5EF4-FFF2-40B4-BE49-F238E27FC236}">
                    <a16:creationId xmlns:a16="http://schemas.microsoft.com/office/drawing/2014/main" id="{C26F97FA-9EC3-E3C1-8423-27E3220CFA81}"/>
                  </a:ext>
                </a:extLst>
              </p:cNvPr>
              <p:cNvSpPr/>
              <p:nvPr/>
            </p:nvSpPr>
            <p:spPr>
              <a:xfrm>
                <a:off x="280817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4" name="ph2165">
                <a:extLst>
                  <a:ext uri="{FF2B5EF4-FFF2-40B4-BE49-F238E27FC236}">
                    <a16:creationId xmlns:a16="http://schemas.microsoft.com/office/drawing/2014/main" id="{19E79E79-3EEC-34C9-C66A-0C97393ACF28}"/>
                  </a:ext>
                </a:extLst>
              </p:cNvPr>
              <p:cNvSpPr/>
              <p:nvPr/>
            </p:nvSpPr>
            <p:spPr>
              <a:xfrm>
                <a:off x="281761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5" name="ph2166">
                <a:extLst>
                  <a:ext uri="{FF2B5EF4-FFF2-40B4-BE49-F238E27FC236}">
                    <a16:creationId xmlns:a16="http://schemas.microsoft.com/office/drawing/2014/main" id="{651B5BEB-9FAB-D2FA-EBC7-89E901BE95CB}"/>
                  </a:ext>
                </a:extLst>
              </p:cNvPr>
              <p:cNvSpPr/>
              <p:nvPr/>
            </p:nvSpPr>
            <p:spPr>
              <a:xfrm>
                <a:off x="282705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6" name="ph2167">
                <a:extLst>
                  <a:ext uri="{FF2B5EF4-FFF2-40B4-BE49-F238E27FC236}">
                    <a16:creationId xmlns:a16="http://schemas.microsoft.com/office/drawing/2014/main" id="{69C75ED1-7997-6DB1-2252-854FDBA17178}"/>
                  </a:ext>
                </a:extLst>
              </p:cNvPr>
              <p:cNvSpPr/>
              <p:nvPr/>
            </p:nvSpPr>
            <p:spPr>
              <a:xfrm>
                <a:off x="283649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7" name="ph2168">
                <a:extLst>
                  <a:ext uri="{FF2B5EF4-FFF2-40B4-BE49-F238E27FC236}">
                    <a16:creationId xmlns:a16="http://schemas.microsoft.com/office/drawing/2014/main" id="{F192FFB0-28D3-1990-B0A3-DEBA6FD08071}"/>
                  </a:ext>
                </a:extLst>
              </p:cNvPr>
              <p:cNvSpPr/>
              <p:nvPr/>
            </p:nvSpPr>
            <p:spPr>
              <a:xfrm>
                <a:off x="284593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8" name="ph2169">
                <a:extLst>
                  <a:ext uri="{FF2B5EF4-FFF2-40B4-BE49-F238E27FC236}">
                    <a16:creationId xmlns:a16="http://schemas.microsoft.com/office/drawing/2014/main" id="{00124A7B-7B93-8031-812A-F592C939885F}"/>
                  </a:ext>
                </a:extLst>
              </p:cNvPr>
              <p:cNvSpPr/>
              <p:nvPr/>
            </p:nvSpPr>
            <p:spPr>
              <a:xfrm>
                <a:off x="285538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9" name="ph2170">
                <a:extLst>
                  <a:ext uri="{FF2B5EF4-FFF2-40B4-BE49-F238E27FC236}">
                    <a16:creationId xmlns:a16="http://schemas.microsoft.com/office/drawing/2014/main" id="{3CCBA006-3B22-306C-B964-5704881A4F0B}"/>
                  </a:ext>
                </a:extLst>
              </p:cNvPr>
              <p:cNvSpPr/>
              <p:nvPr/>
            </p:nvSpPr>
            <p:spPr>
              <a:xfrm>
                <a:off x="286482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0" name="ph2171">
                <a:extLst>
                  <a:ext uri="{FF2B5EF4-FFF2-40B4-BE49-F238E27FC236}">
                    <a16:creationId xmlns:a16="http://schemas.microsoft.com/office/drawing/2014/main" id="{D3F183E6-EDA5-AD8F-9229-3B2C2517BF99}"/>
                  </a:ext>
                </a:extLst>
              </p:cNvPr>
              <p:cNvSpPr/>
              <p:nvPr/>
            </p:nvSpPr>
            <p:spPr>
              <a:xfrm>
                <a:off x="287426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1" name="ph2172">
                <a:extLst>
                  <a:ext uri="{FF2B5EF4-FFF2-40B4-BE49-F238E27FC236}">
                    <a16:creationId xmlns:a16="http://schemas.microsoft.com/office/drawing/2014/main" id="{1DCA08D3-639A-764C-6CB6-8DEE1A75DBED}"/>
                  </a:ext>
                </a:extLst>
              </p:cNvPr>
              <p:cNvSpPr/>
              <p:nvPr/>
            </p:nvSpPr>
            <p:spPr>
              <a:xfrm>
                <a:off x="288370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2" name="ph2173">
                <a:extLst>
                  <a:ext uri="{FF2B5EF4-FFF2-40B4-BE49-F238E27FC236}">
                    <a16:creationId xmlns:a16="http://schemas.microsoft.com/office/drawing/2014/main" id="{2A4FD2A8-C70B-B8D7-A0B8-832A701FE872}"/>
                  </a:ext>
                </a:extLst>
              </p:cNvPr>
              <p:cNvSpPr/>
              <p:nvPr/>
            </p:nvSpPr>
            <p:spPr>
              <a:xfrm>
                <a:off x="289314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3" name="ph2174">
                <a:extLst>
                  <a:ext uri="{FF2B5EF4-FFF2-40B4-BE49-F238E27FC236}">
                    <a16:creationId xmlns:a16="http://schemas.microsoft.com/office/drawing/2014/main" id="{36028951-89E7-2FD1-CB67-F65AEB7C05D6}"/>
                  </a:ext>
                </a:extLst>
              </p:cNvPr>
              <p:cNvSpPr/>
              <p:nvPr/>
            </p:nvSpPr>
            <p:spPr>
              <a:xfrm>
                <a:off x="290258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4" name="ph2175">
                <a:extLst>
                  <a:ext uri="{FF2B5EF4-FFF2-40B4-BE49-F238E27FC236}">
                    <a16:creationId xmlns:a16="http://schemas.microsoft.com/office/drawing/2014/main" id="{51B9BAB4-F635-0E61-E228-94ECA3464EDB}"/>
                  </a:ext>
                </a:extLst>
              </p:cNvPr>
              <p:cNvSpPr/>
              <p:nvPr/>
            </p:nvSpPr>
            <p:spPr>
              <a:xfrm>
                <a:off x="291202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5" name="ph2176">
                <a:extLst>
                  <a:ext uri="{FF2B5EF4-FFF2-40B4-BE49-F238E27FC236}">
                    <a16:creationId xmlns:a16="http://schemas.microsoft.com/office/drawing/2014/main" id="{6AFA0DB3-3307-3A2D-A18E-35CC523160A5}"/>
                  </a:ext>
                </a:extLst>
              </p:cNvPr>
              <p:cNvSpPr/>
              <p:nvPr/>
            </p:nvSpPr>
            <p:spPr>
              <a:xfrm>
                <a:off x="292146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6" name="ph2177">
                <a:extLst>
                  <a:ext uri="{FF2B5EF4-FFF2-40B4-BE49-F238E27FC236}">
                    <a16:creationId xmlns:a16="http://schemas.microsoft.com/office/drawing/2014/main" id="{17D16760-74EA-8F2B-8EC9-56566FF674C0}"/>
                  </a:ext>
                </a:extLst>
              </p:cNvPr>
              <p:cNvSpPr/>
              <p:nvPr/>
            </p:nvSpPr>
            <p:spPr>
              <a:xfrm>
                <a:off x="293090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7" name="ph2178">
                <a:extLst>
                  <a:ext uri="{FF2B5EF4-FFF2-40B4-BE49-F238E27FC236}">
                    <a16:creationId xmlns:a16="http://schemas.microsoft.com/office/drawing/2014/main" id="{999A3D5C-28D4-4479-D439-6AE1E134EE57}"/>
                  </a:ext>
                </a:extLst>
              </p:cNvPr>
              <p:cNvSpPr/>
              <p:nvPr/>
            </p:nvSpPr>
            <p:spPr>
              <a:xfrm>
                <a:off x="294034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8" name="ph2179">
                <a:extLst>
                  <a:ext uri="{FF2B5EF4-FFF2-40B4-BE49-F238E27FC236}">
                    <a16:creationId xmlns:a16="http://schemas.microsoft.com/office/drawing/2014/main" id="{1AD29D43-FB05-E3E4-2991-BCDBDE133FA7}"/>
                  </a:ext>
                </a:extLst>
              </p:cNvPr>
              <p:cNvSpPr/>
              <p:nvPr/>
            </p:nvSpPr>
            <p:spPr>
              <a:xfrm>
                <a:off x="294978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9" name="ph2180">
                <a:extLst>
                  <a:ext uri="{FF2B5EF4-FFF2-40B4-BE49-F238E27FC236}">
                    <a16:creationId xmlns:a16="http://schemas.microsoft.com/office/drawing/2014/main" id="{306A7707-4B4E-2E20-33FC-5128BEB75C6B}"/>
                  </a:ext>
                </a:extLst>
              </p:cNvPr>
              <p:cNvSpPr/>
              <p:nvPr/>
            </p:nvSpPr>
            <p:spPr>
              <a:xfrm>
                <a:off x="295922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0" name="ph2181">
                <a:extLst>
                  <a:ext uri="{FF2B5EF4-FFF2-40B4-BE49-F238E27FC236}">
                    <a16:creationId xmlns:a16="http://schemas.microsoft.com/office/drawing/2014/main" id="{E81A139C-83AA-596E-E65D-CDFCE00F7D58}"/>
                  </a:ext>
                </a:extLst>
              </p:cNvPr>
              <p:cNvSpPr/>
              <p:nvPr/>
            </p:nvSpPr>
            <p:spPr>
              <a:xfrm>
                <a:off x="296866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1" name="ph2182">
                <a:extLst>
                  <a:ext uri="{FF2B5EF4-FFF2-40B4-BE49-F238E27FC236}">
                    <a16:creationId xmlns:a16="http://schemas.microsoft.com/office/drawing/2014/main" id="{2C2401F4-54E5-2953-1A90-957A11474429}"/>
                  </a:ext>
                </a:extLst>
              </p:cNvPr>
              <p:cNvSpPr/>
              <p:nvPr/>
            </p:nvSpPr>
            <p:spPr>
              <a:xfrm>
                <a:off x="297810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2" name="ph2183">
                <a:extLst>
                  <a:ext uri="{FF2B5EF4-FFF2-40B4-BE49-F238E27FC236}">
                    <a16:creationId xmlns:a16="http://schemas.microsoft.com/office/drawing/2014/main" id="{DC9BD7C8-27B0-38E1-1ED8-FF118B3D9846}"/>
                  </a:ext>
                </a:extLst>
              </p:cNvPr>
              <p:cNvSpPr/>
              <p:nvPr/>
            </p:nvSpPr>
            <p:spPr>
              <a:xfrm>
                <a:off x="298754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3" name="ph2184">
                <a:extLst>
                  <a:ext uri="{FF2B5EF4-FFF2-40B4-BE49-F238E27FC236}">
                    <a16:creationId xmlns:a16="http://schemas.microsoft.com/office/drawing/2014/main" id="{E9744DDF-3CCD-E8C0-FBF2-CD305C9BFD37}"/>
                  </a:ext>
                </a:extLst>
              </p:cNvPr>
              <p:cNvSpPr/>
              <p:nvPr/>
            </p:nvSpPr>
            <p:spPr>
              <a:xfrm>
                <a:off x="299698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4" name="ph2185">
                <a:extLst>
                  <a:ext uri="{FF2B5EF4-FFF2-40B4-BE49-F238E27FC236}">
                    <a16:creationId xmlns:a16="http://schemas.microsoft.com/office/drawing/2014/main" id="{0430D6DE-3981-1387-7710-7CDC4F3909CA}"/>
                  </a:ext>
                </a:extLst>
              </p:cNvPr>
              <p:cNvSpPr/>
              <p:nvPr/>
            </p:nvSpPr>
            <p:spPr>
              <a:xfrm>
                <a:off x="300642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5" name="ph2186">
                <a:extLst>
                  <a:ext uri="{FF2B5EF4-FFF2-40B4-BE49-F238E27FC236}">
                    <a16:creationId xmlns:a16="http://schemas.microsoft.com/office/drawing/2014/main" id="{8134499B-B60B-9C56-4529-B39468A2B922}"/>
                  </a:ext>
                </a:extLst>
              </p:cNvPr>
              <p:cNvSpPr/>
              <p:nvPr/>
            </p:nvSpPr>
            <p:spPr>
              <a:xfrm>
                <a:off x="301586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6" name="ph2187">
                <a:extLst>
                  <a:ext uri="{FF2B5EF4-FFF2-40B4-BE49-F238E27FC236}">
                    <a16:creationId xmlns:a16="http://schemas.microsoft.com/office/drawing/2014/main" id="{A5153E1B-0271-2120-6D05-EDCB1A0D25A3}"/>
                  </a:ext>
                </a:extLst>
              </p:cNvPr>
              <p:cNvSpPr/>
              <p:nvPr/>
            </p:nvSpPr>
            <p:spPr>
              <a:xfrm>
                <a:off x="302530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7" name="ph2188">
                <a:extLst>
                  <a:ext uri="{FF2B5EF4-FFF2-40B4-BE49-F238E27FC236}">
                    <a16:creationId xmlns:a16="http://schemas.microsoft.com/office/drawing/2014/main" id="{B721435F-5EB5-5FBA-532D-C4EB968C7C7E}"/>
                  </a:ext>
                </a:extLst>
              </p:cNvPr>
              <p:cNvSpPr/>
              <p:nvPr/>
            </p:nvSpPr>
            <p:spPr>
              <a:xfrm>
                <a:off x="303474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8" name="ph2189">
                <a:extLst>
                  <a:ext uri="{FF2B5EF4-FFF2-40B4-BE49-F238E27FC236}">
                    <a16:creationId xmlns:a16="http://schemas.microsoft.com/office/drawing/2014/main" id="{3EA1F1A3-294A-C836-BE1E-5565B2D51C0A}"/>
                  </a:ext>
                </a:extLst>
              </p:cNvPr>
              <p:cNvSpPr/>
              <p:nvPr/>
            </p:nvSpPr>
            <p:spPr>
              <a:xfrm>
                <a:off x="304418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9" name="ph2190">
                <a:extLst>
                  <a:ext uri="{FF2B5EF4-FFF2-40B4-BE49-F238E27FC236}">
                    <a16:creationId xmlns:a16="http://schemas.microsoft.com/office/drawing/2014/main" id="{C3923C4B-654F-205F-5752-DCAE73DF4360}"/>
                  </a:ext>
                </a:extLst>
              </p:cNvPr>
              <p:cNvSpPr/>
              <p:nvPr/>
            </p:nvSpPr>
            <p:spPr>
              <a:xfrm>
                <a:off x="305362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0" name="ph2191">
                <a:extLst>
                  <a:ext uri="{FF2B5EF4-FFF2-40B4-BE49-F238E27FC236}">
                    <a16:creationId xmlns:a16="http://schemas.microsoft.com/office/drawing/2014/main" id="{92BEE9D3-ED81-2E49-3535-A89066E30939}"/>
                  </a:ext>
                </a:extLst>
              </p:cNvPr>
              <p:cNvSpPr/>
              <p:nvPr/>
            </p:nvSpPr>
            <p:spPr>
              <a:xfrm>
                <a:off x="306306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1" name="ph2192">
                <a:extLst>
                  <a:ext uri="{FF2B5EF4-FFF2-40B4-BE49-F238E27FC236}">
                    <a16:creationId xmlns:a16="http://schemas.microsoft.com/office/drawing/2014/main" id="{3C098C75-0398-48F1-6CEB-D1BB1E807132}"/>
                  </a:ext>
                </a:extLst>
              </p:cNvPr>
              <p:cNvSpPr/>
              <p:nvPr/>
            </p:nvSpPr>
            <p:spPr>
              <a:xfrm>
                <a:off x="307250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2" name="ph2193">
                <a:extLst>
                  <a:ext uri="{FF2B5EF4-FFF2-40B4-BE49-F238E27FC236}">
                    <a16:creationId xmlns:a16="http://schemas.microsoft.com/office/drawing/2014/main" id="{74A22CBC-9B42-168D-4A79-8BFACBEBCDFD}"/>
                  </a:ext>
                </a:extLst>
              </p:cNvPr>
              <p:cNvSpPr/>
              <p:nvPr/>
            </p:nvSpPr>
            <p:spPr>
              <a:xfrm>
                <a:off x="308194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3" name="ph2194">
                <a:extLst>
                  <a:ext uri="{FF2B5EF4-FFF2-40B4-BE49-F238E27FC236}">
                    <a16:creationId xmlns:a16="http://schemas.microsoft.com/office/drawing/2014/main" id="{69C3F235-6BB8-F29D-D9F0-CE6B9990FBEB}"/>
                  </a:ext>
                </a:extLst>
              </p:cNvPr>
              <p:cNvSpPr/>
              <p:nvPr/>
            </p:nvSpPr>
            <p:spPr>
              <a:xfrm>
                <a:off x="309138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4" name="ph2195">
                <a:extLst>
                  <a:ext uri="{FF2B5EF4-FFF2-40B4-BE49-F238E27FC236}">
                    <a16:creationId xmlns:a16="http://schemas.microsoft.com/office/drawing/2014/main" id="{8807D7A6-F9E8-BAAC-878E-DE24488317BD}"/>
                  </a:ext>
                </a:extLst>
              </p:cNvPr>
              <p:cNvSpPr/>
              <p:nvPr/>
            </p:nvSpPr>
            <p:spPr>
              <a:xfrm>
                <a:off x="310082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5" name="ph2196">
                <a:extLst>
                  <a:ext uri="{FF2B5EF4-FFF2-40B4-BE49-F238E27FC236}">
                    <a16:creationId xmlns:a16="http://schemas.microsoft.com/office/drawing/2014/main" id="{874E1C79-2353-7594-6D50-328EEAF055E7}"/>
                  </a:ext>
                </a:extLst>
              </p:cNvPr>
              <p:cNvSpPr/>
              <p:nvPr/>
            </p:nvSpPr>
            <p:spPr>
              <a:xfrm>
                <a:off x="311026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6" name="ph2197">
                <a:extLst>
                  <a:ext uri="{FF2B5EF4-FFF2-40B4-BE49-F238E27FC236}">
                    <a16:creationId xmlns:a16="http://schemas.microsoft.com/office/drawing/2014/main" id="{246F62F8-23F0-3457-0529-2DCCA45E7B81}"/>
                  </a:ext>
                </a:extLst>
              </p:cNvPr>
              <p:cNvSpPr/>
              <p:nvPr/>
            </p:nvSpPr>
            <p:spPr>
              <a:xfrm>
                <a:off x="311970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7" name="ph2198">
                <a:extLst>
                  <a:ext uri="{FF2B5EF4-FFF2-40B4-BE49-F238E27FC236}">
                    <a16:creationId xmlns:a16="http://schemas.microsoft.com/office/drawing/2014/main" id="{B6E080C2-E155-2BF9-5ECC-FC96AB580905}"/>
                  </a:ext>
                </a:extLst>
              </p:cNvPr>
              <p:cNvSpPr/>
              <p:nvPr/>
            </p:nvSpPr>
            <p:spPr>
              <a:xfrm>
                <a:off x="312914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8" name="ph2199">
                <a:extLst>
                  <a:ext uri="{FF2B5EF4-FFF2-40B4-BE49-F238E27FC236}">
                    <a16:creationId xmlns:a16="http://schemas.microsoft.com/office/drawing/2014/main" id="{88C7AA77-4B2D-171E-3505-CD28FE5B820F}"/>
                  </a:ext>
                </a:extLst>
              </p:cNvPr>
              <p:cNvSpPr/>
              <p:nvPr/>
            </p:nvSpPr>
            <p:spPr>
              <a:xfrm>
                <a:off x="313858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9" name="ph2200">
                <a:extLst>
                  <a:ext uri="{FF2B5EF4-FFF2-40B4-BE49-F238E27FC236}">
                    <a16:creationId xmlns:a16="http://schemas.microsoft.com/office/drawing/2014/main" id="{33FAF0DF-D2B6-B3B6-3420-9854D00BC5B5}"/>
                  </a:ext>
                </a:extLst>
              </p:cNvPr>
              <p:cNvSpPr/>
              <p:nvPr/>
            </p:nvSpPr>
            <p:spPr>
              <a:xfrm>
                <a:off x="314802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0" name="ph2201">
                <a:extLst>
                  <a:ext uri="{FF2B5EF4-FFF2-40B4-BE49-F238E27FC236}">
                    <a16:creationId xmlns:a16="http://schemas.microsoft.com/office/drawing/2014/main" id="{F3BAB349-9024-C92D-5FF1-4A866C869A56}"/>
                  </a:ext>
                </a:extLst>
              </p:cNvPr>
              <p:cNvSpPr/>
              <p:nvPr/>
            </p:nvSpPr>
            <p:spPr>
              <a:xfrm>
                <a:off x="315746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1" name="ph2202">
                <a:extLst>
                  <a:ext uri="{FF2B5EF4-FFF2-40B4-BE49-F238E27FC236}">
                    <a16:creationId xmlns:a16="http://schemas.microsoft.com/office/drawing/2014/main" id="{037F2EAF-0DD4-2892-9DB6-59EA3D356F80}"/>
                  </a:ext>
                </a:extLst>
              </p:cNvPr>
              <p:cNvSpPr/>
              <p:nvPr/>
            </p:nvSpPr>
            <p:spPr>
              <a:xfrm>
                <a:off x="316690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2" name="ph2203">
                <a:extLst>
                  <a:ext uri="{FF2B5EF4-FFF2-40B4-BE49-F238E27FC236}">
                    <a16:creationId xmlns:a16="http://schemas.microsoft.com/office/drawing/2014/main" id="{601FC95E-E652-45AB-90E9-F62E694F00A8}"/>
                  </a:ext>
                </a:extLst>
              </p:cNvPr>
              <p:cNvSpPr/>
              <p:nvPr/>
            </p:nvSpPr>
            <p:spPr>
              <a:xfrm>
                <a:off x="317634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3" name="ph2204">
                <a:extLst>
                  <a:ext uri="{FF2B5EF4-FFF2-40B4-BE49-F238E27FC236}">
                    <a16:creationId xmlns:a16="http://schemas.microsoft.com/office/drawing/2014/main" id="{A459C882-7D56-259B-86B9-76411F9649E9}"/>
                  </a:ext>
                </a:extLst>
              </p:cNvPr>
              <p:cNvSpPr/>
              <p:nvPr/>
            </p:nvSpPr>
            <p:spPr>
              <a:xfrm>
                <a:off x="318578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4" name="ph2205">
                <a:extLst>
                  <a:ext uri="{FF2B5EF4-FFF2-40B4-BE49-F238E27FC236}">
                    <a16:creationId xmlns:a16="http://schemas.microsoft.com/office/drawing/2014/main" id="{060CE624-1D26-4A2F-5781-E41DEF30A1B5}"/>
                  </a:ext>
                </a:extLst>
              </p:cNvPr>
              <p:cNvSpPr/>
              <p:nvPr/>
            </p:nvSpPr>
            <p:spPr>
              <a:xfrm>
                <a:off x="319522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5" name="ph2206">
                <a:extLst>
                  <a:ext uri="{FF2B5EF4-FFF2-40B4-BE49-F238E27FC236}">
                    <a16:creationId xmlns:a16="http://schemas.microsoft.com/office/drawing/2014/main" id="{7F081F33-B583-EDFC-A20B-BFB41C85319D}"/>
                  </a:ext>
                </a:extLst>
              </p:cNvPr>
              <p:cNvSpPr/>
              <p:nvPr/>
            </p:nvSpPr>
            <p:spPr>
              <a:xfrm>
                <a:off x="320466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6" name="ph2207">
                <a:extLst>
                  <a:ext uri="{FF2B5EF4-FFF2-40B4-BE49-F238E27FC236}">
                    <a16:creationId xmlns:a16="http://schemas.microsoft.com/office/drawing/2014/main" id="{949BD236-8FEB-8F2F-B1B2-12E6C846A169}"/>
                  </a:ext>
                </a:extLst>
              </p:cNvPr>
              <p:cNvSpPr/>
              <p:nvPr/>
            </p:nvSpPr>
            <p:spPr>
              <a:xfrm>
                <a:off x="321410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7" name="ph2208">
                <a:extLst>
                  <a:ext uri="{FF2B5EF4-FFF2-40B4-BE49-F238E27FC236}">
                    <a16:creationId xmlns:a16="http://schemas.microsoft.com/office/drawing/2014/main" id="{4290FA27-2237-4732-CEE7-E5973C46EA4D}"/>
                  </a:ext>
                </a:extLst>
              </p:cNvPr>
              <p:cNvSpPr/>
              <p:nvPr/>
            </p:nvSpPr>
            <p:spPr>
              <a:xfrm>
                <a:off x="322354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8" name="ph2209">
                <a:extLst>
                  <a:ext uri="{FF2B5EF4-FFF2-40B4-BE49-F238E27FC236}">
                    <a16:creationId xmlns:a16="http://schemas.microsoft.com/office/drawing/2014/main" id="{30312CD4-20B3-D2C2-1519-84FEAB1F3977}"/>
                  </a:ext>
                </a:extLst>
              </p:cNvPr>
              <p:cNvSpPr/>
              <p:nvPr/>
            </p:nvSpPr>
            <p:spPr>
              <a:xfrm>
                <a:off x="323298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9" name="ph2210">
                <a:extLst>
                  <a:ext uri="{FF2B5EF4-FFF2-40B4-BE49-F238E27FC236}">
                    <a16:creationId xmlns:a16="http://schemas.microsoft.com/office/drawing/2014/main" id="{61B015AA-C6F5-DE05-4747-F6A2CC10D2B9}"/>
                  </a:ext>
                </a:extLst>
              </p:cNvPr>
              <p:cNvSpPr/>
              <p:nvPr/>
            </p:nvSpPr>
            <p:spPr>
              <a:xfrm>
                <a:off x="324242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0" name="ph2211">
                <a:extLst>
                  <a:ext uri="{FF2B5EF4-FFF2-40B4-BE49-F238E27FC236}">
                    <a16:creationId xmlns:a16="http://schemas.microsoft.com/office/drawing/2014/main" id="{4902E637-4BCA-A0AF-404F-CDB4F05DD58A}"/>
                  </a:ext>
                </a:extLst>
              </p:cNvPr>
              <p:cNvSpPr/>
              <p:nvPr/>
            </p:nvSpPr>
            <p:spPr>
              <a:xfrm>
                <a:off x="325187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1" name="ph2212">
                <a:extLst>
                  <a:ext uri="{FF2B5EF4-FFF2-40B4-BE49-F238E27FC236}">
                    <a16:creationId xmlns:a16="http://schemas.microsoft.com/office/drawing/2014/main" id="{F4068FCC-14F5-72A8-6C34-7B7AA909AFCF}"/>
                  </a:ext>
                </a:extLst>
              </p:cNvPr>
              <p:cNvSpPr/>
              <p:nvPr/>
            </p:nvSpPr>
            <p:spPr>
              <a:xfrm>
                <a:off x="326131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2" name="ph2213">
                <a:extLst>
                  <a:ext uri="{FF2B5EF4-FFF2-40B4-BE49-F238E27FC236}">
                    <a16:creationId xmlns:a16="http://schemas.microsoft.com/office/drawing/2014/main" id="{E1BD2F3B-FBD9-A1FE-659D-286FDD32248D}"/>
                  </a:ext>
                </a:extLst>
              </p:cNvPr>
              <p:cNvSpPr/>
              <p:nvPr/>
            </p:nvSpPr>
            <p:spPr>
              <a:xfrm>
                <a:off x="327075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3" name="ph2214">
                <a:extLst>
                  <a:ext uri="{FF2B5EF4-FFF2-40B4-BE49-F238E27FC236}">
                    <a16:creationId xmlns:a16="http://schemas.microsoft.com/office/drawing/2014/main" id="{F08CB748-F082-75B3-E7BE-CF7C1272240A}"/>
                  </a:ext>
                </a:extLst>
              </p:cNvPr>
              <p:cNvSpPr/>
              <p:nvPr/>
            </p:nvSpPr>
            <p:spPr>
              <a:xfrm>
                <a:off x="328019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4" name="ph2215">
                <a:extLst>
                  <a:ext uri="{FF2B5EF4-FFF2-40B4-BE49-F238E27FC236}">
                    <a16:creationId xmlns:a16="http://schemas.microsoft.com/office/drawing/2014/main" id="{7D7967B2-7DC3-5C94-151F-204B02551336}"/>
                  </a:ext>
                </a:extLst>
              </p:cNvPr>
              <p:cNvSpPr/>
              <p:nvPr/>
            </p:nvSpPr>
            <p:spPr>
              <a:xfrm>
                <a:off x="328963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5" name="ph2216">
                <a:extLst>
                  <a:ext uri="{FF2B5EF4-FFF2-40B4-BE49-F238E27FC236}">
                    <a16:creationId xmlns:a16="http://schemas.microsoft.com/office/drawing/2014/main" id="{185E7BC8-AE79-4990-7BB4-BB9ACD61B209}"/>
                  </a:ext>
                </a:extLst>
              </p:cNvPr>
              <p:cNvSpPr/>
              <p:nvPr/>
            </p:nvSpPr>
            <p:spPr>
              <a:xfrm>
                <a:off x="329907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6" name="ph2217">
                <a:extLst>
                  <a:ext uri="{FF2B5EF4-FFF2-40B4-BE49-F238E27FC236}">
                    <a16:creationId xmlns:a16="http://schemas.microsoft.com/office/drawing/2014/main" id="{E048FFB8-493D-F339-3C82-584253AD8F00}"/>
                  </a:ext>
                </a:extLst>
              </p:cNvPr>
              <p:cNvSpPr/>
              <p:nvPr/>
            </p:nvSpPr>
            <p:spPr>
              <a:xfrm>
                <a:off x="330851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7" name="ph2218">
                <a:extLst>
                  <a:ext uri="{FF2B5EF4-FFF2-40B4-BE49-F238E27FC236}">
                    <a16:creationId xmlns:a16="http://schemas.microsoft.com/office/drawing/2014/main" id="{ACFD9762-EEF0-6D75-30C6-B007230C0F26}"/>
                  </a:ext>
                </a:extLst>
              </p:cNvPr>
              <p:cNvSpPr/>
              <p:nvPr/>
            </p:nvSpPr>
            <p:spPr>
              <a:xfrm>
                <a:off x="331795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8" name="ph2219">
                <a:extLst>
                  <a:ext uri="{FF2B5EF4-FFF2-40B4-BE49-F238E27FC236}">
                    <a16:creationId xmlns:a16="http://schemas.microsoft.com/office/drawing/2014/main" id="{632AC51A-DD0B-18C4-6770-E7ECB3B2D3F6}"/>
                  </a:ext>
                </a:extLst>
              </p:cNvPr>
              <p:cNvSpPr/>
              <p:nvPr/>
            </p:nvSpPr>
            <p:spPr>
              <a:xfrm>
                <a:off x="332739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9" name="ph2220">
                <a:extLst>
                  <a:ext uri="{FF2B5EF4-FFF2-40B4-BE49-F238E27FC236}">
                    <a16:creationId xmlns:a16="http://schemas.microsoft.com/office/drawing/2014/main" id="{48D487E4-DC1F-1696-80DA-068F7E4B9346}"/>
                  </a:ext>
                </a:extLst>
              </p:cNvPr>
              <p:cNvSpPr/>
              <p:nvPr/>
            </p:nvSpPr>
            <p:spPr>
              <a:xfrm>
                <a:off x="3336832" y="232592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33"/>
                    </a:lnTo>
                    <a:lnTo>
                      <a:pt x="922473" y="911080"/>
                    </a:lnTo>
                    <a:lnTo>
                      <a:pt x="920769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0" name="ph2221">
                <a:extLst>
                  <a:ext uri="{FF2B5EF4-FFF2-40B4-BE49-F238E27FC236}">
                    <a16:creationId xmlns:a16="http://schemas.microsoft.com/office/drawing/2014/main" id="{B597E3E5-E1FC-DBEB-E13D-FAA2B68F5BE2}"/>
                  </a:ext>
                </a:extLst>
              </p:cNvPr>
              <p:cNvSpPr/>
              <p:nvPr/>
            </p:nvSpPr>
            <p:spPr>
              <a:xfrm>
                <a:off x="3346272" y="2308350"/>
                <a:ext cx="919361" cy="925702"/>
              </a:xfrm>
              <a:custGeom>
                <a:avLst/>
                <a:gdLst/>
                <a:ahLst/>
                <a:cxnLst/>
                <a:rect l="0" t="0" r="0" b="0"/>
                <a:pathLst>
                  <a:path w="919361" h="925702">
                    <a:moveTo>
                      <a:pt x="914400" y="914400"/>
                    </a:moveTo>
                    <a:lnTo>
                      <a:pt x="919361" y="914400"/>
                    </a:lnTo>
                    <a:lnTo>
                      <a:pt x="916776" y="920578"/>
                    </a:lnTo>
                    <a:lnTo>
                      <a:pt x="914400" y="925702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1" name="ph2222">
                <a:extLst>
                  <a:ext uri="{FF2B5EF4-FFF2-40B4-BE49-F238E27FC236}">
                    <a16:creationId xmlns:a16="http://schemas.microsoft.com/office/drawing/2014/main" id="{B3C06C8B-2B13-3FAD-2EEA-B7195975D161}"/>
                  </a:ext>
                </a:extLst>
              </p:cNvPr>
              <p:cNvSpPr/>
              <p:nvPr/>
            </p:nvSpPr>
            <p:spPr>
              <a:xfrm>
                <a:off x="2421129" y="229078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447" y="931969"/>
                    </a:lnTo>
                    <a:lnTo>
                      <a:pt x="909493" y="930796"/>
                    </a:lnTo>
                    <a:lnTo>
                      <a:pt x="910227" y="919920"/>
                    </a:lnTo>
                    <a:lnTo>
                      <a:pt x="910757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2" name="ph2223">
                <a:extLst>
                  <a:ext uri="{FF2B5EF4-FFF2-40B4-BE49-F238E27FC236}">
                    <a16:creationId xmlns:a16="http://schemas.microsoft.com/office/drawing/2014/main" id="{2ADD4E5F-809B-C12D-3547-9B5FBA3EAFF8}"/>
                  </a:ext>
                </a:extLst>
              </p:cNvPr>
              <p:cNvSpPr/>
              <p:nvPr/>
            </p:nvSpPr>
            <p:spPr>
              <a:xfrm>
                <a:off x="242112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3" name="ph2224">
                <a:extLst>
                  <a:ext uri="{FF2B5EF4-FFF2-40B4-BE49-F238E27FC236}">
                    <a16:creationId xmlns:a16="http://schemas.microsoft.com/office/drawing/2014/main" id="{2898BD56-055A-47A8-6177-D345416792F6}"/>
                  </a:ext>
                </a:extLst>
              </p:cNvPr>
              <p:cNvSpPr/>
              <p:nvPr/>
            </p:nvSpPr>
            <p:spPr>
              <a:xfrm>
                <a:off x="243056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4" name="ph2225">
                <a:extLst>
                  <a:ext uri="{FF2B5EF4-FFF2-40B4-BE49-F238E27FC236}">
                    <a16:creationId xmlns:a16="http://schemas.microsoft.com/office/drawing/2014/main" id="{A7BA43F3-0093-1B93-84AF-C96863B820D9}"/>
                  </a:ext>
                </a:extLst>
              </p:cNvPr>
              <p:cNvSpPr/>
              <p:nvPr/>
            </p:nvSpPr>
            <p:spPr>
              <a:xfrm>
                <a:off x="244000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5" name="ph2226">
                <a:extLst>
                  <a:ext uri="{FF2B5EF4-FFF2-40B4-BE49-F238E27FC236}">
                    <a16:creationId xmlns:a16="http://schemas.microsoft.com/office/drawing/2014/main" id="{DA4BFC3E-900E-1105-7891-38AA77E2D01C}"/>
                  </a:ext>
                </a:extLst>
              </p:cNvPr>
              <p:cNvSpPr/>
              <p:nvPr/>
            </p:nvSpPr>
            <p:spPr>
              <a:xfrm>
                <a:off x="244944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6" name="ph2227">
                <a:extLst>
                  <a:ext uri="{FF2B5EF4-FFF2-40B4-BE49-F238E27FC236}">
                    <a16:creationId xmlns:a16="http://schemas.microsoft.com/office/drawing/2014/main" id="{342B7A37-2AE2-6801-AA4A-46E37BEDF7D4}"/>
                  </a:ext>
                </a:extLst>
              </p:cNvPr>
              <p:cNvSpPr/>
              <p:nvPr/>
            </p:nvSpPr>
            <p:spPr>
              <a:xfrm>
                <a:off x="245889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7" name="ph2228">
                <a:extLst>
                  <a:ext uri="{FF2B5EF4-FFF2-40B4-BE49-F238E27FC236}">
                    <a16:creationId xmlns:a16="http://schemas.microsoft.com/office/drawing/2014/main" id="{1DD3F651-793A-19EC-4634-E592D3AA3B5B}"/>
                  </a:ext>
                </a:extLst>
              </p:cNvPr>
              <p:cNvSpPr/>
              <p:nvPr/>
            </p:nvSpPr>
            <p:spPr>
              <a:xfrm>
                <a:off x="246833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8" name="ph2229">
                <a:extLst>
                  <a:ext uri="{FF2B5EF4-FFF2-40B4-BE49-F238E27FC236}">
                    <a16:creationId xmlns:a16="http://schemas.microsoft.com/office/drawing/2014/main" id="{FAD73C2D-0FDF-D15F-38D2-1CA9201DE66D}"/>
                  </a:ext>
                </a:extLst>
              </p:cNvPr>
              <p:cNvSpPr/>
              <p:nvPr/>
            </p:nvSpPr>
            <p:spPr>
              <a:xfrm>
                <a:off x="247777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9" name="ph2230">
                <a:extLst>
                  <a:ext uri="{FF2B5EF4-FFF2-40B4-BE49-F238E27FC236}">
                    <a16:creationId xmlns:a16="http://schemas.microsoft.com/office/drawing/2014/main" id="{ADCCB559-F17D-D2B9-EA1F-072106E22DDC}"/>
                  </a:ext>
                </a:extLst>
              </p:cNvPr>
              <p:cNvSpPr/>
              <p:nvPr/>
            </p:nvSpPr>
            <p:spPr>
              <a:xfrm>
                <a:off x="248721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0" name="ph2231">
                <a:extLst>
                  <a:ext uri="{FF2B5EF4-FFF2-40B4-BE49-F238E27FC236}">
                    <a16:creationId xmlns:a16="http://schemas.microsoft.com/office/drawing/2014/main" id="{184F7C2B-B5AA-4B4D-3991-547D9F25E28F}"/>
                  </a:ext>
                </a:extLst>
              </p:cNvPr>
              <p:cNvSpPr/>
              <p:nvPr/>
            </p:nvSpPr>
            <p:spPr>
              <a:xfrm>
                <a:off x="249665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1" name="ph2232">
                <a:extLst>
                  <a:ext uri="{FF2B5EF4-FFF2-40B4-BE49-F238E27FC236}">
                    <a16:creationId xmlns:a16="http://schemas.microsoft.com/office/drawing/2014/main" id="{BB4066FE-5E5E-CD2F-7EDD-68349E4497D0}"/>
                  </a:ext>
                </a:extLst>
              </p:cNvPr>
              <p:cNvSpPr/>
              <p:nvPr/>
            </p:nvSpPr>
            <p:spPr>
              <a:xfrm>
                <a:off x="250609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2" name="ph2233">
                <a:extLst>
                  <a:ext uri="{FF2B5EF4-FFF2-40B4-BE49-F238E27FC236}">
                    <a16:creationId xmlns:a16="http://schemas.microsoft.com/office/drawing/2014/main" id="{F922B9DE-439A-15F7-8F17-97624770BDBE}"/>
                  </a:ext>
                </a:extLst>
              </p:cNvPr>
              <p:cNvSpPr/>
              <p:nvPr/>
            </p:nvSpPr>
            <p:spPr>
              <a:xfrm>
                <a:off x="251553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3" name="ph2234">
                <a:extLst>
                  <a:ext uri="{FF2B5EF4-FFF2-40B4-BE49-F238E27FC236}">
                    <a16:creationId xmlns:a16="http://schemas.microsoft.com/office/drawing/2014/main" id="{B1676DB3-5937-FD41-533E-89AE1CEFD19B}"/>
                  </a:ext>
                </a:extLst>
              </p:cNvPr>
              <p:cNvSpPr/>
              <p:nvPr/>
            </p:nvSpPr>
            <p:spPr>
              <a:xfrm>
                <a:off x="252497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4" name="ph2235">
                <a:extLst>
                  <a:ext uri="{FF2B5EF4-FFF2-40B4-BE49-F238E27FC236}">
                    <a16:creationId xmlns:a16="http://schemas.microsoft.com/office/drawing/2014/main" id="{F5C41CC2-6ABC-A38E-35A2-0915036CE26B}"/>
                  </a:ext>
                </a:extLst>
              </p:cNvPr>
              <p:cNvSpPr/>
              <p:nvPr/>
            </p:nvSpPr>
            <p:spPr>
              <a:xfrm>
                <a:off x="253441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5" name="ph2236">
                <a:extLst>
                  <a:ext uri="{FF2B5EF4-FFF2-40B4-BE49-F238E27FC236}">
                    <a16:creationId xmlns:a16="http://schemas.microsoft.com/office/drawing/2014/main" id="{6D83ECF1-F28D-6B50-A5AC-43FB2539F7FF}"/>
                  </a:ext>
                </a:extLst>
              </p:cNvPr>
              <p:cNvSpPr/>
              <p:nvPr/>
            </p:nvSpPr>
            <p:spPr>
              <a:xfrm>
                <a:off x="254385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6" name="ph2237">
                <a:extLst>
                  <a:ext uri="{FF2B5EF4-FFF2-40B4-BE49-F238E27FC236}">
                    <a16:creationId xmlns:a16="http://schemas.microsoft.com/office/drawing/2014/main" id="{45068798-96D3-8804-33D6-CEA46B5E6B85}"/>
                  </a:ext>
                </a:extLst>
              </p:cNvPr>
              <p:cNvSpPr/>
              <p:nvPr/>
            </p:nvSpPr>
            <p:spPr>
              <a:xfrm>
                <a:off x="255329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7" name="ph2238">
                <a:extLst>
                  <a:ext uri="{FF2B5EF4-FFF2-40B4-BE49-F238E27FC236}">
                    <a16:creationId xmlns:a16="http://schemas.microsoft.com/office/drawing/2014/main" id="{68115E0B-A192-28BC-A71C-D8656636B174}"/>
                  </a:ext>
                </a:extLst>
              </p:cNvPr>
              <p:cNvSpPr/>
              <p:nvPr/>
            </p:nvSpPr>
            <p:spPr>
              <a:xfrm>
                <a:off x="256273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8" name="ph2239">
                <a:extLst>
                  <a:ext uri="{FF2B5EF4-FFF2-40B4-BE49-F238E27FC236}">
                    <a16:creationId xmlns:a16="http://schemas.microsoft.com/office/drawing/2014/main" id="{477EFE1C-95E4-0E71-0F6B-8C966F512AA3}"/>
                  </a:ext>
                </a:extLst>
              </p:cNvPr>
              <p:cNvSpPr/>
              <p:nvPr/>
            </p:nvSpPr>
            <p:spPr>
              <a:xfrm>
                <a:off x="257217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9" name="ph2240">
                <a:extLst>
                  <a:ext uri="{FF2B5EF4-FFF2-40B4-BE49-F238E27FC236}">
                    <a16:creationId xmlns:a16="http://schemas.microsoft.com/office/drawing/2014/main" id="{2D832BD5-D2CC-DF8C-ED6E-66456E0EAB89}"/>
                  </a:ext>
                </a:extLst>
              </p:cNvPr>
              <p:cNvSpPr/>
              <p:nvPr/>
            </p:nvSpPr>
            <p:spPr>
              <a:xfrm>
                <a:off x="258161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0" name="ph2241">
                <a:extLst>
                  <a:ext uri="{FF2B5EF4-FFF2-40B4-BE49-F238E27FC236}">
                    <a16:creationId xmlns:a16="http://schemas.microsoft.com/office/drawing/2014/main" id="{D5EA1EC9-DC1E-CD14-3A95-32CFC8FD9F36}"/>
                  </a:ext>
                </a:extLst>
              </p:cNvPr>
              <p:cNvSpPr/>
              <p:nvPr/>
            </p:nvSpPr>
            <p:spPr>
              <a:xfrm>
                <a:off x="259105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1" name="ph2242">
                <a:extLst>
                  <a:ext uri="{FF2B5EF4-FFF2-40B4-BE49-F238E27FC236}">
                    <a16:creationId xmlns:a16="http://schemas.microsoft.com/office/drawing/2014/main" id="{0DEE66AA-26DB-700A-21DB-D8D772C34557}"/>
                  </a:ext>
                </a:extLst>
              </p:cNvPr>
              <p:cNvSpPr/>
              <p:nvPr/>
            </p:nvSpPr>
            <p:spPr>
              <a:xfrm>
                <a:off x="260049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2" name="ph2243">
                <a:extLst>
                  <a:ext uri="{FF2B5EF4-FFF2-40B4-BE49-F238E27FC236}">
                    <a16:creationId xmlns:a16="http://schemas.microsoft.com/office/drawing/2014/main" id="{73F1883B-A7DD-BD2D-D579-87AB240504CE}"/>
                  </a:ext>
                </a:extLst>
              </p:cNvPr>
              <p:cNvSpPr/>
              <p:nvPr/>
            </p:nvSpPr>
            <p:spPr>
              <a:xfrm>
                <a:off x="260993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3" name="ph2244">
                <a:extLst>
                  <a:ext uri="{FF2B5EF4-FFF2-40B4-BE49-F238E27FC236}">
                    <a16:creationId xmlns:a16="http://schemas.microsoft.com/office/drawing/2014/main" id="{C1B5511B-3414-4CE1-F445-AB97944D5319}"/>
                  </a:ext>
                </a:extLst>
              </p:cNvPr>
              <p:cNvSpPr/>
              <p:nvPr/>
            </p:nvSpPr>
            <p:spPr>
              <a:xfrm>
                <a:off x="261937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4" name="ph2245">
                <a:extLst>
                  <a:ext uri="{FF2B5EF4-FFF2-40B4-BE49-F238E27FC236}">
                    <a16:creationId xmlns:a16="http://schemas.microsoft.com/office/drawing/2014/main" id="{C905F5B5-A11A-6EA1-7DD9-82E0ABEF15CA}"/>
                  </a:ext>
                </a:extLst>
              </p:cNvPr>
              <p:cNvSpPr/>
              <p:nvPr/>
            </p:nvSpPr>
            <p:spPr>
              <a:xfrm>
                <a:off x="262881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5" name="ph2246">
                <a:extLst>
                  <a:ext uri="{FF2B5EF4-FFF2-40B4-BE49-F238E27FC236}">
                    <a16:creationId xmlns:a16="http://schemas.microsoft.com/office/drawing/2014/main" id="{450A91BE-F894-EBF7-34AC-56C7A47DABAB}"/>
                  </a:ext>
                </a:extLst>
              </p:cNvPr>
              <p:cNvSpPr/>
              <p:nvPr/>
            </p:nvSpPr>
            <p:spPr>
              <a:xfrm>
                <a:off x="263825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6" name="ph2247">
                <a:extLst>
                  <a:ext uri="{FF2B5EF4-FFF2-40B4-BE49-F238E27FC236}">
                    <a16:creationId xmlns:a16="http://schemas.microsoft.com/office/drawing/2014/main" id="{751F4F63-5194-0D07-2C9E-BBA308F14943}"/>
                  </a:ext>
                </a:extLst>
              </p:cNvPr>
              <p:cNvSpPr/>
              <p:nvPr/>
            </p:nvSpPr>
            <p:spPr>
              <a:xfrm>
                <a:off x="264769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7" name="ph2248">
                <a:extLst>
                  <a:ext uri="{FF2B5EF4-FFF2-40B4-BE49-F238E27FC236}">
                    <a16:creationId xmlns:a16="http://schemas.microsoft.com/office/drawing/2014/main" id="{99E89CD8-EEFF-2996-9030-7A39DE1A6684}"/>
                  </a:ext>
                </a:extLst>
              </p:cNvPr>
              <p:cNvSpPr/>
              <p:nvPr/>
            </p:nvSpPr>
            <p:spPr>
              <a:xfrm>
                <a:off x="265713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8" name="ph2249">
                <a:extLst>
                  <a:ext uri="{FF2B5EF4-FFF2-40B4-BE49-F238E27FC236}">
                    <a16:creationId xmlns:a16="http://schemas.microsoft.com/office/drawing/2014/main" id="{56BA27A0-780F-6769-47DF-8FA2C5D29ABB}"/>
                  </a:ext>
                </a:extLst>
              </p:cNvPr>
              <p:cNvSpPr/>
              <p:nvPr/>
            </p:nvSpPr>
            <p:spPr>
              <a:xfrm>
                <a:off x="266657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9" name="ph2250">
                <a:extLst>
                  <a:ext uri="{FF2B5EF4-FFF2-40B4-BE49-F238E27FC236}">
                    <a16:creationId xmlns:a16="http://schemas.microsoft.com/office/drawing/2014/main" id="{B7BCA28D-AF78-9312-6E63-66C7AD5BD775}"/>
                  </a:ext>
                </a:extLst>
              </p:cNvPr>
              <p:cNvSpPr/>
              <p:nvPr/>
            </p:nvSpPr>
            <p:spPr>
              <a:xfrm>
                <a:off x="267601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0" name="ph2251">
                <a:extLst>
                  <a:ext uri="{FF2B5EF4-FFF2-40B4-BE49-F238E27FC236}">
                    <a16:creationId xmlns:a16="http://schemas.microsoft.com/office/drawing/2014/main" id="{A6E56B51-A823-144A-B778-2619D948BAF1}"/>
                  </a:ext>
                </a:extLst>
              </p:cNvPr>
              <p:cNvSpPr/>
              <p:nvPr/>
            </p:nvSpPr>
            <p:spPr>
              <a:xfrm>
                <a:off x="268545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1" name="ph2252">
                <a:extLst>
                  <a:ext uri="{FF2B5EF4-FFF2-40B4-BE49-F238E27FC236}">
                    <a16:creationId xmlns:a16="http://schemas.microsoft.com/office/drawing/2014/main" id="{816F97A9-073A-7672-347F-D7D043AC57B4}"/>
                  </a:ext>
                </a:extLst>
              </p:cNvPr>
              <p:cNvSpPr/>
              <p:nvPr/>
            </p:nvSpPr>
            <p:spPr>
              <a:xfrm>
                <a:off x="269489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2" name="ph2253">
                <a:extLst>
                  <a:ext uri="{FF2B5EF4-FFF2-40B4-BE49-F238E27FC236}">
                    <a16:creationId xmlns:a16="http://schemas.microsoft.com/office/drawing/2014/main" id="{97B87558-EBEA-B52A-E046-51865D09C61A}"/>
                  </a:ext>
                </a:extLst>
              </p:cNvPr>
              <p:cNvSpPr/>
              <p:nvPr/>
            </p:nvSpPr>
            <p:spPr>
              <a:xfrm>
                <a:off x="270433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3" name="ph2254">
                <a:extLst>
                  <a:ext uri="{FF2B5EF4-FFF2-40B4-BE49-F238E27FC236}">
                    <a16:creationId xmlns:a16="http://schemas.microsoft.com/office/drawing/2014/main" id="{26A20B1B-6AB3-6664-9FD1-233DAC662FE3}"/>
                  </a:ext>
                </a:extLst>
              </p:cNvPr>
              <p:cNvSpPr/>
              <p:nvPr/>
            </p:nvSpPr>
            <p:spPr>
              <a:xfrm>
                <a:off x="2713776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8029"/>
                    </a:lnTo>
                    <a:lnTo>
                      <a:pt x="922879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4" name="ph2255">
                <a:extLst>
                  <a:ext uri="{FF2B5EF4-FFF2-40B4-BE49-F238E27FC236}">
                    <a16:creationId xmlns:a16="http://schemas.microsoft.com/office/drawing/2014/main" id="{06AD2423-7026-88D5-F67F-D86E91CEC13A}"/>
                  </a:ext>
                </a:extLst>
              </p:cNvPr>
              <p:cNvSpPr/>
              <p:nvPr/>
            </p:nvSpPr>
            <p:spPr>
              <a:xfrm>
                <a:off x="2723216" y="2290780"/>
                <a:ext cx="915794" cy="925599"/>
              </a:xfrm>
              <a:custGeom>
                <a:avLst/>
                <a:gdLst/>
                <a:ahLst/>
                <a:cxnLst/>
                <a:rect l="0" t="0" r="0" b="0"/>
                <a:pathLst>
                  <a:path w="915794" h="925599">
                    <a:moveTo>
                      <a:pt x="914400" y="914400"/>
                    </a:moveTo>
                    <a:lnTo>
                      <a:pt x="915794" y="914400"/>
                    </a:lnTo>
                    <a:lnTo>
                      <a:pt x="914627" y="924089"/>
                    </a:lnTo>
                    <a:lnTo>
                      <a:pt x="914400" y="92559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5" name="ph2256">
                <a:extLst>
                  <a:ext uri="{FF2B5EF4-FFF2-40B4-BE49-F238E27FC236}">
                    <a16:creationId xmlns:a16="http://schemas.microsoft.com/office/drawing/2014/main" id="{1D56397A-4440-D2B7-A389-8A7387075B33}"/>
                  </a:ext>
                </a:extLst>
              </p:cNvPr>
              <p:cNvSpPr/>
              <p:nvPr/>
            </p:nvSpPr>
            <p:spPr>
              <a:xfrm>
                <a:off x="2798738" y="230835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70" y="914400"/>
                    </a:lnTo>
                    <a:lnTo>
                      <a:pt x="912634" y="909988"/>
                    </a:lnTo>
                    <a:lnTo>
                      <a:pt x="914400" y="907528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6" name="ph2257">
                <a:extLst>
                  <a:ext uri="{FF2B5EF4-FFF2-40B4-BE49-F238E27FC236}">
                    <a16:creationId xmlns:a16="http://schemas.microsoft.com/office/drawing/2014/main" id="{3CA7AFF9-4FAF-1338-C747-D9AFA31FE22B}"/>
                  </a:ext>
                </a:extLst>
              </p:cNvPr>
              <p:cNvSpPr/>
              <p:nvPr/>
            </p:nvSpPr>
            <p:spPr>
              <a:xfrm>
                <a:off x="2808178" y="229078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098"/>
                    </a:lnTo>
                    <a:lnTo>
                      <a:pt x="907652" y="921348"/>
                    </a:lnTo>
                    <a:lnTo>
                      <a:pt x="912269" y="915555"/>
                    </a:lnTo>
                    <a:lnTo>
                      <a:pt x="912475" y="915309"/>
                    </a:lnTo>
                    <a:lnTo>
                      <a:pt x="912683" y="915062"/>
                    </a:lnTo>
                    <a:lnTo>
                      <a:pt x="912892" y="914814"/>
                    </a:lnTo>
                    <a:lnTo>
                      <a:pt x="913100" y="914566"/>
                    </a:lnTo>
                    <a:lnTo>
                      <a:pt x="913240" y="914400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7" name="ph2258">
                <a:extLst>
                  <a:ext uri="{FF2B5EF4-FFF2-40B4-BE49-F238E27FC236}">
                    <a16:creationId xmlns:a16="http://schemas.microsoft.com/office/drawing/2014/main" id="{C6937146-7EEA-4D31-AC46-8C1B8125C047}"/>
                  </a:ext>
                </a:extLst>
              </p:cNvPr>
              <p:cNvSpPr/>
              <p:nvPr/>
            </p:nvSpPr>
            <p:spPr>
              <a:xfrm>
                <a:off x="280817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8" name="ph2259">
                <a:extLst>
                  <a:ext uri="{FF2B5EF4-FFF2-40B4-BE49-F238E27FC236}">
                    <a16:creationId xmlns:a16="http://schemas.microsoft.com/office/drawing/2014/main" id="{1B80C9A9-9E05-8DEE-82B8-FC7BF5A33BB3}"/>
                  </a:ext>
                </a:extLst>
              </p:cNvPr>
              <p:cNvSpPr/>
              <p:nvPr/>
            </p:nvSpPr>
            <p:spPr>
              <a:xfrm>
                <a:off x="281761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9" name="ph2260">
                <a:extLst>
                  <a:ext uri="{FF2B5EF4-FFF2-40B4-BE49-F238E27FC236}">
                    <a16:creationId xmlns:a16="http://schemas.microsoft.com/office/drawing/2014/main" id="{58C55645-3212-FA6E-F051-3B86034B56AE}"/>
                  </a:ext>
                </a:extLst>
              </p:cNvPr>
              <p:cNvSpPr/>
              <p:nvPr/>
            </p:nvSpPr>
            <p:spPr>
              <a:xfrm>
                <a:off x="282705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0" name="ph2261">
                <a:extLst>
                  <a:ext uri="{FF2B5EF4-FFF2-40B4-BE49-F238E27FC236}">
                    <a16:creationId xmlns:a16="http://schemas.microsoft.com/office/drawing/2014/main" id="{AB842FED-3F28-16A2-03D3-D3BCEA631F69}"/>
                  </a:ext>
                </a:extLst>
              </p:cNvPr>
              <p:cNvSpPr/>
              <p:nvPr/>
            </p:nvSpPr>
            <p:spPr>
              <a:xfrm>
                <a:off x="283649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1" name="ph2262">
                <a:extLst>
                  <a:ext uri="{FF2B5EF4-FFF2-40B4-BE49-F238E27FC236}">
                    <a16:creationId xmlns:a16="http://schemas.microsoft.com/office/drawing/2014/main" id="{6AD70E19-0418-8252-C0AC-05A6C2CB287F}"/>
                  </a:ext>
                </a:extLst>
              </p:cNvPr>
              <p:cNvSpPr/>
              <p:nvPr/>
            </p:nvSpPr>
            <p:spPr>
              <a:xfrm>
                <a:off x="284593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2" name="ph2263">
                <a:extLst>
                  <a:ext uri="{FF2B5EF4-FFF2-40B4-BE49-F238E27FC236}">
                    <a16:creationId xmlns:a16="http://schemas.microsoft.com/office/drawing/2014/main" id="{DD87C685-A4A0-63C3-6DFE-F362A2405E52}"/>
                  </a:ext>
                </a:extLst>
              </p:cNvPr>
              <p:cNvSpPr/>
              <p:nvPr/>
            </p:nvSpPr>
            <p:spPr>
              <a:xfrm>
                <a:off x="285538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3" name="ph2264">
                <a:extLst>
                  <a:ext uri="{FF2B5EF4-FFF2-40B4-BE49-F238E27FC236}">
                    <a16:creationId xmlns:a16="http://schemas.microsoft.com/office/drawing/2014/main" id="{50B1A8BA-7D02-ED5D-30C8-A710F17ED526}"/>
                  </a:ext>
                </a:extLst>
              </p:cNvPr>
              <p:cNvSpPr/>
              <p:nvPr/>
            </p:nvSpPr>
            <p:spPr>
              <a:xfrm>
                <a:off x="286482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4" name="ph2265">
                <a:extLst>
                  <a:ext uri="{FF2B5EF4-FFF2-40B4-BE49-F238E27FC236}">
                    <a16:creationId xmlns:a16="http://schemas.microsoft.com/office/drawing/2014/main" id="{4C0B1869-E7DA-B16C-8F58-E093546B39F4}"/>
                  </a:ext>
                </a:extLst>
              </p:cNvPr>
              <p:cNvSpPr/>
              <p:nvPr/>
            </p:nvSpPr>
            <p:spPr>
              <a:xfrm>
                <a:off x="287426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5" name="ph2266">
                <a:extLst>
                  <a:ext uri="{FF2B5EF4-FFF2-40B4-BE49-F238E27FC236}">
                    <a16:creationId xmlns:a16="http://schemas.microsoft.com/office/drawing/2014/main" id="{E925E33F-674F-B0C9-E475-5E5DDF2713FD}"/>
                  </a:ext>
                </a:extLst>
              </p:cNvPr>
              <p:cNvSpPr/>
              <p:nvPr/>
            </p:nvSpPr>
            <p:spPr>
              <a:xfrm>
                <a:off x="288370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6" name="ph2267">
                <a:extLst>
                  <a:ext uri="{FF2B5EF4-FFF2-40B4-BE49-F238E27FC236}">
                    <a16:creationId xmlns:a16="http://schemas.microsoft.com/office/drawing/2014/main" id="{EB5FE044-4484-DB2E-CCA2-2E2CFDE9C750}"/>
                  </a:ext>
                </a:extLst>
              </p:cNvPr>
              <p:cNvSpPr/>
              <p:nvPr/>
            </p:nvSpPr>
            <p:spPr>
              <a:xfrm>
                <a:off x="289314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7" name="ph2268">
                <a:extLst>
                  <a:ext uri="{FF2B5EF4-FFF2-40B4-BE49-F238E27FC236}">
                    <a16:creationId xmlns:a16="http://schemas.microsoft.com/office/drawing/2014/main" id="{8C785471-DE8A-EB25-0DF0-CBE5CA011285}"/>
                  </a:ext>
                </a:extLst>
              </p:cNvPr>
              <p:cNvSpPr/>
              <p:nvPr/>
            </p:nvSpPr>
            <p:spPr>
              <a:xfrm>
                <a:off x="290258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8" name="ph2269">
                <a:extLst>
                  <a:ext uri="{FF2B5EF4-FFF2-40B4-BE49-F238E27FC236}">
                    <a16:creationId xmlns:a16="http://schemas.microsoft.com/office/drawing/2014/main" id="{8B3BEB57-2835-6FBA-6858-C16E980C679B}"/>
                  </a:ext>
                </a:extLst>
              </p:cNvPr>
              <p:cNvSpPr/>
              <p:nvPr/>
            </p:nvSpPr>
            <p:spPr>
              <a:xfrm>
                <a:off x="291202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9" name="ph2270">
                <a:extLst>
                  <a:ext uri="{FF2B5EF4-FFF2-40B4-BE49-F238E27FC236}">
                    <a16:creationId xmlns:a16="http://schemas.microsoft.com/office/drawing/2014/main" id="{E13093FB-80BB-4C92-AF7B-6EACDDA154B8}"/>
                  </a:ext>
                </a:extLst>
              </p:cNvPr>
              <p:cNvSpPr/>
              <p:nvPr/>
            </p:nvSpPr>
            <p:spPr>
              <a:xfrm>
                <a:off x="292146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0" name="ph2271">
                <a:extLst>
                  <a:ext uri="{FF2B5EF4-FFF2-40B4-BE49-F238E27FC236}">
                    <a16:creationId xmlns:a16="http://schemas.microsoft.com/office/drawing/2014/main" id="{EDF95C9B-DEA1-9CFE-6F04-18EBC2347B52}"/>
                  </a:ext>
                </a:extLst>
              </p:cNvPr>
              <p:cNvSpPr/>
              <p:nvPr/>
            </p:nvSpPr>
            <p:spPr>
              <a:xfrm>
                <a:off x="293090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1" name="ph2272">
                <a:extLst>
                  <a:ext uri="{FF2B5EF4-FFF2-40B4-BE49-F238E27FC236}">
                    <a16:creationId xmlns:a16="http://schemas.microsoft.com/office/drawing/2014/main" id="{1AD8A985-A974-B52B-4B15-43B71F43086C}"/>
                  </a:ext>
                </a:extLst>
              </p:cNvPr>
              <p:cNvSpPr/>
              <p:nvPr/>
            </p:nvSpPr>
            <p:spPr>
              <a:xfrm>
                <a:off x="294034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2" name="ph2273">
                <a:extLst>
                  <a:ext uri="{FF2B5EF4-FFF2-40B4-BE49-F238E27FC236}">
                    <a16:creationId xmlns:a16="http://schemas.microsoft.com/office/drawing/2014/main" id="{E212068A-307E-9A6E-239C-20E529AFC6AF}"/>
                  </a:ext>
                </a:extLst>
              </p:cNvPr>
              <p:cNvSpPr/>
              <p:nvPr/>
            </p:nvSpPr>
            <p:spPr>
              <a:xfrm>
                <a:off x="294978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3" name="ph2274">
                <a:extLst>
                  <a:ext uri="{FF2B5EF4-FFF2-40B4-BE49-F238E27FC236}">
                    <a16:creationId xmlns:a16="http://schemas.microsoft.com/office/drawing/2014/main" id="{78F3872B-2D25-4F70-FC05-229F5DD8A04D}"/>
                  </a:ext>
                </a:extLst>
              </p:cNvPr>
              <p:cNvSpPr/>
              <p:nvPr/>
            </p:nvSpPr>
            <p:spPr>
              <a:xfrm>
                <a:off x="295922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4" name="ph2275">
                <a:extLst>
                  <a:ext uri="{FF2B5EF4-FFF2-40B4-BE49-F238E27FC236}">
                    <a16:creationId xmlns:a16="http://schemas.microsoft.com/office/drawing/2014/main" id="{0025047C-208B-84C9-40EB-017C6CDE3918}"/>
                  </a:ext>
                </a:extLst>
              </p:cNvPr>
              <p:cNvSpPr/>
              <p:nvPr/>
            </p:nvSpPr>
            <p:spPr>
              <a:xfrm>
                <a:off x="296866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5" name="ph2276">
                <a:extLst>
                  <a:ext uri="{FF2B5EF4-FFF2-40B4-BE49-F238E27FC236}">
                    <a16:creationId xmlns:a16="http://schemas.microsoft.com/office/drawing/2014/main" id="{38C8C118-4027-5172-59A1-035FEA9BBE93}"/>
                  </a:ext>
                </a:extLst>
              </p:cNvPr>
              <p:cNvSpPr/>
              <p:nvPr/>
            </p:nvSpPr>
            <p:spPr>
              <a:xfrm>
                <a:off x="297810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6" name="ph2277">
                <a:extLst>
                  <a:ext uri="{FF2B5EF4-FFF2-40B4-BE49-F238E27FC236}">
                    <a16:creationId xmlns:a16="http://schemas.microsoft.com/office/drawing/2014/main" id="{D944B16A-4178-4917-3540-8E88B62E90E6}"/>
                  </a:ext>
                </a:extLst>
              </p:cNvPr>
              <p:cNvSpPr/>
              <p:nvPr/>
            </p:nvSpPr>
            <p:spPr>
              <a:xfrm>
                <a:off x="298754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7" name="ph2278">
                <a:extLst>
                  <a:ext uri="{FF2B5EF4-FFF2-40B4-BE49-F238E27FC236}">
                    <a16:creationId xmlns:a16="http://schemas.microsoft.com/office/drawing/2014/main" id="{E180DCFF-F7FA-6E21-2814-59CE0A4BA82F}"/>
                  </a:ext>
                </a:extLst>
              </p:cNvPr>
              <p:cNvSpPr/>
              <p:nvPr/>
            </p:nvSpPr>
            <p:spPr>
              <a:xfrm>
                <a:off x="299698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8" name="ph2279">
                <a:extLst>
                  <a:ext uri="{FF2B5EF4-FFF2-40B4-BE49-F238E27FC236}">
                    <a16:creationId xmlns:a16="http://schemas.microsoft.com/office/drawing/2014/main" id="{2E10111B-DA9A-86FE-2AEA-2729933FF58B}"/>
                  </a:ext>
                </a:extLst>
              </p:cNvPr>
              <p:cNvSpPr/>
              <p:nvPr/>
            </p:nvSpPr>
            <p:spPr>
              <a:xfrm>
                <a:off x="300642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9" name="ph2280">
                <a:extLst>
                  <a:ext uri="{FF2B5EF4-FFF2-40B4-BE49-F238E27FC236}">
                    <a16:creationId xmlns:a16="http://schemas.microsoft.com/office/drawing/2014/main" id="{05AD3A27-E582-0884-E857-B4087873F66C}"/>
                  </a:ext>
                </a:extLst>
              </p:cNvPr>
              <p:cNvSpPr/>
              <p:nvPr/>
            </p:nvSpPr>
            <p:spPr>
              <a:xfrm>
                <a:off x="301586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0" name="ph2281">
                <a:extLst>
                  <a:ext uri="{FF2B5EF4-FFF2-40B4-BE49-F238E27FC236}">
                    <a16:creationId xmlns:a16="http://schemas.microsoft.com/office/drawing/2014/main" id="{E92D8289-FB75-2EE1-4BCB-06F11A4CAEB6}"/>
                  </a:ext>
                </a:extLst>
              </p:cNvPr>
              <p:cNvSpPr/>
              <p:nvPr/>
            </p:nvSpPr>
            <p:spPr>
              <a:xfrm>
                <a:off x="302530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1" name="ph2282">
                <a:extLst>
                  <a:ext uri="{FF2B5EF4-FFF2-40B4-BE49-F238E27FC236}">
                    <a16:creationId xmlns:a16="http://schemas.microsoft.com/office/drawing/2014/main" id="{ADC43813-6097-C0F5-B081-A0CA500EE1EB}"/>
                  </a:ext>
                </a:extLst>
              </p:cNvPr>
              <p:cNvSpPr/>
              <p:nvPr/>
            </p:nvSpPr>
            <p:spPr>
              <a:xfrm>
                <a:off x="303474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2" name="ph2283">
                <a:extLst>
                  <a:ext uri="{FF2B5EF4-FFF2-40B4-BE49-F238E27FC236}">
                    <a16:creationId xmlns:a16="http://schemas.microsoft.com/office/drawing/2014/main" id="{20185544-B139-A287-B8A1-EA2D19945D53}"/>
                  </a:ext>
                </a:extLst>
              </p:cNvPr>
              <p:cNvSpPr/>
              <p:nvPr/>
            </p:nvSpPr>
            <p:spPr>
              <a:xfrm>
                <a:off x="304418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3" name="ph2284">
                <a:extLst>
                  <a:ext uri="{FF2B5EF4-FFF2-40B4-BE49-F238E27FC236}">
                    <a16:creationId xmlns:a16="http://schemas.microsoft.com/office/drawing/2014/main" id="{034C0B0A-FC99-B4FA-0EDE-8BB097AFAB36}"/>
                  </a:ext>
                </a:extLst>
              </p:cNvPr>
              <p:cNvSpPr/>
              <p:nvPr/>
            </p:nvSpPr>
            <p:spPr>
              <a:xfrm>
                <a:off x="305362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4" name="ph2285">
                <a:extLst>
                  <a:ext uri="{FF2B5EF4-FFF2-40B4-BE49-F238E27FC236}">
                    <a16:creationId xmlns:a16="http://schemas.microsoft.com/office/drawing/2014/main" id="{834069D3-471D-A6B4-8607-DC0D09E8A4FF}"/>
                  </a:ext>
                </a:extLst>
              </p:cNvPr>
              <p:cNvSpPr/>
              <p:nvPr/>
            </p:nvSpPr>
            <p:spPr>
              <a:xfrm>
                <a:off x="306306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5" name="ph2286">
                <a:extLst>
                  <a:ext uri="{FF2B5EF4-FFF2-40B4-BE49-F238E27FC236}">
                    <a16:creationId xmlns:a16="http://schemas.microsoft.com/office/drawing/2014/main" id="{7E2B09A1-D63F-B5EC-D4CD-7ED991ECE54C}"/>
                  </a:ext>
                </a:extLst>
              </p:cNvPr>
              <p:cNvSpPr/>
              <p:nvPr/>
            </p:nvSpPr>
            <p:spPr>
              <a:xfrm>
                <a:off x="307250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6" name="ph2287">
                <a:extLst>
                  <a:ext uri="{FF2B5EF4-FFF2-40B4-BE49-F238E27FC236}">
                    <a16:creationId xmlns:a16="http://schemas.microsoft.com/office/drawing/2014/main" id="{FBA072CA-8D0F-84A3-C650-9FCB66061691}"/>
                  </a:ext>
                </a:extLst>
              </p:cNvPr>
              <p:cNvSpPr/>
              <p:nvPr/>
            </p:nvSpPr>
            <p:spPr>
              <a:xfrm>
                <a:off x="308194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7" name="ph2288">
                <a:extLst>
                  <a:ext uri="{FF2B5EF4-FFF2-40B4-BE49-F238E27FC236}">
                    <a16:creationId xmlns:a16="http://schemas.microsoft.com/office/drawing/2014/main" id="{FB4B92FD-DF8A-47DE-DDF2-2FD175BD5B9B}"/>
                  </a:ext>
                </a:extLst>
              </p:cNvPr>
              <p:cNvSpPr/>
              <p:nvPr/>
            </p:nvSpPr>
            <p:spPr>
              <a:xfrm>
                <a:off x="309138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8" name="ph2289">
                <a:extLst>
                  <a:ext uri="{FF2B5EF4-FFF2-40B4-BE49-F238E27FC236}">
                    <a16:creationId xmlns:a16="http://schemas.microsoft.com/office/drawing/2014/main" id="{D5B46B3E-C4F5-CA7A-67E4-C210754331E4}"/>
                  </a:ext>
                </a:extLst>
              </p:cNvPr>
              <p:cNvSpPr/>
              <p:nvPr/>
            </p:nvSpPr>
            <p:spPr>
              <a:xfrm>
                <a:off x="310082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9" name="ph2290">
                <a:extLst>
                  <a:ext uri="{FF2B5EF4-FFF2-40B4-BE49-F238E27FC236}">
                    <a16:creationId xmlns:a16="http://schemas.microsoft.com/office/drawing/2014/main" id="{2C75F8DA-C3D1-8A67-BB9E-9F6DB35A94A8}"/>
                  </a:ext>
                </a:extLst>
              </p:cNvPr>
              <p:cNvSpPr/>
              <p:nvPr/>
            </p:nvSpPr>
            <p:spPr>
              <a:xfrm>
                <a:off x="311026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0" name="ph2291">
                <a:extLst>
                  <a:ext uri="{FF2B5EF4-FFF2-40B4-BE49-F238E27FC236}">
                    <a16:creationId xmlns:a16="http://schemas.microsoft.com/office/drawing/2014/main" id="{2329894F-C264-F0FD-617F-C08F1B90BE49}"/>
                  </a:ext>
                </a:extLst>
              </p:cNvPr>
              <p:cNvSpPr/>
              <p:nvPr/>
            </p:nvSpPr>
            <p:spPr>
              <a:xfrm>
                <a:off x="311970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1" name="ph2292">
                <a:extLst>
                  <a:ext uri="{FF2B5EF4-FFF2-40B4-BE49-F238E27FC236}">
                    <a16:creationId xmlns:a16="http://schemas.microsoft.com/office/drawing/2014/main" id="{9892AC66-19F5-E23D-B2C1-1CEAAA3264D1}"/>
                  </a:ext>
                </a:extLst>
              </p:cNvPr>
              <p:cNvSpPr/>
              <p:nvPr/>
            </p:nvSpPr>
            <p:spPr>
              <a:xfrm>
                <a:off x="312914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2" name="ph2293">
                <a:extLst>
                  <a:ext uri="{FF2B5EF4-FFF2-40B4-BE49-F238E27FC236}">
                    <a16:creationId xmlns:a16="http://schemas.microsoft.com/office/drawing/2014/main" id="{9FDD0728-CFA6-648E-AB93-D87F68B8E4B1}"/>
                  </a:ext>
                </a:extLst>
              </p:cNvPr>
              <p:cNvSpPr/>
              <p:nvPr/>
            </p:nvSpPr>
            <p:spPr>
              <a:xfrm>
                <a:off x="313858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3" name="ph2294">
                <a:extLst>
                  <a:ext uri="{FF2B5EF4-FFF2-40B4-BE49-F238E27FC236}">
                    <a16:creationId xmlns:a16="http://schemas.microsoft.com/office/drawing/2014/main" id="{96DD6E21-1D73-F4C6-1897-38F52C6BAADB}"/>
                  </a:ext>
                </a:extLst>
              </p:cNvPr>
              <p:cNvSpPr/>
              <p:nvPr/>
            </p:nvSpPr>
            <p:spPr>
              <a:xfrm>
                <a:off x="314802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4" name="ph2295">
                <a:extLst>
                  <a:ext uri="{FF2B5EF4-FFF2-40B4-BE49-F238E27FC236}">
                    <a16:creationId xmlns:a16="http://schemas.microsoft.com/office/drawing/2014/main" id="{06E886E5-3C0D-F24C-0CAB-63D71DD7163B}"/>
                  </a:ext>
                </a:extLst>
              </p:cNvPr>
              <p:cNvSpPr/>
              <p:nvPr/>
            </p:nvSpPr>
            <p:spPr>
              <a:xfrm>
                <a:off x="315746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5" name="ph2296">
                <a:extLst>
                  <a:ext uri="{FF2B5EF4-FFF2-40B4-BE49-F238E27FC236}">
                    <a16:creationId xmlns:a16="http://schemas.microsoft.com/office/drawing/2014/main" id="{90941927-E9D3-4DE0-A58A-A94E587941CC}"/>
                  </a:ext>
                </a:extLst>
              </p:cNvPr>
              <p:cNvSpPr/>
              <p:nvPr/>
            </p:nvSpPr>
            <p:spPr>
              <a:xfrm>
                <a:off x="316690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6" name="ph2297">
                <a:extLst>
                  <a:ext uri="{FF2B5EF4-FFF2-40B4-BE49-F238E27FC236}">
                    <a16:creationId xmlns:a16="http://schemas.microsoft.com/office/drawing/2014/main" id="{F23606D1-1FB2-C5A5-1D40-CD847FAEEB8B}"/>
                  </a:ext>
                </a:extLst>
              </p:cNvPr>
              <p:cNvSpPr/>
              <p:nvPr/>
            </p:nvSpPr>
            <p:spPr>
              <a:xfrm>
                <a:off x="317634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554">
                  <a:alpha val="100000"/>
                </a:srgbClr>
              </a:solidFill>
              <a:ln w="5420" cap="flat">
                <a:solidFill>
                  <a:srgbClr val="F8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7" name="ph2298">
                <a:extLst>
                  <a:ext uri="{FF2B5EF4-FFF2-40B4-BE49-F238E27FC236}">
                    <a16:creationId xmlns:a16="http://schemas.microsoft.com/office/drawing/2014/main" id="{B0B58D3F-3614-EF76-A138-5313581F7D24}"/>
                  </a:ext>
                </a:extLst>
              </p:cNvPr>
              <p:cNvSpPr/>
              <p:nvPr/>
            </p:nvSpPr>
            <p:spPr>
              <a:xfrm>
                <a:off x="318578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8" name="ph2299">
                <a:extLst>
                  <a:ext uri="{FF2B5EF4-FFF2-40B4-BE49-F238E27FC236}">
                    <a16:creationId xmlns:a16="http://schemas.microsoft.com/office/drawing/2014/main" id="{CBA49C52-2CD6-4B0D-1EF9-E89E65D2B6D5}"/>
                  </a:ext>
                </a:extLst>
              </p:cNvPr>
              <p:cNvSpPr/>
              <p:nvPr/>
            </p:nvSpPr>
            <p:spPr>
              <a:xfrm>
                <a:off x="319522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9" name="ph2300">
                <a:extLst>
                  <a:ext uri="{FF2B5EF4-FFF2-40B4-BE49-F238E27FC236}">
                    <a16:creationId xmlns:a16="http://schemas.microsoft.com/office/drawing/2014/main" id="{93D61C93-D59B-8F83-AC3C-2D1D59FB927A}"/>
                  </a:ext>
                </a:extLst>
              </p:cNvPr>
              <p:cNvSpPr/>
              <p:nvPr/>
            </p:nvSpPr>
            <p:spPr>
              <a:xfrm>
                <a:off x="320466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0" name="ph2301">
                <a:extLst>
                  <a:ext uri="{FF2B5EF4-FFF2-40B4-BE49-F238E27FC236}">
                    <a16:creationId xmlns:a16="http://schemas.microsoft.com/office/drawing/2014/main" id="{3839D31C-370B-8151-0A9D-1251EE69D434}"/>
                  </a:ext>
                </a:extLst>
              </p:cNvPr>
              <p:cNvSpPr/>
              <p:nvPr/>
            </p:nvSpPr>
            <p:spPr>
              <a:xfrm>
                <a:off x="321410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1" name="ph2302">
                <a:extLst>
                  <a:ext uri="{FF2B5EF4-FFF2-40B4-BE49-F238E27FC236}">
                    <a16:creationId xmlns:a16="http://schemas.microsoft.com/office/drawing/2014/main" id="{ED040068-4560-04ED-EA5F-997A6EF8D1AB}"/>
                  </a:ext>
                </a:extLst>
              </p:cNvPr>
              <p:cNvSpPr/>
              <p:nvPr/>
            </p:nvSpPr>
            <p:spPr>
              <a:xfrm>
                <a:off x="322354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2" name="ph2303">
                <a:extLst>
                  <a:ext uri="{FF2B5EF4-FFF2-40B4-BE49-F238E27FC236}">
                    <a16:creationId xmlns:a16="http://schemas.microsoft.com/office/drawing/2014/main" id="{6013FA11-4BF4-9830-BDAF-DBDBE9ED22F6}"/>
                  </a:ext>
                </a:extLst>
              </p:cNvPr>
              <p:cNvSpPr/>
              <p:nvPr/>
            </p:nvSpPr>
            <p:spPr>
              <a:xfrm>
                <a:off x="323298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3" name="ph2304">
                <a:extLst>
                  <a:ext uri="{FF2B5EF4-FFF2-40B4-BE49-F238E27FC236}">
                    <a16:creationId xmlns:a16="http://schemas.microsoft.com/office/drawing/2014/main" id="{7E0F48E3-F37F-9E56-8CBE-20F2FF552C04}"/>
                  </a:ext>
                </a:extLst>
              </p:cNvPr>
              <p:cNvSpPr/>
              <p:nvPr/>
            </p:nvSpPr>
            <p:spPr>
              <a:xfrm>
                <a:off x="324242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4" name="ph2305">
                <a:extLst>
                  <a:ext uri="{FF2B5EF4-FFF2-40B4-BE49-F238E27FC236}">
                    <a16:creationId xmlns:a16="http://schemas.microsoft.com/office/drawing/2014/main" id="{98ED0549-FC47-8BFF-D9BE-6F7305D7A4B1}"/>
                  </a:ext>
                </a:extLst>
              </p:cNvPr>
              <p:cNvSpPr/>
              <p:nvPr/>
            </p:nvSpPr>
            <p:spPr>
              <a:xfrm>
                <a:off x="325187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5" name="ph2306">
                <a:extLst>
                  <a:ext uri="{FF2B5EF4-FFF2-40B4-BE49-F238E27FC236}">
                    <a16:creationId xmlns:a16="http://schemas.microsoft.com/office/drawing/2014/main" id="{FBAAEA03-963A-C0E6-E8FD-25193B0A7B4B}"/>
                  </a:ext>
                </a:extLst>
              </p:cNvPr>
              <p:cNvSpPr/>
              <p:nvPr/>
            </p:nvSpPr>
            <p:spPr>
              <a:xfrm>
                <a:off x="326131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6" name="ph2307">
                <a:extLst>
                  <a:ext uri="{FF2B5EF4-FFF2-40B4-BE49-F238E27FC236}">
                    <a16:creationId xmlns:a16="http://schemas.microsoft.com/office/drawing/2014/main" id="{A78178DE-EB3C-A55C-0C75-BE286AAE3A69}"/>
                  </a:ext>
                </a:extLst>
              </p:cNvPr>
              <p:cNvSpPr/>
              <p:nvPr/>
            </p:nvSpPr>
            <p:spPr>
              <a:xfrm>
                <a:off x="327075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7" name="ph2308">
                <a:extLst>
                  <a:ext uri="{FF2B5EF4-FFF2-40B4-BE49-F238E27FC236}">
                    <a16:creationId xmlns:a16="http://schemas.microsoft.com/office/drawing/2014/main" id="{9C76A30E-2FB7-7C38-7455-BC034B81ED7F}"/>
                  </a:ext>
                </a:extLst>
              </p:cNvPr>
              <p:cNvSpPr/>
              <p:nvPr/>
            </p:nvSpPr>
            <p:spPr>
              <a:xfrm>
                <a:off x="328019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8" name="ph2309">
                <a:extLst>
                  <a:ext uri="{FF2B5EF4-FFF2-40B4-BE49-F238E27FC236}">
                    <a16:creationId xmlns:a16="http://schemas.microsoft.com/office/drawing/2014/main" id="{9DA0DB6B-70C8-BFA2-5BFD-061660800B06}"/>
                  </a:ext>
                </a:extLst>
              </p:cNvPr>
              <p:cNvSpPr/>
              <p:nvPr/>
            </p:nvSpPr>
            <p:spPr>
              <a:xfrm>
                <a:off x="328963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9" name="ph2310">
                <a:extLst>
                  <a:ext uri="{FF2B5EF4-FFF2-40B4-BE49-F238E27FC236}">
                    <a16:creationId xmlns:a16="http://schemas.microsoft.com/office/drawing/2014/main" id="{66A399AD-2348-33F0-784C-CFD257FF809B}"/>
                  </a:ext>
                </a:extLst>
              </p:cNvPr>
              <p:cNvSpPr/>
              <p:nvPr/>
            </p:nvSpPr>
            <p:spPr>
              <a:xfrm>
                <a:off x="329907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0" name="ph2311">
                <a:extLst>
                  <a:ext uri="{FF2B5EF4-FFF2-40B4-BE49-F238E27FC236}">
                    <a16:creationId xmlns:a16="http://schemas.microsoft.com/office/drawing/2014/main" id="{16A88F40-D113-1D37-DF86-5555267E4AD7}"/>
                  </a:ext>
                </a:extLst>
              </p:cNvPr>
              <p:cNvSpPr/>
              <p:nvPr/>
            </p:nvSpPr>
            <p:spPr>
              <a:xfrm>
                <a:off x="330851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1" name="ph2312">
                <a:extLst>
                  <a:ext uri="{FF2B5EF4-FFF2-40B4-BE49-F238E27FC236}">
                    <a16:creationId xmlns:a16="http://schemas.microsoft.com/office/drawing/2014/main" id="{B39F0CE8-63AB-270E-089A-1949452BFAA5}"/>
                  </a:ext>
                </a:extLst>
              </p:cNvPr>
              <p:cNvSpPr/>
              <p:nvPr/>
            </p:nvSpPr>
            <p:spPr>
              <a:xfrm>
                <a:off x="331795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2" name="ph2313">
                <a:extLst>
                  <a:ext uri="{FF2B5EF4-FFF2-40B4-BE49-F238E27FC236}">
                    <a16:creationId xmlns:a16="http://schemas.microsoft.com/office/drawing/2014/main" id="{5C44FD03-1856-112D-2F3D-E5E9C9F2038D}"/>
                  </a:ext>
                </a:extLst>
              </p:cNvPr>
              <p:cNvSpPr/>
              <p:nvPr/>
            </p:nvSpPr>
            <p:spPr>
              <a:xfrm>
                <a:off x="332739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3" name="ph2314">
                <a:extLst>
                  <a:ext uri="{FF2B5EF4-FFF2-40B4-BE49-F238E27FC236}">
                    <a16:creationId xmlns:a16="http://schemas.microsoft.com/office/drawing/2014/main" id="{708213C7-2B32-B3C8-537D-B8995169B4D4}"/>
                  </a:ext>
                </a:extLst>
              </p:cNvPr>
              <p:cNvSpPr/>
              <p:nvPr/>
            </p:nvSpPr>
            <p:spPr>
              <a:xfrm>
                <a:off x="333683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4" name="ph2315">
                <a:extLst>
                  <a:ext uri="{FF2B5EF4-FFF2-40B4-BE49-F238E27FC236}">
                    <a16:creationId xmlns:a16="http://schemas.microsoft.com/office/drawing/2014/main" id="{26704DA8-D18C-0023-DC29-385B851CC60F}"/>
                  </a:ext>
                </a:extLst>
              </p:cNvPr>
              <p:cNvSpPr/>
              <p:nvPr/>
            </p:nvSpPr>
            <p:spPr>
              <a:xfrm>
                <a:off x="3346272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66"/>
                    </a:lnTo>
                    <a:lnTo>
                      <a:pt x="923582" y="903431"/>
                    </a:lnTo>
                    <a:lnTo>
                      <a:pt x="920296" y="912165"/>
                    </a:lnTo>
                    <a:lnTo>
                      <a:pt x="919361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5" name="ph2316">
                <a:extLst>
                  <a:ext uri="{FF2B5EF4-FFF2-40B4-BE49-F238E27FC236}">
                    <a16:creationId xmlns:a16="http://schemas.microsoft.com/office/drawing/2014/main" id="{472A2F1B-E506-D45E-E12C-0A085A68B7B4}"/>
                  </a:ext>
                </a:extLst>
              </p:cNvPr>
              <p:cNvSpPr/>
              <p:nvPr/>
            </p:nvSpPr>
            <p:spPr>
              <a:xfrm>
                <a:off x="3355712" y="2290780"/>
                <a:ext cx="916367" cy="920236"/>
              </a:xfrm>
              <a:custGeom>
                <a:avLst/>
                <a:gdLst/>
                <a:ahLst/>
                <a:cxnLst/>
                <a:rect l="0" t="0" r="0" b="0"/>
                <a:pathLst>
                  <a:path w="916367" h="920236">
                    <a:moveTo>
                      <a:pt x="914400" y="914400"/>
                    </a:moveTo>
                    <a:lnTo>
                      <a:pt x="916367" y="914400"/>
                    </a:lnTo>
                    <a:lnTo>
                      <a:pt x="914400" y="920236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6" name="ph2317">
                <a:extLst>
                  <a:ext uri="{FF2B5EF4-FFF2-40B4-BE49-F238E27FC236}">
                    <a16:creationId xmlns:a16="http://schemas.microsoft.com/office/drawing/2014/main" id="{68DC726F-0575-7310-1B64-E47412432B33}"/>
                  </a:ext>
                </a:extLst>
              </p:cNvPr>
              <p:cNvSpPr/>
              <p:nvPr/>
            </p:nvSpPr>
            <p:spPr>
              <a:xfrm>
                <a:off x="2421129" y="227321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0757" y="931969"/>
                    </a:lnTo>
                    <a:lnTo>
                      <a:pt x="911263" y="926701"/>
                    </a:lnTo>
                    <a:lnTo>
                      <a:pt x="912599" y="916026"/>
                    </a:lnTo>
                    <a:lnTo>
                      <a:pt x="912851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7" name="ph2318">
                <a:extLst>
                  <a:ext uri="{FF2B5EF4-FFF2-40B4-BE49-F238E27FC236}">
                    <a16:creationId xmlns:a16="http://schemas.microsoft.com/office/drawing/2014/main" id="{89AAC9E6-98B1-9F1C-6610-25D1B1CEC395}"/>
                  </a:ext>
                </a:extLst>
              </p:cNvPr>
              <p:cNvSpPr/>
              <p:nvPr/>
            </p:nvSpPr>
            <p:spPr>
              <a:xfrm>
                <a:off x="242112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8" name="ph2319">
                <a:extLst>
                  <a:ext uri="{FF2B5EF4-FFF2-40B4-BE49-F238E27FC236}">
                    <a16:creationId xmlns:a16="http://schemas.microsoft.com/office/drawing/2014/main" id="{9F74CD08-AE4A-2DE5-D0BF-A46A67C29541}"/>
                  </a:ext>
                </a:extLst>
              </p:cNvPr>
              <p:cNvSpPr/>
              <p:nvPr/>
            </p:nvSpPr>
            <p:spPr>
              <a:xfrm>
                <a:off x="243056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9" name="ph2320">
                <a:extLst>
                  <a:ext uri="{FF2B5EF4-FFF2-40B4-BE49-F238E27FC236}">
                    <a16:creationId xmlns:a16="http://schemas.microsoft.com/office/drawing/2014/main" id="{A3B1388C-9203-8BDC-9D06-B943DBF5BC13}"/>
                  </a:ext>
                </a:extLst>
              </p:cNvPr>
              <p:cNvSpPr/>
              <p:nvPr/>
            </p:nvSpPr>
            <p:spPr>
              <a:xfrm>
                <a:off x="244000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0" name="ph2321">
                <a:extLst>
                  <a:ext uri="{FF2B5EF4-FFF2-40B4-BE49-F238E27FC236}">
                    <a16:creationId xmlns:a16="http://schemas.microsoft.com/office/drawing/2014/main" id="{897DDC85-F014-E6B7-7CDC-F2DA99044C4A}"/>
                  </a:ext>
                </a:extLst>
              </p:cNvPr>
              <p:cNvSpPr/>
              <p:nvPr/>
            </p:nvSpPr>
            <p:spPr>
              <a:xfrm>
                <a:off x="244944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1" name="ph2322">
                <a:extLst>
                  <a:ext uri="{FF2B5EF4-FFF2-40B4-BE49-F238E27FC236}">
                    <a16:creationId xmlns:a16="http://schemas.microsoft.com/office/drawing/2014/main" id="{211D1C02-E400-177C-9EB8-4ABCF3D37983}"/>
                  </a:ext>
                </a:extLst>
              </p:cNvPr>
              <p:cNvSpPr/>
              <p:nvPr/>
            </p:nvSpPr>
            <p:spPr>
              <a:xfrm>
                <a:off x="245889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2" name="ph2323">
                <a:extLst>
                  <a:ext uri="{FF2B5EF4-FFF2-40B4-BE49-F238E27FC236}">
                    <a16:creationId xmlns:a16="http://schemas.microsoft.com/office/drawing/2014/main" id="{1ABB75DF-D274-683B-454F-F27B9F6D531C}"/>
                  </a:ext>
                </a:extLst>
              </p:cNvPr>
              <p:cNvSpPr/>
              <p:nvPr/>
            </p:nvSpPr>
            <p:spPr>
              <a:xfrm>
                <a:off x="246833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3" name="ph2324">
                <a:extLst>
                  <a:ext uri="{FF2B5EF4-FFF2-40B4-BE49-F238E27FC236}">
                    <a16:creationId xmlns:a16="http://schemas.microsoft.com/office/drawing/2014/main" id="{112FDB33-73B2-8B20-5513-110807935C92}"/>
                  </a:ext>
                </a:extLst>
              </p:cNvPr>
              <p:cNvSpPr/>
              <p:nvPr/>
            </p:nvSpPr>
            <p:spPr>
              <a:xfrm>
                <a:off x="247777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4" name="ph2325">
                <a:extLst>
                  <a:ext uri="{FF2B5EF4-FFF2-40B4-BE49-F238E27FC236}">
                    <a16:creationId xmlns:a16="http://schemas.microsoft.com/office/drawing/2014/main" id="{1081F517-4907-FD5F-164D-0C0FEDB6FEA0}"/>
                  </a:ext>
                </a:extLst>
              </p:cNvPr>
              <p:cNvSpPr/>
              <p:nvPr/>
            </p:nvSpPr>
            <p:spPr>
              <a:xfrm>
                <a:off x="248721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5" name="ph2326">
                <a:extLst>
                  <a:ext uri="{FF2B5EF4-FFF2-40B4-BE49-F238E27FC236}">
                    <a16:creationId xmlns:a16="http://schemas.microsoft.com/office/drawing/2014/main" id="{12C8655A-0592-9C48-3F33-C02AD3DB1430}"/>
                  </a:ext>
                </a:extLst>
              </p:cNvPr>
              <p:cNvSpPr/>
              <p:nvPr/>
            </p:nvSpPr>
            <p:spPr>
              <a:xfrm>
                <a:off x="249665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6" name="ph2327">
                <a:extLst>
                  <a:ext uri="{FF2B5EF4-FFF2-40B4-BE49-F238E27FC236}">
                    <a16:creationId xmlns:a16="http://schemas.microsoft.com/office/drawing/2014/main" id="{BC1564A7-4536-DF13-B61B-4E72D502EC3E}"/>
                  </a:ext>
                </a:extLst>
              </p:cNvPr>
              <p:cNvSpPr/>
              <p:nvPr/>
            </p:nvSpPr>
            <p:spPr>
              <a:xfrm>
                <a:off x="250609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7" name="ph2328">
                <a:extLst>
                  <a:ext uri="{FF2B5EF4-FFF2-40B4-BE49-F238E27FC236}">
                    <a16:creationId xmlns:a16="http://schemas.microsoft.com/office/drawing/2014/main" id="{8245850A-45C6-F8BE-79BF-B66F5B68DDD2}"/>
                  </a:ext>
                </a:extLst>
              </p:cNvPr>
              <p:cNvSpPr/>
              <p:nvPr/>
            </p:nvSpPr>
            <p:spPr>
              <a:xfrm>
                <a:off x="251553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8" name="ph2329">
                <a:extLst>
                  <a:ext uri="{FF2B5EF4-FFF2-40B4-BE49-F238E27FC236}">
                    <a16:creationId xmlns:a16="http://schemas.microsoft.com/office/drawing/2014/main" id="{0FF301F2-20DC-E2BD-ACFD-5312A37482DE}"/>
                  </a:ext>
                </a:extLst>
              </p:cNvPr>
              <p:cNvSpPr/>
              <p:nvPr/>
            </p:nvSpPr>
            <p:spPr>
              <a:xfrm>
                <a:off x="252497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9" name="ph2330">
                <a:extLst>
                  <a:ext uri="{FF2B5EF4-FFF2-40B4-BE49-F238E27FC236}">
                    <a16:creationId xmlns:a16="http://schemas.microsoft.com/office/drawing/2014/main" id="{33375D47-ED06-BF49-8262-2A553291DFF5}"/>
                  </a:ext>
                </a:extLst>
              </p:cNvPr>
              <p:cNvSpPr/>
              <p:nvPr/>
            </p:nvSpPr>
            <p:spPr>
              <a:xfrm>
                <a:off x="253441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0" name="ph2331">
                <a:extLst>
                  <a:ext uri="{FF2B5EF4-FFF2-40B4-BE49-F238E27FC236}">
                    <a16:creationId xmlns:a16="http://schemas.microsoft.com/office/drawing/2014/main" id="{92D50658-8B53-123F-FF4D-067B770CAEC9}"/>
                  </a:ext>
                </a:extLst>
              </p:cNvPr>
              <p:cNvSpPr/>
              <p:nvPr/>
            </p:nvSpPr>
            <p:spPr>
              <a:xfrm>
                <a:off x="254385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1" name="ph2332">
                <a:extLst>
                  <a:ext uri="{FF2B5EF4-FFF2-40B4-BE49-F238E27FC236}">
                    <a16:creationId xmlns:a16="http://schemas.microsoft.com/office/drawing/2014/main" id="{8A10B090-D0D7-1CDC-4415-B649A004765D}"/>
                  </a:ext>
                </a:extLst>
              </p:cNvPr>
              <p:cNvSpPr/>
              <p:nvPr/>
            </p:nvSpPr>
            <p:spPr>
              <a:xfrm>
                <a:off x="255329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2" name="ph2333">
                <a:extLst>
                  <a:ext uri="{FF2B5EF4-FFF2-40B4-BE49-F238E27FC236}">
                    <a16:creationId xmlns:a16="http://schemas.microsoft.com/office/drawing/2014/main" id="{96529114-3EEA-758F-9773-C5ACD2882A6D}"/>
                  </a:ext>
                </a:extLst>
              </p:cNvPr>
              <p:cNvSpPr/>
              <p:nvPr/>
            </p:nvSpPr>
            <p:spPr>
              <a:xfrm>
                <a:off x="256273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3" name="ph2334">
                <a:extLst>
                  <a:ext uri="{FF2B5EF4-FFF2-40B4-BE49-F238E27FC236}">
                    <a16:creationId xmlns:a16="http://schemas.microsoft.com/office/drawing/2014/main" id="{D91B0534-F94A-9EDC-5DDD-0CEF03C8BA1A}"/>
                  </a:ext>
                </a:extLst>
              </p:cNvPr>
              <p:cNvSpPr/>
              <p:nvPr/>
            </p:nvSpPr>
            <p:spPr>
              <a:xfrm>
                <a:off x="257217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4" name="ph2335">
                <a:extLst>
                  <a:ext uri="{FF2B5EF4-FFF2-40B4-BE49-F238E27FC236}">
                    <a16:creationId xmlns:a16="http://schemas.microsoft.com/office/drawing/2014/main" id="{A2710C16-D74E-323F-C9FB-A1065E500327}"/>
                  </a:ext>
                </a:extLst>
              </p:cNvPr>
              <p:cNvSpPr/>
              <p:nvPr/>
            </p:nvSpPr>
            <p:spPr>
              <a:xfrm>
                <a:off x="258161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5" name="ph2336">
                <a:extLst>
                  <a:ext uri="{FF2B5EF4-FFF2-40B4-BE49-F238E27FC236}">
                    <a16:creationId xmlns:a16="http://schemas.microsoft.com/office/drawing/2014/main" id="{AACA4B73-5214-112C-572F-34BD6CF95C37}"/>
                  </a:ext>
                </a:extLst>
              </p:cNvPr>
              <p:cNvSpPr/>
              <p:nvPr/>
            </p:nvSpPr>
            <p:spPr>
              <a:xfrm>
                <a:off x="259105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6" name="ph2337">
                <a:extLst>
                  <a:ext uri="{FF2B5EF4-FFF2-40B4-BE49-F238E27FC236}">
                    <a16:creationId xmlns:a16="http://schemas.microsoft.com/office/drawing/2014/main" id="{8CDAB139-2CC9-7C7E-A759-99F38FD4EA42}"/>
                  </a:ext>
                </a:extLst>
              </p:cNvPr>
              <p:cNvSpPr/>
              <p:nvPr/>
            </p:nvSpPr>
            <p:spPr>
              <a:xfrm>
                <a:off x="260049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7" name="ph2338">
                <a:extLst>
                  <a:ext uri="{FF2B5EF4-FFF2-40B4-BE49-F238E27FC236}">
                    <a16:creationId xmlns:a16="http://schemas.microsoft.com/office/drawing/2014/main" id="{56EC5910-101D-FB5C-FD25-C8F17CEF2086}"/>
                  </a:ext>
                </a:extLst>
              </p:cNvPr>
              <p:cNvSpPr/>
              <p:nvPr/>
            </p:nvSpPr>
            <p:spPr>
              <a:xfrm>
                <a:off x="260993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8" name="ph2339">
                <a:extLst>
                  <a:ext uri="{FF2B5EF4-FFF2-40B4-BE49-F238E27FC236}">
                    <a16:creationId xmlns:a16="http://schemas.microsoft.com/office/drawing/2014/main" id="{228DA848-9109-D834-595D-C0F5C4886A19}"/>
                  </a:ext>
                </a:extLst>
              </p:cNvPr>
              <p:cNvSpPr/>
              <p:nvPr/>
            </p:nvSpPr>
            <p:spPr>
              <a:xfrm>
                <a:off x="261937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9" name="ph2340">
                <a:extLst>
                  <a:ext uri="{FF2B5EF4-FFF2-40B4-BE49-F238E27FC236}">
                    <a16:creationId xmlns:a16="http://schemas.microsoft.com/office/drawing/2014/main" id="{19BB1970-1283-42E5-694B-B07E5E583554}"/>
                  </a:ext>
                </a:extLst>
              </p:cNvPr>
              <p:cNvSpPr/>
              <p:nvPr/>
            </p:nvSpPr>
            <p:spPr>
              <a:xfrm>
                <a:off x="262881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0" name="ph2341">
                <a:extLst>
                  <a:ext uri="{FF2B5EF4-FFF2-40B4-BE49-F238E27FC236}">
                    <a16:creationId xmlns:a16="http://schemas.microsoft.com/office/drawing/2014/main" id="{6891C340-4FEE-313E-6E4E-5333ED8FA44F}"/>
                  </a:ext>
                </a:extLst>
              </p:cNvPr>
              <p:cNvSpPr/>
              <p:nvPr/>
            </p:nvSpPr>
            <p:spPr>
              <a:xfrm>
                <a:off x="263825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1" name="ph2342">
                <a:extLst>
                  <a:ext uri="{FF2B5EF4-FFF2-40B4-BE49-F238E27FC236}">
                    <a16:creationId xmlns:a16="http://schemas.microsoft.com/office/drawing/2014/main" id="{1BA2E442-B30F-21AD-85E0-0A959F9DB0F8}"/>
                  </a:ext>
                </a:extLst>
              </p:cNvPr>
              <p:cNvSpPr/>
              <p:nvPr/>
            </p:nvSpPr>
            <p:spPr>
              <a:xfrm>
                <a:off x="264769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2" name="ph2343">
                <a:extLst>
                  <a:ext uri="{FF2B5EF4-FFF2-40B4-BE49-F238E27FC236}">
                    <a16:creationId xmlns:a16="http://schemas.microsoft.com/office/drawing/2014/main" id="{6F97ADD0-6D5A-77DB-54F4-8C8F211718D5}"/>
                  </a:ext>
                </a:extLst>
              </p:cNvPr>
              <p:cNvSpPr/>
              <p:nvPr/>
            </p:nvSpPr>
            <p:spPr>
              <a:xfrm>
                <a:off x="265713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3" name="ph2344">
                <a:extLst>
                  <a:ext uri="{FF2B5EF4-FFF2-40B4-BE49-F238E27FC236}">
                    <a16:creationId xmlns:a16="http://schemas.microsoft.com/office/drawing/2014/main" id="{C0D88F8A-C0F7-A83B-5FB7-4F77270DF036}"/>
                  </a:ext>
                </a:extLst>
              </p:cNvPr>
              <p:cNvSpPr/>
              <p:nvPr/>
            </p:nvSpPr>
            <p:spPr>
              <a:xfrm>
                <a:off x="266657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4" name="ph2345">
                <a:extLst>
                  <a:ext uri="{FF2B5EF4-FFF2-40B4-BE49-F238E27FC236}">
                    <a16:creationId xmlns:a16="http://schemas.microsoft.com/office/drawing/2014/main" id="{C6008740-74F2-B8F1-EBE2-80C55687B131}"/>
                  </a:ext>
                </a:extLst>
              </p:cNvPr>
              <p:cNvSpPr/>
              <p:nvPr/>
            </p:nvSpPr>
            <p:spPr>
              <a:xfrm>
                <a:off x="267601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5" name="ph2346">
                <a:extLst>
                  <a:ext uri="{FF2B5EF4-FFF2-40B4-BE49-F238E27FC236}">
                    <a16:creationId xmlns:a16="http://schemas.microsoft.com/office/drawing/2014/main" id="{24D567E3-9756-FE8D-2DDF-D96356518F8A}"/>
                  </a:ext>
                </a:extLst>
              </p:cNvPr>
              <p:cNvSpPr/>
              <p:nvPr/>
            </p:nvSpPr>
            <p:spPr>
              <a:xfrm>
                <a:off x="268545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6" name="ph2347">
                <a:extLst>
                  <a:ext uri="{FF2B5EF4-FFF2-40B4-BE49-F238E27FC236}">
                    <a16:creationId xmlns:a16="http://schemas.microsoft.com/office/drawing/2014/main" id="{E238D8CB-F88E-3ABB-FE75-10E7F51D9DE8}"/>
                  </a:ext>
                </a:extLst>
              </p:cNvPr>
              <p:cNvSpPr/>
              <p:nvPr/>
            </p:nvSpPr>
            <p:spPr>
              <a:xfrm>
                <a:off x="269489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7" name="ph2348">
                <a:extLst>
                  <a:ext uri="{FF2B5EF4-FFF2-40B4-BE49-F238E27FC236}">
                    <a16:creationId xmlns:a16="http://schemas.microsoft.com/office/drawing/2014/main" id="{E95E777E-03DA-088C-ADF8-4AD66061C4F3}"/>
                  </a:ext>
                </a:extLst>
              </p:cNvPr>
              <p:cNvSpPr/>
              <p:nvPr/>
            </p:nvSpPr>
            <p:spPr>
              <a:xfrm>
                <a:off x="270433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8" name="ph2349">
                <a:extLst>
                  <a:ext uri="{FF2B5EF4-FFF2-40B4-BE49-F238E27FC236}">
                    <a16:creationId xmlns:a16="http://schemas.microsoft.com/office/drawing/2014/main" id="{9FD642CB-68E2-A416-0114-3EBABB484A87}"/>
                  </a:ext>
                </a:extLst>
              </p:cNvPr>
              <p:cNvSpPr/>
              <p:nvPr/>
            </p:nvSpPr>
            <p:spPr>
              <a:xfrm>
                <a:off x="271377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9" name="ph2350">
                <a:extLst>
                  <a:ext uri="{FF2B5EF4-FFF2-40B4-BE49-F238E27FC236}">
                    <a16:creationId xmlns:a16="http://schemas.microsoft.com/office/drawing/2014/main" id="{0E805FF4-AA69-B0A4-36FB-7DA0191DA2FC}"/>
                  </a:ext>
                </a:extLst>
              </p:cNvPr>
              <p:cNvSpPr/>
              <p:nvPr/>
            </p:nvSpPr>
            <p:spPr>
              <a:xfrm>
                <a:off x="2723216" y="2290780"/>
                <a:ext cx="9172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7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272" y="896830"/>
                    </a:lnTo>
                    <a:lnTo>
                      <a:pt x="916944" y="902145"/>
                    </a:lnTo>
                    <a:lnTo>
                      <a:pt x="915942" y="913174"/>
                    </a:lnTo>
                    <a:lnTo>
                      <a:pt x="915794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0" name="ph2351">
                <a:extLst>
                  <a:ext uri="{FF2B5EF4-FFF2-40B4-BE49-F238E27FC236}">
                    <a16:creationId xmlns:a16="http://schemas.microsoft.com/office/drawing/2014/main" id="{91C2445B-0E5B-3F84-CEAF-7F32A9422130}"/>
                  </a:ext>
                </a:extLst>
              </p:cNvPr>
              <p:cNvSpPr/>
              <p:nvPr/>
            </p:nvSpPr>
            <p:spPr>
              <a:xfrm>
                <a:off x="2808178" y="229078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08" y="914319"/>
                    </a:lnTo>
                    <a:lnTo>
                      <a:pt x="913516" y="914071"/>
                    </a:lnTo>
                    <a:lnTo>
                      <a:pt x="913725" y="913823"/>
                    </a:lnTo>
                    <a:lnTo>
                      <a:pt x="913933" y="913576"/>
                    </a:lnTo>
                    <a:lnTo>
                      <a:pt x="914141" y="913328"/>
                    </a:lnTo>
                    <a:lnTo>
                      <a:pt x="914400" y="913021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1" name="ph2352">
                <a:extLst>
                  <a:ext uri="{FF2B5EF4-FFF2-40B4-BE49-F238E27FC236}">
                    <a16:creationId xmlns:a16="http://schemas.microsoft.com/office/drawing/2014/main" id="{C3D2B0E2-53AB-29F9-8145-DD39F2FC2354}"/>
                  </a:ext>
                </a:extLst>
              </p:cNvPr>
              <p:cNvSpPr/>
              <p:nvPr/>
            </p:nvSpPr>
            <p:spPr>
              <a:xfrm>
                <a:off x="2817619" y="229078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021"/>
                    </a:lnTo>
                    <a:lnTo>
                      <a:pt x="905118" y="912833"/>
                    </a:lnTo>
                    <a:lnTo>
                      <a:pt x="905326" y="912585"/>
                    </a:lnTo>
                    <a:lnTo>
                      <a:pt x="905534" y="912337"/>
                    </a:lnTo>
                    <a:lnTo>
                      <a:pt x="905743" y="912090"/>
                    </a:lnTo>
                    <a:lnTo>
                      <a:pt x="905951" y="911842"/>
                    </a:lnTo>
                    <a:lnTo>
                      <a:pt x="906159" y="911595"/>
                    </a:lnTo>
                    <a:lnTo>
                      <a:pt x="906368" y="911347"/>
                    </a:lnTo>
                    <a:lnTo>
                      <a:pt x="906576" y="911099"/>
                    </a:lnTo>
                    <a:lnTo>
                      <a:pt x="906785" y="910852"/>
                    </a:lnTo>
                    <a:lnTo>
                      <a:pt x="906993" y="910604"/>
                    </a:lnTo>
                    <a:lnTo>
                      <a:pt x="907201" y="910356"/>
                    </a:lnTo>
                    <a:lnTo>
                      <a:pt x="907410" y="910109"/>
                    </a:lnTo>
                    <a:lnTo>
                      <a:pt x="907618" y="909861"/>
                    </a:lnTo>
                    <a:lnTo>
                      <a:pt x="907827" y="909614"/>
                    </a:lnTo>
                    <a:lnTo>
                      <a:pt x="908035" y="909366"/>
                    </a:lnTo>
                    <a:lnTo>
                      <a:pt x="908244" y="909118"/>
                    </a:lnTo>
                    <a:lnTo>
                      <a:pt x="908452" y="908871"/>
                    </a:lnTo>
                    <a:lnTo>
                      <a:pt x="908660" y="908623"/>
                    </a:lnTo>
                    <a:lnTo>
                      <a:pt x="908869" y="908376"/>
                    </a:lnTo>
                    <a:lnTo>
                      <a:pt x="909077" y="908128"/>
                    </a:lnTo>
                    <a:lnTo>
                      <a:pt x="909286" y="907880"/>
                    </a:lnTo>
                    <a:lnTo>
                      <a:pt x="909494" y="907633"/>
                    </a:lnTo>
                    <a:lnTo>
                      <a:pt x="909703" y="907385"/>
                    </a:lnTo>
                    <a:lnTo>
                      <a:pt x="909911" y="907138"/>
                    </a:lnTo>
                    <a:lnTo>
                      <a:pt x="910120" y="906890"/>
                    </a:lnTo>
                    <a:lnTo>
                      <a:pt x="910328" y="906643"/>
                    </a:lnTo>
                    <a:lnTo>
                      <a:pt x="910537" y="906395"/>
                    </a:lnTo>
                    <a:lnTo>
                      <a:pt x="910745" y="906148"/>
                    </a:lnTo>
                    <a:lnTo>
                      <a:pt x="910954" y="905900"/>
                    </a:lnTo>
                    <a:lnTo>
                      <a:pt x="911162" y="905652"/>
                    </a:lnTo>
                    <a:lnTo>
                      <a:pt x="911371" y="905405"/>
                    </a:lnTo>
                    <a:lnTo>
                      <a:pt x="911579" y="905157"/>
                    </a:lnTo>
                    <a:lnTo>
                      <a:pt x="911788" y="904910"/>
                    </a:lnTo>
                    <a:lnTo>
                      <a:pt x="911997" y="904662"/>
                    </a:lnTo>
                    <a:lnTo>
                      <a:pt x="912205" y="904415"/>
                    </a:lnTo>
                    <a:lnTo>
                      <a:pt x="912414" y="904167"/>
                    </a:lnTo>
                    <a:lnTo>
                      <a:pt x="912622" y="903920"/>
                    </a:lnTo>
                    <a:lnTo>
                      <a:pt x="912831" y="903672"/>
                    </a:lnTo>
                    <a:lnTo>
                      <a:pt x="913040" y="903425"/>
                    </a:lnTo>
                    <a:lnTo>
                      <a:pt x="913248" y="903177"/>
                    </a:lnTo>
                    <a:lnTo>
                      <a:pt x="913457" y="902930"/>
                    </a:lnTo>
                    <a:lnTo>
                      <a:pt x="913665" y="902682"/>
                    </a:lnTo>
                    <a:lnTo>
                      <a:pt x="913874" y="902435"/>
                    </a:lnTo>
                    <a:lnTo>
                      <a:pt x="914083" y="902187"/>
                    </a:lnTo>
                    <a:lnTo>
                      <a:pt x="914291" y="901940"/>
                    </a:lnTo>
                    <a:lnTo>
                      <a:pt x="914400" y="901811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2" name="ph2353">
                <a:extLst>
                  <a:ext uri="{FF2B5EF4-FFF2-40B4-BE49-F238E27FC236}">
                    <a16:creationId xmlns:a16="http://schemas.microsoft.com/office/drawing/2014/main" id="{EED19D9E-68C5-FC19-2208-B86FB4C76840}"/>
                  </a:ext>
                </a:extLst>
              </p:cNvPr>
              <p:cNvSpPr/>
              <p:nvPr/>
            </p:nvSpPr>
            <p:spPr>
              <a:xfrm>
                <a:off x="2827059" y="227321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5060" y="919262"/>
                    </a:lnTo>
                    <a:lnTo>
                      <a:pt x="905268" y="919014"/>
                    </a:lnTo>
                    <a:lnTo>
                      <a:pt x="905477" y="918767"/>
                    </a:lnTo>
                    <a:lnTo>
                      <a:pt x="905686" y="918519"/>
                    </a:lnTo>
                    <a:lnTo>
                      <a:pt x="905894" y="918272"/>
                    </a:lnTo>
                    <a:lnTo>
                      <a:pt x="906103" y="918024"/>
                    </a:lnTo>
                    <a:lnTo>
                      <a:pt x="906312" y="917777"/>
                    </a:lnTo>
                    <a:lnTo>
                      <a:pt x="906521" y="917530"/>
                    </a:lnTo>
                    <a:lnTo>
                      <a:pt x="906729" y="917282"/>
                    </a:lnTo>
                    <a:lnTo>
                      <a:pt x="906938" y="917035"/>
                    </a:lnTo>
                    <a:lnTo>
                      <a:pt x="907147" y="916787"/>
                    </a:lnTo>
                    <a:lnTo>
                      <a:pt x="907356" y="916540"/>
                    </a:lnTo>
                    <a:lnTo>
                      <a:pt x="907564" y="916292"/>
                    </a:lnTo>
                    <a:lnTo>
                      <a:pt x="907773" y="916045"/>
                    </a:lnTo>
                    <a:lnTo>
                      <a:pt x="907982" y="915797"/>
                    </a:lnTo>
                    <a:lnTo>
                      <a:pt x="908191" y="915550"/>
                    </a:lnTo>
                    <a:lnTo>
                      <a:pt x="908399" y="915302"/>
                    </a:lnTo>
                    <a:lnTo>
                      <a:pt x="908608" y="915055"/>
                    </a:lnTo>
                    <a:lnTo>
                      <a:pt x="908817" y="914808"/>
                    </a:lnTo>
                    <a:lnTo>
                      <a:pt x="909026" y="914560"/>
                    </a:lnTo>
                    <a:lnTo>
                      <a:pt x="909161" y="914400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3" name="ph2354">
                <a:extLst>
                  <a:ext uri="{FF2B5EF4-FFF2-40B4-BE49-F238E27FC236}">
                    <a16:creationId xmlns:a16="http://schemas.microsoft.com/office/drawing/2014/main" id="{A5034F19-807A-A699-FA42-73639C6A725D}"/>
                  </a:ext>
                </a:extLst>
              </p:cNvPr>
              <p:cNvSpPr/>
              <p:nvPr/>
            </p:nvSpPr>
            <p:spPr>
              <a:xfrm>
                <a:off x="282705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4" name="ph2355">
                <a:extLst>
                  <a:ext uri="{FF2B5EF4-FFF2-40B4-BE49-F238E27FC236}">
                    <a16:creationId xmlns:a16="http://schemas.microsoft.com/office/drawing/2014/main" id="{42358E0D-E9CC-1FDA-8814-7068DF1E63C0}"/>
                  </a:ext>
                </a:extLst>
              </p:cNvPr>
              <p:cNvSpPr/>
              <p:nvPr/>
            </p:nvSpPr>
            <p:spPr>
              <a:xfrm>
                <a:off x="283649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5" name="ph2356">
                <a:extLst>
                  <a:ext uri="{FF2B5EF4-FFF2-40B4-BE49-F238E27FC236}">
                    <a16:creationId xmlns:a16="http://schemas.microsoft.com/office/drawing/2014/main" id="{31C9F50E-4392-2978-4083-0A745BBA84E8}"/>
                  </a:ext>
                </a:extLst>
              </p:cNvPr>
              <p:cNvSpPr/>
              <p:nvPr/>
            </p:nvSpPr>
            <p:spPr>
              <a:xfrm>
                <a:off x="284593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6" name="ph2357">
                <a:extLst>
                  <a:ext uri="{FF2B5EF4-FFF2-40B4-BE49-F238E27FC236}">
                    <a16:creationId xmlns:a16="http://schemas.microsoft.com/office/drawing/2014/main" id="{C3C43BA6-4F80-D3C3-B7F8-6AC01AE00C8F}"/>
                  </a:ext>
                </a:extLst>
              </p:cNvPr>
              <p:cNvSpPr/>
              <p:nvPr/>
            </p:nvSpPr>
            <p:spPr>
              <a:xfrm>
                <a:off x="285538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7" name="ph2358">
                <a:extLst>
                  <a:ext uri="{FF2B5EF4-FFF2-40B4-BE49-F238E27FC236}">
                    <a16:creationId xmlns:a16="http://schemas.microsoft.com/office/drawing/2014/main" id="{0271DE3F-9973-F994-6CA5-A3B724A53BEE}"/>
                  </a:ext>
                </a:extLst>
              </p:cNvPr>
              <p:cNvSpPr/>
              <p:nvPr/>
            </p:nvSpPr>
            <p:spPr>
              <a:xfrm>
                <a:off x="286482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C">
                  <a:alpha val="100000"/>
                </a:srgbClr>
              </a:solidFill>
              <a:ln w="5420" cap="flat">
                <a:solidFill>
                  <a:srgbClr val="E85C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8" name="ph2359">
                <a:extLst>
                  <a:ext uri="{FF2B5EF4-FFF2-40B4-BE49-F238E27FC236}">
                    <a16:creationId xmlns:a16="http://schemas.microsoft.com/office/drawing/2014/main" id="{8B48DC86-6185-9A03-FFBF-41C6D8B6EC29}"/>
                  </a:ext>
                </a:extLst>
              </p:cNvPr>
              <p:cNvSpPr/>
              <p:nvPr/>
            </p:nvSpPr>
            <p:spPr>
              <a:xfrm>
                <a:off x="287426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9" name="ph2360">
                <a:extLst>
                  <a:ext uri="{FF2B5EF4-FFF2-40B4-BE49-F238E27FC236}">
                    <a16:creationId xmlns:a16="http://schemas.microsoft.com/office/drawing/2014/main" id="{B5DD544D-9F9C-6AE5-2B24-E5F25496CA35}"/>
                  </a:ext>
                </a:extLst>
              </p:cNvPr>
              <p:cNvSpPr/>
              <p:nvPr/>
            </p:nvSpPr>
            <p:spPr>
              <a:xfrm>
                <a:off x="288370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0" name="ph2361">
                <a:extLst>
                  <a:ext uri="{FF2B5EF4-FFF2-40B4-BE49-F238E27FC236}">
                    <a16:creationId xmlns:a16="http://schemas.microsoft.com/office/drawing/2014/main" id="{60C3A345-E22F-D9BB-D120-433789A9E747}"/>
                  </a:ext>
                </a:extLst>
              </p:cNvPr>
              <p:cNvSpPr/>
              <p:nvPr/>
            </p:nvSpPr>
            <p:spPr>
              <a:xfrm>
                <a:off x="289314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1" name="ph2362">
                <a:extLst>
                  <a:ext uri="{FF2B5EF4-FFF2-40B4-BE49-F238E27FC236}">
                    <a16:creationId xmlns:a16="http://schemas.microsoft.com/office/drawing/2014/main" id="{A1328E9A-E749-691E-C8F6-C35F5972E2FA}"/>
                  </a:ext>
                </a:extLst>
              </p:cNvPr>
              <p:cNvSpPr/>
              <p:nvPr/>
            </p:nvSpPr>
            <p:spPr>
              <a:xfrm>
                <a:off x="290258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2" name="ph2363">
                <a:extLst>
                  <a:ext uri="{FF2B5EF4-FFF2-40B4-BE49-F238E27FC236}">
                    <a16:creationId xmlns:a16="http://schemas.microsoft.com/office/drawing/2014/main" id="{98113DB0-0928-5087-D17C-44C76767D659}"/>
                  </a:ext>
                </a:extLst>
              </p:cNvPr>
              <p:cNvSpPr/>
              <p:nvPr/>
            </p:nvSpPr>
            <p:spPr>
              <a:xfrm>
                <a:off x="291202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3" name="ph2364">
                <a:extLst>
                  <a:ext uri="{FF2B5EF4-FFF2-40B4-BE49-F238E27FC236}">
                    <a16:creationId xmlns:a16="http://schemas.microsoft.com/office/drawing/2014/main" id="{9FDFB6B5-31E9-664B-9BAC-C6696FF35815}"/>
                  </a:ext>
                </a:extLst>
              </p:cNvPr>
              <p:cNvSpPr/>
              <p:nvPr/>
            </p:nvSpPr>
            <p:spPr>
              <a:xfrm>
                <a:off x="292146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4" name="ph2365">
                <a:extLst>
                  <a:ext uri="{FF2B5EF4-FFF2-40B4-BE49-F238E27FC236}">
                    <a16:creationId xmlns:a16="http://schemas.microsoft.com/office/drawing/2014/main" id="{7CFCA6AF-E9D6-F29C-4958-94884255BCA8}"/>
                  </a:ext>
                </a:extLst>
              </p:cNvPr>
              <p:cNvSpPr/>
              <p:nvPr/>
            </p:nvSpPr>
            <p:spPr>
              <a:xfrm>
                <a:off x="293090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641">
                  <a:alpha val="100000"/>
                </a:srgbClr>
              </a:solidFill>
              <a:ln w="5420" cap="flat">
                <a:solidFill>
                  <a:srgbClr val="EB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5" name="ph2366">
                <a:extLst>
                  <a:ext uri="{FF2B5EF4-FFF2-40B4-BE49-F238E27FC236}">
                    <a16:creationId xmlns:a16="http://schemas.microsoft.com/office/drawing/2014/main" id="{8A578886-EE90-3B8C-E0E9-55072BA655A8}"/>
                  </a:ext>
                </a:extLst>
              </p:cNvPr>
              <p:cNvSpPr/>
              <p:nvPr/>
            </p:nvSpPr>
            <p:spPr>
              <a:xfrm>
                <a:off x="294034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6" name="ph2367">
                <a:extLst>
                  <a:ext uri="{FF2B5EF4-FFF2-40B4-BE49-F238E27FC236}">
                    <a16:creationId xmlns:a16="http://schemas.microsoft.com/office/drawing/2014/main" id="{6596BE63-F6D4-99F0-6E06-BDC7208C19A3}"/>
                  </a:ext>
                </a:extLst>
              </p:cNvPr>
              <p:cNvSpPr/>
              <p:nvPr/>
            </p:nvSpPr>
            <p:spPr>
              <a:xfrm>
                <a:off x="294978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7" name="ph2368">
                <a:extLst>
                  <a:ext uri="{FF2B5EF4-FFF2-40B4-BE49-F238E27FC236}">
                    <a16:creationId xmlns:a16="http://schemas.microsoft.com/office/drawing/2014/main" id="{498F690B-92C1-B7A2-5BB6-3F35DCDF3457}"/>
                  </a:ext>
                </a:extLst>
              </p:cNvPr>
              <p:cNvSpPr/>
              <p:nvPr/>
            </p:nvSpPr>
            <p:spPr>
              <a:xfrm>
                <a:off x="295922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8" name="ph2369">
                <a:extLst>
                  <a:ext uri="{FF2B5EF4-FFF2-40B4-BE49-F238E27FC236}">
                    <a16:creationId xmlns:a16="http://schemas.microsoft.com/office/drawing/2014/main" id="{013662B9-685B-59C2-57AE-22F29AD249CB}"/>
                  </a:ext>
                </a:extLst>
              </p:cNvPr>
              <p:cNvSpPr/>
              <p:nvPr/>
            </p:nvSpPr>
            <p:spPr>
              <a:xfrm>
                <a:off x="296866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9" name="ph2370">
                <a:extLst>
                  <a:ext uri="{FF2B5EF4-FFF2-40B4-BE49-F238E27FC236}">
                    <a16:creationId xmlns:a16="http://schemas.microsoft.com/office/drawing/2014/main" id="{E426F8E3-1AAC-43FD-FF1A-38599167864E}"/>
                  </a:ext>
                </a:extLst>
              </p:cNvPr>
              <p:cNvSpPr/>
              <p:nvPr/>
            </p:nvSpPr>
            <p:spPr>
              <a:xfrm>
                <a:off x="297810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0" name="ph2371">
                <a:extLst>
                  <a:ext uri="{FF2B5EF4-FFF2-40B4-BE49-F238E27FC236}">
                    <a16:creationId xmlns:a16="http://schemas.microsoft.com/office/drawing/2014/main" id="{6423D7BA-FD1E-40D0-0DC0-CE256A4D2188}"/>
                  </a:ext>
                </a:extLst>
              </p:cNvPr>
              <p:cNvSpPr/>
              <p:nvPr/>
            </p:nvSpPr>
            <p:spPr>
              <a:xfrm>
                <a:off x="298754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1" name="ph2372">
                <a:extLst>
                  <a:ext uri="{FF2B5EF4-FFF2-40B4-BE49-F238E27FC236}">
                    <a16:creationId xmlns:a16="http://schemas.microsoft.com/office/drawing/2014/main" id="{73E459A1-10AA-0C05-23FE-AC63707AE7F5}"/>
                  </a:ext>
                </a:extLst>
              </p:cNvPr>
              <p:cNvSpPr/>
              <p:nvPr/>
            </p:nvSpPr>
            <p:spPr>
              <a:xfrm>
                <a:off x="299698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2" name="ph2373">
                <a:extLst>
                  <a:ext uri="{FF2B5EF4-FFF2-40B4-BE49-F238E27FC236}">
                    <a16:creationId xmlns:a16="http://schemas.microsoft.com/office/drawing/2014/main" id="{A702E958-5F28-F2F7-E430-69195FC2DF57}"/>
                  </a:ext>
                </a:extLst>
              </p:cNvPr>
              <p:cNvSpPr/>
              <p:nvPr/>
            </p:nvSpPr>
            <p:spPr>
              <a:xfrm>
                <a:off x="300642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3" name="ph2374">
                <a:extLst>
                  <a:ext uri="{FF2B5EF4-FFF2-40B4-BE49-F238E27FC236}">
                    <a16:creationId xmlns:a16="http://schemas.microsoft.com/office/drawing/2014/main" id="{2A3D8ECC-2C5B-C62F-66C8-399A0C3B88FC}"/>
                  </a:ext>
                </a:extLst>
              </p:cNvPr>
              <p:cNvSpPr/>
              <p:nvPr/>
            </p:nvSpPr>
            <p:spPr>
              <a:xfrm>
                <a:off x="301586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4" name="ph2375">
                <a:extLst>
                  <a:ext uri="{FF2B5EF4-FFF2-40B4-BE49-F238E27FC236}">
                    <a16:creationId xmlns:a16="http://schemas.microsoft.com/office/drawing/2014/main" id="{A3E6397D-CE47-DCDC-DEEA-0467C2E8FD30}"/>
                  </a:ext>
                </a:extLst>
              </p:cNvPr>
              <p:cNvSpPr/>
              <p:nvPr/>
            </p:nvSpPr>
            <p:spPr>
              <a:xfrm>
                <a:off x="302530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5" name="ph2376">
                <a:extLst>
                  <a:ext uri="{FF2B5EF4-FFF2-40B4-BE49-F238E27FC236}">
                    <a16:creationId xmlns:a16="http://schemas.microsoft.com/office/drawing/2014/main" id="{C0DCAB28-EA38-6090-7215-5623C0ECF411}"/>
                  </a:ext>
                </a:extLst>
              </p:cNvPr>
              <p:cNvSpPr/>
              <p:nvPr/>
            </p:nvSpPr>
            <p:spPr>
              <a:xfrm>
                <a:off x="303474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6" name="ph2377">
                <a:extLst>
                  <a:ext uri="{FF2B5EF4-FFF2-40B4-BE49-F238E27FC236}">
                    <a16:creationId xmlns:a16="http://schemas.microsoft.com/office/drawing/2014/main" id="{F2AE71E2-CCF7-9984-815E-C8FC7BD62DD6}"/>
                  </a:ext>
                </a:extLst>
              </p:cNvPr>
              <p:cNvSpPr/>
              <p:nvPr/>
            </p:nvSpPr>
            <p:spPr>
              <a:xfrm>
                <a:off x="304418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7" name="ph2378">
                <a:extLst>
                  <a:ext uri="{FF2B5EF4-FFF2-40B4-BE49-F238E27FC236}">
                    <a16:creationId xmlns:a16="http://schemas.microsoft.com/office/drawing/2014/main" id="{4E101C57-F206-1855-0485-EB26C2B5C2C7}"/>
                  </a:ext>
                </a:extLst>
              </p:cNvPr>
              <p:cNvSpPr/>
              <p:nvPr/>
            </p:nvSpPr>
            <p:spPr>
              <a:xfrm>
                <a:off x="305362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8" name="ph2379">
                <a:extLst>
                  <a:ext uri="{FF2B5EF4-FFF2-40B4-BE49-F238E27FC236}">
                    <a16:creationId xmlns:a16="http://schemas.microsoft.com/office/drawing/2014/main" id="{7B1AC9A4-C73B-9CF3-B045-E6F90450B67B}"/>
                  </a:ext>
                </a:extLst>
              </p:cNvPr>
              <p:cNvSpPr/>
              <p:nvPr/>
            </p:nvSpPr>
            <p:spPr>
              <a:xfrm>
                <a:off x="306306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9" name="ph2380">
                <a:extLst>
                  <a:ext uri="{FF2B5EF4-FFF2-40B4-BE49-F238E27FC236}">
                    <a16:creationId xmlns:a16="http://schemas.microsoft.com/office/drawing/2014/main" id="{C0EFCD0E-D9AB-8B89-0BA4-9ECEDC3758A9}"/>
                  </a:ext>
                </a:extLst>
              </p:cNvPr>
              <p:cNvSpPr/>
              <p:nvPr/>
            </p:nvSpPr>
            <p:spPr>
              <a:xfrm>
                <a:off x="307250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0" name="ph2381">
                <a:extLst>
                  <a:ext uri="{FF2B5EF4-FFF2-40B4-BE49-F238E27FC236}">
                    <a16:creationId xmlns:a16="http://schemas.microsoft.com/office/drawing/2014/main" id="{6029946C-18E5-5494-3CE1-C5B8793B0CC4}"/>
                  </a:ext>
                </a:extLst>
              </p:cNvPr>
              <p:cNvSpPr/>
              <p:nvPr/>
            </p:nvSpPr>
            <p:spPr>
              <a:xfrm>
                <a:off x="308194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1" name="ph2382">
                <a:extLst>
                  <a:ext uri="{FF2B5EF4-FFF2-40B4-BE49-F238E27FC236}">
                    <a16:creationId xmlns:a16="http://schemas.microsoft.com/office/drawing/2014/main" id="{FE3E69D8-8D22-53B5-6B4C-74922C3EC8EF}"/>
                  </a:ext>
                </a:extLst>
              </p:cNvPr>
              <p:cNvSpPr/>
              <p:nvPr/>
            </p:nvSpPr>
            <p:spPr>
              <a:xfrm>
                <a:off x="309138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2" name="ph2383">
                <a:extLst>
                  <a:ext uri="{FF2B5EF4-FFF2-40B4-BE49-F238E27FC236}">
                    <a16:creationId xmlns:a16="http://schemas.microsoft.com/office/drawing/2014/main" id="{6DB4041E-3FD3-878C-6E48-E64B7C710566}"/>
                  </a:ext>
                </a:extLst>
              </p:cNvPr>
              <p:cNvSpPr/>
              <p:nvPr/>
            </p:nvSpPr>
            <p:spPr>
              <a:xfrm>
                <a:off x="310082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3" name="ph2384">
                <a:extLst>
                  <a:ext uri="{FF2B5EF4-FFF2-40B4-BE49-F238E27FC236}">
                    <a16:creationId xmlns:a16="http://schemas.microsoft.com/office/drawing/2014/main" id="{FE03D694-177E-E38D-77C4-BCA08510B031}"/>
                  </a:ext>
                </a:extLst>
              </p:cNvPr>
              <p:cNvSpPr/>
              <p:nvPr/>
            </p:nvSpPr>
            <p:spPr>
              <a:xfrm>
                <a:off x="311026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4" name="ph2385">
                <a:extLst>
                  <a:ext uri="{FF2B5EF4-FFF2-40B4-BE49-F238E27FC236}">
                    <a16:creationId xmlns:a16="http://schemas.microsoft.com/office/drawing/2014/main" id="{D01DB20A-53E8-51A9-99CE-A7F6D6677D27}"/>
                  </a:ext>
                </a:extLst>
              </p:cNvPr>
              <p:cNvSpPr/>
              <p:nvPr/>
            </p:nvSpPr>
            <p:spPr>
              <a:xfrm>
                <a:off x="311970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5" name="ph2386">
                <a:extLst>
                  <a:ext uri="{FF2B5EF4-FFF2-40B4-BE49-F238E27FC236}">
                    <a16:creationId xmlns:a16="http://schemas.microsoft.com/office/drawing/2014/main" id="{9623364A-E87D-A994-168D-D96510D8B837}"/>
                  </a:ext>
                </a:extLst>
              </p:cNvPr>
              <p:cNvSpPr/>
              <p:nvPr/>
            </p:nvSpPr>
            <p:spPr>
              <a:xfrm>
                <a:off x="312914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6" name="ph2387">
                <a:extLst>
                  <a:ext uri="{FF2B5EF4-FFF2-40B4-BE49-F238E27FC236}">
                    <a16:creationId xmlns:a16="http://schemas.microsoft.com/office/drawing/2014/main" id="{4A77B586-6031-DD1B-4B68-E4BEFE5911EA}"/>
                  </a:ext>
                </a:extLst>
              </p:cNvPr>
              <p:cNvSpPr/>
              <p:nvPr/>
            </p:nvSpPr>
            <p:spPr>
              <a:xfrm>
                <a:off x="313858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7" name="ph2388">
                <a:extLst>
                  <a:ext uri="{FF2B5EF4-FFF2-40B4-BE49-F238E27FC236}">
                    <a16:creationId xmlns:a16="http://schemas.microsoft.com/office/drawing/2014/main" id="{FC31F763-5BEA-9AF8-8F0E-2B72A2B0CBAD}"/>
                  </a:ext>
                </a:extLst>
              </p:cNvPr>
              <p:cNvSpPr/>
              <p:nvPr/>
            </p:nvSpPr>
            <p:spPr>
              <a:xfrm>
                <a:off x="314802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8" name="ph2389">
                <a:extLst>
                  <a:ext uri="{FF2B5EF4-FFF2-40B4-BE49-F238E27FC236}">
                    <a16:creationId xmlns:a16="http://schemas.microsoft.com/office/drawing/2014/main" id="{9272E260-DCEB-A592-FBC9-0F9258A3C067}"/>
                  </a:ext>
                </a:extLst>
              </p:cNvPr>
              <p:cNvSpPr/>
              <p:nvPr/>
            </p:nvSpPr>
            <p:spPr>
              <a:xfrm>
                <a:off x="315746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9" name="ph2390">
                <a:extLst>
                  <a:ext uri="{FF2B5EF4-FFF2-40B4-BE49-F238E27FC236}">
                    <a16:creationId xmlns:a16="http://schemas.microsoft.com/office/drawing/2014/main" id="{DB27ABD6-B346-CD99-4570-FBD17D27016A}"/>
                  </a:ext>
                </a:extLst>
              </p:cNvPr>
              <p:cNvSpPr/>
              <p:nvPr/>
            </p:nvSpPr>
            <p:spPr>
              <a:xfrm>
                <a:off x="316690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0" name="ph2391">
                <a:extLst>
                  <a:ext uri="{FF2B5EF4-FFF2-40B4-BE49-F238E27FC236}">
                    <a16:creationId xmlns:a16="http://schemas.microsoft.com/office/drawing/2014/main" id="{A89D1A67-9EC4-8EB4-1AE6-393F334A3052}"/>
                  </a:ext>
                </a:extLst>
              </p:cNvPr>
              <p:cNvSpPr/>
              <p:nvPr/>
            </p:nvSpPr>
            <p:spPr>
              <a:xfrm>
                <a:off x="317634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1" name="ph2392">
                <a:extLst>
                  <a:ext uri="{FF2B5EF4-FFF2-40B4-BE49-F238E27FC236}">
                    <a16:creationId xmlns:a16="http://schemas.microsoft.com/office/drawing/2014/main" id="{6A0BAA39-8F6F-7CD4-936B-39A64B83213C}"/>
                  </a:ext>
                </a:extLst>
              </p:cNvPr>
              <p:cNvSpPr/>
              <p:nvPr/>
            </p:nvSpPr>
            <p:spPr>
              <a:xfrm>
                <a:off x="318578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2" name="ph2393">
                <a:extLst>
                  <a:ext uri="{FF2B5EF4-FFF2-40B4-BE49-F238E27FC236}">
                    <a16:creationId xmlns:a16="http://schemas.microsoft.com/office/drawing/2014/main" id="{2BDBCAFA-5E5C-78C1-4DF2-80BC2A33C14A}"/>
                  </a:ext>
                </a:extLst>
              </p:cNvPr>
              <p:cNvSpPr/>
              <p:nvPr/>
            </p:nvSpPr>
            <p:spPr>
              <a:xfrm>
                <a:off x="319522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3" name="ph2394">
                <a:extLst>
                  <a:ext uri="{FF2B5EF4-FFF2-40B4-BE49-F238E27FC236}">
                    <a16:creationId xmlns:a16="http://schemas.microsoft.com/office/drawing/2014/main" id="{4847CDF0-05C7-027C-B243-F817FE5EAD59}"/>
                  </a:ext>
                </a:extLst>
              </p:cNvPr>
              <p:cNvSpPr/>
              <p:nvPr/>
            </p:nvSpPr>
            <p:spPr>
              <a:xfrm>
                <a:off x="320466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4" name="ph2395">
                <a:extLst>
                  <a:ext uri="{FF2B5EF4-FFF2-40B4-BE49-F238E27FC236}">
                    <a16:creationId xmlns:a16="http://schemas.microsoft.com/office/drawing/2014/main" id="{F78FA55A-3D01-CAB3-02DB-C07742E15B0B}"/>
                  </a:ext>
                </a:extLst>
              </p:cNvPr>
              <p:cNvSpPr/>
              <p:nvPr/>
            </p:nvSpPr>
            <p:spPr>
              <a:xfrm>
                <a:off x="321410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5" name="ph2396">
                <a:extLst>
                  <a:ext uri="{FF2B5EF4-FFF2-40B4-BE49-F238E27FC236}">
                    <a16:creationId xmlns:a16="http://schemas.microsoft.com/office/drawing/2014/main" id="{CFD39B13-CC36-D0AF-3019-A5F3EE12A3FD}"/>
                  </a:ext>
                </a:extLst>
              </p:cNvPr>
              <p:cNvSpPr/>
              <p:nvPr/>
            </p:nvSpPr>
            <p:spPr>
              <a:xfrm>
                <a:off x="322354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6" name="ph2397">
                <a:extLst>
                  <a:ext uri="{FF2B5EF4-FFF2-40B4-BE49-F238E27FC236}">
                    <a16:creationId xmlns:a16="http://schemas.microsoft.com/office/drawing/2014/main" id="{7474FA9E-8256-B2B7-E62D-B505B5203F48}"/>
                  </a:ext>
                </a:extLst>
              </p:cNvPr>
              <p:cNvSpPr/>
              <p:nvPr/>
            </p:nvSpPr>
            <p:spPr>
              <a:xfrm>
                <a:off x="323298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7" name="ph2398">
                <a:extLst>
                  <a:ext uri="{FF2B5EF4-FFF2-40B4-BE49-F238E27FC236}">
                    <a16:creationId xmlns:a16="http://schemas.microsoft.com/office/drawing/2014/main" id="{8C36D881-6BC6-6067-8EA8-F58C636C6030}"/>
                  </a:ext>
                </a:extLst>
              </p:cNvPr>
              <p:cNvSpPr/>
              <p:nvPr/>
            </p:nvSpPr>
            <p:spPr>
              <a:xfrm>
                <a:off x="324242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8" name="ph2399">
                <a:extLst>
                  <a:ext uri="{FF2B5EF4-FFF2-40B4-BE49-F238E27FC236}">
                    <a16:creationId xmlns:a16="http://schemas.microsoft.com/office/drawing/2014/main" id="{5972D49C-FA4E-88C4-E11C-563FDA7A98E6}"/>
                  </a:ext>
                </a:extLst>
              </p:cNvPr>
              <p:cNvSpPr/>
              <p:nvPr/>
            </p:nvSpPr>
            <p:spPr>
              <a:xfrm>
                <a:off x="325187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9" name="ph2400">
                <a:extLst>
                  <a:ext uri="{FF2B5EF4-FFF2-40B4-BE49-F238E27FC236}">
                    <a16:creationId xmlns:a16="http://schemas.microsoft.com/office/drawing/2014/main" id="{9022F93A-0ACE-E45C-C360-F22B630D14C6}"/>
                  </a:ext>
                </a:extLst>
              </p:cNvPr>
              <p:cNvSpPr/>
              <p:nvPr/>
            </p:nvSpPr>
            <p:spPr>
              <a:xfrm>
                <a:off x="326131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0" name="ph2401">
                <a:extLst>
                  <a:ext uri="{FF2B5EF4-FFF2-40B4-BE49-F238E27FC236}">
                    <a16:creationId xmlns:a16="http://schemas.microsoft.com/office/drawing/2014/main" id="{1747E3F7-D216-8057-4EEC-D9E824027303}"/>
                  </a:ext>
                </a:extLst>
              </p:cNvPr>
              <p:cNvSpPr/>
              <p:nvPr/>
            </p:nvSpPr>
            <p:spPr>
              <a:xfrm>
                <a:off x="327075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1" name="ph2402">
                <a:extLst>
                  <a:ext uri="{FF2B5EF4-FFF2-40B4-BE49-F238E27FC236}">
                    <a16:creationId xmlns:a16="http://schemas.microsoft.com/office/drawing/2014/main" id="{607FFB02-6160-5E8D-3194-CF5AA822A0D8}"/>
                  </a:ext>
                </a:extLst>
              </p:cNvPr>
              <p:cNvSpPr/>
              <p:nvPr/>
            </p:nvSpPr>
            <p:spPr>
              <a:xfrm>
                <a:off x="328019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2" name="ph2403">
                <a:extLst>
                  <a:ext uri="{FF2B5EF4-FFF2-40B4-BE49-F238E27FC236}">
                    <a16:creationId xmlns:a16="http://schemas.microsoft.com/office/drawing/2014/main" id="{66375FED-8C50-48CA-F6D7-E32124310D9B}"/>
                  </a:ext>
                </a:extLst>
              </p:cNvPr>
              <p:cNvSpPr/>
              <p:nvPr/>
            </p:nvSpPr>
            <p:spPr>
              <a:xfrm>
                <a:off x="328963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3" name="ph2404">
                <a:extLst>
                  <a:ext uri="{FF2B5EF4-FFF2-40B4-BE49-F238E27FC236}">
                    <a16:creationId xmlns:a16="http://schemas.microsoft.com/office/drawing/2014/main" id="{927925E6-D996-1527-3A35-3E919BE34322}"/>
                  </a:ext>
                </a:extLst>
              </p:cNvPr>
              <p:cNvSpPr/>
              <p:nvPr/>
            </p:nvSpPr>
            <p:spPr>
              <a:xfrm>
                <a:off x="329907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4" name="ph2405">
                <a:extLst>
                  <a:ext uri="{FF2B5EF4-FFF2-40B4-BE49-F238E27FC236}">
                    <a16:creationId xmlns:a16="http://schemas.microsoft.com/office/drawing/2014/main" id="{635365A2-6D8E-CBD2-1354-D71609BE9638}"/>
                  </a:ext>
                </a:extLst>
              </p:cNvPr>
              <p:cNvSpPr/>
              <p:nvPr/>
            </p:nvSpPr>
            <p:spPr>
              <a:xfrm>
                <a:off x="330851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5" name="ph2406">
                <a:extLst>
                  <a:ext uri="{FF2B5EF4-FFF2-40B4-BE49-F238E27FC236}">
                    <a16:creationId xmlns:a16="http://schemas.microsoft.com/office/drawing/2014/main" id="{430B36A8-AD75-1D90-BC5D-3C3A04A6F027}"/>
                  </a:ext>
                </a:extLst>
              </p:cNvPr>
              <p:cNvSpPr/>
              <p:nvPr/>
            </p:nvSpPr>
            <p:spPr>
              <a:xfrm>
                <a:off x="331795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6" name="ph2407">
                <a:extLst>
                  <a:ext uri="{FF2B5EF4-FFF2-40B4-BE49-F238E27FC236}">
                    <a16:creationId xmlns:a16="http://schemas.microsoft.com/office/drawing/2014/main" id="{C3CCE18E-9805-180E-2228-8262D477EDBF}"/>
                  </a:ext>
                </a:extLst>
              </p:cNvPr>
              <p:cNvSpPr/>
              <p:nvPr/>
            </p:nvSpPr>
            <p:spPr>
              <a:xfrm>
                <a:off x="332739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7" name="ph2408">
                <a:extLst>
                  <a:ext uri="{FF2B5EF4-FFF2-40B4-BE49-F238E27FC236}">
                    <a16:creationId xmlns:a16="http://schemas.microsoft.com/office/drawing/2014/main" id="{F816D563-4467-B005-549D-AF0FD9344E26}"/>
                  </a:ext>
                </a:extLst>
              </p:cNvPr>
              <p:cNvSpPr/>
              <p:nvPr/>
            </p:nvSpPr>
            <p:spPr>
              <a:xfrm>
                <a:off x="333683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8" name="ph2409">
                <a:extLst>
                  <a:ext uri="{FF2B5EF4-FFF2-40B4-BE49-F238E27FC236}">
                    <a16:creationId xmlns:a16="http://schemas.microsoft.com/office/drawing/2014/main" id="{332C259F-1392-D2E3-E9FE-872C3093C5E9}"/>
                  </a:ext>
                </a:extLst>
              </p:cNvPr>
              <p:cNvSpPr/>
              <p:nvPr/>
            </p:nvSpPr>
            <p:spPr>
              <a:xfrm>
                <a:off x="334627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9" name="ph2410">
                <a:extLst>
                  <a:ext uri="{FF2B5EF4-FFF2-40B4-BE49-F238E27FC236}">
                    <a16:creationId xmlns:a16="http://schemas.microsoft.com/office/drawing/2014/main" id="{CB766AF7-A6D7-602C-BBDC-AA2D50878DC2}"/>
                  </a:ext>
                </a:extLst>
              </p:cNvPr>
              <p:cNvSpPr/>
              <p:nvPr/>
            </p:nvSpPr>
            <p:spPr>
              <a:xfrm>
                <a:off x="3355712" y="2290780"/>
                <a:ext cx="9220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0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02" y="896864"/>
                    </a:lnTo>
                    <a:lnTo>
                      <a:pt x="921314" y="899019"/>
                    </a:lnTo>
                    <a:lnTo>
                      <a:pt x="920627" y="901175"/>
                    </a:lnTo>
                    <a:lnTo>
                      <a:pt x="919939" y="903331"/>
                    </a:lnTo>
                    <a:lnTo>
                      <a:pt x="919252" y="905487"/>
                    </a:lnTo>
                    <a:lnTo>
                      <a:pt x="918565" y="907643"/>
                    </a:lnTo>
                    <a:lnTo>
                      <a:pt x="917878" y="909799"/>
                    </a:lnTo>
                    <a:lnTo>
                      <a:pt x="917187" y="911968"/>
                    </a:lnTo>
                    <a:lnTo>
                      <a:pt x="916367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0" name="ph2411">
                <a:extLst>
                  <a:ext uri="{FF2B5EF4-FFF2-40B4-BE49-F238E27FC236}">
                    <a16:creationId xmlns:a16="http://schemas.microsoft.com/office/drawing/2014/main" id="{BF11B36D-22DB-7455-2160-47712AD990D5}"/>
                  </a:ext>
                </a:extLst>
              </p:cNvPr>
              <p:cNvSpPr/>
              <p:nvPr/>
            </p:nvSpPr>
            <p:spPr>
              <a:xfrm>
                <a:off x="2421129" y="22732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2851" y="914400"/>
                    </a:lnTo>
                    <a:lnTo>
                      <a:pt x="914231" y="905495"/>
                    </a:lnTo>
                    <a:lnTo>
                      <a:pt x="914399" y="904590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1" name="ph2412">
                <a:extLst>
                  <a:ext uri="{FF2B5EF4-FFF2-40B4-BE49-F238E27FC236}">
                    <a16:creationId xmlns:a16="http://schemas.microsoft.com/office/drawing/2014/main" id="{A7CFC709-0865-772E-75FE-DD066CECDE4C}"/>
                  </a:ext>
                </a:extLst>
              </p:cNvPr>
              <p:cNvSpPr/>
              <p:nvPr/>
            </p:nvSpPr>
            <p:spPr>
              <a:xfrm>
                <a:off x="2430569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159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2" name="ph2413">
                <a:extLst>
                  <a:ext uri="{FF2B5EF4-FFF2-40B4-BE49-F238E27FC236}">
                    <a16:creationId xmlns:a16="http://schemas.microsoft.com/office/drawing/2014/main" id="{D3687A24-4512-E814-C71E-6A539AFB954F}"/>
                  </a:ext>
                </a:extLst>
              </p:cNvPr>
              <p:cNvSpPr/>
              <p:nvPr/>
            </p:nvSpPr>
            <p:spPr>
              <a:xfrm>
                <a:off x="243056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3" name="ph2414">
                <a:extLst>
                  <a:ext uri="{FF2B5EF4-FFF2-40B4-BE49-F238E27FC236}">
                    <a16:creationId xmlns:a16="http://schemas.microsoft.com/office/drawing/2014/main" id="{FE67D8FF-8235-3834-81F9-EB0554AE99B3}"/>
                  </a:ext>
                </a:extLst>
              </p:cNvPr>
              <p:cNvSpPr/>
              <p:nvPr/>
            </p:nvSpPr>
            <p:spPr>
              <a:xfrm>
                <a:off x="244000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4" name="ph2415">
                <a:extLst>
                  <a:ext uri="{FF2B5EF4-FFF2-40B4-BE49-F238E27FC236}">
                    <a16:creationId xmlns:a16="http://schemas.microsoft.com/office/drawing/2014/main" id="{F4049AD9-5A2C-D598-BCEB-903FEA9F231E}"/>
                  </a:ext>
                </a:extLst>
              </p:cNvPr>
              <p:cNvSpPr/>
              <p:nvPr/>
            </p:nvSpPr>
            <p:spPr>
              <a:xfrm>
                <a:off x="244944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5" name="ph2416">
                <a:extLst>
                  <a:ext uri="{FF2B5EF4-FFF2-40B4-BE49-F238E27FC236}">
                    <a16:creationId xmlns:a16="http://schemas.microsoft.com/office/drawing/2014/main" id="{00B1CE3F-4214-F682-A22A-488A2C05E793}"/>
                  </a:ext>
                </a:extLst>
              </p:cNvPr>
              <p:cNvSpPr/>
              <p:nvPr/>
            </p:nvSpPr>
            <p:spPr>
              <a:xfrm>
                <a:off x="245889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6" name="ph2417">
                <a:extLst>
                  <a:ext uri="{FF2B5EF4-FFF2-40B4-BE49-F238E27FC236}">
                    <a16:creationId xmlns:a16="http://schemas.microsoft.com/office/drawing/2014/main" id="{51F7BDFE-6409-A8DE-78CA-C4AAA06BDA5B}"/>
                  </a:ext>
                </a:extLst>
              </p:cNvPr>
              <p:cNvSpPr/>
              <p:nvPr/>
            </p:nvSpPr>
            <p:spPr>
              <a:xfrm>
                <a:off x="246833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7" name="ph2418">
                <a:extLst>
                  <a:ext uri="{FF2B5EF4-FFF2-40B4-BE49-F238E27FC236}">
                    <a16:creationId xmlns:a16="http://schemas.microsoft.com/office/drawing/2014/main" id="{C93DA517-F522-63C3-46F4-C4E56B8CABFA}"/>
                  </a:ext>
                </a:extLst>
              </p:cNvPr>
              <p:cNvSpPr/>
              <p:nvPr/>
            </p:nvSpPr>
            <p:spPr>
              <a:xfrm>
                <a:off x="247777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8" name="ph2419">
                <a:extLst>
                  <a:ext uri="{FF2B5EF4-FFF2-40B4-BE49-F238E27FC236}">
                    <a16:creationId xmlns:a16="http://schemas.microsoft.com/office/drawing/2014/main" id="{6AB8C9B1-B4A5-1E44-0303-277A9A69595C}"/>
                  </a:ext>
                </a:extLst>
              </p:cNvPr>
              <p:cNvSpPr/>
              <p:nvPr/>
            </p:nvSpPr>
            <p:spPr>
              <a:xfrm>
                <a:off x="248721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9" name="ph2420">
                <a:extLst>
                  <a:ext uri="{FF2B5EF4-FFF2-40B4-BE49-F238E27FC236}">
                    <a16:creationId xmlns:a16="http://schemas.microsoft.com/office/drawing/2014/main" id="{26B66899-82F9-A3A3-9C55-2C53CBF46BA8}"/>
                  </a:ext>
                </a:extLst>
              </p:cNvPr>
              <p:cNvSpPr/>
              <p:nvPr/>
            </p:nvSpPr>
            <p:spPr>
              <a:xfrm>
                <a:off x="249665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0" name="ph2421">
                <a:extLst>
                  <a:ext uri="{FF2B5EF4-FFF2-40B4-BE49-F238E27FC236}">
                    <a16:creationId xmlns:a16="http://schemas.microsoft.com/office/drawing/2014/main" id="{7EEE3B90-0D25-9E44-9C5F-80D781E9A284}"/>
                  </a:ext>
                </a:extLst>
              </p:cNvPr>
              <p:cNvSpPr/>
              <p:nvPr/>
            </p:nvSpPr>
            <p:spPr>
              <a:xfrm>
                <a:off x="250609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1" name="ph2422">
                <a:extLst>
                  <a:ext uri="{FF2B5EF4-FFF2-40B4-BE49-F238E27FC236}">
                    <a16:creationId xmlns:a16="http://schemas.microsoft.com/office/drawing/2014/main" id="{975D4530-922C-8003-FFFF-A86ABC803BF9}"/>
                  </a:ext>
                </a:extLst>
              </p:cNvPr>
              <p:cNvSpPr/>
              <p:nvPr/>
            </p:nvSpPr>
            <p:spPr>
              <a:xfrm>
                <a:off x="251553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2" name="ph2423">
                <a:extLst>
                  <a:ext uri="{FF2B5EF4-FFF2-40B4-BE49-F238E27FC236}">
                    <a16:creationId xmlns:a16="http://schemas.microsoft.com/office/drawing/2014/main" id="{EAE4194F-A697-1022-EA12-0C2EDDCE43CC}"/>
                  </a:ext>
                </a:extLst>
              </p:cNvPr>
              <p:cNvSpPr/>
              <p:nvPr/>
            </p:nvSpPr>
            <p:spPr>
              <a:xfrm>
                <a:off x="252497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3" name="ph2424">
                <a:extLst>
                  <a:ext uri="{FF2B5EF4-FFF2-40B4-BE49-F238E27FC236}">
                    <a16:creationId xmlns:a16="http://schemas.microsoft.com/office/drawing/2014/main" id="{8193700F-9596-37E6-3FD5-F7B9F521FCA0}"/>
                  </a:ext>
                </a:extLst>
              </p:cNvPr>
              <p:cNvSpPr/>
              <p:nvPr/>
            </p:nvSpPr>
            <p:spPr>
              <a:xfrm>
                <a:off x="253441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4" name="ph2425">
                <a:extLst>
                  <a:ext uri="{FF2B5EF4-FFF2-40B4-BE49-F238E27FC236}">
                    <a16:creationId xmlns:a16="http://schemas.microsoft.com/office/drawing/2014/main" id="{BB4D7E60-786D-0FE1-4066-8AA6F83A9A25}"/>
                  </a:ext>
                </a:extLst>
              </p:cNvPr>
              <p:cNvSpPr/>
              <p:nvPr/>
            </p:nvSpPr>
            <p:spPr>
              <a:xfrm>
                <a:off x="254385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5" name="ph2426">
                <a:extLst>
                  <a:ext uri="{FF2B5EF4-FFF2-40B4-BE49-F238E27FC236}">
                    <a16:creationId xmlns:a16="http://schemas.microsoft.com/office/drawing/2014/main" id="{757A741D-BEF3-5E84-A201-256195FA6AC4}"/>
                  </a:ext>
                </a:extLst>
              </p:cNvPr>
              <p:cNvSpPr/>
              <p:nvPr/>
            </p:nvSpPr>
            <p:spPr>
              <a:xfrm>
                <a:off x="255329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6" name="ph2427">
                <a:extLst>
                  <a:ext uri="{FF2B5EF4-FFF2-40B4-BE49-F238E27FC236}">
                    <a16:creationId xmlns:a16="http://schemas.microsoft.com/office/drawing/2014/main" id="{2AC904C7-60C8-52F6-0F9C-36067819FC30}"/>
                  </a:ext>
                </a:extLst>
              </p:cNvPr>
              <p:cNvSpPr/>
              <p:nvPr/>
            </p:nvSpPr>
            <p:spPr>
              <a:xfrm>
                <a:off x="256273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7" name="ph2428">
                <a:extLst>
                  <a:ext uri="{FF2B5EF4-FFF2-40B4-BE49-F238E27FC236}">
                    <a16:creationId xmlns:a16="http://schemas.microsoft.com/office/drawing/2014/main" id="{D12C4D10-6D5D-963E-46E1-42CDFD39E348}"/>
                  </a:ext>
                </a:extLst>
              </p:cNvPr>
              <p:cNvSpPr/>
              <p:nvPr/>
            </p:nvSpPr>
            <p:spPr>
              <a:xfrm>
                <a:off x="257217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8" name="ph2429">
                <a:extLst>
                  <a:ext uri="{FF2B5EF4-FFF2-40B4-BE49-F238E27FC236}">
                    <a16:creationId xmlns:a16="http://schemas.microsoft.com/office/drawing/2014/main" id="{A6BA9DB2-E264-7B92-82AC-C69C129B38A1}"/>
                  </a:ext>
                </a:extLst>
              </p:cNvPr>
              <p:cNvSpPr/>
              <p:nvPr/>
            </p:nvSpPr>
            <p:spPr>
              <a:xfrm>
                <a:off x="258161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9" name="ph2430">
                <a:extLst>
                  <a:ext uri="{FF2B5EF4-FFF2-40B4-BE49-F238E27FC236}">
                    <a16:creationId xmlns:a16="http://schemas.microsoft.com/office/drawing/2014/main" id="{C0E9CD1C-616B-6785-F870-2DB6547861AA}"/>
                  </a:ext>
                </a:extLst>
              </p:cNvPr>
              <p:cNvSpPr/>
              <p:nvPr/>
            </p:nvSpPr>
            <p:spPr>
              <a:xfrm>
                <a:off x="259105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0" name="ph2431">
                <a:extLst>
                  <a:ext uri="{FF2B5EF4-FFF2-40B4-BE49-F238E27FC236}">
                    <a16:creationId xmlns:a16="http://schemas.microsoft.com/office/drawing/2014/main" id="{1CF4435B-6AC9-3E1B-44CD-F831EB4F18F9}"/>
                  </a:ext>
                </a:extLst>
              </p:cNvPr>
              <p:cNvSpPr/>
              <p:nvPr/>
            </p:nvSpPr>
            <p:spPr>
              <a:xfrm>
                <a:off x="260049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1" name="ph2432">
                <a:extLst>
                  <a:ext uri="{FF2B5EF4-FFF2-40B4-BE49-F238E27FC236}">
                    <a16:creationId xmlns:a16="http://schemas.microsoft.com/office/drawing/2014/main" id="{D2F527C4-291E-0C92-0D2D-DCC69032C344}"/>
                  </a:ext>
                </a:extLst>
              </p:cNvPr>
              <p:cNvSpPr/>
              <p:nvPr/>
            </p:nvSpPr>
            <p:spPr>
              <a:xfrm>
                <a:off x="260993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2" name="ph2433">
                <a:extLst>
                  <a:ext uri="{FF2B5EF4-FFF2-40B4-BE49-F238E27FC236}">
                    <a16:creationId xmlns:a16="http://schemas.microsoft.com/office/drawing/2014/main" id="{CBDBEC8A-BEA8-9299-21AF-EF6FD49118BA}"/>
                  </a:ext>
                </a:extLst>
              </p:cNvPr>
              <p:cNvSpPr/>
              <p:nvPr/>
            </p:nvSpPr>
            <p:spPr>
              <a:xfrm>
                <a:off x="261937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3" name="ph2434">
                <a:extLst>
                  <a:ext uri="{FF2B5EF4-FFF2-40B4-BE49-F238E27FC236}">
                    <a16:creationId xmlns:a16="http://schemas.microsoft.com/office/drawing/2014/main" id="{5D90D45D-1CBC-70C1-C475-DB7A5F38E386}"/>
                  </a:ext>
                </a:extLst>
              </p:cNvPr>
              <p:cNvSpPr/>
              <p:nvPr/>
            </p:nvSpPr>
            <p:spPr>
              <a:xfrm>
                <a:off x="262881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4" name="ph2435">
                <a:extLst>
                  <a:ext uri="{FF2B5EF4-FFF2-40B4-BE49-F238E27FC236}">
                    <a16:creationId xmlns:a16="http://schemas.microsoft.com/office/drawing/2014/main" id="{B9CFBBD5-F998-C2D0-1013-8FAD17577E30}"/>
                  </a:ext>
                </a:extLst>
              </p:cNvPr>
              <p:cNvSpPr/>
              <p:nvPr/>
            </p:nvSpPr>
            <p:spPr>
              <a:xfrm>
                <a:off x="263825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5" name="ph2436">
                <a:extLst>
                  <a:ext uri="{FF2B5EF4-FFF2-40B4-BE49-F238E27FC236}">
                    <a16:creationId xmlns:a16="http://schemas.microsoft.com/office/drawing/2014/main" id="{BAD90D28-D512-18C1-7D48-FAA7F80E3401}"/>
                  </a:ext>
                </a:extLst>
              </p:cNvPr>
              <p:cNvSpPr/>
              <p:nvPr/>
            </p:nvSpPr>
            <p:spPr>
              <a:xfrm>
                <a:off x="264769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6" name="ph2437">
                <a:extLst>
                  <a:ext uri="{FF2B5EF4-FFF2-40B4-BE49-F238E27FC236}">
                    <a16:creationId xmlns:a16="http://schemas.microsoft.com/office/drawing/2014/main" id="{16561B1C-F097-1522-FD40-A44CDDE5B5AA}"/>
                  </a:ext>
                </a:extLst>
              </p:cNvPr>
              <p:cNvSpPr/>
              <p:nvPr/>
            </p:nvSpPr>
            <p:spPr>
              <a:xfrm>
                <a:off x="265713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7" name="ph2438">
                <a:extLst>
                  <a:ext uri="{FF2B5EF4-FFF2-40B4-BE49-F238E27FC236}">
                    <a16:creationId xmlns:a16="http://schemas.microsoft.com/office/drawing/2014/main" id="{B5BEB382-1131-2FA4-315C-D91E2E7A4EFF}"/>
                  </a:ext>
                </a:extLst>
              </p:cNvPr>
              <p:cNvSpPr/>
              <p:nvPr/>
            </p:nvSpPr>
            <p:spPr>
              <a:xfrm>
                <a:off x="266657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8" name="ph2439">
                <a:extLst>
                  <a:ext uri="{FF2B5EF4-FFF2-40B4-BE49-F238E27FC236}">
                    <a16:creationId xmlns:a16="http://schemas.microsoft.com/office/drawing/2014/main" id="{007B9DEE-C138-FA6A-AACD-F74CCD2DBD6C}"/>
                  </a:ext>
                </a:extLst>
              </p:cNvPr>
              <p:cNvSpPr/>
              <p:nvPr/>
            </p:nvSpPr>
            <p:spPr>
              <a:xfrm>
                <a:off x="267601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9" name="ph2440">
                <a:extLst>
                  <a:ext uri="{FF2B5EF4-FFF2-40B4-BE49-F238E27FC236}">
                    <a16:creationId xmlns:a16="http://schemas.microsoft.com/office/drawing/2014/main" id="{01948A22-F3F0-4FAB-34C1-0D13FF5FF3A2}"/>
                  </a:ext>
                </a:extLst>
              </p:cNvPr>
              <p:cNvSpPr/>
              <p:nvPr/>
            </p:nvSpPr>
            <p:spPr>
              <a:xfrm>
                <a:off x="268545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0" name="ph2441">
                <a:extLst>
                  <a:ext uri="{FF2B5EF4-FFF2-40B4-BE49-F238E27FC236}">
                    <a16:creationId xmlns:a16="http://schemas.microsoft.com/office/drawing/2014/main" id="{4A7C43B4-94B9-E441-0638-8C39AF96687D}"/>
                  </a:ext>
                </a:extLst>
              </p:cNvPr>
              <p:cNvSpPr/>
              <p:nvPr/>
            </p:nvSpPr>
            <p:spPr>
              <a:xfrm>
                <a:off x="269489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1" name="ph2442">
                <a:extLst>
                  <a:ext uri="{FF2B5EF4-FFF2-40B4-BE49-F238E27FC236}">
                    <a16:creationId xmlns:a16="http://schemas.microsoft.com/office/drawing/2014/main" id="{119EDEC1-77F3-9B87-EB15-7B0CE647B82A}"/>
                  </a:ext>
                </a:extLst>
              </p:cNvPr>
              <p:cNvSpPr/>
              <p:nvPr/>
            </p:nvSpPr>
            <p:spPr>
              <a:xfrm>
                <a:off x="270433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2" name="ph2443">
                <a:extLst>
                  <a:ext uri="{FF2B5EF4-FFF2-40B4-BE49-F238E27FC236}">
                    <a16:creationId xmlns:a16="http://schemas.microsoft.com/office/drawing/2014/main" id="{35F855CA-B7F7-85E9-549D-7F083AC89E1C}"/>
                  </a:ext>
                </a:extLst>
              </p:cNvPr>
              <p:cNvSpPr/>
              <p:nvPr/>
            </p:nvSpPr>
            <p:spPr>
              <a:xfrm>
                <a:off x="271377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3" name="ph2444">
                <a:extLst>
                  <a:ext uri="{FF2B5EF4-FFF2-40B4-BE49-F238E27FC236}">
                    <a16:creationId xmlns:a16="http://schemas.microsoft.com/office/drawing/2014/main" id="{A994A909-3A9C-90B1-3130-5D6BA76E95F7}"/>
                  </a:ext>
                </a:extLst>
              </p:cNvPr>
              <p:cNvSpPr/>
              <p:nvPr/>
            </p:nvSpPr>
            <p:spPr>
              <a:xfrm>
                <a:off x="2723216" y="2273210"/>
                <a:ext cx="9180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0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001" y="896830"/>
                    </a:lnTo>
                    <a:lnTo>
                      <a:pt x="917998" y="897438"/>
                    </a:lnTo>
                    <a:lnTo>
                      <a:pt x="917630" y="908602"/>
                    </a:lnTo>
                    <a:lnTo>
                      <a:pt x="917272" y="914400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4" name="ph2445">
                <a:extLst>
                  <a:ext uri="{FF2B5EF4-FFF2-40B4-BE49-F238E27FC236}">
                    <a16:creationId xmlns:a16="http://schemas.microsoft.com/office/drawing/2014/main" id="{B3115579-62D8-B324-4AC2-2986507F1A6E}"/>
                  </a:ext>
                </a:extLst>
              </p:cNvPr>
              <p:cNvSpPr/>
              <p:nvPr/>
            </p:nvSpPr>
            <p:spPr>
              <a:xfrm>
                <a:off x="2827059" y="22732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235" y="914313"/>
                    </a:lnTo>
                    <a:lnTo>
                      <a:pt x="909443" y="914065"/>
                    </a:lnTo>
                    <a:lnTo>
                      <a:pt x="909652" y="913818"/>
                    </a:lnTo>
                    <a:lnTo>
                      <a:pt x="909861" y="913570"/>
                    </a:lnTo>
                    <a:lnTo>
                      <a:pt x="910070" y="913323"/>
                    </a:lnTo>
                    <a:lnTo>
                      <a:pt x="910279" y="913076"/>
                    </a:lnTo>
                    <a:lnTo>
                      <a:pt x="910488" y="912828"/>
                    </a:lnTo>
                    <a:lnTo>
                      <a:pt x="910696" y="912581"/>
                    </a:lnTo>
                    <a:lnTo>
                      <a:pt x="910905" y="912333"/>
                    </a:lnTo>
                    <a:lnTo>
                      <a:pt x="911114" y="912086"/>
                    </a:lnTo>
                    <a:lnTo>
                      <a:pt x="911323" y="911839"/>
                    </a:lnTo>
                    <a:lnTo>
                      <a:pt x="911532" y="911591"/>
                    </a:lnTo>
                    <a:lnTo>
                      <a:pt x="911741" y="911344"/>
                    </a:lnTo>
                    <a:lnTo>
                      <a:pt x="911950" y="911097"/>
                    </a:lnTo>
                    <a:lnTo>
                      <a:pt x="912159" y="910849"/>
                    </a:lnTo>
                    <a:lnTo>
                      <a:pt x="912368" y="910602"/>
                    </a:lnTo>
                    <a:lnTo>
                      <a:pt x="912576" y="910354"/>
                    </a:lnTo>
                    <a:lnTo>
                      <a:pt x="912785" y="910107"/>
                    </a:lnTo>
                    <a:lnTo>
                      <a:pt x="912994" y="909860"/>
                    </a:lnTo>
                    <a:lnTo>
                      <a:pt x="913203" y="909612"/>
                    </a:lnTo>
                    <a:lnTo>
                      <a:pt x="913412" y="909365"/>
                    </a:lnTo>
                    <a:lnTo>
                      <a:pt x="913621" y="909118"/>
                    </a:lnTo>
                    <a:lnTo>
                      <a:pt x="913830" y="908870"/>
                    </a:lnTo>
                    <a:lnTo>
                      <a:pt x="914039" y="908623"/>
                    </a:lnTo>
                    <a:lnTo>
                      <a:pt x="914248" y="908376"/>
                    </a:lnTo>
                    <a:lnTo>
                      <a:pt x="914399" y="908197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5" name="ph2446">
                <a:extLst>
                  <a:ext uri="{FF2B5EF4-FFF2-40B4-BE49-F238E27FC236}">
                    <a16:creationId xmlns:a16="http://schemas.microsoft.com/office/drawing/2014/main" id="{CD04EE14-A193-8671-E703-8B40F0E26337}"/>
                  </a:ext>
                </a:extLst>
              </p:cNvPr>
              <p:cNvSpPr/>
              <p:nvPr/>
            </p:nvSpPr>
            <p:spPr>
              <a:xfrm>
                <a:off x="2836499" y="2273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17" y="908128"/>
                    </a:lnTo>
                    <a:lnTo>
                      <a:pt x="905226" y="907881"/>
                    </a:lnTo>
                    <a:lnTo>
                      <a:pt x="905435" y="907634"/>
                    </a:lnTo>
                    <a:lnTo>
                      <a:pt x="905644" y="907386"/>
                    </a:lnTo>
                    <a:lnTo>
                      <a:pt x="905853" y="907139"/>
                    </a:lnTo>
                    <a:lnTo>
                      <a:pt x="906062" y="906892"/>
                    </a:lnTo>
                    <a:lnTo>
                      <a:pt x="906271" y="906644"/>
                    </a:lnTo>
                    <a:lnTo>
                      <a:pt x="906480" y="906397"/>
                    </a:lnTo>
                    <a:lnTo>
                      <a:pt x="906689" y="906150"/>
                    </a:lnTo>
                    <a:lnTo>
                      <a:pt x="906898" y="905902"/>
                    </a:lnTo>
                    <a:lnTo>
                      <a:pt x="907107" y="905655"/>
                    </a:lnTo>
                    <a:lnTo>
                      <a:pt x="907316" y="905408"/>
                    </a:lnTo>
                    <a:lnTo>
                      <a:pt x="907525" y="905160"/>
                    </a:lnTo>
                    <a:lnTo>
                      <a:pt x="907735" y="904913"/>
                    </a:lnTo>
                    <a:lnTo>
                      <a:pt x="907944" y="904666"/>
                    </a:lnTo>
                    <a:lnTo>
                      <a:pt x="908153" y="904419"/>
                    </a:lnTo>
                    <a:lnTo>
                      <a:pt x="908362" y="904171"/>
                    </a:lnTo>
                    <a:lnTo>
                      <a:pt x="908571" y="903924"/>
                    </a:lnTo>
                    <a:lnTo>
                      <a:pt x="908780" y="903677"/>
                    </a:lnTo>
                    <a:lnTo>
                      <a:pt x="908989" y="903430"/>
                    </a:lnTo>
                    <a:lnTo>
                      <a:pt x="909198" y="903182"/>
                    </a:lnTo>
                    <a:lnTo>
                      <a:pt x="909408" y="902935"/>
                    </a:lnTo>
                    <a:lnTo>
                      <a:pt x="909617" y="902688"/>
                    </a:lnTo>
                    <a:lnTo>
                      <a:pt x="909826" y="902440"/>
                    </a:lnTo>
                    <a:lnTo>
                      <a:pt x="910035" y="902193"/>
                    </a:lnTo>
                    <a:lnTo>
                      <a:pt x="910244" y="901946"/>
                    </a:lnTo>
                    <a:lnTo>
                      <a:pt x="910453" y="901699"/>
                    </a:lnTo>
                    <a:lnTo>
                      <a:pt x="910663" y="901451"/>
                    </a:lnTo>
                    <a:lnTo>
                      <a:pt x="914400" y="897227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6" name="ph2447">
                <a:extLst>
                  <a:ext uri="{FF2B5EF4-FFF2-40B4-BE49-F238E27FC236}">
                    <a16:creationId xmlns:a16="http://schemas.microsoft.com/office/drawing/2014/main" id="{E9AC0A04-CB71-F055-F821-EB91C08CDE28}"/>
                  </a:ext>
                </a:extLst>
              </p:cNvPr>
              <p:cNvSpPr/>
              <p:nvPr/>
            </p:nvSpPr>
            <p:spPr>
              <a:xfrm>
                <a:off x="2845939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97"/>
                    </a:lnTo>
                    <a:lnTo>
                      <a:pt x="905087" y="914653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7" name="ph2448">
                <a:extLst>
                  <a:ext uri="{FF2B5EF4-FFF2-40B4-BE49-F238E27FC236}">
                    <a16:creationId xmlns:a16="http://schemas.microsoft.com/office/drawing/2014/main" id="{B4AB433C-7F97-1B57-C0CE-9DF09BCD31B2}"/>
                  </a:ext>
                </a:extLst>
              </p:cNvPr>
              <p:cNvSpPr/>
              <p:nvPr/>
            </p:nvSpPr>
            <p:spPr>
              <a:xfrm>
                <a:off x="284593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8" name="ph2449">
                <a:extLst>
                  <a:ext uri="{FF2B5EF4-FFF2-40B4-BE49-F238E27FC236}">
                    <a16:creationId xmlns:a16="http://schemas.microsoft.com/office/drawing/2014/main" id="{79AF3749-CEBC-3436-9BF5-C7E010CD7FE4}"/>
                  </a:ext>
                </a:extLst>
              </p:cNvPr>
              <p:cNvSpPr/>
              <p:nvPr/>
            </p:nvSpPr>
            <p:spPr>
              <a:xfrm>
                <a:off x="285538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9" name="ph2450">
                <a:extLst>
                  <a:ext uri="{FF2B5EF4-FFF2-40B4-BE49-F238E27FC236}">
                    <a16:creationId xmlns:a16="http://schemas.microsoft.com/office/drawing/2014/main" id="{02C2A9AC-1E32-D7DE-A864-549E6E2B0695}"/>
                  </a:ext>
                </a:extLst>
              </p:cNvPr>
              <p:cNvSpPr/>
              <p:nvPr/>
            </p:nvSpPr>
            <p:spPr>
              <a:xfrm>
                <a:off x="286482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0" name="ph2451">
                <a:extLst>
                  <a:ext uri="{FF2B5EF4-FFF2-40B4-BE49-F238E27FC236}">
                    <a16:creationId xmlns:a16="http://schemas.microsoft.com/office/drawing/2014/main" id="{BC9A7D79-435A-FA89-3485-2DD67B838E04}"/>
                  </a:ext>
                </a:extLst>
              </p:cNvPr>
              <p:cNvSpPr/>
              <p:nvPr/>
            </p:nvSpPr>
            <p:spPr>
              <a:xfrm>
                <a:off x="287426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1" name="ph2452">
                <a:extLst>
                  <a:ext uri="{FF2B5EF4-FFF2-40B4-BE49-F238E27FC236}">
                    <a16:creationId xmlns:a16="http://schemas.microsoft.com/office/drawing/2014/main" id="{5B05B31C-F0B6-45F1-E5CF-9D3B96E5443C}"/>
                  </a:ext>
                </a:extLst>
              </p:cNvPr>
              <p:cNvSpPr/>
              <p:nvPr/>
            </p:nvSpPr>
            <p:spPr>
              <a:xfrm>
                <a:off x="288370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2" name="ph2453">
                <a:extLst>
                  <a:ext uri="{FF2B5EF4-FFF2-40B4-BE49-F238E27FC236}">
                    <a16:creationId xmlns:a16="http://schemas.microsoft.com/office/drawing/2014/main" id="{13FF6CCC-9029-420C-F403-254656F22AAD}"/>
                  </a:ext>
                </a:extLst>
              </p:cNvPr>
              <p:cNvSpPr/>
              <p:nvPr/>
            </p:nvSpPr>
            <p:spPr>
              <a:xfrm>
                <a:off x="289314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3" name="ph2454">
                <a:extLst>
                  <a:ext uri="{FF2B5EF4-FFF2-40B4-BE49-F238E27FC236}">
                    <a16:creationId xmlns:a16="http://schemas.microsoft.com/office/drawing/2014/main" id="{2FFA372D-D010-28EB-AD85-97C1382E7115}"/>
                  </a:ext>
                </a:extLst>
              </p:cNvPr>
              <p:cNvSpPr/>
              <p:nvPr/>
            </p:nvSpPr>
            <p:spPr>
              <a:xfrm>
                <a:off x="290258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4" name="ph2455">
                <a:extLst>
                  <a:ext uri="{FF2B5EF4-FFF2-40B4-BE49-F238E27FC236}">
                    <a16:creationId xmlns:a16="http://schemas.microsoft.com/office/drawing/2014/main" id="{D857D983-BC71-751F-326E-A55D45F0009D}"/>
                  </a:ext>
                </a:extLst>
              </p:cNvPr>
              <p:cNvSpPr/>
              <p:nvPr/>
            </p:nvSpPr>
            <p:spPr>
              <a:xfrm>
                <a:off x="291202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5" name="ph2456">
                <a:extLst>
                  <a:ext uri="{FF2B5EF4-FFF2-40B4-BE49-F238E27FC236}">
                    <a16:creationId xmlns:a16="http://schemas.microsoft.com/office/drawing/2014/main" id="{F380EF5D-6A3B-9B67-E9D3-3BD37B0DB251}"/>
                  </a:ext>
                </a:extLst>
              </p:cNvPr>
              <p:cNvSpPr/>
              <p:nvPr/>
            </p:nvSpPr>
            <p:spPr>
              <a:xfrm>
                <a:off x="292146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6" name="ph2457">
                <a:extLst>
                  <a:ext uri="{FF2B5EF4-FFF2-40B4-BE49-F238E27FC236}">
                    <a16:creationId xmlns:a16="http://schemas.microsoft.com/office/drawing/2014/main" id="{5EA3EB1D-CBDB-B344-5E3F-9738E081637A}"/>
                  </a:ext>
                </a:extLst>
              </p:cNvPr>
              <p:cNvSpPr/>
              <p:nvPr/>
            </p:nvSpPr>
            <p:spPr>
              <a:xfrm>
                <a:off x="293090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7" name="ph2458">
                <a:extLst>
                  <a:ext uri="{FF2B5EF4-FFF2-40B4-BE49-F238E27FC236}">
                    <a16:creationId xmlns:a16="http://schemas.microsoft.com/office/drawing/2014/main" id="{1B15E2B3-F96E-0A79-F46F-28B87A53F31A}"/>
                  </a:ext>
                </a:extLst>
              </p:cNvPr>
              <p:cNvSpPr/>
              <p:nvPr/>
            </p:nvSpPr>
            <p:spPr>
              <a:xfrm>
                <a:off x="294034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8" name="ph2459">
                <a:extLst>
                  <a:ext uri="{FF2B5EF4-FFF2-40B4-BE49-F238E27FC236}">
                    <a16:creationId xmlns:a16="http://schemas.microsoft.com/office/drawing/2014/main" id="{31E413CA-84D0-D484-72A4-E30D6276B6D8}"/>
                  </a:ext>
                </a:extLst>
              </p:cNvPr>
              <p:cNvSpPr/>
              <p:nvPr/>
            </p:nvSpPr>
            <p:spPr>
              <a:xfrm>
                <a:off x="294978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9" name="ph2460">
                <a:extLst>
                  <a:ext uri="{FF2B5EF4-FFF2-40B4-BE49-F238E27FC236}">
                    <a16:creationId xmlns:a16="http://schemas.microsoft.com/office/drawing/2014/main" id="{8D4FDDEE-FD4D-EE63-75EC-CB4C5537E153}"/>
                  </a:ext>
                </a:extLst>
              </p:cNvPr>
              <p:cNvSpPr/>
              <p:nvPr/>
            </p:nvSpPr>
            <p:spPr>
              <a:xfrm>
                <a:off x="295922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0" name="ph2461">
                <a:extLst>
                  <a:ext uri="{FF2B5EF4-FFF2-40B4-BE49-F238E27FC236}">
                    <a16:creationId xmlns:a16="http://schemas.microsoft.com/office/drawing/2014/main" id="{10643C5C-CCF3-AD3C-1CD2-097AA104F27C}"/>
                  </a:ext>
                </a:extLst>
              </p:cNvPr>
              <p:cNvSpPr/>
              <p:nvPr/>
            </p:nvSpPr>
            <p:spPr>
              <a:xfrm>
                <a:off x="296866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1" name="ph2462">
                <a:extLst>
                  <a:ext uri="{FF2B5EF4-FFF2-40B4-BE49-F238E27FC236}">
                    <a16:creationId xmlns:a16="http://schemas.microsoft.com/office/drawing/2014/main" id="{AA163025-25C5-4C37-B10E-0448243364CE}"/>
                  </a:ext>
                </a:extLst>
              </p:cNvPr>
              <p:cNvSpPr/>
              <p:nvPr/>
            </p:nvSpPr>
            <p:spPr>
              <a:xfrm>
                <a:off x="297810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2" name="ph2463">
                <a:extLst>
                  <a:ext uri="{FF2B5EF4-FFF2-40B4-BE49-F238E27FC236}">
                    <a16:creationId xmlns:a16="http://schemas.microsoft.com/office/drawing/2014/main" id="{B3BCB2B3-1208-677A-3ABA-033910C9959A}"/>
                  </a:ext>
                </a:extLst>
              </p:cNvPr>
              <p:cNvSpPr/>
              <p:nvPr/>
            </p:nvSpPr>
            <p:spPr>
              <a:xfrm>
                <a:off x="298754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3" name="ph2464">
                <a:extLst>
                  <a:ext uri="{FF2B5EF4-FFF2-40B4-BE49-F238E27FC236}">
                    <a16:creationId xmlns:a16="http://schemas.microsoft.com/office/drawing/2014/main" id="{122386DB-C208-B86C-0F45-B4EA8E1A988D}"/>
                  </a:ext>
                </a:extLst>
              </p:cNvPr>
              <p:cNvSpPr/>
              <p:nvPr/>
            </p:nvSpPr>
            <p:spPr>
              <a:xfrm>
                <a:off x="299698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4" name="ph2465">
                <a:extLst>
                  <a:ext uri="{FF2B5EF4-FFF2-40B4-BE49-F238E27FC236}">
                    <a16:creationId xmlns:a16="http://schemas.microsoft.com/office/drawing/2014/main" id="{43239C99-0B58-31E1-96C8-8AC8131C6974}"/>
                  </a:ext>
                </a:extLst>
              </p:cNvPr>
              <p:cNvSpPr/>
              <p:nvPr/>
            </p:nvSpPr>
            <p:spPr>
              <a:xfrm>
                <a:off x="300642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5" name="ph2466">
                <a:extLst>
                  <a:ext uri="{FF2B5EF4-FFF2-40B4-BE49-F238E27FC236}">
                    <a16:creationId xmlns:a16="http://schemas.microsoft.com/office/drawing/2014/main" id="{0F8AB365-63A0-12B4-6196-9CA137237EA7}"/>
                  </a:ext>
                </a:extLst>
              </p:cNvPr>
              <p:cNvSpPr/>
              <p:nvPr/>
            </p:nvSpPr>
            <p:spPr>
              <a:xfrm>
                <a:off x="301586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6" name="ph2467">
                <a:extLst>
                  <a:ext uri="{FF2B5EF4-FFF2-40B4-BE49-F238E27FC236}">
                    <a16:creationId xmlns:a16="http://schemas.microsoft.com/office/drawing/2014/main" id="{300BF62F-01B7-FA6C-BAE7-D6386EF0842D}"/>
                  </a:ext>
                </a:extLst>
              </p:cNvPr>
              <p:cNvSpPr/>
              <p:nvPr/>
            </p:nvSpPr>
            <p:spPr>
              <a:xfrm>
                <a:off x="302530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7" name="ph2468">
                <a:extLst>
                  <a:ext uri="{FF2B5EF4-FFF2-40B4-BE49-F238E27FC236}">
                    <a16:creationId xmlns:a16="http://schemas.microsoft.com/office/drawing/2014/main" id="{D48098DB-737E-90F4-6A70-BD5F59296D86}"/>
                  </a:ext>
                </a:extLst>
              </p:cNvPr>
              <p:cNvSpPr/>
              <p:nvPr/>
            </p:nvSpPr>
            <p:spPr>
              <a:xfrm>
                <a:off x="303474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8" name="ph2469">
                <a:extLst>
                  <a:ext uri="{FF2B5EF4-FFF2-40B4-BE49-F238E27FC236}">
                    <a16:creationId xmlns:a16="http://schemas.microsoft.com/office/drawing/2014/main" id="{06298138-4A3D-E16E-CEEC-A0B0CF8F77C3}"/>
                  </a:ext>
                </a:extLst>
              </p:cNvPr>
              <p:cNvSpPr/>
              <p:nvPr/>
            </p:nvSpPr>
            <p:spPr>
              <a:xfrm>
                <a:off x="304418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9" name="ph2470">
                <a:extLst>
                  <a:ext uri="{FF2B5EF4-FFF2-40B4-BE49-F238E27FC236}">
                    <a16:creationId xmlns:a16="http://schemas.microsoft.com/office/drawing/2014/main" id="{772CD769-7721-1219-7A54-2ADB11860DA2}"/>
                  </a:ext>
                </a:extLst>
              </p:cNvPr>
              <p:cNvSpPr/>
              <p:nvPr/>
            </p:nvSpPr>
            <p:spPr>
              <a:xfrm>
                <a:off x="305362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0" name="ph2471">
                <a:extLst>
                  <a:ext uri="{FF2B5EF4-FFF2-40B4-BE49-F238E27FC236}">
                    <a16:creationId xmlns:a16="http://schemas.microsoft.com/office/drawing/2014/main" id="{51AFE6EB-20B0-2BD7-68A2-DF44D5C929A6}"/>
                  </a:ext>
                </a:extLst>
              </p:cNvPr>
              <p:cNvSpPr/>
              <p:nvPr/>
            </p:nvSpPr>
            <p:spPr>
              <a:xfrm>
                <a:off x="306306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1" name="ph2472">
                <a:extLst>
                  <a:ext uri="{FF2B5EF4-FFF2-40B4-BE49-F238E27FC236}">
                    <a16:creationId xmlns:a16="http://schemas.microsoft.com/office/drawing/2014/main" id="{0547ED13-1BC8-4144-7420-AAB2CD686D37}"/>
                  </a:ext>
                </a:extLst>
              </p:cNvPr>
              <p:cNvSpPr/>
              <p:nvPr/>
            </p:nvSpPr>
            <p:spPr>
              <a:xfrm>
                <a:off x="307250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2" name="ph2473">
                <a:extLst>
                  <a:ext uri="{FF2B5EF4-FFF2-40B4-BE49-F238E27FC236}">
                    <a16:creationId xmlns:a16="http://schemas.microsoft.com/office/drawing/2014/main" id="{7AF0D3D6-9E99-25D5-996E-D912E157C99F}"/>
                  </a:ext>
                </a:extLst>
              </p:cNvPr>
              <p:cNvSpPr/>
              <p:nvPr/>
            </p:nvSpPr>
            <p:spPr>
              <a:xfrm>
                <a:off x="308194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3" name="ph2474">
                <a:extLst>
                  <a:ext uri="{FF2B5EF4-FFF2-40B4-BE49-F238E27FC236}">
                    <a16:creationId xmlns:a16="http://schemas.microsoft.com/office/drawing/2014/main" id="{DF8D1EDC-2997-DC7F-2612-ED751C3E86A8}"/>
                  </a:ext>
                </a:extLst>
              </p:cNvPr>
              <p:cNvSpPr/>
              <p:nvPr/>
            </p:nvSpPr>
            <p:spPr>
              <a:xfrm>
                <a:off x="309138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4" name="ph2475">
                <a:extLst>
                  <a:ext uri="{FF2B5EF4-FFF2-40B4-BE49-F238E27FC236}">
                    <a16:creationId xmlns:a16="http://schemas.microsoft.com/office/drawing/2014/main" id="{51DE0DE2-67AD-5710-2E1E-88E0A14CEBAB}"/>
                  </a:ext>
                </a:extLst>
              </p:cNvPr>
              <p:cNvSpPr/>
              <p:nvPr/>
            </p:nvSpPr>
            <p:spPr>
              <a:xfrm>
                <a:off x="310082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5" name="ph2476">
                <a:extLst>
                  <a:ext uri="{FF2B5EF4-FFF2-40B4-BE49-F238E27FC236}">
                    <a16:creationId xmlns:a16="http://schemas.microsoft.com/office/drawing/2014/main" id="{6CAC3549-8820-5DE0-C4FA-5021B41A0D8B}"/>
                  </a:ext>
                </a:extLst>
              </p:cNvPr>
              <p:cNvSpPr/>
              <p:nvPr/>
            </p:nvSpPr>
            <p:spPr>
              <a:xfrm>
                <a:off x="311026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6" name="ph2477">
                <a:extLst>
                  <a:ext uri="{FF2B5EF4-FFF2-40B4-BE49-F238E27FC236}">
                    <a16:creationId xmlns:a16="http://schemas.microsoft.com/office/drawing/2014/main" id="{18EE42DD-60C7-9ECB-FC11-3D0A29B86773}"/>
                  </a:ext>
                </a:extLst>
              </p:cNvPr>
              <p:cNvSpPr/>
              <p:nvPr/>
            </p:nvSpPr>
            <p:spPr>
              <a:xfrm>
                <a:off x="311970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7" name="ph2478">
                <a:extLst>
                  <a:ext uri="{FF2B5EF4-FFF2-40B4-BE49-F238E27FC236}">
                    <a16:creationId xmlns:a16="http://schemas.microsoft.com/office/drawing/2014/main" id="{DEBA4B5D-3BED-A8E5-4110-D71BEB3D9653}"/>
                  </a:ext>
                </a:extLst>
              </p:cNvPr>
              <p:cNvSpPr/>
              <p:nvPr/>
            </p:nvSpPr>
            <p:spPr>
              <a:xfrm>
                <a:off x="312914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8" name="ph2479">
                <a:extLst>
                  <a:ext uri="{FF2B5EF4-FFF2-40B4-BE49-F238E27FC236}">
                    <a16:creationId xmlns:a16="http://schemas.microsoft.com/office/drawing/2014/main" id="{14C00381-960F-4179-D453-C4856C725436}"/>
                  </a:ext>
                </a:extLst>
              </p:cNvPr>
              <p:cNvSpPr/>
              <p:nvPr/>
            </p:nvSpPr>
            <p:spPr>
              <a:xfrm>
                <a:off x="313858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9" name="ph2480">
                <a:extLst>
                  <a:ext uri="{FF2B5EF4-FFF2-40B4-BE49-F238E27FC236}">
                    <a16:creationId xmlns:a16="http://schemas.microsoft.com/office/drawing/2014/main" id="{978DC055-5783-98CE-B99D-2BDA4EE0B42B}"/>
                  </a:ext>
                </a:extLst>
              </p:cNvPr>
              <p:cNvSpPr/>
              <p:nvPr/>
            </p:nvSpPr>
            <p:spPr>
              <a:xfrm>
                <a:off x="314802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0" name="ph2481">
                <a:extLst>
                  <a:ext uri="{FF2B5EF4-FFF2-40B4-BE49-F238E27FC236}">
                    <a16:creationId xmlns:a16="http://schemas.microsoft.com/office/drawing/2014/main" id="{947AA052-7F82-EC38-28AB-3E713D953724}"/>
                  </a:ext>
                </a:extLst>
              </p:cNvPr>
              <p:cNvSpPr/>
              <p:nvPr/>
            </p:nvSpPr>
            <p:spPr>
              <a:xfrm>
                <a:off x="315746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1" name="ph2482">
                <a:extLst>
                  <a:ext uri="{FF2B5EF4-FFF2-40B4-BE49-F238E27FC236}">
                    <a16:creationId xmlns:a16="http://schemas.microsoft.com/office/drawing/2014/main" id="{893B6CFB-04E6-3E3D-DA84-D9F1F9BD6B77}"/>
                  </a:ext>
                </a:extLst>
              </p:cNvPr>
              <p:cNvSpPr/>
              <p:nvPr/>
            </p:nvSpPr>
            <p:spPr>
              <a:xfrm>
                <a:off x="316690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2" name="ph2483">
                <a:extLst>
                  <a:ext uri="{FF2B5EF4-FFF2-40B4-BE49-F238E27FC236}">
                    <a16:creationId xmlns:a16="http://schemas.microsoft.com/office/drawing/2014/main" id="{B83B7A37-2D1E-E5EF-D0DE-821304BADC4E}"/>
                  </a:ext>
                </a:extLst>
              </p:cNvPr>
              <p:cNvSpPr/>
              <p:nvPr/>
            </p:nvSpPr>
            <p:spPr>
              <a:xfrm>
                <a:off x="317634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3" name="ph2484">
                <a:extLst>
                  <a:ext uri="{FF2B5EF4-FFF2-40B4-BE49-F238E27FC236}">
                    <a16:creationId xmlns:a16="http://schemas.microsoft.com/office/drawing/2014/main" id="{154A71DD-8953-AD95-278B-ED0ECF51E85E}"/>
                  </a:ext>
                </a:extLst>
              </p:cNvPr>
              <p:cNvSpPr/>
              <p:nvPr/>
            </p:nvSpPr>
            <p:spPr>
              <a:xfrm>
                <a:off x="318578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4" name="ph2485">
                <a:extLst>
                  <a:ext uri="{FF2B5EF4-FFF2-40B4-BE49-F238E27FC236}">
                    <a16:creationId xmlns:a16="http://schemas.microsoft.com/office/drawing/2014/main" id="{FB7489E7-B8AE-F499-9DDB-44F7D9CE0E79}"/>
                  </a:ext>
                </a:extLst>
              </p:cNvPr>
              <p:cNvSpPr/>
              <p:nvPr/>
            </p:nvSpPr>
            <p:spPr>
              <a:xfrm>
                <a:off x="319522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5" name="ph2486">
                <a:extLst>
                  <a:ext uri="{FF2B5EF4-FFF2-40B4-BE49-F238E27FC236}">
                    <a16:creationId xmlns:a16="http://schemas.microsoft.com/office/drawing/2014/main" id="{B32AAE6E-C39F-DBBA-6944-809261354BC0}"/>
                  </a:ext>
                </a:extLst>
              </p:cNvPr>
              <p:cNvSpPr/>
              <p:nvPr/>
            </p:nvSpPr>
            <p:spPr>
              <a:xfrm>
                <a:off x="320466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6" name="ph2487">
                <a:extLst>
                  <a:ext uri="{FF2B5EF4-FFF2-40B4-BE49-F238E27FC236}">
                    <a16:creationId xmlns:a16="http://schemas.microsoft.com/office/drawing/2014/main" id="{B6629516-8D07-8E3B-A6E0-B516DD9CAB7A}"/>
                  </a:ext>
                </a:extLst>
              </p:cNvPr>
              <p:cNvSpPr/>
              <p:nvPr/>
            </p:nvSpPr>
            <p:spPr>
              <a:xfrm>
                <a:off x="321410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7" name="ph2488">
                <a:extLst>
                  <a:ext uri="{FF2B5EF4-FFF2-40B4-BE49-F238E27FC236}">
                    <a16:creationId xmlns:a16="http://schemas.microsoft.com/office/drawing/2014/main" id="{774E0C70-DCB8-A22D-6936-2005503E15C7}"/>
                  </a:ext>
                </a:extLst>
              </p:cNvPr>
              <p:cNvSpPr/>
              <p:nvPr/>
            </p:nvSpPr>
            <p:spPr>
              <a:xfrm>
                <a:off x="322354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8" name="ph2489">
                <a:extLst>
                  <a:ext uri="{FF2B5EF4-FFF2-40B4-BE49-F238E27FC236}">
                    <a16:creationId xmlns:a16="http://schemas.microsoft.com/office/drawing/2014/main" id="{7B6A582D-4B10-48D0-FA51-324ABB65C569}"/>
                  </a:ext>
                </a:extLst>
              </p:cNvPr>
              <p:cNvSpPr/>
              <p:nvPr/>
            </p:nvSpPr>
            <p:spPr>
              <a:xfrm>
                <a:off x="323298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9" name="ph2490">
                <a:extLst>
                  <a:ext uri="{FF2B5EF4-FFF2-40B4-BE49-F238E27FC236}">
                    <a16:creationId xmlns:a16="http://schemas.microsoft.com/office/drawing/2014/main" id="{1245D23B-E598-DD3B-6981-5F3847DAD1FE}"/>
                  </a:ext>
                </a:extLst>
              </p:cNvPr>
              <p:cNvSpPr/>
              <p:nvPr/>
            </p:nvSpPr>
            <p:spPr>
              <a:xfrm>
                <a:off x="324242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0" name="ph2491">
                <a:extLst>
                  <a:ext uri="{FF2B5EF4-FFF2-40B4-BE49-F238E27FC236}">
                    <a16:creationId xmlns:a16="http://schemas.microsoft.com/office/drawing/2014/main" id="{47D085DF-6798-54E3-C230-09D18F94AAEB}"/>
                  </a:ext>
                </a:extLst>
              </p:cNvPr>
              <p:cNvSpPr/>
              <p:nvPr/>
            </p:nvSpPr>
            <p:spPr>
              <a:xfrm>
                <a:off x="325187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1" name="ph2492">
                <a:extLst>
                  <a:ext uri="{FF2B5EF4-FFF2-40B4-BE49-F238E27FC236}">
                    <a16:creationId xmlns:a16="http://schemas.microsoft.com/office/drawing/2014/main" id="{5F7DC99B-0949-5270-0DAF-7FD5FB5658C8}"/>
                  </a:ext>
                </a:extLst>
              </p:cNvPr>
              <p:cNvSpPr/>
              <p:nvPr/>
            </p:nvSpPr>
            <p:spPr>
              <a:xfrm>
                <a:off x="326131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2" name="ph2493">
                <a:extLst>
                  <a:ext uri="{FF2B5EF4-FFF2-40B4-BE49-F238E27FC236}">
                    <a16:creationId xmlns:a16="http://schemas.microsoft.com/office/drawing/2014/main" id="{64FEE763-35BC-A0D0-C382-17AB4DBAF8E9}"/>
                  </a:ext>
                </a:extLst>
              </p:cNvPr>
              <p:cNvSpPr/>
              <p:nvPr/>
            </p:nvSpPr>
            <p:spPr>
              <a:xfrm>
                <a:off x="327075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3" name="ph2494">
                <a:extLst>
                  <a:ext uri="{FF2B5EF4-FFF2-40B4-BE49-F238E27FC236}">
                    <a16:creationId xmlns:a16="http://schemas.microsoft.com/office/drawing/2014/main" id="{E85E013B-3A2F-AE36-D09E-13316E983B2D}"/>
                  </a:ext>
                </a:extLst>
              </p:cNvPr>
              <p:cNvSpPr/>
              <p:nvPr/>
            </p:nvSpPr>
            <p:spPr>
              <a:xfrm>
                <a:off x="328019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4" name="ph2495">
                <a:extLst>
                  <a:ext uri="{FF2B5EF4-FFF2-40B4-BE49-F238E27FC236}">
                    <a16:creationId xmlns:a16="http://schemas.microsoft.com/office/drawing/2014/main" id="{2DBC8107-828B-C944-2E0D-9C14245D5206}"/>
                  </a:ext>
                </a:extLst>
              </p:cNvPr>
              <p:cNvSpPr/>
              <p:nvPr/>
            </p:nvSpPr>
            <p:spPr>
              <a:xfrm>
                <a:off x="328963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5" name="ph2496">
                <a:extLst>
                  <a:ext uri="{FF2B5EF4-FFF2-40B4-BE49-F238E27FC236}">
                    <a16:creationId xmlns:a16="http://schemas.microsoft.com/office/drawing/2014/main" id="{BDE6B16C-19ED-1843-4497-A91816FC84D3}"/>
                  </a:ext>
                </a:extLst>
              </p:cNvPr>
              <p:cNvSpPr/>
              <p:nvPr/>
            </p:nvSpPr>
            <p:spPr>
              <a:xfrm>
                <a:off x="329907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6" name="ph2497">
                <a:extLst>
                  <a:ext uri="{FF2B5EF4-FFF2-40B4-BE49-F238E27FC236}">
                    <a16:creationId xmlns:a16="http://schemas.microsoft.com/office/drawing/2014/main" id="{48360473-53B6-C90D-7212-FA0F31530FF1}"/>
                  </a:ext>
                </a:extLst>
              </p:cNvPr>
              <p:cNvSpPr/>
              <p:nvPr/>
            </p:nvSpPr>
            <p:spPr>
              <a:xfrm>
                <a:off x="330851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7" name="ph2498">
                <a:extLst>
                  <a:ext uri="{FF2B5EF4-FFF2-40B4-BE49-F238E27FC236}">
                    <a16:creationId xmlns:a16="http://schemas.microsoft.com/office/drawing/2014/main" id="{DC5ED0D0-0CD1-57BD-7D1C-F42A919D5F60}"/>
                  </a:ext>
                </a:extLst>
              </p:cNvPr>
              <p:cNvSpPr/>
              <p:nvPr/>
            </p:nvSpPr>
            <p:spPr>
              <a:xfrm>
                <a:off x="331795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8" name="ph2499">
                <a:extLst>
                  <a:ext uri="{FF2B5EF4-FFF2-40B4-BE49-F238E27FC236}">
                    <a16:creationId xmlns:a16="http://schemas.microsoft.com/office/drawing/2014/main" id="{D8D35A94-9FC7-CBAD-5F32-738C11589D0C}"/>
                  </a:ext>
                </a:extLst>
              </p:cNvPr>
              <p:cNvSpPr/>
              <p:nvPr/>
            </p:nvSpPr>
            <p:spPr>
              <a:xfrm>
                <a:off x="332739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9" name="ph2500">
                <a:extLst>
                  <a:ext uri="{FF2B5EF4-FFF2-40B4-BE49-F238E27FC236}">
                    <a16:creationId xmlns:a16="http://schemas.microsoft.com/office/drawing/2014/main" id="{FF3AB640-D055-748D-6956-31E71344F80E}"/>
                  </a:ext>
                </a:extLst>
              </p:cNvPr>
              <p:cNvSpPr/>
              <p:nvPr/>
            </p:nvSpPr>
            <p:spPr>
              <a:xfrm>
                <a:off x="333683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0" name="ph2501">
                <a:extLst>
                  <a:ext uri="{FF2B5EF4-FFF2-40B4-BE49-F238E27FC236}">
                    <a16:creationId xmlns:a16="http://schemas.microsoft.com/office/drawing/2014/main" id="{3AE825C6-19DD-BB47-0972-BDBE88C04B67}"/>
                  </a:ext>
                </a:extLst>
              </p:cNvPr>
              <p:cNvSpPr/>
              <p:nvPr/>
            </p:nvSpPr>
            <p:spPr>
              <a:xfrm>
                <a:off x="334627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1" name="ph2502">
                <a:extLst>
                  <a:ext uri="{FF2B5EF4-FFF2-40B4-BE49-F238E27FC236}">
                    <a16:creationId xmlns:a16="http://schemas.microsoft.com/office/drawing/2014/main" id="{4E40B234-2938-C4F0-846E-407674E2A4C0}"/>
                  </a:ext>
                </a:extLst>
              </p:cNvPr>
              <p:cNvSpPr/>
              <p:nvPr/>
            </p:nvSpPr>
            <p:spPr>
              <a:xfrm>
                <a:off x="3355712" y="22732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80"/>
                    </a:lnTo>
                    <a:lnTo>
                      <a:pt x="923379" y="910122"/>
                    </a:lnTo>
                    <a:lnTo>
                      <a:pt x="922691" y="912278"/>
                    </a:lnTo>
                    <a:lnTo>
                      <a:pt x="922013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2" name="ph2503">
                <a:extLst>
                  <a:ext uri="{FF2B5EF4-FFF2-40B4-BE49-F238E27FC236}">
                    <a16:creationId xmlns:a16="http://schemas.microsoft.com/office/drawing/2014/main" id="{0601B947-B735-BBC4-5CC6-3825579C48D0}"/>
                  </a:ext>
                </a:extLst>
              </p:cNvPr>
              <p:cNvSpPr/>
              <p:nvPr/>
            </p:nvSpPr>
            <p:spPr>
              <a:xfrm>
                <a:off x="3365153" y="2255641"/>
                <a:ext cx="918189" cy="926250"/>
              </a:xfrm>
              <a:custGeom>
                <a:avLst/>
                <a:gdLst/>
                <a:ahLst/>
                <a:cxnLst/>
                <a:rect l="0" t="0" r="0" b="0"/>
                <a:pathLst>
                  <a:path w="918189" h="926250">
                    <a:moveTo>
                      <a:pt x="914400" y="914400"/>
                    </a:moveTo>
                    <a:lnTo>
                      <a:pt x="918189" y="914400"/>
                    </a:lnTo>
                    <a:lnTo>
                      <a:pt x="918074" y="914760"/>
                    </a:lnTo>
                    <a:lnTo>
                      <a:pt x="917384" y="916915"/>
                    </a:lnTo>
                    <a:lnTo>
                      <a:pt x="916695" y="919070"/>
                    </a:lnTo>
                    <a:lnTo>
                      <a:pt x="916005" y="921226"/>
                    </a:lnTo>
                    <a:lnTo>
                      <a:pt x="915316" y="923381"/>
                    </a:lnTo>
                    <a:lnTo>
                      <a:pt x="914627" y="925537"/>
                    </a:lnTo>
                    <a:lnTo>
                      <a:pt x="914400" y="92625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3" name="ph2504">
                <a:extLst>
                  <a:ext uri="{FF2B5EF4-FFF2-40B4-BE49-F238E27FC236}">
                    <a16:creationId xmlns:a16="http://schemas.microsoft.com/office/drawing/2014/main" id="{14A75BE9-9385-8D93-668D-509F224B301C}"/>
                  </a:ext>
                </a:extLst>
              </p:cNvPr>
              <p:cNvSpPr/>
              <p:nvPr/>
            </p:nvSpPr>
            <p:spPr>
              <a:xfrm>
                <a:off x="2430569" y="223807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401" y="931969"/>
                    </a:lnTo>
                    <a:lnTo>
                      <a:pt x="906715" y="930276"/>
                    </a:lnTo>
                    <a:lnTo>
                      <a:pt x="908926" y="920117"/>
                    </a:lnTo>
                    <a:lnTo>
                      <a:pt x="910360" y="914400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4" name="ph2505">
                <a:extLst>
                  <a:ext uri="{FF2B5EF4-FFF2-40B4-BE49-F238E27FC236}">
                    <a16:creationId xmlns:a16="http://schemas.microsoft.com/office/drawing/2014/main" id="{0A2C4557-D7B3-8D19-0553-B2BD5CFB075A}"/>
                  </a:ext>
                </a:extLst>
              </p:cNvPr>
              <p:cNvSpPr/>
              <p:nvPr/>
            </p:nvSpPr>
            <p:spPr>
              <a:xfrm>
                <a:off x="243056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5" name="ph2506">
                <a:extLst>
                  <a:ext uri="{FF2B5EF4-FFF2-40B4-BE49-F238E27FC236}">
                    <a16:creationId xmlns:a16="http://schemas.microsoft.com/office/drawing/2014/main" id="{E2E07920-67B7-9D7E-0D66-BBA158B3791B}"/>
                  </a:ext>
                </a:extLst>
              </p:cNvPr>
              <p:cNvSpPr/>
              <p:nvPr/>
            </p:nvSpPr>
            <p:spPr>
              <a:xfrm>
                <a:off x="244000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6" name="ph2507">
                <a:extLst>
                  <a:ext uri="{FF2B5EF4-FFF2-40B4-BE49-F238E27FC236}">
                    <a16:creationId xmlns:a16="http://schemas.microsoft.com/office/drawing/2014/main" id="{74DA40F8-EFCE-4135-1426-60AC150E3180}"/>
                  </a:ext>
                </a:extLst>
              </p:cNvPr>
              <p:cNvSpPr/>
              <p:nvPr/>
            </p:nvSpPr>
            <p:spPr>
              <a:xfrm>
                <a:off x="244944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7" name="ph2508">
                <a:extLst>
                  <a:ext uri="{FF2B5EF4-FFF2-40B4-BE49-F238E27FC236}">
                    <a16:creationId xmlns:a16="http://schemas.microsoft.com/office/drawing/2014/main" id="{DE8C0308-AE1E-5123-015D-01717EDE1939}"/>
                  </a:ext>
                </a:extLst>
              </p:cNvPr>
              <p:cNvSpPr/>
              <p:nvPr/>
            </p:nvSpPr>
            <p:spPr>
              <a:xfrm>
                <a:off x="245889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8" name="ph2509">
                <a:extLst>
                  <a:ext uri="{FF2B5EF4-FFF2-40B4-BE49-F238E27FC236}">
                    <a16:creationId xmlns:a16="http://schemas.microsoft.com/office/drawing/2014/main" id="{3F4E354F-0D6A-C5F4-7CB8-635C4D51946D}"/>
                  </a:ext>
                </a:extLst>
              </p:cNvPr>
              <p:cNvSpPr/>
              <p:nvPr/>
            </p:nvSpPr>
            <p:spPr>
              <a:xfrm>
                <a:off x="246833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9" name="ph2510">
                <a:extLst>
                  <a:ext uri="{FF2B5EF4-FFF2-40B4-BE49-F238E27FC236}">
                    <a16:creationId xmlns:a16="http://schemas.microsoft.com/office/drawing/2014/main" id="{DCA50A73-18AE-B4E4-A506-E2A76352B53C}"/>
                  </a:ext>
                </a:extLst>
              </p:cNvPr>
              <p:cNvSpPr/>
              <p:nvPr/>
            </p:nvSpPr>
            <p:spPr>
              <a:xfrm>
                <a:off x="247777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0" name="ph2511">
                <a:extLst>
                  <a:ext uri="{FF2B5EF4-FFF2-40B4-BE49-F238E27FC236}">
                    <a16:creationId xmlns:a16="http://schemas.microsoft.com/office/drawing/2014/main" id="{ED54A1AC-F96B-4FE0-1EA6-19E19B55DB72}"/>
                  </a:ext>
                </a:extLst>
              </p:cNvPr>
              <p:cNvSpPr/>
              <p:nvPr/>
            </p:nvSpPr>
            <p:spPr>
              <a:xfrm>
                <a:off x="248721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1" name="ph2512">
                <a:extLst>
                  <a:ext uri="{FF2B5EF4-FFF2-40B4-BE49-F238E27FC236}">
                    <a16:creationId xmlns:a16="http://schemas.microsoft.com/office/drawing/2014/main" id="{58481B09-D952-34F5-3842-E336F97453D6}"/>
                  </a:ext>
                </a:extLst>
              </p:cNvPr>
              <p:cNvSpPr/>
              <p:nvPr/>
            </p:nvSpPr>
            <p:spPr>
              <a:xfrm>
                <a:off x="249665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2" name="ph2513">
                <a:extLst>
                  <a:ext uri="{FF2B5EF4-FFF2-40B4-BE49-F238E27FC236}">
                    <a16:creationId xmlns:a16="http://schemas.microsoft.com/office/drawing/2014/main" id="{83BFE60D-A336-C5A8-AE66-BE555CDFE22D}"/>
                  </a:ext>
                </a:extLst>
              </p:cNvPr>
              <p:cNvSpPr/>
              <p:nvPr/>
            </p:nvSpPr>
            <p:spPr>
              <a:xfrm>
                <a:off x="250609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3" name="ph2514">
                <a:extLst>
                  <a:ext uri="{FF2B5EF4-FFF2-40B4-BE49-F238E27FC236}">
                    <a16:creationId xmlns:a16="http://schemas.microsoft.com/office/drawing/2014/main" id="{1A6A30C4-80BA-F89B-AB01-F59BA9B22B0A}"/>
                  </a:ext>
                </a:extLst>
              </p:cNvPr>
              <p:cNvSpPr/>
              <p:nvPr/>
            </p:nvSpPr>
            <p:spPr>
              <a:xfrm>
                <a:off x="251553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4" name="ph2515">
                <a:extLst>
                  <a:ext uri="{FF2B5EF4-FFF2-40B4-BE49-F238E27FC236}">
                    <a16:creationId xmlns:a16="http://schemas.microsoft.com/office/drawing/2014/main" id="{17297B9A-C36D-0C00-5156-A00C540077F0}"/>
                  </a:ext>
                </a:extLst>
              </p:cNvPr>
              <p:cNvSpPr/>
              <p:nvPr/>
            </p:nvSpPr>
            <p:spPr>
              <a:xfrm>
                <a:off x="252497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5" name="ph2516">
                <a:extLst>
                  <a:ext uri="{FF2B5EF4-FFF2-40B4-BE49-F238E27FC236}">
                    <a16:creationId xmlns:a16="http://schemas.microsoft.com/office/drawing/2014/main" id="{BC09C17D-71C8-AE02-09FD-23FC4DB471C8}"/>
                  </a:ext>
                </a:extLst>
              </p:cNvPr>
              <p:cNvSpPr/>
              <p:nvPr/>
            </p:nvSpPr>
            <p:spPr>
              <a:xfrm>
                <a:off x="253441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6" name="ph2517">
                <a:extLst>
                  <a:ext uri="{FF2B5EF4-FFF2-40B4-BE49-F238E27FC236}">
                    <a16:creationId xmlns:a16="http://schemas.microsoft.com/office/drawing/2014/main" id="{EF8B4B3D-A7FF-35EC-7769-24B0788AB7D3}"/>
                  </a:ext>
                </a:extLst>
              </p:cNvPr>
              <p:cNvSpPr/>
              <p:nvPr/>
            </p:nvSpPr>
            <p:spPr>
              <a:xfrm>
                <a:off x="254385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7" name="ph2518">
                <a:extLst>
                  <a:ext uri="{FF2B5EF4-FFF2-40B4-BE49-F238E27FC236}">
                    <a16:creationId xmlns:a16="http://schemas.microsoft.com/office/drawing/2014/main" id="{D66BFA68-7BB4-B805-FBF9-0E478E831597}"/>
                  </a:ext>
                </a:extLst>
              </p:cNvPr>
              <p:cNvSpPr/>
              <p:nvPr/>
            </p:nvSpPr>
            <p:spPr>
              <a:xfrm>
                <a:off x="255329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8" name="ph2519">
                <a:extLst>
                  <a:ext uri="{FF2B5EF4-FFF2-40B4-BE49-F238E27FC236}">
                    <a16:creationId xmlns:a16="http://schemas.microsoft.com/office/drawing/2014/main" id="{ECDEB102-A053-C953-5A30-6F28FF92058D}"/>
                  </a:ext>
                </a:extLst>
              </p:cNvPr>
              <p:cNvSpPr/>
              <p:nvPr/>
            </p:nvSpPr>
            <p:spPr>
              <a:xfrm>
                <a:off x="256273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9" name="ph2520">
                <a:extLst>
                  <a:ext uri="{FF2B5EF4-FFF2-40B4-BE49-F238E27FC236}">
                    <a16:creationId xmlns:a16="http://schemas.microsoft.com/office/drawing/2014/main" id="{78E72323-009C-C67F-2F5C-1BCE3448663E}"/>
                  </a:ext>
                </a:extLst>
              </p:cNvPr>
              <p:cNvSpPr/>
              <p:nvPr/>
            </p:nvSpPr>
            <p:spPr>
              <a:xfrm>
                <a:off x="257217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0" name="ph2521">
                <a:extLst>
                  <a:ext uri="{FF2B5EF4-FFF2-40B4-BE49-F238E27FC236}">
                    <a16:creationId xmlns:a16="http://schemas.microsoft.com/office/drawing/2014/main" id="{AA97B272-EC88-9797-37F0-6262D6EF1579}"/>
                  </a:ext>
                </a:extLst>
              </p:cNvPr>
              <p:cNvSpPr/>
              <p:nvPr/>
            </p:nvSpPr>
            <p:spPr>
              <a:xfrm>
                <a:off x="258161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1" name="ph2522">
                <a:extLst>
                  <a:ext uri="{FF2B5EF4-FFF2-40B4-BE49-F238E27FC236}">
                    <a16:creationId xmlns:a16="http://schemas.microsoft.com/office/drawing/2014/main" id="{2D877DC5-3533-3F02-00CA-59BC3B546C4F}"/>
                  </a:ext>
                </a:extLst>
              </p:cNvPr>
              <p:cNvSpPr/>
              <p:nvPr/>
            </p:nvSpPr>
            <p:spPr>
              <a:xfrm>
                <a:off x="259105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2" name="ph2523">
                <a:extLst>
                  <a:ext uri="{FF2B5EF4-FFF2-40B4-BE49-F238E27FC236}">
                    <a16:creationId xmlns:a16="http://schemas.microsoft.com/office/drawing/2014/main" id="{55CD9C47-7CDF-5851-032F-A7A1E6BDD3D1}"/>
                  </a:ext>
                </a:extLst>
              </p:cNvPr>
              <p:cNvSpPr/>
              <p:nvPr/>
            </p:nvSpPr>
            <p:spPr>
              <a:xfrm>
                <a:off x="260049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3" name="ph2524">
                <a:extLst>
                  <a:ext uri="{FF2B5EF4-FFF2-40B4-BE49-F238E27FC236}">
                    <a16:creationId xmlns:a16="http://schemas.microsoft.com/office/drawing/2014/main" id="{5515F02A-AED1-A1F5-2521-8460426A0FA7}"/>
                  </a:ext>
                </a:extLst>
              </p:cNvPr>
              <p:cNvSpPr/>
              <p:nvPr/>
            </p:nvSpPr>
            <p:spPr>
              <a:xfrm>
                <a:off x="260993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4" name="ph2525">
                <a:extLst>
                  <a:ext uri="{FF2B5EF4-FFF2-40B4-BE49-F238E27FC236}">
                    <a16:creationId xmlns:a16="http://schemas.microsoft.com/office/drawing/2014/main" id="{29B76116-1948-D745-67E3-9246EAC5E4F0}"/>
                  </a:ext>
                </a:extLst>
              </p:cNvPr>
              <p:cNvSpPr/>
              <p:nvPr/>
            </p:nvSpPr>
            <p:spPr>
              <a:xfrm>
                <a:off x="261937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5" name="ph2526">
                <a:extLst>
                  <a:ext uri="{FF2B5EF4-FFF2-40B4-BE49-F238E27FC236}">
                    <a16:creationId xmlns:a16="http://schemas.microsoft.com/office/drawing/2014/main" id="{40F75C40-201D-E946-8B8D-C0774DFB90AA}"/>
                  </a:ext>
                </a:extLst>
              </p:cNvPr>
              <p:cNvSpPr/>
              <p:nvPr/>
            </p:nvSpPr>
            <p:spPr>
              <a:xfrm>
                <a:off x="262881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6" name="ph2527">
                <a:extLst>
                  <a:ext uri="{FF2B5EF4-FFF2-40B4-BE49-F238E27FC236}">
                    <a16:creationId xmlns:a16="http://schemas.microsoft.com/office/drawing/2014/main" id="{440325D7-A49B-1F5D-D95A-3ADBCC912DAD}"/>
                  </a:ext>
                </a:extLst>
              </p:cNvPr>
              <p:cNvSpPr/>
              <p:nvPr/>
            </p:nvSpPr>
            <p:spPr>
              <a:xfrm>
                <a:off x="263825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7" name="ph2528">
                <a:extLst>
                  <a:ext uri="{FF2B5EF4-FFF2-40B4-BE49-F238E27FC236}">
                    <a16:creationId xmlns:a16="http://schemas.microsoft.com/office/drawing/2014/main" id="{F1F74FD3-D35A-CAE0-ADF9-3CF6DD1BF4AE}"/>
                  </a:ext>
                </a:extLst>
              </p:cNvPr>
              <p:cNvSpPr/>
              <p:nvPr/>
            </p:nvSpPr>
            <p:spPr>
              <a:xfrm>
                <a:off x="264769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8" name="ph2529">
                <a:extLst>
                  <a:ext uri="{FF2B5EF4-FFF2-40B4-BE49-F238E27FC236}">
                    <a16:creationId xmlns:a16="http://schemas.microsoft.com/office/drawing/2014/main" id="{D499B5FF-D834-EF57-D3BA-63A227AB12FD}"/>
                  </a:ext>
                </a:extLst>
              </p:cNvPr>
              <p:cNvSpPr/>
              <p:nvPr/>
            </p:nvSpPr>
            <p:spPr>
              <a:xfrm>
                <a:off x="265713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9" name="ph2530">
                <a:extLst>
                  <a:ext uri="{FF2B5EF4-FFF2-40B4-BE49-F238E27FC236}">
                    <a16:creationId xmlns:a16="http://schemas.microsoft.com/office/drawing/2014/main" id="{5CA7416F-D66E-CE70-496F-9AE5D0F8EDE7}"/>
                  </a:ext>
                </a:extLst>
              </p:cNvPr>
              <p:cNvSpPr/>
              <p:nvPr/>
            </p:nvSpPr>
            <p:spPr>
              <a:xfrm>
                <a:off x="266657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0" name="ph2531">
                <a:extLst>
                  <a:ext uri="{FF2B5EF4-FFF2-40B4-BE49-F238E27FC236}">
                    <a16:creationId xmlns:a16="http://schemas.microsoft.com/office/drawing/2014/main" id="{755B50BF-E313-D2F9-BA91-0CB47B07369C}"/>
                  </a:ext>
                </a:extLst>
              </p:cNvPr>
              <p:cNvSpPr/>
              <p:nvPr/>
            </p:nvSpPr>
            <p:spPr>
              <a:xfrm>
                <a:off x="267601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1" name="ph2532">
                <a:extLst>
                  <a:ext uri="{FF2B5EF4-FFF2-40B4-BE49-F238E27FC236}">
                    <a16:creationId xmlns:a16="http://schemas.microsoft.com/office/drawing/2014/main" id="{E85EBF06-C12D-73D6-811F-A96598C393B6}"/>
                  </a:ext>
                </a:extLst>
              </p:cNvPr>
              <p:cNvSpPr/>
              <p:nvPr/>
            </p:nvSpPr>
            <p:spPr>
              <a:xfrm>
                <a:off x="268545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2" name="ph2533">
                <a:extLst>
                  <a:ext uri="{FF2B5EF4-FFF2-40B4-BE49-F238E27FC236}">
                    <a16:creationId xmlns:a16="http://schemas.microsoft.com/office/drawing/2014/main" id="{95CAB741-CE30-B342-56DD-42FE4BB4CCB2}"/>
                  </a:ext>
                </a:extLst>
              </p:cNvPr>
              <p:cNvSpPr/>
              <p:nvPr/>
            </p:nvSpPr>
            <p:spPr>
              <a:xfrm>
                <a:off x="269489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3" name="ph2534">
                <a:extLst>
                  <a:ext uri="{FF2B5EF4-FFF2-40B4-BE49-F238E27FC236}">
                    <a16:creationId xmlns:a16="http://schemas.microsoft.com/office/drawing/2014/main" id="{ABA81D62-6A03-B5F9-F3C6-82871CEA2ED9}"/>
                  </a:ext>
                </a:extLst>
              </p:cNvPr>
              <p:cNvSpPr/>
              <p:nvPr/>
            </p:nvSpPr>
            <p:spPr>
              <a:xfrm>
                <a:off x="270433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4" name="ph2535">
                <a:extLst>
                  <a:ext uri="{FF2B5EF4-FFF2-40B4-BE49-F238E27FC236}">
                    <a16:creationId xmlns:a16="http://schemas.microsoft.com/office/drawing/2014/main" id="{E9B0EFFF-7E5E-F6B4-B776-70F853F1169A}"/>
                  </a:ext>
                </a:extLst>
              </p:cNvPr>
              <p:cNvSpPr/>
              <p:nvPr/>
            </p:nvSpPr>
            <p:spPr>
              <a:xfrm>
                <a:off x="271377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5" name="ph2536">
                <a:extLst>
                  <a:ext uri="{FF2B5EF4-FFF2-40B4-BE49-F238E27FC236}">
                    <a16:creationId xmlns:a16="http://schemas.microsoft.com/office/drawing/2014/main" id="{03FDA1D4-A319-3104-76B4-8AD1FA48601B}"/>
                  </a:ext>
                </a:extLst>
              </p:cNvPr>
              <p:cNvSpPr/>
              <p:nvPr/>
            </p:nvSpPr>
            <p:spPr>
              <a:xfrm>
                <a:off x="2723216" y="2255641"/>
                <a:ext cx="9180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880" y="896830"/>
                    </a:lnTo>
                    <a:lnTo>
                      <a:pt x="918048" y="903822"/>
                    </a:lnTo>
                    <a:lnTo>
                      <a:pt x="918001" y="914400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6" name="ph2537">
                <a:extLst>
                  <a:ext uri="{FF2B5EF4-FFF2-40B4-BE49-F238E27FC236}">
                    <a16:creationId xmlns:a16="http://schemas.microsoft.com/office/drawing/2014/main" id="{D0B7E9B1-7E41-3B5C-B274-D3A082797AB5}"/>
                  </a:ext>
                </a:extLst>
              </p:cNvPr>
              <p:cNvSpPr/>
              <p:nvPr/>
            </p:nvSpPr>
            <p:spPr>
              <a:xfrm>
                <a:off x="2845939" y="2255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333" y="914400"/>
                    </a:lnTo>
                    <a:lnTo>
                      <a:pt x="909042" y="910575"/>
                    </a:lnTo>
                    <a:lnTo>
                      <a:pt x="909463" y="910161"/>
                    </a:lnTo>
                    <a:lnTo>
                      <a:pt x="909887" y="909744"/>
                    </a:lnTo>
                    <a:lnTo>
                      <a:pt x="910311" y="909328"/>
                    </a:lnTo>
                    <a:lnTo>
                      <a:pt x="910735" y="908911"/>
                    </a:lnTo>
                    <a:lnTo>
                      <a:pt x="911160" y="908494"/>
                    </a:lnTo>
                    <a:lnTo>
                      <a:pt x="911584" y="908077"/>
                    </a:lnTo>
                    <a:lnTo>
                      <a:pt x="912008" y="907660"/>
                    </a:lnTo>
                    <a:lnTo>
                      <a:pt x="912432" y="907243"/>
                    </a:lnTo>
                    <a:lnTo>
                      <a:pt x="912857" y="906826"/>
                    </a:lnTo>
                    <a:lnTo>
                      <a:pt x="913281" y="906410"/>
                    </a:lnTo>
                    <a:lnTo>
                      <a:pt x="913706" y="905993"/>
                    </a:lnTo>
                    <a:lnTo>
                      <a:pt x="914130" y="905576"/>
                    </a:lnTo>
                    <a:lnTo>
                      <a:pt x="914400" y="905311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7" name="ph2538">
                <a:extLst>
                  <a:ext uri="{FF2B5EF4-FFF2-40B4-BE49-F238E27FC236}">
                    <a16:creationId xmlns:a16="http://schemas.microsoft.com/office/drawing/2014/main" id="{78C74C65-BD37-422F-52CF-BC2A6DA83A11}"/>
                  </a:ext>
                </a:extLst>
              </p:cNvPr>
              <p:cNvSpPr/>
              <p:nvPr/>
            </p:nvSpPr>
            <p:spPr>
              <a:xfrm>
                <a:off x="2855380" y="223807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881"/>
                    </a:lnTo>
                    <a:lnTo>
                      <a:pt x="905114" y="922729"/>
                    </a:lnTo>
                    <a:lnTo>
                      <a:pt x="905539" y="922312"/>
                    </a:lnTo>
                    <a:lnTo>
                      <a:pt x="905963" y="921896"/>
                    </a:lnTo>
                    <a:lnTo>
                      <a:pt x="906388" y="921479"/>
                    </a:lnTo>
                    <a:lnTo>
                      <a:pt x="906812" y="921062"/>
                    </a:lnTo>
                    <a:lnTo>
                      <a:pt x="907237" y="920645"/>
                    </a:lnTo>
                    <a:lnTo>
                      <a:pt x="907661" y="920229"/>
                    </a:lnTo>
                    <a:lnTo>
                      <a:pt x="908086" y="919812"/>
                    </a:lnTo>
                    <a:lnTo>
                      <a:pt x="908511" y="919395"/>
                    </a:lnTo>
                    <a:lnTo>
                      <a:pt x="908935" y="918979"/>
                    </a:lnTo>
                    <a:lnTo>
                      <a:pt x="909360" y="918562"/>
                    </a:lnTo>
                    <a:lnTo>
                      <a:pt x="909785" y="918146"/>
                    </a:lnTo>
                    <a:lnTo>
                      <a:pt x="910210" y="917729"/>
                    </a:lnTo>
                    <a:lnTo>
                      <a:pt x="910634" y="917312"/>
                    </a:lnTo>
                    <a:lnTo>
                      <a:pt x="911059" y="916896"/>
                    </a:lnTo>
                    <a:lnTo>
                      <a:pt x="911484" y="916479"/>
                    </a:lnTo>
                    <a:lnTo>
                      <a:pt x="911909" y="916063"/>
                    </a:lnTo>
                    <a:lnTo>
                      <a:pt x="912334" y="915646"/>
                    </a:lnTo>
                    <a:lnTo>
                      <a:pt x="912759" y="915230"/>
                    </a:lnTo>
                    <a:lnTo>
                      <a:pt x="913184" y="914813"/>
                    </a:lnTo>
                    <a:lnTo>
                      <a:pt x="913633" y="914400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8" name="ph2539">
                <a:extLst>
                  <a:ext uri="{FF2B5EF4-FFF2-40B4-BE49-F238E27FC236}">
                    <a16:creationId xmlns:a16="http://schemas.microsoft.com/office/drawing/2014/main" id="{EDA0C83F-47FF-645D-3E32-F59BA3464841}"/>
                  </a:ext>
                </a:extLst>
              </p:cNvPr>
              <p:cNvSpPr/>
              <p:nvPr/>
            </p:nvSpPr>
            <p:spPr>
              <a:xfrm>
                <a:off x="285538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9" name="ph2540">
                <a:extLst>
                  <a:ext uri="{FF2B5EF4-FFF2-40B4-BE49-F238E27FC236}">
                    <a16:creationId xmlns:a16="http://schemas.microsoft.com/office/drawing/2014/main" id="{36C79E8C-DB0A-82C8-5806-2CB34F8C21C7}"/>
                  </a:ext>
                </a:extLst>
              </p:cNvPr>
              <p:cNvSpPr/>
              <p:nvPr/>
            </p:nvSpPr>
            <p:spPr>
              <a:xfrm>
                <a:off x="286482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D">
                  <a:alpha val="100000"/>
                </a:srgbClr>
              </a:solidFill>
              <a:ln w="5420" cap="flat">
                <a:solidFill>
                  <a:srgbClr val="E85E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0" name="ph2541">
                <a:extLst>
                  <a:ext uri="{FF2B5EF4-FFF2-40B4-BE49-F238E27FC236}">
                    <a16:creationId xmlns:a16="http://schemas.microsoft.com/office/drawing/2014/main" id="{874D987E-FEAB-A97B-D662-954403344CCB}"/>
                  </a:ext>
                </a:extLst>
              </p:cNvPr>
              <p:cNvSpPr/>
              <p:nvPr/>
            </p:nvSpPr>
            <p:spPr>
              <a:xfrm>
                <a:off x="287426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1" name="ph2542">
                <a:extLst>
                  <a:ext uri="{FF2B5EF4-FFF2-40B4-BE49-F238E27FC236}">
                    <a16:creationId xmlns:a16="http://schemas.microsoft.com/office/drawing/2014/main" id="{3467D37E-7E9D-D69F-42ED-8AC84CB19029}"/>
                  </a:ext>
                </a:extLst>
              </p:cNvPr>
              <p:cNvSpPr/>
              <p:nvPr/>
            </p:nvSpPr>
            <p:spPr>
              <a:xfrm>
                <a:off x="288370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2" name="ph2543">
                <a:extLst>
                  <a:ext uri="{FF2B5EF4-FFF2-40B4-BE49-F238E27FC236}">
                    <a16:creationId xmlns:a16="http://schemas.microsoft.com/office/drawing/2014/main" id="{E73E9AA2-6E72-DB79-E8FC-DC574A6A140E}"/>
                  </a:ext>
                </a:extLst>
              </p:cNvPr>
              <p:cNvSpPr/>
              <p:nvPr/>
            </p:nvSpPr>
            <p:spPr>
              <a:xfrm>
                <a:off x="289314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3" name="ph2544">
                <a:extLst>
                  <a:ext uri="{FF2B5EF4-FFF2-40B4-BE49-F238E27FC236}">
                    <a16:creationId xmlns:a16="http://schemas.microsoft.com/office/drawing/2014/main" id="{0F85B19A-353F-6323-72D5-72B963B158C4}"/>
                  </a:ext>
                </a:extLst>
              </p:cNvPr>
              <p:cNvSpPr/>
              <p:nvPr/>
            </p:nvSpPr>
            <p:spPr>
              <a:xfrm>
                <a:off x="290258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4" name="ph2545">
                <a:extLst>
                  <a:ext uri="{FF2B5EF4-FFF2-40B4-BE49-F238E27FC236}">
                    <a16:creationId xmlns:a16="http://schemas.microsoft.com/office/drawing/2014/main" id="{CBDCA3F2-86DA-90BA-3DC0-4284FA92BCB9}"/>
                  </a:ext>
                </a:extLst>
              </p:cNvPr>
              <p:cNvSpPr/>
              <p:nvPr/>
            </p:nvSpPr>
            <p:spPr>
              <a:xfrm>
                <a:off x="291202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5" name="ph2546">
                <a:extLst>
                  <a:ext uri="{FF2B5EF4-FFF2-40B4-BE49-F238E27FC236}">
                    <a16:creationId xmlns:a16="http://schemas.microsoft.com/office/drawing/2014/main" id="{5A22FC5A-BAD6-2948-BDDE-9040F3F80245}"/>
                  </a:ext>
                </a:extLst>
              </p:cNvPr>
              <p:cNvSpPr/>
              <p:nvPr/>
            </p:nvSpPr>
            <p:spPr>
              <a:xfrm>
                <a:off x="292146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6" name="ph2547">
                <a:extLst>
                  <a:ext uri="{FF2B5EF4-FFF2-40B4-BE49-F238E27FC236}">
                    <a16:creationId xmlns:a16="http://schemas.microsoft.com/office/drawing/2014/main" id="{DCD269AE-4984-55DB-F840-91C5E0867AC3}"/>
                  </a:ext>
                </a:extLst>
              </p:cNvPr>
              <p:cNvSpPr/>
              <p:nvPr/>
            </p:nvSpPr>
            <p:spPr>
              <a:xfrm>
                <a:off x="293090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7" name="ph2548">
                <a:extLst>
                  <a:ext uri="{FF2B5EF4-FFF2-40B4-BE49-F238E27FC236}">
                    <a16:creationId xmlns:a16="http://schemas.microsoft.com/office/drawing/2014/main" id="{3A0C96F6-C033-704E-FB9F-CE8251162E06}"/>
                  </a:ext>
                </a:extLst>
              </p:cNvPr>
              <p:cNvSpPr/>
              <p:nvPr/>
            </p:nvSpPr>
            <p:spPr>
              <a:xfrm>
                <a:off x="294034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8" name="ph2549">
                <a:extLst>
                  <a:ext uri="{FF2B5EF4-FFF2-40B4-BE49-F238E27FC236}">
                    <a16:creationId xmlns:a16="http://schemas.microsoft.com/office/drawing/2014/main" id="{3A8902C5-7043-7C11-7085-7BFD23D76594}"/>
                  </a:ext>
                </a:extLst>
              </p:cNvPr>
              <p:cNvSpPr/>
              <p:nvPr/>
            </p:nvSpPr>
            <p:spPr>
              <a:xfrm>
                <a:off x="294978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9" name="ph2550">
                <a:extLst>
                  <a:ext uri="{FF2B5EF4-FFF2-40B4-BE49-F238E27FC236}">
                    <a16:creationId xmlns:a16="http://schemas.microsoft.com/office/drawing/2014/main" id="{5D0EA01F-8AB2-A6D7-3A6B-999B6169A4CA}"/>
                  </a:ext>
                </a:extLst>
              </p:cNvPr>
              <p:cNvSpPr/>
              <p:nvPr/>
            </p:nvSpPr>
            <p:spPr>
              <a:xfrm>
                <a:off x="295922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0" name="ph2551">
                <a:extLst>
                  <a:ext uri="{FF2B5EF4-FFF2-40B4-BE49-F238E27FC236}">
                    <a16:creationId xmlns:a16="http://schemas.microsoft.com/office/drawing/2014/main" id="{417B2D41-C815-35D2-B476-BD6202756FF7}"/>
                  </a:ext>
                </a:extLst>
              </p:cNvPr>
              <p:cNvSpPr/>
              <p:nvPr/>
            </p:nvSpPr>
            <p:spPr>
              <a:xfrm>
                <a:off x="296866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1" name="ph2552">
                <a:extLst>
                  <a:ext uri="{FF2B5EF4-FFF2-40B4-BE49-F238E27FC236}">
                    <a16:creationId xmlns:a16="http://schemas.microsoft.com/office/drawing/2014/main" id="{352A7161-5D90-F723-9588-5040AA89A767}"/>
                  </a:ext>
                </a:extLst>
              </p:cNvPr>
              <p:cNvSpPr/>
              <p:nvPr/>
            </p:nvSpPr>
            <p:spPr>
              <a:xfrm>
                <a:off x="297810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2" name="ph2553">
                <a:extLst>
                  <a:ext uri="{FF2B5EF4-FFF2-40B4-BE49-F238E27FC236}">
                    <a16:creationId xmlns:a16="http://schemas.microsoft.com/office/drawing/2014/main" id="{EED5525D-0770-03E6-8179-B4762072CDE5}"/>
                  </a:ext>
                </a:extLst>
              </p:cNvPr>
              <p:cNvSpPr/>
              <p:nvPr/>
            </p:nvSpPr>
            <p:spPr>
              <a:xfrm>
                <a:off x="298754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3" name="ph2554">
                <a:extLst>
                  <a:ext uri="{FF2B5EF4-FFF2-40B4-BE49-F238E27FC236}">
                    <a16:creationId xmlns:a16="http://schemas.microsoft.com/office/drawing/2014/main" id="{04FF5590-9B14-EDD3-1D15-00AE4A17BFFB}"/>
                  </a:ext>
                </a:extLst>
              </p:cNvPr>
              <p:cNvSpPr/>
              <p:nvPr/>
            </p:nvSpPr>
            <p:spPr>
              <a:xfrm>
                <a:off x="299698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4" name="ph2555">
                <a:extLst>
                  <a:ext uri="{FF2B5EF4-FFF2-40B4-BE49-F238E27FC236}">
                    <a16:creationId xmlns:a16="http://schemas.microsoft.com/office/drawing/2014/main" id="{E71DF317-861D-347B-D7CC-A91F86181263}"/>
                  </a:ext>
                </a:extLst>
              </p:cNvPr>
              <p:cNvSpPr/>
              <p:nvPr/>
            </p:nvSpPr>
            <p:spPr>
              <a:xfrm>
                <a:off x="300642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5" name="ph2556">
                <a:extLst>
                  <a:ext uri="{FF2B5EF4-FFF2-40B4-BE49-F238E27FC236}">
                    <a16:creationId xmlns:a16="http://schemas.microsoft.com/office/drawing/2014/main" id="{97A933A2-D8F1-B15A-0661-4C498D619E9B}"/>
                  </a:ext>
                </a:extLst>
              </p:cNvPr>
              <p:cNvSpPr/>
              <p:nvPr/>
            </p:nvSpPr>
            <p:spPr>
              <a:xfrm>
                <a:off x="301586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6" name="ph2557">
                <a:extLst>
                  <a:ext uri="{FF2B5EF4-FFF2-40B4-BE49-F238E27FC236}">
                    <a16:creationId xmlns:a16="http://schemas.microsoft.com/office/drawing/2014/main" id="{8AFF83F7-CC04-E889-4913-7AC2428B321D}"/>
                  </a:ext>
                </a:extLst>
              </p:cNvPr>
              <p:cNvSpPr/>
              <p:nvPr/>
            </p:nvSpPr>
            <p:spPr>
              <a:xfrm>
                <a:off x="302530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7" name="ph2558">
                <a:extLst>
                  <a:ext uri="{FF2B5EF4-FFF2-40B4-BE49-F238E27FC236}">
                    <a16:creationId xmlns:a16="http://schemas.microsoft.com/office/drawing/2014/main" id="{AB89CEEF-3FA7-1190-2D5F-D2F656E7AE38}"/>
                  </a:ext>
                </a:extLst>
              </p:cNvPr>
              <p:cNvSpPr/>
              <p:nvPr/>
            </p:nvSpPr>
            <p:spPr>
              <a:xfrm>
                <a:off x="303474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8" name="ph2559">
                <a:extLst>
                  <a:ext uri="{FF2B5EF4-FFF2-40B4-BE49-F238E27FC236}">
                    <a16:creationId xmlns:a16="http://schemas.microsoft.com/office/drawing/2014/main" id="{640947ED-27DA-A576-95C8-3F2D736719B5}"/>
                  </a:ext>
                </a:extLst>
              </p:cNvPr>
              <p:cNvSpPr/>
              <p:nvPr/>
            </p:nvSpPr>
            <p:spPr>
              <a:xfrm>
                <a:off x="304418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9" name="ph2560">
                <a:extLst>
                  <a:ext uri="{FF2B5EF4-FFF2-40B4-BE49-F238E27FC236}">
                    <a16:creationId xmlns:a16="http://schemas.microsoft.com/office/drawing/2014/main" id="{3EEC3952-D8D7-3A37-0CFA-BB0B54F21268}"/>
                  </a:ext>
                </a:extLst>
              </p:cNvPr>
              <p:cNvSpPr/>
              <p:nvPr/>
            </p:nvSpPr>
            <p:spPr>
              <a:xfrm>
                <a:off x="305362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0" name="ph2561">
                <a:extLst>
                  <a:ext uri="{FF2B5EF4-FFF2-40B4-BE49-F238E27FC236}">
                    <a16:creationId xmlns:a16="http://schemas.microsoft.com/office/drawing/2014/main" id="{1B0D3C8F-9F99-0490-E4D9-C05E0C16C539}"/>
                  </a:ext>
                </a:extLst>
              </p:cNvPr>
              <p:cNvSpPr/>
              <p:nvPr/>
            </p:nvSpPr>
            <p:spPr>
              <a:xfrm>
                <a:off x="306306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1" name="ph2562">
                <a:extLst>
                  <a:ext uri="{FF2B5EF4-FFF2-40B4-BE49-F238E27FC236}">
                    <a16:creationId xmlns:a16="http://schemas.microsoft.com/office/drawing/2014/main" id="{390D9DFE-DFE2-E53A-A188-D0C151C72744}"/>
                  </a:ext>
                </a:extLst>
              </p:cNvPr>
              <p:cNvSpPr/>
              <p:nvPr/>
            </p:nvSpPr>
            <p:spPr>
              <a:xfrm>
                <a:off x="307250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2" name="ph2563">
                <a:extLst>
                  <a:ext uri="{FF2B5EF4-FFF2-40B4-BE49-F238E27FC236}">
                    <a16:creationId xmlns:a16="http://schemas.microsoft.com/office/drawing/2014/main" id="{287776D4-DF40-3427-2A55-7934C76CB78F}"/>
                  </a:ext>
                </a:extLst>
              </p:cNvPr>
              <p:cNvSpPr/>
              <p:nvPr/>
            </p:nvSpPr>
            <p:spPr>
              <a:xfrm>
                <a:off x="308194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3" name="ph2564">
                <a:extLst>
                  <a:ext uri="{FF2B5EF4-FFF2-40B4-BE49-F238E27FC236}">
                    <a16:creationId xmlns:a16="http://schemas.microsoft.com/office/drawing/2014/main" id="{2272E6DC-E1DE-EE97-2E57-E8AD3F55984E}"/>
                  </a:ext>
                </a:extLst>
              </p:cNvPr>
              <p:cNvSpPr/>
              <p:nvPr/>
            </p:nvSpPr>
            <p:spPr>
              <a:xfrm>
                <a:off x="309138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4" name="ph2565">
                <a:extLst>
                  <a:ext uri="{FF2B5EF4-FFF2-40B4-BE49-F238E27FC236}">
                    <a16:creationId xmlns:a16="http://schemas.microsoft.com/office/drawing/2014/main" id="{791FEA58-62EE-BE51-4F3F-7D1158986E20}"/>
                  </a:ext>
                </a:extLst>
              </p:cNvPr>
              <p:cNvSpPr/>
              <p:nvPr/>
            </p:nvSpPr>
            <p:spPr>
              <a:xfrm>
                <a:off x="310082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5" name="ph2566">
                <a:extLst>
                  <a:ext uri="{FF2B5EF4-FFF2-40B4-BE49-F238E27FC236}">
                    <a16:creationId xmlns:a16="http://schemas.microsoft.com/office/drawing/2014/main" id="{F9F1F0E4-8223-CA4B-C2C1-F2BCA3BCB6A1}"/>
                  </a:ext>
                </a:extLst>
              </p:cNvPr>
              <p:cNvSpPr/>
              <p:nvPr/>
            </p:nvSpPr>
            <p:spPr>
              <a:xfrm>
                <a:off x="311026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6" name="ph2567">
                <a:extLst>
                  <a:ext uri="{FF2B5EF4-FFF2-40B4-BE49-F238E27FC236}">
                    <a16:creationId xmlns:a16="http://schemas.microsoft.com/office/drawing/2014/main" id="{B4FD89AF-1E5D-0C00-0AD3-52EA38BE2F90}"/>
                  </a:ext>
                </a:extLst>
              </p:cNvPr>
              <p:cNvSpPr/>
              <p:nvPr/>
            </p:nvSpPr>
            <p:spPr>
              <a:xfrm>
                <a:off x="311970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7" name="ph2568">
                <a:extLst>
                  <a:ext uri="{FF2B5EF4-FFF2-40B4-BE49-F238E27FC236}">
                    <a16:creationId xmlns:a16="http://schemas.microsoft.com/office/drawing/2014/main" id="{D95C8794-3A07-B999-55A3-D7411778E473}"/>
                  </a:ext>
                </a:extLst>
              </p:cNvPr>
              <p:cNvSpPr/>
              <p:nvPr/>
            </p:nvSpPr>
            <p:spPr>
              <a:xfrm>
                <a:off x="312914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8" name="ph2569">
                <a:extLst>
                  <a:ext uri="{FF2B5EF4-FFF2-40B4-BE49-F238E27FC236}">
                    <a16:creationId xmlns:a16="http://schemas.microsoft.com/office/drawing/2014/main" id="{972A85C4-6C0A-18ED-9949-193E2BEB4C37}"/>
                  </a:ext>
                </a:extLst>
              </p:cNvPr>
              <p:cNvSpPr/>
              <p:nvPr/>
            </p:nvSpPr>
            <p:spPr>
              <a:xfrm>
                <a:off x="313858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9" name="ph2570">
                <a:extLst>
                  <a:ext uri="{FF2B5EF4-FFF2-40B4-BE49-F238E27FC236}">
                    <a16:creationId xmlns:a16="http://schemas.microsoft.com/office/drawing/2014/main" id="{C2271FA2-499E-3997-3213-93E33D5E6394}"/>
                  </a:ext>
                </a:extLst>
              </p:cNvPr>
              <p:cNvSpPr/>
              <p:nvPr/>
            </p:nvSpPr>
            <p:spPr>
              <a:xfrm>
                <a:off x="314802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0" name="ph2571">
                <a:extLst>
                  <a:ext uri="{FF2B5EF4-FFF2-40B4-BE49-F238E27FC236}">
                    <a16:creationId xmlns:a16="http://schemas.microsoft.com/office/drawing/2014/main" id="{74F4EB00-2426-61CF-4573-14F4E39BA1FF}"/>
                  </a:ext>
                </a:extLst>
              </p:cNvPr>
              <p:cNvSpPr/>
              <p:nvPr/>
            </p:nvSpPr>
            <p:spPr>
              <a:xfrm>
                <a:off x="315746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1" name="ph2572">
                <a:extLst>
                  <a:ext uri="{FF2B5EF4-FFF2-40B4-BE49-F238E27FC236}">
                    <a16:creationId xmlns:a16="http://schemas.microsoft.com/office/drawing/2014/main" id="{721ABD4E-C4F6-AE31-0403-1676A60724E5}"/>
                  </a:ext>
                </a:extLst>
              </p:cNvPr>
              <p:cNvSpPr/>
              <p:nvPr/>
            </p:nvSpPr>
            <p:spPr>
              <a:xfrm>
                <a:off x="316690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2" name="ph2573">
                <a:extLst>
                  <a:ext uri="{FF2B5EF4-FFF2-40B4-BE49-F238E27FC236}">
                    <a16:creationId xmlns:a16="http://schemas.microsoft.com/office/drawing/2014/main" id="{18547F6E-8EC1-D1A4-17B7-4D1713EB465F}"/>
                  </a:ext>
                </a:extLst>
              </p:cNvPr>
              <p:cNvSpPr/>
              <p:nvPr/>
            </p:nvSpPr>
            <p:spPr>
              <a:xfrm>
                <a:off x="317634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3" name="ph2574">
                <a:extLst>
                  <a:ext uri="{FF2B5EF4-FFF2-40B4-BE49-F238E27FC236}">
                    <a16:creationId xmlns:a16="http://schemas.microsoft.com/office/drawing/2014/main" id="{0AB42ABB-6C47-5521-3794-2CC059E900E6}"/>
                  </a:ext>
                </a:extLst>
              </p:cNvPr>
              <p:cNvSpPr/>
              <p:nvPr/>
            </p:nvSpPr>
            <p:spPr>
              <a:xfrm>
                <a:off x="318578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4" name="ph2575">
                <a:extLst>
                  <a:ext uri="{FF2B5EF4-FFF2-40B4-BE49-F238E27FC236}">
                    <a16:creationId xmlns:a16="http://schemas.microsoft.com/office/drawing/2014/main" id="{A6389159-A6E0-0676-85F5-9DADF552CC58}"/>
                  </a:ext>
                </a:extLst>
              </p:cNvPr>
              <p:cNvSpPr/>
              <p:nvPr/>
            </p:nvSpPr>
            <p:spPr>
              <a:xfrm>
                <a:off x="319522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5" name="ph2576">
                <a:extLst>
                  <a:ext uri="{FF2B5EF4-FFF2-40B4-BE49-F238E27FC236}">
                    <a16:creationId xmlns:a16="http://schemas.microsoft.com/office/drawing/2014/main" id="{1A1DB66C-5EA8-F4E7-DA98-85DE1C15F788}"/>
                  </a:ext>
                </a:extLst>
              </p:cNvPr>
              <p:cNvSpPr/>
              <p:nvPr/>
            </p:nvSpPr>
            <p:spPr>
              <a:xfrm>
                <a:off x="320466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6" name="ph2577">
                <a:extLst>
                  <a:ext uri="{FF2B5EF4-FFF2-40B4-BE49-F238E27FC236}">
                    <a16:creationId xmlns:a16="http://schemas.microsoft.com/office/drawing/2014/main" id="{6E82CD14-8A40-651E-61B7-998ECDD96FC2}"/>
                  </a:ext>
                </a:extLst>
              </p:cNvPr>
              <p:cNvSpPr/>
              <p:nvPr/>
            </p:nvSpPr>
            <p:spPr>
              <a:xfrm>
                <a:off x="321410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7" name="ph2578">
                <a:extLst>
                  <a:ext uri="{FF2B5EF4-FFF2-40B4-BE49-F238E27FC236}">
                    <a16:creationId xmlns:a16="http://schemas.microsoft.com/office/drawing/2014/main" id="{53E0941E-7D5F-9384-ABD9-238888DDFAE5}"/>
                  </a:ext>
                </a:extLst>
              </p:cNvPr>
              <p:cNvSpPr/>
              <p:nvPr/>
            </p:nvSpPr>
            <p:spPr>
              <a:xfrm>
                <a:off x="322354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8" name="ph2579">
                <a:extLst>
                  <a:ext uri="{FF2B5EF4-FFF2-40B4-BE49-F238E27FC236}">
                    <a16:creationId xmlns:a16="http://schemas.microsoft.com/office/drawing/2014/main" id="{33CEE902-8C95-085E-E44C-786D6B3009D4}"/>
                  </a:ext>
                </a:extLst>
              </p:cNvPr>
              <p:cNvSpPr/>
              <p:nvPr/>
            </p:nvSpPr>
            <p:spPr>
              <a:xfrm>
                <a:off x="323298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9" name="ph2580">
                <a:extLst>
                  <a:ext uri="{FF2B5EF4-FFF2-40B4-BE49-F238E27FC236}">
                    <a16:creationId xmlns:a16="http://schemas.microsoft.com/office/drawing/2014/main" id="{03E9788E-4158-69B6-FFA5-60F910F37E5E}"/>
                  </a:ext>
                </a:extLst>
              </p:cNvPr>
              <p:cNvSpPr/>
              <p:nvPr/>
            </p:nvSpPr>
            <p:spPr>
              <a:xfrm>
                <a:off x="324242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0" name="ph2581">
                <a:extLst>
                  <a:ext uri="{FF2B5EF4-FFF2-40B4-BE49-F238E27FC236}">
                    <a16:creationId xmlns:a16="http://schemas.microsoft.com/office/drawing/2014/main" id="{361E3D52-F9B6-04F7-8CEB-EB8BB783074F}"/>
                  </a:ext>
                </a:extLst>
              </p:cNvPr>
              <p:cNvSpPr/>
              <p:nvPr/>
            </p:nvSpPr>
            <p:spPr>
              <a:xfrm>
                <a:off x="325187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1" name="ph2582">
                <a:extLst>
                  <a:ext uri="{FF2B5EF4-FFF2-40B4-BE49-F238E27FC236}">
                    <a16:creationId xmlns:a16="http://schemas.microsoft.com/office/drawing/2014/main" id="{1E9ABE6C-B41E-C90F-2C07-A15BB229903B}"/>
                  </a:ext>
                </a:extLst>
              </p:cNvPr>
              <p:cNvSpPr/>
              <p:nvPr/>
            </p:nvSpPr>
            <p:spPr>
              <a:xfrm>
                <a:off x="326131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2" name="ph2583">
                <a:extLst>
                  <a:ext uri="{FF2B5EF4-FFF2-40B4-BE49-F238E27FC236}">
                    <a16:creationId xmlns:a16="http://schemas.microsoft.com/office/drawing/2014/main" id="{203748A9-412D-15F6-B31A-24F0681CCC15}"/>
                  </a:ext>
                </a:extLst>
              </p:cNvPr>
              <p:cNvSpPr/>
              <p:nvPr/>
            </p:nvSpPr>
            <p:spPr>
              <a:xfrm>
                <a:off x="327075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3" name="ph2584">
                <a:extLst>
                  <a:ext uri="{FF2B5EF4-FFF2-40B4-BE49-F238E27FC236}">
                    <a16:creationId xmlns:a16="http://schemas.microsoft.com/office/drawing/2014/main" id="{64F4A1AD-B665-0F6B-BD2D-27AE84224F33}"/>
                  </a:ext>
                </a:extLst>
              </p:cNvPr>
              <p:cNvSpPr/>
              <p:nvPr/>
            </p:nvSpPr>
            <p:spPr>
              <a:xfrm>
                <a:off x="328019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4" name="ph2585">
                <a:extLst>
                  <a:ext uri="{FF2B5EF4-FFF2-40B4-BE49-F238E27FC236}">
                    <a16:creationId xmlns:a16="http://schemas.microsoft.com/office/drawing/2014/main" id="{5341DC9F-F975-06CB-3497-488B37E5AA62}"/>
                  </a:ext>
                </a:extLst>
              </p:cNvPr>
              <p:cNvSpPr/>
              <p:nvPr/>
            </p:nvSpPr>
            <p:spPr>
              <a:xfrm>
                <a:off x="328963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5" name="ph2586">
                <a:extLst>
                  <a:ext uri="{FF2B5EF4-FFF2-40B4-BE49-F238E27FC236}">
                    <a16:creationId xmlns:a16="http://schemas.microsoft.com/office/drawing/2014/main" id="{F3755277-B659-05A9-F7F0-97D0F6A1AE7E}"/>
                  </a:ext>
                </a:extLst>
              </p:cNvPr>
              <p:cNvSpPr/>
              <p:nvPr/>
            </p:nvSpPr>
            <p:spPr>
              <a:xfrm>
                <a:off x="329907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6" name="ph2587">
                <a:extLst>
                  <a:ext uri="{FF2B5EF4-FFF2-40B4-BE49-F238E27FC236}">
                    <a16:creationId xmlns:a16="http://schemas.microsoft.com/office/drawing/2014/main" id="{F7E7C3AD-B4A8-E917-EF1F-5C5CD1B7B683}"/>
                  </a:ext>
                </a:extLst>
              </p:cNvPr>
              <p:cNvSpPr/>
              <p:nvPr/>
            </p:nvSpPr>
            <p:spPr>
              <a:xfrm>
                <a:off x="330851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7" name="ph2588">
                <a:extLst>
                  <a:ext uri="{FF2B5EF4-FFF2-40B4-BE49-F238E27FC236}">
                    <a16:creationId xmlns:a16="http://schemas.microsoft.com/office/drawing/2014/main" id="{11F47E88-D7A0-237F-CAFA-321ECE2F99CF}"/>
                  </a:ext>
                </a:extLst>
              </p:cNvPr>
              <p:cNvSpPr/>
              <p:nvPr/>
            </p:nvSpPr>
            <p:spPr>
              <a:xfrm>
                <a:off x="331795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8" name="ph2589">
                <a:extLst>
                  <a:ext uri="{FF2B5EF4-FFF2-40B4-BE49-F238E27FC236}">
                    <a16:creationId xmlns:a16="http://schemas.microsoft.com/office/drawing/2014/main" id="{08A66BC6-543D-2E9D-3F34-A771A5DAE908}"/>
                  </a:ext>
                </a:extLst>
              </p:cNvPr>
              <p:cNvSpPr/>
              <p:nvPr/>
            </p:nvSpPr>
            <p:spPr>
              <a:xfrm>
                <a:off x="332739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9" name="ph2590">
                <a:extLst>
                  <a:ext uri="{FF2B5EF4-FFF2-40B4-BE49-F238E27FC236}">
                    <a16:creationId xmlns:a16="http://schemas.microsoft.com/office/drawing/2014/main" id="{B4FD6D1D-8C13-AE6E-D24E-F4BC20C44719}"/>
                  </a:ext>
                </a:extLst>
              </p:cNvPr>
              <p:cNvSpPr/>
              <p:nvPr/>
            </p:nvSpPr>
            <p:spPr>
              <a:xfrm>
                <a:off x="333683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0" name="ph2591">
                <a:extLst>
                  <a:ext uri="{FF2B5EF4-FFF2-40B4-BE49-F238E27FC236}">
                    <a16:creationId xmlns:a16="http://schemas.microsoft.com/office/drawing/2014/main" id="{D3285B65-7CF9-C0B3-4933-FDD2702D35E4}"/>
                  </a:ext>
                </a:extLst>
              </p:cNvPr>
              <p:cNvSpPr/>
              <p:nvPr/>
            </p:nvSpPr>
            <p:spPr>
              <a:xfrm>
                <a:off x="334627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1" name="ph2592">
                <a:extLst>
                  <a:ext uri="{FF2B5EF4-FFF2-40B4-BE49-F238E27FC236}">
                    <a16:creationId xmlns:a16="http://schemas.microsoft.com/office/drawing/2014/main" id="{059F9F6F-40B8-C0C9-513F-EF61109DCDA5}"/>
                  </a:ext>
                </a:extLst>
              </p:cNvPr>
              <p:cNvSpPr/>
              <p:nvPr/>
            </p:nvSpPr>
            <p:spPr>
              <a:xfrm>
                <a:off x="335571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2" name="ph2593">
                <a:extLst>
                  <a:ext uri="{FF2B5EF4-FFF2-40B4-BE49-F238E27FC236}">
                    <a16:creationId xmlns:a16="http://schemas.microsoft.com/office/drawing/2014/main" id="{5F745148-E3A6-02F1-3365-FCEF8AA7429D}"/>
                  </a:ext>
                </a:extLst>
              </p:cNvPr>
              <p:cNvSpPr/>
              <p:nvPr/>
            </p:nvSpPr>
            <p:spPr>
              <a:xfrm>
                <a:off x="3365153" y="2255641"/>
                <a:ext cx="9233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1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18" y="896830"/>
                    </a:lnTo>
                    <a:lnTo>
                      <a:pt x="921370" y="904016"/>
                    </a:lnTo>
                    <a:lnTo>
                      <a:pt x="918769" y="912590"/>
                    </a:lnTo>
                    <a:lnTo>
                      <a:pt x="918189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3" name="ph2594">
                <a:extLst>
                  <a:ext uri="{FF2B5EF4-FFF2-40B4-BE49-F238E27FC236}">
                    <a16:creationId xmlns:a16="http://schemas.microsoft.com/office/drawing/2014/main" id="{A703D79D-0DC9-73B2-6F49-F2C224C51996}"/>
                  </a:ext>
                </a:extLst>
              </p:cNvPr>
              <p:cNvSpPr/>
              <p:nvPr/>
            </p:nvSpPr>
            <p:spPr>
              <a:xfrm>
                <a:off x="2421129" y="2220501"/>
                <a:ext cx="914399" cy="91501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010">
                    <a:moveTo>
                      <a:pt x="914399" y="914400"/>
                    </a:moveTo>
                    <a:lnTo>
                      <a:pt x="914399" y="915010"/>
                    </a:lnTo>
                    <a:lnTo>
                      <a:pt x="914125" y="91440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4" name="ph2595">
                <a:extLst>
                  <a:ext uri="{FF2B5EF4-FFF2-40B4-BE49-F238E27FC236}">
                    <a16:creationId xmlns:a16="http://schemas.microsoft.com/office/drawing/2014/main" id="{8794CF08-3BD4-50C5-35D4-CC755DA5D9D1}"/>
                  </a:ext>
                </a:extLst>
              </p:cNvPr>
              <p:cNvSpPr/>
              <p:nvPr/>
            </p:nvSpPr>
            <p:spPr>
              <a:xfrm>
                <a:off x="242112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0" y="931969"/>
                    </a:lnTo>
                    <a:lnTo>
                      <a:pt x="920594" y="928805"/>
                    </a:lnTo>
                    <a:lnTo>
                      <a:pt x="920353" y="928266"/>
                    </a:lnTo>
                    <a:lnTo>
                      <a:pt x="919573" y="926529"/>
                    </a:lnTo>
                    <a:lnTo>
                      <a:pt x="918793" y="924791"/>
                    </a:lnTo>
                    <a:lnTo>
                      <a:pt x="918013" y="923053"/>
                    </a:lnTo>
                    <a:lnTo>
                      <a:pt x="917233" y="921316"/>
                    </a:lnTo>
                    <a:lnTo>
                      <a:pt x="916453" y="919579"/>
                    </a:lnTo>
                    <a:lnTo>
                      <a:pt x="915672" y="917841"/>
                    </a:lnTo>
                    <a:lnTo>
                      <a:pt x="914891" y="916104"/>
                    </a:lnTo>
                    <a:lnTo>
                      <a:pt x="914399" y="91501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5" name="ph2596">
                <a:extLst>
                  <a:ext uri="{FF2B5EF4-FFF2-40B4-BE49-F238E27FC236}">
                    <a16:creationId xmlns:a16="http://schemas.microsoft.com/office/drawing/2014/main" id="{2F8BF99B-6BCE-B150-6CF4-F65CB0615AF3}"/>
                  </a:ext>
                </a:extLst>
              </p:cNvPr>
              <p:cNvSpPr/>
              <p:nvPr/>
            </p:nvSpPr>
            <p:spPr>
              <a:xfrm>
                <a:off x="243056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6" name="ph2597">
                <a:extLst>
                  <a:ext uri="{FF2B5EF4-FFF2-40B4-BE49-F238E27FC236}">
                    <a16:creationId xmlns:a16="http://schemas.microsoft.com/office/drawing/2014/main" id="{B5BC1CF0-2798-52DB-3BC7-D36805CA7FF3}"/>
                  </a:ext>
                </a:extLst>
              </p:cNvPr>
              <p:cNvSpPr/>
              <p:nvPr/>
            </p:nvSpPr>
            <p:spPr>
              <a:xfrm>
                <a:off x="244000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7" name="ph2598">
                <a:extLst>
                  <a:ext uri="{FF2B5EF4-FFF2-40B4-BE49-F238E27FC236}">
                    <a16:creationId xmlns:a16="http://schemas.microsoft.com/office/drawing/2014/main" id="{111E3D53-EB80-44CD-86E1-A68A9F6119E5}"/>
                  </a:ext>
                </a:extLst>
              </p:cNvPr>
              <p:cNvSpPr/>
              <p:nvPr/>
            </p:nvSpPr>
            <p:spPr>
              <a:xfrm>
                <a:off x="244944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8" name="ph2599">
                <a:extLst>
                  <a:ext uri="{FF2B5EF4-FFF2-40B4-BE49-F238E27FC236}">
                    <a16:creationId xmlns:a16="http://schemas.microsoft.com/office/drawing/2014/main" id="{75442AAA-143B-183D-83EB-8813AAE65E07}"/>
                  </a:ext>
                </a:extLst>
              </p:cNvPr>
              <p:cNvSpPr/>
              <p:nvPr/>
            </p:nvSpPr>
            <p:spPr>
              <a:xfrm>
                <a:off x="245889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9" name="ph2600">
                <a:extLst>
                  <a:ext uri="{FF2B5EF4-FFF2-40B4-BE49-F238E27FC236}">
                    <a16:creationId xmlns:a16="http://schemas.microsoft.com/office/drawing/2014/main" id="{7E070088-AF41-0514-DB5A-D6A024055815}"/>
                  </a:ext>
                </a:extLst>
              </p:cNvPr>
              <p:cNvSpPr/>
              <p:nvPr/>
            </p:nvSpPr>
            <p:spPr>
              <a:xfrm>
                <a:off x="246833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0" name="ph2601">
                <a:extLst>
                  <a:ext uri="{FF2B5EF4-FFF2-40B4-BE49-F238E27FC236}">
                    <a16:creationId xmlns:a16="http://schemas.microsoft.com/office/drawing/2014/main" id="{D0BAF481-5021-5DC9-E8CD-C1CF70857260}"/>
                  </a:ext>
                </a:extLst>
              </p:cNvPr>
              <p:cNvSpPr/>
              <p:nvPr/>
            </p:nvSpPr>
            <p:spPr>
              <a:xfrm>
                <a:off x="247777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1" name="ph2602">
                <a:extLst>
                  <a:ext uri="{FF2B5EF4-FFF2-40B4-BE49-F238E27FC236}">
                    <a16:creationId xmlns:a16="http://schemas.microsoft.com/office/drawing/2014/main" id="{076CF130-1A2C-0C15-D72B-4333C3064F25}"/>
                  </a:ext>
                </a:extLst>
              </p:cNvPr>
              <p:cNvSpPr/>
              <p:nvPr/>
            </p:nvSpPr>
            <p:spPr>
              <a:xfrm>
                <a:off x="248721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2" name="ph2603">
                <a:extLst>
                  <a:ext uri="{FF2B5EF4-FFF2-40B4-BE49-F238E27FC236}">
                    <a16:creationId xmlns:a16="http://schemas.microsoft.com/office/drawing/2014/main" id="{583C5148-038E-4067-D9BA-F3358B2E09BA}"/>
                  </a:ext>
                </a:extLst>
              </p:cNvPr>
              <p:cNvSpPr/>
              <p:nvPr/>
            </p:nvSpPr>
            <p:spPr>
              <a:xfrm>
                <a:off x="249665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3" name="ph2604">
                <a:extLst>
                  <a:ext uri="{FF2B5EF4-FFF2-40B4-BE49-F238E27FC236}">
                    <a16:creationId xmlns:a16="http://schemas.microsoft.com/office/drawing/2014/main" id="{335BB365-E276-EA3C-67FF-96813997996E}"/>
                  </a:ext>
                </a:extLst>
              </p:cNvPr>
              <p:cNvSpPr/>
              <p:nvPr/>
            </p:nvSpPr>
            <p:spPr>
              <a:xfrm>
                <a:off x="250609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4" name="ph2605">
                <a:extLst>
                  <a:ext uri="{FF2B5EF4-FFF2-40B4-BE49-F238E27FC236}">
                    <a16:creationId xmlns:a16="http://schemas.microsoft.com/office/drawing/2014/main" id="{A033CB40-544F-CB32-1920-CB520B1A292F}"/>
                  </a:ext>
                </a:extLst>
              </p:cNvPr>
              <p:cNvSpPr/>
              <p:nvPr/>
            </p:nvSpPr>
            <p:spPr>
              <a:xfrm>
                <a:off x="251553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5" name="ph2606">
                <a:extLst>
                  <a:ext uri="{FF2B5EF4-FFF2-40B4-BE49-F238E27FC236}">
                    <a16:creationId xmlns:a16="http://schemas.microsoft.com/office/drawing/2014/main" id="{3F7F15BF-EA59-372A-4095-FA9FCA690884}"/>
                  </a:ext>
                </a:extLst>
              </p:cNvPr>
              <p:cNvSpPr/>
              <p:nvPr/>
            </p:nvSpPr>
            <p:spPr>
              <a:xfrm>
                <a:off x="252497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6" name="ph2607">
                <a:extLst>
                  <a:ext uri="{FF2B5EF4-FFF2-40B4-BE49-F238E27FC236}">
                    <a16:creationId xmlns:a16="http://schemas.microsoft.com/office/drawing/2014/main" id="{211D33AC-76BA-6648-7A1F-D32D9BD5309E}"/>
                  </a:ext>
                </a:extLst>
              </p:cNvPr>
              <p:cNvSpPr/>
              <p:nvPr/>
            </p:nvSpPr>
            <p:spPr>
              <a:xfrm>
                <a:off x="253441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7" name="ph2608">
                <a:extLst>
                  <a:ext uri="{FF2B5EF4-FFF2-40B4-BE49-F238E27FC236}">
                    <a16:creationId xmlns:a16="http://schemas.microsoft.com/office/drawing/2014/main" id="{959DCBC6-7CF0-2D2B-DED6-F90F8378EF58}"/>
                  </a:ext>
                </a:extLst>
              </p:cNvPr>
              <p:cNvSpPr/>
              <p:nvPr/>
            </p:nvSpPr>
            <p:spPr>
              <a:xfrm>
                <a:off x="254385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8" name="ph2609">
                <a:extLst>
                  <a:ext uri="{FF2B5EF4-FFF2-40B4-BE49-F238E27FC236}">
                    <a16:creationId xmlns:a16="http://schemas.microsoft.com/office/drawing/2014/main" id="{2FDC0D6A-7D34-EB8D-C164-F0FB758CE4EA}"/>
                  </a:ext>
                </a:extLst>
              </p:cNvPr>
              <p:cNvSpPr/>
              <p:nvPr/>
            </p:nvSpPr>
            <p:spPr>
              <a:xfrm>
                <a:off x="255329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9" name="ph2610">
                <a:extLst>
                  <a:ext uri="{FF2B5EF4-FFF2-40B4-BE49-F238E27FC236}">
                    <a16:creationId xmlns:a16="http://schemas.microsoft.com/office/drawing/2014/main" id="{637CEF9A-8758-9F24-76B9-231854C73FAC}"/>
                  </a:ext>
                </a:extLst>
              </p:cNvPr>
              <p:cNvSpPr/>
              <p:nvPr/>
            </p:nvSpPr>
            <p:spPr>
              <a:xfrm>
                <a:off x="256273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0" name="ph2611">
                <a:extLst>
                  <a:ext uri="{FF2B5EF4-FFF2-40B4-BE49-F238E27FC236}">
                    <a16:creationId xmlns:a16="http://schemas.microsoft.com/office/drawing/2014/main" id="{F2C5D369-1B41-872E-12EB-C97B763E89B9}"/>
                  </a:ext>
                </a:extLst>
              </p:cNvPr>
              <p:cNvSpPr/>
              <p:nvPr/>
            </p:nvSpPr>
            <p:spPr>
              <a:xfrm>
                <a:off x="257217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1" name="ph2612">
                <a:extLst>
                  <a:ext uri="{FF2B5EF4-FFF2-40B4-BE49-F238E27FC236}">
                    <a16:creationId xmlns:a16="http://schemas.microsoft.com/office/drawing/2014/main" id="{111BCE09-954E-B53E-6B79-AC924722E40D}"/>
                  </a:ext>
                </a:extLst>
              </p:cNvPr>
              <p:cNvSpPr/>
              <p:nvPr/>
            </p:nvSpPr>
            <p:spPr>
              <a:xfrm>
                <a:off x="258161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2" name="ph2613">
                <a:extLst>
                  <a:ext uri="{FF2B5EF4-FFF2-40B4-BE49-F238E27FC236}">
                    <a16:creationId xmlns:a16="http://schemas.microsoft.com/office/drawing/2014/main" id="{61A4FC16-84A6-E714-C739-502C66A95B91}"/>
                  </a:ext>
                </a:extLst>
              </p:cNvPr>
              <p:cNvSpPr/>
              <p:nvPr/>
            </p:nvSpPr>
            <p:spPr>
              <a:xfrm>
                <a:off x="259105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3" name="ph2614">
                <a:extLst>
                  <a:ext uri="{FF2B5EF4-FFF2-40B4-BE49-F238E27FC236}">
                    <a16:creationId xmlns:a16="http://schemas.microsoft.com/office/drawing/2014/main" id="{1A05E4B2-66AE-4D3D-D589-19527D7856F9}"/>
                  </a:ext>
                </a:extLst>
              </p:cNvPr>
              <p:cNvSpPr/>
              <p:nvPr/>
            </p:nvSpPr>
            <p:spPr>
              <a:xfrm>
                <a:off x="260049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4" name="ph2615">
                <a:extLst>
                  <a:ext uri="{FF2B5EF4-FFF2-40B4-BE49-F238E27FC236}">
                    <a16:creationId xmlns:a16="http://schemas.microsoft.com/office/drawing/2014/main" id="{1EB511FC-AC37-3192-423E-99A270C86D3E}"/>
                  </a:ext>
                </a:extLst>
              </p:cNvPr>
              <p:cNvSpPr/>
              <p:nvPr/>
            </p:nvSpPr>
            <p:spPr>
              <a:xfrm>
                <a:off x="260993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5" name="ph2616">
                <a:extLst>
                  <a:ext uri="{FF2B5EF4-FFF2-40B4-BE49-F238E27FC236}">
                    <a16:creationId xmlns:a16="http://schemas.microsoft.com/office/drawing/2014/main" id="{D015CD29-D670-1A93-F698-33CEE36EDC04}"/>
                  </a:ext>
                </a:extLst>
              </p:cNvPr>
              <p:cNvSpPr/>
              <p:nvPr/>
            </p:nvSpPr>
            <p:spPr>
              <a:xfrm>
                <a:off x="261937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6" name="ph2617">
                <a:extLst>
                  <a:ext uri="{FF2B5EF4-FFF2-40B4-BE49-F238E27FC236}">
                    <a16:creationId xmlns:a16="http://schemas.microsoft.com/office/drawing/2014/main" id="{CAB5670B-C958-7A5B-804A-F6F803E103B5}"/>
                  </a:ext>
                </a:extLst>
              </p:cNvPr>
              <p:cNvSpPr/>
              <p:nvPr/>
            </p:nvSpPr>
            <p:spPr>
              <a:xfrm>
                <a:off x="262881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7" name="ph2618">
                <a:extLst>
                  <a:ext uri="{FF2B5EF4-FFF2-40B4-BE49-F238E27FC236}">
                    <a16:creationId xmlns:a16="http://schemas.microsoft.com/office/drawing/2014/main" id="{92E469CD-BB42-3A53-AC22-546F5F4628A5}"/>
                  </a:ext>
                </a:extLst>
              </p:cNvPr>
              <p:cNvSpPr/>
              <p:nvPr/>
            </p:nvSpPr>
            <p:spPr>
              <a:xfrm>
                <a:off x="263825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8" name="ph2619">
                <a:extLst>
                  <a:ext uri="{FF2B5EF4-FFF2-40B4-BE49-F238E27FC236}">
                    <a16:creationId xmlns:a16="http://schemas.microsoft.com/office/drawing/2014/main" id="{D3783064-1E4F-83E7-4272-B519043C7D21}"/>
                  </a:ext>
                </a:extLst>
              </p:cNvPr>
              <p:cNvSpPr/>
              <p:nvPr/>
            </p:nvSpPr>
            <p:spPr>
              <a:xfrm>
                <a:off x="264769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9" name="ph2620">
                <a:extLst>
                  <a:ext uri="{FF2B5EF4-FFF2-40B4-BE49-F238E27FC236}">
                    <a16:creationId xmlns:a16="http://schemas.microsoft.com/office/drawing/2014/main" id="{C2ABE40E-7D4E-A380-06DC-9E88967AD1C0}"/>
                  </a:ext>
                </a:extLst>
              </p:cNvPr>
              <p:cNvSpPr/>
              <p:nvPr/>
            </p:nvSpPr>
            <p:spPr>
              <a:xfrm>
                <a:off x="265713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0" name="ph2621">
                <a:extLst>
                  <a:ext uri="{FF2B5EF4-FFF2-40B4-BE49-F238E27FC236}">
                    <a16:creationId xmlns:a16="http://schemas.microsoft.com/office/drawing/2014/main" id="{74C098FC-3639-42B2-7E5B-05E15BC98802}"/>
                  </a:ext>
                </a:extLst>
              </p:cNvPr>
              <p:cNvSpPr/>
              <p:nvPr/>
            </p:nvSpPr>
            <p:spPr>
              <a:xfrm>
                <a:off x="266657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1" name="ph2622">
                <a:extLst>
                  <a:ext uri="{FF2B5EF4-FFF2-40B4-BE49-F238E27FC236}">
                    <a16:creationId xmlns:a16="http://schemas.microsoft.com/office/drawing/2014/main" id="{D43F7F06-0A06-AA71-78E2-6351597B9D4C}"/>
                  </a:ext>
                </a:extLst>
              </p:cNvPr>
              <p:cNvSpPr/>
              <p:nvPr/>
            </p:nvSpPr>
            <p:spPr>
              <a:xfrm>
                <a:off x="267601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2" name="ph2623">
                <a:extLst>
                  <a:ext uri="{FF2B5EF4-FFF2-40B4-BE49-F238E27FC236}">
                    <a16:creationId xmlns:a16="http://schemas.microsoft.com/office/drawing/2014/main" id="{47B0F3A9-3AD8-72A0-5224-176D784B7457}"/>
                  </a:ext>
                </a:extLst>
              </p:cNvPr>
              <p:cNvSpPr/>
              <p:nvPr/>
            </p:nvSpPr>
            <p:spPr>
              <a:xfrm>
                <a:off x="268545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3" name="ph2624">
                <a:extLst>
                  <a:ext uri="{FF2B5EF4-FFF2-40B4-BE49-F238E27FC236}">
                    <a16:creationId xmlns:a16="http://schemas.microsoft.com/office/drawing/2014/main" id="{2060C6B4-2B12-3712-2CC8-C8249EBE983A}"/>
                  </a:ext>
                </a:extLst>
              </p:cNvPr>
              <p:cNvSpPr/>
              <p:nvPr/>
            </p:nvSpPr>
            <p:spPr>
              <a:xfrm>
                <a:off x="269489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4" name="ph2625">
                <a:extLst>
                  <a:ext uri="{FF2B5EF4-FFF2-40B4-BE49-F238E27FC236}">
                    <a16:creationId xmlns:a16="http://schemas.microsoft.com/office/drawing/2014/main" id="{E7F6C823-33B4-36AA-871F-33DC32BC8F07}"/>
                  </a:ext>
                </a:extLst>
              </p:cNvPr>
              <p:cNvSpPr/>
              <p:nvPr/>
            </p:nvSpPr>
            <p:spPr>
              <a:xfrm>
                <a:off x="270433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5" name="ph2626">
                <a:extLst>
                  <a:ext uri="{FF2B5EF4-FFF2-40B4-BE49-F238E27FC236}">
                    <a16:creationId xmlns:a16="http://schemas.microsoft.com/office/drawing/2014/main" id="{7EB8ACC6-29C3-C7A4-71B2-617F3ACE7755}"/>
                  </a:ext>
                </a:extLst>
              </p:cNvPr>
              <p:cNvSpPr/>
              <p:nvPr/>
            </p:nvSpPr>
            <p:spPr>
              <a:xfrm>
                <a:off x="271377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6" name="ph2627">
                <a:extLst>
                  <a:ext uri="{FF2B5EF4-FFF2-40B4-BE49-F238E27FC236}">
                    <a16:creationId xmlns:a16="http://schemas.microsoft.com/office/drawing/2014/main" id="{630C1C09-BF63-1433-751B-A5ABF1386316}"/>
                  </a:ext>
                </a:extLst>
              </p:cNvPr>
              <p:cNvSpPr/>
              <p:nvPr/>
            </p:nvSpPr>
            <p:spPr>
              <a:xfrm>
                <a:off x="2723216" y="2238071"/>
                <a:ext cx="9178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8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008" y="896830"/>
                    </a:lnTo>
                    <a:lnTo>
                      <a:pt x="917192" y="899085"/>
                    </a:lnTo>
                    <a:lnTo>
                      <a:pt x="917779" y="910217"/>
                    </a:lnTo>
                    <a:lnTo>
                      <a:pt x="917880" y="914400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7" name="ph2628">
                <a:extLst>
                  <a:ext uri="{FF2B5EF4-FFF2-40B4-BE49-F238E27FC236}">
                    <a16:creationId xmlns:a16="http://schemas.microsoft.com/office/drawing/2014/main" id="{04EE7318-3AC2-2E6D-EDF7-9F719BC814DF}"/>
                  </a:ext>
                </a:extLst>
              </p:cNvPr>
              <p:cNvSpPr/>
              <p:nvPr/>
            </p:nvSpPr>
            <p:spPr>
              <a:xfrm>
                <a:off x="2855380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633" y="914400"/>
                    </a:lnTo>
                    <a:lnTo>
                      <a:pt x="914400" y="913694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8" name="ph2629">
                <a:extLst>
                  <a:ext uri="{FF2B5EF4-FFF2-40B4-BE49-F238E27FC236}">
                    <a16:creationId xmlns:a16="http://schemas.microsoft.com/office/drawing/2014/main" id="{0464E54A-866F-79DD-BE55-4D2372A82E1B}"/>
                  </a:ext>
                </a:extLst>
              </p:cNvPr>
              <p:cNvSpPr/>
              <p:nvPr/>
            </p:nvSpPr>
            <p:spPr>
              <a:xfrm>
                <a:off x="2864820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694"/>
                    </a:lnTo>
                    <a:lnTo>
                      <a:pt x="908934" y="910037"/>
                    </a:lnTo>
                    <a:lnTo>
                      <a:pt x="914249" y="905761"/>
                    </a:lnTo>
                    <a:lnTo>
                      <a:pt x="914400" y="905648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9" name="ph2630">
                <a:extLst>
                  <a:ext uri="{FF2B5EF4-FFF2-40B4-BE49-F238E27FC236}">
                    <a16:creationId xmlns:a16="http://schemas.microsoft.com/office/drawing/2014/main" id="{14C6881B-7997-132E-CF52-EC87C5F916C1}"/>
                  </a:ext>
                </a:extLst>
              </p:cNvPr>
              <p:cNvSpPr/>
              <p:nvPr/>
            </p:nvSpPr>
            <p:spPr>
              <a:xfrm>
                <a:off x="2874260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0" y="905573"/>
                    </a:lnTo>
                    <a:lnTo>
                      <a:pt x="905314" y="905383"/>
                    </a:lnTo>
                    <a:lnTo>
                      <a:pt x="905567" y="905193"/>
                    </a:lnTo>
                    <a:lnTo>
                      <a:pt x="905821" y="905003"/>
                    </a:lnTo>
                    <a:lnTo>
                      <a:pt x="906074" y="904813"/>
                    </a:lnTo>
                    <a:lnTo>
                      <a:pt x="906328" y="904623"/>
                    </a:lnTo>
                    <a:lnTo>
                      <a:pt x="906581" y="904434"/>
                    </a:lnTo>
                    <a:lnTo>
                      <a:pt x="906835" y="904244"/>
                    </a:lnTo>
                    <a:lnTo>
                      <a:pt x="907089" y="904054"/>
                    </a:lnTo>
                    <a:lnTo>
                      <a:pt x="907342" y="903864"/>
                    </a:lnTo>
                    <a:lnTo>
                      <a:pt x="907596" y="903674"/>
                    </a:lnTo>
                    <a:lnTo>
                      <a:pt x="907850" y="903485"/>
                    </a:lnTo>
                    <a:lnTo>
                      <a:pt x="908103" y="903295"/>
                    </a:lnTo>
                    <a:lnTo>
                      <a:pt x="908357" y="903105"/>
                    </a:lnTo>
                    <a:lnTo>
                      <a:pt x="908611" y="902915"/>
                    </a:lnTo>
                    <a:lnTo>
                      <a:pt x="908864" y="902725"/>
                    </a:lnTo>
                    <a:lnTo>
                      <a:pt x="909118" y="902536"/>
                    </a:lnTo>
                    <a:lnTo>
                      <a:pt x="909372" y="902346"/>
                    </a:lnTo>
                    <a:lnTo>
                      <a:pt x="909625" y="902156"/>
                    </a:lnTo>
                    <a:lnTo>
                      <a:pt x="909879" y="901966"/>
                    </a:lnTo>
                    <a:lnTo>
                      <a:pt x="910133" y="901777"/>
                    </a:lnTo>
                    <a:lnTo>
                      <a:pt x="910386" y="901587"/>
                    </a:lnTo>
                    <a:lnTo>
                      <a:pt x="910640" y="901397"/>
                    </a:lnTo>
                    <a:lnTo>
                      <a:pt x="910894" y="901208"/>
                    </a:lnTo>
                    <a:lnTo>
                      <a:pt x="911147" y="901018"/>
                    </a:lnTo>
                    <a:lnTo>
                      <a:pt x="911401" y="900828"/>
                    </a:lnTo>
                    <a:lnTo>
                      <a:pt x="911655" y="900638"/>
                    </a:lnTo>
                    <a:lnTo>
                      <a:pt x="911909" y="900449"/>
                    </a:lnTo>
                    <a:lnTo>
                      <a:pt x="912162" y="900259"/>
                    </a:lnTo>
                    <a:lnTo>
                      <a:pt x="912416" y="900069"/>
                    </a:lnTo>
                    <a:lnTo>
                      <a:pt x="912670" y="899880"/>
                    </a:lnTo>
                    <a:lnTo>
                      <a:pt x="912924" y="899690"/>
                    </a:lnTo>
                    <a:lnTo>
                      <a:pt x="913178" y="899500"/>
                    </a:lnTo>
                    <a:lnTo>
                      <a:pt x="913431" y="899310"/>
                    </a:lnTo>
                    <a:lnTo>
                      <a:pt x="913685" y="899121"/>
                    </a:lnTo>
                    <a:lnTo>
                      <a:pt x="913939" y="898931"/>
                    </a:lnTo>
                    <a:lnTo>
                      <a:pt x="914193" y="898741"/>
                    </a:lnTo>
                    <a:lnTo>
                      <a:pt x="914400" y="898587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0" name="ph2631">
                <a:extLst>
                  <a:ext uri="{FF2B5EF4-FFF2-40B4-BE49-F238E27FC236}">
                    <a16:creationId xmlns:a16="http://schemas.microsoft.com/office/drawing/2014/main" id="{E9224F63-AE11-8EB0-B178-708BDF80407F}"/>
                  </a:ext>
                </a:extLst>
              </p:cNvPr>
              <p:cNvSpPr/>
              <p:nvPr/>
            </p:nvSpPr>
            <p:spPr>
              <a:xfrm>
                <a:off x="2883700" y="222050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5006" y="916122"/>
                    </a:lnTo>
                    <a:lnTo>
                      <a:pt x="905260" y="915932"/>
                    </a:lnTo>
                    <a:lnTo>
                      <a:pt x="905514" y="915742"/>
                    </a:lnTo>
                    <a:lnTo>
                      <a:pt x="905768" y="915553"/>
                    </a:lnTo>
                    <a:lnTo>
                      <a:pt x="906022" y="915363"/>
                    </a:lnTo>
                    <a:lnTo>
                      <a:pt x="906276" y="915173"/>
                    </a:lnTo>
                    <a:lnTo>
                      <a:pt x="906529" y="914984"/>
                    </a:lnTo>
                    <a:lnTo>
                      <a:pt x="906783" y="914794"/>
                    </a:lnTo>
                    <a:lnTo>
                      <a:pt x="907037" y="914605"/>
                    </a:lnTo>
                    <a:lnTo>
                      <a:pt x="907312" y="914400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1" name="ph2632">
                <a:extLst>
                  <a:ext uri="{FF2B5EF4-FFF2-40B4-BE49-F238E27FC236}">
                    <a16:creationId xmlns:a16="http://schemas.microsoft.com/office/drawing/2014/main" id="{9D4BC3A6-DE22-477A-0A73-968541008E8E}"/>
                  </a:ext>
                </a:extLst>
              </p:cNvPr>
              <p:cNvSpPr/>
              <p:nvPr/>
            </p:nvSpPr>
            <p:spPr>
              <a:xfrm>
                <a:off x="288370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2" name="ph2633">
                <a:extLst>
                  <a:ext uri="{FF2B5EF4-FFF2-40B4-BE49-F238E27FC236}">
                    <a16:creationId xmlns:a16="http://schemas.microsoft.com/office/drawing/2014/main" id="{8544C748-DCB7-1746-822C-114B09F48D6F}"/>
                  </a:ext>
                </a:extLst>
              </p:cNvPr>
              <p:cNvSpPr/>
              <p:nvPr/>
            </p:nvSpPr>
            <p:spPr>
              <a:xfrm>
                <a:off x="289314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3" name="ph2634">
                <a:extLst>
                  <a:ext uri="{FF2B5EF4-FFF2-40B4-BE49-F238E27FC236}">
                    <a16:creationId xmlns:a16="http://schemas.microsoft.com/office/drawing/2014/main" id="{80FF8170-D59C-1E2D-7941-8D0A29D9A495}"/>
                  </a:ext>
                </a:extLst>
              </p:cNvPr>
              <p:cNvSpPr/>
              <p:nvPr/>
            </p:nvSpPr>
            <p:spPr>
              <a:xfrm>
                <a:off x="290258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4" name="ph2635">
                <a:extLst>
                  <a:ext uri="{FF2B5EF4-FFF2-40B4-BE49-F238E27FC236}">
                    <a16:creationId xmlns:a16="http://schemas.microsoft.com/office/drawing/2014/main" id="{7DE9C263-44C9-079A-9342-EDF3A04F5C60}"/>
                  </a:ext>
                </a:extLst>
              </p:cNvPr>
              <p:cNvSpPr/>
              <p:nvPr/>
            </p:nvSpPr>
            <p:spPr>
              <a:xfrm>
                <a:off x="291202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5" name="ph2636">
                <a:extLst>
                  <a:ext uri="{FF2B5EF4-FFF2-40B4-BE49-F238E27FC236}">
                    <a16:creationId xmlns:a16="http://schemas.microsoft.com/office/drawing/2014/main" id="{2B9E7F44-51A3-8453-018A-7358563A8502}"/>
                  </a:ext>
                </a:extLst>
              </p:cNvPr>
              <p:cNvSpPr/>
              <p:nvPr/>
            </p:nvSpPr>
            <p:spPr>
              <a:xfrm>
                <a:off x="292146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6" name="ph2637">
                <a:extLst>
                  <a:ext uri="{FF2B5EF4-FFF2-40B4-BE49-F238E27FC236}">
                    <a16:creationId xmlns:a16="http://schemas.microsoft.com/office/drawing/2014/main" id="{AE9DC636-EC0A-304F-5540-5558D7AB47F1}"/>
                  </a:ext>
                </a:extLst>
              </p:cNvPr>
              <p:cNvSpPr/>
              <p:nvPr/>
            </p:nvSpPr>
            <p:spPr>
              <a:xfrm>
                <a:off x="293090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7" name="ph2638">
                <a:extLst>
                  <a:ext uri="{FF2B5EF4-FFF2-40B4-BE49-F238E27FC236}">
                    <a16:creationId xmlns:a16="http://schemas.microsoft.com/office/drawing/2014/main" id="{195FEC13-6DC7-4932-1DA8-919B1CDB753C}"/>
                  </a:ext>
                </a:extLst>
              </p:cNvPr>
              <p:cNvSpPr/>
              <p:nvPr/>
            </p:nvSpPr>
            <p:spPr>
              <a:xfrm>
                <a:off x="294034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8" name="ph2639">
                <a:extLst>
                  <a:ext uri="{FF2B5EF4-FFF2-40B4-BE49-F238E27FC236}">
                    <a16:creationId xmlns:a16="http://schemas.microsoft.com/office/drawing/2014/main" id="{67C6F5C4-656C-8675-7B8D-0B79EABC88E4}"/>
                  </a:ext>
                </a:extLst>
              </p:cNvPr>
              <p:cNvSpPr/>
              <p:nvPr/>
            </p:nvSpPr>
            <p:spPr>
              <a:xfrm>
                <a:off x="294978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9" name="ph2640">
                <a:extLst>
                  <a:ext uri="{FF2B5EF4-FFF2-40B4-BE49-F238E27FC236}">
                    <a16:creationId xmlns:a16="http://schemas.microsoft.com/office/drawing/2014/main" id="{9E425E05-ECDF-1A64-E587-458373045334}"/>
                  </a:ext>
                </a:extLst>
              </p:cNvPr>
              <p:cNvSpPr/>
              <p:nvPr/>
            </p:nvSpPr>
            <p:spPr>
              <a:xfrm>
                <a:off x="295922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0" name="ph2641">
                <a:extLst>
                  <a:ext uri="{FF2B5EF4-FFF2-40B4-BE49-F238E27FC236}">
                    <a16:creationId xmlns:a16="http://schemas.microsoft.com/office/drawing/2014/main" id="{9B505CBD-A1F3-547E-F8BA-DEEDAEC83F6B}"/>
                  </a:ext>
                </a:extLst>
              </p:cNvPr>
              <p:cNvSpPr/>
              <p:nvPr/>
            </p:nvSpPr>
            <p:spPr>
              <a:xfrm>
                <a:off x="296866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1" name="ph2642">
                <a:extLst>
                  <a:ext uri="{FF2B5EF4-FFF2-40B4-BE49-F238E27FC236}">
                    <a16:creationId xmlns:a16="http://schemas.microsoft.com/office/drawing/2014/main" id="{203450F4-EE16-15E4-493E-81779760C124}"/>
                  </a:ext>
                </a:extLst>
              </p:cNvPr>
              <p:cNvSpPr/>
              <p:nvPr/>
            </p:nvSpPr>
            <p:spPr>
              <a:xfrm>
                <a:off x="297810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2" name="ph2643">
                <a:extLst>
                  <a:ext uri="{FF2B5EF4-FFF2-40B4-BE49-F238E27FC236}">
                    <a16:creationId xmlns:a16="http://schemas.microsoft.com/office/drawing/2014/main" id="{B89D6856-DB10-51B2-94E4-E80020073B4E}"/>
                  </a:ext>
                </a:extLst>
              </p:cNvPr>
              <p:cNvSpPr/>
              <p:nvPr/>
            </p:nvSpPr>
            <p:spPr>
              <a:xfrm>
                <a:off x="298754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3" name="ph2644">
                <a:extLst>
                  <a:ext uri="{FF2B5EF4-FFF2-40B4-BE49-F238E27FC236}">
                    <a16:creationId xmlns:a16="http://schemas.microsoft.com/office/drawing/2014/main" id="{B6CC3903-D9CB-2806-E71A-DC597F4BE966}"/>
                  </a:ext>
                </a:extLst>
              </p:cNvPr>
              <p:cNvSpPr/>
              <p:nvPr/>
            </p:nvSpPr>
            <p:spPr>
              <a:xfrm>
                <a:off x="299698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4" name="ph2645">
                <a:extLst>
                  <a:ext uri="{FF2B5EF4-FFF2-40B4-BE49-F238E27FC236}">
                    <a16:creationId xmlns:a16="http://schemas.microsoft.com/office/drawing/2014/main" id="{425C643D-1BB9-C2FB-6C89-18F2A7F223CF}"/>
                  </a:ext>
                </a:extLst>
              </p:cNvPr>
              <p:cNvSpPr/>
              <p:nvPr/>
            </p:nvSpPr>
            <p:spPr>
              <a:xfrm>
                <a:off x="300642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5" name="ph2646">
                <a:extLst>
                  <a:ext uri="{FF2B5EF4-FFF2-40B4-BE49-F238E27FC236}">
                    <a16:creationId xmlns:a16="http://schemas.microsoft.com/office/drawing/2014/main" id="{D05A45CC-4B76-17DB-1D7C-E64C62AE695B}"/>
                  </a:ext>
                </a:extLst>
              </p:cNvPr>
              <p:cNvSpPr/>
              <p:nvPr/>
            </p:nvSpPr>
            <p:spPr>
              <a:xfrm>
                <a:off x="301586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6" name="ph2647">
                <a:extLst>
                  <a:ext uri="{FF2B5EF4-FFF2-40B4-BE49-F238E27FC236}">
                    <a16:creationId xmlns:a16="http://schemas.microsoft.com/office/drawing/2014/main" id="{7A8AFF76-142B-4D7F-A504-2AE8D4C85006}"/>
                  </a:ext>
                </a:extLst>
              </p:cNvPr>
              <p:cNvSpPr/>
              <p:nvPr/>
            </p:nvSpPr>
            <p:spPr>
              <a:xfrm>
                <a:off x="302530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7" name="ph2648">
                <a:extLst>
                  <a:ext uri="{FF2B5EF4-FFF2-40B4-BE49-F238E27FC236}">
                    <a16:creationId xmlns:a16="http://schemas.microsoft.com/office/drawing/2014/main" id="{BA0B1889-485B-CFBE-D977-2240FF33B567}"/>
                  </a:ext>
                </a:extLst>
              </p:cNvPr>
              <p:cNvSpPr/>
              <p:nvPr/>
            </p:nvSpPr>
            <p:spPr>
              <a:xfrm>
                <a:off x="303474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8" name="ph2649">
                <a:extLst>
                  <a:ext uri="{FF2B5EF4-FFF2-40B4-BE49-F238E27FC236}">
                    <a16:creationId xmlns:a16="http://schemas.microsoft.com/office/drawing/2014/main" id="{40290FAF-642E-6392-E00A-6BFACD344BB1}"/>
                  </a:ext>
                </a:extLst>
              </p:cNvPr>
              <p:cNvSpPr/>
              <p:nvPr/>
            </p:nvSpPr>
            <p:spPr>
              <a:xfrm>
                <a:off x="304418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9" name="ph2650">
                <a:extLst>
                  <a:ext uri="{FF2B5EF4-FFF2-40B4-BE49-F238E27FC236}">
                    <a16:creationId xmlns:a16="http://schemas.microsoft.com/office/drawing/2014/main" id="{4F069773-4274-2355-D33B-9DEBEAE3C694}"/>
                  </a:ext>
                </a:extLst>
              </p:cNvPr>
              <p:cNvSpPr/>
              <p:nvPr/>
            </p:nvSpPr>
            <p:spPr>
              <a:xfrm>
                <a:off x="305362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0" name="ph2651">
                <a:extLst>
                  <a:ext uri="{FF2B5EF4-FFF2-40B4-BE49-F238E27FC236}">
                    <a16:creationId xmlns:a16="http://schemas.microsoft.com/office/drawing/2014/main" id="{6312FBB8-39CD-8AFA-6EAE-B98B8091F2C9}"/>
                  </a:ext>
                </a:extLst>
              </p:cNvPr>
              <p:cNvSpPr/>
              <p:nvPr/>
            </p:nvSpPr>
            <p:spPr>
              <a:xfrm>
                <a:off x="306306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1" name="ph2652">
                <a:extLst>
                  <a:ext uri="{FF2B5EF4-FFF2-40B4-BE49-F238E27FC236}">
                    <a16:creationId xmlns:a16="http://schemas.microsoft.com/office/drawing/2014/main" id="{25915FE4-9C4B-90C2-78F4-DEF20E620C23}"/>
                  </a:ext>
                </a:extLst>
              </p:cNvPr>
              <p:cNvSpPr/>
              <p:nvPr/>
            </p:nvSpPr>
            <p:spPr>
              <a:xfrm>
                <a:off x="307250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2" name="ph2653">
                <a:extLst>
                  <a:ext uri="{FF2B5EF4-FFF2-40B4-BE49-F238E27FC236}">
                    <a16:creationId xmlns:a16="http://schemas.microsoft.com/office/drawing/2014/main" id="{00BBC4BF-C9CC-F121-87FF-AE8F3EB05E67}"/>
                  </a:ext>
                </a:extLst>
              </p:cNvPr>
              <p:cNvSpPr/>
              <p:nvPr/>
            </p:nvSpPr>
            <p:spPr>
              <a:xfrm>
                <a:off x="308194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3" name="ph2654">
                <a:extLst>
                  <a:ext uri="{FF2B5EF4-FFF2-40B4-BE49-F238E27FC236}">
                    <a16:creationId xmlns:a16="http://schemas.microsoft.com/office/drawing/2014/main" id="{1C25C175-9787-B762-06C1-5FEE75C492EE}"/>
                  </a:ext>
                </a:extLst>
              </p:cNvPr>
              <p:cNvSpPr/>
              <p:nvPr/>
            </p:nvSpPr>
            <p:spPr>
              <a:xfrm>
                <a:off x="309138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4" name="ph2655">
                <a:extLst>
                  <a:ext uri="{FF2B5EF4-FFF2-40B4-BE49-F238E27FC236}">
                    <a16:creationId xmlns:a16="http://schemas.microsoft.com/office/drawing/2014/main" id="{D12423CD-CC19-58F2-1784-74E81D273A9A}"/>
                  </a:ext>
                </a:extLst>
              </p:cNvPr>
              <p:cNvSpPr/>
              <p:nvPr/>
            </p:nvSpPr>
            <p:spPr>
              <a:xfrm>
                <a:off x="310082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5" name="ph2656">
                <a:extLst>
                  <a:ext uri="{FF2B5EF4-FFF2-40B4-BE49-F238E27FC236}">
                    <a16:creationId xmlns:a16="http://schemas.microsoft.com/office/drawing/2014/main" id="{C541F9BD-C973-757D-637E-777CD6EB619B}"/>
                  </a:ext>
                </a:extLst>
              </p:cNvPr>
              <p:cNvSpPr/>
              <p:nvPr/>
            </p:nvSpPr>
            <p:spPr>
              <a:xfrm>
                <a:off x="311026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6" name="ph2657">
                <a:extLst>
                  <a:ext uri="{FF2B5EF4-FFF2-40B4-BE49-F238E27FC236}">
                    <a16:creationId xmlns:a16="http://schemas.microsoft.com/office/drawing/2014/main" id="{95E2B1A7-D098-3E0E-BE40-09F113D81510}"/>
                  </a:ext>
                </a:extLst>
              </p:cNvPr>
              <p:cNvSpPr/>
              <p:nvPr/>
            </p:nvSpPr>
            <p:spPr>
              <a:xfrm>
                <a:off x="311970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7" name="ph2658">
                <a:extLst>
                  <a:ext uri="{FF2B5EF4-FFF2-40B4-BE49-F238E27FC236}">
                    <a16:creationId xmlns:a16="http://schemas.microsoft.com/office/drawing/2014/main" id="{6D6B4016-9D45-2E6D-4E18-1BBDD7FFA893}"/>
                  </a:ext>
                </a:extLst>
              </p:cNvPr>
              <p:cNvSpPr/>
              <p:nvPr/>
            </p:nvSpPr>
            <p:spPr>
              <a:xfrm>
                <a:off x="312914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8" name="ph2659">
                <a:extLst>
                  <a:ext uri="{FF2B5EF4-FFF2-40B4-BE49-F238E27FC236}">
                    <a16:creationId xmlns:a16="http://schemas.microsoft.com/office/drawing/2014/main" id="{275A11FF-4B3E-57AC-CFA7-B8E31D730E8F}"/>
                  </a:ext>
                </a:extLst>
              </p:cNvPr>
              <p:cNvSpPr/>
              <p:nvPr/>
            </p:nvSpPr>
            <p:spPr>
              <a:xfrm>
                <a:off x="313858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9" name="ph2660">
                <a:extLst>
                  <a:ext uri="{FF2B5EF4-FFF2-40B4-BE49-F238E27FC236}">
                    <a16:creationId xmlns:a16="http://schemas.microsoft.com/office/drawing/2014/main" id="{A1D444B9-5601-EAB5-F1E2-5E6104F220DD}"/>
                  </a:ext>
                </a:extLst>
              </p:cNvPr>
              <p:cNvSpPr/>
              <p:nvPr/>
            </p:nvSpPr>
            <p:spPr>
              <a:xfrm>
                <a:off x="314802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0" name="ph2661">
                <a:extLst>
                  <a:ext uri="{FF2B5EF4-FFF2-40B4-BE49-F238E27FC236}">
                    <a16:creationId xmlns:a16="http://schemas.microsoft.com/office/drawing/2014/main" id="{EEEAEB7E-D3D2-4A8A-AE91-6F90FC2622B3}"/>
                  </a:ext>
                </a:extLst>
              </p:cNvPr>
              <p:cNvSpPr/>
              <p:nvPr/>
            </p:nvSpPr>
            <p:spPr>
              <a:xfrm>
                <a:off x="315746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1" name="ph2662">
                <a:extLst>
                  <a:ext uri="{FF2B5EF4-FFF2-40B4-BE49-F238E27FC236}">
                    <a16:creationId xmlns:a16="http://schemas.microsoft.com/office/drawing/2014/main" id="{829ECF97-259C-E08F-29FC-4730DC54B1EF}"/>
                  </a:ext>
                </a:extLst>
              </p:cNvPr>
              <p:cNvSpPr/>
              <p:nvPr/>
            </p:nvSpPr>
            <p:spPr>
              <a:xfrm>
                <a:off x="316690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2" name="ph2663">
                <a:extLst>
                  <a:ext uri="{FF2B5EF4-FFF2-40B4-BE49-F238E27FC236}">
                    <a16:creationId xmlns:a16="http://schemas.microsoft.com/office/drawing/2014/main" id="{198FAC51-C4AA-2F9F-ACD2-E492CC61C50F}"/>
                  </a:ext>
                </a:extLst>
              </p:cNvPr>
              <p:cNvSpPr/>
              <p:nvPr/>
            </p:nvSpPr>
            <p:spPr>
              <a:xfrm>
                <a:off x="317634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3" name="ph2664">
                <a:extLst>
                  <a:ext uri="{FF2B5EF4-FFF2-40B4-BE49-F238E27FC236}">
                    <a16:creationId xmlns:a16="http://schemas.microsoft.com/office/drawing/2014/main" id="{FE9B64EC-B6BB-C638-F494-EA3D464741B2}"/>
                  </a:ext>
                </a:extLst>
              </p:cNvPr>
              <p:cNvSpPr/>
              <p:nvPr/>
            </p:nvSpPr>
            <p:spPr>
              <a:xfrm>
                <a:off x="318578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4" name="ph2665">
                <a:extLst>
                  <a:ext uri="{FF2B5EF4-FFF2-40B4-BE49-F238E27FC236}">
                    <a16:creationId xmlns:a16="http://schemas.microsoft.com/office/drawing/2014/main" id="{C95CBBBF-55FD-268E-B2EC-E51CC8C87D99}"/>
                  </a:ext>
                </a:extLst>
              </p:cNvPr>
              <p:cNvSpPr/>
              <p:nvPr/>
            </p:nvSpPr>
            <p:spPr>
              <a:xfrm>
                <a:off x="319522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5" name="ph2666">
                <a:extLst>
                  <a:ext uri="{FF2B5EF4-FFF2-40B4-BE49-F238E27FC236}">
                    <a16:creationId xmlns:a16="http://schemas.microsoft.com/office/drawing/2014/main" id="{26F71F4C-1FB1-E0B3-D1F1-DF26B2ED97F6}"/>
                  </a:ext>
                </a:extLst>
              </p:cNvPr>
              <p:cNvSpPr/>
              <p:nvPr/>
            </p:nvSpPr>
            <p:spPr>
              <a:xfrm>
                <a:off x="320466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6" name="ph2667">
                <a:extLst>
                  <a:ext uri="{FF2B5EF4-FFF2-40B4-BE49-F238E27FC236}">
                    <a16:creationId xmlns:a16="http://schemas.microsoft.com/office/drawing/2014/main" id="{4FB148F9-8D2C-40FA-83C8-74863E8AABAA}"/>
                  </a:ext>
                </a:extLst>
              </p:cNvPr>
              <p:cNvSpPr/>
              <p:nvPr/>
            </p:nvSpPr>
            <p:spPr>
              <a:xfrm>
                <a:off x="321410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7" name="ph2668">
                <a:extLst>
                  <a:ext uri="{FF2B5EF4-FFF2-40B4-BE49-F238E27FC236}">
                    <a16:creationId xmlns:a16="http://schemas.microsoft.com/office/drawing/2014/main" id="{ADBD17C7-5171-7AA2-91F5-8ADD03B3BB01}"/>
                  </a:ext>
                </a:extLst>
              </p:cNvPr>
              <p:cNvSpPr/>
              <p:nvPr/>
            </p:nvSpPr>
            <p:spPr>
              <a:xfrm>
                <a:off x="322354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8" name="ph2669">
                <a:extLst>
                  <a:ext uri="{FF2B5EF4-FFF2-40B4-BE49-F238E27FC236}">
                    <a16:creationId xmlns:a16="http://schemas.microsoft.com/office/drawing/2014/main" id="{C31F4145-B3B9-4983-E46B-656005C24491}"/>
                  </a:ext>
                </a:extLst>
              </p:cNvPr>
              <p:cNvSpPr/>
              <p:nvPr/>
            </p:nvSpPr>
            <p:spPr>
              <a:xfrm>
                <a:off x="323298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9" name="ph2670">
                <a:extLst>
                  <a:ext uri="{FF2B5EF4-FFF2-40B4-BE49-F238E27FC236}">
                    <a16:creationId xmlns:a16="http://schemas.microsoft.com/office/drawing/2014/main" id="{77F5DC3B-B087-20C3-963B-C8047220E897}"/>
                  </a:ext>
                </a:extLst>
              </p:cNvPr>
              <p:cNvSpPr/>
              <p:nvPr/>
            </p:nvSpPr>
            <p:spPr>
              <a:xfrm>
                <a:off x="324242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0" name="ph2671">
                <a:extLst>
                  <a:ext uri="{FF2B5EF4-FFF2-40B4-BE49-F238E27FC236}">
                    <a16:creationId xmlns:a16="http://schemas.microsoft.com/office/drawing/2014/main" id="{B2237CA5-19FF-5CE8-C839-58B006CCB3C9}"/>
                  </a:ext>
                </a:extLst>
              </p:cNvPr>
              <p:cNvSpPr/>
              <p:nvPr/>
            </p:nvSpPr>
            <p:spPr>
              <a:xfrm>
                <a:off x="325187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1" name="ph2672">
                <a:extLst>
                  <a:ext uri="{FF2B5EF4-FFF2-40B4-BE49-F238E27FC236}">
                    <a16:creationId xmlns:a16="http://schemas.microsoft.com/office/drawing/2014/main" id="{EB25D248-35BA-1CDB-4078-2340FA9DC3CD}"/>
                  </a:ext>
                </a:extLst>
              </p:cNvPr>
              <p:cNvSpPr/>
              <p:nvPr/>
            </p:nvSpPr>
            <p:spPr>
              <a:xfrm>
                <a:off x="326131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2" name="ph2673">
                <a:extLst>
                  <a:ext uri="{FF2B5EF4-FFF2-40B4-BE49-F238E27FC236}">
                    <a16:creationId xmlns:a16="http://schemas.microsoft.com/office/drawing/2014/main" id="{846CFCD6-04F3-A831-B378-FF9AF92E8FA2}"/>
                  </a:ext>
                </a:extLst>
              </p:cNvPr>
              <p:cNvSpPr/>
              <p:nvPr/>
            </p:nvSpPr>
            <p:spPr>
              <a:xfrm>
                <a:off x="327075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3" name="ph2674">
                <a:extLst>
                  <a:ext uri="{FF2B5EF4-FFF2-40B4-BE49-F238E27FC236}">
                    <a16:creationId xmlns:a16="http://schemas.microsoft.com/office/drawing/2014/main" id="{2ABE36BF-CBC0-211A-EE28-00DA359B18FA}"/>
                  </a:ext>
                </a:extLst>
              </p:cNvPr>
              <p:cNvSpPr/>
              <p:nvPr/>
            </p:nvSpPr>
            <p:spPr>
              <a:xfrm>
                <a:off x="328019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4" name="ph2675">
                <a:extLst>
                  <a:ext uri="{FF2B5EF4-FFF2-40B4-BE49-F238E27FC236}">
                    <a16:creationId xmlns:a16="http://schemas.microsoft.com/office/drawing/2014/main" id="{5EC635AF-81BA-FED2-23F4-EDA83E17AE38}"/>
                  </a:ext>
                </a:extLst>
              </p:cNvPr>
              <p:cNvSpPr/>
              <p:nvPr/>
            </p:nvSpPr>
            <p:spPr>
              <a:xfrm>
                <a:off x="328963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5" name="ph2676">
                <a:extLst>
                  <a:ext uri="{FF2B5EF4-FFF2-40B4-BE49-F238E27FC236}">
                    <a16:creationId xmlns:a16="http://schemas.microsoft.com/office/drawing/2014/main" id="{2731D78D-4732-69A8-2648-665DB6E9DBC3}"/>
                  </a:ext>
                </a:extLst>
              </p:cNvPr>
              <p:cNvSpPr/>
              <p:nvPr/>
            </p:nvSpPr>
            <p:spPr>
              <a:xfrm>
                <a:off x="329907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6" name="ph2677">
                <a:extLst>
                  <a:ext uri="{FF2B5EF4-FFF2-40B4-BE49-F238E27FC236}">
                    <a16:creationId xmlns:a16="http://schemas.microsoft.com/office/drawing/2014/main" id="{3FA1FE1B-E3A0-8365-8025-51734A99FBFD}"/>
                  </a:ext>
                </a:extLst>
              </p:cNvPr>
              <p:cNvSpPr/>
              <p:nvPr/>
            </p:nvSpPr>
            <p:spPr>
              <a:xfrm>
                <a:off x="330851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7" name="ph2678">
                <a:extLst>
                  <a:ext uri="{FF2B5EF4-FFF2-40B4-BE49-F238E27FC236}">
                    <a16:creationId xmlns:a16="http://schemas.microsoft.com/office/drawing/2014/main" id="{D8F28076-02A9-5D78-A4C0-DAB5B0F0F00B}"/>
                  </a:ext>
                </a:extLst>
              </p:cNvPr>
              <p:cNvSpPr/>
              <p:nvPr/>
            </p:nvSpPr>
            <p:spPr>
              <a:xfrm>
                <a:off x="331795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8" name="ph2679">
                <a:extLst>
                  <a:ext uri="{FF2B5EF4-FFF2-40B4-BE49-F238E27FC236}">
                    <a16:creationId xmlns:a16="http://schemas.microsoft.com/office/drawing/2014/main" id="{2ED974B7-E1F1-5DA9-B13F-846B04592FEC}"/>
                  </a:ext>
                </a:extLst>
              </p:cNvPr>
              <p:cNvSpPr/>
              <p:nvPr/>
            </p:nvSpPr>
            <p:spPr>
              <a:xfrm>
                <a:off x="332739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9" name="ph2680">
                <a:extLst>
                  <a:ext uri="{FF2B5EF4-FFF2-40B4-BE49-F238E27FC236}">
                    <a16:creationId xmlns:a16="http://schemas.microsoft.com/office/drawing/2014/main" id="{18C8F2B7-2901-012B-0D65-DF7D5BB2B84A}"/>
                  </a:ext>
                </a:extLst>
              </p:cNvPr>
              <p:cNvSpPr/>
              <p:nvPr/>
            </p:nvSpPr>
            <p:spPr>
              <a:xfrm>
                <a:off x="333683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0" name="ph2681">
                <a:extLst>
                  <a:ext uri="{FF2B5EF4-FFF2-40B4-BE49-F238E27FC236}">
                    <a16:creationId xmlns:a16="http://schemas.microsoft.com/office/drawing/2014/main" id="{1FA7B2FB-06FC-9796-B22D-07AAAD2981C7}"/>
                  </a:ext>
                </a:extLst>
              </p:cNvPr>
              <p:cNvSpPr/>
              <p:nvPr/>
            </p:nvSpPr>
            <p:spPr>
              <a:xfrm>
                <a:off x="334627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1" name="ph2682">
                <a:extLst>
                  <a:ext uri="{FF2B5EF4-FFF2-40B4-BE49-F238E27FC236}">
                    <a16:creationId xmlns:a16="http://schemas.microsoft.com/office/drawing/2014/main" id="{5D65A2BF-E46C-6BF3-D276-1F5C08405995}"/>
                  </a:ext>
                </a:extLst>
              </p:cNvPr>
              <p:cNvSpPr/>
              <p:nvPr/>
            </p:nvSpPr>
            <p:spPr>
              <a:xfrm>
                <a:off x="335571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2" name="ph2683">
                <a:extLst>
                  <a:ext uri="{FF2B5EF4-FFF2-40B4-BE49-F238E27FC236}">
                    <a16:creationId xmlns:a16="http://schemas.microsoft.com/office/drawing/2014/main" id="{57F8C2BB-0A1F-B324-0F54-7A2E585182ED}"/>
                  </a:ext>
                </a:extLst>
              </p:cNvPr>
              <p:cNvSpPr/>
              <p:nvPr/>
            </p:nvSpPr>
            <p:spPr>
              <a:xfrm>
                <a:off x="3365153" y="223807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35"/>
                    </a:lnTo>
                    <a:lnTo>
                      <a:pt x="923753" y="912796"/>
                    </a:lnTo>
                    <a:lnTo>
                      <a:pt x="923318" y="914400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3" name="ph2684">
                <a:extLst>
                  <a:ext uri="{FF2B5EF4-FFF2-40B4-BE49-F238E27FC236}">
                    <a16:creationId xmlns:a16="http://schemas.microsoft.com/office/drawing/2014/main" id="{07DC5498-6D77-4637-608F-6353094B0570}"/>
                  </a:ext>
                </a:extLst>
              </p:cNvPr>
              <p:cNvSpPr/>
              <p:nvPr/>
            </p:nvSpPr>
            <p:spPr>
              <a:xfrm>
                <a:off x="3374593" y="2220501"/>
                <a:ext cx="918047" cy="930005"/>
              </a:xfrm>
              <a:custGeom>
                <a:avLst/>
                <a:gdLst/>
                <a:ahLst/>
                <a:cxnLst/>
                <a:rect l="0" t="0" r="0" b="0"/>
                <a:pathLst>
                  <a:path w="918047" h="930005">
                    <a:moveTo>
                      <a:pt x="914400" y="914400"/>
                    </a:moveTo>
                    <a:lnTo>
                      <a:pt x="918047" y="914400"/>
                    </a:lnTo>
                    <a:lnTo>
                      <a:pt x="917633" y="916231"/>
                    </a:lnTo>
                    <a:lnTo>
                      <a:pt x="917055" y="918797"/>
                    </a:lnTo>
                    <a:lnTo>
                      <a:pt x="916473" y="921377"/>
                    </a:lnTo>
                    <a:lnTo>
                      <a:pt x="914400" y="930005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4" name="ph2685">
                <a:extLst>
                  <a:ext uri="{FF2B5EF4-FFF2-40B4-BE49-F238E27FC236}">
                    <a16:creationId xmlns:a16="http://schemas.microsoft.com/office/drawing/2014/main" id="{3F9C185F-E7E9-00BE-359F-C832F32EAF9C}"/>
                  </a:ext>
                </a:extLst>
              </p:cNvPr>
              <p:cNvSpPr/>
              <p:nvPr/>
            </p:nvSpPr>
            <p:spPr>
              <a:xfrm>
                <a:off x="2421129" y="220293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4110" y="931936"/>
                    </a:lnTo>
                    <a:lnTo>
                      <a:pt x="913329" y="930199"/>
                    </a:lnTo>
                    <a:lnTo>
                      <a:pt x="912547" y="928462"/>
                    </a:lnTo>
                    <a:lnTo>
                      <a:pt x="911766" y="926725"/>
                    </a:lnTo>
                    <a:lnTo>
                      <a:pt x="910984" y="924988"/>
                    </a:lnTo>
                    <a:lnTo>
                      <a:pt x="910202" y="923251"/>
                    </a:lnTo>
                    <a:lnTo>
                      <a:pt x="909420" y="921514"/>
                    </a:lnTo>
                    <a:lnTo>
                      <a:pt x="908637" y="919777"/>
                    </a:lnTo>
                    <a:lnTo>
                      <a:pt x="907854" y="918040"/>
                    </a:lnTo>
                    <a:lnTo>
                      <a:pt x="907071" y="916303"/>
                    </a:lnTo>
                    <a:lnTo>
                      <a:pt x="906288" y="914567"/>
                    </a:lnTo>
                    <a:lnTo>
                      <a:pt x="906213" y="914400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5" name="ph2686">
                <a:extLst>
                  <a:ext uri="{FF2B5EF4-FFF2-40B4-BE49-F238E27FC236}">
                    <a16:creationId xmlns:a16="http://schemas.microsoft.com/office/drawing/2014/main" id="{31620CFC-16FE-4CE0-4392-420E4DC45C6F}"/>
                  </a:ext>
                </a:extLst>
              </p:cNvPr>
              <p:cNvSpPr/>
              <p:nvPr/>
            </p:nvSpPr>
            <p:spPr>
              <a:xfrm>
                <a:off x="242112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6" name="ph2687">
                <a:extLst>
                  <a:ext uri="{FF2B5EF4-FFF2-40B4-BE49-F238E27FC236}">
                    <a16:creationId xmlns:a16="http://schemas.microsoft.com/office/drawing/2014/main" id="{83F37B9A-C654-4120-F86E-97971E353E53}"/>
                  </a:ext>
                </a:extLst>
              </p:cNvPr>
              <p:cNvSpPr/>
              <p:nvPr/>
            </p:nvSpPr>
            <p:spPr>
              <a:xfrm>
                <a:off x="243056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7" name="ph2688">
                <a:extLst>
                  <a:ext uri="{FF2B5EF4-FFF2-40B4-BE49-F238E27FC236}">
                    <a16:creationId xmlns:a16="http://schemas.microsoft.com/office/drawing/2014/main" id="{25433E15-EB6A-0085-27AE-1FA494AF4400}"/>
                  </a:ext>
                </a:extLst>
              </p:cNvPr>
              <p:cNvSpPr/>
              <p:nvPr/>
            </p:nvSpPr>
            <p:spPr>
              <a:xfrm>
                <a:off x="244000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8" name="ph2689">
                <a:extLst>
                  <a:ext uri="{FF2B5EF4-FFF2-40B4-BE49-F238E27FC236}">
                    <a16:creationId xmlns:a16="http://schemas.microsoft.com/office/drawing/2014/main" id="{ED1A585D-BBE8-910D-6B46-B3648460B150}"/>
                  </a:ext>
                </a:extLst>
              </p:cNvPr>
              <p:cNvSpPr/>
              <p:nvPr/>
            </p:nvSpPr>
            <p:spPr>
              <a:xfrm>
                <a:off x="244944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9" name="ph2690">
                <a:extLst>
                  <a:ext uri="{FF2B5EF4-FFF2-40B4-BE49-F238E27FC236}">
                    <a16:creationId xmlns:a16="http://schemas.microsoft.com/office/drawing/2014/main" id="{55C7B737-5A58-24A3-E454-8C1F5123146C}"/>
                  </a:ext>
                </a:extLst>
              </p:cNvPr>
              <p:cNvSpPr/>
              <p:nvPr/>
            </p:nvSpPr>
            <p:spPr>
              <a:xfrm>
                <a:off x="245889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0" name="ph2691">
                <a:extLst>
                  <a:ext uri="{FF2B5EF4-FFF2-40B4-BE49-F238E27FC236}">
                    <a16:creationId xmlns:a16="http://schemas.microsoft.com/office/drawing/2014/main" id="{A02469CA-804E-48BD-39D4-7CAEF34F4D5A}"/>
                  </a:ext>
                </a:extLst>
              </p:cNvPr>
              <p:cNvSpPr/>
              <p:nvPr/>
            </p:nvSpPr>
            <p:spPr>
              <a:xfrm>
                <a:off x="246833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1" name="ph2692">
                <a:extLst>
                  <a:ext uri="{FF2B5EF4-FFF2-40B4-BE49-F238E27FC236}">
                    <a16:creationId xmlns:a16="http://schemas.microsoft.com/office/drawing/2014/main" id="{20F5F895-4822-4FAF-64D8-D1A244E72360}"/>
                  </a:ext>
                </a:extLst>
              </p:cNvPr>
              <p:cNvSpPr/>
              <p:nvPr/>
            </p:nvSpPr>
            <p:spPr>
              <a:xfrm>
                <a:off x="247777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2" name="ph2693">
                <a:extLst>
                  <a:ext uri="{FF2B5EF4-FFF2-40B4-BE49-F238E27FC236}">
                    <a16:creationId xmlns:a16="http://schemas.microsoft.com/office/drawing/2014/main" id="{9CF8D244-F33A-C3B7-4ED0-1085736FC751}"/>
                  </a:ext>
                </a:extLst>
              </p:cNvPr>
              <p:cNvSpPr/>
              <p:nvPr/>
            </p:nvSpPr>
            <p:spPr>
              <a:xfrm>
                <a:off x="248721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3" name="ph2694">
                <a:extLst>
                  <a:ext uri="{FF2B5EF4-FFF2-40B4-BE49-F238E27FC236}">
                    <a16:creationId xmlns:a16="http://schemas.microsoft.com/office/drawing/2014/main" id="{8A7E7F72-E6E6-3CD7-7E4A-92FBADE221A3}"/>
                  </a:ext>
                </a:extLst>
              </p:cNvPr>
              <p:cNvSpPr/>
              <p:nvPr/>
            </p:nvSpPr>
            <p:spPr>
              <a:xfrm>
                <a:off x="249665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4" name="ph2695">
                <a:extLst>
                  <a:ext uri="{FF2B5EF4-FFF2-40B4-BE49-F238E27FC236}">
                    <a16:creationId xmlns:a16="http://schemas.microsoft.com/office/drawing/2014/main" id="{279F291C-DB10-1B08-559E-69D534BA3D39}"/>
                  </a:ext>
                </a:extLst>
              </p:cNvPr>
              <p:cNvSpPr/>
              <p:nvPr/>
            </p:nvSpPr>
            <p:spPr>
              <a:xfrm>
                <a:off x="250609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5" name="ph2696">
                <a:extLst>
                  <a:ext uri="{FF2B5EF4-FFF2-40B4-BE49-F238E27FC236}">
                    <a16:creationId xmlns:a16="http://schemas.microsoft.com/office/drawing/2014/main" id="{412E9138-8547-DB09-2D0E-4F0154700C17}"/>
                  </a:ext>
                </a:extLst>
              </p:cNvPr>
              <p:cNvSpPr/>
              <p:nvPr/>
            </p:nvSpPr>
            <p:spPr>
              <a:xfrm>
                <a:off x="251553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6" name="ph2697">
                <a:extLst>
                  <a:ext uri="{FF2B5EF4-FFF2-40B4-BE49-F238E27FC236}">
                    <a16:creationId xmlns:a16="http://schemas.microsoft.com/office/drawing/2014/main" id="{AA351ABB-B9B2-8997-95E5-F471EFB1DD3F}"/>
                  </a:ext>
                </a:extLst>
              </p:cNvPr>
              <p:cNvSpPr/>
              <p:nvPr/>
            </p:nvSpPr>
            <p:spPr>
              <a:xfrm>
                <a:off x="252497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7" name="ph2698">
                <a:extLst>
                  <a:ext uri="{FF2B5EF4-FFF2-40B4-BE49-F238E27FC236}">
                    <a16:creationId xmlns:a16="http://schemas.microsoft.com/office/drawing/2014/main" id="{38F33B26-19AE-1CDD-BA6F-3C95A508437F}"/>
                  </a:ext>
                </a:extLst>
              </p:cNvPr>
              <p:cNvSpPr/>
              <p:nvPr/>
            </p:nvSpPr>
            <p:spPr>
              <a:xfrm>
                <a:off x="253441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8" name="ph2699">
                <a:extLst>
                  <a:ext uri="{FF2B5EF4-FFF2-40B4-BE49-F238E27FC236}">
                    <a16:creationId xmlns:a16="http://schemas.microsoft.com/office/drawing/2014/main" id="{40BBF1A6-3CF2-88F8-450E-866FDEE865E2}"/>
                  </a:ext>
                </a:extLst>
              </p:cNvPr>
              <p:cNvSpPr/>
              <p:nvPr/>
            </p:nvSpPr>
            <p:spPr>
              <a:xfrm>
                <a:off x="254385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9" name="ph2700">
                <a:extLst>
                  <a:ext uri="{FF2B5EF4-FFF2-40B4-BE49-F238E27FC236}">
                    <a16:creationId xmlns:a16="http://schemas.microsoft.com/office/drawing/2014/main" id="{EB9FE089-EF7F-FCBF-1254-4A98FF85D051}"/>
                  </a:ext>
                </a:extLst>
              </p:cNvPr>
              <p:cNvSpPr/>
              <p:nvPr/>
            </p:nvSpPr>
            <p:spPr>
              <a:xfrm>
                <a:off x="255329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0" name="ph2701">
                <a:extLst>
                  <a:ext uri="{FF2B5EF4-FFF2-40B4-BE49-F238E27FC236}">
                    <a16:creationId xmlns:a16="http://schemas.microsoft.com/office/drawing/2014/main" id="{28B804B5-B7C1-AC70-96D3-DA1F29B4636C}"/>
                  </a:ext>
                </a:extLst>
              </p:cNvPr>
              <p:cNvSpPr/>
              <p:nvPr/>
            </p:nvSpPr>
            <p:spPr>
              <a:xfrm>
                <a:off x="256273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1" name="ph2702">
                <a:extLst>
                  <a:ext uri="{FF2B5EF4-FFF2-40B4-BE49-F238E27FC236}">
                    <a16:creationId xmlns:a16="http://schemas.microsoft.com/office/drawing/2014/main" id="{70EC894B-9B7E-2A96-12E8-ADA08241C6B7}"/>
                  </a:ext>
                </a:extLst>
              </p:cNvPr>
              <p:cNvSpPr/>
              <p:nvPr/>
            </p:nvSpPr>
            <p:spPr>
              <a:xfrm>
                <a:off x="257217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2" name="ph2703">
                <a:extLst>
                  <a:ext uri="{FF2B5EF4-FFF2-40B4-BE49-F238E27FC236}">
                    <a16:creationId xmlns:a16="http://schemas.microsoft.com/office/drawing/2014/main" id="{5991A2DF-D999-166B-3D2A-2FB554C349E2}"/>
                  </a:ext>
                </a:extLst>
              </p:cNvPr>
              <p:cNvSpPr/>
              <p:nvPr/>
            </p:nvSpPr>
            <p:spPr>
              <a:xfrm>
                <a:off x="258161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3" name="ph2704">
                <a:extLst>
                  <a:ext uri="{FF2B5EF4-FFF2-40B4-BE49-F238E27FC236}">
                    <a16:creationId xmlns:a16="http://schemas.microsoft.com/office/drawing/2014/main" id="{EB81A373-D2FC-9B6B-8B1B-61DBBC4F0EF6}"/>
                  </a:ext>
                </a:extLst>
              </p:cNvPr>
              <p:cNvSpPr/>
              <p:nvPr/>
            </p:nvSpPr>
            <p:spPr>
              <a:xfrm>
                <a:off x="259105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4" name="ph2705">
                <a:extLst>
                  <a:ext uri="{FF2B5EF4-FFF2-40B4-BE49-F238E27FC236}">
                    <a16:creationId xmlns:a16="http://schemas.microsoft.com/office/drawing/2014/main" id="{26F7B1BA-B4E5-35AD-35AA-0819F36D1EB8}"/>
                  </a:ext>
                </a:extLst>
              </p:cNvPr>
              <p:cNvSpPr/>
              <p:nvPr/>
            </p:nvSpPr>
            <p:spPr>
              <a:xfrm>
                <a:off x="260049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5" name="ph2706">
                <a:extLst>
                  <a:ext uri="{FF2B5EF4-FFF2-40B4-BE49-F238E27FC236}">
                    <a16:creationId xmlns:a16="http://schemas.microsoft.com/office/drawing/2014/main" id="{AF5C9804-D6EF-235C-FB73-113DECEE2B2F}"/>
                  </a:ext>
                </a:extLst>
              </p:cNvPr>
              <p:cNvSpPr/>
              <p:nvPr/>
            </p:nvSpPr>
            <p:spPr>
              <a:xfrm>
                <a:off x="260993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6" name="ph2707">
                <a:extLst>
                  <a:ext uri="{FF2B5EF4-FFF2-40B4-BE49-F238E27FC236}">
                    <a16:creationId xmlns:a16="http://schemas.microsoft.com/office/drawing/2014/main" id="{E10A5C37-8582-6140-573E-44487EFC17BC}"/>
                  </a:ext>
                </a:extLst>
              </p:cNvPr>
              <p:cNvSpPr/>
              <p:nvPr/>
            </p:nvSpPr>
            <p:spPr>
              <a:xfrm>
                <a:off x="261937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7" name="ph2708">
                <a:extLst>
                  <a:ext uri="{FF2B5EF4-FFF2-40B4-BE49-F238E27FC236}">
                    <a16:creationId xmlns:a16="http://schemas.microsoft.com/office/drawing/2014/main" id="{E1256904-D877-14B9-173E-A8A0BFD2A883}"/>
                  </a:ext>
                </a:extLst>
              </p:cNvPr>
              <p:cNvSpPr/>
              <p:nvPr/>
            </p:nvSpPr>
            <p:spPr>
              <a:xfrm>
                <a:off x="262881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8" name="ph2709">
                <a:extLst>
                  <a:ext uri="{FF2B5EF4-FFF2-40B4-BE49-F238E27FC236}">
                    <a16:creationId xmlns:a16="http://schemas.microsoft.com/office/drawing/2014/main" id="{97666C0E-3C2E-2D65-1BA8-81C1278D516D}"/>
                  </a:ext>
                </a:extLst>
              </p:cNvPr>
              <p:cNvSpPr/>
              <p:nvPr/>
            </p:nvSpPr>
            <p:spPr>
              <a:xfrm>
                <a:off x="263825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9" name="ph2710">
                <a:extLst>
                  <a:ext uri="{FF2B5EF4-FFF2-40B4-BE49-F238E27FC236}">
                    <a16:creationId xmlns:a16="http://schemas.microsoft.com/office/drawing/2014/main" id="{D15F8296-99BA-343F-92CF-23B6EC113DB8}"/>
                  </a:ext>
                </a:extLst>
              </p:cNvPr>
              <p:cNvSpPr/>
              <p:nvPr/>
            </p:nvSpPr>
            <p:spPr>
              <a:xfrm>
                <a:off x="264769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0" name="ph2711">
                <a:extLst>
                  <a:ext uri="{FF2B5EF4-FFF2-40B4-BE49-F238E27FC236}">
                    <a16:creationId xmlns:a16="http://schemas.microsoft.com/office/drawing/2014/main" id="{470300C0-208B-A143-8491-0CBC7551C18A}"/>
                  </a:ext>
                </a:extLst>
              </p:cNvPr>
              <p:cNvSpPr/>
              <p:nvPr/>
            </p:nvSpPr>
            <p:spPr>
              <a:xfrm>
                <a:off x="265713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1" name="ph2712">
                <a:extLst>
                  <a:ext uri="{FF2B5EF4-FFF2-40B4-BE49-F238E27FC236}">
                    <a16:creationId xmlns:a16="http://schemas.microsoft.com/office/drawing/2014/main" id="{D9D8A483-1C74-FA04-AA37-974847E2DC8C}"/>
                  </a:ext>
                </a:extLst>
              </p:cNvPr>
              <p:cNvSpPr/>
              <p:nvPr/>
            </p:nvSpPr>
            <p:spPr>
              <a:xfrm>
                <a:off x="266657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2" name="ph2713">
                <a:extLst>
                  <a:ext uri="{FF2B5EF4-FFF2-40B4-BE49-F238E27FC236}">
                    <a16:creationId xmlns:a16="http://schemas.microsoft.com/office/drawing/2014/main" id="{144827C8-5BF3-CD6C-C92D-7A7DC1A9F469}"/>
                  </a:ext>
                </a:extLst>
              </p:cNvPr>
              <p:cNvSpPr/>
              <p:nvPr/>
            </p:nvSpPr>
            <p:spPr>
              <a:xfrm>
                <a:off x="267601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3" name="ph2714">
                <a:extLst>
                  <a:ext uri="{FF2B5EF4-FFF2-40B4-BE49-F238E27FC236}">
                    <a16:creationId xmlns:a16="http://schemas.microsoft.com/office/drawing/2014/main" id="{DA239FC9-5656-19A5-A989-65A6176D2547}"/>
                  </a:ext>
                </a:extLst>
              </p:cNvPr>
              <p:cNvSpPr/>
              <p:nvPr/>
            </p:nvSpPr>
            <p:spPr>
              <a:xfrm>
                <a:off x="268545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4" name="ph2715">
                <a:extLst>
                  <a:ext uri="{FF2B5EF4-FFF2-40B4-BE49-F238E27FC236}">
                    <a16:creationId xmlns:a16="http://schemas.microsoft.com/office/drawing/2014/main" id="{7FE1EBF9-271D-0875-5C38-28335144FB5F}"/>
                  </a:ext>
                </a:extLst>
              </p:cNvPr>
              <p:cNvSpPr/>
              <p:nvPr/>
            </p:nvSpPr>
            <p:spPr>
              <a:xfrm>
                <a:off x="269489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5" name="ph2716">
                <a:extLst>
                  <a:ext uri="{FF2B5EF4-FFF2-40B4-BE49-F238E27FC236}">
                    <a16:creationId xmlns:a16="http://schemas.microsoft.com/office/drawing/2014/main" id="{4603C065-7231-3548-D67A-405104B2C82E}"/>
                  </a:ext>
                </a:extLst>
              </p:cNvPr>
              <p:cNvSpPr/>
              <p:nvPr/>
            </p:nvSpPr>
            <p:spPr>
              <a:xfrm>
                <a:off x="270433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6" name="ph2717">
                <a:extLst>
                  <a:ext uri="{FF2B5EF4-FFF2-40B4-BE49-F238E27FC236}">
                    <a16:creationId xmlns:a16="http://schemas.microsoft.com/office/drawing/2014/main" id="{82FC4E90-8BD9-C4C7-C18F-5AA52FE59998}"/>
                  </a:ext>
                </a:extLst>
              </p:cNvPr>
              <p:cNvSpPr/>
              <p:nvPr/>
            </p:nvSpPr>
            <p:spPr>
              <a:xfrm>
                <a:off x="271377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7" name="ph2718">
                <a:extLst>
                  <a:ext uri="{FF2B5EF4-FFF2-40B4-BE49-F238E27FC236}">
                    <a16:creationId xmlns:a16="http://schemas.microsoft.com/office/drawing/2014/main" id="{83867876-F800-C022-E1EB-EA1D17D7CFF1}"/>
                  </a:ext>
                </a:extLst>
              </p:cNvPr>
              <p:cNvSpPr/>
              <p:nvPr/>
            </p:nvSpPr>
            <p:spPr>
              <a:xfrm>
                <a:off x="2723216" y="2220501"/>
                <a:ext cx="9170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0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315" y="896830"/>
                    </a:lnTo>
                    <a:lnTo>
                      <a:pt x="916289" y="905596"/>
                    </a:lnTo>
                    <a:lnTo>
                      <a:pt x="917008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8" name="ph2719">
                <a:extLst>
                  <a:ext uri="{FF2B5EF4-FFF2-40B4-BE49-F238E27FC236}">
                    <a16:creationId xmlns:a16="http://schemas.microsoft.com/office/drawing/2014/main" id="{75DFDF1E-12F1-C0D9-299A-15F9E24BD00E}"/>
                  </a:ext>
                </a:extLst>
              </p:cNvPr>
              <p:cNvSpPr/>
              <p:nvPr/>
            </p:nvSpPr>
            <p:spPr>
              <a:xfrm>
                <a:off x="2883700" y="222050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7312" y="914400"/>
                    </a:lnTo>
                    <a:lnTo>
                      <a:pt x="907545" y="914225"/>
                    </a:lnTo>
                    <a:lnTo>
                      <a:pt x="907799" y="914036"/>
                    </a:lnTo>
                    <a:lnTo>
                      <a:pt x="908053" y="913846"/>
                    </a:lnTo>
                    <a:lnTo>
                      <a:pt x="908307" y="913657"/>
                    </a:lnTo>
                    <a:lnTo>
                      <a:pt x="908561" y="913467"/>
                    </a:lnTo>
                    <a:lnTo>
                      <a:pt x="908814" y="913277"/>
                    </a:lnTo>
                    <a:lnTo>
                      <a:pt x="909068" y="913088"/>
                    </a:lnTo>
                    <a:lnTo>
                      <a:pt x="909322" y="912898"/>
                    </a:lnTo>
                    <a:lnTo>
                      <a:pt x="909576" y="912709"/>
                    </a:lnTo>
                    <a:lnTo>
                      <a:pt x="909830" y="912519"/>
                    </a:lnTo>
                    <a:lnTo>
                      <a:pt x="910084" y="912330"/>
                    </a:lnTo>
                    <a:lnTo>
                      <a:pt x="910338" y="912140"/>
                    </a:lnTo>
                    <a:lnTo>
                      <a:pt x="910592" y="911950"/>
                    </a:lnTo>
                    <a:lnTo>
                      <a:pt x="910846" y="911761"/>
                    </a:lnTo>
                    <a:lnTo>
                      <a:pt x="911100" y="911571"/>
                    </a:lnTo>
                    <a:lnTo>
                      <a:pt x="911354" y="911382"/>
                    </a:lnTo>
                    <a:lnTo>
                      <a:pt x="911608" y="911192"/>
                    </a:lnTo>
                    <a:lnTo>
                      <a:pt x="914399" y="909215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9" name="ph2720">
                <a:extLst>
                  <a:ext uri="{FF2B5EF4-FFF2-40B4-BE49-F238E27FC236}">
                    <a16:creationId xmlns:a16="http://schemas.microsoft.com/office/drawing/2014/main" id="{30A2DF3B-92C0-C065-821C-CBF9EF7CD9C4}"/>
                  </a:ext>
                </a:extLst>
              </p:cNvPr>
              <p:cNvSpPr/>
              <p:nvPr/>
            </p:nvSpPr>
            <p:spPr>
              <a:xfrm>
                <a:off x="2893141" y="222050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215"/>
                    </a:lnTo>
                    <a:lnTo>
                      <a:pt x="905162" y="908913"/>
                    </a:lnTo>
                    <a:lnTo>
                      <a:pt x="909969" y="902483"/>
                    </a:lnTo>
                    <a:lnTo>
                      <a:pt x="914400" y="897187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0" name="ph2721">
                <a:extLst>
                  <a:ext uri="{FF2B5EF4-FFF2-40B4-BE49-F238E27FC236}">
                    <a16:creationId xmlns:a16="http://schemas.microsoft.com/office/drawing/2014/main" id="{3A690FDF-AD13-9AE1-1DD3-EE4634FB95D1}"/>
                  </a:ext>
                </a:extLst>
              </p:cNvPr>
              <p:cNvSpPr/>
              <p:nvPr/>
            </p:nvSpPr>
            <p:spPr>
              <a:xfrm>
                <a:off x="2902581" y="220293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57"/>
                    </a:lnTo>
                    <a:lnTo>
                      <a:pt x="905258" y="91440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1" name="ph2722">
                <a:extLst>
                  <a:ext uri="{FF2B5EF4-FFF2-40B4-BE49-F238E27FC236}">
                    <a16:creationId xmlns:a16="http://schemas.microsoft.com/office/drawing/2014/main" id="{81D11965-A0EF-6126-694F-1004F5C67703}"/>
                  </a:ext>
                </a:extLst>
              </p:cNvPr>
              <p:cNvSpPr/>
              <p:nvPr/>
            </p:nvSpPr>
            <p:spPr>
              <a:xfrm>
                <a:off x="290258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2" name="ph2723">
                <a:extLst>
                  <a:ext uri="{FF2B5EF4-FFF2-40B4-BE49-F238E27FC236}">
                    <a16:creationId xmlns:a16="http://schemas.microsoft.com/office/drawing/2014/main" id="{74E1552D-9D3E-620C-EC6B-652E568482BF}"/>
                  </a:ext>
                </a:extLst>
              </p:cNvPr>
              <p:cNvSpPr/>
              <p:nvPr/>
            </p:nvSpPr>
            <p:spPr>
              <a:xfrm>
                <a:off x="291202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3" name="ph2724">
                <a:extLst>
                  <a:ext uri="{FF2B5EF4-FFF2-40B4-BE49-F238E27FC236}">
                    <a16:creationId xmlns:a16="http://schemas.microsoft.com/office/drawing/2014/main" id="{C2D1916C-155D-A5F4-0B18-CA7A1E66EE1C}"/>
                  </a:ext>
                </a:extLst>
              </p:cNvPr>
              <p:cNvSpPr/>
              <p:nvPr/>
            </p:nvSpPr>
            <p:spPr>
              <a:xfrm>
                <a:off x="292146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4" name="ph2725">
                <a:extLst>
                  <a:ext uri="{FF2B5EF4-FFF2-40B4-BE49-F238E27FC236}">
                    <a16:creationId xmlns:a16="http://schemas.microsoft.com/office/drawing/2014/main" id="{531FB0C1-A262-B8DC-DBF0-734046A1C57D}"/>
                  </a:ext>
                </a:extLst>
              </p:cNvPr>
              <p:cNvSpPr/>
              <p:nvPr/>
            </p:nvSpPr>
            <p:spPr>
              <a:xfrm>
                <a:off x="293090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5" name="ph2726">
                <a:extLst>
                  <a:ext uri="{FF2B5EF4-FFF2-40B4-BE49-F238E27FC236}">
                    <a16:creationId xmlns:a16="http://schemas.microsoft.com/office/drawing/2014/main" id="{B786E4C4-D4E4-6016-FF7A-16E02B29EBD3}"/>
                  </a:ext>
                </a:extLst>
              </p:cNvPr>
              <p:cNvSpPr/>
              <p:nvPr/>
            </p:nvSpPr>
            <p:spPr>
              <a:xfrm>
                <a:off x="294034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6" name="ph2727">
                <a:extLst>
                  <a:ext uri="{FF2B5EF4-FFF2-40B4-BE49-F238E27FC236}">
                    <a16:creationId xmlns:a16="http://schemas.microsoft.com/office/drawing/2014/main" id="{5757EA28-E287-97F2-3026-E1DD60A1A284}"/>
                  </a:ext>
                </a:extLst>
              </p:cNvPr>
              <p:cNvSpPr/>
              <p:nvPr/>
            </p:nvSpPr>
            <p:spPr>
              <a:xfrm>
                <a:off x="294978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7" name="ph2728">
                <a:extLst>
                  <a:ext uri="{FF2B5EF4-FFF2-40B4-BE49-F238E27FC236}">
                    <a16:creationId xmlns:a16="http://schemas.microsoft.com/office/drawing/2014/main" id="{20F7A417-B74E-2B7C-1782-FF6C5E05F287}"/>
                  </a:ext>
                </a:extLst>
              </p:cNvPr>
              <p:cNvSpPr/>
              <p:nvPr/>
            </p:nvSpPr>
            <p:spPr>
              <a:xfrm>
                <a:off x="295922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8" name="ph2729">
                <a:extLst>
                  <a:ext uri="{FF2B5EF4-FFF2-40B4-BE49-F238E27FC236}">
                    <a16:creationId xmlns:a16="http://schemas.microsoft.com/office/drawing/2014/main" id="{F143C627-6908-3308-728C-4356523B64FA}"/>
                  </a:ext>
                </a:extLst>
              </p:cNvPr>
              <p:cNvSpPr/>
              <p:nvPr/>
            </p:nvSpPr>
            <p:spPr>
              <a:xfrm>
                <a:off x="296866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9" name="ph2730">
                <a:extLst>
                  <a:ext uri="{FF2B5EF4-FFF2-40B4-BE49-F238E27FC236}">
                    <a16:creationId xmlns:a16="http://schemas.microsoft.com/office/drawing/2014/main" id="{5CDD2B96-43C5-8F3D-1819-9211A8603D4B}"/>
                  </a:ext>
                </a:extLst>
              </p:cNvPr>
              <p:cNvSpPr/>
              <p:nvPr/>
            </p:nvSpPr>
            <p:spPr>
              <a:xfrm>
                <a:off x="297810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0" name="ph2731">
                <a:extLst>
                  <a:ext uri="{FF2B5EF4-FFF2-40B4-BE49-F238E27FC236}">
                    <a16:creationId xmlns:a16="http://schemas.microsoft.com/office/drawing/2014/main" id="{1C74DAA7-23CC-677B-47CB-EDB308F49B16}"/>
                  </a:ext>
                </a:extLst>
              </p:cNvPr>
              <p:cNvSpPr/>
              <p:nvPr/>
            </p:nvSpPr>
            <p:spPr>
              <a:xfrm>
                <a:off x="298754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1" name="ph2732">
                <a:extLst>
                  <a:ext uri="{FF2B5EF4-FFF2-40B4-BE49-F238E27FC236}">
                    <a16:creationId xmlns:a16="http://schemas.microsoft.com/office/drawing/2014/main" id="{4869C184-A38D-B72C-0E64-E456E444293D}"/>
                  </a:ext>
                </a:extLst>
              </p:cNvPr>
              <p:cNvSpPr/>
              <p:nvPr/>
            </p:nvSpPr>
            <p:spPr>
              <a:xfrm>
                <a:off x="299698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2" name="ph2733">
                <a:extLst>
                  <a:ext uri="{FF2B5EF4-FFF2-40B4-BE49-F238E27FC236}">
                    <a16:creationId xmlns:a16="http://schemas.microsoft.com/office/drawing/2014/main" id="{19D75934-8ABF-4819-1D0C-71436DE6557F}"/>
                  </a:ext>
                </a:extLst>
              </p:cNvPr>
              <p:cNvSpPr/>
              <p:nvPr/>
            </p:nvSpPr>
            <p:spPr>
              <a:xfrm>
                <a:off x="300642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3" name="ph2734">
                <a:extLst>
                  <a:ext uri="{FF2B5EF4-FFF2-40B4-BE49-F238E27FC236}">
                    <a16:creationId xmlns:a16="http://schemas.microsoft.com/office/drawing/2014/main" id="{E35BCF05-E457-A6F7-3FA6-8ED0A4815A67}"/>
                  </a:ext>
                </a:extLst>
              </p:cNvPr>
              <p:cNvSpPr/>
              <p:nvPr/>
            </p:nvSpPr>
            <p:spPr>
              <a:xfrm>
                <a:off x="301586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4" name="ph2735">
                <a:extLst>
                  <a:ext uri="{FF2B5EF4-FFF2-40B4-BE49-F238E27FC236}">
                    <a16:creationId xmlns:a16="http://schemas.microsoft.com/office/drawing/2014/main" id="{2A27BFDC-AE41-3B3D-409D-42D4E0ACD45E}"/>
                  </a:ext>
                </a:extLst>
              </p:cNvPr>
              <p:cNvSpPr/>
              <p:nvPr/>
            </p:nvSpPr>
            <p:spPr>
              <a:xfrm>
                <a:off x="302530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5" name="ph2736">
                <a:extLst>
                  <a:ext uri="{FF2B5EF4-FFF2-40B4-BE49-F238E27FC236}">
                    <a16:creationId xmlns:a16="http://schemas.microsoft.com/office/drawing/2014/main" id="{55191C8D-FE53-EEAE-DABE-4FD9E2400D5E}"/>
                  </a:ext>
                </a:extLst>
              </p:cNvPr>
              <p:cNvSpPr/>
              <p:nvPr/>
            </p:nvSpPr>
            <p:spPr>
              <a:xfrm>
                <a:off x="303474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6" name="ph2737">
                <a:extLst>
                  <a:ext uri="{FF2B5EF4-FFF2-40B4-BE49-F238E27FC236}">
                    <a16:creationId xmlns:a16="http://schemas.microsoft.com/office/drawing/2014/main" id="{42430AEE-92ED-A173-9D63-93D704A759A8}"/>
                  </a:ext>
                </a:extLst>
              </p:cNvPr>
              <p:cNvSpPr/>
              <p:nvPr/>
            </p:nvSpPr>
            <p:spPr>
              <a:xfrm>
                <a:off x="304418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7" name="ph2738">
                <a:extLst>
                  <a:ext uri="{FF2B5EF4-FFF2-40B4-BE49-F238E27FC236}">
                    <a16:creationId xmlns:a16="http://schemas.microsoft.com/office/drawing/2014/main" id="{967F9E13-7F11-8355-F436-C41E70123C98}"/>
                  </a:ext>
                </a:extLst>
              </p:cNvPr>
              <p:cNvSpPr/>
              <p:nvPr/>
            </p:nvSpPr>
            <p:spPr>
              <a:xfrm>
                <a:off x="305362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8" name="ph2739">
                <a:extLst>
                  <a:ext uri="{FF2B5EF4-FFF2-40B4-BE49-F238E27FC236}">
                    <a16:creationId xmlns:a16="http://schemas.microsoft.com/office/drawing/2014/main" id="{6CA997E1-0879-40ED-E529-426B00A24C18}"/>
                  </a:ext>
                </a:extLst>
              </p:cNvPr>
              <p:cNvSpPr/>
              <p:nvPr/>
            </p:nvSpPr>
            <p:spPr>
              <a:xfrm>
                <a:off x="306306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9" name="ph2740">
                <a:extLst>
                  <a:ext uri="{FF2B5EF4-FFF2-40B4-BE49-F238E27FC236}">
                    <a16:creationId xmlns:a16="http://schemas.microsoft.com/office/drawing/2014/main" id="{8CBE3F6B-BAEA-1FD7-A1D0-B4E14253EB24}"/>
                  </a:ext>
                </a:extLst>
              </p:cNvPr>
              <p:cNvSpPr/>
              <p:nvPr/>
            </p:nvSpPr>
            <p:spPr>
              <a:xfrm>
                <a:off x="307250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0" name="ph2741">
                <a:extLst>
                  <a:ext uri="{FF2B5EF4-FFF2-40B4-BE49-F238E27FC236}">
                    <a16:creationId xmlns:a16="http://schemas.microsoft.com/office/drawing/2014/main" id="{EEE6D1F9-43A0-6704-0141-67740CAAFD8A}"/>
                  </a:ext>
                </a:extLst>
              </p:cNvPr>
              <p:cNvSpPr/>
              <p:nvPr/>
            </p:nvSpPr>
            <p:spPr>
              <a:xfrm>
                <a:off x="308194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1" name="ph2742">
                <a:extLst>
                  <a:ext uri="{FF2B5EF4-FFF2-40B4-BE49-F238E27FC236}">
                    <a16:creationId xmlns:a16="http://schemas.microsoft.com/office/drawing/2014/main" id="{28B47CDD-2C82-7FB8-F0FF-80145D9913A8}"/>
                  </a:ext>
                </a:extLst>
              </p:cNvPr>
              <p:cNvSpPr/>
              <p:nvPr/>
            </p:nvSpPr>
            <p:spPr>
              <a:xfrm>
                <a:off x="309138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2" name="ph2743">
                <a:extLst>
                  <a:ext uri="{FF2B5EF4-FFF2-40B4-BE49-F238E27FC236}">
                    <a16:creationId xmlns:a16="http://schemas.microsoft.com/office/drawing/2014/main" id="{120AA9F2-17D2-2E0E-4212-B681A6E6938E}"/>
                  </a:ext>
                </a:extLst>
              </p:cNvPr>
              <p:cNvSpPr/>
              <p:nvPr/>
            </p:nvSpPr>
            <p:spPr>
              <a:xfrm>
                <a:off x="310082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3" name="ph2744">
                <a:extLst>
                  <a:ext uri="{FF2B5EF4-FFF2-40B4-BE49-F238E27FC236}">
                    <a16:creationId xmlns:a16="http://schemas.microsoft.com/office/drawing/2014/main" id="{CAE68ED5-5050-DDCB-6BF8-BBFB172466A3}"/>
                  </a:ext>
                </a:extLst>
              </p:cNvPr>
              <p:cNvSpPr/>
              <p:nvPr/>
            </p:nvSpPr>
            <p:spPr>
              <a:xfrm>
                <a:off x="311026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4" name="ph2745">
                <a:extLst>
                  <a:ext uri="{FF2B5EF4-FFF2-40B4-BE49-F238E27FC236}">
                    <a16:creationId xmlns:a16="http://schemas.microsoft.com/office/drawing/2014/main" id="{917A8E15-B891-C8E8-38D5-851E4875FEC6}"/>
                  </a:ext>
                </a:extLst>
              </p:cNvPr>
              <p:cNvSpPr/>
              <p:nvPr/>
            </p:nvSpPr>
            <p:spPr>
              <a:xfrm>
                <a:off x="311970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5" name="ph2746">
                <a:extLst>
                  <a:ext uri="{FF2B5EF4-FFF2-40B4-BE49-F238E27FC236}">
                    <a16:creationId xmlns:a16="http://schemas.microsoft.com/office/drawing/2014/main" id="{F6360DDF-F94B-DB3F-B2F1-8BC0FD5C57D2}"/>
                  </a:ext>
                </a:extLst>
              </p:cNvPr>
              <p:cNvSpPr/>
              <p:nvPr/>
            </p:nvSpPr>
            <p:spPr>
              <a:xfrm>
                <a:off x="312914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6" name="ph2747">
                <a:extLst>
                  <a:ext uri="{FF2B5EF4-FFF2-40B4-BE49-F238E27FC236}">
                    <a16:creationId xmlns:a16="http://schemas.microsoft.com/office/drawing/2014/main" id="{64388D02-6FC6-1CF7-AAB6-EA4337E291F7}"/>
                  </a:ext>
                </a:extLst>
              </p:cNvPr>
              <p:cNvSpPr/>
              <p:nvPr/>
            </p:nvSpPr>
            <p:spPr>
              <a:xfrm>
                <a:off x="313858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7" name="ph2748">
                <a:extLst>
                  <a:ext uri="{FF2B5EF4-FFF2-40B4-BE49-F238E27FC236}">
                    <a16:creationId xmlns:a16="http://schemas.microsoft.com/office/drawing/2014/main" id="{8D0809CA-3A42-3076-4ACE-2DDD77864FF9}"/>
                  </a:ext>
                </a:extLst>
              </p:cNvPr>
              <p:cNvSpPr/>
              <p:nvPr/>
            </p:nvSpPr>
            <p:spPr>
              <a:xfrm>
                <a:off x="314802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8" name="ph2749">
                <a:extLst>
                  <a:ext uri="{FF2B5EF4-FFF2-40B4-BE49-F238E27FC236}">
                    <a16:creationId xmlns:a16="http://schemas.microsoft.com/office/drawing/2014/main" id="{664B150C-1002-FC52-3A56-1AACDAA980D1}"/>
                  </a:ext>
                </a:extLst>
              </p:cNvPr>
              <p:cNvSpPr/>
              <p:nvPr/>
            </p:nvSpPr>
            <p:spPr>
              <a:xfrm>
                <a:off x="315746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9" name="ph2750">
                <a:extLst>
                  <a:ext uri="{FF2B5EF4-FFF2-40B4-BE49-F238E27FC236}">
                    <a16:creationId xmlns:a16="http://schemas.microsoft.com/office/drawing/2014/main" id="{BBB52742-10EE-A453-22BD-0339D20B9158}"/>
                  </a:ext>
                </a:extLst>
              </p:cNvPr>
              <p:cNvSpPr/>
              <p:nvPr/>
            </p:nvSpPr>
            <p:spPr>
              <a:xfrm>
                <a:off x="316690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0" name="ph2751">
                <a:extLst>
                  <a:ext uri="{FF2B5EF4-FFF2-40B4-BE49-F238E27FC236}">
                    <a16:creationId xmlns:a16="http://schemas.microsoft.com/office/drawing/2014/main" id="{4A0D06FB-143C-6750-D480-348509E37DAA}"/>
                  </a:ext>
                </a:extLst>
              </p:cNvPr>
              <p:cNvSpPr/>
              <p:nvPr/>
            </p:nvSpPr>
            <p:spPr>
              <a:xfrm>
                <a:off x="317634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1" name="ph2752">
                <a:extLst>
                  <a:ext uri="{FF2B5EF4-FFF2-40B4-BE49-F238E27FC236}">
                    <a16:creationId xmlns:a16="http://schemas.microsoft.com/office/drawing/2014/main" id="{1E47980D-B42B-10A2-2E13-DF59B4B9064D}"/>
                  </a:ext>
                </a:extLst>
              </p:cNvPr>
              <p:cNvSpPr/>
              <p:nvPr/>
            </p:nvSpPr>
            <p:spPr>
              <a:xfrm>
                <a:off x="318578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2" name="ph2753">
                <a:extLst>
                  <a:ext uri="{FF2B5EF4-FFF2-40B4-BE49-F238E27FC236}">
                    <a16:creationId xmlns:a16="http://schemas.microsoft.com/office/drawing/2014/main" id="{D59F0467-626E-5D6D-BC2E-EE2E5673CD1A}"/>
                  </a:ext>
                </a:extLst>
              </p:cNvPr>
              <p:cNvSpPr/>
              <p:nvPr/>
            </p:nvSpPr>
            <p:spPr>
              <a:xfrm>
                <a:off x="319522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3" name="ph2754">
                <a:extLst>
                  <a:ext uri="{FF2B5EF4-FFF2-40B4-BE49-F238E27FC236}">
                    <a16:creationId xmlns:a16="http://schemas.microsoft.com/office/drawing/2014/main" id="{6076065B-BAB9-DB80-604D-E98950FEE79E}"/>
                  </a:ext>
                </a:extLst>
              </p:cNvPr>
              <p:cNvSpPr/>
              <p:nvPr/>
            </p:nvSpPr>
            <p:spPr>
              <a:xfrm>
                <a:off x="320466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4" name="ph2755">
                <a:extLst>
                  <a:ext uri="{FF2B5EF4-FFF2-40B4-BE49-F238E27FC236}">
                    <a16:creationId xmlns:a16="http://schemas.microsoft.com/office/drawing/2014/main" id="{D73FCF80-CAC7-A1CA-82FE-DD1568EAC0C4}"/>
                  </a:ext>
                </a:extLst>
              </p:cNvPr>
              <p:cNvSpPr/>
              <p:nvPr/>
            </p:nvSpPr>
            <p:spPr>
              <a:xfrm>
                <a:off x="321410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5" name="ph2756">
                <a:extLst>
                  <a:ext uri="{FF2B5EF4-FFF2-40B4-BE49-F238E27FC236}">
                    <a16:creationId xmlns:a16="http://schemas.microsoft.com/office/drawing/2014/main" id="{4F0CF406-7312-5BC1-F3D4-634882654288}"/>
                  </a:ext>
                </a:extLst>
              </p:cNvPr>
              <p:cNvSpPr/>
              <p:nvPr/>
            </p:nvSpPr>
            <p:spPr>
              <a:xfrm>
                <a:off x="322354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6" name="ph2757">
                <a:extLst>
                  <a:ext uri="{FF2B5EF4-FFF2-40B4-BE49-F238E27FC236}">
                    <a16:creationId xmlns:a16="http://schemas.microsoft.com/office/drawing/2014/main" id="{33586471-9254-B913-EDAC-36FF08C332C4}"/>
                  </a:ext>
                </a:extLst>
              </p:cNvPr>
              <p:cNvSpPr/>
              <p:nvPr/>
            </p:nvSpPr>
            <p:spPr>
              <a:xfrm>
                <a:off x="323298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7" name="ph2758">
                <a:extLst>
                  <a:ext uri="{FF2B5EF4-FFF2-40B4-BE49-F238E27FC236}">
                    <a16:creationId xmlns:a16="http://schemas.microsoft.com/office/drawing/2014/main" id="{3F91DCC0-2D77-7884-1AB1-8CE4F5165B79}"/>
                  </a:ext>
                </a:extLst>
              </p:cNvPr>
              <p:cNvSpPr/>
              <p:nvPr/>
            </p:nvSpPr>
            <p:spPr>
              <a:xfrm>
                <a:off x="324242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8" name="ph2759">
                <a:extLst>
                  <a:ext uri="{FF2B5EF4-FFF2-40B4-BE49-F238E27FC236}">
                    <a16:creationId xmlns:a16="http://schemas.microsoft.com/office/drawing/2014/main" id="{27DC5A8C-E6D4-D821-FBAD-A238397815F6}"/>
                  </a:ext>
                </a:extLst>
              </p:cNvPr>
              <p:cNvSpPr/>
              <p:nvPr/>
            </p:nvSpPr>
            <p:spPr>
              <a:xfrm>
                <a:off x="325187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9" name="ph2760">
                <a:extLst>
                  <a:ext uri="{FF2B5EF4-FFF2-40B4-BE49-F238E27FC236}">
                    <a16:creationId xmlns:a16="http://schemas.microsoft.com/office/drawing/2014/main" id="{FC5579FC-FEC9-AD91-EBB5-58EECAA466CE}"/>
                  </a:ext>
                </a:extLst>
              </p:cNvPr>
              <p:cNvSpPr/>
              <p:nvPr/>
            </p:nvSpPr>
            <p:spPr>
              <a:xfrm>
                <a:off x="326131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0" name="ph2761">
                <a:extLst>
                  <a:ext uri="{FF2B5EF4-FFF2-40B4-BE49-F238E27FC236}">
                    <a16:creationId xmlns:a16="http://schemas.microsoft.com/office/drawing/2014/main" id="{C6BF96CB-17CE-8634-CCD9-AA2B21E38219}"/>
                  </a:ext>
                </a:extLst>
              </p:cNvPr>
              <p:cNvSpPr/>
              <p:nvPr/>
            </p:nvSpPr>
            <p:spPr>
              <a:xfrm>
                <a:off x="327075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1" name="ph2762">
                <a:extLst>
                  <a:ext uri="{FF2B5EF4-FFF2-40B4-BE49-F238E27FC236}">
                    <a16:creationId xmlns:a16="http://schemas.microsoft.com/office/drawing/2014/main" id="{D96D88F6-02FA-8AAE-6674-B7C26BB9528D}"/>
                  </a:ext>
                </a:extLst>
              </p:cNvPr>
              <p:cNvSpPr/>
              <p:nvPr/>
            </p:nvSpPr>
            <p:spPr>
              <a:xfrm>
                <a:off x="328019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2" name="ph2763">
                <a:extLst>
                  <a:ext uri="{FF2B5EF4-FFF2-40B4-BE49-F238E27FC236}">
                    <a16:creationId xmlns:a16="http://schemas.microsoft.com/office/drawing/2014/main" id="{21C59642-9668-595A-1E6F-89DA42FB418C}"/>
                  </a:ext>
                </a:extLst>
              </p:cNvPr>
              <p:cNvSpPr/>
              <p:nvPr/>
            </p:nvSpPr>
            <p:spPr>
              <a:xfrm>
                <a:off x="328963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3" name="ph2764">
                <a:extLst>
                  <a:ext uri="{FF2B5EF4-FFF2-40B4-BE49-F238E27FC236}">
                    <a16:creationId xmlns:a16="http://schemas.microsoft.com/office/drawing/2014/main" id="{2D6E588C-4187-7C49-17D0-D93863D0680A}"/>
                  </a:ext>
                </a:extLst>
              </p:cNvPr>
              <p:cNvSpPr/>
              <p:nvPr/>
            </p:nvSpPr>
            <p:spPr>
              <a:xfrm>
                <a:off x="329907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4" name="ph2765">
                <a:extLst>
                  <a:ext uri="{FF2B5EF4-FFF2-40B4-BE49-F238E27FC236}">
                    <a16:creationId xmlns:a16="http://schemas.microsoft.com/office/drawing/2014/main" id="{0BF0BE88-D876-A651-DABC-93607EE7A034}"/>
                  </a:ext>
                </a:extLst>
              </p:cNvPr>
              <p:cNvSpPr/>
              <p:nvPr/>
            </p:nvSpPr>
            <p:spPr>
              <a:xfrm>
                <a:off x="330851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5" name="ph2766">
                <a:extLst>
                  <a:ext uri="{FF2B5EF4-FFF2-40B4-BE49-F238E27FC236}">
                    <a16:creationId xmlns:a16="http://schemas.microsoft.com/office/drawing/2014/main" id="{3BF32A4B-A7D2-98EF-579F-2E3B558777B9}"/>
                  </a:ext>
                </a:extLst>
              </p:cNvPr>
              <p:cNvSpPr/>
              <p:nvPr/>
            </p:nvSpPr>
            <p:spPr>
              <a:xfrm>
                <a:off x="331795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6" name="ph2767">
                <a:extLst>
                  <a:ext uri="{FF2B5EF4-FFF2-40B4-BE49-F238E27FC236}">
                    <a16:creationId xmlns:a16="http://schemas.microsoft.com/office/drawing/2014/main" id="{5C04FC8F-0DE1-E651-DB95-F2DB7860B0C6}"/>
                  </a:ext>
                </a:extLst>
              </p:cNvPr>
              <p:cNvSpPr/>
              <p:nvPr/>
            </p:nvSpPr>
            <p:spPr>
              <a:xfrm>
                <a:off x="332739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7" name="ph2768">
                <a:extLst>
                  <a:ext uri="{FF2B5EF4-FFF2-40B4-BE49-F238E27FC236}">
                    <a16:creationId xmlns:a16="http://schemas.microsoft.com/office/drawing/2014/main" id="{DD7A9545-6E3A-0464-E2E5-376F2722A526}"/>
                  </a:ext>
                </a:extLst>
              </p:cNvPr>
              <p:cNvSpPr/>
              <p:nvPr/>
            </p:nvSpPr>
            <p:spPr>
              <a:xfrm>
                <a:off x="333683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8" name="ph2769">
                <a:extLst>
                  <a:ext uri="{FF2B5EF4-FFF2-40B4-BE49-F238E27FC236}">
                    <a16:creationId xmlns:a16="http://schemas.microsoft.com/office/drawing/2014/main" id="{DA25800A-B504-679C-ABC8-F0201EACF0BA}"/>
                  </a:ext>
                </a:extLst>
              </p:cNvPr>
              <p:cNvSpPr/>
              <p:nvPr/>
            </p:nvSpPr>
            <p:spPr>
              <a:xfrm>
                <a:off x="334627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9" name="ph2770">
                <a:extLst>
                  <a:ext uri="{FF2B5EF4-FFF2-40B4-BE49-F238E27FC236}">
                    <a16:creationId xmlns:a16="http://schemas.microsoft.com/office/drawing/2014/main" id="{44B87EF7-DE26-3CBF-BF96-A24A39FBD896}"/>
                  </a:ext>
                </a:extLst>
              </p:cNvPr>
              <p:cNvSpPr/>
              <p:nvPr/>
            </p:nvSpPr>
            <p:spPr>
              <a:xfrm>
                <a:off x="335571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0" name="ph2771">
                <a:extLst>
                  <a:ext uri="{FF2B5EF4-FFF2-40B4-BE49-F238E27FC236}">
                    <a16:creationId xmlns:a16="http://schemas.microsoft.com/office/drawing/2014/main" id="{EA7D9BE3-0147-0230-871F-B2C6B4A008A8}"/>
                  </a:ext>
                </a:extLst>
              </p:cNvPr>
              <p:cNvSpPr/>
              <p:nvPr/>
            </p:nvSpPr>
            <p:spPr>
              <a:xfrm>
                <a:off x="336515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1" name="ph2772">
                <a:extLst>
                  <a:ext uri="{FF2B5EF4-FFF2-40B4-BE49-F238E27FC236}">
                    <a16:creationId xmlns:a16="http://schemas.microsoft.com/office/drawing/2014/main" id="{C82FBF0C-4937-1FE5-110F-7C2CB13070BC}"/>
                  </a:ext>
                </a:extLst>
              </p:cNvPr>
              <p:cNvSpPr/>
              <p:nvPr/>
            </p:nvSpPr>
            <p:spPr>
              <a:xfrm>
                <a:off x="3374593" y="2220501"/>
                <a:ext cx="92201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1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16" y="896830"/>
                    </a:lnTo>
                    <a:lnTo>
                      <a:pt x="921691" y="898269"/>
                    </a:lnTo>
                    <a:lnTo>
                      <a:pt x="921110" y="900834"/>
                    </a:lnTo>
                    <a:lnTo>
                      <a:pt x="920530" y="903400"/>
                    </a:lnTo>
                    <a:lnTo>
                      <a:pt x="919951" y="905966"/>
                    </a:lnTo>
                    <a:lnTo>
                      <a:pt x="919371" y="908532"/>
                    </a:lnTo>
                    <a:lnTo>
                      <a:pt x="918792" y="911098"/>
                    </a:lnTo>
                    <a:lnTo>
                      <a:pt x="918212" y="913665"/>
                    </a:lnTo>
                    <a:lnTo>
                      <a:pt x="918047" y="914400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2" name="ph2773">
                <a:extLst>
                  <a:ext uri="{FF2B5EF4-FFF2-40B4-BE49-F238E27FC236}">
                    <a16:creationId xmlns:a16="http://schemas.microsoft.com/office/drawing/2014/main" id="{41AFE0FE-F733-90FD-E08D-E2D14AF4569B}"/>
                  </a:ext>
                </a:extLst>
              </p:cNvPr>
              <p:cNvSpPr/>
              <p:nvPr/>
            </p:nvSpPr>
            <p:spPr>
              <a:xfrm>
                <a:off x="2411688" y="2185361"/>
                <a:ext cx="914400" cy="9291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90">
                    <a:moveTo>
                      <a:pt x="914400" y="914400"/>
                    </a:moveTo>
                    <a:lnTo>
                      <a:pt x="914400" y="929190"/>
                    </a:lnTo>
                    <a:lnTo>
                      <a:pt x="914162" y="928663"/>
                    </a:lnTo>
                    <a:lnTo>
                      <a:pt x="913378" y="926927"/>
                    </a:lnTo>
                    <a:lnTo>
                      <a:pt x="912594" y="925190"/>
                    </a:lnTo>
                    <a:lnTo>
                      <a:pt x="911810" y="923454"/>
                    </a:lnTo>
                    <a:lnTo>
                      <a:pt x="911025" y="921717"/>
                    </a:lnTo>
                    <a:lnTo>
                      <a:pt x="910241" y="919981"/>
                    </a:lnTo>
                    <a:lnTo>
                      <a:pt x="909456" y="918244"/>
                    </a:lnTo>
                    <a:lnTo>
                      <a:pt x="908671" y="916508"/>
                    </a:lnTo>
                    <a:lnTo>
                      <a:pt x="907886" y="914772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3" name="ph2774">
                <a:extLst>
                  <a:ext uri="{FF2B5EF4-FFF2-40B4-BE49-F238E27FC236}">
                    <a16:creationId xmlns:a16="http://schemas.microsoft.com/office/drawing/2014/main" id="{5109A35C-C101-98CD-0FF7-1CA2464B45EC}"/>
                  </a:ext>
                </a:extLst>
              </p:cNvPr>
              <p:cNvSpPr/>
              <p:nvPr/>
            </p:nvSpPr>
            <p:spPr>
              <a:xfrm>
                <a:off x="241168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3" y="931969"/>
                    </a:lnTo>
                    <a:lnTo>
                      <a:pt x="914945" y="930400"/>
                    </a:lnTo>
                    <a:lnTo>
                      <a:pt x="914400" y="92919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4" name="ph2775">
                <a:extLst>
                  <a:ext uri="{FF2B5EF4-FFF2-40B4-BE49-F238E27FC236}">
                    <a16:creationId xmlns:a16="http://schemas.microsoft.com/office/drawing/2014/main" id="{13C2E7E8-5598-C571-2EEA-5BD24A355D99}"/>
                  </a:ext>
                </a:extLst>
              </p:cNvPr>
              <p:cNvSpPr/>
              <p:nvPr/>
            </p:nvSpPr>
            <p:spPr>
              <a:xfrm>
                <a:off x="242112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5" name="ph2776">
                <a:extLst>
                  <a:ext uri="{FF2B5EF4-FFF2-40B4-BE49-F238E27FC236}">
                    <a16:creationId xmlns:a16="http://schemas.microsoft.com/office/drawing/2014/main" id="{417FF8E4-B5ED-CE7C-A2B7-90CE3F53FFB0}"/>
                  </a:ext>
                </a:extLst>
              </p:cNvPr>
              <p:cNvSpPr/>
              <p:nvPr/>
            </p:nvSpPr>
            <p:spPr>
              <a:xfrm>
                <a:off x="243056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6" name="ph2777">
                <a:extLst>
                  <a:ext uri="{FF2B5EF4-FFF2-40B4-BE49-F238E27FC236}">
                    <a16:creationId xmlns:a16="http://schemas.microsoft.com/office/drawing/2014/main" id="{0909810A-03B0-6CD4-84D4-770BB4E89B95}"/>
                  </a:ext>
                </a:extLst>
              </p:cNvPr>
              <p:cNvSpPr/>
              <p:nvPr/>
            </p:nvSpPr>
            <p:spPr>
              <a:xfrm>
                <a:off x="244000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7" name="ph2778">
                <a:extLst>
                  <a:ext uri="{FF2B5EF4-FFF2-40B4-BE49-F238E27FC236}">
                    <a16:creationId xmlns:a16="http://schemas.microsoft.com/office/drawing/2014/main" id="{5C9F4ACB-C348-E88A-50E8-B752DFB7F930}"/>
                  </a:ext>
                </a:extLst>
              </p:cNvPr>
              <p:cNvSpPr/>
              <p:nvPr/>
            </p:nvSpPr>
            <p:spPr>
              <a:xfrm>
                <a:off x="244944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8" name="ph2779">
                <a:extLst>
                  <a:ext uri="{FF2B5EF4-FFF2-40B4-BE49-F238E27FC236}">
                    <a16:creationId xmlns:a16="http://schemas.microsoft.com/office/drawing/2014/main" id="{4AA54D28-88DD-9292-6650-A60016DCC303}"/>
                  </a:ext>
                </a:extLst>
              </p:cNvPr>
              <p:cNvSpPr/>
              <p:nvPr/>
            </p:nvSpPr>
            <p:spPr>
              <a:xfrm>
                <a:off x="245889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9" name="ph2780">
                <a:extLst>
                  <a:ext uri="{FF2B5EF4-FFF2-40B4-BE49-F238E27FC236}">
                    <a16:creationId xmlns:a16="http://schemas.microsoft.com/office/drawing/2014/main" id="{BF235C0D-CAD1-8F20-5EB9-4C6F8BC4AF91}"/>
                  </a:ext>
                </a:extLst>
              </p:cNvPr>
              <p:cNvSpPr/>
              <p:nvPr/>
            </p:nvSpPr>
            <p:spPr>
              <a:xfrm>
                <a:off x="246833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0" name="ph2781">
                <a:extLst>
                  <a:ext uri="{FF2B5EF4-FFF2-40B4-BE49-F238E27FC236}">
                    <a16:creationId xmlns:a16="http://schemas.microsoft.com/office/drawing/2014/main" id="{F3EB4708-3520-5DCA-426B-F3C61BCFE875}"/>
                  </a:ext>
                </a:extLst>
              </p:cNvPr>
              <p:cNvSpPr/>
              <p:nvPr/>
            </p:nvSpPr>
            <p:spPr>
              <a:xfrm>
                <a:off x="247777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1" name="ph2782">
                <a:extLst>
                  <a:ext uri="{FF2B5EF4-FFF2-40B4-BE49-F238E27FC236}">
                    <a16:creationId xmlns:a16="http://schemas.microsoft.com/office/drawing/2014/main" id="{A38AA24A-B55E-21E4-D595-0FABA6F8DE96}"/>
                  </a:ext>
                </a:extLst>
              </p:cNvPr>
              <p:cNvSpPr/>
              <p:nvPr/>
            </p:nvSpPr>
            <p:spPr>
              <a:xfrm>
                <a:off x="248721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2" name="ph2783">
                <a:extLst>
                  <a:ext uri="{FF2B5EF4-FFF2-40B4-BE49-F238E27FC236}">
                    <a16:creationId xmlns:a16="http://schemas.microsoft.com/office/drawing/2014/main" id="{6C8A85A5-7397-EE55-ECCA-9ABE15707333}"/>
                  </a:ext>
                </a:extLst>
              </p:cNvPr>
              <p:cNvSpPr/>
              <p:nvPr/>
            </p:nvSpPr>
            <p:spPr>
              <a:xfrm>
                <a:off x="249665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3" name="ph2784">
                <a:extLst>
                  <a:ext uri="{FF2B5EF4-FFF2-40B4-BE49-F238E27FC236}">
                    <a16:creationId xmlns:a16="http://schemas.microsoft.com/office/drawing/2014/main" id="{C110EB9B-304C-2F96-43B6-23B65CE40820}"/>
                  </a:ext>
                </a:extLst>
              </p:cNvPr>
              <p:cNvSpPr/>
              <p:nvPr/>
            </p:nvSpPr>
            <p:spPr>
              <a:xfrm>
                <a:off x="250609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4" name="ph2785">
                <a:extLst>
                  <a:ext uri="{FF2B5EF4-FFF2-40B4-BE49-F238E27FC236}">
                    <a16:creationId xmlns:a16="http://schemas.microsoft.com/office/drawing/2014/main" id="{5DFCCE9A-C7F2-B436-47A2-A7F370194112}"/>
                  </a:ext>
                </a:extLst>
              </p:cNvPr>
              <p:cNvSpPr/>
              <p:nvPr/>
            </p:nvSpPr>
            <p:spPr>
              <a:xfrm>
                <a:off x="251553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5" name="ph2786">
                <a:extLst>
                  <a:ext uri="{FF2B5EF4-FFF2-40B4-BE49-F238E27FC236}">
                    <a16:creationId xmlns:a16="http://schemas.microsoft.com/office/drawing/2014/main" id="{BBB36E18-C95A-6BC1-865A-35F8F2FD4923}"/>
                  </a:ext>
                </a:extLst>
              </p:cNvPr>
              <p:cNvSpPr/>
              <p:nvPr/>
            </p:nvSpPr>
            <p:spPr>
              <a:xfrm>
                <a:off x="252497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6" name="ph2787">
                <a:extLst>
                  <a:ext uri="{FF2B5EF4-FFF2-40B4-BE49-F238E27FC236}">
                    <a16:creationId xmlns:a16="http://schemas.microsoft.com/office/drawing/2014/main" id="{3F7696D1-5FBB-F06B-A988-BFDEA6DB749E}"/>
                  </a:ext>
                </a:extLst>
              </p:cNvPr>
              <p:cNvSpPr/>
              <p:nvPr/>
            </p:nvSpPr>
            <p:spPr>
              <a:xfrm>
                <a:off x="253441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7" name="ph2788">
                <a:extLst>
                  <a:ext uri="{FF2B5EF4-FFF2-40B4-BE49-F238E27FC236}">
                    <a16:creationId xmlns:a16="http://schemas.microsoft.com/office/drawing/2014/main" id="{B0D09D70-71B2-6294-70CC-6859D4A117B5}"/>
                  </a:ext>
                </a:extLst>
              </p:cNvPr>
              <p:cNvSpPr/>
              <p:nvPr/>
            </p:nvSpPr>
            <p:spPr>
              <a:xfrm>
                <a:off x="254385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8" name="ph2789">
                <a:extLst>
                  <a:ext uri="{FF2B5EF4-FFF2-40B4-BE49-F238E27FC236}">
                    <a16:creationId xmlns:a16="http://schemas.microsoft.com/office/drawing/2014/main" id="{203EE005-02EF-A37A-9556-969C7A694974}"/>
                  </a:ext>
                </a:extLst>
              </p:cNvPr>
              <p:cNvSpPr/>
              <p:nvPr/>
            </p:nvSpPr>
            <p:spPr>
              <a:xfrm>
                <a:off x="255329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9" name="ph2790">
                <a:extLst>
                  <a:ext uri="{FF2B5EF4-FFF2-40B4-BE49-F238E27FC236}">
                    <a16:creationId xmlns:a16="http://schemas.microsoft.com/office/drawing/2014/main" id="{FB1CCC8D-D94D-99CE-3C62-0B7EF409FE47}"/>
                  </a:ext>
                </a:extLst>
              </p:cNvPr>
              <p:cNvSpPr/>
              <p:nvPr/>
            </p:nvSpPr>
            <p:spPr>
              <a:xfrm>
                <a:off x="256273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0" name="ph2791">
                <a:extLst>
                  <a:ext uri="{FF2B5EF4-FFF2-40B4-BE49-F238E27FC236}">
                    <a16:creationId xmlns:a16="http://schemas.microsoft.com/office/drawing/2014/main" id="{CF5A6E4A-667C-7A3B-304E-971F31D05D58}"/>
                  </a:ext>
                </a:extLst>
              </p:cNvPr>
              <p:cNvSpPr/>
              <p:nvPr/>
            </p:nvSpPr>
            <p:spPr>
              <a:xfrm>
                <a:off x="257217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1" name="ph2792">
                <a:extLst>
                  <a:ext uri="{FF2B5EF4-FFF2-40B4-BE49-F238E27FC236}">
                    <a16:creationId xmlns:a16="http://schemas.microsoft.com/office/drawing/2014/main" id="{88EFA750-E6F6-A795-62D7-4804320D096E}"/>
                  </a:ext>
                </a:extLst>
              </p:cNvPr>
              <p:cNvSpPr/>
              <p:nvPr/>
            </p:nvSpPr>
            <p:spPr>
              <a:xfrm>
                <a:off x="258161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2" name="ph2793">
                <a:extLst>
                  <a:ext uri="{FF2B5EF4-FFF2-40B4-BE49-F238E27FC236}">
                    <a16:creationId xmlns:a16="http://schemas.microsoft.com/office/drawing/2014/main" id="{62FE222A-61C6-7242-7843-DFF76CA37824}"/>
                  </a:ext>
                </a:extLst>
              </p:cNvPr>
              <p:cNvSpPr/>
              <p:nvPr/>
            </p:nvSpPr>
            <p:spPr>
              <a:xfrm>
                <a:off x="259105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3" name="ph2794">
                <a:extLst>
                  <a:ext uri="{FF2B5EF4-FFF2-40B4-BE49-F238E27FC236}">
                    <a16:creationId xmlns:a16="http://schemas.microsoft.com/office/drawing/2014/main" id="{8005F0F3-358E-D706-D283-F0238447B9DB}"/>
                  </a:ext>
                </a:extLst>
              </p:cNvPr>
              <p:cNvSpPr/>
              <p:nvPr/>
            </p:nvSpPr>
            <p:spPr>
              <a:xfrm>
                <a:off x="260049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4" name="ph2795">
                <a:extLst>
                  <a:ext uri="{FF2B5EF4-FFF2-40B4-BE49-F238E27FC236}">
                    <a16:creationId xmlns:a16="http://schemas.microsoft.com/office/drawing/2014/main" id="{5A348B5C-46E4-BA82-BDAC-0D0EBEC55090}"/>
                  </a:ext>
                </a:extLst>
              </p:cNvPr>
              <p:cNvSpPr/>
              <p:nvPr/>
            </p:nvSpPr>
            <p:spPr>
              <a:xfrm>
                <a:off x="260993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5" name="ph2796">
                <a:extLst>
                  <a:ext uri="{FF2B5EF4-FFF2-40B4-BE49-F238E27FC236}">
                    <a16:creationId xmlns:a16="http://schemas.microsoft.com/office/drawing/2014/main" id="{D5E0FB4E-4681-C4F5-6EF2-CDB31BCABF9B}"/>
                  </a:ext>
                </a:extLst>
              </p:cNvPr>
              <p:cNvSpPr/>
              <p:nvPr/>
            </p:nvSpPr>
            <p:spPr>
              <a:xfrm>
                <a:off x="261937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6" name="ph2797">
                <a:extLst>
                  <a:ext uri="{FF2B5EF4-FFF2-40B4-BE49-F238E27FC236}">
                    <a16:creationId xmlns:a16="http://schemas.microsoft.com/office/drawing/2014/main" id="{F4F0FFB7-9530-71A1-F53A-322F151F9029}"/>
                  </a:ext>
                </a:extLst>
              </p:cNvPr>
              <p:cNvSpPr/>
              <p:nvPr/>
            </p:nvSpPr>
            <p:spPr>
              <a:xfrm>
                <a:off x="262881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7" name="ph2798">
                <a:extLst>
                  <a:ext uri="{FF2B5EF4-FFF2-40B4-BE49-F238E27FC236}">
                    <a16:creationId xmlns:a16="http://schemas.microsoft.com/office/drawing/2014/main" id="{92B3DA82-B139-62F4-FAB9-09E6B954CB8E}"/>
                  </a:ext>
                </a:extLst>
              </p:cNvPr>
              <p:cNvSpPr/>
              <p:nvPr/>
            </p:nvSpPr>
            <p:spPr>
              <a:xfrm>
                <a:off x="263825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8" name="ph2799">
                <a:extLst>
                  <a:ext uri="{FF2B5EF4-FFF2-40B4-BE49-F238E27FC236}">
                    <a16:creationId xmlns:a16="http://schemas.microsoft.com/office/drawing/2014/main" id="{C1AE1A0B-E16A-CDC0-7207-AD2EF4F37AC8}"/>
                  </a:ext>
                </a:extLst>
              </p:cNvPr>
              <p:cNvSpPr/>
              <p:nvPr/>
            </p:nvSpPr>
            <p:spPr>
              <a:xfrm>
                <a:off x="264769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9" name="ph2800">
                <a:extLst>
                  <a:ext uri="{FF2B5EF4-FFF2-40B4-BE49-F238E27FC236}">
                    <a16:creationId xmlns:a16="http://schemas.microsoft.com/office/drawing/2014/main" id="{71B519A1-4BA9-256A-330D-0A24859A5C88}"/>
                  </a:ext>
                </a:extLst>
              </p:cNvPr>
              <p:cNvSpPr/>
              <p:nvPr/>
            </p:nvSpPr>
            <p:spPr>
              <a:xfrm>
                <a:off x="265713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0" name="ph2801">
                <a:extLst>
                  <a:ext uri="{FF2B5EF4-FFF2-40B4-BE49-F238E27FC236}">
                    <a16:creationId xmlns:a16="http://schemas.microsoft.com/office/drawing/2014/main" id="{F715359C-FB90-1C5E-FA5C-906509361958}"/>
                  </a:ext>
                </a:extLst>
              </p:cNvPr>
              <p:cNvSpPr/>
              <p:nvPr/>
            </p:nvSpPr>
            <p:spPr>
              <a:xfrm>
                <a:off x="266657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1" name="ph2802">
                <a:extLst>
                  <a:ext uri="{FF2B5EF4-FFF2-40B4-BE49-F238E27FC236}">
                    <a16:creationId xmlns:a16="http://schemas.microsoft.com/office/drawing/2014/main" id="{FCE43DB9-9886-AFDB-1882-36527DC5169C}"/>
                  </a:ext>
                </a:extLst>
              </p:cNvPr>
              <p:cNvSpPr/>
              <p:nvPr/>
            </p:nvSpPr>
            <p:spPr>
              <a:xfrm>
                <a:off x="267601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2" name="ph2803">
                <a:extLst>
                  <a:ext uri="{FF2B5EF4-FFF2-40B4-BE49-F238E27FC236}">
                    <a16:creationId xmlns:a16="http://schemas.microsoft.com/office/drawing/2014/main" id="{EBBEDB87-CAF4-58AA-C7C8-3AAF4033C065}"/>
                  </a:ext>
                </a:extLst>
              </p:cNvPr>
              <p:cNvSpPr/>
              <p:nvPr/>
            </p:nvSpPr>
            <p:spPr>
              <a:xfrm>
                <a:off x="268545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3" name="ph2804">
                <a:extLst>
                  <a:ext uri="{FF2B5EF4-FFF2-40B4-BE49-F238E27FC236}">
                    <a16:creationId xmlns:a16="http://schemas.microsoft.com/office/drawing/2014/main" id="{B586EF35-8649-4A53-5E0B-212C36F91582}"/>
                  </a:ext>
                </a:extLst>
              </p:cNvPr>
              <p:cNvSpPr/>
              <p:nvPr/>
            </p:nvSpPr>
            <p:spPr>
              <a:xfrm>
                <a:off x="269489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4" name="ph2805">
                <a:extLst>
                  <a:ext uri="{FF2B5EF4-FFF2-40B4-BE49-F238E27FC236}">
                    <a16:creationId xmlns:a16="http://schemas.microsoft.com/office/drawing/2014/main" id="{D71F8918-CBB0-B513-55BF-C53A1D84793B}"/>
                  </a:ext>
                </a:extLst>
              </p:cNvPr>
              <p:cNvSpPr/>
              <p:nvPr/>
            </p:nvSpPr>
            <p:spPr>
              <a:xfrm>
                <a:off x="270433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5" name="ph2806">
                <a:extLst>
                  <a:ext uri="{FF2B5EF4-FFF2-40B4-BE49-F238E27FC236}">
                    <a16:creationId xmlns:a16="http://schemas.microsoft.com/office/drawing/2014/main" id="{99CC145E-31FF-3E24-2978-1C7894BF55B7}"/>
                  </a:ext>
                </a:extLst>
              </p:cNvPr>
              <p:cNvSpPr/>
              <p:nvPr/>
            </p:nvSpPr>
            <p:spPr>
              <a:xfrm>
                <a:off x="2723216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58" y="896830"/>
                    </a:lnTo>
                    <a:lnTo>
                      <a:pt x="913544" y="901394"/>
                    </a:lnTo>
                    <a:lnTo>
                      <a:pt x="914400" y="907454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6" name="ph2807">
                <a:extLst>
                  <a:ext uri="{FF2B5EF4-FFF2-40B4-BE49-F238E27FC236}">
                    <a16:creationId xmlns:a16="http://schemas.microsoft.com/office/drawing/2014/main" id="{597EC79C-7600-A6D4-CFA0-163BFA80C2A0}"/>
                  </a:ext>
                </a:extLst>
              </p:cNvPr>
              <p:cNvSpPr/>
              <p:nvPr/>
            </p:nvSpPr>
            <p:spPr>
              <a:xfrm>
                <a:off x="2723216" y="2202931"/>
                <a:ext cx="915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315" h="914400">
                    <a:moveTo>
                      <a:pt x="914400" y="914400"/>
                    </a:moveTo>
                    <a:lnTo>
                      <a:pt x="914400" y="907454"/>
                    </a:lnTo>
                    <a:lnTo>
                      <a:pt x="915071" y="912212"/>
                    </a:lnTo>
                    <a:lnTo>
                      <a:pt x="915315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7" name="ph2808">
                <a:extLst>
                  <a:ext uri="{FF2B5EF4-FFF2-40B4-BE49-F238E27FC236}">
                    <a16:creationId xmlns:a16="http://schemas.microsoft.com/office/drawing/2014/main" id="{3B8436CC-B292-B8C6-4693-C2BD95CD736A}"/>
                  </a:ext>
                </a:extLst>
              </p:cNvPr>
              <p:cNvSpPr/>
              <p:nvPr/>
            </p:nvSpPr>
            <p:spPr>
              <a:xfrm>
                <a:off x="2902581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258" y="914400"/>
                    </a:lnTo>
                    <a:lnTo>
                      <a:pt x="905509" y="914099"/>
                    </a:lnTo>
                    <a:lnTo>
                      <a:pt x="910650" y="908638"/>
                    </a:lnTo>
                    <a:lnTo>
                      <a:pt x="914400" y="905125"/>
                    </a:lnTo>
                    <a:close/>
                  </a:path>
                </a:pathLst>
              </a:custGeom>
              <a:solidFill>
                <a:srgbClr val="EB633F">
                  <a:alpha val="100000"/>
                </a:srgbClr>
              </a:solidFill>
              <a:ln w="5420" cap="flat">
                <a:solidFill>
                  <a:srgbClr val="EB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8" name="ph2809">
                <a:extLst>
                  <a:ext uri="{FF2B5EF4-FFF2-40B4-BE49-F238E27FC236}">
                    <a16:creationId xmlns:a16="http://schemas.microsoft.com/office/drawing/2014/main" id="{27C96064-3DBB-24C5-055B-2C7936987B77}"/>
                  </a:ext>
                </a:extLst>
              </p:cNvPr>
              <p:cNvSpPr/>
              <p:nvPr/>
            </p:nvSpPr>
            <p:spPr>
              <a:xfrm>
                <a:off x="2912021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125"/>
                    </a:lnTo>
                    <a:lnTo>
                      <a:pt x="906497" y="903683"/>
                    </a:lnTo>
                    <a:lnTo>
                      <a:pt x="911917" y="899250"/>
                    </a:lnTo>
                    <a:lnTo>
                      <a:pt x="912318" y="898945"/>
                    </a:lnTo>
                    <a:lnTo>
                      <a:pt x="912723" y="898637"/>
                    </a:lnTo>
                    <a:lnTo>
                      <a:pt x="913127" y="898329"/>
                    </a:lnTo>
                    <a:lnTo>
                      <a:pt x="913532" y="898022"/>
                    </a:lnTo>
                    <a:lnTo>
                      <a:pt x="913936" y="897714"/>
                    </a:lnTo>
                    <a:lnTo>
                      <a:pt x="914400" y="897362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9" name="ph2810">
                <a:extLst>
                  <a:ext uri="{FF2B5EF4-FFF2-40B4-BE49-F238E27FC236}">
                    <a16:creationId xmlns:a16="http://schemas.microsoft.com/office/drawing/2014/main" id="{86C5FD00-79A0-08D5-D1BF-D016F892B549}"/>
                  </a:ext>
                </a:extLst>
              </p:cNvPr>
              <p:cNvSpPr/>
              <p:nvPr/>
            </p:nvSpPr>
            <p:spPr>
              <a:xfrm>
                <a:off x="2921461" y="218536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4931"/>
                    </a:lnTo>
                    <a:lnTo>
                      <a:pt x="905305" y="914668"/>
                    </a:lnTo>
                    <a:lnTo>
                      <a:pt x="905659" y="914400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0" name="ph2811">
                <a:extLst>
                  <a:ext uri="{FF2B5EF4-FFF2-40B4-BE49-F238E27FC236}">
                    <a16:creationId xmlns:a16="http://schemas.microsoft.com/office/drawing/2014/main" id="{5DAE4B8A-DC9F-E209-D322-BC56FE80EC82}"/>
                  </a:ext>
                </a:extLst>
              </p:cNvPr>
              <p:cNvSpPr/>
              <p:nvPr/>
            </p:nvSpPr>
            <p:spPr>
              <a:xfrm>
                <a:off x="292146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1" name="ph2812">
                <a:extLst>
                  <a:ext uri="{FF2B5EF4-FFF2-40B4-BE49-F238E27FC236}">
                    <a16:creationId xmlns:a16="http://schemas.microsoft.com/office/drawing/2014/main" id="{5F7C6186-042E-4293-D836-2A8FA0E30BB4}"/>
                  </a:ext>
                </a:extLst>
              </p:cNvPr>
              <p:cNvSpPr/>
              <p:nvPr/>
            </p:nvSpPr>
            <p:spPr>
              <a:xfrm>
                <a:off x="293090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2" name="ph2813">
                <a:extLst>
                  <a:ext uri="{FF2B5EF4-FFF2-40B4-BE49-F238E27FC236}">
                    <a16:creationId xmlns:a16="http://schemas.microsoft.com/office/drawing/2014/main" id="{345E9672-1526-5633-2515-EF0A47308A8A}"/>
                  </a:ext>
                </a:extLst>
              </p:cNvPr>
              <p:cNvSpPr/>
              <p:nvPr/>
            </p:nvSpPr>
            <p:spPr>
              <a:xfrm>
                <a:off x="294034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3" name="ph2814">
                <a:extLst>
                  <a:ext uri="{FF2B5EF4-FFF2-40B4-BE49-F238E27FC236}">
                    <a16:creationId xmlns:a16="http://schemas.microsoft.com/office/drawing/2014/main" id="{613CCF15-95BC-4621-7FE1-150D5D204E45}"/>
                  </a:ext>
                </a:extLst>
              </p:cNvPr>
              <p:cNvSpPr/>
              <p:nvPr/>
            </p:nvSpPr>
            <p:spPr>
              <a:xfrm>
                <a:off x="294978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4" name="ph2815">
                <a:extLst>
                  <a:ext uri="{FF2B5EF4-FFF2-40B4-BE49-F238E27FC236}">
                    <a16:creationId xmlns:a16="http://schemas.microsoft.com/office/drawing/2014/main" id="{CFD64B83-DA11-CEF1-22A6-AFEC6FC1032C}"/>
                  </a:ext>
                </a:extLst>
              </p:cNvPr>
              <p:cNvSpPr/>
              <p:nvPr/>
            </p:nvSpPr>
            <p:spPr>
              <a:xfrm>
                <a:off x="295922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5" name="ph2816">
                <a:extLst>
                  <a:ext uri="{FF2B5EF4-FFF2-40B4-BE49-F238E27FC236}">
                    <a16:creationId xmlns:a16="http://schemas.microsoft.com/office/drawing/2014/main" id="{666FA1B8-6F09-ED6D-7F45-C2B46A9E3EA7}"/>
                  </a:ext>
                </a:extLst>
              </p:cNvPr>
              <p:cNvSpPr/>
              <p:nvPr/>
            </p:nvSpPr>
            <p:spPr>
              <a:xfrm>
                <a:off x="296866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6" name="ph2817">
                <a:extLst>
                  <a:ext uri="{FF2B5EF4-FFF2-40B4-BE49-F238E27FC236}">
                    <a16:creationId xmlns:a16="http://schemas.microsoft.com/office/drawing/2014/main" id="{01506E57-78A6-B3F3-DCCA-3831E13DF112}"/>
                  </a:ext>
                </a:extLst>
              </p:cNvPr>
              <p:cNvSpPr/>
              <p:nvPr/>
            </p:nvSpPr>
            <p:spPr>
              <a:xfrm>
                <a:off x="297810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7" name="ph2818">
                <a:extLst>
                  <a:ext uri="{FF2B5EF4-FFF2-40B4-BE49-F238E27FC236}">
                    <a16:creationId xmlns:a16="http://schemas.microsoft.com/office/drawing/2014/main" id="{AE6DA733-AA26-3775-F77C-5F34DA3B11BE}"/>
                  </a:ext>
                </a:extLst>
              </p:cNvPr>
              <p:cNvSpPr/>
              <p:nvPr/>
            </p:nvSpPr>
            <p:spPr>
              <a:xfrm>
                <a:off x="298754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8" name="ph2819">
                <a:extLst>
                  <a:ext uri="{FF2B5EF4-FFF2-40B4-BE49-F238E27FC236}">
                    <a16:creationId xmlns:a16="http://schemas.microsoft.com/office/drawing/2014/main" id="{AA670A78-F869-D94D-9A15-03C731F8FF89}"/>
                  </a:ext>
                </a:extLst>
              </p:cNvPr>
              <p:cNvSpPr/>
              <p:nvPr/>
            </p:nvSpPr>
            <p:spPr>
              <a:xfrm>
                <a:off x="299698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9" name="ph2820">
                <a:extLst>
                  <a:ext uri="{FF2B5EF4-FFF2-40B4-BE49-F238E27FC236}">
                    <a16:creationId xmlns:a16="http://schemas.microsoft.com/office/drawing/2014/main" id="{73549B9C-B72C-70F0-FA50-C0B460CFAD2B}"/>
                  </a:ext>
                </a:extLst>
              </p:cNvPr>
              <p:cNvSpPr/>
              <p:nvPr/>
            </p:nvSpPr>
            <p:spPr>
              <a:xfrm>
                <a:off x="300642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0" name="ph2821">
                <a:extLst>
                  <a:ext uri="{FF2B5EF4-FFF2-40B4-BE49-F238E27FC236}">
                    <a16:creationId xmlns:a16="http://schemas.microsoft.com/office/drawing/2014/main" id="{609534FA-8E33-7EF7-471F-8F64CFBB7A3B}"/>
                  </a:ext>
                </a:extLst>
              </p:cNvPr>
              <p:cNvSpPr/>
              <p:nvPr/>
            </p:nvSpPr>
            <p:spPr>
              <a:xfrm>
                <a:off x="301586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1" name="ph2822">
                <a:extLst>
                  <a:ext uri="{FF2B5EF4-FFF2-40B4-BE49-F238E27FC236}">
                    <a16:creationId xmlns:a16="http://schemas.microsoft.com/office/drawing/2014/main" id="{6810DC7E-BC7C-BEE6-0130-872E76D50409}"/>
                  </a:ext>
                </a:extLst>
              </p:cNvPr>
              <p:cNvSpPr/>
              <p:nvPr/>
            </p:nvSpPr>
            <p:spPr>
              <a:xfrm>
                <a:off x="302530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2" name="ph2823">
                <a:extLst>
                  <a:ext uri="{FF2B5EF4-FFF2-40B4-BE49-F238E27FC236}">
                    <a16:creationId xmlns:a16="http://schemas.microsoft.com/office/drawing/2014/main" id="{644DBFC4-1A12-90D7-7A92-E5764623BD53}"/>
                  </a:ext>
                </a:extLst>
              </p:cNvPr>
              <p:cNvSpPr/>
              <p:nvPr/>
            </p:nvSpPr>
            <p:spPr>
              <a:xfrm>
                <a:off x="303474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3" name="ph2824">
                <a:extLst>
                  <a:ext uri="{FF2B5EF4-FFF2-40B4-BE49-F238E27FC236}">
                    <a16:creationId xmlns:a16="http://schemas.microsoft.com/office/drawing/2014/main" id="{AD240A58-C379-623D-A3E0-8FA9F0B0AAC7}"/>
                  </a:ext>
                </a:extLst>
              </p:cNvPr>
              <p:cNvSpPr/>
              <p:nvPr/>
            </p:nvSpPr>
            <p:spPr>
              <a:xfrm>
                <a:off x="304418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4" name="ph2825">
                <a:extLst>
                  <a:ext uri="{FF2B5EF4-FFF2-40B4-BE49-F238E27FC236}">
                    <a16:creationId xmlns:a16="http://schemas.microsoft.com/office/drawing/2014/main" id="{0AF19CFE-D3A4-9A01-C8DE-6ECB58790E98}"/>
                  </a:ext>
                </a:extLst>
              </p:cNvPr>
              <p:cNvSpPr/>
              <p:nvPr/>
            </p:nvSpPr>
            <p:spPr>
              <a:xfrm>
                <a:off x="305362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5" name="ph2826">
                <a:extLst>
                  <a:ext uri="{FF2B5EF4-FFF2-40B4-BE49-F238E27FC236}">
                    <a16:creationId xmlns:a16="http://schemas.microsoft.com/office/drawing/2014/main" id="{DCC2C22C-C9D5-F7C2-CB53-4E9BAFC016E7}"/>
                  </a:ext>
                </a:extLst>
              </p:cNvPr>
              <p:cNvSpPr/>
              <p:nvPr/>
            </p:nvSpPr>
            <p:spPr>
              <a:xfrm>
                <a:off x="306306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6" name="ph2827">
                <a:extLst>
                  <a:ext uri="{FF2B5EF4-FFF2-40B4-BE49-F238E27FC236}">
                    <a16:creationId xmlns:a16="http://schemas.microsoft.com/office/drawing/2014/main" id="{1ECE544E-F131-2FD0-65C8-2B8B8B253FB0}"/>
                  </a:ext>
                </a:extLst>
              </p:cNvPr>
              <p:cNvSpPr/>
              <p:nvPr/>
            </p:nvSpPr>
            <p:spPr>
              <a:xfrm>
                <a:off x="307250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7" name="ph2828">
                <a:extLst>
                  <a:ext uri="{FF2B5EF4-FFF2-40B4-BE49-F238E27FC236}">
                    <a16:creationId xmlns:a16="http://schemas.microsoft.com/office/drawing/2014/main" id="{83256C9C-8126-805A-3D61-CADE1BFA7335}"/>
                  </a:ext>
                </a:extLst>
              </p:cNvPr>
              <p:cNvSpPr/>
              <p:nvPr/>
            </p:nvSpPr>
            <p:spPr>
              <a:xfrm>
                <a:off x="308194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8" name="ph2829">
                <a:extLst>
                  <a:ext uri="{FF2B5EF4-FFF2-40B4-BE49-F238E27FC236}">
                    <a16:creationId xmlns:a16="http://schemas.microsoft.com/office/drawing/2014/main" id="{A94AF697-B71C-3204-3A36-5F14F1F28418}"/>
                  </a:ext>
                </a:extLst>
              </p:cNvPr>
              <p:cNvSpPr/>
              <p:nvPr/>
            </p:nvSpPr>
            <p:spPr>
              <a:xfrm>
                <a:off x="309138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9" name="ph2830">
                <a:extLst>
                  <a:ext uri="{FF2B5EF4-FFF2-40B4-BE49-F238E27FC236}">
                    <a16:creationId xmlns:a16="http://schemas.microsoft.com/office/drawing/2014/main" id="{4E8FF310-0B78-0F76-4188-7DDCA371C54A}"/>
                  </a:ext>
                </a:extLst>
              </p:cNvPr>
              <p:cNvSpPr/>
              <p:nvPr/>
            </p:nvSpPr>
            <p:spPr>
              <a:xfrm>
                <a:off x="310082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0" name="ph2831">
                <a:extLst>
                  <a:ext uri="{FF2B5EF4-FFF2-40B4-BE49-F238E27FC236}">
                    <a16:creationId xmlns:a16="http://schemas.microsoft.com/office/drawing/2014/main" id="{40938F15-52A7-00EF-7C9E-DE0EF1FF5B96}"/>
                  </a:ext>
                </a:extLst>
              </p:cNvPr>
              <p:cNvSpPr/>
              <p:nvPr/>
            </p:nvSpPr>
            <p:spPr>
              <a:xfrm>
                <a:off x="311026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1" name="ph2832">
                <a:extLst>
                  <a:ext uri="{FF2B5EF4-FFF2-40B4-BE49-F238E27FC236}">
                    <a16:creationId xmlns:a16="http://schemas.microsoft.com/office/drawing/2014/main" id="{F5A958C8-C217-2AC1-557B-741CCA14DC81}"/>
                  </a:ext>
                </a:extLst>
              </p:cNvPr>
              <p:cNvSpPr/>
              <p:nvPr/>
            </p:nvSpPr>
            <p:spPr>
              <a:xfrm>
                <a:off x="311970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2" name="ph2833">
                <a:extLst>
                  <a:ext uri="{FF2B5EF4-FFF2-40B4-BE49-F238E27FC236}">
                    <a16:creationId xmlns:a16="http://schemas.microsoft.com/office/drawing/2014/main" id="{B4F3CBC8-5AC5-CD26-19B7-0CAF705996F9}"/>
                  </a:ext>
                </a:extLst>
              </p:cNvPr>
              <p:cNvSpPr/>
              <p:nvPr/>
            </p:nvSpPr>
            <p:spPr>
              <a:xfrm>
                <a:off x="312914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3" name="ph2834">
                <a:extLst>
                  <a:ext uri="{FF2B5EF4-FFF2-40B4-BE49-F238E27FC236}">
                    <a16:creationId xmlns:a16="http://schemas.microsoft.com/office/drawing/2014/main" id="{4AD90273-2DB4-97B5-B689-4FB0A4EF5148}"/>
                  </a:ext>
                </a:extLst>
              </p:cNvPr>
              <p:cNvSpPr/>
              <p:nvPr/>
            </p:nvSpPr>
            <p:spPr>
              <a:xfrm>
                <a:off x="313858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4" name="ph2835">
                <a:extLst>
                  <a:ext uri="{FF2B5EF4-FFF2-40B4-BE49-F238E27FC236}">
                    <a16:creationId xmlns:a16="http://schemas.microsoft.com/office/drawing/2014/main" id="{DC299EA3-E622-B795-46C9-31B9471EFCF8}"/>
                  </a:ext>
                </a:extLst>
              </p:cNvPr>
              <p:cNvSpPr/>
              <p:nvPr/>
            </p:nvSpPr>
            <p:spPr>
              <a:xfrm>
                <a:off x="314802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5" name="ph2836">
                <a:extLst>
                  <a:ext uri="{FF2B5EF4-FFF2-40B4-BE49-F238E27FC236}">
                    <a16:creationId xmlns:a16="http://schemas.microsoft.com/office/drawing/2014/main" id="{A96B2073-BBBC-57F3-DCFF-3F4ADC6E9B05}"/>
                  </a:ext>
                </a:extLst>
              </p:cNvPr>
              <p:cNvSpPr/>
              <p:nvPr/>
            </p:nvSpPr>
            <p:spPr>
              <a:xfrm>
                <a:off x="315746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6" name="ph2837">
                <a:extLst>
                  <a:ext uri="{FF2B5EF4-FFF2-40B4-BE49-F238E27FC236}">
                    <a16:creationId xmlns:a16="http://schemas.microsoft.com/office/drawing/2014/main" id="{A03347B0-36C9-56A0-7C55-7787C296EB1A}"/>
                  </a:ext>
                </a:extLst>
              </p:cNvPr>
              <p:cNvSpPr/>
              <p:nvPr/>
            </p:nvSpPr>
            <p:spPr>
              <a:xfrm>
                <a:off x="316690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7" name="ph2838">
                <a:extLst>
                  <a:ext uri="{FF2B5EF4-FFF2-40B4-BE49-F238E27FC236}">
                    <a16:creationId xmlns:a16="http://schemas.microsoft.com/office/drawing/2014/main" id="{032191A8-1955-0DD3-C880-CF6105A84776}"/>
                  </a:ext>
                </a:extLst>
              </p:cNvPr>
              <p:cNvSpPr/>
              <p:nvPr/>
            </p:nvSpPr>
            <p:spPr>
              <a:xfrm>
                <a:off x="317634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8" name="ph2839">
                <a:extLst>
                  <a:ext uri="{FF2B5EF4-FFF2-40B4-BE49-F238E27FC236}">
                    <a16:creationId xmlns:a16="http://schemas.microsoft.com/office/drawing/2014/main" id="{42FA3F68-D880-7455-C8E2-CE182FE4456B}"/>
                  </a:ext>
                </a:extLst>
              </p:cNvPr>
              <p:cNvSpPr/>
              <p:nvPr/>
            </p:nvSpPr>
            <p:spPr>
              <a:xfrm>
                <a:off x="318578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9" name="ph2840">
                <a:extLst>
                  <a:ext uri="{FF2B5EF4-FFF2-40B4-BE49-F238E27FC236}">
                    <a16:creationId xmlns:a16="http://schemas.microsoft.com/office/drawing/2014/main" id="{9AD706C2-AACE-261F-A4CB-0D92D0CAC399}"/>
                  </a:ext>
                </a:extLst>
              </p:cNvPr>
              <p:cNvSpPr/>
              <p:nvPr/>
            </p:nvSpPr>
            <p:spPr>
              <a:xfrm>
                <a:off x="319522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0" name="ph2841">
                <a:extLst>
                  <a:ext uri="{FF2B5EF4-FFF2-40B4-BE49-F238E27FC236}">
                    <a16:creationId xmlns:a16="http://schemas.microsoft.com/office/drawing/2014/main" id="{AA541B88-F256-306C-6E8A-FE6E96819653}"/>
                  </a:ext>
                </a:extLst>
              </p:cNvPr>
              <p:cNvSpPr/>
              <p:nvPr/>
            </p:nvSpPr>
            <p:spPr>
              <a:xfrm>
                <a:off x="320466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1" name="ph2842">
                <a:extLst>
                  <a:ext uri="{FF2B5EF4-FFF2-40B4-BE49-F238E27FC236}">
                    <a16:creationId xmlns:a16="http://schemas.microsoft.com/office/drawing/2014/main" id="{BEA36D3C-A74E-6EA4-AE06-96116B8F4B96}"/>
                  </a:ext>
                </a:extLst>
              </p:cNvPr>
              <p:cNvSpPr/>
              <p:nvPr/>
            </p:nvSpPr>
            <p:spPr>
              <a:xfrm>
                <a:off x="321410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2" name="ph2843">
                <a:extLst>
                  <a:ext uri="{FF2B5EF4-FFF2-40B4-BE49-F238E27FC236}">
                    <a16:creationId xmlns:a16="http://schemas.microsoft.com/office/drawing/2014/main" id="{2BC90B25-515E-5620-9DF5-02B6D2D846E7}"/>
                  </a:ext>
                </a:extLst>
              </p:cNvPr>
              <p:cNvSpPr/>
              <p:nvPr/>
            </p:nvSpPr>
            <p:spPr>
              <a:xfrm>
                <a:off x="322354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3" name="ph2844">
                <a:extLst>
                  <a:ext uri="{FF2B5EF4-FFF2-40B4-BE49-F238E27FC236}">
                    <a16:creationId xmlns:a16="http://schemas.microsoft.com/office/drawing/2014/main" id="{10D24999-5711-F35A-9226-57075BFE795C}"/>
                  </a:ext>
                </a:extLst>
              </p:cNvPr>
              <p:cNvSpPr/>
              <p:nvPr/>
            </p:nvSpPr>
            <p:spPr>
              <a:xfrm>
                <a:off x="323298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4" name="ph2845">
                <a:extLst>
                  <a:ext uri="{FF2B5EF4-FFF2-40B4-BE49-F238E27FC236}">
                    <a16:creationId xmlns:a16="http://schemas.microsoft.com/office/drawing/2014/main" id="{BF836BF5-C587-6D79-5FAD-5288A2182EFD}"/>
                  </a:ext>
                </a:extLst>
              </p:cNvPr>
              <p:cNvSpPr/>
              <p:nvPr/>
            </p:nvSpPr>
            <p:spPr>
              <a:xfrm>
                <a:off x="324242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5" name="ph2846">
                <a:extLst>
                  <a:ext uri="{FF2B5EF4-FFF2-40B4-BE49-F238E27FC236}">
                    <a16:creationId xmlns:a16="http://schemas.microsoft.com/office/drawing/2014/main" id="{D33BA210-15AF-8B62-2FBD-06F39F6C8304}"/>
                  </a:ext>
                </a:extLst>
              </p:cNvPr>
              <p:cNvSpPr/>
              <p:nvPr/>
            </p:nvSpPr>
            <p:spPr>
              <a:xfrm>
                <a:off x="325187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6" name="ph2847">
                <a:extLst>
                  <a:ext uri="{FF2B5EF4-FFF2-40B4-BE49-F238E27FC236}">
                    <a16:creationId xmlns:a16="http://schemas.microsoft.com/office/drawing/2014/main" id="{9596EC1E-987B-A786-7730-61254ED471DC}"/>
                  </a:ext>
                </a:extLst>
              </p:cNvPr>
              <p:cNvSpPr/>
              <p:nvPr/>
            </p:nvSpPr>
            <p:spPr>
              <a:xfrm>
                <a:off x="326131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7" name="ph2848">
                <a:extLst>
                  <a:ext uri="{FF2B5EF4-FFF2-40B4-BE49-F238E27FC236}">
                    <a16:creationId xmlns:a16="http://schemas.microsoft.com/office/drawing/2014/main" id="{EFFF659B-04C0-49F1-1B77-B2A37A000C6E}"/>
                  </a:ext>
                </a:extLst>
              </p:cNvPr>
              <p:cNvSpPr/>
              <p:nvPr/>
            </p:nvSpPr>
            <p:spPr>
              <a:xfrm>
                <a:off x="327075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8" name="ph2849">
                <a:extLst>
                  <a:ext uri="{FF2B5EF4-FFF2-40B4-BE49-F238E27FC236}">
                    <a16:creationId xmlns:a16="http://schemas.microsoft.com/office/drawing/2014/main" id="{BF2C319A-13CF-C508-D003-57B1548217F2}"/>
                  </a:ext>
                </a:extLst>
              </p:cNvPr>
              <p:cNvSpPr/>
              <p:nvPr/>
            </p:nvSpPr>
            <p:spPr>
              <a:xfrm>
                <a:off x="328019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D59">
                  <a:alpha val="100000"/>
                </a:srgbClr>
              </a:solidFill>
              <a:ln w="5420" cap="flat">
                <a:solidFill>
                  <a:srgbClr val="FC8D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9" name="ph2850">
                <a:extLst>
                  <a:ext uri="{FF2B5EF4-FFF2-40B4-BE49-F238E27FC236}">
                    <a16:creationId xmlns:a16="http://schemas.microsoft.com/office/drawing/2014/main" id="{A8A8B794-FD58-3F45-90F0-D257DD281CD7}"/>
                  </a:ext>
                </a:extLst>
              </p:cNvPr>
              <p:cNvSpPr/>
              <p:nvPr/>
            </p:nvSpPr>
            <p:spPr>
              <a:xfrm>
                <a:off x="328963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0" name="ph2851">
                <a:extLst>
                  <a:ext uri="{FF2B5EF4-FFF2-40B4-BE49-F238E27FC236}">
                    <a16:creationId xmlns:a16="http://schemas.microsoft.com/office/drawing/2014/main" id="{822AEBBC-7902-503C-3DA5-005AA66865BA}"/>
                  </a:ext>
                </a:extLst>
              </p:cNvPr>
              <p:cNvSpPr/>
              <p:nvPr/>
            </p:nvSpPr>
            <p:spPr>
              <a:xfrm>
                <a:off x="329907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1" name="ph2852">
                <a:extLst>
                  <a:ext uri="{FF2B5EF4-FFF2-40B4-BE49-F238E27FC236}">
                    <a16:creationId xmlns:a16="http://schemas.microsoft.com/office/drawing/2014/main" id="{6A56B244-591F-4076-3B7C-798946AE42CC}"/>
                  </a:ext>
                </a:extLst>
              </p:cNvPr>
              <p:cNvSpPr/>
              <p:nvPr/>
            </p:nvSpPr>
            <p:spPr>
              <a:xfrm>
                <a:off x="330851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2" name="ph2853">
                <a:extLst>
                  <a:ext uri="{FF2B5EF4-FFF2-40B4-BE49-F238E27FC236}">
                    <a16:creationId xmlns:a16="http://schemas.microsoft.com/office/drawing/2014/main" id="{C1844A7B-7B5D-B50F-F8E1-7513F47FF177}"/>
                  </a:ext>
                </a:extLst>
              </p:cNvPr>
              <p:cNvSpPr/>
              <p:nvPr/>
            </p:nvSpPr>
            <p:spPr>
              <a:xfrm>
                <a:off x="331795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3" name="ph2854">
                <a:extLst>
                  <a:ext uri="{FF2B5EF4-FFF2-40B4-BE49-F238E27FC236}">
                    <a16:creationId xmlns:a16="http://schemas.microsoft.com/office/drawing/2014/main" id="{63D0D650-C60E-5199-73F3-62E661C86F38}"/>
                  </a:ext>
                </a:extLst>
              </p:cNvPr>
              <p:cNvSpPr/>
              <p:nvPr/>
            </p:nvSpPr>
            <p:spPr>
              <a:xfrm>
                <a:off x="332739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4" name="ph2855">
                <a:extLst>
                  <a:ext uri="{FF2B5EF4-FFF2-40B4-BE49-F238E27FC236}">
                    <a16:creationId xmlns:a16="http://schemas.microsoft.com/office/drawing/2014/main" id="{5DCCD56A-446F-7F16-B16B-488A2F84FD09}"/>
                  </a:ext>
                </a:extLst>
              </p:cNvPr>
              <p:cNvSpPr/>
              <p:nvPr/>
            </p:nvSpPr>
            <p:spPr>
              <a:xfrm>
                <a:off x="333683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5" name="ph2856">
                <a:extLst>
                  <a:ext uri="{FF2B5EF4-FFF2-40B4-BE49-F238E27FC236}">
                    <a16:creationId xmlns:a16="http://schemas.microsoft.com/office/drawing/2014/main" id="{278261F9-E2D7-4F32-FBAE-09298E1E6BF7}"/>
                  </a:ext>
                </a:extLst>
              </p:cNvPr>
              <p:cNvSpPr/>
              <p:nvPr/>
            </p:nvSpPr>
            <p:spPr>
              <a:xfrm>
                <a:off x="334627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6" name="ph2857">
                <a:extLst>
                  <a:ext uri="{FF2B5EF4-FFF2-40B4-BE49-F238E27FC236}">
                    <a16:creationId xmlns:a16="http://schemas.microsoft.com/office/drawing/2014/main" id="{C888BD05-04AE-03B3-45CD-5AF6929E0A46}"/>
                  </a:ext>
                </a:extLst>
              </p:cNvPr>
              <p:cNvSpPr/>
              <p:nvPr/>
            </p:nvSpPr>
            <p:spPr>
              <a:xfrm>
                <a:off x="335571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7" name="ph2858">
                <a:extLst>
                  <a:ext uri="{FF2B5EF4-FFF2-40B4-BE49-F238E27FC236}">
                    <a16:creationId xmlns:a16="http://schemas.microsoft.com/office/drawing/2014/main" id="{8F06257C-006F-EA66-779D-C65551BA6333}"/>
                  </a:ext>
                </a:extLst>
              </p:cNvPr>
              <p:cNvSpPr/>
              <p:nvPr/>
            </p:nvSpPr>
            <p:spPr>
              <a:xfrm>
                <a:off x="336515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8" name="ph2859">
                <a:extLst>
                  <a:ext uri="{FF2B5EF4-FFF2-40B4-BE49-F238E27FC236}">
                    <a16:creationId xmlns:a16="http://schemas.microsoft.com/office/drawing/2014/main" id="{E14CB5D0-3338-0296-9220-B56982B1FB0C}"/>
                  </a:ext>
                </a:extLst>
              </p:cNvPr>
              <p:cNvSpPr/>
              <p:nvPr/>
            </p:nvSpPr>
            <p:spPr>
              <a:xfrm>
                <a:off x="3374593" y="220293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345"/>
                    </a:lnTo>
                    <a:lnTo>
                      <a:pt x="923433" y="908141"/>
                    </a:lnTo>
                    <a:lnTo>
                      <a:pt x="922852" y="910707"/>
                    </a:lnTo>
                    <a:lnTo>
                      <a:pt x="922271" y="913272"/>
                    </a:lnTo>
                    <a:lnTo>
                      <a:pt x="922016" y="914400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9" name="ph2860">
                <a:extLst>
                  <a:ext uri="{FF2B5EF4-FFF2-40B4-BE49-F238E27FC236}">
                    <a16:creationId xmlns:a16="http://schemas.microsoft.com/office/drawing/2014/main" id="{9C83D9B1-A9D7-AD36-C51A-D30814528F7B}"/>
                  </a:ext>
                </a:extLst>
              </p:cNvPr>
              <p:cNvSpPr/>
              <p:nvPr/>
            </p:nvSpPr>
            <p:spPr>
              <a:xfrm>
                <a:off x="3384033" y="2185361"/>
                <a:ext cx="916838" cy="923915"/>
              </a:xfrm>
              <a:custGeom>
                <a:avLst/>
                <a:gdLst/>
                <a:ahLst/>
                <a:cxnLst/>
                <a:rect l="0" t="0" r="0" b="0"/>
                <a:pathLst>
                  <a:path w="916838" h="923915">
                    <a:moveTo>
                      <a:pt x="914400" y="914400"/>
                    </a:moveTo>
                    <a:lnTo>
                      <a:pt x="916838" y="914400"/>
                    </a:lnTo>
                    <a:lnTo>
                      <a:pt x="916710" y="914876"/>
                    </a:lnTo>
                    <a:lnTo>
                      <a:pt x="915891" y="917944"/>
                    </a:lnTo>
                    <a:lnTo>
                      <a:pt x="915072" y="921012"/>
                    </a:lnTo>
                    <a:lnTo>
                      <a:pt x="914974" y="921382"/>
                    </a:lnTo>
                    <a:lnTo>
                      <a:pt x="914574" y="923145"/>
                    </a:lnTo>
                    <a:lnTo>
                      <a:pt x="914400" y="923915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0" name="ph2861">
                <a:extLst>
                  <a:ext uri="{FF2B5EF4-FFF2-40B4-BE49-F238E27FC236}">
                    <a16:creationId xmlns:a16="http://schemas.microsoft.com/office/drawing/2014/main" id="{79BE1C64-6DC4-8007-B50B-94BE2CD10392}"/>
                  </a:ext>
                </a:extLst>
              </p:cNvPr>
              <p:cNvSpPr/>
              <p:nvPr/>
            </p:nvSpPr>
            <p:spPr>
              <a:xfrm>
                <a:off x="2402248" y="2167792"/>
                <a:ext cx="914399" cy="92587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876">
                    <a:moveTo>
                      <a:pt x="914399" y="914400"/>
                    </a:moveTo>
                    <a:lnTo>
                      <a:pt x="914399" y="925876"/>
                    </a:lnTo>
                    <a:lnTo>
                      <a:pt x="914183" y="925397"/>
                    </a:lnTo>
                    <a:lnTo>
                      <a:pt x="913397" y="923661"/>
                    </a:lnTo>
                    <a:lnTo>
                      <a:pt x="912610" y="921926"/>
                    </a:lnTo>
                    <a:lnTo>
                      <a:pt x="911823" y="920190"/>
                    </a:lnTo>
                    <a:lnTo>
                      <a:pt x="911037" y="918454"/>
                    </a:lnTo>
                    <a:lnTo>
                      <a:pt x="910249" y="916718"/>
                    </a:lnTo>
                    <a:lnTo>
                      <a:pt x="909462" y="914983"/>
                    </a:lnTo>
                    <a:lnTo>
                      <a:pt x="909198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1" name="ph2862">
                <a:extLst>
                  <a:ext uri="{FF2B5EF4-FFF2-40B4-BE49-F238E27FC236}">
                    <a16:creationId xmlns:a16="http://schemas.microsoft.com/office/drawing/2014/main" id="{9C03A434-0872-80C3-5A26-A13B35340007}"/>
                  </a:ext>
                </a:extLst>
              </p:cNvPr>
              <p:cNvSpPr/>
              <p:nvPr/>
            </p:nvSpPr>
            <p:spPr>
              <a:xfrm>
                <a:off x="240224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6540" y="930606"/>
                    </a:lnTo>
                    <a:lnTo>
                      <a:pt x="915755" y="928869"/>
                    </a:lnTo>
                    <a:lnTo>
                      <a:pt x="914969" y="927133"/>
                    </a:lnTo>
                    <a:lnTo>
                      <a:pt x="914399" y="925876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2" name="ph2863">
                <a:extLst>
                  <a:ext uri="{FF2B5EF4-FFF2-40B4-BE49-F238E27FC236}">
                    <a16:creationId xmlns:a16="http://schemas.microsoft.com/office/drawing/2014/main" id="{9436A6A2-E835-15A5-EB2E-6BC9E85E8B98}"/>
                  </a:ext>
                </a:extLst>
              </p:cNvPr>
              <p:cNvSpPr/>
              <p:nvPr/>
            </p:nvSpPr>
            <p:spPr>
              <a:xfrm>
                <a:off x="241168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3" name="ph2864">
                <a:extLst>
                  <a:ext uri="{FF2B5EF4-FFF2-40B4-BE49-F238E27FC236}">
                    <a16:creationId xmlns:a16="http://schemas.microsoft.com/office/drawing/2014/main" id="{8DE5CEBB-EBF1-8507-66AF-6EA9E8981932}"/>
                  </a:ext>
                </a:extLst>
              </p:cNvPr>
              <p:cNvSpPr/>
              <p:nvPr/>
            </p:nvSpPr>
            <p:spPr>
              <a:xfrm>
                <a:off x="242112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4" name="ph2865">
                <a:extLst>
                  <a:ext uri="{FF2B5EF4-FFF2-40B4-BE49-F238E27FC236}">
                    <a16:creationId xmlns:a16="http://schemas.microsoft.com/office/drawing/2014/main" id="{38B019CA-011B-3A1A-499D-B4204FF90272}"/>
                  </a:ext>
                </a:extLst>
              </p:cNvPr>
              <p:cNvSpPr/>
              <p:nvPr/>
            </p:nvSpPr>
            <p:spPr>
              <a:xfrm>
                <a:off x="243056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5" name="ph2866">
                <a:extLst>
                  <a:ext uri="{FF2B5EF4-FFF2-40B4-BE49-F238E27FC236}">
                    <a16:creationId xmlns:a16="http://schemas.microsoft.com/office/drawing/2014/main" id="{6FE0732C-C85F-898F-E888-FC54CBF412A1}"/>
                  </a:ext>
                </a:extLst>
              </p:cNvPr>
              <p:cNvSpPr/>
              <p:nvPr/>
            </p:nvSpPr>
            <p:spPr>
              <a:xfrm>
                <a:off x="244000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6" name="ph2867">
                <a:extLst>
                  <a:ext uri="{FF2B5EF4-FFF2-40B4-BE49-F238E27FC236}">
                    <a16:creationId xmlns:a16="http://schemas.microsoft.com/office/drawing/2014/main" id="{716EB917-1B6A-99A3-8882-429BE16955D5}"/>
                  </a:ext>
                </a:extLst>
              </p:cNvPr>
              <p:cNvSpPr/>
              <p:nvPr/>
            </p:nvSpPr>
            <p:spPr>
              <a:xfrm>
                <a:off x="244944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7" name="ph2868">
                <a:extLst>
                  <a:ext uri="{FF2B5EF4-FFF2-40B4-BE49-F238E27FC236}">
                    <a16:creationId xmlns:a16="http://schemas.microsoft.com/office/drawing/2014/main" id="{DD71C2D8-4CF0-B5BF-3D25-22424BEFDC68}"/>
                  </a:ext>
                </a:extLst>
              </p:cNvPr>
              <p:cNvSpPr/>
              <p:nvPr/>
            </p:nvSpPr>
            <p:spPr>
              <a:xfrm>
                <a:off x="245889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8" name="ph2869">
                <a:extLst>
                  <a:ext uri="{FF2B5EF4-FFF2-40B4-BE49-F238E27FC236}">
                    <a16:creationId xmlns:a16="http://schemas.microsoft.com/office/drawing/2014/main" id="{05F5EE8D-2ED4-F1B8-66C1-F2F160EBA98E}"/>
                  </a:ext>
                </a:extLst>
              </p:cNvPr>
              <p:cNvSpPr/>
              <p:nvPr/>
            </p:nvSpPr>
            <p:spPr>
              <a:xfrm>
                <a:off x="246833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9" name="ph2870">
                <a:extLst>
                  <a:ext uri="{FF2B5EF4-FFF2-40B4-BE49-F238E27FC236}">
                    <a16:creationId xmlns:a16="http://schemas.microsoft.com/office/drawing/2014/main" id="{F7556461-D137-C80E-614E-25EF9C8E2644}"/>
                  </a:ext>
                </a:extLst>
              </p:cNvPr>
              <p:cNvSpPr/>
              <p:nvPr/>
            </p:nvSpPr>
            <p:spPr>
              <a:xfrm>
                <a:off x="247777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0" name="ph2871">
                <a:extLst>
                  <a:ext uri="{FF2B5EF4-FFF2-40B4-BE49-F238E27FC236}">
                    <a16:creationId xmlns:a16="http://schemas.microsoft.com/office/drawing/2014/main" id="{5B4C39BA-306B-0C97-01CD-7420F494674C}"/>
                  </a:ext>
                </a:extLst>
              </p:cNvPr>
              <p:cNvSpPr/>
              <p:nvPr/>
            </p:nvSpPr>
            <p:spPr>
              <a:xfrm>
                <a:off x="248721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1" name="ph2872">
                <a:extLst>
                  <a:ext uri="{FF2B5EF4-FFF2-40B4-BE49-F238E27FC236}">
                    <a16:creationId xmlns:a16="http://schemas.microsoft.com/office/drawing/2014/main" id="{01DC6A84-02F8-4E90-0656-83896B964F1F}"/>
                  </a:ext>
                </a:extLst>
              </p:cNvPr>
              <p:cNvSpPr/>
              <p:nvPr/>
            </p:nvSpPr>
            <p:spPr>
              <a:xfrm>
                <a:off x="249665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2" name="ph2873">
                <a:extLst>
                  <a:ext uri="{FF2B5EF4-FFF2-40B4-BE49-F238E27FC236}">
                    <a16:creationId xmlns:a16="http://schemas.microsoft.com/office/drawing/2014/main" id="{6A0A7413-60EA-F2B2-C327-2B1DBD415136}"/>
                  </a:ext>
                </a:extLst>
              </p:cNvPr>
              <p:cNvSpPr/>
              <p:nvPr/>
            </p:nvSpPr>
            <p:spPr>
              <a:xfrm>
                <a:off x="250609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3" name="ph2874">
                <a:extLst>
                  <a:ext uri="{FF2B5EF4-FFF2-40B4-BE49-F238E27FC236}">
                    <a16:creationId xmlns:a16="http://schemas.microsoft.com/office/drawing/2014/main" id="{8D48C000-8046-0970-1EB9-E09ADAC0EAA8}"/>
                  </a:ext>
                </a:extLst>
              </p:cNvPr>
              <p:cNvSpPr/>
              <p:nvPr/>
            </p:nvSpPr>
            <p:spPr>
              <a:xfrm>
                <a:off x="251553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4" name="ph2875">
                <a:extLst>
                  <a:ext uri="{FF2B5EF4-FFF2-40B4-BE49-F238E27FC236}">
                    <a16:creationId xmlns:a16="http://schemas.microsoft.com/office/drawing/2014/main" id="{A16BD531-75DC-B8CD-3760-253A30FB3335}"/>
                  </a:ext>
                </a:extLst>
              </p:cNvPr>
              <p:cNvSpPr/>
              <p:nvPr/>
            </p:nvSpPr>
            <p:spPr>
              <a:xfrm>
                <a:off x="252497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5" name="ph2876">
                <a:extLst>
                  <a:ext uri="{FF2B5EF4-FFF2-40B4-BE49-F238E27FC236}">
                    <a16:creationId xmlns:a16="http://schemas.microsoft.com/office/drawing/2014/main" id="{A57E14A0-4E10-C2FC-B99D-FD608A575069}"/>
                  </a:ext>
                </a:extLst>
              </p:cNvPr>
              <p:cNvSpPr/>
              <p:nvPr/>
            </p:nvSpPr>
            <p:spPr>
              <a:xfrm>
                <a:off x="253441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6" name="ph2877">
                <a:extLst>
                  <a:ext uri="{FF2B5EF4-FFF2-40B4-BE49-F238E27FC236}">
                    <a16:creationId xmlns:a16="http://schemas.microsoft.com/office/drawing/2014/main" id="{CF590DF4-6D1C-738C-443D-7484DCD24383}"/>
                  </a:ext>
                </a:extLst>
              </p:cNvPr>
              <p:cNvSpPr/>
              <p:nvPr/>
            </p:nvSpPr>
            <p:spPr>
              <a:xfrm>
                <a:off x="254385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7" name="ph2878">
                <a:extLst>
                  <a:ext uri="{FF2B5EF4-FFF2-40B4-BE49-F238E27FC236}">
                    <a16:creationId xmlns:a16="http://schemas.microsoft.com/office/drawing/2014/main" id="{D53DB639-C056-8553-B6BC-E2088FDA787F}"/>
                  </a:ext>
                </a:extLst>
              </p:cNvPr>
              <p:cNvSpPr/>
              <p:nvPr/>
            </p:nvSpPr>
            <p:spPr>
              <a:xfrm>
                <a:off x="255329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8" name="ph2879">
                <a:extLst>
                  <a:ext uri="{FF2B5EF4-FFF2-40B4-BE49-F238E27FC236}">
                    <a16:creationId xmlns:a16="http://schemas.microsoft.com/office/drawing/2014/main" id="{1E72CAE9-2674-11E6-BABC-A4785E3A0012}"/>
                  </a:ext>
                </a:extLst>
              </p:cNvPr>
              <p:cNvSpPr/>
              <p:nvPr/>
            </p:nvSpPr>
            <p:spPr>
              <a:xfrm>
                <a:off x="256273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9" name="ph2880">
                <a:extLst>
                  <a:ext uri="{FF2B5EF4-FFF2-40B4-BE49-F238E27FC236}">
                    <a16:creationId xmlns:a16="http://schemas.microsoft.com/office/drawing/2014/main" id="{D7613BC7-4419-ABB3-ED53-F99707FCA521}"/>
                  </a:ext>
                </a:extLst>
              </p:cNvPr>
              <p:cNvSpPr/>
              <p:nvPr/>
            </p:nvSpPr>
            <p:spPr>
              <a:xfrm>
                <a:off x="257217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0" name="ph2881">
                <a:extLst>
                  <a:ext uri="{FF2B5EF4-FFF2-40B4-BE49-F238E27FC236}">
                    <a16:creationId xmlns:a16="http://schemas.microsoft.com/office/drawing/2014/main" id="{E0E96CB9-32A3-B9F3-30DF-76FE287FC1DF}"/>
                  </a:ext>
                </a:extLst>
              </p:cNvPr>
              <p:cNvSpPr/>
              <p:nvPr/>
            </p:nvSpPr>
            <p:spPr>
              <a:xfrm>
                <a:off x="258161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1" name="ph2882">
                <a:extLst>
                  <a:ext uri="{FF2B5EF4-FFF2-40B4-BE49-F238E27FC236}">
                    <a16:creationId xmlns:a16="http://schemas.microsoft.com/office/drawing/2014/main" id="{9F7ED4DA-B455-BFF0-8E85-DE8CEC9F7F2B}"/>
                  </a:ext>
                </a:extLst>
              </p:cNvPr>
              <p:cNvSpPr/>
              <p:nvPr/>
            </p:nvSpPr>
            <p:spPr>
              <a:xfrm>
                <a:off x="259105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2" name="ph2883">
                <a:extLst>
                  <a:ext uri="{FF2B5EF4-FFF2-40B4-BE49-F238E27FC236}">
                    <a16:creationId xmlns:a16="http://schemas.microsoft.com/office/drawing/2014/main" id="{3E77CFB1-1BB8-1FFB-F2E9-1A25827B0555}"/>
                  </a:ext>
                </a:extLst>
              </p:cNvPr>
              <p:cNvSpPr/>
              <p:nvPr/>
            </p:nvSpPr>
            <p:spPr>
              <a:xfrm>
                <a:off x="260049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3" name="ph2884">
                <a:extLst>
                  <a:ext uri="{FF2B5EF4-FFF2-40B4-BE49-F238E27FC236}">
                    <a16:creationId xmlns:a16="http://schemas.microsoft.com/office/drawing/2014/main" id="{D6C3E6BC-FBA2-FEA4-01D1-E877BE98BD42}"/>
                  </a:ext>
                </a:extLst>
              </p:cNvPr>
              <p:cNvSpPr/>
              <p:nvPr/>
            </p:nvSpPr>
            <p:spPr>
              <a:xfrm>
                <a:off x="260993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4" name="ph2885">
                <a:extLst>
                  <a:ext uri="{FF2B5EF4-FFF2-40B4-BE49-F238E27FC236}">
                    <a16:creationId xmlns:a16="http://schemas.microsoft.com/office/drawing/2014/main" id="{16344CA0-D3D8-EE70-57E2-E3F121CB0499}"/>
                  </a:ext>
                </a:extLst>
              </p:cNvPr>
              <p:cNvSpPr/>
              <p:nvPr/>
            </p:nvSpPr>
            <p:spPr>
              <a:xfrm>
                <a:off x="261937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5" name="ph2886">
                <a:extLst>
                  <a:ext uri="{FF2B5EF4-FFF2-40B4-BE49-F238E27FC236}">
                    <a16:creationId xmlns:a16="http://schemas.microsoft.com/office/drawing/2014/main" id="{C08229F2-A502-BC9F-C95F-1E6D714E6365}"/>
                  </a:ext>
                </a:extLst>
              </p:cNvPr>
              <p:cNvSpPr/>
              <p:nvPr/>
            </p:nvSpPr>
            <p:spPr>
              <a:xfrm>
                <a:off x="262881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6" name="ph2887">
                <a:extLst>
                  <a:ext uri="{FF2B5EF4-FFF2-40B4-BE49-F238E27FC236}">
                    <a16:creationId xmlns:a16="http://schemas.microsoft.com/office/drawing/2014/main" id="{02F3B922-496E-61B5-B484-8AC3D948A0A1}"/>
                  </a:ext>
                </a:extLst>
              </p:cNvPr>
              <p:cNvSpPr/>
              <p:nvPr/>
            </p:nvSpPr>
            <p:spPr>
              <a:xfrm>
                <a:off x="263825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7" name="ph2888">
                <a:extLst>
                  <a:ext uri="{FF2B5EF4-FFF2-40B4-BE49-F238E27FC236}">
                    <a16:creationId xmlns:a16="http://schemas.microsoft.com/office/drawing/2014/main" id="{56B56476-596D-EF6F-60C7-86DDF0F1328A}"/>
                  </a:ext>
                </a:extLst>
              </p:cNvPr>
              <p:cNvSpPr/>
              <p:nvPr/>
            </p:nvSpPr>
            <p:spPr>
              <a:xfrm>
                <a:off x="264769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8" name="ph2889">
                <a:extLst>
                  <a:ext uri="{FF2B5EF4-FFF2-40B4-BE49-F238E27FC236}">
                    <a16:creationId xmlns:a16="http://schemas.microsoft.com/office/drawing/2014/main" id="{872B386C-7CF4-2A4F-710D-3805BB9FB3EA}"/>
                  </a:ext>
                </a:extLst>
              </p:cNvPr>
              <p:cNvSpPr/>
              <p:nvPr/>
            </p:nvSpPr>
            <p:spPr>
              <a:xfrm>
                <a:off x="265713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9" name="ph2890">
                <a:extLst>
                  <a:ext uri="{FF2B5EF4-FFF2-40B4-BE49-F238E27FC236}">
                    <a16:creationId xmlns:a16="http://schemas.microsoft.com/office/drawing/2014/main" id="{4C85C6C9-4AEA-91FB-C334-9CD9519E20E4}"/>
                  </a:ext>
                </a:extLst>
              </p:cNvPr>
              <p:cNvSpPr/>
              <p:nvPr/>
            </p:nvSpPr>
            <p:spPr>
              <a:xfrm>
                <a:off x="266657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0" name="ph2891">
                <a:extLst>
                  <a:ext uri="{FF2B5EF4-FFF2-40B4-BE49-F238E27FC236}">
                    <a16:creationId xmlns:a16="http://schemas.microsoft.com/office/drawing/2014/main" id="{5B505D4C-104B-1CAD-2C5F-51CB800B0702}"/>
                  </a:ext>
                </a:extLst>
              </p:cNvPr>
              <p:cNvSpPr/>
              <p:nvPr/>
            </p:nvSpPr>
            <p:spPr>
              <a:xfrm>
                <a:off x="267601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1" name="ph2892">
                <a:extLst>
                  <a:ext uri="{FF2B5EF4-FFF2-40B4-BE49-F238E27FC236}">
                    <a16:creationId xmlns:a16="http://schemas.microsoft.com/office/drawing/2014/main" id="{82FFAD76-9398-CC8C-CD41-64C290182E39}"/>
                  </a:ext>
                </a:extLst>
              </p:cNvPr>
              <p:cNvSpPr/>
              <p:nvPr/>
            </p:nvSpPr>
            <p:spPr>
              <a:xfrm>
                <a:off x="268545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2" name="ph2893">
                <a:extLst>
                  <a:ext uri="{FF2B5EF4-FFF2-40B4-BE49-F238E27FC236}">
                    <a16:creationId xmlns:a16="http://schemas.microsoft.com/office/drawing/2014/main" id="{42AB3C3E-AAA1-3A39-3EEA-F32E6DEC5951}"/>
                  </a:ext>
                </a:extLst>
              </p:cNvPr>
              <p:cNvSpPr/>
              <p:nvPr/>
            </p:nvSpPr>
            <p:spPr>
              <a:xfrm>
                <a:off x="269489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3" name="ph2894">
                <a:extLst>
                  <a:ext uri="{FF2B5EF4-FFF2-40B4-BE49-F238E27FC236}">
                    <a16:creationId xmlns:a16="http://schemas.microsoft.com/office/drawing/2014/main" id="{7B42F2A6-2299-ED1C-2920-6E955E6AC703}"/>
                  </a:ext>
                </a:extLst>
              </p:cNvPr>
              <p:cNvSpPr/>
              <p:nvPr/>
            </p:nvSpPr>
            <p:spPr>
              <a:xfrm>
                <a:off x="270433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4" name="ph2895">
                <a:extLst>
                  <a:ext uri="{FF2B5EF4-FFF2-40B4-BE49-F238E27FC236}">
                    <a16:creationId xmlns:a16="http://schemas.microsoft.com/office/drawing/2014/main" id="{939CF1AF-7BC6-75AB-1DCE-9D7649ABA5C5}"/>
                  </a:ext>
                </a:extLst>
              </p:cNvPr>
              <p:cNvSpPr/>
              <p:nvPr/>
            </p:nvSpPr>
            <p:spPr>
              <a:xfrm>
                <a:off x="2713776" y="2185361"/>
                <a:ext cx="9221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98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8990" y="896830"/>
                    </a:lnTo>
                    <a:lnTo>
                      <a:pt x="919019" y="896987"/>
                    </a:lnTo>
                    <a:lnTo>
                      <a:pt x="919126" y="897554"/>
                    </a:lnTo>
                    <a:lnTo>
                      <a:pt x="919233" y="898120"/>
                    </a:lnTo>
                    <a:lnTo>
                      <a:pt x="919339" y="898686"/>
                    </a:lnTo>
                    <a:lnTo>
                      <a:pt x="919446" y="899252"/>
                    </a:lnTo>
                    <a:lnTo>
                      <a:pt x="919553" y="899818"/>
                    </a:lnTo>
                    <a:lnTo>
                      <a:pt x="919659" y="900385"/>
                    </a:lnTo>
                    <a:lnTo>
                      <a:pt x="919766" y="900951"/>
                    </a:lnTo>
                    <a:lnTo>
                      <a:pt x="919872" y="901517"/>
                    </a:lnTo>
                    <a:lnTo>
                      <a:pt x="919979" y="902083"/>
                    </a:lnTo>
                    <a:lnTo>
                      <a:pt x="920085" y="902649"/>
                    </a:lnTo>
                    <a:lnTo>
                      <a:pt x="920192" y="903216"/>
                    </a:lnTo>
                    <a:lnTo>
                      <a:pt x="920298" y="903782"/>
                    </a:lnTo>
                    <a:lnTo>
                      <a:pt x="920405" y="904348"/>
                    </a:lnTo>
                    <a:lnTo>
                      <a:pt x="920511" y="904914"/>
                    </a:lnTo>
                    <a:lnTo>
                      <a:pt x="920618" y="905480"/>
                    </a:lnTo>
                    <a:lnTo>
                      <a:pt x="920724" y="906047"/>
                    </a:lnTo>
                    <a:lnTo>
                      <a:pt x="920831" y="906613"/>
                    </a:lnTo>
                    <a:lnTo>
                      <a:pt x="920937" y="907179"/>
                    </a:lnTo>
                    <a:lnTo>
                      <a:pt x="921044" y="907745"/>
                    </a:lnTo>
                    <a:lnTo>
                      <a:pt x="921150" y="908311"/>
                    </a:lnTo>
                    <a:lnTo>
                      <a:pt x="922198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5" name="ph2896">
                <a:extLst>
                  <a:ext uri="{FF2B5EF4-FFF2-40B4-BE49-F238E27FC236}">
                    <a16:creationId xmlns:a16="http://schemas.microsoft.com/office/drawing/2014/main" id="{2234638C-030E-8F56-0BDB-F989046C2EBE}"/>
                  </a:ext>
                </a:extLst>
              </p:cNvPr>
              <p:cNvSpPr/>
              <p:nvPr/>
            </p:nvSpPr>
            <p:spPr>
              <a:xfrm>
                <a:off x="2921461" y="218536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5710" y="914361"/>
                    </a:lnTo>
                    <a:lnTo>
                      <a:pt x="906115" y="914053"/>
                    </a:lnTo>
                    <a:lnTo>
                      <a:pt x="906519" y="913746"/>
                    </a:lnTo>
                    <a:lnTo>
                      <a:pt x="906924" y="913438"/>
                    </a:lnTo>
                    <a:lnTo>
                      <a:pt x="907329" y="913130"/>
                    </a:lnTo>
                    <a:lnTo>
                      <a:pt x="907733" y="912823"/>
                    </a:lnTo>
                    <a:lnTo>
                      <a:pt x="908138" y="912515"/>
                    </a:lnTo>
                    <a:lnTo>
                      <a:pt x="908543" y="912208"/>
                    </a:lnTo>
                    <a:lnTo>
                      <a:pt x="908948" y="911900"/>
                    </a:lnTo>
                    <a:lnTo>
                      <a:pt x="909353" y="911593"/>
                    </a:lnTo>
                    <a:lnTo>
                      <a:pt x="909757" y="911285"/>
                    </a:lnTo>
                    <a:lnTo>
                      <a:pt x="910162" y="910978"/>
                    </a:lnTo>
                    <a:lnTo>
                      <a:pt x="910567" y="910670"/>
                    </a:lnTo>
                    <a:lnTo>
                      <a:pt x="910972" y="910363"/>
                    </a:lnTo>
                    <a:lnTo>
                      <a:pt x="911377" y="910055"/>
                    </a:lnTo>
                    <a:lnTo>
                      <a:pt x="911782" y="909748"/>
                    </a:lnTo>
                    <a:lnTo>
                      <a:pt x="912187" y="909440"/>
                    </a:lnTo>
                    <a:lnTo>
                      <a:pt x="912592" y="909133"/>
                    </a:lnTo>
                    <a:lnTo>
                      <a:pt x="912997" y="908826"/>
                    </a:lnTo>
                    <a:lnTo>
                      <a:pt x="913402" y="908518"/>
                    </a:lnTo>
                    <a:lnTo>
                      <a:pt x="913807" y="908211"/>
                    </a:lnTo>
                    <a:lnTo>
                      <a:pt x="914212" y="907903"/>
                    </a:lnTo>
                    <a:lnTo>
                      <a:pt x="914399" y="907761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6" name="ph2897">
                <a:extLst>
                  <a:ext uri="{FF2B5EF4-FFF2-40B4-BE49-F238E27FC236}">
                    <a16:creationId xmlns:a16="http://schemas.microsoft.com/office/drawing/2014/main" id="{50E44825-0C26-C627-D03D-DC3492BDF72C}"/>
                  </a:ext>
                </a:extLst>
              </p:cNvPr>
              <p:cNvSpPr/>
              <p:nvPr/>
            </p:nvSpPr>
            <p:spPr>
              <a:xfrm>
                <a:off x="2930902" y="218536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761"/>
                    </a:lnTo>
                    <a:lnTo>
                      <a:pt x="905177" y="907596"/>
                    </a:lnTo>
                    <a:lnTo>
                      <a:pt x="905582" y="907289"/>
                    </a:lnTo>
                    <a:lnTo>
                      <a:pt x="905987" y="906981"/>
                    </a:lnTo>
                    <a:lnTo>
                      <a:pt x="911248" y="903271"/>
                    </a:lnTo>
                    <a:lnTo>
                      <a:pt x="914400" y="901375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7" name="ph2898">
                <a:extLst>
                  <a:ext uri="{FF2B5EF4-FFF2-40B4-BE49-F238E27FC236}">
                    <a16:creationId xmlns:a16="http://schemas.microsoft.com/office/drawing/2014/main" id="{7D1FC363-ACAE-B24D-5E9E-F993E96AA3C1}"/>
                  </a:ext>
                </a:extLst>
              </p:cNvPr>
              <p:cNvSpPr/>
              <p:nvPr/>
            </p:nvSpPr>
            <p:spPr>
              <a:xfrm>
                <a:off x="2940342" y="216779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8945"/>
                    </a:lnTo>
                    <a:lnTo>
                      <a:pt x="907162" y="917620"/>
                    </a:lnTo>
                    <a:lnTo>
                      <a:pt x="912595" y="914899"/>
                    </a:lnTo>
                    <a:lnTo>
                      <a:pt x="913835" y="914400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8" name="ph2899">
                <a:extLst>
                  <a:ext uri="{FF2B5EF4-FFF2-40B4-BE49-F238E27FC236}">
                    <a16:creationId xmlns:a16="http://schemas.microsoft.com/office/drawing/2014/main" id="{677BE693-3030-9251-D4E4-BD0AC175FB69}"/>
                  </a:ext>
                </a:extLst>
              </p:cNvPr>
              <p:cNvSpPr/>
              <p:nvPr/>
            </p:nvSpPr>
            <p:spPr>
              <a:xfrm>
                <a:off x="294034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9" name="ph2900">
                <a:extLst>
                  <a:ext uri="{FF2B5EF4-FFF2-40B4-BE49-F238E27FC236}">
                    <a16:creationId xmlns:a16="http://schemas.microsoft.com/office/drawing/2014/main" id="{75B39D37-60AD-A78C-100B-39559BA89053}"/>
                  </a:ext>
                </a:extLst>
              </p:cNvPr>
              <p:cNvSpPr/>
              <p:nvPr/>
            </p:nvSpPr>
            <p:spPr>
              <a:xfrm>
                <a:off x="294978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0" name="ph2901">
                <a:extLst>
                  <a:ext uri="{FF2B5EF4-FFF2-40B4-BE49-F238E27FC236}">
                    <a16:creationId xmlns:a16="http://schemas.microsoft.com/office/drawing/2014/main" id="{1FB0B894-0F37-ACD8-0B71-43AA404FC4C1}"/>
                  </a:ext>
                </a:extLst>
              </p:cNvPr>
              <p:cNvSpPr/>
              <p:nvPr/>
            </p:nvSpPr>
            <p:spPr>
              <a:xfrm>
                <a:off x="295922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1" name="ph2902">
                <a:extLst>
                  <a:ext uri="{FF2B5EF4-FFF2-40B4-BE49-F238E27FC236}">
                    <a16:creationId xmlns:a16="http://schemas.microsoft.com/office/drawing/2014/main" id="{BBC9595E-AB7C-2EF4-E703-B1D6BA2238CB}"/>
                  </a:ext>
                </a:extLst>
              </p:cNvPr>
              <p:cNvSpPr/>
              <p:nvPr/>
            </p:nvSpPr>
            <p:spPr>
              <a:xfrm>
                <a:off x="296866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2" name="ph2903">
                <a:extLst>
                  <a:ext uri="{FF2B5EF4-FFF2-40B4-BE49-F238E27FC236}">
                    <a16:creationId xmlns:a16="http://schemas.microsoft.com/office/drawing/2014/main" id="{4D17AE96-00E3-C9A3-D9B8-B34D1306A8AC}"/>
                  </a:ext>
                </a:extLst>
              </p:cNvPr>
              <p:cNvSpPr/>
              <p:nvPr/>
            </p:nvSpPr>
            <p:spPr>
              <a:xfrm>
                <a:off x="297810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3" name="ph2904">
                <a:extLst>
                  <a:ext uri="{FF2B5EF4-FFF2-40B4-BE49-F238E27FC236}">
                    <a16:creationId xmlns:a16="http://schemas.microsoft.com/office/drawing/2014/main" id="{26A01FA2-4BE3-731A-93CD-501E14F9CBCE}"/>
                  </a:ext>
                </a:extLst>
              </p:cNvPr>
              <p:cNvSpPr/>
              <p:nvPr/>
            </p:nvSpPr>
            <p:spPr>
              <a:xfrm>
                <a:off x="298754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4" name="ph2905">
                <a:extLst>
                  <a:ext uri="{FF2B5EF4-FFF2-40B4-BE49-F238E27FC236}">
                    <a16:creationId xmlns:a16="http://schemas.microsoft.com/office/drawing/2014/main" id="{165A5F12-AF45-D605-88BE-1983C9DEB041}"/>
                  </a:ext>
                </a:extLst>
              </p:cNvPr>
              <p:cNvSpPr/>
              <p:nvPr/>
            </p:nvSpPr>
            <p:spPr>
              <a:xfrm>
                <a:off x="299698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5" name="ph2906">
                <a:extLst>
                  <a:ext uri="{FF2B5EF4-FFF2-40B4-BE49-F238E27FC236}">
                    <a16:creationId xmlns:a16="http://schemas.microsoft.com/office/drawing/2014/main" id="{A4A8B16C-A366-3271-19CC-A8FD51945EFA}"/>
                  </a:ext>
                </a:extLst>
              </p:cNvPr>
              <p:cNvSpPr/>
              <p:nvPr/>
            </p:nvSpPr>
            <p:spPr>
              <a:xfrm>
                <a:off x="300642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6" name="ph2907">
                <a:extLst>
                  <a:ext uri="{FF2B5EF4-FFF2-40B4-BE49-F238E27FC236}">
                    <a16:creationId xmlns:a16="http://schemas.microsoft.com/office/drawing/2014/main" id="{873CF48C-B3E9-411D-947A-99464E55BCD9}"/>
                  </a:ext>
                </a:extLst>
              </p:cNvPr>
              <p:cNvSpPr/>
              <p:nvPr/>
            </p:nvSpPr>
            <p:spPr>
              <a:xfrm>
                <a:off x="301586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7" name="ph2908">
                <a:extLst>
                  <a:ext uri="{FF2B5EF4-FFF2-40B4-BE49-F238E27FC236}">
                    <a16:creationId xmlns:a16="http://schemas.microsoft.com/office/drawing/2014/main" id="{7A0D9FBD-9C88-567B-A3C2-311D2643D1A4}"/>
                  </a:ext>
                </a:extLst>
              </p:cNvPr>
              <p:cNvSpPr/>
              <p:nvPr/>
            </p:nvSpPr>
            <p:spPr>
              <a:xfrm>
                <a:off x="302530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8" name="ph2909">
                <a:extLst>
                  <a:ext uri="{FF2B5EF4-FFF2-40B4-BE49-F238E27FC236}">
                    <a16:creationId xmlns:a16="http://schemas.microsoft.com/office/drawing/2014/main" id="{957E2C4C-BCF9-08B5-8620-21ACF78A9777}"/>
                  </a:ext>
                </a:extLst>
              </p:cNvPr>
              <p:cNvSpPr/>
              <p:nvPr/>
            </p:nvSpPr>
            <p:spPr>
              <a:xfrm>
                <a:off x="303474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9" name="ph2910">
                <a:extLst>
                  <a:ext uri="{FF2B5EF4-FFF2-40B4-BE49-F238E27FC236}">
                    <a16:creationId xmlns:a16="http://schemas.microsoft.com/office/drawing/2014/main" id="{5C82C54B-B550-F8D5-E291-46212A42C571}"/>
                  </a:ext>
                </a:extLst>
              </p:cNvPr>
              <p:cNvSpPr/>
              <p:nvPr/>
            </p:nvSpPr>
            <p:spPr>
              <a:xfrm>
                <a:off x="304418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0" name="ph2911">
                <a:extLst>
                  <a:ext uri="{FF2B5EF4-FFF2-40B4-BE49-F238E27FC236}">
                    <a16:creationId xmlns:a16="http://schemas.microsoft.com/office/drawing/2014/main" id="{816019C9-E1E8-6843-A277-63AFC2EC6BEF}"/>
                  </a:ext>
                </a:extLst>
              </p:cNvPr>
              <p:cNvSpPr/>
              <p:nvPr/>
            </p:nvSpPr>
            <p:spPr>
              <a:xfrm>
                <a:off x="305362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1" name="ph2912">
                <a:extLst>
                  <a:ext uri="{FF2B5EF4-FFF2-40B4-BE49-F238E27FC236}">
                    <a16:creationId xmlns:a16="http://schemas.microsoft.com/office/drawing/2014/main" id="{5076F3EB-EFF0-58DD-195B-E72C698FF319}"/>
                  </a:ext>
                </a:extLst>
              </p:cNvPr>
              <p:cNvSpPr/>
              <p:nvPr/>
            </p:nvSpPr>
            <p:spPr>
              <a:xfrm>
                <a:off x="306306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2" name="ph2913">
                <a:extLst>
                  <a:ext uri="{FF2B5EF4-FFF2-40B4-BE49-F238E27FC236}">
                    <a16:creationId xmlns:a16="http://schemas.microsoft.com/office/drawing/2014/main" id="{75DBC111-4FA5-D2BC-0D9F-9DA97A708CC6}"/>
                  </a:ext>
                </a:extLst>
              </p:cNvPr>
              <p:cNvSpPr/>
              <p:nvPr/>
            </p:nvSpPr>
            <p:spPr>
              <a:xfrm>
                <a:off x="307250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3" name="ph2914">
                <a:extLst>
                  <a:ext uri="{FF2B5EF4-FFF2-40B4-BE49-F238E27FC236}">
                    <a16:creationId xmlns:a16="http://schemas.microsoft.com/office/drawing/2014/main" id="{7AB34167-48F6-8E4F-9E6A-6BBB34EAA6F0}"/>
                  </a:ext>
                </a:extLst>
              </p:cNvPr>
              <p:cNvSpPr/>
              <p:nvPr/>
            </p:nvSpPr>
            <p:spPr>
              <a:xfrm>
                <a:off x="308194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4" name="ph2915">
                <a:extLst>
                  <a:ext uri="{FF2B5EF4-FFF2-40B4-BE49-F238E27FC236}">
                    <a16:creationId xmlns:a16="http://schemas.microsoft.com/office/drawing/2014/main" id="{BDA3EACB-1C89-B101-683B-FA9487508F38}"/>
                  </a:ext>
                </a:extLst>
              </p:cNvPr>
              <p:cNvSpPr/>
              <p:nvPr/>
            </p:nvSpPr>
            <p:spPr>
              <a:xfrm>
                <a:off x="309138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5" name="ph2916">
                <a:extLst>
                  <a:ext uri="{FF2B5EF4-FFF2-40B4-BE49-F238E27FC236}">
                    <a16:creationId xmlns:a16="http://schemas.microsoft.com/office/drawing/2014/main" id="{533A0C9B-216A-7C24-C2A5-00BE067F2743}"/>
                  </a:ext>
                </a:extLst>
              </p:cNvPr>
              <p:cNvSpPr/>
              <p:nvPr/>
            </p:nvSpPr>
            <p:spPr>
              <a:xfrm>
                <a:off x="310082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6" name="ph2917">
                <a:extLst>
                  <a:ext uri="{FF2B5EF4-FFF2-40B4-BE49-F238E27FC236}">
                    <a16:creationId xmlns:a16="http://schemas.microsoft.com/office/drawing/2014/main" id="{015142E5-1BAF-EF7D-2033-6BBF879E5BFF}"/>
                  </a:ext>
                </a:extLst>
              </p:cNvPr>
              <p:cNvSpPr/>
              <p:nvPr/>
            </p:nvSpPr>
            <p:spPr>
              <a:xfrm>
                <a:off x="311026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7" name="ph2918">
                <a:extLst>
                  <a:ext uri="{FF2B5EF4-FFF2-40B4-BE49-F238E27FC236}">
                    <a16:creationId xmlns:a16="http://schemas.microsoft.com/office/drawing/2014/main" id="{7C20E3B9-14EB-6AAA-D331-83C673F0F08C}"/>
                  </a:ext>
                </a:extLst>
              </p:cNvPr>
              <p:cNvSpPr/>
              <p:nvPr/>
            </p:nvSpPr>
            <p:spPr>
              <a:xfrm>
                <a:off x="311970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8" name="ph2919">
                <a:extLst>
                  <a:ext uri="{FF2B5EF4-FFF2-40B4-BE49-F238E27FC236}">
                    <a16:creationId xmlns:a16="http://schemas.microsoft.com/office/drawing/2014/main" id="{778285D2-DF24-0C1C-D962-44543955340C}"/>
                  </a:ext>
                </a:extLst>
              </p:cNvPr>
              <p:cNvSpPr/>
              <p:nvPr/>
            </p:nvSpPr>
            <p:spPr>
              <a:xfrm>
                <a:off x="312914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9" name="ph2920">
                <a:extLst>
                  <a:ext uri="{FF2B5EF4-FFF2-40B4-BE49-F238E27FC236}">
                    <a16:creationId xmlns:a16="http://schemas.microsoft.com/office/drawing/2014/main" id="{5BF80D33-F8FB-E6B9-0CEE-101799D2BA15}"/>
                  </a:ext>
                </a:extLst>
              </p:cNvPr>
              <p:cNvSpPr/>
              <p:nvPr/>
            </p:nvSpPr>
            <p:spPr>
              <a:xfrm>
                <a:off x="313858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0" name="ph2921">
                <a:extLst>
                  <a:ext uri="{FF2B5EF4-FFF2-40B4-BE49-F238E27FC236}">
                    <a16:creationId xmlns:a16="http://schemas.microsoft.com/office/drawing/2014/main" id="{142FCECC-9B35-D063-7EE4-94A6BC5D3F3B}"/>
                  </a:ext>
                </a:extLst>
              </p:cNvPr>
              <p:cNvSpPr/>
              <p:nvPr/>
            </p:nvSpPr>
            <p:spPr>
              <a:xfrm>
                <a:off x="314802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1" name="ph2922">
                <a:extLst>
                  <a:ext uri="{FF2B5EF4-FFF2-40B4-BE49-F238E27FC236}">
                    <a16:creationId xmlns:a16="http://schemas.microsoft.com/office/drawing/2014/main" id="{11C96BCC-207B-B59D-2124-8A53B98B26DA}"/>
                  </a:ext>
                </a:extLst>
              </p:cNvPr>
              <p:cNvSpPr/>
              <p:nvPr/>
            </p:nvSpPr>
            <p:spPr>
              <a:xfrm>
                <a:off x="315746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2" name="ph2923">
                <a:extLst>
                  <a:ext uri="{FF2B5EF4-FFF2-40B4-BE49-F238E27FC236}">
                    <a16:creationId xmlns:a16="http://schemas.microsoft.com/office/drawing/2014/main" id="{B0DBD34B-D045-256B-9B04-EFC4347AD558}"/>
                  </a:ext>
                </a:extLst>
              </p:cNvPr>
              <p:cNvSpPr/>
              <p:nvPr/>
            </p:nvSpPr>
            <p:spPr>
              <a:xfrm>
                <a:off x="316690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3" name="ph2924">
                <a:extLst>
                  <a:ext uri="{FF2B5EF4-FFF2-40B4-BE49-F238E27FC236}">
                    <a16:creationId xmlns:a16="http://schemas.microsoft.com/office/drawing/2014/main" id="{9508605D-5C6B-B5C8-7867-565E1D7D36A8}"/>
                  </a:ext>
                </a:extLst>
              </p:cNvPr>
              <p:cNvSpPr/>
              <p:nvPr/>
            </p:nvSpPr>
            <p:spPr>
              <a:xfrm>
                <a:off x="317634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4" name="ph2925">
                <a:extLst>
                  <a:ext uri="{FF2B5EF4-FFF2-40B4-BE49-F238E27FC236}">
                    <a16:creationId xmlns:a16="http://schemas.microsoft.com/office/drawing/2014/main" id="{BF4AAE5D-175E-4075-4FA2-C0BECA2E5791}"/>
                  </a:ext>
                </a:extLst>
              </p:cNvPr>
              <p:cNvSpPr/>
              <p:nvPr/>
            </p:nvSpPr>
            <p:spPr>
              <a:xfrm>
                <a:off x="318578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5" name="ph2926">
                <a:extLst>
                  <a:ext uri="{FF2B5EF4-FFF2-40B4-BE49-F238E27FC236}">
                    <a16:creationId xmlns:a16="http://schemas.microsoft.com/office/drawing/2014/main" id="{FA8EA2E0-86D7-8B80-FC16-8D806FCA86BF}"/>
                  </a:ext>
                </a:extLst>
              </p:cNvPr>
              <p:cNvSpPr/>
              <p:nvPr/>
            </p:nvSpPr>
            <p:spPr>
              <a:xfrm>
                <a:off x="319522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6" name="ph2927">
                <a:extLst>
                  <a:ext uri="{FF2B5EF4-FFF2-40B4-BE49-F238E27FC236}">
                    <a16:creationId xmlns:a16="http://schemas.microsoft.com/office/drawing/2014/main" id="{2D6D2AC3-FA1A-40B7-5D2F-B6687E90DFEE}"/>
                  </a:ext>
                </a:extLst>
              </p:cNvPr>
              <p:cNvSpPr/>
              <p:nvPr/>
            </p:nvSpPr>
            <p:spPr>
              <a:xfrm>
                <a:off x="320466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7" name="ph2928">
                <a:extLst>
                  <a:ext uri="{FF2B5EF4-FFF2-40B4-BE49-F238E27FC236}">
                    <a16:creationId xmlns:a16="http://schemas.microsoft.com/office/drawing/2014/main" id="{8D32221C-3149-1816-2E1C-481E2737BD5D}"/>
                  </a:ext>
                </a:extLst>
              </p:cNvPr>
              <p:cNvSpPr/>
              <p:nvPr/>
            </p:nvSpPr>
            <p:spPr>
              <a:xfrm>
                <a:off x="321410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8" name="ph2929">
                <a:extLst>
                  <a:ext uri="{FF2B5EF4-FFF2-40B4-BE49-F238E27FC236}">
                    <a16:creationId xmlns:a16="http://schemas.microsoft.com/office/drawing/2014/main" id="{445F6C3E-5A01-F527-EB23-793BED7663D4}"/>
                  </a:ext>
                </a:extLst>
              </p:cNvPr>
              <p:cNvSpPr/>
              <p:nvPr/>
            </p:nvSpPr>
            <p:spPr>
              <a:xfrm>
                <a:off x="322354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9" name="ph2930">
                <a:extLst>
                  <a:ext uri="{FF2B5EF4-FFF2-40B4-BE49-F238E27FC236}">
                    <a16:creationId xmlns:a16="http://schemas.microsoft.com/office/drawing/2014/main" id="{68BFB8CF-10E6-D07F-2D74-B8C6881BF3CF}"/>
                  </a:ext>
                </a:extLst>
              </p:cNvPr>
              <p:cNvSpPr/>
              <p:nvPr/>
            </p:nvSpPr>
            <p:spPr>
              <a:xfrm>
                <a:off x="323298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0" name="ph2931">
                <a:extLst>
                  <a:ext uri="{FF2B5EF4-FFF2-40B4-BE49-F238E27FC236}">
                    <a16:creationId xmlns:a16="http://schemas.microsoft.com/office/drawing/2014/main" id="{8E5DF899-F928-EB25-132C-ABA638A2636F}"/>
                  </a:ext>
                </a:extLst>
              </p:cNvPr>
              <p:cNvSpPr/>
              <p:nvPr/>
            </p:nvSpPr>
            <p:spPr>
              <a:xfrm>
                <a:off x="324242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1" name="ph2932">
                <a:extLst>
                  <a:ext uri="{FF2B5EF4-FFF2-40B4-BE49-F238E27FC236}">
                    <a16:creationId xmlns:a16="http://schemas.microsoft.com/office/drawing/2014/main" id="{F8DE8049-5C04-E4D8-F26B-FE2CB7C6465F}"/>
                  </a:ext>
                </a:extLst>
              </p:cNvPr>
              <p:cNvSpPr/>
              <p:nvPr/>
            </p:nvSpPr>
            <p:spPr>
              <a:xfrm>
                <a:off x="325187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2" name="ph2933">
                <a:extLst>
                  <a:ext uri="{FF2B5EF4-FFF2-40B4-BE49-F238E27FC236}">
                    <a16:creationId xmlns:a16="http://schemas.microsoft.com/office/drawing/2014/main" id="{56630635-ED22-7CEA-3D71-E5FAA4768283}"/>
                  </a:ext>
                </a:extLst>
              </p:cNvPr>
              <p:cNvSpPr/>
              <p:nvPr/>
            </p:nvSpPr>
            <p:spPr>
              <a:xfrm>
                <a:off x="326131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3" name="ph2934">
                <a:extLst>
                  <a:ext uri="{FF2B5EF4-FFF2-40B4-BE49-F238E27FC236}">
                    <a16:creationId xmlns:a16="http://schemas.microsoft.com/office/drawing/2014/main" id="{C3F03503-F1C4-3752-6368-106DDEC41F07}"/>
                  </a:ext>
                </a:extLst>
              </p:cNvPr>
              <p:cNvSpPr/>
              <p:nvPr/>
            </p:nvSpPr>
            <p:spPr>
              <a:xfrm>
                <a:off x="327075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9">
                  <a:alpha val="100000"/>
                </a:srgbClr>
              </a:solidFill>
              <a:ln w="5420" cap="flat">
                <a:solidFill>
                  <a:srgbClr val="FC8C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4" name="ph2935">
                <a:extLst>
                  <a:ext uri="{FF2B5EF4-FFF2-40B4-BE49-F238E27FC236}">
                    <a16:creationId xmlns:a16="http://schemas.microsoft.com/office/drawing/2014/main" id="{67335080-67D7-804F-8B91-4834A3D40DAE}"/>
                  </a:ext>
                </a:extLst>
              </p:cNvPr>
              <p:cNvSpPr/>
              <p:nvPr/>
            </p:nvSpPr>
            <p:spPr>
              <a:xfrm>
                <a:off x="328019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8C58">
                  <a:alpha val="100000"/>
                </a:srgbClr>
              </a:solidFill>
              <a:ln w="5420" cap="flat">
                <a:solidFill>
                  <a:srgbClr val="FC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5" name="ph2936">
                <a:extLst>
                  <a:ext uri="{FF2B5EF4-FFF2-40B4-BE49-F238E27FC236}">
                    <a16:creationId xmlns:a16="http://schemas.microsoft.com/office/drawing/2014/main" id="{9B74F788-208C-D3BA-D488-453723796CB8}"/>
                  </a:ext>
                </a:extLst>
              </p:cNvPr>
              <p:cNvSpPr/>
              <p:nvPr/>
            </p:nvSpPr>
            <p:spPr>
              <a:xfrm>
                <a:off x="328963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C58">
                  <a:alpha val="100000"/>
                </a:srgbClr>
              </a:solidFill>
              <a:ln w="5420" cap="flat">
                <a:solidFill>
                  <a:srgbClr val="FB8C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6" name="ph2937">
                <a:extLst>
                  <a:ext uri="{FF2B5EF4-FFF2-40B4-BE49-F238E27FC236}">
                    <a16:creationId xmlns:a16="http://schemas.microsoft.com/office/drawing/2014/main" id="{918C10FC-FE84-269B-18CB-06DB2A42E6AA}"/>
                  </a:ext>
                </a:extLst>
              </p:cNvPr>
              <p:cNvSpPr/>
              <p:nvPr/>
            </p:nvSpPr>
            <p:spPr>
              <a:xfrm>
                <a:off x="329907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7" name="ph2938">
                <a:extLst>
                  <a:ext uri="{FF2B5EF4-FFF2-40B4-BE49-F238E27FC236}">
                    <a16:creationId xmlns:a16="http://schemas.microsoft.com/office/drawing/2014/main" id="{681589A2-8F14-8442-928D-643C72B6F287}"/>
                  </a:ext>
                </a:extLst>
              </p:cNvPr>
              <p:cNvSpPr/>
              <p:nvPr/>
            </p:nvSpPr>
            <p:spPr>
              <a:xfrm>
                <a:off x="330851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8" name="ph2939">
                <a:extLst>
                  <a:ext uri="{FF2B5EF4-FFF2-40B4-BE49-F238E27FC236}">
                    <a16:creationId xmlns:a16="http://schemas.microsoft.com/office/drawing/2014/main" id="{8176D1E6-A334-F238-2631-B877FCEBA3DA}"/>
                  </a:ext>
                </a:extLst>
              </p:cNvPr>
              <p:cNvSpPr/>
              <p:nvPr/>
            </p:nvSpPr>
            <p:spPr>
              <a:xfrm>
                <a:off x="331795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9" name="ph2940">
                <a:extLst>
                  <a:ext uri="{FF2B5EF4-FFF2-40B4-BE49-F238E27FC236}">
                    <a16:creationId xmlns:a16="http://schemas.microsoft.com/office/drawing/2014/main" id="{8206EE61-BE57-71B6-8EE0-1B1F4D9EEC1A}"/>
                  </a:ext>
                </a:extLst>
              </p:cNvPr>
              <p:cNvSpPr/>
              <p:nvPr/>
            </p:nvSpPr>
            <p:spPr>
              <a:xfrm>
                <a:off x="332739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0" name="ph2941">
                <a:extLst>
                  <a:ext uri="{FF2B5EF4-FFF2-40B4-BE49-F238E27FC236}">
                    <a16:creationId xmlns:a16="http://schemas.microsoft.com/office/drawing/2014/main" id="{CB56B1D8-F5AB-124B-119D-13293EE76349}"/>
                  </a:ext>
                </a:extLst>
              </p:cNvPr>
              <p:cNvSpPr/>
              <p:nvPr/>
            </p:nvSpPr>
            <p:spPr>
              <a:xfrm>
                <a:off x="333683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1" name="ph2942">
                <a:extLst>
                  <a:ext uri="{FF2B5EF4-FFF2-40B4-BE49-F238E27FC236}">
                    <a16:creationId xmlns:a16="http://schemas.microsoft.com/office/drawing/2014/main" id="{895E4AE6-A564-DB24-6B2A-EE015A29D988}"/>
                  </a:ext>
                </a:extLst>
              </p:cNvPr>
              <p:cNvSpPr/>
              <p:nvPr/>
            </p:nvSpPr>
            <p:spPr>
              <a:xfrm>
                <a:off x="334627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2" name="ph2943">
                <a:extLst>
                  <a:ext uri="{FF2B5EF4-FFF2-40B4-BE49-F238E27FC236}">
                    <a16:creationId xmlns:a16="http://schemas.microsoft.com/office/drawing/2014/main" id="{9BBF4859-2386-6FFE-1060-059E5DC5EBA0}"/>
                  </a:ext>
                </a:extLst>
              </p:cNvPr>
              <p:cNvSpPr/>
              <p:nvPr/>
            </p:nvSpPr>
            <p:spPr>
              <a:xfrm>
                <a:off x="335571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3" name="ph2944">
                <a:extLst>
                  <a:ext uri="{FF2B5EF4-FFF2-40B4-BE49-F238E27FC236}">
                    <a16:creationId xmlns:a16="http://schemas.microsoft.com/office/drawing/2014/main" id="{AC4C3233-BEE6-BC66-983A-3DEE162AFCD8}"/>
                  </a:ext>
                </a:extLst>
              </p:cNvPr>
              <p:cNvSpPr/>
              <p:nvPr/>
            </p:nvSpPr>
            <p:spPr>
              <a:xfrm>
                <a:off x="336515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4" name="ph2945">
                <a:extLst>
                  <a:ext uri="{FF2B5EF4-FFF2-40B4-BE49-F238E27FC236}">
                    <a16:creationId xmlns:a16="http://schemas.microsoft.com/office/drawing/2014/main" id="{372C0EDC-3C39-FB9B-85E8-A5C0EA9F6022}"/>
                  </a:ext>
                </a:extLst>
              </p:cNvPr>
              <p:cNvSpPr/>
              <p:nvPr/>
            </p:nvSpPr>
            <p:spPr>
              <a:xfrm>
                <a:off x="337459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5" name="ph2946">
                <a:extLst>
                  <a:ext uri="{FF2B5EF4-FFF2-40B4-BE49-F238E27FC236}">
                    <a16:creationId xmlns:a16="http://schemas.microsoft.com/office/drawing/2014/main" id="{CDA884B5-4409-89A7-C1EF-85846D2E5E36}"/>
                  </a:ext>
                </a:extLst>
              </p:cNvPr>
              <p:cNvSpPr/>
              <p:nvPr/>
            </p:nvSpPr>
            <p:spPr>
              <a:xfrm>
                <a:off x="3384033" y="2185361"/>
                <a:ext cx="921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3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38" y="896830"/>
                    </a:lnTo>
                    <a:lnTo>
                      <a:pt x="920812" y="899538"/>
                    </a:lnTo>
                    <a:lnTo>
                      <a:pt x="919991" y="902606"/>
                    </a:lnTo>
                    <a:lnTo>
                      <a:pt x="919170" y="905673"/>
                    </a:lnTo>
                    <a:lnTo>
                      <a:pt x="918350" y="908741"/>
                    </a:lnTo>
                    <a:lnTo>
                      <a:pt x="917530" y="911808"/>
                    </a:lnTo>
                    <a:lnTo>
                      <a:pt x="916838" y="914400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6" name="ph2947">
                <a:extLst>
                  <a:ext uri="{FF2B5EF4-FFF2-40B4-BE49-F238E27FC236}">
                    <a16:creationId xmlns:a16="http://schemas.microsoft.com/office/drawing/2014/main" id="{037A1DFF-2282-CD83-F127-C4B981631AF9}"/>
                  </a:ext>
                </a:extLst>
              </p:cNvPr>
              <p:cNvSpPr/>
              <p:nvPr/>
            </p:nvSpPr>
            <p:spPr>
              <a:xfrm>
                <a:off x="2392808" y="2150222"/>
                <a:ext cx="914400" cy="92263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636">
                    <a:moveTo>
                      <a:pt x="914400" y="914400"/>
                    </a:moveTo>
                    <a:lnTo>
                      <a:pt x="914400" y="922636"/>
                    </a:lnTo>
                    <a:lnTo>
                      <a:pt x="914174" y="922139"/>
                    </a:lnTo>
                    <a:lnTo>
                      <a:pt x="913385" y="920404"/>
                    </a:lnTo>
                    <a:lnTo>
                      <a:pt x="912596" y="918669"/>
                    </a:lnTo>
                    <a:lnTo>
                      <a:pt x="911807" y="916934"/>
                    </a:lnTo>
                    <a:lnTo>
                      <a:pt x="911017" y="915198"/>
                    </a:lnTo>
                    <a:lnTo>
                      <a:pt x="910654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7" name="ph2948">
                <a:extLst>
                  <a:ext uri="{FF2B5EF4-FFF2-40B4-BE49-F238E27FC236}">
                    <a16:creationId xmlns:a16="http://schemas.microsoft.com/office/drawing/2014/main" id="{9CBF724F-BFFD-4217-DD76-034FEE5E7835}"/>
                  </a:ext>
                </a:extLst>
              </p:cNvPr>
              <p:cNvSpPr/>
              <p:nvPr/>
            </p:nvSpPr>
            <p:spPr>
              <a:xfrm>
                <a:off x="239280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38" y="931969"/>
                    </a:lnTo>
                    <a:lnTo>
                      <a:pt x="918115" y="930817"/>
                    </a:lnTo>
                    <a:lnTo>
                      <a:pt x="917327" y="929081"/>
                    </a:lnTo>
                    <a:lnTo>
                      <a:pt x="916539" y="927346"/>
                    </a:lnTo>
                    <a:lnTo>
                      <a:pt x="915751" y="925610"/>
                    </a:lnTo>
                    <a:lnTo>
                      <a:pt x="914962" y="923875"/>
                    </a:lnTo>
                    <a:lnTo>
                      <a:pt x="914400" y="922636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8" name="ph2949">
                <a:extLst>
                  <a:ext uri="{FF2B5EF4-FFF2-40B4-BE49-F238E27FC236}">
                    <a16:creationId xmlns:a16="http://schemas.microsoft.com/office/drawing/2014/main" id="{9A71FC15-E070-0D4C-F17B-87922C94EE8E}"/>
                  </a:ext>
                </a:extLst>
              </p:cNvPr>
              <p:cNvSpPr/>
              <p:nvPr/>
            </p:nvSpPr>
            <p:spPr>
              <a:xfrm>
                <a:off x="240224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9" name="ph2950">
                <a:extLst>
                  <a:ext uri="{FF2B5EF4-FFF2-40B4-BE49-F238E27FC236}">
                    <a16:creationId xmlns:a16="http://schemas.microsoft.com/office/drawing/2014/main" id="{D6B88A6A-57CE-C445-6C1E-AC4746623D65}"/>
                  </a:ext>
                </a:extLst>
              </p:cNvPr>
              <p:cNvSpPr/>
              <p:nvPr/>
            </p:nvSpPr>
            <p:spPr>
              <a:xfrm>
                <a:off x="241168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0" name="ph2951">
                <a:extLst>
                  <a:ext uri="{FF2B5EF4-FFF2-40B4-BE49-F238E27FC236}">
                    <a16:creationId xmlns:a16="http://schemas.microsoft.com/office/drawing/2014/main" id="{7EABCC1D-6CD2-0D51-E1C8-DB14AD316E54}"/>
                  </a:ext>
                </a:extLst>
              </p:cNvPr>
              <p:cNvSpPr/>
              <p:nvPr/>
            </p:nvSpPr>
            <p:spPr>
              <a:xfrm>
                <a:off x="242112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1" name="ph2952">
                <a:extLst>
                  <a:ext uri="{FF2B5EF4-FFF2-40B4-BE49-F238E27FC236}">
                    <a16:creationId xmlns:a16="http://schemas.microsoft.com/office/drawing/2014/main" id="{3E68CFF1-FC93-7869-BBC4-FA20E226D39A}"/>
                  </a:ext>
                </a:extLst>
              </p:cNvPr>
              <p:cNvSpPr/>
              <p:nvPr/>
            </p:nvSpPr>
            <p:spPr>
              <a:xfrm>
                <a:off x="243056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2" name="ph2953">
                <a:extLst>
                  <a:ext uri="{FF2B5EF4-FFF2-40B4-BE49-F238E27FC236}">
                    <a16:creationId xmlns:a16="http://schemas.microsoft.com/office/drawing/2014/main" id="{7E1DBF4A-BC9D-0833-DCD1-A59C26F94392}"/>
                  </a:ext>
                </a:extLst>
              </p:cNvPr>
              <p:cNvSpPr/>
              <p:nvPr/>
            </p:nvSpPr>
            <p:spPr>
              <a:xfrm>
                <a:off x="244000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3" name="ph2954">
                <a:extLst>
                  <a:ext uri="{FF2B5EF4-FFF2-40B4-BE49-F238E27FC236}">
                    <a16:creationId xmlns:a16="http://schemas.microsoft.com/office/drawing/2014/main" id="{28CA6C5B-8A2A-2C66-A913-B854C8709F74}"/>
                  </a:ext>
                </a:extLst>
              </p:cNvPr>
              <p:cNvSpPr/>
              <p:nvPr/>
            </p:nvSpPr>
            <p:spPr>
              <a:xfrm>
                <a:off x="244944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4" name="ph2955">
                <a:extLst>
                  <a:ext uri="{FF2B5EF4-FFF2-40B4-BE49-F238E27FC236}">
                    <a16:creationId xmlns:a16="http://schemas.microsoft.com/office/drawing/2014/main" id="{C6041E61-21B2-78B1-FD24-7CCD590FF14F}"/>
                  </a:ext>
                </a:extLst>
              </p:cNvPr>
              <p:cNvSpPr/>
              <p:nvPr/>
            </p:nvSpPr>
            <p:spPr>
              <a:xfrm>
                <a:off x="245889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5" name="ph2956">
                <a:extLst>
                  <a:ext uri="{FF2B5EF4-FFF2-40B4-BE49-F238E27FC236}">
                    <a16:creationId xmlns:a16="http://schemas.microsoft.com/office/drawing/2014/main" id="{D6F8BAF4-F29A-D086-6F81-550306F1E3A0}"/>
                  </a:ext>
                </a:extLst>
              </p:cNvPr>
              <p:cNvSpPr/>
              <p:nvPr/>
            </p:nvSpPr>
            <p:spPr>
              <a:xfrm>
                <a:off x="246833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6" name="ph2957">
                <a:extLst>
                  <a:ext uri="{FF2B5EF4-FFF2-40B4-BE49-F238E27FC236}">
                    <a16:creationId xmlns:a16="http://schemas.microsoft.com/office/drawing/2014/main" id="{7FFACC72-38A8-C0C2-5581-3732FD3CDD44}"/>
                  </a:ext>
                </a:extLst>
              </p:cNvPr>
              <p:cNvSpPr/>
              <p:nvPr/>
            </p:nvSpPr>
            <p:spPr>
              <a:xfrm>
                <a:off x="247777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7" name="ph2958">
                <a:extLst>
                  <a:ext uri="{FF2B5EF4-FFF2-40B4-BE49-F238E27FC236}">
                    <a16:creationId xmlns:a16="http://schemas.microsoft.com/office/drawing/2014/main" id="{BAFA1791-FF22-8F70-4D3F-653DE5FE2A37}"/>
                  </a:ext>
                </a:extLst>
              </p:cNvPr>
              <p:cNvSpPr/>
              <p:nvPr/>
            </p:nvSpPr>
            <p:spPr>
              <a:xfrm>
                <a:off x="248721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8" name="ph2959">
                <a:extLst>
                  <a:ext uri="{FF2B5EF4-FFF2-40B4-BE49-F238E27FC236}">
                    <a16:creationId xmlns:a16="http://schemas.microsoft.com/office/drawing/2014/main" id="{2532E949-A2DF-2D71-7F9E-60122829E734}"/>
                  </a:ext>
                </a:extLst>
              </p:cNvPr>
              <p:cNvSpPr/>
              <p:nvPr/>
            </p:nvSpPr>
            <p:spPr>
              <a:xfrm>
                <a:off x="249665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9" name="ph2960">
                <a:extLst>
                  <a:ext uri="{FF2B5EF4-FFF2-40B4-BE49-F238E27FC236}">
                    <a16:creationId xmlns:a16="http://schemas.microsoft.com/office/drawing/2014/main" id="{A278503E-88D9-710C-A2FD-B2C7DDF08F94}"/>
                  </a:ext>
                </a:extLst>
              </p:cNvPr>
              <p:cNvSpPr/>
              <p:nvPr/>
            </p:nvSpPr>
            <p:spPr>
              <a:xfrm>
                <a:off x="250609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0" name="ph2961">
                <a:extLst>
                  <a:ext uri="{FF2B5EF4-FFF2-40B4-BE49-F238E27FC236}">
                    <a16:creationId xmlns:a16="http://schemas.microsoft.com/office/drawing/2014/main" id="{B407E57E-A795-8D9C-1F89-8CE02AFAAD84}"/>
                  </a:ext>
                </a:extLst>
              </p:cNvPr>
              <p:cNvSpPr/>
              <p:nvPr/>
            </p:nvSpPr>
            <p:spPr>
              <a:xfrm>
                <a:off x="251553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1" name="ph2962">
                <a:extLst>
                  <a:ext uri="{FF2B5EF4-FFF2-40B4-BE49-F238E27FC236}">
                    <a16:creationId xmlns:a16="http://schemas.microsoft.com/office/drawing/2014/main" id="{50CA53C6-DC82-4FB4-0372-B03D8B0CD9CD}"/>
                  </a:ext>
                </a:extLst>
              </p:cNvPr>
              <p:cNvSpPr/>
              <p:nvPr/>
            </p:nvSpPr>
            <p:spPr>
              <a:xfrm>
                <a:off x="252497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2" name="ph2963">
                <a:extLst>
                  <a:ext uri="{FF2B5EF4-FFF2-40B4-BE49-F238E27FC236}">
                    <a16:creationId xmlns:a16="http://schemas.microsoft.com/office/drawing/2014/main" id="{32786A9C-BAE6-2C7E-894E-251F83633EED}"/>
                  </a:ext>
                </a:extLst>
              </p:cNvPr>
              <p:cNvSpPr/>
              <p:nvPr/>
            </p:nvSpPr>
            <p:spPr>
              <a:xfrm>
                <a:off x="253441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3" name="ph2964">
                <a:extLst>
                  <a:ext uri="{FF2B5EF4-FFF2-40B4-BE49-F238E27FC236}">
                    <a16:creationId xmlns:a16="http://schemas.microsoft.com/office/drawing/2014/main" id="{95A79574-1994-1BD5-7B5F-4F72103C762B}"/>
                  </a:ext>
                </a:extLst>
              </p:cNvPr>
              <p:cNvSpPr/>
              <p:nvPr/>
            </p:nvSpPr>
            <p:spPr>
              <a:xfrm>
                <a:off x="254385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4" name="ph2965">
                <a:extLst>
                  <a:ext uri="{FF2B5EF4-FFF2-40B4-BE49-F238E27FC236}">
                    <a16:creationId xmlns:a16="http://schemas.microsoft.com/office/drawing/2014/main" id="{2EE52961-628E-BFED-CBB1-6FC8450C4DCF}"/>
                  </a:ext>
                </a:extLst>
              </p:cNvPr>
              <p:cNvSpPr/>
              <p:nvPr/>
            </p:nvSpPr>
            <p:spPr>
              <a:xfrm>
                <a:off x="255329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5" name="ph2966">
                <a:extLst>
                  <a:ext uri="{FF2B5EF4-FFF2-40B4-BE49-F238E27FC236}">
                    <a16:creationId xmlns:a16="http://schemas.microsoft.com/office/drawing/2014/main" id="{A067A621-716E-323E-D417-1DCFC9E2A4D8}"/>
                  </a:ext>
                </a:extLst>
              </p:cNvPr>
              <p:cNvSpPr/>
              <p:nvPr/>
            </p:nvSpPr>
            <p:spPr>
              <a:xfrm>
                <a:off x="256273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6" name="ph2967">
                <a:extLst>
                  <a:ext uri="{FF2B5EF4-FFF2-40B4-BE49-F238E27FC236}">
                    <a16:creationId xmlns:a16="http://schemas.microsoft.com/office/drawing/2014/main" id="{DDF0B241-C595-136B-AA2F-7BC23E9D6DAC}"/>
                  </a:ext>
                </a:extLst>
              </p:cNvPr>
              <p:cNvSpPr/>
              <p:nvPr/>
            </p:nvSpPr>
            <p:spPr>
              <a:xfrm>
                <a:off x="257217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7" name="ph2968">
                <a:extLst>
                  <a:ext uri="{FF2B5EF4-FFF2-40B4-BE49-F238E27FC236}">
                    <a16:creationId xmlns:a16="http://schemas.microsoft.com/office/drawing/2014/main" id="{FF17EEC0-FB68-0661-DF89-175B1DAA1C1D}"/>
                  </a:ext>
                </a:extLst>
              </p:cNvPr>
              <p:cNvSpPr/>
              <p:nvPr/>
            </p:nvSpPr>
            <p:spPr>
              <a:xfrm>
                <a:off x="258161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8" name="ph2969">
                <a:extLst>
                  <a:ext uri="{FF2B5EF4-FFF2-40B4-BE49-F238E27FC236}">
                    <a16:creationId xmlns:a16="http://schemas.microsoft.com/office/drawing/2014/main" id="{7D3340F1-8804-BE50-D09D-CAA9F083C3DB}"/>
                  </a:ext>
                </a:extLst>
              </p:cNvPr>
              <p:cNvSpPr/>
              <p:nvPr/>
            </p:nvSpPr>
            <p:spPr>
              <a:xfrm>
                <a:off x="259105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9" name="ph2970">
                <a:extLst>
                  <a:ext uri="{FF2B5EF4-FFF2-40B4-BE49-F238E27FC236}">
                    <a16:creationId xmlns:a16="http://schemas.microsoft.com/office/drawing/2014/main" id="{64EFC637-B8F7-7571-4C5B-870874A57299}"/>
                  </a:ext>
                </a:extLst>
              </p:cNvPr>
              <p:cNvSpPr/>
              <p:nvPr/>
            </p:nvSpPr>
            <p:spPr>
              <a:xfrm>
                <a:off x="260049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0" name="ph2971">
                <a:extLst>
                  <a:ext uri="{FF2B5EF4-FFF2-40B4-BE49-F238E27FC236}">
                    <a16:creationId xmlns:a16="http://schemas.microsoft.com/office/drawing/2014/main" id="{1646266F-4939-868F-34C5-0687C4F916E8}"/>
                  </a:ext>
                </a:extLst>
              </p:cNvPr>
              <p:cNvSpPr/>
              <p:nvPr/>
            </p:nvSpPr>
            <p:spPr>
              <a:xfrm>
                <a:off x="260993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1" name="ph2972">
                <a:extLst>
                  <a:ext uri="{FF2B5EF4-FFF2-40B4-BE49-F238E27FC236}">
                    <a16:creationId xmlns:a16="http://schemas.microsoft.com/office/drawing/2014/main" id="{F8764C1C-94F5-C470-2371-1D9181A310AA}"/>
                  </a:ext>
                </a:extLst>
              </p:cNvPr>
              <p:cNvSpPr/>
              <p:nvPr/>
            </p:nvSpPr>
            <p:spPr>
              <a:xfrm>
                <a:off x="261937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2" name="ph2973">
                <a:extLst>
                  <a:ext uri="{FF2B5EF4-FFF2-40B4-BE49-F238E27FC236}">
                    <a16:creationId xmlns:a16="http://schemas.microsoft.com/office/drawing/2014/main" id="{EBA2E49B-68E1-6BF4-179D-20481C3E3DDA}"/>
                  </a:ext>
                </a:extLst>
              </p:cNvPr>
              <p:cNvSpPr/>
              <p:nvPr/>
            </p:nvSpPr>
            <p:spPr>
              <a:xfrm>
                <a:off x="262881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3" name="ph2974">
                <a:extLst>
                  <a:ext uri="{FF2B5EF4-FFF2-40B4-BE49-F238E27FC236}">
                    <a16:creationId xmlns:a16="http://schemas.microsoft.com/office/drawing/2014/main" id="{66AA5408-4379-43C9-07BC-E702CF6DF7E5}"/>
                  </a:ext>
                </a:extLst>
              </p:cNvPr>
              <p:cNvSpPr/>
              <p:nvPr/>
            </p:nvSpPr>
            <p:spPr>
              <a:xfrm>
                <a:off x="263825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4" name="ph2975">
                <a:extLst>
                  <a:ext uri="{FF2B5EF4-FFF2-40B4-BE49-F238E27FC236}">
                    <a16:creationId xmlns:a16="http://schemas.microsoft.com/office/drawing/2014/main" id="{D9AF2B58-E9F7-DD72-0ADC-B9A28CE33062}"/>
                  </a:ext>
                </a:extLst>
              </p:cNvPr>
              <p:cNvSpPr/>
              <p:nvPr/>
            </p:nvSpPr>
            <p:spPr>
              <a:xfrm>
                <a:off x="264769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5" name="ph2976">
                <a:extLst>
                  <a:ext uri="{FF2B5EF4-FFF2-40B4-BE49-F238E27FC236}">
                    <a16:creationId xmlns:a16="http://schemas.microsoft.com/office/drawing/2014/main" id="{FF7C8A52-EDAF-41D4-D3E1-C2784F65B7DD}"/>
                  </a:ext>
                </a:extLst>
              </p:cNvPr>
              <p:cNvSpPr/>
              <p:nvPr/>
            </p:nvSpPr>
            <p:spPr>
              <a:xfrm>
                <a:off x="265713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6" name="ph2977">
                <a:extLst>
                  <a:ext uri="{FF2B5EF4-FFF2-40B4-BE49-F238E27FC236}">
                    <a16:creationId xmlns:a16="http://schemas.microsoft.com/office/drawing/2014/main" id="{614BFA6A-49A0-3267-B6E3-0B604F4FA5FB}"/>
                  </a:ext>
                </a:extLst>
              </p:cNvPr>
              <p:cNvSpPr/>
              <p:nvPr/>
            </p:nvSpPr>
            <p:spPr>
              <a:xfrm>
                <a:off x="266657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7" name="ph2978">
                <a:extLst>
                  <a:ext uri="{FF2B5EF4-FFF2-40B4-BE49-F238E27FC236}">
                    <a16:creationId xmlns:a16="http://schemas.microsoft.com/office/drawing/2014/main" id="{FB367F1B-AF43-A8F3-19BD-D52AF6E1CAC6}"/>
                  </a:ext>
                </a:extLst>
              </p:cNvPr>
              <p:cNvSpPr/>
              <p:nvPr/>
            </p:nvSpPr>
            <p:spPr>
              <a:xfrm>
                <a:off x="267601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8" name="ph2979">
                <a:extLst>
                  <a:ext uri="{FF2B5EF4-FFF2-40B4-BE49-F238E27FC236}">
                    <a16:creationId xmlns:a16="http://schemas.microsoft.com/office/drawing/2014/main" id="{A442BABA-24AA-51BC-0695-89F12D0BD0C1}"/>
                  </a:ext>
                </a:extLst>
              </p:cNvPr>
              <p:cNvSpPr/>
              <p:nvPr/>
            </p:nvSpPr>
            <p:spPr>
              <a:xfrm>
                <a:off x="268545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9" name="ph2980">
                <a:extLst>
                  <a:ext uri="{FF2B5EF4-FFF2-40B4-BE49-F238E27FC236}">
                    <a16:creationId xmlns:a16="http://schemas.microsoft.com/office/drawing/2014/main" id="{A7875F73-7935-67EC-63CF-7C499E195481}"/>
                  </a:ext>
                </a:extLst>
              </p:cNvPr>
              <p:cNvSpPr/>
              <p:nvPr/>
            </p:nvSpPr>
            <p:spPr>
              <a:xfrm>
                <a:off x="269489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0" name="ph2981">
                <a:extLst>
                  <a:ext uri="{FF2B5EF4-FFF2-40B4-BE49-F238E27FC236}">
                    <a16:creationId xmlns:a16="http://schemas.microsoft.com/office/drawing/2014/main" id="{C827FD68-E8BC-9375-1E2C-456BCE92FBAB}"/>
                  </a:ext>
                </a:extLst>
              </p:cNvPr>
              <p:cNvSpPr/>
              <p:nvPr/>
            </p:nvSpPr>
            <p:spPr>
              <a:xfrm>
                <a:off x="270433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1" name="ph2982">
                <a:extLst>
                  <a:ext uri="{FF2B5EF4-FFF2-40B4-BE49-F238E27FC236}">
                    <a16:creationId xmlns:a16="http://schemas.microsoft.com/office/drawing/2014/main" id="{F177E035-ADBD-4094-0125-7E3FC21413A4}"/>
                  </a:ext>
                </a:extLst>
              </p:cNvPr>
              <p:cNvSpPr/>
              <p:nvPr/>
            </p:nvSpPr>
            <p:spPr>
              <a:xfrm>
                <a:off x="2713776" y="2167792"/>
                <a:ext cx="918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9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5676" y="896830"/>
                    </a:lnTo>
                    <a:lnTo>
                      <a:pt x="915710" y="897005"/>
                    </a:lnTo>
                    <a:lnTo>
                      <a:pt x="915817" y="897571"/>
                    </a:lnTo>
                    <a:lnTo>
                      <a:pt x="915923" y="898138"/>
                    </a:lnTo>
                    <a:lnTo>
                      <a:pt x="916030" y="898704"/>
                    </a:lnTo>
                    <a:lnTo>
                      <a:pt x="916137" y="899270"/>
                    </a:lnTo>
                    <a:lnTo>
                      <a:pt x="916244" y="899836"/>
                    </a:lnTo>
                    <a:lnTo>
                      <a:pt x="916351" y="900402"/>
                    </a:lnTo>
                    <a:lnTo>
                      <a:pt x="916458" y="900969"/>
                    </a:lnTo>
                    <a:lnTo>
                      <a:pt x="916565" y="901535"/>
                    </a:lnTo>
                    <a:lnTo>
                      <a:pt x="916671" y="902101"/>
                    </a:lnTo>
                    <a:lnTo>
                      <a:pt x="916778" y="902667"/>
                    </a:lnTo>
                    <a:lnTo>
                      <a:pt x="916885" y="903233"/>
                    </a:lnTo>
                    <a:lnTo>
                      <a:pt x="916992" y="903800"/>
                    </a:lnTo>
                    <a:lnTo>
                      <a:pt x="917099" y="904366"/>
                    </a:lnTo>
                    <a:lnTo>
                      <a:pt x="917205" y="904932"/>
                    </a:lnTo>
                    <a:lnTo>
                      <a:pt x="917312" y="905498"/>
                    </a:lnTo>
                    <a:lnTo>
                      <a:pt x="917419" y="906064"/>
                    </a:lnTo>
                    <a:lnTo>
                      <a:pt x="917526" y="906631"/>
                    </a:lnTo>
                    <a:lnTo>
                      <a:pt x="917633" y="907197"/>
                    </a:lnTo>
                    <a:lnTo>
                      <a:pt x="917739" y="907763"/>
                    </a:lnTo>
                    <a:lnTo>
                      <a:pt x="917846" y="908329"/>
                    </a:lnTo>
                    <a:lnTo>
                      <a:pt x="917953" y="908895"/>
                    </a:lnTo>
                    <a:lnTo>
                      <a:pt x="918059" y="909461"/>
                    </a:lnTo>
                    <a:lnTo>
                      <a:pt x="918166" y="910028"/>
                    </a:lnTo>
                    <a:lnTo>
                      <a:pt x="918273" y="910594"/>
                    </a:lnTo>
                    <a:lnTo>
                      <a:pt x="918380" y="911160"/>
                    </a:lnTo>
                    <a:lnTo>
                      <a:pt x="918486" y="911726"/>
                    </a:lnTo>
                    <a:lnTo>
                      <a:pt x="918593" y="912292"/>
                    </a:lnTo>
                    <a:lnTo>
                      <a:pt x="918700" y="912859"/>
                    </a:lnTo>
                    <a:lnTo>
                      <a:pt x="918806" y="913425"/>
                    </a:lnTo>
                    <a:lnTo>
                      <a:pt x="918913" y="913991"/>
                    </a:lnTo>
                    <a:lnTo>
                      <a:pt x="918990" y="914400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2" name="ph2983">
                <a:extLst>
                  <a:ext uri="{FF2B5EF4-FFF2-40B4-BE49-F238E27FC236}">
                    <a16:creationId xmlns:a16="http://schemas.microsoft.com/office/drawing/2014/main" id="{31872B7D-8649-B1AC-23AD-B5849C1F8B7F}"/>
                  </a:ext>
                </a:extLst>
              </p:cNvPr>
              <p:cNvSpPr/>
              <p:nvPr/>
            </p:nvSpPr>
            <p:spPr>
              <a:xfrm>
                <a:off x="2940342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835" y="914400"/>
                    </a:lnTo>
                    <a:lnTo>
                      <a:pt x="914399" y="914172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3" name="ph2984">
                <a:extLst>
                  <a:ext uri="{FF2B5EF4-FFF2-40B4-BE49-F238E27FC236}">
                    <a16:creationId xmlns:a16="http://schemas.microsoft.com/office/drawing/2014/main" id="{3BD67E70-BC65-1566-14B7-C72E07029CE1}"/>
                  </a:ext>
                </a:extLst>
              </p:cNvPr>
              <p:cNvSpPr/>
              <p:nvPr/>
            </p:nvSpPr>
            <p:spPr>
              <a:xfrm>
                <a:off x="294978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4172"/>
                    </a:lnTo>
                    <a:lnTo>
                      <a:pt x="908654" y="912683"/>
                    </a:lnTo>
                    <a:lnTo>
                      <a:pt x="914206" y="910978"/>
                    </a:lnTo>
                    <a:lnTo>
                      <a:pt x="914400" y="910937"/>
                    </a:lnTo>
                    <a:close/>
                  </a:path>
                </a:pathLst>
              </a:custGeom>
              <a:solidFill>
                <a:srgbClr val="ED6942">
                  <a:alpha val="100000"/>
                </a:srgbClr>
              </a:solidFill>
              <a:ln w="5420" cap="flat">
                <a:solidFill>
                  <a:srgbClr val="ED69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4" name="ph2985">
                <a:extLst>
                  <a:ext uri="{FF2B5EF4-FFF2-40B4-BE49-F238E27FC236}">
                    <a16:creationId xmlns:a16="http://schemas.microsoft.com/office/drawing/2014/main" id="{F388D6AA-D14E-BF14-6275-EDD1491C6CB8}"/>
                  </a:ext>
                </a:extLst>
              </p:cNvPr>
              <p:cNvSpPr/>
              <p:nvPr/>
            </p:nvSpPr>
            <p:spPr>
              <a:xfrm>
                <a:off x="295922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937"/>
                    </a:lnTo>
                    <a:lnTo>
                      <a:pt x="910356" y="909789"/>
                    </a:lnTo>
                    <a:lnTo>
                      <a:pt x="914400" y="909305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5" name="ph2986">
                <a:extLst>
                  <a:ext uri="{FF2B5EF4-FFF2-40B4-BE49-F238E27FC236}">
                    <a16:creationId xmlns:a16="http://schemas.microsoft.com/office/drawing/2014/main" id="{1399321A-945C-724C-B612-5852D37B6485}"/>
                  </a:ext>
                </a:extLst>
              </p:cNvPr>
              <p:cNvSpPr/>
              <p:nvPr/>
            </p:nvSpPr>
            <p:spPr>
              <a:xfrm>
                <a:off x="2968662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05"/>
                    </a:lnTo>
                    <a:lnTo>
                      <a:pt x="906530" y="909117"/>
                    </a:lnTo>
                    <a:lnTo>
                      <a:pt x="906927" y="909088"/>
                    </a:lnTo>
                    <a:lnTo>
                      <a:pt x="907326" y="909059"/>
                    </a:lnTo>
                    <a:lnTo>
                      <a:pt x="907725" y="909030"/>
                    </a:lnTo>
                    <a:lnTo>
                      <a:pt x="908124" y="909000"/>
                    </a:lnTo>
                    <a:lnTo>
                      <a:pt x="908523" y="908971"/>
                    </a:lnTo>
                    <a:lnTo>
                      <a:pt x="908921" y="908942"/>
                    </a:lnTo>
                    <a:lnTo>
                      <a:pt x="909320" y="908913"/>
                    </a:lnTo>
                    <a:lnTo>
                      <a:pt x="909719" y="908884"/>
                    </a:lnTo>
                    <a:lnTo>
                      <a:pt x="910118" y="908855"/>
                    </a:lnTo>
                    <a:lnTo>
                      <a:pt x="910517" y="908825"/>
                    </a:lnTo>
                    <a:lnTo>
                      <a:pt x="910916" y="908796"/>
                    </a:lnTo>
                    <a:lnTo>
                      <a:pt x="911315" y="908767"/>
                    </a:lnTo>
                    <a:lnTo>
                      <a:pt x="911713" y="908738"/>
                    </a:lnTo>
                    <a:lnTo>
                      <a:pt x="912112" y="908709"/>
                    </a:lnTo>
                    <a:lnTo>
                      <a:pt x="912511" y="908680"/>
                    </a:lnTo>
                    <a:lnTo>
                      <a:pt x="912910" y="908651"/>
                    </a:lnTo>
                    <a:lnTo>
                      <a:pt x="913309" y="908622"/>
                    </a:lnTo>
                    <a:lnTo>
                      <a:pt x="913708" y="908593"/>
                    </a:lnTo>
                    <a:lnTo>
                      <a:pt x="914106" y="908564"/>
                    </a:lnTo>
                    <a:lnTo>
                      <a:pt x="914400" y="908543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6" name="ph2987">
                <a:extLst>
                  <a:ext uri="{FF2B5EF4-FFF2-40B4-BE49-F238E27FC236}">
                    <a16:creationId xmlns:a16="http://schemas.microsoft.com/office/drawing/2014/main" id="{21098A38-31C8-8E77-36F4-17B09B408FC1}"/>
                  </a:ext>
                </a:extLst>
              </p:cNvPr>
              <p:cNvSpPr/>
              <p:nvPr/>
            </p:nvSpPr>
            <p:spPr>
              <a:xfrm>
                <a:off x="2978103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5" y="908535"/>
                    </a:lnTo>
                    <a:lnTo>
                      <a:pt x="905464" y="908506"/>
                    </a:lnTo>
                    <a:lnTo>
                      <a:pt x="905863" y="908477"/>
                    </a:lnTo>
                    <a:lnTo>
                      <a:pt x="906262" y="908448"/>
                    </a:lnTo>
                    <a:lnTo>
                      <a:pt x="906660" y="908419"/>
                    </a:lnTo>
                    <a:lnTo>
                      <a:pt x="907059" y="908390"/>
                    </a:lnTo>
                    <a:lnTo>
                      <a:pt x="907458" y="908361"/>
                    </a:lnTo>
                    <a:lnTo>
                      <a:pt x="907857" y="908333"/>
                    </a:lnTo>
                    <a:lnTo>
                      <a:pt x="908256" y="908304"/>
                    </a:lnTo>
                    <a:lnTo>
                      <a:pt x="908655" y="908275"/>
                    </a:lnTo>
                    <a:lnTo>
                      <a:pt x="909054" y="908246"/>
                    </a:lnTo>
                    <a:lnTo>
                      <a:pt x="909453" y="908217"/>
                    </a:lnTo>
                    <a:lnTo>
                      <a:pt x="909851" y="908188"/>
                    </a:lnTo>
                    <a:lnTo>
                      <a:pt x="910250" y="908159"/>
                    </a:lnTo>
                    <a:lnTo>
                      <a:pt x="910649" y="908131"/>
                    </a:lnTo>
                    <a:lnTo>
                      <a:pt x="911048" y="908102"/>
                    </a:lnTo>
                    <a:lnTo>
                      <a:pt x="911447" y="908073"/>
                    </a:lnTo>
                    <a:lnTo>
                      <a:pt x="911846" y="908044"/>
                    </a:lnTo>
                    <a:lnTo>
                      <a:pt x="912245" y="908016"/>
                    </a:lnTo>
                    <a:lnTo>
                      <a:pt x="912644" y="907987"/>
                    </a:lnTo>
                    <a:lnTo>
                      <a:pt x="913043" y="907958"/>
                    </a:lnTo>
                    <a:lnTo>
                      <a:pt x="913441" y="907929"/>
                    </a:lnTo>
                    <a:lnTo>
                      <a:pt x="913840" y="907901"/>
                    </a:lnTo>
                    <a:lnTo>
                      <a:pt x="914239" y="907872"/>
                    </a:lnTo>
                    <a:lnTo>
                      <a:pt x="914400" y="907860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7" name="ph2988">
                <a:extLst>
                  <a:ext uri="{FF2B5EF4-FFF2-40B4-BE49-F238E27FC236}">
                    <a16:creationId xmlns:a16="http://schemas.microsoft.com/office/drawing/2014/main" id="{DD95E111-D2C4-A1CE-C81B-438783321393}"/>
                  </a:ext>
                </a:extLst>
              </p:cNvPr>
              <p:cNvSpPr/>
              <p:nvPr/>
            </p:nvSpPr>
            <p:spPr>
              <a:xfrm>
                <a:off x="2987543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860"/>
                    </a:lnTo>
                    <a:lnTo>
                      <a:pt x="905198" y="907843"/>
                    </a:lnTo>
                    <a:lnTo>
                      <a:pt x="905597" y="907815"/>
                    </a:lnTo>
                    <a:lnTo>
                      <a:pt x="905996" y="907786"/>
                    </a:lnTo>
                    <a:lnTo>
                      <a:pt x="906395" y="907757"/>
                    </a:lnTo>
                    <a:lnTo>
                      <a:pt x="906793" y="907729"/>
                    </a:lnTo>
                    <a:lnTo>
                      <a:pt x="907192" y="907700"/>
                    </a:lnTo>
                    <a:lnTo>
                      <a:pt x="907591" y="907671"/>
                    </a:lnTo>
                    <a:lnTo>
                      <a:pt x="907990" y="907643"/>
                    </a:lnTo>
                    <a:lnTo>
                      <a:pt x="908389" y="907614"/>
                    </a:lnTo>
                    <a:lnTo>
                      <a:pt x="908788" y="907586"/>
                    </a:lnTo>
                    <a:lnTo>
                      <a:pt x="909187" y="907557"/>
                    </a:lnTo>
                    <a:lnTo>
                      <a:pt x="909586" y="907529"/>
                    </a:lnTo>
                    <a:lnTo>
                      <a:pt x="909985" y="907500"/>
                    </a:lnTo>
                    <a:lnTo>
                      <a:pt x="910384" y="907472"/>
                    </a:lnTo>
                    <a:lnTo>
                      <a:pt x="910783" y="907443"/>
                    </a:lnTo>
                    <a:lnTo>
                      <a:pt x="911181" y="907415"/>
                    </a:lnTo>
                    <a:lnTo>
                      <a:pt x="911580" y="907386"/>
                    </a:lnTo>
                    <a:lnTo>
                      <a:pt x="911979" y="907358"/>
                    </a:lnTo>
                    <a:lnTo>
                      <a:pt x="912378" y="907329"/>
                    </a:lnTo>
                    <a:lnTo>
                      <a:pt x="912777" y="907301"/>
                    </a:lnTo>
                    <a:lnTo>
                      <a:pt x="913176" y="907272"/>
                    </a:lnTo>
                    <a:lnTo>
                      <a:pt x="913575" y="907244"/>
                    </a:lnTo>
                    <a:lnTo>
                      <a:pt x="913974" y="907216"/>
                    </a:lnTo>
                    <a:lnTo>
                      <a:pt x="914400" y="907185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8" name="ph2989">
                <a:extLst>
                  <a:ext uri="{FF2B5EF4-FFF2-40B4-BE49-F238E27FC236}">
                    <a16:creationId xmlns:a16="http://schemas.microsoft.com/office/drawing/2014/main" id="{B263ED3A-3ECD-B1F7-E8E9-30E975E06059}"/>
                  </a:ext>
                </a:extLst>
              </p:cNvPr>
              <p:cNvSpPr/>
              <p:nvPr/>
            </p:nvSpPr>
            <p:spPr>
              <a:xfrm>
                <a:off x="2996983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7185"/>
                    </a:lnTo>
                    <a:lnTo>
                      <a:pt x="905332" y="907159"/>
                    </a:lnTo>
                    <a:lnTo>
                      <a:pt x="905731" y="907130"/>
                    </a:lnTo>
                    <a:lnTo>
                      <a:pt x="906129" y="907102"/>
                    </a:lnTo>
                    <a:lnTo>
                      <a:pt x="906528" y="907074"/>
                    </a:lnTo>
                    <a:lnTo>
                      <a:pt x="906927" y="907045"/>
                    </a:lnTo>
                    <a:lnTo>
                      <a:pt x="907326" y="907017"/>
                    </a:lnTo>
                    <a:lnTo>
                      <a:pt x="907725" y="906989"/>
                    </a:lnTo>
                    <a:lnTo>
                      <a:pt x="908124" y="906960"/>
                    </a:lnTo>
                    <a:lnTo>
                      <a:pt x="908523" y="906932"/>
                    </a:lnTo>
                    <a:lnTo>
                      <a:pt x="908922" y="906904"/>
                    </a:lnTo>
                    <a:lnTo>
                      <a:pt x="909321" y="906876"/>
                    </a:lnTo>
                    <a:lnTo>
                      <a:pt x="909720" y="906847"/>
                    </a:lnTo>
                    <a:lnTo>
                      <a:pt x="910119" y="906819"/>
                    </a:lnTo>
                    <a:lnTo>
                      <a:pt x="910518" y="906791"/>
                    </a:lnTo>
                    <a:lnTo>
                      <a:pt x="910917" y="906763"/>
                    </a:lnTo>
                    <a:lnTo>
                      <a:pt x="911316" y="906735"/>
                    </a:lnTo>
                    <a:lnTo>
                      <a:pt x="911715" y="906706"/>
                    </a:lnTo>
                    <a:lnTo>
                      <a:pt x="912114" y="906678"/>
                    </a:lnTo>
                    <a:lnTo>
                      <a:pt x="912513" y="906650"/>
                    </a:lnTo>
                    <a:lnTo>
                      <a:pt x="912912" y="906622"/>
                    </a:lnTo>
                    <a:lnTo>
                      <a:pt x="913311" y="906594"/>
                    </a:lnTo>
                    <a:lnTo>
                      <a:pt x="913710" y="906566"/>
                    </a:lnTo>
                    <a:lnTo>
                      <a:pt x="914109" y="906538"/>
                    </a:lnTo>
                    <a:lnTo>
                      <a:pt x="914399" y="906517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9" name="ph2990">
                <a:extLst>
                  <a:ext uri="{FF2B5EF4-FFF2-40B4-BE49-F238E27FC236}">
                    <a16:creationId xmlns:a16="http://schemas.microsoft.com/office/drawing/2014/main" id="{217DBC9A-44C3-D6C3-A05D-E73079D04E1B}"/>
                  </a:ext>
                </a:extLst>
              </p:cNvPr>
              <p:cNvSpPr/>
              <p:nvPr/>
            </p:nvSpPr>
            <p:spPr>
              <a:xfrm>
                <a:off x="3006423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7" y="906510"/>
                    </a:lnTo>
                    <a:lnTo>
                      <a:pt x="905466" y="906481"/>
                    </a:lnTo>
                    <a:lnTo>
                      <a:pt x="905865" y="906453"/>
                    </a:lnTo>
                    <a:lnTo>
                      <a:pt x="906264" y="906425"/>
                    </a:lnTo>
                    <a:lnTo>
                      <a:pt x="906663" y="906397"/>
                    </a:lnTo>
                    <a:lnTo>
                      <a:pt x="907062" y="906369"/>
                    </a:lnTo>
                    <a:lnTo>
                      <a:pt x="907461" y="906341"/>
                    </a:lnTo>
                    <a:lnTo>
                      <a:pt x="907860" y="906313"/>
                    </a:lnTo>
                    <a:lnTo>
                      <a:pt x="908259" y="906285"/>
                    </a:lnTo>
                    <a:lnTo>
                      <a:pt x="908658" y="906257"/>
                    </a:lnTo>
                    <a:lnTo>
                      <a:pt x="909057" y="906229"/>
                    </a:lnTo>
                    <a:lnTo>
                      <a:pt x="909456" y="906201"/>
                    </a:lnTo>
                    <a:lnTo>
                      <a:pt x="909855" y="906173"/>
                    </a:lnTo>
                    <a:lnTo>
                      <a:pt x="910254" y="906146"/>
                    </a:lnTo>
                    <a:lnTo>
                      <a:pt x="910653" y="906118"/>
                    </a:lnTo>
                    <a:lnTo>
                      <a:pt x="911052" y="906090"/>
                    </a:lnTo>
                    <a:lnTo>
                      <a:pt x="911451" y="906062"/>
                    </a:lnTo>
                    <a:lnTo>
                      <a:pt x="911850" y="906034"/>
                    </a:lnTo>
                    <a:lnTo>
                      <a:pt x="912249" y="906006"/>
                    </a:lnTo>
                    <a:lnTo>
                      <a:pt x="912648" y="905978"/>
                    </a:lnTo>
                    <a:lnTo>
                      <a:pt x="913047" y="905950"/>
                    </a:lnTo>
                    <a:lnTo>
                      <a:pt x="913446" y="905923"/>
                    </a:lnTo>
                    <a:lnTo>
                      <a:pt x="913845" y="905895"/>
                    </a:lnTo>
                    <a:lnTo>
                      <a:pt x="914244" y="905867"/>
                    </a:lnTo>
                    <a:lnTo>
                      <a:pt x="914400" y="905856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0" name="ph2991">
                <a:extLst>
                  <a:ext uri="{FF2B5EF4-FFF2-40B4-BE49-F238E27FC236}">
                    <a16:creationId xmlns:a16="http://schemas.microsoft.com/office/drawing/2014/main" id="{75A97E72-4AF4-37EC-A1B6-625E0FF1F275}"/>
                  </a:ext>
                </a:extLst>
              </p:cNvPr>
              <p:cNvSpPr/>
              <p:nvPr/>
            </p:nvSpPr>
            <p:spPr>
              <a:xfrm>
                <a:off x="3015864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5856"/>
                    </a:lnTo>
                    <a:lnTo>
                      <a:pt x="905203" y="905839"/>
                    </a:lnTo>
                    <a:lnTo>
                      <a:pt x="905602" y="905811"/>
                    </a:lnTo>
                    <a:lnTo>
                      <a:pt x="906001" y="905784"/>
                    </a:lnTo>
                    <a:lnTo>
                      <a:pt x="906400" y="905756"/>
                    </a:lnTo>
                    <a:lnTo>
                      <a:pt x="906799" y="905728"/>
                    </a:lnTo>
                    <a:lnTo>
                      <a:pt x="907198" y="905700"/>
                    </a:lnTo>
                    <a:lnTo>
                      <a:pt x="907597" y="905673"/>
                    </a:lnTo>
                    <a:lnTo>
                      <a:pt x="907996" y="905645"/>
                    </a:lnTo>
                    <a:lnTo>
                      <a:pt x="908395" y="905617"/>
                    </a:lnTo>
                    <a:lnTo>
                      <a:pt x="908794" y="905590"/>
                    </a:lnTo>
                    <a:lnTo>
                      <a:pt x="909193" y="905562"/>
                    </a:lnTo>
                    <a:lnTo>
                      <a:pt x="909592" y="905534"/>
                    </a:lnTo>
                    <a:lnTo>
                      <a:pt x="909991" y="905507"/>
                    </a:lnTo>
                    <a:lnTo>
                      <a:pt x="910390" y="905479"/>
                    </a:lnTo>
                    <a:lnTo>
                      <a:pt x="914399" y="905411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1" name="ph2992">
                <a:extLst>
                  <a:ext uri="{FF2B5EF4-FFF2-40B4-BE49-F238E27FC236}">
                    <a16:creationId xmlns:a16="http://schemas.microsoft.com/office/drawing/2014/main" id="{501B9E95-56BA-59BA-9CCB-00DDD99651FE}"/>
                  </a:ext>
                </a:extLst>
              </p:cNvPr>
              <p:cNvSpPr/>
              <p:nvPr/>
            </p:nvSpPr>
            <p:spPr>
              <a:xfrm>
                <a:off x="302530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411"/>
                    </a:lnTo>
                    <a:lnTo>
                      <a:pt x="907297" y="905371"/>
                    </a:lnTo>
                    <a:lnTo>
                      <a:pt x="913638" y="905925"/>
                    </a:lnTo>
                    <a:lnTo>
                      <a:pt x="914400" y="906031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2" name="ph2993">
                <a:extLst>
                  <a:ext uri="{FF2B5EF4-FFF2-40B4-BE49-F238E27FC236}">
                    <a16:creationId xmlns:a16="http://schemas.microsoft.com/office/drawing/2014/main" id="{C9ACD622-445E-D78A-0FE8-DC3E5F663C37}"/>
                  </a:ext>
                </a:extLst>
              </p:cNvPr>
              <p:cNvSpPr/>
              <p:nvPr/>
            </p:nvSpPr>
            <p:spPr>
              <a:xfrm>
                <a:off x="303474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031"/>
                    </a:lnTo>
                    <a:lnTo>
                      <a:pt x="914400" y="907350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3" name="ph2994">
                <a:extLst>
                  <a:ext uri="{FF2B5EF4-FFF2-40B4-BE49-F238E27FC236}">
                    <a16:creationId xmlns:a16="http://schemas.microsoft.com/office/drawing/2014/main" id="{070560DF-C6C8-C26A-CF40-51211A3EA226}"/>
                  </a:ext>
                </a:extLst>
              </p:cNvPr>
              <p:cNvSpPr/>
              <p:nvPr/>
            </p:nvSpPr>
            <p:spPr>
              <a:xfrm>
                <a:off x="304418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350"/>
                    </a:lnTo>
                    <a:lnTo>
                      <a:pt x="914400" y="908668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4" name="ph2995">
                <a:extLst>
                  <a:ext uri="{FF2B5EF4-FFF2-40B4-BE49-F238E27FC236}">
                    <a16:creationId xmlns:a16="http://schemas.microsoft.com/office/drawing/2014/main" id="{D69F2A46-14D7-665A-6FCA-0C385897FE8E}"/>
                  </a:ext>
                </a:extLst>
              </p:cNvPr>
              <p:cNvSpPr/>
              <p:nvPr/>
            </p:nvSpPr>
            <p:spPr>
              <a:xfrm>
                <a:off x="3053625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8668"/>
                    </a:lnTo>
                    <a:lnTo>
                      <a:pt x="914399" y="909987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5" name="ph2996">
                <a:extLst>
                  <a:ext uri="{FF2B5EF4-FFF2-40B4-BE49-F238E27FC236}">
                    <a16:creationId xmlns:a16="http://schemas.microsoft.com/office/drawing/2014/main" id="{7211483B-3432-95D5-EBCE-8354EA019455}"/>
                  </a:ext>
                </a:extLst>
              </p:cNvPr>
              <p:cNvSpPr/>
              <p:nvPr/>
            </p:nvSpPr>
            <p:spPr>
              <a:xfrm>
                <a:off x="306306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7"/>
                    </a:lnTo>
                    <a:lnTo>
                      <a:pt x="914400" y="911238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6" name="ph2997">
                <a:extLst>
                  <a:ext uri="{FF2B5EF4-FFF2-40B4-BE49-F238E27FC236}">
                    <a16:creationId xmlns:a16="http://schemas.microsoft.com/office/drawing/2014/main" id="{8C12FCD0-9D5C-EE0E-C347-BF2F5D30E4FE}"/>
                  </a:ext>
                </a:extLst>
              </p:cNvPr>
              <p:cNvSpPr/>
              <p:nvPr/>
            </p:nvSpPr>
            <p:spPr>
              <a:xfrm>
                <a:off x="3072505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1238"/>
                    </a:lnTo>
                    <a:lnTo>
                      <a:pt x="905451" y="911077"/>
                    </a:lnTo>
                    <a:lnTo>
                      <a:pt x="905994" y="910899"/>
                    </a:lnTo>
                    <a:lnTo>
                      <a:pt x="906538" y="910721"/>
                    </a:lnTo>
                    <a:lnTo>
                      <a:pt x="907081" y="910543"/>
                    </a:lnTo>
                    <a:lnTo>
                      <a:pt x="907624" y="910366"/>
                    </a:lnTo>
                    <a:lnTo>
                      <a:pt x="908167" y="910188"/>
                    </a:lnTo>
                    <a:lnTo>
                      <a:pt x="908710" y="910010"/>
                    </a:lnTo>
                    <a:lnTo>
                      <a:pt x="909254" y="909833"/>
                    </a:lnTo>
                    <a:lnTo>
                      <a:pt x="909797" y="909655"/>
                    </a:lnTo>
                    <a:lnTo>
                      <a:pt x="910340" y="909478"/>
                    </a:lnTo>
                    <a:lnTo>
                      <a:pt x="910883" y="909300"/>
                    </a:lnTo>
                    <a:lnTo>
                      <a:pt x="911426" y="909123"/>
                    </a:lnTo>
                    <a:lnTo>
                      <a:pt x="911970" y="908945"/>
                    </a:lnTo>
                    <a:lnTo>
                      <a:pt x="912513" y="908768"/>
                    </a:lnTo>
                    <a:lnTo>
                      <a:pt x="913056" y="908590"/>
                    </a:lnTo>
                    <a:lnTo>
                      <a:pt x="913600" y="908413"/>
                    </a:lnTo>
                    <a:lnTo>
                      <a:pt x="914143" y="908236"/>
                    </a:lnTo>
                    <a:lnTo>
                      <a:pt x="914399" y="908152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7" name="ph2998">
                <a:extLst>
                  <a:ext uri="{FF2B5EF4-FFF2-40B4-BE49-F238E27FC236}">
                    <a16:creationId xmlns:a16="http://schemas.microsoft.com/office/drawing/2014/main" id="{9608D709-1773-87FC-5AC1-43F4B8C98299}"/>
                  </a:ext>
                </a:extLst>
              </p:cNvPr>
              <p:cNvSpPr/>
              <p:nvPr/>
            </p:nvSpPr>
            <p:spPr>
              <a:xfrm>
                <a:off x="308194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152"/>
                    </a:lnTo>
                    <a:lnTo>
                      <a:pt x="905246" y="908058"/>
                    </a:lnTo>
                    <a:lnTo>
                      <a:pt x="905790" y="907881"/>
                    </a:lnTo>
                    <a:lnTo>
                      <a:pt x="906333" y="907704"/>
                    </a:lnTo>
                    <a:lnTo>
                      <a:pt x="906876" y="907526"/>
                    </a:lnTo>
                    <a:lnTo>
                      <a:pt x="907420" y="907349"/>
                    </a:lnTo>
                    <a:lnTo>
                      <a:pt x="907963" y="907172"/>
                    </a:lnTo>
                    <a:lnTo>
                      <a:pt x="908507" y="906995"/>
                    </a:lnTo>
                    <a:lnTo>
                      <a:pt x="909050" y="906817"/>
                    </a:lnTo>
                    <a:lnTo>
                      <a:pt x="909593" y="906640"/>
                    </a:lnTo>
                    <a:lnTo>
                      <a:pt x="910137" y="906463"/>
                    </a:lnTo>
                    <a:lnTo>
                      <a:pt x="910680" y="906286"/>
                    </a:lnTo>
                    <a:lnTo>
                      <a:pt x="911224" y="906109"/>
                    </a:lnTo>
                    <a:lnTo>
                      <a:pt x="911767" y="905932"/>
                    </a:lnTo>
                    <a:lnTo>
                      <a:pt x="912311" y="905755"/>
                    </a:lnTo>
                    <a:lnTo>
                      <a:pt x="912855" y="905578"/>
                    </a:lnTo>
                    <a:lnTo>
                      <a:pt x="913398" y="905401"/>
                    </a:lnTo>
                    <a:lnTo>
                      <a:pt x="913942" y="905224"/>
                    </a:lnTo>
                    <a:lnTo>
                      <a:pt x="914400" y="905075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8" name="ph2999">
                <a:extLst>
                  <a:ext uri="{FF2B5EF4-FFF2-40B4-BE49-F238E27FC236}">
                    <a16:creationId xmlns:a16="http://schemas.microsoft.com/office/drawing/2014/main" id="{B474D987-FA0B-7100-A797-24AA73B8A04A}"/>
                  </a:ext>
                </a:extLst>
              </p:cNvPr>
              <p:cNvSpPr/>
              <p:nvPr/>
            </p:nvSpPr>
            <p:spPr>
              <a:xfrm>
                <a:off x="309138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45" y="905047"/>
                    </a:lnTo>
                    <a:lnTo>
                      <a:pt x="905589" y="904870"/>
                    </a:lnTo>
                    <a:lnTo>
                      <a:pt x="906132" y="904693"/>
                    </a:lnTo>
                    <a:lnTo>
                      <a:pt x="911753" y="903133"/>
                    </a:lnTo>
                    <a:lnTo>
                      <a:pt x="914400" y="90264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9" name="ph3000">
                <a:extLst>
                  <a:ext uri="{FF2B5EF4-FFF2-40B4-BE49-F238E27FC236}">
                    <a16:creationId xmlns:a16="http://schemas.microsoft.com/office/drawing/2014/main" id="{C4E587DC-BD21-1B3E-C59D-FF92C574C16E}"/>
                  </a:ext>
                </a:extLst>
              </p:cNvPr>
              <p:cNvSpPr/>
              <p:nvPr/>
            </p:nvSpPr>
            <p:spPr>
              <a:xfrm>
                <a:off x="310082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2649"/>
                    </a:lnTo>
                    <a:lnTo>
                      <a:pt x="907968" y="902100"/>
                    </a:lnTo>
                    <a:lnTo>
                      <a:pt x="913645" y="901595"/>
                    </a:lnTo>
                    <a:lnTo>
                      <a:pt x="913989" y="901581"/>
                    </a:lnTo>
                    <a:lnTo>
                      <a:pt x="914400" y="901564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0" name="ph3001">
                <a:extLst>
                  <a:ext uri="{FF2B5EF4-FFF2-40B4-BE49-F238E27FC236}">
                    <a16:creationId xmlns:a16="http://schemas.microsoft.com/office/drawing/2014/main" id="{0ECA8767-7F5F-0290-5027-50A7D3681306}"/>
                  </a:ext>
                </a:extLst>
              </p:cNvPr>
              <p:cNvSpPr/>
              <p:nvPr/>
            </p:nvSpPr>
            <p:spPr>
              <a:xfrm>
                <a:off x="3110266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1564"/>
                    </a:lnTo>
                    <a:lnTo>
                      <a:pt x="905242" y="901552"/>
                    </a:lnTo>
                    <a:lnTo>
                      <a:pt x="905589" y="901537"/>
                    </a:lnTo>
                    <a:lnTo>
                      <a:pt x="905935" y="901523"/>
                    </a:lnTo>
                    <a:lnTo>
                      <a:pt x="906282" y="901508"/>
                    </a:lnTo>
                    <a:lnTo>
                      <a:pt x="906628" y="901494"/>
                    </a:lnTo>
                    <a:lnTo>
                      <a:pt x="906975" y="901479"/>
                    </a:lnTo>
                    <a:lnTo>
                      <a:pt x="907321" y="901465"/>
                    </a:lnTo>
                    <a:lnTo>
                      <a:pt x="907668" y="901450"/>
                    </a:lnTo>
                    <a:lnTo>
                      <a:pt x="908014" y="901436"/>
                    </a:lnTo>
                    <a:lnTo>
                      <a:pt x="908361" y="901421"/>
                    </a:lnTo>
                    <a:lnTo>
                      <a:pt x="908707" y="901407"/>
                    </a:lnTo>
                    <a:lnTo>
                      <a:pt x="909054" y="901392"/>
                    </a:lnTo>
                    <a:lnTo>
                      <a:pt x="909400" y="901378"/>
                    </a:lnTo>
                    <a:lnTo>
                      <a:pt x="909747" y="901363"/>
                    </a:lnTo>
                    <a:lnTo>
                      <a:pt x="910093" y="901349"/>
                    </a:lnTo>
                    <a:lnTo>
                      <a:pt x="910440" y="901335"/>
                    </a:lnTo>
                    <a:lnTo>
                      <a:pt x="910786" y="901320"/>
                    </a:lnTo>
                    <a:lnTo>
                      <a:pt x="911133" y="901306"/>
                    </a:lnTo>
                    <a:lnTo>
                      <a:pt x="911479" y="901291"/>
                    </a:lnTo>
                    <a:lnTo>
                      <a:pt x="911826" y="901277"/>
                    </a:lnTo>
                    <a:lnTo>
                      <a:pt x="912172" y="901263"/>
                    </a:lnTo>
                    <a:lnTo>
                      <a:pt x="912519" y="901248"/>
                    </a:lnTo>
                    <a:lnTo>
                      <a:pt x="912865" y="901234"/>
                    </a:lnTo>
                    <a:lnTo>
                      <a:pt x="913212" y="901220"/>
                    </a:lnTo>
                    <a:lnTo>
                      <a:pt x="913558" y="901205"/>
                    </a:lnTo>
                    <a:lnTo>
                      <a:pt x="913905" y="901191"/>
                    </a:lnTo>
                    <a:lnTo>
                      <a:pt x="914251" y="901177"/>
                    </a:lnTo>
                    <a:lnTo>
                      <a:pt x="914399" y="901170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1" name="ph3002">
                <a:extLst>
                  <a:ext uri="{FF2B5EF4-FFF2-40B4-BE49-F238E27FC236}">
                    <a16:creationId xmlns:a16="http://schemas.microsoft.com/office/drawing/2014/main" id="{2767853A-840B-A9D8-FA55-8E3BF39A738C}"/>
                  </a:ext>
                </a:extLst>
              </p:cNvPr>
              <p:cNvSpPr/>
              <p:nvPr/>
            </p:nvSpPr>
            <p:spPr>
              <a:xfrm>
                <a:off x="311970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170"/>
                    </a:lnTo>
                    <a:lnTo>
                      <a:pt x="905158" y="901162"/>
                    </a:lnTo>
                    <a:lnTo>
                      <a:pt x="905504" y="901148"/>
                    </a:lnTo>
                    <a:lnTo>
                      <a:pt x="905851" y="901134"/>
                    </a:lnTo>
                    <a:lnTo>
                      <a:pt x="906197" y="901119"/>
                    </a:lnTo>
                    <a:lnTo>
                      <a:pt x="906544" y="901105"/>
                    </a:lnTo>
                    <a:lnTo>
                      <a:pt x="906890" y="901091"/>
                    </a:lnTo>
                    <a:lnTo>
                      <a:pt x="907237" y="901077"/>
                    </a:lnTo>
                    <a:lnTo>
                      <a:pt x="907583" y="901062"/>
                    </a:lnTo>
                    <a:lnTo>
                      <a:pt x="907930" y="901048"/>
                    </a:lnTo>
                    <a:lnTo>
                      <a:pt x="908276" y="901034"/>
                    </a:lnTo>
                    <a:lnTo>
                      <a:pt x="908623" y="901020"/>
                    </a:lnTo>
                    <a:lnTo>
                      <a:pt x="908970" y="901006"/>
                    </a:lnTo>
                    <a:lnTo>
                      <a:pt x="909316" y="900991"/>
                    </a:lnTo>
                    <a:lnTo>
                      <a:pt x="909663" y="900977"/>
                    </a:lnTo>
                    <a:lnTo>
                      <a:pt x="910009" y="900963"/>
                    </a:lnTo>
                    <a:lnTo>
                      <a:pt x="910356" y="900949"/>
                    </a:lnTo>
                    <a:lnTo>
                      <a:pt x="910702" y="900935"/>
                    </a:lnTo>
                    <a:lnTo>
                      <a:pt x="911049" y="900921"/>
                    </a:lnTo>
                    <a:lnTo>
                      <a:pt x="911395" y="900906"/>
                    </a:lnTo>
                    <a:lnTo>
                      <a:pt x="911742" y="900892"/>
                    </a:lnTo>
                    <a:lnTo>
                      <a:pt x="912088" y="900878"/>
                    </a:lnTo>
                    <a:lnTo>
                      <a:pt x="912435" y="900864"/>
                    </a:lnTo>
                    <a:lnTo>
                      <a:pt x="912781" y="900850"/>
                    </a:lnTo>
                    <a:lnTo>
                      <a:pt x="913128" y="900836"/>
                    </a:lnTo>
                    <a:lnTo>
                      <a:pt x="913474" y="900822"/>
                    </a:lnTo>
                    <a:lnTo>
                      <a:pt x="913821" y="900808"/>
                    </a:lnTo>
                    <a:lnTo>
                      <a:pt x="914168" y="900794"/>
                    </a:lnTo>
                    <a:lnTo>
                      <a:pt x="914400" y="900784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2" name="ph3003">
                <a:extLst>
                  <a:ext uri="{FF2B5EF4-FFF2-40B4-BE49-F238E27FC236}">
                    <a16:creationId xmlns:a16="http://schemas.microsoft.com/office/drawing/2014/main" id="{638D0DB8-9784-ED46-7EA7-E96DD96E9DA6}"/>
                  </a:ext>
                </a:extLst>
              </p:cNvPr>
              <p:cNvSpPr/>
              <p:nvPr/>
            </p:nvSpPr>
            <p:spPr>
              <a:xfrm>
                <a:off x="3129147" y="215022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74" y="918350"/>
                    </a:lnTo>
                    <a:lnTo>
                      <a:pt x="905420" y="918335"/>
                    </a:lnTo>
                    <a:lnTo>
                      <a:pt x="905767" y="918321"/>
                    </a:lnTo>
                    <a:lnTo>
                      <a:pt x="906113" y="918307"/>
                    </a:lnTo>
                    <a:lnTo>
                      <a:pt x="906460" y="918293"/>
                    </a:lnTo>
                    <a:lnTo>
                      <a:pt x="906807" y="918279"/>
                    </a:lnTo>
                    <a:lnTo>
                      <a:pt x="907153" y="918265"/>
                    </a:lnTo>
                    <a:lnTo>
                      <a:pt x="907500" y="918251"/>
                    </a:lnTo>
                    <a:lnTo>
                      <a:pt x="909169" y="918259"/>
                    </a:lnTo>
                    <a:lnTo>
                      <a:pt x="909282" y="917885"/>
                    </a:lnTo>
                    <a:lnTo>
                      <a:pt x="909397" y="917498"/>
                    </a:lnTo>
                    <a:lnTo>
                      <a:pt x="909513" y="917112"/>
                    </a:lnTo>
                    <a:lnTo>
                      <a:pt x="909629" y="916725"/>
                    </a:lnTo>
                    <a:lnTo>
                      <a:pt x="909745" y="916339"/>
                    </a:lnTo>
                    <a:lnTo>
                      <a:pt x="909861" y="915952"/>
                    </a:lnTo>
                    <a:lnTo>
                      <a:pt x="909976" y="915566"/>
                    </a:lnTo>
                    <a:lnTo>
                      <a:pt x="910352" y="914400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3" name="ph3004">
                <a:extLst>
                  <a:ext uri="{FF2B5EF4-FFF2-40B4-BE49-F238E27FC236}">
                    <a16:creationId xmlns:a16="http://schemas.microsoft.com/office/drawing/2014/main" id="{5DB3E981-90DB-804D-0D0E-A2DA69B2D959}"/>
                  </a:ext>
                </a:extLst>
              </p:cNvPr>
              <p:cNvSpPr/>
              <p:nvPr/>
            </p:nvSpPr>
            <p:spPr>
              <a:xfrm>
                <a:off x="312914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4" name="ph3005">
                <a:extLst>
                  <a:ext uri="{FF2B5EF4-FFF2-40B4-BE49-F238E27FC236}">
                    <a16:creationId xmlns:a16="http://schemas.microsoft.com/office/drawing/2014/main" id="{669023F5-C8E0-8B97-E25A-2697D272CD36}"/>
                  </a:ext>
                </a:extLst>
              </p:cNvPr>
              <p:cNvSpPr/>
              <p:nvPr/>
            </p:nvSpPr>
            <p:spPr>
              <a:xfrm>
                <a:off x="313858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5" name="ph3006">
                <a:extLst>
                  <a:ext uri="{FF2B5EF4-FFF2-40B4-BE49-F238E27FC236}">
                    <a16:creationId xmlns:a16="http://schemas.microsoft.com/office/drawing/2014/main" id="{C7E2E1CD-A943-8D82-0122-531C540A0351}"/>
                  </a:ext>
                </a:extLst>
              </p:cNvPr>
              <p:cNvSpPr/>
              <p:nvPr/>
            </p:nvSpPr>
            <p:spPr>
              <a:xfrm>
                <a:off x="314802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6" name="ph3007">
                <a:extLst>
                  <a:ext uri="{FF2B5EF4-FFF2-40B4-BE49-F238E27FC236}">
                    <a16:creationId xmlns:a16="http://schemas.microsoft.com/office/drawing/2014/main" id="{3A9ADCCA-EC1B-69EB-2399-D75895BFDB7D}"/>
                  </a:ext>
                </a:extLst>
              </p:cNvPr>
              <p:cNvSpPr/>
              <p:nvPr/>
            </p:nvSpPr>
            <p:spPr>
              <a:xfrm>
                <a:off x="315746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7" name="ph3008">
                <a:extLst>
                  <a:ext uri="{FF2B5EF4-FFF2-40B4-BE49-F238E27FC236}">
                    <a16:creationId xmlns:a16="http://schemas.microsoft.com/office/drawing/2014/main" id="{5E5FA39A-CA14-8B86-9626-F35A07F3CD53}"/>
                  </a:ext>
                </a:extLst>
              </p:cNvPr>
              <p:cNvSpPr/>
              <p:nvPr/>
            </p:nvSpPr>
            <p:spPr>
              <a:xfrm>
                <a:off x="316690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8" name="ph3009">
                <a:extLst>
                  <a:ext uri="{FF2B5EF4-FFF2-40B4-BE49-F238E27FC236}">
                    <a16:creationId xmlns:a16="http://schemas.microsoft.com/office/drawing/2014/main" id="{6D44DFE7-1DF6-9CB5-A432-AD125977DE80}"/>
                  </a:ext>
                </a:extLst>
              </p:cNvPr>
              <p:cNvSpPr/>
              <p:nvPr/>
            </p:nvSpPr>
            <p:spPr>
              <a:xfrm>
                <a:off x="317634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9" name="ph3010">
                <a:extLst>
                  <a:ext uri="{FF2B5EF4-FFF2-40B4-BE49-F238E27FC236}">
                    <a16:creationId xmlns:a16="http://schemas.microsoft.com/office/drawing/2014/main" id="{9EA847F9-6079-1C81-C369-199A59C7BAC4}"/>
                  </a:ext>
                </a:extLst>
              </p:cNvPr>
              <p:cNvSpPr/>
              <p:nvPr/>
            </p:nvSpPr>
            <p:spPr>
              <a:xfrm>
                <a:off x="318578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0" name="ph3011">
                <a:extLst>
                  <a:ext uri="{FF2B5EF4-FFF2-40B4-BE49-F238E27FC236}">
                    <a16:creationId xmlns:a16="http://schemas.microsoft.com/office/drawing/2014/main" id="{461E18D2-0759-4081-17DC-0C0259DE1E28}"/>
                  </a:ext>
                </a:extLst>
              </p:cNvPr>
              <p:cNvSpPr/>
              <p:nvPr/>
            </p:nvSpPr>
            <p:spPr>
              <a:xfrm>
                <a:off x="319522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1" name="ph3012">
                <a:extLst>
                  <a:ext uri="{FF2B5EF4-FFF2-40B4-BE49-F238E27FC236}">
                    <a16:creationId xmlns:a16="http://schemas.microsoft.com/office/drawing/2014/main" id="{B1FBBDB2-7C68-E49D-6F5C-1E7856566214}"/>
                  </a:ext>
                </a:extLst>
              </p:cNvPr>
              <p:cNvSpPr/>
              <p:nvPr/>
            </p:nvSpPr>
            <p:spPr>
              <a:xfrm>
                <a:off x="320466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2" name="ph3013">
                <a:extLst>
                  <a:ext uri="{FF2B5EF4-FFF2-40B4-BE49-F238E27FC236}">
                    <a16:creationId xmlns:a16="http://schemas.microsoft.com/office/drawing/2014/main" id="{D5FFC18F-03FB-D504-4DF5-DEACF4173C88}"/>
                  </a:ext>
                </a:extLst>
              </p:cNvPr>
              <p:cNvSpPr/>
              <p:nvPr/>
            </p:nvSpPr>
            <p:spPr>
              <a:xfrm>
                <a:off x="321410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3" name="ph3014">
                <a:extLst>
                  <a:ext uri="{FF2B5EF4-FFF2-40B4-BE49-F238E27FC236}">
                    <a16:creationId xmlns:a16="http://schemas.microsoft.com/office/drawing/2014/main" id="{45B0C74D-F9DD-4E3D-D33B-BBB5EBFE47CE}"/>
                  </a:ext>
                </a:extLst>
              </p:cNvPr>
              <p:cNvSpPr/>
              <p:nvPr/>
            </p:nvSpPr>
            <p:spPr>
              <a:xfrm>
                <a:off x="322354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7">
                  <a:alpha val="100000"/>
                </a:srgbClr>
              </a:solidFill>
              <a:ln w="5420" cap="flat">
                <a:solidFill>
                  <a:srgbClr val="FB8B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4" name="ph3015">
                <a:extLst>
                  <a:ext uri="{FF2B5EF4-FFF2-40B4-BE49-F238E27FC236}">
                    <a16:creationId xmlns:a16="http://schemas.microsoft.com/office/drawing/2014/main" id="{52E068FC-B762-E1D0-BBAC-ADDFBF7CD609}"/>
                  </a:ext>
                </a:extLst>
              </p:cNvPr>
              <p:cNvSpPr/>
              <p:nvPr/>
            </p:nvSpPr>
            <p:spPr>
              <a:xfrm>
                <a:off x="323298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5" name="ph3016">
                <a:extLst>
                  <a:ext uri="{FF2B5EF4-FFF2-40B4-BE49-F238E27FC236}">
                    <a16:creationId xmlns:a16="http://schemas.microsoft.com/office/drawing/2014/main" id="{69A4EDEF-85A2-8D3E-B120-11EA6BFA1839}"/>
                  </a:ext>
                </a:extLst>
              </p:cNvPr>
              <p:cNvSpPr/>
              <p:nvPr/>
            </p:nvSpPr>
            <p:spPr>
              <a:xfrm>
                <a:off x="324242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6" name="ph3017">
                <a:extLst>
                  <a:ext uri="{FF2B5EF4-FFF2-40B4-BE49-F238E27FC236}">
                    <a16:creationId xmlns:a16="http://schemas.microsoft.com/office/drawing/2014/main" id="{1908A379-7406-0238-DEBB-9F3B7C51C392}"/>
                  </a:ext>
                </a:extLst>
              </p:cNvPr>
              <p:cNvSpPr/>
              <p:nvPr/>
            </p:nvSpPr>
            <p:spPr>
              <a:xfrm>
                <a:off x="325187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7" name="ph3018">
                <a:extLst>
                  <a:ext uri="{FF2B5EF4-FFF2-40B4-BE49-F238E27FC236}">
                    <a16:creationId xmlns:a16="http://schemas.microsoft.com/office/drawing/2014/main" id="{19D46296-1E00-FB89-F04C-DB65C748DD40}"/>
                  </a:ext>
                </a:extLst>
              </p:cNvPr>
              <p:cNvSpPr/>
              <p:nvPr/>
            </p:nvSpPr>
            <p:spPr>
              <a:xfrm>
                <a:off x="326131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8" name="ph3019">
                <a:extLst>
                  <a:ext uri="{FF2B5EF4-FFF2-40B4-BE49-F238E27FC236}">
                    <a16:creationId xmlns:a16="http://schemas.microsoft.com/office/drawing/2014/main" id="{EFDBA3BC-245B-07AB-C126-1A8B0B713381}"/>
                  </a:ext>
                </a:extLst>
              </p:cNvPr>
              <p:cNvSpPr/>
              <p:nvPr/>
            </p:nvSpPr>
            <p:spPr>
              <a:xfrm>
                <a:off x="327075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9" name="ph3020">
                <a:extLst>
                  <a:ext uri="{FF2B5EF4-FFF2-40B4-BE49-F238E27FC236}">
                    <a16:creationId xmlns:a16="http://schemas.microsoft.com/office/drawing/2014/main" id="{A8E75DEB-5DCD-BF5B-7A84-6B1263F4F4F1}"/>
                  </a:ext>
                </a:extLst>
              </p:cNvPr>
              <p:cNvSpPr/>
              <p:nvPr/>
            </p:nvSpPr>
            <p:spPr>
              <a:xfrm>
                <a:off x="328019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B58">
                  <a:alpha val="100000"/>
                </a:srgbClr>
              </a:solidFill>
              <a:ln w="5420" cap="flat">
                <a:solidFill>
                  <a:srgbClr val="FB8B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0" name="ph3021">
                <a:extLst>
                  <a:ext uri="{FF2B5EF4-FFF2-40B4-BE49-F238E27FC236}">
                    <a16:creationId xmlns:a16="http://schemas.microsoft.com/office/drawing/2014/main" id="{84469F73-B769-3AFE-EC52-3626B1B115CC}"/>
                  </a:ext>
                </a:extLst>
              </p:cNvPr>
              <p:cNvSpPr/>
              <p:nvPr/>
            </p:nvSpPr>
            <p:spPr>
              <a:xfrm>
                <a:off x="328963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1" name="ph3022">
                <a:extLst>
                  <a:ext uri="{FF2B5EF4-FFF2-40B4-BE49-F238E27FC236}">
                    <a16:creationId xmlns:a16="http://schemas.microsoft.com/office/drawing/2014/main" id="{4A2FC25F-8F8F-4C21-BA91-6369E035A6C9}"/>
                  </a:ext>
                </a:extLst>
              </p:cNvPr>
              <p:cNvSpPr/>
              <p:nvPr/>
            </p:nvSpPr>
            <p:spPr>
              <a:xfrm>
                <a:off x="329907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2" name="ph3023">
                <a:extLst>
                  <a:ext uri="{FF2B5EF4-FFF2-40B4-BE49-F238E27FC236}">
                    <a16:creationId xmlns:a16="http://schemas.microsoft.com/office/drawing/2014/main" id="{D21CD1CD-0B73-99BD-0110-62BBB8924F8E}"/>
                  </a:ext>
                </a:extLst>
              </p:cNvPr>
              <p:cNvSpPr/>
              <p:nvPr/>
            </p:nvSpPr>
            <p:spPr>
              <a:xfrm>
                <a:off x="330851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3" name="ph3024">
                <a:extLst>
                  <a:ext uri="{FF2B5EF4-FFF2-40B4-BE49-F238E27FC236}">
                    <a16:creationId xmlns:a16="http://schemas.microsoft.com/office/drawing/2014/main" id="{6BFDAF40-BE82-AAC1-D144-4CF3031AB0D7}"/>
                  </a:ext>
                </a:extLst>
              </p:cNvPr>
              <p:cNvSpPr/>
              <p:nvPr/>
            </p:nvSpPr>
            <p:spPr>
              <a:xfrm>
                <a:off x="331795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4" name="ph3025">
                <a:extLst>
                  <a:ext uri="{FF2B5EF4-FFF2-40B4-BE49-F238E27FC236}">
                    <a16:creationId xmlns:a16="http://schemas.microsoft.com/office/drawing/2014/main" id="{2BC99E37-1682-ECEA-D6FB-BFDCBF41D9D4}"/>
                  </a:ext>
                </a:extLst>
              </p:cNvPr>
              <p:cNvSpPr/>
              <p:nvPr/>
            </p:nvSpPr>
            <p:spPr>
              <a:xfrm>
                <a:off x="332739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5" name="ph3026">
                <a:extLst>
                  <a:ext uri="{FF2B5EF4-FFF2-40B4-BE49-F238E27FC236}">
                    <a16:creationId xmlns:a16="http://schemas.microsoft.com/office/drawing/2014/main" id="{4C704810-ECFF-1E45-AE6A-76ED35649524}"/>
                  </a:ext>
                </a:extLst>
              </p:cNvPr>
              <p:cNvSpPr/>
              <p:nvPr/>
            </p:nvSpPr>
            <p:spPr>
              <a:xfrm>
                <a:off x="333683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6" name="ph3027">
                <a:extLst>
                  <a:ext uri="{FF2B5EF4-FFF2-40B4-BE49-F238E27FC236}">
                    <a16:creationId xmlns:a16="http://schemas.microsoft.com/office/drawing/2014/main" id="{E4A8D5CC-CD5E-56FE-9BB8-1CCB43983706}"/>
                  </a:ext>
                </a:extLst>
              </p:cNvPr>
              <p:cNvSpPr/>
              <p:nvPr/>
            </p:nvSpPr>
            <p:spPr>
              <a:xfrm>
                <a:off x="334627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7" name="ph3028">
                <a:extLst>
                  <a:ext uri="{FF2B5EF4-FFF2-40B4-BE49-F238E27FC236}">
                    <a16:creationId xmlns:a16="http://schemas.microsoft.com/office/drawing/2014/main" id="{D0FE8EC2-4C38-34F2-A8F4-C638A20669D5}"/>
                  </a:ext>
                </a:extLst>
              </p:cNvPr>
              <p:cNvSpPr/>
              <p:nvPr/>
            </p:nvSpPr>
            <p:spPr>
              <a:xfrm>
                <a:off x="335571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8" name="ph3029">
                <a:extLst>
                  <a:ext uri="{FF2B5EF4-FFF2-40B4-BE49-F238E27FC236}">
                    <a16:creationId xmlns:a16="http://schemas.microsoft.com/office/drawing/2014/main" id="{F841D3CF-5241-42D2-4FF7-E154B8C2D27C}"/>
                  </a:ext>
                </a:extLst>
              </p:cNvPr>
              <p:cNvSpPr/>
              <p:nvPr/>
            </p:nvSpPr>
            <p:spPr>
              <a:xfrm>
                <a:off x="336515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9" name="ph3030">
                <a:extLst>
                  <a:ext uri="{FF2B5EF4-FFF2-40B4-BE49-F238E27FC236}">
                    <a16:creationId xmlns:a16="http://schemas.microsoft.com/office/drawing/2014/main" id="{B936613F-70A2-091E-73AE-AFF7C514B55B}"/>
                  </a:ext>
                </a:extLst>
              </p:cNvPr>
              <p:cNvSpPr/>
              <p:nvPr/>
            </p:nvSpPr>
            <p:spPr>
              <a:xfrm>
                <a:off x="337459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0" name="ph3031">
                <a:extLst>
                  <a:ext uri="{FF2B5EF4-FFF2-40B4-BE49-F238E27FC236}">
                    <a16:creationId xmlns:a16="http://schemas.microsoft.com/office/drawing/2014/main" id="{C0E493E1-4E45-A441-1D74-12D2DBD9EF22}"/>
                  </a:ext>
                </a:extLst>
              </p:cNvPr>
              <p:cNvSpPr/>
              <p:nvPr/>
            </p:nvSpPr>
            <p:spPr>
              <a:xfrm>
                <a:off x="3384033" y="216779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11"/>
                    </a:lnTo>
                    <a:lnTo>
                      <a:pt x="923278" y="907906"/>
                    </a:lnTo>
                    <a:lnTo>
                      <a:pt x="922456" y="910973"/>
                    </a:lnTo>
                    <a:lnTo>
                      <a:pt x="921634" y="914041"/>
                    </a:lnTo>
                    <a:lnTo>
                      <a:pt x="921538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1" name="ph3032">
                <a:extLst>
                  <a:ext uri="{FF2B5EF4-FFF2-40B4-BE49-F238E27FC236}">
                    <a16:creationId xmlns:a16="http://schemas.microsoft.com/office/drawing/2014/main" id="{562D0613-CC51-9776-57DC-06787FA5A383}"/>
                  </a:ext>
                </a:extLst>
              </p:cNvPr>
              <p:cNvSpPr/>
              <p:nvPr/>
            </p:nvSpPr>
            <p:spPr>
              <a:xfrm>
                <a:off x="3393473" y="2150222"/>
                <a:ext cx="916811" cy="923381"/>
              </a:xfrm>
              <a:custGeom>
                <a:avLst/>
                <a:gdLst/>
                <a:ahLst/>
                <a:cxnLst/>
                <a:rect l="0" t="0" r="0" b="0"/>
                <a:pathLst>
                  <a:path w="916811" h="923381">
                    <a:moveTo>
                      <a:pt x="914400" y="914400"/>
                    </a:moveTo>
                    <a:lnTo>
                      <a:pt x="916811" y="914400"/>
                    </a:lnTo>
                    <a:lnTo>
                      <a:pt x="916307" y="916275"/>
                    </a:lnTo>
                    <a:lnTo>
                      <a:pt x="915483" y="919342"/>
                    </a:lnTo>
                    <a:lnTo>
                      <a:pt x="914660" y="922409"/>
                    </a:lnTo>
                    <a:lnTo>
                      <a:pt x="914400" y="923381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2" name="ph3033">
                <a:extLst>
                  <a:ext uri="{FF2B5EF4-FFF2-40B4-BE49-F238E27FC236}">
                    <a16:creationId xmlns:a16="http://schemas.microsoft.com/office/drawing/2014/main" id="{65309195-EA8E-439F-E9D6-27ACE88469F2}"/>
                  </a:ext>
                </a:extLst>
              </p:cNvPr>
              <p:cNvSpPr/>
              <p:nvPr/>
            </p:nvSpPr>
            <p:spPr>
              <a:xfrm>
                <a:off x="2383368" y="2132652"/>
                <a:ext cx="914399" cy="91947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9470">
                    <a:moveTo>
                      <a:pt x="914399" y="914400"/>
                    </a:moveTo>
                    <a:lnTo>
                      <a:pt x="914399" y="919470"/>
                    </a:lnTo>
                    <a:lnTo>
                      <a:pt x="914134" y="918889"/>
                    </a:lnTo>
                    <a:lnTo>
                      <a:pt x="913337" y="917142"/>
                    </a:lnTo>
                    <a:lnTo>
                      <a:pt x="912157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3" name="ph3034">
                <a:extLst>
                  <a:ext uri="{FF2B5EF4-FFF2-40B4-BE49-F238E27FC236}">
                    <a16:creationId xmlns:a16="http://schemas.microsoft.com/office/drawing/2014/main" id="{0A6275B2-CC37-BBC2-58AA-8CDC7CAF420C}"/>
                  </a:ext>
                </a:extLst>
              </p:cNvPr>
              <p:cNvSpPr/>
              <p:nvPr/>
            </p:nvSpPr>
            <p:spPr>
              <a:xfrm>
                <a:off x="238336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94" y="931969"/>
                    </a:lnTo>
                    <a:lnTo>
                      <a:pt x="919668" y="931033"/>
                    </a:lnTo>
                    <a:lnTo>
                      <a:pt x="918878" y="929298"/>
                    </a:lnTo>
                    <a:lnTo>
                      <a:pt x="918088" y="927563"/>
                    </a:lnTo>
                    <a:lnTo>
                      <a:pt x="917298" y="925828"/>
                    </a:lnTo>
                    <a:lnTo>
                      <a:pt x="916507" y="924093"/>
                    </a:lnTo>
                    <a:lnTo>
                      <a:pt x="915716" y="922358"/>
                    </a:lnTo>
                    <a:lnTo>
                      <a:pt x="914925" y="920624"/>
                    </a:lnTo>
                    <a:lnTo>
                      <a:pt x="914399" y="919470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4" name="ph3035">
                <a:extLst>
                  <a:ext uri="{FF2B5EF4-FFF2-40B4-BE49-F238E27FC236}">
                    <a16:creationId xmlns:a16="http://schemas.microsoft.com/office/drawing/2014/main" id="{68E29F4B-E673-FE42-25C1-D6F8E242A6A0}"/>
                  </a:ext>
                </a:extLst>
              </p:cNvPr>
              <p:cNvSpPr/>
              <p:nvPr/>
            </p:nvSpPr>
            <p:spPr>
              <a:xfrm>
                <a:off x="239280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5" name="ph3036">
                <a:extLst>
                  <a:ext uri="{FF2B5EF4-FFF2-40B4-BE49-F238E27FC236}">
                    <a16:creationId xmlns:a16="http://schemas.microsoft.com/office/drawing/2014/main" id="{10604CE4-B33D-6760-06E9-84305B188A83}"/>
                  </a:ext>
                </a:extLst>
              </p:cNvPr>
              <p:cNvSpPr/>
              <p:nvPr/>
            </p:nvSpPr>
            <p:spPr>
              <a:xfrm>
                <a:off x="240224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6" name="ph3037">
                <a:extLst>
                  <a:ext uri="{FF2B5EF4-FFF2-40B4-BE49-F238E27FC236}">
                    <a16:creationId xmlns:a16="http://schemas.microsoft.com/office/drawing/2014/main" id="{DF85201A-87E5-A98F-A999-0307BB7D550E}"/>
                  </a:ext>
                </a:extLst>
              </p:cNvPr>
              <p:cNvSpPr/>
              <p:nvPr/>
            </p:nvSpPr>
            <p:spPr>
              <a:xfrm>
                <a:off x="241168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7" name="ph3038">
                <a:extLst>
                  <a:ext uri="{FF2B5EF4-FFF2-40B4-BE49-F238E27FC236}">
                    <a16:creationId xmlns:a16="http://schemas.microsoft.com/office/drawing/2014/main" id="{94CFFE9D-6421-9C98-1111-C77AE93FE9E2}"/>
                  </a:ext>
                </a:extLst>
              </p:cNvPr>
              <p:cNvSpPr/>
              <p:nvPr/>
            </p:nvSpPr>
            <p:spPr>
              <a:xfrm>
                <a:off x="242112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8" name="ph3039">
                <a:extLst>
                  <a:ext uri="{FF2B5EF4-FFF2-40B4-BE49-F238E27FC236}">
                    <a16:creationId xmlns:a16="http://schemas.microsoft.com/office/drawing/2014/main" id="{7ACCCB1A-E06E-3420-33A0-B254150077FC}"/>
                  </a:ext>
                </a:extLst>
              </p:cNvPr>
              <p:cNvSpPr/>
              <p:nvPr/>
            </p:nvSpPr>
            <p:spPr>
              <a:xfrm>
                <a:off x="243056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9" name="ph3040">
                <a:extLst>
                  <a:ext uri="{FF2B5EF4-FFF2-40B4-BE49-F238E27FC236}">
                    <a16:creationId xmlns:a16="http://schemas.microsoft.com/office/drawing/2014/main" id="{BC566653-793E-192E-D00A-065C960B4F56}"/>
                  </a:ext>
                </a:extLst>
              </p:cNvPr>
              <p:cNvSpPr/>
              <p:nvPr/>
            </p:nvSpPr>
            <p:spPr>
              <a:xfrm>
                <a:off x="244000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0" name="ph3041">
                <a:extLst>
                  <a:ext uri="{FF2B5EF4-FFF2-40B4-BE49-F238E27FC236}">
                    <a16:creationId xmlns:a16="http://schemas.microsoft.com/office/drawing/2014/main" id="{C0369673-E0C6-37F1-4710-D4A9DC715EBB}"/>
                  </a:ext>
                </a:extLst>
              </p:cNvPr>
              <p:cNvSpPr/>
              <p:nvPr/>
            </p:nvSpPr>
            <p:spPr>
              <a:xfrm>
                <a:off x="244944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1" name="ph3042">
                <a:extLst>
                  <a:ext uri="{FF2B5EF4-FFF2-40B4-BE49-F238E27FC236}">
                    <a16:creationId xmlns:a16="http://schemas.microsoft.com/office/drawing/2014/main" id="{B547B0A5-201D-8B84-3F97-046D697DC182}"/>
                  </a:ext>
                </a:extLst>
              </p:cNvPr>
              <p:cNvSpPr/>
              <p:nvPr/>
            </p:nvSpPr>
            <p:spPr>
              <a:xfrm>
                <a:off x="245889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2" name="ph3043">
                <a:extLst>
                  <a:ext uri="{FF2B5EF4-FFF2-40B4-BE49-F238E27FC236}">
                    <a16:creationId xmlns:a16="http://schemas.microsoft.com/office/drawing/2014/main" id="{667F84E9-B6BF-B4DE-2E7A-2199D89BE506}"/>
                  </a:ext>
                </a:extLst>
              </p:cNvPr>
              <p:cNvSpPr/>
              <p:nvPr/>
            </p:nvSpPr>
            <p:spPr>
              <a:xfrm>
                <a:off x="246833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3" name="ph3044">
                <a:extLst>
                  <a:ext uri="{FF2B5EF4-FFF2-40B4-BE49-F238E27FC236}">
                    <a16:creationId xmlns:a16="http://schemas.microsoft.com/office/drawing/2014/main" id="{4201F34F-7B93-AD8C-B870-B0E802F626E2}"/>
                  </a:ext>
                </a:extLst>
              </p:cNvPr>
              <p:cNvSpPr/>
              <p:nvPr/>
            </p:nvSpPr>
            <p:spPr>
              <a:xfrm>
                <a:off x="247777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4" name="ph3045">
                <a:extLst>
                  <a:ext uri="{FF2B5EF4-FFF2-40B4-BE49-F238E27FC236}">
                    <a16:creationId xmlns:a16="http://schemas.microsoft.com/office/drawing/2014/main" id="{8631A64B-B316-20F2-E550-30A4C1E30D0C}"/>
                  </a:ext>
                </a:extLst>
              </p:cNvPr>
              <p:cNvSpPr/>
              <p:nvPr/>
            </p:nvSpPr>
            <p:spPr>
              <a:xfrm>
                <a:off x="248721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5" name="ph3046">
                <a:extLst>
                  <a:ext uri="{FF2B5EF4-FFF2-40B4-BE49-F238E27FC236}">
                    <a16:creationId xmlns:a16="http://schemas.microsoft.com/office/drawing/2014/main" id="{819F9D70-F23C-1DA1-9600-7B83CCD5D917}"/>
                  </a:ext>
                </a:extLst>
              </p:cNvPr>
              <p:cNvSpPr/>
              <p:nvPr/>
            </p:nvSpPr>
            <p:spPr>
              <a:xfrm>
                <a:off x="249665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6" name="ph3047">
                <a:extLst>
                  <a:ext uri="{FF2B5EF4-FFF2-40B4-BE49-F238E27FC236}">
                    <a16:creationId xmlns:a16="http://schemas.microsoft.com/office/drawing/2014/main" id="{C3B76CFF-227F-283D-1CD6-DDAECCB49C08}"/>
                  </a:ext>
                </a:extLst>
              </p:cNvPr>
              <p:cNvSpPr/>
              <p:nvPr/>
            </p:nvSpPr>
            <p:spPr>
              <a:xfrm>
                <a:off x="250609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7" name="ph3048">
                <a:extLst>
                  <a:ext uri="{FF2B5EF4-FFF2-40B4-BE49-F238E27FC236}">
                    <a16:creationId xmlns:a16="http://schemas.microsoft.com/office/drawing/2014/main" id="{FB840E69-4E5A-B333-F5BB-EC2CA6C7AF26}"/>
                  </a:ext>
                </a:extLst>
              </p:cNvPr>
              <p:cNvSpPr/>
              <p:nvPr/>
            </p:nvSpPr>
            <p:spPr>
              <a:xfrm>
                <a:off x="251553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8" name="ph3049">
                <a:extLst>
                  <a:ext uri="{FF2B5EF4-FFF2-40B4-BE49-F238E27FC236}">
                    <a16:creationId xmlns:a16="http://schemas.microsoft.com/office/drawing/2014/main" id="{78AE917E-6F39-5196-0DC2-4505A407D15F}"/>
                  </a:ext>
                </a:extLst>
              </p:cNvPr>
              <p:cNvSpPr/>
              <p:nvPr/>
            </p:nvSpPr>
            <p:spPr>
              <a:xfrm>
                <a:off x="252497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9" name="ph3050">
                <a:extLst>
                  <a:ext uri="{FF2B5EF4-FFF2-40B4-BE49-F238E27FC236}">
                    <a16:creationId xmlns:a16="http://schemas.microsoft.com/office/drawing/2014/main" id="{4742540E-C381-8E4C-AE38-1C593F5A613C}"/>
                  </a:ext>
                </a:extLst>
              </p:cNvPr>
              <p:cNvSpPr/>
              <p:nvPr/>
            </p:nvSpPr>
            <p:spPr>
              <a:xfrm>
                <a:off x="253441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0" name="ph3051">
                <a:extLst>
                  <a:ext uri="{FF2B5EF4-FFF2-40B4-BE49-F238E27FC236}">
                    <a16:creationId xmlns:a16="http://schemas.microsoft.com/office/drawing/2014/main" id="{73BDDE43-5300-01A9-4947-49415318C36E}"/>
                  </a:ext>
                </a:extLst>
              </p:cNvPr>
              <p:cNvSpPr/>
              <p:nvPr/>
            </p:nvSpPr>
            <p:spPr>
              <a:xfrm>
                <a:off x="254385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1" name="ph3052">
                <a:extLst>
                  <a:ext uri="{FF2B5EF4-FFF2-40B4-BE49-F238E27FC236}">
                    <a16:creationId xmlns:a16="http://schemas.microsoft.com/office/drawing/2014/main" id="{4B215A24-425B-B175-238F-A4C7669BE297}"/>
                  </a:ext>
                </a:extLst>
              </p:cNvPr>
              <p:cNvSpPr/>
              <p:nvPr/>
            </p:nvSpPr>
            <p:spPr>
              <a:xfrm>
                <a:off x="255329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2" name="ph3053">
                <a:extLst>
                  <a:ext uri="{FF2B5EF4-FFF2-40B4-BE49-F238E27FC236}">
                    <a16:creationId xmlns:a16="http://schemas.microsoft.com/office/drawing/2014/main" id="{C08E9A95-22B1-AFD5-CD25-4443C39D5262}"/>
                  </a:ext>
                </a:extLst>
              </p:cNvPr>
              <p:cNvSpPr/>
              <p:nvPr/>
            </p:nvSpPr>
            <p:spPr>
              <a:xfrm>
                <a:off x="256273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3" name="ph3054">
                <a:extLst>
                  <a:ext uri="{FF2B5EF4-FFF2-40B4-BE49-F238E27FC236}">
                    <a16:creationId xmlns:a16="http://schemas.microsoft.com/office/drawing/2014/main" id="{60B2741A-604F-B138-3A40-1C0CDADBA8E0}"/>
                  </a:ext>
                </a:extLst>
              </p:cNvPr>
              <p:cNvSpPr/>
              <p:nvPr/>
            </p:nvSpPr>
            <p:spPr>
              <a:xfrm>
                <a:off x="257217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4" name="ph3055">
                <a:extLst>
                  <a:ext uri="{FF2B5EF4-FFF2-40B4-BE49-F238E27FC236}">
                    <a16:creationId xmlns:a16="http://schemas.microsoft.com/office/drawing/2014/main" id="{67CBBB25-9B9B-A475-A6F7-DDE5D968713F}"/>
                  </a:ext>
                </a:extLst>
              </p:cNvPr>
              <p:cNvSpPr/>
              <p:nvPr/>
            </p:nvSpPr>
            <p:spPr>
              <a:xfrm>
                <a:off x="258161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5" name="ph3056">
                <a:extLst>
                  <a:ext uri="{FF2B5EF4-FFF2-40B4-BE49-F238E27FC236}">
                    <a16:creationId xmlns:a16="http://schemas.microsoft.com/office/drawing/2014/main" id="{77E61A64-4E36-EB4E-9B7F-0AC97882C2E6}"/>
                  </a:ext>
                </a:extLst>
              </p:cNvPr>
              <p:cNvSpPr/>
              <p:nvPr/>
            </p:nvSpPr>
            <p:spPr>
              <a:xfrm>
                <a:off x="259105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6" name="ph3057">
                <a:extLst>
                  <a:ext uri="{FF2B5EF4-FFF2-40B4-BE49-F238E27FC236}">
                    <a16:creationId xmlns:a16="http://schemas.microsoft.com/office/drawing/2014/main" id="{0A9F9D70-727E-0472-FB83-185E37720C6E}"/>
                  </a:ext>
                </a:extLst>
              </p:cNvPr>
              <p:cNvSpPr/>
              <p:nvPr/>
            </p:nvSpPr>
            <p:spPr>
              <a:xfrm>
                <a:off x="260049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7" name="ph3058">
                <a:extLst>
                  <a:ext uri="{FF2B5EF4-FFF2-40B4-BE49-F238E27FC236}">
                    <a16:creationId xmlns:a16="http://schemas.microsoft.com/office/drawing/2014/main" id="{2091DB3B-EDF2-C3E2-A1E5-F241C5198F7D}"/>
                  </a:ext>
                </a:extLst>
              </p:cNvPr>
              <p:cNvSpPr/>
              <p:nvPr/>
            </p:nvSpPr>
            <p:spPr>
              <a:xfrm>
                <a:off x="260993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8" name="ph3059">
                <a:extLst>
                  <a:ext uri="{FF2B5EF4-FFF2-40B4-BE49-F238E27FC236}">
                    <a16:creationId xmlns:a16="http://schemas.microsoft.com/office/drawing/2014/main" id="{F8C3BF6E-4E5F-63A7-086A-2A2AD5011FD2}"/>
                  </a:ext>
                </a:extLst>
              </p:cNvPr>
              <p:cNvSpPr/>
              <p:nvPr/>
            </p:nvSpPr>
            <p:spPr>
              <a:xfrm>
                <a:off x="261937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9" name="ph3060">
                <a:extLst>
                  <a:ext uri="{FF2B5EF4-FFF2-40B4-BE49-F238E27FC236}">
                    <a16:creationId xmlns:a16="http://schemas.microsoft.com/office/drawing/2014/main" id="{9EE23B30-2DF8-D14D-5CC7-3427049AED21}"/>
                  </a:ext>
                </a:extLst>
              </p:cNvPr>
              <p:cNvSpPr/>
              <p:nvPr/>
            </p:nvSpPr>
            <p:spPr>
              <a:xfrm>
                <a:off x="262881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0" name="ph3061">
                <a:extLst>
                  <a:ext uri="{FF2B5EF4-FFF2-40B4-BE49-F238E27FC236}">
                    <a16:creationId xmlns:a16="http://schemas.microsoft.com/office/drawing/2014/main" id="{5A9F594E-27E8-5DDE-4378-C6D27ABAD861}"/>
                  </a:ext>
                </a:extLst>
              </p:cNvPr>
              <p:cNvSpPr/>
              <p:nvPr/>
            </p:nvSpPr>
            <p:spPr>
              <a:xfrm>
                <a:off x="263825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1" name="ph3062">
                <a:extLst>
                  <a:ext uri="{FF2B5EF4-FFF2-40B4-BE49-F238E27FC236}">
                    <a16:creationId xmlns:a16="http://schemas.microsoft.com/office/drawing/2014/main" id="{86DA7C53-5057-0480-30EC-F653D2D32EBD}"/>
                  </a:ext>
                </a:extLst>
              </p:cNvPr>
              <p:cNvSpPr/>
              <p:nvPr/>
            </p:nvSpPr>
            <p:spPr>
              <a:xfrm>
                <a:off x="264769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2" name="ph3063">
                <a:extLst>
                  <a:ext uri="{FF2B5EF4-FFF2-40B4-BE49-F238E27FC236}">
                    <a16:creationId xmlns:a16="http://schemas.microsoft.com/office/drawing/2014/main" id="{13728B3C-1B0D-424B-BB2A-61160BB64B1E}"/>
                  </a:ext>
                </a:extLst>
              </p:cNvPr>
              <p:cNvSpPr/>
              <p:nvPr/>
            </p:nvSpPr>
            <p:spPr>
              <a:xfrm>
                <a:off x="265713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3" name="ph3064">
                <a:extLst>
                  <a:ext uri="{FF2B5EF4-FFF2-40B4-BE49-F238E27FC236}">
                    <a16:creationId xmlns:a16="http://schemas.microsoft.com/office/drawing/2014/main" id="{E563DF64-A2DA-2092-F8B5-FD6448521F68}"/>
                  </a:ext>
                </a:extLst>
              </p:cNvPr>
              <p:cNvSpPr/>
              <p:nvPr/>
            </p:nvSpPr>
            <p:spPr>
              <a:xfrm>
                <a:off x="266657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4" name="ph3065">
                <a:extLst>
                  <a:ext uri="{FF2B5EF4-FFF2-40B4-BE49-F238E27FC236}">
                    <a16:creationId xmlns:a16="http://schemas.microsoft.com/office/drawing/2014/main" id="{0E131DB7-6E03-ADE8-F27B-AA4157ED9757}"/>
                  </a:ext>
                </a:extLst>
              </p:cNvPr>
              <p:cNvSpPr/>
              <p:nvPr/>
            </p:nvSpPr>
            <p:spPr>
              <a:xfrm>
                <a:off x="267601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5" name="ph3066">
                <a:extLst>
                  <a:ext uri="{FF2B5EF4-FFF2-40B4-BE49-F238E27FC236}">
                    <a16:creationId xmlns:a16="http://schemas.microsoft.com/office/drawing/2014/main" id="{4651117C-A034-10CF-D9A3-35BF5AD0FCD3}"/>
                  </a:ext>
                </a:extLst>
              </p:cNvPr>
              <p:cNvSpPr/>
              <p:nvPr/>
            </p:nvSpPr>
            <p:spPr>
              <a:xfrm>
                <a:off x="268545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6" name="ph3067">
                <a:extLst>
                  <a:ext uri="{FF2B5EF4-FFF2-40B4-BE49-F238E27FC236}">
                    <a16:creationId xmlns:a16="http://schemas.microsoft.com/office/drawing/2014/main" id="{0F6695DF-4328-0DC7-75ED-6C59AEA11BF6}"/>
                  </a:ext>
                </a:extLst>
              </p:cNvPr>
              <p:cNvSpPr/>
              <p:nvPr/>
            </p:nvSpPr>
            <p:spPr>
              <a:xfrm>
                <a:off x="269489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7" name="ph3068">
                <a:extLst>
                  <a:ext uri="{FF2B5EF4-FFF2-40B4-BE49-F238E27FC236}">
                    <a16:creationId xmlns:a16="http://schemas.microsoft.com/office/drawing/2014/main" id="{971EB3CB-7F86-1C8A-B014-DC6983484C10}"/>
                  </a:ext>
                </a:extLst>
              </p:cNvPr>
              <p:cNvSpPr/>
              <p:nvPr/>
            </p:nvSpPr>
            <p:spPr>
              <a:xfrm>
                <a:off x="2713776" y="215022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89" y="896830"/>
                    </a:lnTo>
                    <a:lnTo>
                      <a:pt x="914320" y="907220"/>
                    </a:lnTo>
                    <a:lnTo>
                      <a:pt x="914399" y="90764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8" name="ph3069">
                <a:extLst>
                  <a:ext uri="{FF2B5EF4-FFF2-40B4-BE49-F238E27FC236}">
                    <a16:creationId xmlns:a16="http://schemas.microsoft.com/office/drawing/2014/main" id="{04DC7A6B-70A7-42B0-7387-CA25C6E71989}"/>
                  </a:ext>
                </a:extLst>
              </p:cNvPr>
              <p:cNvSpPr/>
              <p:nvPr/>
            </p:nvSpPr>
            <p:spPr>
              <a:xfrm>
                <a:off x="2713776" y="2150222"/>
                <a:ext cx="9156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76" h="914400">
                    <a:moveTo>
                      <a:pt x="914399" y="914400"/>
                    </a:moveTo>
                    <a:lnTo>
                      <a:pt x="914399" y="907640"/>
                    </a:lnTo>
                    <a:lnTo>
                      <a:pt x="914426" y="907781"/>
                    </a:lnTo>
                    <a:lnTo>
                      <a:pt x="914533" y="908347"/>
                    </a:lnTo>
                    <a:lnTo>
                      <a:pt x="914640" y="908913"/>
                    </a:lnTo>
                    <a:lnTo>
                      <a:pt x="914747" y="909479"/>
                    </a:lnTo>
                    <a:lnTo>
                      <a:pt x="914854" y="910046"/>
                    </a:lnTo>
                    <a:lnTo>
                      <a:pt x="914961" y="910612"/>
                    </a:lnTo>
                    <a:lnTo>
                      <a:pt x="915068" y="911178"/>
                    </a:lnTo>
                    <a:lnTo>
                      <a:pt x="915175" y="911744"/>
                    </a:lnTo>
                    <a:lnTo>
                      <a:pt x="915282" y="912310"/>
                    </a:lnTo>
                    <a:lnTo>
                      <a:pt x="915389" y="912876"/>
                    </a:lnTo>
                    <a:lnTo>
                      <a:pt x="915496" y="913443"/>
                    </a:lnTo>
                    <a:lnTo>
                      <a:pt x="915603" y="914009"/>
                    </a:lnTo>
                    <a:lnTo>
                      <a:pt x="915676" y="914400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9" name="ph3070">
                <a:extLst>
                  <a:ext uri="{FF2B5EF4-FFF2-40B4-BE49-F238E27FC236}">
                    <a16:creationId xmlns:a16="http://schemas.microsoft.com/office/drawing/2014/main" id="{A068B6D5-F5E4-7AAB-4898-EE944F95DBEE}"/>
                  </a:ext>
                </a:extLst>
              </p:cNvPr>
              <p:cNvSpPr/>
              <p:nvPr/>
            </p:nvSpPr>
            <p:spPr>
              <a:xfrm>
                <a:off x="3129147" y="215022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352" y="914400"/>
                    </a:lnTo>
                    <a:lnTo>
                      <a:pt x="913645" y="904182"/>
                    </a:lnTo>
                    <a:lnTo>
                      <a:pt x="914400" y="902144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0" name="ph3071">
                <a:extLst>
                  <a:ext uri="{FF2B5EF4-FFF2-40B4-BE49-F238E27FC236}">
                    <a16:creationId xmlns:a16="http://schemas.microsoft.com/office/drawing/2014/main" id="{B782A2C1-8EF7-4110-AB68-B7BE68D5AB4F}"/>
                  </a:ext>
                </a:extLst>
              </p:cNvPr>
              <p:cNvSpPr/>
              <p:nvPr/>
            </p:nvSpPr>
            <p:spPr>
              <a:xfrm>
                <a:off x="3138587" y="213265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714"/>
                    </a:lnTo>
                    <a:lnTo>
                      <a:pt x="906926" y="914400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1" name="ph3072">
                <a:extLst>
                  <a:ext uri="{FF2B5EF4-FFF2-40B4-BE49-F238E27FC236}">
                    <a16:creationId xmlns:a16="http://schemas.microsoft.com/office/drawing/2014/main" id="{8F24C964-52B1-E2EA-16AC-B1C21C9AE3A8}"/>
                  </a:ext>
                </a:extLst>
              </p:cNvPr>
              <p:cNvSpPr/>
              <p:nvPr/>
            </p:nvSpPr>
            <p:spPr>
              <a:xfrm>
                <a:off x="313858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2" name="ph3073">
                <a:extLst>
                  <a:ext uri="{FF2B5EF4-FFF2-40B4-BE49-F238E27FC236}">
                    <a16:creationId xmlns:a16="http://schemas.microsoft.com/office/drawing/2014/main" id="{7A0F88CF-1104-C163-F964-2E5B93EF95DE}"/>
                  </a:ext>
                </a:extLst>
              </p:cNvPr>
              <p:cNvSpPr/>
              <p:nvPr/>
            </p:nvSpPr>
            <p:spPr>
              <a:xfrm>
                <a:off x="314802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3" name="ph3074">
                <a:extLst>
                  <a:ext uri="{FF2B5EF4-FFF2-40B4-BE49-F238E27FC236}">
                    <a16:creationId xmlns:a16="http://schemas.microsoft.com/office/drawing/2014/main" id="{16E56D0C-919A-7C36-2D33-992010717AD7}"/>
                  </a:ext>
                </a:extLst>
              </p:cNvPr>
              <p:cNvSpPr/>
              <p:nvPr/>
            </p:nvSpPr>
            <p:spPr>
              <a:xfrm>
                <a:off x="315746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4" name="ph3075">
                <a:extLst>
                  <a:ext uri="{FF2B5EF4-FFF2-40B4-BE49-F238E27FC236}">
                    <a16:creationId xmlns:a16="http://schemas.microsoft.com/office/drawing/2014/main" id="{5A20125E-0B74-4858-B63D-53C32BCC92BE}"/>
                  </a:ext>
                </a:extLst>
              </p:cNvPr>
              <p:cNvSpPr/>
              <p:nvPr/>
            </p:nvSpPr>
            <p:spPr>
              <a:xfrm>
                <a:off x="316690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5" name="ph3076">
                <a:extLst>
                  <a:ext uri="{FF2B5EF4-FFF2-40B4-BE49-F238E27FC236}">
                    <a16:creationId xmlns:a16="http://schemas.microsoft.com/office/drawing/2014/main" id="{9A433DD1-FF5F-813C-6155-383509583A8F}"/>
                  </a:ext>
                </a:extLst>
              </p:cNvPr>
              <p:cNvSpPr/>
              <p:nvPr/>
            </p:nvSpPr>
            <p:spPr>
              <a:xfrm>
                <a:off x="317634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6" name="ph3077">
                <a:extLst>
                  <a:ext uri="{FF2B5EF4-FFF2-40B4-BE49-F238E27FC236}">
                    <a16:creationId xmlns:a16="http://schemas.microsoft.com/office/drawing/2014/main" id="{F7689879-4F00-24A8-7853-6F0FE25C42B8}"/>
                  </a:ext>
                </a:extLst>
              </p:cNvPr>
              <p:cNvSpPr/>
              <p:nvPr/>
            </p:nvSpPr>
            <p:spPr>
              <a:xfrm>
                <a:off x="318578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7" name="ph3078">
                <a:extLst>
                  <a:ext uri="{FF2B5EF4-FFF2-40B4-BE49-F238E27FC236}">
                    <a16:creationId xmlns:a16="http://schemas.microsoft.com/office/drawing/2014/main" id="{F957CC26-EE66-8CE6-BE50-4AF35F4C71DC}"/>
                  </a:ext>
                </a:extLst>
              </p:cNvPr>
              <p:cNvSpPr/>
              <p:nvPr/>
            </p:nvSpPr>
            <p:spPr>
              <a:xfrm>
                <a:off x="319522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8" name="ph3079">
                <a:extLst>
                  <a:ext uri="{FF2B5EF4-FFF2-40B4-BE49-F238E27FC236}">
                    <a16:creationId xmlns:a16="http://schemas.microsoft.com/office/drawing/2014/main" id="{E6F7226C-B1D2-8AEC-1454-723C6D7D736B}"/>
                  </a:ext>
                </a:extLst>
              </p:cNvPr>
              <p:cNvSpPr/>
              <p:nvPr/>
            </p:nvSpPr>
            <p:spPr>
              <a:xfrm>
                <a:off x="3204668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5">
                  <a:alpha val="100000"/>
                </a:srgbClr>
              </a:solidFill>
              <a:ln w="5420" cap="flat">
                <a:solidFill>
                  <a:srgbClr val="FA8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9" name="ph3080">
                <a:extLst>
                  <a:ext uri="{FF2B5EF4-FFF2-40B4-BE49-F238E27FC236}">
                    <a16:creationId xmlns:a16="http://schemas.microsoft.com/office/drawing/2014/main" id="{75C0B7B5-8D5B-4030-2CCD-D4E53EBCED2F}"/>
                  </a:ext>
                </a:extLst>
              </p:cNvPr>
              <p:cNvSpPr/>
              <p:nvPr/>
            </p:nvSpPr>
            <p:spPr>
              <a:xfrm>
                <a:off x="321410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0" name="ph3081">
                <a:extLst>
                  <a:ext uri="{FF2B5EF4-FFF2-40B4-BE49-F238E27FC236}">
                    <a16:creationId xmlns:a16="http://schemas.microsoft.com/office/drawing/2014/main" id="{B0218366-1B63-A0A3-8F8F-C4B66B515B72}"/>
                  </a:ext>
                </a:extLst>
              </p:cNvPr>
              <p:cNvSpPr/>
              <p:nvPr/>
            </p:nvSpPr>
            <p:spPr>
              <a:xfrm>
                <a:off x="322354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1" name="ph3082">
                <a:extLst>
                  <a:ext uri="{FF2B5EF4-FFF2-40B4-BE49-F238E27FC236}">
                    <a16:creationId xmlns:a16="http://schemas.microsoft.com/office/drawing/2014/main" id="{B07226E5-457F-FE79-43B4-205666079F45}"/>
                  </a:ext>
                </a:extLst>
              </p:cNvPr>
              <p:cNvSpPr/>
              <p:nvPr/>
            </p:nvSpPr>
            <p:spPr>
              <a:xfrm>
                <a:off x="323298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7">
                  <a:alpha val="100000"/>
                </a:srgbClr>
              </a:solidFill>
              <a:ln w="5420" cap="flat">
                <a:solidFill>
                  <a:srgbClr val="FA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2" name="ph3083">
                <a:extLst>
                  <a:ext uri="{FF2B5EF4-FFF2-40B4-BE49-F238E27FC236}">
                    <a16:creationId xmlns:a16="http://schemas.microsoft.com/office/drawing/2014/main" id="{2E459303-B5E1-E01D-CD6C-4EE2A7E8DA73}"/>
                  </a:ext>
                </a:extLst>
              </p:cNvPr>
              <p:cNvSpPr/>
              <p:nvPr/>
            </p:nvSpPr>
            <p:spPr>
              <a:xfrm>
                <a:off x="324242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3" name="ph3084">
                <a:extLst>
                  <a:ext uri="{FF2B5EF4-FFF2-40B4-BE49-F238E27FC236}">
                    <a16:creationId xmlns:a16="http://schemas.microsoft.com/office/drawing/2014/main" id="{6A37DE29-F7AD-419A-FA3F-6CD6B0AE5609}"/>
                  </a:ext>
                </a:extLst>
              </p:cNvPr>
              <p:cNvSpPr/>
              <p:nvPr/>
            </p:nvSpPr>
            <p:spPr>
              <a:xfrm>
                <a:off x="325187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4" name="ph3085">
                <a:extLst>
                  <a:ext uri="{FF2B5EF4-FFF2-40B4-BE49-F238E27FC236}">
                    <a16:creationId xmlns:a16="http://schemas.microsoft.com/office/drawing/2014/main" id="{E4A10B91-A2A1-DC0B-8C01-5450806A64E7}"/>
                  </a:ext>
                </a:extLst>
              </p:cNvPr>
              <p:cNvSpPr/>
              <p:nvPr/>
            </p:nvSpPr>
            <p:spPr>
              <a:xfrm>
                <a:off x="326131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A57">
                  <a:alpha val="100000"/>
                </a:srgbClr>
              </a:solidFill>
              <a:ln w="5420" cap="flat">
                <a:solidFill>
                  <a:srgbClr val="FB8A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5" name="ph3086">
                <a:extLst>
                  <a:ext uri="{FF2B5EF4-FFF2-40B4-BE49-F238E27FC236}">
                    <a16:creationId xmlns:a16="http://schemas.microsoft.com/office/drawing/2014/main" id="{5C4118FF-BABA-7335-3555-929833217209}"/>
                  </a:ext>
                </a:extLst>
              </p:cNvPr>
              <p:cNvSpPr/>
              <p:nvPr/>
            </p:nvSpPr>
            <p:spPr>
              <a:xfrm>
                <a:off x="327075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8957">
                  <a:alpha val="100000"/>
                </a:srgbClr>
              </a:solidFill>
              <a:ln w="5420" cap="flat">
                <a:solidFill>
                  <a:srgbClr val="FB89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6" name="ph3087">
                <a:extLst>
                  <a:ext uri="{FF2B5EF4-FFF2-40B4-BE49-F238E27FC236}">
                    <a16:creationId xmlns:a16="http://schemas.microsoft.com/office/drawing/2014/main" id="{1D414FBB-E376-3713-F9A1-0DCEAEF4F0F8}"/>
                  </a:ext>
                </a:extLst>
              </p:cNvPr>
              <p:cNvSpPr/>
              <p:nvPr/>
            </p:nvSpPr>
            <p:spPr>
              <a:xfrm>
                <a:off x="328019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7" name="ph3088">
                <a:extLst>
                  <a:ext uri="{FF2B5EF4-FFF2-40B4-BE49-F238E27FC236}">
                    <a16:creationId xmlns:a16="http://schemas.microsoft.com/office/drawing/2014/main" id="{22DE1076-AFC9-AD5D-F41F-03036A7E45B8}"/>
                  </a:ext>
                </a:extLst>
              </p:cNvPr>
              <p:cNvSpPr/>
              <p:nvPr/>
            </p:nvSpPr>
            <p:spPr>
              <a:xfrm>
                <a:off x="328963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956">
                  <a:alpha val="100000"/>
                </a:srgbClr>
              </a:solidFill>
              <a:ln w="5420" cap="flat">
                <a:solidFill>
                  <a:srgbClr val="FA89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8" name="ph3089">
                <a:extLst>
                  <a:ext uri="{FF2B5EF4-FFF2-40B4-BE49-F238E27FC236}">
                    <a16:creationId xmlns:a16="http://schemas.microsoft.com/office/drawing/2014/main" id="{1C48C2C6-D5B7-09C4-9BDD-90AAF560758A}"/>
                  </a:ext>
                </a:extLst>
              </p:cNvPr>
              <p:cNvSpPr/>
              <p:nvPr/>
            </p:nvSpPr>
            <p:spPr>
              <a:xfrm>
                <a:off x="329907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856">
                  <a:alpha val="100000"/>
                </a:srgbClr>
              </a:solidFill>
              <a:ln w="5420" cap="flat">
                <a:solidFill>
                  <a:srgbClr val="FA88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9" name="ph3090">
                <a:extLst>
                  <a:ext uri="{FF2B5EF4-FFF2-40B4-BE49-F238E27FC236}">
                    <a16:creationId xmlns:a16="http://schemas.microsoft.com/office/drawing/2014/main" id="{00E4C6A0-5090-3361-E96B-91365C328AD5}"/>
                  </a:ext>
                </a:extLst>
              </p:cNvPr>
              <p:cNvSpPr/>
              <p:nvPr/>
            </p:nvSpPr>
            <p:spPr>
              <a:xfrm>
                <a:off x="330851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0" name="ph3091">
                <a:extLst>
                  <a:ext uri="{FF2B5EF4-FFF2-40B4-BE49-F238E27FC236}">
                    <a16:creationId xmlns:a16="http://schemas.microsoft.com/office/drawing/2014/main" id="{BBA55B70-BF83-2D86-D31A-8B5B295B3F83}"/>
                  </a:ext>
                </a:extLst>
              </p:cNvPr>
              <p:cNvSpPr/>
              <p:nvPr/>
            </p:nvSpPr>
            <p:spPr>
              <a:xfrm>
                <a:off x="331795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1" name="ph3092">
                <a:extLst>
                  <a:ext uri="{FF2B5EF4-FFF2-40B4-BE49-F238E27FC236}">
                    <a16:creationId xmlns:a16="http://schemas.microsoft.com/office/drawing/2014/main" id="{A743649C-ABA9-FC3F-AB68-5BC5D4584C30}"/>
                  </a:ext>
                </a:extLst>
              </p:cNvPr>
              <p:cNvSpPr/>
              <p:nvPr/>
            </p:nvSpPr>
            <p:spPr>
              <a:xfrm>
                <a:off x="332739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2" name="ph3093">
                <a:extLst>
                  <a:ext uri="{FF2B5EF4-FFF2-40B4-BE49-F238E27FC236}">
                    <a16:creationId xmlns:a16="http://schemas.microsoft.com/office/drawing/2014/main" id="{BF1732C9-D4AC-2996-820E-9C0247BFDE60}"/>
                  </a:ext>
                </a:extLst>
              </p:cNvPr>
              <p:cNvSpPr/>
              <p:nvPr/>
            </p:nvSpPr>
            <p:spPr>
              <a:xfrm>
                <a:off x="333683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3" name="ph3094">
                <a:extLst>
                  <a:ext uri="{FF2B5EF4-FFF2-40B4-BE49-F238E27FC236}">
                    <a16:creationId xmlns:a16="http://schemas.microsoft.com/office/drawing/2014/main" id="{920612F4-A1A6-E983-3EF2-21F846E42E44}"/>
                  </a:ext>
                </a:extLst>
              </p:cNvPr>
              <p:cNvSpPr/>
              <p:nvPr/>
            </p:nvSpPr>
            <p:spPr>
              <a:xfrm>
                <a:off x="334627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4" name="ph3095">
                <a:extLst>
                  <a:ext uri="{FF2B5EF4-FFF2-40B4-BE49-F238E27FC236}">
                    <a16:creationId xmlns:a16="http://schemas.microsoft.com/office/drawing/2014/main" id="{2F99F0BA-C348-63E5-900F-CD49F168997E}"/>
                  </a:ext>
                </a:extLst>
              </p:cNvPr>
              <p:cNvSpPr/>
              <p:nvPr/>
            </p:nvSpPr>
            <p:spPr>
              <a:xfrm>
                <a:off x="335571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5" name="ph3096">
                <a:extLst>
                  <a:ext uri="{FF2B5EF4-FFF2-40B4-BE49-F238E27FC236}">
                    <a16:creationId xmlns:a16="http://schemas.microsoft.com/office/drawing/2014/main" id="{9D27E378-CE2C-BD5A-44A0-97524C1B0B78}"/>
                  </a:ext>
                </a:extLst>
              </p:cNvPr>
              <p:cNvSpPr/>
              <p:nvPr/>
            </p:nvSpPr>
            <p:spPr>
              <a:xfrm>
                <a:off x="336515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6" name="ph3097">
                <a:extLst>
                  <a:ext uri="{FF2B5EF4-FFF2-40B4-BE49-F238E27FC236}">
                    <a16:creationId xmlns:a16="http://schemas.microsoft.com/office/drawing/2014/main" id="{C132C626-6E3A-519E-7DAB-C2A9C3364DC4}"/>
                  </a:ext>
                </a:extLst>
              </p:cNvPr>
              <p:cNvSpPr/>
              <p:nvPr/>
            </p:nvSpPr>
            <p:spPr>
              <a:xfrm>
                <a:off x="337459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7" name="ph3098">
                <a:extLst>
                  <a:ext uri="{FF2B5EF4-FFF2-40B4-BE49-F238E27FC236}">
                    <a16:creationId xmlns:a16="http://schemas.microsoft.com/office/drawing/2014/main" id="{6D4EA189-C897-4F77-548D-8797E3A4B925}"/>
                  </a:ext>
                </a:extLst>
              </p:cNvPr>
              <p:cNvSpPr/>
              <p:nvPr/>
            </p:nvSpPr>
            <p:spPr>
              <a:xfrm>
                <a:off x="338403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8" name="ph3099">
                <a:extLst>
                  <a:ext uri="{FF2B5EF4-FFF2-40B4-BE49-F238E27FC236}">
                    <a16:creationId xmlns:a16="http://schemas.microsoft.com/office/drawing/2014/main" id="{82594AC3-12CB-596C-0383-E13434F4ED58}"/>
                  </a:ext>
                </a:extLst>
              </p:cNvPr>
              <p:cNvSpPr/>
              <p:nvPr/>
            </p:nvSpPr>
            <p:spPr>
              <a:xfrm>
                <a:off x="3393473" y="2150222"/>
                <a:ext cx="9210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3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032" y="896830"/>
                    </a:lnTo>
                    <a:lnTo>
                      <a:pt x="919658" y="903146"/>
                    </a:lnTo>
                    <a:lnTo>
                      <a:pt x="917136" y="913189"/>
                    </a:lnTo>
                    <a:lnTo>
                      <a:pt x="916811" y="914400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9" name="ph3100">
                <a:extLst>
                  <a:ext uri="{FF2B5EF4-FFF2-40B4-BE49-F238E27FC236}">
                    <a16:creationId xmlns:a16="http://schemas.microsoft.com/office/drawing/2014/main" id="{E1A1E133-DF4F-4FBE-1EE0-912BAB4D1DBC}"/>
                  </a:ext>
                </a:extLst>
              </p:cNvPr>
              <p:cNvSpPr/>
              <p:nvPr/>
            </p:nvSpPr>
            <p:spPr>
              <a:xfrm>
                <a:off x="2383368" y="211508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2157" y="931969"/>
                    </a:lnTo>
                    <a:lnTo>
                      <a:pt x="909304" y="925343"/>
                    </a:lnTo>
                    <a:lnTo>
                      <a:pt x="905564" y="915562"/>
                    </a:lnTo>
                    <a:lnTo>
                      <a:pt x="905171" y="914400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0" name="ph3101">
                <a:extLst>
                  <a:ext uri="{FF2B5EF4-FFF2-40B4-BE49-F238E27FC236}">
                    <a16:creationId xmlns:a16="http://schemas.microsoft.com/office/drawing/2014/main" id="{3A9C96B5-3770-1F8E-857C-5BBAFC3A04FF}"/>
                  </a:ext>
                </a:extLst>
              </p:cNvPr>
              <p:cNvSpPr/>
              <p:nvPr/>
            </p:nvSpPr>
            <p:spPr>
              <a:xfrm>
                <a:off x="238336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1" name="ph3102">
                <a:extLst>
                  <a:ext uri="{FF2B5EF4-FFF2-40B4-BE49-F238E27FC236}">
                    <a16:creationId xmlns:a16="http://schemas.microsoft.com/office/drawing/2014/main" id="{72E662F3-58CD-6F9C-BD3F-1DE718461130}"/>
                  </a:ext>
                </a:extLst>
              </p:cNvPr>
              <p:cNvSpPr/>
              <p:nvPr/>
            </p:nvSpPr>
            <p:spPr>
              <a:xfrm>
                <a:off x="239280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2" name="ph3103">
                <a:extLst>
                  <a:ext uri="{FF2B5EF4-FFF2-40B4-BE49-F238E27FC236}">
                    <a16:creationId xmlns:a16="http://schemas.microsoft.com/office/drawing/2014/main" id="{E73CB315-BDB0-4E7B-E04A-F0A5F7B7A66F}"/>
                  </a:ext>
                </a:extLst>
              </p:cNvPr>
              <p:cNvSpPr/>
              <p:nvPr/>
            </p:nvSpPr>
            <p:spPr>
              <a:xfrm>
                <a:off x="240224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3" name="ph3104">
                <a:extLst>
                  <a:ext uri="{FF2B5EF4-FFF2-40B4-BE49-F238E27FC236}">
                    <a16:creationId xmlns:a16="http://schemas.microsoft.com/office/drawing/2014/main" id="{7E2144D9-D4EA-2B63-03A9-4D3C3AD6650A}"/>
                  </a:ext>
                </a:extLst>
              </p:cNvPr>
              <p:cNvSpPr/>
              <p:nvPr/>
            </p:nvSpPr>
            <p:spPr>
              <a:xfrm>
                <a:off x="241168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4" name="ph3105">
                <a:extLst>
                  <a:ext uri="{FF2B5EF4-FFF2-40B4-BE49-F238E27FC236}">
                    <a16:creationId xmlns:a16="http://schemas.microsoft.com/office/drawing/2014/main" id="{91381B91-8FF8-0B73-B92F-38E3CBE8C45C}"/>
                  </a:ext>
                </a:extLst>
              </p:cNvPr>
              <p:cNvSpPr/>
              <p:nvPr/>
            </p:nvSpPr>
            <p:spPr>
              <a:xfrm>
                <a:off x="242112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5" name="ph3106">
                <a:extLst>
                  <a:ext uri="{FF2B5EF4-FFF2-40B4-BE49-F238E27FC236}">
                    <a16:creationId xmlns:a16="http://schemas.microsoft.com/office/drawing/2014/main" id="{EEF499D2-DE17-B1CE-6BE0-D571051E3594}"/>
                  </a:ext>
                </a:extLst>
              </p:cNvPr>
              <p:cNvSpPr/>
              <p:nvPr/>
            </p:nvSpPr>
            <p:spPr>
              <a:xfrm>
                <a:off x="243056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6" name="ph3107">
                <a:extLst>
                  <a:ext uri="{FF2B5EF4-FFF2-40B4-BE49-F238E27FC236}">
                    <a16:creationId xmlns:a16="http://schemas.microsoft.com/office/drawing/2014/main" id="{91EB7A74-5928-65AB-89DD-71564FEDDC9B}"/>
                  </a:ext>
                </a:extLst>
              </p:cNvPr>
              <p:cNvSpPr/>
              <p:nvPr/>
            </p:nvSpPr>
            <p:spPr>
              <a:xfrm>
                <a:off x="244000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7" name="ph3108">
                <a:extLst>
                  <a:ext uri="{FF2B5EF4-FFF2-40B4-BE49-F238E27FC236}">
                    <a16:creationId xmlns:a16="http://schemas.microsoft.com/office/drawing/2014/main" id="{242B38DD-0024-45E5-F1FA-63357AB17258}"/>
                  </a:ext>
                </a:extLst>
              </p:cNvPr>
              <p:cNvSpPr/>
              <p:nvPr/>
            </p:nvSpPr>
            <p:spPr>
              <a:xfrm>
                <a:off x="244944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8" name="ph3109">
                <a:extLst>
                  <a:ext uri="{FF2B5EF4-FFF2-40B4-BE49-F238E27FC236}">
                    <a16:creationId xmlns:a16="http://schemas.microsoft.com/office/drawing/2014/main" id="{B6F6D67D-72B4-8D4A-73F6-6D5C01277DAE}"/>
                  </a:ext>
                </a:extLst>
              </p:cNvPr>
              <p:cNvSpPr/>
              <p:nvPr/>
            </p:nvSpPr>
            <p:spPr>
              <a:xfrm>
                <a:off x="245889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9" name="ph3110">
                <a:extLst>
                  <a:ext uri="{FF2B5EF4-FFF2-40B4-BE49-F238E27FC236}">
                    <a16:creationId xmlns:a16="http://schemas.microsoft.com/office/drawing/2014/main" id="{E45D7F9F-669B-4A72-DA41-45F9300A6740}"/>
                  </a:ext>
                </a:extLst>
              </p:cNvPr>
              <p:cNvSpPr/>
              <p:nvPr/>
            </p:nvSpPr>
            <p:spPr>
              <a:xfrm>
                <a:off x="246833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0" name="ph3111">
                <a:extLst>
                  <a:ext uri="{FF2B5EF4-FFF2-40B4-BE49-F238E27FC236}">
                    <a16:creationId xmlns:a16="http://schemas.microsoft.com/office/drawing/2014/main" id="{28F79358-DB6F-20ED-3EBB-5B1DCF30E939}"/>
                  </a:ext>
                </a:extLst>
              </p:cNvPr>
              <p:cNvSpPr/>
              <p:nvPr/>
            </p:nvSpPr>
            <p:spPr>
              <a:xfrm>
                <a:off x="247777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1" name="ph3112">
                <a:extLst>
                  <a:ext uri="{FF2B5EF4-FFF2-40B4-BE49-F238E27FC236}">
                    <a16:creationId xmlns:a16="http://schemas.microsoft.com/office/drawing/2014/main" id="{7EAFDA27-6040-A206-83E0-D8D3DCD8CFBD}"/>
                  </a:ext>
                </a:extLst>
              </p:cNvPr>
              <p:cNvSpPr/>
              <p:nvPr/>
            </p:nvSpPr>
            <p:spPr>
              <a:xfrm>
                <a:off x="248721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2" name="ph3113">
                <a:extLst>
                  <a:ext uri="{FF2B5EF4-FFF2-40B4-BE49-F238E27FC236}">
                    <a16:creationId xmlns:a16="http://schemas.microsoft.com/office/drawing/2014/main" id="{4F7E743D-AFD4-0211-61B7-2A40642CE8B9}"/>
                  </a:ext>
                </a:extLst>
              </p:cNvPr>
              <p:cNvSpPr/>
              <p:nvPr/>
            </p:nvSpPr>
            <p:spPr>
              <a:xfrm>
                <a:off x="249665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3" name="ph3114">
                <a:extLst>
                  <a:ext uri="{FF2B5EF4-FFF2-40B4-BE49-F238E27FC236}">
                    <a16:creationId xmlns:a16="http://schemas.microsoft.com/office/drawing/2014/main" id="{1983FD25-97C0-3F60-D153-75CDC63BDF2A}"/>
                  </a:ext>
                </a:extLst>
              </p:cNvPr>
              <p:cNvSpPr/>
              <p:nvPr/>
            </p:nvSpPr>
            <p:spPr>
              <a:xfrm>
                <a:off x="250609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4" name="ph3115">
                <a:extLst>
                  <a:ext uri="{FF2B5EF4-FFF2-40B4-BE49-F238E27FC236}">
                    <a16:creationId xmlns:a16="http://schemas.microsoft.com/office/drawing/2014/main" id="{07F2D426-4347-7EF0-72FF-A9135BB0DAC3}"/>
                  </a:ext>
                </a:extLst>
              </p:cNvPr>
              <p:cNvSpPr/>
              <p:nvPr/>
            </p:nvSpPr>
            <p:spPr>
              <a:xfrm>
                <a:off x="251553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5" name="ph3116">
                <a:extLst>
                  <a:ext uri="{FF2B5EF4-FFF2-40B4-BE49-F238E27FC236}">
                    <a16:creationId xmlns:a16="http://schemas.microsoft.com/office/drawing/2014/main" id="{4911D27F-EC81-D93C-CEA0-A534392F6B0C}"/>
                  </a:ext>
                </a:extLst>
              </p:cNvPr>
              <p:cNvSpPr/>
              <p:nvPr/>
            </p:nvSpPr>
            <p:spPr>
              <a:xfrm>
                <a:off x="252497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6" name="ph3117">
                <a:extLst>
                  <a:ext uri="{FF2B5EF4-FFF2-40B4-BE49-F238E27FC236}">
                    <a16:creationId xmlns:a16="http://schemas.microsoft.com/office/drawing/2014/main" id="{4409A3BC-180D-4F4A-8CF8-67DA6437F9F9}"/>
                  </a:ext>
                </a:extLst>
              </p:cNvPr>
              <p:cNvSpPr/>
              <p:nvPr/>
            </p:nvSpPr>
            <p:spPr>
              <a:xfrm>
                <a:off x="253441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7" name="ph3118">
                <a:extLst>
                  <a:ext uri="{FF2B5EF4-FFF2-40B4-BE49-F238E27FC236}">
                    <a16:creationId xmlns:a16="http://schemas.microsoft.com/office/drawing/2014/main" id="{6263E1C4-0B5D-E0F5-F6DF-FD33FCB42D45}"/>
                  </a:ext>
                </a:extLst>
              </p:cNvPr>
              <p:cNvSpPr/>
              <p:nvPr/>
            </p:nvSpPr>
            <p:spPr>
              <a:xfrm>
                <a:off x="254385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8" name="ph3119">
                <a:extLst>
                  <a:ext uri="{FF2B5EF4-FFF2-40B4-BE49-F238E27FC236}">
                    <a16:creationId xmlns:a16="http://schemas.microsoft.com/office/drawing/2014/main" id="{9999B70C-1A6F-B94E-122D-63D7B9BF6EFB}"/>
                  </a:ext>
                </a:extLst>
              </p:cNvPr>
              <p:cNvSpPr/>
              <p:nvPr/>
            </p:nvSpPr>
            <p:spPr>
              <a:xfrm>
                <a:off x="255329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9" name="ph3120">
                <a:extLst>
                  <a:ext uri="{FF2B5EF4-FFF2-40B4-BE49-F238E27FC236}">
                    <a16:creationId xmlns:a16="http://schemas.microsoft.com/office/drawing/2014/main" id="{12874BFB-4177-48F4-FEE3-C7AA612213DC}"/>
                  </a:ext>
                </a:extLst>
              </p:cNvPr>
              <p:cNvSpPr/>
              <p:nvPr/>
            </p:nvSpPr>
            <p:spPr>
              <a:xfrm>
                <a:off x="256273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0" name="ph3121">
                <a:extLst>
                  <a:ext uri="{FF2B5EF4-FFF2-40B4-BE49-F238E27FC236}">
                    <a16:creationId xmlns:a16="http://schemas.microsoft.com/office/drawing/2014/main" id="{215D5946-8DA5-B521-2C95-9A24FC47ABB2}"/>
                  </a:ext>
                </a:extLst>
              </p:cNvPr>
              <p:cNvSpPr/>
              <p:nvPr/>
            </p:nvSpPr>
            <p:spPr>
              <a:xfrm>
                <a:off x="257217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1" name="ph3122">
                <a:extLst>
                  <a:ext uri="{FF2B5EF4-FFF2-40B4-BE49-F238E27FC236}">
                    <a16:creationId xmlns:a16="http://schemas.microsoft.com/office/drawing/2014/main" id="{A8342FED-FA80-F142-6AE5-426BF305AAEF}"/>
                  </a:ext>
                </a:extLst>
              </p:cNvPr>
              <p:cNvSpPr/>
              <p:nvPr/>
            </p:nvSpPr>
            <p:spPr>
              <a:xfrm>
                <a:off x="258161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2" name="ph3123">
                <a:extLst>
                  <a:ext uri="{FF2B5EF4-FFF2-40B4-BE49-F238E27FC236}">
                    <a16:creationId xmlns:a16="http://schemas.microsoft.com/office/drawing/2014/main" id="{52262A2D-E5B1-4E8F-D3B5-2BAF371BC123}"/>
                  </a:ext>
                </a:extLst>
              </p:cNvPr>
              <p:cNvSpPr/>
              <p:nvPr/>
            </p:nvSpPr>
            <p:spPr>
              <a:xfrm>
                <a:off x="259105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3" name="ph3124">
                <a:extLst>
                  <a:ext uri="{FF2B5EF4-FFF2-40B4-BE49-F238E27FC236}">
                    <a16:creationId xmlns:a16="http://schemas.microsoft.com/office/drawing/2014/main" id="{1E7A9DA0-583B-9377-1626-9BFF450890FF}"/>
                  </a:ext>
                </a:extLst>
              </p:cNvPr>
              <p:cNvSpPr/>
              <p:nvPr/>
            </p:nvSpPr>
            <p:spPr>
              <a:xfrm>
                <a:off x="260049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4" name="ph3125">
                <a:extLst>
                  <a:ext uri="{FF2B5EF4-FFF2-40B4-BE49-F238E27FC236}">
                    <a16:creationId xmlns:a16="http://schemas.microsoft.com/office/drawing/2014/main" id="{F7BC212F-7FD4-C09E-CF57-E0AC35D4CF23}"/>
                  </a:ext>
                </a:extLst>
              </p:cNvPr>
              <p:cNvSpPr/>
              <p:nvPr/>
            </p:nvSpPr>
            <p:spPr>
              <a:xfrm>
                <a:off x="260993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5" name="ph3126">
                <a:extLst>
                  <a:ext uri="{FF2B5EF4-FFF2-40B4-BE49-F238E27FC236}">
                    <a16:creationId xmlns:a16="http://schemas.microsoft.com/office/drawing/2014/main" id="{15E8E1FA-AAAB-35E7-9C15-5FF1EA466570}"/>
                  </a:ext>
                </a:extLst>
              </p:cNvPr>
              <p:cNvSpPr/>
              <p:nvPr/>
            </p:nvSpPr>
            <p:spPr>
              <a:xfrm>
                <a:off x="261937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6" name="ph3127">
                <a:extLst>
                  <a:ext uri="{FF2B5EF4-FFF2-40B4-BE49-F238E27FC236}">
                    <a16:creationId xmlns:a16="http://schemas.microsoft.com/office/drawing/2014/main" id="{9F3EE1CB-72F1-2D81-FB79-0E8EFF6F3286}"/>
                  </a:ext>
                </a:extLst>
              </p:cNvPr>
              <p:cNvSpPr/>
              <p:nvPr/>
            </p:nvSpPr>
            <p:spPr>
              <a:xfrm>
                <a:off x="262881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7" name="ph3128">
                <a:extLst>
                  <a:ext uri="{FF2B5EF4-FFF2-40B4-BE49-F238E27FC236}">
                    <a16:creationId xmlns:a16="http://schemas.microsoft.com/office/drawing/2014/main" id="{0C03B8B2-4D90-8F52-FBA2-E74AFCE2CDCD}"/>
                  </a:ext>
                </a:extLst>
              </p:cNvPr>
              <p:cNvSpPr/>
              <p:nvPr/>
            </p:nvSpPr>
            <p:spPr>
              <a:xfrm>
                <a:off x="263825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8" name="ph3129">
                <a:extLst>
                  <a:ext uri="{FF2B5EF4-FFF2-40B4-BE49-F238E27FC236}">
                    <a16:creationId xmlns:a16="http://schemas.microsoft.com/office/drawing/2014/main" id="{AE6FBB97-22DB-E151-E7D0-812AFF280042}"/>
                  </a:ext>
                </a:extLst>
              </p:cNvPr>
              <p:cNvSpPr/>
              <p:nvPr/>
            </p:nvSpPr>
            <p:spPr>
              <a:xfrm>
                <a:off x="264769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9" name="ph3130">
                <a:extLst>
                  <a:ext uri="{FF2B5EF4-FFF2-40B4-BE49-F238E27FC236}">
                    <a16:creationId xmlns:a16="http://schemas.microsoft.com/office/drawing/2014/main" id="{5960C6C4-9B04-C379-4A96-54B2F1BA39AC}"/>
                  </a:ext>
                </a:extLst>
              </p:cNvPr>
              <p:cNvSpPr/>
              <p:nvPr/>
            </p:nvSpPr>
            <p:spPr>
              <a:xfrm>
                <a:off x="265713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0" name="ph3131">
                <a:extLst>
                  <a:ext uri="{FF2B5EF4-FFF2-40B4-BE49-F238E27FC236}">
                    <a16:creationId xmlns:a16="http://schemas.microsoft.com/office/drawing/2014/main" id="{57C03F72-6D4D-DC1D-F638-E12ABEEE4D63}"/>
                  </a:ext>
                </a:extLst>
              </p:cNvPr>
              <p:cNvSpPr/>
              <p:nvPr/>
            </p:nvSpPr>
            <p:spPr>
              <a:xfrm>
                <a:off x="266657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1" name="ph3132">
                <a:extLst>
                  <a:ext uri="{FF2B5EF4-FFF2-40B4-BE49-F238E27FC236}">
                    <a16:creationId xmlns:a16="http://schemas.microsoft.com/office/drawing/2014/main" id="{6908ACB7-CC5A-7F56-6CBB-3F23BBBDCE49}"/>
                  </a:ext>
                </a:extLst>
              </p:cNvPr>
              <p:cNvSpPr/>
              <p:nvPr/>
            </p:nvSpPr>
            <p:spPr>
              <a:xfrm>
                <a:off x="267601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2" name="ph3133">
                <a:extLst>
                  <a:ext uri="{FF2B5EF4-FFF2-40B4-BE49-F238E27FC236}">
                    <a16:creationId xmlns:a16="http://schemas.microsoft.com/office/drawing/2014/main" id="{EA22C84D-3B5B-631E-4603-331D1B57277C}"/>
                  </a:ext>
                </a:extLst>
              </p:cNvPr>
              <p:cNvSpPr/>
              <p:nvPr/>
            </p:nvSpPr>
            <p:spPr>
              <a:xfrm>
                <a:off x="268545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3" name="ph3134">
                <a:extLst>
                  <a:ext uri="{FF2B5EF4-FFF2-40B4-BE49-F238E27FC236}">
                    <a16:creationId xmlns:a16="http://schemas.microsoft.com/office/drawing/2014/main" id="{FD60A5E7-B19E-659A-E0A9-24FCBD1CD1B8}"/>
                  </a:ext>
                </a:extLst>
              </p:cNvPr>
              <p:cNvSpPr/>
              <p:nvPr/>
            </p:nvSpPr>
            <p:spPr>
              <a:xfrm>
                <a:off x="269489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4" name="ph3135">
                <a:extLst>
                  <a:ext uri="{FF2B5EF4-FFF2-40B4-BE49-F238E27FC236}">
                    <a16:creationId xmlns:a16="http://schemas.microsoft.com/office/drawing/2014/main" id="{4EBAA6B2-F430-FFC9-676D-5AC8B6BA673E}"/>
                  </a:ext>
                </a:extLst>
              </p:cNvPr>
              <p:cNvSpPr/>
              <p:nvPr/>
            </p:nvSpPr>
            <p:spPr>
              <a:xfrm>
                <a:off x="2704336" y="2132652"/>
                <a:ext cx="92162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2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185" y="896830"/>
                    </a:lnTo>
                    <a:lnTo>
                      <a:pt x="919202" y="904216"/>
                    </a:lnTo>
                    <a:lnTo>
                      <a:pt x="921629" y="914400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5" name="ph3136">
                <a:extLst>
                  <a:ext uri="{FF2B5EF4-FFF2-40B4-BE49-F238E27FC236}">
                    <a16:creationId xmlns:a16="http://schemas.microsoft.com/office/drawing/2014/main" id="{BBE3DDCC-FDA5-92E3-04FD-D3585398D103}"/>
                  </a:ext>
                </a:extLst>
              </p:cNvPr>
              <p:cNvSpPr/>
              <p:nvPr/>
            </p:nvSpPr>
            <p:spPr>
              <a:xfrm>
                <a:off x="3138587" y="211508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926" y="931969"/>
                    </a:lnTo>
                    <a:lnTo>
                      <a:pt x="908251" y="928390"/>
                    </a:lnTo>
                    <a:lnTo>
                      <a:pt x="908445" y="927900"/>
                    </a:lnTo>
                    <a:lnTo>
                      <a:pt x="908641" y="927404"/>
                    </a:lnTo>
                    <a:lnTo>
                      <a:pt x="908838" y="926908"/>
                    </a:lnTo>
                    <a:lnTo>
                      <a:pt x="909034" y="926412"/>
                    </a:lnTo>
                    <a:lnTo>
                      <a:pt x="909230" y="925916"/>
                    </a:lnTo>
                    <a:lnTo>
                      <a:pt x="909427" y="925420"/>
                    </a:lnTo>
                    <a:lnTo>
                      <a:pt x="909623" y="924924"/>
                    </a:lnTo>
                    <a:lnTo>
                      <a:pt x="909819" y="924428"/>
                    </a:lnTo>
                    <a:lnTo>
                      <a:pt x="910016" y="923932"/>
                    </a:lnTo>
                    <a:lnTo>
                      <a:pt x="910212" y="923436"/>
                    </a:lnTo>
                    <a:lnTo>
                      <a:pt x="910408" y="922939"/>
                    </a:lnTo>
                    <a:lnTo>
                      <a:pt x="910605" y="922443"/>
                    </a:lnTo>
                    <a:lnTo>
                      <a:pt x="910801" y="921947"/>
                    </a:lnTo>
                    <a:lnTo>
                      <a:pt x="910998" y="921451"/>
                    </a:lnTo>
                    <a:lnTo>
                      <a:pt x="911194" y="920955"/>
                    </a:lnTo>
                    <a:lnTo>
                      <a:pt x="911391" y="920459"/>
                    </a:lnTo>
                    <a:lnTo>
                      <a:pt x="911587" y="919963"/>
                    </a:lnTo>
                    <a:lnTo>
                      <a:pt x="911784" y="919467"/>
                    </a:lnTo>
                    <a:lnTo>
                      <a:pt x="911980" y="918971"/>
                    </a:lnTo>
                    <a:lnTo>
                      <a:pt x="912177" y="918475"/>
                    </a:lnTo>
                    <a:lnTo>
                      <a:pt x="912374" y="917979"/>
                    </a:lnTo>
                    <a:lnTo>
                      <a:pt x="912570" y="917483"/>
                    </a:lnTo>
                    <a:lnTo>
                      <a:pt x="912767" y="916987"/>
                    </a:lnTo>
                    <a:lnTo>
                      <a:pt x="912963" y="916491"/>
                    </a:lnTo>
                    <a:lnTo>
                      <a:pt x="913160" y="915995"/>
                    </a:lnTo>
                    <a:lnTo>
                      <a:pt x="913357" y="915499"/>
                    </a:lnTo>
                    <a:lnTo>
                      <a:pt x="913553" y="915003"/>
                    </a:lnTo>
                    <a:lnTo>
                      <a:pt x="913792" y="914400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6" name="ph3137">
                <a:extLst>
                  <a:ext uri="{FF2B5EF4-FFF2-40B4-BE49-F238E27FC236}">
                    <a16:creationId xmlns:a16="http://schemas.microsoft.com/office/drawing/2014/main" id="{24C6B3D5-3DA3-8651-0098-A179F8CECE1E}"/>
                  </a:ext>
                </a:extLst>
              </p:cNvPr>
              <p:cNvSpPr/>
              <p:nvPr/>
            </p:nvSpPr>
            <p:spPr>
              <a:xfrm>
                <a:off x="313858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7" name="ph3138">
                <a:extLst>
                  <a:ext uri="{FF2B5EF4-FFF2-40B4-BE49-F238E27FC236}">
                    <a16:creationId xmlns:a16="http://schemas.microsoft.com/office/drawing/2014/main" id="{41C56633-D3E3-7367-3D7B-512CE3B35582}"/>
                  </a:ext>
                </a:extLst>
              </p:cNvPr>
              <p:cNvSpPr/>
              <p:nvPr/>
            </p:nvSpPr>
            <p:spPr>
              <a:xfrm>
                <a:off x="314802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8" name="ph3139">
                <a:extLst>
                  <a:ext uri="{FF2B5EF4-FFF2-40B4-BE49-F238E27FC236}">
                    <a16:creationId xmlns:a16="http://schemas.microsoft.com/office/drawing/2014/main" id="{0C8586E0-8D17-CAD7-6FCF-B01E2F2D6F39}"/>
                  </a:ext>
                </a:extLst>
              </p:cNvPr>
              <p:cNvSpPr/>
              <p:nvPr/>
            </p:nvSpPr>
            <p:spPr>
              <a:xfrm>
                <a:off x="315746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9" name="ph3140">
                <a:extLst>
                  <a:ext uri="{FF2B5EF4-FFF2-40B4-BE49-F238E27FC236}">
                    <a16:creationId xmlns:a16="http://schemas.microsoft.com/office/drawing/2014/main" id="{5624392C-4B99-CFBC-3F6F-1B852F35FAC3}"/>
                  </a:ext>
                </a:extLst>
              </p:cNvPr>
              <p:cNvSpPr/>
              <p:nvPr/>
            </p:nvSpPr>
            <p:spPr>
              <a:xfrm>
                <a:off x="316690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0" name="ph3141">
                <a:extLst>
                  <a:ext uri="{FF2B5EF4-FFF2-40B4-BE49-F238E27FC236}">
                    <a16:creationId xmlns:a16="http://schemas.microsoft.com/office/drawing/2014/main" id="{FD96D518-B09E-75D1-F74D-28471E0776EE}"/>
                  </a:ext>
                </a:extLst>
              </p:cNvPr>
              <p:cNvSpPr/>
              <p:nvPr/>
            </p:nvSpPr>
            <p:spPr>
              <a:xfrm>
                <a:off x="317634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1" name="ph3142">
                <a:extLst>
                  <a:ext uri="{FF2B5EF4-FFF2-40B4-BE49-F238E27FC236}">
                    <a16:creationId xmlns:a16="http://schemas.microsoft.com/office/drawing/2014/main" id="{6F16A98B-CF88-AC79-2AB3-A93D0A753246}"/>
                  </a:ext>
                </a:extLst>
              </p:cNvPr>
              <p:cNvSpPr/>
              <p:nvPr/>
            </p:nvSpPr>
            <p:spPr>
              <a:xfrm>
                <a:off x="318578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2" name="ph3143">
                <a:extLst>
                  <a:ext uri="{FF2B5EF4-FFF2-40B4-BE49-F238E27FC236}">
                    <a16:creationId xmlns:a16="http://schemas.microsoft.com/office/drawing/2014/main" id="{F15A4EC3-8F1B-1DFF-68A5-9E9D71D798A4}"/>
                  </a:ext>
                </a:extLst>
              </p:cNvPr>
              <p:cNvSpPr/>
              <p:nvPr/>
            </p:nvSpPr>
            <p:spPr>
              <a:xfrm>
                <a:off x="319522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3" name="ph3144">
                <a:extLst>
                  <a:ext uri="{FF2B5EF4-FFF2-40B4-BE49-F238E27FC236}">
                    <a16:creationId xmlns:a16="http://schemas.microsoft.com/office/drawing/2014/main" id="{399805E1-B9E7-7295-1B69-849A0B882160}"/>
                  </a:ext>
                </a:extLst>
              </p:cNvPr>
              <p:cNvSpPr/>
              <p:nvPr/>
            </p:nvSpPr>
            <p:spPr>
              <a:xfrm>
                <a:off x="3204668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4" name="ph3145">
                <a:extLst>
                  <a:ext uri="{FF2B5EF4-FFF2-40B4-BE49-F238E27FC236}">
                    <a16:creationId xmlns:a16="http://schemas.microsoft.com/office/drawing/2014/main" id="{0D642EC5-AD1E-CD0C-9651-FC0120132E8C}"/>
                  </a:ext>
                </a:extLst>
              </p:cNvPr>
              <p:cNvSpPr/>
              <p:nvPr/>
            </p:nvSpPr>
            <p:spPr>
              <a:xfrm>
                <a:off x="321410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5" name="ph3146">
                <a:extLst>
                  <a:ext uri="{FF2B5EF4-FFF2-40B4-BE49-F238E27FC236}">
                    <a16:creationId xmlns:a16="http://schemas.microsoft.com/office/drawing/2014/main" id="{FAE99A28-3AD9-72E8-4775-A1237C8B2E56}"/>
                  </a:ext>
                </a:extLst>
              </p:cNvPr>
              <p:cNvSpPr/>
              <p:nvPr/>
            </p:nvSpPr>
            <p:spPr>
              <a:xfrm>
                <a:off x="322354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6" name="ph3147">
                <a:extLst>
                  <a:ext uri="{FF2B5EF4-FFF2-40B4-BE49-F238E27FC236}">
                    <a16:creationId xmlns:a16="http://schemas.microsoft.com/office/drawing/2014/main" id="{39B2201F-88DF-7209-48C4-E0E2BE7083B7}"/>
                  </a:ext>
                </a:extLst>
              </p:cNvPr>
              <p:cNvSpPr/>
              <p:nvPr/>
            </p:nvSpPr>
            <p:spPr>
              <a:xfrm>
                <a:off x="323298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7" name="ph3148">
                <a:extLst>
                  <a:ext uri="{FF2B5EF4-FFF2-40B4-BE49-F238E27FC236}">
                    <a16:creationId xmlns:a16="http://schemas.microsoft.com/office/drawing/2014/main" id="{096B727A-572B-6827-83F8-1E50B88B182F}"/>
                  </a:ext>
                </a:extLst>
              </p:cNvPr>
              <p:cNvSpPr/>
              <p:nvPr/>
            </p:nvSpPr>
            <p:spPr>
              <a:xfrm>
                <a:off x="324242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8" name="ph3149">
                <a:extLst>
                  <a:ext uri="{FF2B5EF4-FFF2-40B4-BE49-F238E27FC236}">
                    <a16:creationId xmlns:a16="http://schemas.microsoft.com/office/drawing/2014/main" id="{72FCB0D3-D4C5-4D06-6608-281934C7B958}"/>
                  </a:ext>
                </a:extLst>
              </p:cNvPr>
              <p:cNvSpPr/>
              <p:nvPr/>
            </p:nvSpPr>
            <p:spPr>
              <a:xfrm>
                <a:off x="325187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9" name="ph3150">
                <a:extLst>
                  <a:ext uri="{FF2B5EF4-FFF2-40B4-BE49-F238E27FC236}">
                    <a16:creationId xmlns:a16="http://schemas.microsoft.com/office/drawing/2014/main" id="{88FFEC26-178B-D62A-E292-D5E50D22A7D3}"/>
                  </a:ext>
                </a:extLst>
              </p:cNvPr>
              <p:cNvSpPr/>
              <p:nvPr/>
            </p:nvSpPr>
            <p:spPr>
              <a:xfrm>
                <a:off x="326131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8755">
                  <a:alpha val="100000"/>
                </a:srgbClr>
              </a:solidFill>
              <a:ln w="5420" cap="flat">
                <a:solidFill>
                  <a:srgbClr val="FA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0" name="ph3151">
                <a:extLst>
                  <a:ext uri="{FF2B5EF4-FFF2-40B4-BE49-F238E27FC236}">
                    <a16:creationId xmlns:a16="http://schemas.microsoft.com/office/drawing/2014/main" id="{DD86D3B9-C1BA-3FDD-4D09-AFACFCD24506}"/>
                  </a:ext>
                </a:extLst>
              </p:cNvPr>
              <p:cNvSpPr/>
              <p:nvPr/>
            </p:nvSpPr>
            <p:spPr>
              <a:xfrm>
                <a:off x="327075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755">
                  <a:alpha val="100000"/>
                </a:srgbClr>
              </a:solidFill>
              <a:ln w="5420" cap="flat">
                <a:solidFill>
                  <a:srgbClr val="F98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1" name="ph3152">
                <a:extLst>
                  <a:ext uri="{FF2B5EF4-FFF2-40B4-BE49-F238E27FC236}">
                    <a16:creationId xmlns:a16="http://schemas.microsoft.com/office/drawing/2014/main" id="{3FDCE0A6-6D6B-EADB-77B3-1965D2B5035E}"/>
                  </a:ext>
                </a:extLst>
              </p:cNvPr>
              <p:cNvSpPr/>
              <p:nvPr/>
            </p:nvSpPr>
            <p:spPr>
              <a:xfrm>
                <a:off x="328019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5">
                  <a:alpha val="100000"/>
                </a:srgbClr>
              </a:solidFill>
              <a:ln w="5420" cap="flat">
                <a:solidFill>
                  <a:srgbClr val="F986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2" name="ph3153">
                <a:extLst>
                  <a:ext uri="{FF2B5EF4-FFF2-40B4-BE49-F238E27FC236}">
                    <a16:creationId xmlns:a16="http://schemas.microsoft.com/office/drawing/2014/main" id="{FD01D418-85D3-D2B9-EFFA-F4B9C1E7AEC7}"/>
                  </a:ext>
                </a:extLst>
              </p:cNvPr>
              <p:cNvSpPr/>
              <p:nvPr/>
            </p:nvSpPr>
            <p:spPr>
              <a:xfrm>
                <a:off x="328963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654">
                  <a:alpha val="100000"/>
                </a:srgbClr>
              </a:solidFill>
              <a:ln w="5420" cap="flat">
                <a:solidFill>
                  <a:srgbClr val="F98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3" name="ph3154">
                <a:extLst>
                  <a:ext uri="{FF2B5EF4-FFF2-40B4-BE49-F238E27FC236}">
                    <a16:creationId xmlns:a16="http://schemas.microsoft.com/office/drawing/2014/main" id="{EF25EA0C-E3E1-2968-025F-533E8FD493DF}"/>
                  </a:ext>
                </a:extLst>
              </p:cNvPr>
              <p:cNvSpPr/>
              <p:nvPr/>
            </p:nvSpPr>
            <p:spPr>
              <a:xfrm>
                <a:off x="329907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8554">
                  <a:alpha val="100000"/>
                </a:srgbClr>
              </a:solidFill>
              <a:ln w="5420" cap="flat">
                <a:solidFill>
                  <a:srgbClr val="F98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4" name="ph3155">
                <a:extLst>
                  <a:ext uri="{FF2B5EF4-FFF2-40B4-BE49-F238E27FC236}">
                    <a16:creationId xmlns:a16="http://schemas.microsoft.com/office/drawing/2014/main" id="{42B6A75B-A276-C84E-F96F-4ADFA02FF2C1}"/>
                  </a:ext>
                </a:extLst>
              </p:cNvPr>
              <p:cNvSpPr/>
              <p:nvPr/>
            </p:nvSpPr>
            <p:spPr>
              <a:xfrm>
                <a:off x="330851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5" name="ph3156">
                <a:extLst>
                  <a:ext uri="{FF2B5EF4-FFF2-40B4-BE49-F238E27FC236}">
                    <a16:creationId xmlns:a16="http://schemas.microsoft.com/office/drawing/2014/main" id="{AC7644FE-92F1-4191-D7DB-D36B6E7CFC61}"/>
                  </a:ext>
                </a:extLst>
              </p:cNvPr>
              <p:cNvSpPr/>
              <p:nvPr/>
            </p:nvSpPr>
            <p:spPr>
              <a:xfrm>
                <a:off x="331795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6" name="ph3157">
                <a:extLst>
                  <a:ext uri="{FF2B5EF4-FFF2-40B4-BE49-F238E27FC236}">
                    <a16:creationId xmlns:a16="http://schemas.microsoft.com/office/drawing/2014/main" id="{10EE919F-7DD0-40DD-BA04-69765B6A5218}"/>
                  </a:ext>
                </a:extLst>
              </p:cNvPr>
              <p:cNvSpPr/>
              <p:nvPr/>
            </p:nvSpPr>
            <p:spPr>
              <a:xfrm>
                <a:off x="332739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7" name="ph3158">
                <a:extLst>
                  <a:ext uri="{FF2B5EF4-FFF2-40B4-BE49-F238E27FC236}">
                    <a16:creationId xmlns:a16="http://schemas.microsoft.com/office/drawing/2014/main" id="{F4C2867F-0EE8-EFE0-6989-6457E7D28470}"/>
                  </a:ext>
                </a:extLst>
              </p:cNvPr>
              <p:cNvSpPr/>
              <p:nvPr/>
            </p:nvSpPr>
            <p:spPr>
              <a:xfrm>
                <a:off x="333683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8" name="ph3159">
                <a:extLst>
                  <a:ext uri="{FF2B5EF4-FFF2-40B4-BE49-F238E27FC236}">
                    <a16:creationId xmlns:a16="http://schemas.microsoft.com/office/drawing/2014/main" id="{E4FB15D2-2B1F-9999-26E4-21589B7AC0B3}"/>
                  </a:ext>
                </a:extLst>
              </p:cNvPr>
              <p:cNvSpPr/>
              <p:nvPr/>
            </p:nvSpPr>
            <p:spPr>
              <a:xfrm>
                <a:off x="334627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9" name="ph3160">
                <a:extLst>
                  <a:ext uri="{FF2B5EF4-FFF2-40B4-BE49-F238E27FC236}">
                    <a16:creationId xmlns:a16="http://schemas.microsoft.com/office/drawing/2014/main" id="{3967B0C9-B620-AAC4-2751-8FDB081DA554}"/>
                  </a:ext>
                </a:extLst>
              </p:cNvPr>
              <p:cNvSpPr/>
              <p:nvPr/>
            </p:nvSpPr>
            <p:spPr>
              <a:xfrm>
                <a:off x="335571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0" name="ph3161">
                <a:extLst>
                  <a:ext uri="{FF2B5EF4-FFF2-40B4-BE49-F238E27FC236}">
                    <a16:creationId xmlns:a16="http://schemas.microsoft.com/office/drawing/2014/main" id="{0315DEFE-2B17-1126-D7EA-DE0AB33F5A1B}"/>
                  </a:ext>
                </a:extLst>
              </p:cNvPr>
              <p:cNvSpPr/>
              <p:nvPr/>
            </p:nvSpPr>
            <p:spPr>
              <a:xfrm>
                <a:off x="336515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1" name="ph3162">
                <a:extLst>
                  <a:ext uri="{FF2B5EF4-FFF2-40B4-BE49-F238E27FC236}">
                    <a16:creationId xmlns:a16="http://schemas.microsoft.com/office/drawing/2014/main" id="{BC78A5BB-73F5-DB50-B6BD-0FA1141F032E}"/>
                  </a:ext>
                </a:extLst>
              </p:cNvPr>
              <p:cNvSpPr/>
              <p:nvPr/>
            </p:nvSpPr>
            <p:spPr>
              <a:xfrm>
                <a:off x="337459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2" name="ph3163">
                <a:extLst>
                  <a:ext uri="{FF2B5EF4-FFF2-40B4-BE49-F238E27FC236}">
                    <a16:creationId xmlns:a16="http://schemas.microsoft.com/office/drawing/2014/main" id="{C5FC177D-2E09-7C48-2135-3914FF50FA1D}"/>
                  </a:ext>
                </a:extLst>
              </p:cNvPr>
              <p:cNvSpPr/>
              <p:nvPr/>
            </p:nvSpPr>
            <p:spPr>
              <a:xfrm>
                <a:off x="338403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3" name="ph3164">
                <a:extLst>
                  <a:ext uri="{FF2B5EF4-FFF2-40B4-BE49-F238E27FC236}">
                    <a16:creationId xmlns:a16="http://schemas.microsoft.com/office/drawing/2014/main" id="{A3DB5F62-1BB0-4EF3-955B-838082683E9B}"/>
                  </a:ext>
                </a:extLst>
              </p:cNvPr>
              <p:cNvSpPr/>
              <p:nvPr/>
            </p:nvSpPr>
            <p:spPr>
              <a:xfrm>
                <a:off x="3393473" y="213265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6" y="899957"/>
                    </a:lnTo>
                    <a:lnTo>
                      <a:pt x="921894" y="910439"/>
                    </a:lnTo>
                    <a:lnTo>
                      <a:pt x="921032" y="914400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4" name="ph3165">
                <a:extLst>
                  <a:ext uri="{FF2B5EF4-FFF2-40B4-BE49-F238E27FC236}">
                    <a16:creationId xmlns:a16="http://schemas.microsoft.com/office/drawing/2014/main" id="{F079EE64-DAB7-FBC9-2BA9-3C2D12FB549A}"/>
                  </a:ext>
                </a:extLst>
              </p:cNvPr>
              <p:cNvSpPr/>
              <p:nvPr/>
            </p:nvSpPr>
            <p:spPr>
              <a:xfrm>
                <a:off x="3402913" y="2115082"/>
                <a:ext cx="914879" cy="917505"/>
              </a:xfrm>
              <a:custGeom>
                <a:avLst/>
                <a:gdLst/>
                <a:ahLst/>
                <a:cxnLst/>
                <a:rect l="0" t="0" r="0" b="0"/>
                <a:pathLst>
                  <a:path w="914879" h="917505">
                    <a:moveTo>
                      <a:pt x="914400" y="914400"/>
                    </a:moveTo>
                    <a:lnTo>
                      <a:pt x="914879" y="914400"/>
                    </a:lnTo>
                    <a:lnTo>
                      <a:pt x="914400" y="917505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5" name="ph3166">
                <a:extLst>
                  <a:ext uri="{FF2B5EF4-FFF2-40B4-BE49-F238E27FC236}">
                    <a16:creationId xmlns:a16="http://schemas.microsoft.com/office/drawing/2014/main" id="{896D52E6-E8AE-8D59-CEBA-AA30A721E223}"/>
                  </a:ext>
                </a:extLst>
              </p:cNvPr>
              <p:cNvSpPr/>
              <p:nvPr/>
            </p:nvSpPr>
            <p:spPr>
              <a:xfrm>
                <a:off x="2373927" y="2097513"/>
                <a:ext cx="914400" cy="9313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3">
                    <a:moveTo>
                      <a:pt x="914400" y="914400"/>
                    </a:moveTo>
                    <a:lnTo>
                      <a:pt x="914400" y="931343"/>
                    </a:lnTo>
                    <a:lnTo>
                      <a:pt x="911569" y="922970"/>
                    </a:lnTo>
                    <a:lnTo>
                      <a:pt x="911438" y="922527"/>
                    </a:lnTo>
                    <a:lnTo>
                      <a:pt x="907999" y="918269"/>
                    </a:lnTo>
                    <a:lnTo>
                      <a:pt x="905203" y="914400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6" name="ph3167">
                <a:extLst>
                  <a:ext uri="{FF2B5EF4-FFF2-40B4-BE49-F238E27FC236}">
                    <a16:creationId xmlns:a16="http://schemas.microsoft.com/office/drawing/2014/main" id="{ACBB5862-AFF7-681C-381C-A79F07257AE0}"/>
                  </a:ext>
                </a:extLst>
              </p:cNvPr>
              <p:cNvSpPr/>
              <p:nvPr/>
            </p:nvSpPr>
            <p:spPr>
              <a:xfrm>
                <a:off x="237392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11" y="931969"/>
                    </a:lnTo>
                    <a:lnTo>
                      <a:pt x="914400" y="931343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7" name="ph3168">
                <a:extLst>
                  <a:ext uri="{FF2B5EF4-FFF2-40B4-BE49-F238E27FC236}">
                    <a16:creationId xmlns:a16="http://schemas.microsoft.com/office/drawing/2014/main" id="{226C5BB8-2FDF-7E83-675E-773FDD3FD306}"/>
                  </a:ext>
                </a:extLst>
              </p:cNvPr>
              <p:cNvSpPr/>
              <p:nvPr/>
            </p:nvSpPr>
            <p:spPr>
              <a:xfrm>
                <a:off x="238336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8" name="ph3169">
                <a:extLst>
                  <a:ext uri="{FF2B5EF4-FFF2-40B4-BE49-F238E27FC236}">
                    <a16:creationId xmlns:a16="http://schemas.microsoft.com/office/drawing/2014/main" id="{B8A588E1-1F1F-3639-A653-83B93D4C213A}"/>
                  </a:ext>
                </a:extLst>
              </p:cNvPr>
              <p:cNvSpPr/>
              <p:nvPr/>
            </p:nvSpPr>
            <p:spPr>
              <a:xfrm>
                <a:off x="239280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9" name="ph3170">
                <a:extLst>
                  <a:ext uri="{FF2B5EF4-FFF2-40B4-BE49-F238E27FC236}">
                    <a16:creationId xmlns:a16="http://schemas.microsoft.com/office/drawing/2014/main" id="{85A56117-2EBB-DAA5-C777-103D5197BCA9}"/>
                  </a:ext>
                </a:extLst>
              </p:cNvPr>
              <p:cNvSpPr/>
              <p:nvPr/>
            </p:nvSpPr>
            <p:spPr>
              <a:xfrm>
                <a:off x="240224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0" name="ph3171">
                <a:extLst>
                  <a:ext uri="{FF2B5EF4-FFF2-40B4-BE49-F238E27FC236}">
                    <a16:creationId xmlns:a16="http://schemas.microsoft.com/office/drawing/2014/main" id="{B0157B38-5D28-87DD-738E-5DF226CE9A90}"/>
                  </a:ext>
                </a:extLst>
              </p:cNvPr>
              <p:cNvSpPr/>
              <p:nvPr/>
            </p:nvSpPr>
            <p:spPr>
              <a:xfrm>
                <a:off x="241168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1" name="ph3172">
                <a:extLst>
                  <a:ext uri="{FF2B5EF4-FFF2-40B4-BE49-F238E27FC236}">
                    <a16:creationId xmlns:a16="http://schemas.microsoft.com/office/drawing/2014/main" id="{9F0431B1-0F26-DEF4-CFBF-3B0CFE9DEB7D}"/>
                  </a:ext>
                </a:extLst>
              </p:cNvPr>
              <p:cNvSpPr/>
              <p:nvPr/>
            </p:nvSpPr>
            <p:spPr>
              <a:xfrm>
                <a:off x="242112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2" name="ph3173">
                <a:extLst>
                  <a:ext uri="{FF2B5EF4-FFF2-40B4-BE49-F238E27FC236}">
                    <a16:creationId xmlns:a16="http://schemas.microsoft.com/office/drawing/2014/main" id="{6EF03350-2AB0-8B49-479B-4640DB058A8C}"/>
                  </a:ext>
                </a:extLst>
              </p:cNvPr>
              <p:cNvSpPr/>
              <p:nvPr/>
            </p:nvSpPr>
            <p:spPr>
              <a:xfrm>
                <a:off x="243056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3" name="ph3174">
                <a:extLst>
                  <a:ext uri="{FF2B5EF4-FFF2-40B4-BE49-F238E27FC236}">
                    <a16:creationId xmlns:a16="http://schemas.microsoft.com/office/drawing/2014/main" id="{5CF902C7-C2A4-AA0B-0927-4E5BD324D557}"/>
                  </a:ext>
                </a:extLst>
              </p:cNvPr>
              <p:cNvSpPr/>
              <p:nvPr/>
            </p:nvSpPr>
            <p:spPr>
              <a:xfrm>
                <a:off x="244000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4" name="ph3175">
                <a:extLst>
                  <a:ext uri="{FF2B5EF4-FFF2-40B4-BE49-F238E27FC236}">
                    <a16:creationId xmlns:a16="http://schemas.microsoft.com/office/drawing/2014/main" id="{C190ADCF-CA78-D5C7-71C6-A4FBA87F1BDD}"/>
                  </a:ext>
                </a:extLst>
              </p:cNvPr>
              <p:cNvSpPr/>
              <p:nvPr/>
            </p:nvSpPr>
            <p:spPr>
              <a:xfrm>
                <a:off x="244944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5" name="ph3176">
                <a:extLst>
                  <a:ext uri="{FF2B5EF4-FFF2-40B4-BE49-F238E27FC236}">
                    <a16:creationId xmlns:a16="http://schemas.microsoft.com/office/drawing/2014/main" id="{D0FA1BEB-E0C8-962A-F2E4-E6D167E2593D}"/>
                  </a:ext>
                </a:extLst>
              </p:cNvPr>
              <p:cNvSpPr/>
              <p:nvPr/>
            </p:nvSpPr>
            <p:spPr>
              <a:xfrm>
                <a:off x="245889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6" name="ph3177">
                <a:extLst>
                  <a:ext uri="{FF2B5EF4-FFF2-40B4-BE49-F238E27FC236}">
                    <a16:creationId xmlns:a16="http://schemas.microsoft.com/office/drawing/2014/main" id="{DB1641FE-27BE-306E-97DA-9437D00E5DB0}"/>
                  </a:ext>
                </a:extLst>
              </p:cNvPr>
              <p:cNvSpPr/>
              <p:nvPr/>
            </p:nvSpPr>
            <p:spPr>
              <a:xfrm>
                <a:off x="246833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7" name="ph3178">
                <a:extLst>
                  <a:ext uri="{FF2B5EF4-FFF2-40B4-BE49-F238E27FC236}">
                    <a16:creationId xmlns:a16="http://schemas.microsoft.com/office/drawing/2014/main" id="{B15A956B-200E-47C6-BA0D-CE6BA109B41A}"/>
                  </a:ext>
                </a:extLst>
              </p:cNvPr>
              <p:cNvSpPr/>
              <p:nvPr/>
            </p:nvSpPr>
            <p:spPr>
              <a:xfrm>
                <a:off x="247777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8" name="ph3179">
                <a:extLst>
                  <a:ext uri="{FF2B5EF4-FFF2-40B4-BE49-F238E27FC236}">
                    <a16:creationId xmlns:a16="http://schemas.microsoft.com/office/drawing/2014/main" id="{D7E5442A-3C38-DF2D-6CCA-D0C73AD5045D}"/>
                  </a:ext>
                </a:extLst>
              </p:cNvPr>
              <p:cNvSpPr/>
              <p:nvPr/>
            </p:nvSpPr>
            <p:spPr>
              <a:xfrm>
                <a:off x="248721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9" name="ph3180">
                <a:extLst>
                  <a:ext uri="{FF2B5EF4-FFF2-40B4-BE49-F238E27FC236}">
                    <a16:creationId xmlns:a16="http://schemas.microsoft.com/office/drawing/2014/main" id="{DB41AEB5-7C51-FB27-4191-10621AE466DC}"/>
                  </a:ext>
                </a:extLst>
              </p:cNvPr>
              <p:cNvSpPr/>
              <p:nvPr/>
            </p:nvSpPr>
            <p:spPr>
              <a:xfrm>
                <a:off x="249665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0" name="ph3181">
                <a:extLst>
                  <a:ext uri="{FF2B5EF4-FFF2-40B4-BE49-F238E27FC236}">
                    <a16:creationId xmlns:a16="http://schemas.microsoft.com/office/drawing/2014/main" id="{416FE7EE-A978-D1E9-F5F9-ABDE918EB2F4}"/>
                  </a:ext>
                </a:extLst>
              </p:cNvPr>
              <p:cNvSpPr/>
              <p:nvPr/>
            </p:nvSpPr>
            <p:spPr>
              <a:xfrm>
                <a:off x="250609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1" name="ph3182">
                <a:extLst>
                  <a:ext uri="{FF2B5EF4-FFF2-40B4-BE49-F238E27FC236}">
                    <a16:creationId xmlns:a16="http://schemas.microsoft.com/office/drawing/2014/main" id="{9F1E3FAC-D1E4-F0D4-DAA7-D386BDCBB75F}"/>
                  </a:ext>
                </a:extLst>
              </p:cNvPr>
              <p:cNvSpPr/>
              <p:nvPr/>
            </p:nvSpPr>
            <p:spPr>
              <a:xfrm>
                <a:off x="251553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2" name="ph3183">
                <a:extLst>
                  <a:ext uri="{FF2B5EF4-FFF2-40B4-BE49-F238E27FC236}">
                    <a16:creationId xmlns:a16="http://schemas.microsoft.com/office/drawing/2014/main" id="{FA9A7740-FA09-E6C4-D479-01A0EB40B373}"/>
                  </a:ext>
                </a:extLst>
              </p:cNvPr>
              <p:cNvSpPr/>
              <p:nvPr/>
            </p:nvSpPr>
            <p:spPr>
              <a:xfrm>
                <a:off x="252497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3" name="ph3184">
                <a:extLst>
                  <a:ext uri="{FF2B5EF4-FFF2-40B4-BE49-F238E27FC236}">
                    <a16:creationId xmlns:a16="http://schemas.microsoft.com/office/drawing/2014/main" id="{FFFE9498-A9FB-B7C1-638C-752E7FDCF011}"/>
                  </a:ext>
                </a:extLst>
              </p:cNvPr>
              <p:cNvSpPr/>
              <p:nvPr/>
            </p:nvSpPr>
            <p:spPr>
              <a:xfrm>
                <a:off x="253441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4" name="ph3185">
                <a:extLst>
                  <a:ext uri="{FF2B5EF4-FFF2-40B4-BE49-F238E27FC236}">
                    <a16:creationId xmlns:a16="http://schemas.microsoft.com/office/drawing/2014/main" id="{6E70631E-6BFE-1501-DA4B-12E67729571B}"/>
                  </a:ext>
                </a:extLst>
              </p:cNvPr>
              <p:cNvSpPr/>
              <p:nvPr/>
            </p:nvSpPr>
            <p:spPr>
              <a:xfrm>
                <a:off x="254385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5" name="ph3186">
                <a:extLst>
                  <a:ext uri="{FF2B5EF4-FFF2-40B4-BE49-F238E27FC236}">
                    <a16:creationId xmlns:a16="http://schemas.microsoft.com/office/drawing/2014/main" id="{C5B4EEDC-FB50-6389-5336-2355093AFE43}"/>
                  </a:ext>
                </a:extLst>
              </p:cNvPr>
              <p:cNvSpPr/>
              <p:nvPr/>
            </p:nvSpPr>
            <p:spPr>
              <a:xfrm>
                <a:off x="255329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6" name="ph3187">
                <a:extLst>
                  <a:ext uri="{FF2B5EF4-FFF2-40B4-BE49-F238E27FC236}">
                    <a16:creationId xmlns:a16="http://schemas.microsoft.com/office/drawing/2014/main" id="{2AAE10DE-DF4A-AD33-E7B8-BDC13EE97E7E}"/>
                  </a:ext>
                </a:extLst>
              </p:cNvPr>
              <p:cNvSpPr/>
              <p:nvPr/>
            </p:nvSpPr>
            <p:spPr>
              <a:xfrm>
                <a:off x="256273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7" name="ph3188">
                <a:extLst>
                  <a:ext uri="{FF2B5EF4-FFF2-40B4-BE49-F238E27FC236}">
                    <a16:creationId xmlns:a16="http://schemas.microsoft.com/office/drawing/2014/main" id="{5AE7E30A-4B7F-9398-CC25-D24B26A9C93B}"/>
                  </a:ext>
                </a:extLst>
              </p:cNvPr>
              <p:cNvSpPr/>
              <p:nvPr/>
            </p:nvSpPr>
            <p:spPr>
              <a:xfrm>
                <a:off x="257217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8" name="ph3189">
                <a:extLst>
                  <a:ext uri="{FF2B5EF4-FFF2-40B4-BE49-F238E27FC236}">
                    <a16:creationId xmlns:a16="http://schemas.microsoft.com/office/drawing/2014/main" id="{4714317C-59FC-7850-E428-6E956783D3D9}"/>
                  </a:ext>
                </a:extLst>
              </p:cNvPr>
              <p:cNvSpPr/>
              <p:nvPr/>
            </p:nvSpPr>
            <p:spPr>
              <a:xfrm>
                <a:off x="258161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9" name="ph3190">
                <a:extLst>
                  <a:ext uri="{FF2B5EF4-FFF2-40B4-BE49-F238E27FC236}">
                    <a16:creationId xmlns:a16="http://schemas.microsoft.com/office/drawing/2014/main" id="{434FA093-8F83-C256-E042-E694DB8927E4}"/>
                  </a:ext>
                </a:extLst>
              </p:cNvPr>
              <p:cNvSpPr/>
              <p:nvPr/>
            </p:nvSpPr>
            <p:spPr>
              <a:xfrm>
                <a:off x="259105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0" name="ph3191">
                <a:extLst>
                  <a:ext uri="{FF2B5EF4-FFF2-40B4-BE49-F238E27FC236}">
                    <a16:creationId xmlns:a16="http://schemas.microsoft.com/office/drawing/2014/main" id="{9A5950D3-C224-13A1-F78F-D309A4DCF687}"/>
                  </a:ext>
                </a:extLst>
              </p:cNvPr>
              <p:cNvSpPr/>
              <p:nvPr/>
            </p:nvSpPr>
            <p:spPr>
              <a:xfrm>
                <a:off x="260049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D88">
                  <a:alpha val="100000"/>
                </a:srgbClr>
              </a:solidFill>
              <a:ln w="5420" cap="flat">
                <a:solidFill>
                  <a:srgbClr val="D3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1" name="ph3192">
                <a:extLst>
                  <a:ext uri="{FF2B5EF4-FFF2-40B4-BE49-F238E27FC236}">
                    <a16:creationId xmlns:a16="http://schemas.microsoft.com/office/drawing/2014/main" id="{FB020DBA-8BFF-8C34-BE63-D957E393F6C1}"/>
                  </a:ext>
                </a:extLst>
              </p:cNvPr>
              <p:cNvSpPr/>
              <p:nvPr/>
            </p:nvSpPr>
            <p:spPr>
              <a:xfrm>
                <a:off x="260993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2" name="ph3193">
                <a:extLst>
                  <a:ext uri="{FF2B5EF4-FFF2-40B4-BE49-F238E27FC236}">
                    <a16:creationId xmlns:a16="http://schemas.microsoft.com/office/drawing/2014/main" id="{F842A781-0B07-0862-483D-7ACDD88A0964}"/>
                  </a:ext>
                </a:extLst>
              </p:cNvPr>
              <p:cNvSpPr/>
              <p:nvPr/>
            </p:nvSpPr>
            <p:spPr>
              <a:xfrm>
                <a:off x="261937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3" name="ph3194">
                <a:extLst>
                  <a:ext uri="{FF2B5EF4-FFF2-40B4-BE49-F238E27FC236}">
                    <a16:creationId xmlns:a16="http://schemas.microsoft.com/office/drawing/2014/main" id="{5CE2CDCA-F20F-410B-52EC-04FEAE63E919}"/>
                  </a:ext>
                </a:extLst>
              </p:cNvPr>
              <p:cNvSpPr/>
              <p:nvPr/>
            </p:nvSpPr>
            <p:spPr>
              <a:xfrm>
                <a:off x="262881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4" name="ph3195">
                <a:extLst>
                  <a:ext uri="{FF2B5EF4-FFF2-40B4-BE49-F238E27FC236}">
                    <a16:creationId xmlns:a16="http://schemas.microsoft.com/office/drawing/2014/main" id="{77872A05-386C-EB6B-0EA7-2A13DF415A2A}"/>
                  </a:ext>
                </a:extLst>
              </p:cNvPr>
              <p:cNvSpPr/>
              <p:nvPr/>
            </p:nvSpPr>
            <p:spPr>
              <a:xfrm>
                <a:off x="263825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5" name="ph3196">
                <a:extLst>
                  <a:ext uri="{FF2B5EF4-FFF2-40B4-BE49-F238E27FC236}">
                    <a16:creationId xmlns:a16="http://schemas.microsoft.com/office/drawing/2014/main" id="{A3CCC648-288A-24AF-6C09-A235A8966134}"/>
                  </a:ext>
                </a:extLst>
              </p:cNvPr>
              <p:cNvSpPr/>
              <p:nvPr/>
            </p:nvSpPr>
            <p:spPr>
              <a:xfrm>
                <a:off x="264769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6" name="ph3197">
                <a:extLst>
                  <a:ext uri="{FF2B5EF4-FFF2-40B4-BE49-F238E27FC236}">
                    <a16:creationId xmlns:a16="http://schemas.microsoft.com/office/drawing/2014/main" id="{611C23F4-C084-B7FC-8CD7-F6097CF88CC2}"/>
                  </a:ext>
                </a:extLst>
              </p:cNvPr>
              <p:cNvSpPr/>
              <p:nvPr/>
            </p:nvSpPr>
            <p:spPr>
              <a:xfrm>
                <a:off x="265713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7" name="ph3198">
                <a:extLst>
                  <a:ext uri="{FF2B5EF4-FFF2-40B4-BE49-F238E27FC236}">
                    <a16:creationId xmlns:a16="http://schemas.microsoft.com/office/drawing/2014/main" id="{3DE31615-05EE-5124-6144-9B3C94B284E5}"/>
                  </a:ext>
                </a:extLst>
              </p:cNvPr>
              <p:cNvSpPr/>
              <p:nvPr/>
            </p:nvSpPr>
            <p:spPr>
              <a:xfrm>
                <a:off x="266657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D89">
                  <a:alpha val="100000"/>
                </a:srgbClr>
              </a:solidFill>
              <a:ln w="5420" cap="flat">
                <a:solidFill>
                  <a:srgbClr val="D6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8" name="ph3199">
                <a:extLst>
                  <a:ext uri="{FF2B5EF4-FFF2-40B4-BE49-F238E27FC236}">
                    <a16:creationId xmlns:a16="http://schemas.microsoft.com/office/drawing/2014/main" id="{B9E8EBCA-B671-0C62-0745-DE21AECC4313}"/>
                  </a:ext>
                </a:extLst>
              </p:cNvPr>
              <p:cNvSpPr/>
              <p:nvPr/>
            </p:nvSpPr>
            <p:spPr>
              <a:xfrm>
                <a:off x="267601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9" name="ph3200">
                <a:extLst>
                  <a:ext uri="{FF2B5EF4-FFF2-40B4-BE49-F238E27FC236}">
                    <a16:creationId xmlns:a16="http://schemas.microsoft.com/office/drawing/2014/main" id="{BDCA821E-3EC5-4A5F-454D-A9AAAB31BB9D}"/>
                  </a:ext>
                </a:extLst>
              </p:cNvPr>
              <p:cNvSpPr/>
              <p:nvPr/>
            </p:nvSpPr>
            <p:spPr>
              <a:xfrm>
                <a:off x="268545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0" name="ph3201">
                <a:extLst>
                  <a:ext uri="{FF2B5EF4-FFF2-40B4-BE49-F238E27FC236}">
                    <a16:creationId xmlns:a16="http://schemas.microsoft.com/office/drawing/2014/main" id="{35C2CE0E-A773-EFF1-EFC7-AB21A7B2EE68}"/>
                  </a:ext>
                </a:extLst>
              </p:cNvPr>
              <p:cNvSpPr/>
              <p:nvPr/>
            </p:nvSpPr>
            <p:spPr>
              <a:xfrm>
                <a:off x="2704336" y="211508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624" y="896830"/>
                    </a:lnTo>
                    <a:lnTo>
                      <a:pt x="913504" y="902220"/>
                    </a:lnTo>
                    <a:lnTo>
                      <a:pt x="914400" y="90510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1" name="ph3202">
                <a:extLst>
                  <a:ext uri="{FF2B5EF4-FFF2-40B4-BE49-F238E27FC236}">
                    <a16:creationId xmlns:a16="http://schemas.microsoft.com/office/drawing/2014/main" id="{61E62651-4FA6-9C3A-082D-2B521BB93CA1}"/>
                  </a:ext>
                </a:extLst>
              </p:cNvPr>
              <p:cNvSpPr/>
              <p:nvPr/>
            </p:nvSpPr>
            <p:spPr>
              <a:xfrm>
                <a:off x="2704336" y="2115082"/>
                <a:ext cx="917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85" h="914400">
                    <a:moveTo>
                      <a:pt x="914400" y="914400"/>
                    </a:moveTo>
                    <a:lnTo>
                      <a:pt x="914400" y="905109"/>
                    </a:lnTo>
                    <a:lnTo>
                      <a:pt x="916492" y="911863"/>
                    </a:lnTo>
                    <a:lnTo>
                      <a:pt x="917185" y="914400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2" name="ph3203">
                <a:extLst>
                  <a:ext uri="{FF2B5EF4-FFF2-40B4-BE49-F238E27FC236}">
                    <a16:creationId xmlns:a16="http://schemas.microsoft.com/office/drawing/2014/main" id="{AD237A0E-68B7-09F0-93A8-9A18649A5C04}"/>
                  </a:ext>
                </a:extLst>
              </p:cNvPr>
              <p:cNvSpPr/>
              <p:nvPr/>
            </p:nvSpPr>
            <p:spPr>
              <a:xfrm>
                <a:off x="3138587" y="211508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792" y="914400"/>
                    </a:lnTo>
                    <a:lnTo>
                      <a:pt x="913947" y="914011"/>
                    </a:lnTo>
                    <a:lnTo>
                      <a:pt x="914143" y="913515"/>
                    </a:lnTo>
                    <a:lnTo>
                      <a:pt x="914340" y="913019"/>
                    </a:lnTo>
                    <a:lnTo>
                      <a:pt x="914400" y="9128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3" name="ph3204">
                <a:extLst>
                  <a:ext uri="{FF2B5EF4-FFF2-40B4-BE49-F238E27FC236}">
                    <a16:creationId xmlns:a16="http://schemas.microsoft.com/office/drawing/2014/main" id="{92BFD267-9387-8EDF-AB30-DACAD6F39AF7}"/>
                  </a:ext>
                </a:extLst>
              </p:cNvPr>
              <p:cNvSpPr/>
              <p:nvPr/>
            </p:nvSpPr>
            <p:spPr>
              <a:xfrm>
                <a:off x="3148027" y="209751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439"/>
                    </a:lnTo>
                    <a:lnTo>
                      <a:pt x="905096" y="930093"/>
                    </a:lnTo>
                    <a:lnTo>
                      <a:pt x="905293" y="929597"/>
                    </a:lnTo>
                    <a:lnTo>
                      <a:pt x="905490" y="929101"/>
                    </a:lnTo>
                    <a:lnTo>
                      <a:pt x="905687" y="928605"/>
                    </a:lnTo>
                    <a:lnTo>
                      <a:pt x="905884" y="928109"/>
                    </a:lnTo>
                    <a:lnTo>
                      <a:pt x="906080" y="927613"/>
                    </a:lnTo>
                    <a:lnTo>
                      <a:pt x="906277" y="927117"/>
                    </a:lnTo>
                    <a:lnTo>
                      <a:pt x="906474" y="926621"/>
                    </a:lnTo>
                    <a:lnTo>
                      <a:pt x="906671" y="926125"/>
                    </a:lnTo>
                    <a:lnTo>
                      <a:pt x="906868" y="925629"/>
                    </a:lnTo>
                    <a:lnTo>
                      <a:pt x="907065" y="925133"/>
                    </a:lnTo>
                    <a:lnTo>
                      <a:pt x="907261" y="924637"/>
                    </a:lnTo>
                    <a:lnTo>
                      <a:pt x="907458" y="924141"/>
                    </a:lnTo>
                    <a:lnTo>
                      <a:pt x="907655" y="923645"/>
                    </a:lnTo>
                    <a:lnTo>
                      <a:pt x="907852" y="923149"/>
                    </a:lnTo>
                    <a:lnTo>
                      <a:pt x="908049" y="922653"/>
                    </a:lnTo>
                    <a:lnTo>
                      <a:pt x="908246" y="922157"/>
                    </a:lnTo>
                    <a:lnTo>
                      <a:pt x="908443" y="921661"/>
                    </a:lnTo>
                    <a:lnTo>
                      <a:pt x="908640" y="921165"/>
                    </a:lnTo>
                    <a:lnTo>
                      <a:pt x="908837" y="920669"/>
                    </a:lnTo>
                    <a:lnTo>
                      <a:pt x="909034" y="920173"/>
                    </a:lnTo>
                    <a:lnTo>
                      <a:pt x="909231" y="919677"/>
                    </a:lnTo>
                    <a:lnTo>
                      <a:pt x="909428" y="919181"/>
                    </a:lnTo>
                    <a:lnTo>
                      <a:pt x="909625" y="918685"/>
                    </a:lnTo>
                    <a:lnTo>
                      <a:pt x="909822" y="918190"/>
                    </a:lnTo>
                    <a:lnTo>
                      <a:pt x="910019" y="917694"/>
                    </a:lnTo>
                    <a:lnTo>
                      <a:pt x="910217" y="917198"/>
                    </a:lnTo>
                    <a:lnTo>
                      <a:pt x="910414" y="916702"/>
                    </a:lnTo>
                    <a:lnTo>
                      <a:pt x="910611" y="916206"/>
                    </a:lnTo>
                    <a:lnTo>
                      <a:pt x="910808" y="915710"/>
                    </a:lnTo>
                    <a:lnTo>
                      <a:pt x="911005" y="915214"/>
                    </a:lnTo>
                    <a:lnTo>
                      <a:pt x="911202" y="914718"/>
                    </a:lnTo>
                    <a:lnTo>
                      <a:pt x="911329" y="914400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4" name="ph3205">
                <a:extLst>
                  <a:ext uri="{FF2B5EF4-FFF2-40B4-BE49-F238E27FC236}">
                    <a16:creationId xmlns:a16="http://schemas.microsoft.com/office/drawing/2014/main" id="{9D03AA78-5FB6-B988-4632-F9615C3DE573}"/>
                  </a:ext>
                </a:extLst>
              </p:cNvPr>
              <p:cNvSpPr/>
              <p:nvPr/>
            </p:nvSpPr>
            <p:spPr>
              <a:xfrm>
                <a:off x="314802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5" name="ph3206">
                <a:extLst>
                  <a:ext uri="{FF2B5EF4-FFF2-40B4-BE49-F238E27FC236}">
                    <a16:creationId xmlns:a16="http://schemas.microsoft.com/office/drawing/2014/main" id="{F2B2C961-7203-689E-B020-B887514F277A}"/>
                  </a:ext>
                </a:extLst>
              </p:cNvPr>
              <p:cNvSpPr/>
              <p:nvPr/>
            </p:nvSpPr>
            <p:spPr>
              <a:xfrm>
                <a:off x="315746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6" name="ph3207">
                <a:extLst>
                  <a:ext uri="{FF2B5EF4-FFF2-40B4-BE49-F238E27FC236}">
                    <a16:creationId xmlns:a16="http://schemas.microsoft.com/office/drawing/2014/main" id="{41134CD2-7421-4B99-C626-BBC0DA296113}"/>
                  </a:ext>
                </a:extLst>
              </p:cNvPr>
              <p:cNvSpPr/>
              <p:nvPr/>
            </p:nvSpPr>
            <p:spPr>
              <a:xfrm>
                <a:off x="316690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7" name="ph3208">
                <a:extLst>
                  <a:ext uri="{FF2B5EF4-FFF2-40B4-BE49-F238E27FC236}">
                    <a16:creationId xmlns:a16="http://schemas.microsoft.com/office/drawing/2014/main" id="{9B0A5B65-B517-4488-8FB4-2AC4EE4AB6DF}"/>
                  </a:ext>
                </a:extLst>
              </p:cNvPr>
              <p:cNvSpPr/>
              <p:nvPr/>
            </p:nvSpPr>
            <p:spPr>
              <a:xfrm>
                <a:off x="317634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8" name="ph3209">
                <a:extLst>
                  <a:ext uri="{FF2B5EF4-FFF2-40B4-BE49-F238E27FC236}">
                    <a16:creationId xmlns:a16="http://schemas.microsoft.com/office/drawing/2014/main" id="{C6B5245F-1364-E18F-98C5-4557D9C2F08F}"/>
                  </a:ext>
                </a:extLst>
              </p:cNvPr>
              <p:cNvSpPr/>
              <p:nvPr/>
            </p:nvSpPr>
            <p:spPr>
              <a:xfrm>
                <a:off x="318578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8051">
                  <a:alpha val="100000"/>
                </a:srgbClr>
              </a:solidFill>
              <a:ln w="5420" cap="flat">
                <a:solidFill>
                  <a:srgbClr val="F780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9" name="ph3210">
                <a:extLst>
                  <a:ext uri="{FF2B5EF4-FFF2-40B4-BE49-F238E27FC236}">
                    <a16:creationId xmlns:a16="http://schemas.microsoft.com/office/drawing/2014/main" id="{6F1C4873-2E76-82F1-91EE-FA0419420F83}"/>
                  </a:ext>
                </a:extLst>
              </p:cNvPr>
              <p:cNvSpPr/>
              <p:nvPr/>
            </p:nvSpPr>
            <p:spPr>
              <a:xfrm>
                <a:off x="319522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0" name="ph3211">
                <a:extLst>
                  <a:ext uri="{FF2B5EF4-FFF2-40B4-BE49-F238E27FC236}">
                    <a16:creationId xmlns:a16="http://schemas.microsoft.com/office/drawing/2014/main" id="{3FB59385-CFF3-81EC-E2F8-019703939250}"/>
                  </a:ext>
                </a:extLst>
              </p:cNvPr>
              <p:cNvSpPr/>
              <p:nvPr/>
            </p:nvSpPr>
            <p:spPr>
              <a:xfrm>
                <a:off x="3204668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252">
                  <a:alpha val="100000"/>
                </a:srgbClr>
              </a:solidFill>
              <a:ln w="5420" cap="flat">
                <a:solidFill>
                  <a:srgbClr val="F7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1" name="ph3212">
                <a:extLst>
                  <a:ext uri="{FF2B5EF4-FFF2-40B4-BE49-F238E27FC236}">
                    <a16:creationId xmlns:a16="http://schemas.microsoft.com/office/drawing/2014/main" id="{353871D6-79BB-D450-8C5E-97948F5CE2AC}"/>
                  </a:ext>
                </a:extLst>
              </p:cNvPr>
              <p:cNvSpPr/>
              <p:nvPr/>
            </p:nvSpPr>
            <p:spPr>
              <a:xfrm>
                <a:off x="321410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2" name="ph3213">
                <a:extLst>
                  <a:ext uri="{FF2B5EF4-FFF2-40B4-BE49-F238E27FC236}">
                    <a16:creationId xmlns:a16="http://schemas.microsoft.com/office/drawing/2014/main" id="{BDDEC4BF-9577-998F-40DB-20E0EB7735E9}"/>
                  </a:ext>
                </a:extLst>
              </p:cNvPr>
              <p:cNvSpPr/>
              <p:nvPr/>
            </p:nvSpPr>
            <p:spPr>
              <a:xfrm>
                <a:off x="322354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3" name="ph3214">
                <a:extLst>
                  <a:ext uri="{FF2B5EF4-FFF2-40B4-BE49-F238E27FC236}">
                    <a16:creationId xmlns:a16="http://schemas.microsoft.com/office/drawing/2014/main" id="{5D4BF5FE-BEC6-3100-A498-098FB50501E0}"/>
                  </a:ext>
                </a:extLst>
              </p:cNvPr>
              <p:cNvSpPr/>
              <p:nvPr/>
            </p:nvSpPr>
            <p:spPr>
              <a:xfrm>
                <a:off x="323298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4" name="ph3215">
                <a:extLst>
                  <a:ext uri="{FF2B5EF4-FFF2-40B4-BE49-F238E27FC236}">
                    <a16:creationId xmlns:a16="http://schemas.microsoft.com/office/drawing/2014/main" id="{DC60B122-DE8A-2C6F-57AA-1C06250B651B}"/>
                  </a:ext>
                </a:extLst>
              </p:cNvPr>
              <p:cNvSpPr/>
              <p:nvPr/>
            </p:nvSpPr>
            <p:spPr>
              <a:xfrm>
                <a:off x="324242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5" name="ph3216">
                <a:extLst>
                  <a:ext uri="{FF2B5EF4-FFF2-40B4-BE49-F238E27FC236}">
                    <a16:creationId xmlns:a16="http://schemas.microsoft.com/office/drawing/2014/main" id="{9E26A494-F12E-E276-4977-6E2C76026CC7}"/>
                  </a:ext>
                </a:extLst>
              </p:cNvPr>
              <p:cNvSpPr/>
              <p:nvPr/>
            </p:nvSpPr>
            <p:spPr>
              <a:xfrm>
                <a:off x="325187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6" name="ph3217">
                <a:extLst>
                  <a:ext uri="{FF2B5EF4-FFF2-40B4-BE49-F238E27FC236}">
                    <a16:creationId xmlns:a16="http://schemas.microsoft.com/office/drawing/2014/main" id="{625E4DD6-DFD8-0BB7-B5A0-414487A32869}"/>
                  </a:ext>
                </a:extLst>
              </p:cNvPr>
              <p:cNvSpPr/>
              <p:nvPr/>
            </p:nvSpPr>
            <p:spPr>
              <a:xfrm>
                <a:off x="326131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453">
                  <a:alpha val="100000"/>
                </a:srgbClr>
              </a:solidFill>
              <a:ln w="5420" cap="flat">
                <a:solidFill>
                  <a:srgbClr val="F88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7" name="ph3218">
                <a:extLst>
                  <a:ext uri="{FF2B5EF4-FFF2-40B4-BE49-F238E27FC236}">
                    <a16:creationId xmlns:a16="http://schemas.microsoft.com/office/drawing/2014/main" id="{1CF06AEE-67C8-848E-7D1C-77248C4DB574}"/>
                  </a:ext>
                </a:extLst>
              </p:cNvPr>
              <p:cNvSpPr/>
              <p:nvPr/>
            </p:nvSpPr>
            <p:spPr>
              <a:xfrm>
                <a:off x="327075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3">
                  <a:alpha val="100000"/>
                </a:srgbClr>
              </a:solidFill>
              <a:ln w="5420" cap="flat">
                <a:solidFill>
                  <a:srgbClr val="F88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8" name="ph3219">
                <a:extLst>
                  <a:ext uri="{FF2B5EF4-FFF2-40B4-BE49-F238E27FC236}">
                    <a16:creationId xmlns:a16="http://schemas.microsoft.com/office/drawing/2014/main" id="{088556C7-9A2D-18FA-B44F-FF230BFEF0BC}"/>
                  </a:ext>
                </a:extLst>
              </p:cNvPr>
              <p:cNvSpPr/>
              <p:nvPr/>
            </p:nvSpPr>
            <p:spPr>
              <a:xfrm>
                <a:off x="328019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352">
                  <a:alpha val="100000"/>
                </a:srgbClr>
              </a:solidFill>
              <a:ln w="5420" cap="flat">
                <a:solidFill>
                  <a:srgbClr val="F883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9" name="ph3220">
                <a:extLst>
                  <a:ext uri="{FF2B5EF4-FFF2-40B4-BE49-F238E27FC236}">
                    <a16:creationId xmlns:a16="http://schemas.microsoft.com/office/drawing/2014/main" id="{6DEDAB6B-8E84-54EF-BC9A-EA19FF2350C4}"/>
                  </a:ext>
                </a:extLst>
              </p:cNvPr>
              <p:cNvSpPr/>
              <p:nvPr/>
            </p:nvSpPr>
            <p:spPr>
              <a:xfrm>
                <a:off x="328963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8252">
                  <a:alpha val="100000"/>
                </a:srgbClr>
              </a:solidFill>
              <a:ln w="5420" cap="flat">
                <a:solidFill>
                  <a:srgbClr val="F882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0" name="ph3221">
                <a:extLst>
                  <a:ext uri="{FF2B5EF4-FFF2-40B4-BE49-F238E27FC236}">
                    <a16:creationId xmlns:a16="http://schemas.microsoft.com/office/drawing/2014/main" id="{A565DCCF-AB75-AC69-5675-501E7374DE60}"/>
                  </a:ext>
                </a:extLst>
              </p:cNvPr>
              <p:cNvSpPr/>
              <p:nvPr/>
            </p:nvSpPr>
            <p:spPr>
              <a:xfrm>
                <a:off x="329907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2">
                  <a:alpha val="100000"/>
                </a:srgbClr>
              </a:solidFill>
              <a:ln w="5420" cap="flat">
                <a:solidFill>
                  <a:srgbClr val="F781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1" name="ph3222">
                <a:extLst>
                  <a:ext uri="{FF2B5EF4-FFF2-40B4-BE49-F238E27FC236}">
                    <a16:creationId xmlns:a16="http://schemas.microsoft.com/office/drawing/2014/main" id="{FD7BCFC9-67B8-6C56-30AB-AA3F9B952EDD}"/>
                  </a:ext>
                </a:extLst>
              </p:cNvPr>
              <p:cNvSpPr/>
              <p:nvPr/>
            </p:nvSpPr>
            <p:spPr>
              <a:xfrm>
                <a:off x="330851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8151">
                  <a:alpha val="100000"/>
                </a:srgbClr>
              </a:solidFill>
              <a:ln w="5420" cap="flat">
                <a:solidFill>
                  <a:srgbClr val="F781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2" name="ph3223">
                <a:extLst>
                  <a:ext uri="{FF2B5EF4-FFF2-40B4-BE49-F238E27FC236}">
                    <a16:creationId xmlns:a16="http://schemas.microsoft.com/office/drawing/2014/main" id="{2C222B4D-8425-D8FD-A6A6-355560831BE8}"/>
                  </a:ext>
                </a:extLst>
              </p:cNvPr>
              <p:cNvSpPr/>
              <p:nvPr/>
            </p:nvSpPr>
            <p:spPr>
              <a:xfrm>
                <a:off x="331795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8050">
                  <a:alpha val="100000"/>
                </a:srgbClr>
              </a:solidFill>
              <a:ln w="5420" cap="flat">
                <a:solidFill>
                  <a:srgbClr val="F680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3" name="ph3224">
                <a:extLst>
                  <a:ext uri="{FF2B5EF4-FFF2-40B4-BE49-F238E27FC236}">
                    <a16:creationId xmlns:a16="http://schemas.microsoft.com/office/drawing/2014/main" id="{86715608-D898-82FC-37AE-08BA8E38EDCB}"/>
                  </a:ext>
                </a:extLst>
              </p:cNvPr>
              <p:cNvSpPr/>
              <p:nvPr/>
            </p:nvSpPr>
            <p:spPr>
              <a:xfrm>
                <a:off x="332739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4" name="ph3225">
                <a:extLst>
                  <a:ext uri="{FF2B5EF4-FFF2-40B4-BE49-F238E27FC236}">
                    <a16:creationId xmlns:a16="http://schemas.microsoft.com/office/drawing/2014/main" id="{2CBC7607-3ED3-04FB-638D-7DD9A695A88E}"/>
                  </a:ext>
                </a:extLst>
              </p:cNvPr>
              <p:cNvSpPr/>
              <p:nvPr/>
            </p:nvSpPr>
            <p:spPr>
              <a:xfrm>
                <a:off x="333683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5" name="ph3226">
                <a:extLst>
                  <a:ext uri="{FF2B5EF4-FFF2-40B4-BE49-F238E27FC236}">
                    <a16:creationId xmlns:a16="http://schemas.microsoft.com/office/drawing/2014/main" id="{E3FF062E-C033-039D-6C9D-6C3713B5D808}"/>
                  </a:ext>
                </a:extLst>
              </p:cNvPr>
              <p:cNvSpPr/>
              <p:nvPr/>
            </p:nvSpPr>
            <p:spPr>
              <a:xfrm>
                <a:off x="334627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6" name="ph3227">
                <a:extLst>
                  <a:ext uri="{FF2B5EF4-FFF2-40B4-BE49-F238E27FC236}">
                    <a16:creationId xmlns:a16="http://schemas.microsoft.com/office/drawing/2014/main" id="{E80BC55C-BCC6-202B-44A6-778C80E5B755}"/>
                  </a:ext>
                </a:extLst>
              </p:cNvPr>
              <p:cNvSpPr/>
              <p:nvPr/>
            </p:nvSpPr>
            <p:spPr>
              <a:xfrm>
                <a:off x="335571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7" name="ph3228">
                <a:extLst>
                  <a:ext uri="{FF2B5EF4-FFF2-40B4-BE49-F238E27FC236}">
                    <a16:creationId xmlns:a16="http://schemas.microsoft.com/office/drawing/2014/main" id="{5941D532-E587-626C-0A06-3F049199B8EB}"/>
                  </a:ext>
                </a:extLst>
              </p:cNvPr>
              <p:cNvSpPr/>
              <p:nvPr/>
            </p:nvSpPr>
            <p:spPr>
              <a:xfrm>
                <a:off x="336515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8" name="ph3229">
                <a:extLst>
                  <a:ext uri="{FF2B5EF4-FFF2-40B4-BE49-F238E27FC236}">
                    <a16:creationId xmlns:a16="http://schemas.microsoft.com/office/drawing/2014/main" id="{A97374B4-851D-B2A1-2452-8D2085771D05}"/>
                  </a:ext>
                </a:extLst>
              </p:cNvPr>
              <p:cNvSpPr/>
              <p:nvPr/>
            </p:nvSpPr>
            <p:spPr>
              <a:xfrm>
                <a:off x="337459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B">
                  <a:alpha val="100000"/>
                </a:srgbClr>
              </a:solidFill>
              <a:ln w="5420" cap="flat">
                <a:solidFill>
                  <a:srgbClr val="F378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9" name="ph3230">
                <a:extLst>
                  <a:ext uri="{FF2B5EF4-FFF2-40B4-BE49-F238E27FC236}">
                    <a16:creationId xmlns:a16="http://schemas.microsoft.com/office/drawing/2014/main" id="{561DBD69-0171-7421-A5A3-97EADE9EA144}"/>
                  </a:ext>
                </a:extLst>
              </p:cNvPr>
              <p:cNvSpPr/>
              <p:nvPr/>
            </p:nvSpPr>
            <p:spPr>
              <a:xfrm>
                <a:off x="338403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64B">
                  <a:alpha val="100000"/>
                </a:srgbClr>
              </a:solidFill>
              <a:ln w="5420" cap="flat">
                <a:solidFill>
                  <a:srgbClr val="F3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0" name="ph3231">
                <a:extLst>
                  <a:ext uri="{FF2B5EF4-FFF2-40B4-BE49-F238E27FC236}">
                    <a16:creationId xmlns:a16="http://schemas.microsoft.com/office/drawing/2014/main" id="{A0F56D47-E67C-2CA1-0E9E-1E465AABD9F0}"/>
                  </a:ext>
                </a:extLst>
              </p:cNvPr>
              <p:cNvSpPr/>
              <p:nvPr/>
            </p:nvSpPr>
            <p:spPr>
              <a:xfrm>
                <a:off x="339347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1" name="ph3232">
                <a:extLst>
                  <a:ext uri="{FF2B5EF4-FFF2-40B4-BE49-F238E27FC236}">
                    <a16:creationId xmlns:a16="http://schemas.microsoft.com/office/drawing/2014/main" id="{E4A39909-07A7-68AD-3EAE-B9505B6243CF}"/>
                  </a:ext>
                </a:extLst>
              </p:cNvPr>
              <p:cNvSpPr/>
              <p:nvPr/>
            </p:nvSpPr>
            <p:spPr>
              <a:xfrm>
                <a:off x="3402913" y="2115082"/>
                <a:ext cx="9172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285" y="896830"/>
                    </a:lnTo>
                    <a:lnTo>
                      <a:pt x="916040" y="906870"/>
                    </a:lnTo>
                    <a:lnTo>
                      <a:pt x="914879" y="914400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2" name="ph3233">
                <a:extLst>
                  <a:ext uri="{FF2B5EF4-FFF2-40B4-BE49-F238E27FC236}">
                    <a16:creationId xmlns:a16="http://schemas.microsoft.com/office/drawing/2014/main" id="{D5331CB6-4E47-7B2A-C906-C9E37A4812C4}"/>
                  </a:ext>
                </a:extLst>
              </p:cNvPr>
              <p:cNvSpPr/>
              <p:nvPr/>
            </p:nvSpPr>
            <p:spPr>
              <a:xfrm>
                <a:off x="2355047" y="2079943"/>
                <a:ext cx="914400" cy="9168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806">
                    <a:moveTo>
                      <a:pt x="914400" y="914400"/>
                    </a:moveTo>
                    <a:lnTo>
                      <a:pt x="914400" y="916806"/>
                    </a:lnTo>
                    <a:lnTo>
                      <a:pt x="913190" y="914734"/>
                    </a:lnTo>
                    <a:lnTo>
                      <a:pt x="913014" y="914400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3" name="ph3234">
                <a:extLst>
                  <a:ext uri="{FF2B5EF4-FFF2-40B4-BE49-F238E27FC236}">
                    <a16:creationId xmlns:a16="http://schemas.microsoft.com/office/drawing/2014/main" id="{25F1274E-5A53-C4E6-82F8-43D9EFBC4F4E}"/>
                  </a:ext>
                </a:extLst>
              </p:cNvPr>
              <p:cNvSpPr/>
              <p:nvPr/>
            </p:nvSpPr>
            <p:spPr>
              <a:xfrm>
                <a:off x="2355047" y="2079943"/>
                <a:ext cx="923840" cy="93163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3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32"/>
                    </a:lnTo>
                    <a:lnTo>
                      <a:pt x="922120" y="929252"/>
                    </a:lnTo>
                    <a:lnTo>
                      <a:pt x="917553" y="922210"/>
                    </a:lnTo>
                    <a:lnTo>
                      <a:pt x="914400" y="916806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4" name="ph3235">
                <a:extLst>
                  <a:ext uri="{FF2B5EF4-FFF2-40B4-BE49-F238E27FC236}">
                    <a16:creationId xmlns:a16="http://schemas.microsoft.com/office/drawing/2014/main" id="{6247580F-F8CA-8C58-4C35-7C5BDD121DBE}"/>
                  </a:ext>
                </a:extLst>
              </p:cNvPr>
              <p:cNvSpPr/>
              <p:nvPr/>
            </p:nvSpPr>
            <p:spPr>
              <a:xfrm>
                <a:off x="236448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3" y="931969"/>
                    </a:lnTo>
                    <a:lnTo>
                      <a:pt x="914400" y="931632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5" name="ph3236">
                <a:extLst>
                  <a:ext uri="{FF2B5EF4-FFF2-40B4-BE49-F238E27FC236}">
                    <a16:creationId xmlns:a16="http://schemas.microsoft.com/office/drawing/2014/main" id="{8B38425C-C133-D361-8B21-5E935FF8D8EC}"/>
                  </a:ext>
                </a:extLst>
              </p:cNvPr>
              <p:cNvSpPr/>
              <p:nvPr/>
            </p:nvSpPr>
            <p:spPr>
              <a:xfrm>
                <a:off x="237392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6" name="ph3237">
                <a:extLst>
                  <a:ext uri="{FF2B5EF4-FFF2-40B4-BE49-F238E27FC236}">
                    <a16:creationId xmlns:a16="http://schemas.microsoft.com/office/drawing/2014/main" id="{EA53ACC7-1F2C-C4E1-3FE3-0EE46DD758C2}"/>
                  </a:ext>
                </a:extLst>
              </p:cNvPr>
              <p:cNvSpPr/>
              <p:nvPr/>
            </p:nvSpPr>
            <p:spPr>
              <a:xfrm>
                <a:off x="238336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7" name="ph3238">
                <a:extLst>
                  <a:ext uri="{FF2B5EF4-FFF2-40B4-BE49-F238E27FC236}">
                    <a16:creationId xmlns:a16="http://schemas.microsoft.com/office/drawing/2014/main" id="{BD6EEA1E-25DA-40EA-6F22-7ACF1E5B8A3A}"/>
                  </a:ext>
                </a:extLst>
              </p:cNvPr>
              <p:cNvSpPr/>
              <p:nvPr/>
            </p:nvSpPr>
            <p:spPr>
              <a:xfrm>
                <a:off x="239280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8" name="ph3239">
                <a:extLst>
                  <a:ext uri="{FF2B5EF4-FFF2-40B4-BE49-F238E27FC236}">
                    <a16:creationId xmlns:a16="http://schemas.microsoft.com/office/drawing/2014/main" id="{CDA9B4AB-3B55-0D1D-ECAC-35FBD168DF6A}"/>
                  </a:ext>
                </a:extLst>
              </p:cNvPr>
              <p:cNvSpPr/>
              <p:nvPr/>
            </p:nvSpPr>
            <p:spPr>
              <a:xfrm>
                <a:off x="240224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9" name="ph3240">
                <a:extLst>
                  <a:ext uri="{FF2B5EF4-FFF2-40B4-BE49-F238E27FC236}">
                    <a16:creationId xmlns:a16="http://schemas.microsoft.com/office/drawing/2014/main" id="{40753F9C-B097-48E4-7446-243F81DC20C3}"/>
                  </a:ext>
                </a:extLst>
              </p:cNvPr>
              <p:cNvSpPr/>
              <p:nvPr/>
            </p:nvSpPr>
            <p:spPr>
              <a:xfrm>
                <a:off x="241168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0" name="ph3241">
                <a:extLst>
                  <a:ext uri="{FF2B5EF4-FFF2-40B4-BE49-F238E27FC236}">
                    <a16:creationId xmlns:a16="http://schemas.microsoft.com/office/drawing/2014/main" id="{57F29867-ABFD-8566-AFF1-E6612B9EBC44}"/>
                  </a:ext>
                </a:extLst>
              </p:cNvPr>
              <p:cNvSpPr/>
              <p:nvPr/>
            </p:nvSpPr>
            <p:spPr>
              <a:xfrm>
                <a:off x="242112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1" name="ph3242">
                <a:extLst>
                  <a:ext uri="{FF2B5EF4-FFF2-40B4-BE49-F238E27FC236}">
                    <a16:creationId xmlns:a16="http://schemas.microsoft.com/office/drawing/2014/main" id="{56A910FC-C900-5EA0-3919-08820D00ED19}"/>
                  </a:ext>
                </a:extLst>
              </p:cNvPr>
              <p:cNvSpPr/>
              <p:nvPr/>
            </p:nvSpPr>
            <p:spPr>
              <a:xfrm>
                <a:off x="243056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2" name="ph3243">
                <a:extLst>
                  <a:ext uri="{FF2B5EF4-FFF2-40B4-BE49-F238E27FC236}">
                    <a16:creationId xmlns:a16="http://schemas.microsoft.com/office/drawing/2014/main" id="{6F931C42-6E8F-E20C-730F-681FC945F5C6}"/>
                  </a:ext>
                </a:extLst>
              </p:cNvPr>
              <p:cNvSpPr/>
              <p:nvPr/>
            </p:nvSpPr>
            <p:spPr>
              <a:xfrm>
                <a:off x="244000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3" name="ph3244">
                <a:extLst>
                  <a:ext uri="{FF2B5EF4-FFF2-40B4-BE49-F238E27FC236}">
                    <a16:creationId xmlns:a16="http://schemas.microsoft.com/office/drawing/2014/main" id="{F8D4B3E7-B97F-F35E-739E-06A3A97BC241}"/>
                  </a:ext>
                </a:extLst>
              </p:cNvPr>
              <p:cNvSpPr/>
              <p:nvPr/>
            </p:nvSpPr>
            <p:spPr>
              <a:xfrm>
                <a:off x="244944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4" name="ph3245">
                <a:extLst>
                  <a:ext uri="{FF2B5EF4-FFF2-40B4-BE49-F238E27FC236}">
                    <a16:creationId xmlns:a16="http://schemas.microsoft.com/office/drawing/2014/main" id="{82750D71-6F2F-F2B8-38B0-26834C59D683}"/>
                  </a:ext>
                </a:extLst>
              </p:cNvPr>
              <p:cNvSpPr/>
              <p:nvPr/>
            </p:nvSpPr>
            <p:spPr>
              <a:xfrm>
                <a:off x="245889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5" name="ph3246">
                <a:extLst>
                  <a:ext uri="{FF2B5EF4-FFF2-40B4-BE49-F238E27FC236}">
                    <a16:creationId xmlns:a16="http://schemas.microsoft.com/office/drawing/2014/main" id="{7E3957A5-94FD-8950-AA23-C7C0CE516CBF}"/>
                  </a:ext>
                </a:extLst>
              </p:cNvPr>
              <p:cNvSpPr/>
              <p:nvPr/>
            </p:nvSpPr>
            <p:spPr>
              <a:xfrm>
                <a:off x="246833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6" name="ph3247">
                <a:extLst>
                  <a:ext uri="{FF2B5EF4-FFF2-40B4-BE49-F238E27FC236}">
                    <a16:creationId xmlns:a16="http://schemas.microsoft.com/office/drawing/2014/main" id="{B31D2670-CA8D-21A5-BF6D-0D2F7BD177F3}"/>
                  </a:ext>
                </a:extLst>
              </p:cNvPr>
              <p:cNvSpPr/>
              <p:nvPr/>
            </p:nvSpPr>
            <p:spPr>
              <a:xfrm>
                <a:off x="247777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7" name="ph3248">
                <a:extLst>
                  <a:ext uri="{FF2B5EF4-FFF2-40B4-BE49-F238E27FC236}">
                    <a16:creationId xmlns:a16="http://schemas.microsoft.com/office/drawing/2014/main" id="{DD31AE5E-4497-057E-41FF-EEF93407A330}"/>
                  </a:ext>
                </a:extLst>
              </p:cNvPr>
              <p:cNvSpPr/>
              <p:nvPr/>
            </p:nvSpPr>
            <p:spPr>
              <a:xfrm>
                <a:off x="248721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8" name="ph3249">
                <a:extLst>
                  <a:ext uri="{FF2B5EF4-FFF2-40B4-BE49-F238E27FC236}">
                    <a16:creationId xmlns:a16="http://schemas.microsoft.com/office/drawing/2014/main" id="{A46C2D87-2E01-74D6-EA69-5CF570E39433}"/>
                  </a:ext>
                </a:extLst>
              </p:cNvPr>
              <p:cNvSpPr/>
              <p:nvPr/>
            </p:nvSpPr>
            <p:spPr>
              <a:xfrm>
                <a:off x="249665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9" name="ph3250">
                <a:extLst>
                  <a:ext uri="{FF2B5EF4-FFF2-40B4-BE49-F238E27FC236}">
                    <a16:creationId xmlns:a16="http://schemas.microsoft.com/office/drawing/2014/main" id="{F4964403-E8AD-3231-FBFE-C67E394DFF10}"/>
                  </a:ext>
                </a:extLst>
              </p:cNvPr>
              <p:cNvSpPr/>
              <p:nvPr/>
            </p:nvSpPr>
            <p:spPr>
              <a:xfrm>
                <a:off x="250609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0" name="ph3251">
                <a:extLst>
                  <a:ext uri="{FF2B5EF4-FFF2-40B4-BE49-F238E27FC236}">
                    <a16:creationId xmlns:a16="http://schemas.microsoft.com/office/drawing/2014/main" id="{3EEF4C49-8973-1399-F295-ED4F5B154BD6}"/>
                  </a:ext>
                </a:extLst>
              </p:cNvPr>
              <p:cNvSpPr/>
              <p:nvPr/>
            </p:nvSpPr>
            <p:spPr>
              <a:xfrm>
                <a:off x="251553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1" name="ph3252">
                <a:extLst>
                  <a:ext uri="{FF2B5EF4-FFF2-40B4-BE49-F238E27FC236}">
                    <a16:creationId xmlns:a16="http://schemas.microsoft.com/office/drawing/2014/main" id="{1D9F2619-2107-A44B-E92A-B3D32BAB91C0}"/>
                  </a:ext>
                </a:extLst>
              </p:cNvPr>
              <p:cNvSpPr/>
              <p:nvPr/>
            </p:nvSpPr>
            <p:spPr>
              <a:xfrm>
                <a:off x="252497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2" name="ph3253">
                <a:extLst>
                  <a:ext uri="{FF2B5EF4-FFF2-40B4-BE49-F238E27FC236}">
                    <a16:creationId xmlns:a16="http://schemas.microsoft.com/office/drawing/2014/main" id="{C99BDDE5-637A-8356-3E71-D7D7AA1376BC}"/>
                  </a:ext>
                </a:extLst>
              </p:cNvPr>
              <p:cNvSpPr/>
              <p:nvPr/>
            </p:nvSpPr>
            <p:spPr>
              <a:xfrm>
                <a:off x="253441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3" name="ph3254">
                <a:extLst>
                  <a:ext uri="{FF2B5EF4-FFF2-40B4-BE49-F238E27FC236}">
                    <a16:creationId xmlns:a16="http://schemas.microsoft.com/office/drawing/2014/main" id="{7CBE080C-B3BF-0205-1413-E89C31753F33}"/>
                  </a:ext>
                </a:extLst>
              </p:cNvPr>
              <p:cNvSpPr/>
              <p:nvPr/>
            </p:nvSpPr>
            <p:spPr>
              <a:xfrm>
                <a:off x="254385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4" name="ph3255">
                <a:extLst>
                  <a:ext uri="{FF2B5EF4-FFF2-40B4-BE49-F238E27FC236}">
                    <a16:creationId xmlns:a16="http://schemas.microsoft.com/office/drawing/2014/main" id="{E4ED0CA1-FE16-29A8-7DD8-1775A3F5CDBD}"/>
                  </a:ext>
                </a:extLst>
              </p:cNvPr>
              <p:cNvSpPr/>
              <p:nvPr/>
            </p:nvSpPr>
            <p:spPr>
              <a:xfrm>
                <a:off x="255329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5" name="ph3256">
                <a:extLst>
                  <a:ext uri="{FF2B5EF4-FFF2-40B4-BE49-F238E27FC236}">
                    <a16:creationId xmlns:a16="http://schemas.microsoft.com/office/drawing/2014/main" id="{B8D55D7C-26AB-3295-7876-30D51560A879}"/>
                  </a:ext>
                </a:extLst>
              </p:cNvPr>
              <p:cNvSpPr/>
              <p:nvPr/>
            </p:nvSpPr>
            <p:spPr>
              <a:xfrm>
                <a:off x="256273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6" name="ph3257">
                <a:extLst>
                  <a:ext uri="{FF2B5EF4-FFF2-40B4-BE49-F238E27FC236}">
                    <a16:creationId xmlns:a16="http://schemas.microsoft.com/office/drawing/2014/main" id="{55BE647D-B89A-6376-64C7-95BC8394EE23}"/>
                  </a:ext>
                </a:extLst>
              </p:cNvPr>
              <p:cNvSpPr/>
              <p:nvPr/>
            </p:nvSpPr>
            <p:spPr>
              <a:xfrm>
                <a:off x="257217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7" name="ph3258">
                <a:extLst>
                  <a:ext uri="{FF2B5EF4-FFF2-40B4-BE49-F238E27FC236}">
                    <a16:creationId xmlns:a16="http://schemas.microsoft.com/office/drawing/2014/main" id="{4027CAE4-7CFB-DF40-6850-F0CC54BE8B07}"/>
                  </a:ext>
                </a:extLst>
              </p:cNvPr>
              <p:cNvSpPr/>
              <p:nvPr/>
            </p:nvSpPr>
            <p:spPr>
              <a:xfrm>
                <a:off x="258161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8" name="ph3259">
                <a:extLst>
                  <a:ext uri="{FF2B5EF4-FFF2-40B4-BE49-F238E27FC236}">
                    <a16:creationId xmlns:a16="http://schemas.microsoft.com/office/drawing/2014/main" id="{1ED35957-0011-5862-E6B2-6C0D4D7DD538}"/>
                  </a:ext>
                </a:extLst>
              </p:cNvPr>
              <p:cNvSpPr/>
              <p:nvPr/>
            </p:nvSpPr>
            <p:spPr>
              <a:xfrm>
                <a:off x="259105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9" name="ph3260">
                <a:extLst>
                  <a:ext uri="{FF2B5EF4-FFF2-40B4-BE49-F238E27FC236}">
                    <a16:creationId xmlns:a16="http://schemas.microsoft.com/office/drawing/2014/main" id="{446B2BC9-BB72-8C2F-E541-D63ABA2E33C7}"/>
                  </a:ext>
                </a:extLst>
              </p:cNvPr>
              <p:cNvSpPr/>
              <p:nvPr/>
            </p:nvSpPr>
            <p:spPr>
              <a:xfrm>
                <a:off x="260049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0" name="ph3261">
                <a:extLst>
                  <a:ext uri="{FF2B5EF4-FFF2-40B4-BE49-F238E27FC236}">
                    <a16:creationId xmlns:a16="http://schemas.microsoft.com/office/drawing/2014/main" id="{AB58EB22-6D68-A0BB-FD0E-506F7B43CF63}"/>
                  </a:ext>
                </a:extLst>
              </p:cNvPr>
              <p:cNvSpPr/>
              <p:nvPr/>
            </p:nvSpPr>
            <p:spPr>
              <a:xfrm>
                <a:off x="260993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1" name="ph3262">
                <a:extLst>
                  <a:ext uri="{FF2B5EF4-FFF2-40B4-BE49-F238E27FC236}">
                    <a16:creationId xmlns:a16="http://schemas.microsoft.com/office/drawing/2014/main" id="{CC7F7752-DD88-CE5D-5ABD-8C2CE1074404}"/>
                  </a:ext>
                </a:extLst>
              </p:cNvPr>
              <p:cNvSpPr/>
              <p:nvPr/>
            </p:nvSpPr>
            <p:spPr>
              <a:xfrm>
                <a:off x="261937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2" name="ph3263">
                <a:extLst>
                  <a:ext uri="{FF2B5EF4-FFF2-40B4-BE49-F238E27FC236}">
                    <a16:creationId xmlns:a16="http://schemas.microsoft.com/office/drawing/2014/main" id="{8030E19C-2A9C-4A43-1918-7F7F5C17F1DD}"/>
                  </a:ext>
                </a:extLst>
              </p:cNvPr>
              <p:cNvSpPr/>
              <p:nvPr/>
            </p:nvSpPr>
            <p:spPr>
              <a:xfrm>
                <a:off x="262881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3" name="ph3264">
                <a:extLst>
                  <a:ext uri="{FF2B5EF4-FFF2-40B4-BE49-F238E27FC236}">
                    <a16:creationId xmlns:a16="http://schemas.microsoft.com/office/drawing/2014/main" id="{40AB6955-291B-B9FB-21A9-E271716F74DB}"/>
                  </a:ext>
                </a:extLst>
              </p:cNvPr>
              <p:cNvSpPr/>
              <p:nvPr/>
            </p:nvSpPr>
            <p:spPr>
              <a:xfrm>
                <a:off x="263825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4" name="ph3265">
                <a:extLst>
                  <a:ext uri="{FF2B5EF4-FFF2-40B4-BE49-F238E27FC236}">
                    <a16:creationId xmlns:a16="http://schemas.microsoft.com/office/drawing/2014/main" id="{BFF165DD-2E20-E325-05B2-7748CC6718C8}"/>
                  </a:ext>
                </a:extLst>
              </p:cNvPr>
              <p:cNvSpPr/>
              <p:nvPr/>
            </p:nvSpPr>
            <p:spPr>
              <a:xfrm>
                <a:off x="264769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5" name="ph3266">
                <a:extLst>
                  <a:ext uri="{FF2B5EF4-FFF2-40B4-BE49-F238E27FC236}">
                    <a16:creationId xmlns:a16="http://schemas.microsoft.com/office/drawing/2014/main" id="{1411501A-1896-CCED-2717-FBC668DBAA92}"/>
                  </a:ext>
                </a:extLst>
              </p:cNvPr>
              <p:cNvSpPr/>
              <p:nvPr/>
            </p:nvSpPr>
            <p:spPr>
              <a:xfrm>
                <a:off x="265713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8">
                  <a:alpha val="100000"/>
                </a:srgbClr>
              </a:solidFill>
              <a:ln w="5420" cap="flat">
                <a:solidFill>
                  <a:srgbClr val="D3E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6" name="ph3267">
                <a:extLst>
                  <a:ext uri="{FF2B5EF4-FFF2-40B4-BE49-F238E27FC236}">
                    <a16:creationId xmlns:a16="http://schemas.microsoft.com/office/drawing/2014/main" id="{E121E962-03DF-DBC3-48A0-AA0A6393C460}"/>
                  </a:ext>
                </a:extLst>
              </p:cNvPr>
              <p:cNvSpPr/>
              <p:nvPr/>
            </p:nvSpPr>
            <p:spPr>
              <a:xfrm>
                <a:off x="266657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7" name="ph3268">
                <a:extLst>
                  <a:ext uri="{FF2B5EF4-FFF2-40B4-BE49-F238E27FC236}">
                    <a16:creationId xmlns:a16="http://schemas.microsoft.com/office/drawing/2014/main" id="{79694330-D14E-F28B-F1CD-8777B3641418}"/>
                  </a:ext>
                </a:extLst>
              </p:cNvPr>
              <p:cNvSpPr/>
              <p:nvPr/>
            </p:nvSpPr>
            <p:spPr>
              <a:xfrm>
                <a:off x="267601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8" name="ph3269">
                <a:extLst>
                  <a:ext uri="{FF2B5EF4-FFF2-40B4-BE49-F238E27FC236}">
                    <a16:creationId xmlns:a16="http://schemas.microsoft.com/office/drawing/2014/main" id="{F29A590B-2C7D-F4F9-AE20-7F63BEEA5468}"/>
                  </a:ext>
                </a:extLst>
              </p:cNvPr>
              <p:cNvSpPr/>
              <p:nvPr/>
            </p:nvSpPr>
            <p:spPr>
              <a:xfrm>
                <a:off x="2694896" y="209751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6" y="896830"/>
                    </a:lnTo>
                    <a:lnTo>
                      <a:pt x="914399" y="897388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9" name="ph3270">
                <a:extLst>
                  <a:ext uri="{FF2B5EF4-FFF2-40B4-BE49-F238E27FC236}">
                    <a16:creationId xmlns:a16="http://schemas.microsoft.com/office/drawing/2014/main" id="{CA555924-B0EE-195F-D478-605F70CC7F79}"/>
                  </a:ext>
                </a:extLst>
              </p:cNvPr>
              <p:cNvSpPr/>
              <p:nvPr/>
            </p:nvSpPr>
            <p:spPr>
              <a:xfrm>
                <a:off x="2694896" y="2097513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399" y="914400"/>
                    </a:moveTo>
                    <a:lnTo>
                      <a:pt x="914399" y="897388"/>
                    </a:lnTo>
                    <a:lnTo>
                      <a:pt x="916170" y="901451"/>
                    </a:lnTo>
                    <a:lnTo>
                      <a:pt x="919688" y="910454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0" name="ph3271">
                <a:extLst>
                  <a:ext uri="{FF2B5EF4-FFF2-40B4-BE49-F238E27FC236}">
                    <a16:creationId xmlns:a16="http://schemas.microsoft.com/office/drawing/2014/main" id="{E47B9158-F6B5-AE80-05F5-3B34D7E5E12C}"/>
                  </a:ext>
                </a:extLst>
              </p:cNvPr>
              <p:cNvSpPr/>
              <p:nvPr/>
            </p:nvSpPr>
            <p:spPr>
              <a:xfrm>
                <a:off x="3148027" y="209751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29" y="914400"/>
                    </a:lnTo>
                    <a:lnTo>
                      <a:pt x="911400" y="914222"/>
                    </a:lnTo>
                    <a:lnTo>
                      <a:pt x="914400" y="907053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1" name="ph3272">
                <a:extLst>
                  <a:ext uri="{FF2B5EF4-FFF2-40B4-BE49-F238E27FC236}">
                    <a16:creationId xmlns:a16="http://schemas.microsoft.com/office/drawing/2014/main" id="{0A3C9887-B1B6-7973-E5E4-D624630DCC2B}"/>
                  </a:ext>
                </a:extLst>
              </p:cNvPr>
              <p:cNvSpPr/>
              <p:nvPr/>
            </p:nvSpPr>
            <p:spPr>
              <a:xfrm>
                <a:off x="3157467" y="207994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623"/>
                    </a:lnTo>
                    <a:lnTo>
                      <a:pt x="905382" y="923613"/>
                    </a:lnTo>
                    <a:lnTo>
                      <a:pt x="909016" y="915758"/>
                    </a:lnTo>
                    <a:lnTo>
                      <a:pt x="909710" y="914400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2" name="ph3273">
                <a:extLst>
                  <a:ext uri="{FF2B5EF4-FFF2-40B4-BE49-F238E27FC236}">
                    <a16:creationId xmlns:a16="http://schemas.microsoft.com/office/drawing/2014/main" id="{1FE78F22-D772-3728-F0C4-7E575270D180}"/>
                  </a:ext>
                </a:extLst>
              </p:cNvPr>
              <p:cNvSpPr/>
              <p:nvPr/>
            </p:nvSpPr>
            <p:spPr>
              <a:xfrm>
                <a:off x="315746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3" name="ph3274">
                <a:extLst>
                  <a:ext uri="{FF2B5EF4-FFF2-40B4-BE49-F238E27FC236}">
                    <a16:creationId xmlns:a16="http://schemas.microsoft.com/office/drawing/2014/main" id="{71781B11-9BE6-886E-15E6-635D27E9B2C9}"/>
                  </a:ext>
                </a:extLst>
              </p:cNvPr>
              <p:cNvSpPr/>
              <p:nvPr/>
            </p:nvSpPr>
            <p:spPr>
              <a:xfrm>
                <a:off x="316690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B4E">
                  <a:alpha val="100000"/>
                </a:srgbClr>
              </a:solidFill>
              <a:ln w="5420" cap="flat">
                <a:solidFill>
                  <a:srgbClr val="F57B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4" name="ph3275">
                <a:extLst>
                  <a:ext uri="{FF2B5EF4-FFF2-40B4-BE49-F238E27FC236}">
                    <a16:creationId xmlns:a16="http://schemas.microsoft.com/office/drawing/2014/main" id="{C9353D7E-72DA-0937-80D1-6846836DA9EF}"/>
                  </a:ext>
                </a:extLst>
              </p:cNvPr>
              <p:cNvSpPr/>
              <p:nvPr/>
            </p:nvSpPr>
            <p:spPr>
              <a:xfrm>
                <a:off x="317634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5" name="ph3276">
                <a:extLst>
                  <a:ext uri="{FF2B5EF4-FFF2-40B4-BE49-F238E27FC236}">
                    <a16:creationId xmlns:a16="http://schemas.microsoft.com/office/drawing/2014/main" id="{0C252B6E-5E03-8C42-F86C-255404D5C76C}"/>
                  </a:ext>
                </a:extLst>
              </p:cNvPr>
              <p:cNvSpPr/>
              <p:nvPr/>
            </p:nvSpPr>
            <p:spPr>
              <a:xfrm>
                <a:off x="318578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6" name="ph3277">
                <a:extLst>
                  <a:ext uri="{FF2B5EF4-FFF2-40B4-BE49-F238E27FC236}">
                    <a16:creationId xmlns:a16="http://schemas.microsoft.com/office/drawing/2014/main" id="{5FBBACCE-0053-0BBA-F649-11A4D58B92A4}"/>
                  </a:ext>
                </a:extLst>
              </p:cNvPr>
              <p:cNvSpPr/>
              <p:nvPr/>
            </p:nvSpPr>
            <p:spPr>
              <a:xfrm>
                <a:off x="319522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D4F">
                  <a:alpha val="100000"/>
                </a:srgbClr>
              </a:solidFill>
              <a:ln w="5420" cap="flat">
                <a:solidFill>
                  <a:srgbClr val="F6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7" name="ph3278">
                <a:extLst>
                  <a:ext uri="{FF2B5EF4-FFF2-40B4-BE49-F238E27FC236}">
                    <a16:creationId xmlns:a16="http://schemas.microsoft.com/office/drawing/2014/main" id="{CD9F2980-89EE-9803-DB36-7EC19A866D0F}"/>
                  </a:ext>
                </a:extLst>
              </p:cNvPr>
              <p:cNvSpPr/>
              <p:nvPr/>
            </p:nvSpPr>
            <p:spPr>
              <a:xfrm>
                <a:off x="3204668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8" name="ph3279">
                <a:extLst>
                  <a:ext uri="{FF2B5EF4-FFF2-40B4-BE49-F238E27FC236}">
                    <a16:creationId xmlns:a16="http://schemas.microsoft.com/office/drawing/2014/main" id="{795D795F-ED1D-C95A-6D19-0BD8587BBBEF}"/>
                  </a:ext>
                </a:extLst>
              </p:cNvPr>
              <p:cNvSpPr/>
              <p:nvPr/>
            </p:nvSpPr>
            <p:spPr>
              <a:xfrm>
                <a:off x="321410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9" name="ph3280">
                <a:extLst>
                  <a:ext uri="{FF2B5EF4-FFF2-40B4-BE49-F238E27FC236}">
                    <a16:creationId xmlns:a16="http://schemas.microsoft.com/office/drawing/2014/main" id="{C5A8FF65-1329-A96D-2E21-ACB4E6B4A2D6}"/>
                  </a:ext>
                </a:extLst>
              </p:cNvPr>
              <p:cNvSpPr/>
              <p:nvPr/>
            </p:nvSpPr>
            <p:spPr>
              <a:xfrm>
                <a:off x="322354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0" name="ph3281">
                <a:extLst>
                  <a:ext uri="{FF2B5EF4-FFF2-40B4-BE49-F238E27FC236}">
                    <a16:creationId xmlns:a16="http://schemas.microsoft.com/office/drawing/2014/main" id="{100DAA04-77BB-56BD-CA2F-2A07B8D08EAD}"/>
                  </a:ext>
                </a:extLst>
              </p:cNvPr>
              <p:cNvSpPr/>
              <p:nvPr/>
            </p:nvSpPr>
            <p:spPr>
              <a:xfrm>
                <a:off x="323298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1" name="ph3282">
                <a:extLst>
                  <a:ext uri="{FF2B5EF4-FFF2-40B4-BE49-F238E27FC236}">
                    <a16:creationId xmlns:a16="http://schemas.microsoft.com/office/drawing/2014/main" id="{924B964F-5760-4C74-6FE0-154579E8CE47}"/>
                  </a:ext>
                </a:extLst>
              </p:cNvPr>
              <p:cNvSpPr/>
              <p:nvPr/>
            </p:nvSpPr>
            <p:spPr>
              <a:xfrm>
                <a:off x="324242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2" name="ph3283">
                <a:extLst>
                  <a:ext uri="{FF2B5EF4-FFF2-40B4-BE49-F238E27FC236}">
                    <a16:creationId xmlns:a16="http://schemas.microsoft.com/office/drawing/2014/main" id="{AB8646AF-C4D3-4174-4F90-519DCB6FAF3B}"/>
                  </a:ext>
                </a:extLst>
              </p:cNvPr>
              <p:cNvSpPr/>
              <p:nvPr/>
            </p:nvSpPr>
            <p:spPr>
              <a:xfrm>
                <a:off x="325187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3" name="ph3284">
                <a:extLst>
                  <a:ext uri="{FF2B5EF4-FFF2-40B4-BE49-F238E27FC236}">
                    <a16:creationId xmlns:a16="http://schemas.microsoft.com/office/drawing/2014/main" id="{9F7675E9-21E8-2590-6ED5-121D20F4CF52}"/>
                  </a:ext>
                </a:extLst>
              </p:cNvPr>
              <p:cNvSpPr/>
              <p:nvPr/>
            </p:nvSpPr>
            <p:spPr>
              <a:xfrm>
                <a:off x="326131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4" name="ph3285">
                <a:extLst>
                  <a:ext uri="{FF2B5EF4-FFF2-40B4-BE49-F238E27FC236}">
                    <a16:creationId xmlns:a16="http://schemas.microsoft.com/office/drawing/2014/main" id="{DAAF1F3E-C768-58D1-E0E5-154B3B11DF84}"/>
                  </a:ext>
                </a:extLst>
              </p:cNvPr>
              <p:cNvSpPr/>
              <p:nvPr/>
            </p:nvSpPr>
            <p:spPr>
              <a:xfrm>
                <a:off x="327075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F50">
                  <a:alpha val="100000"/>
                </a:srgbClr>
              </a:solidFill>
              <a:ln w="5420" cap="flat">
                <a:solidFill>
                  <a:srgbClr val="F67F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5" name="ph3286">
                <a:extLst>
                  <a:ext uri="{FF2B5EF4-FFF2-40B4-BE49-F238E27FC236}">
                    <a16:creationId xmlns:a16="http://schemas.microsoft.com/office/drawing/2014/main" id="{50DFCC35-5335-837D-1AE1-56E37ED5B2EC}"/>
                  </a:ext>
                </a:extLst>
              </p:cNvPr>
              <p:cNvSpPr/>
              <p:nvPr/>
            </p:nvSpPr>
            <p:spPr>
              <a:xfrm>
                <a:off x="328019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50">
                  <a:alpha val="100000"/>
                </a:srgbClr>
              </a:solidFill>
              <a:ln w="5420" cap="flat">
                <a:solidFill>
                  <a:srgbClr val="F67E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6" name="ph3287">
                <a:extLst>
                  <a:ext uri="{FF2B5EF4-FFF2-40B4-BE49-F238E27FC236}">
                    <a16:creationId xmlns:a16="http://schemas.microsoft.com/office/drawing/2014/main" id="{398304A6-A280-41B3-4636-D0E331B5F554}"/>
                  </a:ext>
                </a:extLst>
              </p:cNvPr>
              <p:cNvSpPr/>
              <p:nvPr/>
            </p:nvSpPr>
            <p:spPr>
              <a:xfrm>
                <a:off x="328963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7E4F">
                  <a:alpha val="100000"/>
                </a:srgbClr>
              </a:solidFill>
              <a:ln w="5420" cap="flat">
                <a:solidFill>
                  <a:srgbClr val="F67E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7" name="ph3288">
                <a:extLst>
                  <a:ext uri="{FF2B5EF4-FFF2-40B4-BE49-F238E27FC236}">
                    <a16:creationId xmlns:a16="http://schemas.microsoft.com/office/drawing/2014/main" id="{DC714714-FF65-ED5D-D019-255AAA4E24F8}"/>
                  </a:ext>
                </a:extLst>
              </p:cNvPr>
              <p:cNvSpPr/>
              <p:nvPr/>
            </p:nvSpPr>
            <p:spPr>
              <a:xfrm>
                <a:off x="329907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D4F">
                  <a:alpha val="100000"/>
                </a:srgbClr>
              </a:solidFill>
              <a:ln w="5420" cap="flat">
                <a:solidFill>
                  <a:srgbClr val="F57D4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8" name="ph3289">
                <a:extLst>
                  <a:ext uri="{FF2B5EF4-FFF2-40B4-BE49-F238E27FC236}">
                    <a16:creationId xmlns:a16="http://schemas.microsoft.com/office/drawing/2014/main" id="{397C2482-AA68-7391-4961-3BD0B17D3EFE}"/>
                  </a:ext>
                </a:extLst>
              </p:cNvPr>
              <p:cNvSpPr/>
              <p:nvPr/>
            </p:nvSpPr>
            <p:spPr>
              <a:xfrm>
                <a:off x="330851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7C4E">
                  <a:alpha val="100000"/>
                </a:srgbClr>
              </a:solidFill>
              <a:ln w="5420" cap="flat">
                <a:solidFill>
                  <a:srgbClr val="F57C4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9" name="ph3290">
                <a:extLst>
                  <a:ext uri="{FF2B5EF4-FFF2-40B4-BE49-F238E27FC236}">
                    <a16:creationId xmlns:a16="http://schemas.microsoft.com/office/drawing/2014/main" id="{343DF407-798B-83C4-E709-A94827EB4E29}"/>
                  </a:ext>
                </a:extLst>
              </p:cNvPr>
              <p:cNvSpPr/>
              <p:nvPr/>
            </p:nvSpPr>
            <p:spPr>
              <a:xfrm>
                <a:off x="331795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B4D">
                  <a:alpha val="100000"/>
                </a:srgbClr>
              </a:solidFill>
              <a:ln w="5420" cap="flat">
                <a:solidFill>
                  <a:srgbClr val="F47B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0" name="ph3291">
                <a:extLst>
                  <a:ext uri="{FF2B5EF4-FFF2-40B4-BE49-F238E27FC236}">
                    <a16:creationId xmlns:a16="http://schemas.microsoft.com/office/drawing/2014/main" id="{6939FAAF-16DE-A8E4-DEB2-2C5C0C695305}"/>
                  </a:ext>
                </a:extLst>
              </p:cNvPr>
              <p:cNvSpPr/>
              <p:nvPr/>
            </p:nvSpPr>
            <p:spPr>
              <a:xfrm>
                <a:off x="332739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1" name="ph3292">
                <a:extLst>
                  <a:ext uri="{FF2B5EF4-FFF2-40B4-BE49-F238E27FC236}">
                    <a16:creationId xmlns:a16="http://schemas.microsoft.com/office/drawing/2014/main" id="{EF8B2C3C-CD1A-E39F-D3C5-943F607D15F0}"/>
                  </a:ext>
                </a:extLst>
              </p:cNvPr>
              <p:cNvSpPr/>
              <p:nvPr/>
            </p:nvSpPr>
            <p:spPr>
              <a:xfrm>
                <a:off x="333683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94C">
                  <a:alpha val="100000"/>
                </a:srgbClr>
              </a:solidFill>
              <a:ln w="5420" cap="flat">
                <a:solidFill>
                  <a:srgbClr val="F3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2" name="ph3293">
                <a:extLst>
                  <a:ext uri="{FF2B5EF4-FFF2-40B4-BE49-F238E27FC236}">
                    <a16:creationId xmlns:a16="http://schemas.microsoft.com/office/drawing/2014/main" id="{4B5B5D59-BA90-B897-7E67-9A4D9EC07E91}"/>
                  </a:ext>
                </a:extLst>
              </p:cNvPr>
              <p:cNvSpPr/>
              <p:nvPr/>
            </p:nvSpPr>
            <p:spPr>
              <a:xfrm>
                <a:off x="334627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3" name="ph3294">
                <a:extLst>
                  <a:ext uri="{FF2B5EF4-FFF2-40B4-BE49-F238E27FC236}">
                    <a16:creationId xmlns:a16="http://schemas.microsoft.com/office/drawing/2014/main" id="{BBF5DABB-84B8-1981-A219-1420B2CEF076}"/>
                  </a:ext>
                </a:extLst>
              </p:cNvPr>
              <p:cNvSpPr/>
              <p:nvPr/>
            </p:nvSpPr>
            <p:spPr>
              <a:xfrm>
                <a:off x="335571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A">
                  <a:alpha val="100000"/>
                </a:srgbClr>
              </a:solidFill>
              <a:ln w="5420" cap="flat">
                <a:solidFill>
                  <a:srgbClr val="F276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4" name="ph3295">
                <a:extLst>
                  <a:ext uri="{FF2B5EF4-FFF2-40B4-BE49-F238E27FC236}">
                    <a16:creationId xmlns:a16="http://schemas.microsoft.com/office/drawing/2014/main" id="{5F5C0246-F5A4-880B-5F8C-3624418545E3}"/>
                  </a:ext>
                </a:extLst>
              </p:cNvPr>
              <p:cNvSpPr/>
              <p:nvPr/>
            </p:nvSpPr>
            <p:spPr>
              <a:xfrm>
                <a:off x="336515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5" name="ph3296">
                <a:extLst>
                  <a:ext uri="{FF2B5EF4-FFF2-40B4-BE49-F238E27FC236}">
                    <a16:creationId xmlns:a16="http://schemas.microsoft.com/office/drawing/2014/main" id="{58B9620F-BFC5-4C1F-88FA-224260D2EE08}"/>
                  </a:ext>
                </a:extLst>
              </p:cNvPr>
              <p:cNvSpPr/>
              <p:nvPr/>
            </p:nvSpPr>
            <p:spPr>
              <a:xfrm>
                <a:off x="337459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6" name="ph3297">
                <a:extLst>
                  <a:ext uri="{FF2B5EF4-FFF2-40B4-BE49-F238E27FC236}">
                    <a16:creationId xmlns:a16="http://schemas.microsoft.com/office/drawing/2014/main" id="{4D374D61-10F0-81D5-94AF-9C82DFB51B57}"/>
                  </a:ext>
                </a:extLst>
              </p:cNvPr>
              <p:cNvSpPr/>
              <p:nvPr/>
            </p:nvSpPr>
            <p:spPr>
              <a:xfrm>
                <a:off x="338403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7" name="ph3298">
                <a:extLst>
                  <a:ext uri="{FF2B5EF4-FFF2-40B4-BE49-F238E27FC236}">
                    <a16:creationId xmlns:a16="http://schemas.microsoft.com/office/drawing/2014/main" id="{14839295-8E3E-FB93-C9F2-CBC5753B05CF}"/>
                  </a:ext>
                </a:extLst>
              </p:cNvPr>
              <p:cNvSpPr/>
              <p:nvPr/>
            </p:nvSpPr>
            <p:spPr>
              <a:xfrm>
                <a:off x="339347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8" name="ph3299">
                <a:extLst>
                  <a:ext uri="{FF2B5EF4-FFF2-40B4-BE49-F238E27FC236}">
                    <a16:creationId xmlns:a16="http://schemas.microsoft.com/office/drawing/2014/main" id="{AEF58C9A-7876-E988-83A2-1F120DA4B3CC}"/>
                  </a:ext>
                </a:extLst>
              </p:cNvPr>
              <p:cNvSpPr/>
              <p:nvPr/>
            </p:nvSpPr>
            <p:spPr>
              <a:xfrm>
                <a:off x="3402913" y="2097513"/>
                <a:ext cx="9188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0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01" y="896830"/>
                    </a:lnTo>
                    <a:lnTo>
                      <a:pt x="918413" y="902718"/>
                    </a:lnTo>
                    <a:lnTo>
                      <a:pt x="917380" y="913637"/>
                    </a:lnTo>
                    <a:lnTo>
                      <a:pt x="917285" y="914400"/>
                    </a:lnTo>
                    <a:close/>
                  </a:path>
                </a:pathLst>
              </a:custGeom>
              <a:solidFill>
                <a:srgbClr val="F07046">
                  <a:alpha val="100000"/>
                </a:srgbClr>
              </a:solidFill>
              <a:ln w="5420" cap="flat">
                <a:solidFill>
                  <a:srgbClr val="F070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9" name="ph3300">
                <a:extLst>
                  <a:ext uri="{FF2B5EF4-FFF2-40B4-BE49-F238E27FC236}">
                    <a16:creationId xmlns:a16="http://schemas.microsoft.com/office/drawing/2014/main" id="{D481936D-70CC-0F4A-01C8-0BBAB20503C8}"/>
                  </a:ext>
                </a:extLst>
              </p:cNvPr>
              <p:cNvSpPr/>
              <p:nvPr/>
            </p:nvSpPr>
            <p:spPr>
              <a:xfrm>
                <a:off x="2345607" y="2062373"/>
                <a:ext cx="914400" cy="9157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41">
                    <a:moveTo>
                      <a:pt x="914400" y="914400"/>
                    </a:moveTo>
                    <a:lnTo>
                      <a:pt x="914400" y="915741"/>
                    </a:lnTo>
                    <a:lnTo>
                      <a:pt x="913829" y="914400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0" name="ph3301">
                <a:extLst>
                  <a:ext uri="{FF2B5EF4-FFF2-40B4-BE49-F238E27FC236}">
                    <a16:creationId xmlns:a16="http://schemas.microsoft.com/office/drawing/2014/main" id="{20AF0E9B-4A1B-314E-BDC9-7882B465E437}"/>
                  </a:ext>
                </a:extLst>
              </p:cNvPr>
              <p:cNvSpPr/>
              <p:nvPr/>
            </p:nvSpPr>
            <p:spPr>
              <a:xfrm>
                <a:off x="234560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55" y="931969"/>
                    </a:lnTo>
                    <a:lnTo>
                      <a:pt x="918483" y="924412"/>
                    </a:lnTo>
                    <a:lnTo>
                      <a:pt x="914564" y="916128"/>
                    </a:lnTo>
                    <a:lnTo>
                      <a:pt x="914400" y="915741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1" name="ph3302">
                <a:extLst>
                  <a:ext uri="{FF2B5EF4-FFF2-40B4-BE49-F238E27FC236}">
                    <a16:creationId xmlns:a16="http://schemas.microsoft.com/office/drawing/2014/main" id="{C6FC6D25-0585-FDD2-C286-847C098924E8}"/>
                  </a:ext>
                </a:extLst>
              </p:cNvPr>
              <p:cNvSpPr/>
              <p:nvPr/>
            </p:nvSpPr>
            <p:spPr>
              <a:xfrm>
                <a:off x="235504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2" name="ph3303">
                <a:extLst>
                  <a:ext uri="{FF2B5EF4-FFF2-40B4-BE49-F238E27FC236}">
                    <a16:creationId xmlns:a16="http://schemas.microsoft.com/office/drawing/2014/main" id="{1A68C705-CE41-66D4-9168-DED975EAB3F8}"/>
                  </a:ext>
                </a:extLst>
              </p:cNvPr>
              <p:cNvSpPr/>
              <p:nvPr/>
            </p:nvSpPr>
            <p:spPr>
              <a:xfrm>
                <a:off x="236448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3" name="ph3304">
                <a:extLst>
                  <a:ext uri="{FF2B5EF4-FFF2-40B4-BE49-F238E27FC236}">
                    <a16:creationId xmlns:a16="http://schemas.microsoft.com/office/drawing/2014/main" id="{5068CCF3-806B-1B36-DE74-4F7C81D95A27}"/>
                  </a:ext>
                </a:extLst>
              </p:cNvPr>
              <p:cNvSpPr/>
              <p:nvPr/>
            </p:nvSpPr>
            <p:spPr>
              <a:xfrm>
                <a:off x="237392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4" name="ph3305">
                <a:extLst>
                  <a:ext uri="{FF2B5EF4-FFF2-40B4-BE49-F238E27FC236}">
                    <a16:creationId xmlns:a16="http://schemas.microsoft.com/office/drawing/2014/main" id="{3C455949-C39B-2798-FDC8-2CA1EFEE87CB}"/>
                  </a:ext>
                </a:extLst>
              </p:cNvPr>
              <p:cNvSpPr/>
              <p:nvPr/>
            </p:nvSpPr>
            <p:spPr>
              <a:xfrm>
                <a:off x="238336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5" name="ph3306">
                <a:extLst>
                  <a:ext uri="{FF2B5EF4-FFF2-40B4-BE49-F238E27FC236}">
                    <a16:creationId xmlns:a16="http://schemas.microsoft.com/office/drawing/2014/main" id="{3EAD7977-4C8A-D357-A3D1-E823E769D15C}"/>
                  </a:ext>
                </a:extLst>
              </p:cNvPr>
              <p:cNvSpPr/>
              <p:nvPr/>
            </p:nvSpPr>
            <p:spPr>
              <a:xfrm>
                <a:off x="239280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6" name="ph3307">
                <a:extLst>
                  <a:ext uri="{FF2B5EF4-FFF2-40B4-BE49-F238E27FC236}">
                    <a16:creationId xmlns:a16="http://schemas.microsoft.com/office/drawing/2014/main" id="{D1B78993-A35F-F4C5-3372-C9C43874B5BC}"/>
                  </a:ext>
                </a:extLst>
              </p:cNvPr>
              <p:cNvSpPr/>
              <p:nvPr/>
            </p:nvSpPr>
            <p:spPr>
              <a:xfrm>
                <a:off x="240224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7" name="ph3308">
                <a:extLst>
                  <a:ext uri="{FF2B5EF4-FFF2-40B4-BE49-F238E27FC236}">
                    <a16:creationId xmlns:a16="http://schemas.microsoft.com/office/drawing/2014/main" id="{B50E94A5-5CB0-56C0-B5B2-FC147D616609}"/>
                  </a:ext>
                </a:extLst>
              </p:cNvPr>
              <p:cNvSpPr/>
              <p:nvPr/>
            </p:nvSpPr>
            <p:spPr>
              <a:xfrm>
                <a:off x="241168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8" name="ph3309">
                <a:extLst>
                  <a:ext uri="{FF2B5EF4-FFF2-40B4-BE49-F238E27FC236}">
                    <a16:creationId xmlns:a16="http://schemas.microsoft.com/office/drawing/2014/main" id="{91F73380-9713-09FA-5FA5-593037C49CF3}"/>
                  </a:ext>
                </a:extLst>
              </p:cNvPr>
              <p:cNvSpPr/>
              <p:nvPr/>
            </p:nvSpPr>
            <p:spPr>
              <a:xfrm>
                <a:off x="242112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9" name="ph3310">
                <a:extLst>
                  <a:ext uri="{FF2B5EF4-FFF2-40B4-BE49-F238E27FC236}">
                    <a16:creationId xmlns:a16="http://schemas.microsoft.com/office/drawing/2014/main" id="{42C71C4A-90B7-1372-2C9A-2519AC0039AD}"/>
                  </a:ext>
                </a:extLst>
              </p:cNvPr>
              <p:cNvSpPr/>
              <p:nvPr/>
            </p:nvSpPr>
            <p:spPr>
              <a:xfrm>
                <a:off x="243056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0" name="ph3311">
                <a:extLst>
                  <a:ext uri="{FF2B5EF4-FFF2-40B4-BE49-F238E27FC236}">
                    <a16:creationId xmlns:a16="http://schemas.microsoft.com/office/drawing/2014/main" id="{B1740B5C-1937-AF89-6BB2-0376D24DAD72}"/>
                  </a:ext>
                </a:extLst>
              </p:cNvPr>
              <p:cNvSpPr/>
              <p:nvPr/>
            </p:nvSpPr>
            <p:spPr>
              <a:xfrm>
                <a:off x="244000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1" name="ph3312">
                <a:extLst>
                  <a:ext uri="{FF2B5EF4-FFF2-40B4-BE49-F238E27FC236}">
                    <a16:creationId xmlns:a16="http://schemas.microsoft.com/office/drawing/2014/main" id="{81FD5B20-6D95-BF69-6124-E677CABDEC75}"/>
                  </a:ext>
                </a:extLst>
              </p:cNvPr>
              <p:cNvSpPr/>
              <p:nvPr/>
            </p:nvSpPr>
            <p:spPr>
              <a:xfrm>
                <a:off x="244944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2" name="ph3313">
                <a:extLst>
                  <a:ext uri="{FF2B5EF4-FFF2-40B4-BE49-F238E27FC236}">
                    <a16:creationId xmlns:a16="http://schemas.microsoft.com/office/drawing/2014/main" id="{260D22AD-A6C1-1C12-601A-91F37EC5D96C}"/>
                  </a:ext>
                </a:extLst>
              </p:cNvPr>
              <p:cNvSpPr/>
              <p:nvPr/>
            </p:nvSpPr>
            <p:spPr>
              <a:xfrm>
                <a:off x="245889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3" name="ph3314">
                <a:extLst>
                  <a:ext uri="{FF2B5EF4-FFF2-40B4-BE49-F238E27FC236}">
                    <a16:creationId xmlns:a16="http://schemas.microsoft.com/office/drawing/2014/main" id="{35CF7A49-3DA3-FFBE-4232-F0E6A12BB806}"/>
                  </a:ext>
                </a:extLst>
              </p:cNvPr>
              <p:cNvSpPr/>
              <p:nvPr/>
            </p:nvSpPr>
            <p:spPr>
              <a:xfrm>
                <a:off x="246833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4" name="ph3315">
                <a:extLst>
                  <a:ext uri="{FF2B5EF4-FFF2-40B4-BE49-F238E27FC236}">
                    <a16:creationId xmlns:a16="http://schemas.microsoft.com/office/drawing/2014/main" id="{872A278D-8060-E155-275C-E874D59DEC0F}"/>
                  </a:ext>
                </a:extLst>
              </p:cNvPr>
              <p:cNvSpPr/>
              <p:nvPr/>
            </p:nvSpPr>
            <p:spPr>
              <a:xfrm>
                <a:off x="247777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5" name="ph3316">
                <a:extLst>
                  <a:ext uri="{FF2B5EF4-FFF2-40B4-BE49-F238E27FC236}">
                    <a16:creationId xmlns:a16="http://schemas.microsoft.com/office/drawing/2014/main" id="{5551980D-C2AD-A300-D5ED-1EFE9AEAE82F}"/>
                  </a:ext>
                </a:extLst>
              </p:cNvPr>
              <p:cNvSpPr/>
              <p:nvPr/>
            </p:nvSpPr>
            <p:spPr>
              <a:xfrm>
                <a:off x="248721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6" name="ph3317">
                <a:extLst>
                  <a:ext uri="{FF2B5EF4-FFF2-40B4-BE49-F238E27FC236}">
                    <a16:creationId xmlns:a16="http://schemas.microsoft.com/office/drawing/2014/main" id="{F18E0B9C-B191-E2EF-1845-EEAA498AFF73}"/>
                  </a:ext>
                </a:extLst>
              </p:cNvPr>
              <p:cNvSpPr/>
              <p:nvPr/>
            </p:nvSpPr>
            <p:spPr>
              <a:xfrm>
                <a:off x="249665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7" name="ph3318">
                <a:extLst>
                  <a:ext uri="{FF2B5EF4-FFF2-40B4-BE49-F238E27FC236}">
                    <a16:creationId xmlns:a16="http://schemas.microsoft.com/office/drawing/2014/main" id="{72108267-1FC7-E3BA-2227-02D565FD88F7}"/>
                  </a:ext>
                </a:extLst>
              </p:cNvPr>
              <p:cNvSpPr/>
              <p:nvPr/>
            </p:nvSpPr>
            <p:spPr>
              <a:xfrm>
                <a:off x="250609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8" name="ph3319">
                <a:extLst>
                  <a:ext uri="{FF2B5EF4-FFF2-40B4-BE49-F238E27FC236}">
                    <a16:creationId xmlns:a16="http://schemas.microsoft.com/office/drawing/2014/main" id="{180C5952-B1AB-25DC-E01C-05FF4E70072E}"/>
                  </a:ext>
                </a:extLst>
              </p:cNvPr>
              <p:cNvSpPr/>
              <p:nvPr/>
            </p:nvSpPr>
            <p:spPr>
              <a:xfrm>
                <a:off x="251553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9" name="ph3320">
                <a:extLst>
                  <a:ext uri="{FF2B5EF4-FFF2-40B4-BE49-F238E27FC236}">
                    <a16:creationId xmlns:a16="http://schemas.microsoft.com/office/drawing/2014/main" id="{E27B7106-D21D-E244-1CC4-9078CF5B180E}"/>
                  </a:ext>
                </a:extLst>
              </p:cNvPr>
              <p:cNvSpPr/>
              <p:nvPr/>
            </p:nvSpPr>
            <p:spPr>
              <a:xfrm>
                <a:off x="252497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0" name="ph3321">
                <a:extLst>
                  <a:ext uri="{FF2B5EF4-FFF2-40B4-BE49-F238E27FC236}">
                    <a16:creationId xmlns:a16="http://schemas.microsoft.com/office/drawing/2014/main" id="{288ACCEE-74A4-E3E9-4D3F-CC5C22AA69F1}"/>
                  </a:ext>
                </a:extLst>
              </p:cNvPr>
              <p:cNvSpPr/>
              <p:nvPr/>
            </p:nvSpPr>
            <p:spPr>
              <a:xfrm>
                <a:off x="253441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1" name="ph3322">
                <a:extLst>
                  <a:ext uri="{FF2B5EF4-FFF2-40B4-BE49-F238E27FC236}">
                    <a16:creationId xmlns:a16="http://schemas.microsoft.com/office/drawing/2014/main" id="{AB479758-346F-0DBC-236D-4D54C157FDC0}"/>
                  </a:ext>
                </a:extLst>
              </p:cNvPr>
              <p:cNvSpPr/>
              <p:nvPr/>
            </p:nvSpPr>
            <p:spPr>
              <a:xfrm>
                <a:off x="254385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2" name="ph3323">
                <a:extLst>
                  <a:ext uri="{FF2B5EF4-FFF2-40B4-BE49-F238E27FC236}">
                    <a16:creationId xmlns:a16="http://schemas.microsoft.com/office/drawing/2014/main" id="{7469C548-01BC-1C88-01C2-8ADC0EEBED12}"/>
                  </a:ext>
                </a:extLst>
              </p:cNvPr>
              <p:cNvSpPr/>
              <p:nvPr/>
            </p:nvSpPr>
            <p:spPr>
              <a:xfrm>
                <a:off x="255329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3" name="ph3324">
                <a:extLst>
                  <a:ext uri="{FF2B5EF4-FFF2-40B4-BE49-F238E27FC236}">
                    <a16:creationId xmlns:a16="http://schemas.microsoft.com/office/drawing/2014/main" id="{96A12DF5-6A85-3055-9403-B7465E421F52}"/>
                  </a:ext>
                </a:extLst>
              </p:cNvPr>
              <p:cNvSpPr/>
              <p:nvPr/>
            </p:nvSpPr>
            <p:spPr>
              <a:xfrm>
                <a:off x="256273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4" name="ph3325">
                <a:extLst>
                  <a:ext uri="{FF2B5EF4-FFF2-40B4-BE49-F238E27FC236}">
                    <a16:creationId xmlns:a16="http://schemas.microsoft.com/office/drawing/2014/main" id="{9849DABD-EEB7-64C7-967B-F31CC3A092D7}"/>
                  </a:ext>
                </a:extLst>
              </p:cNvPr>
              <p:cNvSpPr/>
              <p:nvPr/>
            </p:nvSpPr>
            <p:spPr>
              <a:xfrm>
                <a:off x="257217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5" name="ph3326">
                <a:extLst>
                  <a:ext uri="{FF2B5EF4-FFF2-40B4-BE49-F238E27FC236}">
                    <a16:creationId xmlns:a16="http://schemas.microsoft.com/office/drawing/2014/main" id="{3141FF65-173B-7571-292A-E33737AE5693}"/>
                  </a:ext>
                </a:extLst>
              </p:cNvPr>
              <p:cNvSpPr/>
              <p:nvPr/>
            </p:nvSpPr>
            <p:spPr>
              <a:xfrm>
                <a:off x="258161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6" name="ph3327">
                <a:extLst>
                  <a:ext uri="{FF2B5EF4-FFF2-40B4-BE49-F238E27FC236}">
                    <a16:creationId xmlns:a16="http://schemas.microsoft.com/office/drawing/2014/main" id="{3FCF65CE-0CFC-BBE9-B369-18719791D899}"/>
                  </a:ext>
                </a:extLst>
              </p:cNvPr>
              <p:cNvSpPr/>
              <p:nvPr/>
            </p:nvSpPr>
            <p:spPr>
              <a:xfrm>
                <a:off x="259105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7" name="ph3328">
                <a:extLst>
                  <a:ext uri="{FF2B5EF4-FFF2-40B4-BE49-F238E27FC236}">
                    <a16:creationId xmlns:a16="http://schemas.microsoft.com/office/drawing/2014/main" id="{25B23319-3E93-D186-3B3E-2D826DD6EFF3}"/>
                  </a:ext>
                </a:extLst>
              </p:cNvPr>
              <p:cNvSpPr/>
              <p:nvPr/>
            </p:nvSpPr>
            <p:spPr>
              <a:xfrm>
                <a:off x="260049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8" name="ph3329">
                <a:extLst>
                  <a:ext uri="{FF2B5EF4-FFF2-40B4-BE49-F238E27FC236}">
                    <a16:creationId xmlns:a16="http://schemas.microsoft.com/office/drawing/2014/main" id="{0E9968E7-BCE5-FFF2-183E-0FF7B1B03DF1}"/>
                  </a:ext>
                </a:extLst>
              </p:cNvPr>
              <p:cNvSpPr/>
              <p:nvPr/>
            </p:nvSpPr>
            <p:spPr>
              <a:xfrm>
                <a:off x="260993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9" name="ph3330">
                <a:extLst>
                  <a:ext uri="{FF2B5EF4-FFF2-40B4-BE49-F238E27FC236}">
                    <a16:creationId xmlns:a16="http://schemas.microsoft.com/office/drawing/2014/main" id="{EC60B47F-A5CD-A0C3-3135-5EE48BFEAB9F}"/>
                  </a:ext>
                </a:extLst>
              </p:cNvPr>
              <p:cNvSpPr/>
              <p:nvPr/>
            </p:nvSpPr>
            <p:spPr>
              <a:xfrm>
                <a:off x="261937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0" name="ph3331">
                <a:extLst>
                  <a:ext uri="{FF2B5EF4-FFF2-40B4-BE49-F238E27FC236}">
                    <a16:creationId xmlns:a16="http://schemas.microsoft.com/office/drawing/2014/main" id="{18129073-92DD-9587-C9D4-03772D523A32}"/>
                  </a:ext>
                </a:extLst>
              </p:cNvPr>
              <p:cNvSpPr/>
              <p:nvPr/>
            </p:nvSpPr>
            <p:spPr>
              <a:xfrm>
                <a:off x="262881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1" name="ph3332">
                <a:extLst>
                  <a:ext uri="{FF2B5EF4-FFF2-40B4-BE49-F238E27FC236}">
                    <a16:creationId xmlns:a16="http://schemas.microsoft.com/office/drawing/2014/main" id="{F1C80C11-E01F-4C12-EF69-14537036A940}"/>
                  </a:ext>
                </a:extLst>
              </p:cNvPr>
              <p:cNvSpPr/>
              <p:nvPr/>
            </p:nvSpPr>
            <p:spPr>
              <a:xfrm>
                <a:off x="263825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2" name="ph3333">
                <a:extLst>
                  <a:ext uri="{FF2B5EF4-FFF2-40B4-BE49-F238E27FC236}">
                    <a16:creationId xmlns:a16="http://schemas.microsoft.com/office/drawing/2014/main" id="{2365C7BF-559B-EB88-0F14-013DED4A41D8}"/>
                  </a:ext>
                </a:extLst>
              </p:cNvPr>
              <p:cNvSpPr/>
              <p:nvPr/>
            </p:nvSpPr>
            <p:spPr>
              <a:xfrm>
                <a:off x="264769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3" name="ph3334">
                <a:extLst>
                  <a:ext uri="{FF2B5EF4-FFF2-40B4-BE49-F238E27FC236}">
                    <a16:creationId xmlns:a16="http://schemas.microsoft.com/office/drawing/2014/main" id="{EC6ABED0-E9C4-63EE-370D-5FAC3A60714A}"/>
                  </a:ext>
                </a:extLst>
              </p:cNvPr>
              <p:cNvSpPr/>
              <p:nvPr/>
            </p:nvSpPr>
            <p:spPr>
              <a:xfrm>
                <a:off x="265713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4" name="ph3335">
                <a:extLst>
                  <a:ext uri="{FF2B5EF4-FFF2-40B4-BE49-F238E27FC236}">
                    <a16:creationId xmlns:a16="http://schemas.microsoft.com/office/drawing/2014/main" id="{54FC6B76-77CA-C370-929D-FDDBB9C1E808}"/>
                  </a:ext>
                </a:extLst>
              </p:cNvPr>
              <p:cNvSpPr/>
              <p:nvPr/>
            </p:nvSpPr>
            <p:spPr>
              <a:xfrm>
                <a:off x="266657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5" name="ph3336">
                <a:extLst>
                  <a:ext uri="{FF2B5EF4-FFF2-40B4-BE49-F238E27FC236}">
                    <a16:creationId xmlns:a16="http://schemas.microsoft.com/office/drawing/2014/main" id="{FA00D595-CE4E-2E3A-3F0B-340835BBD6C4}"/>
                  </a:ext>
                </a:extLst>
              </p:cNvPr>
              <p:cNvSpPr/>
              <p:nvPr/>
            </p:nvSpPr>
            <p:spPr>
              <a:xfrm>
                <a:off x="267601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6" name="ph3337">
                <a:extLst>
                  <a:ext uri="{FF2B5EF4-FFF2-40B4-BE49-F238E27FC236}">
                    <a16:creationId xmlns:a16="http://schemas.microsoft.com/office/drawing/2014/main" id="{8D23569B-6743-EE61-BB33-D3E8BA30FFC5}"/>
                  </a:ext>
                </a:extLst>
              </p:cNvPr>
              <p:cNvSpPr/>
              <p:nvPr/>
            </p:nvSpPr>
            <p:spPr>
              <a:xfrm>
                <a:off x="2685455" y="2079943"/>
                <a:ext cx="923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987" y="896830"/>
                    </a:lnTo>
                    <a:lnTo>
                      <a:pt x="917835" y="902114"/>
                    </a:lnTo>
                    <a:lnTo>
                      <a:pt x="921843" y="910376"/>
                    </a:lnTo>
                    <a:lnTo>
                      <a:pt x="923596" y="914400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7" name="ph3338">
                <a:extLst>
                  <a:ext uri="{FF2B5EF4-FFF2-40B4-BE49-F238E27FC236}">
                    <a16:creationId xmlns:a16="http://schemas.microsoft.com/office/drawing/2014/main" id="{E6990C82-0E3C-A4F8-7B85-0CD18EF042EA}"/>
                  </a:ext>
                </a:extLst>
              </p:cNvPr>
              <p:cNvSpPr/>
              <p:nvPr/>
            </p:nvSpPr>
            <p:spPr>
              <a:xfrm>
                <a:off x="3157467" y="207994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10" y="914400"/>
                    </a:lnTo>
                    <a:lnTo>
                      <a:pt x="912854" y="908244"/>
                    </a:lnTo>
                    <a:lnTo>
                      <a:pt x="914400" y="905501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8" name="ph3339">
                <a:extLst>
                  <a:ext uri="{FF2B5EF4-FFF2-40B4-BE49-F238E27FC236}">
                    <a16:creationId xmlns:a16="http://schemas.microsoft.com/office/drawing/2014/main" id="{4D1512D0-7374-9091-EB7E-7CD3CD3FE823}"/>
                  </a:ext>
                </a:extLst>
              </p:cNvPr>
              <p:cNvSpPr/>
              <p:nvPr/>
            </p:nvSpPr>
            <p:spPr>
              <a:xfrm>
                <a:off x="3166907" y="206237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071"/>
                    </a:lnTo>
                    <a:lnTo>
                      <a:pt x="907445" y="918661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9" name="ph3340">
                <a:extLst>
                  <a:ext uri="{FF2B5EF4-FFF2-40B4-BE49-F238E27FC236}">
                    <a16:creationId xmlns:a16="http://schemas.microsoft.com/office/drawing/2014/main" id="{68007813-FFD9-544F-DD8D-77DF2274D109}"/>
                  </a:ext>
                </a:extLst>
              </p:cNvPr>
              <p:cNvSpPr/>
              <p:nvPr/>
            </p:nvSpPr>
            <p:spPr>
              <a:xfrm>
                <a:off x="316690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0" name="ph3341">
                <a:extLst>
                  <a:ext uri="{FF2B5EF4-FFF2-40B4-BE49-F238E27FC236}">
                    <a16:creationId xmlns:a16="http://schemas.microsoft.com/office/drawing/2014/main" id="{BB2C6FDC-CF19-18A9-86BF-70D48695A054}"/>
                  </a:ext>
                </a:extLst>
              </p:cNvPr>
              <p:cNvSpPr/>
              <p:nvPr/>
            </p:nvSpPr>
            <p:spPr>
              <a:xfrm>
                <a:off x="317634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1" name="ph3342">
                <a:extLst>
                  <a:ext uri="{FF2B5EF4-FFF2-40B4-BE49-F238E27FC236}">
                    <a16:creationId xmlns:a16="http://schemas.microsoft.com/office/drawing/2014/main" id="{8C219687-BE84-0668-93FE-9ACAA4BE5A08}"/>
                  </a:ext>
                </a:extLst>
              </p:cNvPr>
              <p:cNvSpPr/>
              <p:nvPr/>
            </p:nvSpPr>
            <p:spPr>
              <a:xfrm>
                <a:off x="318578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2" name="ph3343">
                <a:extLst>
                  <a:ext uri="{FF2B5EF4-FFF2-40B4-BE49-F238E27FC236}">
                    <a16:creationId xmlns:a16="http://schemas.microsoft.com/office/drawing/2014/main" id="{AC1D59F0-5190-9C2A-52CE-DD0C412D8709}"/>
                  </a:ext>
                </a:extLst>
              </p:cNvPr>
              <p:cNvSpPr/>
              <p:nvPr/>
            </p:nvSpPr>
            <p:spPr>
              <a:xfrm>
                <a:off x="319522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3" name="ph3344">
                <a:extLst>
                  <a:ext uri="{FF2B5EF4-FFF2-40B4-BE49-F238E27FC236}">
                    <a16:creationId xmlns:a16="http://schemas.microsoft.com/office/drawing/2014/main" id="{11DA806C-E3F1-4ED9-D650-FC3397892B80}"/>
                  </a:ext>
                </a:extLst>
              </p:cNvPr>
              <p:cNvSpPr/>
              <p:nvPr/>
            </p:nvSpPr>
            <p:spPr>
              <a:xfrm>
                <a:off x="3204668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4" name="ph3345">
                <a:extLst>
                  <a:ext uri="{FF2B5EF4-FFF2-40B4-BE49-F238E27FC236}">
                    <a16:creationId xmlns:a16="http://schemas.microsoft.com/office/drawing/2014/main" id="{15102322-BF46-8022-15F4-9951BBD5DEBA}"/>
                  </a:ext>
                </a:extLst>
              </p:cNvPr>
              <p:cNvSpPr/>
              <p:nvPr/>
            </p:nvSpPr>
            <p:spPr>
              <a:xfrm>
                <a:off x="321410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5" name="ph3346">
                <a:extLst>
                  <a:ext uri="{FF2B5EF4-FFF2-40B4-BE49-F238E27FC236}">
                    <a16:creationId xmlns:a16="http://schemas.microsoft.com/office/drawing/2014/main" id="{5AA991CA-3DAC-D94C-AFD2-F1B40C0C9366}"/>
                  </a:ext>
                </a:extLst>
              </p:cNvPr>
              <p:cNvSpPr/>
              <p:nvPr/>
            </p:nvSpPr>
            <p:spPr>
              <a:xfrm>
                <a:off x="322354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6" name="ph3347">
                <a:extLst>
                  <a:ext uri="{FF2B5EF4-FFF2-40B4-BE49-F238E27FC236}">
                    <a16:creationId xmlns:a16="http://schemas.microsoft.com/office/drawing/2014/main" id="{ABE9994F-A42A-E634-F936-50A14C94444E}"/>
                  </a:ext>
                </a:extLst>
              </p:cNvPr>
              <p:cNvSpPr/>
              <p:nvPr/>
            </p:nvSpPr>
            <p:spPr>
              <a:xfrm>
                <a:off x="323298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7" name="ph3348">
                <a:extLst>
                  <a:ext uri="{FF2B5EF4-FFF2-40B4-BE49-F238E27FC236}">
                    <a16:creationId xmlns:a16="http://schemas.microsoft.com/office/drawing/2014/main" id="{9FFB3302-3731-DA9B-ECD9-4DE024D0C3D4}"/>
                  </a:ext>
                </a:extLst>
              </p:cNvPr>
              <p:cNvSpPr/>
              <p:nvPr/>
            </p:nvSpPr>
            <p:spPr>
              <a:xfrm>
                <a:off x="324242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8" name="ph3349">
                <a:extLst>
                  <a:ext uri="{FF2B5EF4-FFF2-40B4-BE49-F238E27FC236}">
                    <a16:creationId xmlns:a16="http://schemas.microsoft.com/office/drawing/2014/main" id="{0BB888C4-5FCF-3E92-1392-7E64C3B6FFB6}"/>
                  </a:ext>
                </a:extLst>
              </p:cNvPr>
              <p:cNvSpPr/>
              <p:nvPr/>
            </p:nvSpPr>
            <p:spPr>
              <a:xfrm>
                <a:off x="325187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9" name="ph3350">
                <a:extLst>
                  <a:ext uri="{FF2B5EF4-FFF2-40B4-BE49-F238E27FC236}">
                    <a16:creationId xmlns:a16="http://schemas.microsoft.com/office/drawing/2014/main" id="{823F9D39-3DF0-A033-DA81-17791E973D85}"/>
                  </a:ext>
                </a:extLst>
              </p:cNvPr>
              <p:cNvSpPr/>
              <p:nvPr/>
            </p:nvSpPr>
            <p:spPr>
              <a:xfrm>
                <a:off x="326131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A4D">
                  <a:alpha val="100000"/>
                </a:srgbClr>
              </a:solidFill>
              <a:ln w="5420" cap="flat">
                <a:solidFill>
                  <a:srgbClr val="F47A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0" name="ph3351">
                <a:extLst>
                  <a:ext uri="{FF2B5EF4-FFF2-40B4-BE49-F238E27FC236}">
                    <a16:creationId xmlns:a16="http://schemas.microsoft.com/office/drawing/2014/main" id="{4B358C13-9065-6F35-496D-DD187F70B432}"/>
                  </a:ext>
                </a:extLst>
              </p:cNvPr>
              <p:cNvSpPr/>
              <p:nvPr/>
            </p:nvSpPr>
            <p:spPr>
              <a:xfrm>
                <a:off x="327075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1" name="ph3352">
                <a:extLst>
                  <a:ext uri="{FF2B5EF4-FFF2-40B4-BE49-F238E27FC236}">
                    <a16:creationId xmlns:a16="http://schemas.microsoft.com/office/drawing/2014/main" id="{A2D3FE91-0822-4053-5672-54B2B45D92B5}"/>
                  </a:ext>
                </a:extLst>
              </p:cNvPr>
              <p:cNvSpPr/>
              <p:nvPr/>
            </p:nvSpPr>
            <p:spPr>
              <a:xfrm>
                <a:off x="328019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794C">
                  <a:alpha val="100000"/>
                </a:srgbClr>
              </a:solidFill>
              <a:ln w="5420" cap="flat">
                <a:solidFill>
                  <a:srgbClr val="F479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2" name="ph3353">
                <a:extLst>
                  <a:ext uri="{FF2B5EF4-FFF2-40B4-BE49-F238E27FC236}">
                    <a16:creationId xmlns:a16="http://schemas.microsoft.com/office/drawing/2014/main" id="{47F47368-E18B-0235-E02F-27C0213DE559}"/>
                  </a:ext>
                </a:extLst>
              </p:cNvPr>
              <p:cNvSpPr/>
              <p:nvPr/>
            </p:nvSpPr>
            <p:spPr>
              <a:xfrm>
                <a:off x="328963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84C">
                  <a:alpha val="100000"/>
                </a:srgbClr>
              </a:solidFill>
              <a:ln w="5420" cap="flat">
                <a:solidFill>
                  <a:srgbClr val="F378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3" name="ph3354">
                <a:extLst>
                  <a:ext uri="{FF2B5EF4-FFF2-40B4-BE49-F238E27FC236}">
                    <a16:creationId xmlns:a16="http://schemas.microsoft.com/office/drawing/2014/main" id="{F68C25FD-FD1A-DB12-5F1B-6B2A2746EC5C}"/>
                  </a:ext>
                </a:extLst>
              </p:cNvPr>
              <p:cNvSpPr/>
              <p:nvPr/>
            </p:nvSpPr>
            <p:spPr>
              <a:xfrm>
                <a:off x="329907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774B">
                  <a:alpha val="100000"/>
                </a:srgbClr>
              </a:solidFill>
              <a:ln w="5420" cap="flat">
                <a:solidFill>
                  <a:srgbClr val="F377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4" name="ph3355">
                <a:extLst>
                  <a:ext uri="{FF2B5EF4-FFF2-40B4-BE49-F238E27FC236}">
                    <a16:creationId xmlns:a16="http://schemas.microsoft.com/office/drawing/2014/main" id="{40BB5337-ECBE-AC8D-9A1D-7F38855C20CD}"/>
                  </a:ext>
                </a:extLst>
              </p:cNvPr>
              <p:cNvSpPr/>
              <p:nvPr/>
            </p:nvSpPr>
            <p:spPr>
              <a:xfrm>
                <a:off x="330851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64B">
                  <a:alpha val="100000"/>
                </a:srgbClr>
              </a:solidFill>
              <a:ln w="5420" cap="flat">
                <a:solidFill>
                  <a:srgbClr val="F2764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5" name="ph3356">
                <a:extLst>
                  <a:ext uri="{FF2B5EF4-FFF2-40B4-BE49-F238E27FC236}">
                    <a16:creationId xmlns:a16="http://schemas.microsoft.com/office/drawing/2014/main" id="{8083264D-94A8-48E2-52E6-ADD8E28BF734}"/>
                  </a:ext>
                </a:extLst>
              </p:cNvPr>
              <p:cNvSpPr/>
              <p:nvPr/>
            </p:nvSpPr>
            <p:spPr>
              <a:xfrm>
                <a:off x="331795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54A">
                  <a:alpha val="100000"/>
                </a:srgbClr>
              </a:solidFill>
              <a:ln w="5420" cap="flat">
                <a:solidFill>
                  <a:srgbClr val="F2754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6" name="ph3357">
                <a:extLst>
                  <a:ext uri="{FF2B5EF4-FFF2-40B4-BE49-F238E27FC236}">
                    <a16:creationId xmlns:a16="http://schemas.microsoft.com/office/drawing/2014/main" id="{65501D42-EE7B-0D1D-A551-10AAACA2FF2E}"/>
                  </a:ext>
                </a:extLst>
              </p:cNvPr>
              <p:cNvSpPr/>
              <p:nvPr/>
            </p:nvSpPr>
            <p:spPr>
              <a:xfrm>
                <a:off x="332739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7" name="ph3358">
                <a:extLst>
                  <a:ext uri="{FF2B5EF4-FFF2-40B4-BE49-F238E27FC236}">
                    <a16:creationId xmlns:a16="http://schemas.microsoft.com/office/drawing/2014/main" id="{01C11795-9ED7-003D-7899-26280FE851EF}"/>
                  </a:ext>
                </a:extLst>
              </p:cNvPr>
              <p:cNvSpPr/>
              <p:nvPr/>
            </p:nvSpPr>
            <p:spPr>
              <a:xfrm>
                <a:off x="333683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8" name="ph3359">
                <a:extLst>
                  <a:ext uri="{FF2B5EF4-FFF2-40B4-BE49-F238E27FC236}">
                    <a16:creationId xmlns:a16="http://schemas.microsoft.com/office/drawing/2014/main" id="{A8ADBFFA-F378-F480-EBCA-5E871CBA85C0}"/>
                  </a:ext>
                </a:extLst>
              </p:cNvPr>
              <p:cNvSpPr/>
              <p:nvPr/>
            </p:nvSpPr>
            <p:spPr>
              <a:xfrm>
                <a:off x="334627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9" name="ph3360">
                <a:extLst>
                  <a:ext uri="{FF2B5EF4-FFF2-40B4-BE49-F238E27FC236}">
                    <a16:creationId xmlns:a16="http://schemas.microsoft.com/office/drawing/2014/main" id="{C01C5AFB-7BC4-7DE1-11F6-934D1A7BBD0C}"/>
                  </a:ext>
                </a:extLst>
              </p:cNvPr>
              <p:cNvSpPr/>
              <p:nvPr/>
            </p:nvSpPr>
            <p:spPr>
              <a:xfrm>
                <a:off x="335571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0" name="ph3361">
                <a:extLst>
                  <a:ext uri="{FF2B5EF4-FFF2-40B4-BE49-F238E27FC236}">
                    <a16:creationId xmlns:a16="http://schemas.microsoft.com/office/drawing/2014/main" id="{5226D487-056E-06E7-0FDE-5DDEF3DE8040}"/>
                  </a:ext>
                </a:extLst>
              </p:cNvPr>
              <p:cNvSpPr/>
              <p:nvPr/>
            </p:nvSpPr>
            <p:spPr>
              <a:xfrm>
                <a:off x="336515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6F46">
                  <a:alpha val="100000"/>
                </a:srgbClr>
              </a:solidFill>
              <a:ln w="5420" cap="flat">
                <a:solidFill>
                  <a:srgbClr val="F0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1" name="ph3362">
                <a:extLst>
                  <a:ext uri="{FF2B5EF4-FFF2-40B4-BE49-F238E27FC236}">
                    <a16:creationId xmlns:a16="http://schemas.microsoft.com/office/drawing/2014/main" id="{14A1997F-73AD-B1D2-6AE0-CD86F8A2A6B0}"/>
                  </a:ext>
                </a:extLst>
              </p:cNvPr>
              <p:cNvSpPr/>
              <p:nvPr/>
            </p:nvSpPr>
            <p:spPr>
              <a:xfrm>
                <a:off x="337459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2" name="ph3363">
                <a:extLst>
                  <a:ext uri="{FF2B5EF4-FFF2-40B4-BE49-F238E27FC236}">
                    <a16:creationId xmlns:a16="http://schemas.microsoft.com/office/drawing/2014/main" id="{9C337D47-97E0-1B0C-7EDB-2830032E4975}"/>
                  </a:ext>
                </a:extLst>
              </p:cNvPr>
              <p:cNvSpPr/>
              <p:nvPr/>
            </p:nvSpPr>
            <p:spPr>
              <a:xfrm>
                <a:off x="338403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3" name="ph3364">
                <a:extLst>
                  <a:ext uri="{FF2B5EF4-FFF2-40B4-BE49-F238E27FC236}">
                    <a16:creationId xmlns:a16="http://schemas.microsoft.com/office/drawing/2014/main" id="{94D47F17-9893-8975-2BB0-47BF3CA1946F}"/>
                  </a:ext>
                </a:extLst>
              </p:cNvPr>
              <p:cNvSpPr/>
              <p:nvPr/>
            </p:nvSpPr>
            <p:spPr>
              <a:xfrm>
                <a:off x="339347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4" name="ph3365">
                <a:extLst>
                  <a:ext uri="{FF2B5EF4-FFF2-40B4-BE49-F238E27FC236}">
                    <a16:creationId xmlns:a16="http://schemas.microsoft.com/office/drawing/2014/main" id="{68647403-4965-9B6C-60D3-CD882EE0B47E}"/>
                  </a:ext>
                </a:extLst>
              </p:cNvPr>
              <p:cNvSpPr/>
              <p:nvPr/>
            </p:nvSpPr>
            <p:spPr>
              <a:xfrm>
                <a:off x="3402913" y="2079943"/>
                <a:ext cx="919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561" y="896830"/>
                    </a:lnTo>
                    <a:lnTo>
                      <a:pt x="919549" y="898222"/>
                    </a:lnTo>
                    <a:lnTo>
                      <a:pt x="919137" y="909283"/>
                    </a:lnTo>
                    <a:lnTo>
                      <a:pt x="918801" y="914400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5" name="ph3366">
                <a:extLst>
                  <a:ext uri="{FF2B5EF4-FFF2-40B4-BE49-F238E27FC236}">
                    <a16:creationId xmlns:a16="http://schemas.microsoft.com/office/drawing/2014/main" id="{006EC9D8-01ED-1E26-FE42-31BA38CC5F83}"/>
                  </a:ext>
                </a:extLst>
              </p:cNvPr>
              <p:cNvSpPr/>
              <p:nvPr/>
            </p:nvSpPr>
            <p:spPr>
              <a:xfrm>
                <a:off x="2345607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829" y="931969"/>
                    </a:lnTo>
                    <a:lnTo>
                      <a:pt x="910883" y="925043"/>
                    </a:lnTo>
                    <a:lnTo>
                      <a:pt x="907451" y="916042"/>
                    </a:lnTo>
                    <a:lnTo>
                      <a:pt x="906892" y="914400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6" name="ph3367">
                <a:extLst>
                  <a:ext uri="{FF2B5EF4-FFF2-40B4-BE49-F238E27FC236}">
                    <a16:creationId xmlns:a16="http://schemas.microsoft.com/office/drawing/2014/main" id="{A3036A52-ABA8-F4FB-892C-772D316B522C}"/>
                  </a:ext>
                </a:extLst>
              </p:cNvPr>
              <p:cNvSpPr/>
              <p:nvPr/>
            </p:nvSpPr>
            <p:spPr>
              <a:xfrm>
                <a:off x="234560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7" name="ph3368">
                <a:extLst>
                  <a:ext uri="{FF2B5EF4-FFF2-40B4-BE49-F238E27FC236}">
                    <a16:creationId xmlns:a16="http://schemas.microsoft.com/office/drawing/2014/main" id="{9C9C9363-7DF7-DFE3-B7CD-E8231002FB99}"/>
                  </a:ext>
                </a:extLst>
              </p:cNvPr>
              <p:cNvSpPr/>
              <p:nvPr/>
            </p:nvSpPr>
            <p:spPr>
              <a:xfrm>
                <a:off x="235504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8" name="ph3369">
                <a:extLst>
                  <a:ext uri="{FF2B5EF4-FFF2-40B4-BE49-F238E27FC236}">
                    <a16:creationId xmlns:a16="http://schemas.microsoft.com/office/drawing/2014/main" id="{42F1D75E-1288-0B08-16C1-76342C3B4B40}"/>
                  </a:ext>
                </a:extLst>
              </p:cNvPr>
              <p:cNvSpPr/>
              <p:nvPr/>
            </p:nvSpPr>
            <p:spPr>
              <a:xfrm>
                <a:off x="236448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9" name="ph3370">
                <a:extLst>
                  <a:ext uri="{FF2B5EF4-FFF2-40B4-BE49-F238E27FC236}">
                    <a16:creationId xmlns:a16="http://schemas.microsoft.com/office/drawing/2014/main" id="{2CF0E7F8-4AB2-408E-4A91-41345900B61D}"/>
                  </a:ext>
                </a:extLst>
              </p:cNvPr>
              <p:cNvSpPr/>
              <p:nvPr/>
            </p:nvSpPr>
            <p:spPr>
              <a:xfrm>
                <a:off x="237392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0" name="ph3371">
                <a:extLst>
                  <a:ext uri="{FF2B5EF4-FFF2-40B4-BE49-F238E27FC236}">
                    <a16:creationId xmlns:a16="http://schemas.microsoft.com/office/drawing/2014/main" id="{3B12DFD7-6016-6587-1E83-EE7844E5FAD7}"/>
                  </a:ext>
                </a:extLst>
              </p:cNvPr>
              <p:cNvSpPr/>
              <p:nvPr/>
            </p:nvSpPr>
            <p:spPr>
              <a:xfrm>
                <a:off x="238336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1" name="ph3372">
                <a:extLst>
                  <a:ext uri="{FF2B5EF4-FFF2-40B4-BE49-F238E27FC236}">
                    <a16:creationId xmlns:a16="http://schemas.microsoft.com/office/drawing/2014/main" id="{763B4167-8863-79A1-3804-70456A628108}"/>
                  </a:ext>
                </a:extLst>
              </p:cNvPr>
              <p:cNvSpPr/>
              <p:nvPr/>
            </p:nvSpPr>
            <p:spPr>
              <a:xfrm>
                <a:off x="239280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2" name="ph3373">
                <a:extLst>
                  <a:ext uri="{FF2B5EF4-FFF2-40B4-BE49-F238E27FC236}">
                    <a16:creationId xmlns:a16="http://schemas.microsoft.com/office/drawing/2014/main" id="{0EFDA960-EAAC-6183-5764-C787DFE97BDB}"/>
                  </a:ext>
                </a:extLst>
              </p:cNvPr>
              <p:cNvSpPr/>
              <p:nvPr/>
            </p:nvSpPr>
            <p:spPr>
              <a:xfrm>
                <a:off x="240224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3" name="ph3374">
                <a:extLst>
                  <a:ext uri="{FF2B5EF4-FFF2-40B4-BE49-F238E27FC236}">
                    <a16:creationId xmlns:a16="http://schemas.microsoft.com/office/drawing/2014/main" id="{5C860BB7-C69D-FB08-0BCC-EC19DCEA1955}"/>
                  </a:ext>
                </a:extLst>
              </p:cNvPr>
              <p:cNvSpPr/>
              <p:nvPr/>
            </p:nvSpPr>
            <p:spPr>
              <a:xfrm>
                <a:off x="241168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4" name="ph3375">
                <a:extLst>
                  <a:ext uri="{FF2B5EF4-FFF2-40B4-BE49-F238E27FC236}">
                    <a16:creationId xmlns:a16="http://schemas.microsoft.com/office/drawing/2014/main" id="{999AF71C-530E-D626-1DF5-18010D0C583D}"/>
                  </a:ext>
                </a:extLst>
              </p:cNvPr>
              <p:cNvSpPr/>
              <p:nvPr/>
            </p:nvSpPr>
            <p:spPr>
              <a:xfrm>
                <a:off x="242112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5" name="ph3376">
                <a:extLst>
                  <a:ext uri="{FF2B5EF4-FFF2-40B4-BE49-F238E27FC236}">
                    <a16:creationId xmlns:a16="http://schemas.microsoft.com/office/drawing/2014/main" id="{630F3148-3B1D-3BED-5B8F-DEFB92FC7EDA}"/>
                  </a:ext>
                </a:extLst>
              </p:cNvPr>
              <p:cNvSpPr/>
              <p:nvPr/>
            </p:nvSpPr>
            <p:spPr>
              <a:xfrm>
                <a:off x="243056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6" name="ph3377">
                <a:extLst>
                  <a:ext uri="{FF2B5EF4-FFF2-40B4-BE49-F238E27FC236}">
                    <a16:creationId xmlns:a16="http://schemas.microsoft.com/office/drawing/2014/main" id="{6A66A90B-987E-D938-B3CA-69B8547C26A7}"/>
                  </a:ext>
                </a:extLst>
              </p:cNvPr>
              <p:cNvSpPr/>
              <p:nvPr/>
            </p:nvSpPr>
            <p:spPr>
              <a:xfrm>
                <a:off x="244000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7" name="ph3378">
                <a:extLst>
                  <a:ext uri="{FF2B5EF4-FFF2-40B4-BE49-F238E27FC236}">
                    <a16:creationId xmlns:a16="http://schemas.microsoft.com/office/drawing/2014/main" id="{02376092-334C-9AB1-C47B-DDBCABE3F817}"/>
                  </a:ext>
                </a:extLst>
              </p:cNvPr>
              <p:cNvSpPr/>
              <p:nvPr/>
            </p:nvSpPr>
            <p:spPr>
              <a:xfrm>
                <a:off x="244944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8" name="ph3379">
                <a:extLst>
                  <a:ext uri="{FF2B5EF4-FFF2-40B4-BE49-F238E27FC236}">
                    <a16:creationId xmlns:a16="http://schemas.microsoft.com/office/drawing/2014/main" id="{AC0852B0-3777-4281-19E9-E3CA8482BE02}"/>
                  </a:ext>
                </a:extLst>
              </p:cNvPr>
              <p:cNvSpPr/>
              <p:nvPr/>
            </p:nvSpPr>
            <p:spPr>
              <a:xfrm>
                <a:off x="245889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9" name="ph3380">
                <a:extLst>
                  <a:ext uri="{FF2B5EF4-FFF2-40B4-BE49-F238E27FC236}">
                    <a16:creationId xmlns:a16="http://schemas.microsoft.com/office/drawing/2014/main" id="{081B18CC-C476-7E54-9895-7707C0CFD56C}"/>
                  </a:ext>
                </a:extLst>
              </p:cNvPr>
              <p:cNvSpPr/>
              <p:nvPr/>
            </p:nvSpPr>
            <p:spPr>
              <a:xfrm>
                <a:off x="246833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0" name="ph3381">
                <a:extLst>
                  <a:ext uri="{FF2B5EF4-FFF2-40B4-BE49-F238E27FC236}">
                    <a16:creationId xmlns:a16="http://schemas.microsoft.com/office/drawing/2014/main" id="{7390AB15-61FE-56AA-1639-1DB5D179C688}"/>
                  </a:ext>
                </a:extLst>
              </p:cNvPr>
              <p:cNvSpPr/>
              <p:nvPr/>
            </p:nvSpPr>
            <p:spPr>
              <a:xfrm>
                <a:off x="247777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1" name="ph3382">
                <a:extLst>
                  <a:ext uri="{FF2B5EF4-FFF2-40B4-BE49-F238E27FC236}">
                    <a16:creationId xmlns:a16="http://schemas.microsoft.com/office/drawing/2014/main" id="{C008BF81-1521-6CDB-8473-23E6BCEF3F4C}"/>
                  </a:ext>
                </a:extLst>
              </p:cNvPr>
              <p:cNvSpPr/>
              <p:nvPr/>
            </p:nvSpPr>
            <p:spPr>
              <a:xfrm>
                <a:off x="248721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2" name="ph3383">
                <a:extLst>
                  <a:ext uri="{FF2B5EF4-FFF2-40B4-BE49-F238E27FC236}">
                    <a16:creationId xmlns:a16="http://schemas.microsoft.com/office/drawing/2014/main" id="{96F6AAE0-A5C5-B92A-49BE-25C21857C900}"/>
                  </a:ext>
                </a:extLst>
              </p:cNvPr>
              <p:cNvSpPr/>
              <p:nvPr/>
            </p:nvSpPr>
            <p:spPr>
              <a:xfrm>
                <a:off x="249665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3" name="ph3384">
                <a:extLst>
                  <a:ext uri="{FF2B5EF4-FFF2-40B4-BE49-F238E27FC236}">
                    <a16:creationId xmlns:a16="http://schemas.microsoft.com/office/drawing/2014/main" id="{80E64B2D-BB09-F76D-646B-609D229817D8}"/>
                  </a:ext>
                </a:extLst>
              </p:cNvPr>
              <p:cNvSpPr/>
              <p:nvPr/>
            </p:nvSpPr>
            <p:spPr>
              <a:xfrm>
                <a:off x="250609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4" name="ph3385">
                <a:extLst>
                  <a:ext uri="{FF2B5EF4-FFF2-40B4-BE49-F238E27FC236}">
                    <a16:creationId xmlns:a16="http://schemas.microsoft.com/office/drawing/2014/main" id="{14DA50EF-3CE5-5319-BFD2-7208E9D8194B}"/>
                  </a:ext>
                </a:extLst>
              </p:cNvPr>
              <p:cNvSpPr/>
              <p:nvPr/>
            </p:nvSpPr>
            <p:spPr>
              <a:xfrm>
                <a:off x="251553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5" name="ph3386">
                <a:extLst>
                  <a:ext uri="{FF2B5EF4-FFF2-40B4-BE49-F238E27FC236}">
                    <a16:creationId xmlns:a16="http://schemas.microsoft.com/office/drawing/2014/main" id="{298CEAB2-0334-50DD-68CF-D879AD63F1A3}"/>
                  </a:ext>
                </a:extLst>
              </p:cNvPr>
              <p:cNvSpPr/>
              <p:nvPr/>
            </p:nvSpPr>
            <p:spPr>
              <a:xfrm>
                <a:off x="252497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6" name="ph3387">
                <a:extLst>
                  <a:ext uri="{FF2B5EF4-FFF2-40B4-BE49-F238E27FC236}">
                    <a16:creationId xmlns:a16="http://schemas.microsoft.com/office/drawing/2014/main" id="{B165626C-3431-D4D1-ADAC-AC75E941B24B}"/>
                  </a:ext>
                </a:extLst>
              </p:cNvPr>
              <p:cNvSpPr/>
              <p:nvPr/>
            </p:nvSpPr>
            <p:spPr>
              <a:xfrm>
                <a:off x="253441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7" name="ph3388">
                <a:extLst>
                  <a:ext uri="{FF2B5EF4-FFF2-40B4-BE49-F238E27FC236}">
                    <a16:creationId xmlns:a16="http://schemas.microsoft.com/office/drawing/2014/main" id="{5DFADF66-DD2B-E289-F05C-D433D71C093B}"/>
                  </a:ext>
                </a:extLst>
              </p:cNvPr>
              <p:cNvSpPr/>
              <p:nvPr/>
            </p:nvSpPr>
            <p:spPr>
              <a:xfrm>
                <a:off x="254385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8" name="ph3389">
                <a:extLst>
                  <a:ext uri="{FF2B5EF4-FFF2-40B4-BE49-F238E27FC236}">
                    <a16:creationId xmlns:a16="http://schemas.microsoft.com/office/drawing/2014/main" id="{97EF42E0-4250-1BE0-A204-CB7607D0B470}"/>
                  </a:ext>
                </a:extLst>
              </p:cNvPr>
              <p:cNvSpPr/>
              <p:nvPr/>
            </p:nvSpPr>
            <p:spPr>
              <a:xfrm>
                <a:off x="255329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9" name="ph3390">
                <a:extLst>
                  <a:ext uri="{FF2B5EF4-FFF2-40B4-BE49-F238E27FC236}">
                    <a16:creationId xmlns:a16="http://schemas.microsoft.com/office/drawing/2014/main" id="{C6372A2B-3B0F-4CAD-AA89-142FDFDF36D9}"/>
                  </a:ext>
                </a:extLst>
              </p:cNvPr>
              <p:cNvSpPr/>
              <p:nvPr/>
            </p:nvSpPr>
            <p:spPr>
              <a:xfrm>
                <a:off x="256273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0" name="ph3391">
                <a:extLst>
                  <a:ext uri="{FF2B5EF4-FFF2-40B4-BE49-F238E27FC236}">
                    <a16:creationId xmlns:a16="http://schemas.microsoft.com/office/drawing/2014/main" id="{35B90859-D119-F472-42DA-297F5A720A4E}"/>
                  </a:ext>
                </a:extLst>
              </p:cNvPr>
              <p:cNvSpPr/>
              <p:nvPr/>
            </p:nvSpPr>
            <p:spPr>
              <a:xfrm>
                <a:off x="257217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1" name="ph3392">
                <a:extLst>
                  <a:ext uri="{FF2B5EF4-FFF2-40B4-BE49-F238E27FC236}">
                    <a16:creationId xmlns:a16="http://schemas.microsoft.com/office/drawing/2014/main" id="{E3159C72-A2D1-D8BE-D96D-E508C706BA89}"/>
                  </a:ext>
                </a:extLst>
              </p:cNvPr>
              <p:cNvSpPr/>
              <p:nvPr/>
            </p:nvSpPr>
            <p:spPr>
              <a:xfrm>
                <a:off x="258161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2" name="ph3393">
                <a:extLst>
                  <a:ext uri="{FF2B5EF4-FFF2-40B4-BE49-F238E27FC236}">
                    <a16:creationId xmlns:a16="http://schemas.microsoft.com/office/drawing/2014/main" id="{157891BA-7E2B-F061-2A66-EC69A940369D}"/>
                  </a:ext>
                </a:extLst>
              </p:cNvPr>
              <p:cNvSpPr/>
              <p:nvPr/>
            </p:nvSpPr>
            <p:spPr>
              <a:xfrm>
                <a:off x="259105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3" name="ph3394">
                <a:extLst>
                  <a:ext uri="{FF2B5EF4-FFF2-40B4-BE49-F238E27FC236}">
                    <a16:creationId xmlns:a16="http://schemas.microsoft.com/office/drawing/2014/main" id="{26109F1B-E2EC-13FA-2C91-CAD004EE5940}"/>
                  </a:ext>
                </a:extLst>
              </p:cNvPr>
              <p:cNvSpPr/>
              <p:nvPr/>
            </p:nvSpPr>
            <p:spPr>
              <a:xfrm>
                <a:off x="260049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4" name="ph3395">
                <a:extLst>
                  <a:ext uri="{FF2B5EF4-FFF2-40B4-BE49-F238E27FC236}">
                    <a16:creationId xmlns:a16="http://schemas.microsoft.com/office/drawing/2014/main" id="{EBF66FA7-9764-F923-0B14-240806DF58F8}"/>
                  </a:ext>
                </a:extLst>
              </p:cNvPr>
              <p:cNvSpPr/>
              <p:nvPr/>
            </p:nvSpPr>
            <p:spPr>
              <a:xfrm>
                <a:off x="260993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5" name="ph3396">
                <a:extLst>
                  <a:ext uri="{FF2B5EF4-FFF2-40B4-BE49-F238E27FC236}">
                    <a16:creationId xmlns:a16="http://schemas.microsoft.com/office/drawing/2014/main" id="{AA3C8CB2-624D-8AD6-0ABF-44717338D168}"/>
                  </a:ext>
                </a:extLst>
              </p:cNvPr>
              <p:cNvSpPr/>
              <p:nvPr/>
            </p:nvSpPr>
            <p:spPr>
              <a:xfrm>
                <a:off x="261937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6" name="ph3397">
                <a:extLst>
                  <a:ext uri="{FF2B5EF4-FFF2-40B4-BE49-F238E27FC236}">
                    <a16:creationId xmlns:a16="http://schemas.microsoft.com/office/drawing/2014/main" id="{EE8B307D-27BF-3742-681A-C5F4938620AB}"/>
                  </a:ext>
                </a:extLst>
              </p:cNvPr>
              <p:cNvSpPr/>
              <p:nvPr/>
            </p:nvSpPr>
            <p:spPr>
              <a:xfrm>
                <a:off x="262881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7" name="ph3398">
                <a:extLst>
                  <a:ext uri="{FF2B5EF4-FFF2-40B4-BE49-F238E27FC236}">
                    <a16:creationId xmlns:a16="http://schemas.microsoft.com/office/drawing/2014/main" id="{F337C103-5D62-BA41-A6C2-35D6B4347C6A}"/>
                  </a:ext>
                </a:extLst>
              </p:cNvPr>
              <p:cNvSpPr/>
              <p:nvPr/>
            </p:nvSpPr>
            <p:spPr>
              <a:xfrm>
                <a:off x="263825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8" name="ph3399">
                <a:extLst>
                  <a:ext uri="{FF2B5EF4-FFF2-40B4-BE49-F238E27FC236}">
                    <a16:creationId xmlns:a16="http://schemas.microsoft.com/office/drawing/2014/main" id="{FC7DC85B-D814-A879-2E3A-88B4BA793E5E}"/>
                  </a:ext>
                </a:extLst>
              </p:cNvPr>
              <p:cNvSpPr/>
              <p:nvPr/>
            </p:nvSpPr>
            <p:spPr>
              <a:xfrm>
                <a:off x="264769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9" name="ph3400">
                <a:extLst>
                  <a:ext uri="{FF2B5EF4-FFF2-40B4-BE49-F238E27FC236}">
                    <a16:creationId xmlns:a16="http://schemas.microsoft.com/office/drawing/2014/main" id="{1262F4AF-C05A-1A33-3094-DD24E9EEEECD}"/>
                  </a:ext>
                </a:extLst>
              </p:cNvPr>
              <p:cNvSpPr/>
              <p:nvPr/>
            </p:nvSpPr>
            <p:spPr>
              <a:xfrm>
                <a:off x="265713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0" name="ph3401">
                <a:extLst>
                  <a:ext uri="{FF2B5EF4-FFF2-40B4-BE49-F238E27FC236}">
                    <a16:creationId xmlns:a16="http://schemas.microsoft.com/office/drawing/2014/main" id="{09A0C872-77E9-6867-4B4A-1D0D9DB918EF}"/>
                  </a:ext>
                </a:extLst>
              </p:cNvPr>
              <p:cNvSpPr/>
              <p:nvPr/>
            </p:nvSpPr>
            <p:spPr>
              <a:xfrm>
                <a:off x="2676015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495" y="896830"/>
                    </a:lnTo>
                    <a:lnTo>
                      <a:pt x="913929" y="897413"/>
                    </a:lnTo>
                    <a:lnTo>
                      <a:pt x="914400" y="898118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1" name="ph3402">
                <a:extLst>
                  <a:ext uri="{FF2B5EF4-FFF2-40B4-BE49-F238E27FC236}">
                    <a16:creationId xmlns:a16="http://schemas.microsoft.com/office/drawing/2014/main" id="{D487A149-77AE-4F42-2272-36ED77C868F9}"/>
                  </a:ext>
                </a:extLst>
              </p:cNvPr>
              <p:cNvSpPr/>
              <p:nvPr/>
            </p:nvSpPr>
            <p:spPr>
              <a:xfrm>
                <a:off x="2685455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118"/>
                    </a:lnTo>
                    <a:lnTo>
                      <a:pt x="909146" y="904395"/>
                    </a:lnTo>
                    <a:lnTo>
                      <a:pt x="913599" y="911826"/>
                    </a:lnTo>
                    <a:lnTo>
                      <a:pt x="914400" y="913310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2" name="ph3403">
                <a:extLst>
                  <a:ext uri="{FF2B5EF4-FFF2-40B4-BE49-F238E27FC236}">
                    <a16:creationId xmlns:a16="http://schemas.microsoft.com/office/drawing/2014/main" id="{803DC5BD-217F-4F45-1532-B94E5E44ABAD}"/>
                  </a:ext>
                </a:extLst>
              </p:cNvPr>
              <p:cNvSpPr/>
              <p:nvPr/>
            </p:nvSpPr>
            <p:spPr>
              <a:xfrm>
                <a:off x="2685455" y="2062373"/>
                <a:ext cx="91498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87" h="914400">
                    <a:moveTo>
                      <a:pt x="914400" y="914400"/>
                    </a:moveTo>
                    <a:lnTo>
                      <a:pt x="914400" y="913310"/>
                    </a:lnTo>
                    <a:lnTo>
                      <a:pt x="914987" y="914400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3" name="ph3404">
                <a:extLst>
                  <a:ext uri="{FF2B5EF4-FFF2-40B4-BE49-F238E27FC236}">
                    <a16:creationId xmlns:a16="http://schemas.microsoft.com/office/drawing/2014/main" id="{BB92BCBB-ED07-0F5F-43C3-CFAC5F38E84D}"/>
                  </a:ext>
                </a:extLst>
              </p:cNvPr>
              <p:cNvSpPr/>
              <p:nvPr/>
            </p:nvSpPr>
            <p:spPr>
              <a:xfrm>
                <a:off x="3166907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67" y="914400"/>
                    </a:lnTo>
                    <a:lnTo>
                      <a:pt x="914400" y="906913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4" name="ph3405">
                <a:extLst>
                  <a:ext uri="{FF2B5EF4-FFF2-40B4-BE49-F238E27FC236}">
                    <a16:creationId xmlns:a16="http://schemas.microsoft.com/office/drawing/2014/main" id="{A655937C-9FA0-FCC6-61DD-5B24474CB525}"/>
                  </a:ext>
                </a:extLst>
              </p:cNvPr>
              <p:cNvSpPr/>
              <p:nvPr/>
            </p:nvSpPr>
            <p:spPr>
              <a:xfrm>
                <a:off x="3176348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483"/>
                    </a:lnTo>
                    <a:lnTo>
                      <a:pt x="909787" y="916250"/>
                    </a:lnTo>
                    <a:lnTo>
                      <a:pt x="909861" y="915922"/>
                    </a:lnTo>
                    <a:lnTo>
                      <a:pt x="909935" y="915595"/>
                    </a:lnTo>
                    <a:lnTo>
                      <a:pt x="910009" y="915267"/>
                    </a:lnTo>
                    <a:lnTo>
                      <a:pt x="910083" y="914939"/>
                    </a:lnTo>
                    <a:lnTo>
                      <a:pt x="910157" y="914611"/>
                    </a:lnTo>
                    <a:lnTo>
                      <a:pt x="910205" y="914400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5" name="ph3406">
                <a:extLst>
                  <a:ext uri="{FF2B5EF4-FFF2-40B4-BE49-F238E27FC236}">
                    <a16:creationId xmlns:a16="http://schemas.microsoft.com/office/drawing/2014/main" id="{A143A9E4-BEAE-0CB6-25D7-ED0E57E6462A}"/>
                  </a:ext>
                </a:extLst>
              </p:cNvPr>
              <p:cNvSpPr/>
              <p:nvPr/>
            </p:nvSpPr>
            <p:spPr>
              <a:xfrm>
                <a:off x="317634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6" name="ph3407">
                <a:extLst>
                  <a:ext uri="{FF2B5EF4-FFF2-40B4-BE49-F238E27FC236}">
                    <a16:creationId xmlns:a16="http://schemas.microsoft.com/office/drawing/2014/main" id="{FF12FF7D-1B37-2FA3-AF04-426247072236}"/>
                  </a:ext>
                </a:extLst>
              </p:cNvPr>
              <p:cNvSpPr/>
              <p:nvPr/>
            </p:nvSpPr>
            <p:spPr>
              <a:xfrm>
                <a:off x="318578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7" name="ph3408">
                <a:extLst>
                  <a:ext uri="{FF2B5EF4-FFF2-40B4-BE49-F238E27FC236}">
                    <a16:creationId xmlns:a16="http://schemas.microsoft.com/office/drawing/2014/main" id="{675CBA04-0D11-417B-E1CB-1BFADE35962F}"/>
                  </a:ext>
                </a:extLst>
              </p:cNvPr>
              <p:cNvSpPr/>
              <p:nvPr/>
            </p:nvSpPr>
            <p:spPr>
              <a:xfrm>
                <a:off x="319522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8" name="ph3409">
                <a:extLst>
                  <a:ext uri="{FF2B5EF4-FFF2-40B4-BE49-F238E27FC236}">
                    <a16:creationId xmlns:a16="http://schemas.microsoft.com/office/drawing/2014/main" id="{D867A987-688C-7ED8-66E2-2754CEE4842C}"/>
                  </a:ext>
                </a:extLst>
              </p:cNvPr>
              <p:cNvSpPr/>
              <p:nvPr/>
            </p:nvSpPr>
            <p:spPr>
              <a:xfrm>
                <a:off x="3204668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9" name="ph3410">
                <a:extLst>
                  <a:ext uri="{FF2B5EF4-FFF2-40B4-BE49-F238E27FC236}">
                    <a16:creationId xmlns:a16="http://schemas.microsoft.com/office/drawing/2014/main" id="{A4E8BE10-9FAB-84CE-0B10-06C57931A2B4}"/>
                  </a:ext>
                </a:extLst>
              </p:cNvPr>
              <p:cNvSpPr/>
              <p:nvPr/>
            </p:nvSpPr>
            <p:spPr>
              <a:xfrm>
                <a:off x="321410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0" name="ph3411">
                <a:extLst>
                  <a:ext uri="{FF2B5EF4-FFF2-40B4-BE49-F238E27FC236}">
                    <a16:creationId xmlns:a16="http://schemas.microsoft.com/office/drawing/2014/main" id="{C32D143F-011E-7033-D91C-6FAB27D15887}"/>
                  </a:ext>
                </a:extLst>
              </p:cNvPr>
              <p:cNvSpPr/>
              <p:nvPr/>
            </p:nvSpPr>
            <p:spPr>
              <a:xfrm>
                <a:off x="322354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1" name="ph3412">
                <a:extLst>
                  <a:ext uri="{FF2B5EF4-FFF2-40B4-BE49-F238E27FC236}">
                    <a16:creationId xmlns:a16="http://schemas.microsoft.com/office/drawing/2014/main" id="{3A905778-C567-3641-8491-A96A71B76A45}"/>
                  </a:ext>
                </a:extLst>
              </p:cNvPr>
              <p:cNvSpPr/>
              <p:nvPr/>
            </p:nvSpPr>
            <p:spPr>
              <a:xfrm>
                <a:off x="323298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2" name="ph3413">
                <a:extLst>
                  <a:ext uri="{FF2B5EF4-FFF2-40B4-BE49-F238E27FC236}">
                    <a16:creationId xmlns:a16="http://schemas.microsoft.com/office/drawing/2014/main" id="{3AF73CB0-9ADC-69A4-911D-43634FD6FA0F}"/>
                  </a:ext>
                </a:extLst>
              </p:cNvPr>
              <p:cNvSpPr/>
              <p:nvPr/>
            </p:nvSpPr>
            <p:spPr>
              <a:xfrm>
                <a:off x="324242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7449">
                  <a:alpha val="100000"/>
                </a:srgbClr>
              </a:solidFill>
              <a:ln w="5420" cap="flat">
                <a:solidFill>
                  <a:srgbClr val="F2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3" name="ph3414">
                <a:extLst>
                  <a:ext uri="{FF2B5EF4-FFF2-40B4-BE49-F238E27FC236}">
                    <a16:creationId xmlns:a16="http://schemas.microsoft.com/office/drawing/2014/main" id="{AF848D2B-841D-5AFC-8F5B-7BA0B649EDB6}"/>
                  </a:ext>
                </a:extLst>
              </p:cNvPr>
              <p:cNvSpPr/>
              <p:nvPr/>
            </p:nvSpPr>
            <p:spPr>
              <a:xfrm>
                <a:off x="325187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449">
                  <a:alpha val="100000"/>
                </a:srgbClr>
              </a:solidFill>
              <a:ln w="5420" cap="flat">
                <a:solidFill>
                  <a:srgbClr val="F174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4" name="ph3415">
                <a:extLst>
                  <a:ext uri="{FF2B5EF4-FFF2-40B4-BE49-F238E27FC236}">
                    <a16:creationId xmlns:a16="http://schemas.microsoft.com/office/drawing/2014/main" id="{22743BAA-5E7D-83BC-4AC6-661926DD6277}"/>
                  </a:ext>
                </a:extLst>
              </p:cNvPr>
              <p:cNvSpPr/>
              <p:nvPr/>
            </p:nvSpPr>
            <p:spPr>
              <a:xfrm>
                <a:off x="326131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9">
                  <a:alpha val="100000"/>
                </a:srgbClr>
              </a:solidFill>
              <a:ln w="5420" cap="flat">
                <a:solidFill>
                  <a:srgbClr val="F1734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5" name="ph3416">
                <a:extLst>
                  <a:ext uri="{FF2B5EF4-FFF2-40B4-BE49-F238E27FC236}">
                    <a16:creationId xmlns:a16="http://schemas.microsoft.com/office/drawing/2014/main" id="{2BC97731-ED86-13CA-987F-3B4C37745E27}"/>
                  </a:ext>
                </a:extLst>
              </p:cNvPr>
              <p:cNvSpPr/>
              <p:nvPr/>
            </p:nvSpPr>
            <p:spPr>
              <a:xfrm>
                <a:off x="327075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348">
                  <a:alpha val="100000"/>
                </a:srgbClr>
              </a:solidFill>
              <a:ln w="5420" cap="flat">
                <a:solidFill>
                  <a:srgbClr val="F173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6" name="ph3417">
                <a:extLst>
                  <a:ext uri="{FF2B5EF4-FFF2-40B4-BE49-F238E27FC236}">
                    <a16:creationId xmlns:a16="http://schemas.microsoft.com/office/drawing/2014/main" id="{D9129EBC-BC9D-02F2-11BB-0933847F275B}"/>
                  </a:ext>
                </a:extLst>
              </p:cNvPr>
              <p:cNvSpPr/>
              <p:nvPr/>
            </p:nvSpPr>
            <p:spPr>
              <a:xfrm>
                <a:off x="328019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7248">
                  <a:alpha val="100000"/>
                </a:srgbClr>
              </a:solidFill>
              <a:ln w="5420" cap="flat">
                <a:solidFill>
                  <a:srgbClr val="F172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7" name="ph3418">
                <a:extLst>
                  <a:ext uri="{FF2B5EF4-FFF2-40B4-BE49-F238E27FC236}">
                    <a16:creationId xmlns:a16="http://schemas.microsoft.com/office/drawing/2014/main" id="{3A87117D-07B8-AD7F-4107-5706EE2B3493}"/>
                  </a:ext>
                </a:extLst>
              </p:cNvPr>
              <p:cNvSpPr/>
              <p:nvPr/>
            </p:nvSpPr>
            <p:spPr>
              <a:xfrm>
                <a:off x="328963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8">
                  <a:alpha val="100000"/>
                </a:srgbClr>
              </a:solidFill>
              <a:ln w="5420" cap="flat">
                <a:solidFill>
                  <a:srgbClr val="F071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8" name="ph3419">
                <a:extLst>
                  <a:ext uri="{FF2B5EF4-FFF2-40B4-BE49-F238E27FC236}">
                    <a16:creationId xmlns:a16="http://schemas.microsoft.com/office/drawing/2014/main" id="{1EBE347D-E1EB-6246-7EB1-04D5E5F283F0}"/>
                  </a:ext>
                </a:extLst>
              </p:cNvPr>
              <p:cNvSpPr/>
              <p:nvPr/>
            </p:nvSpPr>
            <p:spPr>
              <a:xfrm>
                <a:off x="329907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147">
                  <a:alpha val="100000"/>
                </a:srgbClr>
              </a:solidFill>
              <a:ln w="5420" cap="flat">
                <a:solidFill>
                  <a:srgbClr val="F071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9" name="ph3420">
                <a:extLst>
                  <a:ext uri="{FF2B5EF4-FFF2-40B4-BE49-F238E27FC236}">
                    <a16:creationId xmlns:a16="http://schemas.microsoft.com/office/drawing/2014/main" id="{6A68DAD3-AF23-DD29-C228-132F95EBA293}"/>
                  </a:ext>
                </a:extLst>
              </p:cNvPr>
              <p:cNvSpPr/>
              <p:nvPr/>
            </p:nvSpPr>
            <p:spPr>
              <a:xfrm>
                <a:off x="330851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7047">
                  <a:alpha val="100000"/>
                </a:srgbClr>
              </a:solidFill>
              <a:ln w="5420" cap="flat">
                <a:solidFill>
                  <a:srgbClr val="F070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0" name="ph3421">
                <a:extLst>
                  <a:ext uri="{FF2B5EF4-FFF2-40B4-BE49-F238E27FC236}">
                    <a16:creationId xmlns:a16="http://schemas.microsoft.com/office/drawing/2014/main" id="{2FAA97FD-54A7-E5E9-1129-C10CDA74BD6E}"/>
                  </a:ext>
                </a:extLst>
              </p:cNvPr>
              <p:cNvSpPr/>
              <p:nvPr/>
            </p:nvSpPr>
            <p:spPr>
              <a:xfrm>
                <a:off x="331795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F46">
                  <a:alpha val="100000"/>
                </a:srgbClr>
              </a:solidFill>
              <a:ln w="5420" cap="flat">
                <a:solidFill>
                  <a:srgbClr val="EF6F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1" name="ph3422">
                <a:extLst>
                  <a:ext uri="{FF2B5EF4-FFF2-40B4-BE49-F238E27FC236}">
                    <a16:creationId xmlns:a16="http://schemas.microsoft.com/office/drawing/2014/main" id="{F846CC50-AA86-08B1-C66D-EC849BB56E19}"/>
                  </a:ext>
                </a:extLst>
              </p:cNvPr>
              <p:cNvSpPr/>
              <p:nvPr/>
            </p:nvSpPr>
            <p:spPr>
              <a:xfrm>
                <a:off x="332739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2" name="ph3423">
                <a:extLst>
                  <a:ext uri="{FF2B5EF4-FFF2-40B4-BE49-F238E27FC236}">
                    <a16:creationId xmlns:a16="http://schemas.microsoft.com/office/drawing/2014/main" id="{B329DF0D-6368-2B87-F642-71F224D8BBE9}"/>
                  </a:ext>
                </a:extLst>
              </p:cNvPr>
              <p:cNvSpPr/>
              <p:nvPr/>
            </p:nvSpPr>
            <p:spPr>
              <a:xfrm>
                <a:off x="333683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D45">
                  <a:alpha val="100000"/>
                </a:srgbClr>
              </a:solidFill>
              <a:ln w="5420" cap="flat">
                <a:solidFill>
                  <a:srgbClr val="EE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3" name="ph3424">
                <a:extLst>
                  <a:ext uri="{FF2B5EF4-FFF2-40B4-BE49-F238E27FC236}">
                    <a16:creationId xmlns:a16="http://schemas.microsoft.com/office/drawing/2014/main" id="{4D33A815-AE62-2EC9-E74A-8A278179784A}"/>
                  </a:ext>
                </a:extLst>
              </p:cNvPr>
              <p:cNvSpPr/>
              <p:nvPr/>
            </p:nvSpPr>
            <p:spPr>
              <a:xfrm>
                <a:off x="334627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4" name="ph3425">
                <a:extLst>
                  <a:ext uri="{FF2B5EF4-FFF2-40B4-BE49-F238E27FC236}">
                    <a16:creationId xmlns:a16="http://schemas.microsoft.com/office/drawing/2014/main" id="{85C3A6BF-E9A0-D801-96E9-18A2021D1A3A}"/>
                  </a:ext>
                </a:extLst>
              </p:cNvPr>
              <p:cNvSpPr/>
              <p:nvPr/>
            </p:nvSpPr>
            <p:spPr>
              <a:xfrm>
                <a:off x="335571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A43">
                  <a:alpha val="100000"/>
                </a:srgbClr>
              </a:solidFill>
              <a:ln w="5420" cap="flat">
                <a:solidFill>
                  <a:srgbClr val="EE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5" name="ph3426">
                <a:extLst>
                  <a:ext uri="{FF2B5EF4-FFF2-40B4-BE49-F238E27FC236}">
                    <a16:creationId xmlns:a16="http://schemas.microsoft.com/office/drawing/2014/main" id="{CA7C0D33-C77F-0B71-F17A-FDA8DC8DB474}"/>
                  </a:ext>
                </a:extLst>
              </p:cNvPr>
              <p:cNvSpPr/>
              <p:nvPr/>
            </p:nvSpPr>
            <p:spPr>
              <a:xfrm>
                <a:off x="336515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6" name="ph3427">
                <a:extLst>
                  <a:ext uri="{FF2B5EF4-FFF2-40B4-BE49-F238E27FC236}">
                    <a16:creationId xmlns:a16="http://schemas.microsoft.com/office/drawing/2014/main" id="{88F9306B-042C-48F2-5A00-6274127F68EE}"/>
                  </a:ext>
                </a:extLst>
              </p:cNvPr>
              <p:cNvSpPr/>
              <p:nvPr/>
            </p:nvSpPr>
            <p:spPr>
              <a:xfrm>
                <a:off x="337459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7" name="ph3428">
                <a:extLst>
                  <a:ext uri="{FF2B5EF4-FFF2-40B4-BE49-F238E27FC236}">
                    <a16:creationId xmlns:a16="http://schemas.microsoft.com/office/drawing/2014/main" id="{F1A80508-41A9-9742-B520-68B4DE3B8464}"/>
                  </a:ext>
                </a:extLst>
              </p:cNvPr>
              <p:cNvSpPr/>
              <p:nvPr/>
            </p:nvSpPr>
            <p:spPr>
              <a:xfrm>
                <a:off x="338403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8" name="ph3429">
                <a:extLst>
                  <a:ext uri="{FF2B5EF4-FFF2-40B4-BE49-F238E27FC236}">
                    <a16:creationId xmlns:a16="http://schemas.microsoft.com/office/drawing/2014/main" id="{9448E0AC-0D7D-4986-F9E1-BEC74A1D3A01}"/>
                  </a:ext>
                </a:extLst>
              </p:cNvPr>
              <p:cNvSpPr/>
              <p:nvPr/>
            </p:nvSpPr>
            <p:spPr>
              <a:xfrm>
                <a:off x="339347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9" name="ph3430">
                <a:extLst>
                  <a:ext uri="{FF2B5EF4-FFF2-40B4-BE49-F238E27FC236}">
                    <a16:creationId xmlns:a16="http://schemas.microsoft.com/office/drawing/2014/main" id="{C744F7FC-1044-40DE-429D-EB38F89C1B18}"/>
                  </a:ext>
                </a:extLst>
              </p:cNvPr>
              <p:cNvSpPr/>
              <p:nvPr/>
            </p:nvSpPr>
            <p:spPr>
              <a:xfrm>
                <a:off x="3402913" y="2062373"/>
                <a:ext cx="9199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9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910" y="896830"/>
                    </a:lnTo>
                    <a:lnTo>
                      <a:pt x="919517" y="897955"/>
                    </a:lnTo>
                    <a:lnTo>
                      <a:pt x="919647" y="904706"/>
                    </a:lnTo>
                    <a:lnTo>
                      <a:pt x="919561" y="914400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0" name="ph3431">
                <a:extLst>
                  <a:ext uri="{FF2B5EF4-FFF2-40B4-BE49-F238E27FC236}">
                    <a16:creationId xmlns:a16="http://schemas.microsoft.com/office/drawing/2014/main" id="{E82F45B8-89A7-3E9E-04CA-691424611006}"/>
                  </a:ext>
                </a:extLst>
              </p:cNvPr>
              <p:cNvSpPr/>
              <p:nvPr/>
            </p:nvSpPr>
            <p:spPr>
              <a:xfrm>
                <a:off x="2336166" y="2027233"/>
                <a:ext cx="914400" cy="9262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294">
                    <a:moveTo>
                      <a:pt x="914400" y="914400"/>
                    </a:moveTo>
                    <a:lnTo>
                      <a:pt x="914400" y="926294"/>
                    </a:lnTo>
                    <a:lnTo>
                      <a:pt x="913717" y="924288"/>
                    </a:lnTo>
                    <a:lnTo>
                      <a:pt x="910808" y="914668"/>
                    </a:lnTo>
                    <a:lnTo>
                      <a:pt x="910737" y="914400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1" name="ph3432">
                <a:extLst>
                  <a:ext uri="{FF2B5EF4-FFF2-40B4-BE49-F238E27FC236}">
                    <a16:creationId xmlns:a16="http://schemas.microsoft.com/office/drawing/2014/main" id="{C804BEFF-9E3D-3C6B-702C-6FEB140BB25E}"/>
                  </a:ext>
                </a:extLst>
              </p:cNvPr>
              <p:cNvSpPr/>
              <p:nvPr/>
            </p:nvSpPr>
            <p:spPr>
              <a:xfrm>
                <a:off x="233616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332" y="931969"/>
                    </a:lnTo>
                    <a:lnTo>
                      <a:pt x="914400" y="926294"/>
                    </a:lnTo>
                    <a:close/>
                  </a:path>
                </a:pathLst>
              </a:custGeom>
              <a:solidFill>
                <a:srgbClr val="B6DF75">
                  <a:alpha val="100000"/>
                </a:srgbClr>
              </a:solidFill>
              <a:ln w="5420" cap="flat">
                <a:solidFill>
                  <a:srgbClr val="B6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2" name="ph3433">
                <a:extLst>
                  <a:ext uri="{FF2B5EF4-FFF2-40B4-BE49-F238E27FC236}">
                    <a16:creationId xmlns:a16="http://schemas.microsoft.com/office/drawing/2014/main" id="{5111C81E-7023-B403-B9F9-C044EAA48821}"/>
                  </a:ext>
                </a:extLst>
              </p:cNvPr>
              <p:cNvSpPr/>
              <p:nvPr/>
            </p:nvSpPr>
            <p:spPr>
              <a:xfrm>
                <a:off x="234560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3" name="ph3434">
                <a:extLst>
                  <a:ext uri="{FF2B5EF4-FFF2-40B4-BE49-F238E27FC236}">
                    <a16:creationId xmlns:a16="http://schemas.microsoft.com/office/drawing/2014/main" id="{EC5A7248-ED4F-1639-AF2F-386F83B1C386}"/>
                  </a:ext>
                </a:extLst>
              </p:cNvPr>
              <p:cNvSpPr/>
              <p:nvPr/>
            </p:nvSpPr>
            <p:spPr>
              <a:xfrm>
                <a:off x="235504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4" name="ph3435">
                <a:extLst>
                  <a:ext uri="{FF2B5EF4-FFF2-40B4-BE49-F238E27FC236}">
                    <a16:creationId xmlns:a16="http://schemas.microsoft.com/office/drawing/2014/main" id="{4103797F-760B-4253-843B-FF08E9F6B648}"/>
                  </a:ext>
                </a:extLst>
              </p:cNvPr>
              <p:cNvSpPr/>
              <p:nvPr/>
            </p:nvSpPr>
            <p:spPr>
              <a:xfrm>
                <a:off x="236448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5" name="ph3436">
                <a:extLst>
                  <a:ext uri="{FF2B5EF4-FFF2-40B4-BE49-F238E27FC236}">
                    <a16:creationId xmlns:a16="http://schemas.microsoft.com/office/drawing/2014/main" id="{FB7FBECA-F7AC-D1AD-50C5-753F5F92722B}"/>
                  </a:ext>
                </a:extLst>
              </p:cNvPr>
              <p:cNvSpPr/>
              <p:nvPr/>
            </p:nvSpPr>
            <p:spPr>
              <a:xfrm>
                <a:off x="2373927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6" name="ph3437">
                <a:extLst>
                  <a:ext uri="{FF2B5EF4-FFF2-40B4-BE49-F238E27FC236}">
                    <a16:creationId xmlns:a16="http://schemas.microsoft.com/office/drawing/2014/main" id="{2BB58801-3D23-B093-4258-03DA79899DF8}"/>
                  </a:ext>
                </a:extLst>
              </p:cNvPr>
              <p:cNvSpPr/>
              <p:nvPr/>
            </p:nvSpPr>
            <p:spPr>
              <a:xfrm>
                <a:off x="238336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7" name="ph3438">
                <a:extLst>
                  <a:ext uri="{FF2B5EF4-FFF2-40B4-BE49-F238E27FC236}">
                    <a16:creationId xmlns:a16="http://schemas.microsoft.com/office/drawing/2014/main" id="{A63C5318-251A-ABAB-6C6A-54FF8ADB9552}"/>
                  </a:ext>
                </a:extLst>
              </p:cNvPr>
              <p:cNvSpPr/>
              <p:nvPr/>
            </p:nvSpPr>
            <p:spPr>
              <a:xfrm>
                <a:off x="239280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8" name="ph3439">
                <a:extLst>
                  <a:ext uri="{FF2B5EF4-FFF2-40B4-BE49-F238E27FC236}">
                    <a16:creationId xmlns:a16="http://schemas.microsoft.com/office/drawing/2014/main" id="{F00542AD-6532-4363-55E7-9B6221E0A8AB}"/>
                  </a:ext>
                </a:extLst>
              </p:cNvPr>
              <p:cNvSpPr/>
              <p:nvPr/>
            </p:nvSpPr>
            <p:spPr>
              <a:xfrm>
                <a:off x="240224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9" name="ph3440">
                <a:extLst>
                  <a:ext uri="{FF2B5EF4-FFF2-40B4-BE49-F238E27FC236}">
                    <a16:creationId xmlns:a16="http://schemas.microsoft.com/office/drawing/2014/main" id="{AAD0B636-5CE5-5178-952C-032C3FF2F3ED}"/>
                  </a:ext>
                </a:extLst>
              </p:cNvPr>
              <p:cNvSpPr/>
              <p:nvPr/>
            </p:nvSpPr>
            <p:spPr>
              <a:xfrm>
                <a:off x="241168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0" name="ph3441">
                <a:extLst>
                  <a:ext uri="{FF2B5EF4-FFF2-40B4-BE49-F238E27FC236}">
                    <a16:creationId xmlns:a16="http://schemas.microsoft.com/office/drawing/2014/main" id="{4398E69D-9BCF-9E49-C168-890937A8CF4D}"/>
                  </a:ext>
                </a:extLst>
              </p:cNvPr>
              <p:cNvSpPr/>
              <p:nvPr/>
            </p:nvSpPr>
            <p:spPr>
              <a:xfrm>
                <a:off x="242112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1" name="ph3442">
                <a:extLst>
                  <a:ext uri="{FF2B5EF4-FFF2-40B4-BE49-F238E27FC236}">
                    <a16:creationId xmlns:a16="http://schemas.microsoft.com/office/drawing/2014/main" id="{589E05A4-3399-95EB-9FA7-BDFE834EE3FF}"/>
                  </a:ext>
                </a:extLst>
              </p:cNvPr>
              <p:cNvSpPr/>
              <p:nvPr/>
            </p:nvSpPr>
            <p:spPr>
              <a:xfrm>
                <a:off x="243056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2" name="ph3443">
                <a:extLst>
                  <a:ext uri="{FF2B5EF4-FFF2-40B4-BE49-F238E27FC236}">
                    <a16:creationId xmlns:a16="http://schemas.microsoft.com/office/drawing/2014/main" id="{4DAB97CD-B526-BE84-E27B-4A470CDD80B3}"/>
                  </a:ext>
                </a:extLst>
              </p:cNvPr>
              <p:cNvSpPr/>
              <p:nvPr/>
            </p:nvSpPr>
            <p:spPr>
              <a:xfrm>
                <a:off x="244000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3" name="ph3444">
                <a:extLst>
                  <a:ext uri="{FF2B5EF4-FFF2-40B4-BE49-F238E27FC236}">
                    <a16:creationId xmlns:a16="http://schemas.microsoft.com/office/drawing/2014/main" id="{3FCDE56B-BB45-C198-8998-E2A8D556AC02}"/>
                  </a:ext>
                </a:extLst>
              </p:cNvPr>
              <p:cNvSpPr/>
              <p:nvPr/>
            </p:nvSpPr>
            <p:spPr>
              <a:xfrm>
                <a:off x="244944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4" name="ph3445">
                <a:extLst>
                  <a:ext uri="{FF2B5EF4-FFF2-40B4-BE49-F238E27FC236}">
                    <a16:creationId xmlns:a16="http://schemas.microsoft.com/office/drawing/2014/main" id="{9DCCC2BC-587D-ECAE-E386-B6D3C3F92FC0}"/>
                  </a:ext>
                </a:extLst>
              </p:cNvPr>
              <p:cNvSpPr/>
              <p:nvPr/>
            </p:nvSpPr>
            <p:spPr>
              <a:xfrm>
                <a:off x="245889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5" name="ph3446">
                <a:extLst>
                  <a:ext uri="{FF2B5EF4-FFF2-40B4-BE49-F238E27FC236}">
                    <a16:creationId xmlns:a16="http://schemas.microsoft.com/office/drawing/2014/main" id="{11398CF4-B452-10A5-8BEE-591BABEB68A3}"/>
                  </a:ext>
                </a:extLst>
              </p:cNvPr>
              <p:cNvSpPr/>
              <p:nvPr/>
            </p:nvSpPr>
            <p:spPr>
              <a:xfrm>
                <a:off x="246833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6" name="ph3447">
                <a:extLst>
                  <a:ext uri="{FF2B5EF4-FFF2-40B4-BE49-F238E27FC236}">
                    <a16:creationId xmlns:a16="http://schemas.microsoft.com/office/drawing/2014/main" id="{75867631-3092-CAB8-8284-BF60BDBE7D32}"/>
                  </a:ext>
                </a:extLst>
              </p:cNvPr>
              <p:cNvSpPr/>
              <p:nvPr/>
            </p:nvSpPr>
            <p:spPr>
              <a:xfrm>
                <a:off x="247777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7" name="ph3448">
                <a:extLst>
                  <a:ext uri="{FF2B5EF4-FFF2-40B4-BE49-F238E27FC236}">
                    <a16:creationId xmlns:a16="http://schemas.microsoft.com/office/drawing/2014/main" id="{BB752352-30C8-822B-8E1C-34367C66A1C0}"/>
                  </a:ext>
                </a:extLst>
              </p:cNvPr>
              <p:cNvSpPr/>
              <p:nvPr/>
            </p:nvSpPr>
            <p:spPr>
              <a:xfrm>
                <a:off x="248721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8" name="ph3449">
                <a:extLst>
                  <a:ext uri="{FF2B5EF4-FFF2-40B4-BE49-F238E27FC236}">
                    <a16:creationId xmlns:a16="http://schemas.microsoft.com/office/drawing/2014/main" id="{0DF310C5-D942-C51A-F6D6-EFCCDE3B03E0}"/>
                  </a:ext>
                </a:extLst>
              </p:cNvPr>
              <p:cNvSpPr/>
              <p:nvPr/>
            </p:nvSpPr>
            <p:spPr>
              <a:xfrm>
                <a:off x="249665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9" name="ph3450">
                <a:extLst>
                  <a:ext uri="{FF2B5EF4-FFF2-40B4-BE49-F238E27FC236}">
                    <a16:creationId xmlns:a16="http://schemas.microsoft.com/office/drawing/2014/main" id="{E563460A-A930-9526-8006-5A6C13DD7BAB}"/>
                  </a:ext>
                </a:extLst>
              </p:cNvPr>
              <p:cNvSpPr/>
              <p:nvPr/>
            </p:nvSpPr>
            <p:spPr>
              <a:xfrm>
                <a:off x="250609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0" name="ph3451">
                <a:extLst>
                  <a:ext uri="{FF2B5EF4-FFF2-40B4-BE49-F238E27FC236}">
                    <a16:creationId xmlns:a16="http://schemas.microsoft.com/office/drawing/2014/main" id="{FB711C38-932E-C51C-DD60-A4396E81DC18}"/>
                  </a:ext>
                </a:extLst>
              </p:cNvPr>
              <p:cNvSpPr/>
              <p:nvPr/>
            </p:nvSpPr>
            <p:spPr>
              <a:xfrm>
                <a:off x="251553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1" name="ph3452">
                <a:extLst>
                  <a:ext uri="{FF2B5EF4-FFF2-40B4-BE49-F238E27FC236}">
                    <a16:creationId xmlns:a16="http://schemas.microsoft.com/office/drawing/2014/main" id="{7A79EE0F-66B9-123D-FAC5-471EE33BFE9D}"/>
                  </a:ext>
                </a:extLst>
              </p:cNvPr>
              <p:cNvSpPr/>
              <p:nvPr/>
            </p:nvSpPr>
            <p:spPr>
              <a:xfrm>
                <a:off x="252497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2" name="ph3453">
                <a:extLst>
                  <a:ext uri="{FF2B5EF4-FFF2-40B4-BE49-F238E27FC236}">
                    <a16:creationId xmlns:a16="http://schemas.microsoft.com/office/drawing/2014/main" id="{B92B87AB-B720-279F-EB40-002AF0B8E2F7}"/>
                  </a:ext>
                </a:extLst>
              </p:cNvPr>
              <p:cNvSpPr/>
              <p:nvPr/>
            </p:nvSpPr>
            <p:spPr>
              <a:xfrm>
                <a:off x="253441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3" name="ph3454">
                <a:extLst>
                  <a:ext uri="{FF2B5EF4-FFF2-40B4-BE49-F238E27FC236}">
                    <a16:creationId xmlns:a16="http://schemas.microsoft.com/office/drawing/2014/main" id="{CEA79987-24D3-4C54-A0A1-ECF90F18071B}"/>
                  </a:ext>
                </a:extLst>
              </p:cNvPr>
              <p:cNvSpPr/>
              <p:nvPr/>
            </p:nvSpPr>
            <p:spPr>
              <a:xfrm>
                <a:off x="254385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4" name="ph3455">
                <a:extLst>
                  <a:ext uri="{FF2B5EF4-FFF2-40B4-BE49-F238E27FC236}">
                    <a16:creationId xmlns:a16="http://schemas.microsoft.com/office/drawing/2014/main" id="{ED3ED192-2886-6B64-3985-606839B1D860}"/>
                  </a:ext>
                </a:extLst>
              </p:cNvPr>
              <p:cNvSpPr/>
              <p:nvPr/>
            </p:nvSpPr>
            <p:spPr>
              <a:xfrm>
                <a:off x="255329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5" name="ph3456">
                <a:extLst>
                  <a:ext uri="{FF2B5EF4-FFF2-40B4-BE49-F238E27FC236}">
                    <a16:creationId xmlns:a16="http://schemas.microsoft.com/office/drawing/2014/main" id="{E8283FEF-7D04-63E8-E9B2-6586017EA64E}"/>
                  </a:ext>
                </a:extLst>
              </p:cNvPr>
              <p:cNvSpPr/>
              <p:nvPr/>
            </p:nvSpPr>
            <p:spPr>
              <a:xfrm>
                <a:off x="256273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6" name="ph3457">
                <a:extLst>
                  <a:ext uri="{FF2B5EF4-FFF2-40B4-BE49-F238E27FC236}">
                    <a16:creationId xmlns:a16="http://schemas.microsoft.com/office/drawing/2014/main" id="{17874086-8C5F-6D59-93C7-E75C12CA0F98}"/>
                  </a:ext>
                </a:extLst>
              </p:cNvPr>
              <p:cNvSpPr/>
              <p:nvPr/>
            </p:nvSpPr>
            <p:spPr>
              <a:xfrm>
                <a:off x="257217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7" name="ph3458">
                <a:extLst>
                  <a:ext uri="{FF2B5EF4-FFF2-40B4-BE49-F238E27FC236}">
                    <a16:creationId xmlns:a16="http://schemas.microsoft.com/office/drawing/2014/main" id="{FE17E407-802F-54CF-609A-BEE4217297FE}"/>
                  </a:ext>
                </a:extLst>
              </p:cNvPr>
              <p:cNvSpPr/>
              <p:nvPr/>
            </p:nvSpPr>
            <p:spPr>
              <a:xfrm>
                <a:off x="258161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8" name="ph3459">
                <a:extLst>
                  <a:ext uri="{FF2B5EF4-FFF2-40B4-BE49-F238E27FC236}">
                    <a16:creationId xmlns:a16="http://schemas.microsoft.com/office/drawing/2014/main" id="{83CFDAA6-7504-2770-FC46-51A7E66F3934}"/>
                  </a:ext>
                </a:extLst>
              </p:cNvPr>
              <p:cNvSpPr/>
              <p:nvPr/>
            </p:nvSpPr>
            <p:spPr>
              <a:xfrm>
                <a:off x="259105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9" name="ph3460">
                <a:extLst>
                  <a:ext uri="{FF2B5EF4-FFF2-40B4-BE49-F238E27FC236}">
                    <a16:creationId xmlns:a16="http://schemas.microsoft.com/office/drawing/2014/main" id="{B68A7DF5-C2BF-1330-EC17-FBC0A308F171}"/>
                  </a:ext>
                </a:extLst>
              </p:cNvPr>
              <p:cNvSpPr/>
              <p:nvPr/>
            </p:nvSpPr>
            <p:spPr>
              <a:xfrm>
                <a:off x="260049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0" name="ph3461">
                <a:extLst>
                  <a:ext uri="{FF2B5EF4-FFF2-40B4-BE49-F238E27FC236}">
                    <a16:creationId xmlns:a16="http://schemas.microsoft.com/office/drawing/2014/main" id="{037E8936-8033-1046-96B0-B7D7D4A5F0E7}"/>
                  </a:ext>
                </a:extLst>
              </p:cNvPr>
              <p:cNvSpPr/>
              <p:nvPr/>
            </p:nvSpPr>
            <p:spPr>
              <a:xfrm>
                <a:off x="260993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2">
                  <a:alpha val="100000"/>
                </a:srgbClr>
              </a:solidFill>
              <a:ln w="5420" cap="flat">
                <a:solidFill>
                  <a:srgbClr val="C9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1" name="ph3462">
                <a:extLst>
                  <a:ext uri="{FF2B5EF4-FFF2-40B4-BE49-F238E27FC236}">
                    <a16:creationId xmlns:a16="http://schemas.microsoft.com/office/drawing/2014/main" id="{54DFA01C-BEEE-2A34-06D2-8CB0C57CE4B8}"/>
                  </a:ext>
                </a:extLst>
              </p:cNvPr>
              <p:cNvSpPr/>
              <p:nvPr/>
            </p:nvSpPr>
            <p:spPr>
              <a:xfrm>
                <a:off x="261937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2" name="ph3463">
                <a:extLst>
                  <a:ext uri="{FF2B5EF4-FFF2-40B4-BE49-F238E27FC236}">
                    <a16:creationId xmlns:a16="http://schemas.microsoft.com/office/drawing/2014/main" id="{5200EB84-6330-689A-8205-4047352A4621}"/>
                  </a:ext>
                </a:extLst>
              </p:cNvPr>
              <p:cNvSpPr/>
              <p:nvPr/>
            </p:nvSpPr>
            <p:spPr>
              <a:xfrm>
                <a:off x="262881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3" name="ph3464">
                <a:extLst>
                  <a:ext uri="{FF2B5EF4-FFF2-40B4-BE49-F238E27FC236}">
                    <a16:creationId xmlns:a16="http://schemas.microsoft.com/office/drawing/2014/main" id="{E0F79BE9-8205-CE81-CDE4-F6E24CE7E21C}"/>
                  </a:ext>
                </a:extLst>
              </p:cNvPr>
              <p:cNvSpPr/>
              <p:nvPr/>
            </p:nvSpPr>
            <p:spPr>
              <a:xfrm>
                <a:off x="263825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4" name="ph3465">
                <a:extLst>
                  <a:ext uri="{FF2B5EF4-FFF2-40B4-BE49-F238E27FC236}">
                    <a16:creationId xmlns:a16="http://schemas.microsoft.com/office/drawing/2014/main" id="{B9100EE9-2F56-01FC-FE0E-42A5A23CFB6D}"/>
                  </a:ext>
                </a:extLst>
              </p:cNvPr>
              <p:cNvSpPr/>
              <p:nvPr/>
            </p:nvSpPr>
            <p:spPr>
              <a:xfrm>
                <a:off x="264769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5" name="ph3466">
                <a:extLst>
                  <a:ext uri="{FF2B5EF4-FFF2-40B4-BE49-F238E27FC236}">
                    <a16:creationId xmlns:a16="http://schemas.microsoft.com/office/drawing/2014/main" id="{5A002CDF-5D70-7410-C5DD-8D6B9934402B}"/>
                  </a:ext>
                </a:extLst>
              </p:cNvPr>
              <p:cNvSpPr/>
              <p:nvPr/>
            </p:nvSpPr>
            <p:spPr>
              <a:xfrm>
                <a:off x="2666575" y="204480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302" y="896909"/>
                    </a:lnTo>
                    <a:lnTo>
                      <a:pt x="913493" y="902437"/>
                    </a:lnTo>
                    <a:lnTo>
                      <a:pt x="914400" y="903525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6" name="ph3467">
                <a:extLst>
                  <a:ext uri="{FF2B5EF4-FFF2-40B4-BE49-F238E27FC236}">
                    <a16:creationId xmlns:a16="http://schemas.microsoft.com/office/drawing/2014/main" id="{4421F384-9E84-F420-6C27-828AD0B2C4CD}"/>
                  </a:ext>
                </a:extLst>
              </p:cNvPr>
              <p:cNvSpPr/>
              <p:nvPr/>
            </p:nvSpPr>
            <p:spPr>
              <a:xfrm>
                <a:off x="2666575" y="2044803"/>
                <a:ext cx="922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35" h="914400">
                    <a:moveTo>
                      <a:pt x="914400" y="914400"/>
                    </a:moveTo>
                    <a:lnTo>
                      <a:pt x="914400" y="903525"/>
                    </a:lnTo>
                    <a:lnTo>
                      <a:pt x="918520" y="908467"/>
                    </a:lnTo>
                    <a:lnTo>
                      <a:pt x="922935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7" name="ph3468">
                <a:extLst>
                  <a:ext uri="{FF2B5EF4-FFF2-40B4-BE49-F238E27FC236}">
                    <a16:creationId xmlns:a16="http://schemas.microsoft.com/office/drawing/2014/main" id="{BFE22DDE-C94E-F6FC-A013-73A7A7723F07}"/>
                  </a:ext>
                </a:extLst>
              </p:cNvPr>
              <p:cNvSpPr/>
              <p:nvPr/>
            </p:nvSpPr>
            <p:spPr>
              <a:xfrm>
                <a:off x="3176348" y="20272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231" y="931853"/>
                    </a:lnTo>
                    <a:lnTo>
                      <a:pt x="910305" y="931526"/>
                    </a:lnTo>
                    <a:lnTo>
                      <a:pt x="910380" y="931198"/>
                    </a:lnTo>
                    <a:lnTo>
                      <a:pt x="910454" y="930870"/>
                    </a:lnTo>
                    <a:lnTo>
                      <a:pt x="910528" y="930542"/>
                    </a:lnTo>
                    <a:lnTo>
                      <a:pt x="910602" y="930214"/>
                    </a:lnTo>
                    <a:lnTo>
                      <a:pt x="910676" y="929887"/>
                    </a:lnTo>
                    <a:lnTo>
                      <a:pt x="910750" y="929559"/>
                    </a:lnTo>
                    <a:lnTo>
                      <a:pt x="910824" y="929231"/>
                    </a:lnTo>
                    <a:lnTo>
                      <a:pt x="910898" y="928903"/>
                    </a:lnTo>
                    <a:lnTo>
                      <a:pt x="910973" y="928576"/>
                    </a:lnTo>
                    <a:lnTo>
                      <a:pt x="911047" y="928248"/>
                    </a:lnTo>
                    <a:lnTo>
                      <a:pt x="911121" y="927920"/>
                    </a:lnTo>
                    <a:lnTo>
                      <a:pt x="911195" y="927592"/>
                    </a:lnTo>
                    <a:lnTo>
                      <a:pt x="911269" y="927264"/>
                    </a:lnTo>
                    <a:lnTo>
                      <a:pt x="911343" y="926937"/>
                    </a:lnTo>
                    <a:lnTo>
                      <a:pt x="911445" y="926486"/>
                    </a:lnTo>
                    <a:lnTo>
                      <a:pt x="911021" y="919941"/>
                    </a:lnTo>
                    <a:lnTo>
                      <a:pt x="910811" y="914400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8" name="ph3469">
                <a:extLst>
                  <a:ext uri="{FF2B5EF4-FFF2-40B4-BE49-F238E27FC236}">
                    <a16:creationId xmlns:a16="http://schemas.microsoft.com/office/drawing/2014/main" id="{7DE54883-BC0D-EC4A-8AA6-5A511254038C}"/>
                  </a:ext>
                </a:extLst>
              </p:cNvPr>
              <p:cNvSpPr/>
              <p:nvPr/>
            </p:nvSpPr>
            <p:spPr>
              <a:xfrm>
                <a:off x="317634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9" name="ph3470">
                <a:extLst>
                  <a:ext uri="{FF2B5EF4-FFF2-40B4-BE49-F238E27FC236}">
                    <a16:creationId xmlns:a16="http://schemas.microsoft.com/office/drawing/2014/main" id="{86589A6A-4276-10F7-34BF-B51A82D32D01}"/>
                  </a:ext>
                </a:extLst>
              </p:cNvPr>
              <p:cNvSpPr/>
              <p:nvPr/>
            </p:nvSpPr>
            <p:spPr>
              <a:xfrm>
                <a:off x="318578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0" name="ph3471">
                <a:extLst>
                  <a:ext uri="{FF2B5EF4-FFF2-40B4-BE49-F238E27FC236}">
                    <a16:creationId xmlns:a16="http://schemas.microsoft.com/office/drawing/2014/main" id="{7DFE11BD-15DA-FD62-D5FD-E83D20894659}"/>
                  </a:ext>
                </a:extLst>
              </p:cNvPr>
              <p:cNvSpPr/>
              <p:nvPr/>
            </p:nvSpPr>
            <p:spPr>
              <a:xfrm>
                <a:off x="319522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1" name="ph3472">
                <a:extLst>
                  <a:ext uri="{FF2B5EF4-FFF2-40B4-BE49-F238E27FC236}">
                    <a16:creationId xmlns:a16="http://schemas.microsoft.com/office/drawing/2014/main" id="{69BF7BC1-A2F8-C3CD-A4B8-E06A241F92EE}"/>
                  </a:ext>
                </a:extLst>
              </p:cNvPr>
              <p:cNvSpPr/>
              <p:nvPr/>
            </p:nvSpPr>
            <p:spPr>
              <a:xfrm>
                <a:off x="320466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2" name="ph3473">
                <a:extLst>
                  <a:ext uri="{FF2B5EF4-FFF2-40B4-BE49-F238E27FC236}">
                    <a16:creationId xmlns:a16="http://schemas.microsoft.com/office/drawing/2014/main" id="{F73B01E8-BFBC-432D-D2F3-EDF1256F31C3}"/>
                  </a:ext>
                </a:extLst>
              </p:cNvPr>
              <p:cNvSpPr/>
              <p:nvPr/>
            </p:nvSpPr>
            <p:spPr>
              <a:xfrm>
                <a:off x="321410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6">
                  <a:alpha val="100000"/>
                </a:srgbClr>
              </a:solidFill>
              <a:ln w="5420" cap="flat">
                <a:solidFill>
                  <a:srgbClr val="EF6E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3" name="ph3474">
                <a:extLst>
                  <a:ext uri="{FF2B5EF4-FFF2-40B4-BE49-F238E27FC236}">
                    <a16:creationId xmlns:a16="http://schemas.microsoft.com/office/drawing/2014/main" id="{C33082E7-5192-52FA-5D7D-1656AA8F8805}"/>
                  </a:ext>
                </a:extLst>
              </p:cNvPr>
              <p:cNvSpPr/>
              <p:nvPr/>
            </p:nvSpPr>
            <p:spPr>
              <a:xfrm>
                <a:off x="322354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4" name="ph3475">
                <a:extLst>
                  <a:ext uri="{FF2B5EF4-FFF2-40B4-BE49-F238E27FC236}">
                    <a16:creationId xmlns:a16="http://schemas.microsoft.com/office/drawing/2014/main" id="{AEB5C629-4E09-67CF-E532-C1B8F98C8AB1}"/>
                  </a:ext>
                </a:extLst>
              </p:cNvPr>
              <p:cNvSpPr/>
              <p:nvPr/>
            </p:nvSpPr>
            <p:spPr>
              <a:xfrm>
                <a:off x="323298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E45">
                  <a:alpha val="100000"/>
                </a:srgbClr>
              </a:solidFill>
              <a:ln w="5420" cap="flat">
                <a:solidFill>
                  <a:srgbClr val="EF6E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5" name="ph3476">
                <a:extLst>
                  <a:ext uri="{FF2B5EF4-FFF2-40B4-BE49-F238E27FC236}">
                    <a16:creationId xmlns:a16="http://schemas.microsoft.com/office/drawing/2014/main" id="{8735CCEA-0379-CCBB-8E6A-9BF568EC99C6}"/>
                  </a:ext>
                </a:extLst>
              </p:cNvPr>
              <p:cNvSpPr/>
              <p:nvPr/>
            </p:nvSpPr>
            <p:spPr>
              <a:xfrm>
                <a:off x="324242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6" name="ph3477">
                <a:extLst>
                  <a:ext uri="{FF2B5EF4-FFF2-40B4-BE49-F238E27FC236}">
                    <a16:creationId xmlns:a16="http://schemas.microsoft.com/office/drawing/2014/main" id="{E3EE3CB8-5E61-088E-336C-C8BCE1637460}"/>
                  </a:ext>
                </a:extLst>
              </p:cNvPr>
              <p:cNvSpPr/>
              <p:nvPr/>
            </p:nvSpPr>
            <p:spPr>
              <a:xfrm>
                <a:off x="325187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6D45">
                  <a:alpha val="100000"/>
                </a:srgbClr>
              </a:solidFill>
              <a:ln w="5420" cap="flat">
                <a:solidFill>
                  <a:srgbClr val="EF6D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7" name="ph3478">
                <a:extLst>
                  <a:ext uri="{FF2B5EF4-FFF2-40B4-BE49-F238E27FC236}">
                    <a16:creationId xmlns:a16="http://schemas.microsoft.com/office/drawing/2014/main" id="{49837070-8938-BB4F-9DAA-1545BEEE1C26}"/>
                  </a:ext>
                </a:extLst>
              </p:cNvPr>
              <p:cNvSpPr/>
              <p:nvPr/>
            </p:nvSpPr>
            <p:spPr>
              <a:xfrm>
                <a:off x="326131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5">
                  <a:alpha val="100000"/>
                </a:srgbClr>
              </a:solidFill>
              <a:ln w="5420" cap="flat">
                <a:solidFill>
                  <a:srgbClr val="EE6C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8" name="ph3479">
                <a:extLst>
                  <a:ext uri="{FF2B5EF4-FFF2-40B4-BE49-F238E27FC236}">
                    <a16:creationId xmlns:a16="http://schemas.microsoft.com/office/drawing/2014/main" id="{1439ECAD-2A95-D4E1-2F1D-0766669A663B}"/>
                  </a:ext>
                </a:extLst>
              </p:cNvPr>
              <p:cNvSpPr/>
              <p:nvPr/>
            </p:nvSpPr>
            <p:spPr>
              <a:xfrm>
                <a:off x="327075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C44">
                  <a:alpha val="100000"/>
                </a:srgbClr>
              </a:solidFill>
              <a:ln w="5420" cap="flat">
                <a:solidFill>
                  <a:srgbClr val="EE6C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9" name="ph3480">
                <a:extLst>
                  <a:ext uri="{FF2B5EF4-FFF2-40B4-BE49-F238E27FC236}">
                    <a16:creationId xmlns:a16="http://schemas.microsoft.com/office/drawing/2014/main" id="{73AC2F0B-C231-5988-5453-5B742A0E45D2}"/>
                  </a:ext>
                </a:extLst>
              </p:cNvPr>
              <p:cNvSpPr/>
              <p:nvPr/>
            </p:nvSpPr>
            <p:spPr>
              <a:xfrm>
                <a:off x="328019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6B44">
                  <a:alpha val="100000"/>
                </a:srgbClr>
              </a:solidFill>
              <a:ln w="5420" cap="flat">
                <a:solidFill>
                  <a:srgbClr val="EE6B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0" name="ph3481">
                <a:extLst>
                  <a:ext uri="{FF2B5EF4-FFF2-40B4-BE49-F238E27FC236}">
                    <a16:creationId xmlns:a16="http://schemas.microsoft.com/office/drawing/2014/main" id="{AD68A425-C5AB-CB6C-67C2-88E67270B391}"/>
                  </a:ext>
                </a:extLst>
              </p:cNvPr>
              <p:cNvSpPr/>
              <p:nvPr/>
            </p:nvSpPr>
            <p:spPr>
              <a:xfrm>
                <a:off x="328963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A43">
                  <a:alpha val="100000"/>
                </a:srgbClr>
              </a:solidFill>
              <a:ln w="5420" cap="flat">
                <a:solidFill>
                  <a:srgbClr val="ED6A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1" name="ph3482">
                <a:extLst>
                  <a:ext uri="{FF2B5EF4-FFF2-40B4-BE49-F238E27FC236}">
                    <a16:creationId xmlns:a16="http://schemas.microsoft.com/office/drawing/2014/main" id="{2188507A-BC8A-E1C3-24B0-98271511A8B3}"/>
                  </a:ext>
                </a:extLst>
              </p:cNvPr>
              <p:cNvSpPr/>
              <p:nvPr/>
            </p:nvSpPr>
            <p:spPr>
              <a:xfrm>
                <a:off x="329907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943">
                  <a:alpha val="100000"/>
                </a:srgbClr>
              </a:solidFill>
              <a:ln w="5420" cap="flat">
                <a:solidFill>
                  <a:srgbClr val="ED694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2" name="ph3483">
                <a:extLst>
                  <a:ext uri="{FF2B5EF4-FFF2-40B4-BE49-F238E27FC236}">
                    <a16:creationId xmlns:a16="http://schemas.microsoft.com/office/drawing/2014/main" id="{8F81B54A-0BBC-C95B-AF8D-BE8AA96991E8}"/>
                  </a:ext>
                </a:extLst>
              </p:cNvPr>
              <p:cNvSpPr/>
              <p:nvPr/>
            </p:nvSpPr>
            <p:spPr>
              <a:xfrm>
                <a:off x="330851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3" name="ph3484">
                <a:extLst>
                  <a:ext uri="{FF2B5EF4-FFF2-40B4-BE49-F238E27FC236}">
                    <a16:creationId xmlns:a16="http://schemas.microsoft.com/office/drawing/2014/main" id="{F1977C6C-0A53-2F76-6908-6C1D30398BEA}"/>
                  </a:ext>
                </a:extLst>
              </p:cNvPr>
              <p:cNvSpPr/>
              <p:nvPr/>
            </p:nvSpPr>
            <p:spPr>
              <a:xfrm>
                <a:off x="331795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4" name="ph3485">
                <a:extLst>
                  <a:ext uri="{FF2B5EF4-FFF2-40B4-BE49-F238E27FC236}">
                    <a16:creationId xmlns:a16="http://schemas.microsoft.com/office/drawing/2014/main" id="{482659C5-B0DC-FA7F-5C16-CD206311D1C4}"/>
                  </a:ext>
                </a:extLst>
              </p:cNvPr>
              <p:cNvSpPr/>
              <p:nvPr/>
            </p:nvSpPr>
            <p:spPr>
              <a:xfrm>
                <a:off x="332739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5" name="ph3486">
                <a:extLst>
                  <a:ext uri="{FF2B5EF4-FFF2-40B4-BE49-F238E27FC236}">
                    <a16:creationId xmlns:a16="http://schemas.microsoft.com/office/drawing/2014/main" id="{AE8322E6-ABAC-B383-D1B9-522EAC3D12B7}"/>
                  </a:ext>
                </a:extLst>
              </p:cNvPr>
              <p:cNvSpPr/>
              <p:nvPr/>
            </p:nvSpPr>
            <p:spPr>
              <a:xfrm>
                <a:off x="333683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6" name="ph3487">
                <a:extLst>
                  <a:ext uri="{FF2B5EF4-FFF2-40B4-BE49-F238E27FC236}">
                    <a16:creationId xmlns:a16="http://schemas.microsoft.com/office/drawing/2014/main" id="{9F6D8E29-A514-BB3F-64DE-764EF092B2ED}"/>
                  </a:ext>
                </a:extLst>
              </p:cNvPr>
              <p:cNvSpPr/>
              <p:nvPr/>
            </p:nvSpPr>
            <p:spPr>
              <a:xfrm>
                <a:off x="334627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7" name="ph3488">
                <a:extLst>
                  <a:ext uri="{FF2B5EF4-FFF2-40B4-BE49-F238E27FC236}">
                    <a16:creationId xmlns:a16="http://schemas.microsoft.com/office/drawing/2014/main" id="{65A577AF-D50C-8C58-A9EB-74A1ABC813A0}"/>
                  </a:ext>
                </a:extLst>
              </p:cNvPr>
              <p:cNvSpPr/>
              <p:nvPr/>
            </p:nvSpPr>
            <p:spPr>
              <a:xfrm>
                <a:off x="335571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8" name="ph3489">
                <a:extLst>
                  <a:ext uri="{FF2B5EF4-FFF2-40B4-BE49-F238E27FC236}">
                    <a16:creationId xmlns:a16="http://schemas.microsoft.com/office/drawing/2014/main" id="{9762AB2F-5706-D6EF-9151-7EECA849E6D7}"/>
                  </a:ext>
                </a:extLst>
              </p:cNvPr>
              <p:cNvSpPr/>
              <p:nvPr/>
            </p:nvSpPr>
            <p:spPr>
              <a:xfrm>
                <a:off x="336515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9" name="ph3490">
                <a:extLst>
                  <a:ext uri="{FF2B5EF4-FFF2-40B4-BE49-F238E27FC236}">
                    <a16:creationId xmlns:a16="http://schemas.microsoft.com/office/drawing/2014/main" id="{EC511F53-7F7D-6907-270B-FA9D2F384298}"/>
                  </a:ext>
                </a:extLst>
              </p:cNvPr>
              <p:cNvSpPr/>
              <p:nvPr/>
            </p:nvSpPr>
            <p:spPr>
              <a:xfrm>
                <a:off x="337459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0" name="ph3491">
                <a:extLst>
                  <a:ext uri="{FF2B5EF4-FFF2-40B4-BE49-F238E27FC236}">
                    <a16:creationId xmlns:a16="http://schemas.microsoft.com/office/drawing/2014/main" id="{C510EE18-021A-D1D6-F3DD-71F5F5D8F6EA}"/>
                  </a:ext>
                </a:extLst>
              </p:cNvPr>
              <p:cNvSpPr/>
              <p:nvPr/>
            </p:nvSpPr>
            <p:spPr>
              <a:xfrm>
                <a:off x="338403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1" name="ph3492">
                <a:extLst>
                  <a:ext uri="{FF2B5EF4-FFF2-40B4-BE49-F238E27FC236}">
                    <a16:creationId xmlns:a16="http://schemas.microsoft.com/office/drawing/2014/main" id="{EB39F53C-481F-E142-11D1-1E91B81A47D9}"/>
                  </a:ext>
                </a:extLst>
              </p:cNvPr>
              <p:cNvSpPr/>
              <p:nvPr/>
            </p:nvSpPr>
            <p:spPr>
              <a:xfrm>
                <a:off x="339347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2" name="ph3493">
                <a:extLst>
                  <a:ext uri="{FF2B5EF4-FFF2-40B4-BE49-F238E27FC236}">
                    <a16:creationId xmlns:a16="http://schemas.microsoft.com/office/drawing/2014/main" id="{D40B9865-6443-07F3-D593-6881FEA21BEC}"/>
                  </a:ext>
                </a:extLst>
              </p:cNvPr>
              <p:cNvSpPr/>
              <p:nvPr/>
            </p:nvSpPr>
            <p:spPr>
              <a:xfrm>
                <a:off x="3402913" y="204480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22"/>
                    </a:lnTo>
                    <a:lnTo>
                      <a:pt x="922335" y="907456"/>
                    </a:lnTo>
                    <a:lnTo>
                      <a:pt x="919910" y="914400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3" name="ph3494">
                <a:extLst>
                  <a:ext uri="{FF2B5EF4-FFF2-40B4-BE49-F238E27FC236}">
                    <a16:creationId xmlns:a16="http://schemas.microsoft.com/office/drawing/2014/main" id="{0675DADE-9707-EF7A-06E4-B93990E1AB1E}"/>
                  </a:ext>
                </a:extLst>
              </p:cNvPr>
              <p:cNvSpPr/>
              <p:nvPr/>
            </p:nvSpPr>
            <p:spPr>
              <a:xfrm>
                <a:off x="3412354" y="2027233"/>
                <a:ext cx="916157" cy="920191"/>
              </a:xfrm>
              <a:custGeom>
                <a:avLst/>
                <a:gdLst/>
                <a:ahLst/>
                <a:cxnLst/>
                <a:rect l="0" t="0" r="0" b="0"/>
                <a:pathLst>
                  <a:path w="916157" h="920191">
                    <a:moveTo>
                      <a:pt x="914400" y="914400"/>
                    </a:moveTo>
                    <a:lnTo>
                      <a:pt x="916157" y="914400"/>
                    </a:lnTo>
                    <a:lnTo>
                      <a:pt x="915810" y="915659"/>
                    </a:lnTo>
                    <a:lnTo>
                      <a:pt x="914400" y="920191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4" name="ph3495">
                <a:extLst>
                  <a:ext uri="{FF2B5EF4-FFF2-40B4-BE49-F238E27FC236}">
                    <a16:creationId xmlns:a16="http://schemas.microsoft.com/office/drawing/2014/main" id="{F1ECE7ED-01EB-1D34-8FD6-143F43E45A8A}"/>
                  </a:ext>
                </a:extLst>
              </p:cNvPr>
              <p:cNvSpPr/>
              <p:nvPr/>
            </p:nvSpPr>
            <p:spPr>
              <a:xfrm>
                <a:off x="2336166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37" y="931969"/>
                    </a:lnTo>
                    <a:lnTo>
                      <a:pt x="908175" y="922348"/>
                    </a:lnTo>
                    <a:lnTo>
                      <a:pt x="907654" y="920255"/>
                    </a:lnTo>
                    <a:lnTo>
                      <a:pt x="907135" y="918175"/>
                    </a:lnTo>
                    <a:lnTo>
                      <a:pt x="906617" y="916094"/>
                    </a:lnTo>
                    <a:lnTo>
                      <a:pt x="906195" y="914400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5" name="ph3496">
                <a:extLst>
                  <a:ext uri="{FF2B5EF4-FFF2-40B4-BE49-F238E27FC236}">
                    <a16:creationId xmlns:a16="http://schemas.microsoft.com/office/drawing/2014/main" id="{7326D6C3-A28A-8296-836D-0EC8044CFA58}"/>
                  </a:ext>
                </a:extLst>
              </p:cNvPr>
              <p:cNvSpPr/>
              <p:nvPr/>
            </p:nvSpPr>
            <p:spPr>
              <a:xfrm>
                <a:off x="233616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6" name="ph3497">
                <a:extLst>
                  <a:ext uri="{FF2B5EF4-FFF2-40B4-BE49-F238E27FC236}">
                    <a16:creationId xmlns:a16="http://schemas.microsoft.com/office/drawing/2014/main" id="{D023B364-CED5-D664-0623-2725BC7DDE39}"/>
                  </a:ext>
                </a:extLst>
              </p:cNvPr>
              <p:cNvSpPr/>
              <p:nvPr/>
            </p:nvSpPr>
            <p:spPr>
              <a:xfrm>
                <a:off x="234560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7" name="ph3498">
                <a:extLst>
                  <a:ext uri="{FF2B5EF4-FFF2-40B4-BE49-F238E27FC236}">
                    <a16:creationId xmlns:a16="http://schemas.microsoft.com/office/drawing/2014/main" id="{A290974A-CAC6-3167-42A6-28E772483E6A}"/>
                  </a:ext>
                </a:extLst>
              </p:cNvPr>
              <p:cNvSpPr/>
              <p:nvPr/>
            </p:nvSpPr>
            <p:spPr>
              <a:xfrm>
                <a:off x="235504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8" name="ph3499">
                <a:extLst>
                  <a:ext uri="{FF2B5EF4-FFF2-40B4-BE49-F238E27FC236}">
                    <a16:creationId xmlns:a16="http://schemas.microsoft.com/office/drawing/2014/main" id="{0AEB7A43-73B9-5078-E8AE-B128DFDEBEF2}"/>
                  </a:ext>
                </a:extLst>
              </p:cNvPr>
              <p:cNvSpPr/>
              <p:nvPr/>
            </p:nvSpPr>
            <p:spPr>
              <a:xfrm>
                <a:off x="236448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9" name="ph3500">
                <a:extLst>
                  <a:ext uri="{FF2B5EF4-FFF2-40B4-BE49-F238E27FC236}">
                    <a16:creationId xmlns:a16="http://schemas.microsoft.com/office/drawing/2014/main" id="{8B9E6E6D-4757-04F8-9455-9AED86215E3C}"/>
                  </a:ext>
                </a:extLst>
              </p:cNvPr>
              <p:cNvSpPr/>
              <p:nvPr/>
            </p:nvSpPr>
            <p:spPr>
              <a:xfrm>
                <a:off x="2373927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0" name="ph3501">
                <a:extLst>
                  <a:ext uri="{FF2B5EF4-FFF2-40B4-BE49-F238E27FC236}">
                    <a16:creationId xmlns:a16="http://schemas.microsoft.com/office/drawing/2014/main" id="{ABBE97C6-4DB9-47B5-3063-5C9173C5F9CB}"/>
                  </a:ext>
                </a:extLst>
              </p:cNvPr>
              <p:cNvSpPr/>
              <p:nvPr/>
            </p:nvSpPr>
            <p:spPr>
              <a:xfrm>
                <a:off x="238336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1" name="ph3502">
                <a:extLst>
                  <a:ext uri="{FF2B5EF4-FFF2-40B4-BE49-F238E27FC236}">
                    <a16:creationId xmlns:a16="http://schemas.microsoft.com/office/drawing/2014/main" id="{59D53C63-A378-75C2-A3E9-50B5D889E5CC}"/>
                  </a:ext>
                </a:extLst>
              </p:cNvPr>
              <p:cNvSpPr/>
              <p:nvPr/>
            </p:nvSpPr>
            <p:spPr>
              <a:xfrm>
                <a:off x="239280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2" name="ph3503">
                <a:extLst>
                  <a:ext uri="{FF2B5EF4-FFF2-40B4-BE49-F238E27FC236}">
                    <a16:creationId xmlns:a16="http://schemas.microsoft.com/office/drawing/2014/main" id="{42831A95-7CE5-317D-50D7-F4894FBF4E1E}"/>
                  </a:ext>
                </a:extLst>
              </p:cNvPr>
              <p:cNvSpPr/>
              <p:nvPr/>
            </p:nvSpPr>
            <p:spPr>
              <a:xfrm>
                <a:off x="240224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3" name="ph3504">
                <a:extLst>
                  <a:ext uri="{FF2B5EF4-FFF2-40B4-BE49-F238E27FC236}">
                    <a16:creationId xmlns:a16="http://schemas.microsoft.com/office/drawing/2014/main" id="{822F1F2B-FEAF-3D09-962C-DD5B7F4B0115}"/>
                  </a:ext>
                </a:extLst>
              </p:cNvPr>
              <p:cNvSpPr/>
              <p:nvPr/>
            </p:nvSpPr>
            <p:spPr>
              <a:xfrm>
                <a:off x="241168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4" name="ph3505">
                <a:extLst>
                  <a:ext uri="{FF2B5EF4-FFF2-40B4-BE49-F238E27FC236}">
                    <a16:creationId xmlns:a16="http://schemas.microsoft.com/office/drawing/2014/main" id="{C8921A5D-FB61-3258-B9D9-8F373A9F31CD}"/>
                  </a:ext>
                </a:extLst>
              </p:cNvPr>
              <p:cNvSpPr/>
              <p:nvPr/>
            </p:nvSpPr>
            <p:spPr>
              <a:xfrm>
                <a:off x="242112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5" name="ph3506">
                <a:extLst>
                  <a:ext uri="{FF2B5EF4-FFF2-40B4-BE49-F238E27FC236}">
                    <a16:creationId xmlns:a16="http://schemas.microsoft.com/office/drawing/2014/main" id="{9CD10B01-F04C-FE9E-7788-90D25A195421}"/>
                  </a:ext>
                </a:extLst>
              </p:cNvPr>
              <p:cNvSpPr/>
              <p:nvPr/>
            </p:nvSpPr>
            <p:spPr>
              <a:xfrm>
                <a:off x="243056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6" name="ph3507">
                <a:extLst>
                  <a:ext uri="{FF2B5EF4-FFF2-40B4-BE49-F238E27FC236}">
                    <a16:creationId xmlns:a16="http://schemas.microsoft.com/office/drawing/2014/main" id="{376E2794-D487-2F8B-477F-D13F921991FE}"/>
                  </a:ext>
                </a:extLst>
              </p:cNvPr>
              <p:cNvSpPr/>
              <p:nvPr/>
            </p:nvSpPr>
            <p:spPr>
              <a:xfrm>
                <a:off x="244000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7" name="ph3508">
                <a:extLst>
                  <a:ext uri="{FF2B5EF4-FFF2-40B4-BE49-F238E27FC236}">
                    <a16:creationId xmlns:a16="http://schemas.microsoft.com/office/drawing/2014/main" id="{D2F2123E-E2CE-A5D7-B3F1-768C70021B7B}"/>
                  </a:ext>
                </a:extLst>
              </p:cNvPr>
              <p:cNvSpPr/>
              <p:nvPr/>
            </p:nvSpPr>
            <p:spPr>
              <a:xfrm>
                <a:off x="244944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8" name="ph3509">
                <a:extLst>
                  <a:ext uri="{FF2B5EF4-FFF2-40B4-BE49-F238E27FC236}">
                    <a16:creationId xmlns:a16="http://schemas.microsoft.com/office/drawing/2014/main" id="{92305FA2-63D1-06EB-E547-9D98A9028C99}"/>
                  </a:ext>
                </a:extLst>
              </p:cNvPr>
              <p:cNvSpPr/>
              <p:nvPr/>
            </p:nvSpPr>
            <p:spPr>
              <a:xfrm>
                <a:off x="245889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9" name="ph3510">
                <a:extLst>
                  <a:ext uri="{FF2B5EF4-FFF2-40B4-BE49-F238E27FC236}">
                    <a16:creationId xmlns:a16="http://schemas.microsoft.com/office/drawing/2014/main" id="{7EE2D502-4C46-C830-6E91-2C076C94B08C}"/>
                  </a:ext>
                </a:extLst>
              </p:cNvPr>
              <p:cNvSpPr/>
              <p:nvPr/>
            </p:nvSpPr>
            <p:spPr>
              <a:xfrm>
                <a:off x="246833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0" name="ph3511">
                <a:extLst>
                  <a:ext uri="{FF2B5EF4-FFF2-40B4-BE49-F238E27FC236}">
                    <a16:creationId xmlns:a16="http://schemas.microsoft.com/office/drawing/2014/main" id="{6AC1F05A-7955-E716-1B05-15D581304769}"/>
                  </a:ext>
                </a:extLst>
              </p:cNvPr>
              <p:cNvSpPr/>
              <p:nvPr/>
            </p:nvSpPr>
            <p:spPr>
              <a:xfrm>
                <a:off x="247777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1" name="ph3512">
                <a:extLst>
                  <a:ext uri="{FF2B5EF4-FFF2-40B4-BE49-F238E27FC236}">
                    <a16:creationId xmlns:a16="http://schemas.microsoft.com/office/drawing/2014/main" id="{FD0875D0-F410-3492-84D7-C54C200B6474}"/>
                  </a:ext>
                </a:extLst>
              </p:cNvPr>
              <p:cNvSpPr/>
              <p:nvPr/>
            </p:nvSpPr>
            <p:spPr>
              <a:xfrm>
                <a:off x="248721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2" name="ph3513">
                <a:extLst>
                  <a:ext uri="{FF2B5EF4-FFF2-40B4-BE49-F238E27FC236}">
                    <a16:creationId xmlns:a16="http://schemas.microsoft.com/office/drawing/2014/main" id="{9E012001-0F9A-E748-642D-0552BF211DEC}"/>
                  </a:ext>
                </a:extLst>
              </p:cNvPr>
              <p:cNvSpPr/>
              <p:nvPr/>
            </p:nvSpPr>
            <p:spPr>
              <a:xfrm>
                <a:off x="249665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3" name="ph3514">
                <a:extLst>
                  <a:ext uri="{FF2B5EF4-FFF2-40B4-BE49-F238E27FC236}">
                    <a16:creationId xmlns:a16="http://schemas.microsoft.com/office/drawing/2014/main" id="{6961570D-39C3-352B-326B-DF4E8326EEBA}"/>
                  </a:ext>
                </a:extLst>
              </p:cNvPr>
              <p:cNvSpPr/>
              <p:nvPr/>
            </p:nvSpPr>
            <p:spPr>
              <a:xfrm>
                <a:off x="250609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4" name="ph3515">
                <a:extLst>
                  <a:ext uri="{FF2B5EF4-FFF2-40B4-BE49-F238E27FC236}">
                    <a16:creationId xmlns:a16="http://schemas.microsoft.com/office/drawing/2014/main" id="{9215E2A7-6D0C-079D-573C-6BB2C8562BF6}"/>
                  </a:ext>
                </a:extLst>
              </p:cNvPr>
              <p:cNvSpPr/>
              <p:nvPr/>
            </p:nvSpPr>
            <p:spPr>
              <a:xfrm>
                <a:off x="251553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5" name="ph3516">
                <a:extLst>
                  <a:ext uri="{FF2B5EF4-FFF2-40B4-BE49-F238E27FC236}">
                    <a16:creationId xmlns:a16="http://schemas.microsoft.com/office/drawing/2014/main" id="{6022F9F2-765D-D989-0EA5-F2D09BB41228}"/>
                  </a:ext>
                </a:extLst>
              </p:cNvPr>
              <p:cNvSpPr/>
              <p:nvPr/>
            </p:nvSpPr>
            <p:spPr>
              <a:xfrm>
                <a:off x="252497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6" name="ph3517">
                <a:extLst>
                  <a:ext uri="{FF2B5EF4-FFF2-40B4-BE49-F238E27FC236}">
                    <a16:creationId xmlns:a16="http://schemas.microsoft.com/office/drawing/2014/main" id="{7CC9B31C-D2E7-7130-2BB6-1ED8153FD759}"/>
                  </a:ext>
                </a:extLst>
              </p:cNvPr>
              <p:cNvSpPr/>
              <p:nvPr/>
            </p:nvSpPr>
            <p:spPr>
              <a:xfrm>
                <a:off x="253441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7" name="ph3518">
                <a:extLst>
                  <a:ext uri="{FF2B5EF4-FFF2-40B4-BE49-F238E27FC236}">
                    <a16:creationId xmlns:a16="http://schemas.microsoft.com/office/drawing/2014/main" id="{EF331859-B044-B622-6BF2-ED47C3013435}"/>
                  </a:ext>
                </a:extLst>
              </p:cNvPr>
              <p:cNvSpPr/>
              <p:nvPr/>
            </p:nvSpPr>
            <p:spPr>
              <a:xfrm>
                <a:off x="254385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8" name="ph3519">
                <a:extLst>
                  <a:ext uri="{FF2B5EF4-FFF2-40B4-BE49-F238E27FC236}">
                    <a16:creationId xmlns:a16="http://schemas.microsoft.com/office/drawing/2014/main" id="{A7CC7CF9-B41E-46DB-8BFD-89FFB47E4E7A}"/>
                  </a:ext>
                </a:extLst>
              </p:cNvPr>
              <p:cNvSpPr/>
              <p:nvPr/>
            </p:nvSpPr>
            <p:spPr>
              <a:xfrm>
                <a:off x="255329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9" name="ph3520">
                <a:extLst>
                  <a:ext uri="{FF2B5EF4-FFF2-40B4-BE49-F238E27FC236}">
                    <a16:creationId xmlns:a16="http://schemas.microsoft.com/office/drawing/2014/main" id="{C8A43231-AE8C-C114-4F50-812336F18BB2}"/>
                  </a:ext>
                </a:extLst>
              </p:cNvPr>
              <p:cNvSpPr/>
              <p:nvPr/>
            </p:nvSpPr>
            <p:spPr>
              <a:xfrm>
                <a:off x="256273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0" name="ph3521">
                <a:extLst>
                  <a:ext uri="{FF2B5EF4-FFF2-40B4-BE49-F238E27FC236}">
                    <a16:creationId xmlns:a16="http://schemas.microsoft.com/office/drawing/2014/main" id="{B78BCE73-A41E-0E3D-6338-F6684027DC3E}"/>
                  </a:ext>
                </a:extLst>
              </p:cNvPr>
              <p:cNvSpPr/>
              <p:nvPr/>
            </p:nvSpPr>
            <p:spPr>
              <a:xfrm>
                <a:off x="257217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1" name="ph3522">
                <a:extLst>
                  <a:ext uri="{FF2B5EF4-FFF2-40B4-BE49-F238E27FC236}">
                    <a16:creationId xmlns:a16="http://schemas.microsoft.com/office/drawing/2014/main" id="{A46B8460-5F52-B300-C507-AD599949CA3C}"/>
                  </a:ext>
                </a:extLst>
              </p:cNvPr>
              <p:cNvSpPr/>
              <p:nvPr/>
            </p:nvSpPr>
            <p:spPr>
              <a:xfrm>
                <a:off x="258161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2" name="ph3523">
                <a:extLst>
                  <a:ext uri="{FF2B5EF4-FFF2-40B4-BE49-F238E27FC236}">
                    <a16:creationId xmlns:a16="http://schemas.microsoft.com/office/drawing/2014/main" id="{7EA867B6-4C56-FF98-3CFD-90C4F0CDDE86}"/>
                  </a:ext>
                </a:extLst>
              </p:cNvPr>
              <p:cNvSpPr/>
              <p:nvPr/>
            </p:nvSpPr>
            <p:spPr>
              <a:xfrm>
                <a:off x="259105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3" name="ph3524">
                <a:extLst>
                  <a:ext uri="{FF2B5EF4-FFF2-40B4-BE49-F238E27FC236}">
                    <a16:creationId xmlns:a16="http://schemas.microsoft.com/office/drawing/2014/main" id="{1416F012-0FF7-68DD-76B1-B0DEA906959A}"/>
                  </a:ext>
                </a:extLst>
              </p:cNvPr>
              <p:cNvSpPr/>
              <p:nvPr/>
            </p:nvSpPr>
            <p:spPr>
              <a:xfrm>
                <a:off x="260049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4" name="ph3525">
                <a:extLst>
                  <a:ext uri="{FF2B5EF4-FFF2-40B4-BE49-F238E27FC236}">
                    <a16:creationId xmlns:a16="http://schemas.microsoft.com/office/drawing/2014/main" id="{33AB6ADA-B7AA-BCC8-EF7E-6CF612E46B75}"/>
                  </a:ext>
                </a:extLst>
              </p:cNvPr>
              <p:cNvSpPr/>
              <p:nvPr/>
            </p:nvSpPr>
            <p:spPr>
              <a:xfrm>
                <a:off x="260993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5" name="ph3526">
                <a:extLst>
                  <a:ext uri="{FF2B5EF4-FFF2-40B4-BE49-F238E27FC236}">
                    <a16:creationId xmlns:a16="http://schemas.microsoft.com/office/drawing/2014/main" id="{9520BDFE-B194-50C6-2739-9F70256585CC}"/>
                  </a:ext>
                </a:extLst>
              </p:cNvPr>
              <p:cNvSpPr/>
              <p:nvPr/>
            </p:nvSpPr>
            <p:spPr>
              <a:xfrm>
                <a:off x="261937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6" name="ph3527">
                <a:extLst>
                  <a:ext uri="{FF2B5EF4-FFF2-40B4-BE49-F238E27FC236}">
                    <a16:creationId xmlns:a16="http://schemas.microsoft.com/office/drawing/2014/main" id="{10982519-1954-43BC-38CB-C3994AF6304C}"/>
                  </a:ext>
                </a:extLst>
              </p:cNvPr>
              <p:cNvSpPr/>
              <p:nvPr/>
            </p:nvSpPr>
            <p:spPr>
              <a:xfrm>
                <a:off x="2638254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9" y="896878"/>
                    </a:lnTo>
                    <a:lnTo>
                      <a:pt x="914028" y="897052"/>
                    </a:lnTo>
                    <a:lnTo>
                      <a:pt x="914400" y="897293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7" name="ph3528">
                <a:extLst>
                  <a:ext uri="{FF2B5EF4-FFF2-40B4-BE49-F238E27FC236}">
                    <a16:creationId xmlns:a16="http://schemas.microsoft.com/office/drawing/2014/main" id="{012082A0-870A-7BDA-D363-2D86D87A0D7F}"/>
                  </a:ext>
                </a:extLst>
              </p:cNvPr>
              <p:cNvSpPr/>
              <p:nvPr/>
            </p:nvSpPr>
            <p:spPr>
              <a:xfrm>
                <a:off x="2647694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293"/>
                    </a:lnTo>
                    <a:lnTo>
                      <a:pt x="905126" y="897400"/>
                    </a:lnTo>
                    <a:lnTo>
                      <a:pt x="905394" y="897574"/>
                    </a:lnTo>
                    <a:lnTo>
                      <a:pt x="905663" y="897748"/>
                    </a:lnTo>
                    <a:lnTo>
                      <a:pt x="905932" y="897922"/>
                    </a:lnTo>
                    <a:lnTo>
                      <a:pt x="906201" y="898096"/>
                    </a:lnTo>
                    <a:lnTo>
                      <a:pt x="906470" y="898270"/>
                    </a:lnTo>
                    <a:lnTo>
                      <a:pt x="906739" y="898444"/>
                    </a:lnTo>
                    <a:lnTo>
                      <a:pt x="907008" y="898618"/>
                    </a:lnTo>
                    <a:lnTo>
                      <a:pt x="907277" y="898792"/>
                    </a:lnTo>
                    <a:lnTo>
                      <a:pt x="907546" y="898966"/>
                    </a:lnTo>
                    <a:lnTo>
                      <a:pt x="907814" y="899140"/>
                    </a:lnTo>
                    <a:lnTo>
                      <a:pt x="908083" y="899314"/>
                    </a:lnTo>
                    <a:lnTo>
                      <a:pt x="908352" y="899488"/>
                    </a:lnTo>
                    <a:lnTo>
                      <a:pt x="908621" y="899663"/>
                    </a:lnTo>
                    <a:lnTo>
                      <a:pt x="908890" y="899837"/>
                    </a:lnTo>
                    <a:lnTo>
                      <a:pt x="909159" y="900011"/>
                    </a:lnTo>
                    <a:lnTo>
                      <a:pt x="909428" y="900185"/>
                    </a:lnTo>
                    <a:lnTo>
                      <a:pt x="909696" y="900359"/>
                    </a:lnTo>
                    <a:lnTo>
                      <a:pt x="909965" y="900533"/>
                    </a:lnTo>
                    <a:lnTo>
                      <a:pt x="910234" y="900707"/>
                    </a:lnTo>
                    <a:lnTo>
                      <a:pt x="910503" y="900881"/>
                    </a:lnTo>
                    <a:lnTo>
                      <a:pt x="910772" y="901055"/>
                    </a:lnTo>
                    <a:lnTo>
                      <a:pt x="914400" y="903607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8" name="ph3529">
                <a:extLst>
                  <a:ext uri="{FF2B5EF4-FFF2-40B4-BE49-F238E27FC236}">
                    <a16:creationId xmlns:a16="http://schemas.microsoft.com/office/drawing/2014/main" id="{AC15679B-3200-E37E-F2AC-C6245F36A7AE}"/>
                  </a:ext>
                </a:extLst>
              </p:cNvPr>
              <p:cNvSpPr/>
              <p:nvPr/>
            </p:nvSpPr>
            <p:spPr>
              <a:xfrm>
                <a:off x="2657135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607"/>
                    </a:lnTo>
                    <a:lnTo>
                      <a:pt x="906926" y="904990"/>
                    </a:lnTo>
                    <a:lnTo>
                      <a:pt x="912401" y="909468"/>
                    </a:lnTo>
                    <a:lnTo>
                      <a:pt x="914400" y="911343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9" name="ph3530">
                <a:extLst>
                  <a:ext uri="{FF2B5EF4-FFF2-40B4-BE49-F238E27FC236}">
                    <a16:creationId xmlns:a16="http://schemas.microsoft.com/office/drawing/2014/main" id="{E62FACE5-944D-CDF3-ECD5-11492B1CD656}"/>
                  </a:ext>
                </a:extLst>
              </p:cNvPr>
              <p:cNvSpPr/>
              <p:nvPr/>
            </p:nvSpPr>
            <p:spPr>
              <a:xfrm>
                <a:off x="2657135" y="2027233"/>
                <a:ext cx="917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57" h="914400">
                    <a:moveTo>
                      <a:pt x="914400" y="914400"/>
                    </a:moveTo>
                    <a:lnTo>
                      <a:pt x="914400" y="911343"/>
                    </a:lnTo>
                    <a:lnTo>
                      <a:pt x="917657" y="914400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0" name="ph3531">
                <a:extLst>
                  <a:ext uri="{FF2B5EF4-FFF2-40B4-BE49-F238E27FC236}">
                    <a16:creationId xmlns:a16="http://schemas.microsoft.com/office/drawing/2014/main" id="{0ADCAF8E-DD3A-9746-8F83-F8EDFC54B8CB}"/>
                  </a:ext>
                </a:extLst>
              </p:cNvPr>
              <p:cNvSpPr/>
              <p:nvPr/>
            </p:nvSpPr>
            <p:spPr>
              <a:xfrm>
                <a:off x="3176348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811" y="931969"/>
                    </a:lnTo>
                    <a:lnTo>
                      <a:pt x="910623" y="927008"/>
                    </a:lnTo>
                    <a:lnTo>
                      <a:pt x="910541" y="923609"/>
                    </a:lnTo>
                    <a:lnTo>
                      <a:pt x="910458" y="920213"/>
                    </a:lnTo>
                    <a:lnTo>
                      <a:pt x="910375" y="916816"/>
                    </a:lnTo>
                    <a:lnTo>
                      <a:pt x="910316" y="914400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1" name="ph3532">
                <a:extLst>
                  <a:ext uri="{FF2B5EF4-FFF2-40B4-BE49-F238E27FC236}">
                    <a16:creationId xmlns:a16="http://schemas.microsoft.com/office/drawing/2014/main" id="{553C9CBD-A1B5-D054-FB21-D554A28D3990}"/>
                  </a:ext>
                </a:extLst>
              </p:cNvPr>
              <p:cNvSpPr/>
              <p:nvPr/>
            </p:nvSpPr>
            <p:spPr>
              <a:xfrm>
                <a:off x="317634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2" name="ph3533">
                <a:extLst>
                  <a:ext uri="{FF2B5EF4-FFF2-40B4-BE49-F238E27FC236}">
                    <a16:creationId xmlns:a16="http://schemas.microsoft.com/office/drawing/2014/main" id="{2B25C2A8-A964-0DDA-D144-00F76CA90F6A}"/>
                  </a:ext>
                </a:extLst>
              </p:cNvPr>
              <p:cNvSpPr/>
              <p:nvPr/>
            </p:nvSpPr>
            <p:spPr>
              <a:xfrm>
                <a:off x="318578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3" name="ph3534">
                <a:extLst>
                  <a:ext uri="{FF2B5EF4-FFF2-40B4-BE49-F238E27FC236}">
                    <a16:creationId xmlns:a16="http://schemas.microsoft.com/office/drawing/2014/main" id="{BA7718FA-AC36-33F3-2ACC-03B369E33E85}"/>
                  </a:ext>
                </a:extLst>
              </p:cNvPr>
              <p:cNvSpPr/>
              <p:nvPr/>
            </p:nvSpPr>
            <p:spPr>
              <a:xfrm>
                <a:off x="319522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6842">
                  <a:alpha val="100000"/>
                </a:srgbClr>
              </a:solidFill>
              <a:ln w="5420" cap="flat">
                <a:solidFill>
                  <a:srgbClr val="ED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4" name="ph3535">
                <a:extLst>
                  <a:ext uri="{FF2B5EF4-FFF2-40B4-BE49-F238E27FC236}">
                    <a16:creationId xmlns:a16="http://schemas.microsoft.com/office/drawing/2014/main" id="{C089F7AC-9AF9-BBCE-C033-054B5A770E4E}"/>
                  </a:ext>
                </a:extLst>
              </p:cNvPr>
              <p:cNvSpPr/>
              <p:nvPr/>
            </p:nvSpPr>
            <p:spPr>
              <a:xfrm>
                <a:off x="320466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5" name="ph3536">
                <a:extLst>
                  <a:ext uri="{FF2B5EF4-FFF2-40B4-BE49-F238E27FC236}">
                    <a16:creationId xmlns:a16="http://schemas.microsoft.com/office/drawing/2014/main" id="{57B74F07-7995-584B-7275-AF07DBC5D2FD}"/>
                  </a:ext>
                </a:extLst>
              </p:cNvPr>
              <p:cNvSpPr/>
              <p:nvPr/>
            </p:nvSpPr>
            <p:spPr>
              <a:xfrm>
                <a:off x="321410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842">
                  <a:alpha val="100000"/>
                </a:srgbClr>
              </a:solidFill>
              <a:ln w="5420" cap="flat">
                <a:solidFill>
                  <a:srgbClr val="EC68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6" name="ph3537">
                <a:extLst>
                  <a:ext uri="{FF2B5EF4-FFF2-40B4-BE49-F238E27FC236}">
                    <a16:creationId xmlns:a16="http://schemas.microsoft.com/office/drawing/2014/main" id="{44C73370-0A33-B90D-60ED-A6DA90B15A0C}"/>
                  </a:ext>
                </a:extLst>
              </p:cNvPr>
              <p:cNvSpPr/>
              <p:nvPr/>
            </p:nvSpPr>
            <p:spPr>
              <a:xfrm>
                <a:off x="322354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2">
                  <a:alpha val="100000"/>
                </a:srgbClr>
              </a:solidFill>
              <a:ln w="5420" cap="flat">
                <a:solidFill>
                  <a:srgbClr val="EC67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7" name="ph3538">
                <a:extLst>
                  <a:ext uri="{FF2B5EF4-FFF2-40B4-BE49-F238E27FC236}">
                    <a16:creationId xmlns:a16="http://schemas.microsoft.com/office/drawing/2014/main" id="{29C8F13D-F9F8-25F5-A45A-65530B91192C}"/>
                  </a:ext>
                </a:extLst>
              </p:cNvPr>
              <p:cNvSpPr/>
              <p:nvPr/>
            </p:nvSpPr>
            <p:spPr>
              <a:xfrm>
                <a:off x="323298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6741">
                  <a:alpha val="100000"/>
                </a:srgbClr>
              </a:solidFill>
              <a:ln w="5420" cap="flat">
                <a:solidFill>
                  <a:srgbClr val="EC67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8" name="ph3539">
                <a:extLst>
                  <a:ext uri="{FF2B5EF4-FFF2-40B4-BE49-F238E27FC236}">
                    <a16:creationId xmlns:a16="http://schemas.microsoft.com/office/drawing/2014/main" id="{AB7951E2-9BB3-6045-0444-674C309E1168}"/>
                  </a:ext>
                </a:extLst>
              </p:cNvPr>
              <p:cNvSpPr/>
              <p:nvPr/>
            </p:nvSpPr>
            <p:spPr>
              <a:xfrm>
                <a:off x="324242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6641">
                  <a:alpha val="100000"/>
                </a:srgbClr>
              </a:solidFill>
              <a:ln w="5420" cap="flat">
                <a:solidFill>
                  <a:srgbClr val="EC66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9" name="ph3540">
                <a:extLst>
                  <a:ext uri="{FF2B5EF4-FFF2-40B4-BE49-F238E27FC236}">
                    <a16:creationId xmlns:a16="http://schemas.microsoft.com/office/drawing/2014/main" id="{9AAC0274-F5E0-080B-B3C5-D5565B6C6AA5}"/>
                  </a:ext>
                </a:extLst>
              </p:cNvPr>
              <p:cNvSpPr/>
              <p:nvPr/>
            </p:nvSpPr>
            <p:spPr>
              <a:xfrm>
                <a:off x="325187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1">
                  <a:alpha val="100000"/>
                </a:srgbClr>
              </a:solidFill>
              <a:ln w="5420" cap="flat">
                <a:solidFill>
                  <a:srgbClr val="EB654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0" name="ph3541">
                <a:extLst>
                  <a:ext uri="{FF2B5EF4-FFF2-40B4-BE49-F238E27FC236}">
                    <a16:creationId xmlns:a16="http://schemas.microsoft.com/office/drawing/2014/main" id="{71556F04-2399-25FE-DC67-13F93C63536C}"/>
                  </a:ext>
                </a:extLst>
              </p:cNvPr>
              <p:cNvSpPr/>
              <p:nvPr/>
            </p:nvSpPr>
            <p:spPr>
              <a:xfrm>
                <a:off x="326131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540">
                  <a:alpha val="100000"/>
                </a:srgbClr>
              </a:solidFill>
              <a:ln w="5420" cap="flat">
                <a:solidFill>
                  <a:srgbClr val="EB65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1" name="ph3542">
                <a:extLst>
                  <a:ext uri="{FF2B5EF4-FFF2-40B4-BE49-F238E27FC236}">
                    <a16:creationId xmlns:a16="http://schemas.microsoft.com/office/drawing/2014/main" id="{6AFC48B7-F2AE-3BD3-2AD8-4E0ABFA0459F}"/>
                  </a:ext>
                </a:extLst>
              </p:cNvPr>
              <p:cNvSpPr/>
              <p:nvPr/>
            </p:nvSpPr>
            <p:spPr>
              <a:xfrm>
                <a:off x="327075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6440">
                  <a:alpha val="100000"/>
                </a:srgbClr>
              </a:solidFill>
              <a:ln w="5420" cap="flat">
                <a:solidFill>
                  <a:srgbClr val="EB64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2" name="ph3543">
                <a:extLst>
                  <a:ext uri="{FF2B5EF4-FFF2-40B4-BE49-F238E27FC236}">
                    <a16:creationId xmlns:a16="http://schemas.microsoft.com/office/drawing/2014/main" id="{F3BF6740-A7EC-7F6E-C3C7-4DB4C303EFD9}"/>
                  </a:ext>
                </a:extLst>
              </p:cNvPr>
              <p:cNvSpPr/>
              <p:nvPr/>
            </p:nvSpPr>
            <p:spPr>
              <a:xfrm>
                <a:off x="328019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3" name="ph3544">
                <a:extLst>
                  <a:ext uri="{FF2B5EF4-FFF2-40B4-BE49-F238E27FC236}">
                    <a16:creationId xmlns:a16="http://schemas.microsoft.com/office/drawing/2014/main" id="{EA9BFE91-5C36-1023-7BB1-E0CC3C9F1E9F}"/>
                  </a:ext>
                </a:extLst>
              </p:cNvPr>
              <p:cNvSpPr/>
              <p:nvPr/>
            </p:nvSpPr>
            <p:spPr>
              <a:xfrm>
                <a:off x="328963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4" name="ph3545">
                <a:extLst>
                  <a:ext uri="{FF2B5EF4-FFF2-40B4-BE49-F238E27FC236}">
                    <a16:creationId xmlns:a16="http://schemas.microsoft.com/office/drawing/2014/main" id="{CEE542EF-9409-EFAE-F965-23B972C5F364}"/>
                  </a:ext>
                </a:extLst>
              </p:cNvPr>
              <p:cNvSpPr/>
              <p:nvPr/>
            </p:nvSpPr>
            <p:spPr>
              <a:xfrm>
                <a:off x="329907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E">
                  <a:alpha val="100000"/>
                </a:srgbClr>
              </a:solidFill>
              <a:ln w="5420" cap="flat">
                <a:solidFill>
                  <a:srgbClr val="EA62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5" name="ph3546">
                <a:extLst>
                  <a:ext uri="{FF2B5EF4-FFF2-40B4-BE49-F238E27FC236}">
                    <a16:creationId xmlns:a16="http://schemas.microsoft.com/office/drawing/2014/main" id="{11490B73-19CA-5CB2-0507-C5FF0C34D1A8}"/>
                  </a:ext>
                </a:extLst>
              </p:cNvPr>
              <p:cNvSpPr/>
              <p:nvPr/>
            </p:nvSpPr>
            <p:spPr>
              <a:xfrm>
                <a:off x="330851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13E">
                  <a:alpha val="100000"/>
                </a:srgbClr>
              </a:solidFill>
              <a:ln w="5420" cap="flat">
                <a:solidFill>
                  <a:srgbClr val="E9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6" name="ph3547">
                <a:extLst>
                  <a:ext uri="{FF2B5EF4-FFF2-40B4-BE49-F238E27FC236}">
                    <a16:creationId xmlns:a16="http://schemas.microsoft.com/office/drawing/2014/main" id="{750451B1-D214-0F1E-A403-8CC07F94A734}"/>
                  </a:ext>
                </a:extLst>
              </p:cNvPr>
              <p:cNvSpPr/>
              <p:nvPr/>
            </p:nvSpPr>
            <p:spPr>
              <a:xfrm>
                <a:off x="331795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7" name="ph3548">
                <a:extLst>
                  <a:ext uri="{FF2B5EF4-FFF2-40B4-BE49-F238E27FC236}">
                    <a16:creationId xmlns:a16="http://schemas.microsoft.com/office/drawing/2014/main" id="{7613788B-0180-9EB5-F51D-EFA35B7A206F}"/>
                  </a:ext>
                </a:extLst>
              </p:cNvPr>
              <p:cNvSpPr/>
              <p:nvPr/>
            </p:nvSpPr>
            <p:spPr>
              <a:xfrm>
                <a:off x="332739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8" name="ph3549">
                <a:extLst>
                  <a:ext uri="{FF2B5EF4-FFF2-40B4-BE49-F238E27FC236}">
                    <a16:creationId xmlns:a16="http://schemas.microsoft.com/office/drawing/2014/main" id="{2B8BB9F3-5738-7852-908E-C4C20DA57021}"/>
                  </a:ext>
                </a:extLst>
              </p:cNvPr>
              <p:cNvSpPr/>
              <p:nvPr/>
            </p:nvSpPr>
            <p:spPr>
              <a:xfrm>
                <a:off x="333683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9" name="ph3550">
                <a:extLst>
                  <a:ext uri="{FF2B5EF4-FFF2-40B4-BE49-F238E27FC236}">
                    <a16:creationId xmlns:a16="http://schemas.microsoft.com/office/drawing/2014/main" id="{DCBD7AF4-2936-7B79-A3AB-9D95E4C331C4}"/>
                  </a:ext>
                </a:extLst>
              </p:cNvPr>
              <p:cNvSpPr/>
              <p:nvPr/>
            </p:nvSpPr>
            <p:spPr>
              <a:xfrm>
                <a:off x="334627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0" name="ph3551">
                <a:extLst>
                  <a:ext uri="{FF2B5EF4-FFF2-40B4-BE49-F238E27FC236}">
                    <a16:creationId xmlns:a16="http://schemas.microsoft.com/office/drawing/2014/main" id="{BBD54A92-4DAD-8C3F-4DB5-AAF4B31C49DB}"/>
                  </a:ext>
                </a:extLst>
              </p:cNvPr>
              <p:cNvSpPr/>
              <p:nvPr/>
            </p:nvSpPr>
            <p:spPr>
              <a:xfrm>
                <a:off x="335571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1" name="ph3552">
                <a:extLst>
                  <a:ext uri="{FF2B5EF4-FFF2-40B4-BE49-F238E27FC236}">
                    <a16:creationId xmlns:a16="http://schemas.microsoft.com/office/drawing/2014/main" id="{92D30A93-EBC1-FB37-5BBC-D89A06BA9B40}"/>
                  </a:ext>
                </a:extLst>
              </p:cNvPr>
              <p:cNvSpPr/>
              <p:nvPr/>
            </p:nvSpPr>
            <p:spPr>
              <a:xfrm>
                <a:off x="336515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2" name="ph3553">
                <a:extLst>
                  <a:ext uri="{FF2B5EF4-FFF2-40B4-BE49-F238E27FC236}">
                    <a16:creationId xmlns:a16="http://schemas.microsoft.com/office/drawing/2014/main" id="{92273C8F-287A-F60A-6EBC-DAF562382CE8}"/>
                  </a:ext>
                </a:extLst>
              </p:cNvPr>
              <p:cNvSpPr/>
              <p:nvPr/>
            </p:nvSpPr>
            <p:spPr>
              <a:xfrm>
                <a:off x="337459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3" name="ph3554">
                <a:extLst>
                  <a:ext uri="{FF2B5EF4-FFF2-40B4-BE49-F238E27FC236}">
                    <a16:creationId xmlns:a16="http://schemas.microsoft.com/office/drawing/2014/main" id="{EC4A898F-C060-0BB7-28CB-A4DDCFAFF6A2}"/>
                  </a:ext>
                </a:extLst>
              </p:cNvPr>
              <p:cNvSpPr/>
              <p:nvPr/>
            </p:nvSpPr>
            <p:spPr>
              <a:xfrm>
                <a:off x="338403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4" name="ph3555">
                <a:extLst>
                  <a:ext uri="{FF2B5EF4-FFF2-40B4-BE49-F238E27FC236}">
                    <a16:creationId xmlns:a16="http://schemas.microsoft.com/office/drawing/2014/main" id="{DF7C1A9E-B858-489C-CD7D-5411B17F8D5B}"/>
                  </a:ext>
                </a:extLst>
              </p:cNvPr>
              <p:cNvSpPr/>
              <p:nvPr/>
            </p:nvSpPr>
            <p:spPr>
              <a:xfrm>
                <a:off x="339347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A">
                  <a:alpha val="100000"/>
                </a:srgbClr>
              </a:solidFill>
              <a:ln w="5420" cap="flat">
                <a:solidFill>
                  <a:srgbClr val="E75B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5" name="ph3556">
                <a:extLst>
                  <a:ext uri="{FF2B5EF4-FFF2-40B4-BE49-F238E27FC236}">
                    <a16:creationId xmlns:a16="http://schemas.microsoft.com/office/drawing/2014/main" id="{C7A130FB-13DC-566E-2442-63C352FA85C7}"/>
                  </a:ext>
                </a:extLst>
              </p:cNvPr>
              <p:cNvSpPr/>
              <p:nvPr/>
            </p:nvSpPr>
            <p:spPr>
              <a:xfrm>
                <a:off x="340291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6" name="ph3557">
                <a:extLst>
                  <a:ext uri="{FF2B5EF4-FFF2-40B4-BE49-F238E27FC236}">
                    <a16:creationId xmlns:a16="http://schemas.microsoft.com/office/drawing/2014/main" id="{E77E2F74-1044-97B4-6351-D3761757F84F}"/>
                  </a:ext>
                </a:extLst>
              </p:cNvPr>
              <p:cNvSpPr/>
              <p:nvPr/>
            </p:nvSpPr>
            <p:spPr>
              <a:xfrm>
                <a:off x="3412354" y="2027233"/>
                <a:ext cx="920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6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685" y="896830"/>
                    </a:lnTo>
                    <a:lnTo>
                      <a:pt x="918464" y="906027"/>
                    </a:lnTo>
                    <a:lnTo>
                      <a:pt x="916157" y="914400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7" name="ph3558">
                <a:extLst>
                  <a:ext uri="{FF2B5EF4-FFF2-40B4-BE49-F238E27FC236}">
                    <a16:creationId xmlns:a16="http://schemas.microsoft.com/office/drawing/2014/main" id="{24AD153D-A1B8-BD77-1669-433A0182D29F}"/>
                  </a:ext>
                </a:extLst>
              </p:cNvPr>
              <p:cNvSpPr/>
              <p:nvPr/>
            </p:nvSpPr>
            <p:spPr>
              <a:xfrm>
                <a:off x="2326726" y="1992094"/>
                <a:ext cx="914400" cy="9270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15">
                    <a:moveTo>
                      <a:pt x="914400" y="914400"/>
                    </a:moveTo>
                    <a:lnTo>
                      <a:pt x="914400" y="927015"/>
                    </a:lnTo>
                    <a:lnTo>
                      <a:pt x="913982" y="925342"/>
                    </a:lnTo>
                    <a:lnTo>
                      <a:pt x="913463" y="923262"/>
                    </a:lnTo>
                    <a:lnTo>
                      <a:pt x="913181" y="922132"/>
                    </a:lnTo>
                    <a:lnTo>
                      <a:pt x="911754" y="920336"/>
                    </a:lnTo>
                    <a:lnTo>
                      <a:pt x="907526" y="914400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8" name="ph3559">
                <a:extLst>
                  <a:ext uri="{FF2B5EF4-FFF2-40B4-BE49-F238E27FC236}">
                    <a16:creationId xmlns:a16="http://schemas.microsoft.com/office/drawing/2014/main" id="{D5F2BE31-2E5C-48CF-4717-B9BE5049BA8D}"/>
                  </a:ext>
                </a:extLst>
              </p:cNvPr>
              <p:cNvSpPr/>
              <p:nvPr/>
            </p:nvSpPr>
            <p:spPr>
              <a:xfrm>
                <a:off x="232672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35" y="931969"/>
                    </a:lnTo>
                    <a:lnTo>
                      <a:pt x="915539" y="931584"/>
                    </a:lnTo>
                    <a:lnTo>
                      <a:pt x="915020" y="929503"/>
                    </a:lnTo>
                    <a:lnTo>
                      <a:pt x="914501" y="927423"/>
                    </a:lnTo>
                    <a:lnTo>
                      <a:pt x="914400" y="927015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9" name="ph3560">
                <a:extLst>
                  <a:ext uri="{FF2B5EF4-FFF2-40B4-BE49-F238E27FC236}">
                    <a16:creationId xmlns:a16="http://schemas.microsoft.com/office/drawing/2014/main" id="{1DEFA228-FDD9-E520-531A-12627865E25E}"/>
                  </a:ext>
                </a:extLst>
              </p:cNvPr>
              <p:cNvSpPr/>
              <p:nvPr/>
            </p:nvSpPr>
            <p:spPr>
              <a:xfrm>
                <a:off x="2336166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0" name="ph3561">
                <a:extLst>
                  <a:ext uri="{FF2B5EF4-FFF2-40B4-BE49-F238E27FC236}">
                    <a16:creationId xmlns:a16="http://schemas.microsoft.com/office/drawing/2014/main" id="{40DD83F6-4ED7-A35A-C6B7-C198592A2B04}"/>
                  </a:ext>
                </a:extLst>
              </p:cNvPr>
              <p:cNvSpPr/>
              <p:nvPr/>
            </p:nvSpPr>
            <p:spPr>
              <a:xfrm>
                <a:off x="234560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1" name="ph3562">
                <a:extLst>
                  <a:ext uri="{FF2B5EF4-FFF2-40B4-BE49-F238E27FC236}">
                    <a16:creationId xmlns:a16="http://schemas.microsoft.com/office/drawing/2014/main" id="{579B86C9-66D0-A15C-3312-8DA87D373F40}"/>
                  </a:ext>
                </a:extLst>
              </p:cNvPr>
              <p:cNvSpPr/>
              <p:nvPr/>
            </p:nvSpPr>
            <p:spPr>
              <a:xfrm>
                <a:off x="235504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2" name="ph3563">
                <a:extLst>
                  <a:ext uri="{FF2B5EF4-FFF2-40B4-BE49-F238E27FC236}">
                    <a16:creationId xmlns:a16="http://schemas.microsoft.com/office/drawing/2014/main" id="{5E82ECE6-8036-BFE8-3D1D-9F0110B0E21E}"/>
                  </a:ext>
                </a:extLst>
              </p:cNvPr>
              <p:cNvSpPr/>
              <p:nvPr/>
            </p:nvSpPr>
            <p:spPr>
              <a:xfrm>
                <a:off x="236448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3" name="ph3564">
                <a:extLst>
                  <a:ext uri="{FF2B5EF4-FFF2-40B4-BE49-F238E27FC236}">
                    <a16:creationId xmlns:a16="http://schemas.microsoft.com/office/drawing/2014/main" id="{DB1095DC-D5DB-E8D6-DB2E-EC7DE7ACD286}"/>
                  </a:ext>
                </a:extLst>
              </p:cNvPr>
              <p:cNvSpPr/>
              <p:nvPr/>
            </p:nvSpPr>
            <p:spPr>
              <a:xfrm>
                <a:off x="2373927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4" name="ph3565">
                <a:extLst>
                  <a:ext uri="{FF2B5EF4-FFF2-40B4-BE49-F238E27FC236}">
                    <a16:creationId xmlns:a16="http://schemas.microsoft.com/office/drawing/2014/main" id="{3A52BFF3-074E-656D-7D82-1EDBD68A6189}"/>
                  </a:ext>
                </a:extLst>
              </p:cNvPr>
              <p:cNvSpPr/>
              <p:nvPr/>
            </p:nvSpPr>
            <p:spPr>
              <a:xfrm>
                <a:off x="238336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5" name="ph3566">
                <a:extLst>
                  <a:ext uri="{FF2B5EF4-FFF2-40B4-BE49-F238E27FC236}">
                    <a16:creationId xmlns:a16="http://schemas.microsoft.com/office/drawing/2014/main" id="{264658D8-F485-61EF-DA7D-30AF55751B10}"/>
                  </a:ext>
                </a:extLst>
              </p:cNvPr>
              <p:cNvSpPr/>
              <p:nvPr/>
            </p:nvSpPr>
            <p:spPr>
              <a:xfrm>
                <a:off x="239280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6" name="ph3567">
                <a:extLst>
                  <a:ext uri="{FF2B5EF4-FFF2-40B4-BE49-F238E27FC236}">
                    <a16:creationId xmlns:a16="http://schemas.microsoft.com/office/drawing/2014/main" id="{61BB88CE-3BD6-57EF-6680-376AE23D265B}"/>
                  </a:ext>
                </a:extLst>
              </p:cNvPr>
              <p:cNvSpPr/>
              <p:nvPr/>
            </p:nvSpPr>
            <p:spPr>
              <a:xfrm>
                <a:off x="240224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7" name="ph3568">
                <a:extLst>
                  <a:ext uri="{FF2B5EF4-FFF2-40B4-BE49-F238E27FC236}">
                    <a16:creationId xmlns:a16="http://schemas.microsoft.com/office/drawing/2014/main" id="{FACF0CA1-149F-67A2-1518-5B4C1973EDB7}"/>
                  </a:ext>
                </a:extLst>
              </p:cNvPr>
              <p:cNvSpPr/>
              <p:nvPr/>
            </p:nvSpPr>
            <p:spPr>
              <a:xfrm>
                <a:off x="241168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8" name="ph3569">
                <a:extLst>
                  <a:ext uri="{FF2B5EF4-FFF2-40B4-BE49-F238E27FC236}">
                    <a16:creationId xmlns:a16="http://schemas.microsoft.com/office/drawing/2014/main" id="{FFADFFEC-5112-E70E-DD70-3C893D1B9BD6}"/>
                  </a:ext>
                </a:extLst>
              </p:cNvPr>
              <p:cNvSpPr/>
              <p:nvPr/>
            </p:nvSpPr>
            <p:spPr>
              <a:xfrm>
                <a:off x="242112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9" name="ph3570">
                <a:extLst>
                  <a:ext uri="{FF2B5EF4-FFF2-40B4-BE49-F238E27FC236}">
                    <a16:creationId xmlns:a16="http://schemas.microsoft.com/office/drawing/2014/main" id="{706D7EA9-3438-24A0-BADA-86DE51910019}"/>
                  </a:ext>
                </a:extLst>
              </p:cNvPr>
              <p:cNvSpPr/>
              <p:nvPr/>
            </p:nvSpPr>
            <p:spPr>
              <a:xfrm>
                <a:off x="243056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0" name="ph3571">
                <a:extLst>
                  <a:ext uri="{FF2B5EF4-FFF2-40B4-BE49-F238E27FC236}">
                    <a16:creationId xmlns:a16="http://schemas.microsoft.com/office/drawing/2014/main" id="{0AB246E1-BC2A-237C-ABC1-033D91B03850}"/>
                  </a:ext>
                </a:extLst>
              </p:cNvPr>
              <p:cNvSpPr/>
              <p:nvPr/>
            </p:nvSpPr>
            <p:spPr>
              <a:xfrm>
                <a:off x="244000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1" name="ph3572">
                <a:extLst>
                  <a:ext uri="{FF2B5EF4-FFF2-40B4-BE49-F238E27FC236}">
                    <a16:creationId xmlns:a16="http://schemas.microsoft.com/office/drawing/2014/main" id="{0C5BBB84-043B-6E36-F6BD-B4F86FA83CFC}"/>
                  </a:ext>
                </a:extLst>
              </p:cNvPr>
              <p:cNvSpPr/>
              <p:nvPr/>
            </p:nvSpPr>
            <p:spPr>
              <a:xfrm>
                <a:off x="244944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2" name="ph3573">
                <a:extLst>
                  <a:ext uri="{FF2B5EF4-FFF2-40B4-BE49-F238E27FC236}">
                    <a16:creationId xmlns:a16="http://schemas.microsoft.com/office/drawing/2014/main" id="{151406C2-5D32-800B-1003-7ECD53F44F6C}"/>
                  </a:ext>
                </a:extLst>
              </p:cNvPr>
              <p:cNvSpPr/>
              <p:nvPr/>
            </p:nvSpPr>
            <p:spPr>
              <a:xfrm>
                <a:off x="245889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3" name="ph3574">
                <a:extLst>
                  <a:ext uri="{FF2B5EF4-FFF2-40B4-BE49-F238E27FC236}">
                    <a16:creationId xmlns:a16="http://schemas.microsoft.com/office/drawing/2014/main" id="{E0B6BC25-1BB5-FA34-D647-F65511A18611}"/>
                  </a:ext>
                </a:extLst>
              </p:cNvPr>
              <p:cNvSpPr/>
              <p:nvPr/>
            </p:nvSpPr>
            <p:spPr>
              <a:xfrm>
                <a:off x="246833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4" name="ph3575">
                <a:extLst>
                  <a:ext uri="{FF2B5EF4-FFF2-40B4-BE49-F238E27FC236}">
                    <a16:creationId xmlns:a16="http://schemas.microsoft.com/office/drawing/2014/main" id="{B9FB6E99-7CF1-1572-638A-4DA9C85572FB}"/>
                  </a:ext>
                </a:extLst>
              </p:cNvPr>
              <p:cNvSpPr/>
              <p:nvPr/>
            </p:nvSpPr>
            <p:spPr>
              <a:xfrm>
                <a:off x="247777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5" name="ph3576">
                <a:extLst>
                  <a:ext uri="{FF2B5EF4-FFF2-40B4-BE49-F238E27FC236}">
                    <a16:creationId xmlns:a16="http://schemas.microsoft.com/office/drawing/2014/main" id="{072402C7-552A-8FEB-30FE-2EA51170FDB7}"/>
                  </a:ext>
                </a:extLst>
              </p:cNvPr>
              <p:cNvSpPr/>
              <p:nvPr/>
            </p:nvSpPr>
            <p:spPr>
              <a:xfrm>
                <a:off x="248721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6" name="ph3577">
                <a:extLst>
                  <a:ext uri="{FF2B5EF4-FFF2-40B4-BE49-F238E27FC236}">
                    <a16:creationId xmlns:a16="http://schemas.microsoft.com/office/drawing/2014/main" id="{59D04600-B8EB-B8EA-ECCD-5F2E3FE4A561}"/>
                  </a:ext>
                </a:extLst>
              </p:cNvPr>
              <p:cNvSpPr/>
              <p:nvPr/>
            </p:nvSpPr>
            <p:spPr>
              <a:xfrm>
                <a:off x="249665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7" name="ph3578">
                <a:extLst>
                  <a:ext uri="{FF2B5EF4-FFF2-40B4-BE49-F238E27FC236}">
                    <a16:creationId xmlns:a16="http://schemas.microsoft.com/office/drawing/2014/main" id="{792A65F1-8A7C-DE91-FB04-2B00C5CE5D94}"/>
                  </a:ext>
                </a:extLst>
              </p:cNvPr>
              <p:cNvSpPr/>
              <p:nvPr/>
            </p:nvSpPr>
            <p:spPr>
              <a:xfrm>
                <a:off x="250609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8" name="ph3579">
                <a:extLst>
                  <a:ext uri="{FF2B5EF4-FFF2-40B4-BE49-F238E27FC236}">
                    <a16:creationId xmlns:a16="http://schemas.microsoft.com/office/drawing/2014/main" id="{F1EF1337-C2CB-6B2D-01FD-85B9391328A0}"/>
                  </a:ext>
                </a:extLst>
              </p:cNvPr>
              <p:cNvSpPr/>
              <p:nvPr/>
            </p:nvSpPr>
            <p:spPr>
              <a:xfrm>
                <a:off x="251553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9" name="ph3580">
                <a:extLst>
                  <a:ext uri="{FF2B5EF4-FFF2-40B4-BE49-F238E27FC236}">
                    <a16:creationId xmlns:a16="http://schemas.microsoft.com/office/drawing/2014/main" id="{2B7B0DDA-5905-8982-E816-5F91E6B4501D}"/>
                  </a:ext>
                </a:extLst>
              </p:cNvPr>
              <p:cNvSpPr/>
              <p:nvPr/>
            </p:nvSpPr>
            <p:spPr>
              <a:xfrm>
                <a:off x="252497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0" name="ph3581">
                <a:extLst>
                  <a:ext uri="{FF2B5EF4-FFF2-40B4-BE49-F238E27FC236}">
                    <a16:creationId xmlns:a16="http://schemas.microsoft.com/office/drawing/2014/main" id="{C4EB75AF-69F5-2B02-1996-9020EBA71BE8}"/>
                  </a:ext>
                </a:extLst>
              </p:cNvPr>
              <p:cNvSpPr/>
              <p:nvPr/>
            </p:nvSpPr>
            <p:spPr>
              <a:xfrm>
                <a:off x="253441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1" name="ph3582">
                <a:extLst>
                  <a:ext uri="{FF2B5EF4-FFF2-40B4-BE49-F238E27FC236}">
                    <a16:creationId xmlns:a16="http://schemas.microsoft.com/office/drawing/2014/main" id="{B2EEB37D-F7FC-9C20-53C7-76CCA9B94A92}"/>
                  </a:ext>
                </a:extLst>
              </p:cNvPr>
              <p:cNvSpPr/>
              <p:nvPr/>
            </p:nvSpPr>
            <p:spPr>
              <a:xfrm>
                <a:off x="254385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2" name="ph3583">
                <a:extLst>
                  <a:ext uri="{FF2B5EF4-FFF2-40B4-BE49-F238E27FC236}">
                    <a16:creationId xmlns:a16="http://schemas.microsoft.com/office/drawing/2014/main" id="{2F4D4817-7AB1-87C1-D23A-F66D5964458B}"/>
                  </a:ext>
                </a:extLst>
              </p:cNvPr>
              <p:cNvSpPr/>
              <p:nvPr/>
            </p:nvSpPr>
            <p:spPr>
              <a:xfrm>
                <a:off x="255329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3" name="ph3584">
                <a:extLst>
                  <a:ext uri="{FF2B5EF4-FFF2-40B4-BE49-F238E27FC236}">
                    <a16:creationId xmlns:a16="http://schemas.microsoft.com/office/drawing/2014/main" id="{2728252A-E4E2-90E7-ECA1-EED3F5F15121}"/>
                  </a:ext>
                </a:extLst>
              </p:cNvPr>
              <p:cNvSpPr/>
              <p:nvPr/>
            </p:nvSpPr>
            <p:spPr>
              <a:xfrm>
                <a:off x="256273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4" name="ph3585">
                <a:extLst>
                  <a:ext uri="{FF2B5EF4-FFF2-40B4-BE49-F238E27FC236}">
                    <a16:creationId xmlns:a16="http://schemas.microsoft.com/office/drawing/2014/main" id="{FC96AF4E-2DF6-77B9-5CC8-C2B82D7BC347}"/>
                  </a:ext>
                </a:extLst>
              </p:cNvPr>
              <p:cNvSpPr/>
              <p:nvPr/>
            </p:nvSpPr>
            <p:spPr>
              <a:xfrm>
                <a:off x="257217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5" name="ph3586">
                <a:extLst>
                  <a:ext uri="{FF2B5EF4-FFF2-40B4-BE49-F238E27FC236}">
                    <a16:creationId xmlns:a16="http://schemas.microsoft.com/office/drawing/2014/main" id="{00C489A5-4000-9273-E95E-AECAE4D46C94}"/>
                  </a:ext>
                </a:extLst>
              </p:cNvPr>
              <p:cNvSpPr/>
              <p:nvPr/>
            </p:nvSpPr>
            <p:spPr>
              <a:xfrm>
                <a:off x="258161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6" name="ph3587">
                <a:extLst>
                  <a:ext uri="{FF2B5EF4-FFF2-40B4-BE49-F238E27FC236}">
                    <a16:creationId xmlns:a16="http://schemas.microsoft.com/office/drawing/2014/main" id="{6CBE6561-1A9F-8AFF-D4C0-665E7333909D}"/>
                  </a:ext>
                </a:extLst>
              </p:cNvPr>
              <p:cNvSpPr/>
              <p:nvPr/>
            </p:nvSpPr>
            <p:spPr>
              <a:xfrm>
                <a:off x="259105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7" name="ph3588">
                <a:extLst>
                  <a:ext uri="{FF2B5EF4-FFF2-40B4-BE49-F238E27FC236}">
                    <a16:creationId xmlns:a16="http://schemas.microsoft.com/office/drawing/2014/main" id="{2F057F30-851D-7DE1-8D0C-A29C6EDAC848}"/>
                  </a:ext>
                </a:extLst>
              </p:cNvPr>
              <p:cNvSpPr/>
              <p:nvPr/>
            </p:nvSpPr>
            <p:spPr>
              <a:xfrm>
                <a:off x="260049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8" name="ph3589">
                <a:extLst>
                  <a:ext uri="{FF2B5EF4-FFF2-40B4-BE49-F238E27FC236}">
                    <a16:creationId xmlns:a16="http://schemas.microsoft.com/office/drawing/2014/main" id="{13F93ACB-E77A-BC7C-47B9-F1BE2061AB33}"/>
                  </a:ext>
                </a:extLst>
              </p:cNvPr>
              <p:cNvSpPr/>
              <p:nvPr/>
            </p:nvSpPr>
            <p:spPr>
              <a:xfrm>
                <a:off x="260993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9" name="ph3590">
                <a:extLst>
                  <a:ext uri="{FF2B5EF4-FFF2-40B4-BE49-F238E27FC236}">
                    <a16:creationId xmlns:a16="http://schemas.microsoft.com/office/drawing/2014/main" id="{0F7CCD2A-BAEF-7728-4687-83E46725EFAC}"/>
                  </a:ext>
                </a:extLst>
              </p:cNvPr>
              <p:cNvSpPr/>
              <p:nvPr/>
            </p:nvSpPr>
            <p:spPr>
              <a:xfrm>
                <a:off x="2628814" y="200966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970" y="896830"/>
                    </a:lnTo>
                    <a:lnTo>
                      <a:pt x="914400" y="897656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0" name="ph3591">
                <a:extLst>
                  <a:ext uri="{FF2B5EF4-FFF2-40B4-BE49-F238E27FC236}">
                    <a16:creationId xmlns:a16="http://schemas.microsoft.com/office/drawing/2014/main" id="{30C3D39C-6896-ED53-2347-3AFA84310D34}"/>
                  </a:ext>
                </a:extLst>
              </p:cNvPr>
              <p:cNvSpPr/>
              <p:nvPr/>
            </p:nvSpPr>
            <p:spPr>
              <a:xfrm>
                <a:off x="2628814" y="2009664"/>
                <a:ext cx="92312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24" h="914400">
                    <a:moveTo>
                      <a:pt x="914400" y="914400"/>
                    </a:moveTo>
                    <a:lnTo>
                      <a:pt x="914400" y="897656"/>
                    </a:lnTo>
                    <a:lnTo>
                      <a:pt x="917249" y="903143"/>
                    </a:lnTo>
                    <a:lnTo>
                      <a:pt x="922661" y="914100"/>
                    </a:lnTo>
                    <a:lnTo>
                      <a:pt x="922930" y="914274"/>
                    </a:lnTo>
                    <a:lnTo>
                      <a:pt x="923124" y="914400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1" name="ph3592">
                <a:extLst>
                  <a:ext uri="{FF2B5EF4-FFF2-40B4-BE49-F238E27FC236}">
                    <a16:creationId xmlns:a16="http://schemas.microsoft.com/office/drawing/2014/main" id="{5972287D-9156-BF8A-5B82-5CD446BA1607}"/>
                  </a:ext>
                </a:extLst>
              </p:cNvPr>
              <p:cNvSpPr/>
              <p:nvPr/>
            </p:nvSpPr>
            <p:spPr>
              <a:xfrm>
                <a:off x="3176348" y="199209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16" y="931969"/>
                    </a:lnTo>
                    <a:lnTo>
                      <a:pt x="910292" y="930989"/>
                    </a:lnTo>
                    <a:lnTo>
                      <a:pt x="910210" y="927593"/>
                    </a:lnTo>
                    <a:lnTo>
                      <a:pt x="910127" y="924196"/>
                    </a:lnTo>
                    <a:lnTo>
                      <a:pt x="910044" y="920800"/>
                    </a:lnTo>
                    <a:lnTo>
                      <a:pt x="909961" y="917401"/>
                    </a:lnTo>
                    <a:lnTo>
                      <a:pt x="909930" y="914400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2" name="ph3593">
                <a:extLst>
                  <a:ext uri="{FF2B5EF4-FFF2-40B4-BE49-F238E27FC236}">
                    <a16:creationId xmlns:a16="http://schemas.microsoft.com/office/drawing/2014/main" id="{0BDC90A5-7A83-257C-F9FC-99EE8EB6255E}"/>
                  </a:ext>
                </a:extLst>
              </p:cNvPr>
              <p:cNvSpPr/>
              <p:nvPr/>
            </p:nvSpPr>
            <p:spPr>
              <a:xfrm>
                <a:off x="317634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33F">
                  <a:alpha val="100000"/>
                </a:srgbClr>
              </a:solidFill>
              <a:ln w="5420" cap="flat">
                <a:solidFill>
                  <a:srgbClr val="EA63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3" name="ph3594">
                <a:extLst>
                  <a:ext uri="{FF2B5EF4-FFF2-40B4-BE49-F238E27FC236}">
                    <a16:creationId xmlns:a16="http://schemas.microsoft.com/office/drawing/2014/main" id="{C57F6365-8F9E-9109-F18B-6979A015FAB6}"/>
                  </a:ext>
                </a:extLst>
              </p:cNvPr>
              <p:cNvSpPr/>
              <p:nvPr/>
            </p:nvSpPr>
            <p:spPr>
              <a:xfrm>
                <a:off x="318578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4" name="ph3595">
                <a:extLst>
                  <a:ext uri="{FF2B5EF4-FFF2-40B4-BE49-F238E27FC236}">
                    <a16:creationId xmlns:a16="http://schemas.microsoft.com/office/drawing/2014/main" id="{0F5F204F-6F3D-68BF-40C2-0BB71B069E1D}"/>
                  </a:ext>
                </a:extLst>
              </p:cNvPr>
              <p:cNvSpPr/>
              <p:nvPr/>
            </p:nvSpPr>
            <p:spPr>
              <a:xfrm>
                <a:off x="319522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23F">
                  <a:alpha val="100000"/>
                </a:srgbClr>
              </a:solidFill>
              <a:ln w="5420" cap="flat">
                <a:solidFill>
                  <a:srgbClr val="EA623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5" name="ph3596">
                <a:extLst>
                  <a:ext uri="{FF2B5EF4-FFF2-40B4-BE49-F238E27FC236}">
                    <a16:creationId xmlns:a16="http://schemas.microsoft.com/office/drawing/2014/main" id="{DD8989A2-B5B9-E95A-7B05-95B887CB9E0D}"/>
                  </a:ext>
                </a:extLst>
              </p:cNvPr>
              <p:cNvSpPr/>
              <p:nvPr/>
            </p:nvSpPr>
            <p:spPr>
              <a:xfrm>
                <a:off x="320466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6" name="ph3597">
                <a:extLst>
                  <a:ext uri="{FF2B5EF4-FFF2-40B4-BE49-F238E27FC236}">
                    <a16:creationId xmlns:a16="http://schemas.microsoft.com/office/drawing/2014/main" id="{632AB0F5-B6AD-C9C0-B48E-7ABAE41AA97F}"/>
                  </a:ext>
                </a:extLst>
              </p:cNvPr>
              <p:cNvSpPr/>
              <p:nvPr/>
            </p:nvSpPr>
            <p:spPr>
              <a:xfrm>
                <a:off x="321410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613E">
                  <a:alpha val="100000"/>
                </a:srgbClr>
              </a:solidFill>
              <a:ln w="5420" cap="flat">
                <a:solidFill>
                  <a:srgbClr val="EA61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7" name="ph3598">
                <a:extLst>
                  <a:ext uri="{FF2B5EF4-FFF2-40B4-BE49-F238E27FC236}">
                    <a16:creationId xmlns:a16="http://schemas.microsoft.com/office/drawing/2014/main" id="{A2220D50-12A9-A516-741C-5D2F6F611482}"/>
                  </a:ext>
                </a:extLst>
              </p:cNvPr>
              <p:cNvSpPr/>
              <p:nvPr/>
            </p:nvSpPr>
            <p:spPr>
              <a:xfrm>
                <a:off x="322354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E">
                  <a:alpha val="100000"/>
                </a:srgbClr>
              </a:solidFill>
              <a:ln w="5420" cap="flat">
                <a:solidFill>
                  <a:srgbClr val="E9603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8" name="ph3599">
                <a:extLst>
                  <a:ext uri="{FF2B5EF4-FFF2-40B4-BE49-F238E27FC236}">
                    <a16:creationId xmlns:a16="http://schemas.microsoft.com/office/drawing/2014/main" id="{640094EC-628C-4B27-C7EC-BB4192BE2A52}"/>
                  </a:ext>
                </a:extLst>
              </p:cNvPr>
              <p:cNvSpPr/>
              <p:nvPr/>
            </p:nvSpPr>
            <p:spPr>
              <a:xfrm>
                <a:off x="323298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603D">
                  <a:alpha val="100000"/>
                </a:srgbClr>
              </a:solidFill>
              <a:ln w="5420" cap="flat">
                <a:solidFill>
                  <a:srgbClr val="E960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9" name="ph3600">
                <a:extLst>
                  <a:ext uri="{FF2B5EF4-FFF2-40B4-BE49-F238E27FC236}">
                    <a16:creationId xmlns:a16="http://schemas.microsoft.com/office/drawing/2014/main" id="{BD441617-0266-135B-5382-1B74B144E551}"/>
                  </a:ext>
                </a:extLst>
              </p:cNvPr>
              <p:cNvSpPr/>
              <p:nvPr/>
            </p:nvSpPr>
            <p:spPr>
              <a:xfrm>
                <a:off x="324242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5F3D">
                  <a:alpha val="100000"/>
                </a:srgbClr>
              </a:solidFill>
              <a:ln w="5420" cap="flat">
                <a:solidFill>
                  <a:srgbClr val="E95F3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0" name="ph3601">
                <a:extLst>
                  <a:ext uri="{FF2B5EF4-FFF2-40B4-BE49-F238E27FC236}">
                    <a16:creationId xmlns:a16="http://schemas.microsoft.com/office/drawing/2014/main" id="{69154B48-13FB-5093-4138-F2FFBEE263A3}"/>
                  </a:ext>
                </a:extLst>
              </p:cNvPr>
              <p:cNvSpPr/>
              <p:nvPr/>
            </p:nvSpPr>
            <p:spPr>
              <a:xfrm>
                <a:off x="325187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1" name="ph3602">
                <a:extLst>
                  <a:ext uri="{FF2B5EF4-FFF2-40B4-BE49-F238E27FC236}">
                    <a16:creationId xmlns:a16="http://schemas.microsoft.com/office/drawing/2014/main" id="{14C05EA6-4F08-3400-1BA5-87DB80594CBF}"/>
                  </a:ext>
                </a:extLst>
              </p:cNvPr>
              <p:cNvSpPr/>
              <p:nvPr/>
            </p:nvSpPr>
            <p:spPr>
              <a:xfrm>
                <a:off x="326131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2" name="ph3603">
                <a:extLst>
                  <a:ext uri="{FF2B5EF4-FFF2-40B4-BE49-F238E27FC236}">
                    <a16:creationId xmlns:a16="http://schemas.microsoft.com/office/drawing/2014/main" id="{A4A13454-F1D3-36D2-54E1-876321D0CB39}"/>
                  </a:ext>
                </a:extLst>
              </p:cNvPr>
              <p:cNvSpPr/>
              <p:nvPr/>
            </p:nvSpPr>
            <p:spPr>
              <a:xfrm>
                <a:off x="327075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C3B">
                  <a:alpha val="100000"/>
                </a:srgbClr>
              </a:solidFill>
              <a:ln w="5420" cap="flat">
                <a:solidFill>
                  <a:srgbClr val="E8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3" name="ph3604">
                <a:extLst>
                  <a:ext uri="{FF2B5EF4-FFF2-40B4-BE49-F238E27FC236}">
                    <a16:creationId xmlns:a16="http://schemas.microsoft.com/office/drawing/2014/main" id="{24B8B24E-C1E1-4E89-E3F4-FF3F7243A3B8}"/>
                  </a:ext>
                </a:extLst>
              </p:cNvPr>
              <p:cNvSpPr/>
              <p:nvPr/>
            </p:nvSpPr>
            <p:spPr>
              <a:xfrm>
                <a:off x="328019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4" name="ph3605">
                <a:extLst>
                  <a:ext uri="{FF2B5EF4-FFF2-40B4-BE49-F238E27FC236}">
                    <a16:creationId xmlns:a16="http://schemas.microsoft.com/office/drawing/2014/main" id="{DB149A26-8394-F616-FA50-617B59DC34A3}"/>
                  </a:ext>
                </a:extLst>
              </p:cNvPr>
              <p:cNvSpPr/>
              <p:nvPr/>
            </p:nvSpPr>
            <p:spPr>
              <a:xfrm>
                <a:off x="328963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5" name="ph3606">
                <a:extLst>
                  <a:ext uri="{FF2B5EF4-FFF2-40B4-BE49-F238E27FC236}">
                    <a16:creationId xmlns:a16="http://schemas.microsoft.com/office/drawing/2014/main" id="{439B2743-0ABF-2B97-068C-FED3E0FB24C9}"/>
                  </a:ext>
                </a:extLst>
              </p:cNvPr>
              <p:cNvSpPr/>
              <p:nvPr/>
            </p:nvSpPr>
            <p:spPr>
              <a:xfrm>
                <a:off x="329907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A3A">
                  <a:alpha val="100000"/>
                </a:srgbClr>
              </a:solidFill>
              <a:ln w="5420" cap="flat">
                <a:solidFill>
                  <a:srgbClr val="E6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6" name="ph3607">
                <a:extLst>
                  <a:ext uri="{FF2B5EF4-FFF2-40B4-BE49-F238E27FC236}">
                    <a16:creationId xmlns:a16="http://schemas.microsoft.com/office/drawing/2014/main" id="{69B0E6D7-8A1D-8592-51E9-1614D2C825A3}"/>
                  </a:ext>
                </a:extLst>
              </p:cNvPr>
              <p:cNvSpPr/>
              <p:nvPr/>
            </p:nvSpPr>
            <p:spPr>
              <a:xfrm>
                <a:off x="330851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7" name="ph3608">
                <a:extLst>
                  <a:ext uri="{FF2B5EF4-FFF2-40B4-BE49-F238E27FC236}">
                    <a16:creationId xmlns:a16="http://schemas.microsoft.com/office/drawing/2014/main" id="{D1CB531E-DB23-93D1-0F48-43582014E372}"/>
                  </a:ext>
                </a:extLst>
              </p:cNvPr>
              <p:cNvSpPr/>
              <p:nvPr/>
            </p:nvSpPr>
            <p:spPr>
              <a:xfrm>
                <a:off x="331795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8" name="ph3609">
                <a:extLst>
                  <a:ext uri="{FF2B5EF4-FFF2-40B4-BE49-F238E27FC236}">
                    <a16:creationId xmlns:a16="http://schemas.microsoft.com/office/drawing/2014/main" id="{F06EE669-D18F-5E67-16DE-2AE9CADBD2B5}"/>
                  </a:ext>
                </a:extLst>
              </p:cNvPr>
              <p:cNvSpPr/>
              <p:nvPr/>
            </p:nvSpPr>
            <p:spPr>
              <a:xfrm>
                <a:off x="332739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739">
                  <a:alpha val="100000"/>
                </a:srgbClr>
              </a:solidFill>
              <a:ln w="5420" cap="flat">
                <a:solidFill>
                  <a:srgbClr val="E6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9" name="ph3610">
                <a:extLst>
                  <a:ext uri="{FF2B5EF4-FFF2-40B4-BE49-F238E27FC236}">
                    <a16:creationId xmlns:a16="http://schemas.microsoft.com/office/drawing/2014/main" id="{47C571E1-F437-2F3A-2F8E-8FCF3782CAD4}"/>
                  </a:ext>
                </a:extLst>
              </p:cNvPr>
              <p:cNvSpPr/>
              <p:nvPr/>
            </p:nvSpPr>
            <p:spPr>
              <a:xfrm>
                <a:off x="333683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0" name="ph3611">
                <a:extLst>
                  <a:ext uri="{FF2B5EF4-FFF2-40B4-BE49-F238E27FC236}">
                    <a16:creationId xmlns:a16="http://schemas.microsoft.com/office/drawing/2014/main" id="{7117A347-7335-91AF-49E8-BE4A8EE21E22}"/>
                  </a:ext>
                </a:extLst>
              </p:cNvPr>
              <p:cNvSpPr/>
              <p:nvPr/>
            </p:nvSpPr>
            <p:spPr>
              <a:xfrm>
                <a:off x="334627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1" name="ph3612">
                <a:extLst>
                  <a:ext uri="{FF2B5EF4-FFF2-40B4-BE49-F238E27FC236}">
                    <a16:creationId xmlns:a16="http://schemas.microsoft.com/office/drawing/2014/main" id="{B1CE6575-7647-5336-65F3-8A69F5FE8366}"/>
                  </a:ext>
                </a:extLst>
              </p:cNvPr>
              <p:cNvSpPr/>
              <p:nvPr/>
            </p:nvSpPr>
            <p:spPr>
              <a:xfrm>
                <a:off x="335571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2" name="ph3613">
                <a:extLst>
                  <a:ext uri="{FF2B5EF4-FFF2-40B4-BE49-F238E27FC236}">
                    <a16:creationId xmlns:a16="http://schemas.microsoft.com/office/drawing/2014/main" id="{5E44A0CF-1B3C-7E0B-5AF1-C39745C2F3E2}"/>
                  </a:ext>
                </a:extLst>
              </p:cNvPr>
              <p:cNvSpPr/>
              <p:nvPr/>
            </p:nvSpPr>
            <p:spPr>
              <a:xfrm>
                <a:off x="336515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3" name="ph3614">
                <a:extLst>
                  <a:ext uri="{FF2B5EF4-FFF2-40B4-BE49-F238E27FC236}">
                    <a16:creationId xmlns:a16="http://schemas.microsoft.com/office/drawing/2014/main" id="{D7B0F385-AE7F-8B9B-99DD-8DE29BBD22DF}"/>
                  </a:ext>
                </a:extLst>
              </p:cNvPr>
              <p:cNvSpPr/>
              <p:nvPr/>
            </p:nvSpPr>
            <p:spPr>
              <a:xfrm>
                <a:off x="337459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7">
                  <a:alpha val="100000"/>
                </a:srgbClr>
              </a:solidFill>
              <a:ln w="5420" cap="flat">
                <a:solidFill>
                  <a:srgbClr val="E5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4" name="ph3615">
                <a:extLst>
                  <a:ext uri="{FF2B5EF4-FFF2-40B4-BE49-F238E27FC236}">
                    <a16:creationId xmlns:a16="http://schemas.microsoft.com/office/drawing/2014/main" id="{03D91088-984A-228A-5380-6F117A32240E}"/>
                  </a:ext>
                </a:extLst>
              </p:cNvPr>
              <p:cNvSpPr/>
              <p:nvPr/>
            </p:nvSpPr>
            <p:spPr>
              <a:xfrm>
                <a:off x="338403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5" name="ph3616">
                <a:extLst>
                  <a:ext uri="{FF2B5EF4-FFF2-40B4-BE49-F238E27FC236}">
                    <a16:creationId xmlns:a16="http://schemas.microsoft.com/office/drawing/2014/main" id="{BE26044E-EF11-6A8A-C65F-3A81365BBEC5}"/>
                  </a:ext>
                </a:extLst>
              </p:cNvPr>
              <p:cNvSpPr/>
              <p:nvPr/>
            </p:nvSpPr>
            <p:spPr>
              <a:xfrm>
                <a:off x="339347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6" name="ph3617">
                <a:extLst>
                  <a:ext uri="{FF2B5EF4-FFF2-40B4-BE49-F238E27FC236}">
                    <a16:creationId xmlns:a16="http://schemas.microsoft.com/office/drawing/2014/main" id="{1E1DFE13-7742-A1CC-788A-1E8DE3F429ED}"/>
                  </a:ext>
                </a:extLst>
              </p:cNvPr>
              <p:cNvSpPr/>
              <p:nvPr/>
            </p:nvSpPr>
            <p:spPr>
              <a:xfrm>
                <a:off x="340291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7" name="ph3618">
                <a:extLst>
                  <a:ext uri="{FF2B5EF4-FFF2-40B4-BE49-F238E27FC236}">
                    <a16:creationId xmlns:a16="http://schemas.microsoft.com/office/drawing/2014/main" id="{A1CC4C59-AD17-7790-5576-D5D62BA61529}"/>
                  </a:ext>
                </a:extLst>
              </p:cNvPr>
              <p:cNvSpPr/>
              <p:nvPr/>
            </p:nvSpPr>
            <p:spPr>
              <a:xfrm>
                <a:off x="3412354" y="20096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671"/>
                    </a:lnTo>
                    <a:lnTo>
                      <a:pt x="922956" y="903636"/>
                    </a:lnTo>
                    <a:lnTo>
                      <a:pt x="920848" y="913724"/>
                    </a:lnTo>
                    <a:lnTo>
                      <a:pt x="920685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8" name="ph3619">
                <a:extLst>
                  <a:ext uri="{FF2B5EF4-FFF2-40B4-BE49-F238E27FC236}">
                    <a16:creationId xmlns:a16="http://schemas.microsoft.com/office/drawing/2014/main" id="{BC065FC5-6069-9D29-C350-50849AAAF9C7}"/>
                  </a:ext>
                </a:extLst>
              </p:cNvPr>
              <p:cNvSpPr/>
              <p:nvPr/>
            </p:nvSpPr>
            <p:spPr>
              <a:xfrm>
                <a:off x="3421794" y="1992094"/>
                <a:ext cx="914727" cy="916241"/>
              </a:xfrm>
              <a:custGeom>
                <a:avLst/>
                <a:gdLst/>
                <a:ahLst/>
                <a:cxnLst/>
                <a:rect l="0" t="0" r="0" b="0"/>
                <a:pathLst>
                  <a:path w="914727" h="916241">
                    <a:moveTo>
                      <a:pt x="914400" y="914400"/>
                    </a:moveTo>
                    <a:lnTo>
                      <a:pt x="914727" y="914400"/>
                    </a:lnTo>
                    <a:lnTo>
                      <a:pt x="914400" y="916241"/>
                    </a:lnTo>
                    <a:close/>
                  </a:path>
                </a:pathLst>
              </a:custGeom>
              <a:solidFill>
                <a:srgbClr val="E35136">
                  <a:alpha val="100000"/>
                </a:srgbClr>
              </a:solidFill>
              <a:ln w="5420" cap="flat">
                <a:solidFill>
                  <a:srgbClr val="E351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9" name="ph3620">
                <a:extLst>
                  <a:ext uri="{FF2B5EF4-FFF2-40B4-BE49-F238E27FC236}">
                    <a16:creationId xmlns:a16="http://schemas.microsoft.com/office/drawing/2014/main" id="{96E499F9-DC02-C822-70E9-AF9036753C8D}"/>
                  </a:ext>
                </a:extLst>
              </p:cNvPr>
              <p:cNvSpPr/>
              <p:nvPr/>
            </p:nvSpPr>
            <p:spPr>
              <a:xfrm>
                <a:off x="2317286" y="1974524"/>
                <a:ext cx="914400" cy="9280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31">
                    <a:moveTo>
                      <a:pt x="914400" y="914400"/>
                    </a:moveTo>
                    <a:lnTo>
                      <a:pt x="914400" y="928031"/>
                    </a:lnTo>
                    <a:lnTo>
                      <a:pt x="912048" y="924361"/>
                    </a:lnTo>
                    <a:lnTo>
                      <a:pt x="907769" y="916948"/>
                    </a:lnTo>
                    <a:lnTo>
                      <a:pt x="906442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0" name="ph3621">
                <a:extLst>
                  <a:ext uri="{FF2B5EF4-FFF2-40B4-BE49-F238E27FC236}">
                    <a16:creationId xmlns:a16="http://schemas.microsoft.com/office/drawing/2014/main" id="{3A02E7F2-0084-487D-CB81-B8122CC13184}"/>
                  </a:ext>
                </a:extLst>
              </p:cNvPr>
              <p:cNvSpPr/>
              <p:nvPr/>
            </p:nvSpPr>
            <p:spPr>
              <a:xfrm>
                <a:off x="231728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66" y="931969"/>
                    </a:lnTo>
                    <a:lnTo>
                      <a:pt x="916528" y="931353"/>
                    </a:lnTo>
                    <a:lnTo>
                      <a:pt x="914400" y="928031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1" name="ph3622">
                <a:extLst>
                  <a:ext uri="{FF2B5EF4-FFF2-40B4-BE49-F238E27FC236}">
                    <a16:creationId xmlns:a16="http://schemas.microsoft.com/office/drawing/2014/main" id="{A973C905-89C1-EA79-3003-B24993DAD665}"/>
                  </a:ext>
                </a:extLst>
              </p:cNvPr>
              <p:cNvSpPr/>
              <p:nvPr/>
            </p:nvSpPr>
            <p:spPr>
              <a:xfrm>
                <a:off x="232672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2" name="ph3623">
                <a:extLst>
                  <a:ext uri="{FF2B5EF4-FFF2-40B4-BE49-F238E27FC236}">
                    <a16:creationId xmlns:a16="http://schemas.microsoft.com/office/drawing/2014/main" id="{34B9ADA4-DE7D-E123-8170-B9D0EAECE793}"/>
                  </a:ext>
                </a:extLst>
              </p:cNvPr>
              <p:cNvSpPr/>
              <p:nvPr/>
            </p:nvSpPr>
            <p:spPr>
              <a:xfrm>
                <a:off x="233616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3" name="ph3624">
                <a:extLst>
                  <a:ext uri="{FF2B5EF4-FFF2-40B4-BE49-F238E27FC236}">
                    <a16:creationId xmlns:a16="http://schemas.microsoft.com/office/drawing/2014/main" id="{FF5D872D-15AF-9FD1-B078-BD5A22F51714}"/>
                  </a:ext>
                </a:extLst>
              </p:cNvPr>
              <p:cNvSpPr/>
              <p:nvPr/>
            </p:nvSpPr>
            <p:spPr>
              <a:xfrm>
                <a:off x="234560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4" name="ph3625">
                <a:extLst>
                  <a:ext uri="{FF2B5EF4-FFF2-40B4-BE49-F238E27FC236}">
                    <a16:creationId xmlns:a16="http://schemas.microsoft.com/office/drawing/2014/main" id="{63F60F8D-3646-B6FA-52D9-56F7148814D2}"/>
                  </a:ext>
                </a:extLst>
              </p:cNvPr>
              <p:cNvSpPr/>
              <p:nvPr/>
            </p:nvSpPr>
            <p:spPr>
              <a:xfrm>
                <a:off x="235504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5" name="ph3626">
                <a:extLst>
                  <a:ext uri="{FF2B5EF4-FFF2-40B4-BE49-F238E27FC236}">
                    <a16:creationId xmlns:a16="http://schemas.microsoft.com/office/drawing/2014/main" id="{AA71EC36-8CEB-3EA0-1E87-33D9BAAC3FF7}"/>
                  </a:ext>
                </a:extLst>
              </p:cNvPr>
              <p:cNvSpPr/>
              <p:nvPr/>
            </p:nvSpPr>
            <p:spPr>
              <a:xfrm>
                <a:off x="236448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6" name="ph3627">
                <a:extLst>
                  <a:ext uri="{FF2B5EF4-FFF2-40B4-BE49-F238E27FC236}">
                    <a16:creationId xmlns:a16="http://schemas.microsoft.com/office/drawing/2014/main" id="{D03C7ED5-0487-D66B-B16D-DC4B190C01A3}"/>
                  </a:ext>
                </a:extLst>
              </p:cNvPr>
              <p:cNvSpPr/>
              <p:nvPr/>
            </p:nvSpPr>
            <p:spPr>
              <a:xfrm>
                <a:off x="2373927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7" name="ph3628">
                <a:extLst>
                  <a:ext uri="{FF2B5EF4-FFF2-40B4-BE49-F238E27FC236}">
                    <a16:creationId xmlns:a16="http://schemas.microsoft.com/office/drawing/2014/main" id="{C20A60A4-B979-77DF-BF47-B55BE63C5570}"/>
                  </a:ext>
                </a:extLst>
              </p:cNvPr>
              <p:cNvSpPr/>
              <p:nvPr/>
            </p:nvSpPr>
            <p:spPr>
              <a:xfrm>
                <a:off x="238336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8" name="ph3629">
                <a:extLst>
                  <a:ext uri="{FF2B5EF4-FFF2-40B4-BE49-F238E27FC236}">
                    <a16:creationId xmlns:a16="http://schemas.microsoft.com/office/drawing/2014/main" id="{0CA6A830-9C39-7D96-9891-B8B8E7F4C2E0}"/>
                  </a:ext>
                </a:extLst>
              </p:cNvPr>
              <p:cNvSpPr/>
              <p:nvPr/>
            </p:nvSpPr>
            <p:spPr>
              <a:xfrm>
                <a:off x="239280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9" name="ph3630">
                <a:extLst>
                  <a:ext uri="{FF2B5EF4-FFF2-40B4-BE49-F238E27FC236}">
                    <a16:creationId xmlns:a16="http://schemas.microsoft.com/office/drawing/2014/main" id="{123D2F37-B137-787C-2CA1-AADF12F65EC0}"/>
                  </a:ext>
                </a:extLst>
              </p:cNvPr>
              <p:cNvSpPr/>
              <p:nvPr/>
            </p:nvSpPr>
            <p:spPr>
              <a:xfrm>
                <a:off x="240224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0" name="ph3631">
                <a:extLst>
                  <a:ext uri="{FF2B5EF4-FFF2-40B4-BE49-F238E27FC236}">
                    <a16:creationId xmlns:a16="http://schemas.microsoft.com/office/drawing/2014/main" id="{EB249211-DFE6-45E3-0ABD-376EB1584F9F}"/>
                  </a:ext>
                </a:extLst>
              </p:cNvPr>
              <p:cNvSpPr/>
              <p:nvPr/>
            </p:nvSpPr>
            <p:spPr>
              <a:xfrm>
                <a:off x="241168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1" name="ph3632">
                <a:extLst>
                  <a:ext uri="{FF2B5EF4-FFF2-40B4-BE49-F238E27FC236}">
                    <a16:creationId xmlns:a16="http://schemas.microsoft.com/office/drawing/2014/main" id="{713D8867-A037-4796-6D30-983876EDFEC2}"/>
                  </a:ext>
                </a:extLst>
              </p:cNvPr>
              <p:cNvSpPr/>
              <p:nvPr/>
            </p:nvSpPr>
            <p:spPr>
              <a:xfrm>
                <a:off x="242112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2" name="ph3633">
                <a:extLst>
                  <a:ext uri="{FF2B5EF4-FFF2-40B4-BE49-F238E27FC236}">
                    <a16:creationId xmlns:a16="http://schemas.microsoft.com/office/drawing/2014/main" id="{00B08FAE-1FF7-C502-2352-423236832259}"/>
                  </a:ext>
                </a:extLst>
              </p:cNvPr>
              <p:cNvSpPr/>
              <p:nvPr/>
            </p:nvSpPr>
            <p:spPr>
              <a:xfrm>
                <a:off x="243056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3" name="ph3634">
                <a:extLst>
                  <a:ext uri="{FF2B5EF4-FFF2-40B4-BE49-F238E27FC236}">
                    <a16:creationId xmlns:a16="http://schemas.microsoft.com/office/drawing/2014/main" id="{12510AD0-2C37-805C-EB5E-3CEF77E3AA9E}"/>
                  </a:ext>
                </a:extLst>
              </p:cNvPr>
              <p:cNvSpPr/>
              <p:nvPr/>
            </p:nvSpPr>
            <p:spPr>
              <a:xfrm>
                <a:off x="244000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4" name="ph3635">
                <a:extLst>
                  <a:ext uri="{FF2B5EF4-FFF2-40B4-BE49-F238E27FC236}">
                    <a16:creationId xmlns:a16="http://schemas.microsoft.com/office/drawing/2014/main" id="{75218D20-4321-1D51-78ED-7CC823F9F77C}"/>
                  </a:ext>
                </a:extLst>
              </p:cNvPr>
              <p:cNvSpPr/>
              <p:nvPr/>
            </p:nvSpPr>
            <p:spPr>
              <a:xfrm>
                <a:off x="244944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5" name="ph3636">
                <a:extLst>
                  <a:ext uri="{FF2B5EF4-FFF2-40B4-BE49-F238E27FC236}">
                    <a16:creationId xmlns:a16="http://schemas.microsoft.com/office/drawing/2014/main" id="{FB2662F4-DE45-AAD1-E33A-DBB4C038E65F}"/>
                  </a:ext>
                </a:extLst>
              </p:cNvPr>
              <p:cNvSpPr/>
              <p:nvPr/>
            </p:nvSpPr>
            <p:spPr>
              <a:xfrm>
                <a:off x="245889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6" name="ph3637">
                <a:extLst>
                  <a:ext uri="{FF2B5EF4-FFF2-40B4-BE49-F238E27FC236}">
                    <a16:creationId xmlns:a16="http://schemas.microsoft.com/office/drawing/2014/main" id="{C010DC83-171A-788F-7D13-2523724C3432}"/>
                  </a:ext>
                </a:extLst>
              </p:cNvPr>
              <p:cNvSpPr/>
              <p:nvPr/>
            </p:nvSpPr>
            <p:spPr>
              <a:xfrm>
                <a:off x="246833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7" name="ph3638">
                <a:extLst>
                  <a:ext uri="{FF2B5EF4-FFF2-40B4-BE49-F238E27FC236}">
                    <a16:creationId xmlns:a16="http://schemas.microsoft.com/office/drawing/2014/main" id="{AFDFA53E-6918-8E49-ADA2-BC8E07E05AC1}"/>
                  </a:ext>
                </a:extLst>
              </p:cNvPr>
              <p:cNvSpPr/>
              <p:nvPr/>
            </p:nvSpPr>
            <p:spPr>
              <a:xfrm>
                <a:off x="247777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8" name="ph3639">
                <a:extLst>
                  <a:ext uri="{FF2B5EF4-FFF2-40B4-BE49-F238E27FC236}">
                    <a16:creationId xmlns:a16="http://schemas.microsoft.com/office/drawing/2014/main" id="{4487197C-3963-C7DB-8984-41D775ADAC45}"/>
                  </a:ext>
                </a:extLst>
              </p:cNvPr>
              <p:cNvSpPr/>
              <p:nvPr/>
            </p:nvSpPr>
            <p:spPr>
              <a:xfrm>
                <a:off x="248721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9" name="ph3640">
                <a:extLst>
                  <a:ext uri="{FF2B5EF4-FFF2-40B4-BE49-F238E27FC236}">
                    <a16:creationId xmlns:a16="http://schemas.microsoft.com/office/drawing/2014/main" id="{0D97C345-7F2C-3702-B6CB-2CD0BDFD22FF}"/>
                  </a:ext>
                </a:extLst>
              </p:cNvPr>
              <p:cNvSpPr/>
              <p:nvPr/>
            </p:nvSpPr>
            <p:spPr>
              <a:xfrm>
                <a:off x="249665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0" name="ph3641">
                <a:extLst>
                  <a:ext uri="{FF2B5EF4-FFF2-40B4-BE49-F238E27FC236}">
                    <a16:creationId xmlns:a16="http://schemas.microsoft.com/office/drawing/2014/main" id="{1E1FF24B-461D-17ED-9EA3-1EE2C07B2FD3}"/>
                  </a:ext>
                </a:extLst>
              </p:cNvPr>
              <p:cNvSpPr/>
              <p:nvPr/>
            </p:nvSpPr>
            <p:spPr>
              <a:xfrm>
                <a:off x="250609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1" name="ph3642">
                <a:extLst>
                  <a:ext uri="{FF2B5EF4-FFF2-40B4-BE49-F238E27FC236}">
                    <a16:creationId xmlns:a16="http://schemas.microsoft.com/office/drawing/2014/main" id="{93470FD3-1583-C3F4-5BE4-5EDA3A6F88BD}"/>
                  </a:ext>
                </a:extLst>
              </p:cNvPr>
              <p:cNvSpPr/>
              <p:nvPr/>
            </p:nvSpPr>
            <p:spPr>
              <a:xfrm>
                <a:off x="251553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2" name="ph3643">
                <a:extLst>
                  <a:ext uri="{FF2B5EF4-FFF2-40B4-BE49-F238E27FC236}">
                    <a16:creationId xmlns:a16="http://schemas.microsoft.com/office/drawing/2014/main" id="{CF8686A7-9614-A9C1-E7E6-6ED788A4A17B}"/>
                  </a:ext>
                </a:extLst>
              </p:cNvPr>
              <p:cNvSpPr/>
              <p:nvPr/>
            </p:nvSpPr>
            <p:spPr>
              <a:xfrm>
                <a:off x="252497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3" name="ph3644">
                <a:extLst>
                  <a:ext uri="{FF2B5EF4-FFF2-40B4-BE49-F238E27FC236}">
                    <a16:creationId xmlns:a16="http://schemas.microsoft.com/office/drawing/2014/main" id="{1D22D87E-669D-D643-769E-03E471B87895}"/>
                  </a:ext>
                </a:extLst>
              </p:cNvPr>
              <p:cNvSpPr/>
              <p:nvPr/>
            </p:nvSpPr>
            <p:spPr>
              <a:xfrm>
                <a:off x="253441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4" name="ph3645">
                <a:extLst>
                  <a:ext uri="{FF2B5EF4-FFF2-40B4-BE49-F238E27FC236}">
                    <a16:creationId xmlns:a16="http://schemas.microsoft.com/office/drawing/2014/main" id="{D53790D5-395D-5E9D-5293-3F196C591BCC}"/>
                  </a:ext>
                </a:extLst>
              </p:cNvPr>
              <p:cNvSpPr/>
              <p:nvPr/>
            </p:nvSpPr>
            <p:spPr>
              <a:xfrm>
                <a:off x="254385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5" name="ph3646">
                <a:extLst>
                  <a:ext uri="{FF2B5EF4-FFF2-40B4-BE49-F238E27FC236}">
                    <a16:creationId xmlns:a16="http://schemas.microsoft.com/office/drawing/2014/main" id="{320E77AD-019A-4830-F9F9-33067D756459}"/>
                  </a:ext>
                </a:extLst>
              </p:cNvPr>
              <p:cNvSpPr/>
              <p:nvPr/>
            </p:nvSpPr>
            <p:spPr>
              <a:xfrm>
                <a:off x="255329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6" name="ph3647">
                <a:extLst>
                  <a:ext uri="{FF2B5EF4-FFF2-40B4-BE49-F238E27FC236}">
                    <a16:creationId xmlns:a16="http://schemas.microsoft.com/office/drawing/2014/main" id="{D5BA0BED-773C-7D0B-1C44-F9628F2688B6}"/>
                  </a:ext>
                </a:extLst>
              </p:cNvPr>
              <p:cNvSpPr/>
              <p:nvPr/>
            </p:nvSpPr>
            <p:spPr>
              <a:xfrm>
                <a:off x="256273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7" name="ph3648">
                <a:extLst>
                  <a:ext uri="{FF2B5EF4-FFF2-40B4-BE49-F238E27FC236}">
                    <a16:creationId xmlns:a16="http://schemas.microsoft.com/office/drawing/2014/main" id="{F1329564-3607-A8C2-FC52-02C66B7C7DA0}"/>
                  </a:ext>
                </a:extLst>
              </p:cNvPr>
              <p:cNvSpPr/>
              <p:nvPr/>
            </p:nvSpPr>
            <p:spPr>
              <a:xfrm>
                <a:off x="257217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8" name="ph3649">
                <a:extLst>
                  <a:ext uri="{FF2B5EF4-FFF2-40B4-BE49-F238E27FC236}">
                    <a16:creationId xmlns:a16="http://schemas.microsoft.com/office/drawing/2014/main" id="{B2FA4FE6-2CA3-D68F-3727-14FCFA749ABA}"/>
                  </a:ext>
                </a:extLst>
              </p:cNvPr>
              <p:cNvSpPr/>
              <p:nvPr/>
            </p:nvSpPr>
            <p:spPr>
              <a:xfrm>
                <a:off x="258161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9" name="ph3650">
                <a:extLst>
                  <a:ext uri="{FF2B5EF4-FFF2-40B4-BE49-F238E27FC236}">
                    <a16:creationId xmlns:a16="http://schemas.microsoft.com/office/drawing/2014/main" id="{8E81EB6F-51E7-C0DE-F8D3-38ACCBC6057E}"/>
                  </a:ext>
                </a:extLst>
              </p:cNvPr>
              <p:cNvSpPr/>
              <p:nvPr/>
            </p:nvSpPr>
            <p:spPr>
              <a:xfrm>
                <a:off x="259105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0" name="ph3651">
                <a:extLst>
                  <a:ext uri="{FF2B5EF4-FFF2-40B4-BE49-F238E27FC236}">
                    <a16:creationId xmlns:a16="http://schemas.microsoft.com/office/drawing/2014/main" id="{DC8775CD-EF8F-1548-F78A-966A8ACE0391}"/>
                  </a:ext>
                </a:extLst>
              </p:cNvPr>
              <p:cNvSpPr/>
              <p:nvPr/>
            </p:nvSpPr>
            <p:spPr>
              <a:xfrm>
                <a:off x="260049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1" name="ph3652">
                <a:extLst>
                  <a:ext uri="{FF2B5EF4-FFF2-40B4-BE49-F238E27FC236}">
                    <a16:creationId xmlns:a16="http://schemas.microsoft.com/office/drawing/2014/main" id="{C2B6E318-8443-FF4B-4F0B-0E88828EDE2F}"/>
                  </a:ext>
                </a:extLst>
              </p:cNvPr>
              <p:cNvSpPr/>
              <p:nvPr/>
            </p:nvSpPr>
            <p:spPr>
              <a:xfrm>
                <a:off x="2619374" y="199209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81" y="896830"/>
                    </a:lnTo>
                    <a:lnTo>
                      <a:pt x="913194" y="897401"/>
                    </a:lnTo>
                    <a:lnTo>
                      <a:pt x="914399" y="899268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2" name="ph3653">
                <a:extLst>
                  <a:ext uri="{FF2B5EF4-FFF2-40B4-BE49-F238E27FC236}">
                    <a16:creationId xmlns:a16="http://schemas.microsoft.com/office/drawing/2014/main" id="{832C6473-B424-A0DB-5DFB-6E91F99C63A6}"/>
                  </a:ext>
                </a:extLst>
              </p:cNvPr>
              <p:cNvSpPr/>
              <p:nvPr/>
            </p:nvSpPr>
            <p:spPr>
              <a:xfrm>
                <a:off x="2619374" y="1992094"/>
                <a:ext cx="92341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11" h="914400">
                    <a:moveTo>
                      <a:pt x="914399" y="914400"/>
                    </a:moveTo>
                    <a:lnTo>
                      <a:pt x="914399" y="899268"/>
                    </a:lnTo>
                    <a:lnTo>
                      <a:pt x="917917" y="904714"/>
                    </a:lnTo>
                    <a:lnTo>
                      <a:pt x="922420" y="912492"/>
                    </a:lnTo>
                    <a:lnTo>
                      <a:pt x="923411" y="914400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3" name="ph3654">
                <a:extLst>
                  <a:ext uri="{FF2B5EF4-FFF2-40B4-BE49-F238E27FC236}">
                    <a16:creationId xmlns:a16="http://schemas.microsoft.com/office/drawing/2014/main" id="{E8B871CD-0791-CF77-4C05-51F4618A84DC}"/>
                  </a:ext>
                </a:extLst>
              </p:cNvPr>
              <p:cNvSpPr/>
              <p:nvPr/>
            </p:nvSpPr>
            <p:spPr>
              <a:xfrm>
                <a:off x="3176348" y="197452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930" y="931969"/>
                    </a:lnTo>
                    <a:lnTo>
                      <a:pt x="909847" y="923777"/>
                    </a:lnTo>
                    <a:lnTo>
                      <a:pt x="910019" y="914400"/>
                    </a:lnTo>
                    <a:close/>
                  </a:path>
                </a:pathLst>
              </a:custGeom>
              <a:solidFill>
                <a:srgbClr val="E85E3C">
                  <a:alpha val="100000"/>
                </a:srgbClr>
              </a:solidFill>
              <a:ln w="5420" cap="flat">
                <a:solidFill>
                  <a:srgbClr val="E85E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4" name="ph3655">
                <a:extLst>
                  <a:ext uri="{FF2B5EF4-FFF2-40B4-BE49-F238E27FC236}">
                    <a16:creationId xmlns:a16="http://schemas.microsoft.com/office/drawing/2014/main" id="{125FD067-6F74-DC79-3512-8003526B092F}"/>
                  </a:ext>
                </a:extLst>
              </p:cNvPr>
              <p:cNvSpPr/>
              <p:nvPr/>
            </p:nvSpPr>
            <p:spPr>
              <a:xfrm>
                <a:off x="317634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5" name="ph3656">
                <a:extLst>
                  <a:ext uri="{FF2B5EF4-FFF2-40B4-BE49-F238E27FC236}">
                    <a16:creationId xmlns:a16="http://schemas.microsoft.com/office/drawing/2014/main" id="{D56679B9-D006-45E2-4F8E-F2C2980AEDF8}"/>
                  </a:ext>
                </a:extLst>
              </p:cNvPr>
              <p:cNvSpPr/>
              <p:nvPr/>
            </p:nvSpPr>
            <p:spPr>
              <a:xfrm>
                <a:off x="318578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5D3C">
                  <a:alpha val="100000"/>
                </a:srgbClr>
              </a:solidFill>
              <a:ln w="5420" cap="flat">
                <a:solidFill>
                  <a:srgbClr val="E85D3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6" name="ph3657">
                <a:extLst>
                  <a:ext uri="{FF2B5EF4-FFF2-40B4-BE49-F238E27FC236}">
                    <a16:creationId xmlns:a16="http://schemas.microsoft.com/office/drawing/2014/main" id="{E7D00A77-0C5E-A392-80ED-120338B5F66F}"/>
                  </a:ext>
                </a:extLst>
              </p:cNvPr>
              <p:cNvSpPr/>
              <p:nvPr/>
            </p:nvSpPr>
            <p:spPr>
              <a:xfrm>
                <a:off x="319522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C3B">
                  <a:alpha val="100000"/>
                </a:srgbClr>
              </a:solidFill>
              <a:ln w="5420" cap="flat">
                <a:solidFill>
                  <a:srgbClr val="E75C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7" name="ph3658">
                <a:extLst>
                  <a:ext uri="{FF2B5EF4-FFF2-40B4-BE49-F238E27FC236}">
                    <a16:creationId xmlns:a16="http://schemas.microsoft.com/office/drawing/2014/main" id="{DD24BA38-8FF2-2C67-4E3C-FCD1955AAB05}"/>
                  </a:ext>
                </a:extLst>
              </p:cNvPr>
              <p:cNvSpPr/>
              <p:nvPr/>
            </p:nvSpPr>
            <p:spPr>
              <a:xfrm>
                <a:off x="320466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B3B">
                  <a:alpha val="100000"/>
                </a:srgbClr>
              </a:solidFill>
              <a:ln w="5420" cap="flat">
                <a:solidFill>
                  <a:srgbClr val="E75B3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8" name="ph3659">
                <a:extLst>
                  <a:ext uri="{FF2B5EF4-FFF2-40B4-BE49-F238E27FC236}">
                    <a16:creationId xmlns:a16="http://schemas.microsoft.com/office/drawing/2014/main" id="{036A57CA-3771-7A51-C251-317C1A9D281A}"/>
                  </a:ext>
                </a:extLst>
              </p:cNvPr>
              <p:cNvSpPr/>
              <p:nvPr/>
            </p:nvSpPr>
            <p:spPr>
              <a:xfrm>
                <a:off x="321410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5A3A">
                  <a:alpha val="100000"/>
                </a:srgbClr>
              </a:solidFill>
              <a:ln w="5420" cap="flat">
                <a:solidFill>
                  <a:srgbClr val="E75A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9" name="ph3660">
                <a:extLst>
                  <a:ext uri="{FF2B5EF4-FFF2-40B4-BE49-F238E27FC236}">
                    <a16:creationId xmlns:a16="http://schemas.microsoft.com/office/drawing/2014/main" id="{553C3C9B-3A7B-0542-4F11-E119A7F978BC}"/>
                  </a:ext>
                </a:extLst>
              </p:cNvPr>
              <p:cNvSpPr/>
              <p:nvPr/>
            </p:nvSpPr>
            <p:spPr>
              <a:xfrm>
                <a:off x="322354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93A">
                  <a:alpha val="100000"/>
                </a:srgbClr>
              </a:solidFill>
              <a:ln w="5420" cap="flat">
                <a:solidFill>
                  <a:srgbClr val="E6593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0" name="ph3661">
                <a:extLst>
                  <a:ext uri="{FF2B5EF4-FFF2-40B4-BE49-F238E27FC236}">
                    <a16:creationId xmlns:a16="http://schemas.microsoft.com/office/drawing/2014/main" id="{9EEAC1EE-CDCB-1DC7-1746-1984126F6420}"/>
                  </a:ext>
                </a:extLst>
              </p:cNvPr>
              <p:cNvSpPr/>
              <p:nvPr/>
            </p:nvSpPr>
            <p:spPr>
              <a:xfrm>
                <a:off x="323298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1" name="ph3662">
                <a:extLst>
                  <a:ext uri="{FF2B5EF4-FFF2-40B4-BE49-F238E27FC236}">
                    <a16:creationId xmlns:a16="http://schemas.microsoft.com/office/drawing/2014/main" id="{D291B6C9-7641-B079-BC9A-5BC8D44A5D7B}"/>
                  </a:ext>
                </a:extLst>
              </p:cNvPr>
              <p:cNvSpPr/>
              <p:nvPr/>
            </p:nvSpPr>
            <p:spPr>
              <a:xfrm>
                <a:off x="324242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2" name="ph3663">
                <a:extLst>
                  <a:ext uri="{FF2B5EF4-FFF2-40B4-BE49-F238E27FC236}">
                    <a16:creationId xmlns:a16="http://schemas.microsoft.com/office/drawing/2014/main" id="{83481F43-708E-98B8-6C00-0C9AD6BC0AF8}"/>
                  </a:ext>
                </a:extLst>
              </p:cNvPr>
              <p:cNvSpPr/>
              <p:nvPr/>
            </p:nvSpPr>
            <p:spPr>
              <a:xfrm>
                <a:off x="325187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738">
                  <a:alpha val="100000"/>
                </a:srgbClr>
              </a:solidFill>
              <a:ln w="5420" cap="flat">
                <a:solidFill>
                  <a:srgbClr val="E557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3" name="ph3664">
                <a:extLst>
                  <a:ext uri="{FF2B5EF4-FFF2-40B4-BE49-F238E27FC236}">
                    <a16:creationId xmlns:a16="http://schemas.microsoft.com/office/drawing/2014/main" id="{FD3B3C63-5622-AD8B-E41D-254D11597978}"/>
                  </a:ext>
                </a:extLst>
              </p:cNvPr>
              <p:cNvSpPr/>
              <p:nvPr/>
            </p:nvSpPr>
            <p:spPr>
              <a:xfrm>
                <a:off x="326131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4" name="ph3665">
                <a:extLst>
                  <a:ext uri="{FF2B5EF4-FFF2-40B4-BE49-F238E27FC236}">
                    <a16:creationId xmlns:a16="http://schemas.microsoft.com/office/drawing/2014/main" id="{0C19EC3D-A6D2-B39C-FC48-D2BA68A52735}"/>
                  </a:ext>
                </a:extLst>
              </p:cNvPr>
              <p:cNvSpPr/>
              <p:nvPr/>
            </p:nvSpPr>
            <p:spPr>
              <a:xfrm>
                <a:off x="327075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537">
                  <a:alpha val="100000"/>
                </a:srgbClr>
              </a:solidFill>
              <a:ln w="5420" cap="flat">
                <a:solidFill>
                  <a:srgbClr val="E455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5" name="ph3666">
                <a:extLst>
                  <a:ext uri="{FF2B5EF4-FFF2-40B4-BE49-F238E27FC236}">
                    <a16:creationId xmlns:a16="http://schemas.microsoft.com/office/drawing/2014/main" id="{281E8788-77D0-6B9D-F32A-AB3E193710A7}"/>
                  </a:ext>
                </a:extLst>
              </p:cNvPr>
              <p:cNvSpPr/>
              <p:nvPr/>
            </p:nvSpPr>
            <p:spPr>
              <a:xfrm>
                <a:off x="328019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6" name="ph3667">
                <a:extLst>
                  <a:ext uri="{FF2B5EF4-FFF2-40B4-BE49-F238E27FC236}">
                    <a16:creationId xmlns:a16="http://schemas.microsoft.com/office/drawing/2014/main" id="{AD4C3DAC-0E3F-DE7E-E9B7-388F13DA1659}"/>
                  </a:ext>
                </a:extLst>
              </p:cNvPr>
              <p:cNvSpPr/>
              <p:nvPr/>
            </p:nvSpPr>
            <p:spPr>
              <a:xfrm>
                <a:off x="328963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7" name="ph3668">
                <a:extLst>
                  <a:ext uri="{FF2B5EF4-FFF2-40B4-BE49-F238E27FC236}">
                    <a16:creationId xmlns:a16="http://schemas.microsoft.com/office/drawing/2014/main" id="{2C00DC07-DDC3-0110-C812-E39087E50DE7}"/>
                  </a:ext>
                </a:extLst>
              </p:cNvPr>
              <p:cNvSpPr/>
              <p:nvPr/>
            </p:nvSpPr>
            <p:spPr>
              <a:xfrm>
                <a:off x="329907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8" name="ph3669">
                <a:extLst>
                  <a:ext uri="{FF2B5EF4-FFF2-40B4-BE49-F238E27FC236}">
                    <a16:creationId xmlns:a16="http://schemas.microsoft.com/office/drawing/2014/main" id="{9227DF92-0E84-17C0-5735-6ECA394EE1F1}"/>
                  </a:ext>
                </a:extLst>
              </p:cNvPr>
              <p:cNvSpPr/>
              <p:nvPr/>
            </p:nvSpPr>
            <p:spPr>
              <a:xfrm>
                <a:off x="330851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9" name="ph3670">
                <a:extLst>
                  <a:ext uri="{FF2B5EF4-FFF2-40B4-BE49-F238E27FC236}">
                    <a16:creationId xmlns:a16="http://schemas.microsoft.com/office/drawing/2014/main" id="{F6587B9A-F50F-81B3-35FB-9003E8AA0EFB}"/>
                  </a:ext>
                </a:extLst>
              </p:cNvPr>
              <p:cNvSpPr/>
              <p:nvPr/>
            </p:nvSpPr>
            <p:spPr>
              <a:xfrm>
                <a:off x="331795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0" name="ph3671">
                <a:extLst>
                  <a:ext uri="{FF2B5EF4-FFF2-40B4-BE49-F238E27FC236}">
                    <a16:creationId xmlns:a16="http://schemas.microsoft.com/office/drawing/2014/main" id="{8B78D156-B5D1-28A7-75A1-D3D446DB5D1C}"/>
                  </a:ext>
                </a:extLst>
              </p:cNvPr>
              <p:cNvSpPr/>
              <p:nvPr/>
            </p:nvSpPr>
            <p:spPr>
              <a:xfrm>
                <a:off x="332739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1" name="ph3672">
                <a:extLst>
                  <a:ext uri="{FF2B5EF4-FFF2-40B4-BE49-F238E27FC236}">
                    <a16:creationId xmlns:a16="http://schemas.microsoft.com/office/drawing/2014/main" id="{E6066EA1-1B64-86AB-4065-64D52126E2CF}"/>
                  </a:ext>
                </a:extLst>
              </p:cNvPr>
              <p:cNvSpPr/>
              <p:nvPr/>
            </p:nvSpPr>
            <p:spPr>
              <a:xfrm>
                <a:off x="333683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5">
                  <a:alpha val="100000"/>
                </a:srgbClr>
              </a:solidFill>
              <a:ln w="5420" cap="flat">
                <a:solidFill>
                  <a:srgbClr val="E24F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2" name="ph3673">
                <a:extLst>
                  <a:ext uri="{FF2B5EF4-FFF2-40B4-BE49-F238E27FC236}">
                    <a16:creationId xmlns:a16="http://schemas.microsoft.com/office/drawing/2014/main" id="{030E2F5B-6FFB-0D50-3952-7D8E66FFD2D0}"/>
                  </a:ext>
                </a:extLst>
              </p:cNvPr>
              <p:cNvSpPr/>
              <p:nvPr/>
            </p:nvSpPr>
            <p:spPr>
              <a:xfrm>
                <a:off x="334627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3" name="ph3674">
                <a:extLst>
                  <a:ext uri="{FF2B5EF4-FFF2-40B4-BE49-F238E27FC236}">
                    <a16:creationId xmlns:a16="http://schemas.microsoft.com/office/drawing/2014/main" id="{E44AFE9C-F536-210E-C420-9D4D158B8211}"/>
                  </a:ext>
                </a:extLst>
              </p:cNvPr>
              <p:cNvSpPr/>
              <p:nvPr/>
            </p:nvSpPr>
            <p:spPr>
              <a:xfrm>
                <a:off x="335571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4" name="ph3675">
                <a:extLst>
                  <a:ext uri="{FF2B5EF4-FFF2-40B4-BE49-F238E27FC236}">
                    <a16:creationId xmlns:a16="http://schemas.microsoft.com/office/drawing/2014/main" id="{BAD02BA4-F2F9-5ECB-A5B1-8F386E14CEB6}"/>
                  </a:ext>
                </a:extLst>
              </p:cNvPr>
              <p:cNvSpPr/>
              <p:nvPr/>
            </p:nvSpPr>
            <p:spPr>
              <a:xfrm>
                <a:off x="336515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5" name="ph3676">
                <a:extLst>
                  <a:ext uri="{FF2B5EF4-FFF2-40B4-BE49-F238E27FC236}">
                    <a16:creationId xmlns:a16="http://schemas.microsoft.com/office/drawing/2014/main" id="{5C5B93C9-5C2D-E11D-7FE4-F466C67F6FD7}"/>
                  </a:ext>
                </a:extLst>
              </p:cNvPr>
              <p:cNvSpPr/>
              <p:nvPr/>
            </p:nvSpPr>
            <p:spPr>
              <a:xfrm>
                <a:off x="337459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6" name="ph3677">
                <a:extLst>
                  <a:ext uri="{FF2B5EF4-FFF2-40B4-BE49-F238E27FC236}">
                    <a16:creationId xmlns:a16="http://schemas.microsoft.com/office/drawing/2014/main" id="{BE2793AC-DA66-0B54-E264-09F1CF0FA43F}"/>
                  </a:ext>
                </a:extLst>
              </p:cNvPr>
              <p:cNvSpPr/>
              <p:nvPr/>
            </p:nvSpPr>
            <p:spPr>
              <a:xfrm>
                <a:off x="338403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7" name="ph3678">
                <a:extLst>
                  <a:ext uri="{FF2B5EF4-FFF2-40B4-BE49-F238E27FC236}">
                    <a16:creationId xmlns:a16="http://schemas.microsoft.com/office/drawing/2014/main" id="{22D404B9-9574-37DD-0A50-A39C34E1EEC3}"/>
                  </a:ext>
                </a:extLst>
              </p:cNvPr>
              <p:cNvSpPr/>
              <p:nvPr/>
            </p:nvSpPr>
            <p:spPr>
              <a:xfrm>
                <a:off x="339347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8" name="ph3679">
                <a:extLst>
                  <a:ext uri="{FF2B5EF4-FFF2-40B4-BE49-F238E27FC236}">
                    <a16:creationId xmlns:a16="http://schemas.microsoft.com/office/drawing/2014/main" id="{B4DAC5A7-2C9D-227C-1B70-997DBFE76E79}"/>
                  </a:ext>
                </a:extLst>
              </p:cNvPr>
              <p:cNvSpPr/>
              <p:nvPr/>
            </p:nvSpPr>
            <p:spPr>
              <a:xfrm>
                <a:off x="340291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9" name="ph3680">
                <a:extLst>
                  <a:ext uri="{FF2B5EF4-FFF2-40B4-BE49-F238E27FC236}">
                    <a16:creationId xmlns:a16="http://schemas.microsoft.com/office/drawing/2014/main" id="{E1FA7996-BE65-FFBB-60C4-AD2C05CC5E6F}"/>
                  </a:ext>
                </a:extLst>
              </p:cNvPr>
              <p:cNvSpPr/>
              <p:nvPr/>
            </p:nvSpPr>
            <p:spPr>
              <a:xfrm>
                <a:off x="341235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0" name="ph3681">
                <a:extLst>
                  <a:ext uri="{FF2B5EF4-FFF2-40B4-BE49-F238E27FC236}">
                    <a16:creationId xmlns:a16="http://schemas.microsoft.com/office/drawing/2014/main" id="{86224713-12D7-5A06-9F8E-91E9CCFADDF1}"/>
                  </a:ext>
                </a:extLst>
              </p:cNvPr>
              <p:cNvSpPr/>
              <p:nvPr/>
            </p:nvSpPr>
            <p:spPr>
              <a:xfrm>
                <a:off x="3421794" y="19920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640" y="896830"/>
                    </a:lnTo>
                    <a:lnTo>
                      <a:pt x="917346" y="898638"/>
                    </a:lnTo>
                    <a:lnTo>
                      <a:pt x="916845" y="901707"/>
                    </a:lnTo>
                    <a:lnTo>
                      <a:pt x="916345" y="904777"/>
                    </a:lnTo>
                    <a:lnTo>
                      <a:pt x="915846" y="907847"/>
                    </a:lnTo>
                    <a:lnTo>
                      <a:pt x="915344" y="910930"/>
                    </a:lnTo>
                    <a:lnTo>
                      <a:pt x="914727" y="914400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1" name="ph3682">
                <a:extLst>
                  <a:ext uri="{FF2B5EF4-FFF2-40B4-BE49-F238E27FC236}">
                    <a16:creationId xmlns:a16="http://schemas.microsoft.com/office/drawing/2014/main" id="{763B498B-5B90-1E20-ECA8-9060ACE49400}"/>
                  </a:ext>
                </a:extLst>
              </p:cNvPr>
              <p:cNvSpPr/>
              <p:nvPr/>
            </p:nvSpPr>
            <p:spPr>
              <a:xfrm>
                <a:off x="2307846" y="1956954"/>
                <a:ext cx="914400" cy="92912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22">
                    <a:moveTo>
                      <a:pt x="914400" y="914400"/>
                    </a:moveTo>
                    <a:lnTo>
                      <a:pt x="914400" y="929122"/>
                    </a:lnTo>
                    <a:lnTo>
                      <a:pt x="913141" y="926704"/>
                    </a:lnTo>
                    <a:lnTo>
                      <a:pt x="909294" y="918510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2" name="ph3683">
                <a:extLst>
                  <a:ext uri="{FF2B5EF4-FFF2-40B4-BE49-F238E27FC236}">
                    <a16:creationId xmlns:a16="http://schemas.microsoft.com/office/drawing/2014/main" id="{810E9CAB-BB9E-DC9C-EAC7-934FC04788E6}"/>
                  </a:ext>
                </a:extLst>
              </p:cNvPr>
              <p:cNvSpPr/>
              <p:nvPr/>
            </p:nvSpPr>
            <p:spPr>
              <a:xfrm>
                <a:off x="230784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2" y="931969"/>
                    </a:lnTo>
                    <a:lnTo>
                      <a:pt x="914400" y="929122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3" name="ph3684">
                <a:extLst>
                  <a:ext uri="{FF2B5EF4-FFF2-40B4-BE49-F238E27FC236}">
                    <a16:creationId xmlns:a16="http://schemas.microsoft.com/office/drawing/2014/main" id="{47F91751-37A5-975B-CF99-70892DC559F2}"/>
                  </a:ext>
                </a:extLst>
              </p:cNvPr>
              <p:cNvSpPr/>
              <p:nvPr/>
            </p:nvSpPr>
            <p:spPr>
              <a:xfrm>
                <a:off x="231728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4" name="ph3685">
                <a:extLst>
                  <a:ext uri="{FF2B5EF4-FFF2-40B4-BE49-F238E27FC236}">
                    <a16:creationId xmlns:a16="http://schemas.microsoft.com/office/drawing/2014/main" id="{EFDF19E1-E1A7-2DF4-E24B-9F43D28BC318}"/>
                  </a:ext>
                </a:extLst>
              </p:cNvPr>
              <p:cNvSpPr/>
              <p:nvPr/>
            </p:nvSpPr>
            <p:spPr>
              <a:xfrm>
                <a:off x="232672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5" name="ph3686">
                <a:extLst>
                  <a:ext uri="{FF2B5EF4-FFF2-40B4-BE49-F238E27FC236}">
                    <a16:creationId xmlns:a16="http://schemas.microsoft.com/office/drawing/2014/main" id="{5AD1FDBF-66AC-56F8-01B3-46E5E859FF42}"/>
                  </a:ext>
                </a:extLst>
              </p:cNvPr>
              <p:cNvSpPr/>
              <p:nvPr/>
            </p:nvSpPr>
            <p:spPr>
              <a:xfrm>
                <a:off x="233616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6" name="ph3687">
                <a:extLst>
                  <a:ext uri="{FF2B5EF4-FFF2-40B4-BE49-F238E27FC236}">
                    <a16:creationId xmlns:a16="http://schemas.microsoft.com/office/drawing/2014/main" id="{8CD02D4A-07D1-654B-F2F5-195F18A33F93}"/>
                  </a:ext>
                </a:extLst>
              </p:cNvPr>
              <p:cNvSpPr/>
              <p:nvPr/>
            </p:nvSpPr>
            <p:spPr>
              <a:xfrm>
                <a:off x="234560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7" name="ph3688">
                <a:extLst>
                  <a:ext uri="{FF2B5EF4-FFF2-40B4-BE49-F238E27FC236}">
                    <a16:creationId xmlns:a16="http://schemas.microsoft.com/office/drawing/2014/main" id="{755B3810-3F2F-35C5-7235-E4CF720EBECE}"/>
                  </a:ext>
                </a:extLst>
              </p:cNvPr>
              <p:cNvSpPr/>
              <p:nvPr/>
            </p:nvSpPr>
            <p:spPr>
              <a:xfrm>
                <a:off x="235504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8" name="ph3689">
                <a:extLst>
                  <a:ext uri="{FF2B5EF4-FFF2-40B4-BE49-F238E27FC236}">
                    <a16:creationId xmlns:a16="http://schemas.microsoft.com/office/drawing/2014/main" id="{4E28ACBD-E670-7EC4-7F03-E1D3A80D2DB4}"/>
                  </a:ext>
                </a:extLst>
              </p:cNvPr>
              <p:cNvSpPr/>
              <p:nvPr/>
            </p:nvSpPr>
            <p:spPr>
              <a:xfrm>
                <a:off x="236448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568">
                  <a:alpha val="100000"/>
                </a:srgbClr>
              </a:solidFill>
              <a:ln w="5420" cap="flat">
                <a:solidFill>
                  <a:srgbClr val="A0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9" name="ph3690">
                <a:extLst>
                  <a:ext uri="{FF2B5EF4-FFF2-40B4-BE49-F238E27FC236}">
                    <a16:creationId xmlns:a16="http://schemas.microsoft.com/office/drawing/2014/main" id="{0DC99BFF-4FD1-CDE4-42FD-4C8692831A90}"/>
                  </a:ext>
                </a:extLst>
              </p:cNvPr>
              <p:cNvSpPr/>
              <p:nvPr/>
            </p:nvSpPr>
            <p:spPr>
              <a:xfrm>
                <a:off x="2373927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0" name="ph3691">
                <a:extLst>
                  <a:ext uri="{FF2B5EF4-FFF2-40B4-BE49-F238E27FC236}">
                    <a16:creationId xmlns:a16="http://schemas.microsoft.com/office/drawing/2014/main" id="{7BC9F7D6-9C0C-6404-448F-337B901F7C83}"/>
                  </a:ext>
                </a:extLst>
              </p:cNvPr>
              <p:cNvSpPr/>
              <p:nvPr/>
            </p:nvSpPr>
            <p:spPr>
              <a:xfrm>
                <a:off x="238336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1" name="ph3692">
                <a:extLst>
                  <a:ext uri="{FF2B5EF4-FFF2-40B4-BE49-F238E27FC236}">
                    <a16:creationId xmlns:a16="http://schemas.microsoft.com/office/drawing/2014/main" id="{7CB1E878-1951-3DA6-837B-E7D20CC1AA65}"/>
                  </a:ext>
                </a:extLst>
              </p:cNvPr>
              <p:cNvSpPr/>
              <p:nvPr/>
            </p:nvSpPr>
            <p:spPr>
              <a:xfrm>
                <a:off x="239280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2" name="ph3693">
                <a:extLst>
                  <a:ext uri="{FF2B5EF4-FFF2-40B4-BE49-F238E27FC236}">
                    <a16:creationId xmlns:a16="http://schemas.microsoft.com/office/drawing/2014/main" id="{C3A162AA-70C2-F98F-165D-492670EF19C8}"/>
                  </a:ext>
                </a:extLst>
              </p:cNvPr>
              <p:cNvSpPr/>
              <p:nvPr/>
            </p:nvSpPr>
            <p:spPr>
              <a:xfrm>
                <a:off x="240224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3" name="ph3694">
                <a:extLst>
                  <a:ext uri="{FF2B5EF4-FFF2-40B4-BE49-F238E27FC236}">
                    <a16:creationId xmlns:a16="http://schemas.microsoft.com/office/drawing/2014/main" id="{3F56B298-ED86-90EE-CF0C-2F3F621B2CB7}"/>
                  </a:ext>
                </a:extLst>
              </p:cNvPr>
              <p:cNvSpPr/>
              <p:nvPr/>
            </p:nvSpPr>
            <p:spPr>
              <a:xfrm>
                <a:off x="241168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4" name="ph3695">
                <a:extLst>
                  <a:ext uri="{FF2B5EF4-FFF2-40B4-BE49-F238E27FC236}">
                    <a16:creationId xmlns:a16="http://schemas.microsoft.com/office/drawing/2014/main" id="{D6EBC22C-85EB-C62E-2902-6E1611A4E462}"/>
                  </a:ext>
                </a:extLst>
              </p:cNvPr>
              <p:cNvSpPr/>
              <p:nvPr/>
            </p:nvSpPr>
            <p:spPr>
              <a:xfrm>
                <a:off x="242112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5" name="ph3696">
                <a:extLst>
                  <a:ext uri="{FF2B5EF4-FFF2-40B4-BE49-F238E27FC236}">
                    <a16:creationId xmlns:a16="http://schemas.microsoft.com/office/drawing/2014/main" id="{39A945A0-710E-30CC-83C6-58600E820079}"/>
                  </a:ext>
                </a:extLst>
              </p:cNvPr>
              <p:cNvSpPr/>
              <p:nvPr/>
            </p:nvSpPr>
            <p:spPr>
              <a:xfrm>
                <a:off x="243056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6" name="ph3697">
                <a:extLst>
                  <a:ext uri="{FF2B5EF4-FFF2-40B4-BE49-F238E27FC236}">
                    <a16:creationId xmlns:a16="http://schemas.microsoft.com/office/drawing/2014/main" id="{ADA23337-8F33-371A-6799-7032440F5378}"/>
                  </a:ext>
                </a:extLst>
              </p:cNvPr>
              <p:cNvSpPr/>
              <p:nvPr/>
            </p:nvSpPr>
            <p:spPr>
              <a:xfrm>
                <a:off x="244000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7" name="ph3698">
                <a:extLst>
                  <a:ext uri="{FF2B5EF4-FFF2-40B4-BE49-F238E27FC236}">
                    <a16:creationId xmlns:a16="http://schemas.microsoft.com/office/drawing/2014/main" id="{E8882953-874B-B417-3F53-956113E42D5E}"/>
                  </a:ext>
                </a:extLst>
              </p:cNvPr>
              <p:cNvSpPr/>
              <p:nvPr/>
            </p:nvSpPr>
            <p:spPr>
              <a:xfrm>
                <a:off x="244944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8" name="ph3699">
                <a:extLst>
                  <a:ext uri="{FF2B5EF4-FFF2-40B4-BE49-F238E27FC236}">
                    <a16:creationId xmlns:a16="http://schemas.microsoft.com/office/drawing/2014/main" id="{5177D4EE-C233-9EE7-EFC0-18A1645667F6}"/>
                  </a:ext>
                </a:extLst>
              </p:cNvPr>
              <p:cNvSpPr/>
              <p:nvPr/>
            </p:nvSpPr>
            <p:spPr>
              <a:xfrm>
                <a:off x="245889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9" name="ph3700">
                <a:extLst>
                  <a:ext uri="{FF2B5EF4-FFF2-40B4-BE49-F238E27FC236}">
                    <a16:creationId xmlns:a16="http://schemas.microsoft.com/office/drawing/2014/main" id="{60FF1F46-1E3F-D571-9089-857E897EBA0F}"/>
                  </a:ext>
                </a:extLst>
              </p:cNvPr>
              <p:cNvSpPr/>
              <p:nvPr/>
            </p:nvSpPr>
            <p:spPr>
              <a:xfrm>
                <a:off x="246833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0" name="ph3701">
                <a:extLst>
                  <a:ext uri="{FF2B5EF4-FFF2-40B4-BE49-F238E27FC236}">
                    <a16:creationId xmlns:a16="http://schemas.microsoft.com/office/drawing/2014/main" id="{80F9B829-1A1B-DAE8-E61E-4A93BE121B90}"/>
                  </a:ext>
                </a:extLst>
              </p:cNvPr>
              <p:cNvSpPr/>
              <p:nvPr/>
            </p:nvSpPr>
            <p:spPr>
              <a:xfrm>
                <a:off x="247777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1" name="ph3702">
                <a:extLst>
                  <a:ext uri="{FF2B5EF4-FFF2-40B4-BE49-F238E27FC236}">
                    <a16:creationId xmlns:a16="http://schemas.microsoft.com/office/drawing/2014/main" id="{6B50D4B5-0DE3-2C8B-853C-7C9E7E2966A0}"/>
                  </a:ext>
                </a:extLst>
              </p:cNvPr>
              <p:cNvSpPr/>
              <p:nvPr/>
            </p:nvSpPr>
            <p:spPr>
              <a:xfrm>
                <a:off x="248721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2" name="ph3703">
                <a:extLst>
                  <a:ext uri="{FF2B5EF4-FFF2-40B4-BE49-F238E27FC236}">
                    <a16:creationId xmlns:a16="http://schemas.microsoft.com/office/drawing/2014/main" id="{204768B8-597B-DC1E-FCC1-ABDA4D924A3A}"/>
                  </a:ext>
                </a:extLst>
              </p:cNvPr>
              <p:cNvSpPr/>
              <p:nvPr/>
            </p:nvSpPr>
            <p:spPr>
              <a:xfrm>
                <a:off x="249665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3" name="ph3704">
                <a:extLst>
                  <a:ext uri="{FF2B5EF4-FFF2-40B4-BE49-F238E27FC236}">
                    <a16:creationId xmlns:a16="http://schemas.microsoft.com/office/drawing/2014/main" id="{D91ED087-CCB9-D396-B1D8-9D95B9993E44}"/>
                  </a:ext>
                </a:extLst>
              </p:cNvPr>
              <p:cNvSpPr/>
              <p:nvPr/>
            </p:nvSpPr>
            <p:spPr>
              <a:xfrm>
                <a:off x="250609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4" name="ph3705">
                <a:extLst>
                  <a:ext uri="{FF2B5EF4-FFF2-40B4-BE49-F238E27FC236}">
                    <a16:creationId xmlns:a16="http://schemas.microsoft.com/office/drawing/2014/main" id="{01959FB6-462D-350D-8313-2F4FAD12C26C}"/>
                  </a:ext>
                </a:extLst>
              </p:cNvPr>
              <p:cNvSpPr/>
              <p:nvPr/>
            </p:nvSpPr>
            <p:spPr>
              <a:xfrm>
                <a:off x="251553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5" name="ph3706">
                <a:extLst>
                  <a:ext uri="{FF2B5EF4-FFF2-40B4-BE49-F238E27FC236}">
                    <a16:creationId xmlns:a16="http://schemas.microsoft.com/office/drawing/2014/main" id="{0B743628-3E46-5F3A-4C5E-649D375765BB}"/>
                  </a:ext>
                </a:extLst>
              </p:cNvPr>
              <p:cNvSpPr/>
              <p:nvPr/>
            </p:nvSpPr>
            <p:spPr>
              <a:xfrm>
                <a:off x="252497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6" name="ph3707">
                <a:extLst>
                  <a:ext uri="{FF2B5EF4-FFF2-40B4-BE49-F238E27FC236}">
                    <a16:creationId xmlns:a16="http://schemas.microsoft.com/office/drawing/2014/main" id="{A124C8C5-E734-1D37-4DE7-0870D23C101D}"/>
                  </a:ext>
                </a:extLst>
              </p:cNvPr>
              <p:cNvSpPr/>
              <p:nvPr/>
            </p:nvSpPr>
            <p:spPr>
              <a:xfrm>
                <a:off x="253441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7" name="ph3708">
                <a:extLst>
                  <a:ext uri="{FF2B5EF4-FFF2-40B4-BE49-F238E27FC236}">
                    <a16:creationId xmlns:a16="http://schemas.microsoft.com/office/drawing/2014/main" id="{116EE507-9CE0-43EC-5DAD-95A5D42FC02B}"/>
                  </a:ext>
                </a:extLst>
              </p:cNvPr>
              <p:cNvSpPr/>
              <p:nvPr/>
            </p:nvSpPr>
            <p:spPr>
              <a:xfrm>
                <a:off x="254385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8" name="ph3709">
                <a:extLst>
                  <a:ext uri="{FF2B5EF4-FFF2-40B4-BE49-F238E27FC236}">
                    <a16:creationId xmlns:a16="http://schemas.microsoft.com/office/drawing/2014/main" id="{35AD0A25-A2AE-4B9B-4E6D-4D7F37A4CDA1}"/>
                  </a:ext>
                </a:extLst>
              </p:cNvPr>
              <p:cNvSpPr/>
              <p:nvPr/>
            </p:nvSpPr>
            <p:spPr>
              <a:xfrm>
                <a:off x="255329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9" name="ph3710">
                <a:extLst>
                  <a:ext uri="{FF2B5EF4-FFF2-40B4-BE49-F238E27FC236}">
                    <a16:creationId xmlns:a16="http://schemas.microsoft.com/office/drawing/2014/main" id="{7B133B29-8D92-8B65-623B-9318835948DF}"/>
                  </a:ext>
                </a:extLst>
              </p:cNvPr>
              <p:cNvSpPr/>
              <p:nvPr/>
            </p:nvSpPr>
            <p:spPr>
              <a:xfrm>
                <a:off x="256273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0" name="ph3711">
                <a:extLst>
                  <a:ext uri="{FF2B5EF4-FFF2-40B4-BE49-F238E27FC236}">
                    <a16:creationId xmlns:a16="http://schemas.microsoft.com/office/drawing/2014/main" id="{700B661E-B590-42BD-5833-F2AFBDA7895A}"/>
                  </a:ext>
                </a:extLst>
              </p:cNvPr>
              <p:cNvSpPr/>
              <p:nvPr/>
            </p:nvSpPr>
            <p:spPr>
              <a:xfrm>
                <a:off x="257217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1" name="ph3712">
                <a:extLst>
                  <a:ext uri="{FF2B5EF4-FFF2-40B4-BE49-F238E27FC236}">
                    <a16:creationId xmlns:a16="http://schemas.microsoft.com/office/drawing/2014/main" id="{EBC4DA3B-C3C4-13F3-426C-394E96448CC0}"/>
                  </a:ext>
                </a:extLst>
              </p:cNvPr>
              <p:cNvSpPr/>
              <p:nvPr/>
            </p:nvSpPr>
            <p:spPr>
              <a:xfrm>
                <a:off x="258161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2" name="ph3713">
                <a:extLst>
                  <a:ext uri="{FF2B5EF4-FFF2-40B4-BE49-F238E27FC236}">
                    <a16:creationId xmlns:a16="http://schemas.microsoft.com/office/drawing/2014/main" id="{ED051A49-2B8C-26DF-AA3A-34AA6B60ECA8}"/>
                  </a:ext>
                </a:extLst>
              </p:cNvPr>
              <p:cNvSpPr/>
              <p:nvPr/>
            </p:nvSpPr>
            <p:spPr>
              <a:xfrm>
                <a:off x="259105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3" name="ph3714">
                <a:extLst>
                  <a:ext uri="{FF2B5EF4-FFF2-40B4-BE49-F238E27FC236}">
                    <a16:creationId xmlns:a16="http://schemas.microsoft.com/office/drawing/2014/main" id="{87835940-ECC5-8932-CB83-C70024CE2EEB}"/>
                  </a:ext>
                </a:extLst>
              </p:cNvPr>
              <p:cNvSpPr/>
              <p:nvPr/>
            </p:nvSpPr>
            <p:spPr>
              <a:xfrm>
                <a:off x="2609933" y="197452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13" y="896830"/>
                    </a:lnTo>
                    <a:lnTo>
                      <a:pt x="912584" y="901828"/>
                    </a:lnTo>
                    <a:lnTo>
                      <a:pt x="914400" y="904068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4" name="ph3715">
                <a:extLst>
                  <a:ext uri="{FF2B5EF4-FFF2-40B4-BE49-F238E27FC236}">
                    <a16:creationId xmlns:a16="http://schemas.microsoft.com/office/drawing/2014/main" id="{2090EE8A-CD10-5100-91A6-D614D2CE5FA2}"/>
                  </a:ext>
                </a:extLst>
              </p:cNvPr>
              <p:cNvSpPr/>
              <p:nvPr/>
            </p:nvSpPr>
            <p:spPr>
              <a:xfrm>
                <a:off x="2609933" y="1974524"/>
                <a:ext cx="92222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21" h="914400">
                    <a:moveTo>
                      <a:pt x="914400" y="914400"/>
                    </a:moveTo>
                    <a:lnTo>
                      <a:pt x="914400" y="904068"/>
                    </a:lnTo>
                    <a:lnTo>
                      <a:pt x="917705" y="908146"/>
                    </a:lnTo>
                    <a:lnTo>
                      <a:pt x="922221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5" name="ph3716">
                <a:extLst>
                  <a:ext uri="{FF2B5EF4-FFF2-40B4-BE49-F238E27FC236}">
                    <a16:creationId xmlns:a16="http://schemas.microsoft.com/office/drawing/2014/main" id="{50F18591-4C8B-8F63-85F1-4F6D0C9AFA28}"/>
                  </a:ext>
                </a:extLst>
              </p:cNvPr>
              <p:cNvSpPr/>
              <p:nvPr/>
            </p:nvSpPr>
            <p:spPr>
              <a:xfrm>
                <a:off x="3176348" y="195695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19" y="931969"/>
                    </a:lnTo>
                    <a:lnTo>
                      <a:pt x="910053" y="930157"/>
                    </a:lnTo>
                    <a:lnTo>
                      <a:pt x="910577" y="919004"/>
                    </a:lnTo>
                    <a:lnTo>
                      <a:pt x="910927" y="914400"/>
                    </a:lnTo>
                    <a:close/>
                  </a:path>
                </a:pathLst>
              </a:custGeom>
              <a:solidFill>
                <a:srgbClr val="E65939">
                  <a:alpha val="100000"/>
                </a:srgbClr>
              </a:solidFill>
              <a:ln w="5420" cap="flat">
                <a:solidFill>
                  <a:srgbClr val="E659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6" name="ph3717">
                <a:extLst>
                  <a:ext uri="{FF2B5EF4-FFF2-40B4-BE49-F238E27FC236}">
                    <a16:creationId xmlns:a16="http://schemas.microsoft.com/office/drawing/2014/main" id="{C10FDBA5-7FD1-237C-B73D-5FCD2770227D}"/>
                  </a:ext>
                </a:extLst>
              </p:cNvPr>
              <p:cNvSpPr/>
              <p:nvPr/>
            </p:nvSpPr>
            <p:spPr>
              <a:xfrm>
                <a:off x="317634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5839">
                  <a:alpha val="100000"/>
                </a:srgbClr>
              </a:solidFill>
              <a:ln w="5420" cap="flat">
                <a:solidFill>
                  <a:srgbClr val="E658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7" name="ph3718">
                <a:extLst>
                  <a:ext uri="{FF2B5EF4-FFF2-40B4-BE49-F238E27FC236}">
                    <a16:creationId xmlns:a16="http://schemas.microsoft.com/office/drawing/2014/main" id="{999AA372-80D1-E437-68A9-114768130E6E}"/>
                  </a:ext>
                </a:extLst>
              </p:cNvPr>
              <p:cNvSpPr/>
              <p:nvPr/>
            </p:nvSpPr>
            <p:spPr>
              <a:xfrm>
                <a:off x="318578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5739">
                  <a:alpha val="100000"/>
                </a:srgbClr>
              </a:solidFill>
              <a:ln w="5420" cap="flat">
                <a:solidFill>
                  <a:srgbClr val="E5573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8" name="ph3719">
                <a:extLst>
                  <a:ext uri="{FF2B5EF4-FFF2-40B4-BE49-F238E27FC236}">
                    <a16:creationId xmlns:a16="http://schemas.microsoft.com/office/drawing/2014/main" id="{5AD9572A-D22D-7005-BA66-5EB551BC4DAA}"/>
                  </a:ext>
                </a:extLst>
              </p:cNvPr>
              <p:cNvSpPr/>
              <p:nvPr/>
            </p:nvSpPr>
            <p:spPr>
              <a:xfrm>
                <a:off x="319522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638">
                  <a:alpha val="100000"/>
                </a:srgbClr>
              </a:solidFill>
              <a:ln w="5420" cap="flat">
                <a:solidFill>
                  <a:srgbClr val="E556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9" name="ph3720">
                <a:extLst>
                  <a:ext uri="{FF2B5EF4-FFF2-40B4-BE49-F238E27FC236}">
                    <a16:creationId xmlns:a16="http://schemas.microsoft.com/office/drawing/2014/main" id="{775FE642-769D-A08F-4C31-34E8DD0E3C75}"/>
                  </a:ext>
                </a:extLst>
              </p:cNvPr>
              <p:cNvSpPr/>
              <p:nvPr/>
            </p:nvSpPr>
            <p:spPr>
              <a:xfrm>
                <a:off x="320466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5538">
                  <a:alpha val="100000"/>
                </a:srgbClr>
              </a:solidFill>
              <a:ln w="5420" cap="flat">
                <a:solidFill>
                  <a:srgbClr val="E5553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0" name="ph3721">
                <a:extLst>
                  <a:ext uri="{FF2B5EF4-FFF2-40B4-BE49-F238E27FC236}">
                    <a16:creationId xmlns:a16="http://schemas.microsoft.com/office/drawing/2014/main" id="{7F5DF4A2-1AD8-D42E-CA35-7F88984188AC}"/>
                  </a:ext>
                </a:extLst>
              </p:cNvPr>
              <p:cNvSpPr/>
              <p:nvPr/>
            </p:nvSpPr>
            <p:spPr>
              <a:xfrm>
                <a:off x="321410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1" name="ph3722">
                <a:extLst>
                  <a:ext uri="{FF2B5EF4-FFF2-40B4-BE49-F238E27FC236}">
                    <a16:creationId xmlns:a16="http://schemas.microsoft.com/office/drawing/2014/main" id="{4F5AB6A8-3917-40A7-36C1-7A1BDB3A2A78}"/>
                  </a:ext>
                </a:extLst>
              </p:cNvPr>
              <p:cNvSpPr/>
              <p:nvPr/>
            </p:nvSpPr>
            <p:spPr>
              <a:xfrm>
                <a:off x="322354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2" name="ph3723">
                <a:extLst>
                  <a:ext uri="{FF2B5EF4-FFF2-40B4-BE49-F238E27FC236}">
                    <a16:creationId xmlns:a16="http://schemas.microsoft.com/office/drawing/2014/main" id="{513633D4-660F-A89A-67EF-B27B371C4984}"/>
                  </a:ext>
                </a:extLst>
              </p:cNvPr>
              <p:cNvSpPr/>
              <p:nvPr/>
            </p:nvSpPr>
            <p:spPr>
              <a:xfrm>
                <a:off x="323298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3" name="ph3724">
                <a:extLst>
                  <a:ext uri="{FF2B5EF4-FFF2-40B4-BE49-F238E27FC236}">
                    <a16:creationId xmlns:a16="http://schemas.microsoft.com/office/drawing/2014/main" id="{DC4B735C-6B71-2E5C-1AB7-46605C603920}"/>
                  </a:ext>
                </a:extLst>
              </p:cNvPr>
              <p:cNvSpPr/>
              <p:nvPr/>
            </p:nvSpPr>
            <p:spPr>
              <a:xfrm>
                <a:off x="324242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4" name="ph3725">
                <a:extLst>
                  <a:ext uri="{FF2B5EF4-FFF2-40B4-BE49-F238E27FC236}">
                    <a16:creationId xmlns:a16="http://schemas.microsoft.com/office/drawing/2014/main" id="{624E9D16-4A18-D4E3-51A0-040713F69FC0}"/>
                  </a:ext>
                </a:extLst>
              </p:cNvPr>
              <p:cNvSpPr/>
              <p:nvPr/>
            </p:nvSpPr>
            <p:spPr>
              <a:xfrm>
                <a:off x="325187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5" name="ph3726">
                <a:extLst>
                  <a:ext uri="{FF2B5EF4-FFF2-40B4-BE49-F238E27FC236}">
                    <a16:creationId xmlns:a16="http://schemas.microsoft.com/office/drawing/2014/main" id="{F2AD70A7-BD9E-EDCD-F57A-69E1309619C8}"/>
                  </a:ext>
                </a:extLst>
              </p:cNvPr>
              <p:cNvSpPr/>
              <p:nvPr/>
            </p:nvSpPr>
            <p:spPr>
              <a:xfrm>
                <a:off x="326131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6" name="ph3727">
                <a:extLst>
                  <a:ext uri="{FF2B5EF4-FFF2-40B4-BE49-F238E27FC236}">
                    <a16:creationId xmlns:a16="http://schemas.microsoft.com/office/drawing/2014/main" id="{CB332BB3-743F-15F8-DC33-CA0676396CC9}"/>
                  </a:ext>
                </a:extLst>
              </p:cNvPr>
              <p:cNvSpPr/>
              <p:nvPr/>
            </p:nvSpPr>
            <p:spPr>
              <a:xfrm>
                <a:off x="327075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D34">
                  <a:alpha val="100000"/>
                </a:srgbClr>
              </a:solidFill>
              <a:ln w="5420" cap="flat">
                <a:solidFill>
                  <a:srgbClr val="E2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7" name="ph3728">
                <a:extLst>
                  <a:ext uri="{FF2B5EF4-FFF2-40B4-BE49-F238E27FC236}">
                    <a16:creationId xmlns:a16="http://schemas.microsoft.com/office/drawing/2014/main" id="{EEBD27C9-1DE2-7281-6B80-5CC111C1BB0E}"/>
                  </a:ext>
                </a:extLst>
              </p:cNvPr>
              <p:cNvSpPr/>
              <p:nvPr/>
            </p:nvSpPr>
            <p:spPr>
              <a:xfrm>
                <a:off x="328019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8" name="ph3729">
                <a:extLst>
                  <a:ext uri="{FF2B5EF4-FFF2-40B4-BE49-F238E27FC236}">
                    <a16:creationId xmlns:a16="http://schemas.microsoft.com/office/drawing/2014/main" id="{AAEE49E6-7E89-F30A-B5F9-CC2F72C83A84}"/>
                  </a:ext>
                </a:extLst>
              </p:cNvPr>
              <p:cNvSpPr/>
              <p:nvPr/>
            </p:nvSpPr>
            <p:spPr>
              <a:xfrm>
                <a:off x="328963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B33">
                  <a:alpha val="100000"/>
                </a:srgbClr>
              </a:solidFill>
              <a:ln w="5420" cap="flat">
                <a:solidFill>
                  <a:srgbClr val="E14B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9" name="ph3730">
                <a:extLst>
                  <a:ext uri="{FF2B5EF4-FFF2-40B4-BE49-F238E27FC236}">
                    <a16:creationId xmlns:a16="http://schemas.microsoft.com/office/drawing/2014/main" id="{A9145377-C29B-7061-4B8C-C5EF3BC6E015}"/>
                  </a:ext>
                </a:extLst>
              </p:cNvPr>
              <p:cNvSpPr/>
              <p:nvPr/>
            </p:nvSpPr>
            <p:spPr>
              <a:xfrm>
                <a:off x="329907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0" name="ph3731">
                <a:extLst>
                  <a:ext uri="{FF2B5EF4-FFF2-40B4-BE49-F238E27FC236}">
                    <a16:creationId xmlns:a16="http://schemas.microsoft.com/office/drawing/2014/main" id="{DC4C827D-E9F3-585B-3D39-6BDBC5ADB269}"/>
                  </a:ext>
                </a:extLst>
              </p:cNvPr>
              <p:cNvSpPr/>
              <p:nvPr/>
            </p:nvSpPr>
            <p:spPr>
              <a:xfrm>
                <a:off x="330851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1" name="ph3732">
                <a:extLst>
                  <a:ext uri="{FF2B5EF4-FFF2-40B4-BE49-F238E27FC236}">
                    <a16:creationId xmlns:a16="http://schemas.microsoft.com/office/drawing/2014/main" id="{A8CD0E7A-B523-D3DD-BB6E-0E02141EE11C}"/>
                  </a:ext>
                </a:extLst>
              </p:cNvPr>
              <p:cNvSpPr/>
              <p:nvPr/>
            </p:nvSpPr>
            <p:spPr>
              <a:xfrm>
                <a:off x="331795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2" name="ph3733">
                <a:extLst>
                  <a:ext uri="{FF2B5EF4-FFF2-40B4-BE49-F238E27FC236}">
                    <a16:creationId xmlns:a16="http://schemas.microsoft.com/office/drawing/2014/main" id="{50525E46-D35C-9D04-7D30-AAC71268549D}"/>
                  </a:ext>
                </a:extLst>
              </p:cNvPr>
              <p:cNvSpPr/>
              <p:nvPr/>
            </p:nvSpPr>
            <p:spPr>
              <a:xfrm>
                <a:off x="332739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3" name="ph3734">
                <a:extLst>
                  <a:ext uri="{FF2B5EF4-FFF2-40B4-BE49-F238E27FC236}">
                    <a16:creationId xmlns:a16="http://schemas.microsoft.com/office/drawing/2014/main" id="{BBB3F15C-60B0-4FB1-B89A-4A2B08F042B0}"/>
                  </a:ext>
                </a:extLst>
              </p:cNvPr>
              <p:cNvSpPr/>
              <p:nvPr/>
            </p:nvSpPr>
            <p:spPr>
              <a:xfrm>
                <a:off x="333683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4" name="ph3735">
                <a:extLst>
                  <a:ext uri="{FF2B5EF4-FFF2-40B4-BE49-F238E27FC236}">
                    <a16:creationId xmlns:a16="http://schemas.microsoft.com/office/drawing/2014/main" id="{64E5B956-BCE3-A443-D987-4EC11DEE28A7}"/>
                  </a:ext>
                </a:extLst>
              </p:cNvPr>
              <p:cNvSpPr/>
              <p:nvPr/>
            </p:nvSpPr>
            <p:spPr>
              <a:xfrm>
                <a:off x="334627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5" name="ph3736">
                <a:extLst>
                  <a:ext uri="{FF2B5EF4-FFF2-40B4-BE49-F238E27FC236}">
                    <a16:creationId xmlns:a16="http://schemas.microsoft.com/office/drawing/2014/main" id="{9BDB2FE5-6519-9A0B-1760-FC3DBCFA84BD}"/>
                  </a:ext>
                </a:extLst>
              </p:cNvPr>
              <p:cNvSpPr/>
              <p:nvPr/>
            </p:nvSpPr>
            <p:spPr>
              <a:xfrm>
                <a:off x="335571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6" name="ph3737">
                <a:extLst>
                  <a:ext uri="{FF2B5EF4-FFF2-40B4-BE49-F238E27FC236}">
                    <a16:creationId xmlns:a16="http://schemas.microsoft.com/office/drawing/2014/main" id="{251FE3F1-91FF-7CBF-9A77-3C7F8E159DD2}"/>
                  </a:ext>
                </a:extLst>
              </p:cNvPr>
              <p:cNvSpPr/>
              <p:nvPr/>
            </p:nvSpPr>
            <p:spPr>
              <a:xfrm>
                <a:off x="336515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7" name="ph3738">
                <a:extLst>
                  <a:ext uri="{FF2B5EF4-FFF2-40B4-BE49-F238E27FC236}">
                    <a16:creationId xmlns:a16="http://schemas.microsoft.com/office/drawing/2014/main" id="{60A1A0A5-EF51-DE0C-8EBD-A2A4E6AC9239}"/>
                  </a:ext>
                </a:extLst>
              </p:cNvPr>
              <p:cNvSpPr/>
              <p:nvPr/>
            </p:nvSpPr>
            <p:spPr>
              <a:xfrm>
                <a:off x="337459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8" name="ph3739">
                <a:extLst>
                  <a:ext uri="{FF2B5EF4-FFF2-40B4-BE49-F238E27FC236}">
                    <a16:creationId xmlns:a16="http://schemas.microsoft.com/office/drawing/2014/main" id="{DC7D2CAE-0F55-867E-0A91-A80AD5C65D66}"/>
                  </a:ext>
                </a:extLst>
              </p:cNvPr>
              <p:cNvSpPr/>
              <p:nvPr/>
            </p:nvSpPr>
            <p:spPr>
              <a:xfrm>
                <a:off x="338403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831">
                  <a:alpha val="100000"/>
                </a:srgbClr>
              </a:solidFill>
              <a:ln w="5420" cap="flat">
                <a:solidFill>
                  <a:srgbClr val="E0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9" name="ph3740">
                <a:extLst>
                  <a:ext uri="{FF2B5EF4-FFF2-40B4-BE49-F238E27FC236}">
                    <a16:creationId xmlns:a16="http://schemas.microsoft.com/office/drawing/2014/main" id="{708E916A-B1D5-E27B-0F3A-3D73279BA264}"/>
                  </a:ext>
                </a:extLst>
              </p:cNvPr>
              <p:cNvSpPr/>
              <p:nvPr/>
            </p:nvSpPr>
            <p:spPr>
              <a:xfrm>
                <a:off x="339347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1">
                  <a:alpha val="100000"/>
                </a:srgbClr>
              </a:solidFill>
              <a:ln w="5420" cap="flat">
                <a:solidFill>
                  <a:srgbClr val="E049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0" name="ph3741">
                <a:extLst>
                  <a:ext uri="{FF2B5EF4-FFF2-40B4-BE49-F238E27FC236}">
                    <a16:creationId xmlns:a16="http://schemas.microsoft.com/office/drawing/2014/main" id="{D67717D9-41F6-0BBC-1C0F-6D7AE93FC278}"/>
                  </a:ext>
                </a:extLst>
              </p:cNvPr>
              <p:cNvSpPr/>
              <p:nvPr/>
            </p:nvSpPr>
            <p:spPr>
              <a:xfrm>
                <a:off x="340291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1" name="ph3742">
                <a:extLst>
                  <a:ext uri="{FF2B5EF4-FFF2-40B4-BE49-F238E27FC236}">
                    <a16:creationId xmlns:a16="http://schemas.microsoft.com/office/drawing/2014/main" id="{175A0083-11C1-603A-34A2-3BBD54783DCD}"/>
                  </a:ext>
                </a:extLst>
              </p:cNvPr>
              <p:cNvSpPr/>
              <p:nvPr/>
            </p:nvSpPr>
            <p:spPr>
              <a:xfrm>
                <a:off x="341235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2" name="ph3743">
                <a:extLst>
                  <a:ext uri="{FF2B5EF4-FFF2-40B4-BE49-F238E27FC236}">
                    <a16:creationId xmlns:a16="http://schemas.microsoft.com/office/drawing/2014/main" id="{DBE0A399-D16B-3138-B449-77AE89700E27}"/>
                  </a:ext>
                </a:extLst>
              </p:cNvPr>
              <p:cNvSpPr/>
              <p:nvPr/>
            </p:nvSpPr>
            <p:spPr>
              <a:xfrm>
                <a:off x="3421794" y="1974524"/>
                <a:ext cx="9203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397" y="896830"/>
                    </a:lnTo>
                    <a:lnTo>
                      <a:pt x="919351" y="903916"/>
                    </a:lnTo>
                    <a:lnTo>
                      <a:pt x="918847" y="906999"/>
                    </a:lnTo>
                    <a:lnTo>
                      <a:pt x="918347" y="910068"/>
                    </a:lnTo>
                    <a:lnTo>
                      <a:pt x="917846" y="91313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3" name="ph3744">
                <a:extLst>
                  <a:ext uri="{FF2B5EF4-FFF2-40B4-BE49-F238E27FC236}">
                    <a16:creationId xmlns:a16="http://schemas.microsoft.com/office/drawing/2014/main" id="{60CDCE17-868C-2076-0EEB-0E9C5FFD5991}"/>
                  </a:ext>
                </a:extLst>
              </p:cNvPr>
              <p:cNvSpPr/>
              <p:nvPr/>
            </p:nvSpPr>
            <p:spPr>
              <a:xfrm>
                <a:off x="2298405" y="1939384"/>
                <a:ext cx="914400" cy="9256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26">
                    <a:moveTo>
                      <a:pt x="914400" y="914400"/>
                    </a:moveTo>
                    <a:lnTo>
                      <a:pt x="914400" y="925626"/>
                    </a:lnTo>
                    <a:lnTo>
                      <a:pt x="911749" y="918638"/>
                    </a:lnTo>
                    <a:lnTo>
                      <a:pt x="910310" y="914400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4" name="ph3745">
                <a:extLst>
                  <a:ext uri="{FF2B5EF4-FFF2-40B4-BE49-F238E27FC236}">
                    <a16:creationId xmlns:a16="http://schemas.microsoft.com/office/drawing/2014/main" id="{46F97BF9-DC68-563E-59DA-EB72433B6D82}"/>
                  </a:ext>
                </a:extLst>
              </p:cNvPr>
              <p:cNvSpPr/>
              <p:nvPr/>
            </p:nvSpPr>
            <p:spPr>
              <a:xfrm>
                <a:off x="229840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98" y="931969"/>
                    </a:lnTo>
                    <a:lnTo>
                      <a:pt x="915121" y="927527"/>
                    </a:lnTo>
                    <a:lnTo>
                      <a:pt x="914400" y="925626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5" name="ph3746">
                <a:extLst>
                  <a:ext uri="{FF2B5EF4-FFF2-40B4-BE49-F238E27FC236}">
                    <a16:creationId xmlns:a16="http://schemas.microsoft.com/office/drawing/2014/main" id="{3CC1C264-F896-16B5-9522-92B986C6E368}"/>
                  </a:ext>
                </a:extLst>
              </p:cNvPr>
              <p:cNvSpPr/>
              <p:nvPr/>
            </p:nvSpPr>
            <p:spPr>
              <a:xfrm>
                <a:off x="230784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6" name="ph3747">
                <a:extLst>
                  <a:ext uri="{FF2B5EF4-FFF2-40B4-BE49-F238E27FC236}">
                    <a16:creationId xmlns:a16="http://schemas.microsoft.com/office/drawing/2014/main" id="{9150A5AB-7365-8A20-74C1-8382D671F7B0}"/>
                  </a:ext>
                </a:extLst>
              </p:cNvPr>
              <p:cNvSpPr/>
              <p:nvPr/>
            </p:nvSpPr>
            <p:spPr>
              <a:xfrm>
                <a:off x="231728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7" name="ph3748">
                <a:extLst>
                  <a:ext uri="{FF2B5EF4-FFF2-40B4-BE49-F238E27FC236}">
                    <a16:creationId xmlns:a16="http://schemas.microsoft.com/office/drawing/2014/main" id="{3416E68B-49A4-6A63-4B03-C3FB8B989297}"/>
                  </a:ext>
                </a:extLst>
              </p:cNvPr>
              <p:cNvSpPr/>
              <p:nvPr/>
            </p:nvSpPr>
            <p:spPr>
              <a:xfrm>
                <a:off x="232672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8" name="ph3749">
                <a:extLst>
                  <a:ext uri="{FF2B5EF4-FFF2-40B4-BE49-F238E27FC236}">
                    <a16:creationId xmlns:a16="http://schemas.microsoft.com/office/drawing/2014/main" id="{D6A03548-E505-FB6F-47C6-DA99B950644B}"/>
                  </a:ext>
                </a:extLst>
              </p:cNvPr>
              <p:cNvSpPr/>
              <p:nvPr/>
            </p:nvSpPr>
            <p:spPr>
              <a:xfrm>
                <a:off x="233616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9" name="ph3750">
                <a:extLst>
                  <a:ext uri="{FF2B5EF4-FFF2-40B4-BE49-F238E27FC236}">
                    <a16:creationId xmlns:a16="http://schemas.microsoft.com/office/drawing/2014/main" id="{8DAD463B-02C9-D910-30C0-13199AD80094}"/>
                  </a:ext>
                </a:extLst>
              </p:cNvPr>
              <p:cNvSpPr/>
              <p:nvPr/>
            </p:nvSpPr>
            <p:spPr>
              <a:xfrm>
                <a:off x="234560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0" name="ph3751">
                <a:extLst>
                  <a:ext uri="{FF2B5EF4-FFF2-40B4-BE49-F238E27FC236}">
                    <a16:creationId xmlns:a16="http://schemas.microsoft.com/office/drawing/2014/main" id="{5191BE5A-9C23-D3BE-447A-03FD1A4357EF}"/>
                  </a:ext>
                </a:extLst>
              </p:cNvPr>
              <p:cNvSpPr/>
              <p:nvPr/>
            </p:nvSpPr>
            <p:spPr>
              <a:xfrm>
                <a:off x="235504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1" name="ph3752">
                <a:extLst>
                  <a:ext uri="{FF2B5EF4-FFF2-40B4-BE49-F238E27FC236}">
                    <a16:creationId xmlns:a16="http://schemas.microsoft.com/office/drawing/2014/main" id="{D9254090-E3A8-0226-285C-67CAB8846E10}"/>
                  </a:ext>
                </a:extLst>
              </p:cNvPr>
              <p:cNvSpPr/>
              <p:nvPr/>
            </p:nvSpPr>
            <p:spPr>
              <a:xfrm>
                <a:off x="236448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2" name="ph3753">
                <a:extLst>
                  <a:ext uri="{FF2B5EF4-FFF2-40B4-BE49-F238E27FC236}">
                    <a16:creationId xmlns:a16="http://schemas.microsoft.com/office/drawing/2014/main" id="{17BE3F6F-C8AC-8DD8-437B-3841615B1032}"/>
                  </a:ext>
                </a:extLst>
              </p:cNvPr>
              <p:cNvSpPr/>
              <p:nvPr/>
            </p:nvSpPr>
            <p:spPr>
              <a:xfrm>
                <a:off x="237392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3" name="ph3754">
                <a:extLst>
                  <a:ext uri="{FF2B5EF4-FFF2-40B4-BE49-F238E27FC236}">
                    <a16:creationId xmlns:a16="http://schemas.microsoft.com/office/drawing/2014/main" id="{EAA61367-905D-62DB-77C7-763A652E1F66}"/>
                  </a:ext>
                </a:extLst>
              </p:cNvPr>
              <p:cNvSpPr/>
              <p:nvPr/>
            </p:nvSpPr>
            <p:spPr>
              <a:xfrm>
                <a:off x="238336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4" name="ph3755">
                <a:extLst>
                  <a:ext uri="{FF2B5EF4-FFF2-40B4-BE49-F238E27FC236}">
                    <a16:creationId xmlns:a16="http://schemas.microsoft.com/office/drawing/2014/main" id="{01E986CA-51DA-536B-AFC0-ABE7054B5EE7}"/>
                  </a:ext>
                </a:extLst>
              </p:cNvPr>
              <p:cNvSpPr/>
              <p:nvPr/>
            </p:nvSpPr>
            <p:spPr>
              <a:xfrm>
                <a:off x="239280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5" name="ph3756">
                <a:extLst>
                  <a:ext uri="{FF2B5EF4-FFF2-40B4-BE49-F238E27FC236}">
                    <a16:creationId xmlns:a16="http://schemas.microsoft.com/office/drawing/2014/main" id="{973E3260-DAEE-0387-77DB-EE8716BDEFBF}"/>
                  </a:ext>
                </a:extLst>
              </p:cNvPr>
              <p:cNvSpPr/>
              <p:nvPr/>
            </p:nvSpPr>
            <p:spPr>
              <a:xfrm>
                <a:off x="240224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6" name="ph3757">
                <a:extLst>
                  <a:ext uri="{FF2B5EF4-FFF2-40B4-BE49-F238E27FC236}">
                    <a16:creationId xmlns:a16="http://schemas.microsoft.com/office/drawing/2014/main" id="{E0D3087D-BCE1-81C9-2834-58FEFCE5E75C}"/>
                  </a:ext>
                </a:extLst>
              </p:cNvPr>
              <p:cNvSpPr/>
              <p:nvPr/>
            </p:nvSpPr>
            <p:spPr>
              <a:xfrm>
                <a:off x="241168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7" name="ph3758">
                <a:extLst>
                  <a:ext uri="{FF2B5EF4-FFF2-40B4-BE49-F238E27FC236}">
                    <a16:creationId xmlns:a16="http://schemas.microsoft.com/office/drawing/2014/main" id="{676D7E47-5225-6877-6743-E34FFBBDC395}"/>
                  </a:ext>
                </a:extLst>
              </p:cNvPr>
              <p:cNvSpPr/>
              <p:nvPr/>
            </p:nvSpPr>
            <p:spPr>
              <a:xfrm>
                <a:off x="242112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8" name="ph3759">
                <a:extLst>
                  <a:ext uri="{FF2B5EF4-FFF2-40B4-BE49-F238E27FC236}">
                    <a16:creationId xmlns:a16="http://schemas.microsoft.com/office/drawing/2014/main" id="{1EAD7342-6148-CA99-A422-18A756399592}"/>
                  </a:ext>
                </a:extLst>
              </p:cNvPr>
              <p:cNvSpPr/>
              <p:nvPr/>
            </p:nvSpPr>
            <p:spPr>
              <a:xfrm>
                <a:off x="243056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9" name="ph3760">
                <a:extLst>
                  <a:ext uri="{FF2B5EF4-FFF2-40B4-BE49-F238E27FC236}">
                    <a16:creationId xmlns:a16="http://schemas.microsoft.com/office/drawing/2014/main" id="{B4D074D4-D5BD-6FC8-D1C6-1C07AB09A9EA}"/>
                  </a:ext>
                </a:extLst>
              </p:cNvPr>
              <p:cNvSpPr/>
              <p:nvPr/>
            </p:nvSpPr>
            <p:spPr>
              <a:xfrm>
                <a:off x="244000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0" name="ph3761">
                <a:extLst>
                  <a:ext uri="{FF2B5EF4-FFF2-40B4-BE49-F238E27FC236}">
                    <a16:creationId xmlns:a16="http://schemas.microsoft.com/office/drawing/2014/main" id="{B4F4EC43-178D-C92D-7ED0-50560475E016}"/>
                  </a:ext>
                </a:extLst>
              </p:cNvPr>
              <p:cNvSpPr/>
              <p:nvPr/>
            </p:nvSpPr>
            <p:spPr>
              <a:xfrm>
                <a:off x="244944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1" name="ph3762">
                <a:extLst>
                  <a:ext uri="{FF2B5EF4-FFF2-40B4-BE49-F238E27FC236}">
                    <a16:creationId xmlns:a16="http://schemas.microsoft.com/office/drawing/2014/main" id="{89AC1AB3-F57C-8868-43C1-20B16F45B271}"/>
                  </a:ext>
                </a:extLst>
              </p:cNvPr>
              <p:cNvSpPr/>
              <p:nvPr/>
            </p:nvSpPr>
            <p:spPr>
              <a:xfrm>
                <a:off x="245889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2" name="ph3763">
                <a:extLst>
                  <a:ext uri="{FF2B5EF4-FFF2-40B4-BE49-F238E27FC236}">
                    <a16:creationId xmlns:a16="http://schemas.microsoft.com/office/drawing/2014/main" id="{F0ED59C8-E4B6-1E0C-A1F2-59FBE15B6504}"/>
                  </a:ext>
                </a:extLst>
              </p:cNvPr>
              <p:cNvSpPr/>
              <p:nvPr/>
            </p:nvSpPr>
            <p:spPr>
              <a:xfrm>
                <a:off x="246833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3" name="ph3764">
                <a:extLst>
                  <a:ext uri="{FF2B5EF4-FFF2-40B4-BE49-F238E27FC236}">
                    <a16:creationId xmlns:a16="http://schemas.microsoft.com/office/drawing/2014/main" id="{B30DEE7B-320E-CC3C-28C5-4A34839C06C0}"/>
                  </a:ext>
                </a:extLst>
              </p:cNvPr>
              <p:cNvSpPr/>
              <p:nvPr/>
            </p:nvSpPr>
            <p:spPr>
              <a:xfrm>
                <a:off x="247777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4" name="ph3765">
                <a:extLst>
                  <a:ext uri="{FF2B5EF4-FFF2-40B4-BE49-F238E27FC236}">
                    <a16:creationId xmlns:a16="http://schemas.microsoft.com/office/drawing/2014/main" id="{18625CB7-015F-879C-809C-351D460D872D}"/>
                  </a:ext>
                </a:extLst>
              </p:cNvPr>
              <p:cNvSpPr/>
              <p:nvPr/>
            </p:nvSpPr>
            <p:spPr>
              <a:xfrm>
                <a:off x="248721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5" name="ph3766">
                <a:extLst>
                  <a:ext uri="{FF2B5EF4-FFF2-40B4-BE49-F238E27FC236}">
                    <a16:creationId xmlns:a16="http://schemas.microsoft.com/office/drawing/2014/main" id="{C64DFDA6-97E4-5054-4A65-73FB16D1ED62}"/>
                  </a:ext>
                </a:extLst>
              </p:cNvPr>
              <p:cNvSpPr/>
              <p:nvPr/>
            </p:nvSpPr>
            <p:spPr>
              <a:xfrm>
                <a:off x="249665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6" name="ph3767">
                <a:extLst>
                  <a:ext uri="{FF2B5EF4-FFF2-40B4-BE49-F238E27FC236}">
                    <a16:creationId xmlns:a16="http://schemas.microsoft.com/office/drawing/2014/main" id="{040CA7AC-6C20-0EBB-8BBC-3006DB5ACD38}"/>
                  </a:ext>
                </a:extLst>
              </p:cNvPr>
              <p:cNvSpPr/>
              <p:nvPr/>
            </p:nvSpPr>
            <p:spPr>
              <a:xfrm>
                <a:off x="250609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7" name="ph3768">
                <a:extLst>
                  <a:ext uri="{FF2B5EF4-FFF2-40B4-BE49-F238E27FC236}">
                    <a16:creationId xmlns:a16="http://schemas.microsoft.com/office/drawing/2014/main" id="{E8EA3002-78BA-95E8-0E63-50189DA531A0}"/>
                  </a:ext>
                </a:extLst>
              </p:cNvPr>
              <p:cNvSpPr/>
              <p:nvPr/>
            </p:nvSpPr>
            <p:spPr>
              <a:xfrm>
                <a:off x="251553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8" name="ph3769">
                <a:extLst>
                  <a:ext uri="{FF2B5EF4-FFF2-40B4-BE49-F238E27FC236}">
                    <a16:creationId xmlns:a16="http://schemas.microsoft.com/office/drawing/2014/main" id="{8CC75798-6B4D-4E85-79C5-6DCFEB3CD28E}"/>
                  </a:ext>
                </a:extLst>
              </p:cNvPr>
              <p:cNvSpPr/>
              <p:nvPr/>
            </p:nvSpPr>
            <p:spPr>
              <a:xfrm>
                <a:off x="252497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9" name="ph3770">
                <a:extLst>
                  <a:ext uri="{FF2B5EF4-FFF2-40B4-BE49-F238E27FC236}">
                    <a16:creationId xmlns:a16="http://schemas.microsoft.com/office/drawing/2014/main" id="{CDE94293-EEDC-BBAE-79BB-14296B8FBA21}"/>
                  </a:ext>
                </a:extLst>
              </p:cNvPr>
              <p:cNvSpPr/>
              <p:nvPr/>
            </p:nvSpPr>
            <p:spPr>
              <a:xfrm>
                <a:off x="253441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0" name="ph3771">
                <a:extLst>
                  <a:ext uri="{FF2B5EF4-FFF2-40B4-BE49-F238E27FC236}">
                    <a16:creationId xmlns:a16="http://schemas.microsoft.com/office/drawing/2014/main" id="{D44D0DCF-D860-88AA-D8D2-DA26FBC3483C}"/>
                  </a:ext>
                </a:extLst>
              </p:cNvPr>
              <p:cNvSpPr/>
              <p:nvPr/>
            </p:nvSpPr>
            <p:spPr>
              <a:xfrm>
                <a:off x="254385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1" name="ph3772">
                <a:extLst>
                  <a:ext uri="{FF2B5EF4-FFF2-40B4-BE49-F238E27FC236}">
                    <a16:creationId xmlns:a16="http://schemas.microsoft.com/office/drawing/2014/main" id="{F9171B32-2FBF-1700-99CC-D270C8F054D2}"/>
                  </a:ext>
                </a:extLst>
              </p:cNvPr>
              <p:cNvSpPr/>
              <p:nvPr/>
            </p:nvSpPr>
            <p:spPr>
              <a:xfrm>
                <a:off x="255329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2" name="ph3773">
                <a:extLst>
                  <a:ext uri="{FF2B5EF4-FFF2-40B4-BE49-F238E27FC236}">
                    <a16:creationId xmlns:a16="http://schemas.microsoft.com/office/drawing/2014/main" id="{C08CCBB3-5CC0-6114-8123-BDA475CDFA3F}"/>
                  </a:ext>
                </a:extLst>
              </p:cNvPr>
              <p:cNvSpPr/>
              <p:nvPr/>
            </p:nvSpPr>
            <p:spPr>
              <a:xfrm>
                <a:off x="256273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3" name="ph3774">
                <a:extLst>
                  <a:ext uri="{FF2B5EF4-FFF2-40B4-BE49-F238E27FC236}">
                    <a16:creationId xmlns:a16="http://schemas.microsoft.com/office/drawing/2014/main" id="{91237B90-2EE4-1F74-D18C-D99F52891ECC}"/>
                  </a:ext>
                </a:extLst>
              </p:cNvPr>
              <p:cNvSpPr/>
              <p:nvPr/>
            </p:nvSpPr>
            <p:spPr>
              <a:xfrm>
                <a:off x="257217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4" name="ph3775">
                <a:extLst>
                  <a:ext uri="{FF2B5EF4-FFF2-40B4-BE49-F238E27FC236}">
                    <a16:creationId xmlns:a16="http://schemas.microsoft.com/office/drawing/2014/main" id="{44E5BCF6-4D10-E2C4-879D-EF92B5FA41D4}"/>
                  </a:ext>
                </a:extLst>
              </p:cNvPr>
              <p:cNvSpPr/>
              <p:nvPr/>
            </p:nvSpPr>
            <p:spPr>
              <a:xfrm>
                <a:off x="2591053" y="195695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400" y="899388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5" name="ph3776">
                <a:extLst>
                  <a:ext uri="{FF2B5EF4-FFF2-40B4-BE49-F238E27FC236}">
                    <a16:creationId xmlns:a16="http://schemas.microsoft.com/office/drawing/2014/main" id="{AC3EBFA3-4C63-843A-2752-D391EAEA0D95}"/>
                  </a:ext>
                </a:extLst>
              </p:cNvPr>
              <p:cNvSpPr/>
              <p:nvPr/>
            </p:nvSpPr>
            <p:spPr>
              <a:xfrm>
                <a:off x="2600493" y="195695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9388"/>
                    </a:lnTo>
                    <a:lnTo>
                      <a:pt x="906834" y="903462"/>
                    </a:lnTo>
                    <a:lnTo>
                      <a:pt x="907059" y="903693"/>
                    </a:lnTo>
                    <a:lnTo>
                      <a:pt x="907284" y="903923"/>
                    </a:lnTo>
                    <a:lnTo>
                      <a:pt x="907509" y="904153"/>
                    </a:lnTo>
                    <a:lnTo>
                      <a:pt x="907734" y="904384"/>
                    </a:lnTo>
                    <a:lnTo>
                      <a:pt x="907959" y="904614"/>
                    </a:lnTo>
                    <a:lnTo>
                      <a:pt x="908184" y="904845"/>
                    </a:lnTo>
                    <a:lnTo>
                      <a:pt x="908409" y="905075"/>
                    </a:lnTo>
                    <a:lnTo>
                      <a:pt x="908634" y="905306"/>
                    </a:lnTo>
                    <a:lnTo>
                      <a:pt x="908859" y="905536"/>
                    </a:lnTo>
                    <a:lnTo>
                      <a:pt x="909084" y="905767"/>
                    </a:lnTo>
                    <a:lnTo>
                      <a:pt x="909309" y="905997"/>
                    </a:lnTo>
                    <a:lnTo>
                      <a:pt x="909534" y="906228"/>
                    </a:lnTo>
                    <a:lnTo>
                      <a:pt x="909759" y="906458"/>
                    </a:lnTo>
                    <a:lnTo>
                      <a:pt x="909984" y="906689"/>
                    </a:lnTo>
                    <a:lnTo>
                      <a:pt x="910209" y="906919"/>
                    </a:lnTo>
                    <a:lnTo>
                      <a:pt x="910433" y="907150"/>
                    </a:lnTo>
                    <a:lnTo>
                      <a:pt x="910658" y="907380"/>
                    </a:lnTo>
                    <a:lnTo>
                      <a:pt x="910883" y="907611"/>
                    </a:lnTo>
                    <a:lnTo>
                      <a:pt x="911108" y="907841"/>
                    </a:lnTo>
                    <a:lnTo>
                      <a:pt x="911333" y="908072"/>
                    </a:lnTo>
                    <a:lnTo>
                      <a:pt x="911558" y="908302"/>
                    </a:lnTo>
                    <a:lnTo>
                      <a:pt x="911783" y="908533"/>
                    </a:lnTo>
                    <a:lnTo>
                      <a:pt x="912007" y="908764"/>
                    </a:lnTo>
                    <a:lnTo>
                      <a:pt x="912232" y="908994"/>
                    </a:lnTo>
                    <a:lnTo>
                      <a:pt x="912457" y="909225"/>
                    </a:lnTo>
                    <a:lnTo>
                      <a:pt x="912682" y="909455"/>
                    </a:lnTo>
                    <a:lnTo>
                      <a:pt x="912907" y="909686"/>
                    </a:lnTo>
                    <a:lnTo>
                      <a:pt x="913131" y="909916"/>
                    </a:lnTo>
                    <a:lnTo>
                      <a:pt x="913356" y="910147"/>
                    </a:lnTo>
                    <a:lnTo>
                      <a:pt x="913581" y="910377"/>
                    </a:lnTo>
                    <a:lnTo>
                      <a:pt x="913806" y="910608"/>
                    </a:lnTo>
                    <a:lnTo>
                      <a:pt x="914031" y="910839"/>
                    </a:lnTo>
                    <a:lnTo>
                      <a:pt x="914255" y="911069"/>
                    </a:lnTo>
                    <a:lnTo>
                      <a:pt x="914399" y="911217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6" name="ph3777">
                <a:extLst>
                  <a:ext uri="{FF2B5EF4-FFF2-40B4-BE49-F238E27FC236}">
                    <a16:creationId xmlns:a16="http://schemas.microsoft.com/office/drawing/2014/main" id="{75DEB187-6B94-21FC-5079-EE29AFC2C1C3}"/>
                  </a:ext>
                </a:extLst>
              </p:cNvPr>
              <p:cNvSpPr/>
              <p:nvPr/>
            </p:nvSpPr>
            <p:spPr>
              <a:xfrm>
                <a:off x="2600493" y="1956954"/>
                <a:ext cx="9174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53" h="914400">
                    <a:moveTo>
                      <a:pt x="914399" y="914400"/>
                    </a:moveTo>
                    <a:lnTo>
                      <a:pt x="914480" y="911300"/>
                    </a:lnTo>
                    <a:lnTo>
                      <a:pt x="914705" y="911530"/>
                    </a:lnTo>
                    <a:lnTo>
                      <a:pt x="914929" y="911761"/>
                    </a:lnTo>
                    <a:lnTo>
                      <a:pt x="915154" y="911992"/>
                    </a:lnTo>
                    <a:lnTo>
                      <a:pt x="915379" y="912222"/>
                    </a:lnTo>
                    <a:lnTo>
                      <a:pt x="915604" y="912453"/>
                    </a:lnTo>
                    <a:lnTo>
                      <a:pt x="915828" y="912683"/>
                    </a:lnTo>
                    <a:lnTo>
                      <a:pt x="916053" y="912914"/>
                    </a:lnTo>
                    <a:lnTo>
                      <a:pt x="916278" y="913145"/>
                    </a:lnTo>
                    <a:lnTo>
                      <a:pt x="916502" y="913375"/>
                    </a:lnTo>
                    <a:lnTo>
                      <a:pt x="916727" y="913606"/>
                    </a:lnTo>
                    <a:lnTo>
                      <a:pt x="917453" y="914400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7" name="ph3778">
                <a:extLst>
                  <a:ext uri="{FF2B5EF4-FFF2-40B4-BE49-F238E27FC236}">
                    <a16:creationId xmlns:a16="http://schemas.microsoft.com/office/drawing/2014/main" id="{0E4B34F8-32A5-F43B-75D4-C0EEE156F697}"/>
                  </a:ext>
                </a:extLst>
              </p:cNvPr>
              <p:cNvSpPr/>
              <p:nvPr/>
            </p:nvSpPr>
            <p:spPr>
              <a:xfrm>
                <a:off x="3176348" y="19393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927" y="931969"/>
                    </a:lnTo>
                    <a:lnTo>
                      <a:pt x="911419" y="925489"/>
                    </a:lnTo>
                    <a:lnTo>
                      <a:pt x="912590" y="914400"/>
                    </a:lnTo>
                    <a:close/>
                  </a:path>
                </a:pathLst>
              </a:custGeom>
              <a:solidFill>
                <a:srgbClr val="E45437">
                  <a:alpha val="100000"/>
                </a:srgbClr>
              </a:solidFill>
              <a:ln w="5420" cap="flat">
                <a:solidFill>
                  <a:srgbClr val="E4543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8" name="ph3779">
                <a:extLst>
                  <a:ext uri="{FF2B5EF4-FFF2-40B4-BE49-F238E27FC236}">
                    <a16:creationId xmlns:a16="http://schemas.microsoft.com/office/drawing/2014/main" id="{F5E3434D-77B6-D4A2-BA78-FB6C8781EFA3}"/>
                  </a:ext>
                </a:extLst>
              </p:cNvPr>
              <p:cNvSpPr/>
              <p:nvPr/>
            </p:nvSpPr>
            <p:spPr>
              <a:xfrm>
                <a:off x="317634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5336">
                  <a:alpha val="100000"/>
                </a:srgbClr>
              </a:solidFill>
              <a:ln w="5420" cap="flat">
                <a:solidFill>
                  <a:srgbClr val="E453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9" name="ph3780">
                <a:extLst>
                  <a:ext uri="{FF2B5EF4-FFF2-40B4-BE49-F238E27FC236}">
                    <a16:creationId xmlns:a16="http://schemas.microsoft.com/office/drawing/2014/main" id="{E279F31E-1C31-7E6F-4143-4F57D5C2791F}"/>
                  </a:ext>
                </a:extLst>
              </p:cNvPr>
              <p:cNvSpPr/>
              <p:nvPr/>
            </p:nvSpPr>
            <p:spPr>
              <a:xfrm>
                <a:off x="318578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5236">
                  <a:alpha val="100000"/>
                </a:srgbClr>
              </a:solidFill>
              <a:ln w="5420" cap="flat">
                <a:solidFill>
                  <a:srgbClr val="E3523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0" name="ph3781">
                <a:extLst>
                  <a:ext uri="{FF2B5EF4-FFF2-40B4-BE49-F238E27FC236}">
                    <a16:creationId xmlns:a16="http://schemas.microsoft.com/office/drawing/2014/main" id="{1A45B618-04CD-46EC-7810-1DE0168DFCCC}"/>
                  </a:ext>
                </a:extLst>
              </p:cNvPr>
              <p:cNvSpPr/>
              <p:nvPr/>
            </p:nvSpPr>
            <p:spPr>
              <a:xfrm>
                <a:off x="319522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5135">
                  <a:alpha val="100000"/>
                </a:srgbClr>
              </a:solidFill>
              <a:ln w="5420" cap="flat">
                <a:solidFill>
                  <a:srgbClr val="E351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1" name="ph3782">
                <a:extLst>
                  <a:ext uri="{FF2B5EF4-FFF2-40B4-BE49-F238E27FC236}">
                    <a16:creationId xmlns:a16="http://schemas.microsoft.com/office/drawing/2014/main" id="{ED587DDB-1DCB-B118-326A-18ED8545FFEB}"/>
                  </a:ext>
                </a:extLst>
              </p:cNvPr>
              <p:cNvSpPr/>
              <p:nvPr/>
            </p:nvSpPr>
            <p:spPr>
              <a:xfrm>
                <a:off x="320466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5035">
                  <a:alpha val="100000"/>
                </a:srgbClr>
              </a:solidFill>
              <a:ln w="5420" cap="flat">
                <a:solidFill>
                  <a:srgbClr val="E2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2" name="ph3783">
                <a:extLst>
                  <a:ext uri="{FF2B5EF4-FFF2-40B4-BE49-F238E27FC236}">
                    <a16:creationId xmlns:a16="http://schemas.microsoft.com/office/drawing/2014/main" id="{E9AD3AB4-C987-8271-81FD-BFBCF85611ED}"/>
                  </a:ext>
                </a:extLst>
              </p:cNvPr>
              <p:cNvSpPr/>
              <p:nvPr/>
            </p:nvSpPr>
            <p:spPr>
              <a:xfrm>
                <a:off x="321410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4E34">
                  <a:alpha val="100000"/>
                </a:srgbClr>
              </a:solidFill>
              <a:ln w="5420" cap="flat">
                <a:solidFill>
                  <a:srgbClr val="E24E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3" name="ph3784">
                <a:extLst>
                  <a:ext uri="{FF2B5EF4-FFF2-40B4-BE49-F238E27FC236}">
                    <a16:creationId xmlns:a16="http://schemas.microsoft.com/office/drawing/2014/main" id="{567FE150-5211-BC87-995E-AC9ABBBCE17C}"/>
                  </a:ext>
                </a:extLst>
              </p:cNvPr>
              <p:cNvSpPr/>
              <p:nvPr/>
            </p:nvSpPr>
            <p:spPr>
              <a:xfrm>
                <a:off x="322354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D33">
                  <a:alpha val="100000"/>
                </a:srgbClr>
              </a:solidFill>
              <a:ln w="5420" cap="flat">
                <a:solidFill>
                  <a:srgbClr val="E14D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4" name="ph3785">
                <a:extLst>
                  <a:ext uri="{FF2B5EF4-FFF2-40B4-BE49-F238E27FC236}">
                    <a16:creationId xmlns:a16="http://schemas.microsoft.com/office/drawing/2014/main" id="{0ABC9102-C2D0-E90F-67E9-D13AF265D3C5}"/>
                  </a:ext>
                </a:extLst>
              </p:cNvPr>
              <p:cNvSpPr/>
              <p:nvPr/>
            </p:nvSpPr>
            <p:spPr>
              <a:xfrm>
                <a:off x="323298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5" name="ph3786">
                <a:extLst>
                  <a:ext uri="{FF2B5EF4-FFF2-40B4-BE49-F238E27FC236}">
                    <a16:creationId xmlns:a16="http://schemas.microsoft.com/office/drawing/2014/main" id="{98505A04-0413-27D2-7F69-42379D5163C6}"/>
                  </a:ext>
                </a:extLst>
              </p:cNvPr>
              <p:cNvSpPr/>
              <p:nvPr/>
            </p:nvSpPr>
            <p:spPr>
              <a:xfrm>
                <a:off x="324242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6" name="ph3787">
                <a:extLst>
                  <a:ext uri="{FF2B5EF4-FFF2-40B4-BE49-F238E27FC236}">
                    <a16:creationId xmlns:a16="http://schemas.microsoft.com/office/drawing/2014/main" id="{5B28689D-ADFA-3DA1-373C-59CA2724E05A}"/>
                  </a:ext>
                </a:extLst>
              </p:cNvPr>
              <p:cNvSpPr/>
              <p:nvPr/>
            </p:nvSpPr>
            <p:spPr>
              <a:xfrm>
                <a:off x="325187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7" name="ph3788">
                <a:extLst>
                  <a:ext uri="{FF2B5EF4-FFF2-40B4-BE49-F238E27FC236}">
                    <a16:creationId xmlns:a16="http://schemas.microsoft.com/office/drawing/2014/main" id="{B54846C5-A7A1-E53C-B188-C6B8F7E7BBC8}"/>
                  </a:ext>
                </a:extLst>
              </p:cNvPr>
              <p:cNvSpPr/>
              <p:nvPr/>
            </p:nvSpPr>
            <p:spPr>
              <a:xfrm>
                <a:off x="326131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8" name="ph3789">
                <a:extLst>
                  <a:ext uri="{FF2B5EF4-FFF2-40B4-BE49-F238E27FC236}">
                    <a16:creationId xmlns:a16="http://schemas.microsoft.com/office/drawing/2014/main" id="{8875725B-5516-ECC6-AFC8-F36E3DD27302}"/>
                  </a:ext>
                </a:extLst>
              </p:cNvPr>
              <p:cNvSpPr/>
              <p:nvPr/>
            </p:nvSpPr>
            <p:spPr>
              <a:xfrm>
                <a:off x="327075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730">
                  <a:alpha val="100000"/>
                </a:srgbClr>
              </a:solidFill>
              <a:ln w="5420" cap="flat">
                <a:solidFill>
                  <a:srgbClr val="DF47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9" name="ph3790">
                <a:extLst>
                  <a:ext uri="{FF2B5EF4-FFF2-40B4-BE49-F238E27FC236}">
                    <a16:creationId xmlns:a16="http://schemas.microsoft.com/office/drawing/2014/main" id="{6272A45D-3A83-3355-B526-EF274D2DF51B}"/>
                  </a:ext>
                </a:extLst>
              </p:cNvPr>
              <p:cNvSpPr/>
              <p:nvPr/>
            </p:nvSpPr>
            <p:spPr>
              <a:xfrm>
                <a:off x="328019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0" name="ph3791">
                <a:extLst>
                  <a:ext uri="{FF2B5EF4-FFF2-40B4-BE49-F238E27FC236}">
                    <a16:creationId xmlns:a16="http://schemas.microsoft.com/office/drawing/2014/main" id="{8062EFEC-739F-3B12-9A78-540E646A90FB}"/>
                  </a:ext>
                </a:extLst>
              </p:cNvPr>
              <p:cNvSpPr/>
              <p:nvPr/>
            </p:nvSpPr>
            <p:spPr>
              <a:xfrm>
                <a:off x="328963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1" name="ph3792">
                <a:extLst>
                  <a:ext uri="{FF2B5EF4-FFF2-40B4-BE49-F238E27FC236}">
                    <a16:creationId xmlns:a16="http://schemas.microsoft.com/office/drawing/2014/main" id="{BFAC5B68-7562-5330-8FD5-546AAD50E237}"/>
                  </a:ext>
                </a:extLst>
              </p:cNvPr>
              <p:cNvSpPr/>
              <p:nvPr/>
            </p:nvSpPr>
            <p:spPr>
              <a:xfrm>
                <a:off x="329907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2" name="ph3793">
                <a:extLst>
                  <a:ext uri="{FF2B5EF4-FFF2-40B4-BE49-F238E27FC236}">
                    <a16:creationId xmlns:a16="http://schemas.microsoft.com/office/drawing/2014/main" id="{0F175805-3C5A-5EA5-6F46-7C848173353F}"/>
                  </a:ext>
                </a:extLst>
              </p:cNvPr>
              <p:cNvSpPr/>
              <p:nvPr/>
            </p:nvSpPr>
            <p:spPr>
              <a:xfrm>
                <a:off x="330851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3" name="ph3794">
                <a:extLst>
                  <a:ext uri="{FF2B5EF4-FFF2-40B4-BE49-F238E27FC236}">
                    <a16:creationId xmlns:a16="http://schemas.microsoft.com/office/drawing/2014/main" id="{EC28194A-F785-7C3E-B18B-099B4E1D8CB0}"/>
                  </a:ext>
                </a:extLst>
              </p:cNvPr>
              <p:cNvSpPr/>
              <p:nvPr/>
            </p:nvSpPr>
            <p:spPr>
              <a:xfrm>
                <a:off x="331795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4" name="ph3795">
                <a:extLst>
                  <a:ext uri="{FF2B5EF4-FFF2-40B4-BE49-F238E27FC236}">
                    <a16:creationId xmlns:a16="http://schemas.microsoft.com/office/drawing/2014/main" id="{A72E6D94-30FD-4394-E54B-6C609BC8C1B0}"/>
                  </a:ext>
                </a:extLst>
              </p:cNvPr>
              <p:cNvSpPr/>
              <p:nvPr/>
            </p:nvSpPr>
            <p:spPr>
              <a:xfrm>
                <a:off x="332739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5" name="ph3796">
                <a:extLst>
                  <a:ext uri="{FF2B5EF4-FFF2-40B4-BE49-F238E27FC236}">
                    <a16:creationId xmlns:a16="http://schemas.microsoft.com/office/drawing/2014/main" id="{022EC55C-1014-F091-0548-0389084DA536}"/>
                  </a:ext>
                </a:extLst>
              </p:cNvPr>
              <p:cNvSpPr/>
              <p:nvPr/>
            </p:nvSpPr>
            <p:spPr>
              <a:xfrm>
                <a:off x="333683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6" name="ph3797">
                <a:extLst>
                  <a:ext uri="{FF2B5EF4-FFF2-40B4-BE49-F238E27FC236}">
                    <a16:creationId xmlns:a16="http://schemas.microsoft.com/office/drawing/2014/main" id="{503C0326-49CF-A0BB-244D-BC4D67875D63}"/>
                  </a:ext>
                </a:extLst>
              </p:cNvPr>
              <p:cNvSpPr/>
              <p:nvPr/>
            </p:nvSpPr>
            <p:spPr>
              <a:xfrm>
                <a:off x="334627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7" name="ph3798">
                <a:extLst>
                  <a:ext uri="{FF2B5EF4-FFF2-40B4-BE49-F238E27FC236}">
                    <a16:creationId xmlns:a16="http://schemas.microsoft.com/office/drawing/2014/main" id="{37D0609D-46EF-160B-237D-E2509E837772}"/>
                  </a:ext>
                </a:extLst>
              </p:cNvPr>
              <p:cNvSpPr/>
              <p:nvPr/>
            </p:nvSpPr>
            <p:spPr>
              <a:xfrm>
                <a:off x="335571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8" name="ph3799">
                <a:extLst>
                  <a:ext uri="{FF2B5EF4-FFF2-40B4-BE49-F238E27FC236}">
                    <a16:creationId xmlns:a16="http://schemas.microsoft.com/office/drawing/2014/main" id="{173CAB63-1FE2-C690-5A39-DF42F09EA84C}"/>
                  </a:ext>
                </a:extLst>
              </p:cNvPr>
              <p:cNvSpPr/>
              <p:nvPr/>
            </p:nvSpPr>
            <p:spPr>
              <a:xfrm>
                <a:off x="336515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9" name="ph3800">
                <a:extLst>
                  <a:ext uri="{FF2B5EF4-FFF2-40B4-BE49-F238E27FC236}">
                    <a16:creationId xmlns:a16="http://schemas.microsoft.com/office/drawing/2014/main" id="{81C19EFC-ECD3-FC48-F37F-48062EAE8869}"/>
                  </a:ext>
                </a:extLst>
              </p:cNvPr>
              <p:cNvSpPr/>
              <p:nvPr/>
            </p:nvSpPr>
            <p:spPr>
              <a:xfrm>
                <a:off x="337459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0" name="ph3801">
                <a:extLst>
                  <a:ext uri="{FF2B5EF4-FFF2-40B4-BE49-F238E27FC236}">
                    <a16:creationId xmlns:a16="http://schemas.microsoft.com/office/drawing/2014/main" id="{529CCA54-364F-37E4-1A9B-A79626EA595E}"/>
                  </a:ext>
                </a:extLst>
              </p:cNvPr>
              <p:cNvSpPr/>
              <p:nvPr/>
            </p:nvSpPr>
            <p:spPr>
              <a:xfrm>
                <a:off x="338403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1" name="ph3802">
                <a:extLst>
                  <a:ext uri="{FF2B5EF4-FFF2-40B4-BE49-F238E27FC236}">
                    <a16:creationId xmlns:a16="http://schemas.microsoft.com/office/drawing/2014/main" id="{04F9F8AA-A2CE-4896-707A-C2599AEEDB83}"/>
                  </a:ext>
                </a:extLst>
              </p:cNvPr>
              <p:cNvSpPr/>
              <p:nvPr/>
            </p:nvSpPr>
            <p:spPr>
              <a:xfrm>
                <a:off x="339347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2" name="ph3803">
                <a:extLst>
                  <a:ext uri="{FF2B5EF4-FFF2-40B4-BE49-F238E27FC236}">
                    <a16:creationId xmlns:a16="http://schemas.microsoft.com/office/drawing/2014/main" id="{62C80737-BFD7-EBA5-347F-85B4A3F3433D}"/>
                  </a:ext>
                </a:extLst>
              </p:cNvPr>
              <p:cNvSpPr/>
              <p:nvPr/>
            </p:nvSpPr>
            <p:spPr>
              <a:xfrm>
                <a:off x="340291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3" name="ph3804">
                <a:extLst>
                  <a:ext uri="{FF2B5EF4-FFF2-40B4-BE49-F238E27FC236}">
                    <a16:creationId xmlns:a16="http://schemas.microsoft.com/office/drawing/2014/main" id="{3D5D4762-1AD6-6E7F-878E-A1C6D179B2A4}"/>
                  </a:ext>
                </a:extLst>
              </p:cNvPr>
              <p:cNvSpPr/>
              <p:nvPr/>
            </p:nvSpPr>
            <p:spPr>
              <a:xfrm>
                <a:off x="341235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4" name="ph3805">
                <a:extLst>
                  <a:ext uri="{FF2B5EF4-FFF2-40B4-BE49-F238E27FC236}">
                    <a16:creationId xmlns:a16="http://schemas.microsoft.com/office/drawing/2014/main" id="{628F114C-0974-7487-6D10-017C8DE81B09}"/>
                  </a:ext>
                </a:extLst>
              </p:cNvPr>
              <p:cNvSpPr/>
              <p:nvPr/>
            </p:nvSpPr>
            <p:spPr>
              <a:xfrm>
                <a:off x="3421794" y="1956954"/>
                <a:ext cx="9224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48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489" y="896830"/>
                    </a:lnTo>
                    <a:lnTo>
                      <a:pt x="922244" y="899630"/>
                    </a:lnTo>
                    <a:lnTo>
                      <a:pt x="920954" y="910630"/>
                    </a:lnTo>
                    <a:lnTo>
                      <a:pt x="920397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5" name="ph3806">
                <a:extLst>
                  <a:ext uri="{FF2B5EF4-FFF2-40B4-BE49-F238E27FC236}">
                    <a16:creationId xmlns:a16="http://schemas.microsoft.com/office/drawing/2014/main" id="{83488763-E961-15FB-C10B-DFD6B9188E29}"/>
                  </a:ext>
                </a:extLst>
              </p:cNvPr>
              <p:cNvSpPr/>
              <p:nvPr/>
            </p:nvSpPr>
            <p:spPr>
              <a:xfrm>
                <a:off x="228896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51" y="931969"/>
                    </a:lnTo>
                    <a:lnTo>
                      <a:pt x="918067" y="927008"/>
                    </a:lnTo>
                    <a:lnTo>
                      <a:pt x="915205" y="917520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6" name="ph3807">
                <a:extLst>
                  <a:ext uri="{FF2B5EF4-FFF2-40B4-BE49-F238E27FC236}">
                    <a16:creationId xmlns:a16="http://schemas.microsoft.com/office/drawing/2014/main" id="{4954FFA4-F71D-854B-C5AF-AD4052E68CED}"/>
                  </a:ext>
                </a:extLst>
              </p:cNvPr>
              <p:cNvSpPr/>
              <p:nvPr/>
            </p:nvSpPr>
            <p:spPr>
              <a:xfrm>
                <a:off x="229840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7" name="ph3808">
                <a:extLst>
                  <a:ext uri="{FF2B5EF4-FFF2-40B4-BE49-F238E27FC236}">
                    <a16:creationId xmlns:a16="http://schemas.microsoft.com/office/drawing/2014/main" id="{276B20E0-C3F0-8D6F-08CA-B9C004E7DDE2}"/>
                  </a:ext>
                </a:extLst>
              </p:cNvPr>
              <p:cNvSpPr/>
              <p:nvPr/>
            </p:nvSpPr>
            <p:spPr>
              <a:xfrm>
                <a:off x="230784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8" name="ph3809">
                <a:extLst>
                  <a:ext uri="{FF2B5EF4-FFF2-40B4-BE49-F238E27FC236}">
                    <a16:creationId xmlns:a16="http://schemas.microsoft.com/office/drawing/2014/main" id="{A96A9F71-72F4-8B9C-0F33-3EEA8C0370E0}"/>
                  </a:ext>
                </a:extLst>
              </p:cNvPr>
              <p:cNvSpPr/>
              <p:nvPr/>
            </p:nvSpPr>
            <p:spPr>
              <a:xfrm>
                <a:off x="231728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9" name="ph3810">
                <a:extLst>
                  <a:ext uri="{FF2B5EF4-FFF2-40B4-BE49-F238E27FC236}">
                    <a16:creationId xmlns:a16="http://schemas.microsoft.com/office/drawing/2014/main" id="{CB62724C-565F-7CA7-CAB2-01F715B6765C}"/>
                  </a:ext>
                </a:extLst>
              </p:cNvPr>
              <p:cNvSpPr/>
              <p:nvPr/>
            </p:nvSpPr>
            <p:spPr>
              <a:xfrm>
                <a:off x="232672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0" name="ph3811">
                <a:extLst>
                  <a:ext uri="{FF2B5EF4-FFF2-40B4-BE49-F238E27FC236}">
                    <a16:creationId xmlns:a16="http://schemas.microsoft.com/office/drawing/2014/main" id="{A5B9474A-4ED9-CEF3-4D0F-239B2E8586DD}"/>
                  </a:ext>
                </a:extLst>
              </p:cNvPr>
              <p:cNvSpPr/>
              <p:nvPr/>
            </p:nvSpPr>
            <p:spPr>
              <a:xfrm>
                <a:off x="233616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1" name="ph3812">
                <a:extLst>
                  <a:ext uri="{FF2B5EF4-FFF2-40B4-BE49-F238E27FC236}">
                    <a16:creationId xmlns:a16="http://schemas.microsoft.com/office/drawing/2014/main" id="{2E431F50-AA52-3911-C824-1482F3639A88}"/>
                  </a:ext>
                </a:extLst>
              </p:cNvPr>
              <p:cNvSpPr/>
              <p:nvPr/>
            </p:nvSpPr>
            <p:spPr>
              <a:xfrm>
                <a:off x="234560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2" name="ph3813">
                <a:extLst>
                  <a:ext uri="{FF2B5EF4-FFF2-40B4-BE49-F238E27FC236}">
                    <a16:creationId xmlns:a16="http://schemas.microsoft.com/office/drawing/2014/main" id="{42226ECF-4052-580E-8AF8-FC8B0B24321B}"/>
                  </a:ext>
                </a:extLst>
              </p:cNvPr>
              <p:cNvSpPr/>
              <p:nvPr/>
            </p:nvSpPr>
            <p:spPr>
              <a:xfrm>
                <a:off x="235504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3" name="ph3814">
                <a:extLst>
                  <a:ext uri="{FF2B5EF4-FFF2-40B4-BE49-F238E27FC236}">
                    <a16:creationId xmlns:a16="http://schemas.microsoft.com/office/drawing/2014/main" id="{D89C8CF7-D1DE-F4E8-6610-79643624D5FA}"/>
                  </a:ext>
                </a:extLst>
              </p:cNvPr>
              <p:cNvSpPr/>
              <p:nvPr/>
            </p:nvSpPr>
            <p:spPr>
              <a:xfrm>
                <a:off x="236448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4" name="ph3815">
                <a:extLst>
                  <a:ext uri="{FF2B5EF4-FFF2-40B4-BE49-F238E27FC236}">
                    <a16:creationId xmlns:a16="http://schemas.microsoft.com/office/drawing/2014/main" id="{5E20F1A4-835B-2F6A-44A9-99F177BE1EBD}"/>
                  </a:ext>
                </a:extLst>
              </p:cNvPr>
              <p:cNvSpPr/>
              <p:nvPr/>
            </p:nvSpPr>
            <p:spPr>
              <a:xfrm>
                <a:off x="237392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5" name="ph3816">
                <a:extLst>
                  <a:ext uri="{FF2B5EF4-FFF2-40B4-BE49-F238E27FC236}">
                    <a16:creationId xmlns:a16="http://schemas.microsoft.com/office/drawing/2014/main" id="{7BEB894A-C5CD-360A-2002-71D4A8BB419D}"/>
                  </a:ext>
                </a:extLst>
              </p:cNvPr>
              <p:cNvSpPr/>
              <p:nvPr/>
            </p:nvSpPr>
            <p:spPr>
              <a:xfrm>
                <a:off x="238336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6" name="ph3817">
                <a:extLst>
                  <a:ext uri="{FF2B5EF4-FFF2-40B4-BE49-F238E27FC236}">
                    <a16:creationId xmlns:a16="http://schemas.microsoft.com/office/drawing/2014/main" id="{29FE5DC8-58A4-683A-26C1-AD7F5F320A4F}"/>
                  </a:ext>
                </a:extLst>
              </p:cNvPr>
              <p:cNvSpPr/>
              <p:nvPr/>
            </p:nvSpPr>
            <p:spPr>
              <a:xfrm>
                <a:off x="239280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7" name="ph3818">
                <a:extLst>
                  <a:ext uri="{FF2B5EF4-FFF2-40B4-BE49-F238E27FC236}">
                    <a16:creationId xmlns:a16="http://schemas.microsoft.com/office/drawing/2014/main" id="{CC14E22E-9165-373F-C5B0-817426F62D88}"/>
                  </a:ext>
                </a:extLst>
              </p:cNvPr>
              <p:cNvSpPr/>
              <p:nvPr/>
            </p:nvSpPr>
            <p:spPr>
              <a:xfrm>
                <a:off x="240224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4D162">
                  <a:alpha val="100000"/>
                </a:srgbClr>
              </a:solidFill>
              <a:ln w="5420" cap="flat">
                <a:solidFill>
                  <a:srgbClr val="94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8" name="ph3819">
                <a:extLst>
                  <a:ext uri="{FF2B5EF4-FFF2-40B4-BE49-F238E27FC236}">
                    <a16:creationId xmlns:a16="http://schemas.microsoft.com/office/drawing/2014/main" id="{EEBEFABC-4FAE-C65C-D39E-BEC811C30D6F}"/>
                  </a:ext>
                </a:extLst>
              </p:cNvPr>
              <p:cNvSpPr/>
              <p:nvPr/>
            </p:nvSpPr>
            <p:spPr>
              <a:xfrm>
                <a:off x="241168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9" name="ph3820">
                <a:extLst>
                  <a:ext uri="{FF2B5EF4-FFF2-40B4-BE49-F238E27FC236}">
                    <a16:creationId xmlns:a16="http://schemas.microsoft.com/office/drawing/2014/main" id="{95A7FC24-8940-DA24-24FD-03894D14B7E8}"/>
                  </a:ext>
                </a:extLst>
              </p:cNvPr>
              <p:cNvSpPr/>
              <p:nvPr/>
            </p:nvSpPr>
            <p:spPr>
              <a:xfrm>
                <a:off x="242112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0" name="ph3821">
                <a:extLst>
                  <a:ext uri="{FF2B5EF4-FFF2-40B4-BE49-F238E27FC236}">
                    <a16:creationId xmlns:a16="http://schemas.microsoft.com/office/drawing/2014/main" id="{C0C788ED-ABD9-0097-8031-26732EC0AB48}"/>
                  </a:ext>
                </a:extLst>
              </p:cNvPr>
              <p:cNvSpPr/>
              <p:nvPr/>
            </p:nvSpPr>
            <p:spPr>
              <a:xfrm>
                <a:off x="243056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1" name="ph3822">
                <a:extLst>
                  <a:ext uri="{FF2B5EF4-FFF2-40B4-BE49-F238E27FC236}">
                    <a16:creationId xmlns:a16="http://schemas.microsoft.com/office/drawing/2014/main" id="{7BEAB595-F990-4FDF-D7CD-6B853473E859}"/>
                  </a:ext>
                </a:extLst>
              </p:cNvPr>
              <p:cNvSpPr/>
              <p:nvPr/>
            </p:nvSpPr>
            <p:spPr>
              <a:xfrm>
                <a:off x="244000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2" name="ph3823">
                <a:extLst>
                  <a:ext uri="{FF2B5EF4-FFF2-40B4-BE49-F238E27FC236}">
                    <a16:creationId xmlns:a16="http://schemas.microsoft.com/office/drawing/2014/main" id="{2EC5D84C-1F7F-4754-C40A-7F325EB1C43E}"/>
                  </a:ext>
                </a:extLst>
              </p:cNvPr>
              <p:cNvSpPr/>
              <p:nvPr/>
            </p:nvSpPr>
            <p:spPr>
              <a:xfrm>
                <a:off x="244944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3" name="ph3824">
                <a:extLst>
                  <a:ext uri="{FF2B5EF4-FFF2-40B4-BE49-F238E27FC236}">
                    <a16:creationId xmlns:a16="http://schemas.microsoft.com/office/drawing/2014/main" id="{C85252D5-A3D3-29A2-9962-5792A075F97E}"/>
                  </a:ext>
                </a:extLst>
              </p:cNvPr>
              <p:cNvSpPr/>
              <p:nvPr/>
            </p:nvSpPr>
            <p:spPr>
              <a:xfrm>
                <a:off x="245889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4" name="ph3825">
                <a:extLst>
                  <a:ext uri="{FF2B5EF4-FFF2-40B4-BE49-F238E27FC236}">
                    <a16:creationId xmlns:a16="http://schemas.microsoft.com/office/drawing/2014/main" id="{F597270D-E995-FBB6-8351-6C8DC7B1B90D}"/>
                  </a:ext>
                </a:extLst>
              </p:cNvPr>
              <p:cNvSpPr/>
              <p:nvPr/>
            </p:nvSpPr>
            <p:spPr>
              <a:xfrm>
                <a:off x="246833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5" name="ph3826">
                <a:extLst>
                  <a:ext uri="{FF2B5EF4-FFF2-40B4-BE49-F238E27FC236}">
                    <a16:creationId xmlns:a16="http://schemas.microsoft.com/office/drawing/2014/main" id="{3690E99B-ACAE-CB4D-D5DA-2B23D4EE290B}"/>
                  </a:ext>
                </a:extLst>
              </p:cNvPr>
              <p:cNvSpPr/>
              <p:nvPr/>
            </p:nvSpPr>
            <p:spPr>
              <a:xfrm>
                <a:off x="247777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6" name="ph3827">
                <a:extLst>
                  <a:ext uri="{FF2B5EF4-FFF2-40B4-BE49-F238E27FC236}">
                    <a16:creationId xmlns:a16="http://schemas.microsoft.com/office/drawing/2014/main" id="{2D01EED9-F7E9-68E5-6111-FCC91037FB18}"/>
                  </a:ext>
                </a:extLst>
              </p:cNvPr>
              <p:cNvSpPr/>
              <p:nvPr/>
            </p:nvSpPr>
            <p:spPr>
              <a:xfrm>
                <a:off x="248721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7" name="ph3828">
                <a:extLst>
                  <a:ext uri="{FF2B5EF4-FFF2-40B4-BE49-F238E27FC236}">
                    <a16:creationId xmlns:a16="http://schemas.microsoft.com/office/drawing/2014/main" id="{F30BF466-93EA-A1C0-CC9B-D06C6A7B75AB}"/>
                  </a:ext>
                </a:extLst>
              </p:cNvPr>
              <p:cNvSpPr/>
              <p:nvPr/>
            </p:nvSpPr>
            <p:spPr>
              <a:xfrm>
                <a:off x="249665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8" name="ph3829">
                <a:extLst>
                  <a:ext uri="{FF2B5EF4-FFF2-40B4-BE49-F238E27FC236}">
                    <a16:creationId xmlns:a16="http://schemas.microsoft.com/office/drawing/2014/main" id="{D03EF06B-D9CD-B6A6-212C-F019235A2638}"/>
                  </a:ext>
                </a:extLst>
              </p:cNvPr>
              <p:cNvSpPr/>
              <p:nvPr/>
            </p:nvSpPr>
            <p:spPr>
              <a:xfrm>
                <a:off x="250609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9" name="ph3830">
                <a:extLst>
                  <a:ext uri="{FF2B5EF4-FFF2-40B4-BE49-F238E27FC236}">
                    <a16:creationId xmlns:a16="http://schemas.microsoft.com/office/drawing/2014/main" id="{9A82C787-DEAA-FDF5-AD43-B2CD87BA7989}"/>
                  </a:ext>
                </a:extLst>
              </p:cNvPr>
              <p:cNvSpPr/>
              <p:nvPr/>
            </p:nvSpPr>
            <p:spPr>
              <a:xfrm>
                <a:off x="251553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0" name="ph3831">
                <a:extLst>
                  <a:ext uri="{FF2B5EF4-FFF2-40B4-BE49-F238E27FC236}">
                    <a16:creationId xmlns:a16="http://schemas.microsoft.com/office/drawing/2014/main" id="{78DC2E12-02BF-A7E4-2E8C-AD2CA1BB6D0D}"/>
                  </a:ext>
                </a:extLst>
              </p:cNvPr>
              <p:cNvSpPr/>
              <p:nvPr/>
            </p:nvSpPr>
            <p:spPr>
              <a:xfrm>
                <a:off x="252497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1" name="ph3832">
                <a:extLst>
                  <a:ext uri="{FF2B5EF4-FFF2-40B4-BE49-F238E27FC236}">
                    <a16:creationId xmlns:a16="http://schemas.microsoft.com/office/drawing/2014/main" id="{CC9794A1-58F2-76BD-035A-FB748C255694}"/>
                  </a:ext>
                </a:extLst>
              </p:cNvPr>
              <p:cNvSpPr/>
              <p:nvPr/>
            </p:nvSpPr>
            <p:spPr>
              <a:xfrm>
                <a:off x="253441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2" name="ph3833">
                <a:extLst>
                  <a:ext uri="{FF2B5EF4-FFF2-40B4-BE49-F238E27FC236}">
                    <a16:creationId xmlns:a16="http://schemas.microsoft.com/office/drawing/2014/main" id="{8070C59D-AFF6-27B6-F184-186A102E11F9}"/>
                  </a:ext>
                </a:extLst>
              </p:cNvPr>
              <p:cNvSpPr/>
              <p:nvPr/>
            </p:nvSpPr>
            <p:spPr>
              <a:xfrm>
                <a:off x="254385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3" name="ph3834">
                <a:extLst>
                  <a:ext uri="{FF2B5EF4-FFF2-40B4-BE49-F238E27FC236}">
                    <a16:creationId xmlns:a16="http://schemas.microsoft.com/office/drawing/2014/main" id="{8E16D09B-9765-E974-7AE9-0442E52A9962}"/>
                  </a:ext>
                </a:extLst>
              </p:cNvPr>
              <p:cNvSpPr/>
              <p:nvPr/>
            </p:nvSpPr>
            <p:spPr>
              <a:xfrm>
                <a:off x="255329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4" name="ph3835">
                <a:extLst>
                  <a:ext uri="{FF2B5EF4-FFF2-40B4-BE49-F238E27FC236}">
                    <a16:creationId xmlns:a16="http://schemas.microsoft.com/office/drawing/2014/main" id="{6C025AF7-E030-712F-551C-18FBC5942E86}"/>
                  </a:ext>
                </a:extLst>
              </p:cNvPr>
              <p:cNvSpPr/>
              <p:nvPr/>
            </p:nvSpPr>
            <p:spPr>
              <a:xfrm>
                <a:off x="256273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5" name="ph3836">
                <a:extLst>
                  <a:ext uri="{FF2B5EF4-FFF2-40B4-BE49-F238E27FC236}">
                    <a16:creationId xmlns:a16="http://schemas.microsoft.com/office/drawing/2014/main" id="{9CF209EA-4BBC-25CF-9E1D-5314ABC6113F}"/>
                  </a:ext>
                </a:extLst>
              </p:cNvPr>
              <p:cNvSpPr/>
              <p:nvPr/>
            </p:nvSpPr>
            <p:spPr>
              <a:xfrm>
                <a:off x="257217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6" name="ph3837">
                <a:extLst>
                  <a:ext uri="{FF2B5EF4-FFF2-40B4-BE49-F238E27FC236}">
                    <a16:creationId xmlns:a16="http://schemas.microsoft.com/office/drawing/2014/main" id="{0CA9EC5B-19DA-1672-951E-2320CBB4EFD5}"/>
                  </a:ext>
                </a:extLst>
              </p:cNvPr>
              <p:cNvSpPr/>
              <p:nvPr/>
            </p:nvSpPr>
            <p:spPr>
              <a:xfrm>
                <a:off x="2581613" y="1939384"/>
                <a:ext cx="9226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43" y="896830"/>
                    </a:lnTo>
                    <a:lnTo>
                      <a:pt x="922684" y="914400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7" name="ph3838">
                <a:extLst>
                  <a:ext uri="{FF2B5EF4-FFF2-40B4-BE49-F238E27FC236}">
                    <a16:creationId xmlns:a16="http://schemas.microsoft.com/office/drawing/2014/main" id="{BDA276C8-5A4B-EA01-D65B-4F746DD596A1}"/>
                  </a:ext>
                </a:extLst>
              </p:cNvPr>
              <p:cNvSpPr/>
              <p:nvPr/>
            </p:nvSpPr>
            <p:spPr>
              <a:xfrm>
                <a:off x="3176348" y="19393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590" y="914400"/>
                    </a:lnTo>
                    <a:lnTo>
                      <a:pt x="914045" y="903645"/>
                    </a:lnTo>
                    <a:lnTo>
                      <a:pt x="914400" y="901509"/>
                    </a:lnTo>
                    <a:close/>
                  </a:path>
                </a:pathLst>
              </a:custGeom>
              <a:solidFill>
                <a:srgbClr val="E35035">
                  <a:alpha val="100000"/>
                </a:srgbClr>
              </a:solidFill>
              <a:ln w="5420" cap="flat">
                <a:solidFill>
                  <a:srgbClr val="E3503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8" name="ph3839">
                <a:extLst>
                  <a:ext uri="{FF2B5EF4-FFF2-40B4-BE49-F238E27FC236}">
                    <a16:creationId xmlns:a16="http://schemas.microsoft.com/office/drawing/2014/main" id="{8EAEA5EF-DF21-B42A-2214-110B635B8779}"/>
                  </a:ext>
                </a:extLst>
              </p:cNvPr>
              <p:cNvSpPr/>
              <p:nvPr/>
            </p:nvSpPr>
            <p:spPr>
              <a:xfrm>
                <a:off x="3185788" y="192181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9079"/>
                    </a:lnTo>
                    <a:lnTo>
                      <a:pt x="905736" y="914400"/>
                    </a:lnTo>
                    <a:close/>
                  </a:path>
                </a:pathLst>
              </a:custGeom>
              <a:solidFill>
                <a:srgbClr val="E24F34">
                  <a:alpha val="100000"/>
                </a:srgbClr>
              </a:solidFill>
              <a:ln w="5420" cap="flat">
                <a:solidFill>
                  <a:srgbClr val="E24F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9" name="ph3840">
                <a:extLst>
                  <a:ext uri="{FF2B5EF4-FFF2-40B4-BE49-F238E27FC236}">
                    <a16:creationId xmlns:a16="http://schemas.microsoft.com/office/drawing/2014/main" id="{B027AC4C-36DB-7890-A289-1991DBD30F37}"/>
                  </a:ext>
                </a:extLst>
              </p:cNvPr>
              <p:cNvSpPr/>
              <p:nvPr/>
            </p:nvSpPr>
            <p:spPr>
              <a:xfrm>
                <a:off x="318578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4D34">
                  <a:alpha val="100000"/>
                </a:srgbClr>
              </a:solidFill>
              <a:ln w="5420" cap="flat">
                <a:solidFill>
                  <a:srgbClr val="E14D3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0" name="ph3841">
                <a:extLst>
                  <a:ext uri="{FF2B5EF4-FFF2-40B4-BE49-F238E27FC236}">
                    <a16:creationId xmlns:a16="http://schemas.microsoft.com/office/drawing/2014/main" id="{602F2AA0-9A75-0BA6-7D77-5E33D5B4E59F}"/>
                  </a:ext>
                </a:extLst>
              </p:cNvPr>
              <p:cNvSpPr/>
              <p:nvPr/>
            </p:nvSpPr>
            <p:spPr>
              <a:xfrm>
                <a:off x="319522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4C33">
                  <a:alpha val="100000"/>
                </a:srgbClr>
              </a:solidFill>
              <a:ln w="5420" cap="flat">
                <a:solidFill>
                  <a:srgbClr val="E14C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1" name="ph3842">
                <a:extLst>
                  <a:ext uri="{FF2B5EF4-FFF2-40B4-BE49-F238E27FC236}">
                    <a16:creationId xmlns:a16="http://schemas.microsoft.com/office/drawing/2014/main" id="{644744D4-9F6B-C9B5-678B-267FCE2D440C}"/>
                  </a:ext>
                </a:extLst>
              </p:cNvPr>
              <p:cNvSpPr/>
              <p:nvPr/>
            </p:nvSpPr>
            <p:spPr>
              <a:xfrm>
                <a:off x="320466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B32">
                  <a:alpha val="100000"/>
                </a:srgbClr>
              </a:solidFill>
              <a:ln w="5420" cap="flat">
                <a:solidFill>
                  <a:srgbClr val="E04B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2" name="ph3843">
                <a:extLst>
                  <a:ext uri="{FF2B5EF4-FFF2-40B4-BE49-F238E27FC236}">
                    <a16:creationId xmlns:a16="http://schemas.microsoft.com/office/drawing/2014/main" id="{A94AC561-2CAB-5C1A-3330-F31347CAF6EE}"/>
                  </a:ext>
                </a:extLst>
              </p:cNvPr>
              <p:cNvSpPr/>
              <p:nvPr/>
            </p:nvSpPr>
            <p:spPr>
              <a:xfrm>
                <a:off x="321410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3" name="ph3844">
                <a:extLst>
                  <a:ext uri="{FF2B5EF4-FFF2-40B4-BE49-F238E27FC236}">
                    <a16:creationId xmlns:a16="http://schemas.microsoft.com/office/drawing/2014/main" id="{AB14B93D-DECB-FD35-C95F-87E5F42824C5}"/>
                  </a:ext>
                </a:extLst>
              </p:cNvPr>
              <p:cNvSpPr/>
              <p:nvPr/>
            </p:nvSpPr>
            <p:spPr>
              <a:xfrm>
                <a:off x="322354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4" name="ph3845">
                <a:extLst>
                  <a:ext uri="{FF2B5EF4-FFF2-40B4-BE49-F238E27FC236}">
                    <a16:creationId xmlns:a16="http://schemas.microsoft.com/office/drawing/2014/main" id="{5609EAAF-B488-E711-0D15-3197BBDF0D4F}"/>
                  </a:ext>
                </a:extLst>
              </p:cNvPr>
              <p:cNvSpPr/>
              <p:nvPr/>
            </p:nvSpPr>
            <p:spPr>
              <a:xfrm>
                <a:off x="323298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5" name="ph3846">
                <a:extLst>
                  <a:ext uri="{FF2B5EF4-FFF2-40B4-BE49-F238E27FC236}">
                    <a16:creationId xmlns:a16="http://schemas.microsoft.com/office/drawing/2014/main" id="{DC34656C-11D9-B4FC-4F98-B0949AFD1E2B}"/>
                  </a:ext>
                </a:extLst>
              </p:cNvPr>
              <p:cNvSpPr/>
              <p:nvPr/>
            </p:nvSpPr>
            <p:spPr>
              <a:xfrm>
                <a:off x="324242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6" name="ph3847">
                <a:extLst>
                  <a:ext uri="{FF2B5EF4-FFF2-40B4-BE49-F238E27FC236}">
                    <a16:creationId xmlns:a16="http://schemas.microsoft.com/office/drawing/2014/main" id="{06FC43E9-B75B-2B6F-DBEB-383A8D479878}"/>
                  </a:ext>
                </a:extLst>
              </p:cNvPr>
              <p:cNvSpPr/>
              <p:nvPr/>
            </p:nvSpPr>
            <p:spPr>
              <a:xfrm>
                <a:off x="325187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7" name="ph3848">
                <a:extLst>
                  <a:ext uri="{FF2B5EF4-FFF2-40B4-BE49-F238E27FC236}">
                    <a16:creationId xmlns:a16="http://schemas.microsoft.com/office/drawing/2014/main" id="{8C7CD4D4-840E-DA39-3885-B3845DAD6EED}"/>
                  </a:ext>
                </a:extLst>
              </p:cNvPr>
              <p:cNvSpPr/>
              <p:nvPr/>
            </p:nvSpPr>
            <p:spPr>
              <a:xfrm>
                <a:off x="326131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8" name="ph3849">
                <a:extLst>
                  <a:ext uri="{FF2B5EF4-FFF2-40B4-BE49-F238E27FC236}">
                    <a16:creationId xmlns:a16="http://schemas.microsoft.com/office/drawing/2014/main" id="{7326ECFA-65BF-E93F-3ADE-5ECA0C1203FC}"/>
                  </a:ext>
                </a:extLst>
              </p:cNvPr>
              <p:cNvSpPr/>
              <p:nvPr/>
            </p:nvSpPr>
            <p:spPr>
              <a:xfrm>
                <a:off x="327075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9" name="ph3850">
                <a:extLst>
                  <a:ext uri="{FF2B5EF4-FFF2-40B4-BE49-F238E27FC236}">
                    <a16:creationId xmlns:a16="http://schemas.microsoft.com/office/drawing/2014/main" id="{50C9DCB5-385E-D3AA-582C-D22CBBDFBDF7}"/>
                  </a:ext>
                </a:extLst>
              </p:cNvPr>
              <p:cNvSpPr/>
              <p:nvPr/>
            </p:nvSpPr>
            <p:spPr>
              <a:xfrm>
                <a:off x="328019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0" name="ph3851">
                <a:extLst>
                  <a:ext uri="{FF2B5EF4-FFF2-40B4-BE49-F238E27FC236}">
                    <a16:creationId xmlns:a16="http://schemas.microsoft.com/office/drawing/2014/main" id="{F782A8FC-146D-9C6B-91DE-C7FB143F6802}"/>
                  </a:ext>
                </a:extLst>
              </p:cNvPr>
              <p:cNvSpPr/>
              <p:nvPr/>
            </p:nvSpPr>
            <p:spPr>
              <a:xfrm>
                <a:off x="328963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1" name="ph3852">
                <a:extLst>
                  <a:ext uri="{FF2B5EF4-FFF2-40B4-BE49-F238E27FC236}">
                    <a16:creationId xmlns:a16="http://schemas.microsoft.com/office/drawing/2014/main" id="{7ED40227-C7EB-9950-F774-B27409C1C6F8}"/>
                  </a:ext>
                </a:extLst>
              </p:cNvPr>
              <p:cNvSpPr/>
              <p:nvPr/>
            </p:nvSpPr>
            <p:spPr>
              <a:xfrm>
                <a:off x="329907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2" name="ph3853">
                <a:extLst>
                  <a:ext uri="{FF2B5EF4-FFF2-40B4-BE49-F238E27FC236}">
                    <a16:creationId xmlns:a16="http://schemas.microsoft.com/office/drawing/2014/main" id="{88236067-62CF-311B-FF01-3C5F1771F8B4}"/>
                  </a:ext>
                </a:extLst>
              </p:cNvPr>
              <p:cNvSpPr/>
              <p:nvPr/>
            </p:nvSpPr>
            <p:spPr>
              <a:xfrm>
                <a:off x="330851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3" name="ph3854">
                <a:extLst>
                  <a:ext uri="{FF2B5EF4-FFF2-40B4-BE49-F238E27FC236}">
                    <a16:creationId xmlns:a16="http://schemas.microsoft.com/office/drawing/2014/main" id="{FBA008A2-F402-0DBE-7FBE-337223CF7BC9}"/>
                  </a:ext>
                </a:extLst>
              </p:cNvPr>
              <p:cNvSpPr/>
              <p:nvPr/>
            </p:nvSpPr>
            <p:spPr>
              <a:xfrm>
                <a:off x="331795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4" name="ph3855">
                <a:extLst>
                  <a:ext uri="{FF2B5EF4-FFF2-40B4-BE49-F238E27FC236}">
                    <a16:creationId xmlns:a16="http://schemas.microsoft.com/office/drawing/2014/main" id="{32FDCF06-74A6-3EA7-8A4D-E26B0D267F27}"/>
                  </a:ext>
                </a:extLst>
              </p:cNvPr>
              <p:cNvSpPr/>
              <p:nvPr/>
            </p:nvSpPr>
            <p:spPr>
              <a:xfrm>
                <a:off x="332739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5" name="ph3856">
                <a:extLst>
                  <a:ext uri="{FF2B5EF4-FFF2-40B4-BE49-F238E27FC236}">
                    <a16:creationId xmlns:a16="http://schemas.microsoft.com/office/drawing/2014/main" id="{7DD6AC37-3A1F-543E-7421-3EECCC256154}"/>
                  </a:ext>
                </a:extLst>
              </p:cNvPr>
              <p:cNvSpPr/>
              <p:nvPr/>
            </p:nvSpPr>
            <p:spPr>
              <a:xfrm>
                <a:off x="333683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6" name="ph3857">
                <a:extLst>
                  <a:ext uri="{FF2B5EF4-FFF2-40B4-BE49-F238E27FC236}">
                    <a16:creationId xmlns:a16="http://schemas.microsoft.com/office/drawing/2014/main" id="{BE83C412-0B5D-FD16-220F-5809E7443474}"/>
                  </a:ext>
                </a:extLst>
              </p:cNvPr>
              <p:cNvSpPr/>
              <p:nvPr/>
            </p:nvSpPr>
            <p:spPr>
              <a:xfrm>
                <a:off x="334627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7" name="ph3858">
                <a:extLst>
                  <a:ext uri="{FF2B5EF4-FFF2-40B4-BE49-F238E27FC236}">
                    <a16:creationId xmlns:a16="http://schemas.microsoft.com/office/drawing/2014/main" id="{FBDDBEEE-21E1-7A22-00CC-D624D25D9EE6}"/>
                  </a:ext>
                </a:extLst>
              </p:cNvPr>
              <p:cNvSpPr/>
              <p:nvPr/>
            </p:nvSpPr>
            <p:spPr>
              <a:xfrm>
                <a:off x="335571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8" name="ph3859">
                <a:extLst>
                  <a:ext uri="{FF2B5EF4-FFF2-40B4-BE49-F238E27FC236}">
                    <a16:creationId xmlns:a16="http://schemas.microsoft.com/office/drawing/2014/main" id="{8C0EA990-4214-3F63-5ECC-2C9FF72B654E}"/>
                  </a:ext>
                </a:extLst>
              </p:cNvPr>
              <p:cNvSpPr/>
              <p:nvPr/>
            </p:nvSpPr>
            <p:spPr>
              <a:xfrm>
                <a:off x="336515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9" name="ph3860">
                <a:extLst>
                  <a:ext uri="{FF2B5EF4-FFF2-40B4-BE49-F238E27FC236}">
                    <a16:creationId xmlns:a16="http://schemas.microsoft.com/office/drawing/2014/main" id="{7D7881A2-919B-30E7-6D59-749B60839821}"/>
                  </a:ext>
                </a:extLst>
              </p:cNvPr>
              <p:cNvSpPr/>
              <p:nvPr/>
            </p:nvSpPr>
            <p:spPr>
              <a:xfrm>
                <a:off x="337459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0" name="ph3861">
                <a:extLst>
                  <a:ext uri="{FF2B5EF4-FFF2-40B4-BE49-F238E27FC236}">
                    <a16:creationId xmlns:a16="http://schemas.microsoft.com/office/drawing/2014/main" id="{3CBF8E02-2C8F-2402-0831-F93256FE27A4}"/>
                  </a:ext>
                </a:extLst>
              </p:cNvPr>
              <p:cNvSpPr/>
              <p:nvPr/>
            </p:nvSpPr>
            <p:spPr>
              <a:xfrm>
                <a:off x="338403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1" name="ph3862">
                <a:extLst>
                  <a:ext uri="{FF2B5EF4-FFF2-40B4-BE49-F238E27FC236}">
                    <a16:creationId xmlns:a16="http://schemas.microsoft.com/office/drawing/2014/main" id="{8E9673F8-B08E-9844-B4F0-D1C05D249918}"/>
                  </a:ext>
                </a:extLst>
              </p:cNvPr>
              <p:cNvSpPr/>
              <p:nvPr/>
            </p:nvSpPr>
            <p:spPr>
              <a:xfrm>
                <a:off x="339347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2" name="ph3863">
                <a:extLst>
                  <a:ext uri="{FF2B5EF4-FFF2-40B4-BE49-F238E27FC236}">
                    <a16:creationId xmlns:a16="http://schemas.microsoft.com/office/drawing/2014/main" id="{AB6CC128-5C81-12A5-05FF-93BB67FDFABE}"/>
                  </a:ext>
                </a:extLst>
              </p:cNvPr>
              <p:cNvSpPr/>
              <p:nvPr/>
            </p:nvSpPr>
            <p:spPr>
              <a:xfrm>
                <a:off x="340291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3" name="ph3864">
                <a:extLst>
                  <a:ext uri="{FF2B5EF4-FFF2-40B4-BE49-F238E27FC236}">
                    <a16:creationId xmlns:a16="http://schemas.microsoft.com/office/drawing/2014/main" id="{AA3E4901-11E2-A679-89F8-3C55F03C92B1}"/>
                  </a:ext>
                </a:extLst>
              </p:cNvPr>
              <p:cNvSpPr/>
              <p:nvPr/>
            </p:nvSpPr>
            <p:spPr>
              <a:xfrm>
                <a:off x="341235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4" name="ph3865">
                <a:extLst>
                  <a:ext uri="{FF2B5EF4-FFF2-40B4-BE49-F238E27FC236}">
                    <a16:creationId xmlns:a16="http://schemas.microsoft.com/office/drawing/2014/main" id="{2690D2FE-6BFC-CDC9-6880-DBCA19877DF1}"/>
                  </a:ext>
                </a:extLst>
              </p:cNvPr>
              <p:cNvSpPr/>
              <p:nvPr/>
            </p:nvSpPr>
            <p:spPr>
              <a:xfrm>
                <a:off x="3421794" y="1939384"/>
                <a:ext cx="923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5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56" y="896830"/>
                    </a:lnTo>
                    <a:lnTo>
                      <a:pt x="923217" y="906088"/>
                    </a:lnTo>
                    <a:lnTo>
                      <a:pt x="922489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5" name="ph3866">
                <a:extLst>
                  <a:ext uri="{FF2B5EF4-FFF2-40B4-BE49-F238E27FC236}">
                    <a16:creationId xmlns:a16="http://schemas.microsoft.com/office/drawing/2014/main" id="{ACF25F3C-5428-4F05-1B80-87EDB1244D42}"/>
                  </a:ext>
                </a:extLst>
              </p:cNvPr>
              <p:cNvSpPr/>
              <p:nvPr/>
            </p:nvSpPr>
            <p:spPr>
              <a:xfrm>
                <a:off x="2288965" y="190424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375" y="931969"/>
                    </a:lnTo>
                    <a:lnTo>
                      <a:pt x="912610" y="925340"/>
                    </a:lnTo>
                    <a:lnTo>
                      <a:pt x="910289" y="915354"/>
                    </a:lnTo>
                    <a:lnTo>
                      <a:pt x="910097" y="914400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6" name="ph3867">
                <a:extLst>
                  <a:ext uri="{FF2B5EF4-FFF2-40B4-BE49-F238E27FC236}">
                    <a16:creationId xmlns:a16="http://schemas.microsoft.com/office/drawing/2014/main" id="{548D6C27-F435-86DA-09C4-27948D31EC14}"/>
                  </a:ext>
                </a:extLst>
              </p:cNvPr>
              <p:cNvSpPr/>
              <p:nvPr/>
            </p:nvSpPr>
            <p:spPr>
              <a:xfrm>
                <a:off x="228896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7" name="ph3868">
                <a:extLst>
                  <a:ext uri="{FF2B5EF4-FFF2-40B4-BE49-F238E27FC236}">
                    <a16:creationId xmlns:a16="http://schemas.microsoft.com/office/drawing/2014/main" id="{E701DB86-188E-F2F8-56BF-B95DD857937B}"/>
                  </a:ext>
                </a:extLst>
              </p:cNvPr>
              <p:cNvSpPr/>
              <p:nvPr/>
            </p:nvSpPr>
            <p:spPr>
              <a:xfrm>
                <a:off x="229840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8" name="ph3869">
                <a:extLst>
                  <a:ext uri="{FF2B5EF4-FFF2-40B4-BE49-F238E27FC236}">
                    <a16:creationId xmlns:a16="http://schemas.microsoft.com/office/drawing/2014/main" id="{E1E2603E-6F35-DAB6-9A2E-D585D30BCCBC}"/>
                  </a:ext>
                </a:extLst>
              </p:cNvPr>
              <p:cNvSpPr/>
              <p:nvPr/>
            </p:nvSpPr>
            <p:spPr>
              <a:xfrm>
                <a:off x="230784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9" name="ph3870">
                <a:extLst>
                  <a:ext uri="{FF2B5EF4-FFF2-40B4-BE49-F238E27FC236}">
                    <a16:creationId xmlns:a16="http://schemas.microsoft.com/office/drawing/2014/main" id="{85628CD6-D552-C8FF-F584-D17EB33980C2}"/>
                  </a:ext>
                </a:extLst>
              </p:cNvPr>
              <p:cNvSpPr/>
              <p:nvPr/>
            </p:nvSpPr>
            <p:spPr>
              <a:xfrm>
                <a:off x="231728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0" name="ph3871">
                <a:extLst>
                  <a:ext uri="{FF2B5EF4-FFF2-40B4-BE49-F238E27FC236}">
                    <a16:creationId xmlns:a16="http://schemas.microsoft.com/office/drawing/2014/main" id="{CDB412B9-AADA-D9E6-E6C2-72791E0ED2BD}"/>
                  </a:ext>
                </a:extLst>
              </p:cNvPr>
              <p:cNvSpPr/>
              <p:nvPr/>
            </p:nvSpPr>
            <p:spPr>
              <a:xfrm>
                <a:off x="232672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1" name="ph3872">
                <a:extLst>
                  <a:ext uri="{FF2B5EF4-FFF2-40B4-BE49-F238E27FC236}">
                    <a16:creationId xmlns:a16="http://schemas.microsoft.com/office/drawing/2014/main" id="{7075B5AD-A51E-5157-A1BE-E73B66041CC3}"/>
                  </a:ext>
                </a:extLst>
              </p:cNvPr>
              <p:cNvSpPr/>
              <p:nvPr/>
            </p:nvSpPr>
            <p:spPr>
              <a:xfrm>
                <a:off x="233616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2" name="ph3873">
                <a:extLst>
                  <a:ext uri="{FF2B5EF4-FFF2-40B4-BE49-F238E27FC236}">
                    <a16:creationId xmlns:a16="http://schemas.microsoft.com/office/drawing/2014/main" id="{44638F95-D21F-A8B3-D9E2-98B0C5D22202}"/>
                  </a:ext>
                </a:extLst>
              </p:cNvPr>
              <p:cNvSpPr/>
              <p:nvPr/>
            </p:nvSpPr>
            <p:spPr>
              <a:xfrm>
                <a:off x="234560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3" name="ph3874">
                <a:extLst>
                  <a:ext uri="{FF2B5EF4-FFF2-40B4-BE49-F238E27FC236}">
                    <a16:creationId xmlns:a16="http://schemas.microsoft.com/office/drawing/2014/main" id="{DF67AE40-C998-CB3A-EE95-8CA2298B82B6}"/>
                  </a:ext>
                </a:extLst>
              </p:cNvPr>
              <p:cNvSpPr/>
              <p:nvPr/>
            </p:nvSpPr>
            <p:spPr>
              <a:xfrm>
                <a:off x="235504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4" name="ph3875">
                <a:extLst>
                  <a:ext uri="{FF2B5EF4-FFF2-40B4-BE49-F238E27FC236}">
                    <a16:creationId xmlns:a16="http://schemas.microsoft.com/office/drawing/2014/main" id="{EE32246E-8EFF-A0F4-1C9B-6B6FDD05B6A6}"/>
                  </a:ext>
                </a:extLst>
              </p:cNvPr>
              <p:cNvSpPr/>
              <p:nvPr/>
            </p:nvSpPr>
            <p:spPr>
              <a:xfrm>
                <a:off x="236448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B5F">
                  <a:alpha val="100000"/>
                </a:srgbClr>
              </a:solidFill>
              <a:ln w="5420" cap="flat">
                <a:solidFill>
                  <a:srgbClr val="89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5" name="ph3876">
                <a:extLst>
                  <a:ext uri="{FF2B5EF4-FFF2-40B4-BE49-F238E27FC236}">
                    <a16:creationId xmlns:a16="http://schemas.microsoft.com/office/drawing/2014/main" id="{68A74C4E-E32E-D045-5215-52942A05E60A}"/>
                  </a:ext>
                </a:extLst>
              </p:cNvPr>
              <p:cNvSpPr/>
              <p:nvPr/>
            </p:nvSpPr>
            <p:spPr>
              <a:xfrm>
                <a:off x="237392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6" name="ph3877">
                <a:extLst>
                  <a:ext uri="{FF2B5EF4-FFF2-40B4-BE49-F238E27FC236}">
                    <a16:creationId xmlns:a16="http://schemas.microsoft.com/office/drawing/2014/main" id="{7B43565A-9921-2884-D37A-77426BD12F82}"/>
                  </a:ext>
                </a:extLst>
              </p:cNvPr>
              <p:cNvSpPr/>
              <p:nvPr/>
            </p:nvSpPr>
            <p:spPr>
              <a:xfrm>
                <a:off x="238336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7" name="ph3878">
                <a:extLst>
                  <a:ext uri="{FF2B5EF4-FFF2-40B4-BE49-F238E27FC236}">
                    <a16:creationId xmlns:a16="http://schemas.microsoft.com/office/drawing/2014/main" id="{8210616D-8447-00A3-8913-9C2101648E8F}"/>
                  </a:ext>
                </a:extLst>
              </p:cNvPr>
              <p:cNvSpPr/>
              <p:nvPr/>
            </p:nvSpPr>
            <p:spPr>
              <a:xfrm>
                <a:off x="239280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8" name="ph3879">
                <a:extLst>
                  <a:ext uri="{FF2B5EF4-FFF2-40B4-BE49-F238E27FC236}">
                    <a16:creationId xmlns:a16="http://schemas.microsoft.com/office/drawing/2014/main" id="{1757446D-5C8D-4107-C2D8-E2015BA9E0C0}"/>
                  </a:ext>
                </a:extLst>
              </p:cNvPr>
              <p:cNvSpPr/>
              <p:nvPr/>
            </p:nvSpPr>
            <p:spPr>
              <a:xfrm>
                <a:off x="240224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9" name="ph3880">
                <a:extLst>
                  <a:ext uri="{FF2B5EF4-FFF2-40B4-BE49-F238E27FC236}">
                    <a16:creationId xmlns:a16="http://schemas.microsoft.com/office/drawing/2014/main" id="{3028C513-E2E9-A278-F87A-C4D1C15FD05C}"/>
                  </a:ext>
                </a:extLst>
              </p:cNvPr>
              <p:cNvSpPr/>
              <p:nvPr/>
            </p:nvSpPr>
            <p:spPr>
              <a:xfrm>
                <a:off x="241168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0" name="ph3881">
                <a:extLst>
                  <a:ext uri="{FF2B5EF4-FFF2-40B4-BE49-F238E27FC236}">
                    <a16:creationId xmlns:a16="http://schemas.microsoft.com/office/drawing/2014/main" id="{78FF4254-53BC-1DE0-9DCE-FC032E059E5D}"/>
                  </a:ext>
                </a:extLst>
              </p:cNvPr>
              <p:cNvSpPr/>
              <p:nvPr/>
            </p:nvSpPr>
            <p:spPr>
              <a:xfrm>
                <a:off x="242112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1" name="ph3882">
                <a:extLst>
                  <a:ext uri="{FF2B5EF4-FFF2-40B4-BE49-F238E27FC236}">
                    <a16:creationId xmlns:a16="http://schemas.microsoft.com/office/drawing/2014/main" id="{A4EB278B-20FC-9AB7-3997-62F566AAB0E8}"/>
                  </a:ext>
                </a:extLst>
              </p:cNvPr>
              <p:cNvSpPr/>
              <p:nvPr/>
            </p:nvSpPr>
            <p:spPr>
              <a:xfrm>
                <a:off x="243056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2" name="ph3883">
                <a:extLst>
                  <a:ext uri="{FF2B5EF4-FFF2-40B4-BE49-F238E27FC236}">
                    <a16:creationId xmlns:a16="http://schemas.microsoft.com/office/drawing/2014/main" id="{F99D01C9-A6CD-C5A3-E3FF-FC6D5B0894FF}"/>
                  </a:ext>
                </a:extLst>
              </p:cNvPr>
              <p:cNvSpPr/>
              <p:nvPr/>
            </p:nvSpPr>
            <p:spPr>
              <a:xfrm>
                <a:off x="244000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3" name="ph3884">
                <a:extLst>
                  <a:ext uri="{FF2B5EF4-FFF2-40B4-BE49-F238E27FC236}">
                    <a16:creationId xmlns:a16="http://schemas.microsoft.com/office/drawing/2014/main" id="{A37FA1A3-33C1-AEB0-8ACE-3576EFB07F67}"/>
                  </a:ext>
                </a:extLst>
              </p:cNvPr>
              <p:cNvSpPr/>
              <p:nvPr/>
            </p:nvSpPr>
            <p:spPr>
              <a:xfrm>
                <a:off x="244944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4" name="ph3885">
                <a:extLst>
                  <a:ext uri="{FF2B5EF4-FFF2-40B4-BE49-F238E27FC236}">
                    <a16:creationId xmlns:a16="http://schemas.microsoft.com/office/drawing/2014/main" id="{921A5D5C-161E-87C0-744B-C81C7474C1E5}"/>
                  </a:ext>
                </a:extLst>
              </p:cNvPr>
              <p:cNvSpPr/>
              <p:nvPr/>
            </p:nvSpPr>
            <p:spPr>
              <a:xfrm>
                <a:off x="245889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5" name="ph3886">
                <a:extLst>
                  <a:ext uri="{FF2B5EF4-FFF2-40B4-BE49-F238E27FC236}">
                    <a16:creationId xmlns:a16="http://schemas.microsoft.com/office/drawing/2014/main" id="{72F9ADB2-D55E-0E13-1C29-B807D71B575D}"/>
                  </a:ext>
                </a:extLst>
              </p:cNvPr>
              <p:cNvSpPr/>
              <p:nvPr/>
            </p:nvSpPr>
            <p:spPr>
              <a:xfrm>
                <a:off x="246833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6" name="ph3887">
                <a:extLst>
                  <a:ext uri="{FF2B5EF4-FFF2-40B4-BE49-F238E27FC236}">
                    <a16:creationId xmlns:a16="http://schemas.microsoft.com/office/drawing/2014/main" id="{AFA24BCF-C231-3AB0-4376-F5EB4E1DFC32}"/>
                  </a:ext>
                </a:extLst>
              </p:cNvPr>
              <p:cNvSpPr/>
              <p:nvPr/>
            </p:nvSpPr>
            <p:spPr>
              <a:xfrm>
                <a:off x="247777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7" name="ph3888">
                <a:extLst>
                  <a:ext uri="{FF2B5EF4-FFF2-40B4-BE49-F238E27FC236}">
                    <a16:creationId xmlns:a16="http://schemas.microsoft.com/office/drawing/2014/main" id="{FBAF6C2C-6743-EFC7-8D88-A3CFDEC04624}"/>
                  </a:ext>
                </a:extLst>
              </p:cNvPr>
              <p:cNvSpPr/>
              <p:nvPr/>
            </p:nvSpPr>
            <p:spPr>
              <a:xfrm>
                <a:off x="248721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8" name="ph3889">
                <a:extLst>
                  <a:ext uri="{FF2B5EF4-FFF2-40B4-BE49-F238E27FC236}">
                    <a16:creationId xmlns:a16="http://schemas.microsoft.com/office/drawing/2014/main" id="{CD660952-2096-9E88-866D-1A6CB42D69D3}"/>
                  </a:ext>
                </a:extLst>
              </p:cNvPr>
              <p:cNvSpPr/>
              <p:nvPr/>
            </p:nvSpPr>
            <p:spPr>
              <a:xfrm>
                <a:off x="249665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9" name="ph3890">
                <a:extLst>
                  <a:ext uri="{FF2B5EF4-FFF2-40B4-BE49-F238E27FC236}">
                    <a16:creationId xmlns:a16="http://schemas.microsoft.com/office/drawing/2014/main" id="{1D457A4E-9D7A-060C-A313-D2B4DCAEB0B5}"/>
                  </a:ext>
                </a:extLst>
              </p:cNvPr>
              <p:cNvSpPr/>
              <p:nvPr/>
            </p:nvSpPr>
            <p:spPr>
              <a:xfrm>
                <a:off x="250609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0" name="ph3891">
                <a:extLst>
                  <a:ext uri="{FF2B5EF4-FFF2-40B4-BE49-F238E27FC236}">
                    <a16:creationId xmlns:a16="http://schemas.microsoft.com/office/drawing/2014/main" id="{03E5EF9E-201B-85C2-F3F8-752DEE1ADE40}"/>
                  </a:ext>
                </a:extLst>
              </p:cNvPr>
              <p:cNvSpPr/>
              <p:nvPr/>
            </p:nvSpPr>
            <p:spPr>
              <a:xfrm>
                <a:off x="251553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1" name="ph3892">
                <a:extLst>
                  <a:ext uri="{FF2B5EF4-FFF2-40B4-BE49-F238E27FC236}">
                    <a16:creationId xmlns:a16="http://schemas.microsoft.com/office/drawing/2014/main" id="{86088FBD-7EF5-E085-EC44-9610659271C9}"/>
                  </a:ext>
                </a:extLst>
              </p:cNvPr>
              <p:cNvSpPr/>
              <p:nvPr/>
            </p:nvSpPr>
            <p:spPr>
              <a:xfrm>
                <a:off x="252497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2" name="ph3893">
                <a:extLst>
                  <a:ext uri="{FF2B5EF4-FFF2-40B4-BE49-F238E27FC236}">
                    <a16:creationId xmlns:a16="http://schemas.microsoft.com/office/drawing/2014/main" id="{3544A8EB-08D1-A521-0096-54A8F08CF73B}"/>
                  </a:ext>
                </a:extLst>
              </p:cNvPr>
              <p:cNvSpPr/>
              <p:nvPr/>
            </p:nvSpPr>
            <p:spPr>
              <a:xfrm>
                <a:off x="253441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3" name="ph3894">
                <a:extLst>
                  <a:ext uri="{FF2B5EF4-FFF2-40B4-BE49-F238E27FC236}">
                    <a16:creationId xmlns:a16="http://schemas.microsoft.com/office/drawing/2014/main" id="{7A1E2B31-2B0B-0CD7-B5E3-70DD0BBC6D7C}"/>
                  </a:ext>
                </a:extLst>
              </p:cNvPr>
              <p:cNvSpPr/>
              <p:nvPr/>
            </p:nvSpPr>
            <p:spPr>
              <a:xfrm>
                <a:off x="254385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4" name="ph3895">
                <a:extLst>
                  <a:ext uri="{FF2B5EF4-FFF2-40B4-BE49-F238E27FC236}">
                    <a16:creationId xmlns:a16="http://schemas.microsoft.com/office/drawing/2014/main" id="{A0AA7608-9FBC-BF57-16DC-849E43F275F1}"/>
                  </a:ext>
                </a:extLst>
              </p:cNvPr>
              <p:cNvSpPr/>
              <p:nvPr/>
            </p:nvSpPr>
            <p:spPr>
              <a:xfrm>
                <a:off x="255329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5" name="ph3896">
                <a:extLst>
                  <a:ext uri="{FF2B5EF4-FFF2-40B4-BE49-F238E27FC236}">
                    <a16:creationId xmlns:a16="http://schemas.microsoft.com/office/drawing/2014/main" id="{DAA588BA-A13E-99F9-5163-960F6C7DD0FA}"/>
                  </a:ext>
                </a:extLst>
              </p:cNvPr>
              <p:cNvSpPr/>
              <p:nvPr/>
            </p:nvSpPr>
            <p:spPr>
              <a:xfrm>
                <a:off x="256273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6" name="ph3897">
                <a:extLst>
                  <a:ext uri="{FF2B5EF4-FFF2-40B4-BE49-F238E27FC236}">
                    <a16:creationId xmlns:a16="http://schemas.microsoft.com/office/drawing/2014/main" id="{C0BE5A24-5D68-FC34-2221-5B1FB18AE369}"/>
                  </a:ext>
                </a:extLst>
              </p:cNvPr>
              <p:cNvSpPr/>
              <p:nvPr/>
            </p:nvSpPr>
            <p:spPr>
              <a:xfrm>
                <a:off x="2581613" y="192181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43" y="896937"/>
                    </a:lnTo>
                    <a:lnTo>
                      <a:pt x="907045" y="897383"/>
                    </a:lnTo>
                    <a:lnTo>
                      <a:pt x="907247" y="897829"/>
                    </a:lnTo>
                    <a:lnTo>
                      <a:pt x="907449" y="898274"/>
                    </a:lnTo>
                    <a:lnTo>
                      <a:pt x="907651" y="898720"/>
                    </a:lnTo>
                    <a:lnTo>
                      <a:pt x="907853" y="899166"/>
                    </a:lnTo>
                    <a:lnTo>
                      <a:pt x="908055" y="899612"/>
                    </a:lnTo>
                    <a:lnTo>
                      <a:pt x="908257" y="900058"/>
                    </a:lnTo>
                    <a:lnTo>
                      <a:pt x="908458" y="900504"/>
                    </a:lnTo>
                    <a:lnTo>
                      <a:pt x="908660" y="900950"/>
                    </a:lnTo>
                    <a:lnTo>
                      <a:pt x="908862" y="901395"/>
                    </a:lnTo>
                    <a:lnTo>
                      <a:pt x="909064" y="901841"/>
                    </a:lnTo>
                    <a:lnTo>
                      <a:pt x="909266" y="902287"/>
                    </a:lnTo>
                    <a:lnTo>
                      <a:pt x="909468" y="902733"/>
                    </a:lnTo>
                    <a:lnTo>
                      <a:pt x="909670" y="903179"/>
                    </a:lnTo>
                    <a:lnTo>
                      <a:pt x="909871" y="903625"/>
                    </a:lnTo>
                    <a:lnTo>
                      <a:pt x="910073" y="904071"/>
                    </a:lnTo>
                    <a:lnTo>
                      <a:pt x="910275" y="904517"/>
                    </a:lnTo>
                    <a:lnTo>
                      <a:pt x="910477" y="904962"/>
                    </a:lnTo>
                    <a:lnTo>
                      <a:pt x="910678" y="905408"/>
                    </a:lnTo>
                    <a:lnTo>
                      <a:pt x="910880" y="905854"/>
                    </a:lnTo>
                    <a:lnTo>
                      <a:pt x="911082" y="906300"/>
                    </a:lnTo>
                    <a:lnTo>
                      <a:pt x="911284" y="906746"/>
                    </a:lnTo>
                    <a:lnTo>
                      <a:pt x="911485" y="907192"/>
                    </a:lnTo>
                    <a:lnTo>
                      <a:pt x="911687" y="907638"/>
                    </a:lnTo>
                    <a:lnTo>
                      <a:pt x="911889" y="908084"/>
                    </a:lnTo>
                    <a:lnTo>
                      <a:pt x="912090" y="908530"/>
                    </a:lnTo>
                    <a:lnTo>
                      <a:pt x="912292" y="908976"/>
                    </a:lnTo>
                    <a:lnTo>
                      <a:pt x="912493" y="909421"/>
                    </a:lnTo>
                    <a:lnTo>
                      <a:pt x="912695" y="909867"/>
                    </a:lnTo>
                    <a:lnTo>
                      <a:pt x="912897" y="910313"/>
                    </a:lnTo>
                    <a:lnTo>
                      <a:pt x="913098" y="910759"/>
                    </a:lnTo>
                    <a:lnTo>
                      <a:pt x="913300" y="911205"/>
                    </a:lnTo>
                    <a:lnTo>
                      <a:pt x="913501" y="911651"/>
                    </a:lnTo>
                    <a:lnTo>
                      <a:pt x="913703" y="912097"/>
                    </a:lnTo>
                    <a:lnTo>
                      <a:pt x="914400" y="913638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7" name="ph3898">
                <a:extLst>
                  <a:ext uri="{FF2B5EF4-FFF2-40B4-BE49-F238E27FC236}">
                    <a16:creationId xmlns:a16="http://schemas.microsoft.com/office/drawing/2014/main" id="{2F7F93B3-D20B-AD85-6C2E-41B2541BBEC4}"/>
                  </a:ext>
                </a:extLst>
              </p:cNvPr>
              <p:cNvSpPr/>
              <p:nvPr/>
            </p:nvSpPr>
            <p:spPr>
              <a:xfrm>
                <a:off x="2581613" y="1921815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3638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8" name="ph3899">
                <a:extLst>
                  <a:ext uri="{FF2B5EF4-FFF2-40B4-BE49-F238E27FC236}">
                    <a16:creationId xmlns:a16="http://schemas.microsoft.com/office/drawing/2014/main" id="{94F72971-67B4-9239-9D3F-EE91A1536D04}"/>
                  </a:ext>
                </a:extLst>
              </p:cNvPr>
              <p:cNvSpPr/>
              <p:nvPr/>
            </p:nvSpPr>
            <p:spPr>
              <a:xfrm>
                <a:off x="3185788" y="190424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5736" y="931969"/>
                    </a:lnTo>
                    <a:lnTo>
                      <a:pt x="906381" y="928089"/>
                    </a:lnTo>
                    <a:lnTo>
                      <a:pt x="908459" y="917583"/>
                    </a:lnTo>
                    <a:lnTo>
                      <a:pt x="909195" y="914400"/>
                    </a:lnTo>
                    <a:close/>
                  </a:path>
                </a:pathLst>
              </a:custGeom>
              <a:solidFill>
                <a:srgbClr val="E04A32">
                  <a:alpha val="100000"/>
                </a:srgbClr>
              </a:solidFill>
              <a:ln w="5420" cap="flat">
                <a:solidFill>
                  <a:srgbClr val="E04A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9" name="ph3900">
                <a:extLst>
                  <a:ext uri="{FF2B5EF4-FFF2-40B4-BE49-F238E27FC236}">
                    <a16:creationId xmlns:a16="http://schemas.microsoft.com/office/drawing/2014/main" id="{614023C5-83DC-CAD3-ECE8-047787B8BD03}"/>
                  </a:ext>
                </a:extLst>
              </p:cNvPr>
              <p:cNvSpPr/>
              <p:nvPr/>
            </p:nvSpPr>
            <p:spPr>
              <a:xfrm>
                <a:off x="318578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4932">
                  <a:alpha val="100000"/>
                </a:srgbClr>
              </a:solidFill>
              <a:ln w="5420" cap="flat">
                <a:solidFill>
                  <a:srgbClr val="E0493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0" name="ph3901">
                <a:extLst>
                  <a:ext uri="{FF2B5EF4-FFF2-40B4-BE49-F238E27FC236}">
                    <a16:creationId xmlns:a16="http://schemas.microsoft.com/office/drawing/2014/main" id="{F8F6E443-67CB-27A1-E6E0-6A7D3B98A940}"/>
                  </a:ext>
                </a:extLst>
              </p:cNvPr>
              <p:cNvSpPr/>
              <p:nvPr/>
            </p:nvSpPr>
            <p:spPr>
              <a:xfrm>
                <a:off x="319522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831">
                  <a:alpha val="100000"/>
                </a:srgbClr>
              </a:solidFill>
              <a:ln w="5420" cap="flat">
                <a:solidFill>
                  <a:srgbClr val="DF48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1" name="ph3902">
                <a:extLst>
                  <a:ext uri="{FF2B5EF4-FFF2-40B4-BE49-F238E27FC236}">
                    <a16:creationId xmlns:a16="http://schemas.microsoft.com/office/drawing/2014/main" id="{BD9A4152-69F4-6210-4ABE-4A18BD846F6D}"/>
                  </a:ext>
                </a:extLst>
              </p:cNvPr>
              <p:cNvSpPr/>
              <p:nvPr/>
            </p:nvSpPr>
            <p:spPr>
              <a:xfrm>
                <a:off x="320466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2" name="ph3903">
                <a:extLst>
                  <a:ext uri="{FF2B5EF4-FFF2-40B4-BE49-F238E27FC236}">
                    <a16:creationId xmlns:a16="http://schemas.microsoft.com/office/drawing/2014/main" id="{7F5440CD-6E34-5440-9D76-B6709626608F}"/>
                  </a:ext>
                </a:extLst>
              </p:cNvPr>
              <p:cNvSpPr/>
              <p:nvPr/>
            </p:nvSpPr>
            <p:spPr>
              <a:xfrm>
                <a:off x="321410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3" name="ph3904">
                <a:extLst>
                  <a:ext uri="{FF2B5EF4-FFF2-40B4-BE49-F238E27FC236}">
                    <a16:creationId xmlns:a16="http://schemas.microsoft.com/office/drawing/2014/main" id="{950A37C9-2132-77B3-462F-5B979152040A}"/>
                  </a:ext>
                </a:extLst>
              </p:cNvPr>
              <p:cNvSpPr/>
              <p:nvPr/>
            </p:nvSpPr>
            <p:spPr>
              <a:xfrm>
                <a:off x="322354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4" name="ph3905">
                <a:extLst>
                  <a:ext uri="{FF2B5EF4-FFF2-40B4-BE49-F238E27FC236}">
                    <a16:creationId xmlns:a16="http://schemas.microsoft.com/office/drawing/2014/main" id="{270CC786-640B-191B-B50A-F04ABCDD426E}"/>
                  </a:ext>
                </a:extLst>
              </p:cNvPr>
              <p:cNvSpPr/>
              <p:nvPr/>
            </p:nvSpPr>
            <p:spPr>
              <a:xfrm>
                <a:off x="323298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5" name="ph3906">
                <a:extLst>
                  <a:ext uri="{FF2B5EF4-FFF2-40B4-BE49-F238E27FC236}">
                    <a16:creationId xmlns:a16="http://schemas.microsoft.com/office/drawing/2014/main" id="{290078C0-926A-4933-1A72-6EA9DA14246D}"/>
                  </a:ext>
                </a:extLst>
              </p:cNvPr>
              <p:cNvSpPr/>
              <p:nvPr/>
            </p:nvSpPr>
            <p:spPr>
              <a:xfrm>
                <a:off x="324242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6" name="ph3907">
                <a:extLst>
                  <a:ext uri="{FF2B5EF4-FFF2-40B4-BE49-F238E27FC236}">
                    <a16:creationId xmlns:a16="http://schemas.microsoft.com/office/drawing/2014/main" id="{13C54E3E-B78E-7E3E-CF21-A2C8F8189180}"/>
                  </a:ext>
                </a:extLst>
              </p:cNvPr>
              <p:cNvSpPr/>
              <p:nvPr/>
            </p:nvSpPr>
            <p:spPr>
              <a:xfrm>
                <a:off x="325187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7" name="ph3908">
                <a:extLst>
                  <a:ext uri="{FF2B5EF4-FFF2-40B4-BE49-F238E27FC236}">
                    <a16:creationId xmlns:a16="http://schemas.microsoft.com/office/drawing/2014/main" id="{FD5AFC6C-4A0B-BABF-4D6A-A1BBF2AD97E3}"/>
                  </a:ext>
                </a:extLst>
              </p:cNvPr>
              <p:cNvSpPr/>
              <p:nvPr/>
            </p:nvSpPr>
            <p:spPr>
              <a:xfrm>
                <a:off x="326131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8" name="ph3909">
                <a:extLst>
                  <a:ext uri="{FF2B5EF4-FFF2-40B4-BE49-F238E27FC236}">
                    <a16:creationId xmlns:a16="http://schemas.microsoft.com/office/drawing/2014/main" id="{B3805A73-1E6A-64E7-D2FE-0850AE1C94B7}"/>
                  </a:ext>
                </a:extLst>
              </p:cNvPr>
              <p:cNvSpPr/>
              <p:nvPr/>
            </p:nvSpPr>
            <p:spPr>
              <a:xfrm>
                <a:off x="327075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9" name="ph3910">
                <a:extLst>
                  <a:ext uri="{FF2B5EF4-FFF2-40B4-BE49-F238E27FC236}">
                    <a16:creationId xmlns:a16="http://schemas.microsoft.com/office/drawing/2014/main" id="{9604C9F8-73A5-6288-2CED-3D3EA02CF23D}"/>
                  </a:ext>
                </a:extLst>
              </p:cNvPr>
              <p:cNvSpPr/>
              <p:nvPr/>
            </p:nvSpPr>
            <p:spPr>
              <a:xfrm>
                <a:off x="328019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0" name="ph3911">
                <a:extLst>
                  <a:ext uri="{FF2B5EF4-FFF2-40B4-BE49-F238E27FC236}">
                    <a16:creationId xmlns:a16="http://schemas.microsoft.com/office/drawing/2014/main" id="{68FC252A-44B4-9CC4-A47F-303D63E50589}"/>
                  </a:ext>
                </a:extLst>
              </p:cNvPr>
              <p:cNvSpPr/>
              <p:nvPr/>
            </p:nvSpPr>
            <p:spPr>
              <a:xfrm>
                <a:off x="328963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1" name="ph3912">
                <a:extLst>
                  <a:ext uri="{FF2B5EF4-FFF2-40B4-BE49-F238E27FC236}">
                    <a16:creationId xmlns:a16="http://schemas.microsoft.com/office/drawing/2014/main" id="{A943ED11-68F7-4BE2-CA54-C0376B8989AD}"/>
                  </a:ext>
                </a:extLst>
              </p:cNvPr>
              <p:cNvSpPr/>
              <p:nvPr/>
            </p:nvSpPr>
            <p:spPr>
              <a:xfrm>
                <a:off x="329907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2" name="ph3913">
                <a:extLst>
                  <a:ext uri="{FF2B5EF4-FFF2-40B4-BE49-F238E27FC236}">
                    <a16:creationId xmlns:a16="http://schemas.microsoft.com/office/drawing/2014/main" id="{1A3F6383-E10A-717F-E1A3-7956CDF9D3CA}"/>
                  </a:ext>
                </a:extLst>
              </p:cNvPr>
              <p:cNvSpPr/>
              <p:nvPr/>
            </p:nvSpPr>
            <p:spPr>
              <a:xfrm>
                <a:off x="330851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3" name="ph3914">
                <a:extLst>
                  <a:ext uri="{FF2B5EF4-FFF2-40B4-BE49-F238E27FC236}">
                    <a16:creationId xmlns:a16="http://schemas.microsoft.com/office/drawing/2014/main" id="{E4434EF0-F83A-DC33-392F-4B00D5871EB0}"/>
                  </a:ext>
                </a:extLst>
              </p:cNvPr>
              <p:cNvSpPr/>
              <p:nvPr/>
            </p:nvSpPr>
            <p:spPr>
              <a:xfrm>
                <a:off x="331795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4" name="ph3915">
                <a:extLst>
                  <a:ext uri="{FF2B5EF4-FFF2-40B4-BE49-F238E27FC236}">
                    <a16:creationId xmlns:a16="http://schemas.microsoft.com/office/drawing/2014/main" id="{E0D11D59-639E-DEA8-1D80-2F7A50A00450}"/>
                  </a:ext>
                </a:extLst>
              </p:cNvPr>
              <p:cNvSpPr/>
              <p:nvPr/>
            </p:nvSpPr>
            <p:spPr>
              <a:xfrm>
                <a:off x="332739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5" name="ph3916">
                <a:extLst>
                  <a:ext uri="{FF2B5EF4-FFF2-40B4-BE49-F238E27FC236}">
                    <a16:creationId xmlns:a16="http://schemas.microsoft.com/office/drawing/2014/main" id="{79BC9232-1E3E-EA78-A053-B7586A1CAE93}"/>
                  </a:ext>
                </a:extLst>
              </p:cNvPr>
              <p:cNvSpPr/>
              <p:nvPr/>
            </p:nvSpPr>
            <p:spPr>
              <a:xfrm>
                <a:off x="333683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6" name="ph3917">
                <a:extLst>
                  <a:ext uri="{FF2B5EF4-FFF2-40B4-BE49-F238E27FC236}">
                    <a16:creationId xmlns:a16="http://schemas.microsoft.com/office/drawing/2014/main" id="{DAEE5001-D429-C2CE-B498-A88FD6F67015}"/>
                  </a:ext>
                </a:extLst>
              </p:cNvPr>
              <p:cNvSpPr/>
              <p:nvPr/>
            </p:nvSpPr>
            <p:spPr>
              <a:xfrm>
                <a:off x="334627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7" name="ph3918">
                <a:extLst>
                  <a:ext uri="{FF2B5EF4-FFF2-40B4-BE49-F238E27FC236}">
                    <a16:creationId xmlns:a16="http://schemas.microsoft.com/office/drawing/2014/main" id="{5BEA59F9-3765-53CE-48B6-1D45234B3F5D}"/>
                  </a:ext>
                </a:extLst>
              </p:cNvPr>
              <p:cNvSpPr/>
              <p:nvPr/>
            </p:nvSpPr>
            <p:spPr>
              <a:xfrm>
                <a:off x="335571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8" name="ph3919">
                <a:extLst>
                  <a:ext uri="{FF2B5EF4-FFF2-40B4-BE49-F238E27FC236}">
                    <a16:creationId xmlns:a16="http://schemas.microsoft.com/office/drawing/2014/main" id="{0EB2A2AC-B94A-A38B-ADCA-FE02BA6C9F4B}"/>
                  </a:ext>
                </a:extLst>
              </p:cNvPr>
              <p:cNvSpPr/>
              <p:nvPr/>
            </p:nvSpPr>
            <p:spPr>
              <a:xfrm>
                <a:off x="336515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9" name="ph3920">
                <a:extLst>
                  <a:ext uri="{FF2B5EF4-FFF2-40B4-BE49-F238E27FC236}">
                    <a16:creationId xmlns:a16="http://schemas.microsoft.com/office/drawing/2014/main" id="{78C8885B-A0A5-F199-EE2F-B8011F069E9C}"/>
                  </a:ext>
                </a:extLst>
              </p:cNvPr>
              <p:cNvSpPr/>
              <p:nvPr/>
            </p:nvSpPr>
            <p:spPr>
              <a:xfrm>
                <a:off x="337459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0" name="ph3921">
                <a:extLst>
                  <a:ext uri="{FF2B5EF4-FFF2-40B4-BE49-F238E27FC236}">
                    <a16:creationId xmlns:a16="http://schemas.microsoft.com/office/drawing/2014/main" id="{4338B358-3B9C-5149-FCF4-FBE2D9EF04F4}"/>
                  </a:ext>
                </a:extLst>
              </p:cNvPr>
              <p:cNvSpPr/>
              <p:nvPr/>
            </p:nvSpPr>
            <p:spPr>
              <a:xfrm>
                <a:off x="338403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1" name="ph3922">
                <a:extLst>
                  <a:ext uri="{FF2B5EF4-FFF2-40B4-BE49-F238E27FC236}">
                    <a16:creationId xmlns:a16="http://schemas.microsoft.com/office/drawing/2014/main" id="{E2E85E95-104E-E7FB-381F-0BFC10A4DB93}"/>
                  </a:ext>
                </a:extLst>
              </p:cNvPr>
              <p:cNvSpPr/>
              <p:nvPr/>
            </p:nvSpPr>
            <p:spPr>
              <a:xfrm>
                <a:off x="339347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2" name="ph3923">
                <a:extLst>
                  <a:ext uri="{FF2B5EF4-FFF2-40B4-BE49-F238E27FC236}">
                    <a16:creationId xmlns:a16="http://schemas.microsoft.com/office/drawing/2014/main" id="{5C67A773-BD91-6D80-0E27-BEB8E8575595}"/>
                  </a:ext>
                </a:extLst>
              </p:cNvPr>
              <p:cNvSpPr/>
              <p:nvPr/>
            </p:nvSpPr>
            <p:spPr>
              <a:xfrm>
                <a:off x="340291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3" name="ph3924">
                <a:extLst>
                  <a:ext uri="{FF2B5EF4-FFF2-40B4-BE49-F238E27FC236}">
                    <a16:creationId xmlns:a16="http://schemas.microsoft.com/office/drawing/2014/main" id="{83F2DED0-CCCA-63B4-ADD1-5FDDB6EDE97D}"/>
                  </a:ext>
                </a:extLst>
              </p:cNvPr>
              <p:cNvSpPr/>
              <p:nvPr/>
            </p:nvSpPr>
            <p:spPr>
              <a:xfrm>
                <a:off x="341235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4" name="ph3925">
                <a:extLst>
                  <a:ext uri="{FF2B5EF4-FFF2-40B4-BE49-F238E27FC236}">
                    <a16:creationId xmlns:a16="http://schemas.microsoft.com/office/drawing/2014/main" id="{CB663581-F5B8-EC9B-4693-64043BBA4F2C}"/>
                  </a:ext>
                </a:extLst>
              </p:cNvPr>
              <p:cNvSpPr/>
              <p:nvPr/>
            </p:nvSpPr>
            <p:spPr>
              <a:xfrm>
                <a:off x="3421794" y="192181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966"/>
                    </a:lnTo>
                    <a:lnTo>
                      <a:pt x="923756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5" name="ph3926">
                <a:extLst>
                  <a:ext uri="{FF2B5EF4-FFF2-40B4-BE49-F238E27FC236}">
                    <a16:creationId xmlns:a16="http://schemas.microsoft.com/office/drawing/2014/main" id="{D414CB7D-6C4F-9740-0BF2-9521EB79F4AB}"/>
                  </a:ext>
                </a:extLst>
              </p:cNvPr>
              <p:cNvSpPr/>
              <p:nvPr/>
            </p:nvSpPr>
            <p:spPr>
              <a:xfrm>
                <a:off x="3431234" y="1904245"/>
                <a:ext cx="914762" cy="930536"/>
              </a:xfrm>
              <a:custGeom>
                <a:avLst/>
                <a:gdLst/>
                <a:ahLst/>
                <a:cxnLst/>
                <a:rect l="0" t="0" r="0" b="0"/>
                <a:pathLst>
                  <a:path w="914762" h="930536">
                    <a:moveTo>
                      <a:pt x="914400" y="914400"/>
                    </a:moveTo>
                    <a:lnTo>
                      <a:pt x="914762" y="914400"/>
                    </a:lnTo>
                    <a:lnTo>
                      <a:pt x="914759" y="918794"/>
                    </a:lnTo>
                    <a:lnTo>
                      <a:pt x="914429" y="930035"/>
                    </a:lnTo>
                    <a:lnTo>
                      <a:pt x="914400" y="930536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6" name="ph3927">
                <a:extLst>
                  <a:ext uri="{FF2B5EF4-FFF2-40B4-BE49-F238E27FC236}">
                    <a16:creationId xmlns:a16="http://schemas.microsoft.com/office/drawing/2014/main" id="{1DE39AC8-6C67-00A5-99A1-CEDC429233A2}"/>
                  </a:ext>
                </a:extLst>
              </p:cNvPr>
              <p:cNvSpPr/>
              <p:nvPr/>
            </p:nvSpPr>
            <p:spPr>
              <a:xfrm>
                <a:off x="2288965" y="188667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97" y="931969"/>
                    </a:lnTo>
                    <a:lnTo>
                      <a:pt x="908247" y="922728"/>
                    </a:lnTo>
                    <a:lnTo>
                      <a:pt x="906995" y="915332"/>
                    </a:lnTo>
                    <a:lnTo>
                      <a:pt x="906566" y="914684"/>
                    </a:lnTo>
                    <a:lnTo>
                      <a:pt x="906397" y="914400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7" name="ph3928">
                <a:extLst>
                  <a:ext uri="{FF2B5EF4-FFF2-40B4-BE49-F238E27FC236}">
                    <a16:creationId xmlns:a16="http://schemas.microsoft.com/office/drawing/2014/main" id="{1D7192A3-B28E-7620-5E08-005AEEB885C3}"/>
                  </a:ext>
                </a:extLst>
              </p:cNvPr>
              <p:cNvSpPr/>
              <p:nvPr/>
            </p:nvSpPr>
            <p:spPr>
              <a:xfrm>
                <a:off x="228896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8" name="ph3929">
                <a:extLst>
                  <a:ext uri="{FF2B5EF4-FFF2-40B4-BE49-F238E27FC236}">
                    <a16:creationId xmlns:a16="http://schemas.microsoft.com/office/drawing/2014/main" id="{400B5378-FD14-C819-AE05-4A8AECB1174C}"/>
                  </a:ext>
                </a:extLst>
              </p:cNvPr>
              <p:cNvSpPr/>
              <p:nvPr/>
            </p:nvSpPr>
            <p:spPr>
              <a:xfrm>
                <a:off x="229840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9" name="ph3930">
                <a:extLst>
                  <a:ext uri="{FF2B5EF4-FFF2-40B4-BE49-F238E27FC236}">
                    <a16:creationId xmlns:a16="http://schemas.microsoft.com/office/drawing/2014/main" id="{3DEA4B36-3EA4-4326-10AC-6684A7D50952}"/>
                  </a:ext>
                </a:extLst>
              </p:cNvPr>
              <p:cNvSpPr/>
              <p:nvPr/>
            </p:nvSpPr>
            <p:spPr>
              <a:xfrm>
                <a:off x="230784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0" name="ph3931">
                <a:extLst>
                  <a:ext uri="{FF2B5EF4-FFF2-40B4-BE49-F238E27FC236}">
                    <a16:creationId xmlns:a16="http://schemas.microsoft.com/office/drawing/2014/main" id="{20AF66B7-FD80-D353-35C2-704B315D0F2A}"/>
                  </a:ext>
                </a:extLst>
              </p:cNvPr>
              <p:cNvSpPr/>
              <p:nvPr/>
            </p:nvSpPr>
            <p:spPr>
              <a:xfrm>
                <a:off x="231728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1" name="ph3932">
                <a:extLst>
                  <a:ext uri="{FF2B5EF4-FFF2-40B4-BE49-F238E27FC236}">
                    <a16:creationId xmlns:a16="http://schemas.microsoft.com/office/drawing/2014/main" id="{D229112A-010D-B63F-B7B5-A0F6DAE95BE6}"/>
                  </a:ext>
                </a:extLst>
              </p:cNvPr>
              <p:cNvSpPr/>
              <p:nvPr/>
            </p:nvSpPr>
            <p:spPr>
              <a:xfrm>
                <a:off x="232672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2" name="ph3933">
                <a:extLst>
                  <a:ext uri="{FF2B5EF4-FFF2-40B4-BE49-F238E27FC236}">
                    <a16:creationId xmlns:a16="http://schemas.microsoft.com/office/drawing/2014/main" id="{390C2C0A-FDEC-41F7-D6C3-20F7AE88B054}"/>
                  </a:ext>
                </a:extLst>
              </p:cNvPr>
              <p:cNvSpPr/>
              <p:nvPr/>
            </p:nvSpPr>
            <p:spPr>
              <a:xfrm>
                <a:off x="233616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3" name="ph3934">
                <a:extLst>
                  <a:ext uri="{FF2B5EF4-FFF2-40B4-BE49-F238E27FC236}">
                    <a16:creationId xmlns:a16="http://schemas.microsoft.com/office/drawing/2014/main" id="{50992A69-0990-0F62-6E74-912AAF44A876}"/>
                  </a:ext>
                </a:extLst>
              </p:cNvPr>
              <p:cNvSpPr/>
              <p:nvPr/>
            </p:nvSpPr>
            <p:spPr>
              <a:xfrm>
                <a:off x="234560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4" name="ph3935">
                <a:extLst>
                  <a:ext uri="{FF2B5EF4-FFF2-40B4-BE49-F238E27FC236}">
                    <a16:creationId xmlns:a16="http://schemas.microsoft.com/office/drawing/2014/main" id="{6C6E4F5D-CE52-38AA-24EE-3D9876BAC208}"/>
                  </a:ext>
                </a:extLst>
              </p:cNvPr>
              <p:cNvSpPr/>
              <p:nvPr/>
            </p:nvSpPr>
            <p:spPr>
              <a:xfrm>
                <a:off x="235504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5" name="ph3936">
                <a:extLst>
                  <a:ext uri="{FF2B5EF4-FFF2-40B4-BE49-F238E27FC236}">
                    <a16:creationId xmlns:a16="http://schemas.microsoft.com/office/drawing/2014/main" id="{369F8B17-83F6-F513-03E6-367C3C4D5497}"/>
                  </a:ext>
                </a:extLst>
              </p:cNvPr>
              <p:cNvSpPr/>
              <p:nvPr/>
            </p:nvSpPr>
            <p:spPr>
              <a:xfrm>
                <a:off x="236448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6" name="ph3937">
                <a:extLst>
                  <a:ext uri="{FF2B5EF4-FFF2-40B4-BE49-F238E27FC236}">
                    <a16:creationId xmlns:a16="http://schemas.microsoft.com/office/drawing/2014/main" id="{17160BB5-58E9-A790-13EB-03E305AD8BCF}"/>
                  </a:ext>
                </a:extLst>
              </p:cNvPr>
              <p:cNvSpPr/>
              <p:nvPr/>
            </p:nvSpPr>
            <p:spPr>
              <a:xfrm>
                <a:off x="237392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7" name="ph3938">
                <a:extLst>
                  <a:ext uri="{FF2B5EF4-FFF2-40B4-BE49-F238E27FC236}">
                    <a16:creationId xmlns:a16="http://schemas.microsoft.com/office/drawing/2014/main" id="{28DD3190-8E46-3215-D970-BFE6662F5185}"/>
                  </a:ext>
                </a:extLst>
              </p:cNvPr>
              <p:cNvSpPr/>
              <p:nvPr/>
            </p:nvSpPr>
            <p:spPr>
              <a:xfrm>
                <a:off x="238336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8" name="ph3939">
                <a:extLst>
                  <a:ext uri="{FF2B5EF4-FFF2-40B4-BE49-F238E27FC236}">
                    <a16:creationId xmlns:a16="http://schemas.microsoft.com/office/drawing/2014/main" id="{99693960-64FE-59DD-5B45-1D2C15A4A982}"/>
                  </a:ext>
                </a:extLst>
              </p:cNvPr>
              <p:cNvSpPr/>
              <p:nvPr/>
            </p:nvSpPr>
            <p:spPr>
              <a:xfrm>
                <a:off x="239280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9" name="ph3940">
                <a:extLst>
                  <a:ext uri="{FF2B5EF4-FFF2-40B4-BE49-F238E27FC236}">
                    <a16:creationId xmlns:a16="http://schemas.microsoft.com/office/drawing/2014/main" id="{D6343271-B322-7C5B-297B-01DF1827925F}"/>
                  </a:ext>
                </a:extLst>
              </p:cNvPr>
              <p:cNvSpPr/>
              <p:nvPr/>
            </p:nvSpPr>
            <p:spPr>
              <a:xfrm>
                <a:off x="240224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0" name="ph3941">
                <a:extLst>
                  <a:ext uri="{FF2B5EF4-FFF2-40B4-BE49-F238E27FC236}">
                    <a16:creationId xmlns:a16="http://schemas.microsoft.com/office/drawing/2014/main" id="{2DE3A222-2627-4A9C-61F2-BE4AC5872F9B}"/>
                  </a:ext>
                </a:extLst>
              </p:cNvPr>
              <p:cNvSpPr/>
              <p:nvPr/>
            </p:nvSpPr>
            <p:spPr>
              <a:xfrm>
                <a:off x="241168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1" name="ph3942">
                <a:extLst>
                  <a:ext uri="{FF2B5EF4-FFF2-40B4-BE49-F238E27FC236}">
                    <a16:creationId xmlns:a16="http://schemas.microsoft.com/office/drawing/2014/main" id="{7B72F58E-B6AC-6164-8A28-648F21D96102}"/>
                  </a:ext>
                </a:extLst>
              </p:cNvPr>
              <p:cNvSpPr/>
              <p:nvPr/>
            </p:nvSpPr>
            <p:spPr>
              <a:xfrm>
                <a:off x="242112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2" name="ph3943">
                <a:extLst>
                  <a:ext uri="{FF2B5EF4-FFF2-40B4-BE49-F238E27FC236}">
                    <a16:creationId xmlns:a16="http://schemas.microsoft.com/office/drawing/2014/main" id="{B10DC27E-1EF3-3B85-9819-0CEE050971F6}"/>
                  </a:ext>
                </a:extLst>
              </p:cNvPr>
              <p:cNvSpPr/>
              <p:nvPr/>
            </p:nvSpPr>
            <p:spPr>
              <a:xfrm>
                <a:off x="243056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3" name="ph3944">
                <a:extLst>
                  <a:ext uri="{FF2B5EF4-FFF2-40B4-BE49-F238E27FC236}">
                    <a16:creationId xmlns:a16="http://schemas.microsoft.com/office/drawing/2014/main" id="{BC012C7A-0EEF-2EA1-6D05-C19AD6BE5994}"/>
                  </a:ext>
                </a:extLst>
              </p:cNvPr>
              <p:cNvSpPr/>
              <p:nvPr/>
            </p:nvSpPr>
            <p:spPr>
              <a:xfrm>
                <a:off x="244000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4" name="ph3945">
                <a:extLst>
                  <a:ext uri="{FF2B5EF4-FFF2-40B4-BE49-F238E27FC236}">
                    <a16:creationId xmlns:a16="http://schemas.microsoft.com/office/drawing/2014/main" id="{26B9F5B1-C822-0F0A-8C34-3A8FA8E7C5E7}"/>
                  </a:ext>
                </a:extLst>
              </p:cNvPr>
              <p:cNvSpPr/>
              <p:nvPr/>
            </p:nvSpPr>
            <p:spPr>
              <a:xfrm>
                <a:off x="244944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5" name="ph3946">
                <a:extLst>
                  <a:ext uri="{FF2B5EF4-FFF2-40B4-BE49-F238E27FC236}">
                    <a16:creationId xmlns:a16="http://schemas.microsoft.com/office/drawing/2014/main" id="{B4DAD816-EAD4-4CCE-89DC-AE5BCC691592}"/>
                  </a:ext>
                </a:extLst>
              </p:cNvPr>
              <p:cNvSpPr/>
              <p:nvPr/>
            </p:nvSpPr>
            <p:spPr>
              <a:xfrm>
                <a:off x="245889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6" name="ph3947">
                <a:extLst>
                  <a:ext uri="{FF2B5EF4-FFF2-40B4-BE49-F238E27FC236}">
                    <a16:creationId xmlns:a16="http://schemas.microsoft.com/office/drawing/2014/main" id="{6E590C71-3240-E7D4-C22D-266F78A48641}"/>
                  </a:ext>
                </a:extLst>
              </p:cNvPr>
              <p:cNvSpPr/>
              <p:nvPr/>
            </p:nvSpPr>
            <p:spPr>
              <a:xfrm>
                <a:off x="246833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7" name="ph3948">
                <a:extLst>
                  <a:ext uri="{FF2B5EF4-FFF2-40B4-BE49-F238E27FC236}">
                    <a16:creationId xmlns:a16="http://schemas.microsoft.com/office/drawing/2014/main" id="{B8707CE0-81E3-7E65-BFE0-FAA197057402}"/>
                  </a:ext>
                </a:extLst>
              </p:cNvPr>
              <p:cNvSpPr/>
              <p:nvPr/>
            </p:nvSpPr>
            <p:spPr>
              <a:xfrm>
                <a:off x="247777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8" name="ph3949">
                <a:extLst>
                  <a:ext uri="{FF2B5EF4-FFF2-40B4-BE49-F238E27FC236}">
                    <a16:creationId xmlns:a16="http://schemas.microsoft.com/office/drawing/2014/main" id="{0801CCAA-22B0-C1FA-30E8-EF59AC264F43}"/>
                  </a:ext>
                </a:extLst>
              </p:cNvPr>
              <p:cNvSpPr/>
              <p:nvPr/>
            </p:nvSpPr>
            <p:spPr>
              <a:xfrm>
                <a:off x="248721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9" name="ph3950">
                <a:extLst>
                  <a:ext uri="{FF2B5EF4-FFF2-40B4-BE49-F238E27FC236}">
                    <a16:creationId xmlns:a16="http://schemas.microsoft.com/office/drawing/2014/main" id="{E4DA3D6E-4033-F25C-F4FA-375C2B0A8AD6}"/>
                  </a:ext>
                </a:extLst>
              </p:cNvPr>
              <p:cNvSpPr/>
              <p:nvPr/>
            </p:nvSpPr>
            <p:spPr>
              <a:xfrm>
                <a:off x="249665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0" name="ph3951">
                <a:extLst>
                  <a:ext uri="{FF2B5EF4-FFF2-40B4-BE49-F238E27FC236}">
                    <a16:creationId xmlns:a16="http://schemas.microsoft.com/office/drawing/2014/main" id="{B1756CBE-26C4-B4F9-1BBC-F26415CDD836}"/>
                  </a:ext>
                </a:extLst>
              </p:cNvPr>
              <p:cNvSpPr/>
              <p:nvPr/>
            </p:nvSpPr>
            <p:spPr>
              <a:xfrm>
                <a:off x="250609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1" name="ph3952">
                <a:extLst>
                  <a:ext uri="{FF2B5EF4-FFF2-40B4-BE49-F238E27FC236}">
                    <a16:creationId xmlns:a16="http://schemas.microsoft.com/office/drawing/2014/main" id="{C8AFD39A-EF0C-5365-1DB9-ECD83F91263A}"/>
                  </a:ext>
                </a:extLst>
              </p:cNvPr>
              <p:cNvSpPr/>
              <p:nvPr/>
            </p:nvSpPr>
            <p:spPr>
              <a:xfrm>
                <a:off x="251553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2" name="ph3953">
                <a:extLst>
                  <a:ext uri="{FF2B5EF4-FFF2-40B4-BE49-F238E27FC236}">
                    <a16:creationId xmlns:a16="http://schemas.microsoft.com/office/drawing/2014/main" id="{34A2DEF4-36C8-F406-287B-12989066C12B}"/>
                  </a:ext>
                </a:extLst>
              </p:cNvPr>
              <p:cNvSpPr/>
              <p:nvPr/>
            </p:nvSpPr>
            <p:spPr>
              <a:xfrm>
                <a:off x="252497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3" name="ph3954">
                <a:extLst>
                  <a:ext uri="{FF2B5EF4-FFF2-40B4-BE49-F238E27FC236}">
                    <a16:creationId xmlns:a16="http://schemas.microsoft.com/office/drawing/2014/main" id="{854D9CCB-DAED-6F5F-A967-92EA83590B0E}"/>
                  </a:ext>
                </a:extLst>
              </p:cNvPr>
              <p:cNvSpPr/>
              <p:nvPr/>
            </p:nvSpPr>
            <p:spPr>
              <a:xfrm>
                <a:off x="253441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4" name="ph3955">
                <a:extLst>
                  <a:ext uri="{FF2B5EF4-FFF2-40B4-BE49-F238E27FC236}">
                    <a16:creationId xmlns:a16="http://schemas.microsoft.com/office/drawing/2014/main" id="{4757045D-CE69-B690-AFDB-63310D02BEF7}"/>
                  </a:ext>
                </a:extLst>
              </p:cNvPr>
              <p:cNvSpPr/>
              <p:nvPr/>
            </p:nvSpPr>
            <p:spPr>
              <a:xfrm>
                <a:off x="254385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5" name="ph3956">
                <a:extLst>
                  <a:ext uri="{FF2B5EF4-FFF2-40B4-BE49-F238E27FC236}">
                    <a16:creationId xmlns:a16="http://schemas.microsoft.com/office/drawing/2014/main" id="{EBDB8CBE-2CED-8CD1-1DDA-90E1EE67922D}"/>
                  </a:ext>
                </a:extLst>
              </p:cNvPr>
              <p:cNvSpPr/>
              <p:nvPr/>
            </p:nvSpPr>
            <p:spPr>
              <a:xfrm>
                <a:off x="255329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6" name="ph3957">
                <a:extLst>
                  <a:ext uri="{FF2B5EF4-FFF2-40B4-BE49-F238E27FC236}">
                    <a16:creationId xmlns:a16="http://schemas.microsoft.com/office/drawing/2014/main" id="{F9C265D9-FAAB-E211-36B7-FB3A6CC2B422}"/>
                  </a:ext>
                </a:extLst>
              </p:cNvPr>
              <p:cNvSpPr/>
              <p:nvPr/>
            </p:nvSpPr>
            <p:spPr>
              <a:xfrm>
                <a:off x="2572172" y="190424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262" y="896830"/>
                    </a:lnTo>
                    <a:lnTo>
                      <a:pt x="908395" y="897121"/>
                    </a:lnTo>
                    <a:lnTo>
                      <a:pt x="908597" y="897567"/>
                    </a:lnTo>
                    <a:lnTo>
                      <a:pt x="908800" y="898013"/>
                    </a:lnTo>
                    <a:lnTo>
                      <a:pt x="909002" y="898459"/>
                    </a:lnTo>
                    <a:lnTo>
                      <a:pt x="909205" y="898904"/>
                    </a:lnTo>
                    <a:lnTo>
                      <a:pt x="909407" y="899350"/>
                    </a:lnTo>
                    <a:lnTo>
                      <a:pt x="909610" y="899796"/>
                    </a:lnTo>
                    <a:lnTo>
                      <a:pt x="909812" y="900242"/>
                    </a:lnTo>
                    <a:lnTo>
                      <a:pt x="910015" y="900687"/>
                    </a:lnTo>
                    <a:lnTo>
                      <a:pt x="910217" y="901133"/>
                    </a:lnTo>
                    <a:lnTo>
                      <a:pt x="910419" y="901579"/>
                    </a:lnTo>
                    <a:lnTo>
                      <a:pt x="910622" y="902024"/>
                    </a:lnTo>
                    <a:lnTo>
                      <a:pt x="910824" y="902470"/>
                    </a:lnTo>
                    <a:lnTo>
                      <a:pt x="911027" y="902916"/>
                    </a:lnTo>
                    <a:lnTo>
                      <a:pt x="911229" y="903362"/>
                    </a:lnTo>
                    <a:lnTo>
                      <a:pt x="911431" y="903808"/>
                    </a:lnTo>
                    <a:lnTo>
                      <a:pt x="911634" y="904253"/>
                    </a:lnTo>
                    <a:lnTo>
                      <a:pt x="911836" y="904699"/>
                    </a:lnTo>
                    <a:lnTo>
                      <a:pt x="912038" y="905145"/>
                    </a:lnTo>
                    <a:lnTo>
                      <a:pt x="912241" y="905591"/>
                    </a:lnTo>
                    <a:lnTo>
                      <a:pt x="912443" y="906036"/>
                    </a:lnTo>
                    <a:lnTo>
                      <a:pt x="912645" y="906482"/>
                    </a:lnTo>
                    <a:lnTo>
                      <a:pt x="912847" y="906928"/>
                    </a:lnTo>
                    <a:lnTo>
                      <a:pt x="913049" y="907374"/>
                    </a:lnTo>
                    <a:lnTo>
                      <a:pt x="913252" y="907820"/>
                    </a:lnTo>
                    <a:lnTo>
                      <a:pt x="913454" y="908265"/>
                    </a:lnTo>
                    <a:lnTo>
                      <a:pt x="913656" y="908711"/>
                    </a:lnTo>
                    <a:lnTo>
                      <a:pt x="913858" y="909157"/>
                    </a:lnTo>
                    <a:lnTo>
                      <a:pt x="914060" y="909603"/>
                    </a:lnTo>
                    <a:lnTo>
                      <a:pt x="914263" y="910049"/>
                    </a:lnTo>
                    <a:lnTo>
                      <a:pt x="914400" y="910351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7" name="ph3958">
                <a:extLst>
                  <a:ext uri="{FF2B5EF4-FFF2-40B4-BE49-F238E27FC236}">
                    <a16:creationId xmlns:a16="http://schemas.microsoft.com/office/drawing/2014/main" id="{F60108DF-5071-3641-8AA5-DF6DD296B4DD}"/>
                  </a:ext>
                </a:extLst>
              </p:cNvPr>
              <p:cNvSpPr/>
              <p:nvPr/>
            </p:nvSpPr>
            <p:spPr>
              <a:xfrm>
                <a:off x="2572172" y="1904245"/>
                <a:ext cx="9162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35" h="914400">
                    <a:moveTo>
                      <a:pt x="914400" y="914400"/>
                    </a:moveTo>
                    <a:lnTo>
                      <a:pt x="914400" y="910351"/>
                    </a:lnTo>
                    <a:lnTo>
                      <a:pt x="914465" y="910494"/>
                    </a:lnTo>
                    <a:lnTo>
                      <a:pt x="914667" y="910940"/>
                    </a:lnTo>
                    <a:lnTo>
                      <a:pt x="914869" y="911386"/>
                    </a:lnTo>
                    <a:lnTo>
                      <a:pt x="915071" y="911832"/>
                    </a:lnTo>
                    <a:lnTo>
                      <a:pt x="915273" y="912278"/>
                    </a:lnTo>
                    <a:lnTo>
                      <a:pt x="915475" y="912723"/>
                    </a:lnTo>
                    <a:lnTo>
                      <a:pt x="915677" y="913169"/>
                    </a:lnTo>
                    <a:lnTo>
                      <a:pt x="915879" y="913615"/>
                    </a:lnTo>
                    <a:lnTo>
                      <a:pt x="916081" y="914061"/>
                    </a:lnTo>
                    <a:lnTo>
                      <a:pt x="916235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8" name="ph3959">
                <a:extLst>
                  <a:ext uri="{FF2B5EF4-FFF2-40B4-BE49-F238E27FC236}">
                    <a16:creationId xmlns:a16="http://schemas.microsoft.com/office/drawing/2014/main" id="{4896B58A-8DDD-A5AF-A9BF-9F8FC50E1836}"/>
                  </a:ext>
                </a:extLst>
              </p:cNvPr>
              <p:cNvSpPr/>
              <p:nvPr/>
            </p:nvSpPr>
            <p:spPr>
              <a:xfrm>
                <a:off x="3185788" y="188667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195" y="931969"/>
                    </a:lnTo>
                    <a:lnTo>
                      <a:pt x="910835" y="924867"/>
                    </a:lnTo>
                    <a:lnTo>
                      <a:pt x="913500" y="914830"/>
                    </a:lnTo>
                    <a:lnTo>
                      <a:pt x="913631" y="914400"/>
                    </a:lnTo>
                    <a:close/>
                  </a:path>
                </a:pathLst>
              </a:custGeom>
              <a:solidFill>
                <a:srgbClr val="DF4731">
                  <a:alpha val="100000"/>
                </a:srgbClr>
              </a:solidFill>
              <a:ln w="5420" cap="flat">
                <a:solidFill>
                  <a:srgbClr val="DF473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9" name="ph3960">
                <a:extLst>
                  <a:ext uri="{FF2B5EF4-FFF2-40B4-BE49-F238E27FC236}">
                    <a16:creationId xmlns:a16="http://schemas.microsoft.com/office/drawing/2014/main" id="{9004D1C5-486D-25F9-AA65-F01456116823}"/>
                  </a:ext>
                </a:extLst>
              </p:cNvPr>
              <p:cNvSpPr/>
              <p:nvPr/>
            </p:nvSpPr>
            <p:spPr>
              <a:xfrm>
                <a:off x="318578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4630">
                  <a:alpha val="100000"/>
                </a:srgbClr>
              </a:solidFill>
              <a:ln w="5420" cap="flat">
                <a:solidFill>
                  <a:srgbClr val="DF46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0" name="ph3961">
                <a:extLst>
                  <a:ext uri="{FF2B5EF4-FFF2-40B4-BE49-F238E27FC236}">
                    <a16:creationId xmlns:a16="http://schemas.microsoft.com/office/drawing/2014/main" id="{14324BC0-D61B-AC5A-A31D-3E460671E745}"/>
                  </a:ext>
                </a:extLst>
              </p:cNvPr>
              <p:cNvSpPr/>
              <p:nvPr/>
            </p:nvSpPr>
            <p:spPr>
              <a:xfrm>
                <a:off x="319522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1" name="ph3962">
                <a:extLst>
                  <a:ext uri="{FF2B5EF4-FFF2-40B4-BE49-F238E27FC236}">
                    <a16:creationId xmlns:a16="http://schemas.microsoft.com/office/drawing/2014/main" id="{15DEF3B2-1AB5-1965-195C-56CF085A8165}"/>
                  </a:ext>
                </a:extLst>
              </p:cNvPr>
              <p:cNvSpPr/>
              <p:nvPr/>
            </p:nvSpPr>
            <p:spPr>
              <a:xfrm>
                <a:off x="320466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2" name="ph3963">
                <a:extLst>
                  <a:ext uri="{FF2B5EF4-FFF2-40B4-BE49-F238E27FC236}">
                    <a16:creationId xmlns:a16="http://schemas.microsoft.com/office/drawing/2014/main" id="{79493495-9510-6129-6753-AC9C0BF27A8D}"/>
                  </a:ext>
                </a:extLst>
              </p:cNvPr>
              <p:cNvSpPr/>
              <p:nvPr/>
            </p:nvSpPr>
            <p:spPr>
              <a:xfrm>
                <a:off x="321410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3" name="ph3964">
                <a:extLst>
                  <a:ext uri="{FF2B5EF4-FFF2-40B4-BE49-F238E27FC236}">
                    <a16:creationId xmlns:a16="http://schemas.microsoft.com/office/drawing/2014/main" id="{71242D59-6DFE-3A37-515B-993ED541D3DF}"/>
                  </a:ext>
                </a:extLst>
              </p:cNvPr>
              <p:cNvSpPr/>
              <p:nvPr/>
            </p:nvSpPr>
            <p:spPr>
              <a:xfrm>
                <a:off x="322354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4" name="ph3965">
                <a:extLst>
                  <a:ext uri="{FF2B5EF4-FFF2-40B4-BE49-F238E27FC236}">
                    <a16:creationId xmlns:a16="http://schemas.microsoft.com/office/drawing/2014/main" id="{0961F41E-1E2B-C53A-7DBF-4BEF34312B9B}"/>
                  </a:ext>
                </a:extLst>
              </p:cNvPr>
              <p:cNvSpPr/>
              <p:nvPr/>
            </p:nvSpPr>
            <p:spPr>
              <a:xfrm>
                <a:off x="323298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5" name="ph3966">
                <a:extLst>
                  <a:ext uri="{FF2B5EF4-FFF2-40B4-BE49-F238E27FC236}">
                    <a16:creationId xmlns:a16="http://schemas.microsoft.com/office/drawing/2014/main" id="{C2320790-11F6-0015-CB69-EC8866DCAA2C}"/>
                  </a:ext>
                </a:extLst>
              </p:cNvPr>
              <p:cNvSpPr/>
              <p:nvPr/>
            </p:nvSpPr>
            <p:spPr>
              <a:xfrm>
                <a:off x="324242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6" name="ph3967">
                <a:extLst>
                  <a:ext uri="{FF2B5EF4-FFF2-40B4-BE49-F238E27FC236}">
                    <a16:creationId xmlns:a16="http://schemas.microsoft.com/office/drawing/2014/main" id="{0D5B1E0A-7CAB-A511-E997-EC095328D965}"/>
                  </a:ext>
                </a:extLst>
              </p:cNvPr>
              <p:cNvSpPr/>
              <p:nvPr/>
            </p:nvSpPr>
            <p:spPr>
              <a:xfrm>
                <a:off x="325187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7" name="ph3968">
                <a:extLst>
                  <a:ext uri="{FF2B5EF4-FFF2-40B4-BE49-F238E27FC236}">
                    <a16:creationId xmlns:a16="http://schemas.microsoft.com/office/drawing/2014/main" id="{C3A90671-2468-5CE9-D706-54A8BB82F76F}"/>
                  </a:ext>
                </a:extLst>
              </p:cNvPr>
              <p:cNvSpPr/>
              <p:nvPr/>
            </p:nvSpPr>
            <p:spPr>
              <a:xfrm>
                <a:off x="326131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8" name="ph3969">
                <a:extLst>
                  <a:ext uri="{FF2B5EF4-FFF2-40B4-BE49-F238E27FC236}">
                    <a16:creationId xmlns:a16="http://schemas.microsoft.com/office/drawing/2014/main" id="{00EE6BFC-EF9D-5CE6-18AA-BA830DA5F496}"/>
                  </a:ext>
                </a:extLst>
              </p:cNvPr>
              <p:cNvSpPr/>
              <p:nvPr/>
            </p:nvSpPr>
            <p:spPr>
              <a:xfrm>
                <a:off x="327075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9" name="ph3970">
                <a:extLst>
                  <a:ext uri="{FF2B5EF4-FFF2-40B4-BE49-F238E27FC236}">
                    <a16:creationId xmlns:a16="http://schemas.microsoft.com/office/drawing/2014/main" id="{54781BA8-D870-16B1-4604-12122D34934D}"/>
                  </a:ext>
                </a:extLst>
              </p:cNvPr>
              <p:cNvSpPr/>
              <p:nvPr/>
            </p:nvSpPr>
            <p:spPr>
              <a:xfrm>
                <a:off x="328019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0" name="ph3971">
                <a:extLst>
                  <a:ext uri="{FF2B5EF4-FFF2-40B4-BE49-F238E27FC236}">
                    <a16:creationId xmlns:a16="http://schemas.microsoft.com/office/drawing/2014/main" id="{172756F1-C6F6-C344-9004-40BD573CC548}"/>
                  </a:ext>
                </a:extLst>
              </p:cNvPr>
              <p:cNvSpPr/>
              <p:nvPr/>
            </p:nvSpPr>
            <p:spPr>
              <a:xfrm>
                <a:off x="328963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1" name="ph3972">
                <a:extLst>
                  <a:ext uri="{FF2B5EF4-FFF2-40B4-BE49-F238E27FC236}">
                    <a16:creationId xmlns:a16="http://schemas.microsoft.com/office/drawing/2014/main" id="{87A8EFD0-F032-1C33-1296-1BB1CBD21658}"/>
                  </a:ext>
                </a:extLst>
              </p:cNvPr>
              <p:cNvSpPr/>
              <p:nvPr/>
            </p:nvSpPr>
            <p:spPr>
              <a:xfrm>
                <a:off x="329907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2" name="ph3973">
                <a:extLst>
                  <a:ext uri="{FF2B5EF4-FFF2-40B4-BE49-F238E27FC236}">
                    <a16:creationId xmlns:a16="http://schemas.microsoft.com/office/drawing/2014/main" id="{EFF497A7-C05F-AC95-09B8-0ABDEEB2833B}"/>
                  </a:ext>
                </a:extLst>
              </p:cNvPr>
              <p:cNvSpPr/>
              <p:nvPr/>
            </p:nvSpPr>
            <p:spPr>
              <a:xfrm>
                <a:off x="330851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3" name="ph3974">
                <a:extLst>
                  <a:ext uri="{FF2B5EF4-FFF2-40B4-BE49-F238E27FC236}">
                    <a16:creationId xmlns:a16="http://schemas.microsoft.com/office/drawing/2014/main" id="{5FA92395-0B23-CDB5-D973-83BAEC5E28F6}"/>
                  </a:ext>
                </a:extLst>
              </p:cNvPr>
              <p:cNvSpPr/>
              <p:nvPr/>
            </p:nvSpPr>
            <p:spPr>
              <a:xfrm>
                <a:off x="331795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4" name="ph3975">
                <a:extLst>
                  <a:ext uri="{FF2B5EF4-FFF2-40B4-BE49-F238E27FC236}">
                    <a16:creationId xmlns:a16="http://schemas.microsoft.com/office/drawing/2014/main" id="{73F1A0CB-4B57-5D96-9FBB-B9495966B355}"/>
                  </a:ext>
                </a:extLst>
              </p:cNvPr>
              <p:cNvSpPr/>
              <p:nvPr/>
            </p:nvSpPr>
            <p:spPr>
              <a:xfrm>
                <a:off x="332739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5" name="ph3976">
                <a:extLst>
                  <a:ext uri="{FF2B5EF4-FFF2-40B4-BE49-F238E27FC236}">
                    <a16:creationId xmlns:a16="http://schemas.microsoft.com/office/drawing/2014/main" id="{6A8ADE4A-0CFC-A86D-DDA0-7A696913CA69}"/>
                  </a:ext>
                </a:extLst>
              </p:cNvPr>
              <p:cNvSpPr/>
              <p:nvPr/>
            </p:nvSpPr>
            <p:spPr>
              <a:xfrm>
                <a:off x="333683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6" name="ph3977">
                <a:extLst>
                  <a:ext uri="{FF2B5EF4-FFF2-40B4-BE49-F238E27FC236}">
                    <a16:creationId xmlns:a16="http://schemas.microsoft.com/office/drawing/2014/main" id="{83070225-B8C1-B3B8-A4BE-BCBD80FB9F85}"/>
                  </a:ext>
                </a:extLst>
              </p:cNvPr>
              <p:cNvSpPr/>
              <p:nvPr/>
            </p:nvSpPr>
            <p:spPr>
              <a:xfrm>
                <a:off x="334627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7" name="ph3978">
                <a:extLst>
                  <a:ext uri="{FF2B5EF4-FFF2-40B4-BE49-F238E27FC236}">
                    <a16:creationId xmlns:a16="http://schemas.microsoft.com/office/drawing/2014/main" id="{FCDBF5C4-DE32-D159-60A6-B28769AF1707}"/>
                  </a:ext>
                </a:extLst>
              </p:cNvPr>
              <p:cNvSpPr/>
              <p:nvPr/>
            </p:nvSpPr>
            <p:spPr>
              <a:xfrm>
                <a:off x="335571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8" name="ph3979">
                <a:extLst>
                  <a:ext uri="{FF2B5EF4-FFF2-40B4-BE49-F238E27FC236}">
                    <a16:creationId xmlns:a16="http://schemas.microsoft.com/office/drawing/2014/main" id="{AA69C8E1-87B7-ED64-55E8-ABF601D090ED}"/>
                  </a:ext>
                </a:extLst>
              </p:cNvPr>
              <p:cNvSpPr/>
              <p:nvPr/>
            </p:nvSpPr>
            <p:spPr>
              <a:xfrm>
                <a:off x="336515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9" name="ph3980">
                <a:extLst>
                  <a:ext uri="{FF2B5EF4-FFF2-40B4-BE49-F238E27FC236}">
                    <a16:creationId xmlns:a16="http://schemas.microsoft.com/office/drawing/2014/main" id="{0721DC09-A850-4FC3-BEEE-71405B1B4075}"/>
                  </a:ext>
                </a:extLst>
              </p:cNvPr>
              <p:cNvSpPr/>
              <p:nvPr/>
            </p:nvSpPr>
            <p:spPr>
              <a:xfrm>
                <a:off x="337459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0" name="ph3981">
                <a:extLst>
                  <a:ext uri="{FF2B5EF4-FFF2-40B4-BE49-F238E27FC236}">
                    <a16:creationId xmlns:a16="http://schemas.microsoft.com/office/drawing/2014/main" id="{BFA2B43E-37F5-95DC-7DD3-CF0039E83EAF}"/>
                  </a:ext>
                </a:extLst>
              </p:cNvPr>
              <p:cNvSpPr/>
              <p:nvPr/>
            </p:nvSpPr>
            <p:spPr>
              <a:xfrm>
                <a:off x="338403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1" name="ph3982">
                <a:extLst>
                  <a:ext uri="{FF2B5EF4-FFF2-40B4-BE49-F238E27FC236}">
                    <a16:creationId xmlns:a16="http://schemas.microsoft.com/office/drawing/2014/main" id="{A2611817-E434-9C05-5AB1-D7FD61AE39FA}"/>
                  </a:ext>
                </a:extLst>
              </p:cNvPr>
              <p:cNvSpPr/>
              <p:nvPr/>
            </p:nvSpPr>
            <p:spPr>
              <a:xfrm>
                <a:off x="339347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2" name="ph3983">
                <a:extLst>
                  <a:ext uri="{FF2B5EF4-FFF2-40B4-BE49-F238E27FC236}">
                    <a16:creationId xmlns:a16="http://schemas.microsoft.com/office/drawing/2014/main" id="{283EA9FB-6D93-3F5D-4BDC-1D919771700F}"/>
                  </a:ext>
                </a:extLst>
              </p:cNvPr>
              <p:cNvSpPr/>
              <p:nvPr/>
            </p:nvSpPr>
            <p:spPr>
              <a:xfrm>
                <a:off x="340291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3" name="ph3984">
                <a:extLst>
                  <a:ext uri="{FF2B5EF4-FFF2-40B4-BE49-F238E27FC236}">
                    <a16:creationId xmlns:a16="http://schemas.microsoft.com/office/drawing/2014/main" id="{9B14F41D-3961-8484-BB39-F70C0D9D5FC9}"/>
                  </a:ext>
                </a:extLst>
              </p:cNvPr>
              <p:cNvSpPr/>
              <p:nvPr/>
            </p:nvSpPr>
            <p:spPr>
              <a:xfrm>
                <a:off x="341235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4" name="ph3985">
                <a:extLst>
                  <a:ext uri="{FF2B5EF4-FFF2-40B4-BE49-F238E27FC236}">
                    <a16:creationId xmlns:a16="http://schemas.microsoft.com/office/drawing/2014/main" id="{8C44E874-7706-2E81-E121-6DF03A33999D}"/>
                  </a:ext>
                </a:extLst>
              </p:cNvPr>
              <p:cNvSpPr/>
              <p:nvPr/>
            </p:nvSpPr>
            <p:spPr>
              <a:xfrm>
                <a:off x="342179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5" name="ph3986">
                <a:extLst>
                  <a:ext uri="{FF2B5EF4-FFF2-40B4-BE49-F238E27FC236}">
                    <a16:creationId xmlns:a16="http://schemas.microsoft.com/office/drawing/2014/main" id="{50B7CFBB-359C-1479-8E40-9B07732B05C2}"/>
                  </a:ext>
                </a:extLst>
              </p:cNvPr>
              <p:cNvSpPr/>
              <p:nvPr/>
            </p:nvSpPr>
            <p:spPr>
              <a:xfrm>
                <a:off x="3431234" y="1904245"/>
                <a:ext cx="9147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7" h="914400">
                    <a:moveTo>
                      <a:pt x="914400" y="914400"/>
                    </a:moveTo>
                    <a:lnTo>
                      <a:pt x="914466" y="896830"/>
                    </a:lnTo>
                    <a:lnTo>
                      <a:pt x="914767" y="907535"/>
                    </a:lnTo>
                    <a:lnTo>
                      <a:pt x="914762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6" name="ph3987">
                <a:extLst>
                  <a:ext uri="{FF2B5EF4-FFF2-40B4-BE49-F238E27FC236}">
                    <a16:creationId xmlns:a16="http://schemas.microsoft.com/office/drawing/2014/main" id="{6BC65561-1946-8971-CE6E-5AA9214FB8BE}"/>
                  </a:ext>
                </a:extLst>
              </p:cNvPr>
              <p:cNvSpPr/>
              <p:nvPr/>
            </p:nvSpPr>
            <p:spPr>
              <a:xfrm>
                <a:off x="2279525" y="1869105"/>
                <a:ext cx="914400" cy="9295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50">
                    <a:moveTo>
                      <a:pt x="914400" y="914400"/>
                    </a:moveTo>
                    <a:lnTo>
                      <a:pt x="914400" y="929550"/>
                    </a:lnTo>
                    <a:lnTo>
                      <a:pt x="911558" y="924770"/>
                    </a:lnTo>
                    <a:lnTo>
                      <a:pt x="907329" y="916860"/>
                    </a:lnTo>
                    <a:lnTo>
                      <a:pt x="906146" y="91440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7" name="ph3988">
                <a:extLst>
                  <a:ext uri="{FF2B5EF4-FFF2-40B4-BE49-F238E27FC236}">
                    <a16:creationId xmlns:a16="http://schemas.microsoft.com/office/drawing/2014/main" id="{7E845FC5-2823-18BB-7175-D249DEBAEBA2}"/>
                  </a:ext>
                </a:extLst>
              </p:cNvPr>
              <p:cNvSpPr/>
              <p:nvPr/>
            </p:nvSpPr>
            <p:spPr>
              <a:xfrm>
                <a:off x="227952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37" y="931969"/>
                    </a:lnTo>
                    <a:lnTo>
                      <a:pt x="914400" y="929550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8" name="ph3989">
                <a:extLst>
                  <a:ext uri="{FF2B5EF4-FFF2-40B4-BE49-F238E27FC236}">
                    <a16:creationId xmlns:a16="http://schemas.microsoft.com/office/drawing/2014/main" id="{D7E35F9D-2CE8-8AD0-6AD9-6B1EA2676B85}"/>
                  </a:ext>
                </a:extLst>
              </p:cNvPr>
              <p:cNvSpPr/>
              <p:nvPr/>
            </p:nvSpPr>
            <p:spPr>
              <a:xfrm>
                <a:off x="228896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9" name="ph3990">
                <a:extLst>
                  <a:ext uri="{FF2B5EF4-FFF2-40B4-BE49-F238E27FC236}">
                    <a16:creationId xmlns:a16="http://schemas.microsoft.com/office/drawing/2014/main" id="{179BA346-0564-8499-72BA-BE951E5AE283}"/>
                  </a:ext>
                </a:extLst>
              </p:cNvPr>
              <p:cNvSpPr/>
              <p:nvPr/>
            </p:nvSpPr>
            <p:spPr>
              <a:xfrm>
                <a:off x="229840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0" name="ph3991">
                <a:extLst>
                  <a:ext uri="{FF2B5EF4-FFF2-40B4-BE49-F238E27FC236}">
                    <a16:creationId xmlns:a16="http://schemas.microsoft.com/office/drawing/2014/main" id="{3F4E43FC-0DE6-1735-F4D9-70F0E38B43B1}"/>
                  </a:ext>
                </a:extLst>
              </p:cNvPr>
              <p:cNvSpPr/>
              <p:nvPr/>
            </p:nvSpPr>
            <p:spPr>
              <a:xfrm>
                <a:off x="230784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1" name="ph3992">
                <a:extLst>
                  <a:ext uri="{FF2B5EF4-FFF2-40B4-BE49-F238E27FC236}">
                    <a16:creationId xmlns:a16="http://schemas.microsoft.com/office/drawing/2014/main" id="{D32D27B4-668D-2E81-E2F4-67EBD979812F}"/>
                  </a:ext>
                </a:extLst>
              </p:cNvPr>
              <p:cNvSpPr/>
              <p:nvPr/>
            </p:nvSpPr>
            <p:spPr>
              <a:xfrm>
                <a:off x="231728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2" name="ph3993">
                <a:extLst>
                  <a:ext uri="{FF2B5EF4-FFF2-40B4-BE49-F238E27FC236}">
                    <a16:creationId xmlns:a16="http://schemas.microsoft.com/office/drawing/2014/main" id="{9B510A04-1D28-74C4-DCCC-DE045131F1CB}"/>
                  </a:ext>
                </a:extLst>
              </p:cNvPr>
              <p:cNvSpPr/>
              <p:nvPr/>
            </p:nvSpPr>
            <p:spPr>
              <a:xfrm>
                <a:off x="232672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3" name="ph3994">
                <a:extLst>
                  <a:ext uri="{FF2B5EF4-FFF2-40B4-BE49-F238E27FC236}">
                    <a16:creationId xmlns:a16="http://schemas.microsoft.com/office/drawing/2014/main" id="{2DE1EE09-2E72-50EB-99F3-3EE1C99D4F3C}"/>
                  </a:ext>
                </a:extLst>
              </p:cNvPr>
              <p:cNvSpPr/>
              <p:nvPr/>
            </p:nvSpPr>
            <p:spPr>
              <a:xfrm>
                <a:off x="233616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4" name="ph3995">
                <a:extLst>
                  <a:ext uri="{FF2B5EF4-FFF2-40B4-BE49-F238E27FC236}">
                    <a16:creationId xmlns:a16="http://schemas.microsoft.com/office/drawing/2014/main" id="{95DD9722-5041-E3B5-220F-2B7CB237564C}"/>
                  </a:ext>
                </a:extLst>
              </p:cNvPr>
              <p:cNvSpPr/>
              <p:nvPr/>
            </p:nvSpPr>
            <p:spPr>
              <a:xfrm>
                <a:off x="234560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5" name="ph3996">
                <a:extLst>
                  <a:ext uri="{FF2B5EF4-FFF2-40B4-BE49-F238E27FC236}">
                    <a16:creationId xmlns:a16="http://schemas.microsoft.com/office/drawing/2014/main" id="{8FEF289A-B9A0-70E6-AEDF-2C541A849053}"/>
                  </a:ext>
                </a:extLst>
              </p:cNvPr>
              <p:cNvSpPr/>
              <p:nvPr/>
            </p:nvSpPr>
            <p:spPr>
              <a:xfrm>
                <a:off x="235504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6" name="ph3997">
                <a:extLst>
                  <a:ext uri="{FF2B5EF4-FFF2-40B4-BE49-F238E27FC236}">
                    <a16:creationId xmlns:a16="http://schemas.microsoft.com/office/drawing/2014/main" id="{2EC37525-B09B-66F6-BC5B-AB8ED13AA1A5}"/>
                  </a:ext>
                </a:extLst>
              </p:cNvPr>
              <p:cNvSpPr/>
              <p:nvPr/>
            </p:nvSpPr>
            <p:spPr>
              <a:xfrm>
                <a:off x="236448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7" name="ph3998">
                <a:extLst>
                  <a:ext uri="{FF2B5EF4-FFF2-40B4-BE49-F238E27FC236}">
                    <a16:creationId xmlns:a16="http://schemas.microsoft.com/office/drawing/2014/main" id="{18B13737-ED48-AAD5-B030-55F7608D9766}"/>
                  </a:ext>
                </a:extLst>
              </p:cNvPr>
              <p:cNvSpPr/>
              <p:nvPr/>
            </p:nvSpPr>
            <p:spPr>
              <a:xfrm>
                <a:off x="237392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8" name="ph3999">
                <a:extLst>
                  <a:ext uri="{FF2B5EF4-FFF2-40B4-BE49-F238E27FC236}">
                    <a16:creationId xmlns:a16="http://schemas.microsoft.com/office/drawing/2014/main" id="{C2D4988B-6C49-7BC6-994A-B3DFD68B45BC}"/>
                  </a:ext>
                </a:extLst>
              </p:cNvPr>
              <p:cNvSpPr/>
              <p:nvPr/>
            </p:nvSpPr>
            <p:spPr>
              <a:xfrm>
                <a:off x="238336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9" name="ph4000">
                <a:extLst>
                  <a:ext uri="{FF2B5EF4-FFF2-40B4-BE49-F238E27FC236}">
                    <a16:creationId xmlns:a16="http://schemas.microsoft.com/office/drawing/2014/main" id="{E978966F-1F18-5527-88D8-CF4F3F04E5B5}"/>
                  </a:ext>
                </a:extLst>
              </p:cNvPr>
              <p:cNvSpPr/>
              <p:nvPr/>
            </p:nvSpPr>
            <p:spPr>
              <a:xfrm>
                <a:off x="239280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0" name="ph4001">
                <a:extLst>
                  <a:ext uri="{FF2B5EF4-FFF2-40B4-BE49-F238E27FC236}">
                    <a16:creationId xmlns:a16="http://schemas.microsoft.com/office/drawing/2014/main" id="{CAB33F0F-F6E7-ED18-49DB-9BEFC5AEF883}"/>
                  </a:ext>
                </a:extLst>
              </p:cNvPr>
              <p:cNvSpPr/>
              <p:nvPr/>
            </p:nvSpPr>
            <p:spPr>
              <a:xfrm>
                <a:off x="240224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1" name="ph4002">
                <a:extLst>
                  <a:ext uri="{FF2B5EF4-FFF2-40B4-BE49-F238E27FC236}">
                    <a16:creationId xmlns:a16="http://schemas.microsoft.com/office/drawing/2014/main" id="{B1D1E98F-8CF5-4D46-D1F5-43419E5968AE}"/>
                  </a:ext>
                </a:extLst>
              </p:cNvPr>
              <p:cNvSpPr/>
              <p:nvPr/>
            </p:nvSpPr>
            <p:spPr>
              <a:xfrm>
                <a:off x="241168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2" name="ph4003">
                <a:extLst>
                  <a:ext uri="{FF2B5EF4-FFF2-40B4-BE49-F238E27FC236}">
                    <a16:creationId xmlns:a16="http://schemas.microsoft.com/office/drawing/2014/main" id="{B00EBAFF-3786-B4B7-2117-7EFE7FAE2D33}"/>
                  </a:ext>
                </a:extLst>
              </p:cNvPr>
              <p:cNvSpPr/>
              <p:nvPr/>
            </p:nvSpPr>
            <p:spPr>
              <a:xfrm>
                <a:off x="242112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3" name="ph4004">
                <a:extLst>
                  <a:ext uri="{FF2B5EF4-FFF2-40B4-BE49-F238E27FC236}">
                    <a16:creationId xmlns:a16="http://schemas.microsoft.com/office/drawing/2014/main" id="{638DEA8C-15B7-3A94-C20C-468688425165}"/>
                  </a:ext>
                </a:extLst>
              </p:cNvPr>
              <p:cNvSpPr/>
              <p:nvPr/>
            </p:nvSpPr>
            <p:spPr>
              <a:xfrm>
                <a:off x="243056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4" name="ph4005">
                <a:extLst>
                  <a:ext uri="{FF2B5EF4-FFF2-40B4-BE49-F238E27FC236}">
                    <a16:creationId xmlns:a16="http://schemas.microsoft.com/office/drawing/2014/main" id="{E7E99D23-A8CF-0919-D678-6D4657F40D66}"/>
                  </a:ext>
                </a:extLst>
              </p:cNvPr>
              <p:cNvSpPr/>
              <p:nvPr/>
            </p:nvSpPr>
            <p:spPr>
              <a:xfrm>
                <a:off x="244000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5" name="ph4006">
                <a:extLst>
                  <a:ext uri="{FF2B5EF4-FFF2-40B4-BE49-F238E27FC236}">
                    <a16:creationId xmlns:a16="http://schemas.microsoft.com/office/drawing/2014/main" id="{8DB835B5-7B3F-5192-D25B-749467DDD8A3}"/>
                  </a:ext>
                </a:extLst>
              </p:cNvPr>
              <p:cNvSpPr/>
              <p:nvPr/>
            </p:nvSpPr>
            <p:spPr>
              <a:xfrm>
                <a:off x="244944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6" name="ph4007">
                <a:extLst>
                  <a:ext uri="{FF2B5EF4-FFF2-40B4-BE49-F238E27FC236}">
                    <a16:creationId xmlns:a16="http://schemas.microsoft.com/office/drawing/2014/main" id="{0B936052-1271-4B6B-DC61-6DEA9D794DB3}"/>
                  </a:ext>
                </a:extLst>
              </p:cNvPr>
              <p:cNvSpPr/>
              <p:nvPr/>
            </p:nvSpPr>
            <p:spPr>
              <a:xfrm>
                <a:off x="245889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7" name="ph4008">
                <a:extLst>
                  <a:ext uri="{FF2B5EF4-FFF2-40B4-BE49-F238E27FC236}">
                    <a16:creationId xmlns:a16="http://schemas.microsoft.com/office/drawing/2014/main" id="{A4C4AFA2-7EFA-F0F6-14D4-5C791AFBB540}"/>
                  </a:ext>
                </a:extLst>
              </p:cNvPr>
              <p:cNvSpPr/>
              <p:nvPr/>
            </p:nvSpPr>
            <p:spPr>
              <a:xfrm>
                <a:off x="246833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8" name="ph4009">
                <a:extLst>
                  <a:ext uri="{FF2B5EF4-FFF2-40B4-BE49-F238E27FC236}">
                    <a16:creationId xmlns:a16="http://schemas.microsoft.com/office/drawing/2014/main" id="{4575DDDB-C942-1D2B-F5A5-8E3D65EB7865}"/>
                  </a:ext>
                </a:extLst>
              </p:cNvPr>
              <p:cNvSpPr/>
              <p:nvPr/>
            </p:nvSpPr>
            <p:spPr>
              <a:xfrm>
                <a:off x="247777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9" name="ph4010">
                <a:extLst>
                  <a:ext uri="{FF2B5EF4-FFF2-40B4-BE49-F238E27FC236}">
                    <a16:creationId xmlns:a16="http://schemas.microsoft.com/office/drawing/2014/main" id="{008755A5-A641-47A4-C94C-45C7473B0E58}"/>
                  </a:ext>
                </a:extLst>
              </p:cNvPr>
              <p:cNvSpPr/>
              <p:nvPr/>
            </p:nvSpPr>
            <p:spPr>
              <a:xfrm>
                <a:off x="248721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0" name="ph4011">
                <a:extLst>
                  <a:ext uri="{FF2B5EF4-FFF2-40B4-BE49-F238E27FC236}">
                    <a16:creationId xmlns:a16="http://schemas.microsoft.com/office/drawing/2014/main" id="{76F4EC86-843F-98AE-EAC4-91D71AB08A90}"/>
                  </a:ext>
                </a:extLst>
              </p:cNvPr>
              <p:cNvSpPr/>
              <p:nvPr/>
            </p:nvSpPr>
            <p:spPr>
              <a:xfrm>
                <a:off x="249665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1" name="ph4012">
                <a:extLst>
                  <a:ext uri="{FF2B5EF4-FFF2-40B4-BE49-F238E27FC236}">
                    <a16:creationId xmlns:a16="http://schemas.microsoft.com/office/drawing/2014/main" id="{A508E1AE-BC9B-A556-7E5C-F0491344E6F7}"/>
                  </a:ext>
                </a:extLst>
              </p:cNvPr>
              <p:cNvSpPr/>
              <p:nvPr/>
            </p:nvSpPr>
            <p:spPr>
              <a:xfrm>
                <a:off x="250609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2" name="ph4013">
                <a:extLst>
                  <a:ext uri="{FF2B5EF4-FFF2-40B4-BE49-F238E27FC236}">
                    <a16:creationId xmlns:a16="http://schemas.microsoft.com/office/drawing/2014/main" id="{51F9A495-F54D-45C5-604B-09D14A3E95D2}"/>
                  </a:ext>
                </a:extLst>
              </p:cNvPr>
              <p:cNvSpPr/>
              <p:nvPr/>
            </p:nvSpPr>
            <p:spPr>
              <a:xfrm>
                <a:off x="251553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3" name="ph4014">
                <a:extLst>
                  <a:ext uri="{FF2B5EF4-FFF2-40B4-BE49-F238E27FC236}">
                    <a16:creationId xmlns:a16="http://schemas.microsoft.com/office/drawing/2014/main" id="{D341DF06-A7D9-325B-3228-611B996A82FB}"/>
                  </a:ext>
                </a:extLst>
              </p:cNvPr>
              <p:cNvSpPr/>
              <p:nvPr/>
            </p:nvSpPr>
            <p:spPr>
              <a:xfrm>
                <a:off x="252497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4" name="ph4015">
                <a:extLst>
                  <a:ext uri="{FF2B5EF4-FFF2-40B4-BE49-F238E27FC236}">
                    <a16:creationId xmlns:a16="http://schemas.microsoft.com/office/drawing/2014/main" id="{2A2C6B69-6605-F9F4-1D36-78F413493CD7}"/>
                  </a:ext>
                </a:extLst>
              </p:cNvPr>
              <p:cNvSpPr/>
              <p:nvPr/>
            </p:nvSpPr>
            <p:spPr>
              <a:xfrm>
                <a:off x="253441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5" name="ph4016">
                <a:extLst>
                  <a:ext uri="{FF2B5EF4-FFF2-40B4-BE49-F238E27FC236}">
                    <a16:creationId xmlns:a16="http://schemas.microsoft.com/office/drawing/2014/main" id="{FF2EF5C5-B571-96B3-2E90-303825B0962E}"/>
                  </a:ext>
                </a:extLst>
              </p:cNvPr>
              <p:cNvSpPr/>
              <p:nvPr/>
            </p:nvSpPr>
            <p:spPr>
              <a:xfrm>
                <a:off x="254385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6" name="ph4017">
                <a:extLst>
                  <a:ext uri="{FF2B5EF4-FFF2-40B4-BE49-F238E27FC236}">
                    <a16:creationId xmlns:a16="http://schemas.microsoft.com/office/drawing/2014/main" id="{9A4DA804-8991-CAB6-C46C-90C594A0241A}"/>
                  </a:ext>
                </a:extLst>
              </p:cNvPr>
              <p:cNvSpPr/>
              <p:nvPr/>
            </p:nvSpPr>
            <p:spPr>
              <a:xfrm>
                <a:off x="2562732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400" y="901607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7" name="ph4018">
                <a:extLst>
                  <a:ext uri="{FF2B5EF4-FFF2-40B4-BE49-F238E27FC236}">
                    <a16:creationId xmlns:a16="http://schemas.microsoft.com/office/drawing/2014/main" id="{9326A19F-469E-8B22-E7A3-AB7FEB44C04F}"/>
                  </a:ext>
                </a:extLst>
              </p:cNvPr>
              <p:cNvSpPr/>
              <p:nvPr/>
            </p:nvSpPr>
            <p:spPr>
              <a:xfrm>
                <a:off x="2562732" y="1886675"/>
                <a:ext cx="9177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703" h="914400">
                    <a:moveTo>
                      <a:pt x="914400" y="914400"/>
                    </a:moveTo>
                    <a:lnTo>
                      <a:pt x="914400" y="901607"/>
                    </a:lnTo>
                    <a:lnTo>
                      <a:pt x="917261" y="913428"/>
                    </a:lnTo>
                    <a:lnTo>
                      <a:pt x="917430" y="913800"/>
                    </a:lnTo>
                    <a:lnTo>
                      <a:pt x="917633" y="914245"/>
                    </a:lnTo>
                    <a:lnTo>
                      <a:pt x="917703" y="914400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8" name="ph4019">
                <a:extLst>
                  <a:ext uri="{FF2B5EF4-FFF2-40B4-BE49-F238E27FC236}">
                    <a16:creationId xmlns:a16="http://schemas.microsoft.com/office/drawing/2014/main" id="{E6A66E96-3635-3987-E0AB-A597E3FFA6DA}"/>
                  </a:ext>
                </a:extLst>
              </p:cNvPr>
              <p:cNvSpPr/>
              <p:nvPr/>
            </p:nvSpPr>
            <p:spPr>
              <a:xfrm>
                <a:off x="3185788" y="1886675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631" y="914400"/>
                    </a:lnTo>
                    <a:lnTo>
                      <a:pt x="914399" y="911854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9" name="ph4020">
                <a:extLst>
                  <a:ext uri="{FF2B5EF4-FFF2-40B4-BE49-F238E27FC236}">
                    <a16:creationId xmlns:a16="http://schemas.microsoft.com/office/drawing/2014/main" id="{2297DDC1-4E7D-850A-3E8E-CC6F92B98B49}"/>
                  </a:ext>
                </a:extLst>
              </p:cNvPr>
              <p:cNvSpPr/>
              <p:nvPr/>
            </p:nvSpPr>
            <p:spPr>
              <a:xfrm>
                <a:off x="3195228" y="186910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9424"/>
                    </a:lnTo>
                    <a:lnTo>
                      <a:pt x="907008" y="922641"/>
                    </a:lnTo>
                    <a:lnTo>
                      <a:pt x="909817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0" name="ph4021">
                <a:extLst>
                  <a:ext uri="{FF2B5EF4-FFF2-40B4-BE49-F238E27FC236}">
                    <a16:creationId xmlns:a16="http://schemas.microsoft.com/office/drawing/2014/main" id="{5D5845C1-783F-DAB2-3920-B6C88A486F98}"/>
                  </a:ext>
                </a:extLst>
              </p:cNvPr>
              <p:cNvSpPr/>
              <p:nvPr/>
            </p:nvSpPr>
            <p:spPr>
              <a:xfrm>
                <a:off x="319522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1" name="ph4022">
                <a:extLst>
                  <a:ext uri="{FF2B5EF4-FFF2-40B4-BE49-F238E27FC236}">
                    <a16:creationId xmlns:a16="http://schemas.microsoft.com/office/drawing/2014/main" id="{A6EF3618-CA9F-8E2D-9EBB-480146998423}"/>
                  </a:ext>
                </a:extLst>
              </p:cNvPr>
              <p:cNvSpPr/>
              <p:nvPr/>
            </p:nvSpPr>
            <p:spPr>
              <a:xfrm>
                <a:off x="320466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2" name="ph4023">
                <a:extLst>
                  <a:ext uri="{FF2B5EF4-FFF2-40B4-BE49-F238E27FC236}">
                    <a16:creationId xmlns:a16="http://schemas.microsoft.com/office/drawing/2014/main" id="{7F3F2BBC-1EBD-862D-AA91-BAAB5EC57A42}"/>
                  </a:ext>
                </a:extLst>
              </p:cNvPr>
              <p:cNvSpPr/>
              <p:nvPr/>
            </p:nvSpPr>
            <p:spPr>
              <a:xfrm>
                <a:off x="321410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3" name="ph4024">
                <a:extLst>
                  <a:ext uri="{FF2B5EF4-FFF2-40B4-BE49-F238E27FC236}">
                    <a16:creationId xmlns:a16="http://schemas.microsoft.com/office/drawing/2014/main" id="{072FD2A1-933A-F122-C9B2-1015F5A7788A}"/>
                  </a:ext>
                </a:extLst>
              </p:cNvPr>
              <p:cNvSpPr/>
              <p:nvPr/>
            </p:nvSpPr>
            <p:spPr>
              <a:xfrm>
                <a:off x="322354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4" name="ph4025">
                <a:extLst>
                  <a:ext uri="{FF2B5EF4-FFF2-40B4-BE49-F238E27FC236}">
                    <a16:creationId xmlns:a16="http://schemas.microsoft.com/office/drawing/2014/main" id="{F4D02327-D6AA-0F4C-5872-04710D6DDB9E}"/>
                  </a:ext>
                </a:extLst>
              </p:cNvPr>
              <p:cNvSpPr/>
              <p:nvPr/>
            </p:nvSpPr>
            <p:spPr>
              <a:xfrm>
                <a:off x="323298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5" name="ph4026">
                <a:extLst>
                  <a:ext uri="{FF2B5EF4-FFF2-40B4-BE49-F238E27FC236}">
                    <a16:creationId xmlns:a16="http://schemas.microsoft.com/office/drawing/2014/main" id="{07FC7495-B290-93B2-075E-FED95BE4C063}"/>
                  </a:ext>
                </a:extLst>
              </p:cNvPr>
              <p:cNvSpPr/>
              <p:nvPr/>
            </p:nvSpPr>
            <p:spPr>
              <a:xfrm>
                <a:off x="324242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6" name="ph4027">
                <a:extLst>
                  <a:ext uri="{FF2B5EF4-FFF2-40B4-BE49-F238E27FC236}">
                    <a16:creationId xmlns:a16="http://schemas.microsoft.com/office/drawing/2014/main" id="{7991977E-E70F-7316-ABD9-8A7C7BBAEBF2}"/>
                  </a:ext>
                </a:extLst>
              </p:cNvPr>
              <p:cNvSpPr/>
              <p:nvPr/>
            </p:nvSpPr>
            <p:spPr>
              <a:xfrm>
                <a:off x="325187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7" name="ph4028">
                <a:extLst>
                  <a:ext uri="{FF2B5EF4-FFF2-40B4-BE49-F238E27FC236}">
                    <a16:creationId xmlns:a16="http://schemas.microsoft.com/office/drawing/2014/main" id="{B54514D2-4FE9-E1C7-A6B2-CBF7682B2D37}"/>
                  </a:ext>
                </a:extLst>
              </p:cNvPr>
              <p:cNvSpPr/>
              <p:nvPr/>
            </p:nvSpPr>
            <p:spPr>
              <a:xfrm>
                <a:off x="326131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8" name="ph4029">
                <a:extLst>
                  <a:ext uri="{FF2B5EF4-FFF2-40B4-BE49-F238E27FC236}">
                    <a16:creationId xmlns:a16="http://schemas.microsoft.com/office/drawing/2014/main" id="{44F5FD93-2BBD-11AC-BA67-85F72000655E}"/>
                  </a:ext>
                </a:extLst>
              </p:cNvPr>
              <p:cNvSpPr/>
              <p:nvPr/>
            </p:nvSpPr>
            <p:spPr>
              <a:xfrm>
                <a:off x="327075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9" name="ph4030">
                <a:extLst>
                  <a:ext uri="{FF2B5EF4-FFF2-40B4-BE49-F238E27FC236}">
                    <a16:creationId xmlns:a16="http://schemas.microsoft.com/office/drawing/2014/main" id="{5C9FBF6E-BEA0-185E-A4A1-7F9A8986A2A0}"/>
                  </a:ext>
                </a:extLst>
              </p:cNvPr>
              <p:cNvSpPr/>
              <p:nvPr/>
            </p:nvSpPr>
            <p:spPr>
              <a:xfrm>
                <a:off x="328019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0" name="ph4031">
                <a:extLst>
                  <a:ext uri="{FF2B5EF4-FFF2-40B4-BE49-F238E27FC236}">
                    <a16:creationId xmlns:a16="http://schemas.microsoft.com/office/drawing/2014/main" id="{C68086B6-398C-7378-9F60-A096519770D0}"/>
                  </a:ext>
                </a:extLst>
              </p:cNvPr>
              <p:cNvSpPr/>
              <p:nvPr/>
            </p:nvSpPr>
            <p:spPr>
              <a:xfrm>
                <a:off x="328963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1" name="ph4032">
                <a:extLst>
                  <a:ext uri="{FF2B5EF4-FFF2-40B4-BE49-F238E27FC236}">
                    <a16:creationId xmlns:a16="http://schemas.microsoft.com/office/drawing/2014/main" id="{895C6258-A9BB-3787-E8D5-BA5AAC4FE19F}"/>
                  </a:ext>
                </a:extLst>
              </p:cNvPr>
              <p:cNvSpPr/>
              <p:nvPr/>
            </p:nvSpPr>
            <p:spPr>
              <a:xfrm>
                <a:off x="329907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2" name="ph4033">
                <a:extLst>
                  <a:ext uri="{FF2B5EF4-FFF2-40B4-BE49-F238E27FC236}">
                    <a16:creationId xmlns:a16="http://schemas.microsoft.com/office/drawing/2014/main" id="{0514B2EB-8C0A-B9B2-6566-6C4B6FF564B7}"/>
                  </a:ext>
                </a:extLst>
              </p:cNvPr>
              <p:cNvSpPr/>
              <p:nvPr/>
            </p:nvSpPr>
            <p:spPr>
              <a:xfrm>
                <a:off x="330851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3" name="ph4034">
                <a:extLst>
                  <a:ext uri="{FF2B5EF4-FFF2-40B4-BE49-F238E27FC236}">
                    <a16:creationId xmlns:a16="http://schemas.microsoft.com/office/drawing/2014/main" id="{8F34D459-AF41-9D80-FD91-1CBE9079E939}"/>
                  </a:ext>
                </a:extLst>
              </p:cNvPr>
              <p:cNvSpPr/>
              <p:nvPr/>
            </p:nvSpPr>
            <p:spPr>
              <a:xfrm>
                <a:off x="331795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4" name="ph4035">
                <a:extLst>
                  <a:ext uri="{FF2B5EF4-FFF2-40B4-BE49-F238E27FC236}">
                    <a16:creationId xmlns:a16="http://schemas.microsoft.com/office/drawing/2014/main" id="{FD73A88B-0B1E-3C36-06F6-ECD87FDBF9DC}"/>
                  </a:ext>
                </a:extLst>
              </p:cNvPr>
              <p:cNvSpPr/>
              <p:nvPr/>
            </p:nvSpPr>
            <p:spPr>
              <a:xfrm>
                <a:off x="332739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5" name="ph4036">
                <a:extLst>
                  <a:ext uri="{FF2B5EF4-FFF2-40B4-BE49-F238E27FC236}">
                    <a16:creationId xmlns:a16="http://schemas.microsoft.com/office/drawing/2014/main" id="{116FA5BC-CE83-F320-D52F-315C99B75C9B}"/>
                  </a:ext>
                </a:extLst>
              </p:cNvPr>
              <p:cNvSpPr/>
              <p:nvPr/>
            </p:nvSpPr>
            <p:spPr>
              <a:xfrm>
                <a:off x="333683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6" name="ph4037">
                <a:extLst>
                  <a:ext uri="{FF2B5EF4-FFF2-40B4-BE49-F238E27FC236}">
                    <a16:creationId xmlns:a16="http://schemas.microsoft.com/office/drawing/2014/main" id="{E27ADCA9-2868-3F6E-1C3F-119B1051458F}"/>
                  </a:ext>
                </a:extLst>
              </p:cNvPr>
              <p:cNvSpPr/>
              <p:nvPr/>
            </p:nvSpPr>
            <p:spPr>
              <a:xfrm>
                <a:off x="334627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7" name="ph4038">
                <a:extLst>
                  <a:ext uri="{FF2B5EF4-FFF2-40B4-BE49-F238E27FC236}">
                    <a16:creationId xmlns:a16="http://schemas.microsoft.com/office/drawing/2014/main" id="{236463C0-D74F-14D9-F7F2-050EF8EE22DB}"/>
                  </a:ext>
                </a:extLst>
              </p:cNvPr>
              <p:cNvSpPr/>
              <p:nvPr/>
            </p:nvSpPr>
            <p:spPr>
              <a:xfrm>
                <a:off x="335571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8" name="ph4039">
                <a:extLst>
                  <a:ext uri="{FF2B5EF4-FFF2-40B4-BE49-F238E27FC236}">
                    <a16:creationId xmlns:a16="http://schemas.microsoft.com/office/drawing/2014/main" id="{DD156EB7-CCEA-FDB4-8089-2AD94B31A506}"/>
                  </a:ext>
                </a:extLst>
              </p:cNvPr>
              <p:cNvSpPr/>
              <p:nvPr/>
            </p:nvSpPr>
            <p:spPr>
              <a:xfrm>
                <a:off x="336515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9" name="ph4040">
                <a:extLst>
                  <a:ext uri="{FF2B5EF4-FFF2-40B4-BE49-F238E27FC236}">
                    <a16:creationId xmlns:a16="http://schemas.microsoft.com/office/drawing/2014/main" id="{3F1191DA-FDC8-0258-BD11-6DD7CDC560D3}"/>
                  </a:ext>
                </a:extLst>
              </p:cNvPr>
              <p:cNvSpPr/>
              <p:nvPr/>
            </p:nvSpPr>
            <p:spPr>
              <a:xfrm>
                <a:off x="337459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0" name="ph4041">
                <a:extLst>
                  <a:ext uri="{FF2B5EF4-FFF2-40B4-BE49-F238E27FC236}">
                    <a16:creationId xmlns:a16="http://schemas.microsoft.com/office/drawing/2014/main" id="{FF0BF6CB-5489-ABBE-158F-7E0321666D15}"/>
                  </a:ext>
                </a:extLst>
              </p:cNvPr>
              <p:cNvSpPr/>
              <p:nvPr/>
            </p:nvSpPr>
            <p:spPr>
              <a:xfrm>
                <a:off x="338403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1" name="ph4042">
                <a:extLst>
                  <a:ext uri="{FF2B5EF4-FFF2-40B4-BE49-F238E27FC236}">
                    <a16:creationId xmlns:a16="http://schemas.microsoft.com/office/drawing/2014/main" id="{57C3A65B-2DD2-5AA7-0768-30D29AD6D8EA}"/>
                  </a:ext>
                </a:extLst>
              </p:cNvPr>
              <p:cNvSpPr/>
              <p:nvPr/>
            </p:nvSpPr>
            <p:spPr>
              <a:xfrm>
                <a:off x="339347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2" name="ph4043">
                <a:extLst>
                  <a:ext uri="{FF2B5EF4-FFF2-40B4-BE49-F238E27FC236}">
                    <a16:creationId xmlns:a16="http://schemas.microsoft.com/office/drawing/2014/main" id="{053D0014-C51B-9113-BE02-66CAE4FFF958}"/>
                  </a:ext>
                </a:extLst>
              </p:cNvPr>
              <p:cNvSpPr/>
              <p:nvPr/>
            </p:nvSpPr>
            <p:spPr>
              <a:xfrm>
                <a:off x="340291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3" name="ph4044">
                <a:extLst>
                  <a:ext uri="{FF2B5EF4-FFF2-40B4-BE49-F238E27FC236}">
                    <a16:creationId xmlns:a16="http://schemas.microsoft.com/office/drawing/2014/main" id="{C61DD5DA-7DB8-4963-75A5-8E3510643DCC}"/>
                  </a:ext>
                </a:extLst>
              </p:cNvPr>
              <p:cNvSpPr/>
              <p:nvPr/>
            </p:nvSpPr>
            <p:spPr>
              <a:xfrm>
                <a:off x="341235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4" name="ph4045">
                <a:extLst>
                  <a:ext uri="{FF2B5EF4-FFF2-40B4-BE49-F238E27FC236}">
                    <a16:creationId xmlns:a16="http://schemas.microsoft.com/office/drawing/2014/main" id="{66026A12-38BF-B78B-CCC5-0050EED5D7D4}"/>
                  </a:ext>
                </a:extLst>
              </p:cNvPr>
              <p:cNvSpPr/>
              <p:nvPr/>
            </p:nvSpPr>
            <p:spPr>
              <a:xfrm>
                <a:off x="3431234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11" y="896830"/>
                    </a:lnTo>
                    <a:lnTo>
                      <a:pt x="913814" y="902666"/>
                    </a:lnTo>
                    <a:lnTo>
                      <a:pt x="914400" y="91295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5" name="ph4046">
                <a:extLst>
                  <a:ext uri="{FF2B5EF4-FFF2-40B4-BE49-F238E27FC236}">
                    <a16:creationId xmlns:a16="http://schemas.microsoft.com/office/drawing/2014/main" id="{155C958D-714E-B384-A2E7-61853C637FA9}"/>
                  </a:ext>
                </a:extLst>
              </p:cNvPr>
              <p:cNvSpPr/>
              <p:nvPr/>
            </p:nvSpPr>
            <p:spPr>
              <a:xfrm>
                <a:off x="3431234" y="1886675"/>
                <a:ext cx="9144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1" h="914400">
                    <a:moveTo>
                      <a:pt x="914400" y="914400"/>
                    </a:moveTo>
                    <a:lnTo>
                      <a:pt x="914400" y="912950"/>
                    </a:lnTo>
                    <a:lnTo>
                      <a:pt x="914451" y="913862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6" name="ph4047">
                <a:extLst>
                  <a:ext uri="{FF2B5EF4-FFF2-40B4-BE49-F238E27FC236}">
                    <a16:creationId xmlns:a16="http://schemas.microsoft.com/office/drawing/2014/main" id="{04AD5B4E-46F3-FC5A-B693-5DAF3FCB4904}"/>
                  </a:ext>
                </a:extLst>
              </p:cNvPr>
              <p:cNvSpPr/>
              <p:nvPr/>
            </p:nvSpPr>
            <p:spPr>
              <a:xfrm>
                <a:off x="2270085" y="1851536"/>
                <a:ext cx="914400" cy="92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02">
                    <a:moveTo>
                      <a:pt x="914400" y="914400"/>
                    </a:moveTo>
                    <a:lnTo>
                      <a:pt x="914400" y="929502"/>
                    </a:lnTo>
                    <a:lnTo>
                      <a:pt x="912770" y="926114"/>
                    </a:lnTo>
                    <a:lnTo>
                      <a:pt x="911606" y="923558"/>
                    </a:lnTo>
                    <a:lnTo>
                      <a:pt x="910449" y="921021"/>
                    </a:lnTo>
                    <a:lnTo>
                      <a:pt x="909291" y="918483"/>
                    </a:lnTo>
                    <a:lnTo>
                      <a:pt x="908133" y="915946"/>
                    </a:lnTo>
                    <a:lnTo>
                      <a:pt x="907427" y="914400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7" name="ph4048">
                <a:extLst>
                  <a:ext uri="{FF2B5EF4-FFF2-40B4-BE49-F238E27FC236}">
                    <a16:creationId xmlns:a16="http://schemas.microsoft.com/office/drawing/2014/main" id="{BAF89F1F-EE3E-8241-E66E-C83D7D415142}"/>
                  </a:ext>
                </a:extLst>
              </p:cNvPr>
              <p:cNvSpPr/>
              <p:nvPr/>
            </p:nvSpPr>
            <p:spPr>
              <a:xfrm>
                <a:off x="227008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586" y="931969"/>
                    </a:lnTo>
                    <a:lnTo>
                      <a:pt x="914400" y="929502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8" name="ph4049">
                <a:extLst>
                  <a:ext uri="{FF2B5EF4-FFF2-40B4-BE49-F238E27FC236}">
                    <a16:creationId xmlns:a16="http://schemas.microsoft.com/office/drawing/2014/main" id="{D972D230-1D39-42FB-8341-2B8B9599512D}"/>
                  </a:ext>
                </a:extLst>
              </p:cNvPr>
              <p:cNvSpPr/>
              <p:nvPr/>
            </p:nvSpPr>
            <p:spPr>
              <a:xfrm>
                <a:off x="227952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9" name="ph4050">
                <a:extLst>
                  <a:ext uri="{FF2B5EF4-FFF2-40B4-BE49-F238E27FC236}">
                    <a16:creationId xmlns:a16="http://schemas.microsoft.com/office/drawing/2014/main" id="{A0034667-96C4-CB38-C208-18AE21615C84}"/>
                  </a:ext>
                </a:extLst>
              </p:cNvPr>
              <p:cNvSpPr/>
              <p:nvPr/>
            </p:nvSpPr>
            <p:spPr>
              <a:xfrm>
                <a:off x="228896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0" name="ph4051">
                <a:extLst>
                  <a:ext uri="{FF2B5EF4-FFF2-40B4-BE49-F238E27FC236}">
                    <a16:creationId xmlns:a16="http://schemas.microsoft.com/office/drawing/2014/main" id="{0CDD985F-A919-607E-8B2C-F79C8DC46B60}"/>
                  </a:ext>
                </a:extLst>
              </p:cNvPr>
              <p:cNvSpPr/>
              <p:nvPr/>
            </p:nvSpPr>
            <p:spPr>
              <a:xfrm>
                <a:off x="229840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1" name="ph4052">
                <a:extLst>
                  <a:ext uri="{FF2B5EF4-FFF2-40B4-BE49-F238E27FC236}">
                    <a16:creationId xmlns:a16="http://schemas.microsoft.com/office/drawing/2014/main" id="{614A962E-21DF-1CBD-F119-51C10CAD05CE}"/>
                  </a:ext>
                </a:extLst>
              </p:cNvPr>
              <p:cNvSpPr/>
              <p:nvPr/>
            </p:nvSpPr>
            <p:spPr>
              <a:xfrm>
                <a:off x="230784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2" name="ph4053">
                <a:extLst>
                  <a:ext uri="{FF2B5EF4-FFF2-40B4-BE49-F238E27FC236}">
                    <a16:creationId xmlns:a16="http://schemas.microsoft.com/office/drawing/2014/main" id="{4225B1BA-6D06-F568-76A7-AA384230C3BF}"/>
                  </a:ext>
                </a:extLst>
              </p:cNvPr>
              <p:cNvSpPr/>
              <p:nvPr/>
            </p:nvSpPr>
            <p:spPr>
              <a:xfrm>
                <a:off x="231728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3" name="ph4054">
                <a:extLst>
                  <a:ext uri="{FF2B5EF4-FFF2-40B4-BE49-F238E27FC236}">
                    <a16:creationId xmlns:a16="http://schemas.microsoft.com/office/drawing/2014/main" id="{5774EABB-DAFD-5706-B3E4-A97FAD33946E}"/>
                  </a:ext>
                </a:extLst>
              </p:cNvPr>
              <p:cNvSpPr/>
              <p:nvPr/>
            </p:nvSpPr>
            <p:spPr>
              <a:xfrm>
                <a:off x="232672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4" name="ph4055">
                <a:extLst>
                  <a:ext uri="{FF2B5EF4-FFF2-40B4-BE49-F238E27FC236}">
                    <a16:creationId xmlns:a16="http://schemas.microsoft.com/office/drawing/2014/main" id="{34104084-A8AE-7419-2E28-31F617AB3780}"/>
                  </a:ext>
                </a:extLst>
              </p:cNvPr>
              <p:cNvSpPr/>
              <p:nvPr/>
            </p:nvSpPr>
            <p:spPr>
              <a:xfrm>
                <a:off x="233616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5" name="ph4056">
                <a:extLst>
                  <a:ext uri="{FF2B5EF4-FFF2-40B4-BE49-F238E27FC236}">
                    <a16:creationId xmlns:a16="http://schemas.microsoft.com/office/drawing/2014/main" id="{99E4C420-6568-A970-EF15-39F92FE9E592}"/>
                  </a:ext>
                </a:extLst>
              </p:cNvPr>
              <p:cNvSpPr/>
              <p:nvPr/>
            </p:nvSpPr>
            <p:spPr>
              <a:xfrm>
                <a:off x="234560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6" name="ph4057">
                <a:extLst>
                  <a:ext uri="{FF2B5EF4-FFF2-40B4-BE49-F238E27FC236}">
                    <a16:creationId xmlns:a16="http://schemas.microsoft.com/office/drawing/2014/main" id="{66CDF2BD-EA08-9160-B9A7-7A5A4E1E8050}"/>
                  </a:ext>
                </a:extLst>
              </p:cNvPr>
              <p:cNvSpPr/>
              <p:nvPr/>
            </p:nvSpPr>
            <p:spPr>
              <a:xfrm>
                <a:off x="235504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7" name="ph4058">
                <a:extLst>
                  <a:ext uri="{FF2B5EF4-FFF2-40B4-BE49-F238E27FC236}">
                    <a16:creationId xmlns:a16="http://schemas.microsoft.com/office/drawing/2014/main" id="{856B0F83-B294-7787-5AEE-E76353905632}"/>
                  </a:ext>
                </a:extLst>
              </p:cNvPr>
              <p:cNvSpPr/>
              <p:nvPr/>
            </p:nvSpPr>
            <p:spPr>
              <a:xfrm>
                <a:off x="236448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8" name="ph4059">
                <a:extLst>
                  <a:ext uri="{FF2B5EF4-FFF2-40B4-BE49-F238E27FC236}">
                    <a16:creationId xmlns:a16="http://schemas.microsoft.com/office/drawing/2014/main" id="{3F7B5E28-6935-6AE9-6656-DBAAC5842D7A}"/>
                  </a:ext>
                </a:extLst>
              </p:cNvPr>
              <p:cNvSpPr/>
              <p:nvPr/>
            </p:nvSpPr>
            <p:spPr>
              <a:xfrm>
                <a:off x="237392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9" name="ph4060">
                <a:extLst>
                  <a:ext uri="{FF2B5EF4-FFF2-40B4-BE49-F238E27FC236}">
                    <a16:creationId xmlns:a16="http://schemas.microsoft.com/office/drawing/2014/main" id="{8A7E5C93-60C4-3223-48B3-05CEED8BC18C}"/>
                  </a:ext>
                </a:extLst>
              </p:cNvPr>
              <p:cNvSpPr/>
              <p:nvPr/>
            </p:nvSpPr>
            <p:spPr>
              <a:xfrm>
                <a:off x="238336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0" name="ph4061">
                <a:extLst>
                  <a:ext uri="{FF2B5EF4-FFF2-40B4-BE49-F238E27FC236}">
                    <a16:creationId xmlns:a16="http://schemas.microsoft.com/office/drawing/2014/main" id="{90E776CF-973A-01E7-2930-21ADE142FD44}"/>
                  </a:ext>
                </a:extLst>
              </p:cNvPr>
              <p:cNvSpPr/>
              <p:nvPr/>
            </p:nvSpPr>
            <p:spPr>
              <a:xfrm>
                <a:off x="239280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1" name="ph4062">
                <a:extLst>
                  <a:ext uri="{FF2B5EF4-FFF2-40B4-BE49-F238E27FC236}">
                    <a16:creationId xmlns:a16="http://schemas.microsoft.com/office/drawing/2014/main" id="{5A5C9A4D-DE5A-901E-E108-D0692D173371}"/>
                  </a:ext>
                </a:extLst>
              </p:cNvPr>
              <p:cNvSpPr/>
              <p:nvPr/>
            </p:nvSpPr>
            <p:spPr>
              <a:xfrm>
                <a:off x="240224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2" name="ph4063">
                <a:extLst>
                  <a:ext uri="{FF2B5EF4-FFF2-40B4-BE49-F238E27FC236}">
                    <a16:creationId xmlns:a16="http://schemas.microsoft.com/office/drawing/2014/main" id="{6EE442B2-6F58-89A6-A9FC-7F515C77A476}"/>
                  </a:ext>
                </a:extLst>
              </p:cNvPr>
              <p:cNvSpPr/>
              <p:nvPr/>
            </p:nvSpPr>
            <p:spPr>
              <a:xfrm>
                <a:off x="241168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3" name="ph4064">
                <a:extLst>
                  <a:ext uri="{FF2B5EF4-FFF2-40B4-BE49-F238E27FC236}">
                    <a16:creationId xmlns:a16="http://schemas.microsoft.com/office/drawing/2014/main" id="{EE59C965-0522-9892-1953-CF99E4A9DEA1}"/>
                  </a:ext>
                </a:extLst>
              </p:cNvPr>
              <p:cNvSpPr/>
              <p:nvPr/>
            </p:nvSpPr>
            <p:spPr>
              <a:xfrm>
                <a:off x="242112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4" name="ph4065">
                <a:extLst>
                  <a:ext uri="{FF2B5EF4-FFF2-40B4-BE49-F238E27FC236}">
                    <a16:creationId xmlns:a16="http://schemas.microsoft.com/office/drawing/2014/main" id="{44EE8B6B-CA70-21D0-3CC6-3B769B899A23}"/>
                  </a:ext>
                </a:extLst>
              </p:cNvPr>
              <p:cNvSpPr/>
              <p:nvPr/>
            </p:nvSpPr>
            <p:spPr>
              <a:xfrm>
                <a:off x="243056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5" name="ph4066">
                <a:extLst>
                  <a:ext uri="{FF2B5EF4-FFF2-40B4-BE49-F238E27FC236}">
                    <a16:creationId xmlns:a16="http://schemas.microsoft.com/office/drawing/2014/main" id="{EC91B279-BFC4-9CA1-9CB9-BC8C22C7FFDC}"/>
                  </a:ext>
                </a:extLst>
              </p:cNvPr>
              <p:cNvSpPr/>
              <p:nvPr/>
            </p:nvSpPr>
            <p:spPr>
              <a:xfrm>
                <a:off x="244000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6" name="ph4067">
                <a:extLst>
                  <a:ext uri="{FF2B5EF4-FFF2-40B4-BE49-F238E27FC236}">
                    <a16:creationId xmlns:a16="http://schemas.microsoft.com/office/drawing/2014/main" id="{20E53A44-F11F-2704-7C7B-96452DD301C9}"/>
                  </a:ext>
                </a:extLst>
              </p:cNvPr>
              <p:cNvSpPr/>
              <p:nvPr/>
            </p:nvSpPr>
            <p:spPr>
              <a:xfrm>
                <a:off x="244944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7" name="ph4068">
                <a:extLst>
                  <a:ext uri="{FF2B5EF4-FFF2-40B4-BE49-F238E27FC236}">
                    <a16:creationId xmlns:a16="http://schemas.microsoft.com/office/drawing/2014/main" id="{9E12CE9D-9556-A9FB-9A8B-5382EB8171B4}"/>
                  </a:ext>
                </a:extLst>
              </p:cNvPr>
              <p:cNvSpPr/>
              <p:nvPr/>
            </p:nvSpPr>
            <p:spPr>
              <a:xfrm>
                <a:off x="245889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8" name="ph4069">
                <a:extLst>
                  <a:ext uri="{FF2B5EF4-FFF2-40B4-BE49-F238E27FC236}">
                    <a16:creationId xmlns:a16="http://schemas.microsoft.com/office/drawing/2014/main" id="{0A31DD37-9A20-1198-045E-5E8FB71051B2}"/>
                  </a:ext>
                </a:extLst>
              </p:cNvPr>
              <p:cNvSpPr/>
              <p:nvPr/>
            </p:nvSpPr>
            <p:spPr>
              <a:xfrm>
                <a:off x="246833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9" name="ph4070">
                <a:extLst>
                  <a:ext uri="{FF2B5EF4-FFF2-40B4-BE49-F238E27FC236}">
                    <a16:creationId xmlns:a16="http://schemas.microsoft.com/office/drawing/2014/main" id="{9F6CF04D-2FDE-377B-B5D9-B812788DDB27}"/>
                  </a:ext>
                </a:extLst>
              </p:cNvPr>
              <p:cNvSpPr/>
              <p:nvPr/>
            </p:nvSpPr>
            <p:spPr>
              <a:xfrm>
                <a:off x="247777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0" name="ph4071">
                <a:extLst>
                  <a:ext uri="{FF2B5EF4-FFF2-40B4-BE49-F238E27FC236}">
                    <a16:creationId xmlns:a16="http://schemas.microsoft.com/office/drawing/2014/main" id="{79AFEE3C-D313-1CDA-7B4B-DCBBE1DF9708}"/>
                  </a:ext>
                </a:extLst>
              </p:cNvPr>
              <p:cNvSpPr/>
              <p:nvPr/>
            </p:nvSpPr>
            <p:spPr>
              <a:xfrm>
                <a:off x="248721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1" name="ph4072">
                <a:extLst>
                  <a:ext uri="{FF2B5EF4-FFF2-40B4-BE49-F238E27FC236}">
                    <a16:creationId xmlns:a16="http://schemas.microsoft.com/office/drawing/2014/main" id="{ACFD21FF-5D0F-DB2F-E528-1407D1CFE045}"/>
                  </a:ext>
                </a:extLst>
              </p:cNvPr>
              <p:cNvSpPr/>
              <p:nvPr/>
            </p:nvSpPr>
            <p:spPr>
              <a:xfrm>
                <a:off x="249665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2" name="ph4073">
                <a:extLst>
                  <a:ext uri="{FF2B5EF4-FFF2-40B4-BE49-F238E27FC236}">
                    <a16:creationId xmlns:a16="http://schemas.microsoft.com/office/drawing/2014/main" id="{D2016BB0-4572-67CA-F1C4-ADC59CDF9E7C}"/>
                  </a:ext>
                </a:extLst>
              </p:cNvPr>
              <p:cNvSpPr/>
              <p:nvPr/>
            </p:nvSpPr>
            <p:spPr>
              <a:xfrm>
                <a:off x="250609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3" name="ph4074">
                <a:extLst>
                  <a:ext uri="{FF2B5EF4-FFF2-40B4-BE49-F238E27FC236}">
                    <a16:creationId xmlns:a16="http://schemas.microsoft.com/office/drawing/2014/main" id="{53034AFF-4BBD-CC23-9FDE-DFCAE62E83A6}"/>
                  </a:ext>
                </a:extLst>
              </p:cNvPr>
              <p:cNvSpPr/>
              <p:nvPr/>
            </p:nvSpPr>
            <p:spPr>
              <a:xfrm>
                <a:off x="251553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4" name="ph4075">
                <a:extLst>
                  <a:ext uri="{FF2B5EF4-FFF2-40B4-BE49-F238E27FC236}">
                    <a16:creationId xmlns:a16="http://schemas.microsoft.com/office/drawing/2014/main" id="{2156ECA9-F913-5D8B-4662-BA4DB1290C4F}"/>
                  </a:ext>
                </a:extLst>
              </p:cNvPr>
              <p:cNvSpPr/>
              <p:nvPr/>
            </p:nvSpPr>
            <p:spPr>
              <a:xfrm>
                <a:off x="252497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5" name="ph4076">
                <a:extLst>
                  <a:ext uri="{FF2B5EF4-FFF2-40B4-BE49-F238E27FC236}">
                    <a16:creationId xmlns:a16="http://schemas.microsoft.com/office/drawing/2014/main" id="{9BE1ACD9-91E3-8679-721F-269CCEF2745B}"/>
                  </a:ext>
                </a:extLst>
              </p:cNvPr>
              <p:cNvSpPr/>
              <p:nvPr/>
            </p:nvSpPr>
            <p:spPr>
              <a:xfrm>
                <a:off x="253441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6" name="ph4077">
                <a:extLst>
                  <a:ext uri="{FF2B5EF4-FFF2-40B4-BE49-F238E27FC236}">
                    <a16:creationId xmlns:a16="http://schemas.microsoft.com/office/drawing/2014/main" id="{33425FFB-E6E4-E15D-3DA5-420C0ADAC93C}"/>
                  </a:ext>
                </a:extLst>
              </p:cNvPr>
              <p:cNvSpPr/>
              <p:nvPr/>
            </p:nvSpPr>
            <p:spPr>
              <a:xfrm>
                <a:off x="254385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7" name="ph4078">
                <a:extLst>
                  <a:ext uri="{FF2B5EF4-FFF2-40B4-BE49-F238E27FC236}">
                    <a16:creationId xmlns:a16="http://schemas.microsoft.com/office/drawing/2014/main" id="{736BFF30-19B2-B84D-F3C8-88FDA0F87090}"/>
                  </a:ext>
                </a:extLst>
              </p:cNvPr>
              <p:cNvSpPr/>
              <p:nvPr/>
            </p:nvSpPr>
            <p:spPr>
              <a:xfrm>
                <a:off x="2553292" y="1869105"/>
                <a:ext cx="9226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3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30" y="896830"/>
                    </a:lnTo>
                    <a:lnTo>
                      <a:pt x="922683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8" name="ph4079">
                <a:extLst>
                  <a:ext uri="{FF2B5EF4-FFF2-40B4-BE49-F238E27FC236}">
                    <a16:creationId xmlns:a16="http://schemas.microsoft.com/office/drawing/2014/main" id="{0978B2A6-DCEA-0401-1481-880B99493583}"/>
                  </a:ext>
                </a:extLst>
              </p:cNvPr>
              <p:cNvSpPr/>
              <p:nvPr/>
            </p:nvSpPr>
            <p:spPr>
              <a:xfrm>
                <a:off x="3195228" y="185153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817" y="931969"/>
                    </a:lnTo>
                    <a:lnTo>
                      <a:pt x="910230" y="930757"/>
                    </a:lnTo>
                    <a:lnTo>
                      <a:pt x="911509" y="927412"/>
                    </a:lnTo>
                    <a:lnTo>
                      <a:pt x="911431" y="925423"/>
                    </a:lnTo>
                    <a:lnTo>
                      <a:pt x="911387" y="920411"/>
                    </a:lnTo>
                    <a:lnTo>
                      <a:pt x="910454" y="914964"/>
                    </a:lnTo>
                    <a:lnTo>
                      <a:pt x="910374" y="914400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9" name="ph4080">
                <a:extLst>
                  <a:ext uri="{FF2B5EF4-FFF2-40B4-BE49-F238E27FC236}">
                    <a16:creationId xmlns:a16="http://schemas.microsoft.com/office/drawing/2014/main" id="{978AC620-9F0C-A670-3B7B-C08DA512B0FC}"/>
                  </a:ext>
                </a:extLst>
              </p:cNvPr>
              <p:cNvSpPr/>
              <p:nvPr/>
            </p:nvSpPr>
            <p:spPr>
              <a:xfrm>
                <a:off x="319522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0" name="ph4081">
                <a:extLst>
                  <a:ext uri="{FF2B5EF4-FFF2-40B4-BE49-F238E27FC236}">
                    <a16:creationId xmlns:a16="http://schemas.microsoft.com/office/drawing/2014/main" id="{0808F578-95ED-11C2-A058-203A170E75C2}"/>
                  </a:ext>
                </a:extLst>
              </p:cNvPr>
              <p:cNvSpPr/>
              <p:nvPr/>
            </p:nvSpPr>
            <p:spPr>
              <a:xfrm>
                <a:off x="320466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1" name="ph4082">
                <a:extLst>
                  <a:ext uri="{FF2B5EF4-FFF2-40B4-BE49-F238E27FC236}">
                    <a16:creationId xmlns:a16="http://schemas.microsoft.com/office/drawing/2014/main" id="{48995A9C-13F0-09DD-AAFF-58D512154754}"/>
                  </a:ext>
                </a:extLst>
              </p:cNvPr>
              <p:cNvSpPr/>
              <p:nvPr/>
            </p:nvSpPr>
            <p:spPr>
              <a:xfrm>
                <a:off x="321410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2" name="ph4083">
                <a:extLst>
                  <a:ext uri="{FF2B5EF4-FFF2-40B4-BE49-F238E27FC236}">
                    <a16:creationId xmlns:a16="http://schemas.microsoft.com/office/drawing/2014/main" id="{6E915F53-C09E-E331-D16F-63DF0DC53154}"/>
                  </a:ext>
                </a:extLst>
              </p:cNvPr>
              <p:cNvSpPr/>
              <p:nvPr/>
            </p:nvSpPr>
            <p:spPr>
              <a:xfrm>
                <a:off x="322354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3" name="ph4084">
                <a:extLst>
                  <a:ext uri="{FF2B5EF4-FFF2-40B4-BE49-F238E27FC236}">
                    <a16:creationId xmlns:a16="http://schemas.microsoft.com/office/drawing/2014/main" id="{24221AEF-1BB4-25E5-8D6F-F05D27BE7B98}"/>
                  </a:ext>
                </a:extLst>
              </p:cNvPr>
              <p:cNvSpPr/>
              <p:nvPr/>
            </p:nvSpPr>
            <p:spPr>
              <a:xfrm>
                <a:off x="323298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4" name="ph4085">
                <a:extLst>
                  <a:ext uri="{FF2B5EF4-FFF2-40B4-BE49-F238E27FC236}">
                    <a16:creationId xmlns:a16="http://schemas.microsoft.com/office/drawing/2014/main" id="{9E7C4584-1E82-9987-CC74-EEF273C3A46E}"/>
                  </a:ext>
                </a:extLst>
              </p:cNvPr>
              <p:cNvSpPr/>
              <p:nvPr/>
            </p:nvSpPr>
            <p:spPr>
              <a:xfrm>
                <a:off x="324242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5" name="ph4086">
                <a:extLst>
                  <a:ext uri="{FF2B5EF4-FFF2-40B4-BE49-F238E27FC236}">
                    <a16:creationId xmlns:a16="http://schemas.microsoft.com/office/drawing/2014/main" id="{4052B58E-CF8C-B354-1CA2-48E224429C5E}"/>
                  </a:ext>
                </a:extLst>
              </p:cNvPr>
              <p:cNvSpPr/>
              <p:nvPr/>
            </p:nvSpPr>
            <p:spPr>
              <a:xfrm>
                <a:off x="325187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6" name="ph4087">
                <a:extLst>
                  <a:ext uri="{FF2B5EF4-FFF2-40B4-BE49-F238E27FC236}">
                    <a16:creationId xmlns:a16="http://schemas.microsoft.com/office/drawing/2014/main" id="{9117215C-154A-FF8E-29D3-1F8F6922250E}"/>
                  </a:ext>
                </a:extLst>
              </p:cNvPr>
              <p:cNvSpPr/>
              <p:nvPr/>
            </p:nvSpPr>
            <p:spPr>
              <a:xfrm>
                <a:off x="326131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7" name="ph4088">
                <a:extLst>
                  <a:ext uri="{FF2B5EF4-FFF2-40B4-BE49-F238E27FC236}">
                    <a16:creationId xmlns:a16="http://schemas.microsoft.com/office/drawing/2014/main" id="{197A80EE-E53F-076C-72CC-952BEA16A298}"/>
                  </a:ext>
                </a:extLst>
              </p:cNvPr>
              <p:cNvSpPr/>
              <p:nvPr/>
            </p:nvSpPr>
            <p:spPr>
              <a:xfrm>
                <a:off x="327075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8" name="ph4089">
                <a:extLst>
                  <a:ext uri="{FF2B5EF4-FFF2-40B4-BE49-F238E27FC236}">
                    <a16:creationId xmlns:a16="http://schemas.microsoft.com/office/drawing/2014/main" id="{610A313E-EA3C-2E40-1D63-FA2C1B88A96B}"/>
                  </a:ext>
                </a:extLst>
              </p:cNvPr>
              <p:cNvSpPr/>
              <p:nvPr/>
            </p:nvSpPr>
            <p:spPr>
              <a:xfrm>
                <a:off x="328019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9" name="ph4090">
                <a:extLst>
                  <a:ext uri="{FF2B5EF4-FFF2-40B4-BE49-F238E27FC236}">
                    <a16:creationId xmlns:a16="http://schemas.microsoft.com/office/drawing/2014/main" id="{77EA4F2F-8D3B-7149-A31D-CA9714D62EB5}"/>
                  </a:ext>
                </a:extLst>
              </p:cNvPr>
              <p:cNvSpPr/>
              <p:nvPr/>
            </p:nvSpPr>
            <p:spPr>
              <a:xfrm>
                <a:off x="328963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0" name="ph4091">
                <a:extLst>
                  <a:ext uri="{FF2B5EF4-FFF2-40B4-BE49-F238E27FC236}">
                    <a16:creationId xmlns:a16="http://schemas.microsoft.com/office/drawing/2014/main" id="{526F1917-1229-8889-89F3-7CAB55208EF1}"/>
                  </a:ext>
                </a:extLst>
              </p:cNvPr>
              <p:cNvSpPr/>
              <p:nvPr/>
            </p:nvSpPr>
            <p:spPr>
              <a:xfrm>
                <a:off x="329907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1" name="ph4092">
                <a:extLst>
                  <a:ext uri="{FF2B5EF4-FFF2-40B4-BE49-F238E27FC236}">
                    <a16:creationId xmlns:a16="http://schemas.microsoft.com/office/drawing/2014/main" id="{13925EC3-F99D-2C35-A45D-D27196664BC4}"/>
                  </a:ext>
                </a:extLst>
              </p:cNvPr>
              <p:cNvSpPr/>
              <p:nvPr/>
            </p:nvSpPr>
            <p:spPr>
              <a:xfrm>
                <a:off x="330851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2" name="ph4093">
                <a:extLst>
                  <a:ext uri="{FF2B5EF4-FFF2-40B4-BE49-F238E27FC236}">
                    <a16:creationId xmlns:a16="http://schemas.microsoft.com/office/drawing/2014/main" id="{F2B1D870-20E5-14B9-0161-AB915DBEFB2C}"/>
                  </a:ext>
                </a:extLst>
              </p:cNvPr>
              <p:cNvSpPr/>
              <p:nvPr/>
            </p:nvSpPr>
            <p:spPr>
              <a:xfrm>
                <a:off x="331795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3" name="ph4094">
                <a:extLst>
                  <a:ext uri="{FF2B5EF4-FFF2-40B4-BE49-F238E27FC236}">
                    <a16:creationId xmlns:a16="http://schemas.microsoft.com/office/drawing/2014/main" id="{7D4744BC-6606-0F3A-C99E-CE0448C71B8A}"/>
                  </a:ext>
                </a:extLst>
              </p:cNvPr>
              <p:cNvSpPr/>
              <p:nvPr/>
            </p:nvSpPr>
            <p:spPr>
              <a:xfrm>
                <a:off x="332739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4" name="ph4095">
                <a:extLst>
                  <a:ext uri="{FF2B5EF4-FFF2-40B4-BE49-F238E27FC236}">
                    <a16:creationId xmlns:a16="http://schemas.microsoft.com/office/drawing/2014/main" id="{26EA5FE4-4121-498D-572B-87922990A462}"/>
                  </a:ext>
                </a:extLst>
              </p:cNvPr>
              <p:cNvSpPr/>
              <p:nvPr/>
            </p:nvSpPr>
            <p:spPr>
              <a:xfrm>
                <a:off x="333683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5" name="ph4096">
                <a:extLst>
                  <a:ext uri="{FF2B5EF4-FFF2-40B4-BE49-F238E27FC236}">
                    <a16:creationId xmlns:a16="http://schemas.microsoft.com/office/drawing/2014/main" id="{21136E2D-56CD-EBA8-2FE6-8BF10D425679}"/>
                  </a:ext>
                </a:extLst>
              </p:cNvPr>
              <p:cNvSpPr/>
              <p:nvPr/>
            </p:nvSpPr>
            <p:spPr>
              <a:xfrm>
                <a:off x="334627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6" name="ph4097">
                <a:extLst>
                  <a:ext uri="{FF2B5EF4-FFF2-40B4-BE49-F238E27FC236}">
                    <a16:creationId xmlns:a16="http://schemas.microsoft.com/office/drawing/2014/main" id="{B3D88737-BBFD-428A-82C5-9CDD0E6CFC3F}"/>
                  </a:ext>
                </a:extLst>
              </p:cNvPr>
              <p:cNvSpPr/>
              <p:nvPr/>
            </p:nvSpPr>
            <p:spPr>
              <a:xfrm>
                <a:off x="335571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7" name="ph4098">
                <a:extLst>
                  <a:ext uri="{FF2B5EF4-FFF2-40B4-BE49-F238E27FC236}">
                    <a16:creationId xmlns:a16="http://schemas.microsoft.com/office/drawing/2014/main" id="{2E76E553-3CBC-A256-9B2A-242C3E0182FC}"/>
                  </a:ext>
                </a:extLst>
              </p:cNvPr>
              <p:cNvSpPr/>
              <p:nvPr/>
            </p:nvSpPr>
            <p:spPr>
              <a:xfrm>
                <a:off x="336515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8" name="ph4099">
                <a:extLst>
                  <a:ext uri="{FF2B5EF4-FFF2-40B4-BE49-F238E27FC236}">
                    <a16:creationId xmlns:a16="http://schemas.microsoft.com/office/drawing/2014/main" id="{D3D79791-B821-7342-33DF-6EC57EAFB359}"/>
                  </a:ext>
                </a:extLst>
              </p:cNvPr>
              <p:cNvSpPr/>
              <p:nvPr/>
            </p:nvSpPr>
            <p:spPr>
              <a:xfrm>
                <a:off x="337459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9" name="ph4100">
                <a:extLst>
                  <a:ext uri="{FF2B5EF4-FFF2-40B4-BE49-F238E27FC236}">
                    <a16:creationId xmlns:a16="http://schemas.microsoft.com/office/drawing/2014/main" id="{7A09861C-143A-0923-0894-F775463D4E7F}"/>
                  </a:ext>
                </a:extLst>
              </p:cNvPr>
              <p:cNvSpPr/>
              <p:nvPr/>
            </p:nvSpPr>
            <p:spPr>
              <a:xfrm>
                <a:off x="338403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0" name="ph4101">
                <a:extLst>
                  <a:ext uri="{FF2B5EF4-FFF2-40B4-BE49-F238E27FC236}">
                    <a16:creationId xmlns:a16="http://schemas.microsoft.com/office/drawing/2014/main" id="{9FE21598-F2B3-2E28-1A02-EF56B1983545}"/>
                  </a:ext>
                </a:extLst>
              </p:cNvPr>
              <p:cNvSpPr/>
              <p:nvPr/>
            </p:nvSpPr>
            <p:spPr>
              <a:xfrm>
                <a:off x="339347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1" name="ph4102">
                <a:extLst>
                  <a:ext uri="{FF2B5EF4-FFF2-40B4-BE49-F238E27FC236}">
                    <a16:creationId xmlns:a16="http://schemas.microsoft.com/office/drawing/2014/main" id="{2EA6221A-FED8-0A47-51D7-81D60389ACEE}"/>
                  </a:ext>
                </a:extLst>
              </p:cNvPr>
              <p:cNvSpPr/>
              <p:nvPr/>
            </p:nvSpPr>
            <p:spPr>
              <a:xfrm>
                <a:off x="340291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2" name="ph4103">
                <a:extLst>
                  <a:ext uri="{FF2B5EF4-FFF2-40B4-BE49-F238E27FC236}">
                    <a16:creationId xmlns:a16="http://schemas.microsoft.com/office/drawing/2014/main" id="{740091F7-7449-4E29-FCD5-3AB75E50132A}"/>
                  </a:ext>
                </a:extLst>
              </p:cNvPr>
              <p:cNvSpPr/>
              <p:nvPr/>
            </p:nvSpPr>
            <p:spPr>
              <a:xfrm>
                <a:off x="341235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3" name="ph4104">
                <a:extLst>
                  <a:ext uri="{FF2B5EF4-FFF2-40B4-BE49-F238E27FC236}">
                    <a16:creationId xmlns:a16="http://schemas.microsoft.com/office/drawing/2014/main" id="{E06B55A8-CD65-39D0-DE70-79044450CA6C}"/>
                  </a:ext>
                </a:extLst>
              </p:cNvPr>
              <p:cNvSpPr/>
              <p:nvPr/>
            </p:nvSpPr>
            <p:spPr>
              <a:xfrm>
                <a:off x="3421794" y="1869105"/>
                <a:ext cx="9227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5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834" y="896830"/>
                    </a:lnTo>
                    <a:lnTo>
                      <a:pt x="921022" y="898114"/>
                    </a:lnTo>
                    <a:lnTo>
                      <a:pt x="922297" y="909120"/>
                    </a:lnTo>
                    <a:lnTo>
                      <a:pt x="922752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4" name="ph4105">
                <a:extLst>
                  <a:ext uri="{FF2B5EF4-FFF2-40B4-BE49-F238E27FC236}">
                    <a16:creationId xmlns:a16="http://schemas.microsoft.com/office/drawing/2014/main" id="{82F8D9B0-3A2A-F962-6A92-827D4C3F5BB0}"/>
                  </a:ext>
                </a:extLst>
              </p:cNvPr>
              <p:cNvSpPr/>
              <p:nvPr/>
            </p:nvSpPr>
            <p:spPr>
              <a:xfrm>
                <a:off x="2260644" y="1833966"/>
                <a:ext cx="914400" cy="9265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568">
                    <a:moveTo>
                      <a:pt x="914400" y="914400"/>
                    </a:moveTo>
                    <a:lnTo>
                      <a:pt x="914400" y="926568"/>
                    </a:lnTo>
                    <a:lnTo>
                      <a:pt x="914096" y="925904"/>
                    </a:lnTo>
                    <a:lnTo>
                      <a:pt x="912936" y="923367"/>
                    </a:lnTo>
                    <a:lnTo>
                      <a:pt x="911776" y="920830"/>
                    </a:lnTo>
                    <a:lnTo>
                      <a:pt x="910615" y="918294"/>
                    </a:lnTo>
                    <a:lnTo>
                      <a:pt x="909453" y="915757"/>
                    </a:lnTo>
                    <a:lnTo>
                      <a:pt x="908831" y="914400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5" name="ph4106">
                <a:extLst>
                  <a:ext uri="{FF2B5EF4-FFF2-40B4-BE49-F238E27FC236}">
                    <a16:creationId xmlns:a16="http://schemas.microsoft.com/office/drawing/2014/main" id="{015BBB6F-70CB-A367-E71A-7B651589CEDE}"/>
                  </a:ext>
                </a:extLst>
              </p:cNvPr>
              <p:cNvSpPr/>
              <p:nvPr/>
            </p:nvSpPr>
            <p:spPr>
              <a:xfrm>
                <a:off x="226064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867" y="931969"/>
                    </a:lnTo>
                    <a:lnTo>
                      <a:pt x="916415" y="930978"/>
                    </a:lnTo>
                    <a:lnTo>
                      <a:pt x="915255" y="928441"/>
                    </a:lnTo>
                    <a:lnTo>
                      <a:pt x="914400" y="926568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6" name="ph4107">
                <a:extLst>
                  <a:ext uri="{FF2B5EF4-FFF2-40B4-BE49-F238E27FC236}">
                    <a16:creationId xmlns:a16="http://schemas.microsoft.com/office/drawing/2014/main" id="{4B3CA54E-64C0-96D7-BF07-1781565FAE31}"/>
                  </a:ext>
                </a:extLst>
              </p:cNvPr>
              <p:cNvSpPr/>
              <p:nvPr/>
            </p:nvSpPr>
            <p:spPr>
              <a:xfrm>
                <a:off x="227008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7" name="ph4108">
                <a:extLst>
                  <a:ext uri="{FF2B5EF4-FFF2-40B4-BE49-F238E27FC236}">
                    <a16:creationId xmlns:a16="http://schemas.microsoft.com/office/drawing/2014/main" id="{17408B36-57AC-61D2-1D28-23C4228F5F85}"/>
                  </a:ext>
                </a:extLst>
              </p:cNvPr>
              <p:cNvSpPr/>
              <p:nvPr/>
            </p:nvSpPr>
            <p:spPr>
              <a:xfrm>
                <a:off x="227952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8" name="ph4109">
                <a:extLst>
                  <a:ext uri="{FF2B5EF4-FFF2-40B4-BE49-F238E27FC236}">
                    <a16:creationId xmlns:a16="http://schemas.microsoft.com/office/drawing/2014/main" id="{D3D816BB-9DAF-08A9-0C40-16641AD4CCD2}"/>
                  </a:ext>
                </a:extLst>
              </p:cNvPr>
              <p:cNvSpPr/>
              <p:nvPr/>
            </p:nvSpPr>
            <p:spPr>
              <a:xfrm>
                <a:off x="228896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9" name="ph4110">
                <a:extLst>
                  <a:ext uri="{FF2B5EF4-FFF2-40B4-BE49-F238E27FC236}">
                    <a16:creationId xmlns:a16="http://schemas.microsoft.com/office/drawing/2014/main" id="{C2ABD92F-BFFC-7D52-F98C-F8FB7C7D407B}"/>
                  </a:ext>
                </a:extLst>
              </p:cNvPr>
              <p:cNvSpPr/>
              <p:nvPr/>
            </p:nvSpPr>
            <p:spPr>
              <a:xfrm>
                <a:off x="229840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0" name="ph4111">
                <a:extLst>
                  <a:ext uri="{FF2B5EF4-FFF2-40B4-BE49-F238E27FC236}">
                    <a16:creationId xmlns:a16="http://schemas.microsoft.com/office/drawing/2014/main" id="{D63AC4E8-7A6D-2EEA-5B98-B322E0DE8416}"/>
                  </a:ext>
                </a:extLst>
              </p:cNvPr>
              <p:cNvSpPr/>
              <p:nvPr/>
            </p:nvSpPr>
            <p:spPr>
              <a:xfrm>
                <a:off x="230784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1" name="ph4112">
                <a:extLst>
                  <a:ext uri="{FF2B5EF4-FFF2-40B4-BE49-F238E27FC236}">
                    <a16:creationId xmlns:a16="http://schemas.microsoft.com/office/drawing/2014/main" id="{67FC0285-8F2E-EAAF-E8CA-03A550FE2FE1}"/>
                  </a:ext>
                </a:extLst>
              </p:cNvPr>
              <p:cNvSpPr/>
              <p:nvPr/>
            </p:nvSpPr>
            <p:spPr>
              <a:xfrm>
                <a:off x="231728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2" name="ph4113">
                <a:extLst>
                  <a:ext uri="{FF2B5EF4-FFF2-40B4-BE49-F238E27FC236}">
                    <a16:creationId xmlns:a16="http://schemas.microsoft.com/office/drawing/2014/main" id="{C5216725-A600-5C7E-85DF-506BF64A0448}"/>
                  </a:ext>
                </a:extLst>
              </p:cNvPr>
              <p:cNvSpPr/>
              <p:nvPr/>
            </p:nvSpPr>
            <p:spPr>
              <a:xfrm>
                <a:off x="232672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3" name="ph4114">
                <a:extLst>
                  <a:ext uri="{FF2B5EF4-FFF2-40B4-BE49-F238E27FC236}">
                    <a16:creationId xmlns:a16="http://schemas.microsoft.com/office/drawing/2014/main" id="{66949777-D8E0-1F43-F013-B20BA1E55780}"/>
                  </a:ext>
                </a:extLst>
              </p:cNvPr>
              <p:cNvSpPr/>
              <p:nvPr/>
            </p:nvSpPr>
            <p:spPr>
              <a:xfrm>
                <a:off x="233616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4" name="ph4115">
                <a:extLst>
                  <a:ext uri="{FF2B5EF4-FFF2-40B4-BE49-F238E27FC236}">
                    <a16:creationId xmlns:a16="http://schemas.microsoft.com/office/drawing/2014/main" id="{5E074FC6-5727-9D5A-8CB9-32B585267B8B}"/>
                  </a:ext>
                </a:extLst>
              </p:cNvPr>
              <p:cNvSpPr/>
              <p:nvPr/>
            </p:nvSpPr>
            <p:spPr>
              <a:xfrm>
                <a:off x="234560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5" name="ph4116">
                <a:extLst>
                  <a:ext uri="{FF2B5EF4-FFF2-40B4-BE49-F238E27FC236}">
                    <a16:creationId xmlns:a16="http://schemas.microsoft.com/office/drawing/2014/main" id="{620D3B70-A82E-6422-BA93-9800B800F031}"/>
                  </a:ext>
                </a:extLst>
              </p:cNvPr>
              <p:cNvSpPr/>
              <p:nvPr/>
            </p:nvSpPr>
            <p:spPr>
              <a:xfrm>
                <a:off x="235504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6" name="ph4117">
                <a:extLst>
                  <a:ext uri="{FF2B5EF4-FFF2-40B4-BE49-F238E27FC236}">
                    <a16:creationId xmlns:a16="http://schemas.microsoft.com/office/drawing/2014/main" id="{FD857FE7-1AED-3C85-1D00-B2C7D1E79359}"/>
                  </a:ext>
                </a:extLst>
              </p:cNvPr>
              <p:cNvSpPr/>
              <p:nvPr/>
            </p:nvSpPr>
            <p:spPr>
              <a:xfrm>
                <a:off x="236448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7" name="ph4118">
                <a:extLst>
                  <a:ext uri="{FF2B5EF4-FFF2-40B4-BE49-F238E27FC236}">
                    <a16:creationId xmlns:a16="http://schemas.microsoft.com/office/drawing/2014/main" id="{E4D0C32F-BD52-EC72-6FA9-81ABC5421BB5}"/>
                  </a:ext>
                </a:extLst>
              </p:cNvPr>
              <p:cNvSpPr/>
              <p:nvPr/>
            </p:nvSpPr>
            <p:spPr>
              <a:xfrm>
                <a:off x="237392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8" name="ph4119">
                <a:extLst>
                  <a:ext uri="{FF2B5EF4-FFF2-40B4-BE49-F238E27FC236}">
                    <a16:creationId xmlns:a16="http://schemas.microsoft.com/office/drawing/2014/main" id="{3B82B676-9A2D-7F08-FEEF-F0D4CF7CC671}"/>
                  </a:ext>
                </a:extLst>
              </p:cNvPr>
              <p:cNvSpPr/>
              <p:nvPr/>
            </p:nvSpPr>
            <p:spPr>
              <a:xfrm>
                <a:off x="238336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9" name="ph4120">
                <a:extLst>
                  <a:ext uri="{FF2B5EF4-FFF2-40B4-BE49-F238E27FC236}">
                    <a16:creationId xmlns:a16="http://schemas.microsoft.com/office/drawing/2014/main" id="{C2FE90E2-9766-290B-0F03-4AC3E0658D09}"/>
                  </a:ext>
                </a:extLst>
              </p:cNvPr>
              <p:cNvSpPr/>
              <p:nvPr/>
            </p:nvSpPr>
            <p:spPr>
              <a:xfrm>
                <a:off x="239280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0" name="ph4121">
                <a:extLst>
                  <a:ext uri="{FF2B5EF4-FFF2-40B4-BE49-F238E27FC236}">
                    <a16:creationId xmlns:a16="http://schemas.microsoft.com/office/drawing/2014/main" id="{45A46118-46A3-35D3-AD9B-8C78476BD4B4}"/>
                  </a:ext>
                </a:extLst>
              </p:cNvPr>
              <p:cNvSpPr/>
              <p:nvPr/>
            </p:nvSpPr>
            <p:spPr>
              <a:xfrm>
                <a:off x="240224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1" name="ph4122">
                <a:extLst>
                  <a:ext uri="{FF2B5EF4-FFF2-40B4-BE49-F238E27FC236}">
                    <a16:creationId xmlns:a16="http://schemas.microsoft.com/office/drawing/2014/main" id="{DCEF5FF4-7FE5-C7C1-200F-42A67B66D6D7}"/>
                  </a:ext>
                </a:extLst>
              </p:cNvPr>
              <p:cNvSpPr/>
              <p:nvPr/>
            </p:nvSpPr>
            <p:spPr>
              <a:xfrm>
                <a:off x="241168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2" name="ph4123">
                <a:extLst>
                  <a:ext uri="{FF2B5EF4-FFF2-40B4-BE49-F238E27FC236}">
                    <a16:creationId xmlns:a16="http://schemas.microsoft.com/office/drawing/2014/main" id="{237DAD60-C6E6-6C31-1B50-E678AFDE59FD}"/>
                  </a:ext>
                </a:extLst>
              </p:cNvPr>
              <p:cNvSpPr/>
              <p:nvPr/>
            </p:nvSpPr>
            <p:spPr>
              <a:xfrm>
                <a:off x="242112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3" name="ph4124">
                <a:extLst>
                  <a:ext uri="{FF2B5EF4-FFF2-40B4-BE49-F238E27FC236}">
                    <a16:creationId xmlns:a16="http://schemas.microsoft.com/office/drawing/2014/main" id="{20AA8236-E8A2-80B3-3636-6344C9103026}"/>
                  </a:ext>
                </a:extLst>
              </p:cNvPr>
              <p:cNvSpPr/>
              <p:nvPr/>
            </p:nvSpPr>
            <p:spPr>
              <a:xfrm>
                <a:off x="243056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4" name="ph4125">
                <a:extLst>
                  <a:ext uri="{FF2B5EF4-FFF2-40B4-BE49-F238E27FC236}">
                    <a16:creationId xmlns:a16="http://schemas.microsoft.com/office/drawing/2014/main" id="{CFF54267-9A07-8927-DFBA-8ABF9CC4F671}"/>
                  </a:ext>
                </a:extLst>
              </p:cNvPr>
              <p:cNvSpPr/>
              <p:nvPr/>
            </p:nvSpPr>
            <p:spPr>
              <a:xfrm>
                <a:off x="244000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5" name="ph4126">
                <a:extLst>
                  <a:ext uri="{FF2B5EF4-FFF2-40B4-BE49-F238E27FC236}">
                    <a16:creationId xmlns:a16="http://schemas.microsoft.com/office/drawing/2014/main" id="{5800410B-B487-196C-B7CF-AD9A711661F0}"/>
                  </a:ext>
                </a:extLst>
              </p:cNvPr>
              <p:cNvSpPr/>
              <p:nvPr/>
            </p:nvSpPr>
            <p:spPr>
              <a:xfrm>
                <a:off x="244944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6" name="ph4127">
                <a:extLst>
                  <a:ext uri="{FF2B5EF4-FFF2-40B4-BE49-F238E27FC236}">
                    <a16:creationId xmlns:a16="http://schemas.microsoft.com/office/drawing/2014/main" id="{1BCC3BEB-3A95-19E2-4369-17F92F727278}"/>
                  </a:ext>
                </a:extLst>
              </p:cNvPr>
              <p:cNvSpPr/>
              <p:nvPr/>
            </p:nvSpPr>
            <p:spPr>
              <a:xfrm>
                <a:off x="245889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7" name="ph4128">
                <a:extLst>
                  <a:ext uri="{FF2B5EF4-FFF2-40B4-BE49-F238E27FC236}">
                    <a16:creationId xmlns:a16="http://schemas.microsoft.com/office/drawing/2014/main" id="{ECE71364-9579-8B08-2C34-13E5B208BBA9}"/>
                  </a:ext>
                </a:extLst>
              </p:cNvPr>
              <p:cNvSpPr/>
              <p:nvPr/>
            </p:nvSpPr>
            <p:spPr>
              <a:xfrm>
                <a:off x="246833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8" name="ph4129">
                <a:extLst>
                  <a:ext uri="{FF2B5EF4-FFF2-40B4-BE49-F238E27FC236}">
                    <a16:creationId xmlns:a16="http://schemas.microsoft.com/office/drawing/2014/main" id="{CDE0EE77-2742-886C-0641-8EA071617986}"/>
                  </a:ext>
                </a:extLst>
              </p:cNvPr>
              <p:cNvSpPr/>
              <p:nvPr/>
            </p:nvSpPr>
            <p:spPr>
              <a:xfrm>
                <a:off x="247777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9" name="ph4130">
                <a:extLst>
                  <a:ext uri="{FF2B5EF4-FFF2-40B4-BE49-F238E27FC236}">
                    <a16:creationId xmlns:a16="http://schemas.microsoft.com/office/drawing/2014/main" id="{7A3B6AAE-FE00-008C-0D7E-A113774A4D2D}"/>
                  </a:ext>
                </a:extLst>
              </p:cNvPr>
              <p:cNvSpPr/>
              <p:nvPr/>
            </p:nvSpPr>
            <p:spPr>
              <a:xfrm>
                <a:off x="248721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0" name="ph4131">
                <a:extLst>
                  <a:ext uri="{FF2B5EF4-FFF2-40B4-BE49-F238E27FC236}">
                    <a16:creationId xmlns:a16="http://schemas.microsoft.com/office/drawing/2014/main" id="{6D1D6B56-5C08-798F-B95B-A8EE22898113}"/>
                  </a:ext>
                </a:extLst>
              </p:cNvPr>
              <p:cNvSpPr/>
              <p:nvPr/>
            </p:nvSpPr>
            <p:spPr>
              <a:xfrm>
                <a:off x="249665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1" name="ph4132">
                <a:extLst>
                  <a:ext uri="{FF2B5EF4-FFF2-40B4-BE49-F238E27FC236}">
                    <a16:creationId xmlns:a16="http://schemas.microsoft.com/office/drawing/2014/main" id="{9FE9945D-07B9-1A50-06B8-01AE852C27F6}"/>
                  </a:ext>
                </a:extLst>
              </p:cNvPr>
              <p:cNvSpPr/>
              <p:nvPr/>
            </p:nvSpPr>
            <p:spPr>
              <a:xfrm>
                <a:off x="250609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2" name="ph4133">
                <a:extLst>
                  <a:ext uri="{FF2B5EF4-FFF2-40B4-BE49-F238E27FC236}">
                    <a16:creationId xmlns:a16="http://schemas.microsoft.com/office/drawing/2014/main" id="{3A442228-063D-C2BC-545D-5D1017F1D6BA}"/>
                  </a:ext>
                </a:extLst>
              </p:cNvPr>
              <p:cNvSpPr/>
              <p:nvPr/>
            </p:nvSpPr>
            <p:spPr>
              <a:xfrm>
                <a:off x="251553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3" name="ph4134">
                <a:extLst>
                  <a:ext uri="{FF2B5EF4-FFF2-40B4-BE49-F238E27FC236}">
                    <a16:creationId xmlns:a16="http://schemas.microsoft.com/office/drawing/2014/main" id="{31E5EA2E-7BE3-09FB-57F7-67B0DC7DF30B}"/>
                  </a:ext>
                </a:extLst>
              </p:cNvPr>
              <p:cNvSpPr/>
              <p:nvPr/>
            </p:nvSpPr>
            <p:spPr>
              <a:xfrm>
                <a:off x="252497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4" name="ph4135">
                <a:extLst>
                  <a:ext uri="{FF2B5EF4-FFF2-40B4-BE49-F238E27FC236}">
                    <a16:creationId xmlns:a16="http://schemas.microsoft.com/office/drawing/2014/main" id="{11941A3D-1BB6-D61E-ADE9-750AFA6D934D}"/>
                  </a:ext>
                </a:extLst>
              </p:cNvPr>
              <p:cNvSpPr/>
              <p:nvPr/>
            </p:nvSpPr>
            <p:spPr>
              <a:xfrm>
                <a:off x="253441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5" name="ph4136">
                <a:extLst>
                  <a:ext uri="{FF2B5EF4-FFF2-40B4-BE49-F238E27FC236}">
                    <a16:creationId xmlns:a16="http://schemas.microsoft.com/office/drawing/2014/main" id="{5ED99DFC-055D-3797-8C34-3541C969BDCA}"/>
                  </a:ext>
                </a:extLst>
              </p:cNvPr>
              <p:cNvSpPr/>
              <p:nvPr/>
            </p:nvSpPr>
            <p:spPr>
              <a:xfrm>
                <a:off x="2553292" y="185153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9" y="896830"/>
                    </a:lnTo>
                    <a:lnTo>
                      <a:pt x="914400" y="897756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6" name="ph4137">
                <a:extLst>
                  <a:ext uri="{FF2B5EF4-FFF2-40B4-BE49-F238E27FC236}">
                    <a16:creationId xmlns:a16="http://schemas.microsoft.com/office/drawing/2014/main" id="{2B9E8DC3-8285-4579-71CA-C0747A377BF0}"/>
                  </a:ext>
                </a:extLst>
              </p:cNvPr>
              <p:cNvSpPr/>
              <p:nvPr/>
            </p:nvSpPr>
            <p:spPr>
              <a:xfrm>
                <a:off x="2553292" y="1851536"/>
                <a:ext cx="9184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30" h="914400">
                    <a:moveTo>
                      <a:pt x="914400" y="914400"/>
                    </a:moveTo>
                    <a:lnTo>
                      <a:pt x="914410" y="897796"/>
                    </a:lnTo>
                    <a:lnTo>
                      <a:pt x="914556" y="898400"/>
                    </a:lnTo>
                    <a:lnTo>
                      <a:pt x="914704" y="899011"/>
                    </a:lnTo>
                    <a:lnTo>
                      <a:pt x="914852" y="899622"/>
                    </a:lnTo>
                    <a:lnTo>
                      <a:pt x="915000" y="900233"/>
                    </a:lnTo>
                    <a:lnTo>
                      <a:pt x="915148" y="900844"/>
                    </a:lnTo>
                    <a:lnTo>
                      <a:pt x="915296" y="901455"/>
                    </a:lnTo>
                    <a:lnTo>
                      <a:pt x="915444" y="902066"/>
                    </a:lnTo>
                    <a:lnTo>
                      <a:pt x="915592" y="902676"/>
                    </a:lnTo>
                    <a:lnTo>
                      <a:pt x="915740" y="903287"/>
                    </a:lnTo>
                    <a:lnTo>
                      <a:pt x="915888" y="903898"/>
                    </a:lnTo>
                    <a:lnTo>
                      <a:pt x="916036" y="904509"/>
                    </a:lnTo>
                    <a:lnTo>
                      <a:pt x="916184" y="905120"/>
                    </a:lnTo>
                    <a:lnTo>
                      <a:pt x="918430" y="914400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7" name="ph4138">
                <a:extLst>
                  <a:ext uri="{FF2B5EF4-FFF2-40B4-BE49-F238E27FC236}">
                    <a16:creationId xmlns:a16="http://schemas.microsoft.com/office/drawing/2014/main" id="{40AD0574-ADC2-BFA9-72C0-D48C6558CAAD}"/>
                  </a:ext>
                </a:extLst>
              </p:cNvPr>
              <p:cNvSpPr/>
              <p:nvPr/>
            </p:nvSpPr>
            <p:spPr>
              <a:xfrm>
                <a:off x="3195228" y="183396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74" y="931969"/>
                    </a:lnTo>
                    <a:lnTo>
                      <a:pt x="908962" y="921965"/>
                    </a:lnTo>
                    <a:lnTo>
                      <a:pt x="908117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8" name="ph4139">
                <a:extLst>
                  <a:ext uri="{FF2B5EF4-FFF2-40B4-BE49-F238E27FC236}">
                    <a16:creationId xmlns:a16="http://schemas.microsoft.com/office/drawing/2014/main" id="{F90583A5-F0D0-9916-B487-36AFE9ADF71F}"/>
                  </a:ext>
                </a:extLst>
              </p:cNvPr>
              <p:cNvSpPr/>
              <p:nvPr/>
            </p:nvSpPr>
            <p:spPr>
              <a:xfrm>
                <a:off x="319522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9" name="ph4140">
                <a:extLst>
                  <a:ext uri="{FF2B5EF4-FFF2-40B4-BE49-F238E27FC236}">
                    <a16:creationId xmlns:a16="http://schemas.microsoft.com/office/drawing/2014/main" id="{20129B0D-AD5A-5CE3-B461-88A66B5249A9}"/>
                  </a:ext>
                </a:extLst>
              </p:cNvPr>
              <p:cNvSpPr/>
              <p:nvPr/>
            </p:nvSpPr>
            <p:spPr>
              <a:xfrm>
                <a:off x="320466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0" name="ph4141">
                <a:extLst>
                  <a:ext uri="{FF2B5EF4-FFF2-40B4-BE49-F238E27FC236}">
                    <a16:creationId xmlns:a16="http://schemas.microsoft.com/office/drawing/2014/main" id="{4E6B0788-D630-E7F1-0785-7CC1BB8227ED}"/>
                  </a:ext>
                </a:extLst>
              </p:cNvPr>
              <p:cNvSpPr/>
              <p:nvPr/>
            </p:nvSpPr>
            <p:spPr>
              <a:xfrm>
                <a:off x="321410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1" name="ph4142">
                <a:extLst>
                  <a:ext uri="{FF2B5EF4-FFF2-40B4-BE49-F238E27FC236}">
                    <a16:creationId xmlns:a16="http://schemas.microsoft.com/office/drawing/2014/main" id="{2206D0F4-F880-D2DE-F378-90E79D48C879}"/>
                  </a:ext>
                </a:extLst>
              </p:cNvPr>
              <p:cNvSpPr/>
              <p:nvPr/>
            </p:nvSpPr>
            <p:spPr>
              <a:xfrm>
                <a:off x="322354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2" name="ph4143">
                <a:extLst>
                  <a:ext uri="{FF2B5EF4-FFF2-40B4-BE49-F238E27FC236}">
                    <a16:creationId xmlns:a16="http://schemas.microsoft.com/office/drawing/2014/main" id="{047904AA-7A6A-9382-C9BE-AC2F0F51A059}"/>
                  </a:ext>
                </a:extLst>
              </p:cNvPr>
              <p:cNvSpPr/>
              <p:nvPr/>
            </p:nvSpPr>
            <p:spPr>
              <a:xfrm>
                <a:off x="323298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3" name="ph4144">
                <a:extLst>
                  <a:ext uri="{FF2B5EF4-FFF2-40B4-BE49-F238E27FC236}">
                    <a16:creationId xmlns:a16="http://schemas.microsoft.com/office/drawing/2014/main" id="{99871059-258E-5E1B-C392-DF00AB03F2FE}"/>
                  </a:ext>
                </a:extLst>
              </p:cNvPr>
              <p:cNvSpPr/>
              <p:nvPr/>
            </p:nvSpPr>
            <p:spPr>
              <a:xfrm>
                <a:off x="324242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4" name="ph4145">
                <a:extLst>
                  <a:ext uri="{FF2B5EF4-FFF2-40B4-BE49-F238E27FC236}">
                    <a16:creationId xmlns:a16="http://schemas.microsoft.com/office/drawing/2014/main" id="{C97087E0-0FF9-37B1-946E-9668C88FBB82}"/>
                  </a:ext>
                </a:extLst>
              </p:cNvPr>
              <p:cNvSpPr/>
              <p:nvPr/>
            </p:nvSpPr>
            <p:spPr>
              <a:xfrm>
                <a:off x="325187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5" name="ph4146">
                <a:extLst>
                  <a:ext uri="{FF2B5EF4-FFF2-40B4-BE49-F238E27FC236}">
                    <a16:creationId xmlns:a16="http://schemas.microsoft.com/office/drawing/2014/main" id="{22E24E5B-29B0-48FE-1CE5-ED9FED94660B}"/>
                  </a:ext>
                </a:extLst>
              </p:cNvPr>
              <p:cNvSpPr/>
              <p:nvPr/>
            </p:nvSpPr>
            <p:spPr>
              <a:xfrm>
                <a:off x="326131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6" name="ph4147">
                <a:extLst>
                  <a:ext uri="{FF2B5EF4-FFF2-40B4-BE49-F238E27FC236}">
                    <a16:creationId xmlns:a16="http://schemas.microsoft.com/office/drawing/2014/main" id="{86908725-DFF8-B67C-8D4B-8918DA650298}"/>
                  </a:ext>
                </a:extLst>
              </p:cNvPr>
              <p:cNvSpPr/>
              <p:nvPr/>
            </p:nvSpPr>
            <p:spPr>
              <a:xfrm>
                <a:off x="327075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7" name="ph4148">
                <a:extLst>
                  <a:ext uri="{FF2B5EF4-FFF2-40B4-BE49-F238E27FC236}">
                    <a16:creationId xmlns:a16="http://schemas.microsoft.com/office/drawing/2014/main" id="{911CBC2B-5412-4C37-37B6-D7CFFD4F4B23}"/>
                  </a:ext>
                </a:extLst>
              </p:cNvPr>
              <p:cNvSpPr/>
              <p:nvPr/>
            </p:nvSpPr>
            <p:spPr>
              <a:xfrm>
                <a:off x="328019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8" name="ph4149">
                <a:extLst>
                  <a:ext uri="{FF2B5EF4-FFF2-40B4-BE49-F238E27FC236}">
                    <a16:creationId xmlns:a16="http://schemas.microsoft.com/office/drawing/2014/main" id="{372C99CA-C86B-FABA-F392-867104A3B001}"/>
                  </a:ext>
                </a:extLst>
              </p:cNvPr>
              <p:cNvSpPr/>
              <p:nvPr/>
            </p:nvSpPr>
            <p:spPr>
              <a:xfrm>
                <a:off x="328963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9" name="ph4150">
                <a:extLst>
                  <a:ext uri="{FF2B5EF4-FFF2-40B4-BE49-F238E27FC236}">
                    <a16:creationId xmlns:a16="http://schemas.microsoft.com/office/drawing/2014/main" id="{956726D6-5E1E-7A87-C81C-580ED3716BB0}"/>
                  </a:ext>
                </a:extLst>
              </p:cNvPr>
              <p:cNvSpPr/>
              <p:nvPr/>
            </p:nvSpPr>
            <p:spPr>
              <a:xfrm>
                <a:off x="329907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0" name="ph4151">
                <a:extLst>
                  <a:ext uri="{FF2B5EF4-FFF2-40B4-BE49-F238E27FC236}">
                    <a16:creationId xmlns:a16="http://schemas.microsoft.com/office/drawing/2014/main" id="{8F1D0BB2-B488-EEC2-DC76-8ABE1A421ADC}"/>
                  </a:ext>
                </a:extLst>
              </p:cNvPr>
              <p:cNvSpPr/>
              <p:nvPr/>
            </p:nvSpPr>
            <p:spPr>
              <a:xfrm>
                <a:off x="330851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1" name="ph4152">
                <a:extLst>
                  <a:ext uri="{FF2B5EF4-FFF2-40B4-BE49-F238E27FC236}">
                    <a16:creationId xmlns:a16="http://schemas.microsoft.com/office/drawing/2014/main" id="{80FA16EE-CB80-4FF3-753D-0130EC005013}"/>
                  </a:ext>
                </a:extLst>
              </p:cNvPr>
              <p:cNvSpPr/>
              <p:nvPr/>
            </p:nvSpPr>
            <p:spPr>
              <a:xfrm>
                <a:off x="331795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2" name="ph4153">
                <a:extLst>
                  <a:ext uri="{FF2B5EF4-FFF2-40B4-BE49-F238E27FC236}">
                    <a16:creationId xmlns:a16="http://schemas.microsoft.com/office/drawing/2014/main" id="{2BBC80ED-A22E-E196-5002-643C932F8B15}"/>
                  </a:ext>
                </a:extLst>
              </p:cNvPr>
              <p:cNvSpPr/>
              <p:nvPr/>
            </p:nvSpPr>
            <p:spPr>
              <a:xfrm>
                <a:off x="332739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3" name="ph4154">
                <a:extLst>
                  <a:ext uri="{FF2B5EF4-FFF2-40B4-BE49-F238E27FC236}">
                    <a16:creationId xmlns:a16="http://schemas.microsoft.com/office/drawing/2014/main" id="{E02D73C3-100A-A66E-B987-C7CD77BF2001}"/>
                  </a:ext>
                </a:extLst>
              </p:cNvPr>
              <p:cNvSpPr/>
              <p:nvPr/>
            </p:nvSpPr>
            <p:spPr>
              <a:xfrm>
                <a:off x="333683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4" name="ph4155">
                <a:extLst>
                  <a:ext uri="{FF2B5EF4-FFF2-40B4-BE49-F238E27FC236}">
                    <a16:creationId xmlns:a16="http://schemas.microsoft.com/office/drawing/2014/main" id="{FC3A5D72-4C0C-5072-B76B-5B93228C1BCD}"/>
                  </a:ext>
                </a:extLst>
              </p:cNvPr>
              <p:cNvSpPr/>
              <p:nvPr/>
            </p:nvSpPr>
            <p:spPr>
              <a:xfrm>
                <a:off x="334627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5" name="ph4156">
                <a:extLst>
                  <a:ext uri="{FF2B5EF4-FFF2-40B4-BE49-F238E27FC236}">
                    <a16:creationId xmlns:a16="http://schemas.microsoft.com/office/drawing/2014/main" id="{325D3EA1-5593-9CBB-DCBC-CC2025A5681E}"/>
                  </a:ext>
                </a:extLst>
              </p:cNvPr>
              <p:cNvSpPr/>
              <p:nvPr/>
            </p:nvSpPr>
            <p:spPr>
              <a:xfrm>
                <a:off x="335571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6" name="ph4157">
                <a:extLst>
                  <a:ext uri="{FF2B5EF4-FFF2-40B4-BE49-F238E27FC236}">
                    <a16:creationId xmlns:a16="http://schemas.microsoft.com/office/drawing/2014/main" id="{5EA10515-2CDE-59AF-C5C3-7A08E8E37052}"/>
                  </a:ext>
                </a:extLst>
              </p:cNvPr>
              <p:cNvSpPr/>
              <p:nvPr/>
            </p:nvSpPr>
            <p:spPr>
              <a:xfrm>
                <a:off x="336515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7" name="ph4158">
                <a:extLst>
                  <a:ext uri="{FF2B5EF4-FFF2-40B4-BE49-F238E27FC236}">
                    <a16:creationId xmlns:a16="http://schemas.microsoft.com/office/drawing/2014/main" id="{A11C70AA-548D-09E0-2FF2-085576666568}"/>
                  </a:ext>
                </a:extLst>
              </p:cNvPr>
              <p:cNvSpPr/>
              <p:nvPr/>
            </p:nvSpPr>
            <p:spPr>
              <a:xfrm>
                <a:off x="337459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8" name="ph4159">
                <a:extLst>
                  <a:ext uri="{FF2B5EF4-FFF2-40B4-BE49-F238E27FC236}">
                    <a16:creationId xmlns:a16="http://schemas.microsoft.com/office/drawing/2014/main" id="{FB0D4FBE-D4E9-8E85-2966-2B4E2B5321AB}"/>
                  </a:ext>
                </a:extLst>
              </p:cNvPr>
              <p:cNvSpPr/>
              <p:nvPr/>
            </p:nvSpPr>
            <p:spPr>
              <a:xfrm>
                <a:off x="338403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9" name="ph4160">
                <a:extLst>
                  <a:ext uri="{FF2B5EF4-FFF2-40B4-BE49-F238E27FC236}">
                    <a16:creationId xmlns:a16="http://schemas.microsoft.com/office/drawing/2014/main" id="{8E26784D-BC45-92AC-2B02-AC4B49CD4DCC}"/>
                  </a:ext>
                </a:extLst>
              </p:cNvPr>
              <p:cNvSpPr/>
              <p:nvPr/>
            </p:nvSpPr>
            <p:spPr>
              <a:xfrm>
                <a:off x="339347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0" name="ph4161">
                <a:extLst>
                  <a:ext uri="{FF2B5EF4-FFF2-40B4-BE49-F238E27FC236}">
                    <a16:creationId xmlns:a16="http://schemas.microsoft.com/office/drawing/2014/main" id="{7FCAECD9-57EE-3B97-9A18-6919194A9ECA}"/>
                  </a:ext>
                </a:extLst>
              </p:cNvPr>
              <p:cNvSpPr/>
              <p:nvPr/>
            </p:nvSpPr>
            <p:spPr>
              <a:xfrm>
                <a:off x="340291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1" name="ph4162">
                <a:extLst>
                  <a:ext uri="{FF2B5EF4-FFF2-40B4-BE49-F238E27FC236}">
                    <a16:creationId xmlns:a16="http://schemas.microsoft.com/office/drawing/2014/main" id="{4A318187-0F0D-D6C2-E3E6-892EEE1FDA65}"/>
                  </a:ext>
                </a:extLst>
              </p:cNvPr>
              <p:cNvSpPr/>
              <p:nvPr/>
            </p:nvSpPr>
            <p:spPr>
              <a:xfrm>
                <a:off x="341235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2" name="ph4163">
                <a:extLst>
                  <a:ext uri="{FF2B5EF4-FFF2-40B4-BE49-F238E27FC236}">
                    <a16:creationId xmlns:a16="http://schemas.microsoft.com/office/drawing/2014/main" id="{C6E7DBB1-14FF-4A76-040F-4935AB0D5F51}"/>
                  </a:ext>
                </a:extLst>
              </p:cNvPr>
              <p:cNvSpPr/>
              <p:nvPr/>
            </p:nvSpPr>
            <p:spPr>
              <a:xfrm>
                <a:off x="3421794" y="18515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022"/>
                    </a:lnTo>
                    <a:lnTo>
                      <a:pt x="921719" y="908110"/>
                    </a:lnTo>
                    <a:lnTo>
                      <a:pt x="920552" y="912474"/>
                    </a:lnTo>
                    <a:lnTo>
                      <a:pt x="920834" y="914400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3" name="ph4164">
                <a:extLst>
                  <a:ext uri="{FF2B5EF4-FFF2-40B4-BE49-F238E27FC236}">
                    <a16:creationId xmlns:a16="http://schemas.microsoft.com/office/drawing/2014/main" id="{392618A4-E513-1F6D-D96D-32501A03D226}"/>
                  </a:ext>
                </a:extLst>
              </p:cNvPr>
              <p:cNvSpPr/>
              <p:nvPr/>
            </p:nvSpPr>
            <p:spPr>
              <a:xfrm>
                <a:off x="3431234" y="1833966"/>
                <a:ext cx="914870" cy="916591"/>
              </a:xfrm>
              <a:custGeom>
                <a:avLst/>
                <a:gdLst/>
                <a:ahLst/>
                <a:cxnLst/>
                <a:rect l="0" t="0" r="0" b="0"/>
                <a:pathLst>
                  <a:path w="914870" h="916591">
                    <a:moveTo>
                      <a:pt x="914400" y="914400"/>
                    </a:moveTo>
                    <a:lnTo>
                      <a:pt x="914870" y="914400"/>
                    </a:lnTo>
                    <a:lnTo>
                      <a:pt x="914617" y="915660"/>
                    </a:lnTo>
                    <a:lnTo>
                      <a:pt x="914400" y="916591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4" name="ph4165">
                <a:extLst>
                  <a:ext uri="{FF2B5EF4-FFF2-40B4-BE49-F238E27FC236}">
                    <a16:creationId xmlns:a16="http://schemas.microsoft.com/office/drawing/2014/main" id="{3161393C-2A62-C90C-3DDC-105AA02B6F3B}"/>
                  </a:ext>
                </a:extLst>
              </p:cNvPr>
              <p:cNvSpPr/>
              <p:nvPr/>
            </p:nvSpPr>
            <p:spPr>
              <a:xfrm>
                <a:off x="2251204" y="1816396"/>
                <a:ext cx="914400" cy="9235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23">
                    <a:moveTo>
                      <a:pt x="914400" y="914400"/>
                    </a:moveTo>
                    <a:lnTo>
                      <a:pt x="914400" y="923523"/>
                    </a:lnTo>
                    <a:lnTo>
                      <a:pt x="914243" y="923182"/>
                    </a:lnTo>
                    <a:lnTo>
                      <a:pt x="913071" y="920628"/>
                    </a:lnTo>
                    <a:lnTo>
                      <a:pt x="910361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5" name="ph4166">
                <a:extLst>
                  <a:ext uri="{FF2B5EF4-FFF2-40B4-BE49-F238E27FC236}">
                    <a16:creationId xmlns:a16="http://schemas.microsoft.com/office/drawing/2014/main" id="{E2A14D4C-75FF-97E8-EB94-F62105A67317}"/>
                  </a:ext>
                </a:extLst>
              </p:cNvPr>
              <p:cNvSpPr/>
              <p:nvPr/>
            </p:nvSpPr>
            <p:spPr>
              <a:xfrm>
                <a:off x="225120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272" y="931969"/>
                    </a:lnTo>
                    <a:lnTo>
                      <a:pt x="917732" y="930791"/>
                    </a:lnTo>
                    <a:lnTo>
                      <a:pt x="916569" y="928254"/>
                    </a:lnTo>
                    <a:lnTo>
                      <a:pt x="915406" y="925718"/>
                    </a:lnTo>
                    <a:lnTo>
                      <a:pt x="914400" y="923523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6" name="ph4167">
                <a:extLst>
                  <a:ext uri="{FF2B5EF4-FFF2-40B4-BE49-F238E27FC236}">
                    <a16:creationId xmlns:a16="http://schemas.microsoft.com/office/drawing/2014/main" id="{C2CDB79B-6D8D-831A-ED68-A4379B1D57C2}"/>
                  </a:ext>
                </a:extLst>
              </p:cNvPr>
              <p:cNvSpPr/>
              <p:nvPr/>
            </p:nvSpPr>
            <p:spPr>
              <a:xfrm>
                <a:off x="226064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7" name="ph4168">
                <a:extLst>
                  <a:ext uri="{FF2B5EF4-FFF2-40B4-BE49-F238E27FC236}">
                    <a16:creationId xmlns:a16="http://schemas.microsoft.com/office/drawing/2014/main" id="{E34F14B1-A557-0199-27FD-3FCD09EA8F17}"/>
                  </a:ext>
                </a:extLst>
              </p:cNvPr>
              <p:cNvSpPr/>
              <p:nvPr/>
            </p:nvSpPr>
            <p:spPr>
              <a:xfrm>
                <a:off x="227008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8" name="ph4169">
                <a:extLst>
                  <a:ext uri="{FF2B5EF4-FFF2-40B4-BE49-F238E27FC236}">
                    <a16:creationId xmlns:a16="http://schemas.microsoft.com/office/drawing/2014/main" id="{592F09C4-5AD7-DA51-4051-48CB85978CA2}"/>
                  </a:ext>
                </a:extLst>
              </p:cNvPr>
              <p:cNvSpPr/>
              <p:nvPr/>
            </p:nvSpPr>
            <p:spPr>
              <a:xfrm>
                <a:off x="227952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9" name="ph4170">
                <a:extLst>
                  <a:ext uri="{FF2B5EF4-FFF2-40B4-BE49-F238E27FC236}">
                    <a16:creationId xmlns:a16="http://schemas.microsoft.com/office/drawing/2014/main" id="{A8438B05-3627-F318-52FC-60E7C14AEAD6}"/>
                  </a:ext>
                </a:extLst>
              </p:cNvPr>
              <p:cNvSpPr/>
              <p:nvPr/>
            </p:nvSpPr>
            <p:spPr>
              <a:xfrm>
                <a:off x="228896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0" name="ph4171">
                <a:extLst>
                  <a:ext uri="{FF2B5EF4-FFF2-40B4-BE49-F238E27FC236}">
                    <a16:creationId xmlns:a16="http://schemas.microsoft.com/office/drawing/2014/main" id="{219C2CE5-AE10-67F8-8415-13976F5B7ABA}"/>
                  </a:ext>
                </a:extLst>
              </p:cNvPr>
              <p:cNvSpPr/>
              <p:nvPr/>
            </p:nvSpPr>
            <p:spPr>
              <a:xfrm>
                <a:off x="229840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1" name="ph4172">
                <a:extLst>
                  <a:ext uri="{FF2B5EF4-FFF2-40B4-BE49-F238E27FC236}">
                    <a16:creationId xmlns:a16="http://schemas.microsoft.com/office/drawing/2014/main" id="{8AD2AF4F-2CDD-290A-1546-514C796C288A}"/>
                  </a:ext>
                </a:extLst>
              </p:cNvPr>
              <p:cNvSpPr/>
              <p:nvPr/>
            </p:nvSpPr>
            <p:spPr>
              <a:xfrm>
                <a:off x="230784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2" name="ph4173">
                <a:extLst>
                  <a:ext uri="{FF2B5EF4-FFF2-40B4-BE49-F238E27FC236}">
                    <a16:creationId xmlns:a16="http://schemas.microsoft.com/office/drawing/2014/main" id="{59F5C8EE-1F68-C28F-A846-25F5EAAD4C03}"/>
                  </a:ext>
                </a:extLst>
              </p:cNvPr>
              <p:cNvSpPr/>
              <p:nvPr/>
            </p:nvSpPr>
            <p:spPr>
              <a:xfrm>
                <a:off x="231728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3" name="ph4174">
                <a:extLst>
                  <a:ext uri="{FF2B5EF4-FFF2-40B4-BE49-F238E27FC236}">
                    <a16:creationId xmlns:a16="http://schemas.microsoft.com/office/drawing/2014/main" id="{E0A5FC41-2F6C-7825-71F7-6B1B507986FE}"/>
                  </a:ext>
                </a:extLst>
              </p:cNvPr>
              <p:cNvSpPr/>
              <p:nvPr/>
            </p:nvSpPr>
            <p:spPr>
              <a:xfrm>
                <a:off x="232672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4" name="ph4175">
                <a:extLst>
                  <a:ext uri="{FF2B5EF4-FFF2-40B4-BE49-F238E27FC236}">
                    <a16:creationId xmlns:a16="http://schemas.microsoft.com/office/drawing/2014/main" id="{0373C375-5712-95D3-4CAC-F7DC4ADF9955}"/>
                  </a:ext>
                </a:extLst>
              </p:cNvPr>
              <p:cNvSpPr/>
              <p:nvPr/>
            </p:nvSpPr>
            <p:spPr>
              <a:xfrm>
                <a:off x="233616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5" name="ph4176">
                <a:extLst>
                  <a:ext uri="{FF2B5EF4-FFF2-40B4-BE49-F238E27FC236}">
                    <a16:creationId xmlns:a16="http://schemas.microsoft.com/office/drawing/2014/main" id="{4AFD6EAA-16D2-FAE1-4601-5452F718DC39}"/>
                  </a:ext>
                </a:extLst>
              </p:cNvPr>
              <p:cNvSpPr/>
              <p:nvPr/>
            </p:nvSpPr>
            <p:spPr>
              <a:xfrm>
                <a:off x="234560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6" name="ph4177">
                <a:extLst>
                  <a:ext uri="{FF2B5EF4-FFF2-40B4-BE49-F238E27FC236}">
                    <a16:creationId xmlns:a16="http://schemas.microsoft.com/office/drawing/2014/main" id="{2B4876FD-ECC4-0CD5-7C25-992C9680E8A6}"/>
                  </a:ext>
                </a:extLst>
              </p:cNvPr>
              <p:cNvSpPr/>
              <p:nvPr/>
            </p:nvSpPr>
            <p:spPr>
              <a:xfrm>
                <a:off x="235504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7" name="ph4178">
                <a:extLst>
                  <a:ext uri="{FF2B5EF4-FFF2-40B4-BE49-F238E27FC236}">
                    <a16:creationId xmlns:a16="http://schemas.microsoft.com/office/drawing/2014/main" id="{A1ADD25A-19BB-FD6B-2F6F-980C18ED1971}"/>
                  </a:ext>
                </a:extLst>
              </p:cNvPr>
              <p:cNvSpPr/>
              <p:nvPr/>
            </p:nvSpPr>
            <p:spPr>
              <a:xfrm>
                <a:off x="236448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AF57">
                  <a:alpha val="100000"/>
                </a:srgbClr>
              </a:solidFill>
              <a:ln w="5420" cap="flat">
                <a:solidFill>
                  <a:srgbClr val="58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8" name="ph4179">
                <a:extLst>
                  <a:ext uri="{FF2B5EF4-FFF2-40B4-BE49-F238E27FC236}">
                    <a16:creationId xmlns:a16="http://schemas.microsoft.com/office/drawing/2014/main" id="{E054DBD5-C8A9-3F66-24AA-155408BC2C09}"/>
                  </a:ext>
                </a:extLst>
              </p:cNvPr>
              <p:cNvSpPr/>
              <p:nvPr/>
            </p:nvSpPr>
            <p:spPr>
              <a:xfrm>
                <a:off x="237392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9" name="ph4180">
                <a:extLst>
                  <a:ext uri="{FF2B5EF4-FFF2-40B4-BE49-F238E27FC236}">
                    <a16:creationId xmlns:a16="http://schemas.microsoft.com/office/drawing/2014/main" id="{A1C8CD01-3A61-4460-2295-C93F4B1D0992}"/>
                  </a:ext>
                </a:extLst>
              </p:cNvPr>
              <p:cNvSpPr/>
              <p:nvPr/>
            </p:nvSpPr>
            <p:spPr>
              <a:xfrm>
                <a:off x="238336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0" name="ph4181">
                <a:extLst>
                  <a:ext uri="{FF2B5EF4-FFF2-40B4-BE49-F238E27FC236}">
                    <a16:creationId xmlns:a16="http://schemas.microsoft.com/office/drawing/2014/main" id="{14C8DAD7-1221-7FDD-91CA-42F0C43244AB}"/>
                  </a:ext>
                </a:extLst>
              </p:cNvPr>
              <p:cNvSpPr/>
              <p:nvPr/>
            </p:nvSpPr>
            <p:spPr>
              <a:xfrm>
                <a:off x="239280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1" name="ph4182">
                <a:extLst>
                  <a:ext uri="{FF2B5EF4-FFF2-40B4-BE49-F238E27FC236}">
                    <a16:creationId xmlns:a16="http://schemas.microsoft.com/office/drawing/2014/main" id="{CE46C75E-FCC3-A853-B646-EA47A21068C8}"/>
                  </a:ext>
                </a:extLst>
              </p:cNvPr>
              <p:cNvSpPr/>
              <p:nvPr/>
            </p:nvSpPr>
            <p:spPr>
              <a:xfrm>
                <a:off x="240224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2" name="ph4183">
                <a:extLst>
                  <a:ext uri="{FF2B5EF4-FFF2-40B4-BE49-F238E27FC236}">
                    <a16:creationId xmlns:a16="http://schemas.microsoft.com/office/drawing/2014/main" id="{2F1FE543-6CF9-231F-7F41-C3C19A0CDDF0}"/>
                  </a:ext>
                </a:extLst>
              </p:cNvPr>
              <p:cNvSpPr/>
              <p:nvPr/>
            </p:nvSpPr>
            <p:spPr>
              <a:xfrm>
                <a:off x="241168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3" name="ph4184">
                <a:extLst>
                  <a:ext uri="{FF2B5EF4-FFF2-40B4-BE49-F238E27FC236}">
                    <a16:creationId xmlns:a16="http://schemas.microsoft.com/office/drawing/2014/main" id="{F7C4679D-1DAE-F0F4-B8F2-49AEE2229B02}"/>
                  </a:ext>
                </a:extLst>
              </p:cNvPr>
              <p:cNvSpPr/>
              <p:nvPr/>
            </p:nvSpPr>
            <p:spPr>
              <a:xfrm>
                <a:off x="242112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4" name="ph4185">
                <a:extLst>
                  <a:ext uri="{FF2B5EF4-FFF2-40B4-BE49-F238E27FC236}">
                    <a16:creationId xmlns:a16="http://schemas.microsoft.com/office/drawing/2014/main" id="{5CE0A44C-98C5-8F85-B528-931413F764D4}"/>
                  </a:ext>
                </a:extLst>
              </p:cNvPr>
              <p:cNvSpPr/>
              <p:nvPr/>
            </p:nvSpPr>
            <p:spPr>
              <a:xfrm>
                <a:off x="243056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5" name="ph4186">
                <a:extLst>
                  <a:ext uri="{FF2B5EF4-FFF2-40B4-BE49-F238E27FC236}">
                    <a16:creationId xmlns:a16="http://schemas.microsoft.com/office/drawing/2014/main" id="{6CE77D4D-B502-BF80-01B9-504C3C2EC11D}"/>
                  </a:ext>
                </a:extLst>
              </p:cNvPr>
              <p:cNvSpPr/>
              <p:nvPr/>
            </p:nvSpPr>
            <p:spPr>
              <a:xfrm>
                <a:off x="244000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6" name="ph4187">
                <a:extLst>
                  <a:ext uri="{FF2B5EF4-FFF2-40B4-BE49-F238E27FC236}">
                    <a16:creationId xmlns:a16="http://schemas.microsoft.com/office/drawing/2014/main" id="{991BE8DB-6E39-EEEA-F6E1-9E7FF6433509}"/>
                  </a:ext>
                </a:extLst>
              </p:cNvPr>
              <p:cNvSpPr/>
              <p:nvPr/>
            </p:nvSpPr>
            <p:spPr>
              <a:xfrm>
                <a:off x="244944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7" name="ph4188">
                <a:extLst>
                  <a:ext uri="{FF2B5EF4-FFF2-40B4-BE49-F238E27FC236}">
                    <a16:creationId xmlns:a16="http://schemas.microsoft.com/office/drawing/2014/main" id="{0A614C3A-2284-5ECF-5509-73B83288E90F}"/>
                  </a:ext>
                </a:extLst>
              </p:cNvPr>
              <p:cNvSpPr/>
              <p:nvPr/>
            </p:nvSpPr>
            <p:spPr>
              <a:xfrm>
                <a:off x="245889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8" name="ph4189">
                <a:extLst>
                  <a:ext uri="{FF2B5EF4-FFF2-40B4-BE49-F238E27FC236}">
                    <a16:creationId xmlns:a16="http://schemas.microsoft.com/office/drawing/2014/main" id="{DD1E515E-2EC2-F956-4AE2-02B0C765174A}"/>
                  </a:ext>
                </a:extLst>
              </p:cNvPr>
              <p:cNvSpPr/>
              <p:nvPr/>
            </p:nvSpPr>
            <p:spPr>
              <a:xfrm>
                <a:off x="246833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9" name="ph4190">
                <a:extLst>
                  <a:ext uri="{FF2B5EF4-FFF2-40B4-BE49-F238E27FC236}">
                    <a16:creationId xmlns:a16="http://schemas.microsoft.com/office/drawing/2014/main" id="{CE4A9E37-C39B-696C-4B4A-C38C18E589C0}"/>
                  </a:ext>
                </a:extLst>
              </p:cNvPr>
              <p:cNvSpPr/>
              <p:nvPr/>
            </p:nvSpPr>
            <p:spPr>
              <a:xfrm>
                <a:off x="247777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0" name="ph4191">
                <a:extLst>
                  <a:ext uri="{FF2B5EF4-FFF2-40B4-BE49-F238E27FC236}">
                    <a16:creationId xmlns:a16="http://schemas.microsoft.com/office/drawing/2014/main" id="{918AF6A5-08B6-6E20-1E99-DD6720F98433}"/>
                  </a:ext>
                </a:extLst>
              </p:cNvPr>
              <p:cNvSpPr/>
              <p:nvPr/>
            </p:nvSpPr>
            <p:spPr>
              <a:xfrm>
                <a:off x="248721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1" name="ph4192">
                <a:extLst>
                  <a:ext uri="{FF2B5EF4-FFF2-40B4-BE49-F238E27FC236}">
                    <a16:creationId xmlns:a16="http://schemas.microsoft.com/office/drawing/2014/main" id="{BA728F3C-8F2C-C78C-B224-B6E75903A4CC}"/>
                  </a:ext>
                </a:extLst>
              </p:cNvPr>
              <p:cNvSpPr/>
              <p:nvPr/>
            </p:nvSpPr>
            <p:spPr>
              <a:xfrm>
                <a:off x="249665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2" name="ph4193">
                <a:extLst>
                  <a:ext uri="{FF2B5EF4-FFF2-40B4-BE49-F238E27FC236}">
                    <a16:creationId xmlns:a16="http://schemas.microsoft.com/office/drawing/2014/main" id="{A772DBBF-9659-1D4D-A52B-7086DF8FEF74}"/>
                  </a:ext>
                </a:extLst>
              </p:cNvPr>
              <p:cNvSpPr/>
              <p:nvPr/>
            </p:nvSpPr>
            <p:spPr>
              <a:xfrm>
                <a:off x="250609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3" name="ph4194">
                <a:extLst>
                  <a:ext uri="{FF2B5EF4-FFF2-40B4-BE49-F238E27FC236}">
                    <a16:creationId xmlns:a16="http://schemas.microsoft.com/office/drawing/2014/main" id="{E000C9B9-5568-C5B8-5B41-6C5E34A6FF2B}"/>
                  </a:ext>
                </a:extLst>
              </p:cNvPr>
              <p:cNvSpPr/>
              <p:nvPr/>
            </p:nvSpPr>
            <p:spPr>
              <a:xfrm>
                <a:off x="251553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4" name="ph4195">
                <a:extLst>
                  <a:ext uri="{FF2B5EF4-FFF2-40B4-BE49-F238E27FC236}">
                    <a16:creationId xmlns:a16="http://schemas.microsoft.com/office/drawing/2014/main" id="{556B2820-B464-8847-6016-2ED449C92E37}"/>
                  </a:ext>
                </a:extLst>
              </p:cNvPr>
              <p:cNvSpPr/>
              <p:nvPr/>
            </p:nvSpPr>
            <p:spPr>
              <a:xfrm>
                <a:off x="252497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5" name="ph4196">
                <a:extLst>
                  <a:ext uri="{FF2B5EF4-FFF2-40B4-BE49-F238E27FC236}">
                    <a16:creationId xmlns:a16="http://schemas.microsoft.com/office/drawing/2014/main" id="{35C3ADCB-1DD7-FCCB-A2C2-1818B4C41D40}"/>
                  </a:ext>
                </a:extLst>
              </p:cNvPr>
              <p:cNvSpPr/>
              <p:nvPr/>
            </p:nvSpPr>
            <p:spPr>
              <a:xfrm>
                <a:off x="253441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6" name="ph4197">
                <a:extLst>
                  <a:ext uri="{FF2B5EF4-FFF2-40B4-BE49-F238E27FC236}">
                    <a16:creationId xmlns:a16="http://schemas.microsoft.com/office/drawing/2014/main" id="{AE52C2FA-6552-6FDB-F81F-2A92359A6FC3}"/>
                  </a:ext>
                </a:extLst>
              </p:cNvPr>
              <p:cNvSpPr/>
              <p:nvPr/>
            </p:nvSpPr>
            <p:spPr>
              <a:xfrm>
                <a:off x="2543852" y="1833966"/>
                <a:ext cx="9235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8732" y="896830"/>
                    </a:lnTo>
                    <a:lnTo>
                      <a:pt x="921252" y="905359"/>
                    </a:lnTo>
                    <a:lnTo>
                      <a:pt x="923599" y="914400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7" name="ph4198">
                <a:extLst>
                  <a:ext uri="{FF2B5EF4-FFF2-40B4-BE49-F238E27FC236}">
                    <a16:creationId xmlns:a16="http://schemas.microsoft.com/office/drawing/2014/main" id="{F5699ABA-48A2-3D69-F7D4-EE5681DBFCD7}"/>
                  </a:ext>
                </a:extLst>
              </p:cNvPr>
              <p:cNvSpPr/>
              <p:nvPr/>
            </p:nvSpPr>
            <p:spPr>
              <a:xfrm>
                <a:off x="3195228" y="181639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117" y="931969"/>
                    </a:lnTo>
                    <a:lnTo>
                      <a:pt x="907766" y="928836"/>
                    </a:lnTo>
                    <a:lnTo>
                      <a:pt x="906870" y="918037"/>
                    </a:lnTo>
                    <a:lnTo>
                      <a:pt x="906671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8" name="ph4199">
                <a:extLst>
                  <a:ext uri="{FF2B5EF4-FFF2-40B4-BE49-F238E27FC236}">
                    <a16:creationId xmlns:a16="http://schemas.microsoft.com/office/drawing/2014/main" id="{AF80EFE1-1AAF-EF3B-FD45-C10A197B0856}"/>
                  </a:ext>
                </a:extLst>
              </p:cNvPr>
              <p:cNvSpPr/>
              <p:nvPr/>
            </p:nvSpPr>
            <p:spPr>
              <a:xfrm>
                <a:off x="319522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9" name="ph4200">
                <a:extLst>
                  <a:ext uri="{FF2B5EF4-FFF2-40B4-BE49-F238E27FC236}">
                    <a16:creationId xmlns:a16="http://schemas.microsoft.com/office/drawing/2014/main" id="{20442364-312B-4B9E-10A9-9A086C0CC518}"/>
                  </a:ext>
                </a:extLst>
              </p:cNvPr>
              <p:cNvSpPr/>
              <p:nvPr/>
            </p:nvSpPr>
            <p:spPr>
              <a:xfrm>
                <a:off x="320466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0" name="ph4201">
                <a:extLst>
                  <a:ext uri="{FF2B5EF4-FFF2-40B4-BE49-F238E27FC236}">
                    <a16:creationId xmlns:a16="http://schemas.microsoft.com/office/drawing/2014/main" id="{B12195FF-62A7-BDFA-2060-8E325BC4E564}"/>
                  </a:ext>
                </a:extLst>
              </p:cNvPr>
              <p:cNvSpPr/>
              <p:nvPr/>
            </p:nvSpPr>
            <p:spPr>
              <a:xfrm>
                <a:off x="321410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1" name="ph4202">
                <a:extLst>
                  <a:ext uri="{FF2B5EF4-FFF2-40B4-BE49-F238E27FC236}">
                    <a16:creationId xmlns:a16="http://schemas.microsoft.com/office/drawing/2014/main" id="{B4B64A80-37C8-B1B9-DE55-F2443E26AB90}"/>
                  </a:ext>
                </a:extLst>
              </p:cNvPr>
              <p:cNvSpPr/>
              <p:nvPr/>
            </p:nvSpPr>
            <p:spPr>
              <a:xfrm>
                <a:off x="322354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2" name="ph4203">
                <a:extLst>
                  <a:ext uri="{FF2B5EF4-FFF2-40B4-BE49-F238E27FC236}">
                    <a16:creationId xmlns:a16="http://schemas.microsoft.com/office/drawing/2014/main" id="{24D7F8D0-E743-A2EF-A557-DE4B39C981BA}"/>
                  </a:ext>
                </a:extLst>
              </p:cNvPr>
              <p:cNvSpPr/>
              <p:nvPr/>
            </p:nvSpPr>
            <p:spPr>
              <a:xfrm>
                <a:off x="323298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3" name="ph4204">
                <a:extLst>
                  <a:ext uri="{FF2B5EF4-FFF2-40B4-BE49-F238E27FC236}">
                    <a16:creationId xmlns:a16="http://schemas.microsoft.com/office/drawing/2014/main" id="{DB71DF42-AAF9-B7AD-3E2C-90C9C7E63D84}"/>
                  </a:ext>
                </a:extLst>
              </p:cNvPr>
              <p:cNvSpPr/>
              <p:nvPr/>
            </p:nvSpPr>
            <p:spPr>
              <a:xfrm>
                <a:off x="324242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4" name="ph4205">
                <a:extLst>
                  <a:ext uri="{FF2B5EF4-FFF2-40B4-BE49-F238E27FC236}">
                    <a16:creationId xmlns:a16="http://schemas.microsoft.com/office/drawing/2014/main" id="{7A32DD81-DEF5-B6FB-C9D9-D5C267CAF5D3}"/>
                  </a:ext>
                </a:extLst>
              </p:cNvPr>
              <p:cNvSpPr/>
              <p:nvPr/>
            </p:nvSpPr>
            <p:spPr>
              <a:xfrm>
                <a:off x="325187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5" name="ph4206">
                <a:extLst>
                  <a:ext uri="{FF2B5EF4-FFF2-40B4-BE49-F238E27FC236}">
                    <a16:creationId xmlns:a16="http://schemas.microsoft.com/office/drawing/2014/main" id="{68EFCE1B-94A5-DB15-D204-3A1395E31758}"/>
                  </a:ext>
                </a:extLst>
              </p:cNvPr>
              <p:cNvSpPr/>
              <p:nvPr/>
            </p:nvSpPr>
            <p:spPr>
              <a:xfrm>
                <a:off x="326131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6" name="ph4207">
                <a:extLst>
                  <a:ext uri="{FF2B5EF4-FFF2-40B4-BE49-F238E27FC236}">
                    <a16:creationId xmlns:a16="http://schemas.microsoft.com/office/drawing/2014/main" id="{3E1B8C56-A5AB-CEEE-F38B-96D3B5AE70D8}"/>
                  </a:ext>
                </a:extLst>
              </p:cNvPr>
              <p:cNvSpPr/>
              <p:nvPr/>
            </p:nvSpPr>
            <p:spPr>
              <a:xfrm>
                <a:off x="327075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7" name="ph4208">
                <a:extLst>
                  <a:ext uri="{FF2B5EF4-FFF2-40B4-BE49-F238E27FC236}">
                    <a16:creationId xmlns:a16="http://schemas.microsoft.com/office/drawing/2014/main" id="{DFB62B9C-FF46-A313-4573-0FE230E975C9}"/>
                  </a:ext>
                </a:extLst>
              </p:cNvPr>
              <p:cNvSpPr/>
              <p:nvPr/>
            </p:nvSpPr>
            <p:spPr>
              <a:xfrm>
                <a:off x="328019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8" name="ph4209">
                <a:extLst>
                  <a:ext uri="{FF2B5EF4-FFF2-40B4-BE49-F238E27FC236}">
                    <a16:creationId xmlns:a16="http://schemas.microsoft.com/office/drawing/2014/main" id="{A3561D61-32A1-1517-A174-477812E0A747}"/>
                  </a:ext>
                </a:extLst>
              </p:cNvPr>
              <p:cNvSpPr/>
              <p:nvPr/>
            </p:nvSpPr>
            <p:spPr>
              <a:xfrm>
                <a:off x="328963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9" name="ph4210">
                <a:extLst>
                  <a:ext uri="{FF2B5EF4-FFF2-40B4-BE49-F238E27FC236}">
                    <a16:creationId xmlns:a16="http://schemas.microsoft.com/office/drawing/2014/main" id="{37E15E79-BCCA-0D2F-3CC9-749F08A8EDA3}"/>
                  </a:ext>
                </a:extLst>
              </p:cNvPr>
              <p:cNvSpPr/>
              <p:nvPr/>
            </p:nvSpPr>
            <p:spPr>
              <a:xfrm>
                <a:off x="329907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0" name="ph4211">
                <a:extLst>
                  <a:ext uri="{FF2B5EF4-FFF2-40B4-BE49-F238E27FC236}">
                    <a16:creationId xmlns:a16="http://schemas.microsoft.com/office/drawing/2014/main" id="{9B82FE19-20B3-0C39-D6FC-15DA082BE4D4}"/>
                  </a:ext>
                </a:extLst>
              </p:cNvPr>
              <p:cNvSpPr/>
              <p:nvPr/>
            </p:nvSpPr>
            <p:spPr>
              <a:xfrm>
                <a:off x="330851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1" name="ph4212">
                <a:extLst>
                  <a:ext uri="{FF2B5EF4-FFF2-40B4-BE49-F238E27FC236}">
                    <a16:creationId xmlns:a16="http://schemas.microsoft.com/office/drawing/2014/main" id="{946C8322-01DA-E593-4651-CAF80A7588EC}"/>
                  </a:ext>
                </a:extLst>
              </p:cNvPr>
              <p:cNvSpPr/>
              <p:nvPr/>
            </p:nvSpPr>
            <p:spPr>
              <a:xfrm>
                <a:off x="331795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2" name="ph4213">
                <a:extLst>
                  <a:ext uri="{FF2B5EF4-FFF2-40B4-BE49-F238E27FC236}">
                    <a16:creationId xmlns:a16="http://schemas.microsoft.com/office/drawing/2014/main" id="{9126DFDF-D6B2-9E25-A1F1-75CDD354A64C}"/>
                  </a:ext>
                </a:extLst>
              </p:cNvPr>
              <p:cNvSpPr/>
              <p:nvPr/>
            </p:nvSpPr>
            <p:spPr>
              <a:xfrm>
                <a:off x="332739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3" name="ph4214">
                <a:extLst>
                  <a:ext uri="{FF2B5EF4-FFF2-40B4-BE49-F238E27FC236}">
                    <a16:creationId xmlns:a16="http://schemas.microsoft.com/office/drawing/2014/main" id="{373E171D-6D70-C576-2EEF-CD834E9DC176}"/>
                  </a:ext>
                </a:extLst>
              </p:cNvPr>
              <p:cNvSpPr/>
              <p:nvPr/>
            </p:nvSpPr>
            <p:spPr>
              <a:xfrm>
                <a:off x="333683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4" name="ph4215">
                <a:extLst>
                  <a:ext uri="{FF2B5EF4-FFF2-40B4-BE49-F238E27FC236}">
                    <a16:creationId xmlns:a16="http://schemas.microsoft.com/office/drawing/2014/main" id="{73598D07-7FA4-890F-3271-68F6F91379E2}"/>
                  </a:ext>
                </a:extLst>
              </p:cNvPr>
              <p:cNvSpPr/>
              <p:nvPr/>
            </p:nvSpPr>
            <p:spPr>
              <a:xfrm>
                <a:off x="334627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5" name="ph4216">
                <a:extLst>
                  <a:ext uri="{FF2B5EF4-FFF2-40B4-BE49-F238E27FC236}">
                    <a16:creationId xmlns:a16="http://schemas.microsoft.com/office/drawing/2014/main" id="{10364304-DA1E-499D-42DF-0D51C93C6A69}"/>
                  </a:ext>
                </a:extLst>
              </p:cNvPr>
              <p:cNvSpPr/>
              <p:nvPr/>
            </p:nvSpPr>
            <p:spPr>
              <a:xfrm>
                <a:off x="335571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6" name="ph4217">
                <a:extLst>
                  <a:ext uri="{FF2B5EF4-FFF2-40B4-BE49-F238E27FC236}">
                    <a16:creationId xmlns:a16="http://schemas.microsoft.com/office/drawing/2014/main" id="{F9C0908D-BC99-BA67-69DD-6C21DD7A2B6D}"/>
                  </a:ext>
                </a:extLst>
              </p:cNvPr>
              <p:cNvSpPr/>
              <p:nvPr/>
            </p:nvSpPr>
            <p:spPr>
              <a:xfrm>
                <a:off x="336515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7" name="ph4218">
                <a:extLst>
                  <a:ext uri="{FF2B5EF4-FFF2-40B4-BE49-F238E27FC236}">
                    <a16:creationId xmlns:a16="http://schemas.microsoft.com/office/drawing/2014/main" id="{5DDCF1FA-C75F-AEC5-AB09-C8846D8959DD}"/>
                  </a:ext>
                </a:extLst>
              </p:cNvPr>
              <p:cNvSpPr/>
              <p:nvPr/>
            </p:nvSpPr>
            <p:spPr>
              <a:xfrm>
                <a:off x="337459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8" name="ph4219">
                <a:extLst>
                  <a:ext uri="{FF2B5EF4-FFF2-40B4-BE49-F238E27FC236}">
                    <a16:creationId xmlns:a16="http://schemas.microsoft.com/office/drawing/2014/main" id="{F3B64A88-F51D-6C7D-21EE-FAFC7D969178}"/>
                  </a:ext>
                </a:extLst>
              </p:cNvPr>
              <p:cNvSpPr/>
              <p:nvPr/>
            </p:nvSpPr>
            <p:spPr>
              <a:xfrm>
                <a:off x="338403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9" name="ph4220">
                <a:extLst>
                  <a:ext uri="{FF2B5EF4-FFF2-40B4-BE49-F238E27FC236}">
                    <a16:creationId xmlns:a16="http://schemas.microsoft.com/office/drawing/2014/main" id="{1D514089-B9CD-A36E-3DD2-7B71F8191899}"/>
                  </a:ext>
                </a:extLst>
              </p:cNvPr>
              <p:cNvSpPr/>
              <p:nvPr/>
            </p:nvSpPr>
            <p:spPr>
              <a:xfrm>
                <a:off x="339347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0" name="ph4221">
                <a:extLst>
                  <a:ext uri="{FF2B5EF4-FFF2-40B4-BE49-F238E27FC236}">
                    <a16:creationId xmlns:a16="http://schemas.microsoft.com/office/drawing/2014/main" id="{992CD83E-F3EF-26E3-9A46-EE5D4A59E51E}"/>
                  </a:ext>
                </a:extLst>
              </p:cNvPr>
              <p:cNvSpPr/>
              <p:nvPr/>
            </p:nvSpPr>
            <p:spPr>
              <a:xfrm>
                <a:off x="340291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1" name="ph4222">
                <a:extLst>
                  <a:ext uri="{FF2B5EF4-FFF2-40B4-BE49-F238E27FC236}">
                    <a16:creationId xmlns:a16="http://schemas.microsoft.com/office/drawing/2014/main" id="{5D5F600E-E587-2983-A4B9-025C5799A898}"/>
                  </a:ext>
                </a:extLst>
              </p:cNvPr>
              <p:cNvSpPr/>
              <p:nvPr/>
            </p:nvSpPr>
            <p:spPr>
              <a:xfrm>
                <a:off x="341235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2" name="ph4223">
                <a:extLst>
                  <a:ext uri="{FF2B5EF4-FFF2-40B4-BE49-F238E27FC236}">
                    <a16:creationId xmlns:a16="http://schemas.microsoft.com/office/drawing/2014/main" id="{01B187B5-AFDD-B303-9E35-3B0FF4148FC3}"/>
                  </a:ext>
                </a:extLst>
              </p:cNvPr>
              <p:cNvSpPr/>
              <p:nvPr/>
            </p:nvSpPr>
            <p:spPr>
              <a:xfrm>
                <a:off x="342179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3" name="ph4224">
                <a:extLst>
                  <a:ext uri="{FF2B5EF4-FFF2-40B4-BE49-F238E27FC236}">
                    <a16:creationId xmlns:a16="http://schemas.microsoft.com/office/drawing/2014/main" id="{5B27695E-D40F-350A-D293-ABD81D46DA7B}"/>
                  </a:ext>
                </a:extLst>
              </p:cNvPr>
              <p:cNvSpPr/>
              <p:nvPr/>
            </p:nvSpPr>
            <p:spPr>
              <a:xfrm>
                <a:off x="3431234" y="1833966"/>
                <a:ext cx="91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3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134" y="896830"/>
                    </a:lnTo>
                    <a:lnTo>
                      <a:pt x="916673" y="905429"/>
                    </a:lnTo>
                    <a:lnTo>
                      <a:pt x="914870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4" name="ph4225">
                <a:extLst>
                  <a:ext uri="{FF2B5EF4-FFF2-40B4-BE49-F238E27FC236}">
                    <a16:creationId xmlns:a16="http://schemas.microsoft.com/office/drawing/2014/main" id="{2C21A151-F5F3-C8CC-EE97-41164678DC78}"/>
                  </a:ext>
                </a:extLst>
              </p:cNvPr>
              <p:cNvSpPr/>
              <p:nvPr/>
            </p:nvSpPr>
            <p:spPr>
              <a:xfrm>
                <a:off x="2241764" y="1798826"/>
                <a:ext cx="914400" cy="9181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128">
                    <a:moveTo>
                      <a:pt x="914400" y="914400"/>
                    </a:moveTo>
                    <a:lnTo>
                      <a:pt x="914400" y="918128"/>
                    </a:lnTo>
                    <a:lnTo>
                      <a:pt x="913098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5" name="ph4226">
                <a:extLst>
                  <a:ext uri="{FF2B5EF4-FFF2-40B4-BE49-F238E27FC236}">
                    <a16:creationId xmlns:a16="http://schemas.microsoft.com/office/drawing/2014/main" id="{A149F04D-5215-5FB7-B778-546502B47757}"/>
                  </a:ext>
                </a:extLst>
              </p:cNvPr>
              <p:cNvSpPr/>
              <p:nvPr/>
            </p:nvSpPr>
            <p:spPr>
              <a:xfrm>
                <a:off x="224176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1" y="931969"/>
                    </a:lnTo>
                    <a:lnTo>
                      <a:pt x="918785" y="929633"/>
                    </a:lnTo>
                    <a:lnTo>
                      <a:pt x="915304" y="920718"/>
                    </a:lnTo>
                    <a:lnTo>
                      <a:pt x="914400" y="918128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6" name="ph4227">
                <a:extLst>
                  <a:ext uri="{FF2B5EF4-FFF2-40B4-BE49-F238E27FC236}">
                    <a16:creationId xmlns:a16="http://schemas.microsoft.com/office/drawing/2014/main" id="{FEFB8AFD-DCA3-44C0-71B4-FBE4B065FA08}"/>
                  </a:ext>
                </a:extLst>
              </p:cNvPr>
              <p:cNvSpPr/>
              <p:nvPr/>
            </p:nvSpPr>
            <p:spPr>
              <a:xfrm>
                <a:off x="225120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7" name="ph4228">
                <a:extLst>
                  <a:ext uri="{FF2B5EF4-FFF2-40B4-BE49-F238E27FC236}">
                    <a16:creationId xmlns:a16="http://schemas.microsoft.com/office/drawing/2014/main" id="{E1826763-39AE-F628-C25A-64AEF1F48933}"/>
                  </a:ext>
                </a:extLst>
              </p:cNvPr>
              <p:cNvSpPr/>
              <p:nvPr/>
            </p:nvSpPr>
            <p:spPr>
              <a:xfrm>
                <a:off x="226064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8" name="ph4229">
                <a:extLst>
                  <a:ext uri="{FF2B5EF4-FFF2-40B4-BE49-F238E27FC236}">
                    <a16:creationId xmlns:a16="http://schemas.microsoft.com/office/drawing/2014/main" id="{D8E82A80-6B39-0744-68D4-F274F0957D47}"/>
                  </a:ext>
                </a:extLst>
              </p:cNvPr>
              <p:cNvSpPr/>
              <p:nvPr/>
            </p:nvSpPr>
            <p:spPr>
              <a:xfrm>
                <a:off x="227008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9" name="ph4230">
                <a:extLst>
                  <a:ext uri="{FF2B5EF4-FFF2-40B4-BE49-F238E27FC236}">
                    <a16:creationId xmlns:a16="http://schemas.microsoft.com/office/drawing/2014/main" id="{9C86A872-A2A8-920D-F065-D65E04CFF0BF}"/>
                  </a:ext>
                </a:extLst>
              </p:cNvPr>
              <p:cNvSpPr/>
              <p:nvPr/>
            </p:nvSpPr>
            <p:spPr>
              <a:xfrm>
                <a:off x="227952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0" name="ph4231">
                <a:extLst>
                  <a:ext uri="{FF2B5EF4-FFF2-40B4-BE49-F238E27FC236}">
                    <a16:creationId xmlns:a16="http://schemas.microsoft.com/office/drawing/2014/main" id="{67D49580-9A3C-5A05-39D9-29341BC704E8}"/>
                  </a:ext>
                </a:extLst>
              </p:cNvPr>
              <p:cNvSpPr/>
              <p:nvPr/>
            </p:nvSpPr>
            <p:spPr>
              <a:xfrm>
                <a:off x="228896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1" name="ph4232">
                <a:extLst>
                  <a:ext uri="{FF2B5EF4-FFF2-40B4-BE49-F238E27FC236}">
                    <a16:creationId xmlns:a16="http://schemas.microsoft.com/office/drawing/2014/main" id="{FCB95188-F3F4-8E4F-FC42-DCC3C2023781}"/>
                  </a:ext>
                </a:extLst>
              </p:cNvPr>
              <p:cNvSpPr/>
              <p:nvPr/>
            </p:nvSpPr>
            <p:spPr>
              <a:xfrm>
                <a:off x="229840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2" name="ph4233">
                <a:extLst>
                  <a:ext uri="{FF2B5EF4-FFF2-40B4-BE49-F238E27FC236}">
                    <a16:creationId xmlns:a16="http://schemas.microsoft.com/office/drawing/2014/main" id="{78D142E9-EB2E-B240-C37F-42D9F6D1693B}"/>
                  </a:ext>
                </a:extLst>
              </p:cNvPr>
              <p:cNvSpPr/>
              <p:nvPr/>
            </p:nvSpPr>
            <p:spPr>
              <a:xfrm>
                <a:off x="230784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3" name="ph4234">
                <a:extLst>
                  <a:ext uri="{FF2B5EF4-FFF2-40B4-BE49-F238E27FC236}">
                    <a16:creationId xmlns:a16="http://schemas.microsoft.com/office/drawing/2014/main" id="{A20BE17D-1221-64B2-AC22-C92A25D5D68F}"/>
                  </a:ext>
                </a:extLst>
              </p:cNvPr>
              <p:cNvSpPr/>
              <p:nvPr/>
            </p:nvSpPr>
            <p:spPr>
              <a:xfrm>
                <a:off x="231728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4" name="ph4235">
                <a:extLst>
                  <a:ext uri="{FF2B5EF4-FFF2-40B4-BE49-F238E27FC236}">
                    <a16:creationId xmlns:a16="http://schemas.microsoft.com/office/drawing/2014/main" id="{149D4189-6508-4D31-20B3-6B78A7DA96FA}"/>
                  </a:ext>
                </a:extLst>
              </p:cNvPr>
              <p:cNvSpPr/>
              <p:nvPr/>
            </p:nvSpPr>
            <p:spPr>
              <a:xfrm>
                <a:off x="232672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5" name="ph4236">
                <a:extLst>
                  <a:ext uri="{FF2B5EF4-FFF2-40B4-BE49-F238E27FC236}">
                    <a16:creationId xmlns:a16="http://schemas.microsoft.com/office/drawing/2014/main" id="{7954B689-F7EB-DE64-FB03-8BDE943E8E4C}"/>
                  </a:ext>
                </a:extLst>
              </p:cNvPr>
              <p:cNvSpPr/>
              <p:nvPr/>
            </p:nvSpPr>
            <p:spPr>
              <a:xfrm>
                <a:off x="233616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6" name="ph4237">
                <a:extLst>
                  <a:ext uri="{FF2B5EF4-FFF2-40B4-BE49-F238E27FC236}">
                    <a16:creationId xmlns:a16="http://schemas.microsoft.com/office/drawing/2014/main" id="{A6323E1C-88D2-CAB3-2AB8-AA69D325D178}"/>
                  </a:ext>
                </a:extLst>
              </p:cNvPr>
              <p:cNvSpPr/>
              <p:nvPr/>
            </p:nvSpPr>
            <p:spPr>
              <a:xfrm>
                <a:off x="234560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7" name="ph4238">
                <a:extLst>
                  <a:ext uri="{FF2B5EF4-FFF2-40B4-BE49-F238E27FC236}">
                    <a16:creationId xmlns:a16="http://schemas.microsoft.com/office/drawing/2014/main" id="{180E39B2-4446-73A9-BBBA-20D7E0017B92}"/>
                  </a:ext>
                </a:extLst>
              </p:cNvPr>
              <p:cNvSpPr/>
              <p:nvPr/>
            </p:nvSpPr>
            <p:spPr>
              <a:xfrm>
                <a:off x="235504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8" name="ph4239">
                <a:extLst>
                  <a:ext uri="{FF2B5EF4-FFF2-40B4-BE49-F238E27FC236}">
                    <a16:creationId xmlns:a16="http://schemas.microsoft.com/office/drawing/2014/main" id="{264E305E-D3E3-6545-45A4-E552EA828E7A}"/>
                  </a:ext>
                </a:extLst>
              </p:cNvPr>
              <p:cNvSpPr/>
              <p:nvPr/>
            </p:nvSpPr>
            <p:spPr>
              <a:xfrm>
                <a:off x="236448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9" name="ph4240">
                <a:extLst>
                  <a:ext uri="{FF2B5EF4-FFF2-40B4-BE49-F238E27FC236}">
                    <a16:creationId xmlns:a16="http://schemas.microsoft.com/office/drawing/2014/main" id="{541C7E7B-DF91-1901-1BD9-364CBF34F601}"/>
                  </a:ext>
                </a:extLst>
              </p:cNvPr>
              <p:cNvSpPr/>
              <p:nvPr/>
            </p:nvSpPr>
            <p:spPr>
              <a:xfrm>
                <a:off x="237392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0" name="ph4241">
                <a:extLst>
                  <a:ext uri="{FF2B5EF4-FFF2-40B4-BE49-F238E27FC236}">
                    <a16:creationId xmlns:a16="http://schemas.microsoft.com/office/drawing/2014/main" id="{3BB80543-ECC6-18D8-2514-894B9716174D}"/>
                  </a:ext>
                </a:extLst>
              </p:cNvPr>
              <p:cNvSpPr/>
              <p:nvPr/>
            </p:nvSpPr>
            <p:spPr>
              <a:xfrm>
                <a:off x="238336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1" name="ph4242">
                <a:extLst>
                  <a:ext uri="{FF2B5EF4-FFF2-40B4-BE49-F238E27FC236}">
                    <a16:creationId xmlns:a16="http://schemas.microsoft.com/office/drawing/2014/main" id="{31ED197C-860F-4230-E7E5-59CF3D644693}"/>
                  </a:ext>
                </a:extLst>
              </p:cNvPr>
              <p:cNvSpPr/>
              <p:nvPr/>
            </p:nvSpPr>
            <p:spPr>
              <a:xfrm>
                <a:off x="239280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2" name="ph4243">
                <a:extLst>
                  <a:ext uri="{FF2B5EF4-FFF2-40B4-BE49-F238E27FC236}">
                    <a16:creationId xmlns:a16="http://schemas.microsoft.com/office/drawing/2014/main" id="{EB2A5EE3-A348-09C0-8D99-B1FF978C7C94}"/>
                  </a:ext>
                </a:extLst>
              </p:cNvPr>
              <p:cNvSpPr/>
              <p:nvPr/>
            </p:nvSpPr>
            <p:spPr>
              <a:xfrm>
                <a:off x="240224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3" name="ph4244">
                <a:extLst>
                  <a:ext uri="{FF2B5EF4-FFF2-40B4-BE49-F238E27FC236}">
                    <a16:creationId xmlns:a16="http://schemas.microsoft.com/office/drawing/2014/main" id="{A789F547-20A2-3674-BE2F-75F197C38106}"/>
                  </a:ext>
                </a:extLst>
              </p:cNvPr>
              <p:cNvSpPr/>
              <p:nvPr/>
            </p:nvSpPr>
            <p:spPr>
              <a:xfrm>
                <a:off x="241168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4" name="ph4245">
                <a:extLst>
                  <a:ext uri="{FF2B5EF4-FFF2-40B4-BE49-F238E27FC236}">
                    <a16:creationId xmlns:a16="http://schemas.microsoft.com/office/drawing/2014/main" id="{B9E698C8-6A1D-AD84-0902-EA3C05AACB2E}"/>
                  </a:ext>
                </a:extLst>
              </p:cNvPr>
              <p:cNvSpPr/>
              <p:nvPr/>
            </p:nvSpPr>
            <p:spPr>
              <a:xfrm>
                <a:off x="242112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5" name="ph4246">
                <a:extLst>
                  <a:ext uri="{FF2B5EF4-FFF2-40B4-BE49-F238E27FC236}">
                    <a16:creationId xmlns:a16="http://schemas.microsoft.com/office/drawing/2014/main" id="{0F3AB500-D6F5-5A6B-A448-6CFAF668E409}"/>
                  </a:ext>
                </a:extLst>
              </p:cNvPr>
              <p:cNvSpPr/>
              <p:nvPr/>
            </p:nvSpPr>
            <p:spPr>
              <a:xfrm>
                <a:off x="243056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6" name="ph4247">
                <a:extLst>
                  <a:ext uri="{FF2B5EF4-FFF2-40B4-BE49-F238E27FC236}">
                    <a16:creationId xmlns:a16="http://schemas.microsoft.com/office/drawing/2014/main" id="{FF9B03B1-F463-4312-1C1F-D3ED06785A17}"/>
                  </a:ext>
                </a:extLst>
              </p:cNvPr>
              <p:cNvSpPr/>
              <p:nvPr/>
            </p:nvSpPr>
            <p:spPr>
              <a:xfrm>
                <a:off x="244000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7" name="ph4248">
                <a:extLst>
                  <a:ext uri="{FF2B5EF4-FFF2-40B4-BE49-F238E27FC236}">
                    <a16:creationId xmlns:a16="http://schemas.microsoft.com/office/drawing/2014/main" id="{FCCC75A7-41EB-0C6A-2E01-CA71DDD5617F}"/>
                  </a:ext>
                </a:extLst>
              </p:cNvPr>
              <p:cNvSpPr/>
              <p:nvPr/>
            </p:nvSpPr>
            <p:spPr>
              <a:xfrm>
                <a:off x="244944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8" name="ph4249">
                <a:extLst>
                  <a:ext uri="{FF2B5EF4-FFF2-40B4-BE49-F238E27FC236}">
                    <a16:creationId xmlns:a16="http://schemas.microsoft.com/office/drawing/2014/main" id="{2125463F-C8FF-0AB3-86CC-289FC6D8910B}"/>
                  </a:ext>
                </a:extLst>
              </p:cNvPr>
              <p:cNvSpPr/>
              <p:nvPr/>
            </p:nvSpPr>
            <p:spPr>
              <a:xfrm>
                <a:off x="245889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9" name="ph4250">
                <a:extLst>
                  <a:ext uri="{FF2B5EF4-FFF2-40B4-BE49-F238E27FC236}">
                    <a16:creationId xmlns:a16="http://schemas.microsoft.com/office/drawing/2014/main" id="{3A7743A4-D9DD-5655-3E87-F7BC225351A5}"/>
                  </a:ext>
                </a:extLst>
              </p:cNvPr>
              <p:cNvSpPr/>
              <p:nvPr/>
            </p:nvSpPr>
            <p:spPr>
              <a:xfrm>
                <a:off x="246833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0" name="ph4251">
                <a:extLst>
                  <a:ext uri="{FF2B5EF4-FFF2-40B4-BE49-F238E27FC236}">
                    <a16:creationId xmlns:a16="http://schemas.microsoft.com/office/drawing/2014/main" id="{BB3FB7AF-E260-857A-8DD9-5A223CC71891}"/>
                  </a:ext>
                </a:extLst>
              </p:cNvPr>
              <p:cNvSpPr/>
              <p:nvPr/>
            </p:nvSpPr>
            <p:spPr>
              <a:xfrm>
                <a:off x="247777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1" name="ph4252">
                <a:extLst>
                  <a:ext uri="{FF2B5EF4-FFF2-40B4-BE49-F238E27FC236}">
                    <a16:creationId xmlns:a16="http://schemas.microsoft.com/office/drawing/2014/main" id="{71D0369A-5CF1-2C0F-244D-FB916120C456}"/>
                  </a:ext>
                </a:extLst>
              </p:cNvPr>
              <p:cNvSpPr/>
              <p:nvPr/>
            </p:nvSpPr>
            <p:spPr>
              <a:xfrm>
                <a:off x="248721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2" name="ph4253">
                <a:extLst>
                  <a:ext uri="{FF2B5EF4-FFF2-40B4-BE49-F238E27FC236}">
                    <a16:creationId xmlns:a16="http://schemas.microsoft.com/office/drawing/2014/main" id="{8249391A-2075-88CD-9910-92E7222DA306}"/>
                  </a:ext>
                </a:extLst>
              </p:cNvPr>
              <p:cNvSpPr/>
              <p:nvPr/>
            </p:nvSpPr>
            <p:spPr>
              <a:xfrm>
                <a:off x="249665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3" name="ph4254">
                <a:extLst>
                  <a:ext uri="{FF2B5EF4-FFF2-40B4-BE49-F238E27FC236}">
                    <a16:creationId xmlns:a16="http://schemas.microsoft.com/office/drawing/2014/main" id="{5619B166-CDBB-0D38-1E17-F634F2A92179}"/>
                  </a:ext>
                </a:extLst>
              </p:cNvPr>
              <p:cNvSpPr/>
              <p:nvPr/>
            </p:nvSpPr>
            <p:spPr>
              <a:xfrm>
                <a:off x="250609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4" name="ph4255">
                <a:extLst>
                  <a:ext uri="{FF2B5EF4-FFF2-40B4-BE49-F238E27FC236}">
                    <a16:creationId xmlns:a16="http://schemas.microsoft.com/office/drawing/2014/main" id="{C1E4390A-AB0E-E2FC-8C7C-00040A3AC999}"/>
                  </a:ext>
                </a:extLst>
              </p:cNvPr>
              <p:cNvSpPr/>
              <p:nvPr/>
            </p:nvSpPr>
            <p:spPr>
              <a:xfrm>
                <a:off x="251553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5" name="ph4256">
                <a:extLst>
                  <a:ext uri="{FF2B5EF4-FFF2-40B4-BE49-F238E27FC236}">
                    <a16:creationId xmlns:a16="http://schemas.microsoft.com/office/drawing/2014/main" id="{0D0F7253-3EAE-F4EC-0A34-B8441A2DFC6B}"/>
                  </a:ext>
                </a:extLst>
              </p:cNvPr>
              <p:cNvSpPr/>
              <p:nvPr/>
            </p:nvSpPr>
            <p:spPr>
              <a:xfrm>
                <a:off x="252497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6" name="ph4257">
                <a:extLst>
                  <a:ext uri="{FF2B5EF4-FFF2-40B4-BE49-F238E27FC236}">
                    <a16:creationId xmlns:a16="http://schemas.microsoft.com/office/drawing/2014/main" id="{D229F1C4-2A75-C54E-0669-B6A05173F0B8}"/>
                  </a:ext>
                </a:extLst>
              </p:cNvPr>
              <p:cNvSpPr/>
              <p:nvPr/>
            </p:nvSpPr>
            <p:spPr>
              <a:xfrm>
                <a:off x="2543852" y="181639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637" y="896830"/>
                    </a:lnTo>
                    <a:lnTo>
                      <a:pt x="914399" y="901540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7" name="ph4258">
                <a:extLst>
                  <a:ext uri="{FF2B5EF4-FFF2-40B4-BE49-F238E27FC236}">
                    <a16:creationId xmlns:a16="http://schemas.microsoft.com/office/drawing/2014/main" id="{776A028E-BC94-F85E-C855-641669A2865F}"/>
                  </a:ext>
                </a:extLst>
              </p:cNvPr>
              <p:cNvSpPr/>
              <p:nvPr/>
            </p:nvSpPr>
            <p:spPr>
              <a:xfrm>
                <a:off x="2543852" y="1816396"/>
                <a:ext cx="9187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2" h="914400">
                    <a:moveTo>
                      <a:pt x="914399" y="914400"/>
                    </a:moveTo>
                    <a:lnTo>
                      <a:pt x="914399" y="901540"/>
                    </a:lnTo>
                    <a:lnTo>
                      <a:pt x="915226" y="903748"/>
                    </a:lnTo>
                    <a:lnTo>
                      <a:pt x="918375" y="913191"/>
                    </a:lnTo>
                    <a:lnTo>
                      <a:pt x="918732" y="914400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8" name="ph4259">
                <a:extLst>
                  <a:ext uri="{FF2B5EF4-FFF2-40B4-BE49-F238E27FC236}">
                    <a16:creationId xmlns:a16="http://schemas.microsoft.com/office/drawing/2014/main" id="{CD0EE485-8EB9-C5C8-5E46-EECA4622AB2B}"/>
                  </a:ext>
                </a:extLst>
              </p:cNvPr>
              <p:cNvSpPr/>
              <p:nvPr/>
            </p:nvSpPr>
            <p:spPr>
              <a:xfrm>
                <a:off x="3195228" y="179882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671" y="931969"/>
                    </a:lnTo>
                    <a:lnTo>
                      <a:pt x="906276" y="924736"/>
                    </a:lnTo>
                    <a:lnTo>
                      <a:pt x="906000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9" name="ph4260">
                <a:extLst>
                  <a:ext uri="{FF2B5EF4-FFF2-40B4-BE49-F238E27FC236}">
                    <a16:creationId xmlns:a16="http://schemas.microsoft.com/office/drawing/2014/main" id="{46914BAA-20AC-59B6-7864-3BF8253CDA50}"/>
                  </a:ext>
                </a:extLst>
              </p:cNvPr>
              <p:cNvSpPr/>
              <p:nvPr/>
            </p:nvSpPr>
            <p:spPr>
              <a:xfrm>
                <a:off x="319522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0" name="ph4261">
                <a:extLst>
                  <a:ext uri="{FF2B5EF4-FFF2-40B4-BE49-F238E27FC236}">
                    <a16:creationId xmlns:a16="http://schemas.microsoft.com/office/drawing/2014/main" id="{86BE82D4-C130-36FF-0179-A0D87AC6D2B7}"/>
                  </a:ext>
                </a:extLst>
              </p:cNvPr>
              <p:cNvSpPr/>
              <p:nvPr/>
            </p:nvSpPr>
            <p:spPr>
              <a:xfrm>
                <a:off x="320466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1" name="ph4262">
                <a:extLst>
                  <a:ext uri="{FF2B5EF4-FFF2-40B4-BE49-F238E27FC236}">
                    <a16:creationId xmlns:a16="http://schemas.microsoft.com/office/drawing/2014/main" id="{08AB4BF2-827B-6DE9-9F0A-96B324C8BBA2}"/>
                  </a:ext>
                </a:extLst>
              </p:cNvPr>
              <p:cNvSpPr/>
              <p:nvPr/>
            </p:nvSpPr>
            <p:spPr>
              <a:xfrm>
                <a:off x="321410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2" name="ph4263">
                <a:extLst>
                  <a:ext uri="{FF2B5EF4-FFF2-40B4-BE49-F238E27FC236}">
                    <a16:creationId xmlns:a16="http://schemas.microsoft.com/office/drawing/2014/main" id="{4B2C8461-D649-D7FE-61C8-D722F132CEBF}"/>
                  </a:ext>
                </a:extLst>
              </p:cNvPr>
              <p:cNvSpPr/>
              <p:nvPr/>
            </p:nvSpPr>
            <p:spPr>
              <a:xfrm>
                <a:off x="322354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3" name="ph4264">
                <a:extLst>
                  <a:ext uri="{FF2B5EF4-FFF2-40B4-BE49-F238E27FC236}">
                    <a16:creationId xmlns:a16="http://schemas.microsoft.com/office/drawing/2014/main" id="{894B2E98-DFCE-522D-075B-CF844AE15961}"/>
                  </a:ext>
                </a:extLst>
              </p:cNvPr>
              <p:cNvSpPr/>
              <p:nvPr/>
            </p:nvSpPr>
            <p:spPr>
              <a:xfrm>
                <a:off x="323298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4" name="ph4265">
                <a:extLst>
                  <a:ext uri="{FF2B5EF4-FFF2-40B4-BE49-F238E27FC236}">
                    <a16:creationId xmlns:a16="http://schemas.microsoft.com/office/drawing/2014/main" id="{F6061E42-FFB2-F63E-CBD7-4AE6B2CBE13C}"/>
                  </a:ext>
                </a:extLst>
              </p:cNvPr>
              <p:cNvSpPr/>
              <p:nvPr/>
            </p:nvSpPr>
            <p:spPr>
              <a:xfrm>
                <a:off x="324242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5" name="ph4266">
                <a:extLst>
                  <a:ext uri="{FF2B5EF4-FFF2-40B4-BE49-F238E27FC236}">
                    <a16:creationId xmlns:a16="http://schemas.microsoft.com/office/drawing/2014/main" id="{2DFCE1BF-4C14-F500-E91D-302EBF477E01}"/>
                  </a:ext>
                </a:extLst>
              </p:cNvPr>
              <p:cNvSpPr/>
              <p:nvPr/>
            </p:nvSpPr>
            <p:spPr>
              <a:xfrm>
                <a:off x="325187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6" name="ph4267">
                <a:extLst>
                  <a:ext uri="{FF2B5EF4-FFF2-40B4-BE49-F238E27FC236}">
                    <a16:creationId xmlns:a16="http://schemas.microsoft.com/office/drawing/2014/main" id="{DEE65477-45D2-2EBB-1BCF-62647C9D8BE8}"/>
                  </a:ext>
                </a:extLst>
              </p:cNvPr>
              <p:cNvSpPr/>
              <p:nvPr/>
            </p:nvSpPr>
            <p:spPr>
              <a:xfrm>
                <a:off x="326131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7" name="ph4268">
                <a:extLst>
                  <a:ext uri="{FF2B5EF4-FFF2-40B4-BE49-F238E27FC236}">
                    <a16:creationId xmlns:a16="http://schemas.microsoft.com/office/drawing/2014/main" id="{E3F90481-EC32-42BB-A894-BF800F29A7FB}"/>
                  </a:ext>
                </a:extLst>
              </p:cNvPr>
              <p:cNvSpPr/>
              <p:nvPr/>
            </p:nvSpPr>
            <p:spPr>
              <a:xfrm>
                <a:off x="327075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8" name="ph4269">
                <a:extLst>
                  <a:ext uri="{FF2B5EF4-FFF2-40B4-BE49-F238E27FC236}">
                    <a16:creationId xmlns:a16="http://schemas.microsoft.com/office/drawing/2014/main" id="{1705C1A4-19D5-AC90-7552-50ABA0D3BD59}"/>
                  </a:ext>
                </a:extLst>
              </p:cNvPr>
              <p:cNvSpPr/>
              <p:nvPr/>
            </p:nvSpPr>
            <p:spPr>
              <a:xfrm>
                <a:off x="328019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9" name="ph4270">
                <a:extLst>
                  <a:ext uri="{FF2B5EF4-FFF2-40B4-BE49-F238E27FC236}">
                    <a16:creationId xmlns:a16="http://schemas.microsoft.com/office/drawing/2014/main" id="{AE2F2594-D7CB-E945-0449-59309242A11D}"/>
                  </a:ext>
                </a:extLst>
              </p:cNvPr>
              <p:cNvSpPr/>
              <p:nvPr/>
            </p:nvSpPr>
            <p:spPr>
              <a:xfrm>
                <a:off x="328963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0" name="ph4271">
                <a:extLst>
                  <a:ext uri="{FF2B5EF4-FFF2-40B4-BE49-F238E27FC236}">
                    <a16:creationId xmlns:a16="http://schemas.microsoft.com/office/drawing/2014/main" id="{0FF01699-0757-E3B9-BD3F-B484FFF5C46E}"/>
                  </a:ext>
                </a:extLst>
              </p:cNvPr>
              <p:cNvSpPr/>
              <p:nvPr/>
            </p:nvSpPr>
            <p:spPr>
              <a:xfrm>
                <a:off x="329907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1" name="ph4272">
                <a:extLst>
                  <a:ext uri="{FF2B5EF4-FFF2-40B4-BE49-F238E27FC236}">
                    <a16:creationId xmlns:a16="http://schemas.microsoft.com/office/drawing/2014/main" id="{71AF3F6E-FD7F-24BB-82DF-4DB2B2A0B998}"/>
                  </a:ext>
                </a:extLst>
              </p:cNvPr>
              <p:cNvSpPr/>
              <p:nvPr/>
            </p:nvSpPr>
            <p:spPr>
              <a:xfrm>
                <a:off x="330851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2" name="ph4273">
                <a:extLst>
                  <a:ext uri="{FF2B5EF4-FFF2-40B4-BE49-F238E27FC236}">
                    <a16:creationId xmlns:a16="http://schemas.microsoft.com/office/drawing/2014/main" id="{59101F7C-173C-65DD-8D4A-76ECBA002600}"/>
                  </a:ext>
                </a:extLst>
              </p:cNvPr>
              <p:cNvSpPr/>
              <p:nvPr/>
            </p:nvSpPr>
            <p:spPr>
              <a:xfrm>
                <a:off x="331795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3" name="ph4274">
                <a:extLst>
                  <a:ext uri="{FF2B5EF4-FFF2-40B4-BE49-F238E27FC236}">
                    <a16:creationId xmlns:a16="http://schemas.microsoft.com/office/drawing/2014/main" id="{670361FB-CB94-B918-B174-32E3BB0F8D03}"/>
                  </a:ext>
                </a:extLst>
              </p:cNvPr>
              <p:cNvSpPr/>
              <p:nvPr/>
            </p:nvSpPr>
            <p:spPr>
              <a:xfrm>
                <a:off x="332739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4" name="ph4275">
                <a:extLst>
                  <a:ext uri="{FF2B5EF4-FFF2-40B4-BE49-F238E27FC236}">
                    <a16:creationId xmlns:a16="http://schemas.microsoft.com/office/drawing/2014/main" id="{E653FF03-9C38-127D-CB54-A05B7AB79533}"/>
                  </a:ext>
                </a:extLst>
              </p:cNvPr>
              <p:cNvSpPr/>
              <p:nvPr/>
            </p:nvSpPr>
            <p:spPr>
              <a:xfrm>
                <a:off x="333683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5" name="ph4276">
                <a:extLst>
                  <a:ext uri="{FF2B5EF4-FFF2-40B4-BE49-F238E27FC236}">
                    <a16:creationId xmlns:a16="http://schemas.microsoft.com/office/drawing/2014/main" id="{2B5CC69B-CBE2-50FD-D340-A138D56AE0E6}"/>
                  </a:ext>
                </a:extLst>
              </p:cNvPr>
              <p:cNvSpPr/>
              <p:nvPr/>
            </p:nvSpPr>
            <p:spPr>
              <a:xfrm>
                <a:off x="334627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6" name="ph4277">
                <a:extLst>
                  <a:ext uri="{FF2B5EF4-FFF2-40B4-BE49-F238E27FC236}">
                    <a16:creationId xmlns:a16="http://schemas.microsoft.com/office/drawing/2014/main" id="{61F8D4F4-18B2-EC16-4C2B-E1EAF0E6EA9D}"/>
                  </a:ext>
                </a:extLst>
              </p:cNvPr>
              <p:cNvSpPr/>
              <p:nvPr/>
            </p:nvSpPr>
            <p:spPr>
              <a:xfrm>
                <a:off x="335571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7" name="ph4278">
                <a:extLst>
                  <a:ext uri="{FF2B5EF4-FFF2-40B4-BE49-F238E27FC236}">
                    <a16:creationId xmlns:a16="http://schemas.microsoft.com/office/drawing/2014/main" id="{230684D4-EC42-78E6-069C-35C2A3B99F91}"/>
                  </a:ext>
                </a:extLst>
              </p:cNvPr>
              <p:cNvSpPr/>
              <p:nvPr/>
            </p:nvSpPr>
            <p:spPr>
              <a:xfrm>
                <a:off x="336515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8" name="ph4279">
                <a:extLst>
                  <a:ext uri="{FF2B5EF4-FFF2-40B4-BE49-F238E27FC236}">
                    <a16:creationId xmlns:a16="http://schemas.microsoft.com/office/drawing/2014/main" id="{4158EDBE-8183-D618-B4DF-C4174746B16D}"/>
                  </a:ext>
                </a:extLst>
              </p:cNvPr>
              <p:cNvSpPr/>
              <p:nvPr/>
            </p:nvSpPr>
            <p:spPr>
              <a:xfrm>
                <a:off x="337459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9" name="ph4280">
                <a:extLst>
                  <a:ext uri="{FF2B5EF4-FFF2-40B4-BE49-F238E27FC236}">
                    <a16:creationId xmlns:a16="http://schemas.microsoft.com/office/drawing/2014/main" id="{68C2DEDA-AADD-E540-DCF5-67697445B164}"/>
                  </a:ext>
                </a:extLst>
              </p:cNvPr>
              <p:cNvSpPr/>
              <p:nvPr/>
            </p:nvSpPr>
            <p:spPr>
              <a:xfrm>
                <a:off x="338403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0" name="ph4281">
                <a:extLst>
                  <a:ext uri="{FF2B5EF4-FFF2-40B4-BE49-F238E27FC236}">
                    <a16:creationId xmlns:a16="http://schemas.microsoft.com/office/drawing/2014/main" id="{DB11A132-D14D-A668-2FCE-2BE6F8D37A49}"/>
                  </a:ext>
                </a:extLst>
              </p:cNvPr>
              <p:cNvSpPr/>
              <p:nvPr/>
            </p:nvSpPr>
            <p:spPr>
              <a:xfrm>
                <a:off x="339347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1" name="ph4282">
                <a:extLst>
                  <a:ext uri="{FF2B5EF4-FFF2-40B4-BE49-F238E27FC236}">
                    <a16:creationId xmlns:a16="http://schemas.microsoft.com/office/drawing/2014/main" id="{B26241C1-CAA8-D7D3-437F-C84C5B8A4A8C}"/>
                  </a:ext>
                </a:extLst>
              </p:cNvPr>
              <p:cNvSpPr/>
              <p:nvPr/>
            </p:nvSpPr>
            <p:spPr>
              <a:xfrm>
                <a:off x="340291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2" name="ph4283">
                <a:extLst>
                  <a:ext uri="{FF2B5EF4-FFF2-40B4-BE49-F238E27FC236}">
                    <a16:creationId xmlns:a16="http://schemas.microsoft.com/office/drawing/2014/main" id="{0BF53D2A-F8CD-F648-6AE8-C496ECC8FDD3}"/>
                  </a:ext>
                </a:extLst>
              </p:cNvPr>
              <p:cNvSpPr/>
              <p:nvPr/>
            </p:nvSpPr>
            <p:spPr>
              <a:xfrm>
                <a:off x="341235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3" name="ph4284">
                <a:extLst>
                  <a:ext uri="{FF2B5EF4-FFF2-40B4-BE49-F238E27FC236}">
                    <a16:creationId xmlns:a16="http://schemas.microsoft.com/office/drawing/2014/main" id="{58A023E6-72E9-DDD0-828D-2D0C2D1A7FCB}"/>
                  </a:ext>
                </a:extLst>
              </p:cNvPr>
              <p:cNvSpPr/>
              <p:nvPr/>
            </p:nvSpPr>
            <p:spPr>
              <a:xfrm>
                <a:off x="342179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4" name="ph4285">
                <a:extLst>
                  <a:ext uri="{FF2B5EF4-FFF2-40B4-BE49-F238E27FC236}">
                    <a16:creationId xmlns:a16="http://schemas.microsoft.com/office/drawing/2014/main" id="{1D82BA2C-9947-D006-7C6F-AB701E05349F}"/>
                  </a:ext>
                </a:extLst>
              </p:cNvPr>
              <p:cNvSpPr/>
              <p:nvPr/>
            </p:nvSpPr>
            <p:spPr>
              <a:xfrm>
                <a:off x="3431234" y="1816396"/>
                <a:ext cx="9204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9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90" y="896830"/>
                    </a:lnTo>
                    <a:lnTo>
                      <a:pt x="919919" y="902010"/>
                    </a:lnTo>
                    <a:lnTo>
                      <a:pt x="918442" y="912583"/>
                    </a:lnTo>
                    <a:lnTo>
                      <a:pt x="918134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5" name="ph4286">
                <a:extLst>
                  <a:ext uri="{FF2B5EF4-FFF2-40B4-BE49-F238E27FC236}">
                    <a16:creationId xmlns:a16="http://schemas.microsoft.com/office/drawing/2014/main" id="{4E88D16E-E15F-8175-531F-75BBB55352E1}"/>
                  </a:ext>
                </a:extLst>
              </p:cNvPr>
              <p:cNvSpPr/>
              <p:nvPr/>
            </p:nvSpPr>
            <p:spPr>
              <a:xfrm>
                <a:off x="2241764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098" y="931969"/>
                    </a:lnTo>
                    <a:lnTo>
                      <a:pt x="912078" y="929047"/>
                    </a:lnTo>
                    <a:lnTo>
                      <a:pt x="909116" y="919504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6" name="ph4287">
                <a:extLst>
                  <a:ext uri="{FF2B5EF4-FFF2-40B4-BE49-F238E27FC236}">
                    <a16:creationId xmlns:a16="http://schemas.microsoft.com/office/drawing/2014/main" id="{653DECCF-5A9C-815E-469F-E2A69713660E}"/>
                  </a:ext>
                </a:extLst>
              </p:cNvPr>
              <p:cNvSpPr/>
              <p:nvPr/>
            </p:nvSpPr>
            <p:spPr>
              <a:xfrm>
                <a:off x="224176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7" name="ph4288">
                <a:extLst>
                  <a:ext uri="{FF2B5EF4-FFF2-40B4-BE49-F238E27FC236}">
                    <a16:creationId xmlns:a16="http://schemas.microsoft.com/office/drawing/2014/main" id="{C55FEFE2-4031-8EB6-9485-94A553400932}"/>
                  </a:ext>
                </a:extLst>
              </p:cNvPr>
              <p:cNvSpPr/>
              <p:nvPr/>
            </p:nvSpPr>
            <p:spPr>
              <a:xfrm>
                <a:off x="225120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8" name="ph4289">
                <a:extLst>
                  <a:ext uri="{FF2B5EF4-FFF2-40B4-BE49-F238E27FC236}">
                    <a16:creationId xmlns:a16="http://schemas.microsoft.com/office/drawing/2014/main" id="{32CF0DE9-9F9E-027E-6422-E7080B731D30}"/>
                  </a:ext>
                </a:extLst>
              </p:cNvPr>
              <p:cNvSpPr/>
              <p:nvPr/>
            </p:nvSpPr>
            <p:spPr>
              <a:xfrm>
                <a:off x="226064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9" name="ph4290">
                <a:extLst>
                  <a:ext uri="{FF2B5EF4-FFF2-40B4-BE49-F238E27FC236}">
                    <a16:creationId xmlns:a16="http://schemas.microsoft.com/office/drawing/2014/main" id="{110B9E48-6F00-28AE-7854-7D9217C6306F}"/>
                  </a:ext>
                </a:extLst>
              </p:cNvPr>
              <p:cNvSpPr/>
              <p:nvPr/>
            </p:nvSpPr>
            <p:spPr>
              <a:xfrm>
                <a:off x="227008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0" name="ph4291">
                <a:extLst>
                  <a:ext uri="{FF2B5EF4-FFF2-40B4-BE49-F238E27FC236}">
                    <a16:creationId xmlns:a16="http://schemas.microsoft.com/office/drawing/2014/main" id="{5B320D28-644F-BF8B-85F9-8779278C4B26}"/>
                  </a:ext>
                </a:extLst>
              </p:cNvPr>
              <p:cNvSpPr/>
              <p:nvPr/>
            </p:nvSpPr>
            <p:spPr>
              <a:xfrm>
                <a:off x="227952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1" name="ph4292">
                <a:extLst>
                  <a:ext uri="{FF2B5EF4-FFF2-40B4-BE49-F238E27FC236}">
                    <a16:creationId xmlns:a16="http://schemas.microsoft.com/office/drawing/2014/main" id="{7176A869-CB4F-2691-E77A-9D8A1F12491A}"/>
                  </a:ext>
                </a:extLst>
              </p:cNvPr>
              <p:cNvSpPr/>
              <p:nvPr/>
            </p:nvSpPr>
            <p:spPr>
              <a:xfrm>
                <a:off x="228896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2" name="ph4293">
                <a:extLst>
                  <a:ext uri="{FF2B5EF4-FFF2-40B4-BE49-F238E27FC236}">
                    <a16:creationId xmlns:a16="http://schemas.microsoft.com/office/drawing/2014/main" id="{30BC9815-F9C9-3D74-1396-27B63347A744}"/>
                  </a:ext>
                </a:extLst>
              </p:cNvPr>
              <p:cNvSpPr/>
              <p:nvPr/>
            </p:nvSpPr>
            <p:spPr>
              <a:xfrm>
                <a:off x="229840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3" name="ph4294">
                <a:extLst>
                  <a:ext uri="{FF2B5EF4-FFF2-40B4-BE49-F238E27FC236}">
                    <a16:creationId xmlns:a16="http://schemas.microsoft.com/office/drawing/2014/main" id="{BBF33149-F486-B432-9EF5-71F59FE186B3}"/>
                  </a:ext>
                </a:extLst>
              </p:cNvPr>
              <p:cNvSpPr/>
              <p:nvPr/>
            </p:nvSpPr>
            <p:spPr>
              <a:xfrm>
                <a:off x="230784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4" name="ph4295">
                <a:extLst>
                  <a:ext uri="{FF2B5EF4-FFF2-40B4-BE49-F238E27FC236}">
                    <a16:creationId xmlns:a16="http://schemas.microsoft.com/office/drawing/2014/main" id="{7D0A5E24-30BA-8B9C-6B6F-18B09C2FE171}"/>
                  </a:ext>
                </a:extLst>
              </p:cNvPr>
              <p:cNvSpPr/>
              <p:nvPr/>
            </p:nvSpPr>
            <p:spPr>
              <a:xfrm>
                <a:off x="231728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5" name="ph4296">
                <a:extLst>
                  <a:ext uri="{FF2B5EF4-FFF2-40B4-BE49-F238E27FC236}">
                    <a16:creationId xmlns:a16="http://schemas.microsoft.com/office/drawing/2014/main" id="{BC249FB1-D966-1F18-E333-218D0D1D6467}"/>
                  </a:ext>
                </a:extLst>
              </p:cNvPr>
              <p:cNvSpPr/>
              <p:nvPr/>
            </p:nvSpPr>
            <p:spPr>
              <a:xfrm>
                <a:off x="232672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6" name="ph4297">
                <a:extLst>
                  <a:ext uri="{FF2B5EF4-FFF2-40B4-BE49-F238E27FC236}">
                    <a16:creationId xmlns:a16="http://schemas.microsoft.com/office/drawing/2014/main" id="{23C1EE9F-9687-D8AA-DD6D-9CE6A6A1C48E}"/>
                  </a:ext>
                </a:extLst>
              </p:cNvPr>
              <p:cNvSpPr/>
              <p:nvPr/>
            </p:nvSpPr>
            <p:spPr>
              <a:xfrm>
                <a:off x="233616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7" name="ph4298">
                <a:extLst>
                  <a:ext uri="{FF2B5EF4-FFF2-40B4-BE49-F238E27FC236}">
                    <a16:creationId xmlns:a16="http://schemas.microsoft.com/office/drawing/2014/main" id="{9C6B19CF-9B9E-3E37-EBFA-04482F7A0405}"/>
                  </a:ext>
                </a:extLst>
              </p:cNvPr>
              <p:cNvSpPr/>
              <p:nvPr/>
            </p:nvSpPr>
            <p:spPr>
              <a:xfrm>
                <a:off x="234560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8" name="ph4299">
                <a:extLst>
                  <a:ext uri="{FF2B5EF4-FFF2-40B4-BE49-F238E27FC236}">
                    <a16:creationId xmlns:a16="http://schemas.microsoft.com/office/drawing/2014/main" id="{37D637F2-F326-C595-5AE2-5BC72F1F89F9}"/>
                  </a:ext>
                </a:extLst>
              </p:cNvPr>
              <p:cNvSpPr/>
              <p:nvPr/>
            </p:nvSpPr>
            <p:spPr>
              <a:xfrm>
                <a:off x="235504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9" name="ph4300">
                <a:extLst>
                  <a:ext uri="{FF2B5EF4-FFF2-40B4-BE49-F238E27FC236}">
                    <a16:creationId xmlns:a16="http://schemas.microsoft.com/office/drawing/2014/main" id="{131AC219-A657-FD24-B339-C1E7C2D9F586}"/>
                  </a:ext>
                </a:extLst>
              </p:cNvPr>
              <p:cNvSpPr/>
              <p:nvPr/>
            </p:nvSpPr>
            <p:spPr>
              <a:xfrm>
                <a:off x="236448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0" name="ph4301">
                <a:extLst>
                  <a:ext uri="{FF2B5EF4-FFF2-40B4-BE49-F238E27FC236}">
                    <a16:creationId xmlns:a16="http://schemas.microsoft.com/office/drawing/2014/main" id="{AB3FA5C5-93DD-64CA-B910-918E649226F2}"/>
                  </a:ext>
                </a:extLst>
              </p:cNvPr>
              <p:cNvSpPr/>
              <p:nvPr/>
            </p:nvSpPr>
            <p:spPr>
              <a:xfrm>
                <a:off x="237392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1" name="ph4302">
                <a:extLst>
                  <a:ext uri="{FF2B5EF4-FFF2-40B4-BE49-F238E27FC236}">
                    <a16:creationId xmlns:a16="http://schemas.microsoft.com/office/drawing/2014/main" id="{52746FA9-032F-A341-4262-0D0E2AC5B625}"/>
                  </a:ext>
                </a:extLst>
              </p:cNvPr>
              <p:cNvSpPr/>
              <p:nvPr/>
            </p:nvSpPr>
            <p:spPr>
              <a:xfrm>
                <a:off x="238336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2" name="ph4303">
                <a:extLst>
                  <a:ext uri="{FF2B5EF4-FFF2-40B4-BE49-F238E27FC236}">
                    <a16:creationId xmlns:a16="http://schemas.microsoft.com/office/drawing/2014/main" id="{FEDB8313-B029-38A7-98DC-DB15F4DA3C49}"/>
                  </a:ext>
                </a:extLst>
              </p:cNvPr>
              <p:cNvSpPr/>
              <p:nvPr/>
            </p:nvSpPr>
            <p:spPr>
              <a:xfrm>
                <a:off x="239280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3" name="ph4304">
                <a:extLst>
                  <a:ext uri="{FF2B5EF4-FFF2-40B4-BE49-F238E27FC236}">
                    <a16:creationId xmlns:a16="http://schemas.microsoft.com/office/drawing/2014/main" id="{31B4B890-5B45-E5E1-86A2-75C30B798B2D}"/>
                  </a:ext>
                </a:extLst>
              </p:cNvPr>
              <p:cNvSpPr/>
              <p:nvPr/>
            </p:nvSpPr>
            <p:spPr>
              <a:xfrm>
                <a:off x="240224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4" name="ph4305">
                <a:extLst>
                  <a:ext uri="{FF2B5EF4-FFF2-40B4-BE49-F238E27FC236}">
                    <a16:creationId xmlns:a16="http://schemas.microsoft.com/office/drawing/2014/main" id="{87E5EE5D-000B-F4D0-EC91-362665BF96AD}"/>
                  </a:ext>
                </a:extLst>
              </p:cNvPr>
              <p:cNvSpPr/>
              <p:nvPr/>
            </p:nvSpPr>
            <p:spPr>
              <a:xfrm>
                <a:off x="241168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B56">
                  <a:alpha val="100000"/>
                </a:srgbClr>
              </a:solidFill>
              <a:ln w="5420" cap="flat">
                <a:solidFill>
                  <a:srgbClr val="4D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5" name="ph4306">
                <a:extLst>
                  <a:ext uri="{FF2B5EF4-FFF2-40B4-BE49-F238E27FC236}">
                    <a16:creationId xmlns:a16="http://schemas.microsoft.com/office/drawing/2014/main" id="{787849FA-658B-9C5B-2ABA-3E30EBE73936}"/>
                  </a:ext>
                </a:extLst>
              </p:cNvPr>
              <p:cNvSpPr/>
              <p:nvPr/>
            </p:nvSpPr>
            <p:spPr>
              <a:xfrm>
                <a:off x="242112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6" name="ph4307">
                <a:extLst>
                  <a:ext uri="{FF2B5EF4-FFF2-40B4-BE49-F238E27FC236}">
                    <a16:creationId xmlns:a16="http://schemas.microsoft.com/office/drawing/2014/main" id="{D1003D9F-22C7-2E7B-F961-7F476A0EF746}"/>
                  </a:ext>
                </a:extLst>
              </p:cNvPr>
              <p:cNvSpPr/>
              <p:nvPr/>
            </p:nvSpPr>
            <p:spPr>
              <a:xfrm>
                <a:off x="243056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7" name="ph4308">
                <a:extLst>
                  <a:ext uri="{FF2B5EF4-FFF2-40B4-BE49-F238E27FC236}">
                    <a16:creationId xmlns:a16="http://schemas.microsoft.com/office/drawing/2014/main" id="{9FFD9312-E028-3791-CD0A-8650390D76A5}"/>
                  </a:ext>
                </a:extLst>
              </p:cNvPr>
              <p:cNvSpPr/>
              <p:nvPr/>
            </p:nvSpPr>
            <p:spPr>
              <a:xfrm>
                <a:off x="244000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8" name="ph4309">
                <a:extLst>
                  <a:ext uri="{FF2B5EF4-FFF2-40B4-BE49-F238E27FC236}">
                    <a16:creationId xmlns:a16="http://schemas.microsoft.com/office/drawing/2014/main" id="{5D76F01F-A612-2ADA-E7E5-0E4757BB61D0}"/>
                  </a:ext>
                </a:extLst>
              </p:cNvPr>
              <p:cNvSpPr/>
              <p:nvPr/>
            </p:nvSpPr>
            <p:spPr>
              <a:xfrm>
                <a:off x="244944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9" name="ph4310">
                <a:extLst>
                  <a:ext uri="{FF2B5EF4-FFF2-40B4-BE49-F238E27FC236}">
                    <a16:creationId xmlns:a16="http://schemas.microsoft.com/office/drawing/2014/main" id="{D8DE4B0D-D610-B0BF-EF4F-D758C0ECDF43}"/>
                  </a:ext>
                </a:extLst>
              </p:cNvPr>
              <p:cNvSpPr/>
              <p:nvPr/>
            </p:nvSpPr>
            <p:spPr>
              <a:xfrm>
                <a:off x="245889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0" name="ph4311">
                <a:extLst>
                  <a:ext uri="{FF2B5EF4-FFF2-40B4-BE49-F238E27FC236}">
                    <a16:creationId xmlns:a16="http://schemas.microsoft.com/office/drawing/2014/main" id="{46BD7E3F-EF8D-07AE-4E4F-CB7F2D9567A2}"/>
                  </a:ext>
                </a:extLst>
              </p:cNvPr>
              <p:cNvSpPr/>
              <p:nvPr/>
            </p:nvSpPr>
            <p:spPr>
              <a:xfrm>
                <a:off x="246833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1" name="ph4312">
                <a:extLst>
                  <a:ext uri="{FF2B5EF4-FFF2-40B4-BE49-F238E27FC236}">
                    <a16:creationId xmlns:a16="http://schemas.microsoft.com/office/drawing/2014/main" id="{FC52CDA5-11E3-7DD0-0BE5-D5A1213D9B4D}"/>
                  </a:ext>
                </a:extLst>
              </p:cNvPr>
              <p:cNvSpPr/>
              <p:nvPr/>
            </p:nvSpPr>
            <p:spPr>
              <a:xfrm>
                <a:off x="247777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2" name="ph4313">
                <a:extLst>
                  <a:ext uri="{FF2B5EF4-FFF2-40B4-BE49-F238E27FC236}">
                    <a16:creationId xmlns:a16="http://schemas.microsoft.com/office/drawing/2014/main" id="{4DD88EBB-2B9C-DB46-9ACD-4DDBC1B33F41}"/>
                  </a:ext>
                </a:extLst>
              </p:cNvPr>
              <p:cNvSpPr/>
              <p:nvPr/>
            </p:nvSpPr>
            <p:spPr>
              <a:xfrm>
                <a:off x="248721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3" name="ph4314">
                <a:extLst>
                  <a:ext uri="{FF2B5EF4-FFF2-40B4-BE49-F238E27FC236}">
                    <a16:creationId xmlns:a16="http://schemas.microsoft.com/office/drawing/2014/main" id="{EA5C3AEB-FBD7-6A8E-41A7-F64937309822}"/>
                  </a:ext>
                </a:extLst>
              </p:cNvPr>
              <p:cNvSpPr/>
              <p:nvPr/>
            </p:nvSpPr>
            <p:spPr>
              <a:xfrm>
                <a:off x="249665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4" name="ph4315">
                <a:extLst>
                  <a:ext uri="{FF2B5EF4-FFF2-40B4-BE49-F238E27FC236}">
                    <a16:creationId xmlns:a16="http://schemas.microsoft.com/office/drawing/2014/main" id="{C78A2989-5354-A731-CCD1-988BDF04863C}"/>
                  </a:ext>
                </a:extLst>
              </p:cNvPr>
              <p:cNvSpPr/>
              <p:nvPr/>
            </p:nvSpPr>
            <p:spPr>
              <a:xfrm>
                <a:off x="250609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5" name="ph4316">
                <a:extLst>
                  <a:ext uri="{FF2B5EF4-FFF2-40B4-BE49-F238E27FC236}">
                    <a16:creationId xmlns:a16="http://schemas.microsoft.com/office/drawing/2014/main" id="{57466C9E-DE0E-7AB6-0366-CE95B6FB72C3}"/>
                  </a:ext>
                </a:extLst>
              </p:cNvPr>
              <p:cNvSpPr/>
              <p:nvPr/>
            </p:nvSpPr>
            <p:spPr>
              <a:xfrm>
                <a:off x="251553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6" name="ph4317">
                <a:extLst>
                  <a:ext uri="{FF2B5EF4-FFF2-40B4-BE49-F238E27FC236}">
                    <a16:creationId xmlns:a16="http://schemas.microsoft.com/office/drawing/2014/main" id="{DF57CF0E-4D3F-238B-14BC-3099480817B9}"/>
                  </a:ext>
                </a:extLst>
              </p:cNvPr>
              <p:cNvSpPr/>
              <p:nvPr/>
            </p:nvSpPr>
            <p:spPr>
              <a:xfrm>
                <a:off x="252497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7" name="ph4318">
                <a:extLst>
                  <a:ext uri="{FF2B5EF4-FFF2-40B4-BE49-F238E27FC236}">
                    <a16:creationId xmlns:a16="http://schemas.microsoft.com/office/drawing/2014/main" id="{FD8D88AE-4DA4-DEDB-1D27-CE7486AD092F}"/>
                  </a:ext>
                </a:extLst>
              </p:cNvPr>
              <p:cNvSpPr/>
              <p:nvPr/>
            </p:nvSpPr>
            <p:spPr>
              <a:xfrm>
                <a:off x="2534411" y="1798826"/>
                <a:ext cx="9220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8" h="914400">
                    <a:moveTo>
                      <a:pt x="914400" y="914400"/>
                    </a:moveTo>
                    <a:lnTo>
                      <a:pt x="914520" y="896830"/>
                    </a:lnTo>
                    <a:lnTo>
                      <a:pt x="917588" y="903424"/>
                    </a:lnTo>
                    <a:lnTo>
                      <a:pt x="921254" y="912197"/>
                    </a:lnTo>
                    <a:lnTo>
                      <a:pt x="922078" y="914400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8" name="ph4319">
                <a:extLst>
                  <a:ext uri="{FF2B5EF4-FFF2-40B4-BE49-F238E27FC236}">
                    <a16:creationId xmlns:a16="http://schemas.microsoft.com/office/drawing/2014/main" id="{AADF5A9C-73E4-7A9E-18EE-F6F235689399}"/>
                  </a:ext>
                </a:extLst>
              </p:cNvPr>
              <p:cNvSpPr/>
              <p:nvPr/>
            </p:nvSpPr>
            <p:spPr>
              <a:xfrm>
                <a:off x="3195228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000" y="931969"/>
                    </a:lnTo>
                    <a:lnTo>
                      <a:pt x="905985" y="931392"/>
                    </a:lnTo>
                    <a:lnTo>
                      <a:pt x="905998" y="920465"/>
                    </a:lnTo>
                    <a:lnTo>
                      <a:pt x="906175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9" name="ph4320">
                <a:extLst>
                  <a:ext uri="{FF2B5EF4-FFF2-40B4-BE49-F238E27FC236}">
                    <a16:creationId xmlns:a16="http://schemas.microsoft.com/office/drawing/2014/main" id="{DF9DE0B7-E2ED-9768-49C2-F8115359D17F}"/>
                  </a:ext>
                </a:extLst>
              </p:cNvPr>
              <p:cNvSpPr/>
              <p:nvPr/>
            </p:nvSpPr>
            <p:spPr>
              <a:xfrm>
                <a:off x="319522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0" name="ph4321">
                <a:extLst>
                  <a:ext uri="{FF2B5EF4-FFF2-40B4-BE49-F238E27FC236}">
                    <a16:creationId xmlns:a16="http://schemas.microsoft.com/office/drawing/2014/main" id="{8406106F-FB43-EC99-E6B7-D1796AEA521A}"/>
                  </a:ext>
                </a:extLst>
              </p:cNvPr>
              <p:cNvSpPr/>
              <p:nvPr/>
            </p:nvSpPr>
            <p:spPr>
              <a:xfrm>
                <a:off x="320466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1" name="ph4322">
                <a:extLst>
                  <a:ext uri="{FF2B5EF4-FFF2-40B4-BE49-F238E27FC236}">
                    <a16:creationId xmlns:a16="http://schemas.microsoft.com/office/drawing/2014/main" id="{F998CE19-781C-C759-CE56-B393ADEBADA0}"/>
                  </a:ext>
                </a:extLst>
              </p:cNvPr>
              <p:cNvSpPr/>
              <p:nvPr/>
            </p:nvSpPr>
            <p:spPr>
              <a:xfrm>
                <a:off x="321410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2" name="ph4323">
                <a:extLst>
                  <a:ext uri="{FF2B5EF4-FFF2-40B4-BE49-F238E27FC236}">
                    <a16:creationId xmlns:a16="http://schemas.microsoft.com/office/drawing/2014/main" id="{321AFD61-7471-BD1A-3422-8B0EC576299F}"/>
                  </a:ext>
                </a:extLst>
              </p:cNvPr>
              <p:cNvSpPr/>
              <p:nvPr/>
            </p:nvSpPr>
            <p:spPr>
              <a:xfrm>
                <a:off x="322354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3" name="ph4324">
                <a:extLst>
                  <a:ext uri="{FF2B5EF4-FFF2-40B4-BE49-F238E27FC236}">
                    <a16:creationId xmlns:a16="http://schemas.microsoft.com/office/drawing/2014/main" id="{2C48BEC8-06E5-D806-3736-C9F86C2CF238}"/>
                  </a:ext>
                </a:extLst>
              </p:cNvPr>
              <p:cNvSpPr/>
              <p:nvPr/>
            </p:nvSpPr>
            <p:spPr>
              <a:xfrm>
                <a:off x="323298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4" name="ph4325">
                <a:extLst>
                  <a:ext uri="{FF2B5EF4-FFF2-40B4-BE49-F238E27FC236}">
                    <a16:creationId xmlns:a16="http://schemas.microsoft.com/office/drawing/2014/main" id="{E29DA8AE-3AA3-C6CD-1DD7-6576469443D5}"/>
                  </a:ext>
                </a:extLst>
              </p:cNvPr>
              <p:cNvSpPr/>
              <p:nvPr/>
            </p:nvSpPr>
            <p:spPr>
              <a:xfrm>
                <a:off x="324242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5" name="ph4326">
                <a:extLst>
                  <a:ext uri="{FF2B5EF4-FFF2-40B4-BE49-F238E27FC236}">
                    <a16:creationId xmlns:a16="http://schemas.microsoft.com/office/drawing/2014/main" id="{793E2FEA-E6B2-D300-FD41-24BF10DD1B27}"/>
                  </a:ext>
                </a:extLst>
              </p:cNvPr>
              <p:cNvSpPr/>
              <p:nvPr/>
            </p:nvSpPr>
            <p:spPr>
              <a:xfrm>
                <a:off x="325187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6" name="ph4327">
                <a:extLst>
                  <a:ext uri="{FF2B5EF4-FFF2-40B4-BE49-F238E27FC236}">
                    <a16:creationId xmlns:a16="http://schemas.microsoft.com/office/drawing/2014/main" id="{A424E020-0DE8-80FC-5278-4D2A4BE59E11}"/>
                  </a:ext>
                </a:extLst>
              </p:cNvPr>
              <p:cNvSpPr/>
              <p:nvPr/>
            </p:nvSpPr>
            <p:spPr>
              <a:xfrm>
                <a:off x="326131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7" name="ph4328">
                <a:extLst>
                  <a:ext uri="{FF2B5EF4-FFF2-40B4-BE49-F238E27FC236}">
                    <a16:creationId xmlns:a16="http://schemas.microsoft.com/office/drawing/2014/main" id="{F56E8085-C1A0-4B2F-C477-013E56AD4ACC}"/>
                  </a:ext>
                </a:extLst>
              </p:cNvPr>
              <p:cNvSpPr/>
              <p:nvPr/>
            </p:nvSpPr>
            <p:spPr>
              <a:xfrm>
                <a:off x="327075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8" name="ph4329">
                <a:extLst>
                  <a:ext uri="{FF2B5EF4-FFF2-40B4-BE49-F238E27FC236}">
                    <a16:creationId xmlns:a16="http://schemas.microsoft.com/office/drawing/2014/main" id="{4CD11B65-25B6-6701-F6E3-C66FE60D4746}"/>
                  </a:ext>
                </a:extLst>
              </p:cNvPr>
              <p:cNvSpPr/>
              <p:nvPr/>
            </p:nvSpPr>
            <p:spPr>
              <a:xfrm>
                <a:off x="328019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9" name="ph4330">
                <a:extLst>
                  <a:ext uri="{FF2B5EF4-FFF2-40B4-BE49-F238E27FC236}">
                    <a16:creationId xmlns:a16="http://schemas.microsoft.com/office/drawing/2014/main" id="{32C6CB05-D5C4-C2D0-D913-AF4D6F25B2F8}"/>
                  </a:ext>
                </a:extLst>
              </p:cNvPr>
              <p:cNvSpPr/>
              <p:nvPr/>
            </p:nvSpPr>
            <p:spPr>
              <a:xfrm>
                <a:off x="328963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0" name="ph4331">
                <a:extLst>
                  <a:ext uri="{FF2B5EF4-FFF2-40B4-BE49-F238E27FC236}">
                    <a16:creationId xmlns:a16="http://schemas.microsoft.com/office/drawing/2014/main" id="{99C42989-05AA-F24A-DCD6-654252D75E79}"/>
                  </a:ext>
                </a:extLst>
              </p:cNvPr>
              <p:cNvSpPr/>
              <p:nvPr/>
            </p:nvSpPr>
            <p:spPr>
              <a:xfrm>
                <a:off x="329907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1" name="ph4332">
                <a:extLst>
                  <a:ext uri="{FF2B5EF4-FFF2-40B4-BE49-F238E27FC236}">
                    <a16:creationId xmlns:a16="http://schemas.microsoft.com/office/drawing/2014/main" id="{ED37DBFC-B6FD-F127-2A76-D232F1D5EEC8}"/>
                  </a:ext>
                </a:extLst>
              </p:cNvPr>
              <p:cNvSpPr/>
              <p:nvPr/>
            </p:nvSpPr>
            <p:spPr>
              <a:xfrm>
                <a:off x="330851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2" name="ph4333">
                <a:extLst>
                  <a:ext uri="{FF2B5EF4-FFF2-40B4-BE49-F238E27FC236}">
                    <a16:creationId xmlns:a16="http://schemas.microsoft.com/office/drawing/2014/main" id="{C93069EA-6A2C-4CFA-C4E7-0B7609624D83}"/>
                  </a:ext>
                </a:extLst>
              </p:cNvPr>
              <p:cNvSpPr/>
              <p:nvPr/>
            </p:nvSpPr>
            <p:spPr>
              <a:xfrm>
                <a:off x="331795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3" name="ph4334">
                <a:extLst>
                  <a:ext uri="{FF2B5EF4-FFF2-40B4-BE49-F238E27FC236}">
                    <a16:creationId xmlns:a16="http://schemas.microsoft.com/office/drawing/2014/main" id="{42FF312A-435B-CCF1-8290-D4F435246622}"/>
                  </a:ext>
                </a:extLst>
              </p:cNvPr>
              <p:cNvSpPr/>
              <p:nvPr/>
            </p:nvSpPr>
            <p:spPr>
              <a:xfrm>
                <a:off x="332739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4" name="ph4335">
                <a:extLst>
                  <a:ext uri="{FF2B5EF4-FFF2-40B4-BE49-F238E27FC236}">
                    <a16:creationId xmlns:a16="http://schemas.microsoft.com/office/drawing/2014/main" id="{AB05291D-BE64-E459-201D-9E44401F29F3}"/>
                  </a:ext>
                </a:extLst>
              </p:cNvPr>
              <p:cNvSpPr/>
              <p:nvPr/>
            </p:nvSpPr>
            <p:spPr>
              <a:xfrm>
                <a:off x="333683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5" name="ph4336">
                <a:extLst>
                  <a:ext uri="{FF2B5EF4-FFF2-40B4-BE49-F238E27FC236}">
                    <a16:creationId xmlns:a16="http://schemas.microsoft.com/office/drawing/2014/main" id="{FE491C94-C56D-C4EC-7A53-2C2A78469EFF}"/>
                  </a:ext>
                </a:extLst>
              </p:cNvPr>
              <p:cNvSpPr/>
              <p:nvPr/>
            </p:nvSpPr>
            <p:spPr>
              <a:xfrm>
                <a:off x="334627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6" name="ph4337">
                <a:extLst>
                  <a:ext uri="{FF2B5EF4-FFF2-40B4-BE49-F238E27FC236}">
                    <a16:creationId xmlns:a16="http://schemas.microsoft.com/office/drawing/2014/main" id="{165DD5BA-E9AA-F02D-41A0-13818C246F09}"/>
                  </a:ext>
                </a:extLst>
              </p:cNvPr>
              <p:cNvSpPr/>
              <p:nvPr/>
            </p:nvSpPr>
            <p:spPr>
              <a:xfrm>
                <a:off x="335571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7" name="ph4338">
                <a:extLst>
                  <a:ext uri="{FF2B5EF4-FFF2-40B4-BE49-F238E27FC236}">
                    <a16:creationId xmlns:a16="http://schemas.microsoft.com/office/drawing/2014/main" id="{783EE621-59C1-D494-CE6A-D36351714721}"/>
                  </a:ext>
                </a:extLst>
              </p:cNvPr>
              <p:cNvSpPr/>
              <p:nvPr/>
            </p:nvSpPr>
            <p:spPr>
              <a:xfrm>
                <a:off x="336515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8" name="ph4339">
                <a:extLst>
                  <a:ext uri="{FF2B5EF4-FFF2-40B4-BE49-F238E27FC236}">
                    <a16:creationId xmlns:a16="http://schemas.microsoft.com/office/drawing/2014/main" id="{7FEA1536-4699-8747-E3FE-0C9BB94068B9}"/>
                  </a:ext>
                </a:extLst>
              </p:cNvPr>
              <p:cNvSpPr/>
              <p:nvPr/>
            </p:nvSpPr>
            <p:spPr>
              <a:xfrm>
                <a:off x="337459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9" name="ph4340">
                <a:extLst>
                  <a:ext uri="{FF2B5EF4-FFF2-40B4-BE49-F238E27FC236}">
                    <a16:creationId xmlns:a16="http://schemas.microsoft.com/office/drawing/2014/main" id="{9DEDBE7A-6A6F-D93C-797E-3A2888BF8D40}"/>
                  </a:ext>
                </a:extLst>
              </p:cNvPr>
              <p:cNvSpPr/>
              <p:nvPr/>
            </p:nvSpPr>
            <p:spPr>
              <a:xfrm>
                <a:off x="338403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0" name="ph4341">
                <a:extLst>
                  <a:ext uri="{FF2B5EF4-FFF2-40B4-BE49-F238E27FC236}">
                    <a16:creationId xmlns:a16="http://schemas.microsoft.com/office/drawing/2014/main" id="{45BDD052-B391-679B-4649-5B9AED11B848}"/>
                  </a:ext>
                </a:extLst>
              </p:cNvPr>
              <p:cNvSpPr/>
              <p:nvPr/>
            </p:nvSpPr>
            <p:spPr>
              <a:xfrm>
                <a:off x="339347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1" name="ph4342">
                <a:extLst>
                  <a:ext uri="{FF2B5EF4-FFF2-40B4-BE49-F238E27FC236}">
                    <a16:creationId xmlns:a16="http://schemas.microsoft.com/office/drawing/2014/main" id="{C1A400D6-4855-9916-E27D-99DECA384F0F}"/>
                  </a:ext>
                </a:extLst>
              </p:cNvPr>
              <p:cNvSpPr/>
              <p:nvPr/>
            </p:nvSpPr>
            <p:spPr>
              <a:xfrm>
                <a:off x="340291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2" name="ph4343">
                <a:extLst>
                  <a:ext uri="{FF2B5EF4-FFF2-40B4-BE49-F238E27FC236}">
                    <a16:creationId xmlns:a16="http://schemas.microsoft.com/office/drawing/2014/main" id="{EA5F9CE9-13FD-FE56-2766-CEE9DE3F468B}"/>
                  </a:ext>
                </a:extLst>
              </p:cNvPr>
              <p:cNvSpPr/>
              <p:nvPr/>
            </p:nvSpPr>
            <p:spPr>
              <a:xfrm>
                <a:off x="341235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3" name="ph4344">
                <a:extLst>
                  <a:ext uri="{FF2B5EF4-FFF2-40B4-BE49-F238E27FC236}">
                    <a16:creationId xmlns:a16="http://schemas.microsoft.com/office/drawing/2014/main" id="{62E92AF1-634F-8215-5198-265A355C3B81}"/>
                  </a:ext>
                </a:extLst>
              </p:cNvPr>
              <p:cNvSpPr/>
              <p:nvPr/>
            </p:nvSpPr>
            <p:spPr>
              <a:xfrm>
                <a:off x="342179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4" name="ph4345">
                <a:extLst>
                  <a:ext uri="{FF2B5EF4-FFF2-40B4-BE49-F238E27FC236}">
                    <a16:creationId xmlns:a16="http://schemas.microsoft.com/office/drawing/2014/main" id="{95E90C22-121D-C76F-A81B-05E4AD817FDE}"/>
                  </a:ext>
                </a:extLst>
              </p:cNvPr>
              <p:cNvSpPr/>
              <p:nvPr/>
            </p:nvSpPr>
            <p:spPr>
              <a:xfrm>
                <a:off x="3431234" y="1798826"/>
                <a:ext cx="9220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47" y="896830"/>
                    </a:lnTo>
                    <a:lnTo>
                      <a:pt x="921980" y="898079"/>
                    </a:lnTo>
                    <a:lnTo>
                      <a:pt x="921099" y="908879"/>
                    </a:lnTo>
                    <a:lnTo>
                      <a:pt x="920490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5" name="ph4346">
                <a:extLst>
                  <a:ext uri="{FF2B5EF4-FFF2-40B4-BE49-F238E27FC236}">
                    <a16:creationId xmlns:a16="http://schemas.microsoft.com/office/drawing/2014/main" id="{D408B7A3-C902-A22C-83F5-AFC75FD30B9A}"/>
                  </a:ext>
                </a:extLst>
              </p:cNvPr>
              <p:cNvSpPr/>
              <p:nvPr/>
            </p:nvSpPr>
            <p:spPr>
              <a:xfrm>
                <a:off x="2232324" y="1763687"/>
                <a:ext cx="914400" cy="9211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135">
                    <a:moveTo>
                      <a:pt x="914400" y="914400"/>
                    </a:moveTo>
                    <a:lnTo>
                      <a:pt x="914400" y="921135"/>
                    </a:lnTo>
                    <a:lnTo>
                      <a:pt x="913971" y="919345"/>
                    </a:lnTo>
                    <a:lnTo>
                      <a:pt x="911812" y="916469"/>
                    </a:lnTo>
                    <a:lnTo>
                      <a:pt x="910418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6" name="ph4347">
                <a:extLst>
                  <a:ext uri="{FF2B5EF4-FFF2-40B4-BE49-F238E27FC236}">
                    <a16:creationId xmlns:a16="http://schemas.microsoft.com/office/drawing/2014/main" id="{D4E740A2-077F-A4FD-DEB2-BBD87A0EDA9B}"/>
                  </a:ext>
                </a:extLst>
              </p:cNvPr>
              <p:cNvSpPr/>
              <p:nvPr/>
            </p:nvSpPr>
            <p:spPr>
              <a:xfrm>
                <a:off x="223232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5866" y="927257"/>
                    </a:lnTo>
                    <a:lnTo>
                      <a:pt x="914400" y="921135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7" name="ph4348">
                <a:extLst>
                  <a:ext uri="{FF2B5EF4-FFF2-40B4-BE49-F238E27FC236}">
                    <a16:creationId xmlns:a16="http://schemas.microsoft.com/office/drawing/2014/main" id="{B2CFCD6F-7600-ACB2-3A39-E832BE21FDDF}"/>
                  </a:ext>
                </a:extLst>
              </p:cNvPr>
              <p:cNvSpPr/>
              <p:nvPr/>
            </p:nvSpPr>
            <p:spPr>
              <a:xfrm>
                <a:off x="224176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8" name="ph4349">
                <a:extLst>
                  <a:ext uri="{FF2B5EF4-FFF2-40B4-BE49-F238E27FC236}">
                    <a16:creationId xmlns:a16="http://schemas.microsoft.com/office/drawing/2014/main" id="{80A9C8E2-F8BC-15CC-5386-7F60BB8790DA}"/>
                  </a:ext>
                </a:extLst>
              </p:cNvPr>
              <p:cNvSpPr/>
              <p:nvPr/>
            </p:nvSpPr>
            <p:spPr>
              <a:xfrm>
                <a:off x="225120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9" name="ph4350">
                <a:extLst>
                  <a:ext uri="{FF2B5EF4-FFF2-40B4-BE49-F238E27FC236}">
                    <a16:creationId xmlns:a16="http://schemas.microsoft.com/office/drawing/2014/main" id="{71969B23-1C8A-F76D-D2AD-04A4EC5D585C}"/>
                  </a:ext>
                </a:extLst>
              </p:cNvPr>
              <p:cNvSpPr/>
              <p:nvPr/>
            </p:nvSpPr>
            <p:spPr>
              <a:xfrm>
                <a:off x="226064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0" name="ph4351">
                <a:extLst>
                  <a:ext uri="{FF2B5EF4-FFF2-40B4-BE49-F238E27FC236}">
                    <a16:creationId xmlns:a16="http://schemas.microsoft.com/office/drawing/2014/main" id="{014954D3-0629-CBDA-C12C-28276F3BE473}"/>
                  </a:ext>
                </a:extLst>
              </p:cNvPr>
              <p:cNvSpPr/>
              <p:nvPr/>
            </p:nvSpPr>
            <p:spPr>
              <a:xfrm>
                <a:off x="227008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1" name="ph4352">
                <a:extLst>
                  <a:ext uri="{FF2B5EF4-FFF2-40B4-BE49-F238E27FC236}">
                    <a16:creationId xmlns:a16="http://schemas.microsoft.com/office/drawing/2014/main" id="{450B70D4-2B50-7FF7-06D6-30543696A698}"/>
                  </a:ext>
                </a:extLst>
              </p:cNvPr>
              <p:cNvSpPr/>
              <p:nvPr/>
            </p:nvSpPr>
            <p:spPr>
              <a:xfrm>
                <a:off x="227952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2" name="ph4353">
                <a:extLst>
                  <a:ext uri="{FF2B5EF4-FFF2-40B4-BE49-F238E27FC236}">
                    <a16:creationId xmlns:a16="http://schemas.microsoft.com/office/drawing/2014/main" id="{2F3D045A-5B3C-2164-9B0D-774AAE56A578}"/>
                  </a:ext>
                </a:extLst>
              </p:cNvPr>
              <p:cNvSpPr/>
              <p:nvPr/>
            </p:nvSpPr>
            <p:spPr>
              <a:xfrm>
                <a:off x="228896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3" name="ph4354">
                <a:extLst>
                  <a:ext uri="{FF2B5EF4-FFF2-40B4-BE49-F238E27FC236}">
                    <a16:creationId xmlns:a16="http://schemas.microsoft.com/office/drawing/2014/main" id="{0CE4AEF7-837C-7B12-235E-2224371A2233}"/>
                  </a:ext>
                </a:extLst>
              </p:cNvPr>
              <p:cNvSpPr/>
              <p:nvPr/>
            </p:nvSpPr>
            <p:spPr>
              <a:xfrm>
                <a:off x="229840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4" name="ph4355">
                <a:extLst>
                  <a:ext uri="{FF2B5EF4-FFF2-40B4-BE49-F238E27FC236}">
                    <a16:creationId xmlns:a16="http://schemas.microsoft.com/office/drawing/2014/main" id="{8B39D039-B04B-6A08-06EE-D3E294915F2B}"/>
                  </a:ext>
                </a:extLst>
              </p:cNvPr>
              <p:cNvSpPr/>
              <p:nvPr/>
            </p:nvSpPr>
            <p:spPr>
              <a:xfrm>
                <a:off x="230784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2A654">
                  <a:alpha val="100000"/>
                </a:srgbClr>
              </a:solidFill>
              <a:ln w="5420" cap="flat">
                <a:solidFill>
                  <a:srgbClr val="42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5" name="ph4356">
                <a:extLst>
                  <a:ext uri="{FF2B5EF4-FFF2-40B4-BE49-F238E27FC236}">
                    <a16:creationId xmlns:a16="http://schemas.microsoft.com/office/drawing/2014/main" id="{694D7724-A145-61B3-4DAD-D7EDFC66C39A}"/>
                  </a:ext>
                </a:extLst>
              </p:cNvPr>
              <p:cNvSpPr/>
              <p:nvPr/>
            </p:nvSpPr>
            <p:spPr>
              <a:xfrm>
                <a:off x="231728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6" name="ph4357">
                <a:extLst>
                  <a:ext uri="{FF2B5EF4-FFF2-40B4-BE49-F238E27FC236}">
                    <a16:creationId xmlns:a16="http://schemas.microsoft.com/office/drawing/2014/main" id="{EBDCE7F2-C991-20E4-EEE5-A9AFEAB79B79}"/>
                  </a:ext>
                </a:extLst>
              </p:cNvPr>
              <p:cNvSpPr/>
              <p:nvPr/>
            </p:nvSpPr>
            <p:spPr>
              <a:xfrm>
                <a:off x="232672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7" name="ph4358">
                <a:extLst>
                  <a:ext uri="{FF2B5EF4-FFF2-40B4-BE49-F238E27FC236}">
                    <a16:creationId xmlns:a16="http://schemas.microsoft.com/office/drawing/2014/main" id="{4B8BB5FF-5B8E-756B-31D0-93DB1DAEE0C8}"/>
                  </a:ext>
                </a:extLst>
              </p:cNvPr>
              <p:cNvSpPr/>
              <p:nvPr/>
            </p:nvSpPr>
            <p:spPr>
              <a:xfrm>
                <a:off x="233616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8" name="ph4359">
                <a:extLst>
                  <a:ext uri="{FF2B5EF4-FFF2-40B4-BE49-F238E27FC236}">
                    <a16:creationId xmlns:a16="http://schemas.microsoft.com/office/drawing/2014/main" id="{35BEFEF7-ED94-4909-DD05-4D90C57DA52D}"/>
                  </a:ext>
                </a:extLst>
              </p:cNvPr>
              <p:cNvSpPr/>
              <p:nvPr/>
            </p:nvSpPr>
            <p:spPr>
              <a:xfrm>
                <a:off x="234560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9" name="ph4360">
                <a:extLst>
                  <a:ext uri="{FF2B5EF4-FFF2-40B4-BE49-F238E27FC236}">
                    <a16:creationId xmlns:a16="http://schemas.microsoft.com/office/drawing/2014/main" id="{9CA31616-F6C6-735E-DDFF-B0C422DEB56D}"/>
                  </a:ext>
                </a:extLst>
              </p:cNvPr>
              <p:cNvSpPr/>
              <p:nvPr/>
            </p:nvSpPr>
            <p:spPr>
              <a:xfrm>
                <a:off x="235504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0" name="ph4361">
                <a:extLst>
                  <a:ext uri="{FF2B5EF4-FFF2-40B4-BE49-F238E27FC236}">
                    <a16:creationId xmlns:a16="http://schemas.microsoft.com/office/drawing/2014/main" id="{EB784053-2499-2D0F-ADB6-A91ADAB0C3CE}"/>
                  </a:ext>
                </a:extLst>
              </p:cNvPr>
              <p:cNvSpPr/>
              <p:nvPr/>
            </p:nvSpPr>
            <p:spPr>
              <a:xfrm>
                <a:off x="236448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1" name="ph4362">
                <a:extLst>
                  <a:ext uri="{FF2B5EF4-FFF2-40B4-BE49-F238E27FC236}">
                    <a16:creationId xmlns:a16="http://schemas.microsoft.com/office/drawing/2014/main" id="{C451F171-DC89-BE9A-87DD-8262CDCBFA06}"/>
                  </a:ext>
                </a:extLst>
              </p:cNvPr>
              <p:cNvSpPr/>
              <p:nvPr/>
            </p:nvSpPr>
            <p:spPr>
              <a:xfrm>
                <a:off x="237392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2" name="ph4363">
                <a:extLst>
                  <a:ext uri="{FF2B5EF4-FFF2-40B4-BE49-F238E27FC236}">
                    <a16:creationId xmlns:a16="http://schemas.microsoft.com/office/drawing/2014/main" id="{30B1DD86-7496-E9B9-6290-24F522102EB7}"/>
                  </a:ext>
                </a:extLst>
              </p:cNvPr>
              <p:cNvSpPr/>
              <p:nvPr/>
            </p:nvSpPr>
            <p:spPr>
              <a:xfrm>
                <a:off x="238336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3" name="ph4364">
                <a:extLst>
                  <a:ext uri="{FF2B5EF4-FFF2-40B4-BE49-F238E27FC236}">
                    <a16:creationId xmlns:a16="http://schemas.microsoft.com/office/drawing/2014/main" id="{EBDA145D-DB4B-F437-9574-D02AA125BAB4}"/>
                  </a:ext>
                </a:extLst>
              </p:cNvPr>
              <p:cNvSpPr/>
              <p:nvPr/>
            </p:nvSpPr>
            <p:spPr>
              <a:xfrm>
                <a:off x="239280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4" name="ph4365">
                <a:extLst>
                  <a:ext uri="{FF2B5EF4-FFF2-40B4-BE49-F238E27FC236}">
                    <a16:creationId xmlns:a16="http://schemas.microsoft.com/office/drawing/2014/main" id="{8D05EE74-BBE2-EA2A-6D34-274F1981CBB4}"/>
                  </a:ext>
                </a:extLst>
              </p:cNvPr>
              <p:cNvSpPr/>
              <p:nvPr/>
            </p:nvSpPr>
            <p:spPr>
              <a:xfrm>
                <a:off x="240224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5" name="ph4366">
                <a:extLst>
                  <a:ext uri="{FF2B5EF4-FFF2-40B4-BE49-F238E27FC236}">
                    <a16:creationId xmlns:a16="http://schemas.microsoft.com/office/drawing/2014/main" id="{7BEA34FA-C188-5404-3050-349332C2AFE4}"/>
                  </a:ext>
                </a:extLst>
              </p:cNvPr>
              <p:cNvSpPr/>
              <p:nvPr/>
            </p:nvSpPr>
            <p:spPr>
              <a:xfrm>
                <a:off x="241168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6" name="ph4367">
                <a:extLst>
                  <a:ext uri="{FF2B5EF4-FFF2-40B4-BE49-F238E27FC236}">
                    <a16:creationId xmlns:a16="http://schemas.microsoft.com/office/drawing/2014/main" id="{AF61C63C-6C39-2AA5-868D-B59057F81D10}"/>
                  </a:ext>
                </a:extLst>
              </p:cNvPr>
              <p:cNvSpPr/>
              <p:nvPr/>
            </p:nvSpPr>
            <p:spPr>
              <a:xfrm>
                <a:off x="242112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7" name="ph4368">
                <a:extLst>
                  <a:ext uri="{FF2B5EF4-FFF2-40B4-BE49-F238E27FC236}">
                    <a16:creationId xmlns:a16="http://schemas.microsoft.com/office/drawing/2014/main" id="{050C4A32-E502-ABB7-038F-E9414BFFB096}"/>
                  </a:ext>
                </a:extLst>
              </p:cNvPr>
              <p:cNvSpPr/>
              <p:nvPr/>
            </p:nvSpPr>
            <p:spPr>
              <a:xfrm>
                <a:off x="243056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8" name="ph4369">
                <a:extLst>
                  <a:ext uri="{FF2B5EF4-FFF2-40B4-BE49-F238E27FC236}">
                    <a16:creationId xmlns:a16="http://schemas.microsoft.com/office/drawing/2014/main" id="{81FDD942-3A45-BC3A-DE53-8DB167D2C14B}"/>
                  </a:ext>
                </a:extLst>
              </p:cNvPr>
              <p:cNvSpPr/>
              <p:nvPr/>
            </p:nvSpPr>
            <p:spPr>
              <a:xfrm>
                <a:off x="244000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9" name="ph4370">
                <a:extLst>
                  <a:ext uri="{FF2B5EF4-FFF2-40B4-BE49-F238E27FC236}">
                    <a16:creationId xmlns:a16="http://schemas.microsoft.com/office/drawing/2014/main" id="{93CC5C7C-973C-188F-B20C-5DF042939E57}"/>
                  </a:ext>
                </a:extLst>
              </p:cNvPr>
              <p:cNvSpPr/>
              <p:nvPr/>
            </p:nvSpPr>
            <p:spPr>
              <a:xfrm>
                <a:off x="244944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0" name="ph4371">
                <a:extLst>
                  <a:ext uri="{FF2B5EF4-FFF2-40B4-BE49-F238E27FC236}">
                    <a16:creationId xmlns:a16="http://schemas.microsoft.com/office/drawing/2014/main" id="{A6E22906-C3F9-FBCE-ABA1-DCFF81C601F9}"/>
                  </a:ext>
                </a:extLst>
              </p:cNvPr>
              <p:cNvSpPr/>
              <p:nvPr/>
            </p:nvSpPr>
            <p:spPr>
              <a:xfrm>
                <a:off x="245889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1" name="ph4372">
                <a:extLst>
                  <a:ext uri="{FF2B5EF4-FFF2-40B4-BE49-F238E27FC236}">
                    <a16:creationId xmlns:a16="http://schemas.microsoft.com/office/drawing/2014/main" id="{6A29E654-EF96-58F9-F098-32333E647E75}"/>
                  </a:ext>
                </a:extLst>
              </p:cNvPr>
              <p:cNvSpPr/>
              <p:nvPr/>
            </p:nvSpPr>
            <p:spPr>
              <a:xfrm>
                <a:off x="246833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9">
                  <a:alpha val="100000"/>
                </a:srgbClr>
              </a:solidFill>
              <a:ln w="5420" cap="flat">
                <a:solidFill>
                  <a:srgbClr val="62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2" name="ph4373">
                <a:extLst>
                  <a:ext uri="{FF2B5EF4-FFF2-40B4-BE49-F238E27FC236}">
                    <a16:creationId xmlns:a16="http://schemas.microsoft.com/office/drawing/2014/main" id="{8C8171F5-12C2-662D-7433-3DAB3FF163AC}"/>
                  </a:ext>
                </a:extLst>
              </p:cNvPr>
              <p:cNvSpPr/>
              <p:nvPr/>
            </p:nvSpPr>
            <p:spPr>
              <a:xfrm>
                <a:off x="247777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3" name="ph4374">
                <a:extLst>
                  <a:ext uri="{FF2B5EF4-FFF2-40B4-BE49-F238E27FC236}">
                    <a16:creationId xmlns:a16="http://schemas.microsoft.com/office/drawing/2014/main" id="{8BD83140-52C9-B94B-E18A-68E80E8E72D2}"/>
                  </a:ext>
                </a:extLst>
              </p:cNvPr>
              <p:cNvSpPr/>
              <p:nvPr/>
            </p:nvSpPr>
            <p:spPr>
              <a:xfrm>
                <a:off x="248721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4" name="ph4375">
                <a:extLst>
                  <a:ext uri="{FF2B5EF4-FFF2-40B4-BE49-F238E27FC236}">
                    <a16:creationId xmlns:a16="http://schemas.microsoft.com/office/drawing/2014/main" id="{EB1CCED0-8F26-E0A8-E759-888AB08353DD}"/>
                  </a:ext>
                </a:extLst>
              </p:cNvPr>
              <p:cNvSpPr/>
              <p:nvPr/>
            </p:nvSpPr>
            <p:spPr>
              <a:xfrm>
                <a:off x="249665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5" name="ph4376">
                <a:extLst>
                  <a:ext uri="{FF2B5EF4-FFF2-40B4-BE49-F238E27FC236}">
                    <a16:creationId xmlns:a16="http://schemas.microsoft.com/office/drawing/2014/main" id="{A04F01A4-EAAB-BEB2-6DAA-CAC58285EC27}"/>
                  </a:ext>
                </a:extLst>
              </p:cNvPr>
              <p:cNvSpPr/>
              <p:nvPr/>
            </p:nvSpPr>
            <p:spPr>
              <a:xfrm>
                <a:off x="250609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6" name="ph4377">
                <a:extLst>
                  <a:ext uri="{FF2B5EF4-FFF2-40B4-BE49-F238E27FC236}">
                    <a16:creationId xmlns:a16="http://schemas.microsoft.com/office/drawing/2014/main" id="{44E8E4C7-1B12-8FAF-55F5-71EE7BC85564}"/>
                  </a:ext>
                </a:extLst>
              </p:cNvPr>
              <p:cNvSpPr/>
              <p:nvPr/>
            </p:nvSpPr>
            <p:spPr>
              <a:xfrm>
                <a:off x="251553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7" name="ph4378">
                <a:extLst>
                  <a:ext uri="{FF2B5EF4-FFF2-40B4-BE49-F238E27FC236}">
                    <a16:creationId xmlns:a16="http://schemas.microsoft.com/office/drawing/2014/main" id="{D44FBEB2-0A4E-7F8D-CF85-02E720B6698F}"/>
                  </a:ext>
                </a:extLst>
              </p:cNvPr>
              <p:cNvSpPr/>
              <p:nvPr/>
            </p:nvSpPr>
            <p:spPr>
              <a:xfrm>
                <a:off x="2534411" y="17812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9" y="896830"/>
                    </a:lnTo>
                    <a:lnTo>
                      <a:pt x="905175" y="896996"/>
                    </a:lnTo>
                    <a:lnTo>
                      <a:pt x="909537" y="904585"/>
                    </a:lnTo>
                    <a:lnTo>
                      <a:pt x="913679" y="912592"/>
                    </a:lnTo>
                    <a:lnTo>
                      <a:pt x="914400" y="914141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8" name="ph4379">
                <a:extLst>
                  <a:ext uri="{FF2B5EF4-FFF2-40B4-BE49-F238E27FC236}">
                    <a16:creationId xmlns:a16="http://schemas.microsoft.com/office/drawing/2014/main" id="{53175BFD-2485-B328-7F8C-E7396AF6D820}"/>
                  </a:ext>
                </a:extLst>
              </p:cNvPr>
              <p:cNvSpPr/>
              <p:nvPr/>
            </p:nvSpPr>
            <p:spPr>
              <a:xfrm>
                <a:off x="2534411" y="178125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141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9" name="ph4380">
                <a:extLst>
                  <a:ext uri="{FF2B5EF4-FFF2-40B4-BE49-F238E27FC236}">
                    <a16:creationId xmlns:a16="http://schemas.microsoft.com/office/drawing/2014/main" id="{28E54C81-2184-3999-F121-41FB0F577A20}"/>
                  </a:ext>
                </a:extLst>
              </p:cNvPr>
              <p:cNvSpPr/>
              <p:nvPr/>
            </p:nvSpPr>
            <p:spPr>
              <a:xfrm>
                <a:off x="3195228" y="176368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175" y="931969"/>
                    </a:lnTo>
                    <a:lnTo>
                      <a:pt x="906316" y="927124"/>
                    </a:lnTo>
                    <a:lnTo>
                      <a:pt x="906936" y="916258"/>
                    </a:lnTo>
                    <a:lnTo>
                      <a:pt x="907095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0" name="ph4381">
                <a:extLst>
                  <a:ext uri="{FF2B5EF4-FFF2-40B4-BE49-F238E27FC236}">
                    <a16:creationId xmlns:a16="http://schemas.microsoft.com/office/drawing/2014/main" id="{89A1BDB1-C6AB-B740-3DDF-A36021AEF584}"/>
                  </a:ext>
                </a:extLst>
              </p:cNvPr>
              <p:cNvSpPr/>
              <p:nvPr/>
            </p:nvSpPr>
            <p:spPr>
              <a:xfrm>
                <a:off x="319522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1" name="ph4382">
                <a:extLst>
                  <a:ext uri="{FF2B5EF4-FFF2-40B4-BE49-F238E27FC236}">
                    <a16:creationId xmlns:a16="http://schemas.microsoft.com/office/drawing/2014/main" id="{B464762F-F309-48CF-7BAC-38870AE5594A}"/>
                  </a:ext>
                </a:extLst>
              </p:cNvPr>
              <p:cNvSpPr/>
              <p:nvPr/>
            </p:nvSpPr>
            <p:spPr>
              <a:xfrm>
                <a:off x="320466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2" name="ph4383">
                <a:extLst>
                  <a:ext uri="{FF2B5EF4-FFF2-40B4-BE49-F238E27FC236}">
                    <a16:creationId xmlns:a16="http://schemas.microsoft.com/office/drawing/2014/main" id="{BA205258-3C56-3F7B-F595-C126EDF20FBE}"/>
                  </a:ext>
                </a:extLst>
              </p:cNvPr>
              <p:cNvSpPr/>
              <p:nvPr/>
            </p:nvSpPr>
            <p:spPr>
              <a:xfrm>
                <a:off x="321410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3" name="ph4384">
                <a:extLst>
                  <a:ext uri="{FF2B5EF4-FFF2-40B4-BE49-F238E27FC236}">
                    <a16:creationId xmlns:a16="http://schemas.microsoft.com/office/drawing/2014/main" id="{C702E11A-BEB7-4E7B-8B61-B7951D82C248}"/>
                  </a:ext>
                </a:extLst>
              </p:cNvPr>
              <p:cNvSpPr/>
              <p:nvPr/>
            </p:nvSpPr>
            <p:spPr>
              <a:xfrm>
                <a:off x="322354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4" name="ph4385">
                <a:extLst>
                  <a:ext uri="{FF2B5EF4-FFF2-40B4-BE49-F238E27FC236}">
                    <a16:creationId xmlns:a16="http://schemas.microsoft.com/office/drawing/2014/main" id="{9217EA1D-BC8B-BA9E-9A70-0B9FE48B2743}"/>
                  </a:ext>
                </a:extLst>
              </p:cNvPr>
              <p:cNvSpPr/>
              <p:nvPr/>
            </p:nvSpPr>
            <p:spPr>
              <a:xfrm>
                <a:off x="323298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5" name="ph4386">
                <a:extLst>
                  <a:ext uri="{FF2B5EF4-FFF2-40B4-BE49-F238E27FC236}">
                    <a16:creationId xmlns:a16="http://schemas.microsoft.com/office/drawing/2014/main" id="{ED4E5E21-3A57-F2EF-4D1A-05659F246899}"/>
                  </a:ext>
                </a:extLst>
              </p:cNvPr>
              <p:cNvSpPr/>
              <p:nvPr/>
            </p:nvSpPr>
            <p:spPr>
              <a:xfrm>
                <a:off x="324242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6" name="ph4387">
                <a:extLst>
                  <a:ext uri="{FF2B5EF4-FFF2-40B4-BE49-F238E27FC236}">
                    <a16:creationId xmlns:a16="http://schemas.microsoft.com/office/drawing/2014/main" id="{889E4F9F-B92F-2EF2-607D-A264F2E88287}"/>
                  </a:ext>
                </a:extLst>
              </p:cNvPr>
              <p:cNvSpPr/>
              <p:nvPr/>
            </p:nvSpPr>
            <p:spPr>
              <a:xfrm>
                <a:off x="325187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7" name="ph4388">
                <a:extLst>
                  <a:ext uri="{FF2B5EF4-FFF2-40B4-BE49-F238E27FC236}">
                    <a16:creationId xmlns:a16="http://schemas.microsoft.com/office/drawing/2014/main" id="{5D2EF51D-1B0A-2323-DC6C-F0B303EC2564}"/>
                  </a:ext>
                </a:extLst>
              </p:cNvPr>
              <p:cNvSpPr/>
              <p:nvPr/>
            </p:nvSpPr>
            <p:spPr>
              <a:xfrm>
                <a:off x="326131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8" name="ph4389">
                <a:extLst>
                  <a:ext uri="{FF2B5EF4-FFF2-40B4-BE49-F238E27FC236}">
                    <a16:creationId xmlns:a16="http://schemas.microsoft.com/office/drawing/2014/main" id="{A843B961-9091-FDDB-7C82-CF4AD13DD85A}"/>
                  </a:ext>
                </a:extLst>
              </p:cNvPr>
              <p:cNvSpPr/>
              <p:nvPr/>
            </p:nvSpPr>
            <p:spPr>
              <a:xfrm>
                <a:off x="327075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9" name="ph4390">
                <a:extLst>
                  <a:ext uri="{FF2B5EF4-FFF2-40B4-BE49-F238E27FC236}">
                    <a16:creationId xmlns:a16="http://schemas.microsoft.com/office/drawing/2014/main" id="{5F9389B5-E6A8-488F-58EA-DF6157B1F299}"/>
                  </a:ext>
                </a:extLst>
              </p:cNvPr>
              <p:cNvSpPr/>
              <p:nvPr/>
            </p:nvSpPr>
            <p:spPr>
              <a:xfrm>
                <a:off x="328019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0" name="ph4391">
                <a:extLst>
                  <a:ext uri="{FF2B5EF4-FFF2-40B4-BE49-F238E27FC236}">
                    <a16:creationId xmlns:a16="http://schemas.microsoft.com/office/drawing/2014/main" id="{263CC064-7162-C584-A979-7184FAF5A54C}"/>
                  </a:ext>
                </a:extLst>
              </p:cNvPr>
              <p:cNvSpPr/>
              <p:nvPr/>
            </p:nvSpPr>
            <p:spPr>
              <a:xfrm>
                <a:off x="328963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1" name="ph4392">
                <a:extLst>
                  <a:ext uri="{FF2B5EF4-FFF2-40B4-BE49-F238E27FC236}">
                    <a16:creationId xmlns:a16="http://schemas.microsoft.com/office/drawing/2014/main" id="{01585112-51F0-A63F-2A2F-D1B03623978E}"/>
                  </a:ext>
                </a:extLst>
              </p:cNvPr>
              <p:cNvSpPr/>
              <p:nvPr/>
            </p:nvSpPr>
            <p:spPr>
              <a:xfrm>
                <a:off x="329907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2" name="ph4393">
                <a:extLst>
                  <a:ext uri="{FF2B5EF4-FFF2-40B4-BE49-F238E27FC236}">
                    <a16:creationId xmlns:a16="http://schemas.microsoft.com/office/drawing/2014/main" id="{873A5EBC-7062-E5DA-99A9-C5503E4E50E2}"/>
                  </a:ext>
                </a:extLst>
              </p:cNvPr>
              <p:cNvSpPr/>
              <p:nvPr/>
            </p:nvSpPr>
            <p:spPr>
              <a:xfrm>
                <a:off x="330851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3" name="ph4394">
                <a:extLst>
                  <a:ext uri="{FF2B5EF4-FFF2-40B4-BE49-F238E27FC236}">
                    <a16:creationId xmlns:a16="http://schemas.microsoft.com/office/drawing/2014/main" id="{08C335C6-8A54-922D-5761-3B0D19A53DF0}"/>
                  </a:ext>
                </a:extLst>
              </p:cNvPr>
              <p:cNvSpPr/>
              <p:nvPr/>
            </p:nvSpPr>
            <p:spPr>
              <a:xfrm>
                <a:off x="331795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4" name="ph4395">
                <a:extLst>
                  <a:ext uri="{FF2B5EF4-FFF2-40B4-BE49-F238E27FC236}">
                    <a16:creationId xmlns:a16="http://schemas.microsoft.com/office/drawing/2014/main" id="{897B8BDD-CD2F-DDE9-2192-3D729045448B}"/>
                  </a:ext>
                </a:extLst>
              </p:cNvPr>
              <p:cNvSpPr/>
              <p:nvPr/>
            </p:nvSpPr>
            <p:spPr>
              <a:xfrm>
                <a:off x="332739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5" name="ph4396">
                <a:extLst>
                  <a:ext uri="{FF2B5EF4-FFF2-40B4-BE49-F238E27FC236}">
                    <a16:creationId xmlns:a16="http://schemas.microsoft.com/office/drawing/2014/main" id="{F3AD8873-99A0-6E80-40FA-994FC0AB0448}"/>
                  </a:ext>
                </a:extLst>
              </p:cNvPr>
              <p:cNvSpPr/>
              <p:nvPr/>
            </p:nvSpPr>
            <p:spPr>
              <a:xfrm>
                <a:off x="333683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6" name="ph4397">
                <a:extLst>
                  <a:ext uri="{FF2B5EF4-FFF2-40B4-BE49-F238E27FC236}">
                    <a16:creationId xmlns:a16="http://schemas.microsoft.com/office/drawing/2014/main" id="{E7B5393B-EA96-3F49-32B8-A5585C981051}"/>
                  </a:ext>
                </a:extLst>
              </p:cNvPr>
              <p:cNvSpPr/>
              <p:nvPr/>
            </p:nvSpPr>
            <p:spPr>
              <a:xfrm>
                <a:off x="334627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7" name="ph4398">
                <a:extLst>
                  <a:ext uri="{FF2B5EF4-FFF2-40B4-BE49-F238E27FC236}">
                    <a16:creationId xmlns:a16="http://schemas.microsoft.com/office/drawing/2014/main" id="{F823B423-19FA-DF88-70DA-A6FF20320A2B}"/>
                  </a:ext>
                </a:extLst>
              </p:cNvPr>
              <p:cNvSpPr/>
              <p:nvPr/>
            </p:nvSpPr>
            <p:spPr>
              <a:xfrm>
                <a:off x="335571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8" name="ph4399">
                <a:extLst>
                  <a:ext uri="{FF2B5EF4-FFF2-40B4-BE49-F238E27FC236}">
                    <a16:creationId xmlns:a16="http://schemas.microsoft.com/office/drawing/2014/main" id="{CB2AB500-7EFF-7236-8B81-755FCA37EC7E}"/>
                  </a:ext>
                </a:extLst>
              </p:cNvPr>
              <p:cNvSpPr/>
              <p:nvPr/>
            </p:nvSpPr>
            <p:spPr>
              <a:xfrm>
                <a:off x="336515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9" name="ph4400">
                <a:extLst>
                  <a:ext uri="{FF2B5EF4-FFF2-40B4-BE49-F238E27FC236}">
                    <a16:creationId xmlns:a16="http://schemas.microsoft.com/office/drawing/2014/main" id="{5E3F38E7-67CD-3794-40E1-BAA3F7FA4FE7}"/>
                  </a:ext>
                </a:extLst>
              </p:cNvPr>
              <p:cNvSpPr/>
              <p:nvPr/>
            </p:nvSpPr>
            <p:spPr>
              <a:xfrm>
                <a:off x="337459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0" name="ph4401">
                <a:extLst>
                  <a:ext uri="{FF2B5EF4-FFF2-40B4-BE49-F238E27FC236}">
                    <a16:creationId xmlns:a16="http://schemas.microsoft.com/office/drawing/2014/main" id="{6E5CDC2E-C42B-2CA9-4CE7-AD9AA34AC1F0}"/>
                  </a:ext>
                </a:extLst>
              </p:cNvPr>
              <p:cNvSpPr/>
              <p:nvPr/>
            </p:nvSpPr>
            <p:spPr>
              <a:xfrm>
                <a:off x="338403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1" name="ph4402">
                <a:extLst>
                  <a:ext uri="{FF2B5EF4-FFF2-40B4-BE49-F238E27FC236}">
                    <a16:creationId xmlns:a16="http://schemas.microsoft.com/office/drawing/2014/main" id="{46A4D284-7A5E-1BCA-F503-3650AA2FB25E}"/>
                  </a:ext>
                </a:extLst>
              </p:cNvPr>
              <p:cNvSpPr/>
              <p:nvPr/>
            </p:nvSpPr>
            <p:spPr>
              <a:xfrm>
                <a:off x="339347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2" name="ph4403">
                <a:extLst>
                  <a:ext uri="{FF2B5EF4-FFF2-40B4-BE49-F238E27FC236}">
                    <a16:creationId xmlns:a16="http://schemas.microsoft.com/office/drawing/2014/main" id="{CC6EF2D7-B3FB-9E1C-5A30-2E86110D503C}"/>
                  </a:ext>
                </a:extLst>
              </p:cNvPr>
              <p:cNvSpPr/>
              <p:nvPr/>
            </p:nvSpPr>
            <p:spPr>
              <a:xfrm>
                <a:off x="340291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3" name="ph4404">
                <a:extLst>
                  <a:ext uri="{FF2B5EF4-FFF2-40B4-BE49-F238E27FC236}">
                    <a16:creationId xmlns:a16="http://schemas.microsoft.com/office/drawing/2014/main" id="{BABA3C0A-F6F4-DCEF-FF84-37C739A31CAB}"/>
                  </a:ext>
                </a:extLst>
              </p:cNvPr>
              <p:cNvSpPr/>
              <p:nvPr/>
            </p:nvSpPr>
            <p:spPr>
              <a:xfrm>
                <a:off x="341235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4" name="ph4405">
                <a:extLst>
                  <a:ext uri="{FF2B5EF4-FFF2-40B4-BE49-F238E27FC236}">
                    <a16:creationId xmlns:a16="http://schemas.microsoft.com/office/drawing/2014/main" id="{D2E067AD-79D7-CEE1-2C4C-F3C97031177C}"/>
                  </a:ext>
                </a:extLst>
              </p:cNvPr>
              <p:cNvSpPr/>
              <p:nvPr/>
            </p:nvSpPr>
            <p:spPr>
              <a:xfrm>
                <a:off x="342179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5" name="ph4406">
                <a:extLst>
                  <a:ext uri="{FF2B5EF4-FFF2-40B4-BE49-F238E27FC236}">
                    <a16:creationId xmlns:a16="http://schemas.microsoft.com/office/drawing/2014/main" id="{3CE63D57-9C85-9AE5-1CB6-033EB0EEA2E8}"/>
                  </a:ext>
                </a:extLst>
              </p:cNvPr>
              <p:cNvSpPr/>
              <p:nvPr/>
            </p:nvSpPr>
            <p:spPr>
              <a:xfrm>
                <a:off x="3431234" y="1781256"/>
                <a:ext cx="9227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761" y="896830"/>
                    </a:lnTo>
                    <a:lnTo>
                      <a:pt x="922559" y="904778"/>
                    </a:lnTo>
                    <a:lnTo>
                      <a:pt x="922047" y="914400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6" name="ph4407">
                <a:extLst>
                  <a:ext uri="{FF2B5EF4-FFF2-40B4-BE49-F238E27FC236}">
                    <a16:creationId xmlns:a16="http://schemas.microsoft.com/office/drawing/2014/main" id="{2EC11050-D870-81EA-5CDE-9C6DA4A6B665}"/>
                  </a:ext>
                </a:extLst>
              </p:cNvPr>
              <p:cNvSpPr/>
              <p:nvPr/>
            </p:nvSpPr>
            <p:spPr>
              <a:xfrm>
                <a:off x="2222884" y="1746117"/>
                <a:ext cx="914400" cy="9234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93">
                    <a:moveTo>
                      <a:pt x="914400" y="914400"/>
                    </a:moveTo>
                    <a:lnTo>
                      <a:pt x="914400" y="923493"/>
                    </a:lnTo>
                    <a:lnTo>
                      <a:pt x="912200" y="919861"/>
                    </a:lnTo>
                    <a:lnTo>
                      <a:pt x="909222" y="914400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7" name="ph4408">
                <a:extLst>
                  <a:ext uri="{FF2B5EF4-FFF2-40B4-BE49-F238E27FC236}">
                    <a16:creationId xmlns:a16="http://schemas.microsoft.com/office/drawing/2014/main" id="{397E88FA-1911-0AE7-B660-DB4FC42E5C79}"/>
                  </a:ext>
                </a:extLst>
              </p:cNvPr>
              <p:cNvSpPr/>
              <p:nvPr/>
            </p:nvSpPr>
            <p:spPr>
              <a:xfrm>
                <a:off x="222288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58" y="931969"/>
                    </a:lnTo>
                    <a:lnTo>
                      <a:pt x="916627" y="927170"/>
                    </a:lnTo>
                    <a:lnTo>
                      <a:pt x="914400" y="923493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8" name="ph4409">
                <a:extLst>
                  <a:ext uri="{FF2B5EF4-FFF2-40B4-BE49-F238E27FC236}">
                    <a16:creationId xmlns:a16="http://schemas.microsoft.com/office/drawing/2014/main" id="{781A0505-8D58-A2D8-CF0C-946573732482}"/>
                  </a:ext>
                </a:extLst>
              </p:cNvPr>
              <p:cNvSpPr/>
              <p:nvPr/>
            </p:nvSpPr>
            <p:spPr>
              <a:xfrm>
                <a:off x="223232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9" name="ph4410">
                <a:extLst>
                  <a:ext uri="{FF2B5EF4-FFF2-40B4-BE49-F238E27FC236}">
                    <a16:creationId xmlns:a16="http://schemas.microsoft.com/office/drawing/2014/main" id="{F44EDFC7-5FD6-F4EF-9F6A-814AA2AA125B}"/>
                  </a:ext>
                </a:extLst>
              </p:cNvPr>
              <p:cNvSpPr/>
              <p:nvPr/>
            </p:nvSpPr>
            <p:spPr>
              <a:xfrm>
                <a:off x="224176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0" name="ph4411">
                <a:extLst>
                  <a:ext uri="{FF2B5EF4-FFF2-40B4-BE49-F238E27FC236}">
                    <a16:creationId xmlns:a16="http://schemas.microsoft.com/office/drawing/2014/main" id="{151A0D69-9570-BE0D-19DE-6D8EA79691E5}"/>
                  </a:ext>
                </a:extLst>
              </p:cNvPr>
              <p:cNvSpPr/>
              <p:nvPr/>
            </p:nvSpPr>
            <p:spPr>
              <a:xfrm>
                <a:off x="225120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1" name="ph4412">
                <a:extLst>
                  <a:ext uri="{FF2B5EF4-FFF2-40B4-BE49-F238E27FC236}">
                    <a16:creationId xmlns:a16="http://schemas.microsoft.com/office/drawing/2014/main" id="{4CE1D11A-70C2-B610-B70F-78E78957E90B}"/>
                  </a:ext>
                </a:extLst>
              </p:cNvPr>
              <p:cNvSpPr/>
              <p:nvPr/>
            </p:nvSpPr>
            <p:spPr>
              <a:xfrm>
                <a:off x="226064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2" name="ph4413">
                <a:extLst>
                  <a:ext uri="{FF2B5EF4-FFF2-40B4-BE49-F238E27FC236}">
                    <a16:creationId xmlns:a16="http://schemas.microsoft.com/office/drawing/2014/main" id="{B7267060-2AC9-087F-C1E0-CBF58EC47B0D}"/>
                  </a:ext>
                </a:extLst>
              </p:cNvPr>
              <p:cNvSpPr/>
              <p:nvPr/>
            </p:nvSpPr>
            <p:spPr>
              <a:xfrm>
                <a:off x="227008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3" name="ph4414">
                <a:extLst>
                  <a:ext uri="{FF2B5EF4-FFF2-40B4-BE49-F238E27FC236}">
                    <a16:creationId xmlns:a16="http://schemas.microsoft.com/office/drawing/2014/main" id="{2154E221-019E-BF3C-C889-492789EF1A2A}"/>
                  </a:ext>
                </a:extLst>
              </p:cNvPr>
              <p:cNvSpPr/>
              <p:nvPr/>
            </p:nvSpPr>
            <p:spPr>
              <a:xfrm>
                <a:off x="227952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4" name="ph4415">
                <a:extLst>
                  <a:ext uri="{FF2B5EF4-FFF2-40B4-BE49-F238E27FC236}">
                    <a16:creationId xmlns:a16="http://schemas.microsoft.com/office/drawing/2014/main" id="{C688C5C5-4C88-8257-0BA3-FE78A9E84277}"/>
                  </a:ext>
                </a:extLst>
              </p:cNvPr>
              <p:cNvSpPr/>
              <p:nvPr/>
            </p:nvSpPr>
            <p:spPr>
              <a:xfrm>
                <a:off x="228896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5" name="ph4416">
                <a:extLst>
                  <a:ext uri="{FF2B5EF4-FFF2-40B4-BE49-F238E27FC236}">
                    <a16:creationId xmlns:a16="http://schemas.microsoft.com/office/drawing/2014/main" id="{5AAA68D7-1FA9-B6D4-071B-321AEB274BFE}"/>
                  </a:ext>
                </a:extLst>
              </p:cNvPr>
              <p:cNvSpPr/>
              <p:nvPr/>
            </p:nvSpPr>
            <p:spPr>
              <a:xfrm>
                <a:off x="229840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6" name="ph4417">
                <a:extLst>
                  <a:ext uri="{FF2B5EF4-FFF2-40B4-BE49-F238E27FC236}">
                    <a16:creationId xmlns:a16="http://schemas.microsoft.com/office/drawing/2014/main" id="{692FB8F0-2947-2D1C-AB2F-616D9A756DBF}"/>
                  </a:ext>
                </a:extLst>
              </p:cNvPr>
              <p:cNvSpPr/>
              <p:nvPr/>
            </p:nvSpPr>
            <p:spPr>
              <a:xfrm>
                <a:off x="230784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7" name="ph4418">
                <a:extLst>
                  <a:ext uri="{FF2B5EF4-FFF2-40B4-BE49-F238E27FC236}">
                    <a16:creationId xmlns:a16="http://schemas.microsoft.com/office/drawing/2014/main" id="{B140235B-E909-B282-8DCA-271E14E4B472}"/>
                  </a:ext>
                </a:extLst>
              </p:cNvPr>
              <p:cNvSpPr/>
              <p:nvPr/>
            </p:nvSpPr>
            <p:spPr>
              <a:xfrm>
                <a:off x="231728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8" name="ph4419">
                <a:extLst>
                  <a:ext uri="{FF2B5EF4-FFF2-40B4-BE49-F238E27FC236}">
                    <a16:creationId xmlns:a16="http://schemas.microsoft.com/office/drawing/2014/main" id="{4E89F454-C162-BB74-B621-AA35AEB55B62}"/>
                  </a:ext>
                </a:extLst>
              </p:cNvPr>
              <p:cNvSpPr/>
              <p:nvPr/>
            </p:nvSpPr>
            <p:spPr>
              <a:xfrm>
                <a:off x="232672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9" name="ph4420">
                <a:extLst>
                  <a:ext uri="{FF2B5EF4-FFF2-40B4-BE49-F238E27FC236}">
                    <a16:creationId xmlns:a16="http://schemas.microsoft.com/office/drawing/2014/main" id="{6DA3BCBA-04AF-B1D2-D6CC-D36C2CBC675D}"/>
                  </a:ext>
                </a:extLst>
              </p:cNvPr>
              <p:cNvSpPr/>
              <p:nvPr/>
            </p:nvSpPr>
            <p:spPr>
              <a:xfrm>
                <a:off x="233616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0" name="ph4421">
                <a:extLst>
                  <a:ext uri="{FF2B5EF4-FFF2-40B4-BE49-F238E27FC236}">
                    <a16:creationId xmlns:a16="http://schemas.microsoft.com/office/drawing/2014/main" id="{E382FAA2-91BA-DEE5-1EB4-46F3E0BED19C}"/>
                  </a:ext>
                </a:extLst>
              </p:cNvPr>
              <p:cNvSpPr/>
              <p:nvPr/>
            </p:nvSpPr>
            <p:spPr>
              <a:xfrm>
                <a:off x="234560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1" name="ph4422">
                <a:extLst>
                  <a:ext uri="{FF2B5EF4-FFF2-40B4-BE49-F238E27FC236}">
                    <a16:creationId xmlns:a16="http://schemas.microsoft.com/office/drawing/2014/main" id="{65AC0A20-AA5B-B5A5-24F6-1D8E03DE3512}"/>
                  </a:ext>
                </a:extLst>
              </p:cNvPr>
              <p:cNvSpPr/>
              <p:nvPr/>
            </p:nvSpPr>
            <p:spPr>
              <a:xfrm>
                <a:off x="235504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2" name="ph4423">
                <a:extLst>
                  <a:ext uri="{FF2B5EF4-FFF2-40B4-BE49-F238E27FC236}">
                    <a16:creationId xmlns:a16="http://schemas.microsoft.com/office/drawing/2014/main" id="{DF4FD296-6013-93F9-6C04-CFC6F621D2CE}"/>
                  </a:ext>
                </a:extLst>
              </p:cNvPr>
              <p:cNvSpPr/>
              <p:nvPr/>
            </p:nvSpPr>
            <p:spPr>
              <a:xfrm>
                <a:off x="236448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3" name="ph4424">
                <a:extLst>
                  <a:ext uri="{FF2B5EF4-FFF2-40B4-BE49-F238E27FC236}">
                    <a16:creationId xmlns:a16="http://schemas.microsoft.com/office/drawing/2014/main" id="{1FC6ED3E-011C-8B26-4BCF-FE80E5DBC8D4}"/>
                  </a:ext>
                </a:extLst>
              </p:cNvPr>
              <p:cNvSpPr/>
              <p:nvPr/>
            </p:nvSpPr>
            <p:spPr>
              <a:xfrm>
                <a:off x="237392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4" name="ph4425">
                <a:extLst>
                  <a:ext uri="{FF2B5EF4-FFF2-40B4-BE49-F238E27FC236}">
                    <a16:creationId xmlns:a16="http://schemas.microsoft.com/office/drawing/2014/main" id="{AC9BC812-E873-C5C8-4674-CECDB9ABFA06}"/>
                  </a:ext>
                </a:extLst>
              </p:cNvPr>
              <p:cNvSpPr/>
              <p:nvPr/>
            </p:nvSpPr>
            <p:spPr>
              <a:xfrm>
                <a:off x="238336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5" name="ph4426">
                <a:extLst>
                  <a:ext uri="{FF2B5EF4-FFF2-40B4-BE49-F238E27FC236}">
                    <a16:creationId xmlns:a16="http://schemas.microsoft.com/office/drawing/2014/main" id="{0553C1AB-DAA7-53E5-7D78-1C47D1763066}"/>
                  </a:ext>
                </a:extLst>
              </p:cNvPr>
              <p:cNvSpPr/>
              <p:nvPr/>
            </p:nvSpPr>
            <p:spPr>
              <a:xfrm>
                <a:off x="239280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6" name="ph4427">
                <a:extLst>
                  <a:ext uri="{FF2B5EF4-FFF2-40B4-BE49-F238E27FC236}">
                    <a16:creationId xmlns:a16="http://schemas.microsoft.com/office/drawing/2014/main" id="{8C8CF2D6-17A4-3CD9-63CD-D600ABB39415}"/>
                  </a:ext>
                </a:extLst>
              </p:cNvPr>
              <p:cNvSpPr/>
              <p:nvPr/>
            </p:nvSpPr>
            <p:spPr>
              <a:xfrm>
                <a:off x="240224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7" name="ph4428">
                <a:extLst>
                  <a:ext uri="{FF2B5EF4-FFF2-40B4-BE49-F238E27FC236}">
                    <a16:creationId xmlns:a16="http://schemas.microsoft.com/office/drawing/2014/main" id="{A26B1708-962A-3DE1-5374-9DFFC0FA225D}"/>
                  </a:ext>
                </a:extLst>
              </p:cNvPr>
              <p:cNvSpPr/>
              <p:nvPr/>
            </p:nvSpPr>
            <p:spPr>
              <a:xfrm>
                <a:off x="241168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8" name="ph4429">
                <a:extLst>
                  <a:ext uri="{FF2B5EF4-FFF2-40B4-BE49-F238E27FC236}">
                    <a16:creationId xmlns:a16="http://schemas.microsoft.com/office/drawing/2014/main" id="{A92D7663-20DE-BDDE-28AD-ABC5D58532F7}"/>
                  </a:ext>
                </a:extLst>
              </p:cNvPr>
              <p:cNvSpPr/>
              <p:nvPr/>
            </p:nvSpPr>
            <p:spPr>
              <a:xfrm>
                <a:off x="242112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9" name="ph4430">
                <a:extLst>
                  <a:ext uri="{FF2B5EF4-FFF2-40B4-BE49-F238E27FC236}">
                    <a16:creationId xmlns:a16="http://schemas.microsoft.com/office/drawing/2014/main" id="{20F36A84-9091-8B46-EC5D-25B4A8E9584A}"/>
                  </a:ext>
                </a:extLst>
              </p:cNvPr>
              <p:cNvSpPr/>
              <p:nvPr/>
            </p:nvSpPr>
            <p:spPr>
              <a:xfrm>
                <a:off x="243056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0" name="ph4431">
                <a:extLst>
                  <a:ext uri="{FF2B5EF4-FFF2-40B4-BE49-F238E27FC236}">
                    <a16:creationId xmlns:a16="http://schemas.microsoft.com/office/drawing/2014/main" id="{BAA621FD-4053-642C-6AB4-5FF4DB19CA1D}"/>
                  </a:ext>
                </a:extLst>
              </p:cNvPr>
              <p:cNvSpPr/>
              <p:nvPr/>
            </p:nvSpPr>
            <p:spPr>
              <a:xfrm>
                <a:off x="244000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1" name="ph4432">
                <a:extLst>
                  <a:ext uri="{FF2B5EF4-FFF2-40B4-BE49-F238E27FC236}">
                    <a16:creationId xmlns:a16="http://schemas.microsoft.com/office/drawing/2014/main" id="{24248D92-9236-DA99-C214-3464C18EACA7}"/>
                  </a:ext>
                </a:extLst>
              </p:cNvPr>
              <p:cNvSpPr/>
              <p:nvPr/>
            </p:nvSpPr>
            <p:spPr>
              <a:xfrm>
                <a:off x="244944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2" name="ph4433">
                <a:extLst>
                  <a:ext uri="{FF2B5EF4-FFF2-40B4-BE49-F238E27FC236}">
                    <a16:creationId xmlns:a16="http://schemas.microsoft.com/office/drawing/2014/main" id="{8FF33FF1-C928-ED78-B694-E8E8D81589DA}"/>
                  </a:ext>
                </a:extLst>
              </p:cNvPr>
              <p:cNvSpPr/>
              <p:nvPr/>
            </p:nvSpPr>
            <p:spPr>
              <a:xfrm>
                <a:off x="245889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3" name="ph4434">
                <a:extLst>
                  <a:ext uri="{FF2B5EF4-FFF2-40B4-BE49-F238E27FC236}">
                    <a16:creationId xmlns:a16="http://schemas.microsoft.com/office/drawing/2014/main" id="{E1FB5C64-3997-CA05-3B6E-CF56A2E3B970}"/>
                  </a:ext>
                </a:extLst>
              </p:cNvPr>
              <p:cNvSpPr/>
              <p:nvPr/>
            </p:nvSpPr>
            <p:spPr>
              <a:xfrm>
                <a:off x="246833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4" name="ph4435">
                <a:extLst>
                  <a:ext uri="{FF2B5EF4-FFF2-40B4-BE49-F238E27FC236}">
                    <a16:creationId xmlns:a16="http://schemas.microsoft.com/office/drawing/2014/main" id="{9C06E3C7-90E2-D424-7423-1850814AC044}"/>
                  </a:ext>
                </a:extLst>
              </p:cNvPr>
              <p:cNvSpPr/>
              <p:nvPr/>
            </p:nvSpPr>
            <p:spPr>
              <a:xfrm>
                <a:off x="247777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5" name="ph4436">
                <a:extLst>
                  <a:ext uri="{FF2B5EF4-FFF2-40B4-BE49-F238E27FC236}">
                    <a16:creationId xmlns:a16="http://schemas.microsoft.com/office/drawing/2014/main" id="{63611DC9-B294-CDE9-E355-3C287331F7B4}"/>
                  </a:ext>
                </a:extLst>
              </p:cNvPr>
              <p:cNvSpPr/>
              <p:nvPr/>
            </p:nvSpPr>
            <p:spPr>
              <a:xfrm>
                <a:off x="248721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6" name="ph4437">
                <a:extLst>
                  <a:ext uri="{FF2B5EF4-FFF2-40B4-BE49-F238E27FC236}">
                    <a16:creationId xmlns:a16="http://schemas.microsoft.com/office/drawing/2014/main" id="{EB048708-F611-7B0F-CB10-B84255BA3916}"/>
                  </a:ext>
                </a:extLst>
              </p:cNvPr>
              <p:cNvSpPr/>
              <p:nvPr/>
            </p:nvSpPr>
            <p:spPr>
              <a:xfrm>
                <a:off x="249665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7" name="ph4438">
                <a:extLst>
                  <a:ext uri="{FF2B5EF4-FFF2-40B4-BE49-F238E27FC236}">
                    <a16:creationId xmlns:a16="http://schemas.microsoft.com/office/drawing/2014/main" id="{B9A96FCA-8FAB-96BD-86F6-BF3E0808E4C1}"/>
                  </a:ext>
                </a:extLst>
              </p:cNvPr>
              <p:cNvSpPr/>
              <p:nvPr/>
            </p:nvSpPr>
            <p:spPr>
              <a:xfrm>
                <a:off x="250609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8" name="ph4439">
                <a:extLst>
                  <a:ext uri="{FF2B5EF4-FFF2-40B4-BE49-F238E27FC236}">
                    <a16:creationId xmlns:a16="http://schemas.microsoft.com/office/drawing/2014/main" id="{A09DB28D-A605-467D-7283-A539175C39F9}"/>
                  </a:ext>
                </a:extLst>
              </p:cNvPr>
              <p:cNvSpPr/>
              <p:nvPr/>
            </p:nvSpPr>
            <p:spPr>
              <a:xfrm>
                <a:off x="2524971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947" y="896830"/>
                    </a:lnTo>
                    <a:lnTo>
                      <a:pt x="910149" y="905489"/>
                    </a:lnTo>
                    <a:lnTo>
                      <a:pt x="910853" y="908681"/>
                    </a:ln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9" name="ph4440">
                <a:extLst>
                  <a:ext uri="{FF2B5EF4-FFF2-40B4-BE49-F238E27FC236}">
                    <a16:creationId xmlns:a16="http://schemas.microsoft.com/office/drawing/2014/main" id="{82248863-9B2E-30CC-E45D-8F85E553CB9F}"/>
                  </a:ext>
                </a:extLst>
              </p:cNvPr>
              <p:cNvSpPr/>
              <p:nvPr/>
            </p:nvSpPr>
            <p:spPr>
              <a:xfrm>
                <a:off x="2524971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0" name="ph4441">
                <a:extLst>
                  <a:ext uri="{FF2B5EF4-FFF2-40B4-BE49-F238E27FC236}">
                    <a16:creationId xmlns:a16="http://schemas.microsoft.com/office/drawing/2014/main" id="{D63277A8-FED7-20DC-892D-EFBCF75C77FF}"/>
                  </a:ext>
                </a:extLst>
              </p:cNvPr>
              <p:cNvSpPr/>
              <p:nvPr/>
            </p:nvSpPr>
            <p:spPr>
              <a:xfrm>
                <a:off x="3195228" y="174611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95" y="931969"/>
                    </a:lnTo>
                    <a:lnTo>
                      <a:pt x="907859" y="923036"/>
                    </a:lnTo>
                    <a:lnTo>
                      <a:pt x="908846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1" name="ph4442">
                <a:extLst>
                  <a:ext uri="{FF2B5EF4-FFF2-40B4-BE49-F238E27FC236}">
                    <a16:creationId xmlns:a16="http://schemas.microsoft.com/office/drawing/2014/main" id="{0F143B66-DCAB-33DC-1537-3E96243F2071}"/>
                  </a:ext>
                </a:extLst>
              </p:cNvPr>
              <p:cNvSpPr/>
              <p:nvPr/>
            </p:nvSpPr>
            <p:spPr>
              <a:xfrm>
                <a:off x="319522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2" name="ph4443">
                <a:extLst>
                  <a:ext uri="{FF2B5EF4-FFF2-40B4-BE49-F238E27FC236}">
                    <a16:creationId xmlns:a16="http://schemas.microsoft.com/office/drawing/2014/main" id="{D51B5AA6-540F-C944-EFBB-6E0DACD6732A}"/>
                  </a:ext>
                </a:extLst>
              </p:cNvPr>
              <p:cNvSpPr/>
              <p:nvPr/>
            </p:nvSpPr>
            <p:spPr>
              <a:xfrm>
                <a:off x="320466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3" name="ph4444">
                <a:extLst>
                  <a:ext uri="{FF2B5EF4-FFF2-40B4-BE49-F238E27FC236}">
                    <a16:creationId xmlns:a16="http://schemas.microsoft.com/office/drawing/2014/main" id="{CE3EB80C-DD22-3ADB-E35C-11B4F502FE43}"/>
                  </a:ext>
                </a:extLst>
              </p:cNvPr>
              <p:cNvSpPr/>
              <p:nvPr/>
            </p:nvSpPr>
            <p:spPr>
              <a:xfrm>
                <a:off x="321410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4" name="ph4445">
                <a:extLst>
                  <a:ext uri="{FF2B5EF4-FFF2-40B4-BE49-F238E27FC236}">
                    <a16:creationId xmlns:a16="http://schemas.microsoft.com/office/drawing/2014/main" id="{508944C4-9D47-E3D7-E1E7-4DBABF53775C}"/>
                  </a:ext>
                </a:extLst>
              </p:cNvPr>
              <p:cNvSpPr/>
              <p:nvPr/>
            </p:nvSpPr>
            <p:spPr>
              <a:xfrm>
                <a:off x="322354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5" name="ph4446">
                <a:extLst>
                  <a:ext uri="{FF2B5EF4-FFF2-40B4-BE49-F238E27FC236}">
                    <a16:creationId xmlns:a16="http://schemas.microsoft.com/office/drawing/2014/main" id="{869E5D7E-C5C2-7804-8F1A-6FE06EC646A9}"/>
                  </a:ext>
                </a:extLst>
              </p:cNvPr>
              <p:cNvSpPr/>
              <p:nvPr/>
            </p:nvSpPr>
            <p:spPr>
              <a:xfrm>
                <a:off x="323298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6" name="ph4447">
                <a:extLst>
                  <a:ext uri="{FF2B5EF4-FFF2-40B4-BE49-F238E27FC236}">
                    <a16:creationId xmlns:a16="http://schemas.microsoft.com/office/drawing/2014/main" id="{0B1F9088-CD31-648E-CAC2-F081AFF9FE7B}"/>
                  </a:ext>
                </a:extLst>
              </p:cNvPr>
              <p:cNvSpPr/>
              <p:nvPr/>
            </p:nvSpPr>
            <p:spPr>
              <a:xfrm>
                <a:off x="324242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7" name="ph4448">
                <a:extLst>
                  <a:ext uri="{FF2B5EF4-FFF2-40B4-BE49-F238E27FC236}">
                    <a16:creationId xmlns:a16="http://schemas.microsoft.com/office/drawing/2014/main" id="{A19E7CBD-2FF1-3B7F-9A3D-FE1D569750C5}"/>
                  </a:ext>
                </a:extLst>
              </p:cNvPr>
              <p:cNvSpPr/>
              <p:nvPr/>
            </p:nvSpPr>
            <p:spPr>
              <a:xfrm>
                <a:off x="325187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8" name="ph4449">
                <a:extLst>
                  <a:ext uri="{FF2B5EF4-FFF2-40B4-BE49-F238E27FC236}">
                    <a16:creationId xmlns:a16="http://schemas.microsoft.com/office/drawing/2014/main" id="{3700BCA5-F380-AF81-FFCE-4ED0642AAD76}"/>
                  </a:ext>
                </a:extLst>
              </p:cNvPr>
              <p:cNvSpPr/>
              <p:nvPr/>
            </p:nvSpPr>
            <p:spPr>
              <a:xfrm>
                <a:off x="326131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9" name="ph4450">
                <a:extLst>
                  <a:ext uri="{FF2B5EF4-FFF2-40B4-BE49-F238E27FC236}">
                    <a16:creationId xmlns:a16="http://schemas.microsoft.com/office/drawing/2014/main" id="{AD2C98CC-4B30-4A5C-6792-D04F593873D5}"/>
                  </a:ext>
                </a:extLst>
              </p:cNvPr>
              <p:cNvSpPr/>
              <p:nvPr/>
            </p:nvSpPr>
            <p:spPr>
              <a:xfrm>
                <a:off x="327075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0" name="ph4451">
                <a:extLst>
                  <a:ext uri="{FF2B5EF4-FFF2-40B4-BE49-F238E27FC236}">
                    <a16:creationId xmlns:a16="http://schemas.microsoft.com/office/drawing/2014/main" id="{DEB4912A-8883-D391-95C5-786F5C4C6D3C}"/>
                  </a:ext>
                </a:extLst>
              </p:cNvPr>
              <p:cNvSpPr/>
              <p:nvPr/>
            </p:nvSpPr>
            <p:spPr>
              <a:xfrm>
                <a:off x="328019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1" name="ph4452">
                <a:extLst>
                  <a:ext uri="{FF2B5EF4-FFF2-40B4-BE49-F238E27FC236}">
                    <a16:creationId xmlns:a16="http://schemas.microsoft.com/office/drawing/2014/main" id="{CA00A646-9C9E-D646-F2D7-5D1F30210454}"/>
                  </a:ext>
                </a:extLst>
              </p:cNvPr>
              <p:cNvSpPr/>
              <p:nvPr/>
            </p:nvSpPr>
            <p:spPr>
              <a:xfrm>
                <a:off x="328963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2" name="ph4453">
                <a:extLst>
                  <a:ext uri="{FF2B5EF4-FFF2-40B4-BE49-F238E27FC236}">
                    <a16:creationId xmlns:a16="http://schemas.microsoft.com/office/drawing/2014/main" id="{14565A7F-DDA3-FB48-E9D8-F8D97B7D491E}"/>
                  </a:ext>
                </a:extLst>
              </p:cNvPr>
              <p:cNvSpPr/>
              <p:nvPr/>
            </p:nvSpPr>
            <p:spPr>
              <a:xfrm>
                <a:off x="329907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3" name="ph4454">
                <a:extLst>
                  <a:ext uri="{FF2B5EF4-FFF2-40B4-BE49-F238E27FC236}">
                    <a16:creationId xmlns:a16="http://schemas.microsoft.com/office/drawing/2014/main" id="{4F245224-838A-2913-7D19-79414FBFD014}"/>
                  </a:ext>
                </a:extLst>
              </p:cNvPr>
              <p:cNvSpPr/>
              <p:nvPr/>
            </p:nvSpPr>
            <p:spPr>
              <a:xfrm>
                <a:off x="330851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4" name="ph4455">
                <a:extLst>
                  <a:ext uri="{FF2B5EF4-FFF2-40B4-BE49-F238E27FC236}">
                    <a16:creationId xmlns:a16="http://schemas.microsoft.com/office/drawing/2014/main" id="{975A31DC-5B0E-B541-3C2D-FFA8DECEB2B4}"/>
                  </a:ext>
                </a:extLst>
              </p:cNvPr>
              <p:cNvSpPr/>
              <p:nvPr/>
            </p:nvSpPr>
            <p:spPr>
              <a:xfrm>
                <a:off x="331795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5" name="ph4456">
                <a:extLst>
                  <a:ext uri="{FF2B5EF4-FFF2-40B4-BE49-F238E27FC236}">
                    <a16:creationId xmlns:a16="http://schemas.microsoft.com/office/drawing/2014/main" id="{0EB681CD-5433-154E-8ECF-ADDD9014A0E3}"/>
                  </a:ext>
                </a:extLst>
              </p:cNvPr>
              <p:cNvSpPr/>
              <p:nvPr/>
            </p:nvSpPr>
            <p:spPr>
              <a:xfrm>
                <a:off x="332739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6" name="ph4457">
                <a:extLst>
                  <a:ext uri="{FF2B5EF4-FFF2-40B4-BE49-F238E27FC236}">
                    <a16:creationId xmlns:a16="http://schemas.microsoft.com/office/drawing/2014/main" id="{540002C9-0233-8F9B-7F53-A0B90B854A1A}"/>
                  </a:ext>
                </a:extLst>
              </p:cNvPr>
              <p:cNvSpPr/>
              <p:nvPr/>
            </p:nvSpPr>
            <p:spPr>
              <a:xfrm>
                <a:off x="333683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7" name="ph4458">
                <a:extLst>
                  <a:ext uri="{FF2B5EF4-FFF2-40B4-BE49-F238E27FC236}">
                    <a16:creationId xmlns:a16="http://schemas.microsoft.com/office/drawing/2014/main" id="{C141F755-E1B9-59F7-B56F-DB4B23D58DEC}"/>
                  </a:ext>
                </a:extLst>
              </p:cNvPr>
              <p:cNvSpPr/>
              <p:nvPr/>
            </p:nvSpPr>
            <p:spPr>
              <a:xfrm>
                <a:off x="334627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8" name="ph4459">
                <a:extLst>
                  <a:ext uri="{FF2B5EF4-FFF2-40B4-BE49-F238E27FC236}">
                    <a16:creationId xmlns:a16="http://schemas.microsoft.com/office/drawing/2014/main" id="{8CAC230E-80FF-B137-DC5B-525D8819EA9F}"/>
                  </a:ext>
                </a:extLst>
              </p:cNvPr>
              <p:cNvSpPr/>
              <p:nvPr/>
            </p:nvSpPr>
            <p:spPr>
              <a:xfrm>
                <a:off x="335571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9" name="ph4460">
                <a:extLst>
                  <a:ext uri="{FF2B5EF4-FFF2-40B4-BE49-F238E27FC236}">
                    <a16:creationId xmlns:a16="http://schemas.microsoft.com/office/drawing/2014/main" id="{655E6C08-2D5A-22AA-9318-30075FDA66BA}"/>
                  </a:ext>
                </a:extLst>
              </p:cNvPr>
              <p:cNvSpPr/>
              <p:nvPr/>
            </p:nvSpPr>
            <p:spPr>
              <a:xfrm>
                <a:off x="336515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0" name="ph4461">
                <a:extLst>
                  <a:ext uri="{FF2B5EF4-FFF2-40B4-BE49-F238E27FC236}">
                    <a16:creationId xmlns:a16="http://schemas.microsoft.com/office/drawing/2014/main" id="{6FE14FA3-1E79-DC8D-5D63-667B604C4A3E}"/>
                  </a:ext>
                </a:extLst>
              </p:cNvPr>
              <p:cNvSpPr/>
              <p:nvPr/>
            </p:nvSpPr>
            <p:spPr>
              <a:xfrm>
                <a:off x="337459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1" name="ph4462">
                <a:extLst>
                  <a:ext uri="{FF2B5EF4-FFF2-40B4-BE49-F238E27FC236}">
                    <a16:creationId xmlns:a16="http://schemas.microsoft.com/office/drawing/2014/main" id="{44623318-097B-69EF-96E7-C7BED5AE13DB}"/>
                  </a:ext>
                </a:extLst>
              </p:cNvPr>
              <p:cNvSpPr/>
              <p:nvPr/>
            </p:nvSpPr>
            <p:spPr>
              <a:xfrm>
                <a:off x="338403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2" name="ph4463">
                <a:extLst>
                  <a:ext uri="{FF2B5EF4-FFF2-40B4-BE49-F238E27FC236}">
                    <a16:creationId xmlns:a16="http://schemas.microsoft.com/office/drawing/2014/main" id="{367EB3AF-CBF2-416F-7461-FF876FC2FCF2}"/>
                  </a:ext>
                </a:extLst>
              </p:cNvPr>
              <p:cNvSpPr/>
              <p:nvPr/>
            </p:nvSpPr>
            <p:spPr>
              <a:xfrm>
                <a:off x="339347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3" name="ph4464">
                <a:extLst>
                  <a:ext uri="{FF2B5EF4-FFF2-40B4-BE49-F238E27FC236}">
                    <a16:creationId xmlns:a16="http://schemas.microsoft.com/office/drawing/2014/main" id="{EA926AD9-0A91-BCAA-9BC5-3A196EC97D4B}"/>
                  </a:ext>
                </a:extLst>
              </p:cNvPr>
              <p:cNvSpPr/>
              <p:nvPr/>
            </p:nvSpPr>
            <p:spPr>
              <a:xfrm>
                <a:off x="340291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4" name="ph4465">
                <a:extLst>
                  <a:ext uri="{FF2B5EF4-FFF2-40B4-BE49-F238E27FC236}">
                    <a16:creationId xmlns:a16="http://schemas.microsoft.com/office/drawing/2014/main" id="{2BB5A5F0-F402-5F03-61AD-4C15769F0886}"/>
                  </a:ext>
                </a:extLst>
              </p:cNvPr>
              <p:cNvSpPr/>
              <p:nvPr/>
            </p:nvSpPr>
            <p:spPr>
              <a:xfrm>
                <a:off x="341235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5" name="ph4466">
                <a:extLst>
                  <a:ext uri="{FF2B5EF4-FFF2-40B4-BE49-F238E27FC236}">
                    <a16:creationId xmlns:a16="http://schemas.microsoft.com/office/drawing/2014/main" id="{CE1290F3-2124-6813-225A-2CEC7D084758}"/>
                  </a:ext>
                </a:extLst>
              </p:cNvPr>
              <p:cNvSpPr/>
              <p:nvPr/>
            </p:nvSpPr>
            <p:spPr>
              <a:xfrm>
                <a:off x="342179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6" name="ph4467">
                <a:extLst>
                  <a:ext uri="{FF2B5EF4-FFF2-40B4-BE49-F238E27FC236}">
                    <a16:creationId xmlns:a16="http://schemas.microsoft.com/office/drawing/2014/main" id="{EF5713EA-5FB6-766E-8BFF-53541CF0A12E}"/>
                  </a:ext>
                </a:extLst>
              </p:cNvPr>
              <p:cNvSpPr/>
              <p:nvPr/>
            </p:nvSpPr>
            <p:spPr>
              <a:xfrm>
                <a:off x="3431234" y="17636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94"/>
                    </a:lnTo>
                    <a:lnTo>
                      <a:pt x="923080" y="904042"/>
                    </a:lnTo>
                    <a:lnTo>
                      <a:pt x="922913" y="904574"/>
                    </a:lnTo>
                    <a:lnTo>
                      <a:pt x="922896" y="906096"/>
                    </a:lnTo>
                    <a:lnTo>
                      <a:pt x="922866" y="908766"/>
                    </a:lnTo>
                    <a:lnTo>
                      <a:pt x="922836" y="911436"/>
                    </a:lnTo>
                    <a:lnTo>
                      <a:pt x="922761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7" name="ph4468">
                <a:extLst>
                  <a:ext uri="{FF2B5EF4-FFF2-40B4-BE49-F238E27FC236}">
                    <a16:creationId xmlns:a16="http://schemas.microsoft.com/office/drawing/2014/main" id="{EF00B9B6-97E6-CEFA-87C9-BE5543809F57}"/>
                  </a:ext>
                </a:extLst>
              </p:cNvPr>
              <p:cNvSpPr/>
              <p:nvPr/>
            </p:nvSpPr>
            <p:spPr>
              <a:xfrm>
                <a:off x="3440674" y="1746117"/>
                <a:ext cx="915634" cy="918864"/>
              </a:xfrm>
              <a:custGeom>
                <a:avLst/>
                <a:gdLst/>
                <a:ahLst/>
                <a:cxnLst/>
                <a:rect l="0" t="0" r="0" b="0"/>
                <a:pathLst>
                  <a:path w="915634" h="918864">
                    <a:moveTo>
                      <a:pt x="914400" y="914400"/>
                    </a:moveTo>
                    <a:lnTo>
                      <a:pt x="915634" y="914400"/>
                    </a:lnTo>
                    <a:lnTo>
                      <a:pt x="914400" y="918864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8" name="ph4469">
                <a:extLst>
                  <a:ext uri="{FF2B5EF4-FFF2-40B4-BE49-F238E27FC236}">
                    <a16:creationId xmlns:a16="http://schemas.microsoft.com/office/drawing/2014/main" id="{339777E8-BFA1-360F-0934-2D80B202184E}"/>
                  </a:ext>
                </a:extLst>
              </p:cNvPr>
              <p:cNvSpPr/>
              <p:nvPr/>
            </p:nvSpPr>
            <p:spPr>
              <a:xfrm>
                <a:off x="2213443" y="1728547"/>
                <a:ext cx="914400" cy="9235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42">
                    <a:moveTo>
                      <a:pt x="914400" y="914400"/>
                    </a:moveTo>
                    <a:lnTo>
                      <a:pt x="914400" y="923542"/>
                    </a:lnTo>
                    <a:lnTo>
                      <a:pt x="913433" y="921573"/>
                    </a:lnTo>
                    <a:lnTo>
                      <a:pt x="910262" y="914400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9" name="ph4470">
                <a:extLst>
                  <a:ext uri="{FF2B5EF4-FFF2-40B4-BE49-F238E27FC236}">
                    <a16:creationId xmlns:a16="http://schemas.microsoft.com/office/drawing/2014/main" id="{E09891BF-E4BF-81A6-3151-E651B1ED41D2}"/>
                  </a:ext>
                </a:extLst>
              </p:cNvPr>
              <p:cNvSpPr/>
              <p:nvPr/>
            </p:nvSpPr>
            <p:spPr>
              <a:xfrm>
                <a:off x="221344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62" y="931969"/>
                    </a:lnTo>
                    <a:lnTo>
                      <a:pt x="917425" y="929702"/>
                    </a:lnTo>
                    <a:lnTo>
                      <a:pt x="914400" y="923542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0" name="ph4471">
                <a:extLst>
                  <a:ext uri="{FF2B5EF4-FFF2-40B4-BE49-F238E27FC236}">
                    <a16:creationId xmlns:a16="http://schemas.microsoft.com/office/drawing/2014/main" id="{9084E757-F229-AECD-4E6F-B2CC228B8749}"/>
                  </a:ext>
                </a:extLst>
              </p:cNvPr>
              <p:cNvSpPr/>
              <p:nvPr/>
            </p:nvSpPr>
            <p:spPr>
              <a:xfrm>
                <a:off x="222288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1" name="ph4472">
                <a:extLst>
                  <a:ext uri="{FF2B5EF4-FFF2-40B4-BE49-F238E27FC236}">
                    <a16:creationId xmlns:a16="http://schemas.microsoft.com/office/drawing/2014/main" id="{99336096-1A46-771C-B4F7-47B580EFA594}"/>
                  </a:ext>
                </a:extLst>
              </p:cNvPr>
              <p:cNvSpPr/>
              <p:nvPr/>
            </p:nvSpPr>
            <p:spPr>
              <a:xfrm>
                <a:off x="223232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2" name="ph4473">
                <a:extLst>
                  <a:ext uri="{FF2B5EF4-FFF2-40B4-BE49-F238E27FC236}">
                    <a16:creationId xmlns:a16="http://schemas.microsoft.com/office/drawing/2014/main" id="{BC663358-9E87-BCC9-5558-7334FB98B367}"/>
                  </a:ext>
                </a:extLst>
              </p:cNvPr>
              <p:cNvSpPr/>
              <p:nvPr/>
            </p:nvSpPr>
            <p:spPr>
              <a:xfrm>
                <a:off x="224176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3" name="ph4474">
                <a:extLst>
                  <a:ext uri="{FF2B5EF4-FFF2-40B4-BE49-F238E27FC236}">
                    <a16:creationId xmlns:a16="http://schemas.microsoft.com/office/drawing/2014/main" id="{2C41217A-092C-B03E-D022-0616DD59BE29}"/>
                  </a:ext>
                </a:extLst>
              </p:cNvPr>
              <p:cNvSpPr/>
              <p:nvPr/>
            </p:nvSpPr>
            <p:spPr>
              <a:xfrm>
                <a:off x="225120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4" name="ph4475">
                <a:extLst>
                  <a:ext uri="{FF2B5EF4-FFF2-40B4-BE49-F238E27FC236}">
                    <a16:creationId xmlns:a16="http://schemas.microsoft.com/office/drawing/2014/main" id="{3FD47362-8BB7-F418-3025-A42A94FAADED}"/>
                  </a:ext>
                </a:extLst>
              </p:cNvPr>
              <p:cNvSpPr/>
              <p:nvPr/>
            </p:nvSpPr>
            <p:spPr>
              <a:xfrm>
                <a:off x="226064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5" name="ph4476">
                <a:extLst>
                  <a:ext uri="{FF2B5EF4-FFF2-40B4-BE49-F238E27FC236}">
                    <a16:creationId xmlns:a16="http://schemas.microsoft.com/office/drawing/2014/main" id="{41F6DDF7-D38B-D12F-B3DC-28C5B36E6C2E}"/>
                  </a:ext>
                </a:extLst>
              </p:cNvPr>
              <p:cNvSpPr/>
              <p:nvPr/>
            </p:nvSpPr>
            <p:spPr>
              <a:xfrm>
                <a:off x="227008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6" name="ph4477">
                <a:extLst>
                  <a:ext uri="{FF2B5EF4-FFF2-40B4-BE49-F238E27FC236}">
                    <a16:creationId xmlns:a16="http://schemas.microsoft.com/office/drawing/2014/main" id="{7C4DFEE3-F1D4-1CBC-727C-5B7A7D8B3305}"/>
                  </a:ext>
                </a:extLst>
              </p:cNvPr>
              <p:cNvSpPr/>
              <p:nvPr/>
            </p:nvSpPr>
            <p:spPr>
              <a:xfrm>
                <a:off x="227952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7" name="ph4478">
                <a:extLst>
                  <a:ext uri="{FF2B5EF4-FFF2-40B4-BE49-F238E27FC236}">
                    <a16:creationId xmlns:a16="http://schemas.microsoft.com/office/drawing/2014/main" id="{B45DD076-8250-A6F3-7EFD-639E93BEF60E}"/>
                  </a:ext>
                </a:extLst>
              </p:cNvPr>
              <p:cNvSpPr/>
              <p:nvPr/>
            </p:nvSpPr>
            <p:spPr>
              <a:xfrm>
                <a:off x="228896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8" name="ph4479">
                <a:extLst>
                  <a:ext uri="{FF2B5EF4-FFF2-40B4-BE49-F238E27FC236}">
                    <a16:creationId xmlns:a16="http://schemas.microsoft.com/office/drawing/2014/main" id="{DBD2ED3F-F3FA-4829-EA40-1E5D7676B6A1}"/>
                  </a:ext>
                </a:extLst>
              </p:cNvPr>
              <p:cNvSpPr/>
              <p:nvPr/>
            </p:nvSpPr>
            <p:spPr>
              <a:xfrm>
                <a:off x="229840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9" name="ph4480">
                <a:extLst>
                  <a:ext uri="{FF2B5EF4-FFF2-40B4-BE49-F238E27FC236}">
                    <a16:creationId xmlns:a16="http://schemas.microsoft.com/office/drawing/2014/main" id="{9CAA51B3-1758-9BB9-13F2-C9DE8F849619}"/>
                  </a:ext>
                </a:extLst>
              </p:cNvPr>
              <p:cNvSpPr/>
              <p:nvPr/>
            </p:nvSpPr>
            <p:spPr>
              <a:xfrm>
                <a:off x="230784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0" name="ph4481">
                <a:extLst>
                  <a:ext uri="{FF2B5EF4-FFF2-40B4-BE49-F238E27FC236}">
                    <a16:creationId xmlns:a16="http://schemas.microsoft.com/office/drawing/2014/main" id="{E07F39DC-64C4-C1F4-E6ED-22750FCA9759}"/>
                  </a:ext>
                </a:extLst>
              </p:cNvPr>
              <p:cNvSpPr/>
              <p:nvPr/>
            </p:nvSpPr>
            <p:spPr>
              <a:xfrm>
                <a:off x="231728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1" name="ph4482">
                <a:extLst>
                  <a:ext uri="{FF2B5EF4-FFF2-40B4-BE49-F238E27FC236}">
                    <a16:creationId xmlns:a16="http://schemas.microsoft.com/office/drawing/2014/main" id="{9C8FFBD4-A84E-B6AD-5011-D33F9E052C7B}"/>
                  </a:ext>
                </a:extLst>
              </p:cNvPr>
              <p:cNvSpPr/>
              <p:nvPr/>
            </p:nvSpPr>
            <p:spPr>
              <a:xfrm>
                <a:off x="232672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2" name="ph4483">
                <a:extLst>
                  <a:ext uri="{FF2B5EF4-FFF2-40B4-BE49-F238E27FC236}">
                    <a16:creationId xmlns:a16="http://schemas.microsoft.com/office/drawing/2014/main" id="{352DF07C-23BB-370C-48EA-F3C952CDA339}"/>
                  </a:ext>
                </a:extLst>
              </p:cNvPr>
              <p:cNvSpPr/>
              <p:nvPr/>
            </p:nvSpPr>
            <p:spPr>
              <a:xfrm>
                <a:off x="233616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69B51">
                  <a:alpha val="100000"/>
                </a:srgbClr>
              </a:solidFill>
              <a:ln w="5420" cap="flat">
                <a:solidFill>
                  <a:srgbClr val="26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3" name="ph4484">
                <a:extLst>
                  <a:ext uri="{FF2B5EF4-FFF2-40B4-BE49-F238E27FC236}">
                    <a16:creationId xmlns:a16="http://schemas.microsoft.com/office/drawing/2014/main" id="{A4092868-12A7-B314-9947-AAE20CEF6450}"/>
                  </a:ext>
                </a:extLst>
              </p:cNvPr>
              <p:cNvSpPr/>
              <p:nvPr/>
            </p:nvSpPr>
            <p:spPr>
              <a:xfrm>
                <a:off x="234560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4" name="ph4485">
                <a:extLst>
                  <a:ext uri="{FF2B5EF4-FFF2-40B4-BE49-F238E27FC236}">
                    <a16:creationId xmlns:a16="http://schemas.microsoft.com/office/drawing/2014/main" id="{7EFD9AE6-AFB4-ADC6-D4C5-D9B8C43CD6A7}"/>
                  </a:ext>
                </a:extLst>
              </p:cNvPr>
              <p:cNvSpPr/>
              <p:nvPr/>
            </p:nvSpPr>
            <p:spPr>
              <a:xfrm>
                <a:off x="235504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5" name="ph4486">
                <a:extLst>
                  <a:ext uri="{FF2B5EF4-FFF2-40B4-BE49-F238E27FC236}">
                    <a16:creationId xmlns:a16="http://schemas.microsoft.com/office/drawing/2014/main" id="{5CB33F70-006F-99FE-EBEB-532D82D5D386}"/>
                  </a:ext>
                </a:extLst>
              </p:cNvPr>
              <p:cNvSpPr/>
              <p:nvPr/>
            </p:nvSpPr>
            <p:spPr>
              <a:xfrm>
                <a:off x="236448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6" name="ph4487">
                <a:extLst>
                  <a:ext uri="{FF2B5EF4-FFF2-40B4-BE49-F238E27FC236}">
                    <a16:creationId xmlns:a16="http://schemas.microsoft.com/office/drawing/2014/main" id="{3D60A1AE-1733-D4A8-14BC-B70A6098319F}"/>
                  </a:ext>
                </a:extLst>
              </p:cNvPr>
              <p:cNvSpPr/>
              <p:nvPr/>
            </p:nvSpPr>
            <p:spPr>
              <a:xfrm>
                <a:off x="237392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69B51">
                  <a:alpha val="100000"/>
                </a:srgbClr>
              </a:solidFill>
              <a:ln w="5420" cap="flat">
                <a:solidFill>
                  <a:srgbClr val="26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7" name="ph4488">
                <a:extLst>
                  <a:ext uri="{FF2B5EF4-FFF2-40B4-BE49-F238E27FC236}">
                    <a16:creationId xmlns:a16="http://schemas.microsoft.com/office/drawing/2014/main" id="{C419CA09-5FD2-72A4-A236-E5C40DDDC960}"/>
                  </a:ext>
                </a:extLst>
              </p:cNvPr>
              <p:cNvSpPr/>
              <p:nvPr/>
            </p:nvSpPr>
            <p:spPr>
              <a:xfrm>
                <a:off x="238336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8" name="ph4489">
                <a:extLst>
                  <a:ext uri="{FF2B5EF4-FFF2-40B4-BE49-F238E27FC236}">
                    <a16:creationId xmlns:a16="http://schemas.microsoft.com/office/drawing/2014/main" id="{8BEC04ED-0B5C-9DEF-0EE1-F85D05594840}"/>
                  </a:ext>
                </a:extLst>
              </p:cNvPr>
              <p:cNvSpPr/>
              <p:nvPr/>
            </p:nvSpPr>
            <p:spPr>
              <a:xfrm>
                <a:off x="239280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9" name="ph4490">
                <a:extLst>
                  <a:ext uri="{FF2B5EF4-FFF2-40B4-BE49-F238E27FC236}">
                    <a16:creationId xmlns:a16="http://schemas.microsoft.com/office/drawing/2014/main" id="{29C387E3-D742-BB38-7BDB-C0265AD0A444}"/>
                  </a:ext>
                </a:extLst>
              </p:cNvPr>
              <p:cNvSpPr/>
              <p:nvPr/>
            </p:nvSpPr>
            <p:spPr>
              <a:xfrm>
                <a:off x="240224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39F52">
                  <a:alpha val="100000"/>
                </a:srgbClr>
              </a:solidFill>
              <a:ln w="5420" cap="flat">
                <a:solidFill>
                  <a:srgbClr val="33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0" name="ph4491">
                <a:extLst>
                  <a:ext uri="{FF2B5EF4-FFF2-40B4-BE49-F238E27FC236}">
                    <a16:creationId xmlns:a16="http://schemas.microsoft.com/office/drawing/2014/main" id="{F7DFC999-BCAF-73C6-9C45-BF6843253437}"/>
                  </a:ext>
                </a:extLst>
              </p:cNvPr>
              <p:cNvSpPr/>
              <p:nvPr/>
            </p:nvSpPr>
            <p:spPr>
              <a:xfrm>
                <a:off x="241168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1" name="ph4492">
                <a:extLst>
                  <a:ext uri="{FF2B5EF4-FFF2-40B4-BE49-F238E27FC236}">
                    <a16:creationId xmlns:a16="http://schemas.microsoft.com/office/drawing/2014/main" id="{90B5FE57-C1E0-AD40-C9F1-9382AF2EEB84}"/>
                  </a:ext>
                </a:extLst>
              </p:cNvPr>
              <p:cNvSpPr/>
              <p:nvPr/>
            </p:nvSpPr>
            <p:spPr>
              <a:xfrm>
                <a:off x="242112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2" name="ph4493">
                <a:extLst>
                  <a:ext uri="{FF2B5EF4-FFF2-40B4-BE49-F238E27FC236}">
                    <a16:creationId xmlns:a16="http://schemas.microsoft.com/office/drawing/2014/main" id="{13C70ECD-1014-4363-D5ED-608ECD21851B}"/>
                  </a:ext>
                </a:extLst>
              </p:cNvPr>
              <p:cNvSpPr/>
              <p:nvPr/>
            </p:nvSpPr>
            <p:spPr>
              <a:xfrm>
                <a:off x="243056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654">
                  <a:alpha val="100000"/>
                </a:srgbClr>
              </a:solidFill>
              <a:ln w="5420" cap="flat">
                <a:solidFill>
                  <a:srgbClr val="45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3" name="ph4494">
                <a:extLst>
                  <a:ext uri="{FF2B5EF4-FFF2-40B4-BE49-F238E27FC236}">
                    <a16:creationId xmlns:a16="http://schemas.microsoft.com/office/drawing/2014/main" id="{DAB8C633-98FA-022D-BCFD-7CBB2B71891D}"/>
                  </a:ext>
                </a:extLst>
              </p:cNvPr>
              <p:cNvSpPr/>
              <p:nvPr/>
            </p:nvSpPr>
            <p:spPr>
              <a:xfrm>
                <a:off x="244000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4" name="ph4495">
                <a:extLst>
                  <a:ext uri="{FF2B5EF4-FFF2-40B4-BE49-F238E27FC236}">
                    <a16:creationId xmlns:a16="http://schemas.microsoft.com/office/drawing/2014/main" id="{25E89936-5498-F2B6-F37A-965A94486B3F}"/>
                  </a:ext>
                </a:extLst>
              </p:cNvPr>
              <p:cNvSpPr/>
              <p:nvPr/>
            </p:nvSpPr>
            <p:spPr>
              <a:xfrm>
                <a:off x="244944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5" name="ph4496">
                <a:extLst>
                  <a:ext uri="{FF2B5EF4-FFF2-40B4-BE49-F238E27FC236}">
                    <a16:creationId xmlns:a16="http://schemas.microsoft.com/office/drawing/2014/main" id="{7CF8C34C-DF92-E75A-EAE3-6C5D3AA62248}"/>
                  </a:ext>
                </a:extLst>
              </p:cNvPr>
              <p:cNvSpPr/>
              <p:nvPr/>
            </p:nvSpPr>
            <p:spPr>
              <a:xfrm>
                <a:off x="245889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6" name="ph4497">
                <a:extLst>
                  <a:ext uri="{FF2B5EF4-FFF2-40B4-BE49-F238E27FC236}">
                    <a16:creationId xmlns:a16="http://schemas.microsoft.com/office/drawing/2014/main" id="{5A246FF2-9CAB-CB8F-2AB6-8AC3301D81FA}"/>
                  </a:ext>
                </a:extLst>
              </p:cNvPr>
              <p:cNvSpPr/>
              <p:nvPr/>
            </p:nvSpPr>
            <p:spPr>
              <a:xfrm>
                <a:off x="246833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7" name="ph4498">
                <a:extLst>
                  <a:ext uri="{FF2B5EF4-FFF2-40B4-BE49-F238E27FC236}">
                    <a16:creationId xmlns:a16="http://schemas.microsoft.com/office/drawing/2014/main" id="{06CEF7F2-3A6E-93D9-C45E-1E5EA58AC705}"/>
                  </a:ext>
                </a:extLst>
              </p:cNvPr>
              <p:cNvSpPr/>
              <p:nvPr/>
            </p:nvSpPr>
            <p:spPr>
              <a:xfrm>
                <a:off x="247777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8" name="ph4499">
                <a:extLst>
                  <a:ext uri="{FF2B5EF4-FFF2-40B4-BE49-F238E27FC236}">
                    <a16:creationId xmlns:a16="http://schemas.microsoft.com/office/drawing/2014/main" id="{27620E53-EF72-438F-5C0D-7D031763D222}"/>
                  </a:ext>
                </a:extLst>
              </p:cNvPr>
              <p:cNvSpPr/>
              <p:nvPr/>
            </p:nvSpPr>
            <p:spPr>
              <a:xfrm>
                <a:off x="248721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9" name="ph4500">
                <a:extLst>
                  <a:ext uri="{FF2B5EF4-FFF2-40B4-BE49-F238E27FC236}">
                    <a16:creationId xmlns:a16="http://schemas.microsoft.com/office/drawing/2014/main" id="{5EAFE134-B1C2-8FE4-ACA5-E5D498B92515}"/>
                  </a:ext>
                </a:extLst>
              </p:cNvPr>
              <p:cNvSpPr/>
              <p:nvPr/>
            </p:nvSpPr>
            <p:spPr>
              <a:xfrm>
                <a:off x="249665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0" name="ph4501">
                <a:extLst>
                  <a:ext uri="{FF2B5EF4-FFF2-40B4-BE49-F238E27FC236}">
                    <a16:creationId xmlns:a16="http://schemas.microsoft.com/office/drawing/2014/main" id="{36C99C00-7C8B-6E76-6E14-DD45FEA9AA36}"/>
                  </a:ext>
                </a:extLst>
              </p:cNvPr>
              <p:cNvSpPr/>
              <p:nvPr/>
            </p:nvSpPr>
            <p:spPr>
              <a:xfrm>
                <a:off x="2515531" y="174611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02" y="896830"/>
                    </a:lnTo>
                    <a:lnTo>
                      <a:pt x="914212" y="903274"/>
                    </a:lnTo>
                    <a:lnTo>
                      <a:pt x="914400" y="903922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1" name="ph4502">
                <a:extLst>
                  <a:ext uri="{FF2B5EF4-FFF2-40B4-BE49-F238E27FC236}">
                    <a16:creationId xmlns:a16="http://schemas.microsoft.com/office/drawing/2014/main" id="{A39C9B5F-436E-52E5-86F2-79D64AD49759}"/>
                  </a:ext>
                </a:extLst>
              </p:cNvPr>
              <p:cNvSpPr/>
              <p:nvPr/>
            </p:nvSpPr>
            <p:spPr>
              <a:xfrm>
                <a:off x="2515531" y="1746117"/>
                <a:ext cx="9173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88" h="914400">
                    <a:moveTo>
                      <a:pt x="914400" y="914400"/>
                    </a:moveTo>
                    <a:lnTo>
                      <a:pt x="914400" y="903922"/>
                    </a:lnTo>
                    <a:lnTo>
                      <a:pt x="917041" y="913034"/>
                    </a:lnTo>
                    <a:lnTo>
                      <a:pt x="917388" y="914400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2" name="ph4503">
                <a:extLst>
                  <a:ext uri="{FF2B5EF4-FFF2-40B4-BE49-F238E27FC236}">
                    <a16:creationId xmlns:a16="http://schemas.microsoft.com/office/drawing/2014/main" id="{A9333EB1-0213-5363-24C2-1A0F71E67C85}"/>
                  </a:ext>
                </a:extLst>
              </p:cNvPr>
              <p:cNvSpPr/>
              <p:nvPr/>
            </p:nvSpPr>
            <p:spPr>
              <a:xfrm>
                <a:off x="3195228" y="172854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846" y="931969"/>
                    </a:lnTo>
                    <a:lnTo>
                      <a:pt x="909080" y="929918"/>
                    </a:lnTo>
                    <a:lnTo>
                      <a:pt x="910598" y="919362"/>
                    </a:lnTo>
                    <a:lnTo>
                      <a:pt x="911461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3" name="ph4504">
                <a:extLst>
                  <a:ext uri="{FF2B5EF4-FFF2-40B4-BE49-F238E27FC236}">
                    <a16:creationId xmlns:a16="http://schemas.microsoft.com/office/drawing/2014/main" id="{FC4228C7-048C-3823-ECB9-E80B62D5219D}"/>
                  </a:ext>
                </a:extLst>
              </p:cNvPr>
              <p:cNvSpPr/>
              <p:nvPr/>
            </p:nvSpPr>
            <p:spPr>
              <a:xfrm>
                <a:off x="319522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4" name="ph4505">
                <a:extLst>
                  <a:ext uri="{FF2B5EF4-FFF2-40B4-BE49-F238E27FC236}">
                    <a16:creationId xmlns:a16="http://schemas.microsoft.com/office/drawing/2014/main" id="{4E138ABD-45BE-61B0-8C6C-5DCAC60BD6BF}"/>
                  </a:ext>
                </a:extLst>
              </p:cNvPr>
              <p:cNvSpPr/>
              <p:nvPr/>
            </p:nvSpPr>
            <p:spPr>
              <a:xfrm>
                <a:off x="320466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5" name="ph4506">
                <a:extLst>
                  <a:ext uri="{FF2B5EF4-FFF2-40B4-BE49-F238E27FC236}">
                    <a16:creationId xmlns:a16="http://schemas.microsoft.com/office/drawing/2014/main" id="{737A1657-29D2-EEDC-05B9-A5362CCC7C18}"/>
                  </a:ext>
                </a:extLst>
              </p:cNvPr>
              <p:cNvSpPr/>
              <p:nvPr/>
            </p:nvSpPr>
            <p:spPr>
              <a:xfrm>
                <a:off x="321410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6" name="ph4507">
                <a:extLst>
                  <a:ext uri="{FF2B5EF4-FFF2-40B4-BE49-F238E27FC236}">
                    <a16:creationId xmlns:a16="http://schemas.microsoft.com/office/drawing/2014/main" id="{A4A2766A-A26A-1494-F631-FB68B336B332}"/>
                  </a:ext>
                </a:extLst>
              </p:cNvPr>
              <p:cNvSpPr/>
              <p:nvPr/>
            </p:nvSpPr>
            <p:spPr>
              <a:xfrm>
                <a:off x="322354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7" name="ph4508">
                <a:extLst>
                  <a:ext uri="{FF2B5EF4-FFF2-40B4-BE49-F238E27FC236}">
                    <a16:creationId xmlns:a16="http://schemas.microsoft.com/office/drawing/2014/main" id="{367BE4BB-2A25-EA31-2127-F393767B95F2}"/>
                  </a:ext>
                </a:extLst>
              </p:cNvPr>
              <p:cNvSpPr/>
              <p:nvPr/>
            </p:nvSpPr>
            <p:spPr>
              <a:xfrm>
                <a:off x="323298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8" name="ph4509">
                <a:extLst>
                  <a:ext uri="{FF2B5EF4-FFF2-40B4-BE49-F238E27FC236}">
                    <a16:creationId xmlns:a16="http://schemas.microsoft.com/office/drawing/2014/main" id="{139D6FEF-F2D2-757C-B37C-4A92B5C46AC9}"/>
                  </a:ext>
                </a:extLst>
              </p:cNvPr>
              <p:cNvSpPr/>
              <p:nvPr/>
            </p:nvSpPr>
            <p:spPr>
              <a:xfrm>
                <a:off x="324242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9" name="ph4510">
                <a:extLst>
                  <a:ext uri="{FF2B5EF4-FFF2-40B4-BE49-F238E27FC236}">
                    <a16:creationId xmlns:a16="http://schemas.microsoft.com/office/drawing/2014/main" id="{E896F5F9-3AC2-CA21-146A-AA61B360633F}"/>
                  </a:ext>
                </a:extLst>
              </p:cNvPr>
              <p:cNvSpPr/>
              <p:nvPr/>
            </p:nvSpPr>
            <p:spPr>
              <a:xfrm>
                <a:off x="325187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0" name="ph4511">
                <a:extLst>
                  <a:ext uri="{FF2B5EF4-FFF2-40B4-BE49-F238E27FC236}">
                    <a16:creationId xmlns:a16="http://schemas.microsoft.com/office/drawing/2014/main" id="{A47DBA13-BD39-61C2-812D-444CF3C996C9}"/>
                  </a:ext>
                </a:extLst>
              </p:cNvPr>
              <p:cNvSpPr/>
              <p:nvPr/>
            </p:nvSpPr>
            <p:spPr>
              <a:xfrm>
                <a:off x="326131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1" name="ph4512">
                <a:extLst>
                  <a:ext uri="{FF2B5EF4-FFF2-40B4-BE49-F238E27FC236}">
                    <a16:creationId xmlns:a16="http://schemas.microsoft.com/office/drawing/2014/main" id="{3509B35B-8C6E-436F-F032-C6A8BAB098E1}"/>
                  </a:ext>
                </a:extLst>
              </p:cNvPr>
              <p:cNvSpPr/>
              <p:nvPr/>
            </p:nvSpPr>
            <p:spPr>
              <a:xfrm>
                <a:off x="327075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2" name="ph4513">
                <a:extLst>
                  <a:ext uri="{FF2B5EF4-FFF2-40B4-BE49-F238E27FC236}">
                    <a16:creationId xmlns:a16="http://schemas.microsoft.com/office/drawing/2014/main" id="{399D231E-344F-CF4B-8028-EB7F2A94793A}"/>
                  </a:ext>
                </a:extLst>
              </p:cNvPr>
              <p:cNvSpPr/>
              <p:nvPr/>
            </p:nvSpPr>
            <p:spPr>
              <a:xfrm>
                <a:off x="328019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3" name="ph4514">
                <a:extLst>
                  <a:ext uri="{FF2B5EF4-FFF2-40B4-BE49-F238E27FC236}">
                    <a16:creationId xmlns:a16="http://schemas.microsoft.com/office/drawing/2014/main" id="{027F68D2-6C2F-FB12-6B19-C572DD5879DE}"/>
                  </a:ext>
                </a:extLst>
              </p:cNvPr>
              <p:cNvSpPr/>
              <p:nvPr/>
            </p:nvSpPr>
            <p:spPr>
              <a:xfrm>
                <a:off x="328963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4" name="ph4515">
                <a:extLst>
                  <a:ext uri="{FF2B5EF4-FFF2-40B4-BE49-F238E27FC236}">
                    <a16:creationId xmlns:a16="http://schemas.microsoft.com/office/drawing/2014/main" id="{B413F6F3-022A-4BA3-F1F3-4B71637DFA54}"/>
                  </a:ext>
                </a:extLst>
              </p:cNvPr>
              <p:cNvSpPr/>
              <p:nvPr/>
            </p:nvSpPr>
            <p:spPr>
              <a:xfrm>
                <a:off x="329907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5" name="ph4516">
                <a:extLst>
                  <a:ext uri="{FF2B5EF4-FFF2-40B4-BE49-F238E27FC236}">
                    <a16:creationId xmlns:a16="http://schemas.microsoft.com/office/drawing/2014/main" id="{C23A1C81-35EE-33C3-0498-6B29D7B82C36}"/>
                  </a:ext>
                </a:extLst>
              </p:cNvPr>
              <p:cNvSpPr/>
              <p:nvPr/>
            </p:nvSpPr>
            <p:spPr>
              <a:xfrm>
                <a:off x="330851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6" name="ph4517">
                <a:extLst>
                  <a:ext uri="{FF2B5EF4-FFF2-40B4-BE49-F238E27FC236}">
                    <a16:creationId xmlns:a16="http://schemas.microsoft.com/office/drawing/2014/main" id="{7FBDF156-7477-324A-4860-1C8D17585596}"/>
                  </a:ext>
                </a:extLst>
              </p:cNvPr>
              <p:cNvSpPr/>
              <p:nvPr/>
            </p:nvSpPr>
            <p:spPr>
              <a:xfrm>
                <a:off x="331795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7" name="ph4518">
                <a:extLst>
                  <a:ext uri="{FF2B5EF4-FFF2-40B4-BE49-F238E27FC236}">
                    <a16:creationId xmlns:a16="http://schemas.microsoft.com/office/drawing/2014/main" id="{869C99AC-41B1-0D4B-04C9-1AB3B0D8DAFF}"/>
                  </a:ext>
                </a:extLst>
              </p:cNvPr>
              <p:cNvSpPr/>
              <p:nvPr/>
            </p:nvSpPr>
            <p:spPr>
              <a:xfrm>
                <a:off x="332739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8" name="ph4519">
                <a:extLst>
                  <a:ext uri="{FF2B5EF4-FFF2-40B4-BE49-F238E27FC236}">
                    <a16:creationId xmlns:a16="http://schemas.microsoft.com/office/drawing/2014/main" id="{E044DFC1-22FD-94F3-4EB2-5F455D25A3C3}"/>
                  </a:ext>
                </a:extLst>
              </p:cNvPr>
              <p:cNvSpPr/>
              <p:nvPr/>
            </p:nvSpPr>
            <p:spPr>
              <a:xfrm>
                <a:off x="333683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9" name="ph4520">
                <a:extLst>
                  <a:ext uri="{FF2B5EF4-FFF2-40B4-BE49-F238E27FC236}">
                    <a16:creationId xmlns:a16="http://schemas.microsoft.com/office/drawing/2014/main" id="{7A1D3531-BE5E-CBA0-18E5-08D0569C8B07}"/>
                  </a:ext>
                </a:extLst>
              </p:cNvPr>
              <p:cNvSpPr/>
              <p:nvPr/>
            </p:nvSpPr>
            <p:spPr>
              <a:xfrm>
                <a:off x="334627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0" name="ph4521">
                <a:extLst>
                  <a:ext uri="{FF2B5EF4-FFF2-40B4-BE49-F238E27FC236}">
                    <a16:creationId xmlns:a16="http://schemas.microsoft.com/office/drawing/2014/main" id="{DF81C04E-68E8-8655-6E4B-D1329A5567A2}"/>
                  </a:ext>
                </a:extLst>
              </p:cNvPr>
              <p:cNvSpPr/>
              <p:nvPr/>
            </p:nvSpPr>
            <p:spPr>
              <a:xfrm>
                <a:off x="335571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1" name="ph4522">
                <a:extLst>
                  <a:ext uri="{FF2B5EF4-FFF2-40B4-BE49-F238E27FC236}">
                    <a16:creationId xmlns:a16="http://schemas.microsoft.com/office/drawing/2014/main" id="{5DDF0CBF-B52D-0D7C-B026-8DF6FF568A65}"/>
                  </a:ext>
                </a:extLst>
              </p:cNvPr>
              <p:cNvSpPr/>
              <p:nvPr/>
            </p:nvSpPr>
            <p:spPr>
              <a:xfrm>
                <a:off x="336515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2" name="ph4523">
                <a:extLst>
                  <a:ext uri="{FF2B5EF4-FFF2-40B4-BE49-F238E27FC236}">
                    <a16:creationId xmlns:a16="http://schemas.microsoft.com/office/drawing/2014/main" id="{25B0DD37-CB7A-5E76-76F5-343D8D3C6D49}"/>
                  </a:ext>
                </a:extLst>
              </p:cNvPr>
              <p:cNvSpPr/>
              <p:nvPr/>
            </p:nvSpPr>
            <p:spPr>
              <a:xfrm>
                <a:off x="337459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3" name="ph4524">
                <a:extLst>
                  <a:ext uri="{FF2B5EF4-FFF2-40B4-BE49-F238E27FC236}">
                    <a16:creationId xmlns:a16="http://schemas.microsoft.com/office/drawing/2014/main" id="{D7692453-9636-0E7F-8C2E-75D8DBCFABE1}"/>
                  </a:ext>
                </a:extLst>
              </p:cNvPr>
              <p:cNvSpPr/>
              <p:nvPr/>
            </p:nvSpPr>
            <p:spPr>
              <a:xfrm>
                <a:off x="338403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4" name="ph4525">
                <a:extLst>
                  <a:ext uri="{FF2B5EF4-FFF2-40B4-BE49-F238E27FC236}">
                    <a16:creationId xmlns:a16="http://schemas.microsoft.com/office/drawing/2014/main" id="{11BEEE37-73B5-F36B-69B5-7C43EEFAE0AE}"/>
                  </a:ext>
                </a:extLst>
              </p:cNvPr>
              <p:cNvSpPr/>
              <p:nvPr/>
            </p:nvSpPr>
            <p:spPr>
              <a:xfrm>
                <a:off x="339347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5" name="ph4526">
                <a:extLst>
                  <a:ext uri="{FF2B5EF4-FFF2-40B4-BE49-F238E27FC236}">
                    <a16:creationId xmlns:a16="http://schemas.microsoft.com/office/drawing/2014/main" id="{0FEC5855-1F8E-F26F-37ED-AECFED8FC7B9}"/>
                  </a:ext>
                </a:extLst>
              </p:cNvPr>
              <p:cNvSpPr/>
              <p:nvPr/>
            </p:nvSpPr>
            <p:spPr>
              <a:xfrm>
                <a:off x="340291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6" name="ph4527">
                <a:extLst>
                  <a:ext uri="{FF2B5EF4-FFF2-40B4-BE49-F238E27FC236}">
                    <a16:creationId xmlns:a16="http://schemas.microsoft.com/office/drawing/2014/main" id="{E372EE27-DD38-FE17-2C71-A8914DFFABC9}"/>
                  </a:ext>
                </a:extLst>
              </p:cNvPr>
              <p:cNvSpPr/>
              <p:nvPr/>
            </p:nvSpPr>
            <p:spPr>
              <a:xfrm>
                <a:off x="341235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7" name="ph4528">
                <a:extLst>
                  <a:ext uri="{FF2B5EF4-FFF2-40B4-BE49-F238E27FC236}">
                    <a16:creationId xmlns:a16="http://schemas.microsoft.com/office/drawing/2014/main" id="{3708D32C-A5D0-6FFC-5E42-85B17409998C}"/>
                  </a:ext>
                </a:extLst>
              </p:cNvPr>
              <p:cNvSpPr/>
              <p:nvPr/>
            </p:nvSpPr>
            <p:spPr>
              <a:xfrm>
                <a:off x="342179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8" name="ph4529">
                <a:extLst>
                  <a:ext uri="{FF2B5EF4-FFF2-40B4-BE49-F238E27FC236}">
                    <a16:creationId xmlns:a16="http://schemas.microsoft.com/office/drawing/2014/main" id="{67C7B3B4-62FA-E64E-BC3E-E74E9BD49160}"/>
                  </a:ext>
                </a:extLst>
              </p:cNvPr>
              <p:cNvSpPr/>
              <p:nvPr/>
            </p:nvSpPr>
            <p:spPr>
              <a:xfrm>
                <a:off x="343123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9" name="ph4530">
                <a:extLst>
                  <a:ext uri="{FF2B5EF4-FFF2-40B4-BE49-F238E27FC236}">
                    <a16:creationId xmlns:a16="http://schemas.microsoft.com/office/drawing/2014/main" id="{9470ABFC-2FAC-9B2D-660C-8713CB696B39}"/>
                  </a:ext>
                </a:extLst>
              </p:cNvPr>
              <p:cNvSpPr/>
              <p:nvPr/>
            </p:nvSpPr>
            <p:spPr>
              <a:xfrm>
                <a:off x="3440674" y="1746117"/>
                <a:ext cx="9198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810" y="896830"/>
                    </a:lnTo>
                    <a:lnTo>
                      <a:pt x="918763" y="901834"/>
                    </a:lnTo>
                    <a:lnTo>
                      <a:pt x="916340" y="911847"/>
                    </a:lnTo>
                    <a:lnTo>
                      <a:pt x="915634" y="914400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0" name="ph4531">
                <a:extLst>
                  <a:ext uri="{FF2B5EF4-FFF2-40B4-BE49-F238E27FC236}">
                    <a16:creationId xmlns:a16="http://schemas.microsoft.com/office/drawing/2014/main" id="{BC13C525-44BD-CFE3-7EB9-867A9D95E49D}"/>
                  </a:ext>
                </a:extLst>
              </p:cNvPr>
              <p:cNvSpPr/>
              <p:nvPr/>
            </p:nvSpPr>
            <p:spPr>
              <a:xfrm>
                <a:off x="2204003" y="1710977"/>
                <a:ext cx="914400" cy="918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402">
                    <a:moveTo>
                      <a:pt x="914400" y="914400"/>
                    </a:moveTo>
                    <a:lnTo>
                      <a:pt x="914400" y="918402"/>
                    </a:lnTo>
                    <a:lnTo>
                      <a:pt x="912978" y="914400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1" name="ph4532">
                <a:extLst>
                  <a:ext uri="{FF2B5EF4-FFF2-40B4-BE49-F238E27FC236}">
                    <a16:creationId xmlns:a16="http://schemas.microsoft.com/office/drawing/2014/main" id="{381E5AA8-B122-CC6B-EA09-F632CEC303AD}"/>
                  </a:ext>
                </a:extLst>
              </p:cNvPr>
              <p:cNvSpPr/>
              <p:nvPr/>
            </p:nvSpPr>
            <p:spPr>
              <a:xfrm>
                <a:off x="220400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02" y="931969"/>
                    </a:lnTo>
                    <a:lnTo>
                      <a:pt x="919114" y="930638"/>
                    </a:lnTo>
                    <a:lnTo>
                      <a:pt x="915598" y="921779"/>
                    </a:lnTo>
                    <a:lnTo>
                      <a:pt x="914400" y="918402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2" name="ph4533">
                <a:extLst>
                  <a:ext uri="{FF2B5EF4-FFF2-40B4-BE49-F238E27FC236}">
                    <a16:creationId xmlns:a16="http://schemas.microsoft.com/office/drawing/2014/main" id="{7A9B1F52-EBE4-AC5F-494E-EB2D0B0891A8}"/>
                  </a:ext>
                </a:extLst>
              </p:cNvPr>
              <p:cNvSpPr/>
              <p:nvPr/>
            </p:nvSpPr>
            <p:spPr>
              <a:xfrm>
                <a:off x="221344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3" name="ph4534">
                <a:extLst>
                  <a:ext uri="{FF2B5EF4-FFF2-40B4-BE49-F238E27FC236}">
                    <a16:creationId xmlns:a16="http://schemas.microsoft.com/office/drawing/2014/main" id="{05E5F02D-5C23-8547-0771-9D2178DCFF9C}"/>
                  </a:ext>
                </a:extLst>
              </p:cNvPr>
              <p:cNvSpPr/>
              <p:nvPr/>
            </p:nvSpPr>
            <p:spPr>
              <a:xfrm>
                <a:off x="222288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4" name="ph4535">
                <a:extLst>
                  <a:ext uri="{FF2B5EF4-FFF2-40B4-BE49-F238E27FC236}">
                    <a16:creationId xmlns:a16="http://schemas.microsoft.com/office/drawing/2014/main" id="{2C978B79-09A5-1E79-DB42-ED4C61CA0D9D}"/>
                  </a:ext>
                </a:extLst>
              </p:cNvPr>
              <p:cNvSpPr/>
              <p:nvPr/>
            </p:nvSpPr>
            <p:spPr>
              <a:xfrm>
                <a:off x="223232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5" name="ph4536">
                <a:extLst>
                  <a:ext uri="{FF2B5EF4-FFF2-40B4-BE49-F238E27FC236}">
                    <a16:creationId xmlns:a16="http://schemas.microsoft.com/office/drawing/2014/main" id="{428219CF-A700-FE97-EDC4-B388B69C5F41}"/>
                  </a:ext>
                </a:extLst>
              </p:cNvPr>
              <p:cNvSpPr/>
              <p:nvPr/>
            </p:nvSpPr>
            <p:spPr>
              <a:xfrm>
                <a:off x="224176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6" name="ph4537">
                <a:extLst>
                  <a:ext uri="{FF2B5EF4-FFF2-40B4-BE49-F238E27FC236}">
                    <a16:creationId xmlns:a16="http://schemas.microsoft.com/office/drawing/2014/main" id="{F9267DA7-A3BA-2A05-4AD1-1E6D894C7B41}"/>
                  </a:ext>
                </a:extLst>
              </p:cNvPr>
              <p:cNvSpPr/>
              <p:nvPr/>
            </p:nvSpPr>
            <p:spPr>
              <a:xfrm>
                <a:off x="225120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7" name="ph4538">
                <a:extLst>
                  <a:ext uri="{FF2B5EF4-FFF2-40B4-BE49-F238E27FC236}">
                    <a16:creationId xmlns:a16="http://schemas.microsoft.com/office/drawing/2014/main" id="{82965037-1783-570B-19B2-E03E61BC667B}"/>
                  </a:ext>
                </a:extLst>
              </p:cNvPr>
              <p:cNvSpPr/>
              <p:nvPr/>
            </p:nvSpPr>
            <p:spPr>
              <a:xfrm>
                <a:off x="226064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8" name="ph4539">
                <a:extLst>
                  <a:ext uri="{FF2B5EF4-FFF2-40B4-BE49-F238E27FC236}">
                    <a16:creationId xmlns:a16="http://schemas.microsoft.com/office/drawing/2014/main" id="{E9A07C8E-4237-7F5A-F21C-95EDE638367E}"/>
                  </a:ext>
                </a:extLst>
              </p:cNvPr>
              <p:cNvSpPr/>
              <p:nvPr/>
            </p:nvSpPr>
            <p:spPr>
              <a:xfrm>
                <a:off x="227008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9" name="ph4540">
                <a:extLst>
                  <a:ext uri="{FF2B5EF4-FFF2-40B4-BE49-F238E27FC236}">
                    <a16:creationId xmlns:a16="http://schemas.microsoft.com/office/drawing/2014/main" id="{5EEF85FD-85F3-7BEB-CBAD-6D00C4F4745B}"/>
                  </a:ext>
                </a:extLst>
              </p:cNvPr>
              <p:cNvSpPr/>
              <p:nvPr/>
            </p:nvSpPr>
            <p:spPr>
              <a:xfrm>
                <a:off x="227952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0" name="ph4541">
                <a:extLst>
                  <a:ext uri="{FF2B5EF4-FFF2-40B4-BE49-F238E27FC236}">
                    <a16:creationId xmlns:a16="http://schemas.microsoft.com/office/drawing/2014/main" id="{8D985906-80A3-14AF-2DE3-223C5FE4AC70}"/>
                  </a:ext>
                </a:extLst>
              </p:cNvPr>
              <p:cNvSpPr/>
              <p:nvPr/>
            </p:nvSpPr>
            <p:spPr>
              <a:xfrm>
                <a:off x="228896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1" name="ph4542">
                <a:extLst>
                  <a:ext uri="{FF2B5EF4-FFF2-40B4-BE49-F238E27FC236}">
                    <a16:creationId xmlns:a16="http://schemas.microsoft.com/office/drawing/2014/main" id="{8603C3CE-A999-36FC-DE57-466880B5C3D0}"/>
                  </a:ext>
                </a:extLst>
              </p:cNvPr>
              <p:cNvSpPr/>
              <p:nvPr/>
            </p:nvSpPr>
            <p:spPr>
              <a:xfrm>
                <a:off x="229840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2" name="ph4543">
                <a:extLst>
                  <a:ext uri="{FF2B5EF4-FFF2-40B4-BE49-F238E27FC236}">
                    <a16:creationId xmlns:a16="http://schemas.microsoft.com/office/drawing/2014/main" id="{93316280-BF3D-DF79-7C48-921217A8434A}"/>
                  </a:ext>
                </a:extLst>
              </p:cNvPr>
              <p:cNvSpPr/>
              <p:nvPr/>
            </p:nvSpPr>
            <p:spPr>
              <a:xfrm>
                <a:off x="230784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09E52">
                  <a:alpha val="100000"/>
                </a:srgbClr>
              </a:solidFill>
              <a:ln w="5420" cap="flat">
                <a:solidFill>
                  <a:srgbClr val="30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3" name="ph4544">
                <a:extLst>
                  <a:ext uri="{FF2B5EF4-FFF2-40B4-BE49-F238E27FC236}">
                    <a16:creationId xmlns:a16="http://schemas.microsoft.com/office/drawing/2014/main" id="{66117C44-FA97-FE15-D245-72939E8DB2FF}"/>
                  </a:ext>
                </a:extLst>
              </p:cNvPr>
              <p:cNvSpPr/>
              <p:nvPr/>
            </p:nvSpPr>
            <p:spPr>
              <a:xfrm>
                <a:off x="231728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4" name="ph4545">
                <a:extLst>
                  <a:ext uri="{FF2B5EF4-FFF2-40B4-BE49-F238E27FC236}">
                    <a16:creationId xmlns:a16="http://schemas.microsoft.com/office/drawing/2014/main" id="{558FE043-E968-72B0-1169-F05FEA652BF5}"/>
                  </a:ext>
                </a:extLst>
              </p:cNvPr>
              <p:cNvSpPr/>
              <p:nvPr/>
            </p:nvSpPr>
            <p:spPr>
              <a:xfrm>
                <a:off x="232672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B51">
                  <a:alpha val="100000"/>
                </a:srgbClr>
              </a:solidFill>
              <a:ln w="5420" cap="flat">
                <a:solidFill>
                  <a:srgbClr val="24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5" name="ph4546">
                <a:extLst>
                  <a:ext uri="{FF2B5EF4-FFF2-40B4-BE49-F238E27FC236}">
                    <a16:creationId xmlns:a16="http://schemas.microsoft.com/office/drawing/2014/main" id="{9CA19D61-7C2A-6F0A-4E6A-F54F85FA289B}"/>
                  </a:ext>
                </a:extLst>
              </p:cNvPr>
              <p:cNvSpPr/>
              <p:nvPr/>
            </p:nvSpPr>
            <p:spPr>
              <a:xfrm>
                <a:off x="233616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09950">
                  <a:alpha val="100000"/>
                </a:srgbClr>
              </a:solidFill>
              <a:ln w="5420" cap="flat">
                <a:solidFill>
                  <a:srgbClr val="20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6" name="ph4547">
                <a:extLst>
                  <a:ext uri="{FF2B5EF4-FFF2-40B4-BE49-F238E27FC236}">
                    <a16:creationId xmlns:a16="http://schemas.microsoft.com/office/drawing/2014/main" id="{12B5DEAE-C983-4E33-4C19-22925B28C622}"/>
                  </a:ext>
                </a:extLst>
              </p:cNvPr>
              <p:cNvSpPr/>
              <p:nvPr/>
            </p:nvSpPr>
            <p:spPr>
              <a:xfrm>
                <a:off x="234560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D9950">
                  <a:alpha val="100000"/>
                </a:srgbClr>
              </a:solidFill>
              <a:ln w="5420" cap="flat">
                <a:solidFill>
                  <a:srgbClr val="1D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7" name="ph4548">
                <a:extLst>
                  <a:ext uri="{FF2B5EF4-FFF2-40B4-BE49-F238E27FC236}">
                    <a16:creationId xmlns:a16="http://schemas.microsoft.com/office/drawing/2014/main" id="{322A58DB-4FEC-176C-E887-5BE39B84E27F}"/>
                  </a:ext>
                </a:extLst>
              </p:cNvPr>
              <p:cNvSpPr/>
              <p:nvPr/>
            </p:nvSpPr>
            <p:spPr>
              <a:xfrm>
                <a:off x="235504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850">
                  <a:alpha val="100000"/>
                </a:srgbClr>
              </a:solidFill>
              <a:ln w="5420" cap="flat">
                <a:solidFill>
                  <a:srgbClr val="1C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8" name="ph4549">
                <a:extLst>
                  <a:ext uri="{FF2B5EF4-FFF2-40B4-BE49-F238E27FC236}">
                    <a16:creationId xmlns:a16="http://schemas.microsoft.com/office/drawing/2014/main" id="{099B4FA8-3168-508B-164B-0AACD1C22B8E}"/>
                  </a:ext>
                </a:extLst>
              </p:cNvPr>
              <p:cNvSpPr/>
              <p:nvPr/>
            </p:nvSpPr>
            <p:spPr>
              <a:xfrm>
                <a:off x="236448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D9950">
                  <a:alpha val="100000"/>
                </a:srgbClr>
              </a:solidFill>
              <a:ln w="5420" cap="flat">
                <a:solidFill>
                  <a:srgbClr val="1D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9" name="ph4550">
                <a:extLst>
                  <a:ext uri="{FF2B5EF4-FFF2-40B4-BE49-F238E27FC236}">
                    <a16:creationId xmlns:a16="http://schemas.microsoft.com/office/drawing/2014/main" id="{5DA55A70-9597-0AEE-D39E-6BA960358462}"/>
                  </a:ext>
                </a:extLst>
              </p:cNvPr>
              <p:cNvSpPr/>
              <p:nvPr/>
            </p:nvSpPr>
            <p:spPr>
              <a:xfrm>
                <a:off x="237392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09A50">
                  <a:alpha val="100000"/>
                </a:srgbClr>
              </a:solidFill>
              <a:ln w="5420" cap="flat">
                <a:solidFill>
                  <a:srgbClr val="209A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0" name="ph4551">
                <a:extLst>
                  <a:ext uri="{FF2B5EF4-FFF2-40B4-BE49-F238E27FC236}">
                    <a16:creationId xmlns:a16="http://schemas.microsoft.com/office/drawing/2014/main" id="{A81ADAB3-01B5-B95A-16C9-66665F5B81E4}"/>
                  </a:ext>
                </a:extLst>
              </p:cNvPr>
              <p:cNvSpPr/>
              <p:nvPr/>
            </p:nvSpPr>
            <p:spPr>
              <a:xfrm>
                <a:off x="238336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1" name="ph4552">
                <a:extLst>
                  <a:ext uri="{FF2B5EF4-FFF2-40B4-BE49-F238E27FC236}">
                    <a16:creationId xmlns:a16="http://schemas.microsoft.com/office/drawing/2014/main" id="{DB386F09-FF6C-848C-64EE-D67FE2790F02}"/>
                  </a:ext>
                </a:extLst>
              </p:cNvPr>
              <p:cNvSpPr/>
              <p:nvPr/>
            </p:nvSpPr>
            <p:spPr>
              <a:xfrm>
                <a:off x="239280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2" name="ph4553">
                <a:extLst>
                  <a:ext uri="{FF2B5EF4-FFF2-40B4-BE49-F238E27FC236}">
                    <a16:creationId xmlns:a16="http://schemas.microsoft.com/office/drawing/2014/main" id="{B370ECE5-D31B-0428-4F03-807442D4F4DD}"/>
                  </a:ext>
                </a:extLst>
              </p:cNvPr>
              <p:cNvSpPr/>
              <p:nvPr/>
            </p:nvSpPr>
            <p:spPr>
              <a:xfrm>
                <a:off x="240224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09E52">
                  <a:alpha val="100000"/>
                </a:srgbClr>
              </a:solidFill>
              <a:ln w="5420" cap="flat">
                <a:solidFill>
                  <a:srgbClr val="30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3" name="ph4554">
                <a:extLst>
                  <a:ext uri="{FF2B5EF4-FFF2-40B4-BE49-F238E27FC236}">
                    <a16:creationId xmlns:a16="http://schemas.microsoft.com/office/drawing/2014/main" id="{257520A1-81A5-2152-F924-84CEB55D5299}"/>
                  </a:ext>
                </a:extLst>
              </p:cNvPr>
              <p:cNvSpPr/>
              <p:nvPr/>
            </p:nvSpPr>
            <p:spPr>
              <a:xfrm>
                <a:off x="241168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4" name="ph4555">
                <a:extLst>
                  <a:ext uri="{FF2B5EF4-FFF2-40B4-BE49-F238E27FC236}">
                    <a16:creationId xmlns:a16="http://schemas.microsoft.com/office/drawing/2014/main" id="{9991C766-9201-5CDB-E35D-EB447BB2B0A9}"/>
                  </a:ext>
                </a:extLst>
              </p:cNvPr>
              <p:cNvSpPr/>
              <p:nvPr/>
            </p:nvSpPr>
            <p:spPr>
              <a:xfrm>
                <a:off x="242112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5" name="ph4556">
                <a:extLst>
                  <a:ext uri="{FF2B5EF4-FFF2-40B4-BE49-F238E27FC236}">
                    <a16:creationId xmlns:a16="http://schemas.microsoft.com/office/drawing/2014/main" id="{641AD18B-6281-4FEB-CEA8-4A761D382F2B}"/>
                  </a:ext>
                </a:extLst>
              </p:cNvPr>
              <p:cNvSpPr/>
              <p:nvPr/>
            </p:nvSpPr>
            <p:spPr>
              <a:xfrm>
                <a:off x="243056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6" name="ph4557">
                <a:extLst>
                  <a:ext uri="{FF2B5EF4-FFF2-40B4-BE49-F238E27FC236}">
                    <a16:creationId xmlns:a16="http://schemas.microsoft.com/office/drawing/2014/main" id="{C9A9BD78-B6EA-F61A-2327-684EDFDE62B1}"/>
                  </a:ext>
                </a:extLst>
              </p:cNvPr>
              <p:cNvSpPr/>
              <p:nvPr/>
            </p:nvSpPr>
            <p:spPr>
              <a:xfrm>
                <a:off x="244000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7" name="ph4558">
                <a:extLst>
                  <a:ext uri="{FF2B5EF4-FFF2-40B4-BE49-F238E27FC236}">
                    <a16:creationId xmlns:a16="http://schemas.microsoft.com/office/drawing/2014/main" id="{E855B18A-A470-CD92-8C7D-4210C9D274C2}"/>
                  </a:ext>
                </a:extLst>
              </p:cNvPr>
              <p:cNvSpPr/>
              <p:nvPr/>
            </p:nvSpPr>
            <p:spPr>
              <a:xfrm>
                <a:off x="244944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8" name="ph4559">
                <a:extLst>
                  <a:ext uri="{FF2B5EF4-FFF2-40B4-BE49-F238E27FC236}">
                    <a16:creationId xmlns:a16="http://schemas.microsoft.com/office/drawing/2014/main" id="{425910B7-F2ED-7A87-A490-96A3032A699B}"/>
                  </a:ext>
                </a:extLst>
              </p:cNvPr>
              <p:cNvSpPr/>
              <p:nvPr/>
            </p:nvSpPr>
            <p:spPr>
              <a:xfrm>
                <a:off x="245889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9" name="ph4560">
                <a:extLst>
                  <a:ext uri="{FF2B5EF4-FFF2-40B4-BE49-F238E27FC236}">
                    <a16:creationId xmlns:a16="http://schemas.microsoft.com/office/drawing/2014/main" id="{FD200299-4371-A922-7A8B-B7CA40A42733}"/>
                  </a:ext>
                </a:extLst>
              </p:cNvPr>
              <p:cNvSpPr/>
              <p:nvPr/>
            </p:nvSpPr>
            <p:spPr>
              <a:xfrm>
                <a:off x="246833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0" name="ph4561">
                <a:extLst>
                  <a:ext uri="{FF2B5EF4-FFF2-40B4-BE49-F238E27FC236}">
                    <a16:creationId xmlns:a16="http://schemas.microsoft.com/office/drawing/2014/main" id="{E1D03A01-8D45-0427-1143-A2DFDC353CDE}"/>
                  </a:ext>
                </a:extLst>
              </p:cNvPr>
              <p:cNvSpPr/>
              <p:nvPr/>
            </p:nvSpPr>
            <p:spPr>
              <a:xfrm>
                <a:off x="247777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1" name="ph4562">
                <a:extLst>
                  <a:ext uri="{FF2B5EF4-FFF2-40B4-BE49-F238E27FC236}">
                    <a16:creationId xmlns:a16="http://schemas.microsoft.com/office/drawing/2014/main" id="{D1843AFB-13DE-B1B3-F060-6AD5800BE6ED}"/>
                  </a:ext>
                </a:extLst>
              </p:cNvPr>
              <p:cNvSpPr/>
              <p:nvPr/>
            </p:nvSpPr>
            <p:spPr>
              <a:xfrm>
                <a:off x="248721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2" name="ph4563">
                <a:extLst>
                  <a:ext uri="{FF2B5EF4-FFF2-40B4-BE49-F238E27FC236}">
                    <a16:creationId xmlns:a16="http://schemas.microsoft.com/office/drawing/2014/main" id="{119A5E69-D850-AB5E-1A43-A57E71579620}"/>
                  </a:ext>
                </a:extLst>
              </p:cNvPr>
              <p:cNvSpPr/>
              <p:nvPr/>
            </p:nvSpPr>
            <p:spPr>
              <a:xfrm>
                <a:off x="249665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3" name="ph4564">
                <a:extLst>
                  <a:ext uri="{FF2B5EF4-FFF2-40B4-BE49-F238E27FC236}">
                    <a16:creationId xmlns:a16="http://schemas.microsoft.com/office/drawing/2014/main" id="{21297673-1219-DCB3-7CCA-2D81AC70E82F}"/>
                  </a:ext>
                </a:extLst>
              </p:cNvPr>
              <p:cNvSpPr/>
              <p:nvPr/>
            </p:nvSpPr>
            <p:spPr>
              <a:xfrm>
                <a:off x="2506091" y="1728547"/>
                <a:ext cx="9215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42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4974" y="896830"/>
                    </a:lnTo>
                    <a:lnTo>
                      <a:pt x="917187" y="902219"/>
                    </a:lnTo>
                    <a:lnTo>
                      <a:pt x="920551" y="911373"/>
                    </a:lnTo>
                    <a:lnTo>
                      <a:pt x="921542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4" name="ph4565">
                <a:extLst>
                  <a:ext uri="{FF2B5EF4-FFF2-40B4-BE49-F238E27FC236}">
                    <a16:creationId xmlns:a16="http://schemas.microsoft.com/office/drawing/2014/main" id="{8B2B4CBD-7FEC-A038-F6AB-AEF96FA2AF45}"/>
                  </a:ext>
                </a:extLst>
              </p:cNvPr>
              <p:cNvSpPr/>
              <p:nvPr/>
            </p:nvSpPr>
            <p:spPr>
              <a:xfrm>
                <a:off x="3195228" y="172854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461" y="914400"/>
                    </a:lnTo>
                    <a:lnTo>
                      <a:pt x="912407" y="908966"/>
                    </a:lnTo>
                    <a:lnTo>
                      <a:pt x="914400" y="899263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5" name="ph4566">
                <a:extLst>
                  <a:ext uri="{FF2B5EF4-FFF2-40B4-BE49-F238E27FC236}">
                    <a16:creationId xmlns:a16="http://schemas.microsoft.com/office/drawing/2014/main" id="{C8FBFBD6-90F2-8F35-62A3-5505AD06BF44}"/>
                  </a:ext>
                </a:extLst>
              </p:cNvPr>
              <p:cNvSpPr/>
              <p:nvPr/>
            </p:nvSpPr>
            <p:spPr>
              <a:xfrm>
                <a:off x="3204668" y="171097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33"/>
                    </a:lnTo>
                    <a:lnTo>
                      <a:pt x="905063" y="916329"/>
                    </a:lnTo>
                    <a:lnTo>
                      <a:pt x="905185" y="915776"/>
                    </a:lnTo>
                    <a:lnTo>
                      <a:pt x="905309" y="915218"/>
                    </a:lnTo>
                    <a:lnTo>
                      <a:pt x="905433" y="914659"/>
                    </a:lnTo>
                    <a:lnTo>
                      <a:pt x="905490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6" name="ph4567">
                <a:extLst>
                  <a:ext uri="{FF2B5EF4-FFF2-40B4-BE49-F238E27FC236}">
                    <a16:creationId xmlns:a16="http://schemas.microsoft.com/office/drawing/2014/main" id="{235741E2-1266-31B3-3E67-2A976D57D944}"/>
                  </a:ext>
                </a:extLst>
              </p:cNvPr>
              <p:cNvSpPr/>
              <p:nvPr/>
            </p:nvSpPr>
            <p:spPr>
              <a:xfrm>
                <a:off x="320466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7" name="ph4568">
                <a:extLst>
                  <a:ext uri="{FF2B5EF4-FFF2-40B4-BE49-F238E27FC236}">
                    <a16:creationId xmlns:a16="http://schemas.microsoft.com/office/drawing/2014/main" id="{EE406ED6-89EC-CC73-2C07-357A8C37EFD0}"/>
                  </a:ext>
                </a:extLst>
              </p:cNvPr>
              <p:cNvSpPr/>
              <p:nvPr/>
            </p:nvSpPr>
            <p:spPr>
              <a:xfrm>
                <a:off x="321410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8" name="ph4569">
                <a:extLst>
                  <a:ext uri="{FF2B5EF4-FFF2-40B4-BE49-F238E27FC236}">
                    <a16:creationId xmlns:a16="http://schemas.microsoft.com/office/drawing/2014/main" id="{C820E71A-83CA-F8BA-54FD-D972528E53D7}"/>
                  </a:ext>
                </a:extLst>
              </p:cNvPr>
              <p:cNvSpPr/>
              <p:nvPr/>
            </p:nvSpPr>
            <p:spPr>
              <a:xfrm>
                <a:off x="322354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9" name="ph4570">
                <a:extLst>
                  <a:ext uri="{FF2B5EF4-FFF2-40B4-BE49-F238E27FC236}">
                    <a16:creationId xmlns:a16="http://schemas.microsoft.com/office/drawing/2014/main" id="{0312D768-6E59-90A9-0D3C-F68FF99E703E}"/>
                  </a:ext>
                </a:extLst>
              </p:cNvPr>
              <p:cNvSpPr/>
              <p:nvPr/>
            </p:nvSpPr>
            <p:spPr>
              <a:xfrm>
                <a:off x="323298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0" name="ph4571">
                <a:extLst>
                  <a:ext uri="{FF2B5EF4-FFF2-40B4-BE49-F238E27FC236}">
                    <a16:creationId xmlns:a16="http://schemas.microsoft.com/office/drawing/2014/main" id="{C279E704-385E-5968-6F90-5A0BD14FE189}"/>
                  </a:ext>
                </a:extLst>
              </p:cNvPr>
              <p:cNvSpPr/>
              <p:nvPr/>
            </p:nvSpPr>
            <p:spPr>
              <a:xfrm>
                <a:off x="324242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1" name="ph4572">
                <a:extLst>
                  <a:ext uri="{FF2B5EF4-FFF2-40B4-BE49-F238E27FC236}">
                    <a16:creationId xmlns:a16="http://schemas.microsoft.com/office/drawing/2014/main" id="{1CC54E78-E8AF-B149-A960-8724F266C3DD}"/>
                  </a:ext>
                </a:extLst>
              </p:cNvPr>
              <p:cNvSpPr/>
              <p:nvPr/>
            </p:nvSpPr>
            <p:spPr>
              <a:xfrm>
                <a:off x="325187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2" name="ph4573">
                <a:extLst>
                  <a:ext uri="{FF2B5EF4-FFF2-40B4-BE49-F238E27FC236}">
                    <a16:creationId xmlns:a16="http://schemas.microsoft.com/office/drawing/2014/main" id="{DA7074D1-CF5B-EEC0-3E58-15028C130C45}"/>
                  </a:ext>
                </a:extLst>
              </p:cNvPr>
              <p:cNvSpPr/>
              <p:nvPr/>
            </p:nvSpPr>
            <p:spPr>
              <a:xfrm>
                <a:off x="326131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3" name="ph4574">
                <a:extLst>
                  <a:ext uri="{FF2B5EF4-FFF2-40B4-BE49-F238E27FC236}">
                    <a16:creationId xmlns:a16="http://schemas.microsoft.com/office/drawing/2014/main" id="{38EF401D-8503-7521-9B5A-899DA5241DEA}"/>
                  </a:ext>
                </a:extLst>
              </p:cNvPr>
              <p:cNvSpPr/>
              <p:nvPr/>
            </p:nvSpPr>
            <p:spPr>
              <a:xfrm>
                <a:off x="327075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4" name="ph4575">
                <a:extLst>
                  <a:ext uri="{FF2B5EF4-FFF2-40B4-BE49-F238E27FC236}">
                    <a16:creationId xmlns:a16="http://schemas.microsoft.com/office/drawing/2014/main" id="{B054C0C7-D3A9-B4A1-C638-BFBEEDD2AE9F}"/>
                  </a:ext>
                </a:extLst>
              </p:cNvPr>
              <p:cNvSpPr/>
              <p:nvPr/>
            </p:nvSpPr>
            <p:spPr>
              <a:xfrm>
                <a:off x="328019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5" name="ph4576">
                <a:extLst>
                  <a:ext uri="{FF2B5EF4-FFF2-40B4-BE49-F238E27FC236}">
                    <a16:creationId xmlns:a16="http://schemas.microsoft.com/office/drawing/2014/main" id="{8DED0B24-67F8-0257-5697-B519F7535A08}"/>
                  </a:ext>
                </a:extLst>
              </p:cNvPr>
              <p:cNvSpPr/>
              <p:nvPr/>
            </p:nvSpPr>
            <p:spPr>
              <a:xfrm>
                <a:off x="328963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6" name="ph4577">
                <a:extLst>
                  <a:ext uri="{FF2B5EF4-FFF2-40B4-BE49-F238E27FC236}">
                    <a16:creationId xmlns:a16="http://schemas.microsoft.com/office/drawing/2014/main" id="{4F1BF483-07EA-644B-83BC-B9FCDD677ACF}"/>
                  </a:ext>
                </a:extLst>
              </p:cNvPr>
              <p:cNvSpPr/>
              <p:nvPr/>
            </p:nvSpPr>
            <p:spPr>
              <a:xfrm>
                <a:off x="329907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7" name="ph4578">
                <a:extLst>
                  <a:ext uri="{FF2B5EF4-FFF2-40B4-BE49-F238E27FC236}">
                    <a16:creationId xmlns:a16="http://schemas.microsoft.com/office/drawing/2014/main" id="{AD2CB25C-FF76-4B89-1AB4-A53520428732}"/>
                  </a:ext>
                </a:extLst>
              </p:cNvPr>
              <p:cNvSpPr/>
              <p:nvPr/>
            </p:nvSpPr>
            <p:spPr>
              <a:xfrm>
                <a:off x="330851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8" name="ph4579">
                <a:extLst>
                  <a:ext uri="{FF2B5EF4-FFF2-40B4-BE49-F238E27FC236}">
                    <a16:creationId xmlns:a16="http://schemas.microsoft.com/office/drawing/2014/main" id="{6056E3EE-8D0F-B4E1-A2AB-DA75BE165BAB}"/>
                  </a:ext>
                </a:extLst>
              </p:cNvPr>
              <p:cNvSpPr/>
              <p:nvPr/>
            </p:nvSpPr>
            <p:spPr>
              <a:xfrm>
                <a:off x="331795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9" name="ph4580">
                <a:extLst>
                  <a:ext uri="{FF2B5EF4-FFF2-40B4-BE49-F238E27FC236}">
                    <a16:creationId xmlns:a16="http://schemas.microsoft.com/office/drawing/2014/main" id="{909908CF-6C76-567B-23A4-A4FC7D61F135}"/>
                  </a:ext>
                </a:extLst>
              </p:cNvPr>
              <p:cNvSpPr/>
              <p:nvPr/>
            </p:nvSpPr>
            <p:spPr>
              <a:xfrm>
                <a:off x="332739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0" name="ph4581">
                <a:extLst>
                  <a:ext uri="{FF2B5EF4-FFF2-40B4-BE49-F238E27FC236}">
                    <a16:creationId xmlns:a16="http://schemas.microsoft.com/office/drawing/2014/main" id="{D0B1C85C-7429-9B79-3AB9-B64A081DA0EB}"/>
                  </a:ext>
                </a:extLst>
              </p:cNvPr>
              <p:cNvSpPr/>
              <p:nvPr/>
            </p:nvSpPr>
            <p:spPr>
              <a:xfrm>
                <a:off x="333683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1" name="ph4582">
                <a:extLst>
                  <a:ext uri="{FF2B5EF4-FFF2-40B4-BE49-F238E27FC236}">
                    <a16:creationId xmlns:a16="http://schemas.microsoft.com/office/drawing/2014/main" id="{17EF07EC-57B0-A566-26E8-746509213D5B}"/>
                  </a:ext>
                </a:extLst>
              </p:cNvPr>
              <p:cNvSpPr/>
              <p:nvPr/>
            </p:nvSpPr>
            <p:spPr>
              <a:xfrm>
                <a:off x="334627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2" name="ph4583">
                <a:extLst>
                  <a:ext uri="{FF2B5EF4-FFF2-40B4-BE49-F238E27FC236}">
                    <a16:creationId xmlns:a16="http://schemas.microsoft.com/office/drawing/2014/main" id="{DEEEC7B3-582D-09A6-6FCA-69E7A903C2A8}"/>
                  </a:ext>
                </a:extLst>
              </p:cNvPr>
              <p:cNvSpPr/>
              <p:nvPr/>
            </p:nvSpPr>
            <p:spPr>
              <a:xfrm>
                <a:off x="335571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3" name="ph4584">
                <a:extLst>
                  <a:ext uri="{FF2B5EF4-FFF2-40B4-BE49-F238E27FC236}">
                    <a16:creationId xmlns:a16="http://schemas.microsoft.com/office/drawing/2014/main" id="{7C331FE2-4367-5252-E5AE-DCBB469543CE}"/>
                  </a:ext>
                </a:extLst>
              </p:cNvPr>
              <p:cNvSpPr/>
              <p:nvPr/>
            </p:nvSpPr>
            <p:spPr>
              <a:xfrm>
                <a:off x="336515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4" name="ph4585">
                <a:extLst>
                  <a:ext uri="{FF2B5EF4-FFF2-40B4-BE49-F238E27FC236}">
                    <a16:creationId xmlns:a16="http://schemas.microsoft.com/office/drawing/2014/main" id="{8C54B8FF-DEBA-7DD1-14C8-5E1E082A6BE6}"/>
                  </a:ext>
                </a:extLst>
              </p:cNvPr>
              <p:cNvSpPr/>
              <p:nvPr/>
            </p:nvSpPr>
            <p:spPr>
              <a:xfrm>
                <a:off x="337459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5" name="ph4586">
                <a:extLst>
                  <a:ext uri="{FF2B5EF4-FFF2-40B4-BE49-F238E27FC236}">
                    <a16:creationId xmlns:a16="http://schemas.microsoft.com/office/drawing/2014/main" id="{E5DCADCD-F265-FAB3-0E55-4A7BACBA0869}"/>
                  </a:ext>
                </a:extLst>
              </p:cNvPr>
              <p:cNvSpPr/>
              <p:nvPr/>
            </p:nvSpPr>
            <p:spPr>
              <a:xfrm>
                <a:off x="338403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6" name="ph4587">
                <a:extLst>
                  <a:ext uri="{FF2B5EF4-FFF2-40B4-BE49-F238E27FC236}">
                    <a16:creationId xmlns:a16="http://schemas.microsoft.com/office/drawing/2014/main" id="{90707C03-E5D1-9CD2-78BF-7238DE8EF95D}"/>
                  </a:ext>
                </a:extLst>
              </p:cNvPr>
              <p:cNvSpPr/>
              <p:nvPr/>
            </p:nvSpPr>
            <p:spPr>
              <a:xfrm>
                <a:off x="339347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7" name="ph4588">
                <a:extLst>
                  <a:ext uri="{FF2B5EF4-FFF2-40B4-BE49-F238E27FC236}">
                    <a16:creationId xmlns:a16="http://schemas.microsoft.com/office/drawing/2014/main" id="{450380B3-592C-AC7D-1124-BC769623E1C1}"/>
                  </a:ext>
                </a:extLst>
              </p:cNvPr>
              <p:cNvSpPr/>
              <p:nvPr/>
            </p:nvSpPr>
            <p:spPr>
              <a:xfrm>
                <a:off x="340291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8" name="ph4589">
                <a:extLst>
                  <a:ext uri="{FF2B5EF4-FFF2-40B4-BE49-F238E27FC236}">
                    <a16:creationId xmlns:a16="http://schemas.microsoft.com/office/drawing/2014/main" id="{55E680FA-9A0A-B4BB-A766-02BAEDAA5226}"/>
                  </a:ext>
                </a:extLst>
              </p:cNvPr>
              <p:cNvSpPr/>
              <p:nvPr/>
            </p:nvSpPr>
            <p:spPr>
              <a:xfrm>
                <a:off x="341235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9" name="ph4590">
                <a:extLst>
                  <a:ext uri="{FF2B5EF4-FFF2-40B4-BE49-F238E27FC236}">
                    <a16:creationId xmlns:a16="http://schemas.microsoft.com/office/drawing/2014/main" id="{D9064BC2-6E85-317A-1C25-9C3AA039621B}"/>
                  </a:ext>
                </a:extLst>
              </p:cNvPr>
              <p:cNvSpPr/>
              <p:nvPr/>
            </p:nvSpPr>
            <p:spPr>
              <a:xfrm>
                <a:off x="342179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0" name="ph4591">
                <a:extLst>
                  <a:ext uri="{FF2B5EF4-FFF2-40B4-BE49-F238E27FC236}">
                    <a16:creationId xmlns:a16="http://schemas.microsoft.com/office/drawing/2014/main" id="{25E06C6B-7BB2-F717-C821-011CA0F45C42}"/>
                  </a:ext>
                </a:extLst>
              </p:cNvPr>
              <p:cNvSpPr/>
              <p:nvPr/>
            </p:nvSpPr>
            <p:spPr>
              <a:xfrm>
                <a:off x="343123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1" name="ph4592">
                <a:extLst>
                  <a:ext uri="{FF2B5EF4-FFF2-40B4-BE49-F238E27FC236}">
                    <a16:creationId xmlns:a16="http://schemas.microsoft.com/office/drawing/2014/main" id="{34F5CF64-3305-E596-13A1-67C20B3B0E0D}"/>
                  </a:ext>
                </a:extLst>
              </p:cNvPr>
              <p:cNvSpPr/>
              <p:nvPr/>
            </p:nvSpPr>
            <p:spPr>
              <a:xfrm>
                <a:off x="3440674" y="1728547"/>
                <a:ext cx="9230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0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035" y="896830"/>
                    </a:lnTo>
                    <a:lnTo>
                      <a:pt x="922754" y="898743"/>
                    </a:lnTo>
                    <a:lnTo>
                      <a:pt x="920903" y="909170"/>
                    </a:lnTo>
                    <a:lnTo>
                      <a:pt x="919810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2" name="ph4593">
                <a:extLst>
                  <a:ext uri="{FF2B5EF4-FFF2-40B4-BE49-F238E27FC236}">
                    <a16:creationId xmlns:a16="http://schemas.microsoft.com/office/drawing/2014/main" id="{B88155EE-DD83-F3DE-9134-3178762952DA}"/>
                  </a:ext>
                </a:extLst>
              </p:cNvPr>
              <p:cNvSpPr/>
              <p:nvPr/>
            </p:nvSpPr>
            <p:spPr>
              <a:xfrm>
                <a:off x="2204003" y="16934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978" y="931969"/>
                    </a:lnTo>
                    <a:lnTo>
                      <a:pt x="912336" y="930161"/>
                    </a:lnTo>
                    <a:lnTo>
                      <a:pt x="909337" y="920668"/>
                    </a:lnTo>
                    <a:lnTo>
                      <a:pt x="907586" y="914400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3" name="ph4594">
                <a:extLst>
                  <a:ext uri="{FF2B5EF4-FFF2-40B4-BE49-F238E27FC236}">
                    <a16:creationId xmlns:a16="http://schemas.microsoft.com/office/drawing/2014/main" id="{5CAD3477-1EC4-BB4B-E933-ADE329A861DF}"/>
                  </a:ext>
                </a:extLst>
              </p:cNvPr>
              <p:cNvSpPr/>
              <p:nvPr/>
            </p:nvSpPr>
            <p:spPr>
              <a:xfrm>
                <a:off x="220400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4" name="ph4595">
                <a:extLst>
                  <a:ext uri="{FF2B5EF4-FFF2-40B4-BE49-F238E27FC236}">
                    <a16:creationId xmlns:a16="http://schemas.microsoft.com/office/drawing/2014/main" id="{3F736749-CD58-1777-A286-595F96507552}"/>
                  </a:ext>
                </a:extLst>
              </p:cNvPr>
              <p:cNvSpPr/>
              <p:nvPr/>
            </p:nvSpPr>
            <p:spPr>
              <a:xfrm>
                <a:off x="221344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5" name="ph4596">
                <a:extLst>
                  <a:ext uri="{FF2B5EF4-FFF2-40B4-BE49-F238E27FC236}">
                    <a16:creationId xmlns:a16="http://schemas.microsoft.com/office/drawing/2014/main" id="{AE871CA7-690A-B9DA-F067-D69ED9631DA8}"/>
                  </a:ext>
                </a:extLst>
              </p:cNvPr>
              <p:cNvSpPr/>
              <p:nvPr/>
            </p:nvSpPr>
            <p:spPr>
              <a:xfrm>
                <a:off x="222288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6" name="ph4597">
                <a:extLst>
                  <a:ext uri="{FF2B5EF4-FFF2-40B4-BE49-F238E27FC236}">
                    <a16:creationId xmlns:a16="http://schemas.microsoft.com/office/drawing/2014/main" id="{698353BE-F0F2-DB05-2DEF-517A9656E9AC}"/>
                  </a:ext>
                </a:extLst>
              </p:cNvPr>
              <p:cNvSpPr/>
              <p:nvPr/>
            </p:nvSpPr>
            <p:spPr>
              <a:xfrm>
                <a:off x="223232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7" name="ph4598">
                <a:extLst>
                  <a:ext uri="{FF2B5EF4-FFF2-40B4-BE49-F238E27FC236}">
                    <a16:creationId xmlns:a16="http://schemas.microsoft.com/office/drawing/2014/main" id="{FC51032C-1494-2D8E-B000-7C09AB7B5E46}"/>
                  </a:ext>
                </a:extLst>
              </p:cNvPr>
              <p:cNvSpPr/>
              <p:nvPr/>
            </p:nvSpPr>
            <p:spPr>
              <a:xfrm>
                <a:off x="224176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8" name="ph4599">
                <a:extLst>
                  <a:ext uri="{FF2B5EF4-FFF2-40B4-BE49-F238E27FC236}">
                    <a16:creationId xmlns:a16="http://schemas.microsoft.com/office/drawing/2014/main" id="{47C6E5A7-3D28-ACEE-9A42-15F77AFB2324}"/>
                  </a:ext>
                </a:extLst>
              </p:cNvPr>
              <p:cNvSpPr/>
              <p:nvPr/>
            </p:nvSpPr>
            <p:spPr>
              <a:xfrm>
                <a:off x="225120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9" name="ph4600">
                <a:extLst>
                  <a:ext uri="{FF2B5EF4-FFF2-40B4-BE49-F238E27FC236}">
                    <a16:creationId xmlns:a16="http://schemas.microsoft.com/office/drawing/2014/main" id="{8AC29E61-F996-F2E3-C533-D7E28DD969BA}"/>
                  </a:ext>
                </a:extLst>
              </p:cNvPr>
              <p:cNvSpPr/>
              <p:nvPr/>
            </p:nvSpPr>
            <p:spPr>
              <a:xfrm>
                <a:off x="226064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0" name="ph4601">
                <a:extLst>
                  <a:ext uri="{FF2B5EF4-FFF2-40B4-BE49-F238E27FC236}">
                    <a16:creationId xmlns:a16="http://schemas.microsoft.com/office/drawing/2014/main" id="{E28EDA0D-17EC-3BED-C89A-6E1A03268F99}"/>
                  </a:ext>
                </a:extLst>
              </p:cNvPr>
              <p:cNvSpPr/>
              <p:nvPr/>
            </p:nvSpPr>
            <p:spPr>
              <a:xfrm>
                <a:off x="227008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1" name="ph4602">
                <a:extLst>
                  <a:ext uri="{FF2B5EF4-FFF2-40B4-BE49-F238E27FC236}">
                    <a16:creationId xmlns:a16="http://schemas.microsoft.com/office/drawing/2014/main" id="{E72C0599-D8F2-CE14-68B7-7476650A0F2F}"/>
                  </a:ext>
                </a:extLst>
              </p:cNvPr>
              <p:cNvSpPr/>
              <p:nvPr/>
            </p:nvSpPr>
            <p:spPr>
              <a:xfrm>
                <a:off x="227952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2" name="ph4603">
                <a:extLst>
                  <a:ext uri="{FF2B5EF4-FFF2-40B4-BE49-F238E27FC236}">
                    <a16:creationId xmlns:a16="http://schemas.microsoft.com/office/drawing/2014/main" id="{74C73D84-A1CC-0D4D-D2C2-168B628F0C6F}"/>
                  </a:ext>
                </a:extLst>
              </p:cNvPr>
              <p:cNvSpPr/>
              <p:nvPr/>
            </p:nvSpPr>
            <p:spPr>
              <a:xfrm>
                <a:off x="228896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3" name="ph4604">
                <a:extLst>
                  <a:ext uri="{FF2B5EF4-FFF2-40B4-BE49-F238E27FC236}">
                    <a16:creationId xmlns:a16="http://schemas.microsoft.com/office/drawing/2014/main" id="{40A2F687-8DF8-60CF-FFD7-83E9E5BE93A6}"/>
                  </a:ext>
                </a:extLst>
              </p:cNvPr>
              <p:cNvSpPr/>
              <p:nvPr/>
            </p:nvSpPr>
            <p:spPr>
              <a:xfrm>
                <a:off x="229840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4" name="ph4605">
                <a:extLst>
                  <a:ext uri="{FF2B5EF4-FFF2-40B4-BE49-F238E27FC236}">
                    <a16:creationId xmlns:a16="http://schemas.microsoft.com/office/drawing/2014/main" id="{468E48D7-D904-E209-6D62-E97501C7CC54}"/>
                  </a:ext>
                </a:extLst>
              </p:cNvPr>
              <p:cNvSpPr/>
              <p:nvPr/>
            </p:nvSpPr>
            <p:spPr>
              <a:xfrm>
                <a:off x="230784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5" name="ph4606">
                <a:extLst>
                  <a:ext uri="{FF2B5EF4-FFF2-40B4-BE49-F238E27FC236}">
                    <a16:creationId xmlns:a16="http://schemas.microsoft.com/office/drawing/2014/main" id="{E0AB64DC-29CF-39E9-9137-B4140E954514}"/>
                  </a:ext>
                </a:extLst>
              </p:cNvPr>
              <p:cNvSpPr/>
              <p:nvPr/>
            </p:nvSpPr>
            <p:spPr>
              <a:xfrm>
                <a:off x="231728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6" name="ph4607">
                <a:extLst>
                  <a:ext uri="{FF2B5EF4-FFF2-40B4-BE49-F238E27FC236}">
                    <a16:creationId xmlns:a16="http://schemas.microsoft.com/office/drawing/2014/main" id="{EED41B11-E4F6-6FF1-E529-B9D2D61E68C8}"/>
                  </a:ext>
                </a:extLst>
              </p:cNvPr>
              <p:cNvSpPr/>
              <p:nvPr/>
            </p:nvSpPr>
            <p:spPr>
              <a:xfrm>
                <a:off x="232672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B51">
                  <a:alpha val="100000"/>
                </a:srgbClr>
              </a:solidFill>
              <a:ln w="5420" cap="flat">
                <a:solidFill>
                  <a:srgbClr val="24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7" name="ph4608">
                <a:extLst>
                  <a:ext uri="{FF2B5EF4-FFF2-40B4-BE49-F238E27FC236}">
                    <a16:creationId xmlns:a16="http://schemas.microsoft.com/office/drawing/2014/main" id="{6ED8098B-3715-7B0A-6AC5-89664DBD388E}"/>
                  </a:ext>
                </a:extLst>
              </p:cNvPr>
              <p:cNvSpPr/>
              <p:nvPr/>
            </p:nvSpPr>
            <p:spPr>
              <a:xfrm>
                <a:off x="233616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F9950">
                  <a:alpha val="100000"/>
                </a:srgbClr>
              </a:solidFill>
              <a:ln w="5420" cap="flat">
                <a:solidFill>
                  <a:srgbClr val="1F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8" name="ph4609">
                <a:extLst>
                  <a:ext uri="{FF2B5EF4-FFF2-40B4-BE49-F238E27FC236}">
                    <a16:creationId xmlns:a16="http://schemas.microsoft.com/office/drawing/2014/main" id="{16CDB767-519B-0B63-6CF7-BA9B34D9479E}"/>
                  </a:ext>
                </a:extLst>
              </p:cNvPr>
              <p:cNvSpPr/>
              <p:nvPr/>
            </p:nvSpPr>
            <p:spPr>
              <a:xfrm>
                <a:off x="234560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850">
                  <a:alpha val="100000"/>
                </a:srgbClr>
              </a:solidFill>
              <a:ln w="5420" cap="flat">
                <a:solidFill>
                  <a:srgbClr val="1C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9" name="ph4610">
                <a:extLst>
                  <a:ext uri="{FF2B5EF4-FFF2-40B4-BE49-F238E27FC236}">
                    <a16:creationId xmlns:a16="http://schemas.microsoft.com/office/drawing/2014/main" id="{74B41D65-C16D-8C1A-4305-DB2940AA30C6}"/>
                  </a:ext>
                </a:extLst>
              </p:cNvPr>
              <p:cNvSpPr/>
              <p:nvPr/>
            </p:nvSpPr>
            <p:spPr>
              <a:xfrm>
                <a:off x="235504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B9850">
                  <a:alpha val="100000"/>
                </a:srgbClr>
              </a:solidFill>
              <a:ln w="5420" cap="flat">
                <a:solidFill>
                  <a:srgbClr val="1B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0" name="ph4611">
                <a:extLst>
                  <a:ext uri="{FF2B5EF4-FFF2-40B4-BE49-F238E27FC236}">
                    <a16:creationId xmlns:a16="http://schemas.microsoft.com/office/drawing/2014/main" id="{49DC1DEF-FA34-2C45-8813-9E1539D24929}"/>
                  </a:ext>
                </a:extLst>
              </p:cNvPr>
              <p:cNvSpPr/>
              <p:nvPr/>
            </p:nvSpPr>
            <p:spPr>
              <a:xfrm>
                <a:off x="236448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D9950">
                  <a:alpha val="100000"/>
                </a:srgbClr>
              </a:solidFill>
              <a:ln w="5420" cap="flat">
                <a:solidFill>
                  <a:srgbClr val="1D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1" name="ph4612">
                <a:extLst>
                  <a:ext uri="{FF2B5EF4-FFF2-40B4-BE49-F238E27FC236}">
                    <a16:creationId xmlns:a16="http://schemas.microsoft.com/office/drawing/2014/main" id="{64160739-37FE-D30D-6E51-9C7110988F8C}"/>
                  </a:ext>
                </a:extLst>
              </p:cNvPr>
              <p:cNvSpPr/>
              <p:nvPr/>
            </p:nvSpPr>
            <p:spPr>
              <a:xfrm>
                <a:off x="237392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09950">
                  <a:alpha val="100000"/>
                </a:srgbClr>
              </a:solidFill>
              <a:ln w="5420" cap="flat">
                <a:solidFill>
                  <a:srgbClr val="20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2" name="ph4613">
                <a:extLst>
                  <a:ext uri="{FF2B5EF4-FFF2-40B4-BE49-F238E27FC236}">
                    <a16:creationId xmlns:a16="http://schemas.microsoft.com/office/drawing/2014/main" id="{24ED986E-D89A-15D8-8937-D15E463B1C32}"/>
                  </a:ext>
                </a:extLst>
              </p:cNvPr>
              <p:cNvSpPr/>
              <p:nvPr/>
            </p:nvSpPr>
            <p:spPr>
              <a:xfrm>
                <a:off x="238336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3" name="ph4614">
                <a:extLst>
                  <a:ext uri="{FF2B5EF4-FFF2-40B4-BE49-F238E27FC236}">
                    <a16:creationId xmlns:a16="http://schemas.microsoft.com/office/drawing/2014/main" id="{CBA31207-1434-C88B-A2D1-609227A8A624}"/>
                  </a:ext>
                </a:extLst>
              </p:cNvPr>
              <p:cNvSpPr/>
              <p:nvPr/>
            </p:nvSpPr>
            <p:spPr>
              <a:xfrm>
                <a:off x="239280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C51">
                  <a:alpha val="100000"/>
                </a:srgbClr>
              </a:solidFill>
              <a:ln w="5420" cap="flat">
                <a:solidFill>
                  <a:srgbClr val="2B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4" name="ph4615">
                <a:extLst>
                  <a:ext uri="{FF2B5EF4-FFF2-40B4-BE49-F238E27FC236}">
                    <a16:creationId xmlns:a16="http://schemas.microsoft.com/office/drawing/2014/main" id="{1080B28D-60F3-5660-9C56-95B50BC768FB}"/>
                  </a:ext>
                </a:extLst>
              </p:cNvPr>
              <p:cNvSpPr/>
              <p:nvPr/>
            </p:nvSpPr>
            <p:spPr>
              <a:xfrm>
                <a:off x="240224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5" name="ph4616">
                <a:extLst>
                  <a:ext uri="{FF2B5EF4-FFF2-40B4-BE49-F238E27FC236}">
                    <a16:creationId xmlns:a16="http://schemas.microsoft.com/office/drawing/2014/main" id="{17796B80-D55D-F8C1-AED9-E3155CE1C7A3}"/>
                  </a:ext>
                </a:extLst>
              </p:cNvPr>
              <p:cNvSpPr/>
              <p:nvPr/>
            </p:nvSpPr>
            <p:spPr>
              <a:xfrm>
                <a:off x="241168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6" name="ph4617">
                <a:extLst>
                  <a:ext uri="{FF2B5EF4-FFF2-40B4-BE49-F238E27FC236}">
                    <a16:creationId xmlns:a16="http://schemas.microsoft.com/office/drawing/2014/main" id="{553C3541-9419-66A0-3B5A-8EF16EAA556D}"/>
                  </a:ext>
                </a:extLst>
              </p:cNvPr>
              <p:cNvSpPr/>
              <p:nvPr/>
            </p:nvSpPr>
            <p:spPr>
              <a:xfrm>
                <a:off x="242112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7" name="ph4618">
                <a:extLst>
                  <a:ext uri="{FF2B5EF4-FFF2-40B4-BE49-F238E27FC236}">
                    <a16:creationId xmlns:a16="http://schemas.microsoft.com/office/drawing/2014/main" id="{8106E8E7-268D-69D4-6A30-CC92584468C0}"/>
                  </a:ext>
                </a:extLst>
              </p:cNvPr>
              <p:cNvSpPr/>
              <p:nvPr/>
            </p:nvSpPr>
            <p:spPr>
              <a:xfrm>
                <a:off x="243056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8" name="ph4619">
                <a:extLst>
                  <a:ext uri="{FF2B5EF4-FFF2-40B4-BE49-F238E27FC236}">
                    <a16:creationId xmlns:a16="http://schemas.microsoft.com/office/drawing/2014/main" id="{8FF71C17-AB31-EB8F-7BE5-DE9FFE0E6044}"/>
                  </a:ext>
                </a:extLst>
              </p:cNvPr>
              <p:cNvSpPr/>
              <p:nvPr/>
            </p:nvSpPr>
            <p:spPr>
              <a:xfrm>
                <a:off x="244000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9" name="ph4620">
                <a:extLst>
                  <a:ext uri="{FF2B5EF4-FFF2-40B4-BE49-F238E27FC236}">
                    <a16:creationId xmlns:a16="http://schemas.microsoft.com/office/drawing/2014/main" id="{ED068F10-2ECC-11EB-4FC4-FEB5AF507997}"/>
                  </a:ext>
                </a:extLst>
              </p:cNvPr>
              <p:cNvSpPr/>
              <p:nvPr/>
            </p:nvSpPr>
            <p:spPr>
              <a:xfrm>
                <a:off x="244944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0" name="ph4621">
                <a:extLst>
                  <a:ext uri="{FF2B5EF4-FFF2-40B4-BE49-F238E27FC236}">
                    <a16:creationId xmlns:a16="http://schemas.microsoft.com/office/drawing/2014/main" id="{B30F8A4D-925D-5C95-255C-F49A2C51B8C9}"/>
                  </a:ext>
                </a:extLst>
              </p:cNvPr>
              <p:cNvSpPr/>
              <p:nvPr/>
            </p:nvSpPr>
            <p:spPr>
              <a:xfrm>
                <a:off x="245889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1" name="ph4622">
                <a:extLst>
                  <a:ext uri="{FF2B5EF4-FFF2-40B4-BE49-F238E27FC236}">
                    <a16:creationId xmlns:a16="http://schemas.microsoft.com/office/drawing/2014/main" id="{2E0DCB0D-6A45-E9F1-4066-7A1473B48594}"/>
                  </a:ext>
                </a:extLst>
              </p:cNvPr>
              <p:cNvSpPr/>
              <p:nvPr/>
            </p:nvSpPr>
            <p:spPr>
              <a:xfrm>
                <a:off x="246833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2" name="ph4623">
                <a:extLst>
                  <a:ext uri="{FF2B5EF4-FFF2-40B4-BE49-F238E27FC236}">
                    <a16:creationId xmlns:a16="http://schemas.microsoft.com/office/drawing/2014/main" id="{FDD248E9-691F-D73D-C668-D982921ADDDA}"/>
                  </a:ext>
                </a:extLst>
              </p:cNvPr>
              <p:cNvSpPr/>
              <p:nvPr/>
            </p:nvSpPr>
            <p:spPr>
              <a:xfrm>
                <a:off x="247777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3" name="ph4624">
                <a:extLst>
                  <a:ext uri="{FF2B5EF4-FFF2-40B4-BE49-F238E27FC236}">
                    <a16:creationId xmlns:a16="http://schemas.microsoft.com/office/drawing/2014/main" id="{E2A90056-864C-2840-C722-08330BF91D76}"/>
                  </a:ext>
                </a:extLst>
              </p:cNvPr>
              <p:cNvSpPr/>
              <p:nvPr/>
            </p:nvSpPr>
            <p:spPr>
              <a:xfrm>
                <a:off x="248721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4" name="ph4625">
                <a:extLst>
                  <a:ext uri="{FF2B5EF4-FFF2-40B4-BE49-F238E27FC236}">
                    <a16:creationId xmlns:a16="http://schemas.microsoft.com/office/drawing/2014/main" id="{825EC8F2-9F02-DEF0-DC8F-78521B9130CA}"/>
                  </a:ext>
                </a:extLst>
              </p:cNvPr>
              <p:cNvSpPr/>
              <p:nvPr/>
            </p:nvSpPr>
            <p:spPr>
              <a:xfrm>
                <a:off x="2506091" y="171097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09" y="896830"/>
                    </a:lnTo>
                    <a:lnTo>
                      <a:pt x="909707" y="902532"/>
                    </a:lnTo>
                    <a:lnTo>
                      <a:pt x="913569" y="910977"/>
                    </a:lnTo>
                    <a:lnTo>
                      <a:pt x="914399" y="91299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5" name="ph4626">
                <a:extLst>
                  <a:ext uri="{FF2B5EF4-FFF2-40B4-BE49-F238E27FC236}">
                    <a16:creationId xmlns:a16="http://schemas.microsoft.com/office/drawing/2014/main" id="{25ACB4EC-5B17-5DF4-A64F-394B8DB1F2CE}"/>
                  </a:ext>
                </a:extLst>
              </p:cNvPr>
              <p:cNvSpPr/>
              <p:nvPr/>
            </p:nvSpPr>
            <p:spPr>
              <a:xfrm>
                <a:off x="2506091" y="1710977"/>
                <a:ext cx="9149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4" h="914400">
                    <a:moveTo>
                      <a:pt x="914399" y="914400"/>
                    </a:moveTo>
                    <a:lnTo>
                      <a:pt x="914399" y="912999"/>
                    </a:lnTo>
                    <a:lnTo>
                      <a:pt x="914974" y="914400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6" name="ph4627">
                <a:extLst>
                  <a:ext uri="{FF2B5EF4-FFF2-40B4-BE49-F238E27FC236}">
                    <a16:creationId xmlns:a16="http://schemas.microsoft.com/office/drawing/2014/main" id="{B7A63D6B-BA1E-8F42-4ABF-892D37EAE9B5}"/>
                  </a:ext>
                </a:extLst>
              </p:cNvPr>
              <p:cNvSpPr/>
              <p:nvPr/>
            </p:nvSpPr>
            <p:spPr>
              <a:xfrm>
                <a:off x="3195228" y="1693407"/>
                <a:ext cx="914400" cy="9214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432">
                    <a:moveTo>
                      <a:pt x="914400" y="914400"/>
                    </a:moveTo>
                    <a:lnTo>
                      <a:pt x="914400" y="921432"/>
                    </a:lnTo>
                    <a:lnTo>
                      <a:pt x="911640" y="919468"/>
                    </a:lnTo>
                    <a:lnTo>
                      <a:pt x="906267" y="915037"/>
                    </a:lnTo>
                    <a:lnTo>
                      <a:pt x="905592" y="914400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7" name="ph4628">
                <a:extLst>
                  <a:ext uri="{FF2B5EF4-FFF2-40B4-BE49-F238E27FC236}">
                    <a16:creationId xmlns:a16="http://schemas.microsoft.com/office/drawing/2014/main" id="{3DBF2F46-7B5F-D1F5-2074-80EE9A43E23F}"/>
                  </a:ext>
                </a:extLst>
              </p:cNvPr>
              <p:cNvSpPr/>
              <p:nvPr/>
            </p:nvSpPr>
            <p:spPr>
              <a:xfrm>
                <a:off x="319522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30" y="931969"/>
                    </a:lnTo>
                    <a:lnTo>
                      <a:pt x="914997" y="931670"/>
                    </a:lnTo>
                    <a:lnTo>
                      <a:pt x="915120" y="931111"/>
                    </a:lnTo>
                    <a:lnTo>
                      <a:pt x="915244" y="930553"/>
                    </a:lnTo>
                    <a:lnTo>
                      <a:pt x="915368" y="929994"/>
                    </a:lnTo>
                    <a:lnTo>
                      <a:pt x="915492" y="929435"/>
                    </a:lnTo>
                    <a:lnTo>
                      <a:pt x="915616" y="928877"/>
                    </a:lnTo>
                    <a:lnTo>
                      <a:pt x="915740" y="928318"/>
                    </a:lnTo>
                    <a:lnTo>
                      <a:pt x="915863" y="927759"/>
                    </a:lnTo>
                    <a:lnTo>
                      <a:pt x="915987" y="927200"/>
                    </a:lnTo>
                    <a:lnTo>
                      <a:pt x="916111" y="926642"/>
                    </a:lnTo>
                    <a:lnTo>
                      <a:pt x="916235" y="926083"/>
                    </a:lnTo>
                    <a:lnTo>
                      <a:pt x="916359" y="925524"/>
                    </a:lnTo>
                    <a:lnTo>
                      <a:pt x="916483" y="924966"/>
                    </a:lnTo>
                    <a:lnTo>
                      <a:pt x="916607" y="924407"/>
                    </a:lnTo>
                    <a:lnTo>
                      <a:pt x="916731" y="923848"/>
                    </a:lnTo>
                    <a:lnTo>
                      <a:pt x="916876" y="923194"/>
                    </a:lnTo>
                    <a:lnTo>
                      <a:pt x="914400" y="921432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8" name="ph4629">
                <a:extLst>
                  <a:ext uri="{FF2B5EF4-FFF2-40B4-BE49-F238E27FC236}">
                    <a16:creationId xmlns:a16="http://schemas.microsoft.com/office/drawing/2014/main" id="{07E8C683-5B65-8728-F2BE-D0DD48CD5C7F}"/>
                  </a:ext>
                </a:extLst>
              </p:cNvPr>
              <p:cNvSpPr/>
              <p:nvPr/>
            </p:nvSpPr>
            <p:spPr>
              <a:xfrm>
                <a:off x="320466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9" name="ph4630">
                <a:extLst>
                  <a:ext uri="{FF2B5EF4-FFF2-40B4-BE49-F238E27FC236}">
                    <a16:creationId xmlns:a16="http://schemas.microsoft.com/office/drawing/2014/main" id="{7491DCED-22BB-AF0E-8270-8BBE1D29E155}"/>
                  </a:ext>
                </a:extLst>
              </p:cNvPr>
              <p:cNvSpPr/>
              <p:nvPr/>
            </p:nvSpPr>
            <p:spPr>
              <a:xfrm>
                <a:off x="321410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0" name="ph4631">
                <a:extLst>
                  <a:ext uri="{FF2B5EF4-FFF2-40B4-BE49-F238E27FC236}">
                    <a16:creationId xmlns:a16="http://schemas.microsoft.com/office/drawing/2014/main" id="{90F7D65C-F305-CB79-C75C-B56B9DDD8F0C}"/>
                  </a:ext>
                </a:extLst>
              </p:cNvPr>
              <p:cNvSpPr/>
              <p:nvPr/>
            </p:nvSpPr>
            <p:spPr>
              <a:xfrm>
                <a:off x="322354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1" name="ph4632">
                <a:extLst>
                  <a:ext uri="{FF2B5EF4-FFF2-40B4-BE49-F238E27FC236}">
                    <a16:creationId xmlns:a16="http://schemas.microsoft.com/office/drawing/2014/main" id="{1C2FEE0D-D0C0-FE23-9AB5-51A3DEC44EAC}"/>
                  </a:ext>
                </a:extLst>
              </p:cNvPr>
              <p:cNvSpPr/>
              <p:nvPr/>
            </p:nvSpPr>
            <p:spPr>
              <a:xfrm>
                <a:off x="323298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2" name="ph4633">
                <a:extLst>
                  <a:ext uri="{FF2B5EF4-FFF2-40B4-BE49-F238E27FC236}">
                    <a16:creationId xmlns:a16="http://schemas.microsoft.com/office/drawing/2014/main" id="{2666685F-C633-590C-027E-7E80358DFD82}"/>
                  </a:ext>
                </a:extLst>
              </p:cNvPr>
              <p:cNvSpPr/>
              <p:nvPr/>
            </p:nvSpPr>
            <p:spPr>
              <a:xfrm>
                <a:off x="324242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3" name="ph4634">
                <a:extLst>
                  <a:ext uri="{FF2B5EF4-FFF2-40B4-BE49-F238E27FC236}">
                    <a16:creationId xmlns:a16="http://schemas.microsoft.com/office/drawing/2014/main" id="{717AC355-46BC-7641-8F55-4C07877583B4}"/>
                  </a:ext>
                </a:extLst>
              </p:cNvPr>
              <p:cNvSpPr/>
              <p:nvPr/>
            </p:nvSpPr>
            <p:spPr>
              <a:xfrm>
                <a:off x="325187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4" name="ph4635">
                <a:extLst>
                  <a:ext uri="{FF2B5EF4-FFF2-40B4-BE49-F238E27FC236}">
                    <a16:creationId xmlns:a16="http://schemas.microsoft.com/office/drawing/2014/main" id="{25210E82-1DDF-DC42-A06F-A80B834660A4}"/>
                  </a:ext>
                </a:extLst>
              </p:cNvPr>
              <p:cNvSpPr/>
              <p:nvPr/>
            </p:nvSpPr>
            <p:spPr>
              <a:xfrm>
                <a:off x="326131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5" name="ph4636">
                <a:extLst>
                  <a:ext uri="{FF2B5EF4-FFF2-40B4-BE49-F238E27FC236}">
                    <a16:creationId xmlns:a16="http://schemas.microsoft.com/office/drawing/2014/main" id="{03AF53C2-9A24-7FC0-41D2-C36D00B2221D}"/>
                  </a:ext>
                </a:extLst>
              </p:cNvPr>
              <p:cNvSpPr/>
              <p:nvPr/>
            </p:nvSpPr>
            <p:spPr>
              <a:xfrm>
                <a:off x="327075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6" name="ph4637">
                <a:extLst>
                  <a:ext uri="{FF2B5EF4-FFF2-40B4-BE49-F238E27FC236}">
                    <a16:creationId xmlns:a16="http://schemas.microsoft.com/office/drawing/2014/main" id="{5F925581-9FA9-DD91-E03F-01944C7665D4}"/>
                  </a:ext>
                </a:extLst>
              </p:cNvPr>
              <p:cNvSpPr/>
              <p:nvPr/>
            </p:nvSpPr>
            <p:spPr>
              <a:xfrm>
                <a:off x="328019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7" name="ph4638">
                <a:extLst>
                  <a:ext uri="{FF2B5EF4-FFF2-40B4-BE49-F238E27FC236}">
                    <a16:creationId xmlns:a16="http://schemas.microsoft.com/office/drawing/2014/main" id="{584490B3-58B7-98F7-2B6C-6F60917138C2}"/>
                  </a:ext>
                </a:extLst>
              </p:cNvPr>
              <p:cNvSpPr/>
              <p:nvPr/>
            </p:nvSpPr>
            <p:spPr>
              <a:xfrm>
                <a:off x="328963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8" name="ph4639">
                <a:extLst>
                  <a:ext uri="{FF2B5EF4-FFF2-40B4-BE49-F238E27FC236}">
                    <a16:creationId xmlns:a16="http://schemas.microsoft.com/office/drawing/2014/main" id="{1536F673-0A3D-F749-D750-DF4E3D2E72D2}"/>
                  </a:ext>
                </a:extLst>
              </p:cNvPr>
              <p:cNvSpPr/>
              <p:nvPr/>
            </p:nvSpPr>
            <p:spPr>
              <a:xfrm>
                <a:off x="329907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9" name="ph4640">
                <a:extLst>
                  <a:ext uri="{FF2B5EF4-FFF2-40B4-BE49-F238E27FC236}">
                    <a16:creationId xmlns:a16="http://schemas.microsoft.com/office/drawing/2014/main" id="{B5727980-5BC5-3CC7-2698-D24A2827189C}"/>
                  </a:ext>
                </a:extLst>
              </p:cNvPr>
              <p:cNvSpPr/>
              <p:nvPr/>
            </p:nvSpPr>
            <p:spPr>
              <a:xfrm>
                <a:off x="330851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0" name="ph4641">
                <a:extLst>
                  <a:ext uri="{FF2B5EF4-FFF2-40B4-BE49-F238E27FC236}">
                    <a16:creationId xmlns:a16="http://schemas.microsoft.com/office/drawing/2014/main" id="{464C6679-F2E1-8071-5FD1-CE558AA4F4AE}"/>
                  </a:ext>
                </a:extLst>
              </p:cNvPr>
              <p:cNvSpPr/>
              <p:nvPr/>
            </p:nvSpPr>
            <p:spPr>
              <a:xfrm>
                <a:off x="331795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1" name="ph4642">
                <a:extLst>
                  <a:ext uri="{FF2B5EF4-FFF2-40B4-BE49-F238E27FC236}">
                    <a16:creationId xmlns:a16="http://schemas.microsoft.com/office/drawing/2014/main" id="{7DD30828-3ED2-02CC-FBAC-0CCDDB55C888}"/>
                  </a:ext>
                </a:extLst>
              </p:cNvPr>
              <p:cNvSpPr/>
              <p:nvPr/>
            </p:nvSpPr>
            <p:spPr>
              <a:xfrm>
                <a:off x="332739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2" name="ph4643">
                <a:extLst>
                  <a:ext uri="{FF2B5EF4-FFF2-40B4-BE49-F238E27FC236}">
                    <a16:creationId xmlns:a16="http://schemas.microsoft.com/office/drawing/2014/main" id="{92B752CA-8D2A-0A1E-F010-BFC93EFA3C9B}"/>
                  </a:ext>
                </a:extLst>
              </p:cNvPr>
              <p:cNvSpPr/>
              <p:nvPr/>
            </p:nvSpPr>
            <p:spPr>
              <a:xfrm>
                <a:off x="333683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3" name="ph4644">
                <a:extLst>
                  <a:ext uri="{FF2B5EF4-FFF2-40B4-BE49-F238E27FC236}">
                    <a16:creationId xmlns:a16="http://schemas.microsoft.com/office/drawing/2014/main" id="{E357B200-1288-04A7-EB0F-CA7A78731EDF}"/>
                  </a:ext>
                </a:extLst>
              </p:cNvPr>
              <p:cNvSpPr/>
              <p:nvPr/>
            </p:nvSpPr>
            <p:spPr>
              <a:xfrm>
                <a:off x="334627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4" name="ph4645">
                <a:extLst>
                  <a:ext uri="{FF2B5EF4-FFF2-40B4-BE49-F238E27FC236}">
                    <a16:creationId xmlns:a16="http://schemas.microsoft.com/office/drawing/2014/main" id="{829228F4-AFB7-1349-E576-B30C141EDE3C}"/>
                  </a:ext>
                </a:extLst>
              </p:cNvPr>
              <p:cNvSpPr/>
              <p:nvPr/>
            </p:nvSpPr>
            <p:spPr>
              <a:xfrm>
                <a:off x="335571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5" name="ph4646">
                <a:extLst>
                  <a:ext uri="{FF2B5EF4-FFF2-40B4-BE49-F238E27FC236}">
                    <a16:creationId xmlns:a16="http://schemas.microsoft.com/office/drawing/2014/main" id="{531AD2F7-DD72-C584-8EB8-EE015DEA5802}"/>
                  </a:ext>
                </a:extLst>
              </p:cNvPr>
              <p:cNvSpPr/>
              <p:nvPr/>
            </p:nvSpPr>
            <p:spPr>
              <a:xfrm>
                <a:off x="336515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6" name="ph4647">
                <a:extLst>
                  <a:ext uri="{FF2B5EF4-FFF2-40B4-BE49-F238E27FC236}">
                    <a16:creationId xmlns:a16="http://schemas.microsoft.com/office/drawing/2014/main" id="{46BE1176-72A8-1DFB-0A86-CE24F54191C8}"/>
                  </a:ext>
                </a:extLst>
              </p:cNvPr>
              <p:cNvSpPr/>
              <p:nvPr/>
            </p:nvSpPr>
            <p:spPr>
              <a:xfrm>
                <a:off x="337459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7" name="ph4648">
                <a:extLst>
                  <a:ext uri="{FF2B5EF4-FFF2-40B4-BE49-F238E27FC236}">
                    <a16:creationId xmlns:a16="http://schemas.microsoft.com/office/drawing/2014/main" id="{9BC51594-21EA-33EC-9A2E-E8C40FC639BD}"/>
                  </a:ext>
                </a:extLst>
              </p:cNvPr>
              <p:cNvSpPr/>
              <p:nvPr/>
            </p:nvSpPr>
            <p:spPr>
              <a:xfrm>
                <a:off x="338403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8" name="ph4649">
                <a:extLst>
                  <a:ext uri="{FF2B5EF4-FFF2-40B4-BE49-F238E27FC236}">
                    <a16:creationId xmlns:a16="http://schemas.microsoft.com/office/drawing/2014/main" id="{EAD5AC35-48DA-0D54-489C-D2D34A291A85}"/>
                  </a:ext>
                </a:extLst>
              </p:cNvPr>
              <p:cNvSpPr/>
              <p:nvPr/>
            </p:nvSpPr>
            <p:spPr>
              <a:xfrm>
                <a:off x="339347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9" name="ph4650">
                <a:extLst>
                  <a:ext uri="{FF2B5EF4-FFF2-40B4-BE49-F238E27FC236}">
                    <a16:creationId xmlns:a16="http://schemas.microsoft.com/office/drawing/2014/main" id="{BDE4575A-73D9-3D91-9764-09A02C356875}"/>
                  </a:ext>
                </a:extLst>
              </p:cNvPr>
              <p:cNvSpPr/>
              <p:nvPr/>
            </p:nvSpPr>
            <p:spPr>
              <a:xfrm>
                <a:off x="340291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0" name="ph4651">
                <a:extLst>
                  <a:ext uri="{FF2B5EF4-FFF2-40B4-BE49-F238E27FC236}">
                    <a16:creationId xmlns:a16="http://schemas.microsoft.com/office/drawing/2014/main" id="{F1159D00-2FF9-FF27-ABF3-CAA6DE4DE648}"/>
                  </a:ext>
                </a:extLst>
              </p:cNvPr>
              <p:cNvSpPr/>
              <p:nvPr/>
            </p:nvSpPr>
            <p:spPr>
              <a:xfrm>
                <a:off x="341235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1" name="ph4652">
                <a:extLst>
                  <a:ext uri="{FF2B5EF4-FFF2-40B4-BE49-F238E27FC236}">
                    <a16:creationId xmlns:a16="http://schemas.microsoft.com/office/drawing/2014/main" id="{7A3A6907-066F-3611-5E8E-D5BD9EE9FDF4}"/>
                  </a:ext>
                </a:extLst>
              </p:cNvPr>
              <p:cNvSpPr/>
              <p:nvPr/>
            </p:nvSpPr>
            <p:spPr>
              <a:xfrm>
                <a:off x="342179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2" name="ph4653">
                <a:extLst>
                  <a:ext uri="{FF2B5EF4-FFF2-40B4-BE49-F238E27FC236}">
                    <a16:creationId xmlns:a16="http://schemas.microsoft.com/office/drawing/2014/main" id="{2BD8C660-89E2-AB4C-1E87-EF70E301B2EE}"/>
                  </a:ext>
                </a:extLst>
              </p:cNvPr>
              <p:cNvSpPr/>
              <p:nvPr/>
            </p:nvSpPr>
            <p:spPr>
              <a:xfrm>
                <a:off x="343123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3" name="ph4654">
                <a:extLst>
                  <a:ext uri="{FF2B5EF4-FFF2-40B4-BE49-F238E27FC236}">
                    <a16:creationId xmlns:a16="http://schemas.microsoft.com/office/drawing/2014/main" id="{688C4661-ADAE-6918-0C70-8F6BBE7AA91D}"/>
                  </a:ext>
                </a:extLst>
              </p:cNvPr>
              <p:cNvSpPr/>
              <p:nvPr/>
            </p:nvSpPr>
            <p:spPr>
              <a:xfrm>
                <a:off x="3440674" y="171097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920"/>
                    </a:lnTo>
                    <a:lnTo>
                      <a:pt x="923035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4" name="ph4655">
                <a:extLst>
                  <a:ext uri="{FF2B5EF4-FFF2-40B4-BE49-F238E27FC236}">
                    <a16:creationId xmlns:a16="http://schemas.microsoft.com/office/drawing/2014/main" id="{9E9799D4-BE9E-6FE3-E933-350C34447AD3}"/>
                  </a:ext>
                </a:extLst>
              </p:cNvPr>
              <p:cNvSpPr/>
              <p:nvPr/>
            </p:nvSpPr>
            <p:spPr>
              <a:xfrm>
                <a:off x="3450115" y="1693407"/>
                <a:ext cx="918988" cy="926490"/>
              </a:xfrm>
              <a:custGeom>
                <a:avLst/>
                <a:gdLst/>
                <a:ahLst/>
                <a:cxnLst/>
                <a:rect l="0" t="0" r="0" b="0"/>
                <a:pathLst>
                  <a:path w="918988" h="926490">
                    <a:moveTo>
                      <a:pt x="914400" y="914400"/>
                    </a:moveTo>
                    <a:lnTo>
                      <a:pt x="918988" y="914400"/>
                    </a:lnTo>
                    <a:lnTo>
                      <a:pt x="918867" y="914670"/>
                    </a:lnTo>
                    <a:lnTo>
                      <a:pt x="914965" y="922475"/>
                    </a:lnTo>
                    <a:lnTo>
                      <a:pt x="914870" y="923289"/>
                    </a:lnTo>
                    <a:lnTo>
                      <a:pt x="914400" y="92649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5" name="ph4656">
                <a:extLst>
                  <a:ext uri="{FF2B5EF4-FFF2-40B4-BE49-F238E27FC236}">
                    <a16:creationId xmlns:a16="http://schemas.microsoft.com/office/drawing/2014/main" id="{16F14E69-2EF5-F5CC-7976-2397013A11F7}"/>
                  </a:ext>
                </a:extLst>
              </p:cNvPr>
              <p:cNvSpPr/>
              <p:nvPr/>
            </p:nvSpPr>
            <p:spPr>
              <a:xfrm>
                <a:off x="2194563" y="1675838"/>
                <a:ext cx="91440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8">
                    <a:moveTo>
                      <a:pt x="914400" y="914400"/>
                    </a:moveTo>
                    <a:lnTo>
                      <a:pt x="914400" y="921728"/>
                    </a:lnTo>
                    <a:lnTo>
                      <a:pt x="913596" y="918442"/>
                    </a:lnTo>
                    <a:lnTo>
                      <a:pt x="912741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6" name="ph4657">
                <a:extLst>
                  <a:ext uri="{FF2B5EF4-FFF2-40B4-BE49-F238E27FC236}">
                    <a16:creationId xmlns:a16="http://schemas.microsoft.com/office/drawing/2014/main" id="{94AF1AB3-24C1-C884-A7F8-96FAC32E8B84}"/>
                  </a:ext>
                </a:extLst>
              </p:cNvPr>
              <p:cNvSpPr/>
              <p:nvPr/>
            </p:nvSpPr>
            <p:spPr>
              <a:xfrm>
                <a:off x="219456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026" y="931969"/>
                    </a:lnTo>
                    <a:lnTo>
                      <a:pt x="916047" y="928466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7" name="ph4658">
                <a:extLst>
                  <a:ext uri="{FF2B5EF4-FFF2-40B4-BE49-F238E27FC236}">
                    <a16:creationId xmlns:a16="http://schemas.microsoft.com/office/drawing/2014/main" id="{95CA3C8C-35EC-2FE8-C6F8-E8B16AD8250B}"/>
                  </a:ext>
                </a:extLst>
              </p:cNvPr>
              <p:cNvSpPr/>
              <p:nvPr/>
            </p:nvSpPr>
            <p:spPr>
              <a:xfrm>
                <a:off x="220400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8" name="ph4659">
                <a:extLst>
                  <a:ext uri="{FF2B5EF4-FFF2-40B4-BE49-F238E27FC236}">
                    <a16:creationId xmlns:a16="http://schemas.microsoft.com/office/drawing/2014/main" id="{B6D8D005-D813-5584-7362-8ED45328E166}"/>
                  </a:ext>
                </a:extLst>
              </p:cNvPr>
              <p:cNvSpPr/>
              <p:nvPr/>
            </p:nvSpPr>
            <p:spPr>
              <a:xfrm>
                <a:off x="221344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9" name="ph4660">
                <a:extLst>
                  <a:ext uri="{FF2B5EF4-FFF2-40B4-BE49-F238E27FC236}">
                    <a16:creationId xmlns:a16="http://schemas.microsoft.com/office/drawing/2014/main" id="{742C61FF-D93D-9D7B-C702-7BAB7E1C30CF}"/>
                  </a:ext>
                </a:extLst>
              </p:cNvPr>
              <p:cNvSpPr/>
              <p:nvPr/>
            </p:nvSpPr>
            <p:spPr>
              <a:xfrm>
                <a:off x="222288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0" name="ph4661">
                <a:extLst>
                  <a:ext uri="{FF2B5EF4-FFF2-40B4-BE49-F238E27FC236}">
                    <a16:creationId xmlns:a16="http://schemas.microsoft.com/office/drawing/2014/main" id="{3F14AFF0-2876-2767-C995-25636B712588}"/>
                  </a:ext>
                </a:extLst>
              </p:cNvPr>
              <p:cNvSpPr/>
              <p:nvPr/>
            </p:nvSpPr>
            <p:spPr>
              <a:xfrm>
                <a:off x="223232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1" name="ph4662">
                <a:extLst>
                  <a:ext uri="{FF2B5EF4-FFF2-40B4-BE49-F238E27FC236}">
                    <a16:creationId xmlns:a16="http://schemas.microsoft.com/office/drawing/2014/main" id="{BF459E3B-A1AC-25FC-1842-C0D12B032D0E}"/>
                  </a:ext>
                </a:extLst>
              </p:cNvPr>
              <p:cNvSpPr/>
              <p:nvPr/>
            </p:nvSpPr>
            <p:spPr>
              <a:xfrm>
                <a:off x="224176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2" name="ph4663">
                <a:extLst>
                  <a:ext uri="{FF2B5EF4-FFF2-40B4-BE49-F238E27FC236}">
                    <a16:creationId xmlns:a16="http://schemas.microsoft.com/office/drawing/2014/main" id="{CC379ABD-D393-995E-3700-F63D4F475EF5}"/>
                  </a:ext>
                </a:extLst>
              </p:cNvPr>
              <p:cNvSpPr/>
              <p:nvPr/>
            </p:nvSpPr>
            <p:spPr>
              <a:xfrm>
                <a:off x="225120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3" name="ph4664">
                <a:extLst>
                  <a:ext uri="{FF2B5EF4-FFF2-40B4-BE49-F238E27FC236}">
                    <a16:creationId xmlns:a16="http://schemas.microsoft.com/office/drawing/2014/main" id="{B12A6078-C87C-3A8A-4F46-8B889A2EBBC7}"/>
                  </a:ext>
                </a:extLst>
              </p:cNvPr>
              <p:cNvSpPr/>
              <p:nvPr/>
            </p:nvSpPr>
            <p:spPr>
              <a:xfrm>
                <a:off x="226064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4" name="ph4665">
                <a:extLst>
                  <a:ext uri="{FF2B5EF4-FFF2-40B4-BE49-F238E27FC236}">
                    <a16:creationId xmlns:a16="http://schemas.microsoft.com/office/drawing/2014/main" id="{C839BF5D-31FA-1F1E-1B95-B0FE42EF0362}"/>
                  </a:ext>
                </a:extLst>
              </p:cNvPr>
              <p:cNvSpPr/>
              <p:nvPr/>
            </p:nvSpPr>
            <p:spPr>
              <a:xfrm>
                <a:off x="227008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5" name="ph4666">
                <a:extLst>
                  <a:ext uri="{FF2B5EF4-FFF2-40B4-BE49-F238E27FC236}">
                    <a16:creationId xmlns:a16="http://schemas.microsoft.com/office/drawing/2014/main" id="{6AB3F166-2298-15BD-BE4E-12E33259054F}"/>
                  </a:ext>
                </a:extLst>
              </p:cNvPr>
              <p:cNvSpPr/>
              <p:nvPr/>
            </p:nvSpPr>
            <p:spPr>
              <a:xfrm>
                <a:off x="227952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6" name="ph4667">
                <a:extLst>
                  <a:ext uri="{FF2B5EF4-FFF2-40B4-BE49-F238E27FC236}">
                    <a16:creationId xmlns:a16="http://schemas.microsoft.com/office/drawing/2014/main" id="{A9E0C180-42BC-6D7E-D0A0-ABB1CC786365}"/>
                  </a:ext>
                </a:extLst>
              </p:cNvPr>
              <p:cNvSpPr/>
              <p:nvPr/>
            </p:nvSpPr>
            <p:spPr>
              <a:xfrm>
                <a:off x="228896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7" name="ph4668">
                <a:extLst>
                  <a:ext uri="{FF2B5EF4-FFF2-40B4-BE49-F238E27FC236}">
                    <a16:creationId xmlns:a16="http://schemas.microsoft.com/office/drawing/2014/main" id="{2DD2FF7F-B649-925F-CDAF-C70737D981C4}"/>
                  </a:ext>
                </a:extLst>
              </p:cNvPr>
              <p:cNvSpPr/>
              <p:nvPr/>
            </p:nvSpPr>
            <p:spPr>
              <a:xfrm>
                <a:off x="229840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8" name="ph4669">
                <a:extLst>
                  <a:ext uri="{FF2B5EF4-FFF2-40B4-BE49-F238E27FC236}">
                    <a16:creationId xmlns:a16="http://schemas.microsoft.com/office/drawing/2014/main" id="{978EADA5-066C-84FF-5CF1-1BAC57B3A137}"/>
                  </a:ext>
                </a:extLst>
              </p:cNvPr>
              <p:cNvSpPr/>
              <p:nvPr/>
            </p:nvSpPr>
            <p:spPr>
              <a:xfrm>
                <a:off x="230784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9" name="ph4670">
                <a:extLst>
                  <a:ext uri="{FF2B5EF4-FFF2-40B4-BE49-F238E27FC236}">
                    <a16:creationId xmlns:a16="http://schemas.microsoft.com/office/drawing/2014/main" id="{B86A9B5E-2B60-C294-5790-EF7DD350AB0E}"/>
                  </a:ext>
                </a:extLst>
              </p:cNvPr>
              <p:cNvSpPr/>
              <p:nvPr/>
            </p:nvSpPr>
            <p:spPr>
              <a:xfrm>
                <a:off x="231728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0" name="ph4671">
                <a:extLst>
                  <a:ext uri="{FF2B5EF4-FFF2-40B4-BE49-F238E27FC236}">
                    <a16:creationId xmlns:a16="http://schemas.microsoft.com/office/drawing/2014/main" id="{98B843DB-17CC-B821-241F-D86BF3B375F0}"/>
                  </a:ext>
                </a:extLst>
              </p:cNvPr>
              <p:cNvSpPr/>
              <p:nvPr/>
            </p:nvSpPr>
            <p:spPr>
              <a:xfrm>
                <a:off x="232672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1" name="ph4672">
                <a:extLst>
                  <a:ext uri="{FF2B5EF4-FFF2-40B4-BE49-F238E27FC236}">
                    <a16:creationId xmlns:a16="http://schemas.microsoft.com/office/drawing/2014/main" id="{D7DA740B-422E-EBA2-4010-D4391C990769}"/>
                  </a:ext>
                </a:extLst>
              </p:cNvPr>
              <p:cNvSpPr/>
              <p:nvPr/>
            </p:nvSpPr>
            <p:spPr>
              <a:xfrm>
                <a:off x="233616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79B51">
                  <a:alpha val="100000"/>
                </a:srgbClr>
              </a:solidFill>
              <a:ln w="5420" cap="flat">
                <a:solidFill>
                  <a:srgbClr val="27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2" name="ph4673">
                <a:extLst>
                  <a:ext uri="{FF2B5EF4-FFF2-40B4-BE49-F238E27FC236}">
                    <a16:creationId xmlns:a16="http://schemas.microsoft.com/office/drawing/2014/main" id="{B54BE637-5174-A061-5FE1-9FBAFEF3E32D}"/>
                  </a:ext>
                </a:extLst>
              </p:cNvPr>
              <p:cNvSpPr/>
              <p:nvPr/>
            </p:nvSpPr>
            <p:spPr>
              <a:xfrm>
                <a:off x="234560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3" name="ph4674">
                <a:extLst>
                  <a:ext uri="{FF2B5EF4-FFF2-40B4-BE49-F238E27FC236}">
                    <a16:creationId xmlns:a16="http://schemas.microsoft.com/office/drawing/2014/main" id="{86F3AD63-FB7D-000D-B460-FCD3CE438CB1}"/>
                  </a:ext>
                </a:extLst>
              </p:cNvPr>
              <p:cNvSpPr/>
              <p:nvPr/>
            </p:nvSpPr>
            <p:spPr>
              <a:xfrm>
                <a:off x="235504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4" name="ph4675">
                <a:extLst>
                  <a:ext uri="{FF2B5EF4-FFF2-40B4-BE49-F238E27FC236}">
                    <a16:creationId xmlns:a16="http://schemas.microsoft.com/office/drawing/2014/main" id="{984C971F-2964-DF79-91F6-5BD614F0FAEF}"/>
                  </a:ext>
                </a:extLst>
              </p:cNvPr>
              <p:cNvSpPr/>
              <p:nvPr/>
            </p:nvSpPr>
            <p:spPr>
              <a:xfrm>
                <a:off x="236448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5" name="ph4676">
                <a:extLst>
                  <a:ext uri="{FF2B5EF4-FFF2-40B4-BE49-F238E27FC236}">
                    <a16:creationId xmlns:a16="http://schemas.microsoft.com/office/drawing/2014/main" id="{D168B77B-0E12-A15B-713A-BF63338D7AAB}"/>
                  </a:ext>
                </a:extLst>
              </p:cNvPr>
              <p:cNvSpPr/>
              <p:nvPr/>
            </p:nvSpPr>
            <p:spPr>
              <a:xfrm>
                <a:off x="237392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79B51">
                  <a:alpha val="100000"/>
                </a:srgbClr>
              </a:solidFill>
              <a:ln w="5420" cap="flat">
                <a:solidFill>
                  <a:srgbClr val="27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6" name="ph4677">
                <a:extLst>
                  <a:ext uri="{FF2B5EF4-FFF2-40B4-BE49-F238E27FC236}">
                    <a16:creationId xmlns:a16="http://schemas.microsoft.com/office/drawing/2014/main" id="{3F1B517C-9BB9-594E-02FD-93EBF5FC2213}"/>
                  </a:ext>
                </a:extLst>
              </p:cNvPr>
              <p:cNvSpPr/>
              <p:nvPr/>
            </p:nvSpPr>
            <p:spPr>
              <a:xfrm>
                <a:off x="238336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7" name="ph4678">
                <a:extLst>
                  <a:ext uri="{FF2B5EF4-FFF2-40B4-BE49-F238E27FC236}">
                    <a16:creationId xmlns:a16="http://schemas.microsoft.com/office/drawing/2014/main" id="{A25C9CF9-C6C0-3EBB-CADE-FD374EC552E1}"/>
                  </a:ext>
                </a:extLst>
              </p:cNvPr>
              <p:cNvSpPr/>
              <p:nvPr/>
            </p:nvSpPr>
            <p:spPr>
              <a:xfrm>
                <a:off x="239280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E52">
                  <a:alpha val="100000"/>
                </a:srgbClr>
              </a:solidFill>
              <a:ln w="5420" cap="flat">
                <a:solidFill>
                  <a:srgbClr val="31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8" name="ph4679">
                <a:extLst>
                  <a:ext uri="{FF2B5EF4-FFF2-40B4-BE49-F238E27FC236}">
                    <a16:creationId xmlns:a16="http://schemas.microsoft.com/office/drawing/2014/main" id="{E677F9B9-7677-0792-D0AD-26143E479A89}"/>
                  </a:ext>
                </a:extLst>
              </p:cNvPr>
              <p:cNvSpPr/>
              <p:nvPr/>
            </p:nvSpPr>
            <p:spPr>
              <a:xfrm>
                <a:off x="240224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9" name="ph4680">
                <a:extLst>
                  <a:ext uri="{FF2B5EF4-FFF2-40B4-BE49-F238E27FC236}">
                    <a16:creationId xmlns:a16="http://schemas.microsoft.com/office/drawing/2014/main" id="{AF9F5930-6DAD-798E-23FA-6CAF5EA3D4B4}"/>
                  </a:ext>
                </a:extLst>
              </p:cNvPr>
              <p:cNvSpPr/>
              <p:nvPr/>
            </p:nvSpPr>
            <p:spPr>
              <a:xfrm>
                <a:off x="241168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0" name="ph4681">
                <a:extLst>
                  <a:ext uri="{FF2B5EF4-FFF2-40B4-BE49-F238E27FC236}">
                    <a16:creationId xmlns:a16="http://schemas.microsoft.com/office/drawing/2014/main" id="{70D4D1DF-47CD-C11A-C9B5-64748ACD2E11}"/>
                  </a:ext>
                </a:extLst>
              </p:cNvPr>
              <p:cNvSpPr/>
              <p:nvPr/>
            </p:nvSpPr>
            <p:spPr>
              <a:xfrm>
                <a:off x="242112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1" name="ph4682">
                <a:extLst>
                  <a:ext uri="{FF2B5EF4-FFF2-40B4-BE49-F238E27FC236}">
                    <a16:creationId xmlns:a16="http://schemas.microsoft.com/office/drawing/2014/main" id="{5E5AA028-3EB0-F92B-4E60-FAC047382941}"/>
                  </a:ext>
                </a:extLst>
              </p:cNvPr>
              <p:cNvSpPr/>
              <p:nvPr/>
            </p:nvSpPr>
            <p:spPr>
              <a:xfrm>
                <a:off x="243056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2" name="ph4683">
                <a:extLst>
                  <a:ext uri="{FF2B5EF4-FFF2-40B4-BE49-F238E27FC236}">
                    <a16:creationId xmlns:a16="http://schemas.microsoft.com/office/drawing/2014/main" id="{0C0B8E43-6576-BE01-3A4E-D871504BB1D1}"/>
                  </a:ext>
                </a:extLst>
              </p:cNvPr>
              <p:cNvSpPr/>
              <p:nvPr/>
            </p:nvSpPr>
            <p:spPr>
              <a:xfrm>
                <a:off x="244000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3" name="ph4684">
                <a:extLst>
                  <a:ext uri="{FF2B5EF4-FFF2-40B4-BE49-F238E27FC236}">
                    <a16:creationId xmlns:a16="http://schemas.microsoft.com/office/drawing/2014/main" id="{798D41BB-79A6-F53C-082B-CFB8B6EB1A2B}"/>
                  </a:ext>
                </a:extLst>
              </p:cNvPr>
              <p:cNvSpPr/>
              <p:nvPr/>
            </p:nvSpPr>
            <p:spPr>
              <a:xfrm>
                <a:off x="244944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4" name="ph4685">
                <a:extLst>
                  <a:ext uri="{FF2B5EF4-FFF2-40B4-BE49-F238E27FC236}">
                    <a16:creationId xmlns:a16="http://schemas.microsoft.com/office/drawing/2014/main" id="{6205B3FD-5F4E-7DAE-C486-2363FD54D5EA}"/>
                  </a:ext>
                </a:extLst>
              </p:cNvPr>
              <p:cNvSpPr/>
              <p:nvPr/>
            </p:nvSpPr>
            <p:spPr>
              <a:xfrm>
                <a:off x="245889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5" name="ph4686">
                <a:extLst>
                  <a:ext uri="{FF2B5EF4-FFF2-40B4-BE49-F238E27FC236}">
                    <a16:creationId xmlns:a16="http://schemas.microsoft.com/office/drawing/2014/main" id="{3B600072-2989-E101-E9CB-BB2252DE4E8F}"/>
                  </a:ext>
                </a:extLst>
              </p:cNvPr>
              <p:cNvSpPr/>
              <p:nvPr/>
            </p:nvSpPr>
            <p:spPr>
              <a:xfrm>
                <a:off x="246833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6" name="ph4687">
                <a:extLst>
                  <a:ext uri="{FF2B5EF4-FFF2-40B4-BE49-F238E27FC236}">
                    <a16:creationId xmlns:a16="http://schemas.microsoft.com/office/drawing/2014/main" id="{B045AFFA-F69B-DBB3-A5A9-DE20E42BA374}"/>
                  </a:ext>
                </a:extLst>
              </p:cNvPr>
              <p:cNvSpPr/>
              <p:nvPr/>
            </p:nvSpPr>
            <p:spPr>
              <a:xfrm>
                <a:off x="247777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7" name="ph4688">
                <a:extLst>
                  <a:ext uri="{FF2B5EF4-FFF2-40B4-BE49-F238E27FC236}">
                    <a16:creationId xmlns:a16="http://schemas.microsoft.com/office/drawing/2014/main" id="{BB29478B-AF6D-C89D-50F4-8C565E5BEE8E}"/>
                  </a:ext>
                </a:extLst>
              </p:cNvPr>
              <p:cNvSpPr/>
              <p:nvPr/>
            </p:nvSpPr>
            <p:spPr>
              <a:xfrm>
                <a:off x="2496650" y="169340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138" y="896830"/>
                    </a:lnTo>
                    <a:lnTo>
                      <a:pt x="910503" y="898961"/>
                    </a:lnTo>
                    <a:lnTo>
                      <a:pt x="911444" y="905656"/>
                    </a:lnTo>
                    <a:lnTo>
                      <a:pt x="914400" y="91088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8" name="ph4689">
                <a:extLst>
                  <a:ext uri="{FF2B5EF4-FFF2-40B4-BE49-F238E27FC236}">
                    <a16:creationId xmlns:a16="http://schemas.microsoft.com/office/drawing/2014/main" id="{1822A685-40DD-C991-87F2-27911CED1CDD}"/>
                  </a:ext>
                </a:extLst>
              </p:cNvPr>
              <p:cNvSpPr/>
              <p:nvPr/>
            </p:nvSpPr>
            <p:spPr>
              <a:xfrm>
                <a:off x="2496650" y="1693407"/>
                <a:ext cx="9162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9" h="914400">
                    <a:moveTo>
                      <a:pt x="914400" y="914400"/>
                    </a:moveTo>
                    <a:lnTo>
                      <a:pt x="914400" y="910889"/>
                    </a:lnTo>
                    <a:lnTo>
                      <a:pt x="915052" y="912045"/>
                    </a:lnTo>
                    <a:lnTo>
                      <a:pt x="916249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9" name="ph4690">
                <a:extLst>
                  <a:ext uri="{FF2B5EF4-FFF2-40B4-BE49-F238E27FC236}">
                    <a16:creationId xmlns:a16="http://schemas.microsoft.com/office/drawing/2014/main" id="{3D523315-0947-026F-B73E-64E70BAA753E}"/>
                  </a:ext>
                </a:extLst>
              </p:cNvPr>
              <p:cNvSpPr/>
              <p:nvPr/>
            </p:nvSpPr>
            <p:spPr>
              <a:xfrm>
                <a:off x="3176348" y="1675838"/>
                <a:ext cx="914400" cy="9217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9">
                    <a:moveTo>
                      <a:pt x="914400" y="914400"/>
                    </a:moveTo>
                    <a:lnTo>
                      <a:pt x="914400" y="921729"/>
                    </a:lnTo>
                    <a:lnTo>
                      <a:pt x="909869" y="916291"/>
                    </a:lnTo>
                    <a:lnTo>
                      <a:pt x="908459" y="9144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0" name="ph4691">
                <a:extLst>
                  <a:ext uri="{FF2B5EF4-FFF2-40B4-BE49-F238E27FC236}">
                    <a16:creationId xmlns:a16="http://schemas.microsoft.com/office/drawing/2014/main" id="{E1A80532-AD81-B0A5-DB55-18E5F9CABED1}"/>
                  </a:ext>
                </a:extLst>
              </p:cNvPr>
              <p:cNvSpPr/>
              <p:nvPr/>
            </p:nvSpPr>
            <p:spPr>
              <a:xfrm>
                <a:off x="3176348" y="1675838"/>
                <a:ext cx="923840" cy="93137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37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373"/>
                    </a:lnTo>
                    <a:lnTo>
                      <a:pt x="919905" y="927663"/>
                    </a:lnTo>
                    <a:lnTo>
                      <a:pt x="914808" y="922219"/>
                    </a:lnTo>
                    <a:lnTo>
                      <a:pt x="914400" y="92172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1" name="ph4692">
                <a:extLst>
                  <a:ext uri="{FF2B5EF4-FFF2-40B4-BE49-F238E27FC236}">
                    <a16:creationId xmlns:a16="http://schemas.microsoft.com/office/drawing/2014/main" id="{96774296-9902-5B41-2D7B-4677A19D7375}"/>
                  </a:ext>
                </a:extLst>
              </p:cNvPr>
              <p:cNvSpPr/>
              <p:nvPr/>
            </p:nvSpPr>
            <p:spPr>
              <a:xfrm>
                <a:off x="318578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32" y="931969"/>
                    </a:lnTo>
                    <a:lnTo>
                      <a:pt x="914399" y="931373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2" name="ph4693">
                <a:extLst>
                  <a:ext uri="{FF2B5EF4-FFF2-40B4-BE49-F238E27FC236}">
                    <a16:creationId xmlns:a16="http://schemas.microsoft.com/office/drawing/2014/main" id="{81B51CE4-7767-8127-6719-4DF6CE5C4825}"/>
                  </a:ext>
                </a:extLst>
              </p:cNvPr>
              <p:cNvSpPr/>
              <p:nvPr/>
            </p:nvSpPr>
            <p:spPr>
              <a:xfrm>
                <a:off x="319522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3" name="ph4694">
                <a:extLst>
                  <a:ext uri="{FF2B5EF4-FFF2-40B4-BE49-F238E27FC236}">
                    <a16:creationId xmlns:a16="http://schemas.microsoft.com/office/drawing/2014/main" id="{E64B1816-7BBB-0D6B-BC1F-FAA6DFA0DAAB}"/>
                  </a:ext>
                </a:extLst>
              </p:cNvPr>
              <p:cNvSpPr/>
              <p:nvPr/>
            </p:nvSpPr>
            <p:spPr>
              <a:xfrm>
                <a:off x="320466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4" name="ph4695">
                <a:extLst>
                  <a:ext uri="{FF2B5EF4-FFF2-40B4-BE49-F238E27FC236}">
                    <a16:creationId xmlns:a16="http://schemas.microsoft.com/office/drawing/2014/main" id="{02E31619-A06C-5048-8C15-4E92D8F0C5BB}"/>
                  </a:ext>
                </a:extLst>
              </p:cNvPr>
              <p:cNvSpPr/>
              <p:nvPr/>
            </p:nvSpPr>
            <p:spPr>
              <a:xfrm>
                <a:off x="321410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5" name="ph4696">
                <a:extLst>
                  <a:ext uri="{FF2B5EF4-FFF2-40B4-BE49-F238E27FC236}">
                    <a16:creationId xmlns:a16="http://schemas.microsoft.com/office/drawing/2014/main" id="{1600D9F4-1AF9-857F-67FF-824D8A581EDD}"/>
                  </a:ext>
                </a:extLst>
              </p:cNvPr>
              <p:cNvSpPr/>
              <p:nvPr/>
            </p:nvSpPr>
            <p:spPr>
              <a:xfrm>
                <a:off x="322354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6" name="ph4697">
                <a:extLst>
                  <a:ext uri="{FF2B5EF4-FFF2-40B4-BE49-F238E27FC236}">
                    <a16:creationId xmlns:a16="http://schemas.microsoft.com/office/drawing/2014/main" id="{EA7A307B-8CFC-1162-3206-4D1C22C7A712}"/>
                  </a:ext>
                </a:extLst>
              </p:cNvPr>
              <p:cNvSpPr/>
              <p:nvPr/>
            </p:nvSpPr>
            <p:spPr>
              <a:xfrm>
                <a:off x="323298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7" name="ph4698">
                <a:extLst>
                  <a:ext uri="{FF2B5EF4-FFF2-40B4-BE49-F238E27FC236}">
                    <a16:creationId xmlns:a16="http://schemas.microsoft.com/office/drawing/2014/main" id="{DDCA08AD-CC1C-81F2-EDA0-402BD9BC2F26}"/>
                  </a:ext>
                </a:extLst>
              </p:cNvPr>
              <p:cNvSpPr/>
              <p:nvPr/>
            </p:nvSpPr>
            <p:spPr>
              <a:xfrm>
                <a:off x="324242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8" name="ph4699">
                <a:extLst>
                  <a:ext uri="{FF2B5EF4-FFF2-40B4-BE49-F238E27FC236}">
                    <a16:creationId xmlns:a16="http://schemas.microsoft.com/office/drawing/2014/main" id="{D213D8F4-3D85-CC39-F64C-21F64837A39E}"/>
                  </a:ext>
                </a:extLst>
              </p:cNvPr>
              <p:cNvSpPr/>
              <p:nvPr/>
            </p:nvSpPr>
            <p:spPr>
              <a:xfrm>
                <a:off x="325187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9" name="ph4700">
                <a:extLst>
                  <a:ext uri="{FF2B5EF4-FFF2-40B4-BE49-F238E27FC236}">
                    <a16:creationId xmlns:a16="http://schemas.microsoft.com/office/drawing/2014/main" id="{66188AFA-B098-63C5-6281-B6DDB8FA4FB8}"/>
                  </a:ext>
                </a:extLst>
              </p:cNvPr>
              <p:cNvSpPr/>
              <p:nvPr/>
            </p:nvSpPr>
            <p:spPr>
              <a:xfrm>
                <a:off x="326131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0" name="ph4701">
                <a:extLst>
                  <a:ext uri="{FF2B5EF4-FFF2-40B4-BE49-F238E27FC236}">
                    <a16:creationId xmlns:a16="http://schemas.microsoft.com/office/drawing/2014/main" id="{F3A507E9-DE4B-76A2-7D2D-8066B7BA3D6E}"/>
                  </a:ext>
                </a:extLst>
              </p:cNvPr>
              <p:cNvSpPr/>
              <p:nvPr/>
            </p:nvSpPr>
            <p:spPr>
              <a:xfrm>
                <a:off x="327075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1" name="ph4702">
                <a:extLst>
                  <a:ext uri="{FF2B5EF4-FFF2-40B4-BE49-F238E27FC236}">
                    <a16:creationId xmlns:a16="http://schemas.microsoft.com/office/drawing/2014/main" id="{F1831E18-787E-94A0-A2CB-20E6F7BB1342}"/>
                  </a:ext>
                </a:extLst>
              </p:cNvPr>
              <p:cNvSpPr/>
              <p:nvPr/>
            </p:nvSpPr>
            <p:spPr>
              <a:xfrm>
                <a:off x="328019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2" name="ph4703">
                <a:extLst>
                  <a:ext uri="{FF2B5EF4-FFF2-40B4-BE49-F238E27FC236}">
                    <a16:creationId xmlns:a16="http://schemas.microsoft.com/office/drawing/2014/main" id="{13B8D234-0615-05AA-8F2B-4DF5806C4A0D}"/>
                  </a:ext>
                </a:extLst>
              </p:cNvPr>
              <p:cNvSpPr/>
              <p:nvPr/>
            </p:nvSpPr>
            <p:spPr>
              <a:xfrm>
                <a:off x="328963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3" name="ph4704">
                <a:extLst>
                  <a:ext uri="{FF2B5EF4-FFF2-40B4-BE49-F238E27FC236}">
                    <a16:creationId xmlns:a16="http://schemas.microsoft.com/office/drawing/2014/main" id="{C4FEFF93-474E-F8C4-608C-4FCD307E7F6D}"/>
                  </a:ext>
                </a:extLst>
              </p:cNvPr>
              <p:cNvSpPr/>
              <p:nvPr/>
            </p:nvSpPr>
            <p:spPr>
              <a:xfrm>
                <a:off x="329907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4" name="ph4705">
                <a:extLst>
                  <a:ext uri="{FF2B5EF4-FFF2-40B4-BE49-F238E27FC236}">
                    <a16:creationId xmlns:a16="http://schemas.microsoft.com/office/drawing/2014/main" id="{5A19A768-2E09-AD21-0F24-FA743D21E2A1}"/>
                  </a:ext>
                </a:extLst>
              </p:cNvPr>
              <p:cNvSpPr/>
              <p:nvPr/>
            </p:nvSpPr>
            <p:spPr>
              <a:xfrm>
                <a:off x="330851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5" name="ph4706">
                <a:extLst>
                  <a:ext uri="{FF2B5EF4-FFF2-40B4-BE49-F238E27FC236}">
                    <a16:creationId xmlns:a16="http://schemas.microsoft.com/office/drawing/2014/main" id="{91EFB85E-8776-F2A3-E647-6C25889F0147}"/>
                  </a:ext>
                </a:extLst>
              </p:cNvPr>
              <p:cNvSpPr/>
              <p:nvPr/>
            </p:nvSpPr>
            <p:spPr>
              <a:xfrm>
                <a:off x="331795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6" name="ph4707">
                <a:extLst>
                  <a:ext uri="{FF2B5EF4-FFF2-40B4-BE49-F238E27FC236}">
                    <a16:creationId xmlns:a16="http://schemas.microsoft.com/office/drawing/2014/main" id="{95DA7E59-5FF6-2676-4F7A-14CED8BFC73B}"/>
                  </a:ext>
                </a:extLst>
              </p:cNvPr>
              <p:cNvSpPr/>
              <p:nvPr/>
            </p:nvSpPr>
            <p:spPr>
              <a:xfrm>
                <a:off x="332739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7" name="ph4708">
                <a:extLst>
                  <a:ext uri="{FF2B5EF4-FFF2-40B4-BE49-F238E27FC236}">
                    <a16:creationId xmlns:a16="http://schemas.microsoft.com/office/drawing/2014/main" id="{6E4471EA-3701-52A1-6626-1673A700EDCC}"/>
                  </a:ext>
                </a:extLst>
              </p:cNvPr>
              <p:cNvSpPr/>
              <p:nvPr/>
            </p:nvSpPr>
            <p:spPr>
              <a:xfrm>
                <a:off x="333683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8" name="ph4709">
                <a:extLst>
                  <a:ext uri="{FF2B5EF4-FFF2-40B4-BE49-F238E27FC236}">
                    <a16:creationId xmlns:a16="http://schemas.microsoft.com/office/drawing/2014/main" id="{63F4ABF4-09D5-335C-9326-438C972619FE}"/>
                  </a:ext>
                </a:extLst>
              </p:cNvPr>
              <p:cNvSpPr/>
              <p:nvPr/>
            </p:nvSpPr>
            <p:spPr>
              <a:xfrm>
                <a:off x="334627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9" name="ph4710">
                <a:extLst>
                  <a:ext uri="{FF2B5EF4-FFF2-40B4-BE49-F238E27FC236}">
                    <a16:creationId xmlns:a16="http://schemas.microsoft.com/office/drawing/2014/main" id="{CEB2E842-B834-2550-163B-FC434ADD935B}"/>
                  </a:ext>
                </a:extLst>
              </p:cNvPr>
              <p:cNvSpPr/>
              <p:nvPr/>
            </p:nvSpPr>
            <p:spPr>
              <a:xfrm>
                <a:off x="335571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0" name="ph4711">
                <a:extLst>
                  <a:ext uri="{FF2B5EF4-FFF2-40B4-BE49-F238E27FC236}">
                    <a16:creationId xmlns:a16="http://schemas.microsoft.com/office/drawing/2014/main" id="{8F0EBF5C-16B4-6624-7C49-5E3CAC0EDD6D}"/>
                  </a:ext>
                </a:extLst>
              </p:cNvPr>
              <p:cNvSpPr/>
              <p:nvPr/>
            </p:nvSpPr>
            <p:spPr>
              <a:xfrm>
                <a:off x="336515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1" name="ph4712">
                <a:extLst>
                  <a:ext uri="{FF2B5EF4-FFF2-40B4-BE49-F238E27FC236}">
                    <a16:creationId xmlns:a16="http://schemas.microsoft.com/office/drawing/2014/main" id="{F1C72437-EAE4-1010-79E7-A9175F4E8A82}"/>
                  </a:ext>
                </a:extLst>
              </p:cNvPr>
              <p:cNvSpPr/>
              <p:nvPr/>
            </p:nvSpPr>
            <p:spPr>
              <a:xfrm>
                <a:off x="337459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2" name="ph4713">
                <a:extLst>
                  <a:ext uri="{FF2B5EF4-FFF2-40B4-BE49-F238E27FC236}">
                    <a16:creationId xmlns:a16="http://schemas.microsoft.com/office/drawing/2014/main" id="{78A71DA1-24CC-F791-B9D6-D3A2CC3EE217}"/>
                  </a:ext>
                </a:extLst>
              </p:cNvPr>
              <p:cNvSpPr/>
              <p:nvPr/>
            </p:nvSpPr>
            <p:spPr>
              <a:xfrm>
                <a:off x="338403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3" name="ph4714">
                <a:extLst>
                  <a:ext uri="{FF2B5EF4-FFF2-40B4-BE49-F238E27FC236}">
                    <a16:creationId xmlns:a16="http://schemas.microsoft.com/office/drawing/2014/main" id="{F57BAD3F-269E-F960-7216-D1E4BC228D90}"/>
                  </a:ext>
                </a:extLst>
              </p:cNvPr>
              <p:cNvSpPr/>
              <p:nvPr/>
            </p:nvSpPr>
            <p:spPr>
              <a:xfrm>
                <a:off x="339347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4" name="ph4715">
                <a:extLst>
                  <a:ext uri="{FF2B5EF4-FFF2-40B4-BE49-F238E27FC236}">
                    <a16:creationId xmlns:a16="http://schemas.microsoft.com/office/drawing/2014/main" id="{75F57D28-0ED4-5521-10AB-3CF5008507DE}"/>
                  </a:ext>
                </a:extLst>
              </p:cNvPr>
              <p:cNvSpPr/>
              <p:nvPr/>
            </p:nvSpPr>
            <p:spPr>
              <a:xfrm>
                <a:off x="340291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5" name="ph4716">
                <a:extLst>
                  <a:ext uri="{FF2B5EF4-FFF2-40B4-BE49-F238E27FC236}">
                    <a16:creationId xmlns:a16="http://schemas.microsoft.com/office/drawing/2014/main" id="{18F0BE78-1B82-101C-9EE2-764F0551A5E8}"/>
                  </a:ext>
                </a:extLst>
              </p:cNvPr>
              <p:cNvSpPr/>
              <p:nvPr/>
            </p:nvSpPr>
            <p:spPr>
              <a:xfrm>
                <a:off x="341235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6" name="ph4717">
                <a:extLst>
                  <a:ext uri="{FF2B5EF4-FFF2-40B4-BE49-F238E27FC236}">
                    <a16:creationId xmlns:a16="http://schemas.microsoft.com/office/drawing/2014/main" id="{5DCCE046-EE6C-DF2A-983B-E34FCE7FC045}"/>
                  </a:ext>
                </a:extLst>
              </p:cNvPr>
              <p:cNvSpPr/>
              <p:nvPr/>
            </p:nvSpPr>
            <p:spPr>
              <a:xfrm>
                <a:off x="342179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7" name="ph4718">
                <a:extLst>
                  <a:ext uri="{FF2B5EF4-FFF2-40B4-BE49-F238E27FC236}">
                    <a16:creationId xmlns:a16="http://schemas.microsoft.com/office/drawing/2014/main" id="{0C5646EB-50E0-0502-A4C8-D434C7DB69C6}"/>
                  </a:ext>
                </a:extLst>
              </p:cNvPr>
              <p:cNvSpPr/>
              <p:nvPr/>
            </p:nvSpPr>
            <p:spPr>
              <a:xfrm>
                <a:off x="343123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8" name="ph4719">
                <a:extLst>
                  <a:ext uri="{FF2B5EF4-FFF2-40B4-BE49-F238E27FC236}">
                    <a16:creationId xmlns:a16="http://schemas.microsoft.com/office/drawing/2014/main" id="{76EBD152-ABF2-1336-0E26-6667EDB40011}"/>
                  </a:ext>
                </a:extLst>
              </p:cNvPr>
              <p:cNvSpPr/>
              <p:nvPr/>
            </p:nvSpPr>
            <p:spPr>
              <a:xfrm>
                <a:off x="344067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9" name="ph4720">
                <a:extLst>
                  <a:ext uri="{FF2B5EF4-FFF2-40B4-BE49-F238E27FC236}">
                    <a16:creationId xmlns:a16="http://schemas.microsoft.com/office/drawing/2014/main" id="{96AF1CAC-5471-7F70-EF88-7524A5C73E25}"/>
                  </a:ext>
                </a:extLst>
              </p:cNvPr>
              <p:cNvSpPr/>
              <p:nvPr/>
            </p:nvSpPr>
            <p:spPr>
              <a:xfrm>
                <a:off x="3450115" y="169340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313"/>
                    </a:lnTo>
                    <a:lnTo>
                      <a:pt x="922708" y="906121"/>
                    </a:lnTo>
                    <a:lnTo>
                      <a:pt x="918988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0" name="ph4721">
                <a:extLst>
                  <a:ext uri="{FF2B5EF4-FFF2-40B4-BE49-F238E27FC236}">
                    <a16:creationId xmlns:a16="http://schemas.microsoft.com/office/drawing/2014/main" id="{F6576F1C-3C30-9971-6901-89F398EF51AF}"/>
                  </a:ext>
                </a:extLst>
              </p:cNvPr>
              <p:cNvSpPr/>
              <p:nvPr/>
            </p:nvSpPr>
            <p:spPr>
              <a:xfrm>
                <a:off x="3459555" y="1675838"/>
                <a:ext cx="916997" cy="920883"/>
              </a:xfrm>
              <a:custGeom>
                <a:avLst/>
                <a:gdLst/>
                <a:ahLst/>
                <a:cxnLst/>
                <a:rect l="0" t="0" r="0" b="0"/>
                <a:pathLst>
                  <a:path w="916997" h="920883">
                    <a:moveTo>
                      <a:pt x="914400" y="914400"/>
                    </a:moveTo>
                    <a:lnTo>
                      <a:pt x="916997" y="914400"/>
                    </a:lnTo>
                    <a:lnTo>
                      <a:pt x="916861" y="914775"/>
                    </a:lnTo>
                    <a:lnTo>
                      <a:pt x="914400" y="920883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1" name="ph4722">
                <a:extLst>
                  <a:ext uri="{FF2B5EF4-FFF2-40B4-BE49-F238E27FC236}">
                    <a16:creationId xmlns:a16="http://schemas.microsoft.com/office/drawing/2014/main" id="{4F6F3775-A3E9-FC45-EB4A-7E632427CDCC}"/>
                  </a:ext>
                </a:extLst>
              </p:cNvPr>
              <p:cNvSpPr/>
              <p:nvPr/>
            </p:nvSpPr>
            <p:spPr>
              <a:xfrm>
                <a:off x="2194563" y="165826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41" y="931969"/>
                    </a:lnTo>
                    <a:lnTo>
                      <a:pt x="911429" y="925764"/>
                    </a:lnTo>
                    <a:lnTo>
                      <a:pt x="909552" y="915320"/>
                    </a:lnTo>
                    <a:lnTo>
                      <a:pt x="909415" y="914400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2" name="ph4723">
                <a:extLst>
                  <a:ext uri="{FF2B5EF4-FFF2-40B4-BE49-F238E27FC236}">
                    <a16:creationId xmlns:a16="http://schemas.microsoft.com/office/drawing/2014/main" id="{40E1CCE1-D4D0-F723-7A4D-1C4854DB76A0}"/>
                  </a:ext>
                </a:extLst>
              </p:cNvPr>
              <p:cNvSpPr/>
              <p:nvPr/>
            </p:nvSpPr>
            <p:spPr>
              <a:xfrm>
                <a:off x="219456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3" name="ph4724">
                <a:extLst>
                  <a:ext uri="{FF2B5EF4-FFF2-40B4-BE49-F238E27FC236}">
                    <a16:creationId xmlns:a16="http://schemas.microsoft.com/office/drawing/2014/main" id="{C44A4E4F-00A6-CD39-C84E-D47FCB2CDA16}"/>
                  </a:ext>
                </a:extLst>
              </p:cNvPr>
              <p:cNvSpPr/>
              <p:nvPr/>
            </p:nvSpPr>
            <p:spPr>
              <a:xfrm>
                <a:off x="220400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4" name="ph4725">
                <a:extLst>
                  <a:ext uri="{FF2B5EF4-FFF2-40B4-BE49-F238E27FC236}">
                    <a16:creationId xmlns:a16="http://schemas.microsoft.com/office/drawing/2014/main" id="{E34ABAEB-5F70-6949-B7C8-A9CA48BE94B1}"/>
                  </a:ext>
                </a:extLst>
              </p:cNvPr>
              <p:cNvSpPr/>
              <p:nvPr/>
            </p:nvSpPr>
            <p:spPr>
              <a:xfrm>
                <a:off x="221344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5" name="ph4726">
                <a:extLst>
                  <a:ext uri="{FF2B5EF4-FFF2-40B4-BE49-F238E27FC236}">
                    <a16:creationId xmlns:a16="http://schemas.microsoft.com/office/drawing/2014/main" id="{18DF9CAB-389C-4E3F-CBD6-270158C0BA28}"/>
                  </a:ext>
                </a:extLst>
              </p:cNvPr>
              <p:cNvSpPr/>
              <p:nvPr/>
            </p:nvSpPr>
            <p:spPr>
              <a:xfrm>
                <a:off x="222288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6" name="ph4727">
                <a:extLst>
                  <a:ext uri="{FF2B5EF4-FFF2-40B4-BE49-F238E27FC236}">
                    <a16:creationId xmlns:a16="http://schemas.microsoft.com/office/drawing/2014/main" id="{6F8E00CA-CB29-03BD-2C4B-A3BFA056B6AE}"/>
                  </a:ext>
                </a:extLst>
              </p:cNvPr>
              <p:cNvSpPr/>
              <p:nvPr/>
            </p:nvSpPr>
            <p:spPr>
              <a:xfrm>
                <a:off x="223232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7" name="ph4728">
                <a:extLst>
                  <a:ext uri="{FF2B5EF4-FFF2-40B4-BE49-F238E27FC236}">
                    <a16:creationId xmlns:a16="http://schemas.microsoft.com/office/drawing/2014/main" id="{A231C095-50F7-F0A4-89B3-BE470A3AD278}"/>
                  </a:ext>
                </a:extLst>
              </p:cNvPr>
              <p:cNvSpPr/>
              <p:nvPr/>
            </p:nvSpPr>
            <p:spPr>
              <a:xfrm>
                <a:off x="224176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8" name="ph4729">
                <a:extLst>
                  <a:ext uri="{FF2B5EF4-FFF2-40B4-BE49-F238E27FC236}">
                    <a16:creationId xmlns:a16="http://schemas.microsoft.com/office/drawing/2014/main" id="{AA51AA50-07CB-924B-4EEA-8D091A129737}"/>
                  </a:ext>
                </a:extLst>
              </p:cNvPr>
              <p:cNvSpPr/>
              <p:nvPr/>
            </p:nvSpPr>
            <p:spPr>
              <a:xfrm>
                <a:off x="225120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9" name="ph4730">
                <a:extLst>
                  <a:ext uri="{FF2B5EF4-FFF2-40B4-BE49-F238E27FC236}">
                    <a16:creationId xmlns:a16="http://schemas.microsoft.com/office/drawing/2014/main" id="{3842F007-3A2B-A086-C1E7-5E96D7BAFDD5}"/>
                  </a:ext>
                </a:extLst>
              </p:cNvPr>
              <p:cNvSpPr/>
              <p:nvPr/>
            </p:nvSpPr>
            <p:spPr>
              <a:xfrm>
                <a:off x="226064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0" name="ph4731">
                <a:extLst>
                  <a:ext uri="{FF2B5EF4-FFF2-40B4-BE49-F238E27FC236}">
                    <a16:creationId xmlns:a16="http://schemas.microsoft.com/office/drawing/2014/main" id="{16C9CEA7-3284-1F78-D50C-39534E9F3B08}"/>
                  </a:ext>
                </a:extLst>
              </p:cNvPr>
              <p:cNvSpPr/>
              <p:nvPr/>
            </p:nvSpPr>
            <p:spPr>
              <a:xfrm>
                <a:off x="227008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1" name="ph4732">
                <a:extLst>
                  <a:ext uri="{FF2B5EF4-FFF2-40B4-BE49-F238E27FC236}">
                    <a16:creationId xmlns:a16="http://schemas.microsoft.com/office/drawing/2014/main" id="{98509CDF-38D0-02D0-9272-2EC0E6A9B469}"/>
                  </a:ext>
                </a:extLst>
              </p:cNvPr>
              <p:cNvSpPr/>
              <p:nvPr/>
            </p:nvSpPr>
            <p:spPr>
              <a:xfrm>
                <a:off x="227952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2" name="ph4733">
                <a:extLst>
                  <a:ext uri="{FF2B5EF4-FFF2-40B4-BE49-F238E27FC236}">
                    <a16:creationId xmlns:a16="http://schemas.microsoft.com/office/drawing/2014/main" id="{23DA249F-CC67-6F71-32F0-1559A6F8EBDC}"/>
                  </a:ext>
                </a:extLst>
              </p:cNvPr>
              <p:cNvSpPr/>
              <p:nvPr/>
            </p:nvSpPr>
            <p:spPr>
              <a:xfrm>
                <a:off x="228896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3" name="ph4734">
                <a:extLst>
                  <a:ext uri="{FF2B5EF4-FFF2-40B4-BE49-F238E27FC236}">
                    <a16:creationId xmlns:a16="http://schemas.microsoft.com/office/drawing/2014/main" id="{519807FA-ABD5-C7B7-CC09-C4C34B52C2A1}"/>
                  </a:ext>
                </a:extLst>
              </p:cNvPr>
              <p:cNvSpPr/>
              <p:nvPr/>
            </p:nvSpPr>
            <p:spPr>
              <a:xfrm>
                <a:off x="229840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4" name="ph4735">
                <a:extLst>
                  <a:ext uri="{FF2B5EF4-FFF2-40B4-BE49-F238E27FC236}">
                    <a16:creationId xmlns:a16="http://schemas.microsoft.com/office/drawing/2014/main" id="{395E40DC-B055-B4F6-8FB2-FCC2D179A5C4}"/>
                  </a:ext>
                </a:extLst>
              </p:cNvPr>
              <p:cNvSpPr/>
              <p:nvPr/>
            </p:nvSpPr>
            <p:spPr>
              <a:xfrm>
                <a:off x="230784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5" name="ph4736">
                <a:extLst>
                  <a:ext uri="{FF2B5EF4-FFF2-40B4-BE49-F238E27FC236}">
                    <a16:creationId xmlns:a16="http://schemas.microsoft.com/office/drawing/2014/main" id="{1CCF7B45-E712-CD91-E267-EC4D80F0BB73}"/>
                  </a:ext>
                </a:extLst>
              </p:cNvPr>
              <p:cNvSpPr/>
              <p:nvPr/>
            </p:nvSpPr>
            <p:spPr>
              <a:xfrm>
                <a:off x="231728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6" name="ph4737">
                <a:extLst>
                  <a:ext uri="{FF2B5EF4-FFF2-40B4-BE49-F238E27FC236}">
                    <a16:creationId xmlns:a16="http://schemas.microsoft.com/office/drawing/2014/main" id="{EE6959AC-41FE-6C20-76C9-CBA86A302EE7}"/>
                  </a:ext>
                </a:extLst>
              </p:cNvPr>
              <p:cNvSpPr/>
              <p:nvPr/>
            </p:nvSpPr>
            <p:spPr>
              <a:xfrm>
                <a:off x="232672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7" name="ph4738">
                <a:extLst>
                  <a:ext uri="{FF2B5EF4-FFF2-40B4-BE49-F238E27FC236}">
                    <a16:creationId xmlns:a16="http://schemas.microsoft.com/office/drawing/2014/main" id="{F9E77250-0C2F-782C-66A5-030549BDDA0A}"/>
                  </a:ext>
                </a:extLst>
              </p:cNvPr>
              <p:cNvSpPr/>
              <p:nvPr/>
            </p:nvSpPr>
            <p:spPr>
              <a:xfrm>
                <a:off x="233616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8" name="ph4739">
                <a:extLst>
                  <a:ext uri="{FF2B5EF4-FFF2-40B4-BE49-F238E27FC236}">
                    <a16:creationId xmlns:a16="http://schemas.microsoft.com/office/drawing/2014/main" id="{5874CD41-39C9-AB37-4CCC-0F27FBAA449F}"/>
                  </a:ext>
                </a:extLst>
              </p:cNvPr>
              <p:cNvSpPr/>
              <p:nvPr/>
            </p:nvSpPr>
            <p:spPr>
              <a:xfrm>
                <a:off x="234560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9" name="ph4740">
                <a:extLst>
                  <a:ext uri="{FF2B5EF4-FFF2-40B4-BE49-F238E27FC236}">
                    <a16:creationId xmlns:a16="http://schemas.microsoft.com/office/drawing/2014/main" id="{001F6B63-7DE3-0186-77AD-C41CE84DD1EB}"/>
                  </a:ext>
                </a:extLst>
              </p:cNvPr>
              <p:cNvSpPr/>
              <p:nvPr/>
            </p:nvSpPr>
            <p:spPr>
              <a:xfrm>
                <a:off x="235504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0" name="ph4741">
                <a:extLst>
                  <a:ext uri="{FF2B5EF4-FFF2-40B4-BE49-F238E27FC236}">
                    <a16:creationId xmlns:a16="http://schemas.microsoft.com/office/drawing/2014/main" id="{9DE01B16-6F53-637E-B887-F25EA5244CB6}"/>
                  </a:ext>
                </a:extLst>
              </p:cNvPr>
              <p:cNvSpPr/>
              <p:nvPr/>
            </p:nvSpPr>
            <p:spPr>
              <a:xfrm>
                <a:off x="236448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1" name="ph4742">
                <a:extLst>
                  <a:ext uri="{FF2B5EF4-FFF2-40B4-BE49-F238E27FC236}">
                    <a16:creationId xmlns:a16="http://schemas.microsoft.com/office/drawing/2014/main" id="{A49DABF9-3018-E348-34A7-54C39D421DF3}"/>
                  </a:ext>
                </a:extLst>
              </p:cNvPr>
              <p:cNvSpPr/>
              <p:nvPr/>
            </p:nvSpPr>
            <p:spPr>
              <a:xfrm>
                <a:off x="237392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2" name="ph4743">
                <a:extLst>
                  <a:ext uri="{FF2B5EF4-FFF2-40B4-BE49-F238E27FC236}">
                    <a16:creationId xmlns:a16="http://schemas.microsoft.com/office/drawing/2014/main" id="{A408DF59-18A5-A963-73A0-726DE651786A}"/>
                  </a:ext>
                </a:extLst>
              </p:cNvPr>
              <p:cNvSpPr/>
              <p:nvPr/>
            </p:nvSpPr>
            <p:spPr>
              <a:xfrm>
                <a:off x="238336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3" name="ph4744">
                <a:extLst>
                  <a:ext uri="{FF2B5EF4-FFF2-40B4-BE49-F238E27FC236}">
                    <a16:creationId xmlns:a16="http://schemas.microsoft.com/office/drawing/2014/main" id="{EFBD6BBC-8628-E842-F683-9F4495BC8BFC}"/>
                  </a:ext>
                </a:extLst>
              </p:cNvPr>
              <p:cNvSpPr/>
              <p:nvPr/>
            </p:nvSpPr>
            <p:spPr>
              <a:xfrm>
                <a:off x="239280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4" name="ph4745">
                <a:extLst>
                  <a:ext uri="{FF2B5EF4-FFF2-40B4-BE49-F238E27FC236}">
                    <a16:creationId xmlns:a16="http://schemas.microsoft.com/office/drawing/2014/main" id="{249A1FBE-2E87-C98B-FE2D-5C209918DC1A}"/>
                  </a:ext>
                </a:extLst>
              </p:cNvPr>
              <p:cNvSpPr/>
              <p:nvPr/>
            </p:nvSpPr>
            <p:spPr>
              <a:xfrm>
                <a:off x="240224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5" name="ph4746">
                <a:extLst>
                  <a:ext uri="{FF2B5EF4-FFF2-40B4-BE49-F238E27FC236}">
                    <a16:creationId xmlns:a16="http://schemas.microsoft.com/office/drawing/2014/main" id="{95E82A16-601F-2CA1-E0AC-8793A085B989}"/>
                  </a:ext>
                </a:extLst>
              </p:cNvPr>
              <p:cNvSpPr/>
              <p:nvPr/>
            </p:nvSpPr>
            <p:spPr>
              <a:xfrm>
                <a:off x="241168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6" name="ph4747">
                <a:extLst>
                  <a:ext uri="{FF2B5EF4-FFF2-40B4-BE49-F238E27FC236}">
                    <a16:creationId xmlns:a16="http://schemas.microsoft.com/office/drawing/2014/main" id="{583857AC-5943-D4C5-0E79-C963B795896A}"/>
                  </a:ext>
                </a:extLst>
              </p:cNvPr>
              <p:cNvSpPr/>
              <p:nvPr/>
            </p:nvSpPr>
            <p:spPr>
              <a:xfrm>
                <a:off x="242112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7" name="ph4748">
                <a:extLst>
                  <a:ext uri="{FF2B5EF4-FFF2-40B4-BE49-F238E27FC236}">
                    <a16:creationId xmlns:a16="http://schemas.microsoft.com/office/drawing/2014/main" id="{11357C1C-0014-F118-8898-AED6F467A016}"/>
                  </a:ext>
                </a:extLst>
              </p:cNvPr>
              <p:cNvSpPr/>
              <p:nvPr/>
            </p:nvSpPr>
            <p:spPr>
              <a:xfrm>
                <a:off x="243056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8" name="ph4749">
                <a:extLst>
                  <a:ext uri="{FF2B5EF4-FFF2-40B4-BE49-F238E27FC236}">
                    <a16:creationId xmlns:a16="http://schemas.microsoft.com/office/drawing/2014/main" id="{28A4C577-62DE-D5D8-E601-B970E9B5381A}"/>
                  </a:ext>
                </a:extLst>
              </p:cNvPr>
              <p:cNvSpPr/>
              <p:nvPr/>
            </p:nvSpPr>
            <p:spPr>
              <a:xfrm>
                <a:off x="244000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9" name="ph4750">
                <a:extLst>
                  <a:ext uri="{FF2B5EF4-FFF2-40B4-BE49-F238E27FC236}">
                    <a16:creationId xmlns:a16="http://schemas.microsoft.com/office/drawing/2014/main" id="{0A9B3257-B7F1-39EC-05BF-736782C735EB}"/>
                  </a:ext>
                </a:extLst>
              </p:cNvPr>
              <p:cNvSpPr/>
              <p:nvPr/>
            </p:nvSpPr>
            <p:spPr>
              <a:xfrm>
                <a:off x="244944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0" name="ph4751">
                <a:extLst>
                  <a:ext uri="{FF2B5EF4-FFF2-40B4-BE49-F238E27FC236}">
                    <a16:creationId xmlns:a16="http://schemas.microsoft.com/office/drawing/2014/main" id="{349BF456-7009-5D60-5A25-FAA56D84FD83}"/>
                  </a:ext>
                </a:extLst>
              </p:cNvPr>
              <p:cNvSpPr/>
              <p:nvPr/>
            </p:nvSpPr>
            <p:spPr>
              <a:xfrm>
                <a:off x="245889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1" name="ph4752">
                <a:extLst>
                  <a:ext uri="{FF2B5EF4-FFF2-40B4-BE49-F238E27FC236}">
                    <a16:creationId xmlns:a16="http://schemas.microsoft.com/office/drawing/2014/main" id="{A51D17E9-C9D5-89F1-535F-1B8CC70BF87F}"/>
                  </a:ext>
                </a:extLst>
              </p:cNvPr>
              <p:cNvSpPr/>
              <p:nvPr/>
            </p:nvSpPr>
            <p:spPr>
              <a:xfrm>
                <a:off x="246833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2" name="ph4753">
                <a:extLst>
                  <a:ext uri="{FF2B5EF4-FFF2-40B4-BE49-F238E27FC236}">
                    <a16:creationId xmlns:a16="http://schemas.microsoft.com/office/drawing/2014/main" id="{3CA9E98D-FE3B-2718-18DA-EC199EEAFC02}"/>
                  </a:ext>
                </a:extLst>
              </p:cNvPr>
              <p:cNvSpPr/>
              <p:nvPr/>
            </p:nvSpPr>
            <p:spPr>
              <a:xfrm>
                <a:off x="247777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3" name="ph4754">
                <a:extLst>
                  <a:ext uri="{FF2B5EF4-FFF2-40B4-BE49-F238E27FC236}">
                    <a16:creationId xmlns:a16="http://schemas.microsoft.com/office/drawing/2014/main" id="{C01C85A2-109F-5A2D-4705-6F3A2AC23F13}"/>
                  </a:ext>
                </a:extLst>
              </p:cNvPr>
              <p:cNvSpPr/>
              <p:nvPr/>
            </p:nvSpPr>
            <p:spPr>
              <a:xfrm>
                <a:off x="2487210" y="1675838"/>
                <a:ext cx="919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278" y="896830"/>
                    </a:lnTo>
                    <a:lnTo>
                      <a:pt x="918127" y="905934"/>
                    </a:lnTo>
                    <a:lnTo>
                      <a:pt x="919578" y="914400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4" name="ph4755">
                <a:extLst>
                  <a:ext uri="{FF2B5EF4-FFF2-40B4-BE49-F238E27FC236}">
                    <a16:creationId xmlns:a16="http://schemas.microsoft.com/office/drawing/2014/main" id="{3497FBC1-E540-D9E1-F937-4EA54FF74144}"/>
                  </a:ext>
                </a:extLst>
              </p:cNvPr>
              <p:cNvSpPr/>
              <p:nvPr/>
            </p:nvSpPr>
            <p:spPr>
              <a:xfrm>
                <a:off x="3166907" y="1658268"/>
                <a:ext cx="914400" cy="9272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252">
                    <a:moveTo>
                      <a:pt x="914400" y="914400"/>
                    </a:moveTo>
                    <a:lnTo>
                      <a:pt x="914400" y="927252"/>
                    </a:lnTo>
                    <a:lnTo>
                      <a:pt x="909959" y="920616"/>
                    </a:lnTo>
                    <a:lnTo>
                      <a:pt x="906215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5" name="ph4756">
                <a:extLst>
                  <a:ext uri="{FF2B5EF4-FFF2-40B4-BE49-F238E27FC236}">
                    <a16:creationId xmlns:a16="http://schemas.microsoft.com/office/drawing/2014/main" id="{14FF3830-50B1-1331-97D1-6927DD59E81E}"/>
                  </a:ext>
                </a:extLst>
              </p:cNvPr>
              <p:cNvSpPr/>
              <p:nvPr/>
            </p:nvSpPr>
            <p:spPr>
              <a:xfrm>
                <a:off x="316690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99" y="931969"/>
                    </a:lnTo>
                    <a:lnTo>
                      <a:pt x="914542" y="927464"/>
                    </a:lnTo>
                    <a:lnTo>
                      <a:pt x="914400" y="927252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6" name="ph4757">
                <a:extLst>
                  <a:ext uri="{FF2B5EF4-FFF2-40B4-BE49-F238E27FC236}">
                    <a16:creationId xmlns:a16="http://schemas.microsoft.com/office/drawing/2014/main" id="{BB0E6E73-9806-C4CF-7746-36634CAC6579}"/>
                  </a:ext>
                </a:extLst>
              </p:cNvPr>
              <p:cNvSpPr/>
              <p:nvPr/>
            </p:nvSpPr>
            <p:spPr>
              <a:xfrm>
                <a:off x="317634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7" name="ph4758">
                <a:extLst>
                  <a:ext uri="{FF2B5EF4-FFF2-40B4-BE49-F238E27FC236}">
                    <a16:creationId xmlns:a16="http://schemas.microsoft.com/office/drawing/2014/main" id="{DCA1A6BF-2A52-501C-9C4C-DB2F0C8D2AA7}"/>
                  </a:ext>
                </a:extLst>
              </p:cNvPr>
              <p:cNvSpPr/>
              <p:nvPr/>
            </p:nvSpPr>
            <p:spPr>
              <a:xfrm>
                <a:off x="318578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8" name="ph4759">
                <a:extLst>
                  <a:ext uri="{FF2B5EF4-FFF2-40B4-BE49-F238E27FC236}">
                    <a16:creationId xmlns:a16="http://schemas.microsoft.com/office/drawing/2014/main" id="{4FB977A4-99C1-59E5-324A-25960788520E}"/>
                  </a:ext>
                </a:extLst>
              </p:cNvPr>
              <p:cNvSpPr/>
              <p:nvPr/>
            </p:nvSpPr>
            <p:spPr>
              <a:xfrm>
                <a:off x="319522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9" name="ph4760">
                <a:extLst>
                  <a:ext uri="{FF2B5EF4-FFF2-40B4-BE49-F238E27FC236}">
                    <a16:creationId xmlns:a16="http://schemas.microsoft.com/office/drawing/2014/main" id="{5F6E9B6C-57D1-2085-16E6-3FB80E44C464}"/>
                  </a:ext>
                </a:extLst>
              </p:cNvPr>
              <p:cNvSpPr/>
              <p:nvPr/>
            </p:nvSpPr>
            <p:spPr>
              <a:xfrm>
                <a:off x="320466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0" name="ph4761">
                <a:extLst>
                  <a:ext uri="{FF2B5EF4-FFF2-40B4-BE49-F238E27FC236}">
                    <a16:creationId xmlns:a16="http://schemas.microsoft.com/office/drawing/2014/main" id="{7FE32F40-C4A2-5F69-F1F9-A542CC932131}"/>
                  </a:ext>
                </a:extLst>
              </p:cNvPr>
              <p:cNvSpPr/>
              <p:nvPr/>
            </p:nvSpPr>
            <p:spPr>
              <a:xfrm>
                <a:off x="321410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1" name="ph4762">
                <a:extLst>
                  <a:ext uri="{FF2B5EF4-FFF2-40B4-BE49-F238E27FC236}">
                    <a16:creationId xmlns:a16="http://schemas.microsoft.com/office/drawing/2014/main" id="{09EFA86E-51A9-3CB1-01D1-B2CBBADF7918}"/>
                  </a:ext>
                </a:extLst>
              </p:cNvPr>
              <p:cNvSpPr/>
              <p:nvPr/>
            </p:nvSpPr>
            <p:spPr>
              <a:xfrm>
                <a:off x="322354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2" name="ph4763">
                <a:extLst>
                  <a:ext uri="{FF2B5EF4-FFF2-40B4-BE49-F238E27FC236}">
                    <a16:creationId xmlns:a16="http://schemas.microsoft.com/office/drawing/2014/main" id="{80ABC51E-39EC-85A5-6E83-B0AA956B2E32}"/>
                  </a:ext>
                </a:extLst>
              </p:cNvPr>
              <p:cNvSpPr/>
              <p:nvPr/>
            </p:nvSpPr>
            <p:spPr>
              <a:xfrm>
                <a:off x="323298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3" name="ph4764">
                <a:extLst>
                  <a:ext uri="{FF2B5EF4-FFF2-40B4-BE49-F238E27FC236}">
                    <a16:creationId xmlns:a16="http://schemas.microsoft.com/office/drawing/2014/main" id="{21380E38-DBB7-FC6C-5CC1-26063134CB4E}"/>
                  </a:ext>
                </a:extLst>
              </p:cNvPr>
              <p:cNvSpPr/>
              <p:nvPr/>
            </p:nvSpPr>
            <p:spPr>
              <a:xfrm>
                <a:off x="324242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4" name="ph4765">
                <a:extLst>
                  <a:ext uri="{FF2B5EF4-FFF2-40B4-BE49-F238E27FC236}">
                    <a16:creationId xmlns:a16="http://schemas.microsoft.com/office/drawing/2014/main" id="{4D2E35D1-2033-67E7-8518-D86CC2C97368}"/>
                  </a:ext>
                </a:extLst>
              </p:cNvPr>
              <p:cNvSpPr/>
              <p:nvPr/>
            </p:nvSpPr>
            <p:spPr>
              <a:xfrm>
                <a:off x="325187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5" name="ph4766">
                <a:extLst>
                  <a:ext uri="{FF2B5EF4-FFF2-40B4-BE49-F238E27FC236}">
                    <a16:creationId xmlns:a16="http://schemas.microsoft.com/office/drawing/2014/main" id="{A6AC05F8-C539-A94C-6C82-7B3EF54693B1}"/>
                  </a:ext>
                </a:extLst>
              </p:cNvPr>
              <p:cNvSpPr/>
              <p:nvPr/>
            </p:nvSpPr>
            <p:spPr>
              <a:xfrm>
                <a:off x="326131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6" name="ph4767">
                <a:extLst>
                  <a:ext uri="{FF2B5EF4-FFF2-40B4-BE49-F238E27FC236}">
                    <a16:creationId xmlns:a16="http://schemas.microsoft.com/office/drawing/2014/main" id="{68E8171A-7FCC-1522-3853-DFC2A5442866}"/>
                  </a:ext>
                </a:extLst>
              </p:cNvPr>
              <p:cNvSpPr/>
              <p:nvPr/>
            </p:nvSpPr>
            <p:spPr>
              <a:xfrm>
                <a:off x="327075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7" name="ph4768">
                <a:extLst>
                  <a:ext uri="{FF2B5EF4-FFF2-40B4-BE49-F238E27FC236}">
                    <a16:creationId xmlns:a16="http://schemas.microsoft.com/office/drawing/2014/main" id="{8DDF42F9-4E74-3C14-D20B-9AB7105365C2}"/>
                  </a:ext>
                </a:extLst>
              </p:cNvPr>
              <p:cNvSpPr/>
              <p:nvPr/>
            </p:nvSpPr>
            <p:spPr>
              <a:xfrm>
                <a:off x="328019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8" name="ph4769">
                <a:extLst>
                  <a:ext uri="{FF2B5EF4-FFF2-40B4-BE49-F238E27FC236}">
                    <a16:creationId xmlns:a16="http://schemas.microsoft.com/office/drawing/2014/main" id="{FCF56659-7EF3-C547-292E-7E3FBA7952D9}"/>
                  </a:ext>
                </a:extLst>
              </p:cNvPr>
              <p:cNvSpPr/>
              <p:nvPr/>
            </p:nvSpPr>
            <p:spPr>
              <a:xfrm>
                <a:off x="328963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9" name="ph4770">
                <a:extLst>
                  <a:ext uri="{FF2B5EF4-FFF2-40B4-BE49-F238E27FC236}">
                    <a16:creationId xmlns:a16="http://schemas.microsoft.com/office/drawing/2014/main" id="{4EA2687A-68C9-16E3-7BED-0CAA22AB8741}"/>
                  </a:ext>
                </a:extLst>
              </p:cNvPr>
              <p:cNvSpPr/>
              <p:nvPr/>
            </p:nvSpPr>
            <p:spPr>
              <a:xfrm>
                <a:off x="329907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0" name="ph4771">
                <a:extLst>
                  <a:ext uri="{FF2B5EF4-FFF2-40B4-BE49-F238E27FC236}">
                    <a16:creationId xmlns:a16="http://schemas.microsoft.com/office/drawing/2014/main" id="{B20997AA-01C5-0BC2-B5E9-AE41C648C2FD}"/>
                  </a:ext>
                </a:extLst>
              </p:cNvPr>
              <p:cNvSpPr/>
              <p:nvPr/>
            </p:nvSpPr>
            <p:spPr>
              <a:xfrm>
                <a:off x="330851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1" name="ph4772">
                <a:extLst>
                  <a:ext uri="{FF2B5EF4-FFF2-40B4-BE49-F238E27FC236}">
                    <a16:creationId xmlns:a16="http://schemas.microsoft.com/office/drawing/2014/main" id="{788EEA2B-F404-B6A3-84A7-89D5380CA719}"/>
                  </a:ext>
                </a:extLst>
              </p:cNvPr>
              <p:cNvSpPr/>
              <p:nvPr/>
            </p:nvSpPr>
            <p:spPr>
              <a:xfrm>
                <a:off x="331795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2" name="ph4773">
                <a:extLst>
                  <a:ext uri="{FF2B5EF4-FFF2-40B4-BE49-F238E27FC236}">
                    <a16:creationId xmlns:a16="http://schemas.microsoft.com/office/drawing/2014/main" id="{1BA9805B-4EED-BB19-590D-CE4B70C7253A}"/>
                  </a:ext>
                </a:extLst>
              </p:cNvPr>
              <p:cNvSpPr/>
              <p:nvPr/>
            </p:nvSpPr>
            <p:spPr>
              <a:xfrm>
                <a:off x="332739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3" name="ph4774">
                <a:extLst>
                  <a:ext uri="{FF2B5EF4-FFF2-40B4-BE49-F238E27FC236}">
                    <a16:creationId xmlns:a16="http://schemas.microsoft.com/office/drawing/2014/main" id="{A9F5DD82-DB02-3B40-C819-7CADB3DE306C}"/>
                  </a:ext>
                </a:extLst>
              </p:cNvPr>
              <p:cNvSpPr/>
              <p:nvPr/>
            </p:nvSpPr>
            <p:spPr>
              <a:xfrm>
                <a:off x="333683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4" name="ph4775">
                <a:extLst>
                  <a:ext uri="{FF2B5EF4-FFF2-40B4-BE49-F238E27FC236}">
                    <a16:creationId xmlns:a16="http://schemas.microsoft.com/office/drawing/2014/main" id="{D9166380-FF2E-0908-D757-0D2844A3BEE2}"/>
                  </a:ext>
                </a:extLst>
              </p:cNvPr>
              <p:cNvSpPr/>
              <p:nvPr/>
            </p:nvSpPr>
            <p:spPr>
              <a:xfrm>
                <a:off x="334627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5" name="ph4776">
                <a:extLst>
                  <a:ext uri="{FF2B5EF4-FFF2-40B4-BE49-F238E27FC236}">
                    <a16:creationId xmlns:a16="http://schemas.microsoft.com/office/drawing/2014/main" id="{29C00F9F-DA52-9995-2FB8-A16056676FF8}"/>
                  </a:ext>
                </a:extLst>
              </p:cNvPr>
              <p:cNvSpPr/>
              <p:nvPr/>
            </p:nvSpPr>
            <p:spPr>
              <a:xfrm>
                <a:off x="335571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6" name="ph4777">
                <a:extLst>
                  <a:ext uri="{FF2B5EF4-FFF2-40B4-BE49-F238E27FC236}">
                    <a16:creationId xmlns:a16="http://schemas.microsoft.com/office/drawing/2014/main" id="{095D0E2C-1792-116C-BED8-33D48FC5D6BE}"/>
                  </a:ext>
                </a:extLst>
              </p:cNvPr>
              <p:cNvSpPr/>
              <p:nvPr/>
            </p:nvSpPr>
            <p:spPr>
              <a:xfrm>
                <a:off x="336515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7" name="ph4778">
                <a:extLst>
                  <a:ext uri="{FF2B5EF4-FFF2-40B4-BE49-F238E27FC236}">
                    <a16:creationId xmlns:a16="http://schemas.microsoft.com/office/drawing/2014/main" id="{1D786E2A-579F-5DF3-FFF7-599AC3330FCC}"/>
                  </a:ext>
                </a:extLst>
              </p:cNvPr>
              <p:cNvSpPr/>
              <p:nvPr/>
            </p:nvSpPr>
            <p:spPr>
              <a:xfrm>
                <a:off x="337459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8" name="ph4779">
                <a:extLst>
                  <a:ext uri="{FF2B5EF4-FFF2-40B4-BE49-F238E27FC236}">
                    <a16:creationId xmlns:a16="http://schemas.microsoft.com/office/drawing/2014/main" id="{ADEC3B20-00F7-08B8-C43E-E7257DD487F4}"/>
                  </a:ext>
                </a:extLst>
              </p:cNvPr>
              <p:cNvSpPr/>
              <p:nvPr/>
            </p:nvSpPr>
            <p:spPr>
              <a:xfrm>
                <a:off x="338403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9" name="ph4780">
                <a:extLst>
                  <a:ext uri="{FF2B5EF4-FFF2-40B4-BE49-F238E27FC236}">
                    <a16:creationId xmlns:a16="http://schemas.microsoft.com/office/drawing/2014/main" id="{11521ECF-0997-AECE-14F5-F5E94AD02540}"/>
                  </a:ext>
                </a:extLst>
              </p:cNvPr>
              <p:cNvSpPr/>
              <p:nvPr/>
            </p:nvSpPr>
            <p:spPr>
              <a:xfrm>
                <a:off x="339347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0" name="ph4781">
                <a:extLst>
                  <a:ext uri="{FF2B5EF4-FFF2-40B4-BE49-F238E27FC236}">
                    <a16:creationId xmlns:a16="http://schemas.microsoft.com/office/drawing/2014/main" id="{A125B93D-354C-0588-36E9-E650250E5A61}"/>
                  </a:ext>
                </a:extLst>
              </p:cNvPr>
              <p:cNvSpPr/>
              <p:nvPr/>
            </p:nvSpPr>
            <p:spPr>
              <a:xfrm>
                <a:off x="340291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1" name="ph4782">
                <a:extLst>
                  <a:ext uri="{FF2B5EF4-FFF2-40B4-BE49-F238E27FC236}">
                    <a16:creationId xmlns:a16="http://schemas.microsoft.com/office/drawing/2014/main" id="{0AAA7A07-1A33-5C66-035C-69A83141B14E}"/>
                  </a:ext>
                </a:extLst>
              </p:cNvPr>
              <p:cNvSpPr/>
              <p:nvPr/>
            </p:nvSpPr>
            <p:spPr>
              <a:xfrm>
                <a:off x="341235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2" name="ph4783">
                <a:extLst>
                  <a:ext uri="{FF2B5EF4-FFF2-40B4-BE49-F238E27FC236}">
                    <a16:creationId xmlns:a16="http://schemas.microsoft.com/office/drawing/2014/main" id="{5B102463-B72E-D62A-8E0D-A7AE77FBBABA}"/>
                  </a:ext>
                </a:extLst>
              </p:cNvPr>
              <p:cNvSpPr/>
              <p:nvPr/>
            </p:nvSpPr>
            <p:spPr>
              <a:xfrm>
                <a:off x="342179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3" name="ph4784">
                <a:extLst>
                  <a:ext uri="{FF2B5EF4-FFF2-40B4-BE49-F238E27FC236}">
                    <a16:creationId xmlns:a16="http://schemas.microsoft.com/office/drawing/2014/main" id="{FAB9E8D1-23F7-8093-AF16-6FD2C2140C8D}"/>
                  </a:ext>
                </a:extLst>
              </p:cNvPr>
              <p:cNvSpPr/>
              <p:nvPr/>
            </p:nvSpPr>
            <p:spPr>
              <a:xfrm>
                <a:off x="343123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4" name="ph4785">
                <a:extLst>
                  <a:ext uri="{FF2B5EF4-FFF2-40B4-BE49-F238E27FC236}">
                    <a16:creationId xmlns:a16="http://schemas.microsoft.com/office/drawing/2014/main" id="{E0A9F944-3BAD-516C-F54B-2F5C82890B74}"/>
                  </a:ext>
                </a:extLst>
              </p:cNvPr>
              <p:cNvSpPr/>
              <p:nvPr/>
            </p:nvSpPr>
            <p:spPr>
              <a:xfrm>
                <a:off x="344067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5" name="ph4786">
                <a:extLst>
                  <a:ext uri="{FF2B5EF4-FFF2-40B4-BE49-F238E27FC236}">
                    <a16:creationId xmlns:a16="http://schemas.microsoft.com/office/drawing/2014/main" id="{86A44C57-97E9-6717-9845-850061D1BEC6}"/>
                  </a:ext>
                </a:extLst>
              </p:cNvPr>
              <p:cNvSpPr/>
              <p:nvPr/>
            </p:nvSpPr>
            <p:spPr>
              <a:xfrm>
                <a:off x="345011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6" name="ph4787">
                <a:extLst>
                  <a:ext uri="{FF2B5EF4-FFF2-40B4-BE49-F238E27FC236}">
                    <a16:creationId xmlns:a16="http://schemas.microsoft.com/office/drawing/2014/main" id="{2D647D1E-EECE-9D32-7BF9-BE7678AC10D8}"/>
                  </a:ext>
                </a:extLst>
              </p:cNvPr>
              <p:cNvSpPr/>
              <p:nvPr/>
            </p:nvSpPr>
            <p:spPr>
              <a:xfrm>
                <a:off x="3459555" y="167583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0519"/>
                    </a:lnTo>
                    <a:lnTo>
                      <a:pt x="922420" y="901269"/>
                    </a:lnTo>
                    <a:lnTo>
                      <a:pt x="921383" y="901817"/>
                    </a:lnTo>
                    <a:lnTo>
                      <a:pt x="920196" y="905519"/>
                    </a:lnTo>
                    <a:lnTo>
                      <a:pt x="916997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7" name="ph4788">
                <a:extLst>
                  <a:ext uri="{FF2B5EF4-FFF2-40B4-BE49-F238E27FC236}">
                    <a16:creationId xmlns:a16="http://schemas.microsoft.com/office/drawing/2014/main" id="{2738D9F1-2763-5191-8FAC-50A6CA1D6819}"/>
                  </a:ext>
                </a:extLst>
              </p:cNvPr>
              <p:cNvSpPr/>
              <p:nvPr/>
            </p:nvSpPr>
            <p:spPr>
              <a:xfrm>
                <a:off x="3468995" y="1658268"/>
                <a:ext cx="921388" cy="918088"/>
              </a:xfrm>
              <a:custGeom>
                <a:avLst/>
                <a:gdLst/>
                <a:ahLst/>
                <a:cxnLst/>
                <a:rect l="0" t="0" r="0" b="0"/>
                <a:pathLst>
                  <a:path w="921388" h="918088">
                    <a:moveTo>
                      <a:pt x="914400" y="914400"/>
                    </a:moveTo>
                    <a:lnTo>
                      <a:pt x="921388" y="914400"/>
                    </a:lnTo>
                    <a:lnTo>
                      <a:pt x="920163" y="915046"/>
                    </a:lnTo>
                    <a:lnTo>
                      <a:pt x="918726" y="915804"/>
                    </a:lnTo>
                    <a:lnTo>
                      <a:pt x="917289" y="916563"/>
                    </a:lnTo>
                    <a:lnTo>
                      <a:pt x="915852" y="917321"/>
                    </a:lnTo>
                    <a:lnTo>
                      <a:pt x="914400" y="918088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8" name="ph4789">
                <a:extLst>
                  <a:ext uri="{FF2B5EF4-FFF2-40B4-BE49-F238E27FC236}">
                    <a16:creationId xmlns:a16="http://schemas.microsoft.com/office/drawing/2014/main" id="{AE021533-F5CB-DA3C-BFBF-E72BA63B9789}"/>
                  </a:ext>
                </a:extLst>
              </p:cNvPr>
              <p:cNvSpPr/>
              <p:nvPr/>
            </p:nvSpPr>
            <p:spPr>
              <a:xfrm>
                <a:off x="2194563" y="164069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415" y="931969"/>
                    </a:lnTo>
                    <a:lnTo>
                      <a:pt x="907972" y="922277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9" name="ph4790">
                <a:extLst>
                  <a:ext uri="{FF2B5EF4-FFF2-40B4-BE49-F238E27FC236}">
                    <a16:creationId xmlns:a16="http://schemas.microsoft.com/office/drawing/2014/main" id="{07715725-8EEB-E2E3-18A6-A205911BC5F9}"/>
                  </a:ext>
                </a:extLst>
              </p:cNvPr>
              <p:cNvSpPr/>
              <p:nvPr/>
            </p:nvSpPr>
            <p:spPr>
              <a:xfrm>
                <a:off x="219456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0" name="ph4791">
                <a:extLst>
                  <a:ext uri="{FF2B5EF4-FFF2-40B4-BE49-F238E27FC236}">
                    <a16:creationId xmlns:a16="http://schemas.microsoft.com/office/drawing/2014/main" id="{111BE1EE-F8B4-D926-E775-8838AA3E51FB}"/>
                  </a:ext>
                </a:extLst>
              </p:cNvPr>
              <p:cNvSpPr/>
              <p:nvPr/>
            </p:nvSpPr>
            <p:spPr>
              <a:xfrm>
                <a:off x="220400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1" name="ph4792">
                <a:extLst>
                  <a:ext uri="{FF2B5EF4-FFF2-40B4-BE49-F238E27FC236}">
                    <a16:creationId xmlns:a16="http://schemas.microsoft.com/office/drawing/2014/main" id="{98EE16B6-A2B3-0464-F8FD-B0F3F331D03C}"/>
                  </a:ext>
                </a:extLst>
              </p:cNvPr>
              <p:cNvSpPr/>
              <p:nvPr/>
            </p:nvSpPr>
            <p:spPr>
              <a:xfrm>
                <a:off x="221344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2" name="ph4793">
                <a:extLst>
                  <a:ext uri="{FF2B5EF4-FFF2-40B4-BE49-F238E27FC236}">
                    <a16:creationId xmlns:a16="http://schemas.microsoft.com/office/drawing/2014/main" id="{47981D0F-80B6-F8D2-7A2D-EFA442B04323}"/>
                  </a:ext>
                </a:extLst>
              </p:cNvPr>
              <p:cNvSpPr/>
              <p:nvPr/>
            </p:nvSpPr>
            <p:spPr>
              <a:xfrm>
                <a:off x="222288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3" name="ph4794">
                <a:extLst>
                  <a:ext uri="{FF2B5EF4-FFF2-40B4-BE49-F238E27FC236}">
                    <a16:creationId xmlns:a16="http://schemas.microsoft.com/office/drawing/2014/main" id="{0F55B7DE-A815-092F-339B-0FAE01F38E25}"/>
                  </a:ext>
                </a:extLst>
              </p:cNvPr>
              <p:cNvSpPr/>
              <p:nvPr/>
            </p:nvSpPr>
            <p:spPr>
              <a:xfrm>
                <a:off x="223232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4" name="ph4795">
                <a:extLst>
                  <a:ext uri="{FF2B5EF4-FFF2-40B4-BE49-F238E27FC236}">
                    <a16:creationId xmlns:a16="http://schemas.microsoft.com/office/drawing/2014/main" id="{BE183FC5-A1B9-A3B1-4B1F-ED29FAB030CC}"/>
                  </a:ext>
                </a:extLst>
              </p:cNvPr>
              <p:cNvSpPr/>
              <p:nvPr/>
            </p:nvSpPr>
            <p:spPr>
              <a:xfrm>
                <a:off x="224176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5" name="ph4796">
                <a:extLst>
                  <a:ext uri="{FF2B5EF4-FFF2-40B4-BE49-F238E27FC236}">
                    <a16:creationId xmlns:a16="http://schemas.microsoft.com/office/drawing/2014/main" id="{9E8D7015-3D7D-9A3B-8667-421C0B727C7A}"/>
                  </a:ext>
                </a:extLst>
              </p:cNvPr>
              <p:cNvSpPr/>
              <p:nvPr/>
            </p:nvSpPr>
            <p:spPr>
              <a:xfrm>
                <a:off x="225120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6" name="ph4797">
                <a:extLst>
                  <a:ext uri="{FF2B5EF4-FFF2-40B4-BE49-F238E27FC236}">
                    <a16:creationId xmlns:a16="http://schemas.microsoft.com/office/drawing/2014/main" id="{6E874A70-5ED7-B10B-8A71-592C49F4C4D4}"/>
                  </a:ext>
                </a:extLst>
              </p:cNvPr>
              <p:cNvSpPr/>
              <p:nvPr/>
            </p:nvSpPr>
            <p:spPr>
              <a:xfrm>
                <a:off x="226064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7" name="ph4798">
                <a:extLst>
                  <a:ext uri="{FF2B5EF4-FFF2-40B4-BE49-F238E27FC236}">
                    <a16:creationId xmlns:a16="http://schemas.microsoft.com/office/drawing/2014/main" id="{CED7E816-7B6A-CB59-CD5E-4BDCD2448CCA}"/>
                  </a:ext>
                </a:extLst>
              </p:cNvPr>
              <p:cNvSpPr/>
              <p:nvPr/>
            </p:nvSpPr>
            <p:spPr>
              <a:xfrm>
                <a:off x="227008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8" name="ph4799">
                <a:extLst>
                  <a:ext uri="{FF2B5EF4-FFF2-40B4-BE49-F238E27FC236}">
                    <a16:creationId xmlns:a16="http://schemas.microsoft.com/office/drawing/2014/main" id="{9EE02014-1CB4-74A7-FAD8-48434E3773C6}"/>
                  </a:ext>
                </a:extLst>
              </p:cNvPr>
              <p:cNvSpPr/>
              <p:nvPr/>
            </p:nvSpPr>
            <p:spPr>
              <a:xfrm>
                <a:off x="227952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9" name="ph4800">
                <a:extLst>
                  <a:ext uri="{FF2B5EF4-FFF2-40B4-BE49-F238E27FC236}">
                    <a16:creationId xmlns:a16="http://schemas.microsoft.com/office/drawing/2014/main" id="{C82A671F-03B0-053C-FF09-B2FF0EBA4FE8}"/>
                  </a:ext>
                </a:extLst>
              </p:cNvPr>
              <p:cNvSpPr/>
              <p:nvPr/>
            </p:nvSpPr>
            <p:spPr>
              <a:xfrm>
                <a:off x="228896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0" name="ph4801">
                <a:extLst>
                  <a:ext uri="{FF2B5EF4-FFF2-40B4-BE49-F238E27FC236}">
                    <a16:creationId xmlns:a16="http://schemas.microsoft.com/office/drawing/2014/main" id="{74956C1D-98B2-506E-94E9-FD0C26905550}"/>
                  </a:ext>
                </a:extLst>
              </p:cNvPr>
              <p:cNvSpPr/>
              <p:nvPr/>
            </p:nvSpPr>
            <p:spPr>
              <a:xfrm>
                <a:off x="229840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1" name="ph4802">
                <a:extLst>
                  <a:ext uri="{FF2B5EF4-FFF2-40B4-BE49-F238E27FC236}">
                    <a16:creationId xmlns:a16="http://schemas.microsoft.com/office/drawing/2014/main" id="{A4881944-B84D-E7DC-8FC9-625639C17002}"/>
                  </a:ext>
                </a:extLst>
              </p:cNvPr>
              <p:cNvSpPr/>
              <p:nvPr/>
            </p:nvSpPr>
            <p:spPr>
              <a:xfrm>
                <a:off x="230784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2" name="ph4803">
                <a:extLst>
                  <a:ext uri="{FF2B5EF4-FFF2-40B4-BE49-F238E27FC236}">
                    <a16:creationId xmlns:a16="http://schemas.microsoft.com/office/drawing/2014/main" id="{4F62715A-58E4-B676-12A6-91C9AE757C6C}"/>
                  </a:ext>
                </a:extLst>
              </p:cNvPr>
              <p:cNvSpPr/>
              <p:nvPr/>
            </p:nvSpPr>
            <p:spPr>
              <a:xfrm>
                <a:off x="231728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C56">
                  <a:alpha val="100000"/>
                </a:srgbClr>
              </a:solidFill>
              <a:ln w="5420" cap="flat">
                <a:solidFill>
                  <a:srgbClr val="52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3" name="ph4804">
                <a:extLst>
                  <a:ext uri="{FF2B5EF4-FFF2-40B4-BE49-F238E27FC236}">
                    <a16:creationId xmlns:a16="http://schemas.microsoft.com/office/drawing/2014/main" id="{329B9C87-0F4E-A836-BCAB-3FF46FDA284B}"/>
                  </a:ext>
                </a:extLst>
              </p:cNvPr>
              <p:cNvSpPr/>
              <p:nvPr/>
            </p:nvSpPr>
            <p:spPr>
              <a:xfrm>
                <a:off x="232672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4" name="ph4805">
                <a:extLst>
                  <a:ext uri="{FF2B5EF4-FFF2-40B4-BE49-F238E27FC236}">
                    <a16:creationId xmlns:a16="http://schemas.microsoft.com/office/drawing/2014/main" id="{AA6A04F5-D0AD-4CCC-D33F-540B275B6BCA}"/>
                  </a:ext>
                </a:extLst>
              </p:cNvPr>
              <p:cNvSpPr/>
              <p:nvPr/>
            </p:nvSpPr>
            <p:spPr>
              <a:xfrm>
                <a:off x="233616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5" name="ph4806">
                <a:extLst>
                  <a:ext uri="{FF2B5EF4-FFF2-40B4-BE49-F238E27FC236}">
                    <a16:creationId xmlns:a16="http://schemas.microsoft.com/office/drawing/2014/main" id="{B4F4BB46-54BB-1303-D1EE-60DBC39CA58A}"/>
                  </a:ext>
                </a:extLst>
              </p:cNvPr>
              <p:cNvSpPr/>
              <p:nvPr/>
            </p:nvSpPr>
            <p:spPr>
              <a:xfrm>
                <a:off x="234560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6" name="ph4807">
                <a:extLst>
                  <a:ext uri="{FF2B5EF4-FFF2-40B4-BE49-F238E27FC236}">
                    <a16:creationId xmlns:a16="http://schemas.microsoft.com/office/drawing/2014/main" id="{C1C5D9AE-A8FF-AF2B-E010-9E03AAEDD7EB}"/>
                  </a:ext>
                </a:extLst>
              </p:cNvPr>
              <p:cNvSpPr/>
              <p:nvPr/>
            </p:nvSpPr>
            <p:spPr>
              <a:xfrm>
                <a:off x="235504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7" name="ph4808">
                <a:extLst>
                  <a:ext uri="{FF2B5EF4-FFF2-40B4-BE49-F238E27FC236}">
                    <a16:creationId xmlns:a16="http://schemas.microsoft.com/office/drawing/2014/main" id="{E6F76AA1-9A95-C317-128B-2BE17CD3027D}"/>
                  </a:ext>
                </a:extLst>
              </p:cNvPr>
              <p:cNvSpPr/>
              <p:nvPr/>
            </p:nvSpPr>
            <p:spPr>
              <a:xfrm>
                <a:off x="236448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8" name="ph4809">
                <a:extLst>
                  <a:ext uri="{FF2B5EF4-FFF2-40B4-BE49-F238E27FC236}">
                    <a16:creationId xmlns:a16="http://schemas.microsoft.com/office/drawing/2014/main" id="{3FB69E7E-3C1C-FC9A-CCE4-45050D91345D}"/>
                  </a:ext>
                </a:extLst>
              </p:cNvPr>
              <p:cNvSpPr/>
              <p:nvPr/>
            </p:nvSpPr>
            <p:spPr>
              <a:xfrm>
                <a:off x="237392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9" name="ph4810">
                <a:extLst>
                  <a:ext uri="{FF2B5EF4-FFF2-40B4-BE49-F238E27FC236}">
                    <a16:creationId xmlns:a16="http://schemas.microsoft.com/office/drawing/2014/main" id="{DEEF9305-682B-1785-9071-4A668DDB5267}"/>
                  </a:ext>
                </a:extLst>
              </p:cNvPr>
              <p:cNvSpPr/>
              <p:nvPr/>
            </p:nvSpPr>
            <p:spPr>
              <a:xfrm>
                <a:off x="238336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0" name="ph4811">
                <a:extLst>
                  <a:ext uri="{FF2B5EF4-FFF2-40B4-BE49-F238E27FC236}">
                    <a16:creationId xmlns:a16="http://schemas.microsoft.com/office/drawing/2014/main" id="{024DB3B7-5C94-17B4-6635-F911E3CFE303}"/>
                  </a:ext>
                </a:extLst>
              </p:cNvPr>
              <p:cNvSpPr/>
              <p:nvPr/>
            </p:nvSpPr>
            <p:spPr>
              <a:xfrm>
                <a:off x="239280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1" name="ph4812">
                <a:extLst>
                  <a:ext uri="{FF2B5EF4-FFF2-40B4-BE49-F238E27FC236}">
                    <a16:creationId xmlns:a16="http://schemas.microsoft.com/office/drawing/2014/main" id="{5DEEB2B3-F345-6B32-CF2B-1682E2727180}"/>
                  </a:ext>
                </a:extLst>
              </p:cNvPr>
              <p:cNvSpPr/>
              <p:nvPr/>
            </p:nvSpPr>
            <p:spPr>
              <a:xfrm>
                <a:off x="240224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2" name="ph4813">
                <a:extLst>
                  <a:ext uri="{FF2B5EF4-FFF2-40B4-BE49-F238E27FC236}">
                    <a16:creationId xmlns:a16="http://schemas.microsoft.com/office/drawing/2014/main" id="{3140D654-13E3-F28C-8735-642F9DBCC12B}"/>
                  </a:ext>
                </a:extLst>
              </p:cNvPr>
              <p:cNvSpPr/>
              <p:nvPr/>
            </p:nvSpPr>
            <p:spPr>
              <a:xfrm>
                <a:off x="241168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3" name="ph4814">
                <a:extLst>
                  <a:ext uri="{FF2B5EF4-FFF2-40B4-BE49-F238E27FC236}">
                    <a16:creationId xmlns:a16="http://schemas.microsoft.com/office/drawing/2014/main" id="{517FEE8E-217B-ECA1-8FC3-A6C7AFB1140B}"/>
                  </a:ext>
                </a:extLst>
              </p:cNvPr>
              <p:cNvSpPr/>
              <p:nvPr/>
            </p:nvSpPr>
            <p:spPr>
              <a:xfrm>
                <a:off x="242112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4" name="ph4815">
                <a:extLst>
                  <a:ext uri="{FF2B5EF4-FFF2-40B4-BE49-F238E27FC236}">
                    <a16:creationId xmlns:a16="http://schemas.microsoft.com/office/drawing/2014/main" id="{A3851046-D5FC-8C71-C4DF-D8BCA2A4A520}"/>
                  </a:ext>
                </a:extLst>
              </p:cNvPr>
              <p:cNvSpPr/>
              <p:nvPr/>
            </p:nvSpPr>
            <p:spPr>
              <a:xfrm>
                <a:off x="243056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5" name="ph4816">
                <a:extLst>
                  <a:ext uri="{FF2B5EF4-FFF2-40B4-BE49-F238E27FC236}">
                    <a16:creationId xmlns:a16="http://schemas.microsoft.com/office/drawing/2014/main" id="{A941BAB0-C30F-B95D-42C1-4265CF2CE8FB}"/>
                  </a:ext>
                </a:extLst>
              </p:cNvPr>
              <p:cNvSpPr/>
              <p:nvPr/>
            </p:nvSpPr>
            <p:spPr>
              <a:xfrm>
                <a:off x="244000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6" name="ph4817">
                <a:extLst>
                  <a:ext uri="{FF2B5EF4-FFF2-40B4-BE49-F238E27FC236}">
                    <a16:creationId xmlns:a16="http://schemas.microsoft.com/office/drawing/2014/main" id="{4978F78A-7899-3D22-81F5-51FCCC2F64C3}"/>
                  </a:ext>
                </a:extLst>
              </p:cNvPr>
              <p:cNvSpPr/>
              <p:nvPr/>
            </p:nvSpPr>
            <p:spPr>
              <a:xfrm>
                <a:off x="244944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7" name="ph4818">
                <a:extLst>
                  <a:ext uri="{FF2B5EF4-FFF2-40B4-BE49-F238E27FC236}">
                    <a16:creationId xmlns:a16="http://schemas.microsoft.com/office/drawing/2014/main" id="{1E00C33D-EEBB-34EA-E110-1D90FD454A70}"/>
                  </a:ext>
                </a:extLst>
              </p:cNvPr>
              <p:cNvSpPr/>
              <p:nvPr/>
            </p:nvSpPr>
            <p:spPr>
              <a:xfrm>
                <a:off x="245889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8" name="ph4819">
                <a:extLst>
                  <a:ext uri="{FF2B5EF4-FFF2-40B4-BE49-F238E27FC236}">
                    <a16:creationId xmlns:a16="http://schemas.microsoft.com/office/drawing/2014/main" id="{1C33E94C-FDF1-6758-B4F7-5B3384F48D7B}"/>
                  </a:ext>
                </a:extLst>
              </p:cNvPr>
              <p:cNvSpPr/>
              <p:nvPr/>
            </p:nvSpPr>
            <p:spPr>
              <a:xfrm>
                <a:off x="246833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9" name="ph4820">
                <a:extLst>
                  <a:ext uri="{FF2B5EF4-FFF2-40B4-BE49-F238E27FC236}">
                    <a16:creationId xmlns:a16="http://schemas.microsoft.com/office/drawing/2014/main" id="{302ACCA7-0931-A611-493E-8D6650CE81D0}"/>
                  </a:ext>
                </a:extLst>
              </p:cNvPr>
              <p:cNvSpPr/>
              <p:nvPr/>
            </p:nvSpPr>
            <p:spPr>
              <a:xfrm>
                <a:off x="2487210" y="165826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959" y="896830"/>
                    </a:lnTo>
                    <a:lnTo>
                      <a:pt x="913608" y="902919"/>
                    </a:lnTo>
                    <a:lnTo>
                      <a:pt x="914400" y="906267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0" name="ph4821">
                <a:extLst>
                  <a:ext uri="{FF2B5EF4-FFF2-40B4-BE49-F238E27FC236}">
                    <a16:creationId xmlns:a16="http://schemas.microsoft.com/office/drawing/2014/main" id="{0C61B387-0B57-215B-64D4-E1B89D779265}"/>
                  </a:ext>
                </a:extLst>
              </p:cNvPr>
              <p:cNvSpPr/>
              <p:nvPr/>
            </p:nvSpPr>
            <p:spPr>
              <a:xfrm>
                <a:off x="2487210" y="1658268"/>
                <a:ext cx="9162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78" h="914400">
                    <a:moveTo>
                      <a:pt x="914400" y="914400"/>
                    </a:moveTo>
                    <a:lnTo>
                      <a:pt x="914400" y="906267"/>
                    </a:lnTo>
                    <a:lnTo>
                      <a:pt x="916014" y="913100"/>
                    </a:lnTo>
                    <a:lnTo>
                      <a:pt x="916278" y="914400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1" name="ph4822">
                <a:extLst>
                  <a:ext uri="{FF2B5EF4-FFF2-40B4-BE49-F238E27FC236}">
                    <a16:creationId xmlns:a16="http://schemas.microsoft.com/office/drawing/2014/main" id="{91AE7F30-5D07-7DBC-6394-1F581B78F239}"/>
                  </a:ext>
                </a:extLst>
              </p:cNvPr>
              <p:cNvSpPr/>
              <p:nvPr/>
            </p:nvSpPr>
            <p:spPr>
              <a:xfrm>
                <a:off x="3157467" y="1640698"/>
                <a:ext cx="914400" cy="92977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772">
                    <a:moveTo>
                      <a:pt x="914400" y="914400"/>
                    </a:moveTo>
                    <a:lnTo>
                      <a:pt x="914400" y="929772"/>
                    </a:lnTo>
                    <a:lnTo>
                      <a:pt x="910837" y="923210"/>
                    </a:lnTo>
                    <a:lnTo>
                      <a:pt x="906880" y="915122"/>
                    </a:lnTo>
                    <a:lnTo>
                      <a:pt x="906562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2" name="ph4823">
                <a:extLst>
                  <a:ext uri="{FF2B5EF4-FFF2-40B4-BE49-F238E27FC236}">
                    <a16:creationId xmlns:a16="http://schemas.microsoft.com/office/drawing/2014/main" id="{CA378268-2AAE-73E2-09C2-B9B039C9F905}"/>
                  </a:ext>
                </a:extLst>
              </p:cNvPr>
              <p:cNvSpPr/>
              <p:nvPr/>
            </p:nvSpPr>
            <p:spPr>
              <a:xfrm>
                <a:off x="315746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5" y="931969"/>
                    </a:lnTo>
                    <a:lnTo>
                      <a:pt x="915014" y="930904"/>
                    </a:lnTo>
                    <a:lnTo>
                      <a:pt x="914400" y="929772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3" name="ph4824">
                <a:extLst>
                  <a:ext uri="{FF2B5EF4-FFF2-40B4-BE49-F238E27FC236}">
                    <a16:creationId xmlns:a16="http://schemas.microsoft.com/office/drawing/2014/main" id="{ECD66F2B-8F68-717E-B5C4-9E29C1B025B0}"/>
                  </a:ext>
                </a:extLst>
              </p:cNvPr>
              <p:cNvSpPr/>
              <p:nvPr/>
            </p:nvSpPr>
            <p:spPr>
              <a:xfrm>
                <a:off x="316690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4" name="ph4825">
                <a:extLst>
                  <a:ext uri="{FF2B5EF4-FFF2-40B4-BE49-F238E27FC236}">
                    <a16:creationId xmlns:a16="http://schemas.microsoft.com/office/drawing/2014/main" id="{FD76544E-53DC-FB17-BD6D-E573B1995B3E}"/>
                  </a:ext>
                </a:extLst>
              </p:cNvPr>
              <p:cNvSpPr/>
              <p:nvPr/>
            </p:nvSpPr>
            <p:spPr>
              <a:xfrm>
                <a:off x="317634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5" name="ph4826">
                <a:extLst>
                  <a:ext uri="{FF2B5EF4-FFF2-40B4-BE49-F238E27FC236}">
                    <a16:creationId xmlns:a16="http://schemas.microsoft.com/office/drawing/2014/main" id="{A49D2215-F22D-22A3-1F99-9AC5B2E93AE7}"/>
                  </a:ext>
                </a:extLst>
              </p:cNvPr>
              <p:cNvSpPr/>
              <p:nvPr/>
            </p:nvSpPr>
            <p:spPr>
              <a:xfrm>
                <a:off x="318578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6" name="ph4827">
                <a:extLst>
                  <a:ext uri="{FF2B5EF4-FFF2-40B4-BE49-F238E27FC236}">
                    <a16:creationId xmlns:a16="http://schemas.microsoft.com/office/drawing/2014/main" id="{43F033DA-F485-B61F-32F1-E53EA5B4B980}"/>
                  </a:ext>
                </a:extLst>
              </p:cNvPr>
              <p:cNvSpPr/>
              <p:nvPr/>
            </p:nvSpPr>
            <p:spPr>
              <a:xfrm>
                <a:off x="319522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7" name="ph4828">
                <a:extLst>
                  <a:ext uri="{FF2B5EF4-FFF2-40B4-BE49-F238E27FC236}">
                    <a16:creationId xmlns:a16="http://schemas.microsoft.com/office/drawing/2014/main" id="{98DB96B1-2DAA-8FDD-C193-143F67DF7F92}"/>
                  </a:ext>
                </a:extLst>
              </p:cNvPr>
              <p:cNvSpPr/>
              <p:nvPr/>
            </p:nvSpPr>
            <p:spPr>
              <a:xfrm>
                <a:off x="320466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8" name="ph4829">
                <a:extLst>
                  <a:ext uri="{FF2B5EF4-FFF2-40B4-BE49-F238E27FC236}">
                    <a16:creationId xmlns:a16="http://schemas.microsoft.com/office/drawing/2014/main" id="{CBA6C112-5133-5ECE-7E5E-B285BA227EE6}"/>
                  </a:ext>
                </a:extLst>
              </p:cNvPr>
              <p:cNvSpPr/>
              <p:nvPr/>
            </p:nvSpPr>
            <p:spPr>
              <a:xfrm>
                <a:off x="321410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9" name="ph4830">
                <a:extLst>
                  <a:ext uri="{FF2B5EF4-FFF2-40B4-BE49-F238E27FC236}">
                    <a16:creationId xmlns:a16="http://schemas.microsoft.com/office/drawing/2014/main" id="{DE87A6C3-C71D-7C61-230B-2107F1575B2D}"/>
                  </a:ext>
                </a:extLst>
              </p:cNvPr>
              <p:cNvSpPr/>
              <p:nvPr/>
            </p:nvSpPr>
            <p:spPr>
              <a:xfrm>
                <a:off x="322354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0" name="ph4831">
                <a:extLst>
                  <a:ext uri="{FF2B5EF4-FFF2-40B4-BE49-F238E27FC236}">
                    <a16:creationId xmlns:a16="http://schemas.microsoft.com/office/drawing/2014/main" id="{134A610D-35A2-B13E-B6CF-93E03EEC5AE8}"/>
                  </a:ext>
                </a:extLst>
              </p:cNvPr>
              <p:cNvSpPr/>
              <p:nvPr/>
            </p:nvSpPr>
            <p:spPr>
              <a:xfrm>
                <a:off x="323298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1" name="ph4832">
                <a:extLst>
                  <a:ext uri="{FF2B5EF4-FFF2-40B4-BE49-F238E27FC236}">
                    <a16:creationId xmlns:a16="http://schemas.microsoft.com/office/drawing/2014/main" id="{8035EDC8-8806-578D-706A-42135B0BF0FF}"/>
                  </a:ext>
                </a:extLst>
              </p:cNvPr>
              <p:cNvSpPr/>
              <p:nvPr/>
            </p:nvSpPr>
            <p:spPr>
              <a:xfrm>
                <a:off x="324242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2" name="ph4833">
                <a:extLst>
                  <a:ext uri="{FF2B5EF4-FFF2-40B4-BE49-F238E27FC236}">
                    <a16:creationId xmlns:a16="http://schemas.microsoft.com/office/drawing/2014/main" id="{0FC6682C-0747-D2CC-6DF3-94F41DF94844}"/>
                  </a:ext>
                </a:extLst>
              </p:cNvPr>
              <p:cNvSpPr/>
              <p:nvPr/>
            </p:nvSpPr>
            <p:spPr>
              <a:xfrm>
                <a:off x="325187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3" name="ph4834">
                <a:extLst>
                  <a:ext uri="{FF2B5EF4-FFF2-40B4-BE49-F238E27FC236}">
                    <a16:creationId xmlns:a16="http://schemas.microsoft.com/office/drawing/2014/main" id="{86DEFBB3-8DF9-D943-D3A1-0D81D40DB14E}"/>
                  </a:ext>
                </a:extLst>
              </p:cNvPr>
              <p:cNvSpPr/>
              <p:nvPr/>
            </p:nvSpPr>
            <p:spPr>
              <a:xfrm>
                <a:off x="326131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4" name="ph4835">
                <a:extLst>
                  <a:ext uri="{FF2B5EF4-FFF2-40B4-BE49-F238E27FC236}">
                    <a16:creationId xmlns:a16="http://schemas.microsoft.com/office/drawing/2014/main" id="{6F601492-D8E7-7409-24D9-A97889B73987}"/>
                  </a:ext>
                </a:extLst>
              </p:cNvPr>
              <p:cNvSpPr/>
              <p:nvPr/>
            </p:nvSpPr>
            <p:spPr>
              <a:xfrm>
                <a:off x="327075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5" name="ph4836">
                <a:extLst>
                  <a:ext uri="{FF2B5EF4-FFF2-40B4-BE49-F238E27FC236}">
                    <a16:creationId xmlns:a16="http://schemas.microsoft.com/office/drawing/2014/main" id="{A84817E2-E861-1567-FA03-310BF901BD25}"/>
                  </a:ext>
                </a:extLst>
              </p:cNvPr>
              <p:cNvSpPr/>
              <p:nvPr/>
            </p:nvSpPr>
            <p:spPr>
              <a:xfrm>
                <a:off x="328019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6" name="ph4837">
                <a:extLst>
                  <a:ext uri="{FF2B5EF4-FFF2-40B4-BE49-F238E27FC236}">
                    <a16:creationId xmlns:a16="http://schemas.microsoft.com/office/drawing/2014/main" id="{78C9601E-765A-245E-7412-0DF24FA2D0A6}"/>
                  </a:ext>
                </a:extLst>
              </p:cNvPr>
              <p:cNvSpPr/>
              <p:nvPr/>
            </p:nvSpPr>
            <p:spPr>
              <a:xfrm>
                <a:off x="328963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7" name="ph4838">
                <a:extLst>
                  <a:ext uri="{FF2B5EF4-FFF2-40B4-BE49-F238E27FC236}">
                    <a16:creationId xmlns:a16="http://schemas.microsoft.com/office/drawing/2014/main" id="{73859595-497F-0C3E-123E-74622C50C403}"/>
                  </a:ext>
                </a:extLst>
              </p:cNvPr>
              <p:cNvSpPr/>
              <p:nvPr/>
            </p:nvSpPr>
            <p:spPr>
              <a:xfrm>
                <a:off x="329907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8" name="ph4839">
                <a:extLst>
                  <a:ext uri="{FF2B5EF4-FFF2-40B4-BE49-F238E27FC236}">
                    <a16:creationId xmlns:a16="http://schemas.microsoft.com/office/drawing/2014/main" id="{5EEA6CAC-FA5E-0295-115C-A383E814527F}"/>
                  </a:ext>
                </a:extLst>
              </p:cNvPr>
              <p:cNvSpPr/>
              <p:nvPr/>
            </p:nvSpPr>
            <p:spPr>
              <a:xfrm>
                <a:off x="330851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9" name="ph4840">
                <a:extLst>
                  <a:ext uri="{FF2B5EF4-FFF2-40B4-BE49-F238E27FC236}">
                    <a16:creationId xmlns:a16="http://schemas.microsoft.com/office/drawing/2014/main" id="{65AB9541-6803-336C-E067-91D1C652B471}"/>
                  </a:ext>
                </a:extLst>
              </p:cNvPr>
              <p:cNvSpPr/>
              <p:nvPr/>
            </p:nvSpPr>
            <p:spPr>
              <a:xfrm>
                <a:off x="331795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0" name="ph4841">
                <a:extLst>
                  <a:ext uri="{FF2B5EF4-FFF2-40B4-BE49-F238E27FC236}">
                    <a16:creationId xmlns:a16="http://schemas.microsoft.com/office/drawing/2014/main" id="{B64722BB-F070-3FF4-E51D-19E8E6D9D5B3}"/>
                  </a:ext>
                </a:extLst>
              </p:cNvPr>
              <p:cNvSpPr/>
              <p:nvPr/>
            </p:nvSpPr>
            <p:spPr>
              <a:xfrm>
                <a:off x="332739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1" name="ph4842">
                <a:extLst>
                  <a:ext uri="{FF2B5EF4-FFF2-40B4-BE49-F238E27FC236}">
                    <a16:creationId xmlns:a16="http://schemas.microsoft.com/office/drawing/2014/main" id="{4B2EEDD0-D675-3F91-790B-C7A7ADD48353}"/>
                  </a:ext>
                </a:extLst>
              </p:cNvPr>
              <p:cNvSpPr/>
              <p:nvPr/>
            </p:nvSpPr>
            <p:spPr>
              <a:xfrm>
                <a:off x="333683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2" name="ph4843">
                <a:extLst>
                  <a:ext uri="{FF2B5EF4-FFF2-40B4-BE49-F238E27FC236}">
                    <a16:creationId xmlns:a16="http://schemas.microsoft.com/office/drawing/2014/main" id="{5C5A6E0B-2526-D396-3013-6305B54266BF}"/>
                  </a:ext>
                </a:extLst>
              </p:cNvPr>
              <p:cNvSpPr/>
              <p:nvPr/>
            </p:nvSpPr>
            <p:spPr>
              <a:xfrm>
                <a:off x="334627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3" name="ph4844">
                <a:extLst>
                  <a:ext uri="{FF2B5EF4-FFF2-40B4-BE49-F238E27FC236}">
                    <a16:creationId xmlns:a16="http://schemas.microsoft.com/office/drawing/2014/main" id="{D5C16229-51B8-3554-DB45-5E7EC41EE534}"/>
                  </a:ext>
                </a:extLst>
              </p:cNvPr>
              <p:cNvSpPr/>
              <p:nvPr/>
            </p:nvSpPr>
            <p:spPr>
              <a:xfrm>
                <a:off x="335571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4" name="ph4845">
                <a:extLst>
                  <a:ext uri="{FF2B5EF4-FFF2-40B4-BE49-F238E27FC236}">
                    <a16:creationId xmlns:a16="http://schemas.microsoft.com/office/drawing/2014/main" id="{06C98D41-FCC0-5CAE-E592-BD1FCC5F0194}"/>
                  </a:ext>
                </a:extLst>
              </p:cNvPr>
              <p:cNvSpPr/>
              <p:nvPr/>
            </p:nvSpPr>
            <p:spPr>
              <a:xfrm>
                <a:off x="336515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5" name="ph4846">
                <a:extLst>
                  <a:ext uri="{FF2B5EF4-FFF2-40B4-BE49-F238E27FC236}">
                    <a16:creationId xmlns:a16="http://schemas.microsoft.com/office/drawing/2014/main" id="{94FBCBD1-999C-9E88-D28B-7619403CAC75}"/>
                  </a:ext>
                </a:extLst>
              </p:cNvPr>
              <p:cNvSpPr/>
              <p:nvPr/>
            </p:nvSpPr>
            <p:spPr>
              <a:xfrm>
                <a:off x="337459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6" name="ph4847">
                <a:extLst>
                  <a:ext uri="{FF2B5EF4-FFF2-40B4-BE49-F238E27FC236}">
                    <a16:creationId xmlns:a16="http://schemas.microsoft.com/office/drawing/2014/main" id="{5F8EBBFB-3302-EDFB-B4C0-A6495506AA88}"/>
                  </a:ext>
                </a:extLst>
              </p:cNvPr>
              <p:cNvSpPr/>
              <p:nvPr/>
            </p:nvSpPr>
            <p:spPr>
              <a:xfrm>
                <a:off x="338403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7" name="ph4848">
                <a:extLst>
                  <a:ext uri="{FF2B5EF4-FFF2-40B4-BE49-F238E27FC236}">
                    <a16:creationId xmlns:a16="http://schemas.microsoft.com/office/drawing/2014/main" id="{4723C0A6-E52D-51E6-BA67-27C54D7C8D70}"/>
                  </a:ext>
                </a:extLst>
              </p:cNvPr>
              <p:cNvSpPr/>
              <p:nvPr/>
            </p:nvSpPr>
            <p:spPr>
              <a:xfrm>
                <a:off x="339347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8" name="ph4849">
                <a:extLst>
                  <a:ext uri="{FF2B5EF4-FFF2-40B4-BE49-F238E27FC236}">
                    <a16:creationId xmlns:a16="http://schemas.microsoft.com/office/drawing/2014/main" id="{BBD1C72D-DDDE-3ABD-805A-F1078E2AC61C}"/>
                  </a:ext>
                </a:extLst>
              </p:cNvPr>
              <p:cNvSpPr/>
              <p:nvPr/>
            </p:nvSpPr>
            <p:spPr>
              <a:xfrm>
                <a:off x="340291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9" name="ph4850">
                <a:extLst>
                  <a:ext uri="{FF2B5EF4-FFF2-40B4-BE49-F238E27FC236}">
                    <a16:creationId xmlns:a16="http://schemas.microsoft.com/office/drawing/2014/main" id="{23539BFF-6F32-0CB6-4C59-B2D8B5D18508}"/>
                  </a:ext>
                </a:extLst>
              </p:cNvPr>
              <p:cNvSpPr/>
              <p:nvPr/>
            </p:nvSpPr>
            <p:spPr>
              <a:xfrm>
                <a:off x="341235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0" name="ph4851">
                <a:extLst>
                  <a:ext uri="{FF2B5EF4-FFF2-40B4-BE49-F238E27FC236}">
                    <a16:creationId xmlns:a16="http://schemas.microsoft.com/office/drawing/2014/main" id="{5976C5B3-ED3A-D237-E14F-ED0E8E8E07E6}"/>
                  </a:ext>
                </a:extLst>
              </p:cNvPr>
              <p:cNvSpPr/>
              <p:nvPr/>
            </p:nvSpPr>
            <p:spPr>
              <a:xfrm>
                <a:off x="342179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1" name="ph4852">
                <a:extLst>
                  <a:ext uri="{FF2B5EF4-FFF2-40B4-BE49-F238E27FC236}">
                    <a16:creationId xmlns:a16="http://schemas.microsoft.com/office/drawing/2014/main" id="{BF018F4F-0B6F-B412-E660-66513FEC2949}"/>
                  </a:ext>
                </a:extLst>
              </p:cNvPr>
              <p:cNvSpPr/>
              <p:nvPr/>
            </p:nvSpPr>
            <p:spPr>
              <a:xfrm>
                <a:off x="343123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2" name="ph4853">
                <a:extLst>
                  <a:ext uri="{FF2B5EF4-FFF2-40B4-BE49-F238E27FC236}">
                    <a16:creationId xmlns:a16="http://schemas.microsoft.com/office/drawing/2014/main" id="{A7C23B16-B47C-8E93-5B0F-D73B2E12B6F4}"/>
                  </a:ext>
                </a:extLst>
              </p:cNvPr>
              <p:cNvSpPr/>
              <p:nvPr/>
            </p:nvSpPr>
            <p:spPr>
              <a:xfrm>
                <a:off x="344067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3" name="ph4854">
                <a:extLst>
                  <a:ext uri="{FF2B5EF4-FFF2-40B4-BE49-F238E27FC236}">
                    <a16:creationId xmlns:a16="http://schemas.microsoft.com/office/drawing/2014/main" id="{92948D6B-F203-EF9E-D448-349AE0FA0889}"/>
                  </a:ext>
                </a:extLst>
              </p:cNvPr>
              <p:cNvSpPr/>
              <p:nvPr/>
            </p:nvSpPr>
            <p:spPr>
              <a:xfrm>
                <a:off x="345011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4" name="ph4855">
                <a:extLst>
                  <a:ext uri="{FF2B5EF4-FFF2-40B4-BE49-F238E27FC236}">
                    <a16:creationId xmlns:a16="http://schemas.microsoft.com/office/drawing/2014/main" id="{324813A4-F224-0D11-184E-64D57B2B0B55}"/>
                  </a:ext>
                </a:extLst>
              </p:cNvPr>
              <p:cNvSpPr/>
              <p:nvPr/>
            </p:nvSpPr>
            <p:spPr>
              <a:xfrm>
                <a:off x="345955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5" name="ph4856">
                <a:extLst>
                  <a:ext uri="{FF2B5EF4-FFF2-40B4-BE49-F238E27FC236}">
                    <a16:creationId xmlns:a16="http://schemas.microsoft.com/office/drawing/2014/main" id="{22B83AB8-03FD-B28D-E9EB-07A5B92A78AC}"/>
                  </a:ext>
                </a:extLst>
              </p:cNvPr>
              <p:cNvSpPr/>
              <p:nvPr/>
            </p:nvSpPr>
            <p:spPr>
              <a:xfrm>
                <a:off x="3468995" y="165826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107"/>
                    </a:lnTo>
                    <a:lnTo>
                      <a:pt x="923037" y="913530"/>
                    </a:lnTo>
                    <a:lnTo>
                      <a:pt x="921600" y="914288"/>
                    </a:lnTo>
                    <a:lnTo>
                      <a:pt x="921388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6" name="ph4857">
                <a:extLst>
                  <a:ext uri="{FF2B5EF4-FFF2-40B4-BE49-F238E27FC236}">
                    <a16:creationId xmlns:a16="http://schemas.microsoft.com/office/drawing/2014/main" id="{BC966321-904F-B29F-AA60-C79B3CCB2295}"/>
                  </a:ext>
                </a:extLst>
              </p:cNvPr>
              <p:cNvSpPr/>
              <p:nvPr/>
            </p:nvSpPr>
            <p:spPr>
              <a:xfrm>
                <a:off x="3478435" y="1640698"/>
                <a:ext cx="923840" cy="9306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127"/>
                    </a:lnTo>
                    <a:lnTo>
                      <a:pt x="921816" y="926502"/>
                    </a:lnTo>
                    <a:lnTo>
                      <a:pt x="916477" y="929582"/>
                    </a:lnTo>
                    <a:lnTo>
                      <a:pt x="915035" y="930342"/>
                    </a:lnTo>
                    <a:lnTo>
                      <a:pt x="914400" y="930677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7" name="ph4858">
                <a:extLst>
                  <a:ext uri="{FF2B5EF4-FFF2-40B4-BE49-F238E27FC236}">
                    <a16:creationId xmlns:a16="http://schemas.microsoft.com/office/drawing/2014/main" id="{4C78B93B-9094-62F8-58CB-E73205CAC894}"/>
                  </a:ext>
                </a:extLst>
              </p:cNvPr>
              <p:cNvSpPr/>
              <p:nvPr/>
            </p:nvSpPr>
            <p:spPr>
              <a:xfrm>
                <a:off x="3487876" y="1640698"/>
                <a:ext cx="923840" cy="92512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12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938"/>
                    </a:lnTo>
                    <a:lnTo>
                      <a:pt x="922775" y="918892"/>
                    </a:lnTo>
                    <a:lnTo>
                      <a:pt x="917625" y="922936"/>
                    </a:lnTo>
                    <a:lnTo>
                      <a:pt x="914400" y="925127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8" name="ph4859">
                <a:extLst>
                  <a:ext uri="{FF2B5EF4-FFF2-40B4-BE49-F238E27FC236}">
                    <a16:creationId xmlns:a16="http://schemas.microsoft.com/office/drawing/2014/main" id="{B2DC26A9-94D2-86D0-BC02-8E4E15222E04}"/>
                  </a:ext>
                </a:extLst>
              </p:cNvPr>
              <p:cNvSpPr/>
              <p:nvPr/>
            </p:nvSpPr>
            <p:spPr>
              <a:xfrm>
                <a:off x="3497316" y="1640698"/>
                <a:ext cx="918350" cy="917938"/>
              </a:xfrm>
              <a:custGeom>
                <a:avLst/>
                <a:gdLst/>
                <a:ahLst/>
                <a:cxnLst/>
                <a:rect l="0" t="0" r="0" b="0"/>
                <a:pathLst>
                  <a:path w="918350" h="917938">
                    <a:moveTo>
                      <a:pt x="914400" y="914400"/>
                    </a:moveTo>
                    <a:lnTo>
                      <a:pt x="918350" y="914400"/>
                    </a:lnTo>
                    <a:lnTo>
                      <a:pt x="914400" y="917938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9" name="ph4860">
                <a:extLst>
                  <a:ext uri="{FF2B5EF4-FFF2-40B4-BE49-F238E27FC236}">
                    <a16:creationId xmlns:a16="http://schemas.microsoft.com/office/drawing/2014/main" id="{83C5DED5-26F5-551A-E8C0-17A49796A85E}"/>
                  </a:ext>
                </a:extLst>
              </p:cNvPr>
              <p:cNvSpPr/>
              <p:nvPr/>
            </p:nvSpPr>
            <p:spPr>
              <a:xfrm>
                <a:off x="2194563" y="162312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33" y="931969"/>
                    </a:lnTo>
                    <a:lnTo>
                      <a:pt x="906691" y="929095"/>
                    </a:lnTo>
                    <a:lnTo>
                      <a:pt x="905713" y="918233"/>
                    </a:lnTo>
                    <a:lnTo>
                      <a:pt x="905478" y="914400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0" name="ph4861">
                <a:extLst>
                  <a:ext uri="{FF2B5EF4-FFF2-40B4-BE49-F238E27FC236}">
                    <a16:creationId xmlns:a16="http://schemas.microsoft.com/office/drawing/2014/main" id="{54C186A2-3135-2617-856D-BCAB45588909}"/>
                  </a:ext>
                </a:extLst>
              </p:cNvPr>
              <p:cNvSpPr/>
              <p:nvPr/>
            </p:nvSpPr>
            <p:spPr>
              <a:xfrm>
                <a:off x="219456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1" name="ph4862">
                <a:extLst>
                  <a:ext uri="{FF2B5EF4-FFF2-40B4-BE49-F238E27FC236}">
                    <a16:creationId xmlns:a16="http://schemas.microsoft.com/office/drawing/2014/main" id="{4081E9C4-DBA2-3BEA-8BBA-89E3E54C3A01}"/>
                  </a:ext>
                </a:extLst>
              </p:cNvPr>
              <p:cNvSpPr/>
              <p:nvPr/>
            </p:nvSpPr>
            <p:spPr>
              <a:xfrm>
                <a:off x="220400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2" name="ph4863">
                <a:extLst>
                  <a:ext uri="{FF2B5EF4-FFF2-40B4-BE49-F238E27FC236}">
                    <a16:creationId xmlns:a16="http://schemas.microsoft.com/office/drawing/2014/main" id="{897CE8E4-0AAE-07AB-8876-C6AB9BD0C3DB}"/>
                  </a:ext>
                </a:extLst>
              </p:cNvPr>
              <p:cNvSpPr/>
              <p:nvPr/>
            </p:nvSpPr>
            <p:spPr>
              <a:xfrm>
                <a:off x="221344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3" name="ph4864">
                <a:extLst>
                  <a:ext uri="{FF2B5EF4-FFF2-40B4-BE49-F238E27FC236}">
                    <a16:creationId xmlns:a16="http://schemas.microsoft.com/office/drawing/2014/main" id="{9FE7CB93-B471-2B8D-92B9-B04A4D97D99D}"/>
                  </a:ext>
                </a:extLst>
              </p:cNvPr>
              <p:cNvSpPr/>
              <p:nvPr/>
            </p:nvSpPr>
            <p:spPr>
              <a:xfrm>
                <a:off x="222288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4" name="ph4865">
                <a:extLst>
                  <a:ext uri="{FF2B5EF4-FFF2-40B4-BE49-F238E27FC236}">
                    <a16:creationId xmlns:a16="http://schemas.microsoft.com/office/drawing/2014/main" id="{132EC93C-20C0-F2A7-F4E3-2CECA014D20E}"/>
                  </a:ext>
                </a:extLst>
              </p:cNvPr>
              <p:cNvSpPr/>
              <p:nvPr/>
            </p:nvSpPr>
            <p:spPr>
              <a:xfrm>
                <a:off x="223232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5" name="ph4866">
                <a:extLst>
                  <a:ext uri="{FF2B5EF4-FFF2-40B4-BE49-F238E27FC236}">
                    <a16:creationId xmlns:a16="http://schemas.microsoft.com/office/drawing/2014/main" id="{E6131524-119B-E7A3-831C-A2E470A25161}"/>
                  </a:ext>
                </a:extLst>
              </p:cNvPr>
              <p:cNvSpPr/>
              <p:nvPr/>
            </p:nvSpPr>
            <p:spPr>
              <a:xfrm>
                <a:off x="224176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6" name="ph4867">
                <a:extLst>
                  <a:ext uri="{FF2B5EF4-FFF2-40B4-BE49-F238E27FC236}">
                    <a16:creationId xmlns:a16="http://schemas.microsoft.com/office/drawing/2014/main" id="{24AA6884-8E09-6FE0-2CFD-FB633476AB47}"/>
                  </a:ext>
                </a:extLst>
              </p:cNvPr>
              <p:cNvSpPr/>
              <p:nvPr/>
            </p:nvSpPr>
            <p:spPr>
              <a:xfrm>
                <a:off x="225120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7" name="ph4868">
                <a:extLst>
                  <a:ext uri="{FF2B5EF4-FFF2-40B4-BE49-F238E27FC236}">
                    <a16:creationId xmlns:a16="http://schemas.microsoft.com/office/drawing/2014/main" id="{C3475251-80CC-46CC-E193-05D3FAD225B1}"/>
                  </a:ext>
                </a:extLst>
              </p:cNvPr>
              <p:cNvSpPr/>
              <p:nvPr/>
            </p:nvSpPr>
            <p:spPr>
              <a:xfrm>
                <a:off x="226064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8" name="ph4869">
                <a:extLst>
                  <a:ext uri="{FF2B5EF4-FFF2-40B4-BE49-F238E27FC236}">
                    <a16:creationId xmlns:a16="http://schemas.microsoft.com/office/drawing/2014/main" id="{DAE630EA-599C-8740-D1BE-388DA90105C6}"/>
                  </a:ext>
                </a:extLst>
              </p:cNvPr>
              <p:cNvSpPr/>
              <p:nvPr/>
            </p:nvSpPr>
            <p:spPr>
              <a:xfrm>
                <a:off x="227008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9" name="ph4870">
                <a:extLst>
                  <a:ext uri="{FF2B5EF4-FFF2-40B4-BE49-F238E27FC236}">
                    <a16:creationId xmlns:a16="http://schemas.microsoft.com/office/drawing/2014/main" id="{C2A823D3-91E7-E860-8E64-4089B610A664}"/>
                  </a:ext>
                </a:extLst>
              </p:cNvPr>
              <p:cNvSpPr/>
              <p:nvPr/>
            </p:nvSpPr>
            <p:spPr>
              <a:xfrm>
                <a:off x="227952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0" name="ph4871">
                <a:extLst>
                  <a:ext uri="{FF2B5EF4-FFF2-40B4-BE49-F238E27FC236}">
                    <a16:creationId xmlns:a16="http://schemas.microsoft.com/office/drawing/2014/main" id="{99A3CC38-4E0D-53E4-A222-114A2B9944D5}"/>
                  </a:ext>
                </a:extLst>
              </p:cNvPr>
              <p:cNvSpPr/>
              <p:nvPr/>
            </p:nvSpPr>
            <p:spPr>
              <a:xfrm>
                <a:off x="228896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1" name="ph4872">
                <a:extLst>
                  <a:ext uri="{FF2B5EF4-FFF2-40B4-BE49-F238E27FC236}">
                    <a16:creationId xmlns:a16="http://schemas.microsoft.com/office/drawing/2014/main" id="{8B4E9BD9-5EDB-7F31-6330-8FFF864483B4}"/>
                  </a:ext>
                </a:extLst>
              </p:cNvPr>
              <p:cNvSpPr/>
              <p:nvPr/>
            </p:nvSpPr>
            <p:spPr>
              <a:xfrm>
                <a:off x="229840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2" name="ph4873">
                <a:extLst>
                  <a:ext uri="{FF2B5EF4-FFF2-40B4-BE49-F238E27FC236}">
                    <a16:creationId xmlns:a16="http://schemas.microsoft.com/office/drawing/2014/main" id="{733B5B84-95C8-AADA-A20A-68973D1D969F}"/>
                  </a:ext>
                </a:extLst>
              </p:cNvPr>
              <p:cNvSpPr/>
              <p:nvPr/>
            </p:nvSpPr>
            <p:spPr>
              <a:xfrm>
                <a:off x="230784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3" name="ph4874">
                <a:extLst>
                  <a:ext uri="{FF2B5EF4-FFF2-40B4-BE49-F238E27FC236}">
                    <a16:creationId xmlns:a16="http://schemas.microsoft.com/office/drawing/2014/main" id="{BAA6BE44-D8FD-D67A-4F59-A293B49E113E}"/>
                  </a:ext>
                </a:extLst>
              </p:cNvPr>
              <p:cNvSpPr/>
              <p:nvPr/>
            </p:nvSpPr>
            <p:spPr>
              <a:xfrm>
                <a:off x="231728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4" name="ph4875">
                <a:extLst>
                  <a:ext uri="{FF2B5EF4-FFF2-40B4-BE49-F238E27FC236}">
                    <a16:creationId xmlns:a16="http://schemas.microsoft.com/office/drawing/2014/main" id="{123C17A1-A46F-D58E-25A6-CF9690A5A50B}"/>
                  </a:ext>
                </a:extLst>
              </p:cNvPr>
              <p:cNvSpPr/>
              <p:nvPr/>
            </p:nvSpPr>
            <p:spPr>
              <a:xfrm>
                <a:off x="232672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5" name="ph4876">
                <a:extLst>
                  <a:ext uri="{FF2B5EF4-FFF2-40B4-BE49-F238E27FC236}">
                    <a16:creationId xmlns:a16="http://schemas.microsoft.com/office/drawing/2014/main" id="{DF366F90-BC33-7250-60BF-20D130673DBB}"/>
                  </a:ext>
                </a:extLst>
              </p:cNvPr>
              <p:cNvSpPr/>
              <p:nvPr/>
            </p:nvSpPr>
            <p:spPr>
              <a:xfrm>
                <a:off x="233616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6" name="ph4877">
                <a:extLst>
                  <a:ext uri="{FF2B5EF4-FFF2-40B4-BE49-F238E27FC236}">
                    <a16:creationId xmlns:a16="http://schemas.microsoft.com/office/drawing/2014/main" id="{8D93EA47-B100-1D1B-B97D-73707C65D18A}"/>
                  </a:ext>
                </a:extLst>
              </p:cNvPr>
              <p:cNvSpPr/>
              <p:nvPr/>
            </p:nvSpPr>
            <p:spPr>
              <a:xfrm>
                <a:off x="234560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7" name="ph4878">
                <a:extLst>
                  <a:ext uri="{FF2B5EF4-FFF2-40B4-BE49-F238E27FC236}">
                    <a16:creationId xmlns:a16="http://schemas.microsoft.com/office/drawing/2014/main" id="{561846C6-AAE6-A4D1-B88F-FE0CE67C89A4}"/>
                  </a:ext>
                </a:extLst>
              </p:cNvPr>
              <p:cNvSpPr/>
              <p:nvPr/>
            </p:nvSpPr>
            <p:spPr>
              <a:xfrm>
                <a:off x="235504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8" name="ph4879">
                <a:extLst>
                  <a:ext uri="{FF2B5EF4-FFF2-40B4-BE49-F238E27FC236}">
                    <a16:creationId xmlns:a16="http://schemas.microsoft.com/office/drawing/2014/main" id="{58E5D044-F85F-D199-8E44-0DBB1FA4E56D}"/>
                  </a:ext>
                </a:extLst>
              </p:cNvPr>
              <p:cNvSpPr/>
              <p:nvPr/>
            </p:nvSpPr>
            <p:spPr>
              <a:xfrm>
                <a:off x="236448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9" name="ph4880">
                <a:extLst>
                  <a:ext uri="{FF2B5EF4-FFF2-40B4-BE49-F238E27FC236}">
                    <a16:creationId xmlns:a16="http://schemas.microsoft.com/office/drawing/2014/main" id="{645565AD-4BE1-72D6-652D-323F7FBEA1BE}"/>
                  </a:ext>
                </a:extLst>
              </p:cNvPr>
              <p:cNvSpPr/>
              <p:nvPr/>
            </p:nvSpPr>
            <p:spPr>
              <a:xfrm>
                <a:off x="237392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0" name="ph4881">
                <a:extLst>
                  <a:ext uri="{FF2B5EF4-FFF2-40B4-BE49-F238E27FC236}">
                    <a16:creationId xmlns:a16="http://schemas.microsoft.com/office/drawing/2014/main" id="{8876215E-5DD9-32CC-1AA5-8B4B03A8FF91}"/>
                  </a:ext>
                </a:extLst>
              </p:cNvPr>
              <p:cNvSpPr/>
              <p:nvPr/>
            </p:nvSpPr>
            <p:spPr>
              <a:xfrm>
                <a:off x="238336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1" name="ph4882">
                <a:extLst>
                  <a:ext uri="{FF2B5EF4-FFF2-40B4-BE49-F238E27FC236}">
                    <a16:creationId xmlns:a16="http://schemas.microsoft.com/office/drawing/2014/main" id="{FB2386AF-DBC0-C3B5-E8F2-26A666C8F78D}"/>
                  </a:ext>
                </a:extLst>
              </p:cNvPr>
              <p:cNvSpPr/>
              <p:nvPr/>
            </p:nvSpPr>
            <p:spPr>
              <a:xfrm>
                <a:off x="239280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2" name="ph4883">
                <a:extLst>
                  <a:ext uri="{FF2B5EF4-FFF2-40B4-BE49-F238E27FC236}">
                    <a16:creationId xmlns:a16="http://schemas.microsoft.com/office/drawing/2014/main" id="{1FDF3B39-ABFE-0C98-81E4-5D1FEE979FF7}"/>
                  </a:ext>
                </a:extLst>
              </p:cNvPr>
              <p:cNvSpPr/>
              <p:nvPr/>
            </p:nvSpPr>
            <p:spPr>
              <a:xfrm>
                <a:off x="240224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3" name="ph4884">
                <a:extLst>
                  <a:ext uri="{FF2B5EF4-FFF2-40B4-BE49-F238E27FC236}">
                    <a16:creationId xmlns:a16="http://schemas.microsoft.com/office/drawing/2014/main" id="{72784A12-A680-9849-229D-F3F179B49FB7}"/>
                  </a:ext>
                </a:extLst>
              </p:cNvPr>
              <p:cNvSpPr/>
              <p:nvPr/>
            </p:nvSpPr>
            <p:spPr>
              <a:xfrm>
                <a:off x="241168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4" name="ph4885">
                <a:extLst>
                  <a:ext uri="{FF2B5EF4-FFF2-40B4-BE49-F238E27FC236}">
                    <a16:creationId xmlns:a16="http://schemas.microsoft.com/office/drawing/2014/main" id="{2DCA7418-EC61-1905-7C79-9302B8C4AF01}"/>
                  </a:ext>
                </a:extLst>
              </p:cNvPr>
              <p:cNvSpPr/>
              <p:nvPr/>
            </p:nvSpPr>
            <p:spPr>
              <a:xfrm>
                <a:off x="242112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5" name="ph4886">
                <a:extLst>
                  <a:ext uri="{FF2B5EF4-FFF2-40B4-BE49-F238E27FC236}">
                    <a16:creationId xmlns:a16="http://schemas.microsoft.com/office/drawing/2014/main" id="{80566654-C6DC-958A-A3F6-3F766B02551A}"/>
                  </a:ext>
                </a:extLst>
              </p:cNvPr>
              <p:cNvSpPr/>
              <p:nvPr/>
            </p:nvSpPr>
            <p:spPr>
              <a:xfrm>
                <a:off x="243056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D5B">
                  <a:alpha val="100000"/>
                </a:srgbClr>
              </a:solidFill>
              <a:ln w="5420" cap="flat">
                <a:solidFill>
                  <a:srgbClr val="70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6" name="ph4887">
                <a:extLst>
                  <a:ext uri="{FF2B5EF4-FFF2-40B4-BE49-F238E27FC236}">
                    <a16:creationId xmlns:a16="http://schemas.microsoft.com/office/drawing/2014/main" id="{521CDDEA-136A-83D9-EC79-0E04C72E7F4F}"/>
                  </a:ext>
                </a:extLst>
              </p:cNvPr>
              <p:cNvSpPr/>
              <p:nvPr/>
            </p:nvSpPr>
            <p:spPr>
              <a:xfrm>
                <a:off x="244000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7" name="ph4888">
                <a:extLst>
                  <a:ext uri="{FF2B5EF4-FFF2-40B4-BE49-F238E27FC236}">
                    <a16:creationId xmlns:a16="http://schemas.microsoft.com/office/drawing/2014/main" id="{18E31C9E-14D1-9C36-F5A9-14C495FD844D}"/>
                  </a:ext>
                </a:extLst>
              </p:cNvPr>
              <p:cNvSpPr/>
              <p:nvPr/>
            </p:nvSpPr>
            <p:spPr>
              <a:xfrm>
                <a:off x="244944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8" name="ph4889">
                <a:extLst>
                  <a:ext uri="{FF2B5EF4-FFF2-40B4-BE49-F238E27FC236}">
                    <a16:creationId xmlns:a16="http://schemas.microsoft.com/office/drawing/2014/main" id="{189D2226-C140-17C7-825C-7606B631D887}"/>
                  </a:ext>
                </a:extLst>
              </p:cNvPr>
              <p:cNvSpPr/>
              <p:nvPr/>
            </p:nvSpPr>
            <p:spPr>
              <a:xfrm>
                <a:off x="245889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9" name="ph4890">
                <a:extLst>
                  <a:ext uri="{FF2B5EF4-FFF2-40B4-BE49-F238E27FC236}">
                    <a16:creationId xmlns:a16="http://schemas.microsoft.com/office/drawing/2014/main" id="{AEF32354-DBF0-6635-F17B-FF5506FE77EB}"/>
                  </a:ext>
                </a:extLst>
              </p:cNvPr>
              <p:cNvSpPr/>
              <p:nvPr/>
            </p:nvSpPr>
            <p:spPr>
              <a:xfrm>
                <a:off x="246833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0" name="ph4891">
                <a:extLst>
                  <a:ext uri="{FF2B5EF4-FFF2-40B4-BE49-F238E27FC236}">
                    <a16:creationId xmlns:a16="http://schemas.microsoft.com/office/drawing/2014/main" id="{E3C06CBD-E4AE-3D31-38CA-2C9CCE30C33E}"/>
                  </a:ext>
                </a:extLst>
              </p:cNvPr>
              <p:cNvSpPr/>
              <p:nvPr/>
            </p:nvSpPr>
            <p:spPr>
              <a:xfrm>
                <a:off x="2477770" y="1640698"/>
                <a:ext cx="921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9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80" y="896830"/>
                    </a:lnTo>
                    <a:lnTo>
                      <a:pt x="917390" y="900903"/>
                    </a:lnTo>
                    <a:lnTo>
                      <a:pt x="920358" y="910557"/>
                    </a:lnTo>
                    <a:lnTo>
                      <a:pt x="921399" y="914400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1" name="ph4892">
                <a:extLst>
                  <a:ext uri="{FF2B5EF4-FFF2-40B4-BE49-F238E27FC236}">
                    <a16:creationId xmlns:a16="http://schemas.microsoft.com/office/drawing/2014/main" id="{9F1EDEA1-3E38-1F61-2720-5385002615AE}"/>
                  </a:ext>
                </a:extLst>
              </p:cNvPr>
              <p:cNvSpPr/>
              <p:nvPr/>
            </p:nvSpPr>
            <p:spPr>
              <a:xfrm>
                <a:off x="3148027" y="1623128"/>
                <a:ext cx="914400" cy="92833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330">
                    <a:moveTo>
                      <a:pt x="914400" y="914400"/>
                    </a:moveTo>
                    <a:lnTo>
                      <a:pt x="914400" y="928330"/>
                    </a:lnTo>
                    <a:lnTo>
                      <a:pt x="912595" y="924233"/>
                    </a:lnTo>
                    <a:lnTo>
                      <a:pt x="909109" y="915426"/>
                    </a:lnTo>
                    <a:lnTo>
                      <a:pt x="908746" y="914400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2" name="ph4893">
                <a:extLst>
                  <a:ext uri="{FF2B5EF4-FFF2-40B4-BE49-F238E27FC236}">
                    <a16:creationId xmlns:a16="http://schemas.microsoft.com/office/drawing/2014/main" id="{D121C1B9-1C00-3C83-B467-AF6464775366}"/>
                  </a:ext>
                </a:extLst>
              </p:cNvPr>
              <p:cNvSpPr/>
              <p:nvPr/>
            </p:nvSpPr>
            <p:spPr>
              <a:xfrm>
                <a:off x="314802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03" y="931969"/>
                    </a:lnTo>
                    <a:lnTo>
                      <a:pt x="914400" y="92833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3" name="ph4894">
                <a:extLst>
                  <a:ext uri="{FF2B5EF4-FFF2-40B4-BE49-F238E27FC236}">
                    <a16:creationId xmlns:a16="http://schemas.microsoft.com/office/drawing/2014/main" id="{035C416C-F077-C7DB-AEB2-BF6C4608DB68}"/>
                  </a:ext>
                </a:extLst>
              </p:cNvPr>
              <p:cNvSpPr/>
              <p:nvPr/>
            </p:nvSpPr>
            <p:spPr>
              <a:xfrm>
                <a:off x="315746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4" name="ph4895">
                <a:extLst>
                  <a:ext uri="{FF2B5EF4-FFF2-40B4-BE49-F238E27FC236}">
                    <a16:creationId xmlns:a16="http://schemas.microsoft.com/office/drawing/2014/main" id="{CA0E8A6C-BD2F-2B76-6B09-95BB06341CB2}"/>
                  </a:ext>
                </a:extLst>
              </p:cNvPr>
              <p:cNvSpPr/>
              <p:nvPr/>
            </p:nvSpPr>
            <p:spPr>
              <a:xfrm>
                <a:off x="316690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5" name="ph4896">
                <a:extLst>
                  <a:ext uri="{FF2B5EF4-FFF2-40B4-BE49-F238E27FC236}">
                    <a16:creationId xmlns:a16="http://schemas.microsoft.com/office/drawing/2014/main" id="{6234F926-8EF1-2514-189A-2691FB8DA8C6}"/>
                  </a:ext>
                </a:extLst>
              </p:cNvPr>
              <p:cNvSpPr/>
              <p:nvPr/>
            </p:nvSpPr>
            <p:spPr>
              <a:xfrm>
                <a:off x="317634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6" name="ph4897">
                <a:extLst>
                  <a:ext uri="{FF2B5EF4-FFF2-40B4-BE49-F238E27FC236}">
                    <a16:creationId xmlns:a16="http://schemas.microsoft.com/office/drawing/2014/main" id="{445186D4-F44A-F273-9634-682B112E1AC6}"/>
                  </a:ext>
                </a:extLst>
              </p:cNvPr>
              <p:cNvSpPr/>
              <p:nvPr/>
            </p:nvSpPr>
            <p:spPr>
              <a:xfrm>
                <a:off x="318578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7" name="ph4898">
                <a:extLst>
                  <a:ext uri="{FF2B5EF4-FFF2-40B4-BE49-F238E27FC236}">
                    <a16:creationId xmlns:a16="http://schemas.microsoft.com/office/drawing/2014/main" id="{B48829F4-38D8-12B3-811A-25306A3A0C30}"/>
                  </a:ext>
                </a:extLst>
              </p:cNvPr>
              <p:cNvSpPr/>
              <p:nvPr/>
            </p:nvSpPr>
            <p:spPr>
              <a:xfrm>
                <a:off x="319522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8" name="ph4899">
                <a:extLst>
                  <a:ext uri="{FF2B5EF4-FFF2-40B4-BE49-F238E27FC236}">
                    <a16:creationId xmlns:a16="http://schemas.microsoft.com/office/drawing/2014/main" id="{9C363939-052E-35D9-FBB9-9437A6E04D3A}"/>
                  </a:ext>
                </a:extLst>
              </p:cNvPr>
              <p:cNvSpPr/>
              <p:nvPr/>
            </p:nvSpPr>
            <p:spPr>
              <a:xfrm>
                <a:off x="320466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9" name="ph4900">
                <a:extLst>
                  <a:ext uri="{FF2B5EF4-FFF2-40B4-BE49-F238E27FC236}">
                    <a16:creationId xmlns:a16="http://schemas.microsoft.com/office/drawing/2014/main" id="{F89725A1-62B1-1C04-0BC0-EF0A67E3A983}"/>
                  </a:ext>
                </a:extLst>
              </p:cNvPr>
              <p:cNvSpPr/>
              <p:nvPr/>
            </p:nvSpPr>
            <p:spPr>
              <a:xfrm>
                <a:off x="321410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0" name="ph4901">
                <a:extLst>
                  <a:ext uri="{FF2B5EF4-FFF2-40B4-BE49-F238E27FC236}">
                    <a16:creationId xmlns:a16="http://schemas.microsoft.com/office/drawing/2014/main" id="{28992A01-5084-7AC8-BE7E-27749E33A50E}"/>
                  </a:ext>
                </a:extLst>
              </p:cNvPr>
              <p:cNvSpPr/>
              <p:nvPr/>
            </p:nvSpPr>
            <p:spPr>
              <a:xfrm>
                <a:off x="322354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1" name="ph4902">
                <a:extLst>
                  <a:ext uri="{FF2B5EF4-FFF2-40B4-BE49-F238E27FC236}">
                    <a16:creationId xmlns:a16="http://schemas.microsoft.com/office/drawing/2014/main" id="{67E00249-A96A-FD08-60CC-1EC1D593EE3B}"/>
                  </a:ext>
                </a:extLst>
              </p:cNvPr>
              <p:cNvSpPr/>
              <p:nvPr/>
            </p:nvSpPr>
            <p:spPr>
              <a:xfrm>
                <a:off x="323298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2" name="ph4903">
                <a:extLst>
                  <a:ext uri="{FF2B5EF4-FFF2-40B4-BE49-F238E27FC236}">
                    <a16:creationId xmlns:a16="http://schemas.microsoft.com/office/drawing/2014/main" id="{85C52139-8935-60D6-C91F-BE156A391C76}"/>
                  </a:ext>
                </a:extLst>
              </p:cNvPr>
              <p:cNvSpPr/>
              <p:nvPr/>
            </p:nvSpPr>
            <p:spPr>
              <a:xfrm>
                <a:off x="324242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3" name="ph4904">
                <a:extLst>
                  <a:ext uri="{FF2B5EF4-FFF2-40B4-BE49-F238E27FC236}">
                    <a16:creationId xmlns:a16="http://schemas.microsoft.com/office/drawing/2014/main" id="{BFA63115-E348-6A09-1B59-9B98AF17C31D}"/>
                  </a:ext>
                </a:extLst>
              </p:cNvPr>
              <p:cNvSpPr/>
              <p:nvPr/>
            </p:nvSpPr>
            <p:spPr>
              <a:xfrm>
                <a:off x="325187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4" name="ph4905">
                <a:extLst>
                  <a:ext uri="{FF2B5EF4-FFF2-40B4-BE49-F238E27FC236}">
                    <a16:creationId xmlns:a16="http://schemas.microsoft.com/office/drawing/2014/main" id="{EF751468-65FC-6144-36DB-30C97ADA8AA5}"/>
                  </a:ext>
                </a:extLst>
              </p:cNvPr>
              <p:cNvSpPr/>
              <p:nvPr/>
            </p:nvSpPr>
            <p:spPr>
              <a:xfrm>
                <a:off x="326131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5" name="ph4906">
                <a:extLst>
                  <a:ext uri="{FF2B5EF4-FFF2-40B4-BE49-F238E27FC236}">
                    <a16:creationId xmlns:a16="http://schemas.microsoft.com/office/drawing/2014/main" id="{890DEE03-8E1A-F521-2856-87660FFDE7D7}"/>
                  </a:ext>
                </a:extLst>
              </p:cNvPr>
              <p:cNvSpPr/>
              <p:nvPr/>
            </p:nvSpPr>
            <p:spPr>
              <a:xfrm>
                <a:off x="327075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6" name="ph4907">
                <a:extLst>
                  <a:ext uri="{FF2B5EF4-FFF2-40B4-BE49-F238E27FC236}">
                    <a16:creationId xmlns:a16="http://schemas.microsoft.com/office/drawing/2014/main" id="{C951AD81-3295-0F51-D046-F6D0946DCBCD}"/>
                  </a:ext>
                </a:extLst>
              </p:cNvPr>
              <p:cNvSpPr/>
              <p:nvPr/>
            </p:nvSpPr>
            <p:spPr>
              <a:xfrm>
                <a:off x="328019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7" name="ph4908">
                <a:extLst>
                  <a:ext uri="{FF2B5EF4-FFF2-40B4-BE49-F238E27FC236}">
                    <a16:creationId xmlns:a16="http://schemas.microsoft.com/office/drawing/2014/main" id="{D6272B83-A3C9-E186-6AEC-249F77D87766}"/>
                  </a:ext>
                </a:extLst>
              </p:cNvPr>
              <p:cNvSpPr/>
              <p:nvPr/>
            </p:nvSpPr>
            <p:spPr>
              <a:xfrm>
                <a:off x="328963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8" name="ph4909">
                <a:extLst>
                  <a:ext uri="{FF2B5EF4-FFF2-40B4-BE49-F238E27FC236}">
                    <a16:creationId xmlns:a16="http://schemas.microsoft.com/office/drawing/2014/main" id="{FC7C47D8-B332-CAB7-81B3-7BF448432982}"/>
                  </a:ext>
                </a:extLst>
              </p:cNvPr>
              <p:cNvSpPr/>
              <p:nvPr/>
            </p:nvSpPr>
            <p:spPr>
              <a:xfrm>
                <a:off x="329907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9" name="ph4910">
                <a:extLst>
                  <a:ext uri="{FF2B5EF4-FFF2-40B4-BE49-F238E27FC236}">
                    <a16:creationId xmlns:a16="http://schemas.microsoft.com/office/drawing/2014/main" id="{D71EDC1D-25EA-3192-1DD9-1939EEB3DD06}"/>
                  </a:ext>
                </a:extLst>
              </p:cNvPr>
              <p:cNvSpPr/>
              <p:nvPr/>
            </p:nvSpPr>
            <p:spPr>
              <a:xfrm>
                <a:off x="330851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0" name="ph4911">
                <a:extLst>
                  <a:ext uri="{FF2B5EF4-FFF2-40B4-BE49-F238E27FC236}">
                    <a16:creationId xmlns:a16="http://schemas.microsoft.com/office/drawing/2014/main" id="{09373E01-4E64-FE0B-C859-F0BAB5309E81}"/>
                  </a:ext>
                </a:extLst>
              </p:cNvPr>
              <p:cNvSpPr/>
              <p:nvPr/>
            </p:nvSpPr>
            <p:spPr>
              <a:xfrm>
                <a:off x="331795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1" name="ph4912">
                <a:extLst>
                  <a:ext uri="{FF2B5EF4-FFF2-40B4-BE49-F238E27FC236}">
                    <a16:creationId xmlns:a16="http://schemas.microsoft.com/office/drawing/2014/main" id="{90000591-BBED-52B5-FFE2-EAE652C639D4}"/>
                  </a:ext>
                </a:extLst>
              </p:cNvPr>
              <p:cNvSpPr/>
              <p:nvPr/>
            </p:nvSpPr>
            <p:spPr>
              <a:xfrm>
                <a:off x="332739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2" name="ph4913">
                <a:extLst>
                  <a:ext uri="{FF2B5EF4-FFF2-40B4-BE49-F238E27FC236}">
                    <a16:creationId xmlns:a16="http://schemas.microsoft.com/office/drawing/2014/main" id="{C76B0684-F491-D644-BA2B-024C36A15A46}"/>
                  </a:ext>
                </a:extLst>
              </p:cNvPr>
              <p:cNvSpPr/>
              <p:nvPr/>
            </p:nvSpPr>
            <p:spPr>
              <a:xfrm>
                <a:off x="333683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3" name="ph4914">
                <a:extLst>
                  <a:ext uri="{FF2B5EF4-FFF2-40B4-BE49-F238E27FC236}">
                    <a16:creationId xmlns:a16="http://schemas.microsoft.com/office/drawing/2014/main" id="{41953100-6913-F11F-8879-48651BD73891}"/>
                  </a:ext>
                </a:extLst>
              </p:cNvPr>
              <p:cNvSpPr/>
              <p:nvPr/>
            </p:nvSpPr>
            <p:spPr>
              <a:xfrm>
                <a:off x="334627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4" name="ph4915">
                <a:extLst>
                  <a:ext uri="{FF2B5EF4-FFF2-40B4-BE49-F238E27FC236}">
                    <a16:creationId xmlns:a16="http://schemas.microsoft.com/office/drawing/2014/main" id="{FB744ECA-5259-9632-36EA-65E395C0275E}"/>
                  </a:ext>
                </a:extLst>
              </p:cNvPr>
              <p:cNvSpPr/>
              <p:nvPr/>
            </p:nvSpPr>
            <p:spPr>
              <a:xfrm>
                <a:off x="335571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5" name="ph4916">
                <a:extLst>
                  <a:ext uri="{FF2B5EF4-FFF2-40B4-BE49-F238E27FC236}">
                    <a16:creationId xmlns:a16="http://schemas.microsoft.com/office/drawing/2014/main" id="{08610240-0F70-643E-A6B9-DA16EBFF731F}"/>
                  </a:ext>
                </a:extLst>
              </p:cNvPr>
              <p:cNvSpPr/>
              <p:nvPr/>
            </p:nvSpPr>
            <p:spPr>
              <a:xfrm>
                <a:off x="336515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6" name="ph4917">
                <a:extLst>
                  <a:ext uri="{FF2B5EF4-FFF2-40B4-BE49-F238E27FC236}">
                    <a16:creationId xmlns:a16="http://schemas.microsoft.com/office/drawing/2014/main" id="{78EEB9FF-6811-5B79-059A-5BEBC504E207}"/>
                  </a:ext>
                </a:extLst>
              </p:cNvPr>
              <p:cNvSpPr/>
              <p:nvPr/>
            </p:nvSpPr>
            <p:spPr>
              <a:xfrm>
                <a:off x="337459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7" name="ph4918">
                <a:extLst>
                  <a:ext uri="{FF2B5EF4-FFF2-40B4-BE49-F238E27FC236}">
                    <a16:creationId xmlns:a16="http://schemas.microsoft.com/office/drawing/2014/main" id="{03A7345C-704D-F559-FB47-7195C73C390D}"/>
                  </a:ext>
                </a:extLst>
              </p:cNvPr>
              <p:cNvSpPr/>
              <p:nvPr/>
            </p:nvSpPr>
            <p:spPr>
              <a:xfrm>
                <a:off x="338403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8" name="ph4919">
                <a:extLst>
                  <a:ext uri="{FF2B5EF4-FFF2-40B4-BE49-F238E27FC236}">
                    <a16:creationId xmlns:a16="http://schemas.microsoft.com/office/drawing/2014/main" id="{D2946D97-EE58-6458-298E-553C14E19042}"/>
                  </a:ext>
                </a:extLst>
              </p:cNvPr>
              <p:cNvSpPr/>
              <p:nvPr/>
            </p:nvSpPr>
            <p:spPr>
              <a:xfrm>
                <a:off x="339347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9" name="ph4920">
                <a:extLst>
                  <a:ext uri="{FF2B5EF4-FFF2-40B4-BE49-F238E27FC236}">
                    <a16:creationId xmlns:a16="http://schemas.microsoft.com/office/drawing/2014/main" id="{48EE599E-C1AF-314A-93B1-A49D182A8952}"/>
                  </a:ext>
                </a:extLst>
              </p:cNvPr>
              <p:cNvSpPr/>
              <p:nvPr/>
            </p:nvSpPr>
            <p:spPr>
              <a:xfrm>
                <a:off x="340291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0" name="ph4921">
                <a:extLst>
                  <a:ext uri="{FF2B5EF4-FFF2-40B4-BE49-F238E27FC236}">
                    <a16:creationId xmlns:a16="http://schemas.microsoft.com/office/drawing/2014/main" id="{1A4D244A-7528-153D-B0CB-4AA55A16254B}"/>
                  </a:ext>
                </a:extLst>
              </p:cNvPr>
              <p:cNvSpPr/>
              <p:nvPr/>
            </p:nvSpPr>
            <p:spPr>
              <a:xfrm>
                <a:off x="341235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1" name="ph4922">
                <a:extLst>
                  <a:ext uri="{FF2B5EF4-FFF2-40B4-BE49-F238E27FC236}">
                    <a16:creationId xmlns:a16="http://schemas.microsoft.com/office/drawing/2014/main" id="{FABF602A-9CA3-635E-475D-E196C806DE8C}"/>
                  </a:ext>
                </a:extLst>
              </p:cNvPr>
              <p:cNvSpPr/>
              <p:nvPr/>
            </p:nvSpPr>
            <p:spPr>
              <a:xfrm>
                <a:off x="342179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2" name="ph4923">
                <a:extLst>
                  <a:ext uri="{FF2B5EF4-FFF2-40B4-BE49-F238E27FC236}">
                    <a16:creationId xmlns:a16="http://schemas.microsoft.com/office/drawing/2014/main" id="{31134233-3782-9112-1536-C65A9D49988A}"/>
                  </a:ext>
                </a:extLst>
              </p:cNvPr>
              <p:cNvSpPr/>
              <p:nvPr/>
            </p:nvSpPr>
            <p:spPr>
              <a:xfrm>
                <a:off x="343123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3" name="ph4924">
                <a:extLst>
                  <a:ext uri="{FF2B5EF4-FFF2-40B4-BE49-F238E27FC236}">
                    <a16:creationId xmlns:a16="http://schemas.microsoft.com/office/drawing/2014/main" id="{ACA73692-5DF3-ADDA-5CEB-CC33F616D908}"/>
                  </a:ext>
                </a:extLst>
              </p:cNvPr>
              <p:cNvSpPr/>
              <p:nvPr/>
            </p:nvSpPr>
            <p:spPr>
              <a:xfrm>
                <a:off x="344067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4" name="ph4925">
                <a:extLst>
                  <a:ext uri="{FF2B5EF4-FFF2-40B4-BE49-F238E27FC236}">
                    <a16:creationId xmlns:a16="http://schemas.microsoft.com/office/drawing/2014/main" id="{5F5B068F-A6CB-FF3C-E83D-64D0D1CA44D0}"/>
                  </a:ext>
                </a:extLst>
              </p:cNvPr>
              <p:cNvSpPr/>
              <p:nvPr/>
            </p:nvSpPr>
            <p:spPr>
              <a:xfrm>
                <a:off x="345011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5" name="ph4926">
                <a:extLst>
                  <a:ext uri="{FF2B5EF4-FFF2-40B4-BE49-F238E27FC236}">
                    <a16:creationId xmlns:a16="http://schemas.microsoft.com/office/drawing/2014/main" id="{199EB15D-C589-6FF4-1179-5CA55BBF5A77}"/>
                  </a:ext>
                </a:extLst>
              </p:cNvPr>
              <p:cNvSpPr/>
              <p:nvPr/>
            </p:nvSpPr>
            <p:spPr>
              <a:xfrm>
                <a:off x="345955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6" name="ph4927">
                <a:extLst>
                  <a:ext uri="{FF2B5EF4-FFF2-40B4-BE49-F238E27FC236}">
                    <a16:creationId xmlns:a16="http://schemas.microsoft.com/office/drawing/2014/main" id="{7DF5F014-2DFD-4DBB-6656-155B4424C951}"/>
                  </a:ext>
                </a:extLst>
              </p:cNvPr>
              <p:cNvSpPr/>
              <p:nvPr/>
            </p:nvSpPr>
            <p:spPr>
              <a:xfrm>
                <a:off x="346899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7" name="ph4928">
                <a:extLst>
                  <a:ext uri="{FF2B5EF4-FFF2-40B4-BE49-F238E27FC236}">
                    <a16:creationId xmlns:a16="http://schemas.microsoft.com/office/drawing/2014/main" id="{EACC0C25-E5F2-3535-B303-683FA5CD86E9}"/>
                  </a:ext>
                </a:extLst>
              </p:cNvPr>
              <p:cNvSpPr/>
              <p:nvPr/>
            </p:nvSpPr>
            <p:spPr>
              <a:xfrm>
                <a:off x="347843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8" name="ph4929">
                <a:extLst>
                  <a:ext uri="{FF2B5EF4-FFF2-40B4-BE49-F238E27FC236}">
                    <a16:creationId xmlns:a16="http://schemas.microsoft.com/office/drawing/2014/main" id="{747E93E4-EC1A-8313-98F4-6E1CC96012F8}"/>
                  </a:ext>
                </a:extLst>
              </p:cNvPr>
              <p:cNvSpPr/>
              <p:nvPr/>
            </p:nvSpPr>
            <p:spPr>
              <a:xfrm>
                <a:off x="348787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9" name="ph4930">
                <a:extLst>
                  <a:ext uri="{FF2B5EF4-FFF2-40B4-BE49-F238E27FC236}">
                    <a16:creationId xmlns:a16="http://schemas.microsoft.com/office/drawing/2014/main" id="{A029EA5F-6E4B-066F-1AD9-53A5F378E3AE}"/>
                  </a:ext>
                </a:extLst>
              </p:cNvPr>
              <p:cNvSpPr/>
              <p:nvPr/>
            </p:nvSpPr>
            <p:spPr>
              <a:xfrm>
                <a:off x="3497316" y="164069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779"/>
                    </a:lnTo>
                    <a:lnTo>
                      <a:pt x="923281" y="909413"/>
                    </a:lnTo>
                    <a:lnTo>
                      <a:pt x="918350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0" name="ph4931">
                <a:extLst>
                  <a:ext uri="{FF2B5EF4-FFF2-40B4-BE49-F238E27FC236}">
                    <a16:creationId xmlns:a16="http://schemas.microsoft.com/office/drawing/2014/main" id="{247486FD-DF70-8207-C45C-532386D7C2EA}"/>
                  </a:ext>
                </a:extLst>
              </p:cNvPr>
              <p:cNvSpPr/>
              <p:nvPr/>
            </p:nvSpPr>
            <p:spPr>
              <a:xfrm>
                <a:off x="3506756" y="1623128"/>
                <a:ext cx="923840" cy="9263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3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21"/>
                    </a:lnTo>
                    <a:lnTo>
                      <a:pt x="923236" y="915726"/>
                    </a:lnTo>
                    <a:lnTo>
                      <a:pt x="918613" y="921570"/>
                    </a:lnTo>
                    <a:lnTo>
                      <a:pt x="914400" y="926348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1" name="ph4932">
                <a:extLst>
                  <a:ext uri="{FF2B5EF4-FFF2-40B4-BE49-F238E27FC236}">
                    <a16:creationId xmlns:a16="http://schemas.microsoft.com/office/drawing/2014/main" id="{E123D913-B893-3F17-7115-B1CFD3C042A8}"/>
                  </a:ext>
                </a:extLst>
              </p:cNvPr>
              <p:cNvSpPr/>
              <p:nvPr/>
            </p:nvSpPr>
            <p:spPr>
              <a:xfrm>
                <a:off x="3516196" y="1623128"/>
                <a:ext cx="914791" cy="914921"/>
              </a:xfrm>
              <a:custGeom>
                <a:avLst/>
                <a:gdLst/>
                <a:ahLst/>
                <a:cxnLst/>
                <a:rect l="0" t="0" r="0" b="0"/>
                <a:pathLst>
                  <a:path w="914791" h="914921">
                    <a:moveTo>
                      <a:pt x="914400" y="914400"/>
                    </a:moveTo>
                    <a:lnTo>
                      <a:pt x="914791" y="914400"/>
                    </a:lnTo>
                    <a:lnTo>
                      <a:pt x="914400" y="914921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2" name="ph4933">
                <a:extLst>
                  <a:ext uri="{FF2B5EF4-FFF2-40B4-BE49-F238E27FC236}">
                    <a16:creationId xmlns:a16="http://schemas.microsoft.com/office/drawing/2014/main" id="{AB27B93F-7D6A-BDAD-BAA6-77F40C2F3F1A}"/>
                  </a:ext>
                </a:extLst>
              </p:cNvPr>
              <p:cNvSpPr/>
              <p:nvPr/>
            </p:nvSpPr>
            <p:spPr>
              <a:xfrm>
                <a:off x="2185123" y="1605559"/>
                <a:ext cx="914400" cy="92237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71">
                    <a:moveTo>
                      <a:pt x="914400" y="914400"/>
                    </a:moveTo>
                    <a:lnTo>
                      <a:pt x="914400" y="922371"/>
                    </a:lnTo>
                    <a:lnTo>
                      <a:pt x="914136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3" name="ph4934">
                <a:extLst>
                  <a:ext uri="{FF2B5EF4-FFF2-40B4-BE49-F238E27FC236}">
                    <a16:creationId xmlns:a16="http://schemas.microsoft.com/office/drawing/2014/main" id="{3585AE5D-8490-389C-990E-AD4A6BCFA213}"/>
                  </a:ext>
                </a:extLst>
              </p:cNvPr>
              <p:cNvSpPr/>
              <p:nvPr/>
            </p:nvSpPr>
            <p:spPr>
              <a:xfrm>
                <a:off x="218512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18" y="931969"/>
                    </a:lnTo>
                    <a:lnTo>
                      <a:pt x="914482" y="924861"/>
                    </a:lnTo>
                    <a:lnTo>
                      <a:pt x="914400" y="922371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4" name="ph4935">
                <a:extLst>
                  <a:ext uri="{FF2B5EF4-FFF2-40B4-BE49-F238E27FC236}">
                    <a16:creationId xmlns:a16="http://schemas.microsoft.com/office/drawing/2014/main" id="{3B96FCB3-B8FC-62B9-E95B-B57131508989}"/>
                  </a:ext>
                </a:extLst>
              </p:cNvPr>
              <p:cNvSpPr/>
              <p:nvPr/>
            </p:nvSpPr>
            <p:spPr>
              <a:xfrm>
                <a:off x="219456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5" name="ph4936">
                <a:extLst>
                  <a:ext uri="{FF2B5EF4-FFF2-40B4-BE49-F238E27FC236}">
                    <a16:creationId xmlns:a16="http://schemas.microsoft.com/office/drawing/2014/main" id="{CC198233-477B-22C5-96F7-418008C17C39}"/>
                  </a:ext>
                </a:extLst>
              </p:cNvPr>
              <p:cNvSpPr/>
              <p:nvPr/>
            </p:nvSpPr>
            <p:spPr>
              <a:xfrm>
                <a:off x="220400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6" name="ph4937">
                <a:extLst>
                  <a:ext uri="{FF2B5EF4-FFF2-40B4-BE49-F238E27FC236}">
                    <a16:creationId xmlns:a16="http://schemas.microsoft.com/office/drawing/2014/main" id="{CCCB5A93-0741-2E30-BCC7-493909E99B57}"/>
                  </a:ext>
                </a:extLst>
              </p:cNvPr>
              <p:cNvSpPr/>
              <p:nvPr/>
            </p:nvSpPr>
            <p:spPr>
              <a:xfrm>
                <a:off x="221344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7" name="ph4938">
                <a:extLst>
                  <a:ext uri="{FF2B5EF4-FFF2-40B4-BE49-F238E27FC236}">
                    <a16:creationId xmlns:a16="http://schemas.microsoft.com/office/drawing/2014/main" id="{7A41CA89-F7B4-F2F7-8702-10E50195E4D5}"/>
                  </a:ext>
                </a:extLst>
              </p:cNvPr>
              <p:cNvSpPr/>
              <p:nvPr/>
            </p:nvSpPr>
            <p:spPr>
              <a:xfrm>
                <a:off x="222288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8" name="ph4939">
                <a:extLst>
                  <a:ext uri="{FF2B5EF4-FFF2-40B4-BE49-F238E27FC236}">
                    <a16:creationId xmlns:a16="http://schemas.microsoft.com/office/drawing/2014/main" id="{332D03D0-5BA1-FD84-FC13-8A873F382C43}"/>
                  </a:ext>
                </a:extLst>
              </p:cNvPr>
              <p:cNvSpPr/>
              <p:nvPr/>
            </p:nvSpPr>
            <p:spPr>
              <a:xfrm>
                <a:off x="223232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9" name="ph4940">
                <a:extLst>
                  <a:ext uri="{FF2B5EF4-FFF2-40B4-BE49-F238E27FC236}">
                    <a16:creationId xmlns:a16="http://schemas.microsoft.com/office/drawing/2014/main" id="{79084EFC-15E2-13E8-42DC-7F2039F44698}"/>
                  </a:ext>
                </a:extLst>
              </p:cNvPr>
              <p:cNvSpPr/>
              <p:nvPr/>
            </p:nvSpPr>
            <p:spPr>
              <a:xfrm>
                <a:off x="224176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0" name="ph4941">
                <a:extLst>
                  <a:ext uri="{FF2B5EF4-FFF2-40B4-BE49-F238E27FC236}">
                    <a16:creationId xmlns:a16="http://schemas.microsoft.com/office/drawing/2014/main" id="{1093DEC1-4A5D-4FB6-EEFA-4CD10E586E18}"/>
                  </a:ext>
                </a:extLst>
              </p:cNvPr>
              <p:cNvSpPr/>
              <p:nvPr/>
            </p:nvSpPr>
            <p:spPr>
              <a:xfrm>
                <a:off x="225120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1" name="ph4942">
                <a:extLst>
                  <a:ext uri="{FF2B5EF4-FFF2-40B4-BE49-F238E27FC236}">
                    <a16:creationId xmlns:a16="http://schemas.microsoft.com/office/drawing/2014/main" id="{D7131546-FB36-5471-55AA-925F958BCB60}"/>
                  </a:ext>
                </a:extLst>
              </p:cNvPr>
              <p:cNvSpPr/>
              <p:nvPr/>
            </p:nvSpPr>
            <p:spPr>
              <a:xfrm>
                <a:off x="226064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2" name="ph4943">
                <a:extLst>
                  <a:ext uri="{FF2B5EF4-FFF2-40B4-BE49-F238E27FC236}">
                    <a16:creationId xmlns:a16="http://schemas.microsoft.com/office/drawing/2014/main" id="{0B78BB3D-E1FF-6867-B183-3E326A1C3BE9}"/>
                  </a:ext>
                </a:extLst>
              </p:cNvPr>
              <p:cNvSpPr/>
              <p:nvPr/>
            </p:nvSpPr>
            <p:spPr>
              <a:xfrm>
                <a:off x="227008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3" name="ph4944">
                <a:extLst>
                  <a:ext uri="{FF2B5EF4-FFF2-40B4-BE49-F238E27FC236}">
                    <a16:creationId xmlns:a16="http://schemas.microsoft.com/office/drawing/2014/main" id="{4DFB14EE-0422-38ED-9C21-E31EC01689A4}"/>
                  </a:ext>
                </a:extLst>
              </p:cNvPr>
              <p:cNvSpPr/>
              <p:nvPr/>
            </p:nvSpPr>
            <p:spPr>
              <a:xfrm>
                <a:off x="227952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4" name="ph4945">
                <a:extLst>
                  <a:ext uri="{FF2B5EF4-FFF2-40B4-BE49-F238E27FC236}">
                    <a16:creationId xmlns:a16="http://schemas.microsoft.com/office/drawing/2014/main" id="{9E0E1328-908C-9559-7FA1-60C8D25192E5}"/>
                  </a:ext>
                </a:extLst>
              </p:cNvPr>
              <p:cNvSpPr/>
              <p:nvPr/>
            </p:nvSpPr>
            <p:spPr>
              <a:xfrm>
                <a:off x="228896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5" name="ph4946">
                <a:extLst>
                  <a:ext uri="{FF2B5EF4-FFF2-40B4-BE49-F238E27FC236}">
                    <a16:creationId xmlns:a16="http://schemas.microsoft.com/office/drawing/2014/main" id="{F5669EB5-D642-C4FB-1455-EBCB5871D341}"/>
                  </a:ext>
                </a:extLst>
              </p:cNvPr>
              <p:cNvSpPr/>
              <p:nvPr/>
            </p:nvSpPr>
            <p:spPr>
              <a:xfrm>
                <a:off x="229840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6" name="ph4947">
                <a:extLst>
                  <a:ext uri="{FF2B5EF4-FFF2-40B4-BE49-F238E27FC236}">
                    <a16:creationId xmlns:a16="http://schemas.microsoft.com/office/drawing/2014/main" id="{C0D9400D-E216-8EFC-4071-73EE4EE77A52}"/>
                  </a:ext>
                </a:extLst>
              </p:cNvPr>
              <p:cNvSpPr/>
              <p:nvPr/>
            </p:nvSpPr>
            <p:spPr>
              <a:xfrm>
                <a:off x="230784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7" name="ph4948">
                <a:extLst>
                  <a:ext uri="{FF2B5EF4-FFF2-40B4-BE49-F238E27FC236}">
                    <a16:creationId xmlns:a16="http://schemas.microsoft.com/office/drawing/2014/main" id="{703D1BE1-6422-9E74-B828-577DA45DB662}"/>
                  </a:ext>
                </a:extLst>
              </p:cNvPr>
              <p:cNvSpPr/>
              <p:nvPr/>
            </p:nvSpPr>
            <p:spPr>
              <a:xfrm>
                <a:off x="231728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8" name="ph4949">
                <a:extLst>
                  <a:ext uri="{FF2B5EF4-FFF2-40B4-BE49-F238E27FC236}">
                    <a16:creationId xmlns:a16="http://schemas.microsoft.com/office/drawing/2014/main" id="{B31A84F9-D2C9-BEDB-F20D-B6BFCEFF9542}"/>
                  </a:ext>
                </a:extLst>
              </p:cNvPr>
              <p:cNvSpPr/>
              <p:nvPr/>
            </p:nvSpPr>
            <p:spPr>
              <a:xfrm>
                <a:off x="232672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9" name="ph4950">
                <a:extLst>
                  <a:ext uri="{FF2B5EF4-FFF2-40B4-BE49-F238E27FC236}">
                    <a16:creationId xmlns:a16="http://schemas.microsoft.com/office/drawing/2014/main" id="{02D90D9F-C81E-5DB3-79C9-0CFD3BC8C478}"/>
                  </a:ext>
                </a:extLst>
              </p:cNvPr>
              <p:cNvSpPr/>
              <p:nvPr/>
            </p:nvSpPr>
            <p:spPr>
              <a:xfrm>
                <a:off x="233616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0" name="ph4951">
                <a:extLst>
                  <a:ext uri="{FF2B5EF4-FFF2-40B4-BE49-F238E27FC236}">
                    <a16:creationId xmlns:a16="http://schemas.microsoft.com/office/drawing/2014/main" id="{E63D101A-48E8-50C5-9E3B-F72C58458A92}"/>
                  </a:ext>
                </a:extLst>
              </p:cNvPr>
              <p:cNvSpPr/>
              <p:nvPr/>
            </p:nvSpPr>
            <p:spPr>
              <a:xfrm>
                <a:off x="234560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1" name="ph4952">
                <a:extLst>
                  <a:ext uri="{FF2B5EF4-FFF2-40B4-BE49-F238E27FC236}">
                    <a16:creationId xmlns:a16="http://schemas.microsoft.com/office/drawing/2014/main" id="{697627A1-8D6B-599D-95B9-273F80B279D2}"/>
                  </a:ext>
                </a:extLst>
              </p:cNvPr>
              <p:cNvSpPr/>
              <p:nvPr/>
            </p:nvSpPr>
            <p:spPr>
              <a:xfrm>
                <a:off x="235504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2" name="ph4953">
                <a:extLst>
                  <a:ext uri="{FF2B5EF4-FFF2-40B4-BE49-F238E27FC236}">
                    <a16:creationId xmlns:a16="http://schemas.microsoft.com/office/drawing/2014/main" id="{7FE47B2F-A591-4155-88AF-CFA28FF7D3C6}"/>
                  </a:ext>
                </a:extLst>
              </p:cNvPr>
              <p:cNvSpPr/>
              <p:nvPr/>
            </p:nvSpPr>
            <p:spPr>
              <a:xfrm>
                <a:off x="236448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3" name="ph4954">
                <a:extLst>
                  <a:ext uri="{FF2B5EF4-FFF2-40B4-BE49-F238E27FC236}">
                    <a16:creationId xmlns:a16="http://schemas.microsoft.com/office/drawing/2014/main" id="{6F6DC563-D1C7-FEBB-CAB6-3C8BF1DE01B8}"/>
                  </a:ext>
                </a:extLst>
              </p:cNvPr>
              <p:cNvSpPr/>
              <p:nvPr/>
            </p:nvSpPr>
            <p:spPr>
              <a:xfrm>
                <a:off x="237392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4" name="ph4955">
                <a:extLst>
                  <a:ext uri="{FF2B5EF4-FFF2-40B4-BE49-F238E27FC236}">
                    <a16:creationId xmlns:a16="http://schemas.microsoft.com/office/drawing/2014/main" id="{09FF389A-5913-9D0A-8C98-68EBD7A33062}"/>
                  </a:ext>
                </a:extLst>
              </p:cNvPr>
              <p:cNvSpPr/>
              <p:nvPr/>
            </p:nvSpPr>
            <p:spPr>
              <a:xfrm>
                <a:off x="238336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5" name="ph4956">
                <a:extLst>
                  <a:ext uri="{FF2B5EF4-FFF2-40B4-BE49-F238E27FC236}">
                    <a16:creationId xmlns:a16="http://schemas.microsoft.com/office/drawing/2014/main" id="{2A891716-2B87-A53B-1B04-13EAFAD199F8}"/>
                  </a:ext>
                </a:extLst>
              </p:cNvPr>
              <p:cNvSpPr/>
              <p:nvPr/>
            </p:nvSpPr>
            <p:spPr>
              <a:xfrm>
                <a:off x="239280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6" name="ph4957">
                <a:extLst>
                  <a:ext uri="{FF2B5EF4-FFF2-40B4-BE49-F238E27FC236}">
                    <a16:creationId xmlns:a16="http://schemas.microsoft.com/office/drawing/2014/main" id="{03AEAB64-BB72-3D8D-3F6E-E3A1E2DAF4C9}"/>
                  </a:ext>
                </a:extLst>
              </p:cNvPr>
              <p:cNvSpPr/>
              <p:nvPr/>
            </p:nvSpPr>
            <p:spPr>
              <a:xfrm>
                <a:off x="240224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BC35C">
                  <a:alpha val="100000"/>
                </a:srgbClr>
              </a:solidFill>
              <a:ln w="5420" cap="flat">
                <a:solidFill>
                  <a:srgbClr val="7BC3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7" name="ph4958">
                <a:extLst>
                  <a:ext uri="{FF2B5EF4-FFF2-40B4-BE49-F238E27FC236}">
                    <a16:creationId xmlns:a16="http://schemas.microsoft.com/office/drawing/2014/main" id="{69ACB6FA-A994-E5C6-FC7A-82D4DC1A335A}"/>
                  </a:ext>
                </a:extLst>
              </p:cNvPr>
              <p:cNvSpPr/>
              <p:nvPr/>
            </p:nvSpPr>
            <p:spPr>
              <a:xfrm>
                <a:off x="241168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8" name="ph4959">
                <a:extLst>
                  <a:ext uri="{FF2B5EF4-FFF2-40B4-BE49-F238E27FC236}">
                    <a16:creationId xmlns:a16="http://schemas.microsoft.com/office/drawing/2014/main" id="{892AC860-2893-9C5E-2D92-C10F781A21D6}"/>
                  </a:ext>
                </a:extLst>
              </p:cNvPr>
              <p:cNvSpPr/>
              <p:nvPr/>
            </p:nvSpPr>
            <p:spPr>
              <a:xfrm>
                <a:off x="242112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9" name="ph4960">
                <a:extLst>
                  <a:ext uri="{FF2B5EF4-FFF2-40B4-BE49-F238E27FC236}">
                    <a16:creationId xmlns:a16="http://schemas.microsoft.com/office/drawing/2014/main" id="{63121164-6D41-DC45-9279-9E88595C8743}"/>
                  </a:ext>
                </a:extLst>
              </p:cNvPr>
              <p:cNvSpPr/>
              <p:nvPr/>
            </p:nvSpPr>
            <p:spPr>
              <a:xfrm>
                <a:off x="243056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0" name="ph4961">
                <a:extLst>
                  <a:ext uri="{FF2B5EF4-FFF2-40B4-BE49-F238E27FC236}">
                    <a16:creationId xmlns:a16="http://schemas.microsoft.com/office/drawing/2014/main" id="{0AE00F6F-07A0-0B72-AD1C-766BDBD2F05B}"/>
                  </a:ext>
                </a:extLst>
              </p:cNvPr>
              <p:cNvSpPr/>
              <p:nvPr/>
            </p:nvSpPr>
            <p:spPr>
              <a:xfrm>
                <a:off x="244000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1" name="ph4962">
                <a:extLst>
                  <a:ext uri="{FF2B5EF4-FFF2-40B4-BE49-F238E27FC236}">
                    <a16:creationId xmlns:a16="http://schemas.microsoft.com/office/drawing/2014/main" id="{26C429AF-5A93-8350-7039-468F8FD36C2A}"/>
                  </a:ext>
                </a:extLst>
              </p:cNvPr>
              <p:cNvSpPr/>
              <p:nvPr/>
            </p:nvSpPr>
            <p:spPr>
              <a:xfrm>
                <a:off x="244944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2" name="ph4963">
                <a:extLst>
                  <a:ext uri="{FF2B5EF4-FFF2-40B4-BE49-F238E27FC236}">
                    <a16:creationId xmlns:a16="http://schemas.microsoft.com/office/drawing/2014/main" id="{D44E60B1-0342-839A-8319-069CE97BFAEE}"/>
                  </a:ext>
                </a:extLst>
              </p:cNvPr>
              <p:cNvSpPr/>
              <p:nvPr/>
            </p:nvSpPr>
            <p:spPr>
              <a:xfrm>
                <a:off x="245889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3" name="ph4964">
                <a:extLst>
                  <a:ext uri="{FF2B5EF4-FFF2-40B4-BE49-F238E27FC236}">
                    <a16:creationId xmlns:a16="http://schemas.microsoft.com/office/drawing/2014/main" id="{A33384F5-7D18-AD1D-16B9-069D16EBD821}"/>
                  </a:ext>
                </a:extLst>
              </p:cNvPr>
              <p:cNvSpPr/>
              <p:nvPr/>
            </p:nvSpPr>
            <p:spPr>
              <a:xfrm>
                <a:off x="2477770" y="162312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37" y="896830"/>
                    </a:lnTo>
                    <a:lnTo>
                      <a:pt x="910655" y="900106"/>
                    </a:lnTo>
                    <a:lnTo>
                      <a:pt x="914153" y="909124"/>
                    </a:lnTo>
                    <a:lnTo>
                      <a:pt x="914400" y="909837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4" name="ph4965">
                <a:extLst>
                  <a:ext uri="{FF2B5EF4-FFF2-40B4-BE49-F238E27FC236}">
                    <a16:creationId xmlns:a16="http://schemas.microsoft.com/office/drawing/2014/main" id="{575A7BB0-2479-1EDA-E91F-2AF98782BF39}"/>
                  </a:ext>
                </a:extLst>
              </p:cNvPr>
              <p:cNvSpPr/>
              <p:nvPr/>
            </p:nvSpPr>
            <p:spPr>
              <a:xfrm>
                <a:off x="2477770" y="1623128"/>
                <a:ext cx="9159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80" h="914400">
                    <a:moveTo>
                      <a:pt x="914400" y="914400"/>
                    </a:moveTo>
                    <a:lnTo>
                      <a:pt x="914400" y="909837"/>
                    </a:lnTo>
                    <a:lnTo>
                      <a:pt x="915980" y="914400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5" name="ph4966">
                <a:extLst>
                  <a:ext uri="{FF2B5EF4-FFF2-40B4-BE49-F238E27FC236}">
                    <a16:creationId xmlns:a16="http://schemas.microsoft.com/office/drawing/2014/main" id="{1E9E1268-42CE-54AF-0AC1-207E9B4F123A}"/>
                  </a:ext>
                </a:extLst>
              </p:cNvPr>
              <p:cNvSpPr/>
              <p:nvPr/>
            </p:nvSpPr>
            <p:spPr>
              <a:xfrm>
                <a:off x="3138587" y="1605559"/>
                <a:ext cx="914400" cy="9209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965">
                    <a:moveTo>
                      <a:pt x="914400" y="914400"/>
                    </a:moveTo>
                    <a:lnTo>
                      <a:pt x="914400" y="920965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6" name="ph4967">
                <a:extLst>
                  <a:ext uri="{FF2B5EF4-FFF2-40B4-BE49-F238E27FC236}">
                    <a16:creationId xmlns:a16="http://schemas.microsoft.com/office/drawing/2014/main" id="{A33129E9-669F-1B19-CCCC-CAE0C107B4FC}"/>
                  </a:ext>
                </a:extLst>
              </p:cNvPr>
              <p:cNvSpPr/>
              <p:nvPr/>
            </p:nvSpPr>
            <p:spPr>
              <a:xfrm>
                <a:off x="313858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186" y="931969"/>
                    </a:lnTo>
                    <a:lnTo>
                      <a:pt x="915314" y="923864"/>
                    </a:lnTo>
                    <a:lnTo>
                      <a:pt x="914400" y="920965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7" name="ph4968">
                <a:extLst>
                  <a:ext uri="{FF2B5EF4-FFF2-40B4-BE49-F238E27FC236}">
                    <a16:creationId xmlns:a16="http://schemas.microsoft.com/office/drawing/2014/main" id="{0D070614-2637-023C-85E7-CBFEDCD1102B}"/>
                  </a:ext>
                </a:extLst>
              </p:cNvPr>
              <p:cNvSpPr/>
              <p:nvPr/>
            </p:nvSpPr>
            <p:spPr>
              <a:xfrm>
                <a:off x="314802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8" name="ph4969">
                <a:extLst>
                  <a:ext uri="{FF2B5EF4-FFF2-40B4-BE49-F238E27FC236}">
                    <a16:creationId xmlns:a16="http://schemas.microsoft.com/office/drawing/2014/main" id="{2E76B9F0-396A-2D27-21C8-279FCD494381}"/>
                  </a:ext>
                </a:extLst>
              </p:cNvPr>
              <p:cNvSpPr/>
              <p:nvPr/>
            </p:nvSpPr>
            <p:spPr>
              <a:xfrm>
                <a:off x="315746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9" name="ph4970">
                <a:extLst>
                  <a:ext uri="{FF2B5EF4-FFF2-40B4-BE49-F238E27FC236}">
                    <a16:creationId xmlns:a16="http://schemas.microsoft.com/office/drawing/2014/main" id="{B685A818-480F-A8E4-1FC4-7EFDDFE8786E}"/>
                  </a:ext>
                </a:extLst>
              </p:cNvPr>
              <p:cNvSpPr/>
              <p:nvPr/>
            </p:nvSpPr>
            <p:spPr>
              <a:xfrm>
                <a:off x="316690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0" name="ph4971">
                <a:extLst>
                  <a:ext uri="{FF2B5EF4-FFF2-40B4-BE49-F238E27FC236}">
                    <a16:creationId xmlns:a16="http://schemas.microsoft.com/office/drawing/2014/main" id="{AFF88302-87BC-ECFD-2D52-1E2BF8C2F3B2}"/>
                  </a:ext>
                </a:extLst>
              </p:cNvPr>
              <p:cNvSpPr/>
              <p:nvPr/>
            </p:nvSpPr>
            <p:spPr>
              <a:xfrm>
                <a:off x="317634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1" name="ph4972">
                <a:extLst>
                  <a:ext uri="{FF2B5EF4-FFF2-40B4-BE49-F238E27FC236}">
                    <a16:creationId xmlns:a16="http://schemas.microsoft.com/office/drawing/2014/main" id="{B2848AAC-BBED-040F-48F1-80EFF3D1DC67}"/>
                  </a:ext>
                </a:extLst>
              </p:cNvPr>
              <p:cNvSpPr/>
              <p:nvPr/>
            </p:nvSpPr>
            <p:spPr>
              <a:xfrm>
                <a:off x="318578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2" name="ph4973">
                <a:extLst>
                  <a:ext uri="{FF2B5EF4-FFF2-40B4-BE49-F238E27FC236}">
                    <a16:creationId xmlns:a16="http://schemas.microsoft.com/office/drawing/2014/main" id="{2CA91CB6-3EF4-7F0C-B843-9658A3DA2B8B}"/>
                  </a:ext>
                </a:extLst>
              </p:cNvPr>
              <p:cNvSpPr/>
              <p:nvPr/>
            </p:nvSpPr>
            <p:spPr>
              <a:xfrm>
                <a:off x="319522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3" name="ph4974">
                <a:extLst>
                  <a:ext uri="{FF2B5EF4-FFF2-40B4-BE49-F238E27FC236}">
                    <a16:creationId xmlns:a16="http://schemas.microsoft.com/office/drawing/2014/main" id="{DA8D6573-8FF0-5F62-0C6C-56DE6F8A1A13}"/>
                  </a:ext>
                </a:extLst>
              </p:cNvPr>
              <p:cNvSpPr/>
              <p:nvPr/>
            </p:nvSpPr>
            <p:spPr>
              <a:xfrm>
                <a:off x="320466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4" name="ph4975">
                <a:extLst>
                  <a:ext uri="{FF2B5EF4-FFF2-40B4-BE49-F238E27FC236}">
                    <a16:creationId xmlns:a16="http://schemas.microsoft.com/office/drawing/2014/main" id="{92B73661-2578-1600-3216-3C201DACCC20}"/>
                  </a:ext>
                </a:extLst>
              </p:cNvPr>
              <p:cNvSpPr/>
              <p:nvPr/>
            </p:nvSpPr>
            <p:spPr>
              <a:xfrm>
                <a:off x="321410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5" name="ph4976">
                <a:extLst>
                  <a:ext uri="{FF2B5EF4-FFF2-40B4-BE49-F238E27FC236}">
                    <a16:creationId xmlns:a16="http://schemas.microsoft.com/office/drawing/2014/main" id="{E68D4932-7C2A-9913-53FE-570A7ECDC845}"/>
                  </a:ext>
                </a:extLst>
              </p:cNvPr>
              <p:cNvSpPr/>
              <p:nvPr/>
            </p:nvSpPr>
            <p:spPr>
              <a:xfrm>
                <a:off x="322354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6" name="ph4977">
                <a:extLst>
                  <a:ext uri="{FF2B5EF4-FFF2-40B4-BE49-F238E27FC236}">
                    <a16:creationId xmlns:a16="http://schemas.microsoft.com/office/drawing/2014/main" id="{13991D8D-76EB-E46E-73EF-FCE500E2D2AB}"/>
                  </a:ext>
                </a:extLst>
              </p:cNvPr>
              <p:cNvSpPr/>
              <p:nvPr/>
            </p:nvSpPr>
            <p:spPr>
              <a:xfrm>
                <a:off x="323298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7" name="ph4978">
                <a:extLst>
                  <a:ext uri="{FF2B5EF4-FFF2-40B4-BE49-F238E27FC236}">
                    <a16:creationId xmlns:a16="http://schemas.microsoft.com/office/drawing/2014/main" id="{3BA328D9-4BA8-46E6-7B97-B8E001C65F3F}"/>
                  </a:ext>
                </a:extLst>
              </p:cNvPr>
              <p:cNvSpPr/>
              <p:nvPr/>
            </p:nvSpPr>
            <p:spPr>
              <a:xfrm>
                <a:off x="324242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8" name="ph4979">
                <a:extLst>
                  <a:ext uri="{FF2B5EF4-FFF2-40B4-BE49-F238E27FC236}">
                    <a16:creationId xmlns:a16="http://schemas.microsoft.com/office/drawing/2014/main" id="{A51C5A40-4F1D-3963-E113-4A0F131B5270}"/>
                  </a:ext>
                </a:extLst>
              </p:cNvPr>
              <p:cNvSpPr/>
              <p:nvPr/>
            </p:nvSpPr>
            <p:spPr>
              <a:xfrm>
                <a:off x="325187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9" name="ph4980">
                <a:extLst>
                  <a:ext uri="{FF2B5EF4-FFF2-40B4-BE49-F238E27FC236}">
                    <a16:creationId xmlns:a16="http://schemas.microsoft.com/office/drawing/2014/main" id="{87D045B2-4099-6794-B70D-22150BAEF444}"/>
                  </a:ext>
                </a:extLst>
              </p:cNvPr>
              <p:cNvSpPr/>
              <p:nvPr/>
            </p:nvSpPr>
            <p:spPr>
              <a:xfrm>
                <a:off x="326131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0" name="ph4981">
                <a:extLst>
                  <a:ext uri="{FF2B5EF4-FFF2-40B4-BE49-F238E27FC236}">
                    <a16:creationId xmlns:a16="http://schemas.microsoft.com/office/drawing/2014/main" id="{0E184B0E-E7E6-88DB-2022-4EF1601779EB}"/>
                  </a:ext>
                </a:extLst>
              </p:cNvPr>
              <p:cNvSpPr/>
              <p:nvPr/>
            </p:nvSpPr>
            <p:spPr>
              <a:xfrm>
                <a:off x="327075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1" name="ph4982">
                <a:extLst>
                  <a:ext uri="{FF2B5EF4-FFF2-40B4-BE49-F238E27FC236}">
                    <a16:creationId xmlns:a16="http://schemas.microsoft.com/office/drawing/2014/main" id="{A3C29364-4DCA-7119-38DA-E797B7B53108}"/>
                  </a:ext>
                </a:extLst>
              </p:cNvPr>
              <p:cNvSpPr/>
              <p:nvPr/>
            </p:nvSpPr>
            <p:spPr>
              <a:xfrm>
                <a:off x="328019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2" name="ph4983">
                <a:extLst>
                  <a:ext uri="{FF2B5EF4-FFF2-40B4-BE49-F238E27FC236}">
                    <a16:creationId xmlns:a16="http://schemas.microsoft.com/office/drawing/2014/main" id="{1F643FE4-C486-D4AA-EE88-3A1DF6975473}"/>
                  </a:ext>
                </a:extLst>
              </p:cNvPr>
              <p:cNvSpPr/>
              <p:nvPr/>
            </p:nvSpPr>
            <p:spPr>
              <a:xfrm>
                <a:off x="328963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3" name="ph4984">
                <a:extLst>
                  <a:ext uri="{FF2B5EF4-FFF2-40B4-BE49-F238E27FC236}">
                    <a16:creationId xmlns:a16="http://schemas.microsoft.com/office/drawing/2014/main" id="{3033D995-8E6D-39DB-93E0-79E88C9A7190}"/>
                  </a:ext>
                </a:extLst>
              </p:cNvPr>
              <p:cNvSpPr/>
              <p:nvPr/>
            </p:nvSpPr>
            <p:spPr>
              <a:xfrm>
                <a:off x="329907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4" name="ph4985">
                <a:extLst>
                  <a:ext uri="{FF2B5EF4-FFF2-40B4-BE49-F238E27FC236}">
                    <a16:creationId xmlns:a16="http://schemas.microsoft.com/office/drawing/2014/main" id="{AB997FDE-CF79-10D6-ED6A-3F76D6C8CDFE}"/>
                  </a:ext>
                </a:extLst>
              </p:cNvPr>
              <p:cNvSpPr/>
              <p:nvPr/>
            </p:nvSpPr>
            <p:spPr>
              <a:xfrm>
                <a:off x="330851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5" name="ph4986">
                <a:extLst>
                  <a:ext uri="{FF2B5EF4-FFF2-40B4-BE49-F238E27FC236}">
                    <a16:creationId xmlns:a16="http://schemas.microsoft.com/office/drawing/2014/main" id="{CE5C1267-7ABB-18A2-2EBF-C7E8FDE6FF5E}"/>
                  </a:ext>
                </a:extLst>
              </p:cNvPr>
              <p:cNvSpPr/>
              <p:nvPr/>
            </p:nvSpPr>
            <p:spPr>
              <a:xfrm>
                <a:off x="331795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6" name="ph4987">
                <a:extLst>
                  <a:ext uri="{FF2B5EF4-FFF2-40B4-BE49-F238E27FC236}">
                    <a16:creationId xmlns:a16="http://schemas.microsoft.com/office/drawing/2014/main" id="{F361B014-8EEF-D083-5D59-5D3593AA2CCC}"/>
                  </a:ext>
                </a:extLst>
              </p:cNvPr>
              <p:cNvSpPr/>
              <p:nvPr/>
            </p:nvSpPr>
            <p:spPr>
              <a:xfrm>
                <a:off x="332739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7" name="ph4988">
                <a:extLst>
                  <a:ext uri="{FF2B5EF4-FFF2-40B4-BE49-F238E27FC236}">
                    <a16:creationId xmlns:a16="http://schemas.microsoft.com/office/drawing/2014/main" id="{EDE4A9C3-920E-F1A2-224E-0ADF1C642EB5}"/>
                  </a:ext>
                </a:extLst>
              </p:cNvPr>
              <p:cNvSpPr/>
              <p:nvPr/>
            </p:nvSpPr>
            <p:spPr>
              <a:xfrm>
                <a:off x="333683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8" name="ph4989">
                <a:extLst>
                  <a:ext uri="{FF2B5EF4-FFF2-40B4-BE49-F238E27FC236}">
                    <a16:creationId xmlns:a16="http://schemas.microsoft.com/office/drawing/2014/main" id="{FCCCE947-D76E-15E3-93AD-57E9AEA4A424}"/>
                  </a:ext>
                </a:extLst>
              </p:cNvPr>
              <p:cNvSpPr/>
              <p:nvPr/>
            </p:nvSpPr>
            <p:spPr>
              <a:xfrm>
                <a:off x="334627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9" name="ph4990">
                <a:extLst>
                  <a:ext uri="{FF2B5EF4-FFF2-40B4-BE49-F238E27FC236}">
                    <a16:creationId xmlns:a16="http://schemas.microsoft.com/office/drawing/2014/main" id="{F7778698-36A9-8836-BDC4-2C3C51589E9A}"/>
                  </a:ext>
                </a:extLst>
              </p:cNvPr>
              <p:cNvSpPr/>
              <p:nvPr/>
            </p:nvSpPr>
            <p:spPr>
              <a:xfrm>
                <a:off x="335571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0" name="ph4991">
                <a:extLst>
                  <a:ext uri="{FF2B5EF4-FFF2-40B4-BE49-F238E27FC236}">
                    <a16:creationId xmlns:a16="http://schemas.microsoft.com/office/drawing/2014/main" id="{F7589A00-21B1-0F81-3F4D-33EF1ADA0C31}"/>
                  </a:ext>
                </a:extLst>
              </p:cNvPr>
              <p:cNvSpPr/>
              <p:nvPr/>
            </p:nvSpPr>
            <p:spPr>
              <a:xfrm>
                <a:off x="336515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1" name="ph4992">
                <a:extLst>
                  <a:ext uri="{FF2B5EF4-FFF2-40B4-BE49-F238E27FC236}">
                    <a16:creationId xmlns:a16="http://schemas.microsoft.com/office/drawing/2014/main" id="{303A4AF3-0AA7-1CCF-18F4-BF15BED9C2A7}"/>
                  </a:ext>
                </a:extLst>
              </p:cNvPr>
              <p:cNvSpPr/>
              <p:nvPr/>
            </p:nvSpPr>
            <p:spPr>
              <a:xfrm>
                <a:off x="337459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2" name="ph4993">
                <a:extLst>
                  <a:ext uri="{FF2B5EF4-FFF2-40B4-BE49-F238E27FC236}">
                    <a16:creationId xmlns:a16="http://schemas.microsoft.com/office/drawing/2014/main" id="{7698AF76-EA10-4373-85E6-CCB0DC466FE0}"/>
                  </a:ext>
                </a:extLst>
              </p:cNvPr>
              <p:cNvSpPr/>
              <p:nvPr/>
            </p:nvSpPr>
            <p:spPr>
              <a:xfrm>
                <a:off x="338403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3" name="ph4994">
                <a:extLst>
                  <a:ext uri="{FF2B5EF4-FFF2-40B4-BE49-F238E27FC236}">
                    <a16:creationId xmlns:a16="http://schemas.microsoft.com/office/drawing/2014/main" id="{5A233E1A-460D-B84A-4BD3-4110095E482D}"/>
                  </a:ext>
                </a:extLst>
              </p:cNvPr>
              <p:cNvSpPr/>
              <p:nvPr/>
            </p:nvSpPr>
            <p:spPr>
              <a:xfrm>
                <a:off x="339347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4" name="ph4995">
                <a:extLst>
                  <a:ext uri="{FF2B5EF4-FFF2-40B4-BE49-F238E27FC236}">
                    <a16:creationId xmlns:a16="http://schemas.microsoft.com/office/drawing/2014/main" id="{7C966796-C6C9-69BF-82B1-30710C459B07}"/>
                  </a:ext>
                </a:extLst>
              </p:cNvPr>
              <p:cNvSpPr/>
              <p:nvPr/>
            </p:nvSpPr>
            <p:spPr>
              <a:xfrm>
                <a:off x="340291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5" name="ph4996">
                <a:extLst>
                  <a:ext uri="{FF2B5EF4-FFF2-40B4-BE49-F238E27FC236}">
                    <a16:creationId xmlns:a16="http://schemas.microsoft.com/office/drawing/2014/main" id="{59F097EE-C581-5FAB-8075-C8012024CCD7}"/>
                  </a:ext>
                </a:extLst>
              </p:cNvPr>
              <p:cNvSpPr/>
              <p:nvPr/>
            </p:nvSpPr>
            <p:spPr>
              <a:xfrm>
                <a:off x="341235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6" name="ph4997">
                <a:extLst>
                  <a:ext uri="{FF2B5EF4-FFF2-40B4-BE49-F238E27FC236}">
                    <a16:creationId xmlns:a16="http://schemas.microsoft.com/office/drawing/2014/main" id="{AC99C2B5-0C79-CFEF-0DB5-0FFD10574D21}"/>
                  </a:ext>
                </a:extLst>
              </p:cNvPr>
              <p:cNvSpPr/>
              <p:nvPr/>
            </p:nvSpPr>
            <p:spPr>
              <a:xfrm>
                <a:off x="342179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7" name="ph4998">
                <a:extLst>
                  <a:ext uri="{FF2B5EF4-FFF2-40B4-BE49-F238E27FC236}">
                    <a16:creationId xmlns:a16="http://schemas.microsoft.com/office/drawing/2014/main" id="{A90811BA-422E-247D-CF40-66B2DECE26E6}"/>
                  </a:ext>
                </a:extLst>
              </p:cNvPr>
              <p:cNvSpPr/>
              <p:nvPr/>
            </p:nvSpPr>
            <p:spPr>
              <a:xfrm>
                <a:off x="343123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8" name="ph4999">
                <a:extLst>
                  <a:ext uri="{FF2B5EF4-FFF2-40B4-BE49-F238E27FC236}">
                    <a16:creationId xmlns:a16="http://schemas.microsoft.com/office/drawing/2014/main" id="{F20D49C9-449A-6252-39A1-84B8A7BB040A}"/>
                  </a:ext>
                </a:extLst>
              </p:cNvPr>
              <p:cNvSpPr/>
              <p:nvPr/>
            </p:nvSpPr>
            <p:spPr>
              <a:xfrm>
                <a:off x="344067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9" name="ph5000">
                <a:extLst>
                  <a:ext uri="{FF2B5EF4-FFF2-40B4-BE49-F238E27FC236}">
                    <a16:creationId xmlns:a16="http://schemas.microsoft.com/office/drawing/2014/main" id="{A2CEDF3F-E7E3-0F1A-56B7-FED9D93EEEF1}"/>
                  </a:ext>
                </a:extLst>
              </p:cNvPr>
              <p:cNvSpPr/>
              <p:nvPr/>
            </p:nvSpPr>
            <p:spPr>
              <a:xfrm>
                <a:off x="345011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0" name="ph5001">
                <a:extLst>
                  <a:ext uri="{FF2B5EF4-FFF2-40B4-BE49-F238E27FC236}">
                    <a16:creationId xmlns:a16="http://schemas.microsoft.com/office/drawing/2014/main" id="{DC773423-15B7-F756-31B2-108BFA951026}"/>
                  </a:ext>
                </a:extLst>
              </p:cNvPr>
              <p:cNvSpPr/>
              <p:nvPr/>
            </p:nvSpPr>
            <p:spPr>
              <a:xfrm>
                <a:off x="345955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1" name="ph5002">
                <a:extLst>
                  <a:ext uri="{FF2B5EF4-FFF2-40B4-BE49-F238E27FC236}">
                    <a16:creationId xmlns:a16="http://schemas.microsoft.com/office/drawing/2014/main" id="{F6986A76-18A6-B16B-8578-6787B760E4E1}"/>
                  </a:ext>
                </a:extLst>
              </p:cNvPr>
              <p:cNvSpPr/>
              <p:nvPr/>
            </p:nvSpPr>
            <p:spPr>
              <a:xfrm>
                <a:off x="346899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2" name="ph5003">
                <a:extLst>
                  <a:ext uri="{FF2B5EF4-FFF2-40B4-BE49-F238E27FC236}">
                    <a16:creationId xmlns:a16="http://schemas.microsoft.com/office/drawing/2014/main" id="{412E8EF7-4DDD-CE1E-177C-F80E8E8C1939}"/>
                  </a:ext>
                </a:extLst>
              </p:cNvPr>
              <p:cNvSpPr/>
              <p:nvPr/>
            </p:nvSpPr>
            <p:spPr>
              <a:xfrm>
                <a:off x="347843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3" name="ph5004">
                <a:extLst>
                  <a:ext uri="{FF2B5EF4-FFF2-40B4-BE49-F238E27FC236}">
                    <a16:creationId xmlns:a16="http://schemas.microsoft.com/office/drawing/2014/main" id="{BE223BD8-B5A7-0BEE-2291-457C33943B29}"/>
                  </a:ext>
                </a:extLst>
              </p:cNvPr>
              <p:cNvSpPr/>
              <p:nvPr/>
            </p:nvSpPr>
            <p:spPr>
              <a:xfrm>
                <a:off x="348787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4" name="ph5005">
                <a:extLst>
                  <a:ext uri="{FF2B5EF4-FFF2-40B4-BE49-F238E27FC236}">
                    <a16:creationId xmlns:a16="http://schemas.microsoft.com/office/drawing/2014/main" id="{ECD95000-69FC-3FDE-385B-89A19B853FF6}"/>
                  </a:ext>
                </a:extLst>
              </p:cNvPr>
              <p:cNvSpPr/>
              <p:nvPr/>
            </p:nvSpPr>
            <p:spPr>
              <a:xfrm>
                <a:off x="349731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5" name="ph5006">
                <a:extLst>
                  <a:ext uri="{FF2B5EF4-FFF2-40B4-BE49-F238E27FC236}">
                    <a16:creationId xmlns:a16="http://schemas.microsoft.com/office/drawing/2014/main" id="{8142117F-C6D8-A6BB-EADA-F943D9849B69}"/>
                  </a:ext>
                </a:extLst>
              </p:cNvPr>
              <p:cNvSpPr/>
              <p:nvPr/>
            </p:nvSpPr>
            <p:spPr>
              <a:xfrm>
                <a:off x="350675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6" name="ph5007">
                <a:extLst>
                  <a:ext uri="{FF2B5EF4-FFF2-40B4-BE49-F238E27FC236}">
                    <a16:creationId xmlns:a16="http://schemas.microsoft.com/office/drawing/2014/main" id="{B8DD278E-A281-F337-EEAD-9784387B57EE}"/>
                  </a:ext>
                </a:extLst>
              </p:cNvPr>
              <p:cNvSpPr/>
              <p:nvPr/>
            </p:nvSpPr>
            <p:spPr>
              <a:xfrm>
                <a:off x="3516196" y="162312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78"/>
                    </a:lnTo>
                    <a:lnTo>
                      <a:pt x="923212" y="907695"/>
                    </a:lnTo>
                    <a:lnTo>
                      <a:pt x="921963" y="908325"/>
                    </a:lnTo>
                    <a:lnTo>
                      <a:pt x="920715" y="908956"/>
                    </a:lnTo>
                    <a:lnTo>
                      <a:pt x="919467" y="909586"/>
                    </a:lnTo>
                    <a:lnTo>
                      <a:pt x="918219" y="910217"/>
                    </a:lnTo>
                    <a:lnTo>
                      <a:pt x="917756" y="910451"/>
                    </a:lnTo>
                    <a:lnTo>
                      <a:pt x="917612" y="910643"/>
                    </a:lnTo>
                    <a:lnTo>
                      <a:pt x="916342" y="912334"/>
                    </a:lnTo>
                    <a:lnTo>
                      <a:pt x="915073" y="914025"/>
                    </a:lnTo>
                    <a:lnTo>
                      <a:pt x="914791" y="9144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7" name="ph5008">
                <a:extLst>
                  <a:ext uri="{FF2B5EF4-FFF2-40B4-BE49-F238E27FC236}">
                    <a16:creationId xmlns:a16="http://schemas.microsoft.com/office/drawing/2014/main" id="{C6C761B8-4C4E-9FF0-3686-0B4A1A177C62}"/>
                  </a:ext>
                </a:extLst>
              </p:cNvPr>
              <p:cNvSpPr/>
              <p:nvPr/>
            </p:nvSpPr>
            <p:spPr>
              <a:xfrm>
                <a:off x="3525637" y="1605559"/>
                <a:ext cx="923840" cy="9249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9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64" y="920227"/>
                    </a:lnTo>
                    <a:lnTo>
                      <a:pt x="922514" y="920856"/>
                    </a:lnTo>
                    <a:lnTo>
                      <a:pt x="921265" y="921485"/>
                    </a:lnTo>
                    <a:lnTo>
                      <a:pt x="920016" y="922115"/>
                    </a:lnTo>
                    <a:lnTo>
                      <a:pt x="918767" y="922745"/>
                    </a:lnTo>
                    <a:lnTo>
                      <a:pt x="917518" y="923375"/>
                    </a:lnTo>
                    <a:lnTo>
                      <a:pt x="916269" y="924005"/>
                    </a:lnTo>
                    <a:lnTo>
                      <a:pt x="915020" y="924635"/>
                    </a:lnTo>
                    <a:lnTo>
                      <a:pt x="914400" y="924948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8" name="ph5009">
                <a:extLst>
                  <a:ext uri="{FF2B5EF4-FFF2-40B4-BE49-F238E27FC236}">
                    <a16:creationId xmlns:a16="http://schemas.microsoft.com/office/drawing/2014/main" id="{B229548B-8C37-1C6D-E14C-9952C1CCA4EA}"/>
                  </a:ext>
                </a:extLst>
              </p:cNvPr>
              <p:cNvSpPr/>
              <p:nvPr/>
            </p:nvSpPr>
            <p:spPr>
              <a:xfrm>
                <a:off x="3535077" y="1605559"/>
                <a:ext cx="923840" cy="92018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8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201"/>
                    </a:lnTo>
                    <a:lnTo>
                      <a:pt x="919327" y="917708"/>
                    </a:lnTo>
                    <a:lnTo>
                      <a:pt x="918073" y="918339"/>
                    </a:lnTo>
                    <a:lnTo>
                      <a:pt x="916823" y="918968"/>
                    </a:lnTo>
                    <a:lnTo>
                      <a:pt x="915573" y="919597"/>
                    </a:lnTo>
                    <a:lnTo>
                      <a:pt x="914400" y="920188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9" name="ph5010">
                <a:extLst>
                  <a:ext uri="{FF2B5EF4-FFF2-40B4-BE49-F238E27FC236}">
                    <a16:creationId xmlns:a16="http://schemas.microsoft.com/office/drawing/2014/main" id="{0FD2AD9A-25B7-4F1E-7899-A7CC652D6B15}"/>
                  </a:ext>
                </a:extLst>
              </p:cNvPr>
              <p:cNvSpPr/>
              <p:nvPr/>
            </p:nvSpPr>
            <p:spPr>
              <a:xfrm>
                <a:off x="3544517" y="1605559"/>
                <a:ext cx="915793" cy="915201"/>
              </a:xfrm>
              <a:custGeom>
                <a:avLst/>
                <a:gdLst/>
                <a:ahLst/>
                <a:cxnLst/>
                <a:rect l="0" t="0" r="0" b="0"/>
                <a:pathLst>
                  <a:path w="915793" h="915201">
                    <a:moveTo>
                      <a:pt x="914400" y="914400"/>
                    </a:moveTo>
                    <a:lnTo>
                      <a:pt x="915793" y="914400"/>
                    </a:lnTo>
                    <a:lnTo>
                      <a:pt x="915535" y="914571"/>
                    </a:lnTo>
                    <a:lnTo>
                      <a:pt x="914400" y="915201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0" name="ph5011">
                <a:extLst>
                  <a:ext uri="{FF2B5EF4-FFF2-40B4-BE49-F238E27FC236}">
                    <a16:creationId xmlns:a16="http://schemas.microsoft.com/office/drawing/2014/main" id="{4357DD54-E1F3-3A02-22BC-5B61E998D480}"/>
                  </a:ext>
                </a:extLst>
              </p:cNvPr>
              <p:cNvSpPr/>
              <p:nvPr/>
            </p:nvSpPr>
            <p:spPr>
              <a:xfrm>
                <a:off x="2185123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136" y="931969"/>
                    </a:lnTo>
                    <a:lnTo>
                      <a:pt x="914118" y="931438"/>
                    </a:lnTo>
                    <a:lnTo>
                      <a:pt x="914064" y="920426"/>
                    </a:lnTo>
                    <a:lnTo>
                      <a:pt x="914203" y="914400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1" name="ph5012">
                <a:extLst>
                  <a:ext uri="{FF2B5EF4-FFF2-40B4-BE49-F238E27FC236}">
                    <a16:creationId xmlns:a16="http://schemas.microsoft.com/office/drawing/2014/main" id="{A89B8338-95C1-FB35-435D-0ADA9D85D585}"/>
                  </a:ext>
                </a:extLst>
              </p:cNvPr>
              <p:cNvSpPr/>
              <p:nvPr/>
            </p:nvSpPr>
            <p:spPr>
              <a:xfrm>
                <a:off x="218512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2" name="ph5013">
                <a:extLst>
                  <a:ext uri="{FF2B5EF4-FFF2-40B4-BE49-F238E27FC236}">
                    <a16:creationId xmlns:a16="http://schemas.microsoft.com/office/drawing/2014/main" id="{F3236513-C04D-B7F1-E011-FFB523252BAE}"/>
                  </a:ext>
                </a:extLst>
              </p:cNvPr>
              <p:cNvSpPr/>
              <p:nvPr/>
            </p:nvSpPr>
            <p:spPr>
              <a:xfrm>
                <a:off x="219456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3" name="ph5014">
                <a:extLst>
                  <a:ext uri="{FF2B5EF4-FFF2-40B4-BE49-F238E27FC236}">
                    <a16:creationId xmlns:a16="http://schemas.microsoft.com/office/drawing/2014/main" id="{B9B6C9D5-5ABA-8290-9D49-A976D418F3A4}"/>
                  </a:ext>
                </a:extLst>
              </p:cNvPr>
              <p:cNvSpPr/>
              <p:nvPr/>
            </p:nvSpPr>
            <p:spPr>
              <a:xfrm>
                <a:off x="220400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4" name="ph5015">
                <a:extLst>
                  <a:ext uri="{FF2B5EF4-FFF2-40B4-BE49-F238E27FC236}">
                    <a16:creationId xmlns:a16="http://schemas.microsoft.com/office/drawing/2014/main" id="{355F3662-B9F6-5809-4E69-4356712A4D02}"/>
                  </a:ext>
                </a:extLst>
              </p:cNvPr>
              <p:cNvSpPr/>
              <p:nvPr/>
            </p:nvSpPr>
            <p:spPr>
              <a:xfrm>
                <a:off x="221344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5" name="ph5016">
                <a:extLst>
                  <a:ext uri="{FF2B5EF4-FFF2-40B4-BE49-F238E27FC236}">
                    <a16:creationId xmlns:a16="http://schemas.microsoft.com/office/drawing/2014/main" id="{2F47894F-6BA2-31AF-7992-533A28FA210C}"/>
                  </a:ext>
                </a:extLst>
              </p:cNvPr>
              <p:cNvSpPr/>
              <p:nvPr/>
            </p:nvSpPr>
            <p:spPr>
              <a:xfrm>
                <a:off x="222288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6" name="ph5017">
                <a:extLst>
                  <a:ext uri="{FF2B5EF4-FFF2-40B4-BE49-F238E27FC236}">
                    <a16:creationId xmlns:a16="http://schemas.microsoft.com/office/drawing/2014/main" id="{4EB20D41-E8E2-B735-EADB-E7AF7EC7CCCE}"/>
                  </a:ext>
                </a:extLst>
              </p:cNvPr>
              <p:cNvSpPr/>
              <p:nvPr/>
            </p:nvSpPr>
            <p:spPr>
              <a:xfrm>
                <a:off x="223232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7" name="ph5018">
                <a:extLst>
                  <a:ext uri="{FF2B5EF4-FFF2-40B4-BE49-F238E27FC236}">
                    <a16:creationId xmlns:a16="http://schemas.microsoft.com/office/drawing/2014/main" id="{4E7FEA70-F511-F450-0C30-C26B75319064}"/>
                  </a:ext>
                </a:extLst>
              </p:cNvPr>
              <p:cNvSpPr/>
              <p:nvPr/>
            </p:nvSpPr>
            <p:spPr>
              <a:xfrm>
                <a:off x="224176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8" name="ph5019">
                <a:extLst>
                  <a:ext uri="{FF2B5EF4-FFF2-40B4-BE49-F238E27FC236}">
                    <a16:creationId xmlns:a16="http://schemas.microsoft.com/office/drawing/2014/main" id="{6CD002A9-1ADA-3978-2D13-BCB92979425D}"/>
                  </a:ext>
                </a:extLst>
              </p:cNvPr>
              <p:cNvSpPr/>
              <p:nvPr/>
            </p:nvSpPr>
            <p:spPr>
              <a:xfrm>
                <a:off x="225120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3">
                  <a:alpha val="100000"/>
                </a:srgbClr>
              </a:solidFill>
              <a:ln w="5420" cap="flat">
                <a:solidFill>
                  <a:srgbClr val="CDEA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9" name="ph5020">
                <a:extLst>
                  <a:ext uri="{FF2B5EF4-FFF2-40B4-BE49-F238E27FC236}">
                    <a16:creationId xmlns:a16="http://schemas.microsoft.com/office/drawing/2014/main" id="{546C8324-EA5C-B97C-DF6A-AF981DA7B166}"/>
                  </a:ext>
                </a:extLst>
              </p:cNvPr>
              <p:cNvSpPr/>
              <p:nvPr/>
            </p:nvSpPr>
            <p:spPr>
              <a:xfrm>
                <a:off x="226064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0" name="ph5021">
                <a:extLst>
                  <a:ext uri="{FF2B5EF4-FFF2-40B4-BE49-F238E27FC236}">
                    <a16:creationId xmlns:a16="http://schemas.microsoft.com/office/drawing/2014/main" id="{0A213113-D27D-60FB-EC8C-878D5D96E88E}"/>
                  </a:ext>
                </a:extLst>
              </p:cNvPr>
              <p:cNvSpPr/>
              <p:nvPr/>
            </p:nvSpPr>
            <p:spPr>
              <a:xfrm>
                <a:off x="227008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1" name="ph5022">
                <a:extLst>
                  <a:ext uri="{FF2B5EF4-FFF2-40B4-BE49-F238E27FC236}">
                    <a16:creationId xmlns:a16="http://schemas.microsoft.com/office/drawing/2014/main" id="{2E1C2F2B-AB0A-4873-3063-56A4811271F5}"/>
                  </a:ext>
                </a:extLst>
              </p:cNvPr>
              <p:cNvSpPr/>
              <p:nvPr/>
            </p:nvSpPr>
            <p:spPr>
              <a:xfrm>
                <a:off x="227952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2" name="ph5023">
                <a:extLst>
                  <a:ext uri="{FF2B5EF4-FFF2-40B4-BE49-F238E27FC236}">
                    <a16:creationId xmlns:a16="http://schemas.microsoft.com/office/drawing/2014/main" id="{9DFB476F-277E-05C6-153A-5E3870B46A7B}"/>
                  </a:ext>
                </a:extLst>
              </p:cNvPr>
              <p:cNvSpPr/>
              <p:nvPr/>
            </p:nvSpPr>
            <p:spPr>
              <a:xfrm>
                <a:off x="228896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3" name="ph5024">
                <a:extLst>
                  <a:ext uri="{FF2B5EF4-FFF2-40B4-BE49-F238E27FC236}">
                    <a16:creationId xmlns:a16="http://schemas.microsoft.com/office/drawing/2014/main" id="{462B118C-00CA-C3CB-DE91-402BB8177435}"/>
                  </a:ext>
                </a:extLst>
              </p:cNvPr>
              <p:cNvSpPr/>
              <p:nvPr/>
            </p:nvSpPr>
            <p:spPr>
              <a:xfrm>
                <a:off x="229840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4" name="ph5025">
                <a:extLst>
                  <a:ext uri="{FF2B5EF4-FFF2-40B4-BE49-F238E27FC236}">
                    <a16:creationId xmlns:a16="http://schemas.microsoft.com/office/drawing/2014/main" id="{754B05E9-A58F-0085-969B-07912E2DD6EB}"/>
                  </a:ext>
                </a:extLst>
              </p:cNvPr>
              <p:cNvSpPr/>
              <p:nvPr/>
            </p:nvSpPr>
            <p:spPr>
              <a:xfrm>
                <a:off x="230784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5" name="ph5026">
                <a:extLst>
                  <a:ext uri="{FF2B5EF4-FFF2-40B4-BE49-F238E27FC236}">
                    <a16:creationId xmlns:a16="http://schemas.microsoft.com/office/drawing/2014/main" id="{DC6A3FF2-3ABC-F111-4B2F-EBBF9BD235B7}"/>
                  </a:ext>
                </a:extLst>
              </p:cNvPr>
              <p:cNvSpPr/>
              <p:nvPr/>
            </p:nvSpPr>
            <p:spPr>
              <a:xfrm>
                <a:off x="231728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6" name="ph5027">
                <a:extLst>
                  <a:ext uri="{FF2B5EF4-FFF2-40B4-BE49-F238E27FC236}">
                    <a16:creationId xmlns:a16="http://schemas.microsoft.com/office/drawing/2014/main" id="{6D7BD8C0-8328-2AA3-9F1F-600D12753777}"/>
                  </a:ext>
                </a:extLst>
              </p:cNvPr>
              <p:cNvSpPr/>
              <p:nvPr/>
            </p:nvSpPr>
            <p:spPr>
              <a:xfrm>
                <a:off x="232672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7" name="ph5028">
                <a:extLst>
                  <a:ext uri="{FF2B5EF4-FFF2-40B4-BE49-F238E27FC236}">
                    <a16:creationId xmlns:a16="http://schemas.microsoft.com/office/drawing/2014/main" id="{380C4CFE-38C8-1306-24EA-64DEC1C36401}"/>
                  </a:ext>
                </a:extLst>
              </p:cNvPr>
              <p:cNvSpPr/>
              <p:nvPr/>
            </p:nvSpPr>
            <p:spPr>
              <a:xfrm>
                <a:off x="233616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8" name="ph5029">
                <a:extLst>
                  <a:ext uri="{FF2B5EF4-FFF2-40B4-BE49-F238E27FC236}">
                    <a16:creationId xmlns:a16="http://schemas.microsoft.com/office/drawing/2014/main" id="{A3D4DF64-3801-5D53-306E-1DF1EB1345AA}"/>
                  </a:ext>
                </a:extLst>
              </p:cNvPr>
              <p:cNvSpPr/>
              <p:nvPr/>
            </p:nvSpPr>
            <p:spPr>
              <a:xfrm>
                <a:off x="234560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9" name="ph5030">
                <a:extLst>
                  <a:ext uri="{FF2B5EF4-FFF2-40B4-BE49-F238E27FC236}">
                    <a16:creationId xmlns:a16="http://schemas.microsoft.com/office/drawing/2014/main" id="{3C2211F7-23A8-F471-51B5-02A9DDB888F1}"/>
                  </a:ext>
                </a:extLst>
              </p:cNvPr>
              <p:cNvSpPr/>
              <p:nvPr/>
            </p:nvSpPr>
            <p:spPr>
              <a:xfrm>
                <a:off x="235504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0" name="ph5031">
                <a:extLst>
                  <a:ext uri="{FF2B5EF4-FFF2-40B4-BE49-F238E27FC236}">
                    <a16:creationId xmlns:a16="http://schemas.microsoft.com/office/drawing/2014/main" id="{17485865-23EA-DC24-F9B3-E9F68D4D17F8}"/>
                  </a:ext>
                </a:extLst>
              </p:cNvPr>
              <p:cNvSpPr/>
              <p:nvPr/>
            </p:nvSpPr>
            <p:spPr>
              <a:xfrm>
                <a:off x="236448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1" name="ph5032">
                <a:extLst>
                  <a:ext uri="{FF2B5EF4-FFF2-40B4-BE49-F238E27FC236}">
                    <a16:creationId xmlns:a16="http://schemas.microsoft.com/office/drawing/2014/main" id="{5B902C13-B91E-397D-4318-0E2C6CA5059B}"/>
                  </a:ext>
                </a:extLst>
              </p:cNvPr>
              <p:cNvSpPr/>
              <p:nvPr/>
            </p:nvSpPr>
            <p:spPr>
              <a:xfrm>
                <a:off x="237392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2" name="ph5033">
                <a:extLst>
                  <a:ext uri="{FF2B5EF4-FFF2-40B4-BE49-F238E27FC236}">
                    <a16:creationId xmlns:a16="http://schemas.microsoft.com/office/drawing/2014/main" id="{B1F35AEC-0C63-B84D-A85E-8CCE8B5E3DEA}"/>
                  </a:ext>
                </a:extLst>
              </p:cNvPr>
              <p:cNvSpPr/>
              <p:nvPr/>
            </p:nvSpPr>
            <p:spPr>
              <a:xfrm>
                <a:off x="238336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3" name="ph5034">
                <a:extLst>
                  <a:ext uri="{FF2B5EF4-FFF2-40B4-BE49-F238E27FC236}">
                    <a16:creationId xmlns:a16="http://schemas.microsoft.com/office/drawing/2014/main" id="{80B4AEE7-5330-FF58-B012-AB7A91D0F050}"/>
                  </a:ext>
                </a:extLst>
              </p:cNvPr>
              <p:cNvSpPr/>
              <p:nvPr/>
            </p:nvSpPr>
            <p:spPr>
              <a:xfrm>
                <a:off x="239280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4" name="ph5035">
                <a:extLst>
                  <a:ext uri="{FF2B5EF4-FFF2-40B4-BE49-F238E27FC236}">
                    <a16:creationId xmlns:a16="http://schemas.microsoft.com/office/drawing/2014/main" id="{222F2072-7596-77AA-01C5-12F64F1EC5F3}"/>
                  </a:ext>
                </a:extLst>
              </p:cNvPr>
              <p:cNvSpPr/>
              <p:nvPr/>
            </p:nvSpPr>
            <p:spPr>
              <a:xfrm>
                <a:off x="240224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5" name="ph5036">
                <a:extLst>
                  <a:ext uri="{FF2B5EF4-FFF2-40B4-BE49-F238E27FC236}">
                    <a16:creationId xmlns:a16="http://schemas.microsoft.com/office/drawing/2014/main" id="{B58BFF76-DDCD-BEC5-7C51-070CFD022547}"/>
                  </a:ext>
                </a:extLst>
              </p:cNvPr>
              <p:cNvSpPr/>
              <p:nvPr/>
            </p:nvSpPr>
            <p:spPr>
              <a:xfrm>
                <a:off x="241168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6" name="ph5037">
                <a:extLst>
                  <a:ext uri="{FF2B5EF4-FFF2-40B4-BE49-F238E27FC236}">
                    <a16:creationId xmlns:a16="http://schemas.microsoft.com/office/drawing/2014/main" id="{600E76DC-4546-C7B1-C8B6-AFB37FBD02C0}"/>
                  </a:ext>
                </a:extLst>
              </p:cNvPr>
              <p:cNvSpPr/>
              <p:nvPr/>
            </p:nvSpPr>
            <p:spPr>
              <a:xfrm>
                <a:off x="242112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7" name="ph5038">
                <a:extLst>
                  <a:ext uri="{FF2B5EF4-FFF2-40B4-BE49-F238E27FC236}">
                    <a16:creationId xmlns:a16="http://schemas.microsoft.com/office/drawing/2014/main" id="{64F5D8F9-032E-F913-90CD-B120F8E2E937}"/>
                  </a:ext>
                </a:extLst>
              </p:cNvPr>
              <p:cNvSpPr/>
              <p:nvPr/>
            </p:nvSpPr>
            <p:spPr>
              <a:xfrm>
                <a:off x="243056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8" name="ph5039">
                <a:extLst>
                  <a:ext uri="{FF2B5EF4-FFF2-40B4-BE49-F238E27FC236}">
                    <a16:creationId xmlns:a16="http://schemas.microsoft.com/office/drawing/2014/main" id="{077A0300-5224-688E-65DA-54FDF7ED0AFF}"/>
                  </a:ext>
                </a:extLst>
              </p:cNvPr>
              <p:cNvSpPr/>
              <p:nvPr/>
            </p:nvSpPr>
            <p:spPr>
              <a:xfrm>
                <a:off x="244000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9" name="ph5040">
                <a:extLst>
                  <a:ext uri="{FF2B5EF4-FFF2-40B4-BE49-F238E27FC236}">
                    <a16:creationId xmlns:a16="http://schemas.microsoft.com/office/drawing/2014/main" id="{744AEDB1-1E01-2CD9-6E16-3E9870FB5CC9}"/>
                  </a:ext>
                </a:extLst>
              </p:cNvPr>
              <p:cNvSpPr/>
              <p:nvPr/>
            </p:nvSpPr>
            <p:spPr>
              <a:xfrm>
                <a:off x="244944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0" name="ph5041">
                <a:extLst>
                  <a:ext uri="{FF2B5EF4-FFF2-40B4-BE49-F238E27FC236}">
                    <a16:creationId xmlns:a16="http://schemas.microsoft.com/office/drawing/2014/main" id="{E637230C-4F59-22AA-2AAE-03288D4A280D}"/>
                  </a:ext>
                </a:extLst>
              </p:cNvPr>
              <p:cNvSpPr/>
              <p:nvPr/>
            </p:nvSpPr>
            <p:spPr>
              <a:xfrm>
                <a:off x="2468330" y="160555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269" y="896830"/>
                    </a:lnTo>
                    <a:lnTo>
                      <a:pt x="912358" y="900731"/>
                    </a:lnTo>
                    <a:lnTo>
                      <a:pt x="914400" y="904971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1" name="ph5042">
                <a:extLst>
                  <a:ext uri="{FF2B5EF4-FFF2-40B4-BE49-F238E27FC236}">
                    <a16:creationId xmlns:a16="http://schemas.microsoft.com/office/drawing/2014/main" id="{6F2D62E6-4A04-077A-C5A9-DD7CA8A89088}"/>
                  </a:ext>
                </a:extLst>
              </p:cNvPr>
              <p:cNvSpPr/>
              <p:nvPr/>
            </p:nvSpPr>
            <p:spPr>
              <a:xfrm>
                <a:off x="2468330" y="1605559"/>
                <a:ext cx="9186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77" h="914400">
                    <a:moveTo>
                      <a:pt x="914400" y="914400"/>
                    </a:moveTo>
                    <a:lnTo>
                      <a:pt x="914400" y="904971"/>
                    </a:lnTo>
                    <a:lnTo>
                      <a:pt x="916346" y="909014"/>
                    </a:lnTo>
                    <a:lnTo>
                      <a:pt x="918677" y="914400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2" name="ph5043">
                <a:extLst>
                  <a:ext uri="{FF2B5EF4-FFF2-40B4-BE49-F238E27FC236}">
                    <a16:creationId xmlns:a16="http://schemas.microsoft.com/office/drawing/2014/main" id="{AFCAB152-90A8-BC42-9427-84AC956CA1BC}"/>
                  </a:ext>
                </a:extLst>
              </p:cNvPr>
              <p:cNvSpPr/>
              <p:nvPr/>
            </p:nvSpPr>
            <p:spPr>
              <a:xfrm>
                <a:off x="3138587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29" y="931969"/>
                    </a:lnTo>
                    <a:lnTo>
                      <a:pt x="909628" y="922297"/>
                    </a:lnTo>
                    <a:lnTo>
                      <a:pt x="907696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3" name="ph5044">
                <a:extLst>
                  <a:ext uri="{FF2B5EF4-FFF2-40B4-BE49-F238E27FC236}">
                    <a16:creationId xmlns:a16="http://schemas.microsoft.com/office/drawing/2014/main" id="{66B500F4-58E1-0459-0B77-4938E5DFABC7}"/>
                  </a:ext>
                </a:extLst>
              </p:cNvPr>
              <p:cNvSpPr/>
              <p:nvPr/>
            </p:nvSpPr>
            <p:spPr>
              <a:xfrm>
                <a:off x="313858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4" name="ph5045">
                <a:extLst>
                  <a:ext uri="{FF2B5EF4-FFF2-40B4-BE49-F238E27FC236}">
                    <a16:creationId xmlns:a16="http://schemas.microsoft.com/office/drawing/2014/main" id="{272C94DC-6846-C41A-BB2B-727719136414}"/>
                  </a:ext>
                </a:extLst>
              </p:cNvPr>
              <p:cNvSpPr/>
              <p:nvPr/>
            </p:nvSpPr>
            <p:spPr>
              <a:xfrm>
                <a:off x="314802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5" name="ph5046">
                <a:extLst>
                  <a:ext uri="{FF2B5EF4-FFF2-40B4-BE49-F238E27FC236}">
                    <a16:creationId xmlns:a16="http://schemas.microsoft.com/office/drawing/2014/main" id="{E7ABEDB7-91B7-48B7-8B43-2D1355749A66}"/>
                  </a:ext>
                </a:extLst>
              </p:cNvPr>
              <p:cNvSpPr/>
              <p:nvPr/>
            </p:nvSpPr>
            <p:spPr>
              <a:xfrm>
                <a:off x="315746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6" name="ph5047">
                <a:extLst>
                  <a:ext uri="{FF2B5EF4-FFF2-40B4-BE49-F238E27FC236}">
                    <a16:creationId xmlns:a16="http://schemas.microsoft.com/office/drawing/2014/main" id="{543CC2C4-DB60-0A4F-C6D0-847D9A0CD788}"/>
                  </a:ext>
                </a:extLst>
              </p:cNvPr>
              <p:cNvSpPr/>
              <p:nvPr/>
            </p:nvSpPr>
            <p:spPr>
              <a:xfrm>
                <a:off x="316690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7" name="ph5048">
                <a:extLst>
                  <a:ext uri="{FF2B5EF4-FFF2-40B4-BE49-F238E27FC236}">
                    <a16:creationId xmlns:a16="http://schemas.microsoft.com/office/drawing/2014/main" id="{9C2CE48C-4FFD-D34A-5543-D4FCDF9C4967}"/>
                  </a:ext>
                </a:extLst>
              </p:cNvPr>
              <p:cNvSpPr/>
              <p:nvPr/>
            </p:nvSpPr>
            <p:spPr>
              <a:xfrm>
                <a:off x="317634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8" name="ph5049">
                <a:extLst>
                  <a:ext uri="{FF2B5EF4-FFF2-40B4-BE49-F238E27FC236}">
                    <a16:creationId xmlns:a16="http://schemas.microsoft.com/office/drawing/2014/main" id="{5E014D43-2C38-21CA-4E09-139EA66902BD}"/>
                  </a:ext>
                </a:extLst>
              </p:cNvPr>
              <p:cNvSpPr/>
              <p:nvPr/>
            </p:nvSpPr>
            <p:spPr>
              <a:xfrm>
                <a:off x="318578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9" name="ph5050">
                <a:extLst>
                  <a:ext uri="{FF2B5EF4-FFF2-40B4-BE49-F238E27FC236}">
                    <a16:creationId xmlns:a16="http://schemas.microsoft.com/office/drawing/2014/main" id="{4E849A80-9AD8-EDC8-13AC-E8988C2DDAF2}"/>
                  </a:ext>
                </a:extLst>
              </p:cNvPr>
              <p:cNvSpPr/>
              <p:nvPr/>
            </p:nvSpPr>
            <p:spPr>
              <a:xfrm>
                <a:off x="319522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0" name="ph5051">
                <a:extLst>
                  <a:ext uri="{FF2B5EF4-FFF2-40B4-BE49-F238E27FC236}">
                    <a16:creationId xmlns:a16="http://schemas.microsoft.com/office/drawing/2014/main" id="{5E3F46E1-0C78-C820-B391-43823DC2A60A}"/>
                  </a:ext>
                </a:extLst>
              </p:cNvPr>
              <p:cNvSpPr/>
              <p:nvPr/>
            </p:nvSpPr>
            <p:spPr>
              <a:xfrm>
                <a:off x="320466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1" name="ph5052">
                <a:extLst>
                  <a:ext uri="{FF2B5EF4-FFF2-40B4-BE49-F238E27FC236}">
                    <a16:creationId xmlns:a16="http://schemas.microsoft.com/office/drawing/2014/main" id="{11BF4071-7AF7-29FB-D1AF-92A06CD1E221}"/>
                  </a:ext>
                </a:extLst>
              </p:cNvPr>
              <p:cNvSpPr/>
              <p:nvPr/>
            </p:nvSpPr>
            <p:spPr>
              <a:xfrm>
                <a:off x="321410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2" name="ph5053">
                <a:extLst>
                  <a:ext uri="{FF2B5EF4-FFF2-40B4-BE49-F238E27FC236}">
                    <a16:creationId xmlns:a16="http://schemas.microsoft.com/office/drawing/2014/main" id="{1B5E34F4-FA0E-3110-BFC4-FB8873772FBA}"/>
                  </a:ext>
                </a:extLst>
              </p:cNvPr>
              <p:cNvSpPr/>
              <p:nvPr/>
            </p:nvSpPr>
            <p:spPr>
              <a:xfrm>
                <a:off x="322354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3" name="ph5054">
                <a:extLst>
                  <a:ext uri="{FF2B5EF4-FFF2-40B4-BE49-F238E27FC236}">
                    <a16:creationId xmlns:a16="http://schemas.microsoft.com/office/drawing/2014/main" id="{F60AB687-6B1F-8086-C7F7-2F0B74032540}"/>
                  </a:ext>
                </a:extLst>
              </p:cNvPr>
              <p:cNvSpPr/>
              <p:nvPr/>
            </p:nvSpPr>
            <p:spPr>
              <a:xfrm>
                <a:off x="323298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4" name="ph5055">
                <a:extLst>
                  <a:ext uri="{FF2B5EF4-FFF2-40B4-BE49-F238E27FC236}">
                    <a16:creationId xmlns:a16="http://schemas.microsoft.com/office/drawing/2014/main" id="{12543C5E-62C1-BB55-AA65-C4C6ADFD8CC6}"/>
                  </a:ext>
                </a:extLst>
              </p:cNvPr>
              <p:cNvSpPr/>
              <p:nvPr/>
            </p:nvSpPr>
            <p:spPr>
              <a:xfrm>
                <a:off x="324242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5" name="ph5056">
                <a:extLst>
                  <a:ext uri="{FF2B5EF4-FFF2-40B4-BE49-F238E27FC236}">
                    <a16:creationId xmlns:a16="http://schemas.microsoft.com/office/drawing/2014/main" id="{1573E013-EC20-70F2-2D80-1C248B9988B8}"/>
                  </a:ext>
                </a:extLst>
              </p:cNvPr>
              <p:cNvSpPr/>
              <p:nvPr/>
            </p:nvSpPr>
            <p:spPr>
              <a:xfrm>
                <a:off x="325187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6" name="ph5057">
                <a:extLst>
                  <a:ext uri="{FF2B5EF4-FFF2-40B4-BE49-F238E27FC236}">
                    <a16:creationId xmlns:a16="http://schemas.microsoft.com/office/drawing/2014/main" id="{54B75C56-CBBC-71C0-5A0F-630EE7568774}"/>
                  </a:ext>
                </a:extLst>
              </p:cNvPr>
              <p:cNvSpPr/>
              <p:nvPr/>
            </p:nvSpPr>
            <p:spPr>
              <a:xfrm>
                <a:off x="326131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7" name="ph5058">
                <a:extLst>
                  <a:ext uri="{FF2B5EF4-FFF2-40B4-BE49-F238E27FC236}">
                    <a16:creationId xmlns:a16="http://schemas.microsoft.com/office/drawing/2014/main" id="{71FB1A3D-DBD5-4189-7A75-1A883CD14A89}"/>
                  </a:ext>
                </a:extLst>
              </p:cNvPr>
              <p:cNvSpPr/>
              <p:nvPr/>
            </p:nvSpPr>
            <p:spPr>
              <a:xfrm>
                <a:off x="327075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8" name="ph5059">
                <a:extLst>
                  <a:ext uri="{FF2B5EF4-FFF2-40B4-BE49-F238E27FC236}">
                    <a16:creationId xmlns:a16="http://schemas.microsoft.com/office/drawing/2014/main" id="{070B8D77-5056-6D3A-B6D5-DA3411A6FFCA}"/>
                  </a:ext>
                </a:extLst>
              </p:cNvPr>
              <p:cNvSpPr/>
              <p:nvPr/>
            </p:nvSpPr>
            <p:spPr>
              <a:xfrm>
                <a:off x="328019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9" name="ph5060">
                <a:extLst>
                  <a:ext uri="{FF2B5EF4-FFF2-40B4-BE49-F238E27FC236}">
                    <a16:creationId xmlns:a16="http://schemas.microsoft.com/office/drawing/2014/main" id="{21278FA8-89B8-5FA9-FF36-0C9824B6EFF7}"/>
                  </a:ext>
                </a:extLst>
              </p:cNvPr>
              <p:cNvSpPr/>
              <p:nvPr/>
            </p:nvSpPr>
            <p:spPr>
              <a:xfrm>
                <a:off x="328963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0" name="ph5061">
                <a:extLst>
                  <a:ext uri="{FF2B5EF4-FFF2-40B4-BE49-F238E27FC236}">
                    <a16:creationId xmlns:a16="http://schemas.microsoft.com/office/drawing/2014/main" id="{51D1F22F-1731-AA52-B5FA-79412E4477F8}"/>
                  </a:ext>
                </a:extLst>
              </p:cNvPr>
              <p:cNvSpPr/>
              <p:nvPr/>
            </p:nvSpPr>
            <p:spPr>
              <a:xfrm>
                <a:off x="329907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1" name="ph5062">
                <a:extLst>
                  <a:ext uri="{FF2B5EF4-FFF2-40B4-BE49-F238E27FC236}">
                    <a16:creationId xmlns:a16="http://schemas.microsoft.com/office/drawing/2014/main" id="{0415BF3B-BFCF-5B88-19FE-F6361E275CFD}"/>
                  </a:ext>
                </a:extLst>
              </p:cNvPr>
              <p:cNvSpPr/>
              <p:nvPr/>
            </p:nvSpPr>
            <p:spPr>
              <a:xfrm>
                <a:off x="330851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2" name="ph5063">
                <a:extLst>
                  <a:ext uri="{FF2B5EF4-FFF2-40B4-BE49-F238E27FC236}">
                    <a16:creationId xmlns:a16="http://schemas.microsoft.com/office/drawing/2014/main" id="{969D3047-F1EC-A340-AD33-DCF10AED5030}"/>
                  </a:ext>
                </a:extLst>
              </p:cNvPr>
              <p:cNvSpPr/>
              <p:nvPr/>
            </p:nvSpPr>
            <p:spPr>
              <a:xfrm>
                <a:off x="331795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3" name="ph5064">
                <a:extLst>
                  <a:ext uri="{FF2B5EF4-FFF2-40B4-BE49-F238E27FC236}">
                    <a16:creationId xmlns:a16="http://schemas.microsoft.com/office/drawing/2014/main" id="{5AB6955C-C8F6-CF8E-BA6B-78FCCE48404F}"/>
                  </a:ext>
                </a:extLst>
              </p:cNvPr>
              <p:cNvSpPr/>
              <p:nvPr/>
            </p:nvSpPr>
            <p:spPr>
              <a:xfrm>
                <a:off x="332739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4" name="ph5065">
                <a:extLst>
                  <a:ext uri="{FF2B5EF4-FFF2-40B4-BE49-F238E27FC236}">
                    <a16:creationId xmlns:a16="http://schemas.microsoft.com/office/drawing/2014/main" id="{9FE040EB-871F-49A6-301D-5D0505FC32DC}"/>
                  </a:ext>
                </a:extLst>
              </p:cNvPr>
              <p:cNvSpPr/>
              <p:nvPr/>
            </p:nvSpPr>
            <p:spPr>
              <a:xfrm>
                <a:off x="333683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5" name="ph5066">
                <a:extLst>
                  <a:ext uri="{FF2B5EF4-FFF2-40B4-BE49-F238E27FC236}">
                    <a16:creationId xmlns:a16="http://schemas.microsoft.com/office/drawing/2014/main" id="{608E64BC-CFBD-5606-2E56-2CA72EC051AD}"/>
                  </a:ext>
                </a:extLst>
              </p:cNvPr>
              <p:cNvSpPr/>
              <p:nvPr/>
            </p:nvSpPr>
            <p:spPr>
              <a:xfrm>
                <a:off x="334627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6" name="ph5067">
                <a:extLst>
                  <a:ext uri="{FF2B5EF4-FFF2-40B4-BE49-F238E27FC236}">
                    <a16:creationId xmlns:a16="http://schemas.microsoft.com/office/drawing/2014/main" id="{D5DBFB93-D23B-FBB9-C485-602041BFF256}"/>
                  </a:ext>
                </a:extLst>
              </p:cNvPr>
              <p:cNvSpPr/>
              <p:nvPr/>
            </p:nvSpPr>
            <p:spPr>
              <a:xfrm>
                <a:off x="335571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7" name="ph5068">
                <a:extLst>
                  <a:ext uri="{FF2B5EF4-FFF2-40B4-BE49-F238E27FC236}">
                    <a16:creationId xmlns:a16="http://schemas.microsoft.com/office/drawing/2014/main" id="{A0F0DBA0-8846-58CD-BCCE-75757A809E03}"/>
                  </a:ext>
                </a:extLst>
              </p:cNvPr>
              <p:cNvSpPr/>
              <p:nvPr/>
            </p:nvSpPr>
            <p:spPr>
              <a:xfrm>
                <a:off x="336515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8" name="ph5069">
                <a:extLst>
                  <a:ext uri="{FF2B5EF4-FFF2-40B4-BE49-F238E27FC236}">
                    <a16:creationId xmlns:a16="http://schemas.microsoft.com/office/drawing/2014/main" id="{F7FA1182-2C61-D029-7938-CC5263F1506E}"/>
                  </a:ext>
                </a:extLst>
              </p:cNvPr>
              <p:cNvSpPr/>
              <p:nvPr/>
            </p:nvSpPr>
            <p:spPr>
              <a:xfrm>
                <a:off x="337459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9" name="ph5070">
                <a:extLst>
                  <a:ext uri="{FF2B5EF4-FFF2-40B4-BE49-F238E27FC236}">
                    <a16:creationId xmlns:a16="http://schemas.microsoft.com/office/drawing/2014/main" id="{AC843B0F-9EDD-BF60-EEA6-F350030187AB}"/>
                  </a:ext>
                </a:extLst>
              </p:cNvPr>
              <p:cNvSpPr/>
              <p:nvPr/>
            </p:nvSpPr>
            <p:spPr>
              <a:xfrm>
                <a:off x="338403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0" name="ph5071">
                <a:extLst>
                  <a:ext uri="{FF2B5EF4-FFF2-40B4-BE49-F238E27FC236}">
                    <a16:creationId xmlns:a16="http://schemas.microsoft.com/office/drawing/2014/main" id="{DC71EF07-864F-C40C-315D-BFF94E36E365}"/>
                  </a:ext>
                </a:extLst>
              </p:cNvPr>
              <p:cNvSpPr/>
              <p:nvPr/>
            </p:nvSpPr>
            <p:spPr>
              <a:xfrm>
                <a:off x="339347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1" name="ph5072">
                <a:extLst>
                  <a:ext uri="{FF2B5EF4-FFF2-40B4-BE49-F238E27FC236}">
                    <a16:creationId xmlns:a16="http://schemas.microsoft.com/office/drawing/2014/main" id="{020E2344-05FF-5899-D02F-45D92471EB3B}"/>
                  </a:ext>
                </a:extLst>
              </p:cNvPr>
              <p:cNvSpPr/>
              <p:nvPr/>
            </p:nvSpPr>
            <p:spPr>
              <a:xfrm>
                <a:off x="340291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2" name="ph5073">
                <a:extLst>
                  <a:ext uri="{FF2B5EF4-FFF2-40B4-BE49-F238E27FC236}">
                    <a16:creationId xmlns:a16="http://schemas.microsoft.com/office/drawing/2014/main" id="{5D19CBBE-7C2E-52EE-D45B-F1347468EAE8}"/>
                  </a:ext>
                </a:extLst>
              </p:cNvPr>
              <p:cNvSpPr/>
              <p:nvPr/>
            </p:nvSpPr>
            <p:spPr>
              <a:xfrm>
                <a:off x="341235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3" name="ph5074">
                <a:extLst>
                  <a:ext uri="{FF2B5EF4-FFF2-40B4-BE49-F238E27FC236}">
                    <a16:creationId xmlns:a16="http://schemas.microsoft.com/office/drawing/2014/main" id="{C5785E84-CD3E-470A-EF85-A068CC835DC6}"/>
                  </a:ext>
                </a:extLst>
              </p:cNvPr>
              <p:cNvSpPr/>
              <p:nvPr/>
            </p:nvSpPr>
            <p:spPr>
              <a:xfrm>
                <a:off x="342179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4" name="ph5075">
                <a:extLst>
                  <a:ext uri="{FF2B5EF4-FFF2-40B4-BE49-F238E27FC236}">
                    <a16:creationId xmlns:a16="http://schemas.microsoft.com/office/drawing/2014/main" id="{95C67543-3513-1F6B-43B8-E3169C19ADB6}"/>
                  </a:ext>
                </a:extLst>
              </p:cNvPr>
              <p:cNvSpPr/>
              <p:nvPr/>
            </p:nvSpPr>
            <p:spPr>
              <a:xfrm>
                <a:off x="343123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5" name="ph5076">
                <a:extLst>
                  <a:ext uri="{FF2B5EF4-FFF2-40B4-BE49-F238E27FC236}">
                    <a16:creationId xmlns:a16="http://schemas.microsoft.com/office/drawing/2014/main" id="{74D5BA33-FF15-DC80-DE56-8948512BC19A}"/>
                  </a:ext>
                </a:extLst>
              </p:cNvPr>
              <p:cNvSpPr/>
              <p:nvPr/>
            </p:nvSpPr>
            <p:spPr>
              <a:xfrm>
                <a:off x="344067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6" name="ph5077">
                <a:extLst>
                  <a:ext uri="{FF2B5EF4-FFF2-40B4-BE49-F238E27FC236}">
                    <a16:creationId xmlns:a16="http://schemas.microsoft.com/office/drawing/2014/main" id="{76DC1FD7-E942-AABF-1F50-E5A39C7529AA}"/>
                  </a:ext>
                </a:extLst>
              </p:cNvPr>
              <p:cNvSpPr/>
              <p:nvPr/>
            </p:nvSpPr>
            <p:spPr>
              <a:xfrm>
                <a:off x="345011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7" name="ph5078">
                <a:extLst>
                  <a:ext uri="{FF2B5EF4-FFF2-40B4-BE49-F238E27FC236}">
                    <a16:creationId xmlns:a16="http://schemas.microsoft.com/office/drawing/2014/main" id="{EB3291CF-1CB3-D681-0B9F-FCB6AE1C65E7}"/>
                  </a:ext>
                </a:extLst>
              </p:cNvPr>
              <p:cNvSpPr/>
              <p:nvPr/>
            </p:nvSpPr>
            <p:spPr>
              <a:xfrm>
                <a:off x="345955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8" name="ph5079">
                <a:extLst>
                  <a:ext uri="{FF2B5EF4-FFF2-40B4-BE49-F238E27FC236}">
                    <a16:creationId xmlns:a16="http://schemas.microsoft.com/office/drawing/2014/main" id="{BCEE30CE-D0FC-6007-4023-3D5AB9600294}"/>
                  </a:ext>
                </a:extLst>
              </p:cNvPr>
              <p:cNvSpPr/>
              <p:nvPr/>
            </p:nvSpPr>
            <p:spPr>
              <a:xfrm>
                <a:off x="346899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9" name="ph5080">
                <a:extLst>
                  <a:ext uri="{FF2B5EF4-FFF2-40B4-BE49-F238E27FC236}">
                    <a16:creationId xmlns:a16="http://schemas.microsoft.com/office/drawing/2014/main" id="{C1B1A107-CA51-0BD6-6853-085D7DD9A38B}"/>
                  </a:ext>
                </a:extLst>
              </p:cNvPr>
              <p:cNvSpPr/>
              <p:nvPr/>
            </p:nvSpPr>
            <p:spPr>
              <a:xfrm>
                <a:off x="347843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0" name="ph5081">
                <a:extLst>
                  <a:ext uri="{FF2B5EF4-FFF2-40B4-BE49-F238E27FC236}">
                    <a16:creationId xmlns:a16="http://schemas.microsoft.com/office/drawing/2014/main" id="{D8E0A159-C2BF-A1C3-7571-74B46BD4C87C}"/>
                  </a:ext>
                </a:extLst>
              </p:cNvPr>
              <p:cNvSpPr/>
              <p:nvPr/>
            </p:nvSpPr>
            <p:spPr>
              <a:xfrm>
                <a:off x="348787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1" name="ph5082">
                <a:extLst>
                  <a:ext uri="{FF2B5EF4-FFF2-40B4-BE49-F238E27FC236}">
                    <a16:creationId xmlns:a16="http://schemas.microsoft.com/office/drawing/2014/main" id="{AD29FE0A-FF7E-ACF0-9A97-8E4F1688FF6F}"/>
                  </a:ext>
                </a:extLst>
              </p:cNvPr>
              <p:cNvSpPr/>
              <p:nvPr/>
            </p:nvSpPr>
            <p:spPr>
              <a:xfrm>
                <a:off x="349731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2" name="ph5083">
                <a:extLst>
                  <a:ext uri="{FF2B5EF4-FFF2-40B4-BE49-F238E27FC236}">
                    <a16:creationId xmlns:a16="http://schemas.microsoft.com/office/drawing/2014/main" id="{F4203E64-55C9-A156-F1CE-67D9BBDF8D72}"/>
                  </a:ext>
                </a:extLst>
              </p:cNvPr>
              <p:cNvSpPr/>
              <p:nvPr/>
            </p:nvSpPr>
            <p:spPr>
              <a:xfrm>
                <a:off x="350675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3" name="ph5084">
                <a:extLst>
                  <a:ext uri="{FF2B5EF4-FFF2-40B4-BE49-F238E27FC236}">
                    <a16:creationId xmlns:a16="http://schemas.microsoft.com/office/drawing/2014/main" id="{06290668-570E-F676-9D1B-82C6C7B7EB15}"/>
                  </a:ext>
                </a:extLst>
              </p:cNvPr>
              <p:cNvSpPr/>
              <p:nvPr/>
            </p:nvSpPr>
            <p:spPr>
              <a:xfrm>
                <a:off x="351619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4" name="ph5085">
                <a:extLst>
                  <a:ext uri="{FF2B5EF4-FFF2-40B4-BE49-F238E27FC236}">
                    <a16:creationId xmlns:a16="http://schemas.microsoft.com/office/drawing/2014/main" id="{5DC21A6B-09A2-0EB7-4B35-4BD9920FCF46}"/>
                  </a:ext>
                </a:extLst>
              </p:cNvPr>
              <p:cNvSpPr/>
              <p:nvPr/>
            </p:nvSpPr>
            <p:spPr>
              <a:xfrm>
                <a:off x="352563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5" name="ph5086">
                <a:extLst>
                  <a:ext uri="{FF2B5EF4-FFF2-40B4-BE49-F238E27FC236}">
                    <a16:creationId xmlns:a16="http://schemas.microsoft.com/office/drawing/2014/main" id="{D872A99E-87BF-8ECE-4279-20707A4B31B3}"/>
                  </a:ext>
                </a:extLst>
              </p:cNvPr>
              <p:cNvSpPr/>
              <p:nvPr/>
            </p:nvSpPr>
            <p:spPr>
              <a:xfrm>
                <a:off x="353507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6" name="ph5087">
                <a:extLst>
                  <a:ext uri="{FF2B5EF4-FFF2-40B4-BE49-F238E27FC236}">
                    <a16:creationId xmlns:a16="http://schemas.microsoft.com/office/drawing/2014/main" id="{89AAE4D1-20DA-EFA8-FBEC-E04C081BA4A8}"/>
                  </a:ext>
                </a:extLst>
              </p:cNvPr>
              <p:cNvSpPr/>
              <p:nvPr/>
            </p:nvSpPr>
            <p:spPr>
              <a:xfrm>
                <a:off x="3544517" y="160555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984"/>
                    </a:lnTo>
                    <a:lnTo>
                      <a:pt x="922292" y="910365"/>
                    </a:lnTo>
                    <a:lnTo>
                      <a:pt x="921644" y="910460"/>
                    </a:lnTo>
                    <a:lnTo>
                      <a:pt x="921088" y="910891"/>
                    </a:lnTo>
                    <a:lnTo>
                      <a:pt x="915793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7" name="ph5088">
                <a:extLst>
                  <a:ext uri="{FF2B5EF4-FFF2-40B4-BE49-F238E27FC236}">
                    <a16:creationId xmlns:a16="http://schemas.microsoft.com/office/drawing/2014/main" id="{5ACDC9B2-07EE-D532-5CDB-61EB0E27E176}"/>
                  </a:ext>
                </a:extLst>
              </p:cNvPr>
              <p:cNvSpPr/>
              <p:nvPr/>
            </p:nvSpPr>
            <p:spPr>
              <a:xfrm>
                <a:off x="3553957" y="1587989"/>
                <a:ext cx="923840" cy="9275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715"/>
                    </a:lnTo>
                    <a:lnTo>
                      <a:pt x="918875" y="926449"/>
                    </a:lnTo>
                    <a:lnTo>
                      <a:pt x="914400" y="927553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8" name="ph5089">
                <a:extLst>
                  <a:ext uri="{FF2B5EF4-FFF2-40B4-BE49-F238E27FC236}">
                    <a16:creationId xmlns:a16="http://schemas.microsoft.com/office/drawing/2014/main" id="{1E288672-ECA2-629A-937E-406319550EB0}"/>
                  </a:ext>
                </a:extLst>
              </p:cNvPr>
              <p:cNvSpPr/>
              <p:nvPr/>
            </p:nvSpPr>
            <p:spPr>
              <a:xfrm>
                <a:off x="3563398" y="1587989"/>
                <a:ext cx="923840" cy="9247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7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265"/>
                    </a:lnTo>
                    <a:lnTo>
                      <a:pt x="921309" y="921685"/>
                    </a:lnTo>
                    <a:lnTo>
                      <a:pt x="915406" y="924363"/>
                    </a:lnTo>
                    <a:lnTo>
                      <a:pt x="914400" y="924715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9" name="ph5090">
                <a:extLst>
                  <a:ext uri="{FF2B5EF4-FFF2-40B4-BE49-F238E27FC236}">
                    <a16:creationId xmlns:a16="http://schemas.microsoft.com/office/drawing/2014/main" id="{618B220A-6A68-143E-18AD-80DB94CECC0E}"/>
                  </a:ext>
                </a:extLst>
              </p:cNvPr>
              <p:cNvSpPr/>
              <p:nvPr/>
            </p:nvSpPr>
            <p:spPr>
              <a:xfrm>
                <a:off x="3572838" y="1587989"/>
                <a:ext cx="923840" cy="92026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26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633"/>
                    </a:lnTo>
                    <a:lnTo>
                      <a:pt x="922803" y="915270"/>
                    </a:lnTo>
                    <a:lnTo>
                      <a:pt x="921099" y="916319"/>
                    </a:lnTo>
                    <a:lnTo>
                      <a:pt x="919395" y="917368"/>
                    </a:lnTo>
                    <a:lnTo>
                      <a:pt x="917686" y="918421"/>
                    </a:lnTo>
                    <a:lnTo>
                      <a:pt x="914400" y="920265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0" name="ph5091">
                <a:extLst>
                  <a:ext uri="{FF2B5EF4-FFF2-40B4-BE49-F238E27FC236}">
                    <a16:creationId xmlns:a16="http://schemas.microsoft.com/office/drawing/2014/main" id="{BAED4344-0A8A-0916-CEB0-844C19752AF2}"/>
                  </a:ext>
                </a:extLst>
              </p:cNvPr>
              <p:cNvSpPr/>
              <p:nvPr/>
            </p:nvSpPr>
            <p:spPr>
              <a:xfrm>
                <a:off x="3582278" y="1587989"/>
                <a:ext cx="914779" cy="914633"/>
              </a:xfrm>
              <a:custGeom>
                <a:avLst/>
                <a:gdLst/>
                <a:ahLst/>
                <a:cxnLst/>
                <a:rect l="0" t="0" r="0" b="0"/>
                <a:pathLst>
                  <a:path w="914779" h="914633">
                    <a:moveTo>
                      <a:pt x="914400" y="914400"/>
                    </a:moveTo>
                    <a:lnTo>
                      <a:pt x="914779" y="914400"/>
                    </a:lnTo>
                    <a:lnTo>
                      <a:pt x="914400" y="914633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1" name="ph5092">
                <a:extLst>
                  <a:ext uri="{FF2B5EF4-FFF2-40B4-BE49-F238E27FC236}">
                    <a16:creationId xmlns:a16="http://schemas.microsoft.com/office/drawing/2014/main" id="{E9326690-6FB4-1BFA-66DD-1A2CA3ACAE72}"/>
                  </a:ext>
                </a:extLst>
              </p:cNvPr>
              <p:cNvSpPr/>
              <p:nvPr/>
            </p:nvSpPr>
            <p:spPr>
              <a:xfrm>
                <a:off x="2185123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3" y="914400"/>
                    </a:lnTo>
                    <a:lnTo>
                      <a:pt x="914318" y="909423"/>
                    </a:lnTo>
                    <a:lnTo>
                      <a:pt x="914340" y="908820"/>
                    </a:lnTo>
                    <a:lnTo>
                      <a:pt x="914363" y="908215"/>
                    </a:lnTo>
                    <a:lnTo>
                      <a:pt x="914385" y="907611"/>
                    </a:lnTo>
                    <a:lnTo>
                      <a:pt x="914400" y="907231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2" name="ph5093">
                <a:extLst>
                  <a:ext uri="{FF2B5EF4-FFF2-40B4-BE49-F238E27FC236}">
                    <a16:creationId xmlns:a16="http://schemas.microsoft.com/office/drawing/2014/main" id="{D3656190-4638-F0EA-DE8C-F8D64277AE3A}"/>
                  </a:ext>
                </a:extLst>
              </p:cNvPr>
              <p:cNvSpPr/>
              <p:nvPr/>
            </p:nvSpPr>
            <p:spPr>
              <a:xfrm>
                <a:off x="2194563" y="157041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01"/>
                    </a:lnTo>
                    <a:lnTo>
                      <a:pt x="904968" y="924576"/>
                    </a:lnTo>
                    <a:lnTo>
                      <a:pt x="904990" y="923971"/>
                    </a:lnTo>
                    <a:lnTo>
                      <a:pt x="905013" y="923367"/>
                    </a:lnTo>
                    <a:lnTo>
                      <a:pt x="905035" y="922762"/>
                    </a:lnTo>
                    <a:lnTo>
                      <a:pt x="905058" y="922157"/>
                    </a:lnTo>
                    <a:lnTo>
                      <a:pt x="905080" y="921553"/>
                    </a:lnTo>
                    <a:lnTo>
                      <a:pt x="905103" y="920948"/>
                    </a:lnTo>
                    <a:lnTo>
                      <a:pt x="905125" y="920343"/>
                    </a:lnTo>
                    <a:lnTo>
                      <a:pt x="905148" y="919739"/>
                    </a:lnTo>
                    <a:lnTo>
                      <a:pt x="905170" y="919134"/>
                    </a:lnTo>
                    <a:lnTo>
                      <a:pt x="905193" y="918530"/>
                    </a:lnTo>
                    <a:lnTo>
                      <a:pt x="905215" y="917925"/>
                    </a:lnTo>
                    <a:lnTo>
                      <a:pt x="905238" y="917320"/>
                    </a:lnTo>
                    <a:lnTo>
                      <a:pt x="905260" y="916716"/>
                    </a:lnTo>
                    <a:lnTo>
                      <a:pt x="905283" y="916111"/>
                    </a:lnTo>
                    <a:lnTo>
                      <a:pt x="905305" y="915506"/>
                    </a:lnTo>
                    <a:lnTo>
                      <a:pt x="905328" y="914902"/>
                    </a:lnTo>
                    <a:lnTo>
                      <a:pt x="905347" y="91439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3" name="ph5094">
                <a:extLst>
                  <a:ext uri="{FF2B5EF4-FFF2-40B4-BE49-F238E27FC236}">
                    <a16:creationId xmlns:a16="http://schemas.microsoft.com/office/drawing/2014/main" id="{06E71F8D-8140-9F9E-CDD2-A71A9EE96777}"/>
                  </a:ext>
                </a:extLst>
              </p:cNvPr>
              <p:cNvSpPr/>
              <p:nvPr/>
            </p:nvSpPr>
            <p:spPr>
              <a:xfrm>
                <a:off x="219456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4" name="ph5095">
                <a:extLst>
                  <a:ext uri="{FF2B5EF4-FFF2-40B4-BE49-F238E27FC236}">
                    <a16:creationId xmlns:a16="http://schemas.microsoft.com/office/drawing/2014/main" id="{7A651D9F-AF3A-4579-18AB-15D188C2E6B6}"/>
                  </a:ext>
                </a:extLst>
              </p:cNvPr>
              <p:cNvSpPr/>
              <p:nvPr/>
            </p:nvSpPr>
            <p:spPr>
              <a:xfrm>
                <a:off x="220400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5" name="ph5096">
                <a:extLst>
                  <a:ext uri="{FF2B5EF4-FFF2-40B4-BE49-F238E27FC236}">
                    <a16:creationId xmlns:a16="http://schemas.microsoft.com/office/drawing/2014/main" id="{C4C939EC-6014-0B10-8BAE-CE0567C96248}"/>
                  </a:ext>
                </a:extLst>
              </p:cNvPr>
              <p:cNvSpPr/>
              <p:nvPr/>
            </p:nvSpPr>
            <p:spPr>
              <a:xfrm>
                <a:off x="221344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6" name="ph5097">
                <a:extLst>
                  <a:ext uri="{FF2B5EF4-FFF2-40B4-BE49-F238E27FC236}">
                    <a16:creationId xmlns:a16="http://schemas.microsoft.com/office/drawing/2014/main" id="{802B32EE-6200-ED72-8C6A-106F980426E7}"/>
                  </a:ext>
                </a:extLst>
              </p:cNvPr>
              <p:cNvSpPr/>
              <p:nvPr/>
            </p:nvSpPr>
            <p:spPr>
              <a:xfrm>
                <a:off x="222288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7" name="ph5098">
                <a:extLst>
                  <a:ext uri="{FF2B5EF4-FFF2-40B4-BE49-F238E27FC236}">
                    <a16:creationId xmlns:a16="http://schemas.microsoft.com/office/drawing/2014/main" id="{D9E9B2E0-7C7A-690E-E03F-C254B48B47B0}"/>
                  </a:ext>
                </a:extLst>
              </p:cNvPr>
              <p:cNvSpPr/>
              <p:nvPr/>
            </p:nvSpPr>
            <p:spPr>
              <a:xfrm>
                <a:off x="223232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8" name="ph5099">
                <a:extLst>
                  <a:ext uri="{FF2B5EF4-FFF2-40B4-BE49-F238E27FC236}">
                    <a16:creationId xmlns:a16="http://schemas.microsoft.com/office/drawing/2014/main" id="{A0890DB2-21F9-52F3-9D13-ACF838D91465}"/>
                  </a:ext>
                </a:extLst>
              </p:cNvPr>
              <p:cNvSpPr/>
              <p:nvPr/>
            </p:nvSpPr>
            <p:spPr>
              <a:xfrm>
                <a:off x="224176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9" name="ph5100">
                <a:extLst>
                  <a:ext uri="{FF2B5EF4-FFF2-40B4-BE49-F238E27FC236}">
                    <a16:creationId xmlns:a16="http://schemas.microsoft.com/office/drawing/2014/main" id="{0F693B2C-7C95-FAEE-ABE4-0EF3253BF408}"/>
                  </a:ext>
                </a:extLst>
              </p:cNvPr>
              <p:cNvSpPr/>
              <p:nvPr/>
            </p:nvSpPr>
            <p:spPr>
              <a:xfrm>
                <a:off x="225120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7">
                  <a:alpha val="100000"/>
                </a:srgbClr>
              </a:solidFill>
              <a:ln w="5420" cap="flat">
                <a:solidFill>
                  <a:srgbClr val="E1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0" name="ph5101">
                <a:extLst>
                  <a:ext uri="{FF2B5EF4-FFF2-40B4-BE49-F238E27FC236}">
                    <a16:creationId xmlns:a16="http://schemas.microsoft.com/office/drawing/2014/main" id="{A19261E9-3681-F6EF-6673-C9BE9C0DB92F}"/>
                  </a:ext>
                </a:extLst>
              </p:cNvPr>
              <p:cNvSpPr/>
              <p:nvPr/>
            </p:nvSpPr>
            <p:spPr>
              <a:xfrm>
                <a:off x="226064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1" name="ph5102">
                <a:extLst>
                  <a:ext uri="{FF2B5EF4-FFF2-40B4-BE49-F238E27FC236}">
                    <a16:creationId xmlns:a16="http://schemas.microsoft.com/office/drawing/2014/main" id="{F244BB86-F1E4-0BF5-32FF-F618CCDA5D52}"/>
                  </a:ext>
                </a:extLst>
              </p:cNvPr>
              <p:cNvSpPr/>
              <p:nvPr/>
            </p:nvSpPr>
            <p:spPr>
              <a:xfrm>
                <a:off x="227008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2" name="ph5103">
                <a:extLst>
                  <a:ext uri="{FF2B5EF4-FFF2-40B4-BE49-F238E27FC236}">
                    <a16:creationId xmlns:a16="http://schemas.microsoft.com/office/drawing/2014/main" id="{460A87F6-C064-43A5-E449-78E67CECCD83}"/>
                  </a:ext>
                </a:extLst>
              </p:cNvPr>
              <p:cNvSpPr/>
              <p:nvPr/>
            </p:nvSpPr>
            <p:spPr>
              <a:xfrm>
                <a:off x="227952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3" name="ph5104">
                <a:extLst>
                  <a:ext uri="{FF2B5EF4-FFF2-40B4-BE49-F238E27FC236}">
                    <a16:creationId xmlns:a16="http://schemas.microsoft.com/office/drawing/2014/main" id="{D2B1F769-4B12-6CA0-A7D5-6070AA77BD6F}"/>
                  </a:ext>
                </a:extLst>
              </p:cNvPr>
              <p:cNvSpPr/>
              <p:nvPr/>
            </p:nvSpPr>
            <p:spPr>
              <a:xfrm>
                <a:off x="228896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4" name="ph5105">
                <a:extLst>
                  <a:ext uri="{FF2B5EF4-FFF2-40B4-BE49-F238E27FC236}">
                    <a16:creationId xmlns:a16="http://schemas.microsoft.com/office/drawing/2014/main" id="{107EC937-22E5-912D-8B84-3959E0EC7C5C}"/>
                  </a:ext>
                </a:extLst>
              </p:cNvPr>
              <p:cNvSpPr/>
              <p:nvPr/>
            </p:nvSpPr>
            <p:spPr>
              <a:xfrm>
                <a:off x="229840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5" name="ph5106">
                <a:extLst>
                  <a:ext uri="{FF2B5EF4-FFF2-40B4-BE49-F238E27FC236}">
                    <a16:creationId xmlns:a16="http://schemas.microsoft.com/office/drawing/2014/main" id="{69BCF1F6-92ED-833B-2CED-D56F4E7B737D}"/>
                  </a:ext>
                </a:extLst>
              </p:cNvPr>
              <p:cNvSpPr/>
              <p:nvPr/>
            </p:nvSpPr>
            <p:spPr>
              <a:xfrm>
                <a:off x="230784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6" name="ph5107">
                <a:extLst>
                  <a:ext uri="{FF2B5EF4-FFF2-40B4-BE49-F238E27FC236}">
                    <a16:creationId xmlns:a16="http://schemas.microsoft.com/office/drawing/2014/main" id="{7CEB8B40-8ED0-4033-E2AB-5BB9AAF4245C}"/>
                  </a:ext>
                </a:extLst>
              </p:cNvPr>
              <p:cNvSpPr/>
              <p:nvPr/>
            </p:nvSpPr>
            <p:spPr>
              <a:xfrm>
                <a:off x="231728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7" name="ph5108">
                <a:extLst>
                  <a:ext uri="{FF2B5EF4-FFF2-40B4-BE49-F238E27FC236}">
                    <a16:creationId xmlns:a16="http://schemas.microsoft.com/office/drawing/2014/main" id="{EDFC3C1A-468E-950D-73FF-49422CAB6ACF}"/>
                  </a:ext>
                </a:extLst>
              </p:cNvPr>
              <p:cNvSpPr/>
              <p:nvPr/>
            </p:nvSpPr>
            <p:spPr>
              <a:xfrm>
                <a:off x="232672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8" name="ph5109">
                <a:extLst>
                  <a:ext uri="{FF2B5EF4-FFF2-40B4-BE49-F238E27FC236}">
                    <a16:creationId xmlns:a16="http://schemas.microsoft.com/office/drawing/2014/main" id="{8194B239-2B3A-42A7-7C2F-943D5ED62BF1}"/>
                  </a:ext>
                </a:extLst>
              </p:cNvPr>
              <p:cNvSpPr/>
              <p:nvPr/>
            </p:nvSpPr>
            <p:spPr>
              <a:xfrm>
                <a:off x="233616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9" name="ph5110">
                <a:extLst>
                  <a:ext uri="{FF2B5EF4-FFF2-40B4-BE49-F238E27FC236}">
                    <a16:creationId xmlns:a16="http://schemas.microsoft.com/office/drawing/2014/main" id="{944C0FA8-8490-D651-A745-BC09BC73AEF2}"/>
                  </a:ext>
                </a:extLst>
              </p:cNvPr>
              <p:cNvSpPr/>
              <p:nvPr/>
            </p:nvSpPr>
            <p:spPr>
              <a:xfrm>
                <a:off x="234560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0" name="ph5111">
                <a:extLst>
                  <a:ext uri="{FF2B5EF4-FFF2-40B4-BE49-F238E27FC236}">
                    <a16:creationId xmlns:a16="http://schemas.microsoft.com/office/drawing/2014/main" id="{DA324A29-79C8-46D8-4321-DE55FC952859}"/>
                  </a:ext>
                </a:extLst>
              </p:cNvPr>
              <p:cNvSpPr/>
              <p:nvPr/>
            </p:nvSpPr>
            <p:spPr>
              <a:xfrm>
                <a:off x="235504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1" name="ph5112">
                <a:extLst>
                  <a:ext uri="{FF2B5EF4-FFF2-40B4-BE49-F238E27FC236}">
                    <a16:creationId xmlns:a16="http://schemas.microsoft.com/office/drawing/2014/main" id="{2C6838CC-1169-43F0-C6BE-C367F4D6E2DC}"/>
                  </a:ext>
                </a:extLst>
              </p:cNvPr>
              <p:cNvSpPr/>
              <p:nvPr/>
            </p:nvSpPr>
            <p:spPr>
              <a:xfrm>
                <a:off x="236448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2" name="ph5113">
                <a:extLst>
                  <a:ext uri="{FF2B5EF4-FFF2-40B4-BE49-F238E27FC236}">
                    <a16:creationId xmlns:a16="http://schemas.microsoft.com/office/drawing/2014/main" id="{2AB9404B-96FD-F520-C14D-AF50707E8696}"/>
                  </a:ext>
                </a:extLst>
              </p:cNvPr>
              <p:cNvSpPr/>
              <p:nvPr/>
            </p:nvSpPr>
            <p:spPr>
              <a:xfrm>
                <a:off x="237392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3" name="ph5114">
                <a:extLst>
                  <a:ext uri="{FF2B5EF4-FFF2-40B4-BE49-F238E27FC236}">
                    <a16:creationId xmlns:a16="http://schemas.microsoft.com/office/drawing/2014/main" id="{16C1EABC-CAC4-9F62-0F80-49E0587B5C18}"/>
                  </a:ext>
                </a:extLst>
              </p:cNvPr>
              <p:cNvSpPr/>
              <p:nvPr/>
            </p:nvSpPr>
            <p:spPr>
              <a:xfrm>
                <a:off x="238336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4" name="ph5115">
                <a:extLst>
                  <a:ext uri="{FF2B5EF4-FFF2-40B4-BE49-F238E27FC236}">
                    <a16:creationId xmlns:a16="http://schemas.microsoft.com/office/drawing/2014/main" id="{D7E1FC85-32A9-DCDB-D3A9-4C7199624B11}"/>
                  </a:ext>
                </a:extLst>
              </p:cNvPr>
              <p:cNvSpPr/>
              <p:nvPr/>
            </p:nvSpPr>
            <p:spPr>
              <a:xfrm>
                <a:off x="239280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5" name="ph5116">
                <a:extLst>
                  <a:ext uri="{FF2B5EF4-FFF2-40B4-BE49-F238E27FC236}">
                    <a16:creationId xmlns:a16="http://schemas.microsoft.com/office/drawing/2014/main" id="{CB81291E-8091-30B8-BD43-137D6BAEAC19}"/>
                  </a:ext>
                </a:extLst>
              </p:cNvPr>
              <p:cNvSpPr/>
              <p:nvPr/>
            </p:nvSpPr>
            <p:spPr>
              <a:xfrm>
                <a:off x="240224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6" name="ph5117">
                <a:extLst>
                  <a:ext uri="{FF2B5EF4-FFF2-40B4-BE49-F238E27FC236}">
                    <a16:creationId xmlns:a16="http://schemas.microsoft.com/office/drawing/2014/main" id="{59EF78BF-1ACF-2068-3DCB-3E9CBD31E5A6}"/>
                  </a:ext>
                </a:extLst>
              </p:cNvPr>
              <p:cNvSpPr/>
              <p:nvPr/>
            </p:nvSpPr>
            <p:spPr>
              <a:xfrm>
                <a:off x="241168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7" name="ph5118">
                <a:extLst>
                  <a:ext uri="{FF2B5EF4-FFF2-40B4-BE49-F238E27FC236}">
                    <a16:creationId xmlns:a16="http://schemas.microsoft.com/office/drawing/2014/main" id="{DA885AA9-C79F-F3B1-3DC2-AF4457602484}"/>
                  </a:ext>
                </a:extLst>
              </p:cNvPr>
              <p:cNvSpPr/>
              <p:nvPr/>
            </p:nvSpPr>
            <p:spPr>
              <a:xfrm>
                <a:off x="242112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8" name="ph5119">
                <a:extLst>
                  <a:ext uri="{FF2B5EF4-FFF2-40B4-BE49-F238E27FC236}">
                    <a16:creationId xmlns:a16="http://schemas.microsoft.com/office/drawing/2014/main" id="{8275C08A-0F54-C3DA-D192-8B8B878A7091}"/>
                  </a:ext>
                </a:extLst>
              </p:cNvPr>
              <p:cNvSpPr/>
              <p:nvPr/>
            </p:nvSpPr>
            <p:spPr>
              <a:xfrm>
                <a:off x="243056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9" name="ph5120">
                <a:extLst>
                  <a:ext uri="{FF2B5EF4-FFF2-40B4-BE49-F238E27FC236}">
                    <a16:creationId xmlns:a16="http://schemas.microsoft.com/office/drawing/2014/main" id="{64ADC887-F526-F277-B223-504E5E795241}"/>
                  </a:ext>
                </a:extLst>
              </p:cNvPr>
              <p:cNvSpPr/>
              <p:nvPr/>
            </p:nvSpPr>
            <p:spPr>
              <a:xfrm>
                <a:off x="244000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0" name="ph5121">
                <a:extLst>
                  <a:ext uri="{FF2B5EF4-FFF2-40B4-BE49-F238E27FC236}">
                    <a16:creationId xmlns:a16="http://schemas.microsoft.com/office/drawing/2014/main" id="{B0811502-AFFF-A583-CABA-F197CEA2FD1F}"/>
                  </a:ext>
                </a:extLst>
              </p:cNvPr>
              <p:cNvSpPr/>
              <p:nvPr/>
            </p:nvSpPr>
            <p:spPr>
              <a:xfrm>
                <a:off x="2458890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81" y="896830"/>
                    </a:lnTo>
                    <a:lnTo>
                      <a:pt x="913145" y="902967"/>
                    </a:lnTo>
                    <a:lnTo>
                      <a:pt x="914400" y="905076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1" name="ph5122">
                <a:extLst>
                  <a:ext uri="{FF2B5EF4-FFF2-40B4-BE49-F238E27FC236}">
                    <a16:creationId xmlns:a16="http://schemas.microsoft.com/office/drawing/2014/main" id="{F7093CC8-6D43-6250-E116-9D3BBF1FB77C}"/>
                  </a:ext>
                </a:extLst>
              </p:cNvPr>
              <p:cNvSpPr/>
              <p:nvPr/>
            </p:nvSpPr>
            <p:spPr>
              <a:xfrm>
                <a:off x="2458890" y="1587989"/>
                <a:ext cx="919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9" h="914400">
                    <a:moveTo>
                      <a:pt x="914400" y="914400"/>
                    </a:moveTo>
                    <a:lnTo>
                      <a:pt x="914400" y="905076"/>
                    </a:lnTo>
                    <a:lnTo>
                      <a:pt x="917580" y="910422"/>
                    </a:lnTo>
                    <a:lnTo>
                      <a:pt x="919709" y="914400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2" name="ph5123">
                <a:extLst>
                  <a:ext uri="{FF2B5EF4-FFF2-40B4-BE49-F238E27FC236}">
                    <a16:creationId xmlns:a16="http://schemas.microsoft.com/office/drawing/2014/main" id="{456D57B6-67F6-0074-077F-A868C29D1B67}"/>
                  </a:ext>
                </a:extLst>
              </p:cNvPr>
              <p:cNvSpPr/>
              <p:nvPr/>
            </p:nvSpPr>
            <p:spPr>
              <a:xfrm>
                <a:off x="3129147" y="1570419"/>
                <a:ext cx="914400" cy="9192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98">
                    <a:moveTo>
                      <a:pt x="914400" y="914399"/>
                    </a:moveTo>
                    <a:lnTo>
                      <a:pt x="914400" y="919298"/>
                    </a:lnTo>
                    <a:lnTo>
                      <a:pt x="913517" y="91439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3" name="ph5124">
                <a:extLst>
                  <a:ext uri="{FF2B5EF4-FFF2-40B4-BE49-F238E27FC236}">
                    <a16:creationId xmlns:a16="http://schemas.microsoft.com/office/drawing/2014/main" id="{DD077445-5B9B-FDCB-5A44-554A7E79FD75}"/>
                  </a:ext>
                </a:extLst>
              </p:cNvPr>
              <p:cNvSpPr/>
              <p:nvPr/>
            </p:nvSpPr>
            <p:spPr>
              <a:xfrm>
                <a:off x="312914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137" y="931969"/>
                    </a:lnTo>
                    <a:lnTo>
                      <a:pt x="916633" y="929912"/>
                    </a:lnTo>
                    <a:lnTo>
                      <a:pt x="914478" y="919736"/>
                    </a:lnTo>
                    <a:lnTo>
                      <a:pt x="914400" y="919298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4" name="ph5125">
                <a:extLst>
                  <a:ext uri="{FF2B5EF4-FFF2-40B4-BE49-F238E27FC236}">
                    <a16:creationId xmlns:a16="http://schemas.microsoft.com/office/drawing/2014/main" id="{91C127AF-4B64-F389-F753-685383D5A413}"/>
                  </a:ext>
                </a:extLst>
              </p:cNvPr>
              <p:cNvSpPr/>
              <p:nvPr/>
            </p:nvSpPr>
            <p:spPr>
              <a:xfrm>
                <a:off x="313858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5" name="ph5126">
                <a:extLst>
                  <a:ext uri="{FF2B5EF4-FFF2-40B4-BE49-F238E27FC236}">
                    <a16:creationId xmlns:a16="http://schemas.microsoft.com/office/drawing/2014/main" id="{4120669C-B5B6-C286-F3A3-9762F90CCD83}"/>
                  </a:ext>
                </a:extLst>
              </p:cNvPr>
              <p:cNvSpPr/>
              <p:nvPr/>
            </p:nvSpPr>
            <p:spPr>
              <a:xfrm>
                <a:off x="314802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6" name="ph5127">
                <a:extLst>
                  <a:ext uri="{FF2B5EF4-FFF2-40B4-BE49-F238E27FC236}">
                    <a16:creationId xmlns:a16="http://schemas.microsoft.com/office/drawing/2014/main" id="{EC9F56EB-E841-5F5D-24A8-E21FAA3DCADD}"/>
                  </a:ext>
                </a:extLst>
              </p:cNvPr>
              <p:cNvSpPr/>
              <p:nvPr/>
            </p:nvSpPr>
            <p:spPr>
              <a:xfrm>
                <a:off x="315746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7" name="ph5128">
                <a:extLst>
                  <a:ext uri="{FF2B5EF4-FFF2-40B4-BE49-F238E27FC236}">
                    <a16:creationId xmlns:a16="http://schemas.microsoft.com/office/drawing/2014/main" id="{9C689536-5D2B-E323-0315-BD19FD6B2BA7}"/>
                  </a:ext>
                </a:extLst>
              </p:cNvPr>
              <p:cNvSpPr/>
              <p:nvPr/>
            </p:nvSpPr>
            <p:spPr>
              <a:xfrm>
                <a:off x="316690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8" name="ph5129">
                <a:extLst>
                  <a:ext uri="{FF2B5EF4-FFF2-40B4-BE49-F238E27FC236}">
                    <a16:creationId xmlns:a16="http://schemas.microsoft.com/office/drawing/2014/main" id="{DF3DD8B4-585E-8659-89BE-6B0F636AE6B4}"/>
                  </a:ext>
                </a:extLst>
              </p:cNvPr>
              <p:cNvSpPr/>
              <p:nvPr/>
            </p:nvSpPr>
            <p:spPr>
              <a:xfrm>
                <a:off x="317634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9" name="ph5130">
                <a:extLst>
                  <a:ext uri="{FF2B5EF4-FFF2-40B4-BE49-F238E27FC236}">
                    <a16:creationId xmlns:a16="http://schemas.microsoft.com/office/drawing/2014/main" id="{374E66B8-73C5-A9DD-6204-6CF8C431A41B}"/>
                  </a:ext>
                </a:extLst>
              </p:cNvPr>
              <p:cNvSpPr/>
              <p:nvPr/>
            </p:nvSpPr>
            <p:spPr>
              <a:xfrm>
                <a:off x="318578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0" name="ph5131">
                <a:extLst>
                  <a:ext uri="{FF2B5EF4-FFF2-40B4-BE49-F238E27FC236}">
                    <a16:creationId xmlns:a16="http://schemas.microsoft.com/office/drawing/2014/main" id="{2FC07A6F-ED5E-A9B0-4F91-0C09BE3390B8}"/>
                  </a:ext>
                </a:extLst>
              </p:cNvPr>
              <p:cNvSpPr/>
              <p:nvPr/>
            </p:nvSpPr>
            <p:spPr>
              <a:xfrm>
                <a:off x="319522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1" name="ph5132">
                <a:extLst>
                  <a:ext uri="{FF2B5EF4-FFF2-40B4-BE49-F238E27FC236}">
                    <a16:creationId xmlns:a16="http://schemas.microsoft.com/office/drawing/2014/main" id="{97B50842-F8B7-9643-8336-CD08FE6B6D9C}"/>
                  </a:ext>
                </a:extLst>
              </p:cNvPr>
              <p:cNvSpPr/>
              <p:nvPr/>
            </p:nvSpPr>
            <p:spPr>
              <a:xfrm>
                <a:off x="320466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2" name="ph5133">
                <a:extLst>
                  <a:ext uri="{FF2B5EF4-FFF2-40B4-BE49-F238E27FC236}">
                    <a16:creationId xmlns:a16="http://schemas.microsoft.com/office/drawing/2014/main" id="{62B6BCD8-E3AE-FFAC-E946-316F167A3D3C}"/>
                  </a:ext>
                </a:extLst>
              </p:cNvPr>
              <p:cNvSpPr/>
              <p:nvPr/>
            </p:nvSpPr>
            <p:spPr>
              <a:xfrm>
                <a:off x="321410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3" name="ph5134">
                <a:extLst>
                  <a:ext uri="{FF2B5EF4-FFF2-40B4-BE49-F238E27FC236}">
                    <a16:creationId xmlns:a16="http://schemas.microsoft.com/office/drawing/2014/main" id="{20F61F26-6B2A-2A29-1B9A-3A11CA78785C}"/>
                  </a:ext>
                </a:extLst>
              </p:cNvPr>
              <p:cNvSpPr/>
              <p:nvPr/>
            </p:nvSpPr>
            <p:spPr>
              <a:xfrm>
                <a:off x="322354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4" name="ph5135">
                <a:extLst>
                  <a:ext uri="{FF2B5EF4-FFF2-40B4-BE49-F238E27FC236}">
                    <a16:creationId xmlns:a16="http://schemas.microsoft.com/office/drawing/2014/main" id="{0493BF91-3912-1E72-1EA0-7EEE2227D404}"/>
                  </a:ext>
                </a:extLst>
              </p:cNvPr>
              <p:cNvSpPr/>
              <p:nvPr/>
            </p:nvSpPr>
            <p:spPr>
              <a:xfrm>
                <a:off x="323298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5" name="ph5136">
                <a:extLst>
                  <a:ext uri="{FF2B5EF4-FFF2-40B4-BE49-F238E27FC236}">
                    <a16:creationId xmlns:a16="http://schemas.microsoft.com/office/drawing/2014/main" id="{3F5F1B19-6EA2-F4FF-8E6F-D31068999A1A}"/>
                  </a:ext>
                </a:extLst>
              </p:cNvPr>
              <p:cNvSpPr/>
              <p:nvPr/>
            </p:nvSpPr>
            <p:spPr>
              <a:xfrm>
                <a:off x="324242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6" name="ph5137">
                <a:extLst>
                  <a:ext uri="{FF2B5EF4-FFF2-40B4-BE49-F238E27FC236}">
                    <a16:creationId xmlns:a16="http://schemas.microsoft.com/office/drawing/2014/main" id="{341EFB5A-4EE9-A421-1A1E-5005A52FC9EA}"/>
                  </a:ext>
                </a:extLst>
              </p:cNvPr>
              <p:cNvSpPr/>
              <p:nvPr/>
            </p:nvSpPr>
            <p:spPr>
              <a:xfrm>
                <a:off x="325187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7" name="ph5138">
                <a:extLst>
                  <a:ext uri="{FF2B5EF4-FFF2-40B4-BE49-F238E27FC236}">
                    <a16:creationId xmlns:a16="http://schemas.microsoft.com/office/drawing/2014/main" id="{3E5D3B5F-02CF-0AA7-3174-E7F7B141CF27}"/>
                  </a:ext>
                </a:extLst>
              </p:cNvPr>
              <p:cNvSpPr/>
              <p:nvPr/>
            </p:nvSpPr>
            <p:spPr>
              <a:xfrm>
                <a:off x="326131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8" name="ph5139">
                <a:extLst>
                  <a:ext uri="{FF2B5EF4-FFF2-40B4-BE49-F238E27FC236}">
                    <a16:creationId xmlns:a16="http://schemas.microsoft.com/office/drawing/2014/main" id="{A8691923-9215-598D-625D-20F76833D80B}"/>
                  </a:ext>
                </a:extLst>
              </p:cNvPr>
              <p:cNvSpPr/>
              <p:nvPr/>
            </p:nvSpPr>
            <p:spPr>
              <a:xfrm>
                <a:off x="327075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9" name="ph5140">
                <a:extLst>
                  <a:ext uri="{FF2B5EF4-FFF2-40B4-BE49-F238E27FC236}">
                    <a16:creationId xmlns:a16="http://schemas.microsoft.com/office/drawing/2014/main" id="{2DD3DA46-8D0B-DF7C-2D62-39AF26908025}"/>
                  </a:ext>
                </a:extLst>
              </p:cNvPr>
              <p:cNvSpPr/>
              <p:nvPr/>
            </p:nvSpPr>
            <p:spPr>
              <a:xfrm>
                <a:off x="328019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0" name="ph5141">
                <a:extLst>
                  <a:ext uri="{FF2B5EF4-FFF2-40B4-BE49-F238E27FC236}">
                    <a16:creationId xmlns:a16="http://schemas.microsoft.com/office/drawing/2014/main" id="{1907FADF-209D-9654-88CB-BB9764753DEF}"/>
                  </a:ext>
                </a:extLst>
              </p:cNvPr>
              <p:cNvSpPr/>
              <p:nvPr/>
            </p:nvSpPr>
            <p:spPr>
              <a:xfrm>
                <a:off x="328963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1" name="ph5142">
                <a:extLst>
                  <a:ext uri="{FF2B5EF4-FFF2-40B4-BE49-F238E27FC236}">
                    <a16:creationId xmlns:a16="http://schemas.microsoft.com/office/drawing/2014/main" id="{E3671B05-39A8-01D8-3B45-06F61C0D1A2F}"/>
                  </a:ext>
                </a:extLst>
              </p:cNvPr>
              <p:cNvSpPr/>
              <p:nvPr/>
            </p:nvSpPr>
            <p:spPr>
              <a:xfrm>
                <a:off x="329907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2" name="ph5143">
                <a:extLst>
                  <a:ext uri="{FF2B5EF4-FFF2-40B4-BE49-F238E27FC236}">
                    <a16:creationId xmlns:a16="http://schemas.microsoft.com/office/drawing/2014/main" id="{1A294175-9539-B2A7-E266-010E55F6B555}"/>
                  </a:ext>
                </a:extLst>
              </p:cNvPr>
              <p:cNvSpPr/>
              <p:nvPr/>
            </p:nvSpPr>
            <p:spPr>
              <a:xfrm>
                <a:off x="330851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3" name="ph5144">
                <a:extLst>
                  <a:ext uri="{FF2B5EF4-FFF2-40B4-BE49-F238E27FC236}">
                    <a16:creationId xmlns:a16="http://schemas.microsoft.com/office/drawing/2014/main" id="{C9E09840-1780-B782-F547-3AE3A2D02025}"/>
                  </a:ext>
                </a:extLst>
              </p:cNvPr>
              <p:cNvSpPr/>
              <p:nvPr/>
            </p:nvSpPr>
            <p:spPr>
              <a:xfrm>
                <a:off x="331795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4" name="ph5145">
                <a:extLst>
                  <a:ext uri="{FF2B5EF4-FFF2-40B4-BE49-F238E27FC236}">
                    <a16:creationId xmlns:a16="http://schemas.microsoft.com/office/drawing/2014/main" id="{6215C75B-ACFA-4DEC-4A9A-D966DBEC2CE5}"/>
                  </a:ext>
                </a:extLst>
              </p:cNvPr>
              <p:cNvSpPr/>
              <p:nvPr/>
            </p:nvSpPr>
            <p:spPr>
              <a:xfrm>
                <a:off x="332739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5" name="ph5146">
                <a:extLst>
                  <a:ext uri="{FF2B5EF4-FFF2-40B4-BE49-F238E27FC236}">
                    <a16:creationId xmlns:a16="http://schemas.microsoft.com/office/drawing/2014/main" id="{52082CD6-CD19-9ECE-81E6-9848AC67D0CB}"/>
                  </a:ext>
                </a:extLst>
              </p:cNvPr>
              <p:cNvSpPr/>
              <p:nvPr/>
            </p:nvSpPr>
            <p:spPr>
              <a:xfrm>
                <a:off x="333683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6" name="ph5147">
                <a:extLst>
                  <a:ext uri="{FF2B5EF4-FFF2-40B4-BE49-F238E27FC236}">
                    <a16:creationId xmlns:a16="http://schemas.microsoft.com/office/drawing/2014/main" id="{07A60224-6CF0-94F2-2AFA-73E899A6C2FA}"/>
                  </a:ext>
                </a:extLst>
              </p:cNvPr>
              <p:cNvSpPr/>
              <p:nvPr/>
            </p:nvSpPr>
            <p:spPr>
              <a:xfrm>
                <a:off x="334627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7" name="ph5148">
                <a:extLst>
                  <a:ext uri="{FF2B5EF4-FFF2-40B4-BE49-F238E27FC236}">
                    <a16:creationId xmlns:a16="http://schemas.microsoft.com/office/drawing/2014/main" id="{1D1789EE-A5BB-B6EF-CA1A-C9E0319E7C98}"/>
                  </a:ext>
                </a:extLst>
              </p:cNvPr>
              <p:cNvSpPr/>
              <p:nvPr/>
            </p:nvSpPr>
            <p:spPr>
              <a:xfrm>
                <a:off x="335571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8" name="ph5149">
                <a:extLst>
                  <a:ext uri="{FF2B5EF4-FFF2-40B4-BE49-F238E27FC236}">
                    <a16:creationId xmlns:a16="http://schemas.microsoft.com/office/drawing/2014/main" id="{A3D10D71-FEA1-EAC2-5CD6-AB885A781192}"/>
                  </a:ext>
                </a:extLst>
              </p:cNvPr>
              <p:cNvSpPr/>
              <p:nvPr/>
            </p:nvSpPr>
            <p:spPr>
              <a:xfrm>
                <a:off x="336515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9" name="ph5150">
                <a:extLst>
                  <a:ext uri="{FF2B5EF4-FFF2-40B4-BE49-F238E27FC236}">
                    <a16:creationId xmlns:a16="http://schemas.microsoft.com/office/drawing/2014/main" id="{51C7FA03-B5C3-078F-28C5-321C4A861E81}"/>
                  </a:ext>
                </a:extLst>
              </p:cNvPr>
              <p:cNvSpPr/>
              <p:nvPr/>
            </p:nvSpPr>
            <p:spPr>
              <a:xfrm>
                <a:off x="337459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0" name="ph5151">
                <a:extLst>
                  <a:ext uri="{FF2B5EF4-FFF2-40B4-BE49-F238E27FC236}">
                    <a16:creationId xmlns:a16="http://schemas.microsoft.com/office/drawing/2014/main" id="{FFD2EA75-D9AB-D203-A967-04C273221F5C}"/>
                  </a:ext>
                </a:extLst>
              </p:cNvPr>
              <p:cNvSpPr/>
              <p:nvPr/>
            </p:nvSpPr>
            <p:spPr>
              <a:xfrm>
                <a:off x="338403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1" name="ph5152">
                <a:extLst>
                  <a:ext uri="{FF2B5EF4-FFF2-40B4-BE49-F238E27FC236}">
                    <a16:creationId xmlns:a16="http://schemas.microsoft.com/office/drawing/2014/main" id="{E38A4A95-0E6D-4311-4064-9A3B982B6379}"/>
                  </a:ext>
                </a:extLst>
              </p:cNvPr>
              <p:cNvSpPr/>
              <p:nvPr/>
            </p:nvSpPr>
            <p:spPr>
              <a:xfrm>
                <a:off x="339347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2" name="ph5153">
                <a:extLst>
                  <a:ext uri="{FF2B5EF4-FFF2-40B4-BE49-F238E27FC236}">
                    <a16:creationId xmlns:a16="http://schemas.microsoft.com/office/drawing/2014/main" id="{39AD5B3C-06D4-A2B2-0F72-03316A491276}"/>
                  </a:ext>
                </a:extLst>
              </p:cNvPr>
              <p:cNvSpPr/>
              <p:nvPr/>
            </p:nvSpPr>
            <p:spPr>
              <a:xfrm>
                <a:off x="340291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3" name="ph5154">
                <a:extLst>
                  <a:ext uri="{FF2B5EF4-FFF2-40B4-BE49-F238E27FC236}">
                    <a16:creationId xmlns:a16="http://schemas.microsoft.com/office/drawing/2014/main" id="{1F0DC3BD-2780-848C-49B1-98AFC1D13EC2}"/>
                  </a:ext>
                </a:extLst>
              </p:cNvPr>
              <p:cNvSpPr/>
              <p:nvPr/>
            </p:nvSpPr>
            <p:spPr>
              <a:xfrm>
                <a:off x="341235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4" name="ph5155">
                <a:extLst>
                  <a:ext uri="{FF2B5EF4-FFF2-40B4-BE49-F238E27FC236}">
                    <a16:creationId xmlns:a16="http://schemas.microsoft.com/office/drawing/2014/main" id="{DB91BFCB-E74A-9961-A211-4DEB85CB64E0}"/>
                  </a:ext>
                </a:extLst>
              </p:cNvPr>
              <p:cNvSpPr/>
              <p:nvPr/>
            </p:nvSpPr>
            <p:spPr>
              <a:xfrm>
                <a:off x="342179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5" name="ph5156">
                <a:extLst>
                  <a:ext uri="{FF2B5EF4-FFF2-40B4-BE49-F238E27FC236}">
                    <a16:creationId xmlns:a16="http://schemas.microsoft.com/office/drawing/2014/main" id="{235314E4-77A5-8E57-B3B6-0D876B7276FE}"/>
                  </a:ext>
                </a:extLst>
              </p:cNvPr>
              <p:cNvSpPr/>
              <p:nvPr/>
            </p:nvSpPr>
            <p:spPr>
              <a:xfrm>
                <a:off x="343123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6" name="ph5157">
                <a:extLst>
                  <a:ext uri="{FF2B5EF4-FFF2-40B4-BE49-F238E27FC236}">
                    <a16:creationId xmlns:a16="http://schemas.microsoft.com/office/drawing/2014/main" id="{F70F28DE-78F9-F98C-854B-C0B990397082}"/>
                  </a:ext>
                </a:extLst>
              </p:cNvPr>
              <p:cNvSpPr/>
              <p:nvPr/>
            </p:nvSpPr>
            <p:spPr>
              <a:xfrm>
                <a:off x="344067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7" name="ph5158">
                <a:extLst>
                  <a:ext uri="{FF2B5EF4-FFF2-40B4-BE49-F238E27FC236}">
                    <a16:creationId xmlns:a16="http://schemas.microsoft.com/office/drawing/2014/main" id="{11943871-1055-9792-1B10-9AFF48970BDE}"/>
                  </a:ext>
                </a:extLst>
              </p:cNvPr>
              <p:cNvSpPr/>
              <p:nvPr/>
            </p:nvSpPr>
            <p:spPr>
              <a:xfrm>
                <a:off x="345011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8" name="ph5159">
                <a:extLst>
                  <a:ext uri="{FF2B5EF4-FFF2-40B4-BE49-F238E27FC236}">
                    <a16:creationId xmlns:a16="http://schemas.microsoft.com/office/drawing/2014/main" id="{2FC5F0FC-A801-F04E-BAF0-F69F372405EB}"/>
                  </a:ext>
                </a:extLst>
              </p:cNvPr>
              <p:cNvSpPr/>
              <p:nvPr/>
            </p:nvSpPr>
            <p:spPr>
              <a:xfrm>
                <a:off x="345955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9" name="ph5160">
                <a:extLst>
                  <a:ext uri="{FF2B5EF4-FFF2-40B4-BE49-F238E27FC236}">
                    <a16:creationId xmlns:a16="http://schemas.microsoft.com/office/drawing/2014/main" id="{E7C3D0B0-939C-0A19-25BA-AC0D1228E7AF}"/>
                  </a:ext>
                </a:extLst>
              </p:cNvPr>
              <p:cNvSpPr/>
              <p:nvPr/>
            </p:nvSpPr>
            <p:spPr>
              <a:xfrm>
                <a:off x="346899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0" name="ph5161">
                <a:extLst>
                  <a:ext uri="{FF2B5EF4-FFF2-40B4-BE49-F238E27FC236}">
                    <a16:creationId xmlns:a16="http://schemas.microsoft.com/office/drawing/2014/main" id="{E2DBE20C-1EFC-5094-3B43-C25D65606E8F}"/>
                  </a:ext>
                </a:extLst>
              </p:cNvPr>
              <p:cNvSpPr/>
              <p:nvPr/>
            </p:nvSpPr>
            <p:spPr>
              <a:xfrm>
                <a:off x="347843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1" name="ph5162">
                <a:extLst>
                  <a:ext uri="{FF2B5EF4-FFF2-40B4-BE49-F238E27FC236}">
                    <a16:creationId xmlns:a16="http://schemas.microsoft.com/office/drawing/2014/main" id="{9A284DC3-146C-2FA1-20F2-44ED74FFBB16}"/>
                  </a:ext>
                </a:extLst>
              </p:cNvPr>
              <p:cNvSpPr/>
              <p:nvPr/>
            </p:nvSpPr>
            <p:spPr>
              <a:xfrm>
                <a:off x="348787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2" name="ph5163">
                <a:extLst>
                  <a:ext uri="{FF2B5EF4-FFF2-40B4-BE49-F238E27FC236}">
                    <a16:creationId xmlns:a16="http://schemas.microsoft.com/office/drawing/2014/main" id="{1B3AB14C-C823-7BBD-DC1C-9AF01420E1D7}"/>
                  </a:ext>
                </a:extLst>
              </p:cNvPr>
              <p:cNvSpPr/>
              <p:nvPr/>
            </p:nvSpPr>
            <p:spPr>
              <a:xfrm>
                <a:off x="349731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3" name="ph5164">
                <a:extLst>
                  <a:ext uri="{FF2B5EF4-FFF2-40B4-BE49-F238E27FC236}">
                    <a16:creationId xmlns:a16="http://schemas.microsoft.com/office/drawing/2014/main" id="{9A95E20F-55BB-2A2F-0DE1-675FBB2F6A24}"/>
                  </a:ext>
                </a:extLst>
              </p:cNvPr>
              <p:cNvSpPr/>
              <p:nvPr/>
            </p:nvSpPr>
            <p:spPr>
              <a:xfrm>
                <a:off x="350675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4" name="ph5165">
                <a:extLst>
                  <a:ext uri="{FF2B5EF4-FFF2-40B4-BE49-F238E27FC236}">
                    <a16:creationId xmlns:a16="http://schemas.microsoft.com/office/drawing/2014/main" id="{BA176A4C-C808-CC39-D438-B7721ADDDAB5}"/>
                  </a:ext>
                </a:extLst>
              </p:cNvPr>
              <p:cNvSpPr/>
              <p:nvPr/>
            </p:nvSpPr>
            <p:spPr>
              <a:xfrm>
                <a:off x="351619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5" name="ph5166">
                <a:extLst>
                  <a:ext uri="{FF2B5EF4-FFF2-40B4-BE49-F238E27FC236}">
                    <a16:creationId xmlns:a16="http://schemas.microsoft.com/office/drawing/2014/main" id="{4E1D10D7-CFD7-90B7-CCDC-41902C308EED}"/>
                  </a:ext>
                </a:extLst>
              </p:cNvPr>
              <p:cNvSpPr/>
              <p:nvPr/>
            </p:nvSpPr>
            <p:spPr>
              <a:xfrm>
                <a:off x="352563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6" name="ph5167">
                <a:extLst>
                  <a:ext uri="{FF2B5EF4-FFF2-40B4-BE49-F238E27FC236}">
                    <a16:creationId xmlns:a16="http://schemas.microsoft.com/office/drawing/2014/main" id="{B01B3943-37CD-7256-D37B-23694B10D8F9}"/>
                  </a:ext>
                </a:extLst>
              </p:cNvPr>
              <p:cNvSpPr/>
              <p:nvPr/>
            </p:nvSpPr>
            <p:spPr>
              <a:xfrm>
                <a:off x="353507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7" name="ph5168">
                <a:extLst>
                  <a:ext uri="{FF2B5EF4-FFF2-40B4-BE49-F238E27FC236}">
                    <a16:creationId xmlns:a16="http://schemas.microsoft.com/office/drawing/2014/main" id="{7920C700-26AC-8C5A-88FF-632B3F78F953}"/>
                  </a:ext>
                </a:extLst>
              </p:cNvPr>
              <p:cNvSpPr/>
              <p:nvPr/>
            </p:nvSpPr>
            <p:spPr>
              <a:xfrm>
                <a:off x="354451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8" name="ph5169">
                <a:extLst>
                  <a:ext uri="{FF2B5EF4-FFF2-40B4-BE49-F238E27FC236}">
                    <a16:creationId xmlns:a16="http://schemas.microsoft.com/office/drawing/2014/main" id="{EA742181-93C3-4EA0-4D94-1988BF499DF4}"/>
                  </a:ext>
                </a:extLst>
              </p:cNvPr>
              <p:cNvSpPr/>
              <p:nvPr/>
            </p:nvSpPr>
            <p:spPr>
              <a:xfrm>
                <a:off x="355395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9" name="ph5170">
                <a:extLst>
                  <a:ext uri="{FF2B5EF4-FFF2-40B4-BE49-F238E27FC236}">
                    <a16:creationId xmlns:a16="http://schemas.microsoft.com/office/drawing/2014/main" id="{1E5FFA31-C725-C1A0-F5C1-D0A5F284432E}"/>
                  </a:ext>
                </a:extLst>
              </p:cNvPr>
              <p:cNvSpPr/>
              <p:nvPr/>
            </p:nvSpPr>
            <p:spPr>
              <a:xfrm>
                <a:off x="356339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0" name="ph5171">
                <a:extLst>
                  <a:ext uri="{FF2B5EF4-FFF2-40B4-BE49-F238E27FC236}">
                    <a16:creationId xmlns:a16="http://schemas.microsoft.com/office/drawing/2014/main" id="{0CCA98B7-6E32-9ACF-879B-633615C0126D}"/>
                  </a:ext>
                </a:extLst>
              </p:cNvPr>
              <p:cNvSpPr/>
              <p:nvPr/>
            </p:nvSpPr>
            <p:spPr>
              <a:xfrm>
                <a:off x="357283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1" name="ph5172">
                <a:extLst>
                  <a:ext uri="{FF2B5EF4-FFF2-40B4-BE49-F238E27FC236}">
                    <a16:creationId xmlns:a16="http://schemas.microsoft.com/office/drawing/2014/main" id="{436F5239-80A9-E9E4-EABB-DBBD48F76614}"/>
                  </a:ext>
                </a:extLst>
              </p:cNvPr>
              <p:cNvSpPr/>
              <p:nvPr/>
            </p:nvSpPr>
            <p:spPr>
              <a:xfrm>
                <a:off x="3582278" y="158798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831"/>
                    </a:lnTo>
                    <a:lnTo>
                      <a:pt x="923594" y="908982"/>
                    </a:lnTo>
                    <a:lnTo>
                      <a:pt x="921889" y="910029"/>
                    </a:lnTo>
                    <a:lnTo>
                      <a:pt x="920183" y="911077"/>
                    </a:lnTo>
                    <a:lnTo>
                      <a:pt x="918478" y="912125"/>
                    </a:lnTo>
                    <a:lnTo>
                      <a:pt x="916772" y="913173"/>
                    </a:lnTo>
                    <a:lnTo>
                      <a:pt x="915068" y="914222"/>
                    </a:lnTo>
                    <a:lnTo>
                      <a:pt x="914779" y="91440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2" name="ph5173">
                <a:extLst>
                  <a:ext uri="{FF2B5EF4-FFF2-40B4-BE49-F238E27FC236}">
                    <a16:creationId xmlns:a16="http://schemas.microsoft.com/office/drawing/2014/main" id="{CEC54CA6-0EA8-323D-CAF5-9515B9E7A6F5}"/>
                  </a:ext>
                </a:extLst>
              </p:cNvPr>
              <p:cNvSpPr/>
              <p:nvPr/>
            </p:nvSpPr>
            <p:spPr>
              <a:xfrm>
                <a:off x="3591718" y="1570419"/>
                <a:ext cx="923840" cy="92640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40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612"/>
                    </a:lnTo>
                    <a:lnTo>
                      <a:pt x="922688" y="921317"/>
                    </a:lnTo>
                    <a:lnTo>
                      <a:pt x="920981" y="922364"/>
                    </a:lnTo>
                    <a:lnTo>
                      <a:pt x="919274" y="923410"/>
                    </a:lnTo>
                    <a:lnTo>
                      <a:pt x="917567" y="924457"/>
                    </a:lnTo>
                    <a:lnTo>
                      <a:pt x="915860" y="925504"/>
                    </a:lnTo>
                    <a:lnTo>
                      <a:pt x="914400" y="926401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3" name="ph5174">
                <a:extLst>
                  <a:ext uri="{FF2B5EF4-FFF2-40B4-BE49-F238E27FC236}">
                    <a16:creationId xmlns:a16="http://schemas.microsoft.com/office/drawing/2014/main" id="{E5F01C2D-5FC5-DFA5-F338-C1122E144513}"/>
                  </a:ext>
                </a:extLst>
              </p:cNvPr>
              <p:cNvSpPr/>
              <p:nvPr/>
            </p:nvSpPr>
            <p:spPr>
              <a:xfrm>
                <a:off x="3601159" y="1570419"/>
                <a:ext cx="923669" cy="920612"/>
              </a:xfrm>
              <a:custGeom>
                <a:avLst/>
                <a:gdLst/>
                <a:ahLst/>
                <a:cxnLst/>
                <a:rect l="0" t="0" r="0" b="0"/>
                <a:pathLst>
                  <a:path w="923669" h="920612">
                    <a:moveTo>
                      <a:pt x="914400" y="914399"/>
                    </a:moveTo>
                    <a:lnTo>
                      <a:pt x="923669" y="914399"/>
                    </a:lnTo>
                    <a:lnTo>
                      <a:pt x="921408" y="916102"/>
                    </a:lnTo>
                    <a:lnTo>
                      <a:pt x="916670" y="919222"/>
                    </a:lnTo>
                    <a:lnTo>
                      <a:pt x="914956" y="920271"/>
                    </a:lnTo>
                    <a:lnTo>
                      <a:pt x="914400" y="920612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4" name="ph5175">
                <a:extLst>
                  <a:ext uri="{FF2B5EF4-FFF2-40B4-BE49-F238E27FC236}">
                    <a16:creationId xmlns:a16="http://schemas.microsoft.com/office/drawing/2014/main" id="{12205E93-EC0C-835F-C230-C16CDDBCAA7C}"/>
                  </a:ext>
                </a:extLst>
              </p:cNvPr>
              <p:cNvSpPr/>
              <p:nvPr/>
            </p:nvSpPr>
            <p:spPr>
              <a:xfrm>
                <a:off x="2194563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50" y="931867"/>
                    </a:lnTo>
                    <a:lnTo>
                      <a:pt x="905373" y="931262"/>
                    </a:lnTo>
                    <a:lnTo>
                      <a:pt x="905395" y="930658"/>
                    </a:lnTo>
                    <a:lnTo>
                      <a:pt x="905418" y="930053"/>
                    </a:lnTo>
                    <a:lnTo>
                      <a:pt x="905441" y="929448"/>
                    </a:lnTo>
                    <a:lnTo>
                      <a:pt x="905463" y="928844"/>
                    </a:lnTo>
                    <a:lnTo>
                      <a:pt x="905486" y="928239"/>
                    </a:lnTo>
                    <a:lnTo>
                      <a:pt x="905508" y="927635"/>
                    </a:lnTo>
                    <a:lnTo>
                      <a:pt x="905531" y="927030"/>
                    </a:lnTo>
                    <a:lnTo>
                      <a:pt x="905553" y="926425"/>
                    </a:lnTo>
                    <a:lnTo>
                      <a:pt x="905576" y="925821"/>
                    </a:lnTo>
                    <a:lnTo>
                      <a:pt x="905598" y="925216"/>
                    </a:lnTo>
                    <a:lnTo>
                      <a:pt x="905832" y="920589"/>
                    </a:lnTo>
                    <a:lnTo>
                      <a:pt x="905813" y="920436"/>
                    </a:lnTo>
                    <a:lnTo>
                      <a:pt x="905532" y="918209"/>
                    </a:lnTo>
                    <a:lnTo>
                      <a:pt x="905252" y="915983"/>
                    </a:lnTo>
                    <a:lnTo>
                      <a:pt x="905052" y="91439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5" name="ph5176">
                <a:extLst>
                  <a:ext uri="{FF2B5EF4-FFF2-40B4-BE49-F238E27FC236}">
                    <a16:creationId xmlns:a16="http://schemas.microsoft.com/office/drawing/2014/main" id="{E609399A-6ACE-3E44-0995-25485FC24E13}"/>
                  </a:ext>
                </a:extLst>
              </p:cNvPr>
              <p:cNvSpPr/>
              <p:nvPr/>
            </p:nvSpPr>
            <p:spPr>
              <a:xfrm>
                <a:off x="219456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6" name="ph5177">
                <a:extLst>
                  <a:ext uri="{FF2B5EF4-FFF2-40B4-BE49-F238E27FC236}">
                    <a16:creationId xmlns:a16="http://schemas.microsoft.com/office/drawing/2014/main" id="{0F63703E-AE57-B274-2485-978CBFDD08D0}"/>
                  </a:ext>
                </a:extLst>
              </p:cNvPr>
              <p:cNvSpPr/>
              <p:nvPr/>
            </p:nvSpPr>
            <p:spPr>
              <a:xfrm>
                <a:off x="220400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7" name="ph5178">
                <a:extLst>
                  <a:ext uri="{FF2B5EF4-FFF2-40B4-BE49-F238E27FC236}">
                    <a16:creationId xmlns:a16="http://schemas.microsoft.com/office/drawing/2014/main" id="{A45E8C68-F849-04F1-7B8D-13D1B6F1B0C1}"/>
                  </a:ext>
                </a:extLst>
              </p:cNvPr>
              <p:cNvSpPr/>
              <p:nvPr/>
            </p:nvSpPr>
            <p:spPr>
              <a:xfrm>
                <a:off x="221344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8" name="ph5179">
                <a:extLst>
                  <a:ext uri="{FF2B5EF4-FFF2-40B4-BE49-F238E27FC236}">
                    <a16:creationId xmlns:a16="http://schemas.microsoft.com/office/drawing/2014/main" id="{B48D0B70-9D85-1BFC-D34A-C1E07E1AB62F}"/>
                  </a:ext>
                </a:extLst>
              </p:cNvPr>
              <p:cNvSpPr/>
              <p:nvPr/>
            </p:nvSpPr>
            <p:spPr>
              <a:xfrm>
                <a:off x="222288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9" name="ph5180">
                <a:extLst>
                  <a:ext uri="{FF2B5EF4-FFF2-40B4-BE49-F238E27FC236}">
                    <a16:creationId xmlns:a16="http://schemas.microsoft.com/office/drawing/2014/main" id="{C47E46CD-3C5C-4B0C-20D8-C5FAD1A5B55B}"/>
                  </a:ext>
                </a:extLst>
              </p:cNvPr>
              <p:cNvSpPr/>
              <p:nvPr/>
            </p:nvSpPr>
            <p:spPr>
              <a:xfrm>
                <a:off x="223232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0" name="ph5181">
                <a:extLst>
                  <a:ext uri="{FF2B5EF4-FFF2-40B4-BE49-F238E27FC236}">
                    <a16:creationId xmlns:a16="http://schemas.microsoft.com/office/drawing/2014/main" id="{D33D0CF9-E154-EA45-AB97-E7CBD3D6F0F0}"/>
                  </a:ext>
                </a:extLst>
              </p:cNvPr>
              <p:cNvSpPr/>
              <p:nvPr/>
            </p:nvSpPr>
            <p:spPr>
              <a:xfrm>
                <a:off x="224176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1" name="ph5182">
                <a:extLst>
                  <a:ext uri="{FF2B5EF4-FFF2-40B4-BE49-F238E27FC236}">
                    <a16:creationId xmlns:a16="http://schemas.microsoft.com/office/drawing/2014/main" id="{2413CE15-1DDB-07A9-ED98-D16C04101735}"/>
                  </a:ext>
                </a:extLst>
              </p:cNvPr>
              <p:cNvSpPr/>
              <p:nvPr/>
            </p:nvSpPr>
            <p:spPr>
              <a:xfrm>
                <a:off x="225120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2" name="ph5183">
                <a:extLst>
                  <a:ext uri="{FF2B5EF4-FFF2-40B4-BE49-F238E27FC236}">
                    <a16:creationId xmlns:a16="http://schemas.microsoft.com/office/drawing/2014/main" id="{51E58AD3-1F85-A181-6A51-E979039A4773}"/>
                  </a:ext>
                </a:extLst>
              </p:cNvPr>
              <p:cNvSpPr/>
              <p:nvPr/>
            </p:nvSpPr>
            <p:spPr>
              <a:xfrm>
                <a:off x="226064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3" name="ph5184">
                <a:extLst>
                  <a:ext uri="{FF2B5EF4-FFF2-40B4-BE49-F238E27FC236}">
                    <a16:creationId xmlns:a16="http://schemas.microsoft.com/office/drawing/2014/main" id="{D8BC76DE-503D-E1B3-2F79-1B708850348A}"/>
                  </a:ext>
                </a:extLst>
              </p:cNvPr>
              <p:cNvSpPr/>
              <p:nvPr/>
            </p:nvSpPr>
            <p:spPr>
              <a:xfrm>
                <a:off x="227008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4" name="ph5185">
                <a:extLst>
                  <a:ext uri="{FF2B5EF4-FFF2-40B4-BE49-F238E27FC236}">
                    <a16:creationId xmlns:a16="http://schemas.microsoft.com/office/drawing/2014/main" id="{ED0298D9-FA8F-EC20-6887-6008B837AAD0}"/>
                  </a:ext>
                </a:extLst>
              </p:cNvPr>
              <p:cNvSpPr/>
              <p:nvPr/>
            </p:nvSpPr>
            <p:spPr>
              <a:xfrm>
                <a:off x="227952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5" name="ph5186">
                <a:extLst>
                  <a:ext uri="{FF2B5EF4-FFF2-40B4-BE49-F238E27FC236}">
                    <a16:creationId xmlns:a16="http://schemas.microsoft.com/office/drawing/2014/main" id="{A5E9156A-31D8-5EBB-76F0-7BD25641277E}"/>
                  </a:ext>
                </a:extLst>
              </p:cNvPr>
              <p:cNvSpPr/>
              <p:nvPr/>
            </p:nvSpPr>
            <p:spPr>
              <a:xfrm>
                <a:off x="228896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6" name="ph5187">
                <a:extLst>
                  <a:ext uri="{FF2B5EF4-FFF2-40B4-BE49-F238E27FC236}">
                    <a16:creationId xmlns:a16="http://schemas.microsoft.com/office/drawing/2014/main" id="{AFD4ECB0-D362-C39B-8FFF-0E4A3948086C}"/>
                  </a:ext>
                </a:extLst>
              </p:cNvPr>
              <p:cNvSpPr/>
              <p:nvPr/>
            </p:nvSpPr>
            <p:spPr>
              <a:xfrm>
                <a:off x="229840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7" name="ph5188">
                <a:extLst>
                  <a:ext uri="{FF2B5EF4-FFF2-40B4-BE49-F238E27FC236}">
                    <a16:creationId xmlns:a16="http://schemas.microsoft.com/office/drawing/2014/main" id="{B1327A8C-EFDD-7BCA-1EA5-901780833D0C}"/>
                  </a:ext>
                </a:extLst>
              </p:cNvPr>
              <p:cNvSpPr/>
              <p:nvPr/>
            </p:nvSpPr>
            <p:spPr>
              <a:xfrm>
                <a:off x="230784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8" name="ph5189">
                <a:extLst>
                  <a:ext uri="{FF2B5EF4-FFF2-40B4-BE49-F238E27FC236}">
                    <a16:creationId xmlns:a16="http://schemas.microsoft.com/office/drawing/2014/main" id="{551E201C-31E0-5A86-A1B0-6E625C66919B}"/>
                  </a:ext>
                </a:extLst>
              </p:cNvPr>
              <p:cNvSpPr/>
              <p:nvPr/>
            </p:nvSpPr>
            <p:spPr>
              <a:xfrm>
                <a:off x="231728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9" name="ph5190">
                <a:extLst>
                  <a:ext uri="{FF2B5EF4-FFF2-40B4-BE49-F238E27FC236}">
                    <a16:creationId xmlns:a16="http://schemas.microsoft.com/office/drawing/2014/main" id="{F7249E0F-2F2D-7FDD-0AC7-A3A38FAA76B0}"/>
                  </a:ext>
                </a:extLst>
              </p:cNvPr>
              <p:cNvSpPr/>
              <p:nvPr/>
            </p:nvSpPr>
            <p:spPr>
              <a:xfrm>
                <a:off x="232672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0" name="ph5191">
                <a:extLst>
                  <a:ext uri="{FF2B5EF4-FFF2-40B4-BE49-F238E27FC236}">
                    <a16:creationId xmlns:a16="http://schemas.microsoft.com/office/drawing/2014/main" id="{3D4068F3-2278-F8E3-C4A2-10D13A9E2041}"/>
                  </a:ext>
                </a:extLst>
              </p:cNvPr>
              <p:cNvSpPr/>
              <p:nvPr/>
            </p:nvSpPr>
            <p:spPr>
              <a:xfrm>
                <a:off x="233616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1" name="ph5192">
                <a:extLst>
                  <a:ext uri="{FF2B5EF4-FFF2-40B4-BE49-F238E27FC236}">
                    <a16:creationId xmlns:a16="http://schemas.microsoft.com/office/drawing/2014/main" id="{35CC36A4-2908-7568-D905-8D93ED784813}"/>
                  </a:ext>
                </a:extLst>
              </p:cNvPr>
              <p:cNvSpPr/>
              <p:nvPr/>
            </p:nvSpPr>
            <p:spPr>
              <a:xfrm>
                <a:off x="234560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2" name="ph5193">
                <a:extLst>
                  <a:ext uri="{FF2B5EF4-FFF2-40B4-BE49-F238E27FC236}">
                    <a16:creationId xmlns:a16="http://schemas.microsoft.com/office/drawing/2014/main" id="{E0DBE71A-936C-ACA7-8617-A1F7FD3D7C8A}"/>
                  </a:ext>
                </a:extLst>
              </p:cNvPr>
              <p:cNvSpPr/>
              <p:nvPr/>
            </p:nvSpPr>
            <p:spPr>
              <a:xfrm>
                <a:off x="235504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3" name="ph5194">
                <a:extLst>
                  <a:ext uri="{FF2B5EF4-FFF2-40B4-BE49-F238E27FC236}">
                    <a16:creationId xmlns:a16="http://schemas.microsoft.com/office/drawing/2014/main" id="{ADF027B6-3ABF-90F2-C31C-159C13678011}"/>
                  </a:ext>
                </a:extLst>
              </p:cNvPr>
              <p:cNvSpPr/>
              <p:nvPr/>
            </p:nvSpPr>
            <p:spPr>
              <a:xfrm>
                <a:off x="236448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4" name="ph5195">
                <a:extLst>
                  <a:ext uri="{FF2B5EF4-FFF2-40B4-BE49-F238E27FC236}">
                    <a16:creationId xmlns:a16="http://schemas.microsoft.com/office/drawing/2014/main" id="{375BF082-0413-8F38-D493-97CDA7BE280E}"/>
                  </a:ext>
                </a:extLst>
              </p:cNvPr>
              <p:cNvSpPr/>
              <p:nvPr/>
            </p:nvSpPr>
            <p:spPr>
              <a:xfrm>
                <a:off x="237392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5" name="ph5196">
                <a:extLst>
                  <a:ext uri="{FF2B5EF4-FFF2-40B4-BE49-F238E27FC236}">
                    <a16:creationId xmlns:a16="http://schemas.microsoft.com/office/drawing/2014/main" id="{DE445CD6-8636-308F-EAB1-3BA52101C8EC}"/>
                  </a:ext>
                </a:extLst>
              </p:cNvPr>
              <p:cNvSpPr/>
              <p:nvPr/>
            </p:nvSpPr>
            <p:spPr>
              <a:xfrm>
                <a:off x="238336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6" name="ph5197">
                <a:extLst>
                  <a:ext uri="{FF2B5EF4-FFF2-40B4-BE49-F238E27FC236}">
                    <a16:creationId xmlns:a16="http://schemas.microsoft.com/office/drawing/2014/main" id="{679345D1-4C13-306D-E6CD-CD399C7F5261}"/>
                  </a:ext>
                </a:extLst>
              </p:cNvPr>
              <p:cNvSpPr/>
              <p:nvPr/>
            </p:nvSpPr>
            <p:spPr>
              <a:xfrm>
                <a:off x="239280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7" name="ph5198">
                <a:extLst>
                  <a:ext uri="{FF2B5EF4-FFF2-40B4-BE49-F238E27FC236}">
                    <a16:creationId xmlns:a16="http://schemas.microsoft.com/office/drawing/2014/main" id="{4E5817A6-79BA-286D-8D0E-C5E988539D70}"/>
                  </a:ext>
                </a:extLst>
              </p:cNvPr>
              <p:cNvSpPr/>
              <p:nvPr/>
            </p:nvSpPr>
            <p:spPr>
              <a:xfrm>
                <a:off x="240224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8" name="ph5199">
                <a:extLst>
                  <a:ext uri="{FF2B5EF4-FFF2-40B4-BE49-F238E27FC236}">
                    <a16:creationId xmlns:a16="http://schemas.microsoft.com/office/drawing/2014/main" id="{3AEA20B8-805E-752A-E702-154786F852C6}"/>
                  </a:ext>
                </a:extLst>
              </p:cNvPr>
              <p:cNvSpPr/>
              <p:nvPr/>
            </p:nvSpPr>
            <p:spPr>
              <a:xfrm>
                <a:off x="241168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9" name="ph5200">
                <a:extLst>
                  <a:ext uri="{FF2B5EF4-FFF2-40B4-BE49-F238E27FC236}">
                    <a16:creationId xmlns:a16="http://schemas.microsoft.com/office/drawing/2014/main" id="{5F6BF4DA-312F-9586-9760-86DD22E4DC2E}"/>
                  </a:ext>
                </a:extLst>
              </p:cNvPr>
              <p:cNvSpPr/>
              <p:nvPr/>
            </p:nvSpPr>
            <p:spPr>
              <a:xfrm>
                <a:off x="242112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0" name="ph5201">
                <a:extLst>
                  <a:ext uri="{FF2B5EF4-FFF2-40B4-BE49-F238E27FC236}">
                    <a16:creationId xmlns:a16="http://schemas.microsoft.com/office/drawing/2014/main" id="{9A7DEE05-B1BA-8504-2C1F-31D2DB22040B}"/>
                  </a:ext>
                </a:extLst>
              </p:cNvPr>
              <p:cNvSpPr/>
              <p:nvPr/>
            </p:nvSpPr>
            <p:spPr>
              <a:xfrm>
                <a:off x="243056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1" name="ph5202">
                <a:extLst>
                  <a:ext uri="{FF2B5EF4-FFF2-40B4-BE49-F238E27FC236}">
                    <a16:creationId xmlns:a16="http://schemas.microsoft.com/office/drawing/2014/main" id="{08191AE0-BC3B-B4F2-E83D-6FB49B8B8B3E}"/>
                  </a:ext>
                </a:extLst>
              </p:cNvPr>
              <p:cNvSpPr/>
              <p:nvPr/>
            </p:nvSpPr>
            <p:spPr>
              <a:xfrm>
                <a:off x="2449449" y="157041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6937" y="896830"/>
                    </a:lnTo>
                    <a:lnTo>
                      <a:pt x="907436" y="900211"/>
                    </a:lnTo>
                    <a:lnTo>
                      <a:pt x="908101" y="900925"/>
                    </a:lnTo>
                    <a:lnTo>
                      <a:pt x="913112" y="906985"/>
                    </a:lnTo>
                    <a:lnTo>
                      <a:pt x="914400" y="90872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2" name="ph5203">
                <a:extLst>
                  <a:ext uri="{FF2B5EF4-FFF2-40B4-BE49-F238E27FC236}">
                    <a16:creationId xmlns:a16="http://schemas.microsoft.com/office/drawing/2014/main" id="{2A7EBE26-CB04-7C69-43D6-E5E5C57F572B}"/>
                  </a:ext>
                </a:extLst>
              </p:cNvPr>
              <p:cNvSpPr/>
              <p:nvPr/>
            </p:nvSpPr>
            <p:spPr>
              <a:xfrm>
                <a:off x="2449449" y="1570419"/>
                <a:ext cx="91852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21" h="914399">
                    <a:moveTo>
                      <a:pt x="914400" y="914399"/>
                    </a:moveTo>
                    <a:lnTo>
                      <a:pt x="914400" y="908728"/>
                    </a:lnTo>
                    <a:lnTo>
                      <a:pt x="917945" y="913529"/>
                    </a:lnTo>
                    <a:lnTo>
                      <a:pt x="918521" y="91439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3" name="ph5204">
                <a:extLst>
                  <a:ext uri="{FF2B5EF4-FFF2-40B4-BE49-F238E27FC236}">
                    <a16:creationId xmlns:a16="http://schemas.microsoft.com/office/drawing/2014/main" id="{E482B4F8-4586-C8A0-1F57-7BE66A14A435}"/>
                  </a:ext>
                </a:extLst>
              </p:cNvPr>
              <p:cNvSpPr/>
              <p:nvPr/>
            </p:nvSpPr>
            <p:spPr>
              <a:xfrm>
                <a:off x="3129147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3517" y="931969"/>
                    </a:lnTo>
                    <a:lnTo>
                      <a:pt x="912610" y="926935"/>
                    </a:lnTo>
                    <a:lnTo>
                      <a:pt x="911033" y="916398"/>
                    </a:lnTo>
                    <a:lnTo>
                      <a:pt x="910793" y="91439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4" name="ph5205">
                <a:extLst>
                  <a:ext uri="{FF2B5EF4-FFF2-40B4-BE49-F238E27FC236}">
                    <a16:creationId xmlns:a16="http://schemas.microsoft.com/office/drawing/2014/main" id="{8DD4D115-2F74-9732-BD14-283231BC8251}"/>
                  </a:ext>
                </a:extLst>
              </p:cNvPr>
              <p:cNvSpPr/>
              <p:nvPr/>
            </p:nvSpPr>
            <p:spPr>
              <a:xfrm>
                <a:off x="312914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5" name="ph5206">
                <a:extLst>
                  <a:ext uri="{FF2B5EF4-FFF2-40B4-BE49-F238E27FC236}">
                    <a16:creationId xmlns:a16="http://schemas.microsoft.com/office/drawing/2014/main" id="{5D3273F6-FE04-5410-045A-0C8603253D40}"/>
                  </a:ext>
                </a:extLst>
              </p:cNvPr>
              <p:cNvSpPr/>
              <p:nvPr/>
            </p:nvSpPr>
            <p:spPr>
              <a:xfrm>
                <a:off x="313858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6" name="ph5207">
                <a:extLst>
                  <a:ext uri="{FF2B5EF4-FFF2-40B4-BE49-F238E27FC236}">
                    <a16:creationId xmlns:a16="http://schemas.microsoft.com/office/drawing/2014/main" id="{F0E20C75-AAC9-28E5-FCB0-82ACC8EB6EF7}"/>
                  </a:ext>
                </a:extLst>
              </p:cNvPr>
              <p:cNvSpPr/>
              <p:nvPr/>
            </p:nvSpPr>
            <p:spPr>
              <a:xfrm>
                <a:off x="314802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7" name="ph5208">
                <a:extLst>
                  <a:ext uri="{FF2B5EF4-FFF2-40B4-BE49-F238E27FC236}">
                    <a16:creationId xmlns:a16="http://schemas.microsoft.com/office/drawing/2014/main" id="{F1C72FB0-A9F8-C5B9-D72B-16693A7AABAD}"/>
                  </a:ext>
                </a:extLst>
              </p:cNvPr>
              <p:cNvSpPr/>
              <p:nvPr/>
            </p:nvSpPr>
            <p:spPr>
              <a:xfrm>
                <a:off x="315746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8" name="ph5209">
                <a:extLst>
                  <a:ext uri="{FF2B5EF4-FFF2-40B4-BE49-F238E27FC236}">
                    <a16:creationId xmlns:a16="http://schemas.microsoft.com/office/drawing/2014/main" id="{1C6E23C7-FE54-4867-33A2-C03DBCB37095}"/>
                  </a:ext>
                </a:extLst>
              </p:cNvPr>
              <p:cNvSpPr/>
              <p:nvPr/>
            </p:nvSpPr>
            <p:spPr>
              <a:xfrm>
                <a:off x="316690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9" name="ph5210">
                <a:extLst>
                  <a:ext uri="{FF2B5EF4-FFF2-40B4-BE49-F238E27FC236}">
                    <a16:creationId xmlns:a16="http://schemas.microsoft.com/office/drawing/2014/main" id="{DDA79F59-38C2-BF7D-9E62-A57465172A9A}"/>
                  </a:ext>
                </a:extLst>
              </p:cNvPr>
              <p:cNvSpPr/>
              <p:nvPr/>
            </p:nvSpPr>
            <p:spPr>
              <a:xfrm>
                <a:off x="317634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0" name="ph5211">
                <a:extLst>
                  <a:ext uri="{FF2B5EF4-FFF2-40B4-BE49-F238E27FC236}">
                    <a16:creationId xmlns:a16="http://schemas.microsoft.com/office/drawing/2014/main" id="{F5075644-C589-565D-083E-51D081D0C8FE}"/>
                  </a:ext>
                </a:extLst>
              </p:cNvPr>
              <p:cNvSpPr/>
              <p:nvPr/>
            </p:nvSpPr>
            <p:spPr>
              <a:xfrm>
                <a:off x="318578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1" name="ph5212">
                <a:extLst>
                  <a:ext uri="{FF2B5EF4-FFF2-40B4-BE49-F238E27FC236}">
                    <a16:creationId xmlns:a16="http://schemas.microsoft.com/office/drawing/2014/main" id="{F1F913F8-89B9-EDC3-7C38-FCFD51CD6718}"/>
                  </a:ext>
                </a:extLst>
              </p:cNvPr>
              <p:cNvSpPr/>
              <p:nvPr/>
            </p:nvSpPr>
            <p:spPr>
              <a:xfrm>
                <a:off x="319522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2" name="ph5213">
                <a:extLst>
                  <a:ext uri="{FF2B5EF4-FFF2-40B4-BE49-F238E27FC236}">
                    <a16:creationId xmlns:a16="http://schemas.microsoft.com/office/drawing/2014/main" id="{489FA85E-1B91-715A-41E2-83DDAE8F699C}"/>
                  </a:ext>
                </a:extLst>
              </p:cNvPr>
              <p:cNvSpPr/>
              <p:nvPr/>
            </p:nvSpPr>
            <p:spPr>
              <a:xfrm>
                <a:off x="320466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3" name="ph5214">
                <a:extLst>
                  <a:ext uri="{FF2B5EF4-FFF2-40B4-BE49-F238E27FC236}">
                    <a16:creationId xmlns:a16="http://schemas.microsoft.com/office/drawing/2014/main" id="{57D24A65-CC9B-98B7-F257-2AA1F0F144D7}"/>
                  </a:ext>
                </a:extLst>
              </p:cNvPr>
              <p:cNvSpPr/>
              <p:nvPr/>
            </p:nvSpPr>
            <p:spPr>
              <a:xfrm>
                <a:off x="321410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4" name="ph5215">
                <a:extLst>
                  <a:ext uri="{FF2B5EF4-FFF2-40B4-BE49-F238E27FC236}">
                    <a16:creationId xmlns:a16="http://schemas.microsoft.com/office/drawing/2014/main" id="{25A087D7-B6D7-083F-7D07-9D8A45165444}"/>
                  </a:ext>
                </a:extLst>
              </p:cNvPr>
              <p:cNvSpPr/>
              <p:nvPr/>
            </p:nvSpPr>
            <p:spPr>
              <a:xfrm>
                <a:off x="322354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5" name="ph5216">
                <a:extLst>
                  <a:ext uri="{FF2B5EF4-FFF2-40B4-BE49-F238E27FC236}">
                    <a16:creationId xmlns:a16="http://schemas.microsoft.com/office/drawing/2014/main" id="{9E1B613C-6735-2DAE-471A-EB2C22B9ECC0}"/>
                  </a:ext>
                </a:extLst>
              </p:cNvPr>
              <p:cNvSpPr/>
              <p:nvPr/>
            </p:nvSpPr>
            <p:spPr>
              <a:xfrm>
                <a:off x="323298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6" name="ph5217">
                <a:extLst>
                  <a:ext uri="{FF2B5EF4-FFF2-40B4-BE49-F238E27FC236}">
                    <a16:creationId xmlns:a16="http://schemas.microsoft.com/office/drawing/2014/main" id="{FE6A596F-CF22-E011-084A-37C0093C92E5}"/>
                  </a:ext>
                </a:extLst>
              </p:cNvPr>
              <p:cNvSpPr/>
              <p:nvPr/>
            </p:nvSpPr>
            <p:spPr>
              <a:xfrm>
                <a:off x="324242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7" name="ph5218">
                <a:extLst>
                  <a:ext uri="{FF2B5EF4-FFF2-40B4-BE49-F238E27FC236}">
                    <a16:creationId xmlns:a16="http://schemas.microsoft.com/office/drawing/2014/main" id="{EF7B0EAC-9E24-2321-79EE-218AACCCCA17}"/>
                  </a:ext>
                </a:extLst>
              </p:cNvPr>
              <p:cNvSpPr/>
              <p:nvPr/>
            </p:nvSpPr>
            <p:spPr>
              <a:xfrm>
                <a:off x="325187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8" name="ph5219">
                <a:extLst>
                  <a:ext uri="{FF2B5EF4-FFF2-40B4-BE49-F238E27FC236}">
                    <a16:creationId xmlns:a16="http://schemas.microsoft.com/office/drawing/2014/main" id="{7C05D2BD-D880-DC51-5CDD-7FDD8CB57250}"/>
                  </a:ext>
                </a:extLst>
              </p:cNvPr>
              <p:cNvSpPr/>
              <p:nvPr/>
            </p:nvSpPr>
            <p:spPr>
              <a:xfrm>
                <a:off x="326131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9" name="ph5220">
                <a:extLst>
                  <a:ext uri="{FF2B5EF4-FFF2-40B4-BE49-F238E27FC236}">
                    <a16:creationId xmlns:a16="http://schemas.microsoft.com/office/drawing/2014/main" id="{5D3BE42F-88C3-8FCD-CCE5-641868E62350}"/>
                  </a:ext>
                </a:extLst>
              </p:cNvPr>
              <p:cNvSpPr/>
              <p:nvPr/>
            </p:nvSpPr>
            <p:spPr>
              <a:xfrm>
                <a:off x="327075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0" name="ph5221">
                <a:extLst>
                  <a:ext uri="{FF2B5EF4-FFF2-40B4-BE49-F238E27FC236}">
                    <a16:creationId xmlns:a16="http://schemas.microsoft.com/office/drawing/2014/main" id="{1C4544D8-F5B8-A3A4-B73C-2D8152A34268}"/>
                  </a:ext>
                </a:extLst>
              </p:cNvPr>
              <p:cNvSpPr/>
              <p:nvPr/>
            </p:nvSpPr>
            <p:spPr>
              <a:xfrm>
                <a:off x="328019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1" name="ph5222">
                <a:extLst>
                  <a:ext uri="{FF2B5EF4-FFF2-40B4-BE49-F238E27FC236}">
                    <a16:creationId xmlns:a16="http://schemas.microsoft.com/office/drawing/2014/main" id="{DEFEC5E9-01F7-EE72-2AA4-1DC0D2273D27}"/>
                  </a:ext>
                </a:extLst>
              </p:cNvPr>
              <p:cNvSpPr/>
              <p:nvPr/>
            </p:nvSpPr>
            <p:spPr>
              <a:xfrm>
                <a:off x="328963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2" name="ph5223">
                <a:extLst>
                  <a:ext uri="{FF2B5EF4-FFF2-40B4-BE49-F238E27FC236}">
                    <a16:creationId xmlns:a16="http://schemas.microsoft.com/office/drawing/2014/main" id="{4204DA8F-54E5-7E30-1BE3-D2CDFD7F88CF}"/>
                  </a:ext>
                </a:extLst>
              </p:cNvPr>
              <p:cNvSpPr/>
              <p:nvPr/>
            </p:nvSpPr>
            <p:spPr>
              <a:xfrm>
                <a:off x="329907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3" name="ph5224">
                <a:extLst>
                  <a:ext uri="{FF2B5EF4-FFF2-40B4-BE49-F238E27FC236}">
                    <a16:creationId xmlns:a16="http://schemas.microsoft.com/office/drawing/2014/main" id="{6C7A3A43-F9CC-27D5-B005-1A534E91FB0B}"/>
                  </a:ext>
                </a:extLst>
              </p:cNvPr>
              <p:cNvSpPr/>
              <p:nvPr/>
            </p:nvSpPr>
            <p:spPr>
              <a:xfrm>
                <a:off x="330851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4" name="ph5225">
                <a:extLst>
                  <a:ext uri="{FF2B5EF4-FFF2-40B4-BE49-F238E27FC236}">
                    <a16:creationId xmlns:a16="http://schemas.microsoft.com/office/drawing/2014/main" id="{D9A6211D-3CD4-44ED-C9B1-2D6DCAF15479}"/>
                  </a:ext>
                </a:extLst>
              </p:cNvPr>
              <p:cNvSpPr/>
              <p:nvPr/>
            </p:nvSpPr>
            <p:spPr>
              <a:xfrm>
                <a:off x="331795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5" name="ph5226">
                <a:extLst>
                  <a:ext uri="{FF2B5EF4-FFF2-40B4-BE49-F238E27FC236}">
                    <a16:creationId xmlns:a16="http://schemas.microsoft.com/office/drawing/2014/main" id="{77E8CD07-AD30-59EB-6B42-12190CE63DA3}"/>
                  </a:ext>
                </a:extLst>
              </p:cNvPr>
              <p:cNvSpPr/>
              <p:nvPr/>
            </p:nvSpPr>
            <p:spPr>
              <a:xfrm>
                <a:off x="332739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6" name="ph5227">
                <a:extLst>
                  <a:ext uri="{FF2B5EF4-FFF2-40B4-BE49-F238E27FC236}">
                    <a16:creationId xmlns:a16="http://schemas.microsoft.com/office/drawing/2014/main" id="{0118B18D-97F1-C473-571F-9AD0AB9C96AF}"/>
                  </a:ext>
                </a:extLst>
              </p:cNvPr>
              <p:cNvSpPr/>
              <p:nvPr/>
            </p:nvSpPr>
            <p:spPr>
              <a:xfrm>
                <a:off x="333683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7" name="ph5228">
                <a:extLst>
                  <a:ext uri="{FF2B5EF4-FFF2-40B4-BE49-F238E27FC236}">
                    <a16:creationId xmlns:a16="http://schemas.microsoft.com/office/drawing/2014/main" id="{F38E5A27-AFC6-6290-A45C-43A9DD437762}"/>
                  </a:ext>
                </a:extLst>
              </p:cNvPr>
              <p:cNvSpPr/>
              <p:nvPr/>
            </p:nvSpPr>
            <p:spPr>
              <a:xfrm>
                <a:off x="334627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8" name="ph5229">
                <a:extLst>
                  <a:ext uri="{FF2B5EF4-FFF2-40B4-BE49-F238E27FC236}">
                    <a16:creationId xmlns:a16="http://schemas.microsoft.com/office/drawing/2014/main" id="{F2076B51-357B-87CB-18B6-3A61158AA1ED}"/>
                  </a:ext>
                </a:extLst>
              </p:cNvPr>
              <p:cNvSpPr/>
              <p:nvPr/>
            </p:nvSpPr>
            <p:spPr>
              <a:xfrm>
                <a:off x="335571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9" name="ph5230">
                <a:extLst>
                  <a:ext uri="{FF2B5EF4-FFF2-40B4-BE49-F238E27FC236}">
                    <a16:creationId xmlns:a16="http://schemas.microsoft.com/office/drawing/2014/main" id="{124683E5-F2F4-730D-E084-12078CACC33E}"/>
                  </a:ext>
                </a:extLst>
              </p:cNvPr>
              <p:cNvSpPr/>
              <p:nvPr/>
            </p:nvSpPr>
            <p:spPr>
              <a:xfrm>
                <a:off x="336515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0" name="ph5231">
                <a:extLst>
                  <a:ext uri="{FF2B5EF4-FFF2-40B4-BE49-F238E27FC236}">
                    <a16:creationId xmlns:a16="http://schemas.microsoft.com/office/drawing/2014/main" id="{827AC715-4113-EDA5-665A-5418DA4F7124}"/>
                  </a:ext>
                </a:extLst>
              </p:cNvPr>
              <p:cNvSpPr/>
              <p:nvPr/>
            </p:nvSpPr>
            <p:spPr>
              <a:xfrm>
                <a:off x="337459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1" name="ph5232">
                <a:extLst>
                  <a:ext uri="{FF2B5EF4-FFF2-40B4-BE49-F238E27FC236}">
                    <a16:creationId xmlns:a16="http://schemas.microsoft.com/office/drawing/2014/main" id="{89C41CB1-0635-588C-0F2E-59548E14E546}"/>
                  </a:ext>
                </a:extLst>
              </p:cNvPr>
              <p:cNvSpPr/>
              <p:nvPr/>
            </p:nvSpPr>
            <p:spPr>
              <a:xfrm>
                <a:off x="338403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2" name="ph5233">
                <a:extLst>
                  <a:ext uri="{FF2B5EF4-FFF2-40B4-BE49-F238E27FC236}">
                    <a16:creationId xmlns:a16="http://schemas.microsoft.com/office/drawing/2014/main" id="{7A83FD77-3030-01A7-CEEB-7CDE0CA161F6}"/>
                  </a:ext>
                </a:extLst>
              </p:cNvPr>
              <p:cNvSpPr/>
              <p:nvPr/>
            </p:nvSpPr>
            <p:spPr>
              <a:xfrm>
                <a:off x="339347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3" name="ph5234">
                <a:extLst>
                  <a:ext uri="{FF2B5EF4-FFF2-40B4-BE49-F238E27FC236}">
                    <a16:creationId xmlns:a16="http://schemas.microsoft.com/office/drawing/2014/main" id="{735A40DC-0307-DE86-BE5E-19F6F36E77B2}"/>
                  </a:ext>
                </a:extLst>
              </p:cNvPr>
              <p:cNvSpPr/>
              <p:nvPr/>
            </p:nvSpPr>
            <p:spPr>
              <a:xfrm>
                <a:off x="340291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4" name="ph5235">
                <a:extLst>
                  <a:ext uri="{FF2B5EF4-FFF2-40B4-BE49-F238E27FC236}">
                    <a16:creationId xmlns:a16="http://schemas.microsoft.com/office/drawing/2014/main" id="{D941810A-1428-259C-5111-9CA2D426F2AA}"/>
                  </a:ext>
                </a:extLst>
              </p:cNvPr>
              <p:cNvSpPr/>
              <p:nvPr/>
            </p:nvSpPr>
            <p:spPr>
              <a:xfrm>
                <a:off x="341235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5" name="ph5236">
                <a:extLst>
                  <a:ext uri="{FF2B5EF4-FFF2-40B4-BE49-F238E27FC236}">
                    <a16:creationId xmlns:a16="http://schemas.microsoft.com/office/drawing/2014/main" id="{F528BE8D-71B5-5E7D-AEC3-2665E188A339}"/>
                  </a:ext>
                </a:extLst>
              </p:cNvPr>
              <p:cNvSpPr/>
              <p:nvPr/>
            </p:nvSpPr>
            <p:spPr>
              <a:xfrm>
                <a:off x="342179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6" name="ph5237">
                <a:extLst>
                  <a:ext uri="{FF2B5EF4-FFF2-40B4-BE49-F238E27FC236}">
                    <a16:creationId xmlns:a16="http://schemas.microsoft.com/office/drawing/2014/main" id="{3D2735A2-56BF-C206-08B7-90BEF7B22432}"/>
                  </a:ext>
                </a:extLst>
              </p:cNvPr>
              <p:cNvSpPr/>
              <p:nvPr/>
            </p:nvSpPr>
            <p:spPr>
              <a:xfrm>
                <a:off x="343123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7" name="ph5238">
                <a:extLst>
                  <a:ext uri="{FF2B5EF4-FFF2-40B4-BE49-F238E27FC236}">
                    <a16:creationId xmlns:a16="http://schemas.microsoft.com/office/drawing/2014/main" id="{59032294-3F4B-FFD9-579E-6AAC4706F473}"/>
                  </a:ext>
                </a:extLst>
              </p:cNvPr>
              <p:cNvSpPr/>
              <p:nvPr/>
            </p:nvSpPr>
            <p:spPr>
              <a:xfrm>
                <a:off x="344067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8" name="ph5239">
                <a:extLst>
                  <a:ext uri="{FF2B5EF4-FFF2-40B4-BE49-F238E27FC236}">
                    <a16:creationId xmlns:a16="http://schemas.microsoft.com/office/drawing/2014/main" id="{5652C523-8C87-C29F-1674-4CAC0E258E92}"/>
                  </a:ext>
                </a:extLst>
              </p:cNvPr>
              <p:cNvSpPr/>
              <p:nvPr/>
            </p:nvSpPr>
            <p:spPr>
              <a:xfrm>
                <a:off x="345011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9" name="ph5240">
                <a:extLst>
                  <a:ext uri="{FF2B5EF4-FFF2-40B4-BE49-F238E27FC236}">
                    <a16:creationId xmlns:a16="http://schemas.microsoft.com/office/drawing/2014/main" id="{426034CF-DEB0-86D9-64D7-91D5D9288E6E}"/>
                  </a:ext>
                </a:extLst>
              </p:cNvPr>
              <p:cNvSpPr/>
              <p:nvPr/>
            </p:nvSpPr>
            <p:spPr>
              <a:xfrm>
                <a:off x="345955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0" name="ph5241">
                <a:extLst>
                  <a:ext uri="{FF2B5EF4-FFF2-40B4-BE49-F238E27FC236}">
                    <a16:creationId xmlns:a16="http://schemas.microsoft.com/office/drawing/2014/main" id="{D4357C52-40EB-C0F3-5CDC-7E834BB0B397}"/>
                  </a:ext>
                </a:extLst>
              </p:cNvPr>
              <p:cNvSpPr/>
              <p:nvPr/>
            </p:nvSpPr>
            <p:spPr>
              <a:xfrm>
                <a:off x="346899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1" name="ph5242">
                <a:extLst>
                  <a:ext uri="{FF2B5EF4-FFF2-40B4-BE49-F238E27FC236}">
                    <a16:creationId xmlns:a16="http://schemas.microsoft.com/office/drawing/2014/main" id="{7D8654D0-9746-EB67-96DE-EC8875B7FB79}"/>
                  </a:ext>
                </a:extLst>
              </p:cNvPr>
              <p:cNvSpPr/>
              <p:nvPr/>
            </p:nvSpPr>
            <p:spPr>
              <a:xfrm>
                <a:off x="347843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2" name="ph5243">
                <a:extLst>
                  <a:ext uri="{FF2B5EF4-FFF2-40B4-BE49-F238E27FC236}">
                    <a16:creationId xmlns:a16="http://schemas.microsoft.com/office/drawing/2014/main" id="{E08DA2F3-E431-6AF2-8D45-1479072DE0A5}"/>
                  </a:ext>
                </a:extLst>
              </p:cNvPr>
              <p:cNvSpPr/>
              <p:nvPr/>
            </p:nvSpPr>
            <p:spPr>
              <a:xfrm>
                <a:off x="348787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3" name="ph5244">
                <a:extLst>
                  <a:ext uri="{FF2B5EF4-FFF2-40B4-BE49-F238E27FC236}">
                    <a16:creationId xmlns:a16="http://schemas.microsoft.com/office/drawing/2014/main" id="{11ED7259-D2C1-BC0D-39C1-2D62EED103C8}"/>
                  </a:ext>
                </a:extLst>
              </p:cNvPr>
              <p:cNvSpPr/>
              <p:nvPr/>
            </p:nvSpPr>
            <p:spPr>
              <a:xfrm>
                <a:off x="349731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4" name="ph5245">
                <a:extLst>
                  <a:ext uri="{FF2B5EF4-FFF2-40B4-BE49-F238E27FC236}">
                    <a16:creationId xmlns:a16="http://schemas.microsoft.com/office/drawing/2014/main" id="{40C8B749-5E73-53B1-3766-C0550879DC9E}"/>
                  </a:ext>
                </a:extLst>
              </p:cNvPr>
              <p:cNvSpPr/>
              <p:nvPr/>
            </p:nvSpPr>
            <p:spPr>
              <a:xfrm>
                <a:off x="350675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5" name="ph5246">
                <a:extLst>
                  <a:ext uri="{FF2B5EF4-FFF2-40B4-BE49-F238E27FC236}">
                    <a16:creationId xmlns:a16="http://schemas.microsoft.com/office/drawing/2014/main" id="{142AEF17-B881-30A6-6567-98146417E738}"/>
                  </a:ext>
                </a:extLst>
              </p:cNvPr>
              <p:cNvSpPr/>
              <p:nvPr/>
            </p:nvSpPr>
            <p:spPr>
              <a:xfrm>
                <a:off x="351619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6" name="ph5247">
                <a:extLst>
                  <a:ext uri="{FF2B5EF4-FFF2-40B4-BE49-F238E27FC236}">
                    <a16:creationId xmlns:a16="http://schemas.microsoft.com/office/drawing/2014/main" id="{C3950D87-3758-A1FB-E5B4-B1CB630DCB97}"/>
                  </a:ext>
                </a:extLst>
              </p:cNvPr>
              <p:cNvSpPr/>
              <p:nvPr/>
            </p:nvSpPr>
            <p:spPr>
              <a:xfrm>
                <a:off x="352563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7" name="ph5248">
                <a:extLst>
                  <a:ext uri="{FF2B5EF4-FFF2-40B4-BE49-F238E27FC236}">
                    <a16:creationId xmlns:a16="http://schemas.microsoft.com/office/drawing/2014/main" id="{637D388D-3C91-140A-CCAD-C993882AA1D9}"/>
                  </a:ext>
                </a:extLst>
              </p:cNvPr>
              <p:cNvSpPr/>
              <p:nvPr/>
            </p:nvSpPr>
            <p:spPr>
              <a:xfrm>
                <a:off x="353507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8" name="ph5249">
                <a:extLst>
                  <a:ext uri="{FF2B5EF4-FFF2-40B4-BE49-F238E27FC236}">
                    <a16:creationId xmlns:a16="http://schemas.microsoft.com/office/drawing/2014/main" id="{05D3A47E-4F4C-DCC0-278B-6ED25C7A4CBD}"/>
                  </a:ext>
                </a:extLst>
              </p:cNvPr>
              <p:cNvSpPr/>
              <p:nvPr/>
            </p:nvSpPr>
            <p:spPr>
              <a:xfrm>
                <a:off x="354451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9" name="ph5250">
                <a:extLst>
                  <a:ext uri="{FF2B5EF4-FFF2-40B4-BE49-F238E27FC236}">
                    <a16:creationId xmlns:a16="http://schemas.microsoft.com/office/drawing/2014/main" id="{21B6EF7A-17DF-DDC0-3877-C6235A50779C}"/>
                  </a:ext>
                </a:extLst>
              </p:cNvPr>
              <p:cNvSpPr/>
              <p:nvPr/>
            </p:nvSpPr>
            <p:spPr>
              <a:xfrm>
                <a:off x="355395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0" name="ph5251">
                <a:extLst>
                  <a:ext uri="{FF2B5EF4-FFF2-40B4-BE49-F238E27FC236}">
                    <a16:creationId xmlns:a16="http://schemas.microsoft.com/office/drawing/2014/main" id="{B3DE77CD-B35B-3798-9DB0-10B70539432C}"/>
                  </a:ext>
                </a:extLst>
              </p:cNvPr>
              <p:cNvSpPr/>
              <p:nvPr/>
            </p:nvSpPr>
            <p:spPr>
              <a:xfrm>
                <a:off x="356339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1" name="ph5252">
                <a:extLst>
                  <a:ext uri="{FF2B5EF4-FFF2-40B4-BE49-F238E27FC236}">
                    <a16:creationId xmlns:a16="http://schemas.microsoft.com/office/drawing/2014/main" id="{436674CD-EE80-AB67-57B6-238FA19AC632}"/>
                  </a:ext>
                </a:extLst>
              </p:cNvPr>
              <p:cNvSpPr/>
              <p:nvPr/>
            </p:nvSpPr>
            <p:spPr>
              <a:xfrm>
                <a:off x="357283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2" name="ph5253">
                <a:extLst>
                  <a:ext uri="{FF2B5EF4-FFF2-40B4-BE49-F238E27FC236}">
                    <a16:creationId xmlns:a16="http://schemas.microsoft.com/office/drawing/2014/main" id="{76B059C4-A234-E6E0-8A3E-C94C697F6EA6}"/>
                  </a:ext>
                </a:extLst>
              </p:cNvPr>
              <p:cNvSpPr/>
              <p:nvPr/>
            </p:nvSpPr>
            <p:spPr>
              <a:xfrm>
                <a:off x="358227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3" name="ph5254">
                <a:extLst>
                  <a:ext uri="{FF2B5EF4-FFF2-40B4-BE49-F238E27FC236}">
                    <a16:creationId xmlns:a16="http://schemas.microsoft.com/office/drawing/2014/main" id="{3071ADAB-D186-9D07-9A87-D0DF6D498913}"/>
                  </a:ext>
                </a:extLst>
              </p:cNvPr>
              <p:cNvSpPr/>
              <p:nvPr/>
            </p:nvSpPr>
            <p:spPr>
              <a:xfrm>
                <a:off x="359171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4" name="ph5255">
                <a:extLst>
                  <a:ext uri="{FF2B5EF4-FFF2-40B4-BE49-F238E27FC236}">
                    <a16:creationId xmlns:a16="http://schemas.microsoft.com/office/drawing/2014/main" id="{80A87089-8064-0A4D-7E2B-4370B6B34A42}"/>
                  </a:ext>
                </a:extLst>
              </p:cNvPr>
              <p:cNvSpPr/>
              <p:nvPr/>
            </p:nvSpPr>
            <p:spPr>
              <a:xfrm>
                <a:off x="3601159" y="157041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71"/>
                    </a:lnTo>
                    <a:lnTo>
                      <a:pt x="923669" y="91439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5" name="ph5256">
                <a:extLst>
                  <a:ext uri="{FF2B5EF4-FFF2-40B4-BE49-F238E27FC236}">
                    <a16:creationId xmlns:a16="http://schemas.microsoft.com/office/drawing/2014/main" id="{E09DE795-91AB-6425-E27B-2F379C5159C5}"/>
                  </a:ext>
                </a:extLst>
              </p:cNvPr>
              <p:cNvSpPr/>
              <p:nvPr/>
            </p:nvSpPr>
            <p:spPr>
              <a:xfrm>
                <a:off x="3610599" y="1552849"/>
                <a:ext cx="923840" cy="93184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4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3894"/>
                    </a:lnTo>
                    <a:lnTo>
                      <a:pt x="922645" y="924970"/>
                    </a:lnTo>
                    <a:lnTo>
                      <a:pt x="921196" y="926276"/>
                    </a:lnTo>
                    <a:lnTo>
                      <a:pt x="916626" y="930164"/>
                    </a:lnTo>
                    <a:lnTo>
                      <a:pt x="914400" y="931841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6" name="ph5257">
                <a:extLst>
                  <a:ext uri="{FF2B5EF4-FFF2-40B4-BE49-F238E27FC236}">
                    <a16:creationId xmlns:a16="http://schemas.microsoft.com/office/drawing/2014/main" id="{50E84000-C5B3-AD34-DCE6-B072D8172D59}"/>
                  </a:ext>
                </a:extLst>
              </p:cNvPr>
              <p:cNvSpPr/>
              <p:nvPr/>
            </p:nvSpPr>
            <p:spPr>
              <a:xfrm>
                <a:off x="3620039" y="1552849"/>
                <a:ext cx="923840" cy="92389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9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5399"/>
                    </a:lnTo>
                    <a:lnTo>
                      <a:pt x="923306" y="915879"/>
                    </a:lnTo>
                    <a:lnTo>
                      <a:pt x="921862" y="917177"/>
                    </a:lnTo>
                    <a:lnTo>
                      <a:pt x="920418" y="918476"/>
                    </a:lnTo>
                    <a:lnTo>
                      <a:pt x="918975" y="919774"/>
                    </a:lnTo>
                    <a:lnTo>
                      <a:pt x="917532" y="921073"/>
                    </a:lnTo>
                    <a:lnTo>
                      <a:pt x="916089" y="922372"/>
                    </a:lnTo>
                    <a:lnTo>
                      <a:pt x="914647" y="923671"/>
                    </a:lnTo>
                    <a:lnTo>
                      <a:pt x="914400" y="923894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7" name="ph5258">
                <a:extLst>
                  <a:ext uri="{FF2B5EF4-FFF2-40B4-BE49-F238E27FC236}">
                    <a16:creationId xmlns:a16="http://schemas.microsoft.com/office/drawing/2014/main" id="{9B0F5CEF-0A47-DB2A-94D7-DEF19CEF03B1}"/>
                  </a:ext>
                </a:extLst>
              </p:cNvPr>
              <p:cNvSpPr/>
              <p:nvPr/>
            </p:nvSpPr>
            <p:spPr>
              <a:xfrm>
                <a:off x="3629479" y="1552849"/>
                <a:ext cx="915873" cy="915399"/>
              </a:xfrm>
              <a:custGeom>
                <a:avLst/>
                <a:gdLst/>
                <a:ahLst/>
                <a:cxnLst/>
                <a:rect l="0" t="0" r="0" b="0"/>
                <a:pathLst>
                  <a:path w="915873" h="915399">
                    <a:moveTo>
                      <a:pt x="914400" y="914399"/>
                    </a:moveTo>
                    <a:lnTo>
                      <a:pt x="915873" y="914399"/>
                    </a:lnTo>
                    <a:lnTo>
                      <a:pt x="915119" y="914753"/>
                    </a:lnTo>
                    <a:lnTo>
                      <a:pt x="914400" y="91539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8" name="ph5259">
                <a:extLst>
                  <a:ext uri="{FF2B5EF4-FFF2-40B4-BE49-F238E27FC236}">
                    <a16:creationId xmlns:a16="http://schemas.microsoft.com/office/drawing/2014/main" id="{865632BF-9B58-A7FD-57F9-9D4DFE8D0BF4}"/>
                  </a:ext>
                </a:extLst>
              </p:cNvPr>
              <p:cNvSpPr/>
              <p:nvPr/>
            </p:nvSpPr>
            <p:spPr>
              <a:xfrm>
                <a:off x="2185123" y="1535279"/>
                <a:ext cx="914400" cy="9312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29">
                    <a:moveTo>
                      <a:pt x="914400" y="914400"/>
                    </a:moveTo>
                    <a:lnTo>
                      <a:pt x="914400" y="931229"/>
                    </a:lnTo>
                    <a:lnTo>
                      <a:pt x="914131" y="929099"/>
                    </a:lnTo>
                    <a:lnTo>
                      <a:pt x="913850" y="926873"/>
                    </a:lnTo>
                    <a:lnTo>
                      <a:pt x="913570" y="924646"/>
                    </a:lnTo>
                    <a:lnTo>
                      <a:pt x="913289" y="922420"/>
                    </a:lnTo>
                    <a:lnTo>
                      <a:pt x="913008" y="920193"/>
                    </a:lnTo>
                    <a:lnTo>
                      <a:pt x="912726" y="917967"/>
                    </a:lnTo>
                    <a:lnTo>
                      <a:pt x="912444" y="915732"/>
                    </a:lnTo>
                    <a:lnTo>
                      <a:pt x="912294" y="914400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9" name="ph5260">
                <a:extLst>
                  <a:ext uri="{FF2B5EF4-FFF2-40B4-BE49-F238E27FC236}">
                    <a16:creationId xmlns:a16="http://schemas.microsoft.com/office/drawing/2014/main" id="{4695BB46-D8AE-8788-7478-E1909E2D4C51}"/>
                  </a:ext>
                </a:extLst>
              </p:cNvPr>
              <p:cNvSpPr/>
              <p:nvPr/>
            </p:nvSpPr>
            <p:spPr>
              <a:xfrm>
                <a:off x="218512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93" y="931969"/>
                    </a:lnTo>
                    <a:lnTo>
                      <a:pt x="914400" y="93122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0" name="ph5261">
                <a:extLst>
                  <a:ext uri="{FF2B5EF4-FFF2-40B4-BE49-F238E27FC236}">
                    <a16:creationId xmlns:a16="http://schemas.microsoft.com/office/drawing/2014/main" id="{A646A18F-656A-F565-620B-2A4C05CA6701}"/>
                  </a:ext>
                </a:extLst>
              </p:cNvPr>
              <p:cNvSpPr/>
              <p:nvPr/>
            </p:nvSpPr>
            <p:spPr>
              <a:xfrm>
                <a:off x="219456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1" name="ph5262">
                <a:extLst>
                  <a:ext uri="{FF2B5EF4-FFF2-40B4-BE49-F238E27FC236}">
                    <a16:creationId xmlns:a16="http://schemas.microsoft.com/office/drawing/2014/main" id="{F3A48298-1502-FF6A-9C82-FE21EA626258}"/>
                  </a:ext>
                </a:extLst>
              </p:cNvPr>
              <p:cNvSpPr/>
              <p:nvPr/>
            </p:nvSpPr>
            <p:spPr>
              <a:xfrm>
                <a:off x="220400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2" name="ph5263">
                <a:extLst>
                  <a:ext uri="{FF2B5EF4-FFF2-40B4-BE49-F238E27FC236}">
                    <a16:creationId xmlns:a16="http://schemas.microsoft.com/office/drawing/2014/main" id="{9FA6BB32-377E-12CD-FE91-F8401D117190}"/>
                  </a:ext>
                </a:extLst>
              </p:cNvPr>
              <p:cNvSpPr/>
              <p:nvPr/>
            </p:nvSpPr>
            <p:spPr>
              <a:xfrm>
                <a:off x="221344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3" name="ph5264">
                <a:extLst>
                  <a:ext uri="{FF2B5EF4-FFF2-40B4-BE49-F238E27FC236}">
                    <a16:creationId xmlns:a16="http://schemas.microsoft.com/office/drawing/2014/main" id="{225E9D05-5D94-7B98-EF7F-590679FAF3E1}"/>
                  </a:ext>
                </a:extLst>
              </p:cNvPr>
              <p:cNvSpPr/>
              <p:nvPr/>
            </p:nvSpPr>
            <p:spPr>
              <a:xfrm>
                <a:off x="222288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4" name="ph5265">
                <a:extLst>
                  <a:ext uri="{FF2B5EF4-FFF2-40B4-BE49-F238E27FC236}">
                    <a16:creationId xmlns:a16="http://schemas.microsoft.com/office/drawing/2014/main" id="{02AA06DF-6E02-9534-5E96-9247D0B43FC3}"/>
                  </a:ext>
                </a:extLst>
              </p:cNvPr>
              <p:cNvSpPr/>
              <p:nvPr/>
            </p:nvSpPr>
            <p:spPr>
              <a:xfrm>
                <a:off x="223232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5" name="ph5266">
                <a:extLst>
                  <a:ext uri="{FF2B5EF4-FFF2-40B4-BE49-F238E27FC236}">
                    <a16:creationId xmlns:a16="http://schemas.microsoft.com/office/drawing/2014/main" id="{EFA3264B-2C1B-A0FA-04E2-0B114A29FC78}"/>
                  </a:ext>
                </a:extLst>
              </p:cNvPr>
              <p:cNvSpPr/>
              <p:nvPr/>
            </p:nvSpPr>
            <p:spPr>
              <a:xfrm>
                <a:off x="224176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6" name="ph5267">
                <a:extLst>
                  <a:ext uri="{FF2B5EF4-FFF2-40B4-BE49-F238E27FC236}">
                    <a16:creationId xmlns:a16="http://schemas.microsoft.com/office/drawing/2014/main" id="{27FDCA1E-DA23-508F-D89D-C8265FD4D2FF}"/>
                  </a:ext>
                </a:extLst>
              </p:cNvPr>
              <p:cNvSpPr/>
              <p:nvPr/>
            </p:nvSpPr>
            <p:spPr>
              <a:xfrm>
                <a:off x="225120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7" name="ph5268">
                <a:extLst>
                  <a:ext uri="{FF2B5EF4-FFF2-40B4-BE49-F238E27FC236}">
                    <a16:creationId xmlns:a16="http://schemas.microsoft.com/office/drawing/2014/main" id="{91142061-A5A5-6582-9A4A-D925A7F5305C}"/>
                  </a:ext>
                </a:extLst>
              </p:cNvPr>
              <p:cNvSpPr/>
              <p:nvPr/>
            </p:nvSpPr>
            <p:spPr>
              <a:xfrm>
                <a:off x="226064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8" name="ph5269">
                <a:extLst>
                  <a:ext uri="{FF2B5EF4-FFF2-40B4-BE49-F238E27FC236}">
                    <a16:creationId xmlns:a16="http://schemas.microsoft.com/office/drawing/2014/main" id="{50AB2E9A-446E-4EDB-A719-7A8C10ACC755}"/>
                  </a:ext>
                </a:extLst>
              </p:cNvPr>
              <p:cNvSpPr/>
              <p:nvPr/>
            </p:nvSpPr>
            <p:spPr>
              <a:xfrm>
                <a:off x="227008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9" name="ph5270">
                <a:extLst>
                  <a:ext uri="{FF2B5EF4-FFF2-40B4-BE49-F238E27FC236}">
                    <a16:creationId xmlns:a16="http://schemas.microsoft.com/office/drawing/2014/main" id="{FEBD23DB-280F-C85E-7F1F-F7468D62AC91}"/>
                  </a:ext>
                </a:extLst>
              </p:cNvPr>
              <p:cNvSpPr/>
              <p:nvPr/>
            </p:nvSpPr>
            <p:spPr>
              <a:xfrm>
                <a:off x="227952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0" name="ph5271">
                <a:extLst>
                  <a:ext uri="{FF2B5EF4-FFF2-40B4-BE49-F238E27FC236}">
                    <a16:creationId xmlns:a16="http://schemas.microsoft.com/office/drawing/2014/main" id="{D91E97CB-0BCB-2D23-27CC-26F0A83B1AFD}"/>
                  </a:ext>
                </a:extLst>
              </p:cNvPr>
              <p:cNvSpPr/>
              <p:nvPr/>
            </p:nvSpPr>
            <p:spPr>
              <a:xfrm>
                <a:off x="228896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1" name="ph5272">
                <a:extLst>
                  <a:ext uri="{FF2B5EF4-FFF2-40B4-BE49-F238E27FC236}">
                    <a16:creationId xmlns:a16="http://schemas.microsoft.com/office/drawing/2014/main" id="{E6CAC3A0-0E7F-8F09-EE5C-C716D2CE2A2E}"/>
                  </a:ext>
                </a:extLst>
              </p:cNvPr>
              <p:cNvSpPr/>
              <p:nvPr/>
            </p:nvSpPr>
            <p:spPr>
              <a:xfrm>
                <a:off x="229840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2" name="ph5273">
                <a:extLst>
                  <a:ext uri="{FF2B5EF4-FFF2-40B4-BE49-F238E27FC236}">
                    <a16:creationId xmlns:a16="http://schemas.microsoft.com/office/drawing/2014/main" id="{BE47A9D2-E935-0954-3938-C651BDE2F3ED}"/>
                  </a:ext>
                </a:extLst>
              </p:cNvPr>
              <p:cNvSpPr/>
              <p:nvPr/>
            </p:nvSpPr>
            <p:spPr>
              <a:xfrm>
                <a:off x="230784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3" name="ph5274">
                <a:extLst>
                  <a:ext uri="{FF2B5EF4-FFF2-40B4-BE49-F238E27FC236}">
                    <a16:creationId xmlns:a16="http://schemas.microsoft.com/office/drawing/2014/main" id="{AFE1BB04-501C-0912-8190-4743EE1D17B6}"/>
                  </a:ext>
                </a:extLst>
              </p:cNvPr>
              <p:cNvSpPr/>
              <p:nvPr/>
            </p:nvSpPr>
            <p:spPr>
              <a:xfrm>
                <a:off x="231728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4" name="ph5275">
                <a:extLst>
                  <a:ext uri="{FF2B5EF4-FFF2-40B4-BE49-F238E27FC236}">
                    <a16:creationId xmlns:a16="http://schemas.microsoft.com/office/drawing/2014/main" id="{CD17E353-1E57-4931-3E83-B1401AB5A52F}"/>
                  </a:ext>
                </a:extLst>
              </p:cNvPr>
              <p:cNvSpPr/>
              <p:nvPr/>
            </p:nvSpPr>
            <p:spPr>
              <a:xfrm>
                <a:off x="232672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5" name="ph5276">
                <a:extLst>
                  <a:ext uri="{FF2B5EF4-FFF2-40B4-BE49-F238E27FC236}">
                    <a16:creationId xmlns:a16="http://schemas.microsoft.com/office/drawing/2014/main" id="{5ABE5A7D-F498-75EA-A7F0-5AAC1678E466}"/>
                  </a:ext>
                </a:extLst>
              </p:cNvPr>
              <p:cNvSpPr/>
              <p:nvPr/>
            </p:nvSpPr>
            <p:spPr>
              <a:xfrm>
                <a:off x="233616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6" name="ph5277">
                <a:extLst>
                  <a:ext uri="{FF2B5EF4-FFF2-40B4-BE49-F238E27FC236}">
                    <a16:creationId xmlns:a16="http://schemas.microsoft.com/office/drawing/2014/main" id="{F20B80A4-C077-6ADC-134C-CBBB25361012}"/>
                  </a:ext>
                </a:extLst>
              </p:cNvPr>
              <p:cNvSpPr/>
              <p:nvPr/>
            </p:nvSpPr>
            <p:spPr>
              <a:xfrm>
                <a:off x="234560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7" name="ph5278">
                <a:extLst>
                  <a:ext uri="{FF2B5EF4-FFF2-40B4-BE49-F238E27FC236}">
                    <a16:creationId xmlns:a16="http://schemas.microsoft.com/office/drawing/2014/main" id="{3AB8FA69-7AE5-B0E6-C857-2CCB3760EEA1}"/>
                  </a:ext>
                </a:extLst>
              </p:cNvPr>
              <p:cNvSpPr/>
              <p:nvPr/>
            </p:nvSpPr>
            <p:spPr>
              <a:xfrm>
                <a:off x="235504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8" name="ph5279">
                <a:extLst>
                  <a:ext uri="{FF2B5EF4-FFF2-40B4-BE49-F238E27FC236}">
                    <a16:creationId xmlns:a16="http://schemas.microsoft.com/office/drawing/2014/main" id="{597BDE5E-E717-0D59-5747-9E9ADC3696FD}"/>
                  </a:ext>
                </a:extLst>
              </p:cNvPr>
              <p:cNvSpPr/>
              <p:nvPr/>
            </p:nvSpPr>
            <p:spPr>
              <a:xfrm>
                <a:off x="236448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9" name="ph5280">
                <a:extLst>
                  <a:ext uri="{FF2B5EF4-FFF2-40B4-BE49-F238E27FC236}">
                    <a16:creationId xmlns:a16="http://schemas.microsoft.com/office/drawing/2014/main" id="{7755D6C0-00D5-01E9-4569-10E0B17797FC}"/>
                  </a:ext>
                </a:extLst>
              </p:cNvPr>
              <p:cNvSpPr/>
              <p:nvPr/>
            </p:nvSpPr>
            <p:spPr>
              <a:xfrm>
                <a:off x="237392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0" name="ph5281">
                <a:extLst>
                  <a:ext uri="{FF2B5EF4-FFF2-40B4-BE49-F238E27FC236}">
                    <a16:creationId xmlns:a16="http://schemas.microsoft.com/office/drawing/2014/main" id="{3C505508-A5BD-D838-EF81-7CEC0D10FB4A}"/>
                  </a:ext>
                </a:extLst>
              </p:cNvPr>
              <p:cNvSpPr/>
              <p:nvPr/>
            </p:nvSpPr>
            <p:spPr>
              <a:xfrm>
                <a:off x="238336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1" name="ph5282">
                <a:extLst>
                  <a:ext uri="{FF2B5EF4-FFF2-40B4-BE49-F238E27FC236}">
                    <a16:creationId xmlns:a16="http://schemas.microsoft.com/office/drawing/2014/main" id="{E43187D8-0423-7D3E-06B0-125FD64ACE81}"/>
                  </a:ext>
                </a:extLst>
              </p:cNvPr>
              <p:cNvSpPr/>
              <p:nvPr/>
            </p:nvSpPr>
            <p:spPr>
              <a:xfrm>
                <a:off x="239280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2" name="ph5283">
                <a:extLst>
                  <a:ext uri="{FF2B5EF4-FFF2-40B4-BE49-F238E27FC236}">
                    <a16:creationId xmlns:a16="http://schemas.microsoft.com/office/drawing/2014/main" id="{6401A708-6B3A-E5DB-68DE-302C08FD2F62}"/>
                  </a:ext>
                </a:extLst>
              </p:cNvPr>
              <p:cNvSpPr/>
              <p:nvPr/>
            </p:nvSpPr>
            <p:spPr>
              <a:xfrm>
                <a:off x="240224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3" name="ph5284">
                <a:extLst>
                  <a:ext uri="{FF2B5EF4-FFF2-40B4-BE49-F238E27FC236}">
                    <a16:creationId xmlns:a16="http://schemas.microsoft.com/office/drawing/2014/main" id="{48E7A099-5635-ECA4-91DF-984707D9F19A}"/>
                  </a:ext>
                </a:extLst>
              </p:cNvPr>
              <p:cNvSpPr/>
              <p:nvPr/>
            </p:nvSpPr>
            <p:spPr>
              <a:xfrm>
                <a:off x="241168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4" name="ph5285">
                <a:extLst>
                  <a:ext uri="{FF2B5EF4-FFF2-40B4-BE49-F238E27FC236}">
                    <a16:creationId xmlns:a16="http://schemas.microsoft.com/office/drawing/2014/main" id="{258C119F-BB85-B935-5C4F-E841B3767CEF}"/>
                  </a:ext>
                </a:extLst>
              </p:cNvPr>
              <p:cNvSpPr/>
              <p:nvPr/>
            </p:nvSpPr>
            <p:spPr>
              <a:xfrm>
                <a:off x="242112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5" name="ph5286">
                <a:extLst>
                  <a:ext uri="{FF2B5EF4-FFF2-40B4-BE49-F238E27FC236}">
                    <a16:creationId xmlns:a16="http://schemas.microsoft.com/office/drawing/2014/main" id="{601EFDDD-495E-9D1F-B4CE-9C73BEC4C1BF}"/>
                  </a:ext>
                </a:extLst>
              </p:cNvPr>
              <p:cNvSpPr/>
              <p:nvPr/>
            </p:nvSpPr>
            <p:spPr>
              <a:xfrm>
                <a:off x="2440009" y="155284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07" y="896830"/>
                    </a:lnTo>
                    <a:lnTo>
                      <a:pt x="913575" y="897626"/>
                    </a:lnTo>
                    <a:lnTo>
                      <a:pt x="914400" y="902244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6" name="ph5287">
                <a:extLst>
                  <a:ext uri="{FF2B5EF4-FFF2-40B4-BE49-F238E27FC236}">
                    <a16:creationId xmlns:a16="http://schemas.microsoft.com/office/drawing/2014/main" id="{53AA2E24-1A4D-5B07-588E-4A845B3BC898}"/>
                  </a:ext>
                </a:extLst>
              </p:cNvPr>
              <p:cNvSpPr/>
              <p:nvPr/>
            </p:nvSpPr>
            <p:spPr>
              <a:xfrm>
                <a:off x="2440009" y="1552849"/>
                <a:ext cx="916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77" h="914399">
                    <a:moveTo>
                      <a:pt x="914400" y="914399"/>
                    </a:moveTo>
                    <a:lnTo>
                      <a:pt x="914400" y="902244"/>
                    </a:lnTo>
                    <a:lnTo>
                      <a:pt x="915461" y="908190"/>
                    </a:lnTo>
                    <a:lnTo>
                      <a:pt x="916377" y="91439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7" name="ph5288">
                <a:extLst>
                  <a:ext uri="{FF2B5EF4-FFF2-40B4-BE49-F238E27FC236}">
                    <a16:creationId xmlns:a16="http://schemas.microsoft.com/office/drawing/2014/main" id="{6AF3FFE3-810C-BA34-8D2E-EB32224A3863}"/>
                  </a:ext>
                </a:extLst>
              </p:cNvPr>
              <p:cNvSpPr/>
              <p:nvPr/>
            </p:nvSpPr>
            <p:spPr>
              <a:xfrm>
                <a:off x="3129147" y="15352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93" y="931969"/>
                    </a:lnTo>
                    <a:lnTo>
                      <a:pt x="909752" y="923293"/>
                    </a:lnTo>
                    <a:lnTo>
                      <a:pt x="908942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8" name="ph5289">
                <a:extLst>
                  <a:ext uri="{FF2B5EF4-FFF2-40B4-BE49-F238E27FC236}">
                    <a16:creationId xmlns:a16="http://schemas.microsoft.com/office/drawing/2014/main" id="{C6C0F8E5-E18E-681F-567B-396CDF2270F9}"/>
                  </a:ext>
                </a:extLst>
              </p:cNvPr>
              <p:cNvSpPr/>
              <p:nvPr/>
            </p:nvSpPr>
            <p:spPr>
              <a:xfrm>
                <a:off x="312914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9" name="ph5290">
                <a:extLst>
                  <a:ext uri="{FF2B5EF4-FFF2-40B4-BE49-F238E27FC236}">
                    <a16:creationId xmlns:a16="http://schemas.microsoft.com/office/drawing/2014/main" id="{D9629B2E-20CF-0682-A733-327D527FD35F}"/>
                  </a:ext>
                </a:extLst>
              </p:cNvPr>
              <p:cNvSpPr/>
              <p:nvPr/>
            </p:nvSpPr>
            <p:spPr>
              <a:xfrm>
                <a:off x="313858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0" name="ph5291">
                <a:extLst>
                  <a:ext uri="{FF2B5EF4-FFF2-40B4-BE49-F238E27FC236}">
                    <a16:creationId xmlns:a16="http://schemas.microsoft.com/office/drawing/2014/main" id="{1013C462-A517-17CB-20AD-F191E71DC193}"/>
                  </a:ext>
                </a:extLst>
              </p:cNvPr>
              <p:cNvSpPr/>
              <p:nvPr/>
            </p:nvSpPr>
            <p:spPr>
              <a:xfrm>
                <a:off x="314802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1" name="ph5292">
                <a:extLst>
                  <a:ext uri="{FF2B5EF4-FFF2-40B4-BE49-F238E27FC236}">
                    <a16:creationId xmlns:a16="http://schemas.microsoft.com/office/drawing/2014/main" id="{3CEBE67F-889A-0010-CE09-8E9B937A72F1}"/>
                  </a:ext>
                </a:extLst>
              </p:cNvPr>
              <p:cNvSpPr/>
              <p:nvPr/>
            </p:nvSpPr>
            <p:spPr>
              <a:xfrm>
                <a:off x="315746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2" name="ph5293">
                <a:extLst>
                  <a:ext uri="{FF2B5EF4-FFF2-40B4-BE49-F238E27FC236}">
                    <a16:creationId xmlns:a16="http://schemas.microsoft.com/office/drawing/2014/main" id="{02C2A78F-EC58-876F-C3DE-37D2B805E8B5}"/>
                  </a:ext>
                </a:extLst>
              </p:cNvPr>
              <p:cNvSpPr/>
              <p:nvPr/>
            </p:nvSpPr>
            <p:spPr>
              <a:xfrm>
                <a:off x="316690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3" name="ph5294">
                <a:extLst>
                  <a:ext uri="{FF2B5EF4-FFF2-40B4-BE49-F238E27FC236}">
                    <a16:creationId xmlns:a16="http://schemas.microsoft.com/office/drawing/2014/main" id="{FDE7BDD2-7442-AA69-B65C-E59F32BFE6BF}"/>
                  </a:ext>
                </a:extLst>
              </p:cNvPr>
              <p:cNvSpPr/>
              <p:nvPr/>
            </p:nvSpPr>
            <p:spPr>
              <a:xfrm>
                <a:off x="317634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4" name="ph5295">
                <a:extLst>
                  <a:ext uri="{FF2B5EF4-FFF2-40B4-BE49-F238E27FC236}">
                    <a16:creationId xmlns:a16="http://schemas.microsoft.com/office/drawing/2014/main" id="{3FF3B120-12E0-142A-11DF-BCB2F15B066E}"/>
                  </a:ext>
                </a:extLst>
              </p:cNvPr>
              <p:cNvSpPr/>
              <p:nvPr/>
            </p:nvSpPr>
            <p:spPr>
              <a:xfrm>
                <a:off x="318578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5" name="ph5296">
                <a:extLst>
                  <a:ext uri="{FF2B5EF4-FFF2-40B4-BE49-F238E27FC236}">
                    <a16:creationId xmlns:a16="http://schemas.microsoft.com/office/drawing/2014/main" id="{1E58C341-1804-A9FA-522A-090718F61092}"/>
                  </a:ext>
                </a:extLst>
              </p:cNvPr>
              <p:cNvSpPr/>
              <p:nvPr/>
            </p:nvSpPr>
            <p:spPr>
              <a:xfrm>
                <a:off x="319522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6" name="ph5297">
                <a:extLst>
                  <a:ext uri="{FF2B5EF4-FFF2-40B4-BE49-F238E27FC236}">
                    <a16:creationId xmlns:a16="http://schemas.microsoft.com/office/drawing/2014/main" id="{DAE02719-CB31-EF0B-6995-CE968B13A7D8}"/>
                  </a:ext>
                </a:extLst>
              </p:cNvPr>
              <p:cNvSpPr/>
              <p:nvPr/>
            </p:nvSpPr>
            <p:spPr>
              <a:xfrm>
                <a:off x="320466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7" name="ph5298">
                <a:extLst>
                  <a:ext uri="{FF2B5EF4-FFF2-40B4-BE49-F238E27FC236}">
                    <a16:creationId xmlns:a16="http://schemas.microsoft.com/office/drawing/2014/main" id="{831C2875-4254-D7AF-0FB6-149938F1248E}"/>
                  </a:ext>
                </a:extLst>
              </p:cNvPr>
              <p:cNvSpPr/>
              <p:nvPr/>
            </p:nvSpPr>
            <p:spPr>
              <a:xfrm>
                <a:off x="321410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8" name="ph5299">
                <a:extLst>
                  <a:ext uri="{FF2B5EF4-FFF2-40B4-BE49-F238E27FC236}">
                    <a16:creationId xmlns:a16="http://schemas.microsoft.com/office/drawing/2014/main" id="{00FE0C84-15EC-0693-1812-4AC40B8FA315}"/>
                  </a:ext>
                </a:extLst>
              </p:cNvPr>
              <p:cNvSpPr/>
              <p:nvPr/>
            </p:nvSpPr>
            <p:spPr>
              <a:xfrm>
                <a:off x="322354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9" name="ph5300">
                <a:extLst>
                  <a:ext uri="{FF2B5EF4-FFF2-40B4-BE49-F238E27FC236}">
                    <a16:creationId xmlns:a16="http://schemas.microsoft.com/office/drawing/2014/main" id="{D2DD29BD-75EB-6207-BF0E-84B0614F2C12}"/>
                  </a:ext>
                </a:extLst>
              </p:cNvPr>
              <p:cNvSpPr/>
              <p:nvPr/>
            </p:nvSpPr>
            <p:spPr>
              <a:xfrm>
                <a:off x="323298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0" name="ph5301">
                <a:extLst>
                  <a:ext uri="{FF2B5EF4-FFF2-40B4-BE49-F238E27FC236}">
                    <a16:creationId xmlns:a16="http://schemas.microsoft.com/office/drawing/2014/main" id="{44721DE0-9AB2-6813-1F61-8C2022A7F275}"/>
                  </a:ext>
                </a:extLst>
              </p:cNvPr>
              <p:cNvSpPr/>
              <p:nvPr/>
            </p:nvSpPr>
            <p:spPr>
              <a:xfrm>
                <a:off x="324242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1" name="ph5302">
                <a:extLst>
                  <a:ext uri="{FF2B5EF4-FFF2-40B4-BE49-F238E27FC236}">
                    <a16:creationId xmlns:a16="http://schemas.microsoft.com/office/drawing/2014/main" id="{358AE812-A1F5-D371-B061-01D1AD4E64BA}"/>
                  </a:ext>
                </a:extLst>
              </p:cNvPr>
              <p:cNvSpPr/>
              <p:nvPr/>
            </p:nvSpPr>
            <p:spPr>
              <a:xfrm>
                <a:off x="325187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2" name="ph5303">
                <a:extLst>
                  <a:ext uri="{FF2B5EF4-FFF2-40B4-BE49-F238E27FC236}">
                    <a16:creationId xmlns:a16="http://schemas.microsoft.com/office/drawing/2014/main" id="{F1995480-1577-5F3C-4DBA-7D0390800C68}"/>
                  </a:ext>
                </a:extLst>
              </p:cNvPr>
              <p:cNvSpPr/>
              <p:nvPr/>
            </p:nvSpPr>
            <p:spPr>
              <a:xfrm>
                <a:off x="326131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3" name="ph5304">
                <a:extLst>
                  <a:ext uri="{FF2B5EF4-FFF2-40B4-BE49-F238E27FC236}">
                    <a16:creationId xmlns:a16="http://schemas.microsoft.com/office/drawing/2014/main" id="{BDCDCED1-A901-148F-BF49-07F019247256}"/>
                  </a:ext>
                </a:extLst>
              </p:cNvPr>
              <p:cNvSpPr/>
              <p:nvPr/>
            </p:nvSpPr>
            <p:spPr>
              <a:xfrm>
                <a:off x="327075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4" name="ph5305">
                <a:extLst>
                  <a:ext uri="{FF2B5EF4-FFF2-40B4-BE49-F238E27FC236}">
                    <a16:creationId xmlns:a16="http://schemas.microsoft.com/office/drawing/2014/main" id="{66009BE3-9CB0-BFB9-E978-CF7C236D7B24}"/>
                  </a:ext>
                </a:extLst>
              </p:cNvPr>
              <p:cNvSpPr/>
              <p:nvPr/>
            </p:nvSpPr>
            <p:spPr>
              <a:xfrm>
                <a:off x="328019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5" name="ph5306">
                <a:extLst>
                  <a:ext uri="{FF2B5EF4-FFF2-40B4-BE49-F238E27FC236}">
                    <a16:creationId xmlns:a16="http://schemas.microsoft.com/office/drawing/2014/main" id="{4B3A4890-3F22-A3FF-FB9F-597BD6B9AC3A}"/>
                  </a:ext>
                </a:extLst>
              </p:cNvPr>
              <p:cNvSpPr/>
              <p:nvPr/>
            </p:nvSpPr>
            <p:spPr>
              <a:xfrm>
                <a:off x="328963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6" name="ph5307">
                <a:extLst>
                  <a:ext uri="{FF2B5EF4-FFF2-40B4-BE49-F238E27FC236}">
                    <a16:creationId xmlns:a16="http://schemas.microsoft.com/office/drawing/2014/main" id="{698884FF-9388-20DE-B17F-70E5D4CDF010}"/>
                  </a:ext>
                </a:extLst>
              </p:cNvPr>
              <p:cNvSpPr/>
              <p:nvPr/>
            </p:nvSpPr>
            <p:spPr>
              <a:xfrm>
                <a:off x="329907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7" name="ph5308">
                <a:extLst>
                  <a:ext uri="{FF2B5EF4-FFF2-40B4-BE49-F238E27FC236}">
                    <a16:creationId xmlns:a16="http://schemas.microsoft.com/office/drawing/2014/main" id="{23EBAD2D-5073-3F9A-1627-811C28C3929F}"/>
                  </a:ext>
                </a:extLst>
              </p:cNvPr>
              <p:cNvSpPr/>
              <p:nvPr/>
            </p:nvSpPr>
            <p:spPr>
              <a:xfrm>
                <a:off x="330851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8" name="ph5309">
                <a:extLst>
                  <a:ext uri="{FF2B5EF4-FFF2-40B4-BE49-F238E27FC236}">
                    <a16:creationId xmlns:a16="http://schemas.microsoft.com/office/drawing/2014/main" id="{50702E2D-56A6-4B2C-E128-D4298EA381E1}"/>
                  </a:ext>
                </a:extLst>
              </p:cNvPr>
              <p:cNvSpPr/>
              <p:nvPr/>
            </p:nvSpPr>
            <p:spPr>
              <a:xfrm>
                <a:off x="331795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9" name="ph5310">
                <a:extLst>
                  <a:ext uri="{FF2B5EF4-FFF2-40B4-BE49-F238E27FC236}">
                    <a16:creationId xmlns:a16="http://schemas.microsoft.com/office/drawing/2014/main" id="{783FE1F0-A4B1-525D-5B3A-77BC0CF38D27}"/>
                  </a:ext>
                </a:extLst>
              </p:cNvPr>
              <p:cNvSpPr/>
              <p:nvPr/>
            </p:nvSpPr>
            <p:spPr>
              <a:xfrm>
                <a:off x="332739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0" name="ph5311">
                <a:extLst>
                  <a:ext uri="{FF2B5EF4-FFF2-40B4-BE49-F238E27FC236}">
                    <a16:creationId xmlns:a16="http://schemas.microsoft.com/office/drawing/2014/main" id="{380813A2-32F8-AB37-41E1-6F297815907A}"/>
                  </a:ext>
                </a:extLst>
              </p:cNvPr>
              <p:cNvSpPr/>
              <p:nvPr/>
            </p:nvSpPr>
            <p:spPr>
              <a:xfrm>
                <a:off x="333683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1" name="ph5312">
                <a:extLst>
                  <a:ext uri="{FF2B5EF4-FFF2-40B4-BE49-F238E27FC236}">
                    <a16:creationId xmlns:a16="http://schemas.microsoft.com/office/drawing/2014/main" id="{C04B4F7B-0372-657A-6B15-2B537FCF137B}"/>
                  </a:ext>
                </a:extLst>
              </p:cNvPr>
              <p:cNvSpPr/>
              <p:nvPr/>
            </p:nvSpPr>
            <p:spPr>
              <a:xfrm>
                <a:off x="334627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2" name="ph5313">
                <a:extLst>
                  <a:ext uri="{FF2B5EF4-FFF2-40B4-BE49-F238E27FC236}">
                    <a16:creationId xmlns:a16="http://schemas.microsoft.com/office/drawing/2014/main" id="{C08DB7E8-8737-556B-B07F-0BF5BF21E368}"/>
                  </a:ext>
                </a:extLst>
              </p:cNvPr>
              <p:cNvSpPr/>
              <p:nvPr/>
            </p:nvSpPr>
            <p:spPr>
              <a:xfrm>
                <a:off x="335571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3" name="ph5314">
                <a:extLst>
                  <a:ext uri="{FF2B5EF4-FFF2-40B4-BE49-F238E27FC236}">
                    <a16:creationId xmlns:a16="http://schemas.microsoft.com/office/drawing/2014/main" id="{F8AD465F-47F7-EAEF-F68C-05A0FAC40598}"/>
                  </a:ext>
                </a:extLst>
              </p:cNvPr>
              <p:cNvSpPr/>
              <p:nvPr/>
            </p:nvSpPr>
            <p:spPr>
              <a:xfrm>
                <a:off x="336515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4" name="ph5315">
                <a:extLst>
                  <a:ext uri="{FF2B5EF4-FFF2-40B4-BE49-F238E27FC236}">
                    <a16:creationId xmlns:a16="http://schemas.microsoft.com/office/drawing/2014/main" id="{3F8841F0-96C2-73D6-E986-9189D7C02C3C}"/>
                  </a:ext>
                </a:extLst>
              </p:cNvPr>
              <p:cNvSpPr/>
              <p:nvPr/>
            </p:nvSpPr>
            <p:spPr>
              <a:xfrm>
                <a:off x="337459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5" name="ph5316">
                <a:extLst>
                  <a:ext uri="{FF2B5EF4-FFF2-40B4-BE49-F238E27FC236}">
                    <a16:creationId xmlns:a16="http://schemas.microsoft.com/office/drawing/2014/main" id="{2E337662-28F8-133C-14EA-C30C2AE4AC43}"/>
                  </a:ext>
                </a:extLst>
              </p:cNvPr>
              <p:cNvSpPr/>
              <p:nvPr/>
            </p:nvSpPr>
            <p:spPr>
              <a:xfrm>
                <a:off x="338403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6" name="ph5317">
                <a:extLst>
                  <a:ext uri="{FF2B5EF4-FFF2-40B4-BE49-F238E27FC236}">
                    <a16:creationId xmlns:a16="http://schemas.microsoft.com/office/drawing/2014/main" id="{DB12A078-89C8-5B7E-F0B7-E09241F57642}"/>
                  </a:ext>
                </a:extLst>
              </p:cNvPr>
              <p:cNvSpPr/>
              <p:nvPr/>
            </p:nvSpPr>
            <p:spPr>
              <a:xfrm>
                <a:off x="339347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7" name="ph5318">
                <a:extLst>
                  <a:ext uri="{FF2B5EF4-FFF2-40B4-BE49-F238E27FC236}">
                    <a16:creationId xmlns:a16="http://schemas.microsoft.com/office/drawing/2014/main" id="{BF40704A-6A98-82E6-3D14-04C4067B9C1F}"/>
                  </a:ext>
                </a:extLst>
              </p:cNvPr>
              <p:cNvSpPr/>
              <p:nvPr/>
            </p:nvSpPr>
            <p:spPr>
              <a:xfrm>
                <a:off x="340291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8" name="ph5319">
                <a:extLst>
                  <a:ext uri="{FF2B5EF4-FFF2-40B4-BE49-F238E27FC236}">
                    <a16:creationId xmlns:a16="http://schemas.microsoft.com/office/drawing/2014/main" id="{5629942D-6FD4-5501-F2A4-45939385CD59}"/>
                  </a:ext>
                </a:extLst>
              </p:cNvPr>
              <p:cNvSpPr/>
              <p:nvPr/>
            </p:nvSpPr>
            <p:spPr>
              <a:xfrm>
                <a:off x="341235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9" name="ph5320">
                <a:extLst>
                  <a:ext uri="{FF2B5EF4-FFF2-40B4-BE49-F238E27FC236}">
                    <a16:creationId xmlns:a16="http://schemas.microsoft.com/office/drawing/2014/main" id="{8749148D-025B-C387-34AB-77A023C3228A}"/>
                  </a:ext>
                </a:extLst>
              </p:cNvPr>
              <p:cNvSpPr/>
              <p:nvPr/>
            </p:nvSpPr>
            <p:spPr>
              <a:xfrm>
                <a:off x="342179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0" name="ph5321">
                <a:extLst>
                  <a:ext uri="{FF2B5EF4-FFF2-40B4-BE49-F238E27FC236}">
                    <a16:creationId xmlns:a16="http://schemas.microsoft.com/office/drawing/2014/main" id="{18F0EB32-15E8-C49B-31D2-3D8AC499D2C7}"/>
                  </a:ext>
                </a:extLst>
              </p:cNvPr>
              <p:cNvSpPr/>
              <p:nvPr/>
            </p:nvSpPr>
            <p:spPr>
              <a:xfrm>
                <a:off x="343123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1" name="ph5322">
                <a:extLst>
                  <a:ext uri="{FF2B5EF4-FFF2-40B4-BE49-F238E27FC236}">
                    <a16:creationId xmlns:a16="http://schemas.microsoft.com/office/drawing/2014/main" id="{3142BC12-E00F-3DBB-9350-E82A0C25EC5B}"/>
                  </a:ext>
                </a:extLst>
              </p:cNvPr>
              <p:cNvSpPr/>
              <p:nvPr/>
            </p:nvSpPr>
            <p:spPr>
              <a:xfrm>
                <a:off x="344067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2" name="ph5323">
                <a:extLst>
                  <a:ext uri="{FF2B5EF4-FFF2-40B4-BE49-F238E27FC236}">
                    <a16:creationId xmlns:a16="http://schemas.microsoft.com/office/drawing/2014/main" id="{57CAB92A-31D9-AC56-8967-831A82CB527F}"/>
                  </a:ext>
                </a:extLst>
              </p:cNvPr>
              <p:cNvSpPr/>
              <p:nvPr/>
            </p:nvSpPr>
            <p:spPr>
              <a:xfrm>
                <a:off x="345011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3" name="ph5324">
                <a:extLst>
                  <a:ext uri="{FF2B5EF4-FFF2-40B4-BE49-F238E27FC236}">
                    <a16:creationId xmlns:a16="http://schemas.microsoft.com/office/drawing/2014/main" id="{055D43C6-42B0-0D05-C818-55C9748EFB17}"/>
                  </a:ext>
                </a:extLst>
              </p:cNvPr>
              <p:cNvSpPr/>
              <p:nvPr/>
            </p:nvSpPr>
            <p:spPr>
              <a:xfrm>
                <a:off x="345955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4" name="ph5325">
                <a:extLst>
                  <a:ext uri="{FF2B5EF4-FFF2-40B4-BE49-F238E27FC236}">
                    <a16:creationId xmlns:a16="http://schemas.microsoft.com/office/drawing/2014/main" id="{0844D6EF-633D-A8AB-3C4C-1EC46867BC69}"/>
                  </a:ext>
                </a:extLst>
              </p:cNvPr>
              <p:cNvSpPr/>
              <p:nvPr/>
            </p:nvSpPr>
            <p:spPr>
              <a:xfrm>
                <a:off x="346899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5" name="ph5326">
                <a:extLst>
                  <a:ext uri="{FF2B5EF4-FFF2-40B4-BE49-F238E27FC236}">
                    <a16:creationId xmlns:a16="http://schemas.microsoft.com/office/drawing/2014/main" id="{A71BDB1E-4FEB-FA8C-04D5-B2C03CDA26D7}"/>
                  </a:ext>
                </a:extLst>
              </p:cNvPr>
              <p:cNvSpPr/>
              <p:nvPr/>
            </p:nvSpPr>
            <p:spPr>
              <a:xfrm>
                <a:off x="347843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6" name="ph5327">
                <a:extLst>
                  <a:ext uri="{FF2B5EF4-FFF2-40B4-BE49-F238E27FC236}">
                    <a16:creationId xmlns:a16="http://schemas.microsoft.com/office/drawing/2014/main" id="{A4BB4811-3D23-85E2-13B6-16FA5FE63C77}"/>
                  </a:ext>
                </a:extLst>
              </p:cNvPr>
              <p:cNvSpPr/>
              <p:nvPr/>
            </p:nvSpPr>
            <p:spPr>
              <a:xfrm>
                <a:off x="348787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7" name="ph5328">
                <a:extLst>
                  <a:ext uri="{FF2B5EF4-FFF2-40B4-BE49-F238E27FC236}">
                    <a16:creationId xmlns:a16="http://schemas.microsoft.com/office/drawing/2014/main" id="{FE6E4EBA-A431-9F96-AC3D-B863581587B5}"/>
                  </a:ext>
                </a:extLst>
              </p:cNvPr>
              <p:cNvSpPr/>
              <p:nvPr/>
            </p:nvSpPr>
            <p:spPr>
              <a:xfrm>
                <a:off x="349731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8" name="ph5329">
                <a:extLst>
                  <a:ext uri="{FF2B5EF4-FFF2-40B4-BE49-F238E27FC236}">
                    <a16:creationId xmlns:a16="http://schemas.microsoft.com/office/drawing/2014/main" id="{F218B9A5-347C-FF38-677B-CFBE6455A523}"/>
                  </a:ext>
                </a:extLst>
              </p:cNvPr>
              <p:cNvSpPr/>
              <p:nvPr/>
            </p:nvSpPr>
            <p:spPr>
              <a:xfrm>
                <a:off x="350675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9" name="ph5330">
                <a:extLst>
                  <a:ext uri="{FF2B5EF4-FFF2-40B4-BE49-F238E27FC236}">
                    <a16:creationId xmlns:a16="http://schemas.microsoft.com/office/drawing/2014/main" id="{F7730C3B-6472-4F03-ADEE-4B017E6FC7E6}"/>
                  </a:ext>
                </a:extLst>
              </p:cNvPr>
              <p:cNvSpPr/>
              <p:nvPr/>
            </p:nvSpPr>
            <p:spPr>
              <a:xfrm>
                <a:off x="351619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0" name="ph5331">
                <a:extLst>
                  <a:ext uri="{FF2B5EF4-FFF2-40B4-BE49-F238E27FC236}">
                    <a16:creationId xmlns:a16="http://schemas.microsoft.com/office/drawing/2014/main" id="{19A97F3B-F4F3-559C-0834-29FDD822D5D0}"/>
                  </a:ext>
                </a:extLst>
              </p:cNvPr>
              <p:cNvSpPr/>
              <p:nvPr/>
            </p:nvSpPr>
            <p:spPr>
              <a:xfrm>
                <a:off x="352563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1" name="ph5332">
                <a:extLst>
                  <a:ext uri="{FF2B5EF4-FFF2-40B4-BE49-F238E27FC236}">
                    <a16:creationId xmlns:a16="http://schemas.microsoft.com/office/drawing/2014/main" id="{B50A9F4E-8E86-746A-1DF9-0079ECA36799}"/>
                  </a:ext>
                </a:extLst>
              </p:cNvPr>
              <p:cNvSpPr/>
              <p:nvPr/>
            </p:nvSpPr>
            <p:spPr>
              <a:xfrm>
                <a:off x="353507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2" name="ph5333">
                <a:extLst>
                  <a:ext uri="{FF2B5EF4-FFF2-40B4-BE49-F238E27FC236}">
                    <a16:creationId xmlns:a16="http://schemas.microsoft.com/office/drawing/2014/main" id="{549E6727-4F93-071D-6338-461941E21E4C}"/>
                  </a:ext>
                </a:extLst>
              </p:cNvPr>
              <p:cNvSpPr/>
              <p:nvPr/>
            </p:nvSpPr>
            <p:spPr>
              <a:xfrm>
                <a:off x="354451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3" name="ph5334">
                <a:extLst>
                  <a:ext uri="{FF2B5EF4-FFF2-40B4-BE49-F238E27FC236}">
                    <a16:creationId xmlns:a16="http://schemas.microsoft.com/office/drawing/2014/main" id="{58593C4E-5F75-2552-E4D1-69621F7B063D}"/>
                  </a:ext>
                </a:extLst>
              </p:cNvPr>
              <p:cNvSpPr/>
              <p:nvPr/>
            </p:nvSpPr>
            <p:spPr>
              <a:xfrm>
                <a:off x="355395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4" name="ph5335">
                <a:extLst>
                  <a:ext uri="{FF2B5EF4-FFF2-40B4-BE49-F238E27FC236}">
                    <a16:creationId xmlns:a16="http://schemas.microsoft.com/office/drawing/2014/main" id="{D52F0CF0-34BE-5A01-D56E-6F72065826D6}"/>
                  </a:ext>
                </a:extLst>
              </p:cNvPr>
              <p:cNvSpPr/>
              <p:nvPr/>
            </p:nvSpPr>
            <p:spPr>
              <a:xfrm>
                <a:off x="356339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5" name="ph5336">
                <a:extLst>
                  <a:ext uri="{FF2B5EF4-FFF2-40B4-BE49-F238E27FC236}">
                    <a16:creationId xmlns:a16="http://schemas.microsoft.com/office/drawing/2014/main" id="{C0742503-E92C-7B3C-C29E-6126C2A1C853}"/>
                  </a:ext>
                </a:extLst>
              </p:cNvPr>
              <p:cNvSpPr/>
              <p:nvPr/>
            </p:nvSpPr>
            <p:spPr>
              <a:xfrm>
                <a:off x="357283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6" name="ph5337">
                <a:extLst>
                  <a:ext uri="{FF2B5EF4-FFF2-40B4-BE49-F238E27FC236}">
                    <a16:creationId xmlns:a16="http://schemas.microsoft.com/office/drawing/2014/main" id="{9F105119-1448-A993-1B69-68AD60EDE79A}"/>
                  </a:ext>
                </a:extLst>
              </p:cNvPr>
              <p:cNvSpPr/>
              <p:nvPr/>
            </p:nvSpPr>
            <p:spPr>
              <a:xfrm>
                <a:off x="358227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7" name="ph5338">
                <a:extLst>
                  <a:ext uri="{FF2B5EF4-FFF2-40B4-BE49-F238E27FC236}">
                    <a16:creationId xmlns:a16="http://schemas.microsoft.com/office/drawing/2014/main" id="{876615D0-8EA2-C8F6-2352-11F2F6DA17B5}"/>
                  </a:ext>
                </a:extLst>
              </p:cNvPr>
              <p:cNvSpPr/>
              <p:nvPr/>
            </p:nvSpPr>
            <p:spPr>
              <a:xfrm>
                <a:off x="359171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8" name="ph5339">
                <a:extLst>
                  <a:ext uri="{FF2B5EF4-FFF2-40B4-BE49-F238E27FC236}">
                    <a16:creationId xmlns:a16="http://schemas.microsoft.com/office/drawing/2014/main" id="{158EE48F-E7F7-8A3F-8E4F-01C8098E0986}"/>
                  </a:ext>
                </a:extLst>
              </p:cNvPr>
              <p:cNvSpPr/>
              <p:nvPr/>
            </p:nvSpPr>
            <p:spPr>
              <a:xfrm>
                <a:off x="360115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9" name="ph5340">
                <a:extLst>
                  <a:ext uri="{FF2B5EF4-FFF2-40B4-BE49-F238E27FC236}">
                    <a16:creationId xmlns:a16="http://schemas.microsoft.com/office/drawing/2014/main" id="{1F3D5B12-DCC9-7910-3610-DE1A91A5D34B}"/>
                  </a:ext>
                </a:extLst>
              </p:cNvPr>
              <p:cNvSpPr/>
              <p:nvPr/>
            </p:nvSpPr>
            <p:spPr>
              <a:xfrm>
                <a:off x="361059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0" name="ph5341">
                <a:extLst>
                  <a:ext uri="{FF2B5EF4-FFF2-40B4-BE49-F238E27FC236}">
                    <a16:creationId xmlns:a16="http://schemas.microsoft.com/office/drawing/2014/main" id="{78E29369-C163-7A41-B285-A8398BED83D3}"/>
                  </a:ext>
                </a:extLst>
              </p:cNvPr>
              <p:cNvSpPr/>
              <p:nvPr/>
            </p:nvSpPr>
            <p:spPr>
              <a:xfrm>
                <a:off x="362003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1" name="ph5342">
                <a:extLst>
                  <a:ext uri="{FF2B5EF4-FFF2-40B4-BE49-F238E27FC236}">
                    <a16:creationId xmlns:a16="http://schemas.microsoft.com/office/drawing/2014/main" id="{A64DB8C0-D333-09EF-D171-95529B192B32}"/>
                  </a:ext>
                </a:extLst>
              </p:cNvPr>
              <p:cNvSpPr/>
              <p:nvPr/>
            </p:nvSpPr>
            <p:spPr>
              <a:xfrm>
                <a:off x="3629479" y="155284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48" y="910713"/>
                    </a:lnTo>
                    <a:lnTo>
                      <a:pt x="922650" y="911226"/>
                    </a:lnTo>
                    <a:lnTo>
                      <a:pt x="921552" y="911740"/>
                    </a:lnTo>
                    <a:lnTo>
                      <a:pt x="920455" y="912254"/>
                    </a:lnTo>
                    <a:lnTo>
                      <a:pt x="919357" y="912768"/>
                    </a:lnTo>
                    <a:lnTo>
                      <a:pt x="918260" y="913281"/>
                    </a:lnTo>
                    <a:lnTo>
                      <a:pt x="917162" y="913795"/>
                    </a:lnTo>
                    <a:lnTo>
                      <a:pt x="916065" y="914310"/>
                    </a:lnTo>
                    <a:lnTo>
                      <a:pt x="915873" y="91439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2" name="ph5343">
                <a:extLst>
                  <a:ext uri="{FF2B5EF4-FFF2-40B4-BE49-F238E27FC236}">
                    <a16:creationId xmlns:a16="http://schemas.microsoft.com/office/drawing/2014/main" id="{D5DF67F6-456D-A388-E5C5-CF7CB4BBB3F5}"/>
                  </a:ext>
                </a:extLst>
              </p:cNvPr>
              <p:cNvSpPr/>
              <p:nvPr/>
            </p:nvSpPr>
            <p:spPr>
              <a:xfrm>
                <a:off x="3638919" y="1535279"/>
                <a:ext cx="923840" cy="9282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2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829"/>
                    </a:lnTo>
                    <a:lnTo>
                      <a:pt x="923093" y="924178"/>
                    </a:lnTo>
                    <a:lnTo>
                      <a:pt x="921995" y="924691"/>
                    </a:lnTo>
                    <a:lnTo>
                      <a:pt x="920896" y="925203"/>
                    </a:lnTo>
                    <a:lnTo>
                      <a:pt x="919798" y="925716"/>
                    </a:lnTo>
                    <a:lnTo>
                      <a:pt x="918700" y="926229"/>
                    </a:lnTo>
                    <a:lnTo>
                      <a:pt x="917601" y="926743"/>
                    </a:lnTo>
                    <a:lnTo>
                      <a:pt x="916503" y="927256"/>
                    </a:lnTo>
                    <a:lnTo>
                      <a:pt x="915405" y="927769"/>
                    </a:lnTo>
                    <a:lnTo>
                      <a:pt x="914400" y="928240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3" name="ph5344">
                <a:extLst>
                  <a:ext uri="{FF2B5EF4-FFF2-40B4-BE49-F238E27FC236}">
                    <a16:creationId xmlns:a16="http://schemas.microsoft.com/office/drawing/2014/main" id="{00FB11EA-708C-7861-BFE6-F47ACC838136}"/>
                  </a:ext>
                </a:extLst>
              </p:cNvPr>
              <p:cNvSpPr/>
              <p:nvPr/>
            </p:nvSpPr>
            <p:spPr>
              <a:xfrm>
                <a:off x="3648360" y="1535279"/>
                <a:ext cx="923840" cy="9238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9242"/>
                    </a:lnTo>
                    <a:lnTo>
                      <a:pt x="920250" y="921101"/>
                    </a:lnTo>
                    <a:lnTo>
                      <a:pt x="919147" y="921615"/>
                    </a:lnTo>
                    <a:lnTo>
                      <a:pt x="918048" y="922127"/>
                    </a:lnTo>
                    <a:lnTo>
                      <a:pt x="916949" y="922640"/>
                    </a:lnTo>
                    <a:lnTo>
                      <a:pt x="915851" y="923152"/>
                    </a:lnTo>
                    <a:lnTo>
                      <a:pt x="914752" y="923665"/>
                    </a:lnTo>
                    <a:lnTo>
                      <a:pt x="914400" y="92382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4" name="ph5345">
                <a:extLst>
                  <a:ext uri="{FF2B5EF4-FFF2-40B4-BE49-F238E27FC236}">
                    <a16:creationId xmlns:a16="http://schemas.microsoft.com/office/drawing/2014/main" id="{4EB6920D-DA0D-4AA3-3C2E-0DA350CA524F}"/>
                  </a:ext>
                </a:extLst>
              </p:cNvPr>
              <p:cNvSpPr/>
              <p:nvPr/>
            </p:nvSpPr>
            <p:spPr>
              <a:xfrm>
                <a:off x="3657800" y="1535279"/>
                <a:ext cx="922453" cy="919242"/>
              </a:xfrm>
              <a:custGeom>
                <a:avLst/>
                <a:gdLst/>
                <a:ahLst/>
                <a:cxnLst/>
                <a:rect l="0" t="0" r="0" b="0"/>
                <a:pathLst>
                  <a:path w="922453" h="919242">
                    <a:moveTo>
                      <a:pt x="914400" y="914400"/>
                    </a:moveTo>
                    <a:lnTo>
                      <a:pt x="922453" y="914400"/>
                    </a:lnTo>
                    <a:lnTo>
                      <a:pt x="922098" y="914660"/>
                    </a:lnTo>
                    <a:lnTo>
                      <a:pt x="916499" y="918154"/>
                    </a:lnTo>
                    <a:lnTo>
                      <a:pt x="914400" y="919242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5" name="ph5346">
                <a:extLst>
                  <a:ext uri="{FF2B5EF4-FFF2-40B4-BE49-F238E27FC236}">
                    <a16:creationId xmlns:a16="http://schemas.microsoft.com/office/drawing/2014/main" id="{3EE78A83-9B8F-0907-65D1-48419CA1230A}"/>
                  </a:ext>
                </a:extLst>
              </p:cNvPr>
              <p:cNvSpPr/>
              <p:nvPr/>
            </p:nvSpPr>
            <p:spPr>
              <a:xfrm>
                <a:off x="2185123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294" y="931969"/>
                    </a:lnTo>
                    <a:lnTo>
                      <a:pt x="911312" y="923249"/>
                    </a:lnTo>
                    <a:lnTo>
                      <a:pt x="910556" y="914400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6" name="ph5347">
                <a:extLst>
                  <a:ext uri="{FF2B5EF4-FFF2-40B4-BE49-F238E27FC236}">
                    <a16:creationId xmlns:a16="http://schemas.microsoft.com/office/drawing/2014/main" id="{E9DE4C20-C877-C692-1AED-6A9A6453EEFF}"/>
                  </a:ext>
                </a:extLst>
              </p:cNvPr>
              <p:cNvSpPr/>
              <p:nvPr/>
            </p:nvSpPr>
            <p:spPr>
              <a:xfrm>
                <a:off x="218512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7" name="ph5348">
                <a:extLst>
                  <a:ext uri="{FF2B5EF4-FFF2-40B4-BE49-F238E27FC236}">
                    <a16:creationId xmlns:a16="http://schemas.microsoft.com/office/drawing/2014/main" id="{091D50E4-E8C4-817E-B26A-3E574FA004CE}"/>
                  </a:ext>
                </a:extLst>
              </p:cNvPr>
              <p:cNvSpPr/>
              <p:nvPr/>
            </p:nvSpPr>
            <p:spPr>
              <a:xfrm>
                <a:off x="219456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8" name="ph5349">
                <a:extLst>
                  <a:ext uri="{FF2B5EF4-FFF2-40B4-BE49-F238E27FC236}">
                    <a16:creationId xmlns:a16="http://schemas.microsoft.com/office/drawing/2014/main" id="{5ACAA47C-9ECC-E9B6-D22E-A081AA77CFB3}"/>
                  </a:ext>
                </a:extLst>
              </p:cNvPr>
              <p:cNvSpPr/>
              <p:nvPr/>
            </p:nvSpPr>
            <p:spPr>
              <a:xfrm>
                <a:off x="220400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9" name="ph5350">
                <a:extLst>
                  <a:ext uri="{FF2B5EF4-FFF2-40B4-BE49-F238E27FC236}">
                    <a16:creationId xmlns:a16="http://schemas.microsoft.com/office/drawing/2014/main" id="{4BB20C3E-B039-39E0-311E-44664376246E}"/>
                  </a:ext>
                </a:extLst>
              </p:cNvPr>
              <p:cNvSpPr/>
              <p:nvPr/>
            </p:nvSpPr>
            <p:spPr>
              <a:xfrm>
                <a:off x="221344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0" name="ph5351">
                <a:extLst>
                  <a:ext uri="{FF2B5EF4-FFF2-40B4-BE49-F238E27FC236}">
                    <a16:creationId xmlns:a16="http://schemas.microsoft.com/office/drawing/2014/main" id="{221D2314-7C68-9858-3442-265308A50AEA}"/>
                  </a:ext>
                </a:extLst>
              </p:cNvPr>
              <p:cNvSpPr/>
              <p:nvPr/>
            </p:nvSpPr>
            <p:spPr>
              <a:xfrm>
                <a:off x="222288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1" name="ph5352">
                <a:extLst>
                  <a:ext uri="{FF2B5EF4-FFF2-40B4-BE49-F238E27FC236}">
                    <a16:creationId xmlns:a16="http://schemas.microsoft.com/office/drawing/2014/main" id="{9EE7FAAF-50A5-E298-9E92-FF5A282D6044}"/>
                  </a:ext>
                </a:extLst>
              </p:cNvPr>
              <p:cNvSpPr/>
              <p:nvPr/>
            </p:nvSpPr>
            <p:spPr>
              <a:xfrm>
                <a:off x="223232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2" name="ph5353">
                <a:extLst>
                  <a:ext uri="{FF2B5EF4-FFF2-40B4-BE49-F238E27FC236}">
                    <a16:creationId xmlns:a16="http://schemas.microsoft.com/office/drawing/2014/main" id="{0D337682-E0A6-3A8D-1FF4-16C2C667CC2C}"/>
                  </a:ext>
                </a:extLst>
              </p:cNvPr>
              <p:cNvSpPr/>
              <p:nvPr/>
            </p:nvSpPr>
            <p:spPr>
              <a:xfrm>
                <a:off x="224176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3" name="ph5354">
                <a:extLst>
                  <a:ext uri="{FF2B5EF4-FFF2-40B4-BE49-F238E27FC236}">
                    <a16:creationId xmlns:a16="http://schemas.microsoft.com/office/drawing/2014/main" id="{A75B5104-71FE-1A26-0C7F-85F957E2C798}"/>
                  </a:ext>
                </a:extLst>
              </p:cNvPr>
              <p:cNvSpPr/>
              <p:nvPr/>
            </p:nvSpPr>
            <p:spPr>
              <a:xfrm>
                <a:off x="225120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4" name="ph5355">
                <a:extLst>
                  <a:ext uri="{FF2B5EF4-FFF2-40B4-BE49-F238E27FC236}">
                    <a16:creationId xmlns:a16="http://schemas.microsoft.com/office/drawing/2014/main" id="{DB2D13A7-4F1D-23EF-F5A8-7F5FCE8FDBF4}"/>
                  </a:ext>
                </a:extLst>
              </p:cNvPr>
              <p:cNvSpPr/>
              <p:nvPr/>
            </p:nvSpPr>
            <p:spPr>
              <a:xfrm>
                <a:off x="226064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5" name="ph5356">
                <a:extLst>
                  <a:ext uri="{FF2B5EF4-FFF2-40B4-BE49-F238E27FC236}">
                    <a16:creationId xmlns:a16="http://schemas.microsoft.com/office/drawing/2014/main" id="{2A2EBAD4-7C96-291F-6517-E976CB17E526}"/>
                  </a:ext>
                </a:extLst>
              </p:cNvPr>
              <p:cNvSpPr/>
              <p:nvPr/>
            </p:nvSpPr>
            <p:spPr>
              <a:xfrm>
                <a:off x="227008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6" name="ph5357">
                <a:extLst>
                  <a:ext uri="{FF2B5EF4-FFF2-40B4-BE49-F238E27FC236}">
                    <a16:creationId xmlns:a16="http://schemas.microsoft.com/office/drawing/2014/main" id="{9379B325-EEA0-D869-9AD3-787D34761109}"/>
                  </a:ext>
                </a:extLst>
              </p:cNvPr>
              <p:cNvSpPr/>
              <p:nvPr/>
            </p:nvSpPr>
            <p:spPr>
              <a:xfrm>
                <a:off x="227952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7" name="ph5358">
                <a:extLst>
                  <a:ext uri="{FF2B5EF4-FFF2-40B4-BE49-F238E27FC236}">
                    <a16:creationId xmlns:a16="http://schemas.microsoft.com/office/drawing/2014/main" id="{AA12237B-F885-A452-A650-BBB28688E527}"/>
                  </a:ext>
                </a:extLst>
              </p:cNvPr>
              <p:cNvSpPr/>
              <p:nvPr/>
            </p:nvSpPr>
            <p:spPr>
              <a:xfrm>
                <a:off x="228896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8" name="ph5359">
                <a:extLst>
                  <a:ext uri="{FF2B5EF4-FFF2-40B4-BE49-F238E27FC236}">
                    <a16:creationId xmlns:a16="http://schemas.microsoft.com/office/drawing/2014/main" id="{DDD4813E-D14E-437A-34CB-6DB518695F62}"/>
                  </a:ext>
                </a:extLst>
              </p:cNvPr>
              <p:cNvSpPr/>
              <p:nvPr/>
            </p:nvSpPr>
            <p:spPr>
              <a:xfrm>
                <a:off x="229840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9" name="ph5360">
                <a:extLst>
                  <a:ext uri="{FF2B5EF4-FFF2-40B4-BE49-F238E27FC236}">
                    <a16:creationId xmlns:a16="http://schemas.microsoft.com/office/drawing/2014/main" id="{1F0B518D-5C18-1D42-9043-07146101A571}"/>
                  </a:ext>
                </a:extLst>
              </p:cNvPr>
              <p:cNvSpPr/>
              <p:nvPr/>
            </p:nvSpPr>
            <p:spPr>
              <a:xfrm>
                <a:off x="230784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0" name="ph5361">
                <a:extLst>
                  <a:ext uri="{FF2B5EF4-FFF2-40B4-BE49-F238E27FC236}">
                    <a16:creationId xmlns:a16="http://schemas.microsoft.com/office/drawing/2014/main" id="{EB5D4883-FD54-4C40-C638-38719C5AC07E}"/>
                  </a:ext>
                </a:extLst>
              </p:cNvPr>
              <p:cNvSpPr/>
              <p:nvPr/>
            </p:nvSpPr>
            <p:spPr>
              <a:xfrm>
                <a:off x="231728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1" name="ph5362">
                <a:extLst>
                  <a:ext uri="{FF2B5EF4-FFF2-40B4-BE49-F238E27FC236}">
                    <a16:creationId xmlns:a16="http://schemas.microsoft.com/office/drawing/2014/main" id="{8ECC2120-EEB2-8AA7-7AB5-686457895CCF}"/>
                  </a:ext>
                </a:extLst>
              </p:cNvPr>
              <p:cNvSpPr/>
              <p:nvPr/>
            </p:nvSpPr>
            <p:spPr>
              <a:xfrm>
                <a:off x="232672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2" name="ph5363">
                <a:extLst>
                  <a:ext uri="{FF2B5EF4-FFF2-40B4-BE49-F238E27FC236}">
                    <a16:creationId xmlns:a16="http://schemas.microsoft.com/office/drawing/2014/main" id="{599D5B7B-D3C9-CDD6-78C1-EC3436C942FA}"/>
                  </a:ext>
                </a:extLst>
              </p:cNvPr>
              <p:cNvSpPr/>
              <p:nvPr/>
            </p:nvSpPr>
            <p:spPr>
              <a:xfrm>
                <a:off x="233616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3" name="ph5364">
                <a:extLst>
                  <a:ext uri="{FF2B5EF4-FFF2-40B4-BE49-F238E27FC236}">
                    <a16:creationId xmlns:a16="http://schemas.microsoft.com/office/drawing/2014/main" id="{3737F7FD-488A-3F37-15E4-FA5C59639E29}"/>
                  </a:ext>
                </a:extLst>
              </p:cNvPr>
              <p:cNvSpPr/>
              <p:nvPr/>
            </p:nvSpPr>
            <p:spPr>
              <a:xfrm>
                <a:off x="234560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4" name="ph5365">
                <a:extLst>
                  <a:ext uri="{FF2B5EF4-FFF2-40B4-BE49-F238E27FC236}">
                    <a16:creationId xmlns:a16="http://schemas.microsoft.com/office/drawing/2014/main" id="{DB175BD3-B69C-472A-41E6-22892EADAC9C}"/>
                  </a:ext>
                </a:extLst>
              </p:cNvPr>
              <p:cNvSpPr/>
              <p:nvPr/>
            </p:nvSpPr>
            <p:spPr>
              <a:xfrm>
                <a:off x="235504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5" name="ph5366">
                <a:extLst>
                  <a:ext uri="{FF2B5EF4-FFF2-40B4-BE49-F238E27FC236}">
                    <a16:creationId xmlns:a16="http://schemas.microsoft.com/office/drawing/2014/main" id="{12A31EEB-8988-2937-94A9-DA5121AECCCB}"/>
                  </a:ext>
                </a:extLst>
              </p:cNvPr>
              <p:cNvSpPr/>
              <p:nvPr/>
            </p:nvSpPr>
            <p:spPr>
              <a:xfrm>
                <a:off x="236448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6" name="ph5367">
                <a:extLst>
                  <a:ext uri="{FF2B5EF4-FFF2-40B4-BE49-F238E27FC236}">
                    <a16:creationId xmlns:a16="http://schemas.microsoft.com/office/drawing/2014/main" id="{E9DB536A-535A-BF7A-21AA-6048EAA449AF}"/>
                  </a:ext>
                </a:extLst>
              </p:cNvPr>
              <p:cNvSpPr/>
              <p:nvPr/>
            </p:nvSpPr>
            <p:spPr>
              <a:xfrm>
                <a:off x="237392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7" name="ph5368">
                <a:extLst>
                  <a:ext uri="{FF2B5EF4-FFF2-40B4-BE49-F238E27FC236}">
                    <a16:creationId xmlns:a16="http://schemas.microsoft.com/office/drawing/2014/main" id="{CC30F3E1-2D81-C784-B2F5-95AF4A3CABEF}"/>
                  </a:ext>
                </a:extLst>
              </p:cNvPr>
              <p:cNvSpPr/>
              <p:nvPr/>
            </p:nvSpPr>
            <p:spPr>
              <a:xfrm>
                <a:off x="238336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8" name="ph5369">
                <a:extLst>
                  <a:ext uri="{FF2B5EF4-FFF2-40B4-BE49-F238E27FC236}">
                    <a16:creationId xmlns:a16="http://schemas.microsoft.com/office/drawing/2014/main" id="{02E4251D-EB43-1DEE-0445-F7F9106CC365}"/>
                  </a:ext>
                </a:extLst>
              </p:cNvPr>
              <p:cNvSpPr/>
              <p:nvPr/>
            </p:nvSpPr>
            <p:spPr>
              <a:xfrm>
                <a:off x="239280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9" name="ph5370">
                <a:extLst>
                  <a:ext uri="{FF2B5EF4-FFF2-40B4-BE49-F238E27FC236}">
                    <a16:creationId xmlns:a16="http://schemas.microsoft.com/office/drawing/2014/main" id="{BABAAD8A-6D23-C64C-862F-667A0B953B98}"/>
                  </a:ext>
                </a:extLst>
              </p:cNvPr>
              <p:cNvSpPr/>
              <p:nvPr/>
            </p:nvSpPr>
            <p:spPr>
              <a:xfrm>
                <a:off x="240224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0" name="ph5371">
                <a:extLst>
                  <a:ext uri="{FF2B5EF4-FFF2-40B4-BE49-F238E27FC236}">
                    <a16:creationId xmlns:a16="http://schemas.microsoft.com/office/drawing/2014/main" id="{5B926FEE-CA36-3F4A-E910-6F133F06FA50}"/>
                  </a:ext>
                </a:extLst>
              </p:cNvPr>
              <p:cNvSpPr/>
              <p:nvPr/>
            </p:nvSpPr>
            <p:spPr>
              <a:xfrm>
                <a:off x="241168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1" name="ph5372">
                <a:extLst>
                  <a:ext uri="{FF2B5EF4-FFF2-40B4-BE49-F238E27FC236}">
                    <a16:creationId xmlns:a16="http://schemas.microsoft.com/office/drawing/2014/main" id="{23484784-30E8-7CDE-4BFD-F9C800341DC9}"/>
                  </a:ext>
                </a:extLst>
              </p:cNvPr>
              <p:cNvSpPr/>
              <p:nvPr/>
            </p:nvSpPr>
            <p:spPr>
              <a:xfrm>
                <a:off x="242112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2" name="ph5373">
                <a:extLst>
                  <a:ext uri="{FF2B5EF4-FFF2-40B4-BE49-F238E27FC236}">
                    <a16:creationId xmlns:a16="http://schemas.microsoft.com/office/drawing/2014/main" id="{97467BCF-25B1-E9A9-707B-CE28C7B1833B}"/>
                  </a:ext>
                </a:extLst>
              </p:cNvPr>
              <p:cNvSpPr/>
              <p:nvPr/>
            </p:nvSpPr>
            <p:spPr>
              <a:xfrm>
                <a:off x="2430569" y="1535279"/>
                <a:ext cx="9228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79" y="896830"/>
                    </a:lnTo>
                    <a:lnTo>
                      <a:pt x="920832" y="904832"/>
                    </a:lnTo>
                    <a:lnTo>
                      <a:pt x="922848" y="914400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3" name="ph5374">
                <a:extLst>
                  <a:ext uri="{FF2B5EF4-FFF2-40B4-BE49-F238E27FC236}">
                    <a16:creationId xmlns:a16="http://schemas.microsoft.com/office/drawing/2014/main" id="{BAB5413D-7341-C3DD-7038-E9A7D42975BD}"/>
                  </a:ext>
                </a:extLst>
              </p:cNvPr>
              <p:cNvSpPr/>
              <p:nvPr/>
            </p:nvSpPr>
            <p:spPr>
              <a:xfrm>
                <a:off x="3129147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42" y="931969"/>
                    </a:lnTo>
                    <a:lnTo>
                      <a:pt x="908770" y="930078"/>
                    </a:lnTo>
                    <a:lnTo>
                      <a:pt x="908090" y="919214"/>
                    </a:lnTo>
                    <a:lnTo>
                      <a:pt x="907924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4" name="ph5375">
                <a:extLst>
                  <a:ext uri="{FF2B5EF4-FFF2-40B4-BE49-F238E27FC236}">
                    <a16:creationId xmlns:a16="http://schemas.microsoft.com/office/drawing/2014/main" id="{3E1D7494-3CA5-ED2D-63D2-B3850D075443}"/>
                  </a:ext>
                </a:extLst>
              </p:cNvPr>
              <p:cNvSpPr/>
              <p:nvPr/>
            </p:nvSpPr>
            <p:spPr>
              <a:xfrm>
                <a:off x="312914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5" name="ph5376">
                <a:extLst>
                  <a:ext uri="{FF2B5EF4-FFF2-40B4-BE49-F238E27FC236}">
                    <a16:creationId xmlns:a16="http://schemas.microsoft.com/office/drawing/2014/main" id="{3030A858-F5ED-7A5A-22BF-9F16A482FF30}"/>
                  </a:ext>
                </a:extLst>
              </p:cNvPr>
              <p:cNvSpPr/>
              <p:nvPr/>
            </p:nvSpPr>
            <p:spPr>
              <a:xfrm>
                <a:off x="313858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6" name="ph5377">
                <a:extLst>
                  <a:ext uri="{FF2B5EF4-FFF2-40B4-BE49-F238E27FC236}">
                    <a16:creationId xmlns:a16="http://schemas.microsoft.com/office/drawing/2014/main" id="{29D78947-E37D-165D-2D18-D507CCC11B4E}"/>
                  </a:ext>
                </a:extLst>
              </p:cNvPr>
              <p:cNvSpPr/>
              <p:nvPr/>
            </p:nvSpPr>
            <p:spPr>
              <a:xfrm>
                <a:off x="314802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7" name="ph5378">
                <a:extLst>
                  <a:ext uri="{FF2B5EF4-FFF2-40B4-BE49-F238E27FC236}">
                    <a16:creationId xmlns:a16="http://schemas.microsoft.com/office/drawing/2014/main" id="{6EE8F48D-CE0A-774E-31F9-F63A47D933EC}"/>
                  </a:ext>
                </a:extLst>
              </p:cNvPr>
              <p:cNvSpPr/>
              <p:nvPr/>
            </p:nvSpPr>
            <p:spPr>
              <a:xfrm>
                <a:off x="315746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8" name="ph5379">
                <a:extLst>
                  <a:ext uri="{FF2B5EF4-FFF2-40B4-BE49-F238E27FC236}">
                    <a16:creationId xmlns:a16="http://schemas.microsoft.com/office/drawing/2014/main" id="{8917919E-BC1D-82A9-73A0-241F46328799}"/>
                  </a:ext>
                </a:extLst>
              </p:cNvPr>
              <p:cNvSpPr/>
              <p:nvPr/>
            </p:nvSpPr>
            <p:spPr>
              <a:xfrm>
                <a:off x="316690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9" name="ph5380">
                <a:extLst>
                  <a:ext uri="{FF2B5EF4-FFF2-40B4-BE49-F238E27FC236}">
                    <a16:creationId xmlns:a16="http://schemas.microsoft.com/office/drawing/2014/main" id="{6D58BB17-1E3C-899D-43CA-ECD9E987E328}"/>
                  </a:ext>
                </a:extLst>
              </p:cNvPr>
              <p:cNvSpPr/>
              <p:nvPr/>
            </p:nvSpPr>
            <p:spPr>
              <a:xfrm>
                <a:off x="317634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0" name="ph5381">
                <a:extLst>
                  <a:ext uri="{FF2B5EF4-FFF2-40B4-BE49-F238E27FC236}">
                    <a16:creationId xmlns:a16="http://schemas.microsoft.com/office/drawing/2014/main" id="{44FE239A-CC7E-A99B-EDE8-5705B78B4D66}"/>
                  </a:ext>
                </a:extLst>
              </p:cNvPr>
              <p:cNvSpPr/>
              <p:nvPr/>
            </p:nvSpPr>
            <p:spPr>
              <a:xfrm>
                <a:off x="318578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1" name="ph5382">
                <a:extLst>
                  <a:ext uri="{FF2B5EF4-FFF2-40B4-BE49-F238E27FC236}">
                    <a16:creationId xmlns:a16="http://schemas.microsoft.com/office/drawing/2014/main" id="{9267F0EC-BBDA-CBFF-DBA9-36E8B662500B}"/>
                  </a:ext>
                </a:extLst>
              </p:cNvPr>
              <p:cNvSpPr/>
              <p:nvPr/>
            </p:nvSpPr>
            <p:spPr>
              <a:xfrm>
                <a:off x="319522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2" name="ph5383">
                <a:extLst>
                  <a:ext uri="{FF2B5EF4-FFF2-40B4-BE49-F238E27FC236}">
                    <a16:creationId xmlns:a16="http://schemas.microsoft.com/office/drawing/2014/main" id="{FED70C35-521A-FD54-877D-372D7C584537}"/>
                  </a:ext>
                </a:extLst>
              </p:cNvPr>
              <p:cNvSpPr/>
              <p:nvPr/>
            </p:nvSpPr>
            <p:spPr>
              <a:xfrm>
                <a:off x="320466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3" name="ph5384">
                <a:extLst>
                  <a:ext uri="{FF2B5EF4-FFF2-40B4-BE49-F238E27FC236}">
                    <a16:creationId xmlns:a16="http://schemas.microsoft.com/office/drawing/2014/main" id="{71B858F4-AC4D-68A0-4FED-4E85A9E9AAFA}"/>
                  </a:ext>
                </a:extLst>
              </p:cNvPr>
              <p:cNvSpPr/>
              <p:nvPr/>
            </p:nvSpPr>
            <p:spPr>
              <a:xfrm>
                <a:off x="321410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4" name="ph5385">
                <a:extLst>
                  <a:ext uri="{FF2B5EF4-FFF2-40B4-BE49-F238E27FC236}">
                    <a16:creationId xmlns:a16="http://schemas.microsoft.com/office/drawing/2014/main" id="{083D50E2-1588-8702-871E-4B7793583193}"/>
                  </a:ext>
                </a:extLst>
              </p:cNvPr>
              <p:cNvSpPr/>
              <p:nvPr/>
            </p:nvSpPr>
            <p:spPr>
              <a:xfrm>
                <a:off x="322354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5" name="ph5386">
                <a:extLst>
                  <a:ext uri="{FF2B5EF4-FFF2-40B4-BE49-F238E27FC236}">
                    <a16:creationId xmlns:a16="http://schemas.microsoft.com/office/drawing/2014/main" id="{CB30654F-D1BB-BFB9-FF9B-7F4807A8A5C4}"/>
                  </a:ext>
                </a:extLst>
              </p:cNvPr>
              <p:cNvSpPr/>
              <p:nvPr/>
            </p:nvSpPr>
            <p:spPr>
              <a:xfrm>
                <a:off x="323298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6" name="ph5387">
                <a:extLst>
                  <a:ext uri="{FF2B5EF4-FFF2-40B4-BE49-F238E27FC236}">
                    <a16:creationId xmlns:a16="http://schemas.microsoft.com/office/drawing/2014/main" id="{3E55CFED-67D1-DC9B-3EC4-E9CBDF947647}"/>
                  </a:ext>
                </a:extLst>
              </p:cNvPr>
              <p:cNvSpPr/>
              <p:nvPr/>
            </p:nvSpPr>
            <p:spPr>
              <a:xfrm>
                <a:off x="324242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7" name="ph5388">
                <a:extLst>
                  <a:ext uri="{FF2B5EF4-FFF2-40B4-BE49-F238E27FC236}">
                    <a16:creationId xmlns:a16="http://schemas.microsoft.com/office/drawing/2014/main" id="{03705FC3-BFC2-8A84-7EDA-3E5EBD5C5135}"/>
                  </a:ext>
                </a:extLst>
              </p:cNvPr>
              <p:cNvSpPr/>
              <p:nvPr/>
            </p:nvSpPr>
            <p:spPr>
              <a:xfrm>
                <a:off x="325187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8" name="ph5389">
                <a:extLst>
                  <a:ext uri="{FF2B5EF4-FFF2-40B4-BE49-F238E27FC236}">
                    <a16:creationId xmlns:a16="http://schemas.microsoft.com/office/drawing/2014/main" id="{202D068D-9CA0-2505-F635-071F54AECD3D}"/>
                  </a:ext>
                </a:extLst>
              </p:cNvPr>
              <p:cNvSpPr/>
              <p:nvPr/>
            </p:nvSpPr>
            <p:spPr>
              <a:xfrm>
                <a:off x="326131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9" name="ph5390">
                <a:extLst>
                  <a:ext uri="{FF2B5EF4-FFF2-40B4-BE49-F238E27FC236}">
                    <a16:creationId xmlns:a16="http://schemas.microsoft.com/office/drawing/2014/main" id="{C2A0C471-7616-E803-FF21-B7B2E703E4A1}"/>
                  </a:ext>
                </a:extLst>
              </p:cNvPr>
              <p:cNvSpPr/>
              <p:nvPr/>
            </p:nvSpPr>
            <p:spPr>
              <a:xfrm>
                <a:off x="327075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0" name="ph5391">
                <a:extLst>
                  <a:ext uri="{FF2B5EF4-FFF2-40B4-BE49-F238E27FC236}">
                    <a16:creationId xmlns:a16="http://schemas.microsoft.com/office/drawing/2014/main" id="{88DEFBD4-7D0D-DEAA-D11C-E74B715C1160}"/>
                  </a:ext>
                </a:extLst>
              </p:cNvPr>
              <p:cNvSpPr/>
              <p:nvPr/>
            </p:nvSpPr>
            <p:spPr>
              <a:xfrm>
                <a:off x="328019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1" name="ph5392">
                <a:extLst>
                  <a:ext uri="{FF2B5EF4-FFF2-40B4-BE49-F238E27FC236}">
                    <a16:creationId xmlns:a16="http://schemas.microsoft.com/office/drawing/2014/main" id="{07CFB6A1-498D-5CA8-23E6-A27B7B0130EC}"/>
                  </a:ext>
                </a:extLst>
              </p:cNvPr>
              <p:cNvSpPr/>
              <p:nvPr/>
            </p:nvSpPr>
            <p:spPr>
              <a:xfrm>
                <a:off x="328963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2" name="ph5393">
                <a:extLst>
                  <a:ext uri="{FF2B5EF4-FFF2-40B4-BE49-F238E27FC236}">
                    <a16:creationId xmlns:a16="http://schemas.microsoft.com/office/drawing/2014/main" id="{35D654CC-D77D-BFEF-BF13-7955556DFEE8}"/>
                  </a:ext>
                </a:extLst>
              </p:cNvPr>
              <p:cNvSpPr/>
              <p:nvPr/>
            </p:nvSpPr>
            <p:spPr>
              <a:xfrm>
                <a:off x="329907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3" name="ph5394">
                <a:extLst>
                  <a:ext uri="{FF2B5EF4-FFF2-40B4-BE49-F238E27FC236}">
                    <a16:creationId xmlns:a16="http://schemas.microsoft.com/office/drawing/2014/main" id="{F7DBE925-7578-54E8-20B3-DE283362D527}"/>
                  </a:ext>
                </a:extLst>
              </p:cNvPr>
              <p:cNvSpPr/>
              <p:nvPr/>
            </p:nvSpPr>
            <p:spPr>
              <a:xfrm>
                <a:off x="330851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4" name="ph5395">
                <a:extLst>
                  <a:ext uri="{FF2B5EF4-FFF2-40B4-BE49-F238E27FC236}">
                    <a16:creationId xmlns:a16="http://schemas.microsoft.com/office/drawing/2014/main" id="{AC09AFDE-B289-D962-71D1-4E7BD81288EF}"/>
                  </a:ext>
                </a:extLst>
              </p:cNvPr>
              <p:cNvSpPr/>
              <p:nvPr/>
            </p:nvSpPr>
            <p:spPr>
              <a:xfrm>
                <a:off x="331795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5" name="ph5396">
                <a:extLst>
                  <a:ext uri="{FF2B5EF4-FFF2-40B4-BE49-F238E27FC236}">
                    <a16:creationId xmlns:a16="http://schemas.microsoft.com/office/drawing/2014/main" id="{421C8071-42A9-35E0-240A-7FAF9D1A47D0}"/>
                  </a:ext>
                </a:extLst>
              </p:cNvPr>
              <p:cNvSpPr/>
              <p:nvPr/>
            </p:nvSpPr>
            <p:spPr>
              <a:xfrm>
                <a:off x="332739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6" name="ph5397">
                <a:extLst>
                  <a:ext uri="{FF2B5EF4-FFF2-40B4-BE49-F238E27FC236}">
                    <a16:creationId xmlns:a16="http://schemas.microsoft.com/office/drawing/2014/main" id="{165155F2-A0CE-5D3E-EBD1-2E3FD1FE37F2}"/>
                  </a:ext>
                </a:extLst>
              </p:cNvPr>
              <p:cNvSpPr/>
              <p:nvPr/>
            </p:nvSpPr>
            <p:spPr>
              <a:xfrm>
                <a:off x="333683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7" name="ph5398">
                <a:extLst>
                  <a:ext uri="{FF2B5EF4-FFF2-40B4-BE49-F238E27FC236}">
                    <a16:creationId xmlns:a16="http://schemas.microsoft.com/office/drawing/2014/main" id="{06910E68-6251-2E09-B442-803175273ABD}"/>
                  </a:ext>
                </a:extLst>
              </p:cNvPr>
              <p:cNvSpPr/>
              <p:nvPr/>
            </p:nvSpPr>
            <p:spPr>
              <a:xfrm>
                <a:off x="334627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8" name="ph5399">
                <a:extLst>
                  <a:ext uri="{FF2B5EF4-FFF2-40B4-BE49-F238E27FC236}">
                    <a16:creationId xmlns:a16="http://schemas.microsoft.com/office/drawing/2014/main" id="{ACF5D330-8507-EC09-2A03-FCFAEC92635D}"/>
                  </a:ext>
                </a:extLst>
              </p:cNvPr>
              <p:cNvSpPr/>
              <p:nvPr/>
            </p:nvSpPr>
            <p:spPr>
              <a:xfrm>
                <a:off x="335571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9" name="ph5400">
                <a:extLst>
                  <a:ext uri="{FF2B5EF4-FFF2-40B4-BE49-F238E27FC236}">
                    <a16:creationId xmlns:a16="http://schemas.microsoft.com/office/drawing/2014/main" id="{5F2C10BD-46B3-1208-9AD1-73FFF4A9FC7B}"/>
                  </a:ext>
                </a:extLst>
              </p:cNvPr>
              <p:cNvSpPr/>
              <p:nvPr/>
            </p:nvSpPr>
            <p:spPr>
              <a:xfrm>
                <a:off x="336515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0" name="ph5401">
                <a:extLst>
                  <a:ext uri="{FF2B5EF4-FFF2-40B4-BE49-F238E27FC236}">
                    <a16:creationId xmlns:a16="http://schemas.microsoft.com/office/drawing/2014/main" id="{5FF86B33-261E-A7A3-7A40-1A4D48FC0817}"/>
                  </a:ext>
                </a:extLst>
              </p:cNvPr>
              <p:cNvSpPr/>
              <p:nvPr/>
            </p:nvSpPr>
            <p:spPr>
              <a:xfrm>
                <a:off x="337459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1" name="ph5402">
                <a:extLst>
                  <a:ext uri="{FF2B5EF4-FFF2-40B4-BE49-F238E27FC236}">
                    <a16:creationId xmlns:a16="http://schemas.microsoft.com/office/drawing/2014/main" id="{7A3F9C06-EBCD-7450-491B-772E0334A16D}"/>
                  </a:ext>
                </a:extLst>
              </p:cNvPr>
              <p:cNvSpPr/>
              <p:nvPr/>
            </p:nvSpPr>
            <p:spPr>
              <a:xfrm>
                <a:off x="338403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2" name="ph5403">
                <a:extLst>
                  <a:ext uri="{FF2B5EF4-FFF2-40B4-BE49-F238E27FC236}">
                    <a16:creationId xmlns:a16="http://schemas.microsoft.com/office/drawing/2014/main" id="{A9BFE610-3636-3372-7755-A8C2341BFDE6}"/>
                  </a:ext>
                </a:extLst>
              </p:cNvPr>
              <p:cNvSpPr/>
              <p:nvPr/>
            </p:nvSpPr>
            <p:spPr>
              <a:xfrm>
                <a:off x="339347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3" name="ph5404">
                <a:extLst>
                  <a:ext uri="{FF2B5EF4-FFF2-40B4-BE49-F238E27FC236}">
                    <a16:creationId xmlns:a16="http://schemas.microsoft.com/office/drawing/2014/main" id="{EFBA0234-8974-1CBE-0535-E7A5C1F60A0D}"/>
                  </a:ext>
                </a:extLst>
              </p:cNvPr>
              <p:cNvSpPr/>
              <p:nvPr/>
            </p:nvSpPr>
            <p:spPr>
              <a:xfrm>
                <a:off x="340291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4" name="ph5405">
                <a:extLst>
                  <a:ext uri="{FF2B5EF4-FFF2-40B4-BE49-F238E27FC236}">
                    <a16:creationId xmlns:a16="http://schemas.microsoft.com/office/drawing/2014/main" id="{A95A7613-FAD7-E509-3683-78CFE2D3E1C5}"/>
                  </a:ext>
                </a:extLst>
              </p:cNvPr>
              <p:cNvSpPr/>
              <p:nvPr/>
            </p:nvSpPr>
            <p:spPr>
              <a:xfrm>
                <a:off x="341235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5" name="ph5406">
                <a:extLst>
                  <a:ext uri="{FF2B5EF4-FFF2-40B4-BE49-F238E27FC236}">
                    <a16:creationId xmlns:a16="http://schemas.microsoft.com/office/drawing/2014/main" id="{D0B88C1F-E515-1715-54E9-7ED4D0547CC9}"/>
                  </a:ext>
                </a:extLst>
              </p:cNvPr>
              <p:cNvSpPr/>
              <p:nvPr/>
            </p:nvSpPr>
            <p:spPr>
              <a:xfrm>
                <a:off x="342179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6" name="ph5407">
                <a:extLst>
                  <a:ext uri="{FF2B5EF4-FFF2-40B4-BE49-F238E27FC236}">
                    <a16:creationId xmlns:a16="http://schemas.microsoft.com/office/drawing/2014/main" id="{1075D8AE-E21C-5CF9-E3BE-459A0E15B10C}"/>
                  </a:ext>
                </a:extLst>
              </p:cNvPr>
              <p:cNvSpPr/>
              <p:nvPr/>
            </p:nvSpPr>
            <p:spPr>
              <a:xfrm>
                <a:off x="343123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7" name="ph5408">
                <a:extLst>
                  <a:ext uri="{FF2B5EF4-FFF2-40B4-BE49-F238E27FC236}">
                    <a16:creationId xmlns:a16="http://schemas.microsoft.com/office/drawing/2014/main" id="{1114075F-4AE4-221E-83E2-2F1E5AE8B66A}"/>
                  </a:ext>
                </a:extLst>
              </p:cNvPr>
              <p:cNvSpPr/>
              <p:nvPr/>
            </p:nvSpPr>
            <p:spPr>
              <a:xfrm>
                <a:off x="344067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8" name="ph5409">
                <a:extLst>
                  <a:ext uri="{FF2B5EF4-FFF2-40B4-BE49-F238E27FC236}">
                    <a16:creationId xmlns:a16="http://schemas.microsoft.com/office/drawing/2014/main" id="{FAAEC420-FAC7-F2D6-186B-D4D364B8E3F4}"/>
                  </a:ext>
                </a:extLst>
              </p:cNvPr>
              <p:cNvSpPr/>
              <p:nvPr/>
            </p:nvSpPr>
            <p:spPr>
              <a:xfrm>
                <a:off x="345011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9" name="ph5410">
                <a:extLst>
                  <a:ext uri="{FF2B5EF4-FFF2-40B4-BE49-F238E27FC236}">
                    <a16:creationId xmlns:a16="http://schemas.microsoft.com/office/drawing/2014/main" id="{9A9B8E8A-A681-AE0F-C687-BC48B7D3C23B}"/>
                  </a:ext>
                </a:extLst>
              </p:cNvPr>
              <p:cNvSpPr/>
              <p:nvPr/>
            </p:nvSpPr>
            <p:spPr>
              <a:xfrm>
                <a:off x="345955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0" name="ph5411">
                <a:extLst>
                  <a:ext uri="{FF2B5EF4-FFF2-40B4-BE49-F238E27FC236}">
                    <a16:creationId xmlns:a16="http://schemas.microsoft.com/office/drawing/2014/main" id="{91402DCF-570F-F01F-3312-61A98826F28A}"/>
                  </a:ext>
                </a:extLst>
              </p:cNvPr>
              <p:cNvSpPr/>
              <p:nvPr/>
            </p:nvSpPr>
            <p:spPr>
              <a:xfrm>
                <a:off x="346899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1" name="ph5412">
                <a:extLst>
                  <a:ext uri="{FF2B5EF4-FFF2-40B4-BE49-F238E27FC236}">
                    <a16:creationId xmlns:a16="http://schemas.microsoft.com/office/drawing/2014/main" id="{32E9D08C-9ED1-0C1C-671E-B6051C0BB847}"/>
                  </a:ext>
                </a:extLst>
              </p:cNvPr>
              <p:cNvSpPr/>
              <p:nvPr/>
            </p:nvSpPr>
            <p:spPr>
              <a:xfrm>
                <a:off x="347843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2" name="ph5413">
                <a:extLst>
                  <a:ext uri="{FF2B5EF4-FFF2-40B4-BE49-F238E27FC236}">
                    <a16:creationId xmlns:a16="http://schemas.microsoft.com/office/drawing/2014/main" id="{8CD9FEBE-17DE-66EB-3258-40172C33B697}"/>
                  </a:ext>
                </a:extLst>
              </p:cNvPr>
              <p:cNvSpPr/>
              <p:nvPr/>
            </p:nvSpPr>
            <p:spPr>
              <a:xfrm>
                <a:off x="348787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3" name="ph5414">
                <a:extLst>
                  <a:ext uri="{FF2B5EF4-FFF2-40B4-BE49-F238E27FC236}">
                    <a16:creationId xmlns:a16="http://schemas.microsoft.com/office/drawing/2014/main" id="{121A8A9C-111D-FBE4-3379-7ED1ADAA0E41}"/>
                  </a:ext>
                </a:extLst>
              </p:cNvPr>
              <p:cNvSpPr/>
              <p:nvPr/>
            </p:nvSpPr>
            <p:spPr>
              <a:xfrm>
                <a:off x="349731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4" name="ph5415">
                <a:extLst>
                  <a:ext uri="{FF2B5EF4-FFF2-40B4-BE49-F238E27FC236}">
                    <a16:creationId xmlns:a16="http://schemas.microsoft.com/office/drawing/2014/main" id="{C683E2A7-F4C2-6F52-8908-AF70F81B5A48}"/>
                  </a:ext>
                </a:extLst>
              </p:cNvPr>
              <p:cNvSpPr/>
              <p:nvPr/>
            </p:nvSpPr>
            <p:spPr>
              <a:xfrm>
                <a:off x="350675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5" name="ph5416">
                <a:extLst>
                  <a:ext uri="{FF2B5EF4-FFF2-40B4-BE49-F238E27FC236}">
                    <a16:creationId xmlns:a16="http://schemas.microsoft.com/office/drawing/2014/main" id="{2B902C8A-EF79-1114-9E6A-7DAC5FF6C894}"/>
                  </a:ext>
                </a:extLst>
              </p:cNvPr>
              <p:cNvSpPr/>
              <p:nvPr/>
            </p:nvSpPr>
            <p:spPr>
              <a:xfrm>
                <a:off x="351619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6" name="ph5417">
                <a:extLst>
                  <a:ext uri="{FF2B5EF4-FFF2-40B4-BE49-F238E27FC236}">
                    <a16:creationId xmlns:a16="http://schemas.microsoft.com/office/drawing/2014/main" id="{32379D01-9700-F8DD-2E51-1B4D7C265ACC}"/>
                  </a:ext>
                </a:extLst>
              </p:cNvPr>
              <p:cNvSpPr/>
              <p:nvPr/>
            </p:nvSpPr>
            <p:spPr>
              <a:xfrm>
                <a:off x="352563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7" name="ph5418">
                <a:extLst>
                  <a:ext uri="{FF2B5EF4-FFF2-40B4-BE49-F238E27FC236}">
                    <a16:creationId xmlns:a16="http://schemas.microsoft.com/office/drawing/2014/main" id="{0FE94E47-FB77-9DED-E267-2E0C9C1167B8}"/>
                  </a:ext>
                </a:extLst>
              </p:cNvPr>
              <p:cNvSpPr/>
              <p:nvPr/>
            </p:nvSpPr>
            <p:spPr>
              <a:xfrm>
                <a:off x="353507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8" name="ph5419">
                <a:extLst>
                  <a:ext uri="{FF2B5EF4-FFF2-40B4-BE49-F238E27FC236}">
                    <a16:creationId xmlns:a16="http://schemas.microsoft.com/office/drawing/2014/main" id="{51047AEC-CB0B-D05B-D327-6D9085E451EB}"/>
                  </a:ext>
                </a:extLst>
              </p:cNvPr>
              <p:cNvSpPr/>
              <p:nvPr/>
            </p:nvSpPr>
            <p:spPr>
              <a:xfrm>
                <a:off x="354451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9" name="ph5420">
                <a:extLst>
                  <a:ext uri="{FF2B5EF4-FFF2-40B4-BE49-F238E27FC236}">
                    <a16:creationId xmlns:a16="http://schemas.microsoft.com/office/drawing/2014/main" id="{E2D70E36-403E-7993-B8CF-C57D44A43EB0}"/>
                  </a:ext>
                </a:extLst>
              </p:cNvPr>
              <p:cNvSpPr/>
              <p:nvPr/>
            </p:nvSpPr>
            <p:spPr>
              <a:xfrm>
                <a:off x="355395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0" name="ph5421">
                <a:extLst>
                  <a:ext uri="{FF2B5EF4-FFF2-40B4-BE49-F238E27FC236}">
                    <a16:creationId xmlns:a16="http://schemas.microsoft.com/office/drawing/2014/main" id="{DEA589EC-EC1A-218D-4E40-12A902335154}"/>
                  </a:ext>
                </a:extLst>
              </p:cNvPr>
              <p:cNvSpPr/>
              <p:nvPr/>
            </p:nvSpPr>
            <p:spPr>
              <a:xfrm>
                <a:off x="356339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1" name="ph5422">
                <a:extLst>
                  <a:ext uri="{FF2B5EF4-FFF2-40B4-BE49-F238E27FC236}">
                    <a16:creationId xmlns:a16="http://schemas.microsoft.com/office/drawing/2014/main" id="{3D4A285A-E8C8-4439-092D-9EF1884897C7}"/>
                  </a:ext>
                </a:extLst>
              </p:cNvPr>
              <p:cNvSpPr/>
              <p:nvPr/>
            </p:nvSpPr>
            <p:spPr>
              <a:xfrm>
                <a:off x="357283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2" name="ph5423">
                <a:extLst>
                  <a:ext uri="{FF2B5EF4-FFF2-40B4-BE49-F238E27FC236}">
                    <a16:creationId xmlns:a16="http://schemas.microsoft.com/office/drawing/2014/main" id="{509238FC-06D0-D30B-124E-7552132D98C0}"/>
                  </a:ext>
                </a:extLst>
              </p:cNvPr>
              <p:cNvSpPr/>
              <p:nvPr/>
            </p:nvSpPr>
            <p:spPr>
              <a:xfrm>
                <a:off x="358227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3" name="ph5424">
                <a:extLst>
                  <a:ext uri="{FF2B5EF4-FFF2-40B4-BE49-F238E27FC236}">
                    <a16:creationId xmlns:a16="http://schemas.microsoft.com/office/drawing/2014/main" id="{6E4136F8-5806-37C2-E6D6-9EFB948F820E}"/>
                  </a:ext>
                </a:extLst>
              </p:cNvPr>
              <p:cNvSpPr/>
              <p:nvPr/>
            </p:nvSpPr>
            <p:spPr>
              <a:xfrm>
                <a:off x="359171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4" name="ph5425">
                <a:extLst>
                  <a:ext uri="{FF2B5EF4-FFF2-40B4-BE49-F238E27FC236}">
                    <a16:creationId xmlns:a16="http://schemas.microsoft.com/office/drawing/2014/main" id="{FBA10EF0-6D77-C727-F1BD-DE7606CF4019}"/>
                  </a:ext>
                </a:extLst>
              </p:cNvPr>
              <p:cNvSpPr/>
              <p:nvPr/>
            </p:nvSpPr>
            <p:spPr>
              <a:xfrm>
                <a:off x="360115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5" name="ph5426">
                <a:extLst>
                  <a:ext uri="{FF2B5EF4-FFF2-40B4-BE49-F238E27FC236}">
                    <a16:creationId xmlns:a16="http://schemas.microsoft.com/office/drawing/2014/main" id="{F078E72A-5E53-448D-7C9C-E34300E459C7}"/>
                  </a:ext>
                </a:extLst>
              </p:cNvPr>
              <p:cNvSpPr/>
              <p:nvPr/>
            </p:nvSpPr>
            <p:spPr>
              <a:xfrm>
                <a:off x="361059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6" name="ph5427">
                <a:extLst>
                  <a:ext uri="{FF2B5EF4-FFF2-40B4-BE49-F238E27FC236}">
                    <a16:creationId xmlns:a16="http://schemas.microsoft.com/office/drawing/2014/main" id="{B1CE714B-16DE-060F-5921-720AB7238006}"/>
                  </a:ext>
                </a:extLst>
              </p:cNvPr>
              <p:cNvSpPr/>
              <p:nvPr/>
            </p:nvSpPr>
            <p:spPr>
              <a:xfrm>
                <a:off x="362003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7" name="ph5428">
                <a:extLst>
                  <a:ext uri="{FF2B5EF4-FFF2-40B4-BE49-F238E27FC236}">
                    <a16:creationId xmlns:a16="http://schemas.microsoft.com/office/drawing/2014/main" id="{65845894-595F-072A-CE9A-3D8DFE7B050E}"/>
                  </a:ext>
                </a:extLst>
              </p:cNvPr>
              <p:cNvSpPr/>
              <p:nvPr/>
            </p:nvSpPr>
            <p:spPr>
              <a:xfrm>
                <a:off x="362947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8" name="ph5429">
                <a:extLst>
                  <a:ext uri="{FF2B5EF4-FFF2-40B4-BE49-F238E27FC236}">
                    <a16:creationId xmlns:a16="http://schemas.microsoft.com/office/drawing/2014/main" id="{8B05B133-2FAC-B0AE-96F3-0D222B8C571F}"/>
                  </a:ext>
                </a:extLst>
              </p:cNvPr>
              <p:cNvSpPr/>
              <p:nvPr/>
            </p:nvSpPr>
            <p:spPr>
              <a:xfrm>
                <a:off x="363891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9" name="ph5430">
                <a:extLst>
                  <a:ext uri="{FF2B5EF4-FFF2-40B4-BE49-F238E27FC236}">
                    <a16:creationId xmlns:a16="http://schemas.microsoft.com/office/drawing/2014/main" id="{D3DF9863-40E2-A637-358C-8B292E3D918D}"/>
                  </a:ext>
                </a:extLst>
              </p:cNvPr>
              <p:cNvSpPr/>
              <p:nvPr/>
            </p:nvSpPr>
            <p:spPr>
              <a:xfrm>
                <a:off x="364836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0" name="ph5431">
                <a:extLst>
                  <a:ext uri="{FF2B5EF4-FFF2-40B4-BE49-F238E27FC236}">
                    <a16:creationId xmlns:a16="http://schemas.microsoft.com/office/drawing/2014/main" id="{5AB08BE3-6889-A9D6-2F7B-05578FD1B545}"/>
                  </a:ext>
                </a:extLst>
              </p:cNvPr>
              <p:cNvSpPr/>
              <p:nvPr/>
            </p:nvSpPr>
            <p:spPr>
              <a:xfrm>
                <a:off x="3657800" y="153527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381"/>
                    </a:lnTo>
                    <a:lnTo>
                      <a:pt x="922453" y="914400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1" name="ph5432">
                <a:extLst>
                  <a:ext uri="{FF2B5EF4-FFF2-40B4-BE49-F238E27FC236}">
                    <a16:creationId xmlns:a16="http://schemas.microsoft.com/office/drawing/2014/main" id="{67B71102-B579-2EB2-4C5E-227D8098073E}"/>
                  </a:ext>
                </a:extLst>
              </p:cNvPr>
              <p:cNvSpPr/>
              <p:nvPr/>
            </p:nvSpPr>
            <p:spPr>
              <a:xfrm>
                <a:off x="3667240" y="1517710"/>
                <a:ext cx="923840" cy="93095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951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331"/>
                    </a:lnTo>
                    <a:lnTo>
                      <a:pt x="923525" y="923636"/>
                    </a:lnTo>
                    <a:lnTo>
                      <a:pt x="918152" y="928197"/>
                    </a:lnTo>
                    <a:lnTo>
                      <a:pt x="914400" y="930951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2" name="ph5433">
                <a:extLst>
                  <a:ext uri="{FF2B5EF4-FFF2-40B4-BE49-F238E27FC236}">
                    <a16:creationId xmlns:a16="http://schemas.microsoft.com/office/drawing/2014/main" id="{583B4A15-DF4A-D37E-6FD1-424CC170E8C2}"/>
                  </a:ext>
                </a:extLst>
              </p:cNvPr>
              <p:cNvSpPr/>
              <p:nvPr/>
            </p:nvSpPr>
            <p:spPr>
              <a:xfrm>
                <a:off x="3676680" y="1517710"/>
                <a:ext cx="923121" cy="923331"/>
              </a:xfrm>
              <a:custGeom>
                <a:avLst/>
                <a:gdLst/>
                <a:ahLst/>
                <a:cxnLst/>
                <a:rect l="0" t="0" r="0" b="0"/>
                <a:pathLst>
                  <a:path w="923121" h="923331">
                    <a:moveTo>
                      <a:pt x="914400" y="914400"/>
                    </a:moveTo>
                    <a:lnTo>
                      <a:pt x="923121" y="914400"/>
                    </a:lnTo>
                    <a:lnTo>
                      <a:pt x="919323" y="918561"/>
                    </a:lnTo>
                    <a:lnTo>
                      <a:pt x="914400" y="923331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3" name="ph5434">
                <a:extLst>
                  <a:ext uri="{FF2B5EF4-FFF2-40B4-BE49-F238E27FC236}">
                    <a16:creationId xmlns:a16="http://schemas.microsoft.com/office/drawing/2014/main" id="{551A3505-122B-4A5E-F375-DF10D2E87165}"/>
                  </a:ext>
                </a:extLst>
              </p:cNvPr>
              <p:cNvSpPr/>
              <p:nvPr/>
            </p:nvSpPr>
            <p:spPr>
              <a:xfrm>
                <a:off x="2175682" y="1500140"/>
                <a:ext cx="914400" cy="9195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31">
                    <a:moveTo>
                      <a:pt x="914400" y="914400"/>
                    </a:moveTo>
                    <a:lnTo>
                      <a:pt x="914400" y="919531"/>
                    </a:lnTo>
                    <a:lnTo>
                      <a:pt x="911974" y="917627"/>
                    </a:lnTo>
                    <a:lnTo>
                      <a:pt x="908386" y="914400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4" name="ph5435">
                <a:extLst>
                  <a:ext uri="{FF2B5EF4-FFF2-40B4-BE49-F238E27FC236}">
                    <a16:creationId xmlns:a16="http://schemas.microsoft.com/office/drawing/2014/main" id="{67BFC7B4-EA99-7072-1C12-228E23E1C8E9}"/>
                  </a:ext>
                </a:extLst>
              </p:cNvPr>
              <p:cNvSpPr/>
              <p:nvPr/>
            </p:nvSpPr>
            <p:spPr>
              <a:xfrm>
                <a:off x="217568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996" y="931969"/>
                    </a:lnTo>
                    <a:lnTo>
                      <a:pt x="919885" y="930675"/>
                    </a:lnTo>
                    <a:lnTo>
                      <a:pt x="919449" y="923260"/>
                    </a:lnTo>
                    <a:lnTo>
                      <a:pt x="917319" y="921822"/>
                    </a:lnTo>
                    <a:lnTo>
                      <a:pt x="914400" y="919531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5" name="ph5436">
                <a:extLst>
                  <a:ext uri="{FF2B5EF4-FFF2-40B4-BE49-F238E27FC236}">
                    <a16:creationId xmlns:a16="http://schemas.microsoft.com/office/drawing/2014/main" id="{461B8A56-B681-2914-73FE-4052A9D90843}"/>
                  </a:ext>
                </a:extLst>
              </p:cNvPr>
              <p:cNvSpPr/>
              <p:nvPr/>
            </p:nvSpPr>
            <p:spPr>
              <a:xfrm>
                <a:off x="218512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6" name="ph5437">
                <a:extLst>
                  <a:ext uri="{FF2B5EF4-FFF2-40B4-BE49-F238E27FC236}">
                    <a16:creationId xmlns:a16="http://schemas.microsoft.com/office/drawing/2014/main" id="{6652C4C9-F259-11CC-E378-33BFC184D1BF}"/>
                  </a:ext>
                </a:extLst>
              </p:cNvPr>
              <p:cNvSpPr/>
              <p:nvPr/>
            </p:nvSpPr>
            <p:spPr>
              <a:xfrm>
                <a:off x="219456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7" name="ph5438">
                <a:extLst>
                  <a:ext uri="{FF2B5EF4-FFF2-40B4-BE49-F238E27FC236}">
                    <a16:creationId xmlns:a16="http://schemas.microsoft.com/office/drawing/2014/main" id="{C9CBC791-A567-8D8A-15A7-0D52E7714329}"/>
                  </a:ext>
                </a:extLst>
              </p:cNvPr>
              <p:cNvSpPr/>
              <p:nvPr/>
            </p:nvSpPr>
            <p:spPr>
              <a:xfrm>
                <a:off x="220400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8" name="ph5439">
                <a:extLst>
                  <a:ext uri="{FF2B5EF4-FFF2-40B4-BE49-F238E27FC236}">
                    <a16:creationId xmlns:a16="http://schemas.microsoft.com/office/drawing/2014/main" id="{66BE2193-8797-DD23-D945-C5E7F8197DFA}"/>
                  </a:ext>
                </a:extLst>
              </p:cNvPr>
              <p:cNvSpPr/>
              <p:nvPr/>
            </p:nvSpPr>
            <p:spPr>
              <a:xfrm>
                <a:off x="221344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9" name="ph5440">
                <a:extLst>
                  <a:ext uri="{FF2B5EF4-FFF2-40B4-BE49-F238E27FC236}">
                    <a16:creationId xmlns:a16="http://schemas.microsoft.com/office/drawing/2014/main" id="{CA7C08F0-BC68-0E2A-0CEA-115C30B99F4E}"/>
                  </a:ext>
                </a:extLst>
              </p:cNvPr>
              <p:cNvSpPr/>
              <p:nvPr/>
            </p:nvSpPr>
            <p:spPr>
              <a:xfrm>
                <a:off x="222288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0" name="ph5441">
                <a:extLst>
                  <a:ext uri="{FF2B5EF4-FFF2-40B4-BE49-F238E27FC236}">
                    <a16:creationId xmlns:a16="http://schemas.microsoft.com/office/drawing/2014/main" id="{54E3A573-416A-586D-8ABA-CBE0AD872085}"/>
                  </a:ext>
                </a:extLst>
              </p:cNvPr>
              <p:cNvSpPr/>
              <p:nvPr/>
            </p:nvSpPr>
            <p:spPr>
              <a:xfrm>
                <a:off x="223232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1" name="ph5442">
                <a:extLst>
                  <a:ext uri="{FF2B5EF4-FFF2-40B4-BE49-F238E27FC236}">
                    <a16:creationId xmlns:a16="http://schemas.microsoft.com/office/drawing/2014/main" id="{E661A163-3921-0EC1-4B7A-5D5AD0E46FA4}"/>
                  </a:ext>
                </a:extLst>
              </p:cNvPr>
              <p:cNvSpPr/>
              <p:nvPr/>
            </p:nvSpPr>
            <p:spPr>
              <a:xfrm>
                <a:off x="224176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2" name="ph5443">
                <a:extLst>
                  <a:ext uri="{FF2B5EF4-FFF2-40B4-BE49-F238E27FC236}">
                    <a16:creationId xmlns:a16="http://schemas.microsoft.com/office/drawing/2014/main" id="{141AF434-270E-5CFF-4E7A-589E9BB49A75}"/>
                  </a:ext>
                </a:extLst>
              </p:cNvPr>
              <p:cNvSpPr/>
              <p:nvPr/>
            </p:nvSpPr>
            <p:spPr>
              <a:xfrm>
                <a:off x="225120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3" name="ph5444">
                <a:extLst>
                  <a:ext uri="{FF2B5EF4-FFF2-40B4-BE49-F238E27FC236}">
                    <a16:creationId xmlns:a16="http://schemas.microsoft.com/office/drawing/2014/main" id="{53D00DB9-1A51-2B57-51C4-B5C3B206BBAB}"/>
                  </a:ext>
                </a:extLst>
              </p:cNvPr>
              <p:cNvSpPr/>
              <p:nvPr/>
            </p:nvSpPr>
            <p:spPr>
              <a:xfrm>
                <a:off x="226064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4" name="ph5445">
                <a:extLst>
                  <a:ext uri="{FF2B5EF4-FFF2-40B4-BE49-F238E27FC236}">
                    <a16:creationId xmlns:a16="http://schemas.microsoft.com/office/drawing/2014/main" id="{DFB59273-8E9B-4102-6EF0-7F864E5D0C5B}"/>
                  </a:ext>
                </a:extLst>
              </p:cNvPr>
              <p:cNvSpPr/>
              <p:nvPr/>
            </p:nvSpPr>
            <p:spPr>
              <a:xfrm>
                <a:off x="227008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5" name="ph5446">
                <a:extLst>
                  <a:ext uri="{FF2B5EF4-FFF2-40B4-BE49-F238E27FC236}">
                    <a16:creationId xmlns:a16="http://schemas.microsoft.com/office/drawing/2014/main" id="{74293414-15AD-CDCC-2E17-196A6A27ACF1}"/>
                  </a:ext>
                </a:extLst>
              </p:cNvPr>
              <p:cNvSpPr/>
              <p:nvPr/>
            </p:nvSpPr>
            <p:spPr>
              <a:xfrm>
                <a:off x="227952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6" name="ph5447">
                <a:extLst>
                  <a:ext uri="{FF2B5EF4-FFF2-40B4-BE49-F238E27FC236}">
                    <a16:creationId xmlns:a16="http://schemas.microsoft.com/office/drawing/2014/main" id="{407A99A5-5B09-A36E-151B-4C9BFF1E4116}"/>
                  </a:ext>
                </a:extLst>
              </p:cNvPr>
              <p:cNvSpPr/>
              <p:nvPr/>
            </p:nvSpPr>
            <p:spPr>
              <a:xfrm>
                <a:off x="228896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7" name="ph5448">
                <a:extLst>
                  <a:ext uri="{FF2B5EF4-FFF2-40B4-BE49-F238E27FC236}">
                    <a16:creationId xmlns:a16="http://schemas.microsoft.com/office/drawing/2014/main" id="{57E01172-5B9C-3876-75C8-9048D83F7919}"/>
                  </a:ext>
                </a:extLst>
              </p:cNvPr>
              <p:cNvSpPr/>
              <p:nvPr/>
            </p:nvSpPr>
            <p:spPr>
              <a:xfrm>
                <a:off x="229840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8" name="ph5449">
                <a:extLst>
                  <a:ext uri="{FF2B5EF4-FFF2-40B4-BE49-F238E27FC236}">
                    <a16:creationId xmlns:a16="http://schemas.microsoft.com/office/drawing/2014/main" id="{E34174B8-7C73-E1FA-FA9B-25E968208CD5}"/>
                  </a:ext>
                </a:extLst>
              </p:cNvPr>
              <p:cNvSpPr/>
              <p:nvPr/>
            </p:nvSpPr>
            <p:spPr>
              <a:xfrm>
                <a:off x="230784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9" name="ph5450">
                <a:extLst>
                  <a:ext uri="{FF2B5EF4-FFF2-40B4-BE49-F238E27FC236}">
                    <a16:creationId xmlns:a16="http://schemas.microsoft.com/office/drawing/2014/main" id="{434194AA-4863-A72C-01F1-302F5A57BC9C}"/>
                  </a:ext>
                </a:extLst>
              </p:cNvPr>
              <p:cNvSpPr/>
              <p:nvPr/>
            </p:nvSpPr>
            <p:spPr>
              <a:xfrm>
                <a:off x="231728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0" name="ph5451">
                <a:extLst>
                  <a:ext uri="{FF2B5EF4-FFF2-40B4-BE49-F238E27FC236}">
                    <a16:creationId xmlns:a16="http://schemas.microsoft.com/office/drawing/2014/main" id="{F95F03CD-FF87-85B1-6D7E-1EE57C69BF2B}"/>
                  </a:ext>
                </a:extLst>
              </p:cNvPr>
              <p:cNvSpPr/>
              <p:nvPr/>
            </p:nvSpPr>
            <p:spPr>
              <a:xfrm>
                <a:off x="232672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1" name="ph5452">
                <a:extLst>
                  <a:ext uri="{FF2B5EF4-FFF2-40B4-BE49-F238E27FC236}">
                    <a16:creationId xmlns:a16="http://schemas.microsoft.com/office/drawing/2014/main" id="{68A4B0FB-ECC9-F657-D4AB-D1303FDACA6B}"/>
                  </a:ext>
                </a:extLst>
              </p:cNvPr>
              <p:cNvSpPr/>
              <p:nvPr/>
            </p:nvSpPr>
            <p:spPr>
              <a:xfrm>
                <a:off x="233616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2" name="ph5453">
                <a:extLst>
                  <a:ext uri="{FF2B5EF4-FFF2-40B4-BE49-F238E27FC236}">
                    <a16:creationId xmlns:a16="http://schemas.microsoft.com/office/drawing/2014/main" id="{4AC522EF-D412-4150-FD33-2AEE57E0615E}"/>
                  </a:ext>
                </a:extLst>
              </p:cNvPr>
              <p:cNvSpPr/>
              <p:nvPr/>
            </p:nvSpPr>
            <p:spPr>
              <a:xfrm>
                <a:off x="234560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3" name="ph5454">
                <a:extLst>
                  <a:ext uri="{FF2B5EF4-FFF2-40B4-BE49-F238E27FC236}">
                    <a16:creationId xmlns:a16="http://schemas.microsoft.com/office/drawing/2014/main" id="{9DD6C26C-385C-CB06-74F6-E7371CDA77EE}"/>
                  </a:ext>
                </a:extLst>
              </p:cNvPr>
              <p:cNvSpPr/>
              <p:nvPr/>
            </p:nvSpPr>
            <p:spPr>
              <a:xfrm>
                <a:off x="235504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4" name="ph5455">
                <a:extLst>
                  <a:ext uri="{FF2B5EF4-FFF2-40B4-BE49-F238E27FC236}">
                    <a16:creationId xmlns:a16="http://schemas.microsoft.com/office/drawing/2014/main" id="{011DB9E3-1E6E-DECF-570E-A8463FD2C06E}"/>
                  </a:ext>
                </a:extLst>
              </p:cNvPr>
              <p:cNvSpPr/>
              <p:nvPr/>
            </p:nvSpPr>
            <p:spPr>
              <a:xfrm>
                <a:off x="236448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5" name="ph5456">
                <a:extLst>
                  <a:ext uri="{FF2B5EF4-FFF2-40B4-BE49-F238E27FC236}">
                    <a16:creationId xmlns:a16="http://schemas.microsoft.com/office/drawing/2014/main" id="{F761C37D-FB1A-68B7-D817-09CED8872AD4}"/>
                  </a:ext>
                </a:extLst>
              </p:cNvPr>
              <p:cNvSpPr/>
              <p:nvPr/>
            </p:nvSpPr>
            <p:spPr>
              <a:xfrm>
                <a:off x="237392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6" name="ph5457">
                <a:extLst>
                  <a:ext uri="{FF2B5EF4-FFF2-40B4-BE49-F238E27FC236}">
                    <a16:creationId xmlns:a16="http://schemas.microsoft.com/office/drawing/2014/main" id="{0AD4FBE9-3AD4-028B-A174-EEBF8D1D4FEE}"/>
                  </a:ext>
                </a:extLst>
              </p:cNvPr>
              <p:cNvSpPr/>
              <p:nvPr/>
            </p:nvSpPr>
            <p:spPr>
              <a:xfrm>
                <a:off x="238336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7" name="ph5458">
                <a:extLst>
                  <a:ext uri="{FF2B5EF4-FFF2-40B4-BE49-F238E27FC236}">
                    <a16:creationId xmlns:a16="http://schemas.microsoft.com/office/drawing/2014/main" id="{382FA06F-EB65-DC33-64A8-986443E33D00}"/>
                  </a:ext>
                </a:extLst>
              </p:cNvPr>
              <p:cNvSpPr/>
              <p:nvPr/>
            </p:nvSpPr>
            <p:spPr>
              <a:xfrm>
                <a:off x="239280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8" name="ph5459">
                <a:extLst>
                  <a:ext uri="{FF2B5EF4-FFF2-40B4-BE49-F238E27FC236}">
                    <a16:creationId xmlns:a16="http://schemas.microsoft.com/office/drawing/2014/main" id="{045C0217-2E1B-3F92-179A-EF210AF87C6B}"/>
                  </a:ext>
                </a:extLst>
              </p:cNvPr>
              <p:cNvSpPr/>
              <p:nvPr/>
            </p:nvSpPr>
            <p:spPr>
              <a:xfrm>
                <a:off x="240224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9" name="ph5460">
                <a:extLst>
                  <a:ext uri="{FF2B5EF4-FFF2-40B4-BE49-F238E27FC236}">
                    <a16:creationId xmlns:a16="http://schemas.microsoft.com/office/drawing/2014/main" id="{354A35EF-D9AE-95B3-E9FB-9764C1F0ADBD}"/>
                  </a:ext>
                </a:extLst>
              </p:cNvPr>
              <p:cNvSpPr/>
              <p:nvPr/>
            </p:nvSpPr>
            <p:spPr>
              <a:xfrm>
                <a:off x="241168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0" name="ph5461">
                <a:extLst>
                  <a:ext uri="{FF2B5EF4-FFF2-40B4-BE49-F238E27FC236}">
                    <a16:creationId xmlns:a16="http://schemas.microsoft.com/office/drawing/2014/main" id="{30379015-6FE7-7F7F-54E6-CDB6FC9BB1C4}"/>
                  </a:ext>
                </a:extLst>
              </p:cNvPr>
              <p:cNvSpPr/>
              <p:nvPr/>
            </p:nvSpPr>
            <p:spPr>
              <a:xfrm>
                <a:off x="2430569" y="1517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843" y="896830"/>
                    </a:lnTo>
                    <a:lnTo>
                      <a:pt x="914400" y="898590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1" name="ph5462">
                <a:extLst>
                  <a:ext uri="{FF2B5EF4-FFF2-40B4-BE49-F238E27FC236}">
                    <a16:creationId xmlns:a16="http://schemas.microsoft.com/office/drawing/2014/main" id="{DA2A0A73-3E8E-41A2-0871-FA200EA55146}"/>
                  </a:ext>
                </a:extLst>
              </p:cNvPr>
              <p:cNvSpPr/>
              <p:nvPr/>
            </p:nvSpPr>
            <p:spPr>
              <a:xfrm>
                <a:off x="2430569" y="1517710"/>
                <a:ext cx="918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79" h="914400">
                    <a:moveTo>
                      <a:pt x="914400" y="914400"/>
                    </a:moveTo>
                    <a:lnTo>
                      <a:pt x="914400" y="898590"/>
                    </a:lnTo>
                    <a:lnTo>
                      <a:pt x="915601" y="902389"/>
                    </a:lnTo>
                    <a:lnTo>
                      <a:pt x="918359" y="912267"/>
                    </a:lnTo>
                    <a:lnTo>
                      <a:pt x="918879" y="914400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2" name="ph5463">
                <a:extLst>
                  <a:ext uri="{FF2B5EF4-FFF2-40B4-BE49-F238E27FC236}">
                    <a16:creationId xmlns:a16="http://schemas.microsoft.com/office/drawing/2014/main" id="{95A18A5B-D888-BE38-74CA-349FDEF16A68}"/>
                  </a:ext>
                </a:extLst>
              </p:cNvPr>
              <p:cNvSpPr/>
              <p:nvPr/>
            </p:nvSpPr>
            <p:spPr>
              <a:xfrm>
                <a:off x="3129147" y="150014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924" y="931969"/>
                    </a:lnTo>
                    <a:lnTo>
                      <a:pt x="907714" y="925868"/>
                    </a:lnTo>
                    <a:lnTo>
                      <a:pt x="907642" y="914931"/>
                    </a:lnTo>
                    <a:lnTo>
                      <a:pt x="907653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3" name="ph5464">
                <a:extLst>
                  <a:ext uri="{FF2B5EF4-FFF2-40B4-BE49-F238E27FC236}">
                    <a16:creationId xmlns:a16="http://schemas.microsoft.com/office/drawing/2014/main" id="{5DE568E9-9671-465E-4941-35E55A40989D}"/>
                  </a:ext>
                </a:extLst>
              </p:cNvPr>
              <p:cNvSpPr/>
              <p:nvPr/>
            </p:nvSpPr>
            <p:spPr>
              <a:xfrm>
                <a:off x="312914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4" name="ph5465">
                <a:extLst>
                  <a:ext uri="{FF2B5EF4-FFF2-40B4-BE49-F238E27FC236}">
                    <a16:creationId xmlns:a16="http://schemas.microsoft.com/office/drawing/2014/main" id="{9D9B7FBA-DB53-EF05-6744-CB5BFEC09D92}"/>
                  </a:ext>
                </a:extLst>
              </p:cNvPr>
              <p:cNvSpPr/>
              <p:nvPr/>
            </p:nvSpPr>
            <p:spPr>
              <a:xfrm>
                <a:off x="313858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5" name="ph5466">
                <a:extLst>
                  <a:ext uri="{FF2B5EF4-FFF2-40B4-BE49-F238E27FC236}">
                    <a16:creationId xmlns:a16="http://schemas.microsoft.com/office/drawing/2014/main" id="{DE7D31A8-B49C-D35C-7736-816611156FAD}"/>
                  </a:ext>
                </a:extLst>
              </p:cNvPr>
              <p:cNvSpPr/>
              <p:nvPr/>
            </p:nvSpPr>
            <p:spPr>
              <a:xfrm>
                <a:off x="314802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6" name="ph5467">
                <a:extLst>
                  <a:ext uri="{FF2B5EF4-FFF2-40B4-BE49-F238E27FC236}">
                    <a16:creationId xmlns:a16="http://schemas.microsoft.com/office/drawing/2014/main" id="{95B53A03-4CDA-DD27-0E21-6B4154EEFBFB}"/>
                  </a:ext>
                </a:extLst>
              </p:cNvPr>
              <p:cNvSpPr/>
              <p:nvPr/>
            </p:nvSpPr>
            <p:spPr>
              <a:xfrm>
                <a:off x="315746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7" name="ph5468">
                <a:extLst>
                  <a:ext uri="{FF2B5EF4-FFF2-40B4-BE49-F238E27FC236}">
                    <a16:creationId xmlns:a16="http://schemas.microsoft.com/office/drawing/2014/main" id="{2E5657E7-DAD9-9FD6-CA36-D21394AAE46D}"/>
                  </a:ext>
                </a:extLst>
              </p:cNvPr>
              <p:cNvSpPr/>
              <p:nvPr/>
            </p:nvSpPr>
            <p:spPr>
              <a:xfrm>
                <a:off x="316690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8" name="ph5469">
                <a:extLst>
                  <a:ext uri="{FF2B5EF4-FFF2-40B4-BE49-F238E27FC236}">
                    <a16:creationId xmlns:a16="http://schemas.microsoft.com/office/drawing/2014/main" id="{D461ED40-5A30-0540-FCA6-7D5E6FFCF580}"/>
                  </a:ext>
                </a:extLst>
              </p:cNvPr>
              <p:cNvSpPr/>
              <p:nvPr/>
            </p:nvSpPr>
            <p:spPr>
              <a:xfrm>
                <a:off x="317634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9" name="ph5470">
                <a:extLst>
                  <a:ext uri="{FF2B5EF4-FFF2-40B4-BE49-F238E27FC236}">
                    <a16:creationId xmlns:a16="http://schemas.microsoft.com/office/drawing/2014/main" id="{221656FE-A672-DEB3-9EFC-2E0CC0B9129E}"/>
                  </a:ext>
                </a:extLst>
              </p:cNvPr>
              <p:cNvSpPr/>
              <p:nvPr/>
            </p:nvSpPr>
            <p:spPr>
              <a:xfrm>
                <a:off x="318578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0" name="ph5471">
                <a:extLst>
                  <a:ext uri="{FF2B5EF4-FFF2-40B4-BE49-F238E27FC236}">
                    <a16:creationId xmlns:a16="http://schemas.microsoft.com/office/drawing/2014/main" id="{0EAD63B9-2E64-A7EA-DB49-F6361088D781}"/>
                  </a:ext>
                </a:extLst>
              </p:cNvPr>
              <p:cNvSpPr/>
              <p:nvPr/>
            </p:nvSpPr>
            <p:spPr>
              <a:xfrm>
                <a:off x="319522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1" name="ph5472">
                <a:extLst>
                  <a:ext uri="{FF2B5EF4-FFF2-40B4-BE49-F238E27FC236}">
                    <a16:creationId xmlns:a16="http://schemas.microsoft.com/office/drawing/2014/main" id="{CF997502-BDA5-D906-2A12-8336FD8B3DED}"/>
                  </a:ext>
                </a:extLst>
              </p:cNvPr>
              <p:cNvSpPr/>
              <p:nvPr/>
            </p:nvSpPr>
            <p:spPr>
              <a:xfrm>
                <a:off x="320466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2" name="ph5473">
                <a:extLst>
                  <a:ext uri="{FF2B5EF4-FFF2-40B4-BE49-F238E27FC236}">
                    <a16:creationId xmlns:a16="http://schemas.microsoft.com/office/drawing/2014/main" id="{A91160FA-3C1B-C36F-10D2-5CBDFBB9BB9F}"/>
                  </a:ext>
                </a:extLst>
              </p:cNvPr>
              <p:cNvSpPr/>
              <p:nvPr/>
            </p:nvSpPr>
            <p:spPr>
              <a:xfrm>
                <a:off x="321410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3" name="ph5474">
                <a:extLst>
                  <a:ext uri="{FF2B5EF4-FFF2-40B4-BE49-F238E27FC236}">
                    <a16:creationId xmlns:a16="http://schemas.microsoft.com/office/drawing/2014/main" id="{4FEAFC7F-5231-8AE6-57F5-91147F52049A}"/>
                  </a:ext>
                </a:extLst>
              </p:cNvPr>
              <p:cNvSpPr/>
              <p:nvPr/>
            </p:nvSpPr>
            <p:spPr>
              <a:xfrm>
                <a:off x="322354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4" name="ph5475">
                <a:extLst>
                  <a:ext uri="{FF2B5EF4-FFF2-40B4-BE49-F238E27FC236}">
                    <a16:creationId xmlns:a16="http://schemas.microsoft.com/office/drawing/2014/main" id="{62B3B43D-C10D-02BC-B1FA-02D2C1D9B55B}"/>
                  </a:ext>
                </a:extLst>
              </p:cNvPr>
              <p:cNvSpPr/>
              <p:nvPr/>
            </p:nvSpPr>
            <p:spPr>
              <a:xfrm>
                <a:off x="323298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5" name="ph5476">
                <a:extLst>
                  <a:ext uri="{FF2B5EF4-FFF2-40B4-BE49-F238E27FC236}">
                    <a16:creationId xmlns:a16="http://schemas.microsoft.com/office/drawing/2014/main" id="{7CC4D9D8-73CC-0EF0-5032-BD1897172AAC}"/>
                  </a:ext>
                </a:extLst>
              </p:cNvPr>
              <p:cNvSpPr/>
              <p:nvPr/>
            </p:nvSpPr>
            <p:spPr>
              <a:xfrm>
                <a:off x="324242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6" name="ph5477">
                <a:extLst>
                  <a:ext uri="{FF2B5EF4-FFF2-40B4-BE49-F238E27FC236}">
                    <a16:creationId xmlns:a16="http://schemas.microsoft.com/office/drawing/2014/main" id="{754116DD-EA63-30E0-1404-F78678049D8A}"/>
                  </a:ext>
                </a:extLst>
              </p:cNvPr>
              <p:cNvSpPr/>
              <p:nvPr/>
            </p:nvSpPr>
            <p:spPr>
              <a:xfrm>
                <a:off x="325187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7" name="ph5478">
                <a:extLst>
                  <a:ext uri="{FF2B5EF4-FFF2-40B4-BE49-F238E27FC236}">
                    <a16:creationId xmlns:a16="http://schemas.microsoft.com/office/drawing/2014/main" id="{620429D0-2787-CDFB-7BBD-90250978B83F}"/>
                  </a:ext>
                </a:extLst>
              </p:cNvPr>
              <p:cNvSpPr/>
              <p:nvPr/>
            </p:nvSpPr>
            <p:spPr>
              <a:xfrm>
                <a:off x="326131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8" name="ph5479">
                <a:extLst>
                  <a:ext uri="{FF2B5EF4-FFF2-40B4-BE49-F238E27FC236}">
                    <a16:creationId xmlns:a16="http://schemas.microsoft.com/office/drawing/2014/main" id="{D72F52EB-B32C-F037-C8ED-2B3A97C6AC5A}"/>
                  </a:ext>
                </a:extLst>
              </p:cNvPr>
              <p:cNvSpPr/>
              <p:nvPr/>
            </p:nvSpPr>
            <p:spPr>
              <a:xfrm>
                <a:off x="327075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9" name="ph5480">
                <a:extLst>
                  <a:ext uri="{FF2B5EF4-FFF2-40B4-BE49-F238E27FC236}">
                    <a16:creationId xmlns:a16="http://schemas.microsoft.com/office/drawing/2014/main" id="{797363AB-F578-D020-6C50-19C3F4DF74C0}"/>
                  </a:ext>
                </a:extLst>
              </p:cNvPr>
              <p:cNvSpPr/>
              <p:nvPr/>
            </p:nvSpPr>
            <p:spPr>
              <a:xfrm>
                <a:off x="328019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0" name="ph5481">
                <a:extLst>
                  <a:ext uri="{FF2B5EF4-FFF2-40B4-BE49-F238E27FC236}">
                    <a16:creationId xmlns:a16="http://schemas.microsoft.com/office/drawing/2014/main" id="{0B6EE38F-C55D-F6A3-E92D-1341DC27BD0B}"/>
                  </a:ext>
                </a:extLst>
              </p:cNvPr>
              <p:cNvSpPr/>
              <p:nvPr/>
            </p:nvSpPr>
            <p:spPr>
              <a:xfrm>
                <a:off x="328963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1" name="ph5482">
                <a:extLst>
                  <a:ext uri="{FF2B5EF4-FFF2-40B4-BE49-F238E27FC236}">
                    <a16:creationId xmlns:a16="http://schemas.microsoft.com/office/drawing/2014/main" id="{69703728-4DEE-E022-C13D-E82C9D30A32F}"/>
                  </a:ext>
                </a:extLst>
              </p:cNvPr>
              <p:cNvSpPr/>
              <p:nvPr/>
            </p:nvSpPr>
            <p:spPr>
              <a:xfrm>
                <a:off x="329907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2" name="ph5483">
                <a:extLst>
                  <a:ext uri="{FF2B5EF4-FFF2-40B4-BE49-F238E27FC236}">
                    <a16:creationId xmlns:a16="http://schemas.microsoft.com/office/drawing/2014/main" id="{3109CBDC-CE17-CDCB-FE59-81AC55FF1EDA}"/>
                  </a:ext>
                </a:extLst>
              </p:cNvPr>
              <p:cNvSpPr/>
              <p:nvPr/>
            </p:nvSpPr>
            <p:spPr>
              <a:xfrm>
                <a:off x="330851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3" name="ph5484">
                <a:extLst>
                  <a:ext uri="{FF2B5EF4-FFF2-40B4-BE49-F238E27FC236}">
                    <a16:creationId xmlns:a16="http://schemas.microsoft.com/office/drawing/2014/main" id="{F277FB4C-756B-38C6-4CC8-30532B396525}"/>
                  </a:ext>
                </a:extLst>
              </p:cNvPr>
              <p:cNvSpPr/>
              <p:nvPr/>
            </p:nvSpPr>
            <p:spPr>
              <a:xfrm>
                <a:off x="331795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4" name="ph5485">
                <a:extLst>
                  <a:ext uri="{FF2B5EF4-FFF2-40B4-BE49-F238E27FC236}">
                    <a16:creationId xmlns:a16="http://schemas.microsoft.com/office/drawing/2014/main" id="{0C3F4D53-0E2B-CBC1-D33A-A30270C665A8}"/>
                  </a:ext>
                </a:extLst>
              </p:cNvPr>
              <p:cNvSpPr/>
              <p:nvPr/>
            </p:nvSpPr>
            <p:spPr>
              <a:xfrm>
                <a:off x="332739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5" name="ph5486">
                <a:extLst>
                  <a:ext uri="{FF2B5EF4-FFF2-40B4-BE49-F238E27FC236}">
                    <a16:creationId xmlns:a16="http://schemas.microsoft.com/office/drawing/2014/main" id="{D704575F-E13E-DAEC-E6C9-3BADC0BCA377}"/>
                  </a:ext>
                </a:extLst>
              </p:cNvPr>
              <p:cNvSpPr/>
              <p:nvPr/>
            </p:nvSpPr>
            <p:spPr>
              <a:xfrm>
                <a:off x="333683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6" name="ph5487">
                <a:extLst>
                  <a:ext uri="{FF2B5EF4-FFF2-40B4-BE49-F238E27FC236}">
                    <a16:creationId xmlns:a16="http://schemas.microsoft.com/office/drawing/2014/main" id="{39D98B6C-433D-D826-ECEB-3D59DF7F0241}"/>
                  </a:ext>
                </a:extLst>
              </p:cNvPr>
              <p:cNvSpPr/>
              <p:nvPr/>
            </p:nvSpPr>
            <p:spPr>
              <a:xfrm>
                <a:off x="334627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7" name="ph5488">
                <a:extLst>
                  <a:ext uri="{FF2B5EF4-FFF2-40B4-BE49-F238E27FC236}">
                    <a16:creationId xmlns:a16="http://schemas.microsoft.com/office/drawing/2014/main" id="{BF6CB963-6728-1C85-1A76-90A038B753F9}"/>
                  </a:ext>
                </a:extLst>
              </p:cNvPr>
              <p:cNvSpPr/>
              <p:nvPr/>
            </p:nvSpPr>
            <p:spPr>
              <a:xfrm>
                <a:off x="335571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8" name="ph5489">
                <a:extLst>
                  <a:ext uri="{FF2B5EF4-FFF2-40B4-BE49-F238E27FC236}">
                    <a16:creationId xmlns:a16="http://schemas.microsoft.com/office/drawing/2014/main" id="{30FDE976-F7FF-355D-B18B-B0269F06EFDF}"/>
                  </a:ext>
                </a:extLst>
              </p:cNvPr>
              <p:cNvSpPr/>
              <p:nvPr/>
            </p:nvSpPr>
            <p:spPr>
              <a:xfrm>
                <a:off x="336515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9" name="ph5490">
                <a:extLst>
                  <a:ext uri="{FF2B5EF4-FFF2-40B4-BE49-F238E27FC236}">
                    <a16:creationId xmlns:a16="http://schemas.microsoft.com/office/drawing/2014/main" id="{9821EC8C-7A4B-BCC2-0763-804A603FE118}"/>
                  </a:ext>
                </a:extLst>
              </p:cNvPr>
              <p:cNvSpPr/>
              <p:nvPr/>
            </p:nvSpPr>
            <p:spPr>
              <a:xfrm>
                <a:off x="337459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0" name="ph5491">
                <a:extLst>
                  <a:ext uri="{FF2B5EF4-FFF2-40B4-BE49-F238E27FC236}">
                    <a16:creationId xmlns:a16="http://schemas.microsoft.com/office/drawing/2014/main" id="{1106CF83-9168-9C90-1AC2-4AB64B2C7B06}"/>
                  </a:ext>
                </a:extLst>
              </p:cNvPr>
              <p:cNvSpPr/>
              <p:nvPr/>
            </p:nvSpPr>
            <p:spPr>
              <a:xfrm>
                <a:off x="338403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1" name="ph5492">
                <a:extLst>
                  <a:ext uri="{FF2B5EF4-FFF2-40B4-BE49-F238E27FC236}">
                    <a16:creationId xmlns:a16="http://schemas.microsoft.com/office/drawing/2014/main" id="{BD1849E1-59C5-1CD3-B53F-72E47C7E52CD}"/>
                  </a:ext>
                </a:extLst>
              </p:cNvPr>
              <p:cNvSpPr/>
              <p:nvPr/>
            </p:nvSpPr>
            <p:spPr>
              <a:xfrm>
                <a:off x="339347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2" name="ph5493">
                <a:extLst>
                  <a:ext uri="{FF2B5EF4-FFF2-40B4-BE49-F238E27FC236}">
                    <a16:creationId xmlns:a16="http://schemas.microsoft.com/office/drawing/2014/main" id="{0ECED5D4-23EF-DC0F-D8C6-CE852B8F3CC3}"/>
                  </a:ext>
                </a:extLst>
              </p:cNvPr>
              <p:cNvSpPr/>
              <p:nvPr/>
            </p:nvSpPr>
            <p:spPr>
              <a:xfrm>
                <a:off x="340291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3" name="ph5494">
                <a:extLst>
                  <a:ext uri="{FF2B5EF4-FFF2-40B4-BE49-F238E27FC236}">
                    <a16:creationId xmlns:a16="http://schemas.microsoft.com/office/drawing/2014/main" id="{1E7D7388-FC66-8E9D-A3BE-38394E9E4BD1}"/>
                  </a:ext>
                </a:extLst>
              </p:cNvPr>
              <p:cNvSpPr/>
              <p:nvPr/>
            </p:nvSpPr>
            <p:spPr>
              <a:xfrm>
                <a:off x="341235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4" name="ph5495">
                <a:extLst>
                  <a:ext uri="{FF2B5EF4-FFF2-40B4-BE49-F238E27FC236}">
                    <a16:creationId xmlns:a16="http://schemas.microsoft.com/office/drawing/2014/main" id="{A5AC61D3-BACF-C56A-774F-9B2A03D446EB}"/>
                  </a:ext>
                </a:extLst>
              </p:cNvPr>
              <p:cNvSpPr/>
              <p:nvPr/>
            </p:nvSpPr>
            <p:spPr>
              <a:xfrm>
                <a:off x="342179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5" name="ph5496">
                <a:extLst>
                  <a:ext uri="{FF2B5EF4-FFF2-40B4-BE49-F238E27FC236}">
                    <a16:creationId xmlns:a16="http://schemas.microsoft.com/office/drawing/2014/main" id="{CC3CD8DE-AABD-FD57-16DB-861D19EBA119}"/>
                  </a:ext>
                </a:extLst>
              </p:cNvPr>
              <p:cNvSpPr/>
              <p:nvPr/>
            </p:nvSpPr>
            <p:spPr>
              <a:xfrm>
                <a:off x="343123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6" name="ph5497">
                <a:extLst>
                  <a:ext uri="{FF2B5EF4-FFF2-40B4-BE49-F238E27FC236}">
                    <a16:creationId xmlns:a16="http://schemas.microsoft.com/office/drawing/2014/main" id="{71ED0E7B-FA20-288C-E8A4-F53AE1B9D17A}"/>
                  </a:ext>
                </a:extLst>
              </p:cNvPr>
              <p:cNvSpPr/>
              <p:nvPr/>
            </p:nvSpPr>
            <p:spPr>
              <a:xfrm>
                <a:off x="344067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7" name="ph5498">
                <a:extLst>
                  <a:ext uri="{FF2B5EF4-FFF2-40B4-BE49-F238E27FC236}">
                    <a16:creationId xmlns:a16="http://schemas.microsoft.com/office/drawing/2014/main" id="{68E74360-001C-52BD-58C7-15CED78E4CE8}"/>
                  </a:ext>
                </a:extLst>
              </p:cNvPr>
              <p:cNvSpPr/>
              <p:nvPr/>
            </p:nvSpPr>
            <p:spPr>
              <a:xfrm>
                <a:off x="345011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8" name="ph5499">
                <a:extLst>
                  <a:ext uri="{FF2B5EF4-FFF2-40B4-BE49-F238E27FC236}">
                    <a16:creationId xmlns:a16="http://schemas.microsoft.com/office/drawing/2014/main" id="{6A116EC4-4C7F-7BB1-D2F3-4F6131FA4D2C}"/>
                  </a:ext>
                </a:extLst>
              </p:cNvPr>
              <p:cNvSpPr/>
              <p:nvPr/>
            </p:nvSpPr>
            <p:spPr>
              <a:xfrm>
                <a:off x="345955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9" name="ph5500">
                <a:extLst>
                  <a:ext uri="{FF2B5EF4-FFF2-40B4-BE49-F238E27FC236}">
                    <a16:creationId xmlns:a16="http://schemas.microsoft.com/office/drawing/2014/main" id="{AABB9C7A-576E-A757-3ACE-A8BA651F62A2}"/>
                  </a:ext>
                </a:extLst>
              </p:cNvPr>
              <p:cNvSpPr/>
              <p:nvPr/>
            </p:nvSpPr>
            <p:spPr>
              <a:xfrm>
                <a:off x="346899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0" name="ph5501">
                <a:extLst>
                  <a:ext uri="{FF2B5EF4-FFF2-40B4-BE49-F238E27FC236}">
                    <a16:creationId xmlns:a16="http://schemas.microsoft.com/office/drawing/2014/main" id="{63C323A0-D450-9512-315B-EC429738AD9C}"/>
                  </a:ext>
                </a:extLst>
              </p:cNvPr>
              <p:cNvSpPr/>
              <p:nvPr/>
            </p:nvSpPr>
            <p:spPr>
              <a:xfrm>
                <a:off x="347843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1" name="ph5502">
                <a:extLst>
                  <a:ext uri="{FF2B5EF4-FFF2-40B4-BE49-F238E27FC236}">
                    <a16:creationId xmlns:a16="http://schemas.microsoft.com/office/drawing/2014/main" id="{AB5A6339-FC65-AE29-C194-E2E52814D818}"/>
                  </a:ext>
                </a:extLst>
              </p:cNvPr>
              <p:cNvSpPr/>
              <p:nvPr/>
            </p:nvSpPr>
            <p:spPr>
              <a:xfrm>
                <a:off x="348787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2" name="ph5503">
                <a:extLst>
                  <a:ext uri="{FF2B5EF4-FFF2-40B4-BE49-F238E27FC236}">
                    <a16:creationId xmlns:a16="http://schemas.microsoft.com/office/drawing/2014/main" id="{EEE36C7D-94F1-68BE-0C6B-432DCFED4D94}"/>
                  </a:ext>
                </a:extLst>
              </p:cNvPr>
              <p:cNvSpPr/>
              <p:nvPr/>
            </p:nvSpPr>
            <p:spPr>
              <a:xfrm>
                <a:off x="349731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3" name="ph5504">
                <a:extLst>
                  <a:ext uri="{FF2B5EF4-FFF2-40B4-BE49-F238E27FC236}">
                    <a16:creationId xmlns:a16="http://schemas.microsoft.com/office/drawing/2014/main" id="{9168564B-C419-D300-1D6A-4AE9A03D57EC}"/>
                  </a:ext>
                </a:extLst>
              </p:cNvPr>
              <p:cNvSpPr/>
              <p:nvPr/>
            </p:nvSpPr>
            <p:spPr>
              <a:xfrm>
                <a:off x="350675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4" name="ph5505">
                <a:extLst>
                  <a:ext uri="{FF2B5EF4-FFF2-40B4-BE49-F238E27FC236}">
                    <a16:creationId xmlns:a16="http://schemas.microsoft.com/office/drawing/2014/main" id="{2ADF3179-EE4D-4D22-14DA-8353EDABC83A}"/>
                  </a:ext>
                </a:extLst>
              </p:cNvPr>
              <p:cNvSpPr/>
              <p:nvPr/>
            </p:nvSpPr>
            <p:spPr>
              <a:xfrm>
                <a:off x="351619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5" name="ph5506">
                <a:extLst>
                  <a:ext uri="{FF2B5EF4-FFF2-40B4-BE49-F238E27FC236}">
                    <a16:creationId xmlns:a16="http://schemas.microsoft.com/office/drawing/2014/main" id="{3C84D9DE-0366-E515-ED24-34CE93D9A40F}"/>
                  </a:ext>
                </a:extLst>
              </p:cNvPr>
              <p:cNvSpPr/>
              <p:nvPr/>
            </p:nvSpPr>
            <p:spPr>
              <a:xfrm>
                <a:off x="352563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6" name="ph5507">
                <a:extLst>
                  <a:ext uri="{FF2B5EF4-FFF2-40B4-BE49-F238E27FC236}">
                    <a16:creationId xmlns:a16="http://schemas.microsoft.com/office/drawing/2014/main" id="{355EEFF0-0C71-9A0E-B6C8-B55B71E9F9E6}"/>
                  </a:ext>
                </a:extLst>
              </p:cNvPr>
              <p:cNvSpPr/>
              <p:nvPr/>
            </p:nvSpPr>
            <p:spPr>
              <a:xfrm>
                <a:off x="353507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7" name="ph5508">
                <a:extLst>
                  <a:ext uri="{FF2B5EF4-FFF2-40B4-BE49-F238E27FC236}">
                    <a16:creationId xmlns:a16="http://schemas.microsoft.com/office/drawing/2014/main" id="{4065ED2D-0F9A-D61F-F0A5-B8A5223C2F10}"/>
                  </a:ext>
                </a:extLst>
              </p:cNvPr>
              <p:cNvSpPr/>
              <p:nvPr/>
            </p:nvSpPr>
            <p:spPr>
              <a:xfrm>
                <a:off x="354451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8" name="ph5509">
                <a:extLst>
                  <a:ext uri="{FF2B5EF4-FFF2-40B4-BE49-F238E27FC236}">
                    <a16:creationId xmlns:a16="http://schemas.microsoft.com/office/drawing/2014/main" id="{09F56F05-9D60-836F-8431-A3892B4E93FF}"/>
                  </a:ext>
                </a:extLst>
              </p:cNvPr>
              <p:cNvSpPr/>
              <p:nvPr/>
            </p:nvSpPr>
            <p:spPr>
              <a:xfrm>
                <a:off x="355395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9" name="ph5510">
                <a:extLst>
                  <a:ext uri="{FF2B5EF4-FFF2-40B4-BE49-F238E27FC236}">
                    <a16:creationId xmlns:a16="http://schemas.microsoft.com/office/drawing/2014/main" id="{6B18D230-71AD-89F8-A2B1-0BA4A928D67F}"/>
                  </a:ext>
                </a:extLst>
              </p:cNvPr>
              <p:cNvSpPr/>
              <p:nvPr/>
            </p:nvSpPr>
            <p:spPr>
              <a:xfrm>
                <a:off x="356339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0" name="ph5511">
                <a:extLst>
                  <a:ext uri="{FF2B5EF4-FFF2-40B4-BE49-F238E27FC236}">
                    <a16:creationId xmlns:a16="http://schemas.microsoft.com/office/drawing/2014/main" id="{25EB06D2-E3B4-109F-63B2-2812CEC9E51C}"/>
                  </a:ext>
                </a:extLst>
              </p:cNvPr>
              <p:cNvSpPr/>
              <p:nvPr/>
            </p:nvSpPr>
            <p:spPr>
              <a:xfrm>
                <a:off x="357283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1" name="ph5512">
                <a:extLst>
                  <a:ext uri="{FF2B5EF4-FFF2-40B4-BE49-F238E27FC236}">
                    <a16:creationId xmlns:a16="http://schemas.microsoft.com/office/drawing/2014/main" id="{13BB35E5-D3DE-5334-5A7A-936C64DA773A}"/>
                  </a:ext>
                </a:extLst>
              </p:cNvPr>
              <p:cNvSpPr/>
              <p:nvPr/>
            </p:nvSpPr>
            <p:spPr>
              <a:xfrm>
                <a:off x="358227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2" name="ph5513">
                <a:extLst>
                  <a:ext uri="{FF2B5EF4-FFF2-40B4-BE49-F238E27FC236}">
                    <a16:creationId xmlns:a16="http://schemas.microsoft.com/office/drawing/2014/main" id="{3AC313F5-63ED-B341-922B-41503CCAEAFC}"/>
                  </a:ext>
                </a:extLst>
              </p:cNvPr>
              <p:cNvSpPr/>
              <p:nvPr/>
            </p:nvSpPr>
            <p:spPr>
              <a:xfrm>
                <a:off x="359171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3" name="ph5514">
                <a:extLst>
                  <a:ext uri="{FF2B5EF4-FFF2-40B4-BE49-F238E27FC236}">
                    <a16:creationId xmlns:a16="http://schemas.microsoft.com/office/drawing/2014/main" id="{389BB03B-358C-EB73-5B38-7FDC3140BDA3}"/>
                  </a:ext>
                </a:extLst>
              </p:cNvPr>
              <p:cNvSpPr/>
              <p:nvPr/>
            </p:nvSpPr>
            <p:spPr>
              <a:xfrm>
                <a:off x="360115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4" name="ph5515">
                <a:extLst>
                  <a:ext uri="{FF2B5EF4-FFF2-40B4-BE49-F238E27FC236}">
                    <a16:creationId xmlns:a16="http://schemas.microsoft.com/office/drawing/2014/main" id="{2BF61247-1CDF-BCC1-BFB2-071ABCE783A5}"/>
                  </a:ext>
                </a:extLst>
              </p:cNvPr>
              <p:cNvSpPr/>
              <p:nvPr/>
            </p:nvSpPr>
            <p:spPr>
              <a:xfrm>
                <a:off x="361059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5" name="ph5516">
                <a:extLst>
                  <a:ext uri="{FF2B5EF4-FFF2-40B4-BE49-F238E27FC236}">
                    <a16:creationId xmlns:a16="http://schemas.microsoft.com/office/drawing/2014/main" id="{BFF8CA57-215B-A762-ECF3-69579E7870F7}"/>
                  </a:ext>
                </a:extLst>
              </p:cNvPr>
              <p:cNvSpPr/>
              <p:nvPr/>
            </p:nvSpPr>
            <p:spPr>
              <a:xfrm>
                <a:off x="362003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6" name="ph5517">
                <a:extLst>
                  <a:ext uri="{FF2B5EF4-FFF2-40B4-BE49-F238E27FC236}">
                    <a16:creationId xmlns:a16="http://schemas.microsoft.com/office/drawing/2014/main" id="{0B7468BE-657C-CAD6-6166-D98E45B84995}"/>
                  </a:ext>
                </a:extLst>
              </p:cNvPr>
              <p:cNvSpPr/>
              <p:nvPr/>
            </p:nvSpPr>
            <p:spPr>
              <a:xfrm>
                <a:off x="362947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7" name="ph5518">
                <a:extLst>
                  <a:ext uri="{FF2B5EF4-FFF2-40B4-BE49-F238E27FC236}">
                    <a16:creationId xmlns:a16="http://schemas.microsoft.com/office/drawing/2014/main" id="{E46620E8-16CD-F1A4-6637-D4E56479BE60}"/>
                  </a:ext>
                </a:extLst>
              </p:cNvPr>
              <p:cNvSpPr/>
              <p:nvPr/>
            </p:nvSpPr>
            <p:spPr>
              <a:xfrm>
                <a:off x="363891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8" name="ph5519">
                <a:extLst>
                  <a:ext uri="{FF2B5EF4-FFF2-40B4-BE49-F238E27FC236}">
                    <a16:creationId xmlns:a16="http://schemas.microsoft.com/office/drawing/2014/main" id="{4B020F56-EE55-83A2-ABE2-F9E86837F3D6}"/>
                  </a:ext>
                </a:extLst>
              </p:cNvPr>
              <p:cNvSpPr/>
              <p:nvPr/>
            </p:nvSpPr>
            <p:spPr>
              <a:xfrm>
                <a:off x="364836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9" name="ph5520">
                <a:extLst>
                  <a:ext uri="{FF2B5EF4-FFF2-40B4-BE49-F238E27FC236}">
                    <a16:creationId xmlns:a16="http://schemas.microsoft.com/office/drawing/2014/main" id="{64C783FA-CFEB-B547-D578-578FBBAD0A25}"/>
                  </a:ext>
                </a:extLst>
              </p:cNvPr>
              <p:cNvSpPr/>
              <p:nvPr/>
            </p:nvSpPr>
            <p:spPr>
              <a:xfrm>
                <a:off x="365780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0" name="ph5521">
                <a:extLst>
                  <a:ext uri="{FF2B5EF4-FFF2-40B4-BE49-F238E27FC236}">
                    <a16:creationId xmlns:a16="http://schemas.microsoft.com/office/drawing/2014/main" id="{79B8D583-AB84-A293-6241-474B2305F624}"/>
                  </a:ext>
                </a:extLst>
              </p:cNvPr>
              <p:cNvSpPr/>
              <p:nvPr/>
            </p:nvSpPr>
            <p:spPr>
              <a:xfrm>
                <a:off x="366724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1" name="ph5522">
                <a:extLst>
                  <a:ext uri="{FF2B5EF4-FFF2-40B4-BE49-F238E27FC236}">
                    <a16:creationId xmlns:a16="http://schemas.microsoft.com/office/drawing/2014/main" id="{8C23BB65-21DF-C37D-179E-BBD07B769DB6}"/>
                  </a:ext>
                </a:extLst>
              </p:cNvPr>
              <p:cNvSpPr/>
              <p:nvPr/>
            </p:nvSpPr>
            <p:spPr>
              <a:xfrm>
                <a:off x="3676680" y="15177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612"/>
                    </a:lnTo>
                    <a:lnTo>
                      <a:pt x="923121" y="9144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2" name="ph5523">
                <a:extLst>
                  <a:ext uri="{FF2B5EF4-FFF2-40B4-BE49-F238E27FC236}">
                    <a16:creationId xmlns:a16="http://schemas.microsoft.com/office/drawing/2014/main" id="{62A32528-C518-D20F-6E2E-2F66FB92CEFE}"/>
                  </a:ext>
                </a:extLst>
              </p:cNvPr>
              <p:cNvSpPr/>
              <p:nvPr/>
            </p:nvSpPr>
            <p:spPr>
              <a:xfrm>
                <a:off x="3686121" y="1500140"/>
                <a:ext cx="923840" cy="93118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18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130"/>
                    </a:lnTo>
                    <a:lnTo>
                      <a:pt x="921828" y="922592"/>
                    </a:lnTo>
                    <a:lnTo>
                      <a:pt x="920108" y="924588"/>
                    </a:lnTo>
                    <a:lnTo>
                      <a:pt x="918399" y="926573"/>
                    </a:lnTo>
                    <a:lnTo>
                      <a:pt x="916690" y="928558"/>
                    </a:lnTo>
                    <a:lnTo>
                      <a:pt x="914972" y="930554"/>
                    </a:lnTo>
                    <a:lnTo>
                      <a:pt x="914400" y="931182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3" name="ph5524">
                <a:extLst>
                  <a:ext uri="{FF2B5EF4-FFF2-40B4-BE49-F238E27FC236}">
                    <a16:creationId xmlns:a16="http://schemas.microsoft.com/office/drawing/2014/main" id="{023C5FC8-9700-B318-4A20-E74B040B59B7}"/>
                  </a:ext>
                </a:extLst>
              </p:cNvPr>
              <p:cNvSpPr/>
              <p:nvPr/>
            </p:nvSpPr>
            <p:spPr>
              <a:xfrm>
                <a:off x="3695561" y="1500140"/>
                <a:ext cx="918873" cy="920130"/>
              </a:xfrm>
              <a:custGeom>
                <a:avLst/>
                <a:gdLst/>
                <a:ahLst/>
                <a:cxnLst/>
                <a:rect l="0" t="0" r="0" b="0"/>
                <a:pathLst>
                  <a:path w="918873" h="920130">
                    <a:moveTo>
                      <a:pt x="914400" y="914400"/>
                    </a:moveTo>
                    <a:lnTo>
                      <a:pt x="918873" y="914400"/>
                    </a:lnTo>
                    <a:lnTo>
                      <a:pt x="916940" y="917021"/>
                    </a:lnTo>
                    <a:lnTo>
                      <a:pt x="914400" y="92013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4" name="ph5525">
                <a:extLst>
                  <a:ext uri="{FF2B5EF4-FFF2-40B4-BE49-F238E27FC236}">
                    <a16:creationId xmlns:a16="http://schemas.microsoft.com/office/drawing/2014/main" id="{BAAEF692-D54F-1827-C4E0-DE26B80191B4}"/>
                  </a:ext>
                </a:extLst>
              </p:cNvPr>
              <p:cNvSpPr/>
              <p:nvPr/>
            </p:nvSpPr>
            <p:spPr>
              <a:xfrm>
                <a:off x="2156802" y="1482570"/>
                <a:ext cx="914400" cy="9180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89">
                    <a:moveTo>
                      <a:pt x="914400" y="914400"/>
                    </a:moveTo>
                    <a:lnTo>
                      <a:pt x="914400" y="918089"/>
                    </a:lnTo>
                    <a:lnTo>
                      <a:pt x="911526" y="914400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5" name="ph5526">
                <a:extLst>
                  <a:ext uri="{FF2B5EF4-FFF2-40B4-BE49-F238E27FC236}">
                    <a16:creationId xmlns:a16="http://schemas.microsoft.com/office/drawing/2014/main" id="{BECE7EED-888A-5199-D6C0-19005204737B}"/>
                  </a:ext>
                </a:extLst>
              </p:cNvPr>
              <p:cNvSpPr/>
              <p:nvPr/>
            </p:nvSpPr>
            <p:spPr>
              <a:xfrm>
                <a:off x="2156802" y="1482570"/>
                <a:ext cx="923840" cy="92867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67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670"/>
                    </a:lnTo>
                    <a:lnTo>
                      <a:pt x="920545" y="925308"/>
                    </a:lnTo>
                    <a:lnTo>
                      <a:pt x="915608" y="919640"/>
                    </a:lnTo>
                    <a:lnTo>
                      <a:pt x="914400" y="91808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6" name="ph5527">
                <a:extLst>
                  <a:ext uri="{FF2B5EF4-FFF2-40B4-BE49-F238E27FC236}">
                    <a16:creationId xmlns:a16="http://schemas.microsoft.com/office/drawing/2014/main" id="{3532796E-C854-7F8A-E004-93088362B1A8}"/>
                  </a:ext>
                </a:extLst>
              </p:cNvPr>
              <p:cNvSpPr/>
              <p:nvPr/>
            </p:nvSpPr>
            <p:spPr>
              <a:xfrm>
                <a:off x="216624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26" y="931969"/>
                    </a:lnTo>
                    <a:lnTo>
                      <a:pt x="916191" y="930498"/>
                    </a:lnTo>
                    <a:lnTo>
                      <a:pt x="914400" y="928670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7" name="ph5528">
                <a:extLst>
                  <a:ext uri="{FF2B5EF4-FFF2-40B4-BE49-F238E27FC236}">
                    <a16:creationId xmlns:a16="http://schemas.microsoft.com/office/drawing/2014/main" id="{2DE0748C-3100-68F6-E427-EF00A8DF96DB}"/>
                  </a:ext>
                </a:extLst>
              </p:cNvPr>
              <p:cNvSpPr/>
              <p:nvPr/>
            </p:nvSpPr>
            <p:spPr>
              <a:xfrm>
                <a:off x="217568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8" name="ph5529">
                <a:extLst>
                  <a:ext uri="{FF2B5EF4-FFF2-40B4-BE49-F238E27FC236}">
                    <a16:creationId xmlns:a16="http://schemas.microsoft.com/office/drawing/2014/main" id="{34AB470A-6008-484F-4685-6AF8BFD30278}"/>
                  </a:ext>
                </a:extLst>
              </p:cNvPr>
              <p:cNvSpPr/>
              <p:nvPr/>
            </p:nvSpPr>
            <p:spPr>
              <a:xfrm>
                <a:off x="218512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9" name="ph5530">
                <a:extLst>
                  <a:ext uri="{FF2B5EF4-FFF2-40B4-BE49-F238E27FC236}">
                    <a16:creationId xmlns:a16="http://schemas.microsoft.com/office/drawing/2014/main" id="{8D291F83-6C19-DAD1-E262-1B4EB2885BB4}"/>
                  </a:ext>
                </a:extLst>
              </p:cNvPr>
              <p:cNvSpPr/>
              <p:nvPr/>
            </p:nvSpPr>
            <p:spPr>
              <a:xfrm>
                <a:off x="219456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0" name="ph5531">
                <a:extLst>
                  <a:ext uri="{FF2B5EF4-FFF2-40B4-BE49-F238E27FC236}">
                    <a16:creationId xmlns:a16="http://schemas.microsoft.com/office/drawing/2014/main" id="{FCF7700A-0A26-F6F5-E832-69D3969B4116}"/>
                  </a:ext>
                </a:extLst>
              </p:cNvPr>
              <p:cNvSpPr/>
              <p:nvPr/>
            </p:nvSpPr>
            <p:spPr>
              <a:xfrm>
                <a:off x="220400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1" name="ph5532">
                <a:extLst>
                  <a:ext uri="{FF2B5EF4-FFF2-40B4-BE49-F238E27FC236}">
                    <a16:creationId xmlns:a16="http://schemas.microsoft.com/office/drawing/2014/main" id="{59B25FC8-3610-F77E-10A8-F586E3268334}"/>
                  </a:ext>
                </a:extLst>
              </p:cNvPr>
              <p:cNvSpPr/>
              <p:nvPr/>
            </p:nvSpPr>
            <p:spPr>
              <a:xfrm>
                <a:off x="221344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2" name="ph5533">
                <a:extLst>
                  <a:ext uri="{FF2B5EF4-FFF2-40B4-BE49-F238E27FC236}">
                    <a16:creationId xmlns:a16="http://schemas.microsoft.com/office/drawing/2014/main" id="{B542366A-77A4-4F8A-6D7E-801592359C55}"/>
                  </a:ext>
                </a:extLst>
              </p:cNvPr>
              <p:cNvSpPr/>
              <p:nvPr/>
            </p:nvSpPr>
            <p:spPr>
              <a:xfrm>
                <a:off x="222288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3" name="ph5534">
                <a:extLst>
                  <a:ext uri="{FF2B5EF4-FFF2-40B4-BE49-F238E27FC236}">
                    <a16:creationId xmlns:a16="http://schemas.microsoft.com/office/drawing/2014/main" id="{902F4EAA-3071-32F1-BEA1-342806E3F469}"/>
                  </a:ext>
                </a:extLst>
              </p:cNvPr>
              <p:cNvSpPr/>
              <p:nvPr/>
            </p:nvSpPr>
            <p:spPr>
              <a:xfrm>
                <a:off x="223232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4" name="ph5535">
                <a:extLst>
                  <a:ext uri="{FF2B5EF4-FFF2-40B4-BE49-F238E27FC236}">
                    <a16:creationId xmlns:a16="http://schemas.microsoft.com/office/drawing/2014/main" id="{69644369-A843-D1D8-B8B9-5A6372B97245}"/>
                  </a:ext>
                </a:extLst>
              </p:cNvPr>
              <p:cNvSpPr/>
              <p:nvPr/>
            </p:nvSpPr>
            <p:spPr>
              <a:xfrm>
                <a:off x="224176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5" name="ph5536">
                <a:extLst>
                  <a:ext uri="{FF2B5EF4-FFF2-40B4-BE49-F238E27FC236}">
                    <a16:creationId xmlns:a16="http://schemas.microsoft.com/office/drawing/2014/main" id="{B95C252C-1C31-E75E-A38B-316EAC06C473}"/>
                  </a:ext>
                </a:extLst>
              </p:cNvPr>
              <p:cNvSpPr/>
              <p:nvPr/>
            </p:nvSpPr>
            <p:spPr>
              <a:xfrm>
                <a:off x="225120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6" name="ph5537">
                <a:extLst>
                  <a:ext uri="{FF2B5EF4-FFF2-40B4-BE49-F238E27FC236}">
                    <a16:creationId xmlns:a16="http://schemas.microsoft.com/office/drawing/2014/main" id="{A043FB15-81B4-021F-91E1-A8F8E17D161D}"/>
                  </a:ext>
                </a:extLst>
              </p:cNvPr>
              <p:cNvSpPr/>
              <p:nvPr/>
            </p:nvSpPr>
            <p:spPr>
              <a:xfrm>
                <a:off x="226064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7" name="ph5538">
                <a:extLst>
                  <a:ext uri="{FF2B5EF4-FFF2-40B4-BE49-F238E27FC236}">
                    <a16:creationId xmlns:a16="http://schemas.microsoft.com/office/drawing/2014/main" id="{819C3436-051B-D68D-F84E-1E2C1A01C754}"/>
                  </a:ext>
                </a:extLst>
              </p:cNvPr>
              <p:cNvSpPr/>
              <p:nvPr/>
            </p:nvSpPr>
            <p:spPr>
              <a:xfrm>
                <a:off x="227008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8" name="ph5539">
                <a:extLst>
                  <a:ext uri="{FF2B5EF4-FFF2-40B4-BE49-F238E27FC236}">
                    <a16:creationId xmlns:a16="http://schemas.microsoft.com/office/drawing/2014/main" id="{8012020D-B847-3B72-52DC-C7639F393A11}"/>
                  </a:ext>
                </a:extLst>
              </p:cNvPr>
              <p:cNvSpPr/>
              <p:nvPr/>
            </p:nvSpPr>
            <p:spPr>
              <a:xfrm>
                <a:off x="227952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9" name="ph5540">
                <a:extLst>
                  <a:ext uri="{FF2B5EF4-FFF2-40B4-BE49-F238E27FC236}">
                    <a16:creationId xmlns:a16="http://schemas.microsoft.com/office/drawing/2014/main" id="{DA634F44-102B-FCAA-DC1D-AFB1446B4BFF}"/>
                  </a:ext>
                </a:extLst>
              </p:cNvPr>
              <p:cNvSpPr/>
              <p:nvPr/>
            </p:nvSpPr>
            <p:spPr>
              <a:xfrm>
                <a:off x="228896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0" name="ph5541">
                <a:extLst>
                  <a:ext uri="{FF2B5EF4-FFF2-40B4-BE49-F238E27FC236}">
                    <a16:creationId xmlns:a16="http://schemas.microsoft.com/office/drawing/2014/main" id="{FF5CF20E-CA79-9212-9FE4-7E955CB8CC46}"/>
                  </a:ext>
                </a:extLst>
              </p:cNvPr>
              <p:cNvSpPr/>
              <p:nvPr/>
            </p:nvSpPr>
            <p:spPr>
              <a:xfrm>
                <a:off x="229840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1" name="ph5542">
                <a:extLst>
                  <a:ext uri="{FF2B5EF4-FFF2-40B4-BE49-F238E27FC236}">
                    <a16:creationId xmlns:a16="http://schemas.microsoft.com/office/drawing/2014/main" id="{FB95ABEB-DC08-1261-3302-76C1B69DEB43}"/>
                  </a:ext>
                </a:extLst>
              </p:cNvPr>
              <p:cNvSpPr/>
              <p:nvPr/>
            </p:nvSpPr>
            <p:spPr>
              <a:xfrm>
                <a:off x="230784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2" name="ph5543">
                <a:extLst>
                  <a:ext uri="{FF2B5EF4-FFF2-40B4-BE49-F238E27FC236}">
                    <a16:creationId xmlns:a16="http://schemas.microsoft.com/office/drawing/2014/main" id="{23B9F2FF-3460-7CC0-F3F5-A2985C010A3D}"/>
                  </a:ext>
                </a:extLst>
              </p:cNvPr>
              <p:cNvSpPr/>
              <p:nvPr/>
            </p:nvSpPr>
            <p:spPr>
              <a:xfrm>
                <a:off x="231728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3" name="ph5544">
                <a:extLst>
                  <a:ext uri="{FF2B5EF4-FFF2-40B4-BE49-F238E27FC236}">
                    <a16:creationId xmlns:a16="http://schemas.microsoft.com/office/drawing/2014/main" id="{BF558054-A263-0E73-F490-1B01F8B662FD}"/>
                  </a:ext>
                </a:extLst>
              </p:cNvPr>
              <p:cNvSpPr/>
              <p:nvPr/>
            </p:nvSpPr>
            <p:spPr>
              <a:xfrm>
                <a:off x="232672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4" name="ph5545">
                <a:extLst>
                  <a:ext uri="{FF2B5EF4-FFF2-40B4-BE49-F238E27FC236}">
                    <a16:creationId xmlns:a16="http://schemas.microsoft.com/office/drawing/2014/main" id="{9CD1E4A9-543F-7096-9FE9-4D0ECB6B3FE5}"/>
                  </a:ext>
                </a:extLst>
              </p:cNvPr>
              <p:cNvSpPr/>
              <p:nvPr/>
            </p:nvSpPr>
            <p:spPr>
              <a:xfrm>
                <a:off x="233616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5" name="ph5546">
                <a:extLst>
                  <a:ext uri="{FF2B5EF4-FFF2-40B4-BE49-F238E27FC236}">
                    <a16:creationId xmlns:a16="http://schemas.microsoft.com/office/drawing/2014/main" id="{D2A4AF39-89ED-16CB-2A72-AE94DEBFC505}"/>
                  </a:ext>
                </a:extLst>
              </p:cNvPr>
              <p:cNvSpPr/>
              <p:nvPr/>
            </p:nvSpPr>
            <p:spPr>
              <a:xfrm>
                <a:off x="234560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6" name="ph5547">
                <a:extLst>
                  <a:ext uri="{FF2B5EF4-FFF2-40B4-BE49-F238E27FC236}">
                    <a16:creationId xmlns:a16="http://schemas.microsoft.com/office/drawing/2014/main" id="{F724412C-0C7A-3B03-4DFC-68930525B32C}"/>
                  </a:ext>
                </a:extLst>
              </p:cNvPr>
              <p:cNvSpPr/>
              <p:nvPr/>
            </p:nvSpPr>
            <p:spPr>
              <a:xfrm>
                <a:off x="235504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7" name="ph5548">
                <a:extLst>
                  <a:ext uri="{FF2B5EF4-FFF2-40B4-BE49-F238E27FC236}">
                    <a16:creationId xmlns:a16="http://schemas.microsoft.com/office/drawing/2014/main" id="{0638CD69-4924-FEB2-358F-BBBB1DC4C1D3}"/>
                  </a:ext>
                </a:extLst>
              </p:cNvPr>
              <p:cNvSpPr/>
              <p:nvPr/>
            </p:nvSpPr>
            <p:spPr>
              <a:xfrm>
                <a:off x="236448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8" name="ph5549">
                <a:extLst>
                  <a:ext uri="{FF2B5EF4-FFF2-40B4-BE49-F238E27FC236}">
                    <a16:creationId xmlns:a16="http://schemas.microsoft.com/office/drawing/2014/main" id="{5F1009A9-9A66-03DC-5503-2E636114A0EF}"/>
                  </a:ext>
                </a:extLst>
              </p:cNvPr>
              <p:cNvSpPr/>
              <p:nvPr/>
            </p:nvSpPr>
            <p:spPr>
              <a:xfrm>
                <a:off x="237392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9" name="ph5550">
                <a:extLst>
                  <a:ext uri="{FF2B5EF4-FFF2-40B4-BE49-F238E27FC236}">
                    <a16:creationId xmlns:a16="http://schemas.microsoft.com/office/drawing/2014/main" id="{DE85BC54-A47F-7F92-7911-EABD4A23C462}"/>
                  </a:ext>
                </a:extLst>
              </p:cNvPr>
              <p:cNvSpPr/>
              <p:nvPr/>
            </p:nvSpPr>
            <p:spPr>
              <a:xfrm>
                <a:off x="238336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0" name="ph5551">
                <a:extLst>
                  <a:ext uri="{FF2B5EF4-FFF2-40B4-BE49-F238E27FC236}">
                    <a16:creationId xmlns:a16="http://schemas.microsoft.com/office/drawing/2014/main" id="{63A65B84-AB59-9004-3A7F-834112103D3C}"/>
                  </a:ext>
                </a:extLst>
              </p:cNvPr>
              <p:cNvSpPr/>
              <p:nvPr/>
            </p:nvSpPr>
            <p:spPr>
              <a:xfrm>
                <a:off x="239280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1" name="ph5552">
                <a:extLst>
                  <a:ext uri="{FF2B5EF4-FFF2-40B4-BE49-F238E27FC236}">
                    <a16:creationId xmlns:a16="http://schemas.microsoft.com/office/drawing/2014/main" id="{21810ECE-6061-3556-77BB-10538F19ABD5}"/>
                  </a:ext>
                </a:extLst>
              </p:cNvPr>
              <p:cNvSpPr/>
              <p:nvPr/>
            </p:nvSpPr>
            <p:spPr>
              <a:xfrm>
                <a:off x="240224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2" name="ph5553">
                <a:extLst>
                  <a:ext uri="{FF2B5EF4-FFF2-40B4-BE49-F238E27FC236}">
                    <a16:creationId xmlns:a16="http://schemas.microsoft.com/office/drawing/2014/main" id="{4869B856-B097-5FB7-5C8B-60F57C0B31F9}"/>
                  </a:ext>
                </a:extLst>
              </p:cNvPr>
              <p:cNvSpPr/>
              <p:nvPr/>
            </p:nvSpPr>
            <p:spPr>
              <a:xfrm>
                <a:off x="241168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3" name="ph5554">
                <a:extLst>
                  <a:ext uri="{FF2B5EF4-FFF2-40B4-BE49-F238E27FC236}">
                    <a16:creationId xmlns:a16="http://schemas.microsoft.com/office/drawing/2014/main" id="{0CD4E8C6-C28B-F676-B210-17B394531657}"/>
                  </a:ext>
                </a:extLst>
              </p:cNvPr>
              <p:cNvSpPr/>
              <p:nvPr/>
            </p:nvSpPr>
            <p:spPr>
              <a:xfrm>
                <a:off x="2421129" y="1500140"/>
                <a:ext cx="9232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83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012" y="896830"/>
                    </a:lnTo>
                    <a:lnTo>
                      <a:pt x="918705" y="901084"/>
                    </a:lnTo>
                    <a:lnTo>
                      <a:pt x="922007" y="910366"/>
                    </a:lnTo>
                    <a:lnTo>
                      <a:pt x="923283" y="914400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4" name="ph5555">
                <a:extLst>
                  <a:ext uri="{FF2B5EF4-FFF2-40B4-BE49-F238E27FC236}">
                    <a16:creationId xmlns:a16="http://schemas.microsoft.com/office/drawing/2014/main" id="{8B65C5FB-9A61-5803-B5D6-A8D1E733E27D}"/>
                  </a:ext>
                </a:extLst>
              </p:cNvPr>
              <p:cNvSpPr/>
              <p:nvPr/>
            </p:nvSpPr>
            <p:spPr>
              <a:xfrm>
                <a:off x="3129147" y="148257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653" y="931969"/>
                    </a:lnTo>
                    <a:lnTo>
                      <a:pt x="907875" y="921571"/>
                    </a:lnTo>
                    <a:lnTo>
                      <a:pt x="908229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5" name="ph5556">
                <a:extLst>
                  <a:ext uri="{FF2B5EF4-FFF2-40B4-BE49-F238E27FC236}">
                    <a16:creationId xmlns:a16="http://schemas.microsoft.com/office/drawing/2014/main" id="{F8CDF758-B384-DBE9-6EA7-90758ACBE7F9}"/>
                  </a:ext>
                </a:extLst>
              </p:cNvPr>
              <p:cNvSpPr/>
              <p:nvPr/>
            </p:nvSpPr>
            <p:spPr>
              <a:xfrm>
                <a:off x="312914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6" name="ph5557">
                <a:extLst>
                  <a:ext uri="{FF2B5EF4-FFF2-40B4-BE49-F238E27FC236}">
                    <a16:creationId xmlns:a16="http://schemas.microsoft.com/office/drawing/2014/main" id="{5218B3F1-5BC8-0FF2-4C57-85B8735863D6}"/>
                  </a:ext>
                </a:extLst>
              </p:cNvPr>
              <p:cNvSpPr/>
              <p:nvPr/>
            </p:nvSpPr>
            <p:spPr>
              <a:xfrm>
                <a:off x="313858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7" name="ph5558">
                <a:extLst>
                  <a:ext uri="{FF2B5EF4-FFF2-40B4-BE49-F238E27FC236}">
                    <a16:creationId xmlns:a16="http://schemas.microsoft.com/office/drawing/2014/main" id="{8BE0338E-92C4-D6A5-8668-9C3ACAF56DB3}"/>
                  </a:ext>
                </a:extLst>
              </p:cNvPr>
              <p:cNvSpPr/>
              <p:nvPr/>
            </p:nvSpPr>
            <p:spPr>
              <a:xfrm>
                <a:off x="314802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8" name="ph5559">
                <a:extLst>
                  <a:ext uri="{FF2B5EF4-FFF2-40B4-BE49-F238E27FC236}">
                    <a16:creationId xmlns:a16="http://schemas.microsoft.com/office/drawing/2014/main" id="{AA0F4D3D-4B20-211B-3960-AC5A392279DF}"/>
                  </a:ext>
                </a:extLst>
              </p:cNvPr>
              <p:cNvSpPr/>
              <p:nvPr/>
            </p:nvSpPr>
            <p:spPr>
              <a:xfrm>
                <a:off x="315746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9" name="ph5560">
                <a:extLst>
                  <a:ext uri="{FF2B5EF4-FFF2-40B4-BE49-F238E27FC236}">
                    <a16:creationId xmlns:a16="http://schemas.microsoft.com/office/drawing/2014/main" id="{DECDA0AC-D5A7-AD1A-9376-049A4D71E961}"/>
                  </a:ext>
                </a:extLst>
              </p:cNvPr>
              <p:cNvSpPr/>
              <p:nvPr/>
            </p:nvSpPr>
            <p:spPr>
              <a:xfrm>
                <a:off x="316690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0" name="ph5561">
                <a:extLst>
                  <a:ext uri="{FF2B5EF4-FFF2-40B4-BE49-F238E27FC236}">
                    <a16:creationId xmlns:a16="http://schemas.microsoft.com/office/drawing/2014/main" id="{D281DC6A-A0FE-B9D4-17B1-CFFC396464DF}"/>
                  </a:ext>
                </a:extLst>
              </p:cNvPr>
              <p:cNvSpPr/>
              <p:nvPr/>
            </p:nvSpPr>
            <p:spPr>
              <a:xfrm>
                <a:off x="317634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1" name="ph5562">
                <a:extLst>
                  <a:ext uri="{FF2B5EF4-FFF2-40B4-BE49-F238E27FC236}">
                    <a16:creationId xmlns:a16="http://schemas.microsoft.com/office/drawing/2014/main" id="{D74588CF-3977-9965-B530-C0C1D75A13D2}"/>
                  </a:ext>
                </a:extLst>
              </p:cNvPr>
              <p:cNvSpPr/>
              <p:nvPr/>
            </p:nvSpPr>
            <p:spPr>
              <a:xfrm>
                <a:off x="318578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2" name="ph5563">
                <a:extLst>
                  <a:ext uri="{FF2B5EF4-FFF2-40B4-BE49-F238E27FC236}">
                    <a16:creationId xmlns:a16="http://schemas.microsoft.com/office/drawing/2014/main" id="{A0AE58A2-22B1-15EE-4300-9F0399DDC990}"/>
                  </a:ext>
                </a:extLst>
              </p:cNvPr>
              <p:cNvSpPr/>
              <p:nvPr/>
            </p:nvSpPr>
            <p:spPr>
              <a:xfrm>
                <a:off x="319522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3" name="ph5564">
                <a:extLst>
                  <a:ext uri="{FF2B5EF4-FFF2-40B4-BE49-F238E27FC236}">
                    <a16:creationId xmlns:a16="http://schemas.microsoft.com/office/drawing/2014/main" id="{0C45A6A9-468C-74D2-0A43-4FBC7D62C13D}"/>
                  </a:ext>
                </a:extLst>
              </p:cNvPr>
              <p:cNvSpPr/>
              <p:nvPr/>
            </p:nvSpPr>
            <p:spPr>
              <a:xfrm>
                <a:off x="320466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4" name="ph5565">
                <a:extLst>
                  <a:ext uri="{FF2B5EF4-FFF2-40B4-BE49-F238E27FC236}">
                    <a16:creationId xmlns:a16="http://schemas.microsoft.com/office/drawing/2014/main" id="{0C8A1C4F-4431-0535-88E1-23A75B756B0A}"/>
                  </a:ext>
                </a:extLst>
              </p:cNvPr>
              <p:cNvSpPr/>
              <p:nvPr/>
            </p:nvSpPr>
            <p:spPr>
              <a:xfrm>
                <a:off x="321410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5" name="ph5566">
                <a:extLst>
                  <a:ext uri="{FF2B5EF4-FFF2-40B4-BE49-F238E27FC236}">
                    <a16:creationId xmlns:a16="http://schemas.microsoft.com/office/drawing/2014/main" id="{8661606B-B35D-4DDE-2C9C-69C773410BA2}"/>
                  </a:ext>
                </a:extLst>
              </p:cNvPr>
              <p:cNvSpPr/>
              <p:nvPr/>
            </p:nvSpPr>
            <p:spPr>
              <a:xfrm>
                <a:off x="322354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6" name="ph5567">
                <a:extLst>
                  <a:ext uri="{FF2B5EF4-FFF2-40B4-BE49-F238E27FC236}">
                    <a16:creationId xmlns:a16="http://schemas.microsoft.com/office/drawing/2014/main" id="{71300756-79DE-BD96-871A-94FE3D93A710}"/>
                  </a:ext>
                </a:extLst>
              </p:cNvPr>
              <p:cNvSpPr/>
              <p:nvPr/>
            </p:nvSpPr>
            <p:spPr>
              <a:xfrm>
                <a:off x="323298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7" name="ph5568">
                <a:extLst>
                  <a:ext uri="{FF2B5EF4-FFF2-40B4-BE49-F238E27FC236}">
                    <a16:creationId xmlns:a16="http://schemas.microsoft.com/office/drawing/2014/main" id="{20B4D7A3-F63B-51A1-7EB0-A17F71FB154D}"/>
                  </a:ext>
                </a:extLst>
              </p:cNvPr>
              <p:cNvSpPr/>
              <p:nvPr/>
            </p:nvSpPr>
            <p:spPr>
              <a:xfrm>
                <a:off x="324242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8" name="ph5569">
                <a:extLst>
                  <a:ext uri="{FF2B5EF4-FFF2-40B4-BE49-F238E27FC236}">
                    <a16:creationId xmlns:a16="http://schemas.microsoft.com/office/drawing/2014/main" id="{ECFC9967-3C60-C3D5-0407-E3798B5CF1D4}"/>
                  </a:ext>
                </a:extLst>
              </p:cNvPr>
              <p:cNvSpPr/>
              <p:nvPr/>
            </p:nvSpPr>
            <p:spPr>
              <a:xfrm>
                <a:off x="325187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9" name="ph5570">
                <a:extLst>
                  <a:ext uri="{FF2B5EF4-FFF2-40B4-BE49-F238E27FC236}">
                    <a16:creationId xmlns:a16="http://schemas.microsoft.com/office/drawing/2014/main" id="{4A97DA02-1D74-1BBB-91B1-3BE7DC72AF48}"/>
                  </a:ext>
                </a:extLst>
              </p:cNvPr>
              <p:cNvSpPr/>
              <p:nvPr/>
            </p:nvSpPr>
            <p:spPr>
              <a:xfrm>
                <a:off x="326131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0" name="ph5571">
                <a:extLst>
                  <a:ext uri="{FF2B5EF4-FFF2-40B4-BE49-F238E27FC236}">
                    <a16:creationId xmlns:a16="http://schemas.microsoft.com/office/drawing/2014/main" id="{A7F592A5-004E-EEA9-DFD5-4B3D963A5070}"/>
                  </a:ext>
                </a:extLst>
              </p:cNvPr>
              <p:cNvSpPr/>
              <p:nvPr/>
            </p:nvSpPr>
            <p:spPr>
              <a:xfrm>
                <a:off x="327075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1" name="ph5572">
                <a:extLst>
                  <a:ext uri="{FF2B5EF4-FFF2-40B4-BE49-F238E27FC236}">
                    <a16:creationId xmlns:a16="http://schemas.microsoft.com/office/drawing/2014/main" id="{AED6C1C4-A87F-E4EE-9265-3B7A493DA745}"/>
                  </a:ext>
                </a:extLst>
              </p:cNvPr>
              <p:cNvSpPr/>
              <p:nvPr/>
            </p:nvSpPr>
            <p:spPr>
              <a:xfrm>
                <a:off x="328019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2" name="ph5573">
                <a:extLst>
                  <a:ext uri="{FF2B5EF4-FFF2-40B4-BE49-F238E27FC236}">
                    <a16:creationId xmlns:a16="http://schemas.microsoft.com/office/drawing/2014/main" id="{09FD5432-829A-00EC-1AD0-EE391867A7B5}"/>
                  </a:ext>
                </a:extLst>
              </p:cNvPr>
              <p:cNvSpPr/>
              <p:nvPr/>
            </p:nvSpPr>
            <p:spPr>
              <a:xfrm>
                <a:off x="328963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3" name="ph5574">
                <a:extLst>
                  <a:ext uri="{FF2B5EF4-FFF2-40B4-BE49-F238E27FC236}">
                    <a16:creationId xmlns:a16="http://schemas.microsoft.com/office/drawing/2014/main" id="{C701E68C-34A6-43B7-64B2-FFC458C7DA34}"/>
                  </a:ext>
                </a:extLst>
              </p:cNvPr>
              <p:cNvSpPr/>
              <p:nvPr/>
            </p:nvSpPr>
            <p:spPr>
              <a:xfrm>
                <a:off x="329907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4" name="ph5575">
                <a:extLst>
                  <a:ext uri="{FF2B5EF4-FFF2-40B4-BE49-F238E27FC236}">
                    <a16:creationId xmlns:a16="http://schemas.microsoft.com/office/drawing/2014/main" id="{2845A3D2-C14C-99F9-6E37-F0AB3873C1CB}"/>
                  </a:ext>
                </a:extLst>
              </p:cNvPr>
              <p:cNvSpPr/>
              <p:nvPr/>
            </p:nvSpPr>
            <p:spPr>
              <a:xfrm>
                <a:off x="330851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5" name="ph5576">
                <a:extLst>
                  <a:ext uri="{FF2B5EF4-FFF2-40B4-BE49-F238E27FC236}">
                    <a16:creationId xmlns:a16="http://schemas.microsoft.com/office/drawing/2014/main" id="{0D822409-443A-1D81-B726-7F8CA255AB62}"/>
                  </a:ext>
                </a:extLst>
              </p:cNvPr>
              <p:cNvSpPr/>
              <p:nvPr/>
            </p:nvSpPr>
            <p:spPr>
              <a:xfrm>
                <a:off x="331795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6" name="ph5577">
                <a:extLst>
                  <a:ext uri="{FF2B5EF4-FFF2-40B4-BE49-F238E27FC236}">
                    <a16:creationId xmlns:a16="http://schemas.microsoft.com/office/drawing/2014/main" id="{A6823ADC-0706-2645-555A-91A4C9EB864B}"/>
                  </a:ext>
                </a:extLst>
              </p:cNvPr>
              <p:cNvSpPr/>
              <p:nvPr/>
            </p:nvSpPr>
            <p:spPr>
              <a:xfrm>
                <a:off x="332739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7" name="ph5578">
                <a:extLst>
                  <a:ext uri="{FF2B5EF4-FFF2-40B4-BE49-F238E27FC236}">
                    <a16:creationId xmlns:a16="http://schemas.microsoft.com/office/drawing/2014/main" id="{6138BE81-F217-8398-9DE6-2D85BC76AA2C}"/>
                  </a:ext>
                </a:extLst>
              </p:cNvPr>
              <p:cNvSpPr/>
              <p:nvPr/>
            </p:nvSpPr>
            <p:spPr>
              <a:xfrm>
                <a:off x="333683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8" name="ph5579">
                <a:extLst>
                  <a:ext uri="{FF2B5EF4-FFF2-40B4-BE49-F238E27FC236}">
                    <a16:creationId xmlns:a16="http://schemas.microsoft.com/office/drawing/2014/main" id="{69D7CA2B-D0B4-41A3-2FD3-84511748A8FF}"/>
                  </a:ext>
                </a:extLst>
              </p:cNvPr>
              <p:cNvSpPr/>
              <p:nvPr/>
            </p:nvSpPr>
            <p:spPr>
              <a:xfrm>
                <a:off x="334627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9" name="ph5580">
                <a:extLst>
                  <a:ext uri="{FF2B5EF4-FFF2-40B4-BE49-F238E27FC236}">
                    <a16:creationId xmlns:a16="http://schemas.microsoft.com/office/drawing/2014/main" id="{36F2CE77-EC29-36AA-B9AE-2019EF93A519}"/>
                  </a:ext>
                </a:extLst>
              </p:cNvPr>
              <p:cNvSpPr/>
              <p:nvPr/>
            </p:nvSpPr>
            <p:spPr>
              <a:xfrm>
                <a:off x="335571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0" name="ph5581">
                <a:extLst>
                  <a:ext uri="{FF2B5EF4-FFF2-40B4-BE49-F238E27FC236}">
                    <a16:creationId xmlns:a16="http://schemas.microsoft.com/office/drawing/2014/main" id="{CD36D3B6-C96B-BF31-47D4-9D5D85119932}"/>
                  </a:ext>
                </a:extLst>
              </p:cNvPr>
              <p:cNvSpPr/>
              <p:nvPr/>
            </p:nvSpPr>
            <p:spPr>
              <a:xfrm>
                <a:off x="336515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1" name="ph5582">
                <a:extLst>
                  <a:ext uri="{FF2B5EF4-FFF2-40B4-BE49-F238E27FC236}">
                    <a16:creationId xmlns:a16="http://schemas.microsoft.com/office/drawing/2014/main" id="{B3EEB920-231B-05DC-9EF4-4B8612A93C0B}"/>
                  </a:ext>
                </a:extLst>
              </p:cNvPr>
              <p:cNvSpPr/>
              <p:nvPr/>
            </p:nvSpPr>
            <p:spPr>
              <a:xfrm>
                <a:off x="337459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2" name="ph5583">
                <a:extLst>
                  <a:ext uri="{FF2B5EF4-FFF2-40B4-BE49-F238E27FC236}">
                    <a16:creationId xmlns:a16="http://schemas.microsoft.com/office/drawing/2014/main" id="{415338A6-7276-A1D1-1871-A541F5651A81}"/>
                  </a:ext>
                </a:extLst>
              </p:cNvPr>
              <p:cNvSpPr/>
              <p:nvPr/>
            </p:nvSpPr>
            <p:spPr>
              <a:xfrm>
                <a:off x="338403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3" name="ph5584">
                <a:extLst>
                  <a:ext uri="{FF2B5EF4-FFF2-40B4-BE49-F238E27FC236}">
                    <a16:creationId xmlns:a16="http://schemas.microsoft.com/office/drawing/2014/main" id="{B120F494-9FC3-EDF8-7243-EB653EF633FD}"/>
                  </a:ext>
                </a:extLst>
              </p:cNvPr>
              <p:cNvSpPr/>
              <p:nvPr/>
            </p:nvSpPr>
            <p:spPr>
              <a:xfrm>
                <a:off x="339347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4" name="ph5585">
                <a:extLst>
                  <a:ext uri="{FF2B5EF4-FFF2-40B4-BE49-F238E27FC236}">
                    <a16:creationId xmlns:a16="http://schemas.microsoft.com/office/drawing/2014/main" id="{80D5878B-FF07-2C06-E265-C7BDB1D0A190}"/>
                  </a:ext>
                </a:extLst>
              </p:cNvPr>
              <p:cNvSpPr/>
              <p:nvPr/>
            </p:nvSpPr>
            <p:spPr>
              <a:xfrm>
                <a:off x="340291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5" name="ph5586">
                <a:extLst>
                  <a:ext uri="{FF2B5EF4-FFF2-40B4-BE49-F238E27FC236}">
                    <a16:creationId xmlns:a16="http://schemas.microsoft.com/office/drawing/2014/main" id="{FC4FE1A7-C1A2-036B-9F4B-FBB9693A1D9F}"/>
                  </a:ext>
                </a:extLst>
              </p:cNvPr>
              <p:cNvSpPr/>
              <p:nvPr/>
            </p:nvSpPr>
            <p:spPr>
              <a:xfrm>
                <a:off x="341235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6" name="ph5587">
                <a:extLst>
                  <a:ext uri="{FF2B5EF4-FFF2-40B4-BE49-F238E27FC236}">
                    <a16:creationId xmlns:a16="http://schemas.microsoft.com/office/drawing/2014/main" id="{941EA418-BF34-B7D8-395E-93026EC59164}"/>
                  </a:ext>
                </a:extLst>
              </p:cNvPr>
              <p:cNvSpPr/>
              <p:nvPr/>
            </p:nvSpPr>
            <p:spPr>
              <a:xfrm>
                <a:off x="342179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7" name="ph5588">
                <a:extLst>
                  <a:ext uri="{FF2B5EF4-FFF2-40B4-BE49-F238E27FC236}">
                    <a16:creationId xmlns:a16="http://schemas.microsoft.com/office/drawing/2014/main" id="{15BA237A-8CE7-0899-1227-2F47FF15A6E2}"/>
                  </a:ext>
                </a:extLst>
              </p:cNvPr>
              <p:cNvSpPr/>
              <p:nvPr/>
            </p:nvSpPr>
            <p:spPr>
              <a:xfrm>
                <a:off x="343123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8" name="ph5589">
                <a:extLst>
                  <a:ext uri="{FF2B5EF4-FFF2-40B4-BE49-F238E27FC236}">
                    <a16:creationId xmlns:a16="http://schemas.microsoft.com/office/drawing/2014/main" id="{DDAAA3B6-C827-9B18-8418-713FCF8C586D}"/>
                  </a:ext>
                </a:extLst>
              </p:cNvPr>
              <p:cNvSpPr/>
              <p:nvPr/>
            </p:nvSpPr>
            <p:spPr>
              <a:xfrm>
                <a:off x="344067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9" name="ph5590">
                <a:extLst>
                  <a:ext uri="{FF2B5EF4-FFF2-40B4-BE49-F238E27FC236}">
                    <a16:creationId xmlns:a16="http://schemas.microsoft.com/office/drawing/2014/main" id="{8FBE23FB-1EE5-B602-3E3B-1EF61553BB31}"/>
                  </a:ext>
                </a:extLst>
              </p:cNvPr>
              <p:cNvSpPr/>
              <p:nvPr/>
            </p:nvSpPr>
            <p:spPr>
              <a:xfrm>
                <a:off x="345011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0" name="ph5591">
                <a:extLst>
                  <a:ext uri="{FF2B5EF4-FFF2-40B4-BE49-F238E27FC236}">
                    <a16:creationId xmlns:a16="http://schemas.microsoft.com/office/drawing/2014/main" id="{2A2E71E7-2C7E-BAFB-BB31-F72CECA395C4}"/>
                  </a:ext>
                </a:extLst>
              </p:cNvPr>
              <p:cNvSpPr/>
              <p:nvPr/>
            </p:nvSpPr>
            <p:spPr>
              <a:xfrm>
                <a:off x="345955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1" name="ph5592">
                <a:extLst>
                  <a:ext uri="{FF2B5EF4-FFF2-40B4-BE49-F238E27FC236}">
                    <a16:creationId xmlns:a16="http://schemas.microsoft.com/office/drawing/2014/main" id="{0716068F-F197-112C-7C57-321808273689}"/>
                  </a:ext>
                </a:extLst>
              </p:cNvPr>
              <p:cNvSpPr/>
              <p:nvPr/>
            </p:nvSpPr>
            <p:spPr>
              <a:xfrm>
                <a:off x="346899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2" name="ph5593">
                <a:extLst>
                  <a:ext uri="{FF2B5EF4-FFF2-40B4-BE49-F238E27FC236}">
                    <a16:creationId xmlns:a16="http://schemas.microsoft.com/office/drawing/2014/main" id="{812EC02C-CBC2-6069-1C95-D077FECCBFF6}"/>
                  </a:ext>
                </a:extLst>
              </p:cNvPr>
              <p:cNvSpPr/>
              <p:nvPr/>
            </p:nvSpPr>
            <p:spPr>
              <a:xfrm>
                <a:off x="347843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3" name="ph5594">
                <a:extLst>
                  <a:ext uri="{FF2B5EF4-FFF2-40B4-BE49-F238E27FC236}">
                    <a16:creationId xmlns:a16="http://schemas.microsoft.com/office/drawing/2014/main" id="{0568BFA4-B805-A5AD-4810-77744C2F76D0}"/>
                  </a:ext>
                </a:extLst>
              </p:cNvPr>
              <p:cNvSpPr/>
              <p:nvPr/>
            </p:nvSpPr>
            <p:spPr>
              <a:xfrm>
                <a:off x="348787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4" name="ph5595">
                <a:extLst>
                  <a:ext uri="{FF2B5EF4-FFF2-40B4-BE49-F238E27FC236}">
                    <a16:creationId xmlns:a16="http://schemas.microsoft.com/office/drawing/2014/main" id="{9CD33914-6658-F59C-D861-C8B3C18D9610}"/>
                  </a:ext>
                </a:extLst>
              </p:cNvPr>
              <p:cNvSpPr/>
              <p:nvPr/>
            </p:nvSpPr>
            <p:spPr>
              <a:xfrm>
                <a:off x="349731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5" name="ph5596">
                <a:extLst>
                  <a:ext uri="{FF2B5EF4-FFF2-40B4-BE49-F238E27FC236}">
                    <a16:creationId xmlns:a16="http://schemas.microsoft.com/office/drawing/2014/main" id="{9EC149F6-A5ED-94EC-8AFC-BD6421C66831}"/>
                  </a:ext>
                </a:extLst>
              </p:cNvPr>
              <p:cNvSpPr/>
              <p:nvPr/>
            </p:nvSpPr>
            <p:spPr>
              <a:xfrm>
                <a:off x="350675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6" name="ph5597">
                <a:extLst>
                  <a:ext uri="{FF2B5EF4-FFF2-40B4-BE49-F238E27FC236}">
                    <a16:creationId xmlns:a16="http://schemas.microsoft.com/office/drawing/2014/main" id="{CED92B69-FC2F-CC5E-5CF9-A57C650710DD}"/>
                  </a:ext>
                </a:extLst>
              </p:cNvPr>
              <p:cNvSpPr/>
              <p:nvPr/>
            </p:nvSpPr>
            <p:spPr>
              <a:xfrm>
                <a:off x="351619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7" name="ph5598">
                <a:extLst>
                  <a:ext uri="{FF2B5EF4-FFF2-40B4-BE49-F238E27FC236}">
                    <a16:creationId xmlns:a16="http://schemas.microsoft.com/office/drawing/2014/main" id="{CEC092A6-C735-3527-A1CE-64B41415187E}"/>
                  </a:ext>
                </a:extLst>
              </p:cNvPr>
              <p:cNvSpPr/>
              <p:nvPr/>
            </p:nvSpPr>
            <p:spPr>
              <a:xfrm>
                <a:off x="352563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8" name="ph5599">
                <a:extLst>
                  <a:ext uri="{FF2B5EF4-FFF2-40B4-BE49-F238E27FC236}">
                    <a16:creationId xmlns:a16="http://schemas.microsoft.com/office/drawing/2014/main" id="{05C2E3AC-AC63-2943-03E9-7A566DE3DDD0}"/>
                  </a:ext>
                </a:extLst>
              </p:cNvPr>
              <p:cNvSpPr/>
              <p:nvPr/>
            </p:nvSpPr>
            <p:spPr>
              <a:xfrm>
                <a:off x="353507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9" name="ph5600">
                <a:extLst>
                  <a:ext uri="{FF2B5EF4-FFF2-40B4-BE49-F238E27FC236}">
                    <a16:creationId xmlns:a16="http://schemas.microsoft.com/office/drawing/2014/main" id="{0AC953CB-4D12-7A21-B81A-9C882CB005B2}"/>
                  </a:ext>
                </a:extLst>
              </p:cNvPr>
              <p:cNvSpPr/>
              <p:nvPr/>
            </p:nvSpPr>
            <p:spPr>
              <a:xfrm>
                <a:off x="354451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0" name="ph5601">
                <a:extLst>
                  <a:ext uri="{FF2B5EF4-FFF2-40B4-BE49-F238E27FC236}">
                    <a16:creationId xmlns:a16="http://schemas.microsoft.com/office/drawing/2014/main" id="{C4906E32-E702-2C56-E148-5932DA099DE5}"/>
                  </a:ext>
                </a:extLst>
              </p:cNvPr>
              <p:cNvSpPr/>
              <p:nvPr/>
            </p:nvSpPr>
            <p:spPr>
              <a:xfrm>
                <a:off x="355395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1" name="ph5602">
                <a:extLst>
                  <a:ext uri="{FF2B5EF4-FFF2-40B4-BE49-F238E27FC236}">
                    <a16:creationId xmlns:a16="http://schemas.microsoft.com/office/drawing/2014/main" id="{8A2A1572-D09F-E475-3142-5B7A12DD7D60}"/>
                  </a:ext>
                </a:extLst>
              </p:cNvPr>
              <p:cNvSpPr/>
              <p:nvPr/>
            </p:nvSpPr>
            <p:spPr>
              <a:xfrm>
                <a:off x="356339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2" name="ph5603">
                <a:extLst>
                  <a:ext uri="{FF2B5EF4-FFF2-40B4-BE49-F238E27FC236}">
                    <a16:creationId xmlns:a16="http://schemas.microsoft.com/office/drawing/2014/main" id="{7A22DAC5-6480-76D7-85C3-7D5413B80957}"/>
                  </a:ext>
                </a:extLst>
              </p:cNvPr>
              <p:cNvSpPr/>
              <p:nvPr/>
            </p:nvSpPr>
            <p:spPr>
              <a:xfrm>
                <a:off x="357283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3" name="ph5604">
                <a:extLst>
                  <a:ext uri="{FF2B5EF4-FFF2-40B4-BE49-F238E27FC236}">
                    <a16:creationId xmlns:a16="http://schemas.microsoft.com/office/drawing/2014/main" id="{67705559-F67F-885A-2473-54D84E406B14}"/>
                  </a:ext>
                </a:extLst>
              </p:cNvPr>
              <p:cNvSpPr/>
              <p:nvPr/>
            </p:nvSpPr>
            <p:spPr>
              <a:xfrm>
                <a:off x="358227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4" name="ph5605">
                <a:extLst>
                  <a:ext uri="{FF2B5EF4-FFF2-40B4-BE49-F238E27FC236}">
                    <a16:creationId xmlns:a16="http://schemas.microsoft.com/office/drawing/2014/main" id="{1BF4D84D-1680-BBC6-3788-9E3FA50BF15B}"/>
                  </a:ext>
                </a:extLst>
              </p:cNvPr>
              <p:cNvSpPr/>
              <p:nvPr/>
            </p:nvSpPr>
            <p:spPr>
              <a:xfrm>
                <a:off x="359171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5" name="ph5606">
                <a:extLst>
                  <a:ext uri="{FF2B5EF4-FFF2-40B4-BE49-F238E27FC236}">
                    <a16:creationId xmlns:a16="http://schemas.microsoft.com/office/drawing/2014/main" id="{375D77B5-FCAC-34DA-4041-A57D8649F1EC}"/>
                  </a:ext>
                </a:extLst>
              </p:cNvPr>
              <p:cNvSpPr/>
              <p:nvPr/>
            </p:nvSpPr>
            <p:spPr>
              <a:xfrm>
                <a:off x="360115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6" name="ph5607">
                <a:extLst>
                  <a:ext uri="{FF2B5EF4-FFF2-40B4-BE49-F238E27FC236}">
                    <a16:creationId xmlns:a16="http://schemas.microsoft.com/office/drawing/2014/main" id="{F4BB9614-C2CD-492A-FDA4-B2DB640F7211}"/>
                  </a:ext>
                </a:extLst>
              </p:cNvPr>
              <p:cNvSpPr/>
              <p:nvPr/>
            </p:nvSpPr>
            <p:spPr>
              <a:xfrm>
                <a:off x="361059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7" name="ph5608">
                <a:extLst>
                  <a:ext uri="{FF2B5EF4-FFF2-40B4-BE49-F238E27FC236}">
                    <a16:creationId xmlns:a16="http://schemas.microsoft.com/office/drawing/2014/main" id="{05F6390B-09D8-449A-38B8-2FFC0B15FE30}"/>
                  </a:ext>
                </a:extLst>
              </p:cNvPr>
              <p:cNvSpPr/>
              <p:nvPr/>
            </p:nvSpPr>
            <p:spPr>
              <a:xfrm>
                <a:off x="362003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8" name="ph5609">
                <a:extLst>
                  <a:ext uri="{FF2B5EF4-FFF2-40B4-BE49-F238E27FC236}">
                    <a16:creationId xmlns:a16="http://schemas.microsoft.com/office/drawing/2014/main" id="{7B8C7199-5E8B-FAC8-6A54-74DC5A93025E}"/>
                  </a:ext>
                </a:extLst>
              </p:cNvPr>
              <p:cNvSpPr/>
              <p:nvPr/>
            </p:nvSpPr>
            <p:spPr>
              <a:xfrm>
                <a:off x="362947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9" name="ph5610">
                <a:extLst>
                  <a:ext uri="{FF2B5EF4-FFF2-40B4-BE49-F238E27FC236}">
                    <a16:creationId xmlns:a16="http://schemas.microsoft.com/office/drawing/2014/main" id="{E01C331C-763A-4DBF-4D7B-657630ECF8A5}"/>
                  </a:ext>
                </a:extLst>
              </p:cNvPr>
              <p:cNvSpPr/>
              <p:nvPr/>
            </p:nvSpPr>
            <p:spPr>
              <a:xfrm>
                <a:off x="363891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0" name="ph5611">
                <a:extLst>
                  <a:ext uri="{FF2B5EF4-FFF2-40B4-BE49-F238E27FC236}">
                    <a16:creationId xmlns:a16="http://schemas.microsoft.com/office/drawing/2014/main" id="{53373A21-920C-8B4C-8E58-58E866597196}"/>
                  </a:ext>
                </a:extLst>
              </p:cNvPr>
              <p:cNvSpPr/>
              <p:nvPr/>
            </p:nvSpPr>
            <p:spPr>
              <a:xfrm>
                <a:off x="364836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1" name="ph5612">
                <a:extLst>
                  <a:ext uri="{FF2B5EF4-FFF2-40B4-BE49-F238E27FC236}">
                    <a16:creationId xmlns:a16="http://schemas.microsoft.com/office/drawing/2014/main" id="{7690C21F-C66C-89B9-BAB6-ECD27E8E4BD6}"/>
                  </a:ext>
                </a:extLst>
              </p:cNvPr>
              <p:cNvSpPr/>
              <p:nvPr/>
            </p:nvSpPr>
            <p:spPr>
              <a:xfrm>
                <a:off x="365780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2" name="ph5613">
                <a:extLst>
                  <a:ext uri="{FF2B5EF4-FFF2-40B4-BE49-F238E27FC236}">
                    <a16:creationId xmlns:a16="http://schemas.microsoft.com/office/drawing/2014/main" id="{F98D11F1-9A00-3F99-B62F-76E633161191}"/>
                  </a:ext>
                </a:extLst>
              </p:cNvPr>
              <p:cNvSpPr/>
              <p:nvPr/>
            </p:nvSpPr>
            <p:spPr>
              <a:xfrm>
                <a:off x="366724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3" name="ph5614">
                <a:extLst>
                  <a:ext uri="{FF2B5EF4-FFF2-40B4-BE49-F238E27FC236}">
                    <a16:creationId xmlns:a16="http://schemas.microsoft.com/office/drawing/2014/main" id="{EEA8C5CE-FAA7-D503-BF59-F58092FB8389}"/>
                  </a:ext>
                </a:extLst>
              </p:cNvPr>
              <p:cNvSpPr/>
              <p:nvPr/>
            </p:nvSpPr>
            <p:spPr>
              <a:xfrm>
                <a:off x="367668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4" name="ph5615">
                <a:extLst>
                  <a:ext uri="{FF2B5EF4-FFF2-40B4-BE49-F238E27FC236}">
                    <a16:creationId xmlns:a16="http://schemas.microsoft.com/office/drawing/2014/main" id="{08D107FD-96A6-488C-AFBF-8B75FA4D6FD6}"/>
                  </a:ext>
                </a:extLst>
              </p:cNvPr>
              <p:cNvSpPr/>
              <p:nvPr/>
            </p:nvSpPr>
            <p:spPr>
              <a:xfrm>
                <a:off x="368612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5" name="ph5616">
                <a:extLst>
                  <a:ext uri="{FF2B5EF4-FFF2-40B4-BE49-F238E27FC236}">
                    <a16:creationId xmlns:a16="http://schemas.microsoft.com/office/drawing/2014/main" id="{28ABD407-D7B3-8D5A-C67D-C3C63018EF6F}"/>
                  </a:ext>
                </a:extLst>
              </p:cNvPr>
              <p:cNvSpPr/>
              <p:nvPr/>
            </p:nvSpPr>
            <p:spPr>
              <a:xfrm>
                <a:off x="3695561" y="150014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09"/>
                    </a:lnTo>
                    <a:lnTo>
                      <a:pt x="921343" y="911050"/>
                    </a:lnTo>
                    <a:lnTo>
                      <a:pt x="918873" y="914400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6" name="ph5617">
                <a:extLst>
                  <a:ext uri="{FF2B5EF4-FFF2-40B4-BE49-F238E27FC236}">
                    <a16:creationId xmlns:a16="http://schemas.microsoft.com/office/drawing/2014/main" id="{3506A671-DFB2-7458-ED43-5D377C676BE5}"/>
                  </a:ext>
                </a:extLst>
              </p:cNvPr>
              <p:cNvSpPr/>
              <p:nvPr/>
            </p:nvSpPr>
            <p:spPr>
              <a:xfrm>
                <a:off x="3705001" y="1482570"/>
                <a:ext cx="920873" cy="924879"/>
              </a:xfrm>
              <a:custGeom>
                <a:avLst/>
                <a:gdLst/>
                <a:ahLst/>
                <a:cxnLst/>
                <a:rect l="0" t="0" r="0" b="0"/>
                <a:pathLst>
                  <a:path w="920873" h="924879">
                    <a:moveTo>
                      <a:pt x="914400" y="914400"/>
                    </a:moveTo>
                    <a:lnTo>
                      <a:pt x="920873" y="914400"/>
                    </a:lnTo>
                    <a:lnTo>
                      <a:pt x="920220" y="915532"/>
                    </a:lnTo>
                    <a:lnTo>
                      <a:pt x="916146" y="922262"/>
                    </a:lnTo>
                    <a:lnTo>
                      <a:pt x="914400" y="92487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7" name="ph5618">
                <a:extLst>
                  <a:ext uri="{FF2B5EF4-FFF2-40B4-BE49-F238E27FC236}">
                    <a16:creationId xmlns:a16="http://schemas.microsoft.com/office/drawing/2014/main" id="{A6795C14-1CDC-0088-88DE-08F9C43464F0}"/>
                  </a:ext>
                </a:extLst>
              </p:cNvPr>
              <p:cNvSpPr/>
              <p:nvPr/>
            </p:nvSpPr>
            <p:spPr>
              <a:xfrm>
                <a:off x="2147362" y="1465000"/>
                <a:ext cx="914400" cy="92247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78">
                    <a:moveTo>
                      <a:pt x="914400" y="914400"/>
                    </a:moveTo>
                    <a:lnTo>
                      <a:pt x="914400" y="922478"/>
                    </a:lnTo>
                    <a:lnTo>
                      <a:pt x="911260" y="917493"/>
                    </a:lnTo>
                    <a:lnTo>
                      <a:pt x="909503" y="914400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8" name="ph5619">
                <a:extLst>
                  <a:ext uri="{FF2B5EF4-FFF2-40B4-BE49-F238E27FC236}">
                    <a16:creationId xmlns:a16="http://schemas.microsoft.com/office/drawing/2014/main" id="{0357FEEB-0405-9A63-21A3-C4C417EE4021}"/>
                  </a:ext>
                </a:extLst>
              </p:cNvPr>
              <p:cNvSpPr/>
              <p:nvPr/>
            </p:nvSpPr>
            <p:spPr>
              <a:xfrm>
                <a:off x="214736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967" y="931969"/>
                    </a:lnTo>
                    <a:lnTo>
                      <a:pt x="920273" y="931078"/>
                    </a:lnTo>
                    <a:lnTo>
                      <a:pt x="915673" y="924500"/>
                    </a:lnTo>
                    <a:lnTo>
                      <a:pt x="914400" y="922478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9" name="ph5620">
                <a:extLst>
                  <a:ext uri="{FF2B5EF4-FFF2-40B4-BE49-F238E27FC236}">
                    <a16:creationId xmlns:a16="http://schemas.microsoft.com/office/drawing/2014/main" id="{9448640C-C4D4-1F24-14A0-CD2581B878DF}"/>
                  </a:ext>
                </a:extLst>
              </p:cNvPr>
              <p:cNvSpPr/>
              <p:nvPr/>
            </p:nvSpPr>
            <p:spPr>
              <a:xfrm>
                <a:off x="215680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0" name="ph5621">
                <a:extLst>
                  <a:ext uri="{FF2B5EF4-FFF2-40B4-BE49-F238E27FC236}">
                    <a16:creationId xmlns:a16="http://schemas.microsoft.com/office/drawing/2014/main" id="{6CF0460A-9284-5785-1E0C-0DA4A4F19D4C}"/>
                  </a:ext>
                </a:extLst>
              </p:cNvPr>
              <p:cNvSpPr/>
              <p:nvPr/>
            </p:nvSpPr>
            <p:spPr>
              <a:xfrm>
                <a:off x="216624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1" name="ph5622">
                <a:extLst>
                  <a:ext uri="{FF2B5EF4-FFF2-40B4-BE49-F238E27FC236}">
                    <a16:creationId xmlns:a16="http://schemas.microsoft.com/office/drawing/2014/main" id="{AFB5AC17-046B-B505-CB97-477746F322BF}"/>
                  </a:ext>
                </a:extLst>
              </p:cNvPr>
              <p:cNvSpPr/>
              <p:nvPr/>
            </p:nvSpPr>
            <p:spPr>
              <a:xfrm>
                <a:off x="217568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2" name="ph5623">
                <a:extLst>
                  <a:ext uri="{FF2B5EF4-FFF2-40B4-BE49-F238E27FC236}">
                    <a16:creationId xmlns:a16="http://schemas.microsoft.com/office/drawing/2014/main" id="{7470DBC0-325E-AA0E-8E7D-63736ABB6382}"/>
                  </a:ext>
                </a:extLst>
              </p:cNvPr>
              <p:cNvSpPr/>
              <p:nvPr/>
            </p:nvSpPr>
            <p:spPr>
              <a:xfrm>
                <a:off x="218512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3" name="ph5624">
                <a:extLst>
                  <a:ext uri="{FF2B5EF4-FFF2-40B4-BE49-F238E27FC236}">
                    <a16:creationId xmlns:a16="http://schemas.microsoft.com/office/drawing/2014/main" id="{313AD0D0-5D25-B142-C754-398491D28E6E}"/>
                  </a:ext>
                </a:extLst>
              </p:cNvPr>
              <p:cNvSpPr/>
              <p:nvPr/>
            </p:nvSpPr>
            <p:spPr>
              <a:xfrm>
                <a:off x="219456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4" name="ph5625">
                <a:extLst>
                  <a:ext uri="{FF2B5EF4-FFF2-40B4-BE49-F238E27FC236}">
                    <a16:creationId xmlns:a16="http://schemas.microsoft.com/office/drawing/2014/main" id="{579599AC-B28E-85B2-982B-40D7AB2A2A2E}"/>
                  </a:ext>
                </a:extLst>
              </p:cNvPr>
              <p:cNvSpPr/>
              <p:nvPr/>
            </p:nvSpPr>
            <p:spPr>
              <a:xfrm>
                <a:off x="220400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5" name="ph5626">
                <a:extLst>
                  <a:ext uri="{FF2B5EF4-FFF2-40B4-BE49-F238E27FC236}">
                    <a16:creationId xmlns:a16="http://schemas.microsoft.com/office/drawing/2014/main" id="{84417B11-D38D-088D-8560-B8662A3D1843}"/>
                  </a:ext>
                </a:extLst>
              </p:cNvPr>
              <p:cNvSpPr/>
              <p:nvPr/>
            </p:nvSpPr>
            <p:spPr>
              <a:xfrm>
                <a:off x="221344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6" name="ph5627">
                <a:extLst>
                  <a:ext uri="{FF2B5EF4-FFF2-40B4-BE49-F238E27FC236}">
                    <a16:creationId xmlns:a16="http://schemas.microsoft.com/office/drawing/2014/main" id="{F2C71178-23B5-807A-20AA-3E4632B1F28E}"/>
                  </a:ext>
                </a:extLst>
              </p:cNvPr>
              <p:cNvSpPr/>
              <p:nvPr/>
            </p:nvSpPr>
            <p:spPr>
              <a:xfrm>
                <a:off x="222288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7" name="ph5628">
                <a:extLst>
                  <a:ext uri="{FF2B5EF4-FFF2-40B4-BE49-F238E27FC236}">
                    <a16:creationId xmlns:a16="http://schemas.microsoft.com/office/drawing/2014/main" id="{698614E6-0624-09AA-B204-F1D185C39CEE}"/>
                  </a:ext>
                </a:extLst>
              </p:cNvPr>
              <p:cNvSpPr/>
              <p:nvPr/>
            </p:nvSpPr>
            <p:spPr>
              <a:xfrm>
                <a:off x="223232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8" name="ph5629">
                <a:extLst>
                  <a:ext uri="{FF2B5EF4-FFF2-40B4-BE49-F238E27FC236}">
                    <a16:creationId xmlns:a16="http://schemas.microsoft.com/office/drawing/2014/main" id="{1D108C78-C7DA-B3EC-5465-AEC8839E4BCC}"/>
                  </a:ext>
                </a:extLst>
              </p:cNvPr>
              <p:cNvSpPr/>
              <p:nvPr/>
            </p:nvSpPr>
            <p:spPr>
              <a:xfrm>
                <a:off x="224176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9" name="ph5630">
                <a:extLst>
                  <a:ext uri="{FF2B5EF4-FFF2-40B4-BE49-F238E27FC236}">
                    <a16:creationId xmlns:a16="http://schemas.microsoft.com/office/drawing/2014/main" id="{F5C85653-0E92-5DE7-96A1-1FE8C93C44EA}"/>
                  </a:ext>
                </a:extLst>
              </p:cNvPr>
              <p:cNvSpPr/>
              <p:nvPr/>
            </p:nvSpPr>
            <p:spPr>
              <a:xfrm>
                <a:off x="225120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0" name="ph5631">
                <a:extLst>
                  <a:ext uri="{FF2B5EF4-FFF2-40B4-BE49-F238E27FC236}">
                    <a16:creationId xmlns:a16="http://schemas.microsoft.com/office/drawing/2014/main" id="{600EEE64-4A17-C034-F01B-3B233D7E1C8E}"/>
                  </a:ext>
                </a:extLst>
              </p:cNvPr>
              <p:cNvSpPr/>
              <p:nvPr/>
            </p:nvSpPr>
            <p:spPr>
              <a:xfrm>
                <a:off x="226064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1" name="ph5632">
                <a:extLst>
                  <a:ext uri="{FF2B5EF4-FFF2-40B4-BE49-F238E27FC236}">
                    <a16:creationId xmlns:a16="http://schemas.microsoft.com/office/drawing/2014/main" id="{DCA87FFE-5789-36A0-7E32-3C29FEE1E4AC}"/>
                  </a:ext>
                </a:extLst>
              </p:cNvPr>
              <p:cNvSpPr/>
              <p:nvPr/>
            </p:nvSpPr>
            <p:spPr>
              <a:xfrm>
                <a:off x="227008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2" name="ph5633">
                <a:extLst>
                  <a:ext uri="{FF2B5EF4-FFF2-40B4-BE49-F238E27FC236}">
                    <a16:creationId xmlns:a16="http://schemas.microsoft.com/office/drawing/2014/main" id="{C094B7D6-A44D-CFB8-664D-194121169627}"/>
                  </a:ext>
                </a:extLst>
              </p:cNvPr>
              <p:cNvSpPr/>
              <p:nvPr/>
            </p:nvSpPr>
            <p:spPr>
              <a:xfrm>
                <a:off x="227952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3" name="ph5634">
                <a:extLst>
                  <a:ext uri="{FF2B5EF4-FFF2-40B4-BE49-F238E27FC236}">
                    <a16:creationId xmlns:a16="http://schemas.microsoft.com/office/drawing/2014/main" id="{B1671729-93EA-1AAB-A931-ECD18B6ACDA8}"/>
                  </a:ext>
                </a:extLst>
              </p:cNvPr>
              <p:cNvSpPr/>
              <p:nvPr/>
            </p:nvSpPr>
            <p:spPr>
              <a:xfrm>
                <a:off x="228896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4" name="ph5635">
                <a:extLst>
                  <a:ext uri="{FF2B5EF4-FFF2-40B4-BE49-F238E27FC236}">
                    <a16:creationId xmlns:a16="http://schemas.microsoft.com/office/drawing/2014/main" id="{A4EBE848-E886-3984-1525-AD4698C07F70}"/>
                  </a:ext>
                </a:extLst>
              </p:cNvPr>
              <p:cNvSpPr/>
              <p:nvPr/>
            </p:nvSpPr>
            <p:spPr>
              <a:xfrm>
                <a:off x="229840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5" name="ph5636">
                <a:extLst>
                  <a:ext uri="{FF2B5EF4-FFF2-40B4-BE49-F238E27FC236}">
                    <a16:creationId xmlns:a16="http://schemas.microsoft.com/office/drawing/2014/main" id="{E651DE75-F0FA-95E0-EB7B-BD4DFB96207F}"/>
                  </a:ext>
                </a:extLst>
              </p:cNvPr>
              <p:cNvSpPr/>
              <p:nvPr/>
            </p:nvSpPr>
            <p:spPr>
              <a:xfrm>
                <a:off x="230784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6" name="ph5637">
                <a:extLst>
                  <a:ext uri="{FF2B5EF4-FFF2-40B4-BE49-F238E27FC236}">
                    <a16:creationId xmlns:a16="http://schemas.microsoft.com/office/drawing/2014/main" id="{4F3D793C-3C31-065B-50CD-414C06057721}"/>
                  </a:ext>
                </a:extLst>
              </p:cNvPr>
              <p:cNvSpPr/>
              <p:nvPr/>
            </p:nvSpPr>
            <p:spPr>
              <a:xfrm>
                <a:off x="231728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7" name="ph5638">
                <a:extLst>
                  <a:ext uri="{FF2B5EF4-FFF2-40B4-BE49-F238E27FC236}">
                    <a16:creationId xmlns:a16="http://schemas.microsoft.com/office/drawing/2014/main" id="{544DEF99-1E68-DE7B-A612-6EFE14A782CB}"/>
                  </a:ext>
                </a:extLst>
              </p:cNvPr>
              <p:cNvSpPr/>
              <p:nvPr/>
            </p:nvSpPr>
            <p:spPr>
              <a:xfrm>
                <a:off x="232672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8" name="ph5639">
                <a:extLst>
                  <a:ext uri="{FF2B5EF4-FFF2-40B4-BE49-F238E27FC236}">
                    <a16:creationId xmlns:a16="http://schemas.microsoft.com/office/drawing/2014/main" id="{72C57911-AC6E-D592-72D6-17F34EE39771}"/>
                  </a:ext>
                </a:extLst>
              </p:cNvPr>
              <p:cNvSpPr/>
              <p:nvPr/>
            </p:nvSpPr>
            <p:spPr>
              <a:xfrm>
                <a:off x="233616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9" name="ph5640">
                <a:extLst>
                  <a:ext uri="{FF2B5EF4-FFF2-40B4-BE49-F238E27FC236}">
                    <a16:creationId xmlns:a16="http://schemas.microsoft.com/office/drawing/2014/main" id="{0B6A3055-8527-EF0B-7749-B767B0CA2883}"/>
                  </a:ext>
                </a:extLst>
              </p:cNvPr>
              <p:cNvSpPr/>
              <p:nvPr/>
            </p:nvSpPr>
            <p:spPr>
              <a:xfrm>
                <a:off x="234560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0" name="ph5641">
                <a:extLst>
                  <a:ext uri="{FF2B5EF4-FFF2-40B4-BE49-F238E27FC236}">
                    <a16:creationId xmlns:a16="http://schemas.microsoft.com/office/drawing/2014/main" id="{01AB9434-A5C1-7895-1859-9566833A4BB1}"/>
                  </a:ext>
                </a:extLst>
              </p:cNvPr>
              <p:cNvSpPr/>
              <p:nvPr/>
            </p:nvSpPr>
            <p:spPr>
              <a:xfrm>
                <a:off x="235504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1" name="ph5642">
                <a:extLst>
                  <a:ext uri="{FF2B5EF4-FFF2-40B4-BE49-F238E27FC236}">
                    <a16:creationId xmlns:a16="http://schemas.microsoft.com/office/drawing/2014/main" id="{8CEA5786-571D-0DF2-C6EE-1990BBDF3014}"/>
                  </a:ext>
                </a:extLst>
              </p:cNvPr>
              <p:cNvSpPr/>
              <p:nvPr/>
            </p:nvSpPr>
            <p:spPr>
              <a:xfrm>
                <a:off x="236448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2" name="ph5643">
                <a:extLst>
                  <a:ext uri="{FF2B5EF4-FFF2-40B4-BE49-F238E27FC236}">
                    <a16:creationId xmlns:a16="http://schemas.microsoft.com/office/drawing/2014/main" id="{A0F2EDB4-B986-7412-8DB5-F92C20B2AB6D}"/>
                  </a:ext>
                </a:extLst>
              </p:cNvPr>
              <p:cNvSpPr/>
              <p:nvPr/>
            </p:nvSpPr>
            <p:spPr>
              <a:xfrm>
                <a:off x="237392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3" name="ph5644">
                <a:extLst>
                  <a:ext uri="{FF2B5EF4-FFF2-40B4-BE49-F238E27FC236}">
                    <a16:creationId xmlns:a16="http://schemas.microsoft.com/office/drawing/2014/main" id="{BF28E874-EB48-AA77-4725-261E6341830A}"/>
                  </a:ext>
                </a:extLst>
              </p:cNvPr>
              <p:cNvSpPr/>
              <p:nvPr/>
            </p:nvSpPr>
            <p:spPr>
              <a:xfrm>
                <a:off x="238336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4" name="ph5645">
                <a:extLst>
                  <a:ext uri="{FF2B5EF4-FFF2-40B4-BE49-F238E27FC236}">
                    <a16:creationId xmlns:a16="http://schemas.microsoft.com/office/drawing/2014/main" id="{821D9AE5-BB19-8DEB-A370-1E5FAF54CB85}"/>
                  </a:ext>
                </a:extLst>
              </p:cNvPr>
              <p:cNvSpPr/>
              <p:nvPr/>
            </p:nvSpPr>
            <p:spPr>
              <a:xfrm>
                <a:off x="239280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5" name="ph5646">
                <a:extLst>
                  <a:ext uri="{FF2B5EF4-FFF2-40B4-BE49-F238E27FC236}">
                    <a16:creationId xmlns:a16="http://schemas.microsoft.com/office/drawing/2014/main" id="{3DB88B52-7FF9-05A3-180D-B1681D148B5A}"/>
                  </a:ext>
                </a:extLst>
              </p:cNvPr>
              <p:cNvSpPr/>
              <p:nvPr/>
            </p:nvSpPr>
            <p:spPr>
              <a:xfrm>
                <a:off x="240224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6" name="ph5647">
                <a:extLst>
                  <a:ext uri="{FF2B5EF4-FFF2-40B4-BE49-F238E27FC236}">
                    <a16:creationId xmlns:a16="http://schemas.microsoft.com/office/drawing/2014/main" id="{C11BA4B4-9C84-B6FA-6C71-6B6112E2813C}"/>
                  </a:ext>
                </a:extLst>
              </p:cNvPr>
              <p:cNvSpPr/>
              <p:nvPr/>
            </p:nvSpPr>
            <p:spPr>
              <a:xfrm>
                <a:off x="2421129" y="148257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399" y="896830"/>
                    </a:lnTo>
                    <a:lnTo>
                      <a:pt x="914399" y="904815"/>
                    </a:lnTo>
                    <a:lnTo>
                      <a:pt x="913804" y="906688"/>
                    </a:lnTo>
                    <a:lnTo>
                      <a:pt x="914399" y="908030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7" name="ph5648">
                <a:extLst>
                  <a:ext uri="{FF2B5EF4-FFF2-40B4-BE49-F238E27FC236}">
                    <a16:creationId xmlns:a16="http://schemas.microsoft.com/office/drawing/2014/main" id="{2AAA448A-EB99-F8BD-7700-6C1E6FB52D4F}"/>
                  </a:ext>
                </a:extLst>
              </p:cNvPr>
              <p:cNvSpPr/>
              <p:nvPr/>
            </p:nvSpPr>
            <p:spPr>
              <a:xfrm>
                <a:off x="2421129" y="1482570"/>
                <a:ext cx="9170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12" h="914400">
                    <a:moveTo>
                      <a:pt x="914399" y="914400"/>
                    </a:moveTo>
                    <a:lnTo>
                      <a:pt x="914399" y="908030"/>
                    </a:lnTo>
                    <a:lnTo>
                      <a:pt x="915145" y="909709"/>
                    </a:lnTo>
                    <a:lnTo>
                      <a:pt x="917012" y="914400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8" name="ph5649">
                <a:extLst>
                  <a:ext uri="{FF2B5EF4-FFF2-40B4-BE49-F238E27FC236}">
                    <a16:creationId xmlns:a16="http://schemas.microsoft.com/office/drawing/2014/main" id="{35C279D3-BBA4-330C-53CC-77E5E9BAD9D3}"/>
                  </a:ext>
                </a:extLst>
              </p:cNvPr>
              <p:cNvSpPr/>
              <p:nvPr/>
            </p:nvSpPr>
            <p:spPr>
              <a:xfrm>
                <a:off x="2421129" y="1465000"/>
                <a:ext cx="916914" cy="922385"/>
              </a:xfrm>
              <a:custGeom>
                <a:avLst/>
                <a:gdLst/>
                <a:ahLst/>
                <a:cxnLst/>
                <a:rect l="0" t="0" r="0" b="0"/>
                <a:pathLst>
                  <a:path w="916914" h="922385">
                    <a:moveTo>
                      <a:pt x="914399" y="914400"/>
                    </a:moveTo>
                    <a:lnTo>
                      <a:pt x="916914" y="914400"/>
                    </a:lnTo>
                    <a:lnTo>
                      <a:pt x="916719" y="915091"/>
                    </a:lnTo>
                    <a:lnTo>
                      <a:pt x="914399" y="922385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9" name="ph5650">
                <a:extLst>
                  <a:ext uri="{FF2B5EF4-FFF2-40B4-BE49-F238E27FC236}">
                    <a16:creationId xmlns:a16="http://schemas.microsoft.com/office/drawing/2014/main" id="{5E11AE1E-A4A3-3AA6-E3C9-716E69F31ADF}"/>
                  </a:ext>
                </a:extLst>
              </p:cNvPr>
              <p:cNvSpPr/>
              <p:nvPr/>
            </p:nvSpPr>
            <p:spPr>
              <a:xfrm>
                <a:off x="3129147" y="146500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229" y="931969"/>
                    </a:lnTo>
                    <a:lnTo>
                      <a:pt x="908412" y="928249"/>
                    </a:lnTo>
                    <a:lnTo>
                      <a:pt x="909252" y="917423"/>
                    </a:lnTo>
                    <a:lnTo>
                      <a:pt x="909574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0" name="ph5651">
                <a:extLst>
                  <a:ext uri="{FF2B5EF4-FFF2-40B4-BE49-F238E27FC236}">
                    <a16:creationId xmlns:a16="http://schemas.microsoft.com/office/drawing/2014/main" id="{BA4CDAA6-BB0D-A4D3-81AC-9D3F11A03DD5}"/>
                  </a:ext>
                </a:extLst>
              </p:cNvPr>
              <p:cNvSpPr/>
              <p:nvPr/>
            </p:nvSpPr>
            <p:spPr>
              <a:xfrm>
                <a:off x="312914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1" name="ph5652">
                <a:extLst>
                  <a:ext uri="{FF2B5EF4-FFF2-40B4-BE49-F238E27FC236}">
                    <a16:creationId xmlns:a16="http://schemas.microsoft.com/office/drawing/2014/main" id="{40692FE3-2B08-853D-71F5-564DC02536CB}"/>
                  </a:ext>
                </a:extLst>
              </p:cNvPr>
              <p:cNvSpPr/>
              <p:nvPr/>
            </p:nvSpPr>
            <p:spPr>
              <a:xfrm>
                <a:off x="313858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2" name="ph5653">
                <a:extLst>
                  <a:ext uri="{FF2B5EF4-FFF2-40B4-BE49-F238E27FC236}">
                    <a16:creationId xmlns:a16="http://schemas.microsoft.com/office/drawing/2014/main" id="{D10439F5-25A6-AAD4-E54E-CCD2064E33A1}"/>
                  </a:ext>
                </a:extLst>
              </p:cNvPr>
              <p:cNvSpPr/>
              <p:nvPr/>
            </p:nvSpPr>
            <p:spPr>
              <a:xfrm>
                <a:off x="314802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3" name="ph5654">
                <a:extLst>
                  <a:ext uri="{FF2B5EF4-FFF2-40B4-BE49-F238E27FC236}">
                    <a16:creationId xmlns:a16="http://schemas.microsoft.com/office/drawing/2014/main" id="{68D48A32-345F-BBB2-CDF5-D735791403B5}"/>
                  </a:ext>
                </a:extLst>
              </p:cNvPr>
              <p:cNvSpPr/>
              <p:nvPr/>
            </p:nvSpPr>
            <p:spPr>
              <a:xfrm>
                <a:off x="315746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4" name="ph5655">
                <a:extLst>
                  <a:ext uri="{FF2B5EF4-FFF2-40B4-BE49-F238E27FC236}">
                    <a16:creationId xmlns:a16="http://schemas.microsoft.com/office/drawing/2014/main" id="{26802C4A-E21A-1C0A-88FB-5428612C98CA}"/>
                  </a:ext>
                </a:extLst>
              </p:cNvPr>
              <p:cNvSpPr/>
              <p:nvPr/>
            </p:nvSpPr>
            <p:spPr>
              <a:xfrm>
                <a:off x="316690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5" name="ph5656">
                <a:extLst>
                  <a:ext uri="{FF2B5EF4-FFF2-40B4-BE49-F238E27FC236}">
                    <a16:creationId xmlns:a16="http://schemas.microsoft.com/office/drawing/2014/main" id="{BE9FE61A-3237-381B-EA79-EF9D5E3A2D03}"/>
                  </a:ext>
                </a:extLst>
              </p:cNvPr>
              <p:cNvSpPr/>
              <p:nvPr/>
            </p:nvSpPr>
            <p:spPr>
              <a:xfrm>
                <a:off x="317634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6" name="ph5657">
                <a:extLst>
                  <a:ext uri="{FF2B5EF4-FFF2-40B4-BE49-F238E27FC236}">
                    <a16:creationId xmlns:a16="http://schemas.microsoft.com/office/drawing/2014/main" id="{E6B9BAF0-14D1-01AA-0D00-FE00EE5C779B}"/>
                  </a:ext>
                </a:extLst>
              </p:cNvPr>
              <p:cNvSpPr/>
              <p:nvPr/>
            </p:nvSpPr>
            <p:spPr>
              <a:xfrm>
                <a:off x="318578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7" name="ph5658">
                <a:extLst>
                  <a:ext uri="{FF2B5EF4-FFF2-40B4-BE49-F238E27FC236}">
                    <a16:creationId xmlns:a16="http://schemas.microsoft.com/office/drawing/2014/main" id="{404A9FB6-A6E5-0577-5AF6-7667F89C82C3}"/>
                  </a:ext>
                </a:extLst>
              </p:cNvPr>
              <p:cNvSpPr/>
              <p:nvPr/>
            </p:nvSpPr>
            <p:spPr>
              <a:xfrm>
                <a:off x="319522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8" name="ph5659">
                <a:extLst>
                  <a:ext uri="{FF2B5EF4-FFF2-40B4-BE49-F238E27FC236}">
                    <a16:creationId xmlns:a16="http://schemas.microsoft.com/office/drawing/2014/main" id="{4C96B3C7-680E-E059-EC73-220E7041963C}"/>
                  </a:ext>
                </a:extLst>
              </p:cNvPr>
              <p:cNvSpPr/>
              <p:nvPr/>
            </p:nvSpPr>
            <p:spPr>
              <a:xfrm>
                <a:off x="320466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9" name="ph5660">
                <a:extLst>
                  <a:ext uri="{FF2B5EF4-FFF2-40B4-BE49-F238E27FC236}">
                    <a16:creationId xmlns:a16="http://schemas.microsoft.com/office/drawing/2014/main" id="{EE88022F-C890-A22B-22AB-3E9EC4B0D7A4}"/>
                  </a:ext>
                </a:extLst>
              </p:cNvPr>
              <p:cNvSpPr/>
              <p:nvPr/>
            </p:nvSpPr>
            <p:spPr>
              <a:xfrm>
                <a:off x="321410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0" name="ph5661">
                <a:extLst>
                  <a:ext uri="{FF2B5EF4-FFF2-40B4-BE49-F238E27FC236}">
                    <a16:creationId xmlns:a16="http://schemas.microsoft.com/office/drawing/2014/main" id="{ECAB2377-FE1A-0F01-9FC5-A4C63F902D6E}"/>
                  </a:ext>
                </a:extLst>
              </p:cNvPr>
              <p:cNvSpPr/>
              <p:nvPr/>
            </p:nvSpPr>
            <p:spPr>
              <a:xfrm>
                <a:off x="322354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1" name="ph5662">
                <a:extLst>
                  <a:ext uri="{FF2B5EF4-FFF2-40B4-BE49-F238E27FC236}">
                    <a16:creationId xmlns:a16="http://schemas.microsoft.com/office/drawing/2014/main" id="{EC3EF90D-F23B-650C-2423-E47710681F72}"/>
                  </a:ext>
                </a:extLst>
              </p:cNvPr>
              <p:cNvSpPr/>
              <p:nvPr/>
            </p:nvSpPr>
            <p:spPr>
              <a:xfrm>
                <a:off x="323298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2" name="ph5663">
                <a:extLst>
                  <a:ext uri="{FF2B5EF4-FFF2-40B4-BE49-F238E27FC236}">
                    <a16:creationId xmlns:a16="http://schemas.microsoft.com/office/drawing/2014/main" id="{C2F14BA3-D696-35C7-1F37-666215158493}"/>
                  </a:ext>
                </a:extLst>
              </p:cNvPr>
              <p:cNvSpPr/>
              <p:nvPr/>
            </p:nvSpPr>
            <p:spPr>
              <a:xfrm>
                <a:off x="324242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3" name="ph5664">
                <a:extLst>
                  <a:ext uri="{FF2B5EF4-FFF2-40B4-BE49-F238E27FC236}">
                    <a16:creationId xmlns:a16="http://schemas.microsoft.com/office/drawing/2014/main" id="{8F233D1C-A7A6-6EAF-FDFC-CEAD79D38C34}"/>
                  </a:ext>
                </a:extLst>
              </p:cNvPr>
              <p:cNvSpPr/>
              <p:nvPr/>
            </p:nvSpPr>
            <p:spPr>
              <a:xfrm>
                <a:off x="325187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4" name="ph5665">
                <a:extLst>
                  <a:ext uri="{FF2B5EF4-FFF2-40B4-BE49-F238E27FC236}">
                    <a16:creationId xmlns:a16="http://schemas.microsoft.com/office/drawing/2014/main" id="{78BDEF50-6E9D-C16E-B64A-827C1F62D09C}"/>
                  </a:ext>
                </a:extLst>
              </p:cNvPr>
              <p:cNvSpPr/>
              <p:nvPr/>
            </p:nvSpPr>
            <p:spPr>
              <a:xfrm>
                <a:off x="326131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5" name="ph5666">
                <a:extLst>
                  <a:ext uri="{FF2B5EF4-FFF2-40B4-BE49-F238E27FC236}">
                    <a16:creationId xmlns:a16="http://schemas.microsoft.com/office/drawing/2014/main" id="{53D2AE18-CF80-9386-EA7E-AD1ABB60D2FC}"/>
                  </a:ext>
                </a:extLst>
              </p:cNvPr>
              <p:cNvSpPr/>
              <p:nvPr/>
            </p:nvSpPr>
            <p:spPr>
              <a:xfrm>
                <a:off x="327075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6" name="ph5667">
                <a:extLst>
                  <a:ext uri="{FF2B5EF4-FFF2-40B4-BE49-F238E27FC236}">
                    <a16:creationId xmlns:a16="http://schemas.microsoft.com/office/drawing/2014/main" id="{27F34348-14C8-1A06-1241-FA444E10A0F9}"/>
                  </a:ext>
                </a:extLst>
              </p:cNvPr>
              <p:cNvSpPr/>
              <p:nvPr/>
            </p:nvSpPr>
            <p:spPr>
              <a:xfrm>
                <a:off x="328019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7" name="ph5668">
                <a:extLst>
                  <a:ext uri="{FF2B5EF4-FFF2-40B4-BE49-F238E27FC236}">
                    <a16:creationId xmlns:a16="http://schemas.microsoft.com/office/drawing/2014/main" id="{24750112-5ABE-3BA8-4CD3-4F9DA313BC28}"/>
                  </a:ext>
                </a:extLst>
              </p:cNvPr>
              <p:cNvSpPr/>
              <p:nvPr/>
            </p:nvSpPr>
            <p:spPr>
              <a:xfrm>
                <a:off x="328963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8" name="ph5669">
                <a:extLst>
                  <a:ext uri="{FF2B5EF4-FFF2-40B4-BE49-F238E27FC236}">
                    <a16:creationId xmlns:a16="http://schemas.microsoft.com/office/drawing/2014/main" id="{1D48A79C-0B40-B7EE-DDC0-3BEAF470DAEE}"/>
                  </a:ext>
                </a:extLst>
              </p:cNvPr>
              <p:cNvSpPr/>
              <p:nvPr/>
            </p:nvSpPr>
            <p:spPr>
              <a:xfrm>
                <a:off x="329907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9" name="ph5670">
                <a:extLst>
                  <a:ext uri="{FF2B5EF4-FFF2-40B4-BE49-F238E27FC236}">
                    <a16:creationId xmlns:a16="http://schemas.microsoft.com/office/drawing/2014/main" id="{ADA39306-4543-5F03-E2A7-A4ADCB8102FE}"/>
                  </a:ext>
                </a:extLst>
              </p:cNvPr>
              <p:cNvSpPr/>
              <p:nvPr/>
            </p:nvSpPr>
            <p:spPr>
              <a:xfrm>
                <a:off x="330851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0" name="ph5671">
                <a:extLst>
                  <a:ext uri="{FF2B5EF4-FFF2-40B4-BE49-F238E27FC236}">
                    <a16:creationId xmlns:a16="http://schemas.microsoft.com/office/drawing/2014/main" id="{71EEE85C-1349-AD9E-F907-67279C3A3AAA}"/>
                  </a:ext>
                </a:extLst>
              </p:cNvPr>
              <p:cNvSpPr/>
              <p:nvPr/>
            </p:nvSpPr>
            <p:spPr>
              <a:xfrm>
                <a:off x="331795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1" name="ph5672">
                <a:extLst>
                  <a:ext uri="{FF2B5EF4-FFF2-40B4-BE49-F238E27FC236}">
                    <a16:creationId xmlns:a16="http://schemas.microsoft.com/office/drawing/2014/main" id="{6B92672D-D379-5CE0-BD3E-EF4A65108998}"/>
                  </a:ext>
                </a:extLst>
              </p:cNvPr>
              <p:cNvSpPr/>
              <p:nvPr/>
            </p:nvSpPr>
            <p:spPr>
              <a:xfrm>
                <a:off x="332739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2" name="ph5673">
                <a:extLst>
                  <a:ext uri="{FF2B5EF4-FFF2-40B4-BE49-F238E27FC236}">
                    <a16:creationId xmlns:a16="http://schemas.microsoft.com/office/drawing/2014/main" id="{E776DBD4-1EE2-A52C-FABB-0FF5E124F0FB}"/>
                  </a:ext>
                </a:extLst>
              </p:cNvPr>
              <p:cNvSpPr/>
              <p:nvPr/>
            </p:nvSpPr>
            <p:spPr>
              <a:xfrm>
                <a:off x="333683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3" name="ph5674">
                <a:extLst>
                  <a:ext uri="{FF2B5EF4-FFF2-40B4-BE49-F238E27FC236}">
                    <a16:creationId xmlns:a16="http://schemas.microsoft.com/office/drawing/2014/main" id="{B7469E8A-422A-78E9-D7A5-D5A42054CCFC}"/>
                  </a:ext>
                </a:extLst>
              </p:cNvPr>
              <p:cNvSpPr/>
              <p:nvPr/>
            </p:nvSpPr>
            <p:spPr>
              <a:xfrm>
                <a:off x="334627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4" name="ph5675">
                <a:extLst>
                  <a:ext uri="{FF2B5EF4-FFF2-40B4-BE49-F238E27FC236}">
                    <a16:creationId xmlns:a16="http://schemas.microsoft.com/office/drawing/2014/main" id="{BDBFD796-D537-8FE9-0E6F-181B58367626}"/>
                  </a:ext>
                </a:extLst>
              </p:cNvPr>
              <p:cNvSpPr/>
              <p:nvPr/>
            </p:nvSpPr>
            <p:spPr>
              <a:xfrm>
                <a:off x="335571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5" name="ph5676">
                <a:extLst>
                  <a:ext uri="{FF2B5EF4-FFF2-40B4-BE49-F238E27FC236}">
                    <a16:creationId xmlns:a16="http://schemas.microsoft.com/office/drawing/2014/main" id="{91392A3D-0C11-7829-1F30-075099304DEF}"/>
                  </a:ext>
                </a:extLst>
              </p:cNvPr>
              <p:cNvSpPr/>
              <p:nvPr/>
            </p:nvSpPr>
            <p:spPr>
              <a:xfrm>
                <a:off x="336515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6" name="ph5677">
                <a:extLst>
                  <a:ext uri="{FF2B5EF4-FFF2-40B4-BE49-F238E27FC236}">
                    <a16:creationId xmlns:a16="http://schemas.microsoft.com/office/drawing/2014/main" id="{73FD1AE4-8D95-5336-CB0A-70669A43E8EC}"/>
                  </a:ext>
                </a:extLst>
              </p:cNvPr>
              <p:cNvSpPr/>
              <p:nvPr/>
            </p:nvSpPr>
            <p:spPr>
              <a:xfrm>
                <a:off x="337459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7" name="ph5678">
                <a:extLst>
                  <a:ext uri="{FF2B5EF4-FFF2-40B4-BE49-F238E27FC236}">
                    <a16:creationId xmlns:a16="http://schemas.microsoft.com/office/drawing/2014/main" id="{1E9E74E3-BE88-3E8E-2EA1-6A55827321B0}"/>
                  </a:ext>
                </a:extLst>
              </p:cNvPr>
              <p:cNvSpPr/>
              <p:nvPr/>
            </p:nvSpPr>
            <p:spPr>
              <a:xfrm>
                <a:off x="338403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8" name="ph5679">
                <a:extLst>
                  <a:ext uri="{FF2B5EF4-FFF2-40B4-BE49-F238E27FC236}">
                    <a16:creationId xmlns:a16="http://schemas.microsoft.com/office/drawing/2014/main" id="{17909908-CBEC-3417-10E7-75608C11AB4D}"/>
                  </a:ext>
                </a:extLst>
              </p:cNvPr>
              <p:cNvSpPr/>
              <p:nvPr/>
            </p:nvSpPr>
            <p:spPr>
              <a:xfrm>
                <a:off x="339347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9" name="ph5680">
                <a:extLst>
                  <a:ext uri="{FF2B5EF4-FFF2-40B4-BE49-F238E27FC236}">
                    <a16:creationId xmlns:a16="http://schemas.microsoft.com/office/drawing/2014/main" id="{05BE0735-FAC5-096E-23E0-0CBC91C86B77}"/>
                  </a:ext>
                </a:extLst>
              </p:cNvPr>
              <p:cNvSpPr/>
              <p:nvPr/>
            </p:nvSpPr>
            <p:spPr>
              <a:xfrm>
                <a:off x="340291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0" name="ph5681">
                <a:extLst>
                  <a:ext uri="{FF2B5EF4-FFF2-40B4-BE49-F238E27FC236}">
                    <a16:creationId xmlns:a16="http://schemas.microsoft.com/office/drawing/2014/main" id="{B2EFF0FA-51E1-11A0-22AD-9E70E9F16711}"/>
                  </a:ext>
                </a:extLst>
              </p:cNvPr>
              <p:cNvSpPr/>
              <p:nvPr/>
            </p:nvSpPr>
            <p:spPr>
              <a:xfrm>
                <a:off x="341235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1" name="ph5682">
                <a:extLst>
                  <a:ext uri="{FF2B5EF4-FFF2-40B4-BE49-F238E27FC236}">
                    <a16:creationId xmlns:a16="http://schemas.microsoft.com/office/drawing/2014/main" id="{06C2F580-995A-3CEF-995C-EFECF69D6F82}"/>
                  </a:ext>
                </a:extLst>
              </p:cNvPr>
              <p:cNvSpPr/>
              <p:nvPr/>
            </p:nvSpPr>
            <p:spPr>
              <a:xfrm>
                <a:off x="342179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2" name="ph5683">
                <a:extLst>
                  <a:ext uri="{FF2B5EF4-FFF2-40B4-BE49-F238E27FC236}">
                    <a16:creationId xmlns:a16="http://schemas.microsoft.com/office/drawing/2014/main" id="{FCC34AA6-633B-E040-8535-3B66B6DA647C}"/>
                  </a:ext>
                </a:extLst>
              </p:cNvPr>
              <p:cNvSpPr/>
              <p:nvPr/>
            </p:nvSpPr>
            <p:spPr>
              <a:xfrm>
                <a:off x="343123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3" name="ph5684">
                <a:extLst>
                  <a:ext uri="{FF2B5EF4-FFF2-40B4-BE49-F238E27FC236}">
                    <a16:creationId xmlns:a16="http://schemas.microsoft.com/office/drawing/2014/main" id="{C92BA930-4837-49F8-F34A-CF6F14EF3144}"/>
                  </a:ext>
                </a:extLst>
              </p:cNvPr>
              <p:cNvSpPr/>
              <p:nvPr/>
            </p:nvSpPr>
            <p:spPr>
              <a:xfrm>
                <a:off x="344067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4" name="ph5685">
                <a:extLst>
                  <a:ext uri="{FF2B5EF4-FFF2-40B4-BE49-F238E27FC236}">
                    <a16:creationId xmlns:a16="http://schemas.microsoft.com/office/drawing/2014/main" id="{C5D2D88D-3423-8D73-2764-4A1F02A62EAA}"/>
                  </a:ext>
                </a:extLst>
              </p:cNvPr>
              <p:cNvSpPr/>
              <p:nvPr/>
            </p:nvSpPr>
            <p:spPr>
              <a:xfrm>
                <a:off x="345011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5" name="ph5686">
                <a:extLst>
                  <a:ext uri="{FF2B5EF4-FFF2-40B4-BE49-F238E27FC236}">
                    <a16:creationId xmlns:a16="http://schemas.microsoft.com/office/drawing/2014/main" id="{0E40F921-45E2-8E5F-A245-6BA0D89FE656}"/>
                  </a:ext>
                </a:extLst>
              </p:cNvPr>
              <p:cNvSpPr/>
              <p:nvPr/>
            </p:nvSpPr>
            <p:spPr>
              <a:xfrm>
                <a:off x="345955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6" name="ph5687">
                <a:extLst>
                  <a:ext uri="{FF2B5EF4-FFF2-40B4-BE49-F238E27FC236}">
                    <a16:creationId xmlns:a16="http://schemas.microsoft.com/office/drawing/2014/main" id="{CA5EF2BD-73DB-3AC9-298E-0D700817EA86}"/>
                  </a:ext>
                </a:extLst>
              </p:cNvPr>
              <p:cNvSpPr/>
              <p:nvPr/>
            </p:nvSpPr>
            <p:spPr>
              <a:xfrm>
                <a:off x="346899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7" name="ph5688">
                <a:extLst>
                  <a:ext uri="{FF2B5EF4-FFF2-40B4-BE49-F238E27FC236}">
                    <a16:creationId xmlns:a16="http://schemas.microsoft.com/office/drawing/2014/main" id="{A37C6601-E86F-08C1-D197-4C16BB1FF851}"/>
                  </a:ext>
                </a:extLst>
              </p:cNvPr>
              <p:cNvSpPr/>
              <p:nvPr/>
            </p:nvSpPr>
            <p:spPr>
              <a:xfrm>
                <a:off x="347843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8" name="ph5689">
                <a:extLst>
                  <a:ext uri="{FF2B5EF4-FFF2-40B4-BE49-F238E27FC236}">
                    <a16:creationId xmlns:a16="http://schemas.microsoft.com/office/drawing/2014/main" id="{0D1E04D2-26C9-52A6-A93E-F876B21D0F9C}"/>
                  </a:ext>
                </a:extLst>
              </p:cNvPr>
              <p:cNvSpPr/>
              <p:nvPr/>
            </p:nvSpPr>
            <p:spPr>
              <a:xfrm>
                <a:off x="348787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9" name="ph5690">
                <a:extLst>
                  <a:ext uri="{FF2B5EF4-FFF2-40B4-BE49-F238E27FC236}">
                    <a16:creationId xmlns:a16="http://schemas.microsoft.com/office/drawing/2014/main" id="{B2667A47-4D75-378E-DAAC-E08A152F3D31}"/>
                  </a:ext>
                </a:extLst>
              </p:cNvPr>
              <p:cNvSpPr/>
              <p:nvPr/>
            </p:nvSpPr>
            <p:spPr>
              <a:xfrm>
                <a:off x="349731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0" name="ph5691">
                <a:extLst>
                  <a:ext uri="{FF2B5EF4-FFF2-40B4-BE49-F238E27FC236}">
                    <a16:creationId xmlns:a16="http://schemas.microsoft.com/office/drawing/2014/main" id="{96F18E0A-3B51-3516-4781-50D68E652CFD}"/>
                  </a:ext>
                </a:extLst>
              </p:cNvPr>
              <p:cNvSpPr/>
              <p:nvPr/>
            </p:nvSpPr>
            <p:spPr>
              <a:xfrm>
                <a:off x="350675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1" name="ph5692">
                <a:extLst>
                  <a:ext uri="{FF2B5EF4-FFF2-40B4-BE49-F238E27FC236}">
                    <a16:creationId xmlns:a16="http://schemas.microsoft.com/office/drawing/2014/main" id="{8A3952B5-5957-275F-3BFB-4EB22D0DE74B}"/>
                  </a:ext>
                </a:extLst>
              </p:cNvPr>
              <p:cNvSpPr/>
              <p:nvPr/>
            </p:nvSpPr>
            <p:spPr>
              <a:xfrm>
                <a:off x="351619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2" name="ph5693">
                <a:extLst>
                  <a:ext uri="{FF2B5EF4-FFF2-40B4-BE49-F238E27FC236}">
                    <a16:creationId xmlns:a16="http://schemas.microsoft.com/office/drawing/2014/main" id="{F7FAC60F-DEA7-2447-C9D3-6C6C6CA31928}"/>
                  </a:ext>
                </a:extLst>
              </p:cNvPr>
              <p:cNvSpPr/>
              <p:nvPr/>
            </p:nvSpPr>
            <p:spPr>
              <a:xfrm>
                <a:off x="352563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3" name="ph5694">
                <a:extLst>
                  <a:ext uri="{FF2B5EF4-FFF2-40B4-BE49-F238E27FC236}">
                    <a16:creationId xmlns:a16="http://schemas.microsoft.com/office/drawing/2014/main" id="{A004ADB1-0BE4-4647-F0F8-373C64B8BD10}"/>
                  </a:ext>
                </a:extLst>
              </p:cNvPr>
              <p:cNvSpPr/>
              <p:nvPr/>
            </p:nvSpPr>
            <p:spPr>
              <a:xfrm>
                <a:off x="353507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4" name="ph5695">
                <a:extLst>
                  <a:ext uri="{FF2B5EF4-FFF2-40B4-BE49-F238E27FC236}">
                    <a16:creationId xmlns:a16="http://schemas.microsoft.com/office/drawing/2014/main" id="{C3B7CF7B-05A3-6956-38F2-33A812CDEC98}"/>
                  </a:ext>
                </a:extLst>
              </p:cNvPr>
              <p:cNvSpPr/>
              <p:nvPr/>
            </p:nvSpPr>
            <p:spPr>
              <a:xfrm>
                <a:off x="354451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5" name="ph5696">
                <a:extLst>
                  <a:ext uri="{FF2B5EF4-FFF2-40B4-BE49-F238E27FC236}">
                    <a16:creationId xmlns:a16="http://schemas.microsoft.com/office/drawing/2014/main" id="{7835B328-E585-1777-00C2-00BE02362702}"/>
                  </a:ext>
                </a:extLst>
              </p:cNvPr>
              <p:cNvSpPr/>
              <p:nvPr/>
            </p:nvSpPr>
            <p:spPr>
              <a:xfrm>
                <a:off x="355395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6" name="ph5697">
                <a:extLst>
                  <a:ext uri="{FF2B5EF4-FFF2-40B4-BE49-F238E27FC236}">
                    <a16:creationId xmlns:a16="http://schemas.microsoft.com/office/drawing/2014/main" id="{5F20759E-FBEF-6396-65DB-2C8CE86E2AAD}"/>
                  </a:ext>
                </a:extLst>
              </p:cNvPr>
              <p:cNvSpPr/>
              <p:nvPr/>
            </p:nvSpPr>
            <p:spPr>
              <a:xfrm>
                <a:off x="356339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7" name="ph5698">
                <a:extLst>
                  <a:ext uri="{FF2B5EF4-FFF2-40B4-BE49-F238E27FC236}">
                    <a16:creationId xmlns:a16="http://schemas.microsoft.com/office/drawing/2014/main" id="{D32165B1-C3A8-89F7-C566-BFF0FB97074D}"/>
                  </a:ext>
                </a:extLst>
              </p:cNvPr>
              <p:cNvSpPr/>
              <p:nvPr/>
            </p:nvSpPr>
            <p:spPr>
              <a:xfrm>
                <a:off x="357283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8" name="ph5699">
                <a:extLst>
                  <a:ext uri="{FF2B5EF4-FFF2-40B4-BE49-F238E27FC236}">
                    <a16:creationId xmlns:a16="http://schemas.microsoft.com/office/drawing/2014/main" id="{50B7B05A-0825-B230-BB34-EBB9FF2E5618}"/>
                  </a:ext>
                </a:extLst>
              </p:cNvPr>
              <p:cNvSpPr/>
              <p:nvPr/>
            </p:nvSpPr>
            <p:spPr>
              <a:xfrm>
                <a:off x="358227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9" name="ph5700">
                <a:extLst>
                  <a:ext uri="{FF2B5EF4-FFF2-40B4-BE49-F238E27FC236}">
                    <a16:creationId xmlns:a16="http://schemas.microsoft.com/office/drawing/2014/main" id="{D1591E84-B900-F831-5E8D-F7337A5040B3}"/>
                  </a:ext>
                </a:extLst>
              </p:cNvPr>
              <p:cNvSpPr/>
              <p:nvPr/>
            </p:nvSpPr>
            <p:spPr>
              <a:xfrm>
                <a:off x="359171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0" name="ph5701">
                <a:extLst>
                  <a:ext uri="{FF2B5EF4-FFF2-40B4-BE49-F238E27FC236}">
                    <a16:creationId xmlns:a16="http://schemas.microsoft.com/office/drawing/2014/main" id="{47919601-4456-C599-BBB8-107163412BAA}"/>
                  </a:ext>
                </a:extLst>
              </p:cNvPr>
              <p:cNvSpPr/>
              <p:nvPr/>
            </p:nvSpPr>
            <p:spPr>
              <a:xfrm>
                <a:off x="360115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1" name="ph5702">
                <a:extLst>
                  <a:ext uri="{FF2B5EF4-FFF2-40B4-BE49-F238E27FC236}">
                    <a16:creationId xmlns:a16="http://schemas.microsoft.com/office/drawing/2014/main" id="{3ECF8C1D-9426-9652-7E32-2113976B494A}"/>
                  </a:ext>
                </a:extLst>
              </p:cNvPr>
              <p:cNvSpPr/>
              <p:nvPr/>
            </p:nvSpPr>
            <p:spPr>
              <a:xfrm>
                <a:off x="361059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2" name="ph5703">
                <a:extLst>
                  <a:ext uri="{FF2B5EF4-FFF2-40B4-BE49-F238E27FC236}">
                    <a16:creationId xmlns:a16="http://schemas.microsoft.com/office/drawing/2014/main" id="{26166CDA-24F7-0C7C-5761-E7A47A659323}"/>
                  </a:ext>
                </a:extLst>
              </p:cNvPr>
              <p:cNvSpPr/>
              <p:nvPr/>
            </p:nvSpPr>
            <p:spPr>
              <a:xfrm>
                <a:off x="362003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3" name="ph5704">
                <a:extLst>
                  <a:ext uri="{FF2B5EF4-FFF2-40B4-BE49-F238E27FC236}">
                    <a16:creationId xmlns:a16="http://schemas.microsoft.com/office/drawing/2014/main" id="{E4758E20-1746-8FC1-0F57-F097D2B9C394}"/>
                  </a:ext>
                </a:extLst>
              </p:cNvPr>
              <p:cNvSpPr/>
              <p:nvPr/>
            </p:nvSpPr>
            <p:spPr>
              <a:xfrm>
                <a:off x="362947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4" name="ph5705">
                <a:extLst>
                  <a:ext uri="{FF2B5EF4-FFF2-40B4-BE49-F238E27FC236}">
                    <a16:creationId xmlns:a16="http://schemas.microsoft.com/office/drawing/2014/main" id="{902B50ED-0EAC-384D-5421-23297D940C29}"/>
                  </a:ext>
                </a:extLst>
              </p:cNvPr>
              <p:cNvSpPr/>
              <p:nvPr/>
            </p:nvSpPr>
            <p:spPr>
              <a:xfrm>
                <a:off x="363891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5" name="ph5706">
                <a:extLst>
                  <a:ext uri="{FF2B5EF4-FFF2-40B4-BE49-F238E27FC236}">
                    <a16:creationId xmlns:a16="http://schemas.microsoft.com/office/drawing/2014/main" id="{4B3489C1-73AF-59A5-C8D2-E626D8E8F5A8}"/>
                  </a:ext>
                </a:extLst>
              </p:cNvPr>
              <p:cNvSpPr/>
              <p:nvPr/>
            </p:nvSpPr>
            <p:spPr>
              <a:xfrm>
                <a:off x="364836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6" name="ph5707">
                <a:extLst>
                  <a:ext uri="{FF2B5EF4-FFF2-40B4-BE49-F238E27FC236}">
                    <a16:creationId xmlns:a16="http://schemas.microsoft.com/office/drawing/2014/main" id="{F738273F-D3A7-9803-2B37-97490C8160D9}"/>
                  </a:ext>
                </a:extLst>
              </p:cNvPr>
              <p:cNvSpPr/>
              <p:nvPr/>
            </p:nvSpPr>
            <p:spPr>
              <a:xfrm>
                <a:off x="365780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7" name="ph5708">
                <a:extLst>
                  <a:ext uri="{FF2B5EF4-FFF2-40B4-BE49-F238E27FC236}">
                    <a16:creationId xmlns:a16="http://schemas.microsoft.com/office/drawing/2014/main" id="{3E035C84-D495-B5D0-94F4-EF3CBD1E72B6}"/>
                  </a:ext>
                </a:extLst>
              </p:cNvPr>
              <p:cNvSpPr/>
              <p:nvPr/>
            </p:nvSpPr>
            <p:spPr>
              <a:xfrm>
                <a:off x="366724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8" name="ph5709">
                <a:extLst>
                  <a:ext uri="{FF2B5EF4-FFF2-40B4-BE49-F238E27FC236}">
                    <a16:creationId xmlns:a16="http://schemas.microsoft.com/office/drawing/2014/main" id="{62C07691-955E-8939-9204-0281365B0780}"/>
                  </a:ext>
                </a:extLst>
              </p:cNvPr>
              <p:cNvSpPr/>
              <p:nvPr/>
            </p:nvSpPr>
            <p:spPr>
              <a:xfrm>
                <a:off x="367668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9" name="ph5710">
                <a:extLst>
                  <a:ext uri="{FF2B5EF4-FFF2-40B4-BE49-F238E27FC236}">
                    <a16:creationId xmlns:a16="http://schemas.microsoft.com/office/drawing/2014/main" id="{CBBD5F74-ECFD-D318-920D-C53114A4F1D3}"/>
                  </a:ext>
                </a:extLst>
              </p:cNvPr>
              <p:cNvSpPr/>
              <p:nvPr/>
            </p:nvSpPr>
            <p:spPr>
              <a:xfrm>
                <a:off x="368612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0" name="ph5711">
                <a:extLst>
                  <a:ext uri="{FF2B5EF4-FFF2-40B4-BE49-F238E27FC236}">
                    <a16:creationId xmlns:a16="http://schemas.microsoft.com/office/drawing/2014/main" id="{054FCE8A-C024-D9E9-A832-F143EF1E8DFF}"/>
                  </a:ext>
                </a:extLst>
              </p:cNvPr>
              <p:cNvSpPr/>
              <p:nvPr/>
            </p:nvSpPr>
            <p:spPr>
              <a:xfrm>
                <a:off x="369556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1" name="ph5712">
                <a:extLst>
                  <a:ext uri="{FF2B5EF4-FFF2-40B4-BE49-F238E27FC236}">
                    <a16:creationId xmlns:a16="http://schemas.microsoft.com/office/drawing/2014/main" id="{D7548D64-2656-8D41-844D-EF40B95FC2E4}"/>
                  </a:ext>
                </a:extLst>
              </p:cNvPr>
              <p:cNvSpPr/>
              <p:nvPr/>
            </p:nvSpPr>
            <p:spPr>
              <a:xfrm>
                <a:off x="3705001" y="148257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9342"/>
                    </a:lnTo>
                    <a:lnTo>
                      <a:pt x="922604" y="911400"/>
                    </a:lnTo>
                    <a:lnTo>
                      <a:pt x="921416" y="913459"/>
                    </a:lnTo>
                    <a:lnTo>
                      <a:pt x="920873" y="91440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2" name="ph5713">
                <a:extLst>
                  <a:ext uri="{FF2B5EF4-FFF2-40B4-BE49-F238E27FC236}">
                    <a16:creationId xmlns:a16="http://schemas.microsoft.com/office/drawing/2014/main" id="{62454948-7762-6BBA-3C71-4907816BF6D0}"/>
                  </a:ext>
                </a:extLst>
              </p:cNvPr>
              <p:cNvSpPr/>
              <p:nvPr/>
            </p:nvSpPr>
            <p:spPr>
              <a:xfrm>
                <a:off x="3714441" y="1465000"/>
                <a:ext cx="921520" cy="926829"/>
              </a:xfrm>
              <a:custGeom>
                <a:avLst/>
                <a:gdLst/>
                <a:ahLst/>
                <a:cxnLst/>
                <a:rect l="0" t="0" r="0" b="0"/>
                <a:pathLst>
                  <a:path w="921520" h="926829">
                    <a:moveTo>
                      <a:pt x="914400" y="914400"/>
                    </a:moveTo>
                    <a:lnTo>
                      <a:pt x="921520" y="914400"/>
                    </a:lnTo>
                    <a:lnTo>
                      <a:pt x="920307" y="916607"/>
                    </a:lnTo>
                    <a:lnTo>
                      <a:pt x="919109" y="918679"/>
                    </a:lnTo>
                    <a:lnTo>
                      <a:pt x="917919" y="920737"/>
                    </a:lnTo>
                    <a:lnTo>
                      <a:pt x="916729" y="922795"/>
                    </a:lnTo>
                    <a:lnTo>
                      <a:pt x="915540" y="924853"/>
                    </a:lnTo>
                    <a:lnTo>
                      <a:pt x="914400" y="92682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3" name="ph5714">
                <a:extLst>
                  <a:ext uri="{FF2B5EF4-FFF2-40B4-BE49-F238E27FC236}">
                    <a16:creationId xmlns:a16="http://schemas.microsoft.com/office/drawing/2014/main" id="{71CBD217-79DA-1234-1096-20737C890D54}"/>
                  </a:ext>
                </a:extLst>
              </p:cNvPr>
              <p:cNvSpPr/>
              <p:nvPr/>
            </p:nvSpPr>
            <p:spPr>
              <a:xfrm>
                <a:off x="2137921" y="1447430"/>
                <a:ext cx="914400" cy="9235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75">
                    <a:moveTo>
                      <a:pt x="914400" y="914400"/>
                    </a:moveTo>
                    <a:lnTo>
                      <a:pt x="914400" y="923575"/>
                    </a:lnTo>
                    <a:lnTo>
                      <a:pt x="912481" y="919833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4" name="ph5715">
                <a:extLst>
                  <a:ext uri="{FF2B5EF4-FFF2-40B4-BE49-F238E27FC236}">
                    <a16:creationId xmlns:a16="http://schemas.microsoft.com/office/drawing/2014/main" id="{562267E0-75BD-B439-29BC-29807F59A9DD}"/>
                  </a:ext>
                </a:extLst>
              </p:cNvPr>
              <p:cNvSpPr/>
              <p:nvPr/>
            </p:nvSpPr>
            <p:spPr>
              <a:xfrm>
                <a:off x="213792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943" y="931969"/>
                    </a:lnTo>
                    <a:lnTo>
                      <a:pt x="916486" y="927644"/>
                    </a:lnTo>
                    <a:lnTo>
                      <a:pt x="914400" y="923575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5" name="ph5716">
                <a:extLst>
                  <a:ext uri="{FF2B5EF4-FFF2-40B4-BE49-F238E27FC236}">
                    <a16:creationId xmlns:a16="http://schemas.microsoft.com/office/drawing/2014/main" id="{6AAB2328-BB0A-755E-1462-14F63ABD274E}"/>
                  </a:ext>
                </a:extLst>
              </p:cNvPr>
              <p:cNvSpPr/>
              <p:nvPr/>
            </p:nvSpPr>
            <p:spPr>
              <a:xfrm>
                <a:off x="214736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6" name="ph5717">
                <a:extLst>
                  <a:ext uri="{FF2B5EF4-FFF2-40B4-BE49-F238E27FC236}">
                    <a16:creationId xmlns:a16="http://schemas.microsoft.com/office/drawing/2014/main" id="{25EF6375-620A-CE7A-2D93-2EC8A4EA75D5}"/>
                  </a:ext>
                </a:extLst>
              </p:cNvPr>
              <p:cNvSpPr/>
              <p:nvPr/>
            </p:nvSpPr>
            <p:spPr>
              <a:xfrm>
                <a:off x="215680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7" name="ph5718">
                <a:extLst>
                  <a:ext uri="{FF2B5EF4-FFF2-40B4-BE49-F238E27FC236}">
                    <a16:creationId xmlns:a16="http://schemas.microsoft.com/office/drawing/2014/main" id="{D9CA6275-D267-8E53-6733-9148E98F4E0F}"/>
                  </a:ext>
                </a:extLst>
              </p:cNvPr>
              <p:cNvSpPr/>
              <p:nvPr/>
            </p:nvSpPr>
            <p:spPr>
              <a:xfrm>
                <a:off x="216624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8" name="ph5719">
                <a:extLst>
                  <a:ext uri="{FF2B5EF4-FFF2-40B4-BE49-F238E27FC236}">
                    <a16:creationId xmlns:a16="http://schemas.microsoft.com/office/drawing/2014/main" id="{FDAD5CCD-EA21-C0C0-0D0A-377052E40FB6}"/>
                  </a:ext>
                </a:extLst>
              </p:cNvPr>
              <p:cNvSpPr/>
              <p:nvPr/>
            </p:nvSpPr>
            <p:spPr>
              <a:xfrm>
                <a:off x="217568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9" name="ph5720">
                <a:extLst>
                  <a:ext uri="{FF2B5EF4-FFF2-40B4-BE49-F238E27FC236}">
                    <a16:creationId xmlns:a16="http://schemas.microsoft.com/office/drawing/2014/main" id="{9D0BFCF1-B5C4-66D7-35A5-639632E1A366}"/>
                  </a:ext>
                </a:extLst>
              </p:cNvPr>
              <p:cNvSpPr/>
              <p:nvPr/>
            </p:nvSpPr>
            <p:spPr>
              <a:xfrm>
                <a:off x="218512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0" name="ph5721">
                <a:extLst>
                  <a:ext uri="{FF2B5EF4-FFF2-40B4-BE49-F238E27FC236}">
                    <a16:creationId xmlns:a16="http://schemas.microsoft.com/office/drawing/2014/main" id="{097F0EDE-AFF2-96C7-D4D3-6AD8D609AE12}"/>
                  </a:ext>
                </a:extLst>
              </p:cNvPr>
              <p:cNvSpPr/>
              <p:nvPr/>
            </p:nvSpPr>
            <p:spPr>
              <a:xfrm>
                <a:off x="219456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1" name="ph5722">
                <a:extLst>
                  <a:ext uri="{FF2B5EF4-FFF2-40B4-BE49-F238E27FC236}">
                    <a16:creationId xmlns:a16="http://schemas.microsoft.com/office/drawing/2014/main" id="{D4E7BBB2-E5AD-A8DB-9044-FEEFCB98EC67}"/>
                  </a:ext>
                </a:extLst>
              </p:cNvPr>
              <p:cNvSpPr/>
              <p:nvPr/>
            </p:nvSpPr>
            <p:spPr>
              <a:xfrm>
                <a:off x="220400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2" name="ph5723">
                <a:extLst>
                  <a:ext uri="{FF2B5EF4-FFF2-40B4-BE49-F238E27FC236}">
                    <a16:creationId xmlns:a16="http://schemas.microsoft.com/office/drawing/2014/main" id="{768F1E6A-CA85-14A5-AC62-4177106FD9E0}"/>
                  </a:ext>
                </a:extLst>
              </p:cNvPr>
              <p:cNvSpPr/>
              <p:nvPr/>
            </p:nvSpPr>
            <p:spPr>
              <a:xfrm>
                <a:off x="221344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3" name="ph5724">
                <a:extLst>
                  <a:ext uri="{FF2B5EF4-FFF2-40B4-BE49-F238E27FC236}">
                    <a16:creationId xmlns:a16="http://schemas.microsoft.com/office/drawing/2014/main" id="{2C0F2BBA-54DD-979A-F694-3214BE0567F6}"/>
                  </a:ext>
                </a:extLst>
              </p:cNvPr>
              <p:cNvSpPr/>
              <p:nvPr/>
            </p:nvSpPr>
            <p:spPr>
              <a:xfrm>
                <a:off x="222288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4" name="ph5725">
                <a:extLst>
                  <a:ext uri="{FF2B5EF4-FFF2-40B4-BE49-F238E27FC236}">
                    <a16:creationId xmlns:a16="http://schemas.microsoft.com/office/drawing/2014/main" id="{337599EF-C5F7-B261-5770-246EED70F8D0}"/>
                  </a:ext>
                </a:extLst>
              </p:cNvPr>
              <p:cNvSpPr/>
              <p:nvPr/>
            </p:nvSpPr>
            <p:spPr>
              <a:xfrm>
                <a:off x="223232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5" name="ph5726">
                <a:extLst>
                  <a:ext uri="{FF2B5EF4-FFF2-40B4-BE49-F238E27FC236}">
                    <a16:creationId xmlns:a16="http://schemas.microsoft.com/office/drawing/2014/main" id="{A7ECD82E-5BAB-619C-B427-F1AABE5D2829}"/>
                  </a:ext>
                </a:extLst>
              </p:cNvPr>
              <p:cNvSpPr/>
              <p:nvPr/>
            </p:nvSpPr>
            <p:spPr>
              <a:xfrm>
                <a:off x="224176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6" name="ph5727">
                <a:extLst>
                  <a:ext uri="{FF2B5EF4-FFF2-40B4-BE49-F238E27FC236}">
                    <a16:creationId xmlns:a16="http://schemas.microsoft.com/office/drawing/2014/main" id="{D32253EC-DF4E-BFBE-ABD6-C355EF46B718}"/>
                  </a:ext>
                </a:extLst>
              </p:cNvPr>
              <p:cNvSpPr/>
              <p:nvPr/>
            </p:nvSpPr>
            <p:spPr>
              <a:xfrm>
                <a:off x="225120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7" name="ph5728">
                <a:extLst>
                  <a:ext uri="{FF2B5EF4-FFF2-40B4-BE49-F238E27FC236}">
                    <a16:creationId xmlns:a16="http://schemas.microsoft.com/office/drawing/2014/main" id="{3C2A0898-5CB9-A61B-F6BE-C3A113E96BD3}"/>
                  </a:ext>
                </a:extLst>
              </p:cNvPr>
              <p:cNvSpPr/>
              <p:nvPr/>
            </p:nvSpPr>
            <p:spPr>
              <a:xfrm>
                <a:off x="226064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8" name="ph5729">
                <a:extLst>
                  <a:ext uri="{FF2B5EF4-FFF2-40B4-BE49-F238E27FC236}">
                    <a16:creationId xmlns:a16="http://schemas.microsoft.com/office/drawing/2014/main" id="{82659D6E-A1FD-79B0-A77A-3BC477350FCC}"/>
                  </a:ext>
                </a:extLst>
              </p:cNvPr>
              <p:cNvSpPr/>
              <p:nvPr/>
            </p:nvSpPr>
            <p:spPr>
              <a:xfrm>
                <a:off x="227008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9" name="ph5730">
                <a:extLst>
                  <a:ext uri="{FF2B5EF4-FFF2-40B4-BE49-F238E27FC236}">
                    <a16:creationId xmlns:a16="http://schemas.microsoft.com/office/drawing/2014/main" id="{5300A168-3661-5C2E-8622-381F9B4A8DAF}"/>
                  </a:ext>
                </a:extLst>
              </p:cNvPr>
              <p:cNvSpPr/>
              <p:nvPr/>
            </p:nvSpPr>
            <p:spPr>
              <a:xfrm>
                <a:off x="227952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0" name="ph5731">
                <a:extLst>
                  <a:ext uri="{FF2B5EF4-FFF2-40B4-BE49-F238E27FC236}">
                    <a16:creationId xmlns:a16="http://schemas.microsoft.com/office/drawing/2014/main" id="{D48BF913-92E5-0AA2-720D-4D4986DB2F95}"/>
                  </a:ext>
                </a:extLst>
              </p:cNvPr>
              <p:cNvSpPr/>
              <p:nvPr/>
            </p:nvSpPr>
            <p:spPr>
              <a:xfrm>
                <a:off x="228896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F">
                  <a:alpha val="100000"/>
                </a:srgbClr>
              </a:solidFill>
              <a:ln w="5420" cap="flat">
                <a:solidFill>
                  <a:srgbClr val="FFCC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1" name="ph5732">
                <a:extLst>
                  <a:ext uri="{FF2B5EF4-FFF2-40B4-BE49-F238E27FC236}">
                    <a16:creationId xmlns:a16="http://schemas.microsoft.com/office/drawing/2014/main" id="{92987DE5-B85C-F408-C7AD-439F7439379A}"/>
                  </a:ext>
                </a:extLst>
              </p:cNvPr>
              <p:cNvSpPr/>
              <p:nvPr/>
            </p:nvSpPr>
            <p:spPr>
              <a:xfrm>
                <a:off x="229840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2" name="ph5733">
                <a:extLst>
                  <a:ext uri="{FF2B5EF4-FFF2-40B4-BE49-F238E27FC236}">
                    <a16:creationId xmlns:a16="http://schemas.microsoft.com/office/drawing/2014/main" id="{AE30DBE4-E2B5-3F3F-A064-C15788CE7B60}"/>
                  </a:ext>
                </a:extLst>
              </p:cNvPr>
              <p:cNvSpPr/>
              <p:nvPr/>
            </p:nvSpPr>
            <p:spPr>
              <a:xfrm>
                <a:off x="230784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3" name="ph5734">
                <a:extLst>
                  <a:ext uri="{FF2B5EF4-FFF2-40B4-BE49-F238E27FC236}">
                    <a16:creationId xmlns:a16="http://schemas.microsoft.com/office/drawing/2014/main" id="{AF97C209-80F3-2015-32A8-B198C4BF2755}"/>
                  </a:ext>
                </a:extLst>
              </p:cNvPr>
              <p:cNvSpPr/>
              <p:nvPr/>
            </p:nvSpPr>
            <p:spPr>
              <a:xfrm>
                <a:off x="231728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4" name="ph5735">
                <a:extLst>
                  <a:ext uri="{FF2B5EF4-FFF2-40B4-BE49-F238E27FC236}">
                    <a16:creationId xmlns:a16="http://schemas.microsoft.com/office/drawing/2014/main" id="{E89B5752-E4B4-E325-37C4-3FEBD3362EA4}"/>
                  </a:ext>
                </a:extLst>
              </p:cNvPr>
              <p:cNvSpPr/>
              <p:nvPr/>
            </p:nvSpPr>
            <p:spPr>
              <a:xfrm>
                <a:off x="232672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5" name="ph5736">
                <a:extLst>
                  <a:ext uri="{FF2B5EF4-FFF2-40B4-BE49-F238E27FC236}">
                    <a16:creationId xmlns:a16="http://schemas.microsoft.com/office/drawing/2014/main" id="{A7A26415-9E92-4960-4FFC-731ECC380E70}"/>
                  </a:ext>
                </a:extLst>
              </p:cNvPr>
              <p:cNvSpPr/>
              <p:nvPr/>
            </p:nvSpPr>
            <p:spPr>
              <a:xfrm>
                <a:off x="233616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6" name="ph5737">
                <a:extLst>
                  <a:ext uri="{FF2B5EF4-FFF2-40B4-BE49-F238E27FC236}">
                    <a16:creationId xmlns:a16="http://schemas.microsoft.com/office/drawing/2014/main" id="{07E645CA-75D1-7929-E0C7-63B2C29BD4BC}"/>
                  </a:ext>
                </a:extLst>
              </p:cNvPr>
              <p:cNvSpPr/>
              <p:nvPr/>
            </p:nvSpPr>
            <p:spPr>
              <a:xfrm>
                <a:off x="234560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7" name="ph5738">
                <a:extLst>
                  <a:ext uri="{FF2B5EF4-FFF2-40B4-BE49-F238E27FC236}">
                    <a16:creationId xmlns:a16="http://schemas.microsoft.com/office/drawing/2014/main" id="{0A51CCAB-224D-4BEB-1908-14B7CF44A392}"/>
                  </a:ext>
                </a:extLst>
              </p:cNvPr>
              <p:cNvSpPr/>
              <p:nvPr/>
            </p:nvSpPr>
            <p:spPr>
              <a:xfrm>
                <a:off x="235504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8" name="ph5739">
                <a:extLst>
                  <a:ext uri="{FF2B5EF4-FFF2-40B4-BE49-F238E27FC236}">
                    <a16:creationId xmlns:a16="http://schemas.microsoft.com/office/drawing/2014/main" id="{DAFB2326-D72C-8009-6FF7-F1DDA9AF4731}"/>
                  </a:ext>
                </a:extLst>
              </p:cNvPr>
              <p:cNvSpPr/>
              <p:nvPr/>
            </p:nvSpPr>
            <p:spPr>
              <a:xfrm>
                <a:off x="236448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9" name="ph5740">
                <a:extLst>
                  <a:ext uri="{FF2B5EF4-FFF2-40B4-BE49-F238E27FC236}">
                    <a16:creationId xmlns:a16="http://schemas.microsoft.com/office/drawing/2014/main" id="{003BD700-854C-A964-5BC8-B1F0E49492F0}"/>
                  </a:ext>
                </a:extLst>
              </p:cNvPr>
              <p:cNvSpPr/>
              <p:nvPr/>
            </p:nvSpPr>
            <p:spPr>
              <a:xfrm>
                <a:off x="237392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0" name="ph5741">
                <a:extLst>
                  <a:ext uri="{FF2B5EF4-FFF2-40B4-BE49-F238E27FC236}">
                    <a16:creationId xmlns:a16="http://schemas.microsoft.com/office/drawing/2014/main" id="{DF5E3D72-5001-B979-63CE-6358F7134773}"/>
                  </a:ext>
                </a:extLst>
              </p:cNvPr>
              <p:cNvSpPr/>
              <p:nvPr/>
            </p:nvSpPr>
            <p:spPr>
              <a:xfrm>
                <a:off x="238336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1" name="ph5742">
                <a:extLst>
                  <a:ext uri="{FF2B5EF4-FFF2-40B4-BE49-F238E27FC236}">
                    <a16:creationId xmlns:a16="http://schemas.microsoft.com/office/drawing/2014/main" id="{5B82E2FF-CE54-5768-31F4-5791C21F1796}"/>
                  </a:ext>
                </a:extLst>
              </p:cNvPr>
              <p:cNvSpPr/>
              <p:nvPr/>
            </p:nvSpPr>
            <p:spPr>
              <a:xfrm>
                <a:off x="239280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2" name="ph5743">
                <a:extLst>
                  <a:ext uri="{FF2B5EF4-FFF2-40B4-BE49-F238E27FC236}">
                    <a16:creationId xmlns:a16="http://schemas.microsoft.com/office/drawing/2014/main" id="{E1DE7D3F-EBC3-79B4-3238-61296106C2FE}"/>
                  </a:ext>
                </a:extLst>
              </p:cNvPr>
              <p:cNvSpPr/>
              <p:nvPr/>
            </p:nvSpPr>
            <p:spPr>
              <a:xfrm>
                <a:off x="240224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3" name="ph5744">
                <a:extLst>
                  <a:ext uri="{FF2B5EF4-FFF2-40B4-BE49-F238E27FC236}">
                    <a16:creationId xmlns:a16="http://schemas.microsoft.com/office/drawing/2014/main" id="{EA95F7A8-6D5D-1E18-C680-6E9AA8F42750}"/>
                  </a:ext>
                </a:extLst>
              </p:cNvPr>
              <p:cNvSpPr/>
              <p:nvPr/>
            </p:nvSpPr>
            <p:spPr>
              <a:xfrm>
                <a:off x="241168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4" name="ph5745">
                <a:extLst>
                  <a:ext uri="{FF2B5EF4-FFF2-40B4-BE49-F238E27FC236}">
                    <a16:creationId xmlns:a16="http://schemas.microsoft.com/office/drawing/2014/main" id="{CC0A6467-1E34-7FEA-D058-3CB6EDEAF70C}"/>
                  </a:ext>
                </a:extLst>
              </p:cNvPr>
              <p:cNvSpPr/>
              <p:nvPr/>
            </p:nvSpPr>
            <p:spPr>
              <a:xfrm>
                <a:off x="2421129" y="1465000"/>
                <a:ext cx="921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61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1561" y="896830"/>
                    </a:lnTo>
                    <a:lnTo>
                      <a:pt x="919451" y="905383"/>
                    </a:lnTo>
                    <a:lnTo>
                      <a:pt x="916914" y="914400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5" name="ph5746">
                <a:extLst>
                  <a:ext uri="{FF2B5EF4-FFF2-40B4-BE49-F238E27FC236}">
                    <a16:creationId xmlns:a16="http://schemas.microsoft.com/office/drawing/2014/main" id="{FDB605DB-BCDC-F2A3-619E-F59C6B53BA85}"/>
                  </a:ext>
                </a:extLst>
              </p:cNvPr>
              <p:cNvSpPr/>
              <p:nvPr/>
            </p:nvSpPr>
            <p:spPr>
              <a:xfrm>
                <a:off x="3129147" y="14474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574" y="931969"/>
                    </a:lnTo>
                    <a:lnTo>
                      <a:pt x="910393" y="924263"/>
                    </a:lnTo>
                    <a:lnTo>
                      <a:pt x="911730" y="914400"/>
                    </a:lnTo>
                    <a:close/>
                  </a:path>
                </a:pathLst>
              </a:custGeom>
              <a:solidFill>
                <a:srgbClr val="DE4530">
                  <a:alpha val="100000"/>
                </a:srgbClr>
              </a:solidFill>
              <a:ln w="5420" cap="flat">
                <a:solidFill>
                  <a:srgbClr val="DE453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6" name="ph5747">
                <a:extLst>
                  <a:ext uri="{FF2B5EF4-FFF2-40B4-BE49-F238E27FC236}">
                    <a16:creationId xmlns:a16="http://schemas.microsoft.com/office/drawing/2014/main" id="{A9FB920A-4C32-E3BF-7B8A-159CC5BA50C3}"/>
                  </a:ext>
                </a:extLst>
              </p:cNvPr>
              <p:cNvSpPr/>
              <p:nvPr/>
            </p:nvSpPr>
            <p:spPr>
              <a:xfrm>
                <a:off x="312914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7" name="ph5748">
                <a:extLst>
                  <a:ext uri="{FF2B5EF4-FFF2-40B4-BE49-F238E27FC236}">
                    <a16:creationId xmlns:a16="http://schemas.microsoft.com/office/drawing/2014/main" id="{151B0F56-97DB-3430-B067-D121995F03A9}"/>
                  </a:ext>
                </a:extLst>
              </p:cNvPr>
              <p:cNvSpPr/>
              <p:nvPr/>
            </p:nvSpPr>
            <p:spPr>
              <a:xfrm>
                <a:off x="313858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8" name="ph5749">
                <a:extLst>
                  <a:ext uri="{FF2B5EF4-FFF2-40B4-BE49-F238E27FC236}">
                    <a16:creationId xmlns:a16="http://schemas.microsoft.com/office/drawing/2014/main" id="{9BD5C742-2535-4C1C-7969-A05BAEAF22E5}"/>
                  </a:ext>
                </a:extLst>
              </p:cNvPr>
              <p:cNvSpPr/>
              <p:nvPr/>
            </p:nvSpPr>
            <p:spPr>
              <a:xfrm>
                <a:off x="314802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9" name="ph5750">
                <a:extLst>
                  <a:ext uri="{FF2B5EF4-FFF2-40B4-BE49-F238E27FC236}">
                    <a16:creationId xmlns:a16="http://schemas.microsoft.com/office/drawing/2014/main" id="{CF040210-A328-A44C-5313-1AFA73C504BC}"/>
                  </a:ext>
                </a:extLst>
              </p:cNvPr>
              <p:cNvSpPr/>
              <p:nvPr/>
            </p:nvSpPr>
            <p:spPr>
              <a:xfrm>
                <a:off x="315746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0" name="ph5751">
                <a:extLst>
                  <a:ext uri="{FF2B5EF4-FFF2-40B4-BE49-F238E27FC236}">
                    <a16:creationId xmlns:a16="http://schemas.microsoft.com/office/drawing/2014/main" id="{7EE9F21F-D2DB-937A-4105-CCF797D89548}"/>
                  </a:ext>
                </a:extLst>
              </p:cNvPr>
              <p:cNvSpPr/>
              <p:nvPr/>
            </p:nvSpPr>
            <p:spPr>
              <a:xfrm>
                <a:off x="316690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1" name="ph5752">
                <a:extLst>
                  <a:ext uri="{FF2B5EF4-FFF2-40B4-BE49-F238E27FC236}">
                    <a16:creationId xmlns:a16="http://schemas.microsoft.com/office/drawing/2014/main" id="{FF037242-5F9A-4C45-1860-CBDC46C7361B}"/>
                  </a:ext>
                </a:extLst>
              </p:cNvPr>
              <p:cNvSpPr/>
              <p:nvPr/>
            </p:nvSpPr>
            <p:spPr>
              <a:xfrm>
                <a:off x="317634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2" name="ph5753">
                <a:extLst>
                  <a:ext uri="{FF2B5EF4-FFF2-40B4-BE49-F238E27FC236}">
                    <a16:creationId xmlns:a16="http://schemas.microsoft.com/office/drawing/2014/main" id="{545D7076-2FE8-63A8-EEC6-336A98B14446}"/>
                  </a:ext>
                </a:extLst>
              </p:cNvPr>
              <p:cNvSpPr/>
              <p:nvPr/>
            </p:nvSpPr>
            <p:spPr>
              <a:xfrm>
                <a:off x="318578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3" name="ph5754">
                <a:extLst>
                  <a:ext uri="{FF2B5EF4-FFF2-40B4-BE49-F238E27FC236}">
                    <a16:creationId xmlns:a16="http://schemas.microsoft.com/office/drawing/2014/main" id="{227A1055-253B-8CF7-C54E-CE52E491AF50}"/>
                  </a:ext>
                </a:extLst>
              </p:cNvPr>
              <p:cNvSpPr/>
              <p:nvPr/>
            </p:nvSpPr>
            <p:spPr>
              <a:xfrm>
                <a:off x="319522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4" name="ph5755">
                <a:extLst>
                  <a:ext uri="{FF2B5EF4-FFF2-40B4-BE49-F238E27FC236}">
                    <a16:creationId xmlns:a16="http://schemas.microsoft.com/office/drawing/2014/main" id="{F74F48B4-8C87-4F50-ABCE-89350F7FFE0F}"/>
                  </a:ext>
                </a:extLst>
              </p:cNvPr>
              <p:cNvSpPr/>
              <p:nvPr/>
            </p:nvSpPr>
            <p:spPr>
              <a:xfrm>
                <a:off x="320466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5" name="ph5756">
                <a:extLst>
                  <a:ext uri="{FF2B5EF4-FFF2-40B4-BE49-F238E27FC236}">
                    <a16:creationId xmlns:a16="http://schemas.microsoft.com/office/drawing/2014/main" id="{E3BB1882-821F-9364-D507-4CCE6A63F2B1}"/>
                  </a:ext>
                </a:extLst>
              </p:cNvPr>
              <p:cNvSpPr/>
              <p:nvPr/>
            </p:nvSpPr>
            <p:spPr>
              <a:xfrm>
                <a:off x="321410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6" name="ph5757">
                <a:extLst>
                  <a:ext uri="{FF2B5EF4-FFF2-40B4-BE49-F238E27FC236}">
                    <a16:creationId xmlns:a16="http://schemas.microsoft.com/office/drawing/2014/main" id="{D0DED67A-BF0E-5CF3-1C0F-FBB0B038864A}"/>
                  </a:ext>
                </a:extLst>
              </p:cNvPr>
              <p:cNvSpPr/>
              <p:nvPr/>
            </p:nvSpPr>
            <p:spPr>
              <a:xfrm>
                <a:off x="322354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7" name="ph5758">
                <a:extLst>
                  <a:ext uri="{FF2B5EF4-FFF2-40B4-BE49-F238E27FC236}">
                    <a16:creationId xmlns:a16="http://schemas.microsoft.com/office/drawing/2014/main" id="{5E1414B5-8CED-6CD5-DF50-010E0E69C0DA}"/>
                  </a:ext>
                </a:extLst>
              </p:cNvPr>
              <p:cNvSpPr/>
              <p:nvPr/>
            </p:nvSpPr>
            <p:spPr>
              <a:xfrm>
                <a:off x="323298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8" name="ph5759">
                <a:extLst>
                  <a:ext uri="{FF2B5EF4-FFF2-40B4-BE49-F238E27FC236}">
                    <a16:creationId xmlns:a16="http://schemas.microsoft.com/office/drawing/2014/main" id="{32D30525-722A-194A-9236-D9BC972A74A2}"/>
                  </a:ext>
                </a:extLst>
              </p:cNvPr>
              <p:cNvSpPr/>
              <p:nvPr/>
            </p:nvSpPr>
            <p:spPr>
              <a:xfrm>
                <a:off x="324242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9" name="ph5760">
                <a:extLst>
                  <a:ext uri="{FF2B5EF4-FFF2-40B4-BE49-F238E27FC236}">
                    <a16:creationId xmlns:a16="http://schemas.microsoft.com/office/drawing/2014/main" id="{15A86E4D-5EDE-9978-245A-0E022D83C27B}"/>
                  </a:ext>
                </a:extLst>
              </p:cNvPr>
              <p:cNvSpPr/>
              <p:nvPr/>
            </p:nvSpPr>
            <p:spPr>
              <a:xfrm>
                <a:off x="325187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0" name="ph5761">
                <a:extLst>
                  <a:ext uri="{FF2B5EF4-FFF2-40B4-BE49-F238E27FC236}">
                    <a16:creationId xmlns:a16="http://schemas.microsoft.com/office/drawing/2014/main" id="{FF7240B6-5198-CF24-A391-5E6F95BA1F26}"/>
                  </a:ext>
                </a:extLst>
              </p:cNvPr>
              <p:cNvSpPr/>
              <p:nvPr/>
            </p:nvSpPr>
            <p:spPr>
              <a:xfrm>
                <a:off x="326131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1" name="ph5762">
                <a:extLst>
                  <a:ext uri="{FF2B5EF4-FFF2-40B4-BE49-F238E27FC236}">
                    <a16:creationId xmlns:a16="http://schemas.microsoft.com/office/drawing/2014/main" id="{4E3FFE67-9065-2D55-3EFE-A01AAAB16B37}"/>
                  </a:ext>
                </a:extLst>
              </p:cNvPr>
              <p:cNvSpPr/>
              <p:nvPr/>
            </p:nvSpPr>
            <p:spPr>
              <a:xfrm>
                <a:off x="327075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2" name="ph5763">
                <a:extLst>
                  <a:ext uri="{FF2B5EF4-FFF2-40B4-BE49-F238E27FC236}">
                    <a16:creationId xmlns:a16="http://schemas.microsoft.com/office/drawing/2014/main" id="{A4D74ECB-6F42-95BA-4B72-9E3BF352BC8D}"/>
                  </a:ext>
                </a:extLst>
              </p:cNvPr>
              <p:cNvSpPr/>
              <p:nvPr/>
            </p:nvSpPr>
            <p:spPr>
              <a:xfrm>
                <a:off x="328019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3" name="ph5764">
                <a:extLst>
                  <a:ext uri="{FF2B5EF4-FFF2-40B4-BE49-F238E27FC236}">
                    <a16:creationId xmlns:a16="http://schemas.microsoft.com/office/drawing/2014/main" id="{7296289D-9BF1-6CA3-13F8-54FD0D6B6B0A}"/>
                  </a:ext>
                </a:extLst>
              </p:cNvPr>
              <p:cNvSpPr/>
              <p:nvPr/>
            </p:nvSpPr>
            <p:spPr>
              <a:xfrm>
                <a:off x="328963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4" name="ph5765">
                <a:extLst>
                  <a:ext uri="{FF2B5EF4-FFF2-40B4-BE49-F238E27FC236}">
                    <a16:creationId xmlns:a16="http://schemas.microsoft.com/office/drawing/2014/main" id="{259B1416-E332-0735-81CA-0CD548E772FB}"/>
                  </a:ext>
                </a:extLst>
              </p:cNvPr>
              <p:cNvSpPr/>
              <p:nvPr/>
            </p:nvSpPr>
            <p:spPr>
              <a:xfrm>
                <a:off x="329907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5" name="ph5766">
                <a:extLst>
                  <a:ext uri="{FF2B5EF4-FFF2-40B4-BE49-F238E27FC236}">
                    <a16:creationId xmlns:a16="http://schemas.microsoft.com/office/drawing/2014/main" id="{B2F436E6-0C78-2CBC-FE2A-C6391D650064}"/>
                  </a:ext>
                </a:extLst>
              </p:cNvPr>
              <p:cNvSpPr/>
              <p:nvPr/>
            </p:nvSpPr>
            <p:spPr>
              <a:xfrm>
                <a:off x="330851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6" name="ph5767">
                <a:extLst>
                  <a:ext uri="{FF2B5EF4-FFF2-40B4-BE49-F238E27FC236}">
                    <a16:creationId xmlns:a16="http://schemas.microsoft.com/office/drawing/2014/main" id="{88D6E92A-DF99-C0BF-A3BB-7E75652DEB39}"/>
                  </a:ext>
                </a:extLst>
              </p:cNvPr>
              <p:cNvSpPr/>
              <p:nvPr/>
            </p:nvSpPr>
            <p:spPr>
              <a:xfrm>
                <a:off x="331795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7" name="ph5768">
                <a:extLst>
                  <a:ext uri="{FF2B5EF4-FFF2-40B4-BE49-F238E27FC236}">
                    <a16:creationId xmlns:a16="http://schemas.microsoft.com/office/drawing/2014/main" id="{459B7B11-D239-74D4-4697-435056E42A3C}"/>
                  </a:ext>
                </a:extLst>
              </p:cNvPr>
              <p:cNvSpPr/>
              <p:nvPr/>
            </p:nvSpPr>
            <p:spPr>
              <a:xfrm>
                <a:off x="332739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8" name="ph5769">
                <a:extLst>
                  <a:ext uri="{FF2B5EF4-FFF2-40B4-BE49-F238E27FC236}">
                    <a16:creationId xmlns:a16="http://schemas.microsoft.com/office/drawing/2014/main" id="{17CEF01D-9C1E-FF7F-F6FD-1ED148A933AE}"/>
                  </a:ext>
                </a:extLst>
              </p:cNvPr>
              <p:cNvSpPr/>
              <p:nvPr/>
            </p:nvSpPr>
            <p:spPr>
              <a:xfrm>
                <a:off x="333683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9" name="ph5770">
                <a:extLst>
                  <a:ext uri="{FF2B5EF4-FFF2-40B4-BE49-F238E27FC236}">
                    <a16:creationId xmlns:a16="http://schemas.microsoft.com/office/drawing/2014/main" id="{98717E8B-7B81-9E80-7BB0-ACA549D6984F}"/>
                  </a:ext>
                </a:extLst>
              </p:cNvPr>
              <p:cNvSpPr/>
              <p:nvPr/>
            </p:nvSpPr>
            <p:spPr>
              <a:xfrm>
                <a:off x="334627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0" name="ph5771">
                <a:extLst>
                  <a:ext uri="{FF2B5EF4-FFF2-40B4-BE49-F238E27FC236}">
                    <a16:creationId xmlns:a16="http://schemas.microsoft.com/office/drawing/2014/main" id="{4D7FDE03-FCA6-0AD1-D981-40BCDBF2CB88}"/>
                  </a:ext>
                </a:extLst>
              </p:cNvPr>
              <p:cNvSpPr/>
              <p:nvPr/>
            </p:nvSpPr>
            <p:spPr>
              <a:xfrm>
                <a:off x="335571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1" name="ph5772">
                <a:extLst>
                  <a:ext uri="{FF2B5EF4-FFF2-40B4-BE49-F238E27FC236}">
                    <a16:creationId xmlns:a16="http://schemas.microsoft.com/office/drawing/2014/main" id="{274F5849-39FF-69B0-A1BF-D141CEB831A9}"/>
                  </a:ext>
                </a:extLst>
              </p:cNvPr>
              <p:cNvSpPr/>
              <p:nvPr/>
            </p:nvSpPr>
            <p:spPr>
              <a:xfrm>
                <a:off x="336515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2" name="ph5773">
                <a:extLst>
                  <a:ext uri="{FF2B5EF4-FFF2-40B4-BE49-F238E27FC236}">
                    <a16:creationId xmlns:a16="http://schemas.microsoft.com/office/drawing/2014/main" id="{C123BDB7-063D-2216-0F11-E5ABA038B738}"/>
                  </a:ext>
                </a:extLst>
              </p:cNvPr>
              <p:cNvSpPr/>
              <p:nvPr/>
            </p:nvSpPr>
            <p:spPr>
              <a:xfrm>
                <a:off x="337459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3" name="ph5774">
                <a:extLst>
                  <a:ext uri="{FF2B5EF4-FFF2-40B4-BE49-F238E27FC236}">
                    <a16:creationId xmlns:a16="http://schemas.microsoft.com/office/drawing/2014/main" id="{02E9259F-CE97-EB1A-5C90-EC8AFED617E0}"/>
                  </a:ext>
                </a:extLst>
              </p:cNvPr>
              <p:cNvSpPr/>
              <p:nvPr/>
            </p:nvSpPr>
            <p:spPr>
              <a:xfrm>
                <a:off x="338403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4" name="ph5775">
                <a:extLst>
                  <a:ext uri="{FF2B5EF4-FFF2-40B4-BE49-F238E27FC236}">
                    <a16:creationId xmlns:a16="http://schemas.microsoft.com/office/drawing/2014/main" id="{63F83417-39F8-A20A-4AE0-8319EAC73A81}"/>
                  </a:ext>
                </a:extLst>
              </p:cNvPr>
              <p:cNvSpPr/>
              <p:nvPr/>
            </p:nvSpPr>
            <p:spPr>
              <a:xfrm>
                <a:off x="339347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5" name="ph5776">
                <a:extLst>
                  <a:ext uri="{FF2B5EF4-FFF2-40B4-BE49-F238E27FC236}">
                    <a16:creationId xmlns:a16="http://schemas.microsoft.com/office/drawing/2014/main" id="{35A09950-D600-B52A-7561-41E46A233551}"/>
                  </a:ext>
                </a:extLst>
              </p:cNvPr>
              <p:cNvSpPr/>
              <p:nvPr/>
            </p:nvSpPr>
            <p:spPr>
              <a:xfrm>
                <a:off x="340291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6" name="ph5777">
                <a:extLst>
                  <a:ext uri="{FF2B5EF4-FFF2-40B4-BE49-F238E27FC236}">
                    <a16:creationId xmlns:a16="http://schemas.microsoft.com/office/drawing/2014/main" id="{DF31FA22-2425-8CA0-7D46-99F3A81235E7}"/>
                  </a:ext>
                </a:extLst>
              </p:cNvPr>
              <p:cNvSpPr/>
              <p:nvPr/>
            </p:nvSpPr>
            <p:spPr>
              <a:xfrm>
                <a:off x="341235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7" name="ph5778">
                <a:extLst>
                  <a:ext uri="{FF2B5EF4-FFF2-40B4-BE49-F238E27FC236}">
                    <a16:creationId xmlns:a16="http://schemas.microsoft.com/office/drawing/2014/main" id="{92BB63CB-3D9D-DD95-0E8D-C724F9B7C445}"/>
                  </a:ext>
                </a:extLst>
              </p:cNvPr>
              <p:cNvSpPr/>
              <p:nvPr/>
            </p:nvSpPr>
            <p:spPr>
              <a:xfrm>
                <a:off x="342179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8" name="ph5779">
                <a:extLst>
                  <a:ext uri="{FF2B5EF4-FFF2-40B4-BE49-F238E27FC236}">
                    <a16:creationId xmlns:a16="http://schemas.microsoft.com/office/drawing/2014/main" id="{7A2980D1-1CFE-CB70-50D9-D34779E5D373}"/>
                  </a:ext>
                </a:extLst>
              </p:cNvPr>
              <p:cNvSpPr/>
              <p:nvPr/>
            </p:nvSpPr>
            <p:spPr>
              <a:xfrm>
                <a:off x="343123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9" name="ph5780">
                <a:extLst>
                  <a:ext uri="{FF2B5EF4-FFF2-40B4-BE49-F238E27FC236}">
                    <a16:creationId xmlns:a16="http://schemas.microsoft.com/office/drawing/2014/main" id="{69F743DF-AD6E-D5FF-013E-8E28411CEF01}"/>
                  </a:ext>
                </a:extLst>
              </p:cNvPr>
              <p:cNvSpPr/>
              <p:nvPr/>
            </p:nvSpPr>
            <p:spPr>
              <a:xfrm>
                <a:off x="344067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0" name="ph5781">
                <a:extLst>
                  <a:ext uri="{FF2B5EF4-FFF2-40B4-BE49-F238E27FC236}">
                    <a16:creationId xmlns:a16="http://schemas.microsoft.com/office/drawing/2014/main" id="{4D9402A1-8007-2185-F2C2-CA52DA060A1E}"/>
                  </a:ext>
                </a:extLst>
              </p:cNvPr>
              <p:cNvSpPr/>
              <p:nvPr/>
            </p:nvSpPr>
            <p:spPr>
              <a:xfrm>
                <a:off x="345011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1" name="ph5782">
                <a:extLst>
                  <a:ext uri="{FF2B5EF4-FFF2-40B4-BE49-F238E27FC236}">
                    <a16:creationId xmlns:a16="http://schemas.microsoft.com/office/drawing/2014/main" id="{1C3D6501-1C3E-FE94-871E-5EB1BD99D0FE}"/>
                  </a:ext>
                </a:extLst>
              </p:cNvPr>
              <p:cNvSpPr/>
              <p:nvPr/>
            </p:nvSpPr>
            <p:spPr>
              <a:xfrm>
                <a:off x="345955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2" name="ph5783">
                <a:extLst>
                  <a:ext uri="{FF2B5EF4-FFF2-40B4-BE49-F238E27FC236}">
                    <a16:creationId xmlns:a16="http://schemas.microsoft.com/office/drawing/2014/main" id="{5C82FD8E-2C47-F5FA-06C7-D9B67CF3AF59}"/>
                  </a:ext>
                </a:extLst>
              </p:cNvPr>
              <p:cNvSpPr/>
              <p:nvPr/>
            </p:nvSpPr>
            <p:spPr>
              <a:xfrm>
                <a:off x="346899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3" name="ph5784">
                <a:extLst>
                  <a:ext uri="{FF2B5EF4-FFF2-40B4-BE49-F238E27FC236}">
                    <a16:creationId xmlns:a16="http://schemas.microsoft.com/office/drawing/2014/main" id="{40A88ECD-1B50-FE24-CC61-FB14F2B28B8A}"/>
                  </a:ext>
                </a:extLst>
              </p:cNvPr>
              <p:cNvSpPr/>
              <p:nvPr/>
            </p:nvSpPr>
            <p:spPr>
              <a:xfrm>
                <a:off x="347843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4" name="ph5785">
                <a:extLst>
                  <a:ext uri="{FF2B5EF4-FFF2-40B4-BE49-F238E27FC236}">
                    <a16:creationId xmlns:a16="http://schemas.microsoft.com/office/drawing/2014/main" id="{D6E5BB69-164C-9688-A194-720FC3DE6FED}"/>
                  </a:ext>
                </a:extLst>
              </p:cNvPr>
              <p:cNvSpPr/>
              <p:nvPr/>
            </p:nvSpPr>
            <p:spPr>
              <a:xfrm>
                <a:off x="348787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5" name="ph5786">
                <a:extLst>
                  <a:ext uri="{FF2B5EF4-FFF2-40B4-BE49-F238E27FC236}">
                    <a16:creationId xmlns:a16="http://schemas.microsoft.com/office/drawing/2014/main" id="{4FF27091-7469-DA63-CF6D-EC8317003AC2}"/>
                  </a:ext>
                </a:extLst>
              </p:cNvPr>
              <p:cNvSpPr/>
              <p:nvPr/>
            </p:nvSpPr>
            <p:spPr>
              <a:xfrm>
                <a:off x="349731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6" name="ph5787">
                <a:extLst>
                  <a:ext uri="{FF2B5EF4-FFF2-40B4-BE49-F238E27FC236}">
                    <a16:creationId xmlns:a16="http://schemas.microsoft.com/office/drawing/2014/main" id="{6E85A00D-EB16-F2B3-7529-D2AFA9B8E2CA}"/>
                  </a:ext>
                </a:extLst>
              </p:cNvPr>
              <p:cNvSpPr/>
              <p:nvPr/>
            </p:nvSpPr>
            <p:spPr>
              <a:xfrm>
                <a:off x="350675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7" name="ph5788">
                <a:extLst>
                  <a:ext uri="{FF2B5EF4-FFF2-40B4-BE49-F238E27FC236}">
                    <a16:creationId xmlns:a16="http://schemas.microsoft.com/office/drawing/2014/main" id="{2F418F19-5E50-29D5-B51F-8C0B8FA7516C}"/>
                  </a:ext>
                </a:extLst>
              </p:cNvPr>
              <p:cNvSpPr/>
              <p:nvPr/>
            </p:nvSpPr>
            <p:spPr>
              <a:xfrm>
                <a:off x="351619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8" name="ph5789">
                <a:extLst>
                  <a:ext uri="{FF2B5EF4-FFF2-40B4-BE49-F238E27FC236}">
                    <a16:creationId xmlns:a16="http://schemas.microsoft.com/office/drawing/2014/main" id="{2CE80138-3E4D-193A-7AF1-9A104582D551}"/>
                  </a:ext>
                </a:extLst>
              </p:cNvPr>
              <p:cNvSpPr/>
              <p:nvPr/>
            </p:nvSpPr>
            <p:spPr>
              <a:xfrm>
                <a:off x="352563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9" name="ph5790">
                <a:extLst>
                  <a:ext uri="{FF2B5EF4-FFF2-40B4-BE49-F238E27FC236}">
                    <a16:creationId xmlns:a16="http://schemas.microsoft.com/office/drawing/2014/main" id="{F1DDC565-B4A5-28CF-B1C3-86809A17984F}"/>
                  </a:ext>
                </a:extLst>
              </p:cNvPr>
              <p:cNvSpPr/>
              <p:nvPr/>
            </p:nvSpPr>
            <p:spPr>
              <a:xfrm>
                <a:off x="353507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0" name="ph5791">
                <a:extLst>
                  <a:ext uri="{FF2B5EF4-FFF2-40B4-BE49-F238E27FC236}">
                    <a16:creationId xmlns:a16="http://schemas.microsoft.com/office/drawing/2014/main" id="{BC2B934D-B32E-DF44-CB39-DA3285B71FF3}"/>
                  </a:ext>
                </a:extLst>
              </p:cNvPr>
              <p:cNvSpPr/>
              <p:nvPr/>
            </p:nvSpPr>
            <p:spPr>
              <a:xfrm>
                <a:off x="354451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1" name="ph5792">
                <a:extLst>
                  <a:ext uri="{FF2B5EF4-FFF2-40B4-BE49-F238E27FC236}">
                    <a16:creationId xmlns:a16="http://schemas.microsoft.com/office/drawing/2014/main" id="{E348BDFE-2550-6380-2375-BB1CBE6DC653}"/>
                  </a:ext>
                </a:extLst>
              </p:cNvPr>
              <p:cNvSpPr/>
              <p:nvPr/>
            </p:nvSpPr>
            <p:spPr>
              <a:xfrm>
                <a:off x="355395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2" name="ph5793">
                <a:extLst>
                  <a:ext uri="{FF2B5EF4-FFF2-40B4-BE49-F238E27FC236}">
                    <a16:creationId xmlns:a16="http://schemas.microsoft.com/office/drawing/2014/main" id="{2DC196EB-102C-44A5-F401-E6D78398C810}"/>
                  </a:ext>
                </a:extLst>
              </p:cNvPr>
              <p:cNvSpPr/>
              <p:nvPr/>
            </p:nvSpPr>
            <p:spPr>
              <a:xfrm>
                <a:off x="356339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3" name="ph5794">
                <a:extLst>
                  <a:ext uri="{FF2B5EF4-FFF2-40B4-BE49-F238E27FC236}">
                    <a16:creationId xmlns:a16="http://schemas.microsoft.com/office/drawing/2014/main" id="{BC3C4ED3-909C-DE82-9FFC-BC6FFFF3CAFE}"/>
                  </a:ext>
                </a:extLst>
              </p:cNvPr>
              <p:cNvSpPr/>
              <p:nvPr/>
            </p:nvSpPr>
            <p:spPr>
              <a:xfrm>
                <a:off x="357283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4" name="ph5795">
                <a:extLst>
                  <a:ext uri="{FF2B5EF4-FFF2-40B4-BE49-F238E27FC236}">
                    <a16:creationId xmlns:a16="http://schemas.microsoft.com/office/drawing/2014/main" id="{F715FB71-00F1-1846-DDCF-709036CA8303}"/>
                  </a:ext>
                </a:extLst>
              </p:cNvPr>
              <p:cNvSpPr/>
              <p:nvPr/>
            </p:nvSpPr>
            <p:spPr>
              <a:xfrm>
                <a:off x="358227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5" name="ph5796">
                <a:extLst>
                  <a:ext uri="{FF2B5EF4-FFF2-40B4-BE49-F238E27FC236}">
                    <a16:creationId xmlns:a16="http://schemas.microsoft.com/office/drawing/2014/main" id="{A36A1A1F-38E2-9C52-8487-F29AE3335760}"/>
                  </a:ext>
                </a:extLst>
              </p:cNvPr>
              <p:cNvSpPr/>
              <p:nvPr/>
            </p:nvSpPr>
            <p:spPr>
              <a:xfrm>
                <a:off x="359171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6" name="ph5797">
                <a:extLst>
                  <a:ext uri="{FF2B5EF4-FFF2-40B4-BE49-F238E27FC236}">
                    <a16:creationId xmlns:a16="http://schemas.microsoft.com/office/drawing/2014/main" id="{15D54714-8D41-D234-205F-A1FACEE5CD50}"/>
                  </a:ext>
                </a:extLst>
              </p:cNvPr>
              <p:cNvSpPr/>
              <p:nvPr/>
            </p:nvSpPr>
            <p:spPr>
              <a:xfrm>
                <a:off x="360115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7" name="ph5798">
                <a:extLst>
                  <a:ext uri="{FF2B5EF4-FFF2-40B4-BE49-F238E27FC236}">
                    <a16:creationId xmlns:a16="http://schemas.microsoft.com/office/drawing/2014/main" id="{B3AF53D2-7557-F29F-B99C-8C4708752C85}"/>
                  </a:ext>
                </a:extLst>
              </p:cNvPr>
              <p:cNvSpPr/>
              <p:nvPr/>
            </p:nvSpPr>
            <p:spPr>
              <a:xfrm>
                <a:off x="361059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8" name="ph5799">
                <a:extLst>
                  <a:ext uri="{FF2B5EF4-FFF2-40B4-BE49-F238E27FC236}">
                    <a16:creationId xmlns:a16="http://schemas.microsoft.com/office/drawing/2014/main" id="{D8AF44B4-FBC8-D839-5065-4B408F55ED0A}"/>
                  </a:ext>
                </a:extLst>
              </p:cNvPr>
              <p:cNvSpPr/>
              <p:nvPr/>
            </p:nvSpPr>
            <p:spPr>
              <a:xfrm>
                <a:off x="362003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9" name="ph5800">
                <a:extLst>
                  <a:ext uri="{FF2B5EF4-FFF2-40B4-BE49-F238E27FC236}">
                    <a16:creationId xmlns:a16="http://schemas.microsoft.com/office/drawing/2014/main" id="{A70B755A-6F54-E605-5811-56C6335DFDD2}"/>
                  </a:ext>
                </a:extLst>
              </p:cNvPr>
              <p:cNvSpPr/>
              <p:nvPr/>
            </p:nvSpPr>
            <p:spPr>
              <a:xfrm>
                <a:off x="362947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0" name="ph5801">
                <a:extLst>
                  <a:ext uri="{FF2B5EF4-FFF2-40B4-BE49-F238E27FC236}">
                    <a16:creationId xmlns:a16="http://schemas.microsoft.com/office/drawing/2014/main" id="{389EC859-F259-7147-0395-7469F3F43AD1}"/>
                  </a:ext>
                </a:extLst>
              </p:cNvPr>
              <p:cNvSpPr/>
              <p:nvPr/>
            </p:nvSpPr>
            <p:spPr>
              <a:xfrm>
                <a:off x="363891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1" name="ph5802">
                <a:extLst>
                  <a:ext uri="{FF2B5EF4-FFF2-40B4-BE49-F238E27FC236}">
                    <a16:creationId xmlns:a16="http://schemas.microsoft.com/office/drawing/2014/main" id="{451F55A3-825C-440A-C263-30D5770CE0AE}"/>
                  </a:ext>
                </a:extLst>
              </p:cNvPr>
              <p:cNvSpPr/>
              <p:nvPr/>
            </p:nvSpPr>
            <p:spPr>
              <a:xfrm>
                <a:off x="364836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2" name="ph5803">
                <a:extLst>
                  <a:ext uri="{FF2B5EF4-FFF2-40B4-BE49-F238E27FC236}">
                    <a16:creationId xmlns:a16="http://schemas.microsoft.com/office/drawing/2014/main" id="{078E97A7-CC7B-3DBC-3179-BA0956C48A96}"/>
                  </a:ext>
                </a:extLst>
              </p:cNvPr>
              <p:cNvSpPr/>
              <p:nvPr/>
            </p:nvSpPr>
            <p:spPr>
              <a:xfrm>
                <a:off x="365780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3" name="ph5804">
                <a:extLst>
                  <a:ext uri="{FF2B5EF4-FFF2-40B4-BE49-F238E27FC236}">
                    <a16:creationId xmlns:a16="http://schemas.microsoft.com/office/drawing/2014/main" id="{F03D2455-A9F8-0C4B-1133-865CCAC7513E}"/>
                  </a:ext>
                </a:extLst>
              </p:cNvPr>
              <p:cNvSpPr/>
              <p:nvPr/>
            </p:nvSpPr>
            <p:spPr>
              <a:xfrm>
                <a:off x="366724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4" name="ph5805">
                <a:extLst>
                  <a:ext uri="{FF2B5EF4-FFF2-40B4-BE49-F238E27FC236}">
                    <a16:creationId xmlns:a16="http://schemas.microsoft.com/office/drawing/2014/main" id="{B18F1812-CA0C-2B88-49A6-355774FFCE45}"/>
                  </a:ext>
                </a:extLst>
              </p:cNvPr>
              <p:cNvSpPr/>
              <p:nvPr/>
            </p:nvSpPr>
            <p:spPr>
              <a:xfrm>
                <a:off x="367668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5" name="ph5806">
                <a:extLst>
                  <a:ext uri="{FF2B5EF4-FFF2-40B4-BE49-F238E27FC236}">
                    <a16:creationId xmlns:a16="http://schemas.microsoft.com/office/drawing/2014/main" id="{43CE63C9-16F5-70B1-DF1F-08DC47ECADB5}"/>
                  </a:ext>
                </a:extLst>
              </p:cNvPr>
              <p:cNvSpPr/>
              <p:nvPr/>
            </p:nvSpPr>
            <p:spPr>
              <a:xfrm>
                <a:off x="368612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6" name="ph5807">
                <a:extLst>
                  <a:ext uri="{FF2B5EF4-FFF2-40B4-BE49-F238E27FC236}">
                    <a16:creationId xmlns:a16="http://schemas.microsoft.com/office/drawing/2014/main" id="{1C4844F7-0642-D346-3155-40E4F3F4AB5B}"/>
                  </a:ext>
                </a:extLst>
              </p:cNvPr>
              <p:cNvSpPr/>
              <p:nvPr/>
            </p:nvSpPr>
            <p:spPr>
              <a:xfrm>
                <a:off x="369556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7" name="ph5808">
                <a:extLst>
                  <a:ext uri="{FF2B5EF4-FFF2-40B4-BE49-F238E27FC236}">
                    <a16:creationId xmlns:a16="http://schemas.microsoft.com/office/drawing/2014/main" id="{757C36D9-CDAF-3507-81FF-B375C5DF91DB}"/>
                  </a:ext>
                </a:extLst>
              </p:cNvPr>
              <p:cNvSpPr/>
              <p:nvPr/>
            </p:nvSpPr>
            <p:spPr>
              <a:xfrm>
                <a:off x="370500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8" name="ph5809">
                <a:extLst>
                  <a:ext uri="{FF2B5EF4-FFF2-40B4-BE49-F238E27FC236}">
                    <a16:creationId xmlns:a16="http://schemas.microsoft.com/office/drawing/2014/main" id="{82D1C9E1-8B1A-9136-B0CD-C97A73ED08CD}"/>
                  </a:ext>
                </a:extLst>
              </p:cNvPr>
              <p:cNvSpPr/>
              <p:nvPr/>
            </p:nvSpPr>
            <p:spPr>
              <a:xfrm>
                <a:off x="3714441" y="146500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137"/>
                    </a:lnTo>
                    <a:lnTo>
                      <a:pt x="923051" y="911612"/>
                    </a:lnTo>
                    <a:lnTo>
                      <a:pt x="921520" y="914400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9" name="ph5810">
                <a:extLst>
                  <a:ext uri="{FF2B5EF4-FFF2-40B4-BE49-F238E27FC236}">
                    <a16:creationId xmlns:a16="http://schemas.microsoft.com/office/drawing/2014/main" id="{CA0E2EB5-CB25-00E6-9292-3035F7837E9E}"/>
                  </a:ext>
                </a:extLst>
              </p:cNvPr>
              <p:cNvSpPr/>
              <p:nvPr/>
            </p:nvSpPr>
            <p:spPr>
              <a:xfrm>
                <a:off x="3723882" y="1447430"/>
                <a:ext cx="923840" cy="9287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7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261"/>
                    </a:lnTo>
                    <a:lnTo>
                      <a:pt x="923109" y="922864"/>
                    </a:lnTo>
                    <a:lnTo>
                      <a:pt x="917573" y="926799"/>
                    </a:lnTo>
                    <a:lnTo>
                      <a:pt x="914400" y="928707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0" name="ph5811">
                <a:extLst>
                  <a:ext uri="{FF2B5EF4-FFF2-40B4-BE49-F238E27FC236}">
                    <a16:creationId xmlns:a16="http://schemas.microsoft.com/office/drawing/2014/main" id="{8C3F9CC6-E96A-A3AC-134D-713D6D945270}"/>
                  </a:ext>
                </a:extLst>
              </p:cNvPr>
              <p:cNvSpPr/>
              <p:nvPr/>
            </p:nvSpPr>
            <p:spPr>
              <a:xfrm>
                <a:off x="3733322" y="1447430"/>
                <a:ext cx="923319" cy="922261"/>
              </a:xfrm>
              <a:custGeom>
                <a:avLst/>
                <a:gdLst/>
                <a:ahLst/>
                <a:cxnLst/>
                <a:rect l="0" t="0" r="0" b="0"/>
                <a:pathLst>
                  <a:path w="923319" h="922261">
                    <a:moveTo>
                      <a:pt x="914400" y="914400"/>
                    </a:moveTo>
                    <a:lnTo>
                      <a:pt x="923319" y="914400"/>
                    </a:lnTo>
                    <a:lnTo>
                      <a:pt x="919086" y="918396"/>
                    </a:lnTo>
                    <a:lnTo>
                      <a:pt x="914400" y="922261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1" name="ph5812">
                <a:extLst>
                  <a:ext uri="{FF2B5EF4-FFF2-40B4-BE49-F238E27FC236}">
                    <a16:creationId xmlns:a16="http://schemas.microsoft.com/office/drawing/2014/main" id="{40DC39ED-EC2D-044F-3B96-6D63619114C7}"/>
                  </a:ext>
                </a:extLst>
              </p:cNvPr>
              <p:cNvSpPr/>
              <p:nvPr/>
            </p:nvSpPr>
            <p:spPr>
              <a:xfrm>
                <a:off x="2128481" y="1429861"/>
                <a:ext cx="914400" cy="9207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717">
                    <a:moveTo>
                      <a:pt x="914400" y="914400"/>
                    </a:moveTo>
                    <a:lnTo>
                      <a:pt x="914400" y="920717"/>
                    </a:lnTo>
                    <a:lnTo>
                      <a:pt x="913864" y="919499"/>
                    </a:lnTo>
                    <a:lnTo>
                      <a:pt x="912797" y="917073"/>
                    </a:lnTo>
                    <a:lnTo>
                      <a:pt x="911729" y="914648"/>
                    </a:lnTo>
                    <a:lnTo>
                      <a:pt x="911620" y="914400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2" name="ph5813">
                <a:extLst>
                  <a:ext uri="{FF2B5EF4-FFF2-40B4-BE49-F238E27FC236}">
                    <a16:creationId xmlns:a16="http://schemas.microsoft.com/office/drawing/2014/main" id="{61A6B2AE-19C8-A2A1-439D-392AAA4F1FD1}"/>
                  </a:ext>
                </a:extLst>
              </p:cNvPr>
              <p:cNvSpPr/>
              <p:nvPr/>
            </p:nvSpPr>
            <p:spPr>
              <a:xfrm>
                <a:off x="212848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407" y="931969"/>
                    </a:lnTo>
                    <a:lnTo>
                      <a:pt x="918136" y="929221"/>
                    </a:lnTo>
                    <a:lnTo>
                      <a:pt x="917063" y="926777"/>
                    </a:lnTo>
                    <a:lnTo>
                      <a:pt x="915997" y="924351"/>
                    </a:lnTo>
                    <a:lnTo>
                      <a:pt x="914931" y="921925"/>
                    </a:lnTo>
                    <a:lnTo>
                      <a:pt x="914400" y="920717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3" name="ph5814">
                <a:extLst>
                  <a:ext uri="{FF2B5EF4-FFF2-40B4-BE49-F238E27FC236}">
                    <a16:creationId xmlns:a16="http://schemas.microsoft.com/office/drawing/2014/main" id="{A1033F42-F46F-B8C8-88E7-B64DE9447FC5}"/>
                  </a:ext>
                </a:extLst>
              </p:cNvPr>
              <p:cNvSpPr/>
              <p:nvPr/>
            </p:nvSpPr>
            <p:spPr>
              <a:xfrm>
                <a:off x="213792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4" name="ph5815">
                <a:extLst>
                  <a:ext uri="{FF2B5EF4-FFF2-40B4-BE49-F238E27FC236}">
                    <a16:creationId xmlns:a16="http://schemas.microsoft.com/office/drawing/2014/main" id="{BBEF6D81-68C0-F83D-BDA3-BD61021B3410}"/>
                  </a:ext>
                </a:extLst>
              </p:cNvPr>
              <p:cNvSpPr/>
              <p:nvPr/>
            </p:nvSpPr>
            <p:spPr>
              <a:xfrm>
                <a:off x="214736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5" name="ph5816">
                <a:extLst>
                  <a:ext uri="{FF2B5EF4-FFF2-40B4-BE49-F238E27FC236}">
                    <a16:creationId xmlns:a16="http://schemas.microsoft.com/office/drawing/2014/main" id="{C04EF8EB-21A7-5340-4902-9FF679C9C219}"/>
                  </a:ext>
                </a:extLst>
              </p:cNvPr>
              <p:cNvSpPr/>
              <p:nvPr/>
            </p:nvSpPr>
            <p:spPr>
              <a:xfrm>
                <a:off x="215680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6" name="ph5817">
                <a:extLst>
                  <a:ext uri="{FF2B5EF4-FFF2-40B4-BE49-F238E27FC236}">
                    <a16:creationId xmlns:a16="http://schemas.microsoft.com/office/drawing/2014/main" id="{EA8B3192-433F-D63A-AE02-5DFEBA296DC5}"/>
                  </a:ext>
                </a:extLst>
              </p:cNvPr>
              <p:cNvSpPr/>
              <p:nvPr/>
            </p:nvSpPr>
            <p:spPr>
              <a:xfrm>
                <a:off x="216624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7" name="ph5818">
                <a:extLst>
                  <a:ext uri="{FF2B5EF4-FFF2-40B4-BE49-F238E27FC236}">
                    <a16:creationId xmlns:a16="http://schemas.microsoft.com/office/drawing/2014/main" id="{C9E5A078-DE83-793F-E301-E128055B4901}"/>
                  </a:ext>
                </a:extLst>
              </p:cNvPr>
              <p:cNvSpPr/>
              <p:nvPr/>
            </p:nvSpPr>
            <p:spPr>
              <a:xfrm>
                <a:off x="217568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8" name="ph5819">
                <a:extLst>
                  <a:ext uri="{FF2B5EF4-FFF2-40B4-BE49-F238E27FC236}">
                    <a16:creationId xmlns:a16="http://schemas.microsoft.com/office/drawing/2014/main" id="{C020FE23-0AEE-B456-C8BF-F1505D6119E9}"/>
                  </a:ext>
                </a:extLst>
              </p:cNvPr>
              <p:cNvSpPr/>
              <p:nvPr/>
            </p:nvSpPr>
            <p:spPr>
              <a:xfrm>
                <a:off x="218512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9" name="ph5820">
                <a:extLst>
                  <a:ext uri="{FF2B5EF4-FFF2-40B4-BE49-F238E27FC236}">
                    <a16:creationId xmlns:a16="http://schemas.microsoft.com/office/drawing/2014/main" id="{3E099743-B787-BE75-2B4E-C2AE2F8CFE1B}"/>
                  </a:ext>
                </a:extLst>
              </p:cNvPr>
              <p:cNvSpPr/>
              <p:nvPr/>
            </p:nvSpPr>
            <p:spPr>
              <a:xfrm>
                <a:off x="219456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0" name="ph5821">
                <a:extLst>
                  <a:ext uri="{FF2B5EF4-FFF2-40B4-BE49-F238E27FC236}">
                    <a16:creationId xmlns:a16="http://schemas.microsoft.com/office/drawing/2014/main" id="{99C718FC-C9B8-1BF6-C97E-0A6FF33B2858}"/>
                  </a:ext>
                </a:extLst>
              </p:cNvPr>
              <p:cNvSpPr/>
              <p:nvPr/>
            </p:nvSpPr>
            <p:spPr>
              <a:xfrm>
                <a:off x="220400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1" name="ph5822">
                <a:extLst>
                  <a:ext uri="{FF2B5EF4-FFF2-40B4-BE49-F238E27FC236}">
                    <a16:creationId xmlns:a16="http://schemas.microsoft.com/office/drawing/2014/main" id="{0515A413-8BCB-5526-7657-5DB8F53D63E6}"/>
                  </a:ext>
                </a:extLst>
              </p:cNvPr>
              <p:cNvSpPr/>
              <p:nvPr/>
            </p:nvSpPr>
            <p:spPr>
              <a:xfrm>
                <a:off x="221344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2" name="ph5823">
                <a:extLst>
                  <a:ext uri="{FF2B5EF4-FFF2-40B4-BE49-F238E27FC236}">
                    <a16:creationId xmlns:a16="http://schemas.microsoft.com/office/drawing/2014/main" id="{2F629060-894F-F1B1-6EBF-01437316D337}"/>
                  </a:ext>
                </a:extLst>
              </p:cNvPr>
              <p:cNvSpPr/>
              <p:nvPr/>
            </p:nvSpPr>
            <p:spPr>
              <a:xfrm>
                <a:off x="222288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3" name="ph5824">
                <a:extLst>
                  <a:ext uri="{FF2B5EF4-FFF2-40B4-BE49-F238E27FC236}">
                    <a16:creationId xmlns:a16="http://schemas.microsoft.com/office/drawing/2014/main" id="{7A1EFD61-13CE-99BE-515F-621D61AD317E}"/>
                  </a:ext>
                </a:extLst>
              </p:cNvPr>
              <p:cNvSpPr/>
              <p:nvPr/>
            </p:nvSpPr>
            <p:spPr>
              <a:xfrm>
                <a:off x="223232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4" name="ph5825">
                <a:extLst>
                  <a:ext uri="{FF2B5EF4-FFF2-40B4-BE49-F238E27FC236}">
                    <a16:creationId xmlns:a16="http://schemas.microsoft.com/office/drawing/2014/main" id="{B08D6CFE-D59E-76C6-D370-CA17362352CE}"/>
                  </a:ext>
                </a:extLst>
              </p:cNvPr>
              <p:cNvSpPr/>
              <p:nvPr/>
            </p:nvSpPr>
            <p:spPr>
              <a:xfrm>
                <a:off x="224176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5" name="ph5826">
                <a:extLst>
                  <a:ext uri="{FF2B5EF4-FFF2-40B4-BE49-F238E27FC236}">
                    <a16:creationId xmlns:a16="http://schemas.microsoft.com/office/drawing/2014/main" id="{19B94177-56AC-0713-0225-A3A1503B038C}"/>
                  </a:ext>
                </a:extLst>
              </p:cNvPr>
              <p:cNvSpPr/>
              <p:nvPr/>
            </p:nvSpPr>
            <p:spPr>
              <a:xfrm>
                <a:off x="225120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6" name="ph5827">
                <a:extLst>
                  <a:ext uri="{FF2B5EF4-FFF2-40B4-BE49-F238E27FC236}">
                    <a16:creationId xmlns:a16="http://schemas.microsoft.com/office/drawing/2014/main" id="{647E4E85-C46A-9E2D-0549-EA575C15D9E1}"/>
                  </a:ext>
                </a:extLst>
              </p:cNvPr>
              <p:cNvSpPr/>
              <p:nvPr/>
            </p:nvSpPr>
            <p:spPr>
              <a:xfrm>
                <a:off x="226064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7" name="ph5828">
                <a:extLst>
                  <a:ext uri="{FF2B5EF4-FFF2-40B4-BE49-F238E27FC236}">
                    <a16:creationId xmlns:a16="http://schemas.microsoft.com/office/drawing/2014/main" id="{8EE24E6B-7C48-7256-3DB5-65AA0DCFA136}"/>
                  </a:ext>
                </a:extLst>
              </p:cNvPr>
              <p:cNvSpPr/>
              <p:nvPr/>
            </p:nvSpPr>
            <p:spPr>
              <a:xfrm>
                <a:off x="227008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8" name="ph5829">
                <a:extLst>
                  <a:ext uri="{FF2B5EF4-FFF2-40B4-BE49-F238E27FC236}">
                    <a16:creationId xmlns:a16="http://schemas.microsoft.com/office/drawing/2014/main" id="{B12091A1-B956-C01E-4A9A-98D8C8105895}"/>
                  </a:ext>
                </a:extLst>
              </p:cNvPr>
              <p:cNvSpPr/>
              <p:nvPr/>
            </p:nvSpPr>
            <p:spPr>
              <a:xfrm>
                <a:off x="227952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9" name="ph5830">
                <a:extLst>
                  <a:ext uri="{FF2B5EF4-FFF2-40B4-BE49-F238E27FC236}">
                    <a16:creationId xmlns:a16="http://schemas.microsoft.com/office/drawing/2014/main" id="{60F8E5DB-0D34-B22D-EAB4-7856629AAEC3}"/>
                  </a:ext>
                </a:extLst>
              </p:cNvPr>
              <p:cNvSpPr/>
              <p:nvPr/>
            </p:nvSpPr>
            <p:spPr>
              <a:xfrm>
                <a:off x="228896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0" name="ph5831">
                <a:extLst>
                  <a:ext uri="{FF2B5EF4-FFF2-40B4-BE49-F238E27FC236}">
                    <a16:creationId xmlns:a16="http://schemas.microsoft.com/office/drawing/2014/main" id="{F6C9BEBE-029A-F17D-0E51-DB0E89F35886}"/>
                  </a:ext>
                </a:extLst>
              </p:cNvPr>
              <p:cNvSpPr/>
              <p:nvPr/>
            </p:nvSpPr>
            <p:spPr>
              <a:xfrm>
                <a:off x="229840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1" name="ph5832">
                <a:extLst>
                  <a:ext uri="{FF2B5EF4-FFF2-40B4-BE49-F238E27FC236}">
                    <a16:creationId xmlns:a16="http://schemas.microsoft.com/office/drawing/2014/main" id="{4B769D5E-F90A-86B4-F4F1-F54C062F55E3}"/>
                  </a:ext>
                </a:extLst>
              </p:cNvPr>
              <p:cNvSpPr/>
              <p:nvPr/>
            </p:nvSpPr>
            <p:spPr>
              <a:xfrm>
                <a:off x="230784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2" name="ph5833">
                <a:extLst>
                  <a:ext uri="{FF2B5EF4-FFF2-40B4-BE49-F238E27FC236}">
                    <a16:creationId xmlns:a16="http://schemas.microsoft.com/office/drawing/2014/main" id="{6DD308E7-E5FC-6CE2-FD6F-C959DE29CFE5}"/>
                  </a:ext>
                </a:extLst>
              </p:cNvPr>
              <p:cNvSpPr/>
              <p:nvPr/>
            </p:nvSpPr>
            <p:spPr>
              <a:xfrm>
                <a:off x="231728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3" name="ph5834">
                <a:extLst>
                  <a:ext uri="{FF2B5EF4-FFF2-40B4-BE49-F238E27FC236}">
                    <a16:creationId xmlns:a16="http://schemas.microsoft.com/office/drawing/2014/main" id="{255FB1CC-E9FB-24E4-A917-C99D302F4AB8}"/>
                  </a:ext>
                </a:extLst>
              </p:cNvPr>
              <p:cNvSpPr/>
              <p:nvPr/>
            </p:nvSpPr>
            <p:spPr>
              <a:xfrm>
                <a:off x="232672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4" name="ph5835">
                <a:extLst>
                  <a:ext uri="{FF2B5EF4-FFF2-40B4-BE49-F238E27FC236}">
                    <a16:creationId xmlns:a16="http://schemas.microsoft.com/office/drawing/2014/main" id="{ED345081-D830-2041-A2BF-DEF0C68F4236}"/>
                  </a:ext>
                </a:extLst>
              </p:cNvPr>
              <p:cNvSpPr/>
              <p:nvPr/>
            </p:nvSpPr>
            <p:spPr>
              <a:xfrm>
                <a:off x="233616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5" name="ph5836">
                <a:extLst>
                  <a:ext uri="{FF2B5EF4-FFF2-40B4-BE49-F238E27FC236}">
                    <a16:creationId xmlns:a16="http://schemas.microsoft.com/office/drawing/2014/main" id="{F3382312-71B6-6E1E-60FD-B697BD18B61A}"/>
                  </a:ext>
                </a:extLst>
              </p:cNvPr>
              <p:cNvSpPr/>
              <p:nvPr/>
            </p:nvSpPr>
            <p:spPr>
              <a:xfrm>
                <a:off x="234560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6" name="ph5837">
                <a:extLst>
                  <a:ext uri="{FF2B5EF4-FFF2-40B4-BE49-F238E27FC236}">
                    <a16:creationId xmlns:a16="http://schemas.microsoft.com/office/drawing/2014/main" id="{CDE7FD78-B0D5-C081-6780-8CED7046BBAE}"/>
                  </a:ext>
                </a:extLst>
              </p:cNvPr>
              <p:cNvSpPr/>
              <p:nvPr/>
            </p:nvSpPr>
            <p:spPr>
              <a:xfrm>
                <a:off x="235504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7" name="ph5838">
                <a:extLst>
                  <a:ext uri="{FF2B5EF4-FFF2-40B4-BE49-F238E27FC236}">
                    <a16:creationId xmlns:a16="http://schemas.microsoft.com/office/drawing/2014/main" id="{DA158567-D14C-CAEB-B7BE-4D1E3FE109FE}"/>
                  </a:ext>
                </a:extLst>
              </p:cNvPr>
              <p:cNvSpPr/>
              <p:nvPr/>
            </p:nvSpPr>
            <p:spPr>
              <a:xfrm>
                <a:off x="236448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8" name="ph5839">
                <a:extLst>
                  <a:ext uri="{FF2B5EF4-FFF2-40B4-BE49-F238E27FC236}">
                    <a16:creationId xmlns:a16="http://schemas.microsoft.com/office/drawing/2014/main" id="{99D3BE1C-C704-5DA8-4D78-315C3AA59811}"/>
                  </a:ext>
                </a:extLst>
              </p:cNvPr>
              <p:cNvSpPr/>
              <p:nvPr/>
            </p:nvSpPr>
            <p:spPr>
              <a:xfrm>
                <a:off x="237392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9" name="ph5840">
                <a:extLst>
                  <a:ext uri="{FF2B5EF4-FFF2-40B4-BE49-F238E27FC236}">
                    <a16:creationId xmlns:a16="http://schemas.microsoft.com/office/drawing/2014/main" id="{64B31A45-D263-E9A2-D45E-1D49DD9836CF}"/>
                  </a:ext>
                </a:extLst>
              </p:cNvPr>
              <p:cNvSpPr/>
              <p:nvPr/>
            </p:nvSpPr>
            <p:spPr>
              <a:xfrm>
                <a:off x="238336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0" name="ph5841">
                <a:extLst>
                  <a:ext uri="{FF2B5EF4-FFF2-40B4-BE49-F238E27FC236}">
                    <a16:creationId xmlns:a16="http://schemas.microsoft.com/office/drawing/2014/main" id="{3DF0F18D-44AE-3243-DD36-B28BE84F020B}"/>
                  </a:ext>
                </a:extLst>
              </p:cNvPr>
              <p:cNvSpPr/>
              <p:nvPr/>
            </p:nvSpPr>
            <p:spPr>
              <a:xfrm>
                <a:off x="239280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1" name="ph5842">
                <a:extLst>
                  <a:ext uri="{FF2B5EF4-FFF2-40B4-BE49-F238E27FC236}">
                    <a16:creationId xmlns:a16="http://schemas.microsoft.com/office/drawing/2014/main" id="{2F934DC0-A360-F66C-4A13-D7EC53E5512F}"/>
                  </a:ext>
                </a:extLst>
              </p:cNvPr>
              <p:cNvSpPr/>
              <p:nvPr/>
            </p:nvSpPr>
            <p:spPr>
              <a:xfrm>
                <a:off x="240224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2" name="ph5843">
                <a:extLst>
                  <a:ext uri="{FF2B5EF4-FFF2-40B4-BE49-F238E27FC236}">
                    <a16:creationId xmlns:a16="http://schemas.microsoft.com/office/drawing/2014/main" id="{F7F2D87D-CFF1-12CB-C9F7-B9591F841496}"/>
                  </a:ext>
                </a:extLst>
              </p:cNvPr>
              <p:cNvSpPr/>
              <p:nvPr/>
            </p:nvSpPr>
            <p:spPr>
              <a:xfrm>
                <a:off x="241168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3" name="ph5844">
                <a:extLst>
                  <a:ext uri="{FF2B5EF4-FFF2-40B4-BE49-F238E27FC236}">
                    <a16:creationId xmlns:a16="http://schemas.microsoft.com/office/drawing/2014/main" id="{0739D7D4-DB09-C035-E736-CC1A997E4608}"/>
                  </a:ext>
                </a:extLst>
              </p:cNvPr>
              <p:cNvSpPr/>
              <p:nvPr/>
            </p:nvSpPr>
            <p:spPr>
              <a:xfrm>
                <a:off x="2421129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3950"/>
                    </a:lnTo>
                    <a:lnTo>
                      <a:pt x="921908" y="912993"/>
                    </a:lnTo>
                    <a:lnTo>
                      <a:pt x="921561" y="914400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4" name="ph5845">
                <a:extLst>
                  <a:ext uri="{FF2B5EF4-FFF2-40B4-BE49-F238E27FC236}">
                    <a16:creationId xmlns:a16="http://schemas.microsoft.com/office/drawing/2014/main" id="{74E60DD1-017A-C601-AE2F-AEF19C310229}"/>
                  </a:ext>
                </a:extLst>
              </p:cNvPr>
              <p:cNvSpPr/>
              <p:nvPr/>
            </p:nvSpPr>
            <p:spPr>
              <a:xfrm>
                <a:off x="2430569" y="1429861"/>
                <a:ext cx="915731" cy="921520"/>
              </a:xfrm>
              <a:custGeom>
                <a:avLst/>
                <a:gdLst/>
                <a:ahLst/>
                <a:cxnLst/>
                <a:rect l="0" t="0" r="0" b="0"/>
                <a:pathLst>
                  <a:path w="915731" h="921520">
                    <a:moveTo>
                      <a:pt x="914400" y="914400"/>
                    </a:moveTo>
                    <a:lnTo>
                      <a:pt x="915731" y="914400"/>
                    </a:lnTo>
                    <a:lnTo>
                      <a:pt x="914643" y="920380"/>
                    </a:lnTo>
                    <a:lnTo>
                      <a:pt x="914400" y="921520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5" name="ph5846">
                <a:extLst>
                  <a:ext uri="{FF2B5EF4-FFF2-40B4-BE49-F238E27FC236}">
                    <a16:creationId xmlns:a16="http://schemas.microsoft.com/office/drawing/2014/main" id="{C4EC00EC-3DDE-5000-FAF0-93A3456847E5}"/>
                  </a:ext>
                </a:extLst>
              </p:cNvPr>
              <p:cNvSpPr/>
              <p:nvPr/>
            </p:nvSpPr>
            <p:spPr>
              <a:xfrm>
                <a:off x="3129147" y="14474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30" y="914400"/>
                    </a:lnTo>
                    <a:lnTo>
                      <a:pt x="911831" y="913657"/>
                    </a:lnTo>
                    <a:lnTo>
                      <a:pt x="913562" y="903205"/>
                    </a:lnTo>
                    <a:lnTo>
                      <a:pt x="914400" y="89895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6" name="ph5847">
                <a:extLst>
                  <a:ext uri="{FF2B5EF4-FFF2-40B4-BE49-F238E27FC236}">
                    <a16:creationId xmlns:a16="http://schemas.microsoft.com/office/drawing/2014/main" id="{BC060A9A-0818-8A80-0297-D3E1046B00AA}"/>
                  </a:ext>
                </a:extLst>
              </p:cNvPr>
              <p:cNvSpPr/>
              <p:nvPr/>
            </p:nvSpPr>
            <p:spPr>
              <a:xfrm>
                <a:off x="3138587" y="142986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20"/>
                    </a:lnTo>
                    <a:lnTo>
                      <a:pt x="905376" y="914400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7" name="ph5848">
                <a:extLst>
                  <a:ext uri="{FF2B5EF4-FFF2-40B4-BE49-F238E27FC236}">
                    <a16:creationId xmlns:a16="http://schemas.microsoft.com/office/drawing/2014/main" id="{373E5D53-4870-5CA0-6D01-9C7276BDAC21}"/>
                  </a:ext>
                </a:extLst>
              </p:cNvPr>
              <p:cNvSpPr/>
              <p:nvPr/>
            </p:nvSpPr>
            <p:spPr>
              <a:xfrm>
                <a:off x="313858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8" name="ph5849">
                <a:extLst>
                  <a:ext uri="{FF2B5EF4-FFF2-40B4-BE49-F238E27FC236}">
                    <a16:creationId xmlns:a16="http://schemas.microsoft.com/office/drawing/2014/main" id="{D75DDB25-D1C2-3FA4-AA8B-2D5903C22ACF}"/>
                  </a:ext>
                </a:extLst>
              </p:cNvPr>
              <p:cNvSpPr/>
              <p:nvPr/>
            </p:nvSpPr>
            <p:spPr>
              <a:xfrm>
                <a:off x="314802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9" name="ph5850">
                <a:extLst>
                  <a:ext uri="{FF2B5EF4-FFF2-40B4-BE49-F238E27FC236}">
                    <a16:creationId xmlns:a16="http://schemas.microsoft.com/office/drawing/2014/main" id="{C7564BFF-5B5E-31B3-4259-BD488C815114}"/>
                  </a:ext>
                </a:extLst>
              </p:cNvPr>
              <p:cNvSpPr/>
              <p:nvPr/>
            </p:nvSpPr>
            <p:spPr>
              <a:xfrm>
                <a:off x="315746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0" name="ph5851">
                <a:extLst>
                  <a:ext uri="{FF2B5EF4-FFF2-40B4-BE49-F238E27FC236}">
                    <a16:creationId xmlns:a16="http://schemas.microsoft.com/office/drawing/2014/main" id="{F740C292-9D90-0225-376D-43DE597B0B58}"/>
                  </a:ext>
                </a:extLst>
              </p:cNvPr>
              <p:cNvSpPr/>
              <p:nvPr/>
            </p:nvSpPr>
            <p:spPr>
              <a:xfrm>
                <a:off x="316690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1" name="ph5852">
                <a:extLst>
                  <a:ext uri="{FF2B5EF4-FFF2-40B4-BE49-F238E27FC236}">
                    <a16:creationId xmlns:a16="http://schemas.microsoft.com/office/drawing/2014/main" id="{95618981-C53C-FCA1-3043-C7A7A32D72C9}"/>
                  </a:ext>
                </a:extLst>
              </p:cNvPr>
              <p:cNvSpPr/>
              <p:nvPr/>
            </p:nvSpPr>
            <p:spPr>
              <a:xfrm>
                <a:off x="317634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2" name="ph5853">
                <a:extLst>
                  <a:ext uri="{FF2B5EF4-FFF2-40B4-BE49-F238E27FC236}">
                    <a16:creationId xmlns:a16="http://schemas.microsoft.com/office/drawing/2014/main" id="{35F76E48-61EC-DA13-CAE5-C8F08A8F226B}"/>
                  </a:ext>
                </a:extLst>
              </p:cNvPr>
              <p:cNvSpPr/>
              <p:nvPr/>
            </p:nvSpPr>
            <p:spPr>
              <a:xfrm>
                <a:off x="318578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3" name="ph5854">
                <a:extLst>
                  <a:ext uri="{FF2B5EF4-FFF2-40B4-BE49-F238E27FC236}">
                    <a16:creationId xmlns:a16="http://schemas.microsoft.com/office/drawing/2014/main" id="{AEB8A04B-018A-EFAB-D4E4-332F939366EB}"/>
                  </a:ext>
                </a:extLst>
              </p:cNvPr>
              <p:cNvSpPr/>
              <p:nvPr/>
            </p:nvSpPr>
            <p:spPr>
              <a:xfrm>
                <a:off x="319522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4" name="ph5855">
                <a:extLst>
                  <a:ext uri="{FF2B5EF4-FFF2-40B4-BE49-F238E27FC236}">
                    <a16:creationId xmlns:a16="http://schemas.microsoft.com/office/drawing/2014/main" id="{9432A8C3-F127-5D4E-B7FC-E1ED9AA15F97}"/>
                  </a:ext>
                </a:extLst>
              </p:cNvPr>
              <p:cNvSpPr/>
              <p:nvPr/>
            </p:nvSpPr>
            <p:spPr>
              <a:xfrm>
                <a:off x="320466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5" name="ph5856">
                <a:extLst>
                  <a:ext uri="{FF2B5EF4-FFF2-40B4-BE49-F238E27FC236}">
                    <a16:creationId xmlns:a16="http://schemas.microsoft.com/office/drawing/2014/main" id="{740837BD-5F78-F709-1B0F-245F60E1E8BD}"/>
                  </a:ext>
                </a:extLst>
              </p:cNvPr>
              <p:cNvSpPr/>
              <p:nvPr/>
            </p:nvSpPr>
            <p:spPr>
              <a:xfrm>
                <a:off x="321410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6" name="ph5857">
                <a:extLst>
                  <a:ext uri="{FF2B5EF4-FFF2-40B4-BE49-F238E27FC236}">
                    <a16:creationId xmlns:a16="http://schemas.microsoft.com/office/drawing/2014/main" id="{EEF8490C-BFFB-39A3-F313-C0BEEC01DACC}"/>
                  </a:ext>
                </a:extLst>
              </p:cNvPr>
              <p:cNvSpPr/>
              <p:nvPr/>
            </p:nvSpPr>
            <p:spPr>
              <a:xfrm>
                <a:off x="322354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7" name="ph5858">
                <a:extLst>
                  <a:ext uri="{FF2B5EF4-FFF2-40B4-BE49-F238E27FC236}">
                    <a16:creationId xmlns:a16="http://schemas.microsoft.com/office/drawing/2014/main" id="{B81FF5FB-499F-23EA-67AA-0129726B1B73}"/>
                  </a:ext>
                </a:extLst>
              </p:cNvPr>
              <p:cNvSpPr/>
              <p:nvPr/>
            </p:nvSpPr>
            <p:spPr>
              <a:xfrm>
                <a:off x="323298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8" name="ph5859">
                <a:extLst>
                  <a:ext uri="{FF2B5EF4-FFF2-40B4-BE49-F238E27FC236}">
                    <a16:creationId xmlns:a16="http://schemas.microsoft.com/office/drawing/2014/main" id="{6F7A1CC0-8173-E33D-466B-7131600A355C}"/>
                  </a:ext>
                </a:extLst>
              </p:cNvPr>
              <p:cNvSpPr/>
              <p:nvPr/>
            </p:nvSpPr>
            <p:spPr>
              <a:xfrm>
                <a:off x="324242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9" name="ph5860">
                <a:extLst>
                  <a:ext uri="{FF2B5EF4-FFF2-40B4-BE49-F238E27FC236}">
                    <a16:creationId xmlns:a16="http://schemas.microsoft.com/office/drawing/2014/main" id="{09B9A14E-60DF-744E-797D-D56C6AEF13CF}"/>
                  </a:ext>
                </a:extLst>
              </p:cNvPr>
              <p:cNvSpPr/>
              <p:nvPr/>
            </p:nvSpPr>
            <p:spPr>
              <a:xfrm>
                <a:off x="325187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0" name="ph5861">
                <a:extLst>
                  <a:ext uri="{FF2B5EF4-FFF2-40B4-BE49-F238E27FC236}">
                    <a16:creationId xmlns:a16="http://schemas.microsoft.com/office/drawing/2014/main" id="{F92CF8F2-E27F-565B-128C-0E38D1F34ED7}"/>
                  </a:ext>
                </a:extLst>
              </p:cNvPr>
              <p:cNvSpPr/>
              <p:nvPr/>
            </p:nvSpPr>
            <p:spPr>
              <a:xfrm>
                <a:off x="326131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1" name="ph5862">
                <a:extLst>
                  <a:ext uri="{FF2B5EF4-FFF2-40B4-BE49-F238E27FC236}">
                    <a16:creationId xmlns:a16="http://schemas.microsoft.com/office/drawing/2014/main" id="{0C66A3B0-353F-58E0-7622-E8BCE6324EF3}"/>
                  </a:ext>
                </a:extLst>
              </p:cNvPr>
              <p:cNvSpPr/>
              <p:nvPr/>
            </p:nvSpPr>
            <p:spPr>
              <a:xfrm>
                <a:off x="327075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2" name="ph5863">
                <a:extLst>
                  <a:ext uri="{FF2B5EF4-FFF2-40B4-BE49-F238E27FC236}">
                    <a16:creationId xmlns:a16="http://schemas.microsoft.com/office/drawing/2014/main" id="{0334BA52-5595-EFB9-D0ED-11357EFBECBA}"/>
                  </a:ext>
                </a:extLst>
              </p:cNvPr>
              <p:cNvSpPr/>
              <p:nvPr/>
            </p:nvSpPr>
            <p:spPr>
              <a:xfrm>
                <a:off x="328019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3" name="ph5864">
                <a:extLst>
                  <a:ext uri="{FF2B5EF4-FFF2-40B4-BE49-F238E27FC236}">
                    <a16:creationId xmlns:a16="http://schemas.microsoft.com/office/drawing/2014/main" id="{132BF6AC-D9A0-7073-828E-FEE44AEED252}"/>
                  </a:ext>
                </a:extLst>
              </p:cNvPr>
              <p:cNvSpPr/>
              <p:nvPr/>
            </p:nvSpPr>
            <p:spPr>
              <a:xfrm>
                <a:off x="328963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4" name="ph5865">
                <a:extLst>
                  <a:ext uri="{FF2B5EF4-FFF2-40B4-BE49-F238E27FC236}">
                    <a16:creationId xmlns:a16="http://schemas.microsoft.com/office/drawing/2014/main" id="{191CF969-621D-8DC4-B35C-19213B95866C}"/>
                  </a:ext>
                </a:extLst>
              </p:cNvPr>
              <p:cNvSpPr/>
              <p:nvPr/>
            </p:nvSpPr>
            <p:spPr>
              <a:xfrm>
                <a:off x="329907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5" name="ph5866">
                <a:extLst>
                  <a:ext uri="{FF2B5EF4-FFF2-40B4-BE49-F238E27FC236}">
                    <a16:creationId xmlns:a16="http://schemas.microsoft.com/office/drawing/2014/main" id="{D197F35B-27F3-7256-83B0-367CD28DB984}"/>
                  </a:ext>
                </a:extLst>
              </p:cNvPr>
              <p:cNvSpPr/>
              <p:nvPr/>
            </p:nvSpPr>
            <p:spPr>
              <a:xfrm>
                <a:off x="330851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6" name="ph5867">
                <a:extLst>
                  <a:ext uri="{FF2B5EF4-FFF2-40B4-BE49-F238E27FC236}">
                    <a16:creationId xmlns:a16="http://schemas.microsoft.com/office/drawing/2014/main" id="{2DD1FF30-68C7-3134-C08F-0F68949E9DB9}"/>
                  </a:ext>
                </a:extLst>
              </p:cNvPr>
              <p:cNvSpPr/>
              <p:nvPr/>
            </p:nvSpPr>
            <p:spPr>
              <a:xfrm>
                <a:off x="331795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7" name="ph5868">
                <a:extLst>
                  <a:ext uri="{FF2B5EF4-FFF2-40B4-BE49-F238E27FC236}">
                    <a16:creationId xmlns:a16="http://schemas.microsoft.com/office/drawing/2014/main" id="{74A1BA13-856A-0864-25F9-3FE8DA421311}"/>
                  </a:ext>
                </a:extLst>
              </p:cNvPr>
              <p:cNvSpPr/>
              <p:nvPr/>
            </p:nvSpPr>
            <p:spPr>
              <a:xfrm>
                <a:off x="332739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8" name="ph5869">
                <a:extLst>
                  <a:ext uri="{FF2B5EF4-FFF2-40B4-BE49-F238E27FC236}">
                    <a16:creationId xmlns:a16="http://schemas.microsoft.com/office/drawing/2014/main" id="{83F4F19F-A1A1-2DBF-3C11-0341D5B2957A}"/>
                  </a:ext>
                </a:extLst>
              </p:cNvPr>
              <p:cNvSpPr/>
              <p:nvPr/>
            </p:nvSpPr>
            <p:spPr>
              <a:xfrm>
                <a:off x="333683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9" name="ph5870">
                <a:extLst>
                  <a:ext uri="{FF2B5EF4-FFF2-40B4-BE49-F238E27FC236}">
                    <a16:creationId xmlns:a16="http://schemas.microsoft.com/office/drawing/2014/main" id="{600B422B-38C6-1881-E434-3E4EEE0F9F46}"/>
                  </a:ext>
                </a:extLst>
              </p:cNvPr>
              <p:cNvSpPr/>
              <p:nvPr/>
            </p:nvSpPr>
            <p:spPr>
              <a:xfrm>
                <a:off x="334627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0" name="ph5871">
                <a:extLst>
                  <a:ext uri="{FF2B5EF4-FFF2-40B4-BE49-F238E27FC236}">
                    <a16:creationId xmlns:a16="http://schemas.microsoft.com/office/drawing/2014/main" id="{A8AA5F90-0128-FA40-AD42-487A129376FE}"/>
                  </a:ext>
                </a:extLst>
              </p:cNvPr>
              <p:cNvSpPr/>
              <p:nvPr/>
            </p:nvSpPr>
            <p:spPr>
              <a:xfrm>
                <a:off x="335571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1" name="ph5872">
                <a:extLst>
                  <a:ext uri="{FF2B5EF4-FFF2-40B4-BE49-F238E27FC236}">
                    <a16:creationId xmlns:a16="http://schemas.microsoft.com/office/drawing/2014/main" id="{58976A44-79CD-59D0-27D6-62EDAB921BB9}"/>
                  </a:ext>
                </a:extLst>
              </p:cNvPr>
              <p:cNvSpPr/>
              <p:nvPr/>
            </p:nvSpPr>
            <p:spPr>
              <a:xfrm>
                <a:off x="336515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2" name="ph5873">
                <a:extLst>
                  <a:ext uri="{FF2B5EF4-FFF2-40B4-BE49-F238E27FC236}">
                    <a16:creationId xmlns:a16="http://schemas.microsoft.com/office/drawing/2014/main" id="{A704CD8A-C316-D8A3-F5A9-2CB5AD6B0829}"/>
                  </a:ext>
                </a:extLst>
              </p:cNvPr>
              <p:cNvSpPr/>
              <p:nvPr/>
            </p:nvSpPr>
            <p:spPr>
              <a:xfrm>
                <a:off x="337459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3" name="ph5874">
                <a:extLst>
                  <a:ext uri="{FF2B5EF4-FFF2-40B4-BE49-F238E27FC236}">
                    <a16:creationId xmlns:a16="http://schemas.microsoft.com/office/drawing/2014/main" id="{BCD41E5E-80E8-71F6-3101-3F9B3DDB2A1D}"/>
                  </a:ext>
                </a:extLst>
              </p:cNvPr>
              <p:cNvSpPr/>
              <p:nvPr/>
            </p:nvSpPr>
            <p:spPr>
              <a:xfrm>
                <a:off x="338403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4" name="ph5875">
                <a:extLst>
                  <a:ext uri="{FF2B5EF4-FFF2-40B4-BE49-F238E27FC236}">
                    <a16:creationId xmlns:a16="http://schemas.microsoft.com/office/drawing/2014/main" id="{B33F286C-5CCC-4C1E-D7BE-3222835C126E}"/>
                  </a:ext>
                </a:extLst>
              </p:cNvPr>
              <p:cNvSpPr/>
              <p:nvPr/>
            </p:nvSpPr>
            <p:spPr>
              <a:xfrm>
                <a:off x="339347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5" name="ph5876">
                <a:extLst>
                  <a:ext uri="{FF2B5EF4-FFF2-40B4-BE49-F238E27FC236}">
                    <a16:creationId xmlns:a16="http://schemas.microsoft.com/office/drawing/2014/main" id="{1BDA0620-6B9E-FF56-AB4C-CAB5514424A6}"/>
                  </a:ext>
                </a:extLst>
              </p:cNvPr>
              <p:cNvSpPr/>
              <p:nvPr/>
            </p:nvSpPr>
            <p:spPr>
              <a:xfrm>
                <a:off x="340291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6" name="ph5877">
                <a:extLst>
                  <a:ext uri="{FF2B5EF4-FFF2-40B4-BE49-F238E27FC236}">
                    <a16:creationId xmlns:a16="http://schemas.microsoft.com/office/drawing/2014/main" id="{C2E57CFA-8ACF-8398-8DD8-0D96980EF320}"/>
                  </a:ext>
                </a:extLst>
              </p:cNvPr>
              <p:cNvSpPr/>
              <p:nvPr/>
            </p:nvSpPr>
            <p:spPr>
              <a:xfrm>
                <a:off x="341235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7" name="ph5878">
                <a:extLst>
                  <a:ext uri="{FF2B5EF4-FFF2-40B4-BE49-F238E27FC236}">
                    <a16:creationId xmlns:a16="http://schemas.microsoft.com/office/drawing/2014/main" id="{2508CFC9-DE5F-D1A0-807D-D8A5AD2B4A18}"/>
                  </a:ext>
                </a:extLst>
              </p:cNvPr>
              <p:cNvSpPr/>
              <p:nvPr/>
            </p:nvSpPr>
            <p:spPr>
              <a:xfrm>
                <a:off x="342179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8" name="ph5879">
                <a:extLst>
                  <a:ext uri="{FF2B5EF4-FFF2-40B4-BE49-F238E27FC236}">
                    <a16:creationId xmlns:a16="http://schemas.microsoft.com/office/drawing/2014/main" id="{6689CCBB-F6A1-6B18-662A-3929B46F999D}"/>
                  </a:ext>
                </a:extLst>
              </p:cNvPr>
              <p:cNvSpPr/>
              <p:nvPr/>
            </p:nvSpPr>
            <p:spPr>
              <a:xfrm>
                <a:off x="343123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9" name="ph5880">
                <a:extLst>
                  <a:ext uri="{FF2B5EF4-FFF2-40B4-BE49-F238E27FC236}">
                    <a16:creationId xmlns:a16="http://schemas.microsoft.com/office/drawing/2014/main" id="{24973784-0924-BD75-2933-B223B2E35CF8}"/>
                  </a:ext>
                </a:extLst>
              </p:cNvPr>
              <p:cNvSpPr/>
              <p:nvPr/>
            </p:nvSpPr>
            <p:spPr>
              <a:xfrm>
                <a:off x="344067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0" name="ph5881">
                <a:extLst>
                  <a:ext uri="{FF2B5EF4-FFF2-40B4-BE49-F238E27FC236}">
                    <a16:creationId xmlns:a16="http://schemas.microsoft.com/office/drawing/2014/main" id="{26CB8A24-97B4-988B-935E-419EBF398F81}"/>
                  </a:ext>
                </a:extLst>
              </p:cNvPr>
              <p:cNvSpPr/>
              <p:nvPr/>
            </p:nvSpPr>
            <p:spPr>
              <a:xfrm>
                <a:off x="345011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1" name="ph5882">
                <a:extLst>
                  <a:ext uri="{FF2B5EF4-FFF2-40B4-BE49-F238E27FC236}">
                    <a16:creationId xmlns:a16="http://schemas.microsoft.com/office/drawing/2014/main" id="{9BC35A7F-3113-DF73-94E8-8A8FFD789448}"/>
                  </a:ext>
                </a:extLst>
              </p:cNvPr>
              <p:cNvSpPr/>
              <p:nvPr/>
            </p:nvSpPr>
            <p:spPr>
              <a:xfrm>
                <a:off x="345955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2" name="ph5883">
                <a:extLst>
                  <a:ext uri="{FF2B5EF4-FFF2-40B4-BE49-F238E27FC236}">
                    <a16:creationId xmlns:a16="http://schemas.microsoft.com/office/drawing/2014/main" id="{32B34FCA-2130-70FC-3054-02A44A91E105}"/>
                  </a:ext>
                </a:extLst>
              </p:cNvPr>
              <p:cNvSpPr/>
              <p:nvPr/>
            </p:nvSpPr>
            <p:spPr>
              <a:xfrm>
                <a:off x="346899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3" name="ph5884">
                <a:extLst>
                  <a:ext uri="{FF2B5EF4-FFF2-40B4-BE49-F238E27FC236}">
                    <a16:creationId xmlns:a16="http://schemas.microsoft.com/office/drawing/2014/main" id="{7E16D2EA-1042-C837-AB05-7337EF6B14E0}"/>
                  </a:ext>
                </a:extLst>
              </p:cNvPr>
              <p:cNvSpPr/>
              <p:nvPr/>
            </p:nvSpPr>
            <p:spPr>
              <a:xfrm>
                <a:off x="347843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4" name="ph5885">
                <a:extLst>
                  <a:ext uri="{FF2B5EF4-FFF2-40B4-BE49-F238E27FC236}">
                    <a16:creationId xmlns:a16="http://schemas.microsoft.com/office/drawing/2014/main" id="{8420E923-C3F3-041C-B3F7-FA845AE8AADD}"/>
                  </a:ext>
                </a:extLst>
              </p:cNvPr>
              <p:cNvSpPr/>
              <p:nvPr/>
            </p:nvSpPr>
            <p:spPr>
              <a:xfrm>
                <a:off x="348787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5" name="ph5886">
                <a:extLst>
                  <a:ext uri="{FF2B5EF4-FFF2-40B4-BE49-F238E27FC236}">
                    <a16:creationId xmlns:a16="http://schemas.microsoft.com/office/drawing/2014/main" id="{20CC4231-AE3E-82A3-1A62-20C8D8BF2C00}"/>
                  </a:ext>
                </a:extLst>
              </p:cNvPr>
              <p:cNvSpPr/>
              <p:nvPr/>
            </p:nvSpPr>
            <p:spPr>
              <a:xfrm>
                <a:off x="349731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6" name="ph5887">
                <a:extLst>
                  <a:ext uri="{FF2B5EF4-FFF2-40B4-BE49-F238E27FC236}">
                    <a16:creationId xmlns:a16="http://schemas.microsoft.com/office/drawing/2014/main" id="{66D48E53-6FA2-B9D0-C997-4D36B920EBBB}"/>
                  </a:ext>
                </a:extLst>
              </p:cNvPr>
              <p:cNvSpPr/>
              <p:nvPr/>
            </p:nvSpPr>
            <p:spPr>
              <a:xfrm>
                <a:off x="350675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7" name="ph5888">
                <a:extLst>
                  <a:ext uri="{FF2B5EF4-FFF2-40B4-BE49-F238E27FC236}">
                    <a16:creationId xmlns:a16="http://schemas.microsoft.com/office/drawing/2014/main" id="{5461C021-988A-F637-0714-D298D94A4303}"/>
                  </a:ext>
                </a:extLst>
              </p:cNvPr>
              <p:cNvSpPr/>
              <p:nvPr/>
            </p:nvSpPr>
            <p:spPr>
              <a:xfrm>
                <a:off x="351619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8" name="ph5889">
                <a:extLst>
                  <a:ext uri="{FF2B5EF4-FFF2-40B4-BE49-F238E27FC236}">
                    <a16:creationId xmlns:a16="http://schemas.microsoft.com/office/drawing/2014/main" id="{6FD169E6-2311-1E07-B10E-E0C47DC65399}"/>
                  </a:ext>
                </a:extLst>
              </p:cNvPr>
              <p:cNvSpPr/>
              <p:nvPr/>
            </p:nvSpPr>
            <p:spPr>
              <a:xfrm>
                <a:off x="352563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9" name="ph5890">
                <a:extLst>
                  <a:ext uri="{FF2B5EF4-FFF2-40B4-BE49-F238E27FC236}">
                    <a16:creationId xmlns:a16="http://schemas.microsoft.com/office/drawing/2014/main" id="{8962C1E3-4959-5A68-4358-8F0642C60A4E}"/>
                  </a:ext>
                </a:extLst>
              </p:cNvPr>
              <p:cNvSpPr/>
              <p:nvPr/>
            </p:nvSpPr>
            <p:spPr>
              <a:xfrm>
                <a:off x="353507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0" name="ph5891">
                <a:extLst>
                  <a:ext uri="{FF2B5EF4-FFF2-40B4-BE49-F238E27FC236}">
                    <a16:creationId xmlns:a16="http://schemas.microsoft.com/office/drawing/2014/main" id="{5C1D058D-6D6B-911E-E8A0-F5D22DD88099}"/>
                  </a:ext>
                </a:extLst>
              </p:cNvPr>
              <p:cNvSpPr/>
              <p:nvPr/>
            </p:nvSpPr>
            <p:spPr>
              <a:xfrm>
                <a:off x="354451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1" name="ph5892">
                <a:extLst>
                  <a:ext uri="{FF2B5EF4-FFF2-40B4-BE49-F238E27FC236}">
                    <a16:creationId xmlns:a16="http://schemas.microsoft.com/office/drawing/2014/main" id="{4745B1A5-A27A-8808-2D9F-7318BF977716}"/>
                  </a:ext>
                </a:extLst>
              </p:cNvPr>
              <p:cNvSpPr/>
              <p:nvPr/>
            </p:nvSpPr>
            <p:spPr>
              <a:xfrm>
                <a:off x="355395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2" name="ph5893">
                <a:extLst>
                  <a:ext uri="{FF2B5EF4-FFF2-40B4-BE49-F238E27FC236}">
                    <a16:creationId xmlns:a16="http://schemas.microsoft.com/office/drawing/2014/main" id="{ED603CA7-C7C3-9A73-7E2D-3E0481215C4F}"/>
                  </a:ext>
                </a:extLst>
              </p:cNvPr>
              <p:cNvSpPr/>
              <p:nvPr/>
            </p:nvSpPr>
            <p:spPr>
              <a:xfrm>
                <a:off x="356339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3" name="ph5894">
                <a:extLst>
                  <a:ext uri="{FF2B5EF4-FFF2-40B4-BE49-F238E27FC236}">
                    <a16:creationId xmlns:a16="http://schemas.microsoft.com/office/drawing/2014/main" id="{A409EB14-021D-698D-E8A6-4329069D4859}"/>
                  </a:ext>
                </a:extLst>
              </p:cNvPr>
              <p:cNvSpPr/>
              <p:nvPr/>
            </p:nvSpPr>
            <p:spPr>
              <a:xfrm>
                <a:off x="357283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4" name="ph5895">
                <a:extLst>
                  <a:ext uri="{FF2B5EF4-FFF2-40B4-BE49-F238E27FC236}">
                    <a16:creationId xmlns:a16="http://schemas.microsoft.com/office/drawing/2014/main" id="{5A847C53-B105-3909-9CBD-81EE346322B0}"/>
                  </a:ext>
                </a:extLst>
              </p:cNvPr>
              <p:cNvSpPr/>
              <p:nvPr/>
            </p:nvSpPr>
            <p:spPr>
              <a:xfrm>
                <a:off x="358227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5" name="ph5896">
                <a:extLst>
                  <a:ext uri="{FF2B5EF4-FFF2-40B4-BE49-F238E27FC236}">
                    <a16:creationId xmlns:a16="http://schemas.microsoft.com/office/drawing/2014/main" id="{4333B218-7458-7481-E42F-3708B9FE9A4A}"/>
                  </a:ext>
                </a:extLst>
              </p:cNvPr>
              <p:cNvSpPr/>
              <p:nvPr/>
            </p:nvSpPr>
            <p:spPr>
              <a:xfrm>
                <a:off x="359171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6" name="ph5897">
                <a:extLst>
                  <a:ext uri="{FF2B5EF4-FFF2-40B4-BE49-F238E27FC236}">
                    <a16:creationId xmlns:a16="http://schemas.microsoft.com/office/drawing/2014/main" id="{578B7ADF-7249-899B-7AEA-1A4A58F18280}"/>
                  </a:ext>
                </a:extLst>
              </p:cNvPr>
              <p:cNvSpPr/>
              <p:nvPr/>
            </p:nvSpPr>
            <p:spPr>
              <a:xfrm>
                <a:off x="360115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7" name="ph5898">
                <a:extLst>
                  <a:ext uri="{FF2B5EF4-FFF2-40B4-BE49-F238E27FC236}">
                    <a16:creationId xmlns:a16="http://schemas.microsoft.com/office/drawing/2014/main" id="{44FC36F6-096A-8A07-F337-38283E933B19}"/>
                  </a:ext>
                </a:extLst>
              </p:cNvPr>
              <p:cNvSpPr/>
              <p:nvPr/>
            </p:nvSpPr>
            <p:spPr>
              <a:xfrm>
                <a:off x="361059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8" name="ph5899">
                <a:extLst>
                  <a:ext uri="{FF2B5EF4-FFF2-40B4-BE49-F238E27FC236}">
                    <a16:creationId xmlns:a16="http://schemas.microsoft.com/office/drawing/2014/main" id="{5EEF1D6A-E860-8843-AD1B-A0419DD05951}"/>
                  </a:ext>
                </a:extLst>
              </p:cNvPr>
              <p:cNvSpPr/>
              <p:nvPr/>
            </p:nvSpPr>
            <p:spPr>
              <a:xfrm>
                <a:off x="362003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9" name="ph5900">
                <a:extLst>
                  <a:ext uri="{FF2B5EF4-FFF2-40B4-BE49-F238E27FC236}">
                    <a16:creationId xmlns:a16="http://schemas.microsoft.com/office/drawing/2014/main" id="{D4E280C5-5069-B7C6-CA90-961D9A3566AA}"/>
                  </a:ext>
                </a:extLst>
              </p:cNvPr>
              <p:cNvSpPr/>
              <p:nvPr/>
            </p:nvSpPr>
            <p:spPr>
              <a:xfrm>
                <a:off x="362947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0" name="ph5901">
                <a:extLst>
                  <a:ext uri="{FF2B5EF4-FFF2-40B4-BE49-F238E27FC236}">
                    <a16:creationId xmlns:a16="http://schemas.microsoft.com/office/drawing/2014/main" id="{7F777151-2C99-7676-3C12-244FE92C05C0}"/>
                  </a:ext>
                </a:extLst>
              </p:cNvPr>
              <p:cNvSpPr/>
              <p:nvPr/>
            </p:nvSpPr>
            <p:spPr>
              <a:xfrm>
                <a:off x="363891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1" name="ph5902">
                <a:extLst>
                  <a:ext uri="{FF2B5EF4-FFF2-40B4-BE49-F238E27FC236}">
                    <a16:creationId xmlns:a16="http://schemas.microsoft.com/office/drawing/2014/main" id="{51FD887E-6408-67BA-72BF-C160BA0B8018}"/>
                  </a:ext>
                </a:extLst>
              </p:cNvPr>
              <p:cNvSpPr/>
              <p:nvPr/>
            </p:nvSpPr>
            <p:spPr>
              <a:xfrm>
                <a:off x="364836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2" name="ph5903">
                <a:extLst>
                  <a:ext uri="{FF2B5EF4-FFF2-40B4-BE49-F238E27FC236}">
                    <a16:creationId xmlns:a16="http://schemas.microsoft.com/office/drawing/2014/main" id="{56356DCC-C345-2C2C-3746-C4620DCBDBEA}"/>
                  </a:ext>
                </a:extLst>
              </p:cNvPr>
              <p:cNvSpPr/>
              <p:nvPr/>
            </p:nvSpPr>
            <p:spPr>
              <a:xfrm>
                <a:off x="365780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3" name="ph5904">
                <a:extLst>
                  <a:ext uri="{FF2B5EF4-FFF2-40B4-BE49-F238E27FC236}">
                    <a16:creationId xmlns:a16="http://schemas.microsoft.com/office/drawing/2014/main" id="{18E936A9-402B-E83C-ADD7-A7D61AD09577}"/>
                  </a:ext>
                </a:extLst>
              </p:cNvPr>
              <p:cNvSpPr/>
              <p:nvPr/>
            </p:nvSpPr>
            <p:spPr>
              <a:xfrm>
                <a:off x="366724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4" name="ph5905">
                <a:extLst>
                  <a:ext uri="{FF2B5EF4-FFF2-40B4-BE49-F238E27FC236}">
                    <a16:creationId xmlns:a16="http://schemas.microsoft.com/office/drawing/2014/main" id="{66A38D97-2BB1-392A-D57A-51F63A45FD84}"/>
                  </a:ext>
                </a:extLst>
              </p:cNvPr>
              <p:cNvSpPr/>
              <p:nvPr/>
            </p:nvSpPr>
            <p:spPr>
              <a:xfrm>
                <a:off x="367668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5" name="ph5906">
                <a:extLst>
                  <a:ext uri="{FF2B5EF4-FFF2-40B4-BE49-F238E27FC236}">
                    <a16:creationId xmlns:a16="http://schemas.microsoft.com/office/drawing/2014/main" id="{16722AA7-DB8A-396F-8A98-269009021E95}"/>
                  </a:ext>
                </a:extLst>
              </p:cNvPr>
              <p:cNvSpPr/>
              <p:nvPr/>
            </p:nvSpPr>
            <p:spPr>
              <a:xfrm>
                <a:off x="368612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6" name="ph5907">
                <a:extLst>
                  <a:ext uri="{FF2B5EF4-FFF2-40B4-BE49-F238E27FC236}">
                    <a16:creationId xmlns:a16="http://schemas.microsoft.com/office/drawing/2014/main" id="{8D7C93C3-39A1-A4FC-162A-1ADED8A65D9D}"/>
                  </a:ext>
                </a:extLst>
              </p:cNvPr>
              <p:cNvSpPr/>
              <p:nvPr/>
            </p:nvSpPr>
            <p:spPr>
              <a:xfrm>
                <a:off x="369556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7" name="ph5908">
                <a:extLst>
                  <a:ext uri="{FF2B5EF4-FFF2-40B4-BE49-F238E27FC236}">
                    <a16:creationId xmlns:a16="http://schemas.microsoft.com/office/drawing/2014/main" id="{5047303A-7ECB-7E44-FF5F-73F95950E944}"/>
                  </a:ext>
                </a:extLst>
              </p:cNvPr>
              <p:cNvSpPr/>
              <p:nvPr/>
            </p:nvSpPr>
            <p:spPr>
              <a:xfrm>
                <a:off x="370500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8" name="ph5909">
                <a:extLst>
                  <a:ext uri="{FF2B5EF4-FFF2-40B4-BE49-F238E27FC236}">
                    <a16:creationId xmlns:a16="http://schemas.microsoft.com/office/drawing/2014/main" id="{88603DCA-16DB-B599-6E08-FD0EBA520139}"/>
                  </a:ext>
                </a:extLst>
              </p:cNvPr>
              <p:cNvSpPr/>
              <p:nvPr/>
            </p:nvSpPr>
            <p:spPr>
              <a:xfrm>
                <a:off x="371444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9" name="ph5910">
                <a:extLst>
                  <a:ext uri="{FF2B5EF4-FFF2-40B4-BE49-F238E27FC236}">
                    <a16:creationId xmlns:a16="http://schemas.microsoft.com/office/drawing/2014/main" id="{EF0C7938-FD42-2674-38E5-BAB7D043A1DC}"/>
                  </a:ext>
                </a:extLst>
              </p:cNvPr>
              <p:cNvSpPr/>
              <p:nvPr/>
            </p:nvSpPr>
            <p:spPr>
              <a:xfrm>
                <a:off x="372388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0" name="ph5911">
                <a:extLst>
                  <a:ext uri="{FF2B5EF4-FFF2-40B4-BE49-F238E27FC236}">
                    <a16:creationId xmlns:a16="http://schemas.microsoft.com/office/drawing/2014/main" id="{E07F730C-2B74-7F5E-53C5-5C3379649A11}"/>
                  </a:ext>
                </a:extLst>
              </p:cNvPr>
              <p:cNvSpPr/>
              <p:nvPr/>
            </p:nvSpPr>
            <p:spPr>
              <a:xfrm>
                <a:off x="3733322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907"/>
                    </a:lnTo>
                    <a:lnTo>
                      <a:pt x="923319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1" name="ph5912">
                <a:extLst>
                  <a:ext uri="{FF2B5EF4-FFF2-40B4-BE49-F238E27FC236}">
                    <a16:creationId xmlns:a16="http://schemas.microsoft.com/office/drawing/2014/main" id="{5BDA9278-8BFA-3C71-1A7D-DE45486216B5}"/>
                  </a:ext>
                </a:extLst>
              </p:cNvPr>
              <p:cNvSpPr/>
              <p:nvPr/>
            </p:nvSpPr>
            <p:spPr>
              <a:xfrm>
                <a:off x="3742762" y="1429861"/>
                <a:ext cx="923840" cy="9314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4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939"/>
                    </a:lnTo>
                    <a:lnTo>
                      <a:pt x="920068" y="925479"/>
                    </a:lnTo>
                    <a:lnTo>
                      <a:pt x="914930" y="930976"/>
                    </a:lnTo>
                    <a:lnTo>
                      <a:pt x="914400" y="931477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2" name="ph5913">
                <a:extLst>
                  <a:ext uri="{FF2B5EF4-FFF2-40B4-BE49-F238E27FC236}">
                    <a16:creationId xmlns:a16="http://schemas.microsoft.com/office/drawing/2014/main" id="{71AD059C-2C27-5AFA-49C4-1266FFC899F0}"/>
                  </a:ext>
                </a:extLst>
              </p:cNvPr>
              <p:cNvSpPr/>
              <p:nvPr/>
            </p:nvSpPr>
            <p:spPr>
              <a:xfrm>
                <a:off x="3752202" y="1429861"/>
                <a:ext cx="919383" cy="920939"/>
              </a:xfrm>
              <a:custGeom>
                <a:avLst/>
                <a:gdLst/>
                <a:ahLst/>
                <a:cxnLst/>
                <a:rect l="0" t="0" r="0" b="0"/>
                <a:pathLst>
                  <a:path w="919383" h="920939">
                    <a:moveTo>
                      <a:pt x="914400" y="914400"/>
                    </a:moveTo>
                    <a:lnTo>
                      <a:pt x="919383" y="914400"/>
                    </a:lnTo>
                    <a:lnTo>
                      <a:pt x="915603" y="919490"/>
                    </a:lnTo>
                    <a:lnTo>
                      <a:pt x="914400" y="92093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3" name="ph5914">
                <a:extLst>
                  <a:ext uri="{FF2B5EF4-FFF2-40B4-BE49-F238E27FC236}">
                    <a16:creationId xmlns:a16="http://schemas.microsoft.com/office/drawing/2014/main" id="{732B374A-A5E6-0A13-E254-97C3301BCC93}"/>
                  </a:ext>
                </a:extLst>
              </p:cNvPr>
              <p:cNvSpPr/>
              <p:nvPr/>
            </p:nvSpPr>
            <p:spPr>
              <a:xfrm>
                <a:off x="2119041" y="1412291"/>
                <a:ext cx="914400" cy="91702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025">
                    <a:moveTo>
                      <a:pt x="914400" y="914399"/>
                    </a:moveTo>
                    <a:lnTo>
                      <a:pt x="914400" y="917025"/>
                    </a:lnTo>
                    <a:lnTo>
                      <a:pt x="913924" y="916179"/>
                    </a:lnTo>
                    <a:lnTo>
                      <a:pt x="912923" y="91439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4" name="ph5915">
                <a:extLst>
                  <a:ext uri="{FF2B5EF4-FFF2-40B4-BE49-F238E27FC236}">
                    <a16:creationId xmlns:a16="http://schemas.microsoft.com/office/drawing/2014/main" id="{7E438A20-18B6-BF48-C683-BF6E2ECE2295}"/>
                  </a:ext>
                </a:extLst>
              </p:cNvPr>
              <p:cNvSpPr/>
              <p:nvPr/>
            </p:nvSpPr>
            <p:spPr>
              <a:xfrm>
                <a:off x="211904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1060" y="931969"/>
                    </a:lnTo>
                    <a:lnTo>
                      <a:pt x="920102" y="929792"/>
                    </a:lnTo>
                    <a:lnTo>
                      <a:pt x="919033" y="927367"/>
                    </a:lnTo>
                    <a:lnTo>
                      <a:pt x="917964" y="924941"/>
                    </a:lnTo>
                    <a:lnTo>
                      <a:pt x="916895" y="922516"/>
                    </a:lnTo>
                    <a:lnTo>
                      <a:pt x="915825" y="920091"/>
                    </a:lnTo>
                    <a:lnTo>
                      <a:pt x="914738" y="917627"/>
                    </a:lnTo>
                    <a:lnTo>
                      <a:pt x="914400" y="917025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5" name="ph5916">
                <a:extLst>
                  <a:ext uri="{FF2B5EF4-FFF2-40B4-BE49-F238E27FC236}">
                    <a16:creationId xmlns:a16="http://schemas.microsoft.com/office/drawing/2014/main" id="{F665A73E-22A8-323D-3B2E-EFC9AA1DDD13}"/>
                  </a:ext>
                </a:extLst>
              </p:cNvPr>
              <p:cNvSpPr/>
              <p:nvPr/>
            </p:nvSpPr>
            <p:spPr>
              <a:xfrm>
                <a:off x="212848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6" name="ph5917">
                <a:extLst>
                  <a:ext uri="{FF2B5EF4-FFF2-40B4-BE49-F238E27FC236}">
                    <a16:creationId xmlns:a16="http://schemas.microsoft.com/office/drawing/2014/main" id="{C5BBD2A0-165C-9B27-CF12-67D2F9D8BDC5}"/>
                  </a:ext>
                </a:extLst>
              </p:cNvPr>
              <p:cNvSpPr/>
              <p:nvPr/>
            </p:nvSpPr>
            <p:spPr>
              <a:xfrm>
                <a:off x="21379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7" name="ph5918">
                <a:extLst>
                  <a:ext uri="{FF2B5EF4-FFF2-40B4-BE49-F238E27FC236}">
                    <a16:creationId xmlns:a16="http://schemas.microsoft.com/office/drawing/2014/main" id="{210B4530-DD8D-19F5-F534-2762BD8FAAE0}"/>
                  </a:ext>
                </a:extLst>
              </p:cNvPr>
              <p:cNvSpPr/>
              <p:nvPr/>
            </p:nvSpPr>
            <p:spPr>
              <a:xfrm>
                <a:off x="214736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8" name="ph5919">
                <a:extLst>
                  <a:ext uri="{FF2B5EF4-FFF2-40B4-BE49-F238E27FC236}">
                    <a16:creationId xmlns:a16="http://schemas.microsoft.com/office/drawing/2014/main" id="{67062E3B-A0DE-621C-9115-BAEF03CB6996}"/>
                  </a:ext>
                </a:extLst>
              </p:cNvPr>
              <p:cNvSpPr/>
              <p:nvPr/>
            </p:nvSpPr>
            <p:spPr>
              <a:xfrm>
                <a:off x="215680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9" name="ph5920">
                <a:extLst>
                  <a:ext uri="{FF2B5EF4-FFF2-40B4-BE49-F238E27FC236}">
                    <a16:creationId xmlns:a16="http://schemas.microsoft.com/office/drawing/2014/main" id="{885AF429-C12B-25B0-EA3F-F3A9893BDB41}"/>
                  </a:ext>
                </a:extLst>
              </p:cNvPr>
              <p:cNvSpPr/>
              <p:nvPr/>
            </p:nvSpPr>
            <p:spPr>
              <a:xfrm>
                <a:off x="216624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0" name="ph5921">
                <a:extLst>
                  <a:ext uri="{FF2B5EF4-FFF2-40B4-BE49-F238E27FC236}">
                    <a16:creationId xmlns:a16="http://schemas.microsoft.com/office/drawing/2014/main" id="{7EB9D44C-BD00-FD1C-E201-B82C31AE9436}"/>
                  </a:ext>
                </a:extLst>
              </p:cNvPr>
              <p:cNvSpPr/>
              <p:nvPr/>
            </p:nvSpPr>
            <p:spPr>
              <a:xfrm>
                <a:off x="217568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1" name="ph5922">
                <a:extLst>
                  <a:ext uri="{FF2B5EF4-FFF2-40B4-BE49-F238E27FC236}">
                    <a16:creationId xmlns:a16="http://schemas.microsoft.com/office/drawing/2014/main" id="{B9F142BF-6A74-FD32-F390-597BDFBB5DA1}"/>
                  </a:ext>
                </a:extLst>
              </p:cNvPr>
              <p:cNvSpPr/>
              <p:nvPr/>
            </p:nvSpPr>
            <p:spPr>
              <a:xfrm>
                <a:off x="218512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2" name="ph5923">
                <a:extLst>
                  <a:ext uri="{FF2B5EF4-FFF2-40B4-BE49-F238E27FC236}">
                    <a16:creationId xmlns:a16="http://schemas.microsoft.com/office/drawing/2014/main" id="{C6A64024-F9FE-8E8A-F51F-319DFA25CD63}"/>
                  </a:ext>
                </a:extLst>
              </p:cNvPr>
              <p:cNvSpPr/>
              <p:nvPr/>
            </p:nvSpPr>
            <p:spPr>
              <a:xfrm>
                <a:off x="219456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3" name="ph5924">
                <a:extLst>
                  <a:ext uri="{FF2B5EF4-FFF2-40B4-BE49-F238E27FC236}">
                    <a16:creationId xmlns:a16="http://schemas.microsoft.com/office/drawing/2014/main" id="{6BBA1440-A353-5014-1D98-E35FF1551FF3}"/>
                  </a:ext>
                </a:extLst>
              </p:cNvPr>
              <p:cNvSpPr/>
              <p:nvPr/>
            </p:nvSpPr>
            <p:spPr>
              <a:xfrm>
                <a:off x="220400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4" name="ph5925">
                <a:extLst>
                  <a:ext uri="{FF2B5EF4-FFF2-40B4-BE49-F238E27FC236}">
                    <a16:creationId xmlns:a16="http://schemas.microsoft.com/office/drawing/2014/main" id="{6496498B-F2D1-EB99-7DC5-2F999B791A78}"/>
                  </a:ext>
                </a:extLst>
              </p:cNvPr>
              <p:cNvSpPr/>
              <p:nvPr/>
            </p:nvSpPr>
            <p:spPr>
              <a:xfrm>
                <a:off x="221344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5" name="ph5926">
                <a:extLst>
                  <a:ext uri="{FF2B5EF4-FFF2-40B4-BE49-F238E27FC236}">
                    <a16:creationId xmlns:a16="http://schemas.microsoft.com/office/drawing/2014/main" id="{2D30524E-0F2B-3BC0-94AD-35A2F6825480}"/>
                  </a:ext>
                </a:extLst>
              </p:cNvPr>
              <p:cNvSpPr/>
              <p:nvPr/>
            </p:nvSpPr>
            <p:spPr>
              <a:xfrm>
                <a:off x="222288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6" name="ph5927">
                <a:extLst>
                  <a:ext uri="{FF2B5EF4-FFF2-40B4-BE49-F238E27FC236}">
                    <a16:creationId xmlns:a16="http://schemas.microsoft.com/office/drawing/2014/main" id="{E0B0A1D2-0085-0BBA-EEB2-011940C8B548}"/>
                  </a:ext>
                </a:extLst>
              </p:cNvPr>
              <p:cNvSpPr/>
              <p:nvPr/>
            </p:nvSpPr>
            <p:spPr>
              <a:xfrm>
                <a:off x="223232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7" name="ph5928">
                <a:extLst>
                  <a:ext uri="{FF2B5EF4-FFF2-40B4-BE49-F238E27FC236}">
                    <a16:creationId xmlns:a16="http://schemas.microsoft.com/office/drawing/2014/main" id="{7527B886-45F3-A694-C76E-505AD3CDC840}"/>
                  </a:ext>
                </a:extLst>
              </p:cNvPr>
              <p:cNvSpPr/>
              <p:nvPr/>
            </p:nvSpPr>
            <p:spPr>
              <a:xfrm>
                <a:off x="224176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8" name="ph5929">
                <a:extLst>
                  <a:ext uri="{FF2B5EF4-FFF2-40B4-BE49-F238E27FC236}">
                    <a16:creationId xmlns:a16="http://schemas.microsoft.com/office/drawing/2014/main" id="{3E5BFEB0-AB27-A01E-1323-3C4571CF5C9E}"/>
                  </a:ext>
                </a:extLst>
              </p:cNvPr>
              <p:cNvSpPr/>
              <p:nvPr/>
            </p:nvSpPr>
            <p:spPr>
              <a:xfrm>
                <a:off x="225120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9" name="ph5930">
                <a:extLst>
                  <a:ext uri="{FF2B5EF4-FFF2-40B4-BE49-F238E27FC236}">
                    <a16:creationId xmlns:a16="http://schemas.microsoft.com/office/drawing/2014/main" id="{D256FE0B-96D8-7525-A202-812A3B5358E6}"/>
                  </a:ext>
                </a:extLst>
              </p:cNvPr>
              <p:cNvSpPr/>
              <p:nvPr/>
            </p:nvSpPr>
            <p:spPr>
              <a:xfrm>
                <a:off x="226064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0" name="ph5931">
                <a:extLst>
                  <a:ext uri="{FF2B5EF4-FFF2-40B4-BE49-F238E27FC236}">
                    <a16:creationId xmlns:a16="http://schemas.microsoft.com/office/drawing/2014/main" id="{6209EFD0-8C2F-D025-7494-AA96272E7BF5}"/>
                  </a:ext>
                </a:extLst>
              </p:cNvPr>
              <p:cNvSpPr/>
              <p:nvPr/>
            </p:nvSpPr>
            <p:spPr>
              <a:xfrm>
                <a:off x="227008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8">
                  <a:alpha val="100000"/>
                </a:srgbClr>
              </a:solidFill>
              <a:ln w="5420" cap="flat">
                <a:solidFill>
                  <a:srgbClr val="FFC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1" name="ph5932">
                <a:extLst>
                  <a:ext uri="{FF2B5EF4-FFF2-40B4-BE49-F238E27FC236}">
                    <a16:creationId xmlns:a16="http://schemas.microsoft.com/office/drawing/2014/main" id="{B8E56973-0310-9E3F-21EA-E30E6C130395}"/>
                  </a:ext>
                </a:extLst>
              </p:cNvPr>
              <p:cNvSpPr/>
              <p:nvPr/>
            </p:nvSpPr>
            <p:spPr>
              <a:xfrm>
                <a:off x="227952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379">
                  <a:alpha val="100000"/>
                </a:srgbClr>
              </a:solidFill>
              <a:ln w="5420" cap="flat">
                <a:solidFill>
                  <a:srgbClr val="FFC3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2" name="ph5933">
                <a:extLst>
                  <a:ext uri="{FF2B5EF4-FFF2-40B4-BE49-F238E27FC236}">
                    <a16:creationId xmlns:a16="http://schemas.microsoft.com/office/drawing/2014/main" id="{AB30B1E3-F59D-B438-8C57-DD6F91354FDA}"/>
                  </a:ext>
                </a:extLst>
              </p:cNvPr>
              <p:cNvSpPr/>
              <p:nvPr/>
            </p:nvSpPr>
            <p:spPr>
              <a:xfrm>
                <a:off x="228896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3" name="ph5934">
                <a:extLst>
                  <a:ext uri="{FF2B5EF4-FFF2-40B4-BE49-F238E27FC236}">
                    <a16:creationId xmlns:a16="http://schemas.microsoft.com/office/drawing/2014/main" id="{0166D7D9-3D38-BF63-9D70-D64FE985827C}"/>
                  </a:ext>
                </a:extLst>
              </p:cNvPr>
              <p:cNvSpPr/>
              <p:nvPr/>
            </p:nvSpPr>
            <p:spPr>
              <a:xfrm>
                <a:off x="229840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4" name="ph5935">
                <a:extLst>
                  <a:ext uri="{FF2B5EF4-FFF2-40B4-BE49-F238E27FC236}">
                    <a16:creationId xmlns:a16="http://schemas.microsoft.com/office/drawing/2014/main" id="{02F4F53E-69CC-BC06-2584-E3B31E18C4D8}"/>
                  </a:ext>
                </a:extLst>
              </p:cNvPr>
              <p:cNvSpPr/>
              <p:nvPr/>
            </p:nvSpPr>
            <p:spPr>
              <a:xfrm>
                <a:off x="230784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C">
                  <a:alpha val="100000"/>
                </a:srgbClr>
              </a:solidFill>
              <a:ln w="5420" cap="flat">
                <a:solidFill>
                  <a:srgbClr val="FFC9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5" name="ph5936">
                <a:extLst>
                  <a:ext uri="{FF2B5EF4-FFF2-40B4-BE49-F238E27FC236}">
                    <a16:creationId xmlns:a16="http://schemas.microsoft.com/office/drawing/2014/main" id="{A4923F20-25B6-DAE5-6B69-E210095E9908}"/>
                  </a:ext>
                </a:extLst>
              </p:cNvPr>
              <p:cNvSpPr/>
              <p:nvPr/>
            </p:nvSpPr>
            <p:spPr>
              <a:xfrm>
                <a:off x="231728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6" name="ph5937">
                <a:extLst>
                  <a:ext uri="{FF2B5EF4-FFF2-40B4-BE49-F238E27FC236}">
                    <a16:creationId xmlns:a16="http://schemas.microsoft.com/office/drawing/2014/main" id="{DD6BF943-5DD2-44FE-DFB8-C5BC007D13EF}"/>
                  </a:ext>
                </a:extLst>
              </p:cNvPr>
              <p:cNvSpPr/>
              <p:nvPr/>
            </p:nvSpPr>
            <p:spPr>
              <a:xfrm>
                <a:off x="232672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7" name="ph5938">
                <a:extLst>
                  <a:ext uri="{FF2B5EF4-FFF2-40B4-BE49-F238E27FC236}">
                    <a16:creationId xmlns:a16="http://schemas.microsoft.com/office/drawing/2014/main" id="{97AA7BCE-306C-A30A-853C-4EA9D4E8B2B7}"/>
                  </a:ext>
                </a:extLst>
              </p:cNvPr>
              <p:cNvSpPr/>
              <p:nvPr/>
            </p:nvSpPr>
            <p:spPr>
              <a:xfrm>
                <a:off x="233616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8" name="ph5939">
                <a:extLst>
                  <a:ext uri="{FF2B5EF4-FFF2-40B4-BE49-F238E27FC236}">
                    <a16:creationId xmlns:a16="http://schemas.microsoft.com/office/drawing/2014/main" id="{52DE3780-D135-A259-CAF7-3927D9A2D867}"/>
                  </a:ext>
                </a:extLst>
              </p:cNvPr>
              <p:cNvSpPr/>
              <p:nvPr/>
            </p:nvSpPr>
            <p:spPr>
              <a:xfrm>
                <a:off x="234560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9" name="ph5940">
                <a:extLst>
                  <a:ext uri="{FF2B5EF4-FFF2-40B4-BE49-F238E27FC236}">
                    <a16:creationId xmlns:a16="http://schemas.microsoft.com/office/drawing/2014/main" id="{EE21C960-17E5-CCF8-7670-0E7D535F34E5}"/>
                  </a:ext>
                </a:extLst>
              </p:cNvPr>
              <p:cNvSpPr/>
              <p:nvPr/>
            </p:nvSpPr>
            <p:spPr>
              <a:xfrm>
                <a:off x="235504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0" name="ph5941">
                <a:extLst>
                  <a:ext uri="{FF2B5EF4-FFF2-40B4-BE49-F238E27FC236}">
                    <a16:creationId xmlns:a16="http://schemas.microsoft.com/office/drawing/2014/main" id="{10245ED6-B262-3A33-6ACC-FC2504EE1B49}"/>
                  </a:ext>
                </a:extLst>
              </p:cNvPr>
              <p:cNvSpPr/>
              <p:nvPr/>
            </p:nvSpPr>
            <p:spPr>
              <a:xfrm>
                <a:off x="236448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1" name="ph5942">
                <a:extLst>
                  <a:ext uri="{FF2B5EF4-FFF2-40B4-BE49-F238E27FC236}">
                    <a16:creationId xmlns:a16="http://schemas.microsoft.com/office/drawing/2014/main" id="{C6AB3F55-FCA7-43EA-CA0F-53BCDE53FFAB}"/>
                  </a:ext>
                </a:extLst>
              </p:cNvPr>
              <p:cNvSpPr/>
              <p:nvPr/>
            </p:nvSpPr>
            <p:spPr>
              <a:xfrm>
                <a:off x="237392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2" name="ph5943">
                <a:extLst>
                  <a:ext uri="{FF2B5EF4-FFF2-40B4-BE49-F238E27FC236}">
                    <a16:creationId xmlns:a16="http://schemas.microsoft.com/office/drawing/2014/main" id="{2BF43835-A370-D39A-4571-4C43DC360BD8}"/>
                  </a:ext>
                </a:extLst>
              </p:cNvPr>
              <p:cNvSpPr/>
              <p:nvPr/>
            </p:nvSpPr>
            <p:spPr>
              <a:xfrm>
                <a:off x="238336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3" name="ph5944">
                <a:extLst>
                  <a:ext uri="{FF2B5EF4-FFF2-40B4-BE49-F238E27FC236}">
                    <a16:creationId xmlns:a16="http://schemas.microsoft.com/office/drawing/2014/main" id="{BBB90667-23A7-BE70-D987-5E90AD2932C8}"/>
                  </a:ext>
                </a:extLst>
              </p:cNvPr>
              <p:cNvSpPr/>
              <p:nvPr/>
            </p:nvSpPr>
            <p:spPr>
              <a:xfrm>
                <a:off x="239280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4" name="ph5945">
                <a:extLst>
                  <a:ext uri="{FF2B5EF4-FFF2-40B4-BE49-F238E27FC236}">
                    <a16:creationId xmlns:a16="http://schemas.microsoft.com/office/drawing/2014/main" id="{BD651E8D-18FF-E3CF-AEB2-2E3B7367CE7E}"/>
                  </a:ext>
                </a:extLst>
              </p:cNvPr>
              <p:cNvSpPr/>
              <p:nvPr/>
            </p:nvSpPr>
            <p:spPr>
              <a:xfrm>
                <a:off x="240224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5" name="ph5946">
                <a:extLst>
                  <a:ext uri="{FF2B5EF4-FFF2-40B4-BE49-F238E27FC236}">
                    <a16:creationId xmlns:a16="http://schemas.microsoft.com/office/drawing/2014/main" id="{8E19A561-FD2C-6878-EA4D-A809FC074902}"/>
                  </a:ext>
                </a:extLst>
              </p:cNvPr>
              <p:cNvSpPr/>
              <p:nvPr/>
            </p:nvSpPr>
            <p:spPr>
              <a:xfrm>
                <a:off x="241168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6" name="ph5947">
                <a:extLst>
                  <a:ext uri="{FF2B5EF4-FFF2-40B4-BE49-F238E27FC236}">
                    <a16:creationId xmlns:a16="http://schemas.microsoft.com/office/drawing/2014/main" id="{6C1628C1-A1A1-4B91-99CE-DAFB38B8CFB7}"/>
                  </a:ext>
                </a:extLst>
              </p:cNvPr>
              <p:cNvSpPr/>
              <p:nvPr/>
            </p:nvSpPr>
            <p:spPr>
              <a:xfrm>
                <a:off x="242112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7" name="ph5948">
                <a:extLst>
                  <a:ext uri="{FF2B5EF4-FFF2-40B4-BE49-F238E27FC236}">
                    <a16:creationId xmlns:a16="http://schemas.microsoft.com/office/drawing/2014/main" id="{E51C12DC-092C-3C75-A193-6CC04FF317ED}"/>
                  </a:ext>
                </a:extLst>
              </p:cNvPr>
              <p:cNvSpPr/>
              <p:nvPr/>
            </p:nvSpPr>
            <p:spPr>
              <a:xfrm>
                <a:off x="2430569" y="1429861"/>
                <a:ext cx="91844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4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46" y="896830"/>
                    </a:lnTo>
                    <a:lnTo>
                      <a:pt x="918127" y="899451"/>
                    </a:lnTo>
                    <a:lnTo>
                      <a:pt x="916531" y="910000"/>
                    </a:lnTo>
                    <a:lnTo>
                      <a:pt x="915731" y="914400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8" name="ph5949">
                <a:extLst>
                  <a:ext uri="{FF2B5EF4-FFF2-40B4-BE49-F238E27FC236}">
                    <a16:creationId xmlns:a16="http://schemas.microsoft.com/office/drawing/2014/main" id="{61372905-2DF3-653C-9A6B-38F39957E14C}"/>
                  </a:ext>
                </a:extLst>
              </p:cNvPr>
              <p:cNvSpPr/>
              <p:nvPr/>
            </p:nvSpPr>
            <p:spPr>
              <a:xfrm>
                <a:off x="3138587" y="141229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76" y="931969"/>
                    </a:lnTo>
                    <a:lnTo>
                      <a:pt x="906143" y="928073"/>
                    </a:lnTo>
                    <a:lnTo>
                      <a:pt x="908447" y="918011"/>
                    </a:lnTo>
                    <a:lnTo>
                      <a:pt x="909396" y="914399"/>
                    </a:lnTo>
                    <a:close/>
                  </a:path>
                </a:pathLst>
              </a:custGeom>
              <a:solidFill>
                <a:srgbClr val="DE452F">
                  <a:alpha val="100000"/>
                </a:srgbClr>
              </a:solidFill>
              <a:ln w="5420" cap="flat">
                <a:solidFill>
                  <a:srgbClr val="DE45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9" name="ph5950">
                <a:extLst>
                  <a:ext uri="{FF2B5EF4-FFF2-40B4-BE49-F238E27FC236}">
                    <a16:creationId xmlns:a16="http://schemas.microsoft.com/office/drawing/2014/main" id="{68CD951F-3CB0-70C2-C8D2-C5563F553F64}"/>
                  </a:ext>
                </a:extLst>
              </p:cNvPr>
              <p:cNvSpPr/>
              <p:nvPr/>
            </p:nvSpPr>
            <p:spPr>
              <a:xfrm>
                <a:off x="313858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0" name="ph5951">
                <a:extLst>
                  <a:ext uri="{FF2B5EF4-FFF2-40B4-BE49-F238E27FC236}">
                    <a16:creationId xmlns:a16="http://schemas.microsoft.com/office/drawing/2014/main" id="{55930901-7FF0-0653-7A4D-16E995B8055D}"/>
                  </a:ext>
                </a:extLst>
              </p:cNvPr>
              <p:cNvSpPr/>
              <p:nvPr/>
            </p:nvSpPr>
            <p:spPr>
              <a:xfrm>
                <a:off x="314802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1" name="ph5952">
                <a:extLst>
                  <a:ext uri="{FF2B5EF4-FFF2-40B4-BE49-F238E27FC236}">
                    <a16:creationId xmlns:a16="http://schemas.microsoft.com/office/drawing/2014/main" id="{73FE8E6B-AD32-84B9-60C8-B6DDF349EF22}"/>
                  </a:ext>
                </a:extLst>
              </p:cNvPr>
              <p:cNvSpPr/>
              <p:nvPr/>
            </p:nvSpPr>
            <p:spPr>
              <a:xfrm>
                <a:off x="315746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2" name="ph5953">
                <a:extLst>
                  <a:ext uri="{FF2B5EF4-FFF2-40B4-BE49-F238E27FC236}">
                    <a16:creationId xmlns:a16="http://schemas.microsoft.com/office/drawing/2014/main" id="{E9E30225-46A0-8E26-E698-78DBDECDA9A6}"/>
                  </a:ext>
                </a:extLst>
              </p:cNvPr>
              <p:cNvSpPr/>
              <p:nvPr/>
            </p:nvSpPr>
            <p:spPr>
              <a:xfrm>
                <a:off x="316690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3" name="ph5954">
                <a:extLst>
                  <a:ext uri="{FF2B5EF4-FFF2-40B4-BE49-F238E27FC236}">
                    <a16:creationId xmlns:a16="http://schemas.microsoft.com/office/drawing/2014/main" id="{8782FABF-075D-4400-D29A-BF76A1DA7330}"/>
                  </a:ext>
                </a:extLst>
              </p:cNvPr>
              <p:cNvSpPr/>
              <p:nvPr/>
            </p:nvSpPr>
            <p:spPr>
              <a:xfrm>
                <a:off x="317634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4" name="ph5955">
                <a:extLst>
                  <a:ext uri="{FF2B5EF4-FFF2-40B4-BE49-F238E27FC236}">
                    <a16:creationId xmlns:a16="http://schemas.microsoft.com/office/drawing/2014/main" id="{99588112-AE90-CC6B-CF22-401C8C27A945}"/>
                  </a:ext>
                </a:extLst>
              </p:cNvPr>
              <p:cNvSpPr/>
              <p:nvPr/>
            </p:nvSpPr>
            <p:spPr>
              <a:xfrm>
                <a:off x="318578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5" name="ph5956">
                <a:extLst>
                  <a:ext uri="{FF2B5EF4-FFF2-40B4-BE49-F238E27FC236}">
                    <a16:creationId xmlns:a16="http://schemas.microsoft.com/office/drawing/2014/main" id="{E93F3A5E-1606-F2DC-B5DB-52CBA0BBFEAD}"/>
                  </a:ext>
                </a:extLst>
              </p:cNvPr>
              <p:cNvSpPr/>
              <p:nvPr/>
            </p:nvSpPr>
            <p:spPr>
              <a:xfrm>
                <a:off x="319522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6" name="ph5957">
                <a:extLst>
                  <a:ext uri="{FF2B5EF4-FFF2-40B4-BE49-F238E27FC236}">
                    <a16:creationId xmlns:a16="http://schemas.microsoft.com/office/drawing/2014/main" id="{7482442E-5C60-1751-07D5-A64F3C6261B5}"/>
                  </a:ext>
                </a:extLst>
              </p:cNvPr>
              <p:cNvSpPr/>
              <p:nvPr/>
            </p:nvSpPr>
            <p:spPr>
              <a:xfrm>
                <a:off x="320466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7" name="ph5958">
                <a:extLst>
                  <a:ext uri="{FF2B5EF4-FFF2-40B4-BE49-F238E27FC236}">
                    <a16:creationId xmlns:a16="http://schemas.microsoft.com/office/drawing/2014/main" id="{E3FBD80A-3E68-BE64-93D8-008C71EE5BAF}"/>
                  </a:ext>
                </a:extLst>
              </p:cNvPr>
              <p:cNvSpPr/>
              <p:nvPr/>
            </p:nvSpPr>
            <p:spPr>
              <a:xfrm>
                <a:off x="321410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8" name="ph5959">
                <a:extLst>
                  <a:ext uri="{FF2B5EF4-FFF2-40B4-BE49-F238E27FC236}">
                    <a16:creationId xmlns:a16="http://schemas.microsoft.com/office/drawing/2014/main" id="{1736F832-A9BC-68CF-A523-A68FE9B402AE}"/>
                  </a:ext>
                </a:extLst>
              </p:cNvPr>
              <p:cNvSpPr/>
              <p:nvPr/>
            </p:nvSpPr>
            <p:spPr>
              <a:xfrm>
                <a:off x="322354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9" name="ph5960">
                <a:extLst>
                  <a:ext uri="{FF2B5EF4-FFF2-40B4-BE49-F238E27FC236}">
                    <a16:creationId xmlns:a16="http://schemas.microsoft.com/office/drawing/2014/main" id="{D3A40DD8-603B-ECF4-E518-117877B6002C}"/>
                  </a:ext>
                </a:extLst>
              </p:cNvPr>
              <p:cNvSpPr/>
              <p:nvPr/>
            </p:nvSpPr>
            <p:spPr>
              <a:xfrm>
                <a:off x="323298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0" name="ph5961">
                <a:extLst>
                  <a:ext uri="{FF2B5EF4-FFF2-40B4-BE49-F238E27FC236}">
                    <a16:creationId xmlns:a16="http://schemas.microsoft.com/office/drawing/2014/main" id="{8C0AE1EB-9972-A7CD-4B90-74CAC31C0AC9}"/>
                  </a:ext>
                </a:extLst>
              </p:cNvPr>
              <p:cNvSpPr/>
              <p:nvPr/>
            </p:nvSpPr>
            <p:spPr>
              <a:xfrm>
                <a:off x="324242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1" name="ph5962">
                <a:extLst>
                  <a:ext uri="{FF2B5EF4-FFF2-40B4-BE49-F238E27FC236}">
                    <a16:creationId xmlns:a16="http://schemas.microsoft.com/office/drawing/2014/main" id="{5CCFA2CE-DEFD-60E0-CD9F-8CAE0E3F25AB}"/>
                  </a:ext>
                </a:extLst>
              </p:cNvPr>
              <p:cNvSpPr/>
              <p:nvPr/>
            </p:nvSpPr>
            <p:spPr>
              <a:xfrm>
                <a:off x="325187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2" name="ph5963">
                <a:extLst>
                  <a:ext uri="{FF2B5EF4-FFF2-40B4-BE49-F238E27FC236}">
                    <a16:creationId xmlns:a16="http://schemas.microsoft.com/office/drawing/2014/main" id="{82299AC5-531B-D7F5-8DE6-A9F11FDE5FA1}"/>
                  </a:ext>
                </a:extLst>
              </p:cNvPr>
              <p:cNvSpPr/>
              <p:nvPr/>
            </p:nvSpPr>
            <p:spPr>
              <a:xfrm>
                <a:off x="326131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3" name="ph5964">
                <a:extLst>
                  <a:ext uri="{FF2B5EF4-FFF2-40B4-BE49-F238E27FC236}">
                    <a16:creationId xmlns:a16="http://schemas.microsoft.com/office/drawing/2014/main" id="{CBB46DF3-05E9-37AD-34DD-8B7F9922CCFA}"/>
                  </a:ext>
                </a:extLst>
              </p:cNvPr>
              <p:cNvSpPr/>
              <p:nvPr/>
            </p:nvSpPr>
            <p:spPr>
              <a:xfrm>
                <a:off x="327075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4" name="ph5965">
                <a:extLst>
                  <a:ext uri="{FF2B5EF4-FFF2-40B4-BE49-F238E27FC236}">
                    <a16:creationId xmlns:a16="http://schemas.microsoft.com/office/drawing/2014/main" id="{BC2C1955-DB5E-BB6B-416F-076F014C6926}"/>
                  </a:ext>
                </a:extLst>
              </p:cNvPr>
              <p:cNvSpPr/>
              <p:nvPr/>
            </p:nvSpPr>
            <p:spPr>
              <a:xfrm>
                <a:off x="328019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5" name="ph5966">
                <a:extLst>
                  <a:ext uri="{FF2B5EF4-FFF2-40B4-BE49-F238E27FC236}">
                    <a16:creationId xmlns:a16="http://schemas.microsoft.com/office/drawing/2014/main" id="{E6EB99EE-C7ED-D47D-EC86-B22A5D78CE2F}"/>
                  </a:ext>
                </a:extLst>
              </p:cNvPr>
              <p:cNvSpPr/>
              <p:nvPr/>
            </p:nvSpPr>
            <p:spPr>
              <a:xfrm>
                <a:off x="328963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6" name="ph5967">
                <a:extLst>
                  <a:ext uri="{FF2B5EF4-FFF2-40B4-BE49-F238E27FC236}">
                    <a16:creationId xmlns:a16="http://schemas.microsoft.com/office/drawing/2014/main" id="{5118188D-01C6-AD9D-49D6-39574770EFD5}"/>
                  </a:ext>
                </a:extLst>
              </p:cNvPr>
              <p:cNvSpPr/>
              <p:nvPr/>
            </p:nvSpPr>
            <p:spPr>
              <a:xfrm>
                <a:off x="329907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7" name="ph5968">
                <a:extLst>
                  <a:ext uri="{FF2B5EF4-FFF2-40B4-BE49-F238E27FC236}">
                    <a16:creationId xmlns:a16="http://schemas.microsoft.com/office/drawing/2014/main" id="{A9F791B1-8BCC-A6AD-8632-3CDA49AED889}"/>
                  </a:ext>
                </a:extLst>
              </p:cNvPr>
              <p:cNvSpPr/>
              <p:nvPr/>
            </p:nvSpPr>
            <p:spPr>
              <a:xfrm>
                <a:off x="330851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8" name="ph5969">
                <a:extLst>
                  <a:ext uri="{FF2B5EF4-FFF2-40B4-BE49-F238E27FC236}">
                    <a16:creationId xmlns:a16="http://schemas.microsoft.com/office/drawing/2014/main" id="{A358F29F-3F43-E3DE-299C-F6AA4D3953F5}"/>
                  </a:ext>
                </a:extLst>
              </p:cNvPr>
              <p:cNvSpPr/>
              <p:nvPr/>
            </p:nvSpPr>
            <p:spPr>
              <a:xfrm>
                <a:off x="331795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9" name="ph5970">
                <a:extLst>
                  <a:ext uri="{FF2B5EF4-FFF2-40B4-BE49-F238E27FC236}">
                    <a16:creationId xmlns:a16="http://schemas.microsoft.com/office/drawing/2014/main" id="{55263FDA-8FDB-9604-D741-8C31F672090C}"/>
                  </a:ext>
                </a:extLst>
              </p:cNvPr>
              <p:cNvSpPr/>
              <p:nvPr/>
            </p:nvSpPr>
            <p:spPr>
              <a:xfrm>
                <a:off x="332739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0" name="ph5971">
                <a:extLst>
                  <a:ext uri="{FF2B5EF4-FFF2-40B4-BE49-F238E27FC236}">
                    <a16:creationId xmlns:a16="http://schemas.microsoft.com/office/drawing/2014/main" id="{E84F32CF-972B-14C9-ED0D-FB0822B58CF6}"/>
                  </a:ext>
                </a:extLst>
              </p:cNvPr>
              <p:cNvSpPr/>
              <p:nvPr/>
            </p:nvSpPr>
            <p:spPr>
              <a:xfrm>
                <a:off x="333683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1" name="ph5972">
                <a:extLst>
                  <a:ext uri="{FF2B5EF4-FFF2-40B4-BE49-F238E27FC236}">
                    <a16:creationId xmlns:a16="http://schemas.microsoft.com/office/drawing/2014/main" id="{2A09EB5B-C015-B6CC-2FAA-5F4939FA78E2}"/>
                  </a:ext>
                </a:extLst>
              </p:cNvPr>
              <p:cNvSpPr/>
              <p:nvPr/>
            </p:nvSpPr>
            <p:spPr>
              <a:xfrm>
                <a:off x="334627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2" name="ph5973">
                <a:extLst>
                  <a:ext uri="{FF2B5EF4-FFF2-40B4-BE49-F238E27FC236}">
                    <a16:creationId xmlns:a16="http://schemas.microsoft.com/office/drawing/2014/main" id="{CF7E2BFB-4E93-5F85-BBD7-A74851CD4241}"/>
                  </a:ext>
                </a:extLst>
              </p:cNvPr>
              <p:cNvSpPr/>
              <p:nvPr/>
            </p:nvSpPr>
            <p:spPr>
              <a:xfrm>
                <a:off x="335571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3" name="ph5974">
                <a:extLst>
                  <a:ext uri="{FF2B5EF4-FFF2-40B4-BE49-F238E27FC236}">
                    <a16:creationId xmlns:a16="http://schemas.microsoft.com/office/drawing/2014/main" id="{40CCF1F7-931D-4AF6-C990-DC3E63D40BCE}"/>
                  </a:ext>
                </a:extLst>
              </p:cNvPr>
              <p:cNvSpPr/>
              <p:nvPr/>
            </p:nvSpPr>
            <p:spPr>
              <a:xfrm>
                <a:off x="336515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4" name="ph5975">
                <a:extLst>
                  <a:ext uri="{FF2B5EF4-FFF2-40B4-BE49-F238E27FC236}">
                    <a16:creationId xmlns:a16="http://schemas.microsoft.com/office/drawing/2014/main" id="{D0324E21-C13A-845A-1C2C-B4176450E578}"/>
                  </a:ext>
                </a:extLst>
              </p:cNvPr>
              <p:cNvSpPr/>
              <p:nvPr/>
            </p:nvSpPr>
            <p:spPr>
              <a:xfrm>
                <a:off x="337459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5" name="ph5976">
                <a:extLst>
                  <a:ext uri="{FF2B5EF4-FFF2-40B4-BE49-F238E27FC236}">
                    <a16:creationId xmlns:a16="http://schemas.microsoft.com/office/drawing/2014/main" id="{C869E18A-35B6-DF23-F18A-433DE6C43511}"/>
                  </a:ext>
                </a:extLst>
              </p:cNvPr>
              <p:cNvSpPr/>
              <p:nvPr/>
            </p:nvSpPr>
            <p:spPr>
              <a:xfrm>
                <a:off x="338403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6" name="ph5977">
                <a:extLst>
                  <a:ext uri="{FF2B5EF4-FFF2-40B4-BE49-F238E27FC236}">
                    <a16:creationId xmlns:a16="http://schemas.microsoft.com/office/drawing/2014/main" id="{E2C2D9D5-7675-E29E-E2BB-CF8856B8D35D}"/>
                  </a:ext>
                </a:extLst>
              </p:cNvPr>
              <p:cNvSpPr/>
              <p:nvPr/>
            </p:nvSpPr>
            <p:spPr>
              <a:xfrm>
                <a:off x="339347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7" name="ph5978">
                <a:extLst>
                  <a:ext uri="{FF2B5EF4-FFF2-40B4-BE49-F238E27FC236}">
                    <a16:creationId xmlns:a16="http://schemas.microsoft.com/office/drawing/2014/main" id="{D75CFD74-CA14-D33F-BB20-420BAB2035D4}"/>
                  </a:ext>
                </a:extLst>
              </p:cNvPr>
              <p:cNvSpPr/>
              <p:nvPr/>
            </p:nvSpPr>
            <p:spPr>
              <a:xfrm>
                <a:off x="340291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8" name="ph5979">
                <a:extLst>
                  <a:ext uri="{FF2B5EF4-FFF2-40B4-BE49-F238E27FC236}">
                    <a16:creationId xmlns:a16="http://schemas.microsoft.com/office/drawing/2014/main" id="{E8CF435E-0441-BA2A-DF17-C51E424695BD}"/>
                  </a:ext>
                </a:extLst>
              </p:cNvPr>
              <p:cNvSpPr/>
              <p:nvPr/>
            </p:nvSpPr>
            <p:spPr>
              <a:xfrm>
                <a:off x="341235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9" name="ph5980">
                <a:extLst>
                  <a:ext uri="{FF2B5EF4-FFF2-40B4-BE49-F238E27FC236}">
                    <a16:creationId xmlns:a16="http://schemas.microsoft.com/office/drawing/2014/main" id="{2E1B7A42-6D0E-BF80-89E4-68557BCAF9AD}"/>
                  </a:ext>
                </a:extLst>
              </p:cNvPr>
              <p:cNvSpPr/>
              <p:nvPr/>
            </p:nvSpPr>
            <p:spPr>
              <a:xfrm>
                <a:off x="342179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0" name="ph5981">
                <a:extLst>
                  <a:ext uri="{FF2B5EF4-FFF2-40B4-BE49-F238E27FC236}">
                    <a16:creationId xmlns:a16="http://schemas.microsoft.com/office/drawing/2014/main" id="{5F6CF5D4-43D5-BA9A-21A1-697CDE9B6873}"/>
                  </a:ext>
                </a:extLst>
              </p:cNvPr>
              <p:cNvSpPr/>
              <p:nvPr/>
            </p:nvSpPr>
            <p:spPr>
              <a:xfrm>
                <a:off x="343123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1" name="ph5982">
                <a:extLst>
                  <a:ext uri="{FF2B5EF4-FFF2-40B4-BE49-F238E27FC236}">
                    <a16:creationId xmlns:a16="http://schemas.microsoft.com/office/drawing/2014/main" id="{841EBF59-AF6E-CB99-2080-78B162201D94}"/>
                  </a:ext>
                </a:extLst>
              </p:cNvPr>
              <p:cNvSpPr/>
              <p:nvPr/>
            </p:nvSpPr>
            <p:spPr>
              <a:xfrm>
                <a:off x="344067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2" name="ph5983">
                <a:extLst>
                  <a:ext uri="{FF2B5EF4-FFF2-40B4-BE49-F238E27FC236}">
                    <a16:creationId xmlns:a16="http://schemas.microsoft.com/office/drawing/2014/main" id="{3EBA284A-CB0D-C641-4A12-E9B2654732FA}"/>
                  </a:ext>
                </a:extLst>
              </p:cNvPr>
              <p:cNvSpPr/>
              <p:nvPr/>
            </p:nvSpPr>
            <p:spPr>
              <a:xfrm>
                <a:off x="345011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3" name="ph5984">
                <a:extLst>
                  <a:ext uri="{FF2B5EF4-FFF2-40B4-BE49-F238E27FC236}">
                    <a16:creationId xmlns:a16="http://schemas.microsoft.com/office/drawing/2014/main" id="{2F0AE4C4-9FBF-EEB9-4CEB-2414CC66775A}"/>
                  </a:ext>
                </a:extLst>
              </p:cNvPr>
              <p:cNvSpPr/>
              <p:nvPr/>
            </p:nvSpPr>
            <p:spPr>
              <a:xfrm>
                <a:off x="345955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4" name="ph5985">
                <a:extLst>
                  <a:ext uri="{FF2B5EF4-FFF2-40B4-BE49-F238E27FC236}">
                    <a16:creationId xmlns:a16="http://schemas.microsoft.com/office/drawing/2014/main" id="{AABD0AA8-29BA-FD13-C768-5089CCEC63AB}"/>
                  </a:ext>
                </a:extLst>
              </p:cNvPr>
              <p:cNvSpPr/>
              <p:nvPr/>
            </p:nvSpPr>
            <p:spPr>
              <a:xfrm>
                <a:off x="346899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5" name="ph5986">
                <a:extLst>
                  <a:ext uri="{FF2B5EF4-FFF2-40B4-BE49-F238E27FC236}">
                    <a16:creationId xmlns:a16="http://schemas.microsoft.com/office/drawing/2014/main" id="{C38A6D40-A607-59C2-1947-C966D1DD2981}"/>
                  </a:ext>
                </a:extLst>
              </p:cNvPr>
              <p:cNvSpPr/>
              <p:nvPr/>
            </p:nvSpPr>
            <p:spPr>
              <a:xfrm>
                <a:off x="347843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6" name="ph5987">
                <a:extLst>
                  <a:ext uri="{FF2B5EF4-FFF2-40B4-BE49-F238E27FC236}">
                    <a16:creationId xmlns:a16="http://schemas.microsoft.com/office/drawing/2014/main" id="{33C9ACAA-A16F-F2B1-D577-E2176C58BCE8}"/>
                  </a:ext>
                </a:extLst>
              </p:cNvPr>
              <p:cNvSpPr/>
              <p:nvPr/>
            </p:nvSpPr>
            <p:spPr>
              <a:xfrm>
                <a:off x="348787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7" name="ph5988">
                <a:extLst>
                  <a:ext uri="{FF2B5EF4-FFF2-40B4-BE49-F238E27FC236}">
                    <a16:creationId xmlns:a16="http://schemas.microsoft.com/office/drawing/2014/main" id="{276D305A-83B1-3266-D966-8410A738D24B}"/>
                  </a:ext>
                </a:extLst>
              </p:cNvPr>
              <p:cNvSpPr/>
              <p:nvPr/>
            </p:nvSpPr>
            <p:spPr>
              <a:xfrm>
                <a:off x="349731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8" name="ph5989">
                <a:extLst>
                  <a:ext uri="{FF2B5EF4-FFF2-40B4-BE49-F238E27FC236}">
                    <a16:creationId xmlns:a16="http://schemas.microsoft.com/office/drawing/2014/main" id="{1DB5BD24-615A-1A30-8A0A-7C0A7A664B90}"/>
                  </a:ext>
                </a:extLst>
              </p:cNvPr>
              <p:cNvSpPr/>
              <p:nvPr/>
            </p:nvSpPr>
            <p:spPr>
              <a:xfrm>
                <a:off x="350675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9" name="ph5990">
                <a:extLst>
                  <a:ext uri="{FF2B5EF4-FFF2-40B4-BE49-F238E27FC236}">
                    <a16:creationId xmlns:a16="http://schemas.microsoft.com/office/drawing/2014/main" id="{17916158-2BEB-BD39-9308-A996E5786F90}"/>
                  </a:ext>
                </a:extLst>
              </p:cNvPr>
              <p:cNvSpPr/>
              <p:nvPr/>
            </p:nvSpPr>
            <p:spPr>
              <a:xfrm>
                <a:off x="351619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0" name="ph5991">
                <a:extLst>
                  <a:ext uri="{FF2B5EF4-FFF2-40B4-BE49-F238E27FC236}">
                    <a16:creationId xmlns:a16="http://schemas.microsoft.com/office/drawing/2014/main" id="{208B023F-F53C-A792-F902-6BE3E79F478B}"/>
                  </a:ext>
                </a:extLst>
              </p:cNvPr>
              <p:cNvSpPr/>
              <p:nvPr/>
            </p:nvSpPr>
            <p:spPr>
              <a:xfrm>
                <a:off x="352563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1" name="ph5992">
                <a:extLst>
                  <a:ext uri="{FF2B5EF4-FFF2-40B4-BE49-F238E27FC236}">
                    <a16:creationId xmlns:a16="http://schemas.microsoft.com/office/drawing/2014/main" id="{897CECFC-2830-041B-4AD6-289CB040CD41}"/>
                  </a:ext>
                </a:extLst>
              </p:cNvPr>
              <p:cNvSpPr/>
              <p:nvPr/>
            </p:nvSpPr>
            <p:spPr>
              <a:xfrm>
                <a:off x="353507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2" name="ph5993">
                <a:extLst>
                  <a:ext uri="{FF2B5EF4-FFF2-40B4-BE49-F238E27FC236}">
                    <a16:creationId xmlns:a16="http://schemas.microsoft.com/office/drawing/2014/main" id="{9A925F1E-00AD-F5FA-9D45-CE532A11F700}"/>
                  </a:ext>
                </a:extLst>
              </p:cNvPr>
              <p:cNvSpPr/>
              <p:nvPr/>
            </p:nvSpPr>
            <p:spPr>
              <a:xfrm>
                <a:off x="354451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3" name="ph5994">
                <a:extLst>
                  <a:ext uri="{FF2B5EF4-FFF2-40B4-BE49-F238E27FC236}">
                    <a16:creationId xmlns:a16="http://schemas.microsoft.com/office/drawing/2014/main" id="{523DCFD9-68CB-6856-D565-D89F38CF8E0C}"/>
                  </a:ext>
                </a:extLst>
              </p:cNvPr>
              <p:cNvSpPr/>
              <p:nvPr/>
            </p:nvSpPr>
            <p:spPr>
              <a:xfrm>
                <a:off x="355395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4" name="ph5995">
                <a:extLst>
                  <a:ext uri="{FF2B5EF4-FFF2-40B4-BE49-F238E27FC236}">
                    <a16:creationId xmlns:a16="http://schemas.microsoft.com/office/drawing/2014/main" id="{654EAD5F-9B75-EB1E-D4F8-ADF83669D2A9}"/>
                  </a:ext>
                </a:extLst>
              </p:cNvPr>
              <p:cNvSpPr/>
              <p:nvPr/>
            </p:nvSpPr>
            <p:spPr>
              <a:xfrm>
                <a:off x="356339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5" name="ph5996">
                <a:extLst>
                  <a:ext uri="{FF2B5EF4-FFF2-40B4-BE49-F238E27FC236}">
                    <a16:creationId xmlns:a16="http://schemas.microsoft.com/office/drawing/2014/main" id="{4EF33796-E289-1E41-47F9-CA56F6AE3387}"/>
                  </a:ext>
                </a:extLst>
              </p:cNvPr>
              <p:cNvSpPr/>
              <p:nvPr/>
            </p:nvSpPr>
            <p:spPr>
              <a:xfrm>
                <a:off x="357283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6" name="ph5997">
                <a:extLst>
                  <a:ext uri="{FF2B5EF4-FFF2-40B4-BE49-F238E27FC236}">
                    <a16:creationId xmlns:a16="http://schemas.microsoft.com/office/drawing/2014/main" id="{2F1EC881-2AD5-D2A2-35E7-9E0C279A6815}"/>
                  </a:ext>
                </a:extLst>
              </p:cNvPr>
              <p:cNvSpPr/>
              <p:nvPr/>
            </p:nvSpPr>
            <p:spPr>
              <a:xfrm>
                <a:off x="358227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7" name="ph5998">
                <a:extLst>
                  <a:ext uri="{FF2B5EF4-FFF2-40B4-BE49-F238E27FC236}">
                    <a16:creationId xmlns:a16="http://schemas.microsoft.com/office/drawing/2014/main" id="{64E4E187-9D45-3087-385A-BCC5141B1667}"/>
                  </a:ext>
                </a:extLst>
              </p:cNvPr>
              <p:cNvSpPr/>
              <p:nvPr/>
            </p:nvSpPr>
            <p:spPr>
              <a:xfrm>
                <a:off x="359171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8" name="ph5999">
                <a:extLst>
                  <a:ext uri="{FF2B5EF4-FFF2-40B4-BE49-F238E27FC236}">
                    <a16:creationId xmlns:a16="http://schemas.microsoft.com/office/drawing/2014/main" id="{73F25050-7377-2670-68C7-90C308BCFEDC}"/>
                  </a:ext>
                </a:extLst>
              </p:cNvPr>
              <p:cNvSpPr/>
              <p:nvPr/>
            </p:nvSpPr>
            <p:spPr>
              <a:xfrm>
                <a:off x="360115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9" name="ph6000">
                <a:extLst>
                  <a:ext uri="{FF2B5EF4-FFF2-40B4-BE49-F238E27FC236}">
                    <a16:creationId xmlns:a16="http://schemas.microsoft.com/office/drawing/2014/main" id="{317104F1-81FB-C5AB-1EDC-A4E51B304A17}"/>
                  </a:ext>
                </a:extLst>
              </p:cNvPr>
              <p:cNvSpPr/>
              <p:nvPr/>
            </p:nvSpPr>
            <p:spPr>
              <a:xfrm>
                <a:off x="361059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0" name="ph6001">
                <a:extLst>
                  <a:ext uri="{FF2B5EF4-FFF2-40B4-BE49-F238E27FC236}">
                    <a16:creationId xmlns:a16="http://schemas.microsoft.com/office/drawing/2014/main" id="{F6D63FB0-F1A4-B839-DC38-6A793AD29A95}"/>
                  </a:ext>
                </a:extLst>
              </p:cNvPr>
              <p:cNvSpPr/>
              <p:nvPr/>
            </p:nvSpPr>
            <p:spPr>
              <a:xfrm>
                <a:off x="362003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1" name="ph6002">
                <a:extLst>
                  <a:ext uri="{FF2B5EF4-FFF2-40B4-BE49-F238E27FC236}">
                    <a16:creationId xmlns:a16="http://schemas.microsoft.com/office/drawing/2014/main" id="{07310748-A7F6-1E17-FD3E-FA438842F818}"/>
                  </a:ext>
                </a:extLst>
              </p:cNvPr>
              <p:cNvSpPr/>
              <p:nvPr/>
            </p:nvSpPr>
            <p:spPr>
              <a:xfrm>
                <a:off x="362947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2" name="ph6003">
                <a:extLst>
                  <a:ext uri="{FF2B5EF4-FFF2-40B4-BE49-F238E27FC236}">
                    <a16:creationId xmlns:a16="http://schemas.microsoft.com/office/drawing/2014/main" id="{17340904-8FDA-F71F-3786-B995E5130CB8}"/>
                  </a:ext>
                </a:extLst>
              </p:cNvPr>
              <p:cNvSpPr/>
              <p:nvPr/>
            </p:nvSpPr>
            <p:spPr>
              <a:xfrm>
                <a:off x="363891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3" name="ph6004">
                <a:extLst>
                  <a:ext uri="{FF2B5EF4-FFF2-40B4-BE49-F238E27FC236}">
                    <a16:creationId xmlns:a16="http://schemas.microsoft.com/office/drawing/2014/main" id="{68A76A24-14C1-8F29-3834-8FB823A09D48}"/>
                  </a:ext>
                </a:extLst>
              </p:cNvPr>
              <p:cNvSpPr/>
              <p:nvPr/>
            </p:nvSpPr>
            <p:spPr>
              <a:xfrm>
                <a:off x="364836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4" name="ph6005">
                <a:extLst>
                  <a:ext uri="{FF2B5EF4-FFF2-40B4-BE49-F238E27FC236}">
                    <a16:creationId xmlns:a16="http://schemas.microsoft.com/office/drawing/2014/main" id="{4FC9440B-E0C2-9872-F6A4-204AA8D6CC4E}"/>
                  </a:ext>
                </a:extLst>
              </p:cNvPr>
              <p:cNvSpPr/>
              <p:nvPr/>
            </p:nvSpPr>
            <p:spPr>
              <a:xfrm>
                <a:off x="365780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5" name="ph6006">
                <a:extLst>
                  <a:ext uri="{FF2B5EF4-FFF2-40B4-BE49-F238E27FC236}">
                    <a16:creationId xmlns:a16="http://schemas.microsoft.com/office/drawing/2014/main" id="{0EAED7EC-9B76-D19F-2F98-B2B73B77FB9C}"/>
                  </a:ext>
                </a:extLst>
              </p:cNvPr>
              <p:cNvSpPr/>
              <p:nvPr/>
            </p:nvSpPr>
            <p:spPr>
              <a:xfrm>
                <a:off x="366724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6" name="ph6007">
                <a:extLst>
                  <a:ext uri="{FF2B5EF4-FFF2-40B4-BE49-F238E27FC236}">
                    <a16:creationId xmlns:a16="http://schemas.microsoft.com/office/drawing/2014/main" id="{947147BB-65CF-EFD2-84A5-71726013118C}"/>
                  </a:ext>
                </a:extLst>
              </p:cNvPr>
              <p:cNvSpPr/>
              <p:nvPr/>
            </p:nvSpPr>
            <p:spPr>
              <a:xfrm>
                <a:off x="367668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7" name="ph6008">
                <a:extLst>
                  <a:ext uri="{FF2B5EF4-FFF2-40B4-BE49-F238E27FC236}">
                    <a16:creationId xmlns:a16="http://schemas.microsoft.com/office/drawing/2014/main" id="{6086E551-E26A-8011-1402-173974C5F3B6}"/>
                  </a:ext>
                </a:extLst>
              </p:cNvPr>
              <p:cNvSpPr/>
              <p:nvPr/>
            </p:nvSpPr>
            <p:spPr>
              <a:xfrm>
                <a:off x="36861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8" name="ph6009">
                <a:extLst>
                  <a:ext uri="{FF2B5EF4-FFF2-40B4-BE49-F238E27FC236}">
                    <a16:creationId xmlns:a16="http://schemas.microsoft.com/office/drawing/2014/main" id="{6BDCA510-AAC4-C515-3F3B-731FAC8A0848}"/>
                  </a:ext>
                </a:extLst>
              </p:cNvPr>
              <p:cNvSpPr/>
              <p:nvPr/>
            </p:nvSpPr>
            <p:spPr>
              <a:xfrm>
                <a:off x="369556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9" name="ph6010">
                <a:extLst>
                  <a:ext uri="{FF2B5EF4-FFF2-40B4-BE49-F238E27FC236}">
                    <a16:creationId xmlns:a16="http://schemas.microsoft.com/office/drawing/2014/main" id="{99881C94-E0DA-9C4C-8E23-3955F18D9155}"/>
                  </a:ext>
                </a:extLst>
              </p:cNvPr>
              <p:cNvSpPr/>
              <p:nvPr/>
            </p:nvSpPr>
            <p:spPr>
              <a:xfrm>
                <a:off x="370500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0" name="ph6011">
                <a:extLst>
                  <a:ext uri="{FF2B5EF4-FFF2-40B4-BE49-F238E27FC236}">
                    <a16:creationId xmlns:a16="http://schemas.microsoft.com/office/drawing/2014/main" id="{2ECB1F39-1F2B-F18D-E7E1-3579067FC47D}"/>
                  </a:ext>
                </a:extLst>
              </p:cNvPr>
              <p:cNvSpPr/>
              <p:nvPr/>
            </p:nvSpPr>
            <p:spPr>
              <a:xfrm>
                <a:off x="371444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1" name="ph6012">
                <a:extLst>
                  <a:ext uri="{FF2B5EF4-FFF2-40B4-BE49-F238E27FC236}">
                    <a16:creationId xmlns:a16="http://schemas.microsoft.com/office/drawing/2014/main" id="{154DAB4D-B507-E2CA-D4C8-5F2A40413FF4}"/>
                  </a:ext>
                </a:extLst>
              </p:cNvPr>
              <p:cNvSpPr/>
              <p:nvPr/>
            </p:nvSpPr>
            <p:spPr>
              <a:xfrm>
                <a:off x="372388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2" name="ph6013">
                <a:extLst>
                  <a:ext uri="{FF2B5EF4-FFF2-40B4-BE49-F238E27FC236}">
                    <a16:creationId xmlns:a16="http://schemas.microsoft.com/office/drawing/2014/main" id="{47BB5FC2-0E47-AF29-ED8B-817331534AC4}"/>
                  </a:ext>
                </a:extLst>
              </p:cNvPr>
              <p:cNvSpPr/>
              <p:nvPr/>
            </p:nvSpPr>
            <p:spPr>
              <a:xfrm>
                <a:off x="373332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3" name="ph6014">
                <a:extLst>
                  <a:ext uri="{FF2B5EF4-FFF2-40B4-BE49-F238E27FC236}">
                    <a16:creationId xmlns:a16="http://schemas.microsoft.com/office/drawing/2014/main" id="{0235AD58-E3DC-A7D5-BD6B-CAD78834F96F}"/>
                  </a:ext>
                </a:extLst>
              </p:cNvPr>
              <p:cNvSpPr/>
              <p:nvPr/>
            </p:nvSpPr>
            <p:spPr>
              <a:xfrm>
                <a:off x="374276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4" name="ph6015">
                <a:extLst>
                  <a:ext uri="{FF2B5EF4-FFF2-40B4-BE49-F238E27FC236}">
                    <a16:creationId xmlns:a16="http://schemas.microsoft.com/office/drawing/2014/main" id="{82464DF9-FE88-84FC-F42D-4AF8D8B8D91A}"/>
                  </a:ext>
                </a:extLst>
              </p:cNvPr>
              <p:cNvSpPr/>
              <p:nvPr/>
            </p:nvSpPr>
            <p:spPr>
              <a:xfrm>
                <a:off x="3752202" y="142986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867"/>
                    </a:lnTo>
                    <a:lnTo>
                      <a:pt x="920404" y="913025"/>
                    </a:lnTo>
                    <a:lnTo>
                      <a:pt x="919383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5" name="ph6016">
                <a:extLst>
                  <a:ext uri="{FF2B5EF4-FFF2-40B4-BE49-F238E27FC236}">
                    <a16:creationId xmlns:a16="http://schemas.microsoft.com/office/drawing/2014/main" id="{1D026163-47F9-263E-533A-ECF6D29F653B}"/>
                  </a:ext>
                </a:extLst>
              </p:cNvPr>
              <p:cNvSpPr/>
              <p:nvPr/>
            </p:nvSpPr>
            <p:spPr>
              <a:xfrm>
                <a:off x="3761643" y="1412291"/>
                <a:ext cx="921017" cy="925437"/>
              </a:xfrm>
              <a:custGeom>
                <a:avLst/>
                <a:gdLst/>
                <a:ahLst/>
                <a:cxnLst/>
                <a:rect l="0" t="0" r="0" b="0"/>
                <a:pathLst>
                  <a:path w="921017" h="925437">
                    <a:moveTo>
                      <a:pt x="914400" y="914399"/>
                    </a:moveTo>
                    <a:lnTo>
                      <a:pt x="921017" y="914399"/>
                    </a:lnTo>
                    <a:lnTo>
                      <a:pt x="919987" y="916308"/>
                    </a:lnTo>
                    <a:lnTo>
                      <a:pt x="915576" y="923671"/>
                    </a:lnTo>
                    <a:lnTo>
                      <a:pt x="914400" y="925437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6" name="ph6017">
                <a:extLst>
                  <a:ext uri="{FF2B5EF4-FFF2-40B4-BE49-F238E27FC236}">
                    <a16:creationId xmlns:a16="http://schemas.microsoft.com/office/drawing/2014/main" id="{7D6F4689-48D9-1758-FB3C-BE4308D7DA47}"/>
                  </a:ext>
                </a:extLst>
              </p:cNvPr>
              <p:cNvSpPr/>
              <p:nvPr/>
            </p:nvSpPr>
            <p:spPr>
              <a:xfrm>
                <a:off x="2109601" y="1394721"/>
                <a:ext cx="914400" cy="9178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829">
                    <a:moveTo>
                      <a:pt x="914400" y="914400"/>
                    </a:moveTo>
                    <a:lnTo>
                      <a:pt x="914400" y="917829"/>
                    </a:lnTo>
                    <a:lnTo>
                      <a:pt x="914270" y="917600"/>
                    </a:lnTo>
                    <a:lnTo>
                      <a:pt x="913132" y="915582"/>
                    </a:lnTo>
                    <a:lnTo>
                      <a:pt x="912465" y="914400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7" name="ph6018">
                <a:extLst>
                  <a:ext uri="{FF2B5EF4-FFF2-40B4-BE49-F238E27FC236}">
                    <a16:creationId xmlns:a16="http://schemas.microsoft.com/office/drawing/2014/main" id="{E8189A1D-E56E-C587-F38D-D1A442579350}"/>
                  </a:ext>
                </a:extLst>
              </p:cNvPr>
              <p:cNvSpPr/>
              <p:nvPr/>
            </p:nvSpPr>
            <p:spPr>
              <a:xfrm>
                <a:off x="210960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364" y="931969"/>
                    </a:lnTo>
                    <a:lnTo>
                      <a:pt x="922229" y="931730"/>
                    </a:lnTo>
                    <a:lnTo>
                      <a:pt x="921093" y="929711"/>
                    </a:lnTo>
                    <a:lnTo>
                      <a:pt x="919957" y="927692"/>
                    </a:lnTo>
                    <a:lnTo>
                      <a:pt x="918820" y="925673"/>
                    </a:lnTo>
                    <a:lnTo>
                      <a:pt x="917683" y="923655"/>
                    </a:lnTo>
                    <a:lnTo>
                      <a:pt x="916546" y="921636"/>
                    </a:lnTo>
                    <a:lnTo>
                      <a:pt x="915408" y="919618"/>
                    </a:lnTo>
                    <a:lnTo>
                      <a:pt x="914400" y="91782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8" name="ph6019">
                <a:extLst>
                  <a:ext uri="{FF2B5EF4-FFF2-40B4-BE49-F238E27FC236}">
                    <a16:creationId xmlns:a16="http://schemas.microsoft.com/office/drawing/2014/main" id="{A19731B2-45E6-014B-1254-C90560AD9931}"/>
                  </a:ext>
                </a:extLst>
              </p:cNvPr>
              <p:cNvSpPr/>
              <p:nvPr/>
            </p:nvSpPr>
            <p:spPr>
              <a:xfrm>
                <a:off x="211904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9" name="ph6020">
                <a:extLst>
                  <a:ext uri="{FF2B5EF4-FFF2-40B4-BE49-F238E27FC236}">
                    <a16:creationId xmlns:a16="http://schemas.microsoft.com/office/drawing/2014/main" id="{50E1D514-7D56-9389-39DD-33DD20F162AC}"/>
                  </a:ext>
                </a:extLst>
              </p:cNvPr>
              <p:cNvSpPr/>
              <p:nvPr/>
            </p:nvSpPr>
            <p:spPr>
              <a:xfrm>
                <a:off x="212848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0" name="ph6021">
                <a:extLst>
                  <a:ext uri="{FF2B5EF4-FFF2-40B4-BE49-F238E27FC236}">
                    <a16:creationId xmlns:a16="http://schemas.microsoft.com/office/drawing/2014/main" id="{23BCDCCD-BE78-A5F8-618A-E86389412A97}"/>
                  </a:ext>
                </a:extLst>
              </p:cNvPr>
              <p:cNvSpPr/>
              <p:nvPr/>
            </p:nvSpPr>
            <p:spPr>
              <a:xfrm>
                <a:off x="21379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1" name="ph6022">
                <a:extLst>
                  <a:ext uri="{FF2B5EF4-FFF2-40B4-BE49-F238E27FC236}">
                    <a16:creationId xmlns:a16="http://schemas.microsoft.com/office/drawing/2014/main" id="{A08D7B6C-C48E-0F81-4D4D-29FEC0330A0C}"/>
                  </a:ext>
                </a:extLst>
              </p:cNvPr>
              <p:cNvSpPr/>
              <p:nvPr/>
            </p:nvSpPr>
            <p:spPr>
              <a:xfrm>
                <a:off x="214736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2" name="ph6023">
                <a:extLst>
                  <a:ext uri="{FF2B5EF4-FFF2-40B4-BE49-F238E27FC236}">
                    <a16:creationId xmlns:a16="http://schemas.microsoft.com/office/drawing/2014/main" id="{34273A69-1E8A-74DC-A142-EA132D07D734}"/>
                  </a:ext>
                </a:extLst>
              </p:cNvPr>
              <p:cNvSpPr/>
              <p:nvPr/>
            </p:nvSpPr>
            <p:spPr>
              <a:xfrm>
                <a:off x="215680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3" name="ph6024">
                <a:extLst>
                  <a:ext uri="{FF2B5EF4-FFF2-40B4-BE49-F238E27FC236}">
                    <a16:creationId xmlns:a16="http://schemas.microsoft.com/office/drawing/2014/main" id="{3BB0AA71-C8D8-19F6-49D5-50F389300699}"/>
                  </a:ext>
                </a:extLst>
              </p:cNvPr>
              <p:cNvSpPr/>
              <p:nvPr/>
            </p:nvSpPr>
            <p:spPr>
              <a:xfrm>
                <a:off x="216624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4" name="ph6025">
                <a:extLst>
                  <a:ext uri="{FF2B5EF4-FFF2-40B4-BE49-F238E27FC236}">
                    <a16:creationId xmlns:a16="http://schemas.microsoft.com/office/drawing/2014/main" id="{13893D1F-698C-EC56-CCCA-616B37A82329}"/>
                  </a:ext>
                </a:extLst>
              </p:cNvPr>
              <p:cNvSpPr/>
              <p:nvPr/>
            </p:nvSpPr>
            <p:spPr>
              <a:xfrm>
                <a:off x="217568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5" name="ph6026">
                <a:extLst>
                  <a:ext uri="{FF2B5EF4-FFF2-40B4-BE49-F238E27FC236}">
                    <a16:creationId xmlns:a16="http://schemas.microsoft.com/office/drawing/2014/main" id="{AADFEDE1-582B-0F59-BDC3-68F5F71FA6BE}"/>
                  </a:ext>
                </a:extLst>
              </p:cNvPr>
              <p:cNvSpPr/>
              <p:nvPr/>
            </p:nvSpPr>
            <p:spPr>
              <a:xfrm>
                <a:off x="218512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6" name="ph6027">
                <a:extLst>
                  <a:ext uri="{FF2B5EF4-FFF2-40B4-BE49-F238E27FC236}">
                    <a16:creationId xmlns:a16="http://schemas.microsoft.com/office/drawing/2014/main" id="{B4346342-732B-335D-4390-64E925E21103}"/>
                  </a:ext>
                </a:extLst>
              </p:cNvPr>
              <p:cNvSpPr/>
              <p:nvPr/>
            </p:nvSpPr>
            <p:spPr>
              <a:xfrm>
                <a:off x="219456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383">
                  <a:alpha val="100000"/>
                </a:srgbClr>
              </a:solidFill>
              <a:ln w="5420" cap="flat">
                <a:solidFill>
                  <a:srgbClr val="FFD3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7" name="ph6028">
                <a:extLst>
                  <a:ext uri="{FF2B5EF4-FFF2-40B4-BE49-F238E27FC236}">
                    <a16:creationId xmlns:a16="http://schemas.microsoft.com/office/drawing/2014/main" id="{4AA17604-9434-510E-708A-D157503E23A2}"/>
                  </a:ext>
                </a:extLst>
              </p:cNvPr>
              <p:cNvSpPr/>
              <p:nvPr/>
            </p:nvSpPr>
            <p:spPr>
              <a:xfrm>
                <a:off x="220400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8" name="ph6029">
                <a:extLst>
                  <a:ext uri="{FF2B5EF4-FFF2-40B4-BE49-F238E27FC236}">
                    <a16:creationId xmlns:a16="http://schemas.microsoft.com/office/drawing/2014/main" id="{F6B59354-B90A-DFA0-83C9-B4B503B1BDAA}"/>
                  </a:ext>
                </a:extLst>
              </p:cNvPr>
              <p:cNvSpPr/>
              <p:nvPr/>
            </p:nvSpPr>
            <p:spPr>
              <a:xfrm>
                <a:off x="221344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9" name="ph6030">
                <a:extLst>
                  <a:ext uri="{FF2B5EF4-FFF2-40B4-BE49-F238E27FC236}">
                    <a16:creationId xmlns:a16="http://schemas.microsoft.com/office/drawing/2014/main" id="{DAD9810F-C3F5-3BCF-C5F1-3FEE772E57D6}"/>
                  </a:ext>
                </a:extLst>
              </p:cNvPr>
              <p:cNvSpPr/>
              <p:nvPr/>
            </p:nvSpPr>
            <p:spPr>
              <a:xfrm>
                <a:off x="222288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0" name="ph6031">
                <a:extLst>
                  <a:ext uri="{FF2B5EF4-FFF2-40B4-BE49-F238E27FC236}">
                    <a16:creationId xmlns:a16="http://schemas.microsoft.com/office/drawing/2014/main" id="{B63DFA2E-55E7-F897-622E-984EE29E0712}"/>
                  </a:ext>
                </a:extLst>
              </p:cNvPr>
              <p:cNvSpPr/>
              <p:nvPr/>
            </p:nvSpPr>
            <p:spPr>
              <a:xfrm>
                <a:off x="223232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1" name="ph6032">
                <a:extLst>
                  <a:ext uri="{FF2B5EF4-FFF2-40B4-BE49-F238E27FC236}">
                    <a16:creationId xmlns:a16="http://schemas.microsoft.com/office/drawing/2014/main" id="{A7174AAE-02D8-C0BB-98EB-87EB35837ED0}"/>
                  </a:ext>
                </a:extLst>
              </p:cNvPr>
              <p:cNvSpPr/>
              <p:nvPr/>
            </p:nvSpPr>
            <p:spPr>
              <a:xfrm>
                <a:off x="224176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A">
                  <a:alpha val="100000"/>
                </a:srgbClr>
              </a:solidFill>
              <a:ln w="5420" cap="flat">
                <a:solidFill>
                  <a:srgbClr val="FFC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2" name="ph6033">
                <a:extLst>
                  <a:ext uri="{FF2B5EF4-FFF2-40B4-BE49-F238E27FC236}">
                    <a16:creationId xmlns:a16="http://schemas.microsoft.com/office/drawing/2014/main" id="{C9240996-53C2-8C6B-AF0F-1B5EC6A5F658}"/>
                  </a:ext>
                </a:extLst>
              </p:cNvPr>
              <p:cNvSpPr/>
              <p:nvPr/>
            </p:nvSpPr>
            <p:spPr>
              <a:xfrm>
                <a:off x="225120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3" name="ph6034">
                <a:extLst>
                  <a:ext uri="{FF2B5EF4-FFF2-40B4-BE49-F238E27FC236}">
                    <a16:creationId xmlns:a16="http://schemas.microsoft.com/office/drawing/2014/main" id="{318D3486-99F7-0FAC-89E8-65996CC8D35C}"/>
                  </a:ext>
                </a:extLst>
              </p:cNvPr>
              <p:cNvSpPr/>
              <p:nvPr/>
            </p:nvSpPr>
            <p:spPr>
              <a:xfrm>
                <a:off x="226064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4" name="ph6035">
                <a:extLst>
                  <a:ext uri="{FF2B5EF4-FFF2-40B4-BE49-F238E27FC236}">
                    <a16:creationId xmlns:a16="http://schemas.microsoft.com/office/drawing/2014/main" id="{6F18433F-BC42-DA6F-64C3-5B43E0556BF3}"/>
                  </a:ext>
                </a:extLst>
              </p:cNvPr>
              <p:cNvSpPr/>
              <p:nvPr/>
            </p:nvSpPr>
            <p:spPr>
              <a:xfrm>
                <a:off x="227008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5" name="ph6036">
                <a:extLst>
                  <a:ext uri="{FF2B5EF4-FFF2-40B4-BE49-F238E27FC236}">
                    <a16:creationId xmlns:a16="http://schemas.microsoft.com/office/drawing/2014/main" id="{1EC2ED71-A39A-C60D-BC4A-E7FD6C904B96}"/>
                  </a:ext>
                </a:extLst>
              </p:cNvPr>
              <p:cNvSpPr/>
              <p:nvPr/>
            </p:nvSpPr>
            <p:spPr>
              <a:xfrm>
                <a:off x="227952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479">
                  <a:alpha val="100000"/>
                </a:srgbClr>
              </a:solidFill>
              <a:ln w="5420" cap="flat">
                <a:solidFill>
                  <a:srgbClr val="FFC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6" name="ph6037">
                <a:extLst>
                  <a:ext uri="{FF2B5EF4-FFF2-40B4-BE49-F238E27FC236}">
                    <a16:creationId xmlns:a16="http://schemas.microsoft.com/office/drawing/2014/main" id="{F8ABFCB0-6D7D-AEE5-5BF7-A0E50DBD0684}"/>
                  </a:ext>
                </a:extLst>
              </p:cNvPr>
              <p:cNvSpPr/>
              <p:nvPr/>
            </p:nvSpPr>
            <p:spPr>
              <a:xfrm>
                <a:off x="228896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57A">
                  <a:alpha val="100000"/>
                </a:srgbClr>
              </a:solidFill>
              <a:ln w="5420" cap="flat">
                <a:solidFill>
                  <a:srgbClr val="FFC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7" name="ph6038">
                <a:extLst>
                  <a:ext uri="{FF2B5EF4-FFF2-40B4-BE49-F238E27FC236}">
                    <a16:creationId xmlns:a16="http://schemas.microsoft.com/office/drawing/2014/main" id="{A212A0C3-C187-4758-BF68-ABA617737EF6}"/>
                  </a:ext>
                </a:extLst>
              </p:cNvPr>
              <p:cNvSpPr/>
              <p:nvPr/>
            </p:nvSpPr>
            <p:spPr>
              <a:xfrm>
                <a:off x="229840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8" name="ph6039">
                <a:extLst>
                  <a:ext uri="{FF2B5EF4-FFF2-40B4-BE49-F238E27FC236}">
                    <a16:creationId xmlns:a16="http://schemas.microsoft.com/office/drawing/2014/main" id="{5C22D3A3-1615-70B0-40A7-36E74AC43252}"/>
                  </a:ext>
                </a:extLst>
              </p:cNvPr>
              <p:cNvSpPr/>
              <p:nvPr/>
            </p:nvSpPr>
            <p:spPr>
              <a:xfrm>
                <a:off x="230784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9" name="ph6040">
                <a:extLst>
                  <a:ext uri="{FF2B5EF4-FFF2-40B4-BE49-F238E27FC236}">
                    <a16:creationId xmlns:a16="http://schemas.microsoft.com/office/drawing/2014/main" id="{4E3E4D0B-AC5B-08C8-5F58-9C029D3FD1F0}"/>
                  </a:ext>
                </a:extLst>
              </p:cNvPr>
              <p:cNvSpPr/>
              <p:nvPr/>
            </p:nvSpPr>
            <p:spPr>
              <a:xfrm>
                <a:off x="231728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0" name="ph6041">
                <a:extLst>
                  <a:ext uri="{FF2B5EF4-FFF2-40B4-BE49-F238E27FC236}">
                    <a16:creationId xmlns:a16="http://schemas.microsoft.com/office/drawing/2014/main" id="{703EDA71-C732-08FC-7AC1-FB5EA40601B0}"/>
                  </a:ext>
                </a:extLst>
              </p:cNvPr>
              <p:cNvSpPr/>
              <p:nvPr/>
            </p:nvSpPr>
            <p:spPr>
              <a:xfrm>
                <a:off x="232672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1" name="ph6042">
                <a:extLst>
                  <a:ext uri="{FF2B5EF4-FFF2-40B4-BE49-F238E27FC236}">
                    <a16:creationId xmlns:a16="http://schemas.microsoft.com/office/drawing/2014/main" id="{CD23BDBB-92C1-1890-1E37-D98C0E8020E1}"/>
                  </a:ext>
                </a:extLst>
              </p:cNvPr>
              <p:cNvSpPr/>
              <p:nvPr/>
            </p:nvSpPr>
            <p:spPr>
              <a:xfrm>
                <a:off x="233616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2" name="ph6043">
                <a:extLst>
                  <a:ext uri="{FF2B5EF4-FFF2-40B4-BE49-F238E27FC236}">
                    <a16:creationId xmlns:a16="http://schemas.microsoft.com/office/drawing/2014/main" id="{AABFCE88-B3AF-B9E1-B8CC-ED6124F6C740}"/>
                  </a:ext>
                </a:extLst>
              </p:cNvPr>
              <p:cNvSpPr/>
              <p:nvPr/>
            </p:nvSpPr>
            <p:spPr>
              <a:xfrm>
                <a:off x="234560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3" name="ph6044">
                <a:extLst>
                  <a:ext uri="{FF2B5EF4-FFF2-40B4-BE49-F238E27FC236}">
                    <a16:creationId xmlns:a16="http://schemas.microsoft.com/office/drawing/2014/main" id="{31EB6379-074E-C43A-5CFE-857C6263BB6B}"/>
                  </a:ext>
                </a:extLst>
              </p:cNvPr>
              <p:cNvSpPr/>
              <p:nvPr/>
            </p:nvSpPr>
            <p:spPr>
              <a:xfrm>
                <a:off x="235504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4" name="ph6045">
                <a:extLst>
                  <a:ext uri="{FF2B5EF4-FFF2-40B4-BE49-F238E27FC236}">
                    <a16:creationId xmlns:a16="http://schemas.microsoft.com/office/drawing/2014/main" id="{65FBBEAD-A667-1B1F-9E27-EB9F19313FA8}"/>
                  </a:ext>
                </a:extLst>
              </p:cNvPr>
              <p:cNvSpPr/>
              <p:nvPr/>
            </p:nvSpPr>
            <p:spPr>
              <a:xfrm>
                <a:off x="236448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5" name="ph6046">
                <a:extLst>
                  <a:ext uri="{FF2B5EF4-FFF2-40B4-BE49-F238E27FC236}">
                    <a16:creationId xmlns:a16="http://schemas.microsoft.com/office/drawing/2014/main" id="{7E8D8CD2-928A-B531-3A4A-C2CE9D6CCDBB}"/>
                  </a:ext>
                </a:extLst>
              </p:cNvPr>
              <p:cNvSpPr/>
              <p:nvPr/>
            </p:nvSpPr>
            <p:spPr>
              <a:xfrm>
                <a:off x="237392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6" name="ph6047">
                <a:extLst>
                  <a:ext uri="{FF2B5EF4-FFF2-40B4-BE49-F238E27FC236}">
                    <a16:creationId xmlns:a16="http://schemas.microsoft.com/office/drawing/2014/main" id="{7E87692F-216C-EB11-2931-D0DDBA067866}"/>
                  </a:ext>
                </a:extLst>
              </p:cNvPr>
              <p:cNvSpPr/>
              <p:nvPr/>
            </p:nvSpPr>
            <p:spPr>
              <a:xfrm>
                <a:off x="238336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7" name="ph6048">
                <a:extLst>
                  <a:ext uri="{FF2B5EF4-FFF2-40B4-BE49-F238E27FC236}">
                    <a16:creationId xmlns:a16="http://schemas.microsoft.com/office/drawing/2014/main" id="{1E319FFD-0D2E-0F11-74B5-E7339EEE58CA}"/>
                  </a:ext>
                </a:extLst>
              </p:cNvPr>
              <p:cNvSpPr/>
              <p:nvPr/>
            </p:nvSpPr>
            <p:spPr>
              <a:xfrm>
                <a:off x="239280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8" name="ph6049">
                <a:extLst>
                  <a:ext uri="{FF2B5EF4-FFF2-40B4-BE49-F238E27FC236}">
                    <a16:creationId xmlns:a16="http://schemas.microsoft.com/office/drawing/2014/main" id="{8FA5A8F5-9E88-E204-9AB8-EB727AE19236}"/>
                  </a:ext>
                </a:extLst>
              </p:cNvPr>
              <p:cNvSpPr/>
              <p:nvPr/>
            </p:nvSpPr>
            <p:spPr>
              <a:xfrm>
                <a:off x="240224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9" name="ph6050">
                <a:extLst>
                  <a:ext uri="{FF2B5EF4-FFF2-40B4-BE49-F238E27FC236}">
                    <a16:creationId xmlns:a16="http://schemas.microsoft.com/office/drawing/2014/main" id="{6ECD3B3A-4BB2-FCEF-4F01-C0A35141B8F3}"/>
                  </a:ext>
                </a:extLst>
              </p:cNvPr>
              <p:cNvSpPr/>
              <p:nvPr/>
            </p:nvSpPr>
            <p:spPr>
              <a:xfrm>
                <a:off x="241168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0" name="ph6051">
                <a:extLst>
                  <a:ext uri="{FF2B5EF4-FFF2-40B4-BE49-F238E27FC236}">
                    <a16:creationId xmlns:a16="http://schemas.microsoft.com/office/drawing/2014/main" id="{D964D45F-B9C7-9BA2-67B5-D530A2ED6D63}"/>
                  </a:ext>
                </a:extLst>
              </p:cNvPr>
              <p:cNvSpPr/>
              <p:nvPr/>
            </p:nvSpPr>
            <p:spPr>
              <a:xfrm>
                <a:off x="242112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1" name="ph6052">
                <a:extLst>
                  <a:ext uri="{FF2B5EF4-FFF2-40B4-BE49-F238E27FC236}">
                    <a16:creationId xmlns:a16="http://schemas.microsoft.com/office/drawing/2014/main" id="{39F48442-A207-29EE-07C0-E8CD17A44867}"/>
                  </a:ext>
                </a:extLst>
              </p:cNvPr>
              <p:cNvSpPr/>
              <p:nvPr/>
            </p:nvSpPr>
            <p:spPr>
              <a:xfrm>
                <a:off x="2430569" y="1412291"/>
                <a:ext cx="92030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06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306" y="896830"/>
                    </a:lnTo>
                    <a:lnTo>
                      <a:pt x="919427" y="906332"/>
                    </a:lnTo>
                    <a:lnTo>
                      <a:pt x="918446" y="91439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2" name="ph6053">
                <a:extLst>
                  <a:ext uri="{FF2B5EF4-FFF2-40B4-BE49-F238E27FC236}">
                    <a16:creationId xmlns:a16="http://schemas.microsoft.com/office/drawing/2014/main" id="{D98D2064-A335-038D-4427-F2A514A27962}"/>
                  </a:ext>
                </a:extLst>
              </p:cNvPr>
              <p:cNvSpPr/>
              <p:nvPr/>
            </p:nvSpPr>
            <p:spPr>
              <a:xfrm>
                <a:off x="3138587" y="141229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396" y="914399"/>
                    </a:lnTo>
                    <a:lnTo>
                      <a:pt x="911028" y="908185"/>
                    </a:lnTo>
                    <a:lnTo>
                      <a:pt x="913880" y="898621"/>
                    </a:lnTo>
                    <a:lnTo>
                      <a:pt x="914400" y="897073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3" name="ph6054">
                <a:extLst>
                  <a:ext uri="{FF2B5EF4-FFF2-40B4-BE49-F238E27FC236}">
                    <a16:creationId xmlns:a16="http://schemas.microsoft.com/office/drawing/2014/main" id="{60B5EE74-9AD5-F36A-D91D-3BD6AD8BA070}"/>
                  </a:ext>
                </a:extLst>
              </p:cNvPr>
              <p:cNvSpPr/>
              <p:nvPr/>
            </p:nvSpPr>
            <p:spPr>
              <a:xfrm>
                <a:off x="3148027" y="139472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643"/>
                    </a:lnTo>
                    <a:lnTo>
                      <a:pt x="905041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4" name="ph6055">
                <a:extLst>
                  <a:ext uri="{FF2B5EF4-FFF2-40B4-BE49-F238E27FC236}">
                    <a16:creationId xmlns:a16="http://schemas.microsoft.com/office/drawing/2014/main" id="{CB061F3E-F4A0-FFEE-713E-B02D56A7E63D}"/>
                  </a:ext>
                </a:extLst>
              </p:cNvPr>
              <p:cNvSpPr/>
              <p:nvPr/>
            </p:nvSpPr>
            <p:spPr>
              <a:xfrm>
                <a:off x="314802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5" name="ph6056">
                <a:extLst>
                  <a:ext uri="{FF2B5EF4-FFF2-40B4-BE49-F238E27FC236}">
                    <a16:creationId xmlns:a16="http://schemas.microsoft.com/office/drawing/2014/main" id="{D4258383-BE87-E96D-246A-A7DB16155E48}"/>
                  </a:ext>
                </a:extLst>
              </p:cNvPr>
              <p:cNvSpPr/>
              <p:nvPr/>
            </p:nvSpPr>
            <p:spPr>
              <a:xfrm>
                <a:off x="315746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6" name="ph6057">
                <a:extLst>
                  <a:ext uri="{FF2B5EF4-FFF2-40B4-BE49-F238E27FC236}">
                    <a16:creationId xmlns:a16="http://schemas.microsoft.com/office/drawing/2014/main" id="{2A93DF7A-C4F9-94B9-C128-59AF4591F928}"/>
                  </a:ext>
                </a:extLst>
              </p:cNvPr>
              <p:cNvSpPr/>
              <p:nvPr/>
            </p:nvSpPr>
            <p:spPr>
              <a:xfrm>
                <a:off x="316690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7" name="ph6058">
                <a:extLst>
                  <a:ext uri="{FF2B5EF4-FFF2-40B4-BE49-F238E27FC236}">
                    <a16:creationId xmlns:a16="http://schemas.microsoft.com/office/drawing/2014/main" id="{1F1E3D0B-93DD-8BC3-729C-BBB606164E06}"/>
                  </a:ext>
                </a:extLst>
              </p:cNvPr>
              <p:cNvSpPr/>
              <p:nvPr/>
            </p:nvSpPr>
            <p:spPr>
              <a:xfrm>
                <a:off x="317634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8" name="ph6059">
                <a:extLst>
                  <a:ext uri="{FF2B5EF4-FFF2-40B4-BE49-F238E27FC236}">
                    <a16:creationId xmlns:a16="http://schemas.microsoft.com/office/drawing/2014/main" id="{641900B1-2011-AE24-5473-00A527D4B298}"/>
                  </a:ext>
                </a:extLst>
              </p:cNvPr>
              <p:cNvSpPr/>
              <p:nvPr/>
            </p:nvSpPr>
            <p:spPr>
              <a:xfrm>
                <a:off x="318578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9" name="ph6060">
                <a:extLst>
                  <a:ext uri="{FF2B5EF4-FFF2-40B4-BE49-F238E27FC236}">
                    <a16:creationId xmlns:a16="http://schemas.microsoft.com/office/drawing/2014/main" id="{4E6AE1D6-789C-453F-E178-4122D038E623}"/>
                  </a:ext>
                </a:extLst>
              </p:cNvPr>
              <p:cNvSpPr/>
              <p:nvPr/>
            </p:nvSpPr>
            <p:spPr>
              <a:xfrm>
                <a:off x="319522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0" name="ph6061">
                <a:extLst>
                  <a:ext uri="{FF2B5EF4-FFF2-40B4-BE49-F238E27FC236}">
                    <a16:creationId xmlns:a16="http://schemas.microsoft.com/office/drawing/2014/main" id="{E639533B-CFDA-B36C-4D47-28B55D2136F4}"/>
                  </a:ext>
                </a:extLst>
              </p:cNvPr>
              <p:cNvSpPr/>
              <p:nvPr/>
            </p:nvSpPr>
            <p:spPr>
              <a:xfrm>
                <a:off x="320466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1" name="ph6062">
                <a:extLst>
                  <a:ext uri="{FF2B5EF4-FFF2-40B4-BE49-F238E27FC236}">
                    <a16:creationId xmlns:a16="http://schemas.microsoft.com/office/drawing/2014/main" id="{C73CD152-807A-B4FF-1246-D93564DA20DF}"/>
                  </a:ext>
                </a:extLst>
              </p:cNvPr>
              <p:cNvSpPr/>
              <p:nvPr/>
            </p:nvSpPr>
            <p:spPr>
              <a:xfrm>
                <a:off x="321410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2" name="ph6063">
                <a:extLst>
                  <a:ext uri="{FF2B5EF4-FFF2-40B4-BE49-F238E27FC236}">
                    <a16:creationId xmlns:a16="http://schemas.microsoft.com/office/drawing/2014/main" id="{54C02C75-10E9-A1CB-D612-8C47708614E7}"/>
                  </a:ext>
                </a:extLst>
              </p:cNvPr>
              <p:cNvSpPr/>
              <p:nvPr/>
            </p:nvSpPr>
            <p:spPr>
              <a:xfrm>
                <a:off x="322354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3" name="ph6064">
                <a:extLst>
                  <a:ext uri="{FF2B5EF4-FFF2-40B4-BE49-F238E27FC236}">
                    <a16:creationId xmlns:a16="http://schemas.microsoft.com/office/drawing/2014/main" id="{CA3A0019-5350-A529-7F37-5A42877EA9BB}"/>
                  </a:ext>
                </a:extLst>
              </p:cNvPr>
              <p:cNvSpPr/>
              <p:nvPr/>
            </p:nvSpPr>
            <p:spPr>
              <a:xfrm>
                <a:off x="323298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4" name="ph6065">
                <a:extLst>
                  <a:ext uri="{FF2B5EF4-FFF2-40B4-BE49-F238E27FC236}">
                    <a16:creationId xmlns:a16="http://schemas.microsoft.com/office/drawing/2014/main" id="{4521596D-943F-DFB4-B24D-577BD0FF6435}"/>
                  </a:ext>
                </a:extLst>
              </p:cNvPr>
              <p:cNvSpPr/>
              <p:nvPr/>
            </p:nvSpPr>
            <p:spPr>
              <a:xfrm>
                <a:off x="324242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5" name="ph6066">
                <a:extLst>
                  <a:ext uri="{FF2B5EF4-FFF2-40B4-BE49-F238E27FC236}">
                    <a16:creationId xmlns:a16="http://schemas.microsoft.com/office/drawing/2014/main" id="{2EB1472E-87CF-0286-DC23-C8827E53E16C}"/>
                  </a:ext>
                </a:extLst>
              </p:cNvPr>
              <p:cNvSpPr/>
              <p:nvPr/>
            </p:nvSpPr>
            <p:spPr>
              <a:xfrm>
                <a:off x="325187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6" name="ph6067">
                <a:extLst>
                  <a:ext uri="{FF2B5EF4-FFF2-40B4-BE49-F238E27FC236}">
                    <a16:creationId xmlns:a16="http://schemas.microsoft.com/office/drawing/2014/main" id="{8971B7EB-4EAC-0B8D-EB76-852294D5C1EE}"/>
                  </a:ext>
                </a:extLst>
              </p:cNvPr>
              <p:cNvSpPr/>
              <p:nvPr/>
            </p:nvSpPr>
            <p:spPr>
              <a:xfrm>
                <a:off x="326131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7" name="ph6068">
                <a:extLst>
                  <a:ext uri="{FF2B5EF4-FFF2-40B4-BE49-F238E27FC236}">
                    <a16:creationId xmlns:a16="http://schemas.microsoft.com/office/drawing/2014/main" id="{C2641141-A5AA-B897-FA03-839BEB50C709}"/>
                  </a:ext>
                </a:extLst>
              </p:cNvPr>
              <p:cNvSpPr/>
              <p:nvPr/>
            </p:nvSpPr>
            <p:spPr>
              <a:xfrm>
                <a:off x="327075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8" name="ph6069">
                <a:extLst>
                  <a:ext uri="{FF2B5EF4-FFF2-40B4-BE49-F238E27FC236}">
                    <a16:creationId xmlns:a16="http://schemas.microsoft.com/office/drawing/2014/main" id="{147588B7-A2BF-C473-2E08-2A4323A762CB}"/>
                  </a:ext>
                </a:extLst>
              </p:cNvPr>
              <p:cNvSpPr/>
              <p:nvPr/>
            </p:nvSpPr>
            <p:spPr>
              <a:xfrm>
                <a:off x="328019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9" name="ph6070">
                <a:extLst>
                  <a:ext uri="{FF2B5EF4-FFF2-40B4-BE49-F238E27FC236}">
                    <a16:creationId xmlns:a16="http://schemas.microsoft.com/office/drawing/2014/main" id="{91BB296A-1AA7-F8BF-83E7-1A56FA10CE19}"/>
                  </a:ext>
                </a:extLst>
              </p:cNvPr>
              <p:cNvSpPr/>
              <p:nvPr/>
            </p:nvSpPr>
            <p:spPr>
              <a:xfrm>
                <a:off x="328963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0" name="ph6071">
                <a:extLst>
                  <a:ext uri="{FF2B5EF4-FFF2-40B4-BE49-F238E27FC236}">
                    <a16:creationId xmlns:a16="http://schemas.microsoft.com/office/drawing/2014/main" id="{48902F35-B363-DA6F-8179-A97E4A83F370}"/>
                  </a:ext>
                </a:extLst>
              </p:cNvPr>
              <p:cNvSpPr/>
              <p:nvPr/>
            </p:nvSpPr>
            <p:spPr>
              <a:xfrm>
                <a:off x="329907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1" name="ph6072">
                <a:extLst>
                  <a:ext uri="{FF2B5EF4-FFF2-40B4-BE49-F238E27FC236}">
                    <a16:creationId xmlns:a16="http://schemas.microsoft.com/office/drawing/2014/main" id="{8B0C9785-F25A-0DD2-C432-FFFF848C64FC}"/>
                  </a:ext>
                </a:extLst>
              </p:cNvPr>
              <p:cNvSpPr/>
              <p:nvPr/>
            </p:nvSpPr>
            <p:spPr>
              <a:xfrm>
                <a:off x="330851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2" name="ph6073">
                <a:extLst>
                  <a:ext uri="{FF2B5EF4-FFF2-40B4-BE49-F238E27FC236}">
                    <a16:creationId xmlns:a16="http://schemas.microsoft.com/office/drawing/2014/main" id="{F6B92C42-9D64-6E4A-3B38-5F6E8CEC8D46}"/>
                  </a:ext>
                </a:extLst>
              </p:cNvPr>
              <p:cNvSpPr/>
              <p:nvPr/>
            </p:nvSpPr>
            <p:spPr>
              <a:xfrm>
                <a:off x="331795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3" name="ph6074">
                <a:extLst>
                  <a:ext uri="{FF2B5EF4-FFF2-40B4-BE49-F238E27FC236}">
                    <a16:creationId xmlns:a16="http://schemas.microsoft.com/office/drawing/2014/main" id="{2865D657-416B-01FB-6A7F-E8D8B9DA513D}"/>
                  </a:ext>
                </a:extLst>
              </p:cNvPr>
              <p:cNvSpPr/>
              <p:nvPr/>
            </p:nvSpPr>
            <p:spPr>
              <a:xfrm>
                <a:off x="332739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4" name="ph6075">
                <a:extLst>
                  <a:ext uri="{FF2B5EF4-FFF2-40B4-BE49-F238E27FC236}">
                    <a16:creationId xmlns:a16="http://schemas.microsoft.com/office/drawing/2014/main" id="{DFFD5572-4C51-1FFC-A4F9-C425E96276CB}"/>
                  </a:ext>
                </a:extLst>
              </p:cNvPr>
              <p:cNvSpPr/>
              <p:nvPr/>
            </p:nvSpPr>
            <p:spPr>
              <a:xfrm>
                <a:off x="333683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5" name="ph6076">
                <a:extLst>
                  <a:ext uri="{FF2B5EF4-FFF2-40B4-BE49-F238E27FC236}">
                    <a16:creationId xmlns:a16="http://schemas.microsoft.com/office/drawing/2014/main" id="{D1B63C80-C386-6087-30F6-90973B238A20}"/>
                  </a:ext>
                </a:extLst>
              </p:cNvPr>
              <p:cNvSpPr/>
              <p:nvPr/>
            </p:nvSpPr>
            <p:spPr>
              <a:xfrm>
                <a:off x="334627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6" name="ph6077">
                <a:extLst>
                  <a:ext uri="{FF2B5EF4-FFF2-40B4-BE49-F238E27FC236}">
                    <a16:creationId xmlns:a16="http://schemas.microsoft.com/office/drawing/2014/main" id="{5636D1F3-950D-F939-7BA1-4A250905D294}"/>
                  </a:ext>
                </a:extLst>
              </p:cNvPr>
              <p:cNvSpPr/>
              <p:nvPr/>
            </p:nvSpPr>
            <p:spPr>
              <a:xfrm>
                <a:off x="335571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7" name="ph6078">
                <a:extLst>
                  <a:ext uri="{FF2B5EF4-FFF2-40B4-BE49-F238E27FC236}">
                    <a16:creationId xmlns:a16="http://schemas.microsoft.com/office/drawing/2014/main" id="{383C72D1-F16B-9653-6F27-09F4C74075D6}"/>
                  </a:ext>
                </a:extLst>
              </p:cNvPr>
              <p:cNvSpPr/>
              <p:nvPr/>
            </p:nvSpPr>
            <p:spPr>
              <a:xfrm>
                <a:off x="336515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8" name="ph6079">
                <a:extLst>
                  <a:ext uri="{FF2B5EF4-FFF2-40B4-BE49-F238E27FC236}">
                    <a16:creationId xmlns:a16="http://schemas.microsoft.com/office/drawing/2014/main" id="{F181D956-7E3A-D244-E9E7-166E4EFF3FC9}"/>
                  </a:ext>
                </a:extLst>
              </p:cNvPr>
              <p:cNvSpPr/>
              <p:nvPr/>
            </p:nvSpPr>
            <p:spPr>
              <a:xfrm>
                <a:off x="337459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9" name="ph6080">
                <a:extLst>
                  <a:ext uri="{FF2B5EF4-FFF2-40B4-BE49-F238E27FC236}">
                    <a16:creationId xmlns:a16="http://schemas.microsoft.com/office/drawing/2014/main" id="{B64E5D66-99AD-D1A1-5034-89E51EFC361C}"/>
                  </a:ext>
                </a:extLst>
              </p:cNvPr>
              <p:cNvSpPr/>
              <p:nvPr/>
            </p:nvSpPr>
            <p:spPr>
              <a:xfrm>
                <a:off x="338403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0" name="ph6081">
                <a:extLst>
                  <a:ext uri="{FF2B5EF4-FFF2-40B4-BE49-F238E27FC236}">
                    <a16:creationId xmlns:a16="http://schemas.microsoft.com/office/drawing/2014/main" id="{F809829E-1BE9-26C6-3BFB-4B5E578B2815}"/>
                  </a:ext>
                </a:extLst>
              </p:cNvPr>
              <p:cNvSpPr/>
              <p:nvPr/>
            </p:nvSpPr>
            <p:spPr>
              <a:xfrm>
                <a:off x="339347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1" name="ph6082">
                <a:extLst>
                  <a:ext uri="{FF2B5EF4-FFF2-40B4-BE49-F238E27FC236}">
                    <a16:creationId xmlns:a16="http://schemas.microsoft.com/office/drawing/2014/main" id="{2C042B02-4882-CF3A-4F88-1CE65E1A7218}"/>
                  </a:ext>
                </a:extLst>
              </p:cNvPr>
              <p:cNvSpPr/>
              <p:nvPr/>
            </p:nvSpPr>
            <p:spPr>
              <a:xfrm>
                <a:off x="340291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2" name="ph6083">
                <a:extLst>
                  <a:ext uri="{FF2B5EF4-FFF2-40B4-BE49-F238E27FC236}">
                    <a16:creationId xmlns:a16="http://schemas.microsoft.com/office/drawing/2014/main" id="{12FED2A7-C708-04E2-91B9-3F23D1A2174C}"/>
                  </a:ext>
                </a:extLst>
              </p:cNvPr>
              <p:cNvSpPr/>
              <p:nvPr/>
            </p:nvSpPr>
            <p:spPr>
              <a:xfrm>
                <a:off x="341235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3" name="ph6084">
                <a:extLst>
                  <a:ext uri="{FF2B5EF4-FFF2-40B4-BE49-F238E27FC236}">
                    <a16:creationId xmlns:a16="http://schemas.microsoft.com/office/drawing/2014/main" id="{2D79C2B2-DE39-BC36-E032-C2B5366F07CE}"/>
                  </a:ext>
                </a:extLst>
              </p:cNvPr>
              <p:cNvSpPr/>
              <p:nvPr/>
            </p:nvSpPr>
            <p:spPr>
              <a:xfrm>
                <a:off x="342179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4" name="ph6085">
                <a:extLst>
                  <a:ext uri="{FF2B5EF4-FFF2-40B4-BE49-F238E27FC236}">
                    <a16:creationId xmlns:a16="http://schemas.microsoft.com/office/drawing/2014/main" id="{95E57D23-66A2-B6AE-B32E-405646290E9B}"/>
                  </a:ext>
                </a:extLst>
              </p:cNvPr>
              <p:cNvSpPr/>
              <p:nvPr/>
            </p:nvSpPr>
            <p:spPr>
              <a:xfrm>
                <a:off x="343123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5" name="ph6086">
                <a:extLst>
                  <a:ext uri="{FF2B5EF4-FFF2-40B4-BE49-F238E27FC236}">
                    <a16:creationId xmlns:a16="http://schemas.microsoft.com/office/drawing/2014/main" id="{0783B3C3-2B87-633B-79E3-8E9A48ABC5AE}"/>
                  </a:ext>
                </a:extLst>
              </p:cNvPr>
              <p:cNvSpPr/>
              <p:nvPr/>
            </p:nvSpPr>
            <p:spPr>
              <a:xfrm>
                <a:off x="344067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6" name="ph6087">
                <a:extLst>
                  <a:ext uri="{FF2B5EF4-FFF2-40B4-BE49-F238E27FC236}">
                    <a16:creationId xmlns:a16="http://schemas.microsoft.com/office/drawing/2014/main" id="{9A1606F1-00D0-0434-F717-90EE94DE3C89}"/>
                  </a:ext>
                </a:extLst>
              </p:cNvPr>
              <p:cNvSpPr/>
              <p:nvPr/>
            </p:nvSpPr>
            <p:spPr>
              <a:xfrm>
                <a:off x="345011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7" name="ph6088">
                <a:extLst>
                  <a:ext uri="{FF2B5EF4-FFF2-40B4-BE49-F238E27FC236}">
                    <a16:creationId xmlns:a16="http://schemas.microsoft.com/office/drawing/2014/main" id="{76C8B1FD-68F2-57FF-3201-A15664E6BDF5}"/>
                  </a:ext>
                </a:extLst>
              </p:cNvPr>
              <p:cNvSpPr/>
              <p:nvPr/>
            </p:nvSpPr>
            <p:spPr>
              <a:xfrm>
                <a:off x="345955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8" name="ph6089">
                <a:extLst>
                  <a:ext uri="{FF2B5EF4-FFF2-40B4-BE49-F238E27FC236}">
                    <a16:creationId xmlns:a16="http://schemas.microsoft.com/office/drawing/2014/main" id="{521E3305-361A-049B-5FC8-A99839E029D3}"/>
                  </a:ext>
                </a:extLst>
              </p:cNvPr>
              <p:cNvSpPr/>
              <p:nvPr/>
            </p:nvSpPr>
            <p:spPr>
              <a:xfrm>
                <a:off x="346899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9" name="ph6090">
                <a:extLst>
                  <a:ext uri="{FF2B5EF4-FFF2-40B4-BE49-F238E27FC236}">
                    <a16:creationId xmlns:a16="http://schemas.microsoft.com/office/drawing/2014/main" id="{07C323FF-843D-F748-844C-60577BADD4C3}"/>
                  </a:ext>
                </a:extLst>
              </p:cNvPr>
              <p:cNvSpPr/>
              <p:nvPr/>
            </p:nvSpPr>
            <p:spPr>
              <a:xfrm>
                <a:off x="347843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0" name="ph6091">
                <a:extLst>
                  <a:ext uri="{FF2B5EF4-FFF2-40B4-BE49-F238E27FC236}">
                    <a16:creationId xmlns:a16="http://schemas.microsoft.com/office/drawing/2014/main" id="{80E821B6-762B-4FB1-5A9D-71B4254B80E1}"/>
                  </a:ext>
                </a:extLst>
              </p:cNvPr>
              <p:cNvSpPr/>
              <p:nvPr/>
            </p:nvSpPr>
            <p:spPr>
              <a:xfrm>
                <a:off x="348787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1" name="ph6092">
                <a:extLst>
                  <a:ext uri="{FF2B5EF4-FFF2-40B4-BE49-F238E27FC236}">
                    <a16:creationId xmlns:a16="http://schemas.microsoft.com/office/drawing/2014/main" id="{E07422FD-5A63-B43D-4EE3-497D87C90355}"/>
                  </a:ext>
                </a:extLst>
              </p:cNvPr>
              <p:cNvSpPr/>
              <p:nvPr/>
            </p:nvSpPr>
            <p:spPr>
              <a:xfrm>
                <a:off x="349731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2" name="ph6093">
                <a:extLst>
                  <a:ext uri="{FF2B5EF4-FFF2-40B4-BE49-F238E27FC236}">
                    <a16:creationId xmlns:a16="http://schemas.microsoft.com/office/drawing/2014/main" id="{1B841F6B-87BE-9605-EE24-D9C1115B2930}"/>
                  </a:ext>
                </a:extLst>
              </p:cNvPr>
              <p:cNvSpPr/>
              <p:nvPr/>
            </p:nvSpPr>
            <p:spPr>
              <a:xfrm>
                <a:off x="350675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3" name="ph6094">
                <a:extLst>
                  <a:ext uri="{FF2B5EF4-FFF2-40B4-BE49-F238E27FC236}">
                    <a16:creationId xmlns:a16="http://schemas.microsoft.com/office/drawing/2014/main" id="{9C20D594-6888-D9FF-7796-0A01A0BBA482}"/>
                  </a:ext>
                </a:extLst>
              </p:cNvPr>
              <p:cNvSpPr/>
              <p:nvPr/>
            </p:nvSpPr>
            <p:spPr>
              <a:xfrm>
                <a:off x="351619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4" name="ph6095">
                <a:extLst>
                  <a:ext uri="{FF2B5EF4-FFF2-40B4-BE49-F238E27FC236}">
                    <a16:creationId xmlns:a16="http://schemas.microsoft.com/office/drawing/2014/main" id="{B75109DA-AC9D-0A51-D928-3A9A3FBB0E51}"/>
                  </a:ext>
                </a:extLst>
              </p:cNvPr>
              <p:cNvSpPr/>
              <p:nvPr/>
            </p:nvSpPr>
            <p:spPr>
              <a:xfrm>
                <a:off x="352563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5" name="ph6096">
                <a:extLst>
                  <a:ext uri="{FF2B5EF4-FFF2-40B4-BE49-F238E27FC236}">
                    <a16:creationId xmlns:a16="http://schemas.microsoft.com/office/drawing/2014/main" id="{F3DF9EF9-E079-0F61-FBFE-A2BC6FB07F6E}"/>
                  </a:ext>
                </a:extLst>
              </p:cNvPr>
              <p:cNvSpPr/>
              <p:nvPr/>
            </p:nvSpPr>
            <p:spPr>
              <a:xfrm>
                <a:off x="353507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6" name="ph6097">
                <a:extLst>
                  <a:ext uri="{FF2B5EF4-FFF2-40B4-BE49-F238E27FC236}">
                    <a16:creationId xmlns:a16="http://schemas.microsoft.com/office/drawing/2014/main" id="{885D7B37-03AC-F33E-07EE-2C438CE67CEF}"/>
                  </a:ext>
                </a:extLst>
              </p:cNvPr>
              <p:cNvSpPr/>
              <p:nvPr/>
            </p:nvSpPr>
            <p:spPr>
              <a:xfrm>
                <a:off x="354451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7" name="ph6098">
                <a:extLst>
                  <a:ext uri="{FF2B5EF4-FFF2-40B4-BE49-F238E27FC236}">
                    <a16:creationId xmlns:a16="http://schemas.microsoft.com/office/drawing/2014/main" id="{7FE58AC9-7F1F-1DCF-0BCD-C70C5E7A37AC}"/>
                  </a:ext>
                </a:extLst>
              </p:cNvPr>
              <p:cNvSpPr/>
              <p:nvPr/>
            </p:nvSpPr>
            <p:spPr>
              <a:xfrm>
                <a:off x="355395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8" name="ph6099">
                <a:extLst>
                  <a:ext uri="{FF2B5EF4-FFF2-40B4-BE49-F238E27FC236}">
                    <a16:creationId xmlns:a16="http://schemas.microsoft.com/office/drawing/2014/main" id="{9BA112A3-C193-D2A0-D359-164C14992218}"/>
                  </a:ext>
                </a:extLst>
              </p:cNvPr>
              <p:cNvSpPr/>
              <p:nvPr/>
            </p:nvSpPr>
            <p:spPr>
              <a:xfrm>
                <a:off x="356339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9" name="ph6100">
                <a:extLst>
                  <a:ext uri="{FF2B5EF4-FFF2-40B4-BE49-F238E27FC236}">
                    <a16:creationId xmlns:a16="http://schemas.microsoft.com/office/drawing/2014/main" id="{67C7ABF1-21C9-1967-ACCE-19C007E31600}"/>
                  </a:ext>
                </a:extLst>
              </p:cNvPr>
              <p:cNvSpPr/>
              <p:nvPr/>
            </p:nvSpPr>
            <p:spPr>
              <a:xfrm>
                <a:off x="357283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0" name="ph6101">
                <a:extLst>
                  <a:ext uri="{FF2B5EF4-FFF2-40B4-BE49-F238E27FC236}">
                    <a16:creationId xmlns:a16="http://schemas.microsoft.com/office/drawing/2014/main" id="{99BC771A-47F3-C123-FF23-9E804529167C}"/>
                  </a:ext>
                </a:extLst>
              </p:cNvPr>
              <p:cNvSpPr/>
              <p:nvPr/>
            </p:nvSpPr>
            <p:spPr>
              <a:xfrm>
                <a:off x="358227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1" name="ph6102">
                <a:extLst>
                  <a:ext uri="{FF2B5EF4-FFF2-40B4-BE49-F238E27FC236}">
                    <a16:creationId xmlns:a16="http://schemas.microsoft.com/office/drawing/2014/main" id="{3B49474D-0C3A-25BC-4AA6-E7DE81060D3E}"/>
                  </a:ext>
                </a:extLst>
              </p:cNvPr>
              <p:cNvSpPr/>
              <p:nvPr/>
            </p:nvSpPr>
            <p:spPr>
              <a:xfrm>
                <a:off x="359171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2" name="ph6103">
                <a:extLst>
                  <a:ext uri="{FF2B5EF4-FFF2-40B4-BE49-F238E27FC236}">
                    <a16:creationId xmlns:a16="http://schemas.microsoft.com/office/drawing/2014/main" id="{45A54C64-D1EA-FE9B-2740-D535250A36CB}"/>
                  </a:ext>
                </a:extLst>
              </p:cNvPr>
              <p:cNvSpPr/>
              <p:nvPr/>
            </p:nvSpPr>
            <p:spPr>
              <a:xfrm>
                <a:off x="360115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3" name="ph6104">
                <a:extLst>
                  <a:ext uri="{FF2B5EF4-FFF2-40B4-BE49-F238E27FC236}">
                    <a16:creationId xmlns:a16="http://schemas.microsoft.com/office/drawing/2014/main" id="{96D27DAB-DB55-6A47-DAE9-42E600549B92}"/>
                  </a:ext>
                </a:extLst>
              </p:cNvPr>
              <p:cNvSpPr/>
              <p:nvPr/>
            </p:nvSpPr>
            <p:spPr>
              <a:xfrm>
                <a:off x="361059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4" name="ph6105">
                <a:extLst>
                  <a:ext uri="{FF2B5EF4-FFF2-40B4-BE49-F238E27FC236}">
                    <a16:creationId xmlns:a16="http://schemas.microsoft.com/office/drawing/2014/main" id="{E676D7A4-5506-B045-8C52-BE6AFCF5A7E4}"/>
                  </a:ext>
                </a:extLst>
              </p:cNvPr>
              <p:cNvSpPr/>
              <p:nvPr/>
            </p:nvSpPr>
            <p:spPr>
              <a:xfrm>
                <a:off x="362003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5" name="ph6106">
                <a:extLst>
                  <a:ext uri="{FF2B5EF4-FFF2-40B4-BE49-F238E27FC236}">
                    <a16:creationId xmlns:a16="http://schemas.microsoft.com/office/drawing/2014/main" id="{3A2672C7-2E16-F5D4-1230-B2BE1194F6FC}"/>
                  </a:ext>
                </a:extLst>
              </p:cNvPr>
              <p:cNvSpPr/>
              <p:nvPr/>
            </p:nvSpPr>
            <p:spPr>
              <a:xfrm>
                <a:off x="362947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6" name="ph6107">
                <a:extLst>
                  <a:ext uri="{FF2B5EF4-FFF2-40B4-BE49-F238E27FC236}">
                    <a16:creationId xmlns:a16="http://schemas.microsoft.com/office/drawing/2014/main" id="{03BD7792-D9A4-E773-2417-CDE243135E19}"/>
                  </a:ext>
                </a:extLst>
              </p:cNvPr>
              <p:cNvSpPr/>
              <p:nvPr/>
            </p:nvSpPr>
            <p:spPr>
              <a:xfrm>
                <a:off x="363891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7" name="ph6108">
                <a:extLst>
                  <a:ext uri="{FF2B5EF4-FFF2-40B4-BE49-F238E27FC236}">
                    <a16:creationId xmlns:a16="http://schemas.microsoft.com/office/drawing/2014/main" id="{9B1EC4A4-EE0E-2E0C-E755-C869F8FBCF6C}"/>
                  </a:ext>
                </a:extLst>
              </p:cNvPr>
              <p:cNvSpPr/>
              <p:nvPr/>
            </p:nvSpPr>
            <p:spPr>
              <a:xfrm>
                <a:off x="364836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8" name="ph6109">
                <a:extLst>
                  <a:ext uri="{FF2B5EF4-FFF2-40B4-BE49-F238E27FC236}">
                    <a16:creationId xmlns:a16="http://schemas.microsoft.com/office/drawing/2014/main" id="{E1A86FC2-CF26-65B5-0B39-520036295EF0}"/>
                  </a:ext>
                </a:extLst>
              </p:cNvPr>
              <p:cNvSpPr/>
              <p:nvPr/>
            </p:nvSpPr>
            <p:spPr>
              <a:xfrm>
                <a:off x="365780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9" name="ph6110">
                <a:extLst>
                  <a:ext uri="{FF2B5EF4-FFF2-40B4-BE49-F238E27FC236}">
                    <a16:creationId xmlns:a16="http://schemas.microsoft.com/office/drawing/2014/main" id="{52978A47-4DE0-ABAA-97B6-0D8F628E60CF}"/>
                  </a:ext>
                </a:extLst>
              </p:cNvPr>
              <p:cNvSpPr/>
              <p:nvPr/>
            </p:nvSpPr>
            <p:spPr>
              <a:xfrm>
                <a:off x="366724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0" name="ph6111">
                <a:extLst>
                  <a:ext uri="{FF2B5EF4-FFF2-40B4-BE49-F238E27FC236}">
                    <a16:creationId xmlns:a16="http://schemas.microsoft.com/office/drawing/2014/main" id="{A9FB175B-2875-AFC7-6F30-E1B48EC8DB76}"/>
                  </a:ext>
                </a:extLst>
              </p:cNvPr>
              <p:cNvSpPr/>
              <p:nvPr/>
            </p:nvSpPr>
            <p:spPr>
              <a:xfrm>
                <a:off x="367668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1" name="ph6112">
                <a:extLst>
                  <a:ext uri="{FF2B5EF4-FFF2-40B4-BE49-F238E27FC236}">
                    <a16:creationId xmlns:a16="http://schemas.microsoft.com/office/drawing/2014/main" id="{62F7EA50-EFFA-58F9-103C-1D92478112A2}"/>
                  </a:ext>
                </a:extLst>
              </p:cNvPr>
              <p:cNvSpPr/>
              <p:nvPr/>
            </p:nvSpPr>
            <p:spPr>
              <a:xfrm>
                <a:off x="36861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2" name="ph6113">
                <a:extLst>
                  <a:ext uri="{FF2B5EF4-FFF2-40B4-BE49-F238E27FC236}">
                    <a16:creationId xmlns:a16="http://schemas.microsoft.com/office/drawing/2014/main" id="{CF67AC81-C45F-9A52-34DB-FC0AEEA0B7E5}"/>
                  </a:ext>
                </a:extLst>
              </p:cNvPr>
              <p:cNvSpPr/>
              <p:nvPr/>
            </p:nvSpPr>
            <p:spPr>
              <a:xfrm>
                <a:off x="369556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3" name="ph6114">
                <a:extLst>
                  <a:ext uri="{FF2B5EF4-FFF2-40B4-BE49-F238E27FC236}">
                    <a16:creationId xmlns:a16="http://schemas.microsoft.com/office/drawing/2014/main" id="{020D5493-D1CB-81D6-0CDB-EF547BE7EBA4}"/>
                  </a:ext>
                </a:extLst>
              </p:cNvPr>
              <p:cNvSpPr/>
              <p:nvPr/>
            </p:nvSpPr>
            <p:spPr>
              <a:xfrm>
                <a:off x="370500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4" name="ph6115">
                <a:extLst>
                  <a:ext uri="{FF2B5EF4-FFF2-40B4-BE49-F238E27FC236}">
                    <a16:creationId xmlns:a16="http://schemas.microsoft.com/office/drawing/2014/main" id="{9D744A68-DFA9-BF55-C549-DF2B6E69C0F1}"/>
                  </a:ext>
                </a:extLst>
              </p:cNvPr>
              <p:cNvSpPr/>
              <p:nvPr/>
            </p:nvSpPr>
            <p:spPr>
              <a:xfrm>
                <a:off x="371444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5" name="ph6116">
                <a:extLst>
                  <a:ext uri="{FF2B5EF4-FFF2-40B4-BE49-F238E27FC236}">
                    <a16:creationId xmlns:a16="http://schemas.microsoft.com/office/drawing/2014/main" id="{F352FB59-676F-3FC2-D606-C5DB0634EBC5}"/>
                  </a:ext>
                </a:extLst>
              </p:cNvPr>
              <p:cNvSpPr/>
              <p:nvPr/>
            </p:nvSpPr>
            <p:spPr>
              <a:xfrm>
                <a:off x="372388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6" name="ph6117">
                <a:extLst>
                  <a:ext uri="{FF2B5EF4-FFF2-40B4-BE49-F238E27FC236}">
                    <a16:creationId xmlns:a16="http://schemas.microsoft.com/office/drawing/2014/main" id="{76B442A0-1E07-4734-25A1-7556B57B22E4}"/>
                  </a:ext>
                </a:extLst>
              </p:cNvPr>
              <p:cNvSpPr/>
              <p:nvPr/>
            </p:nvSpPr>
            <p:spPr>
              <a:xfrm>
                <a:off x="373332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7" name="ph6118">
                <a:extLst>
                  <a:ext uri="{FF2B5EF4-FFF2-40B4-BE49-F238E27FC236}">
                    <a16:creationId xmlns:a16="http://schemas.microsoft.com/office/drawing/2014/main" id="{25627A9F-296B-31A5-F468-E365CB37CC5F}"/>
                  </a:ext>
                </a:extLst>
              </p:cNvPr>
              <p:cNvSpPr/>
              <p:nvPr/>
            </p:nvSpPr>
            <p:spPr>
              <a:xfrm>
                <a:off x="374276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8" name="ph6119">
                <a:extLst>
                  <a:ext uri="{FF2B5EF4-FFF2-40B4-BE49-F238E27FC236}">
                    <a16:creationId xmlns:a16="http://schemas.microsoft.com/office/drawing/2014/main" id="{14F3A8F3-0976-D263-40D4-C72521F7A3F3}"/>
                  </a:ext>
                </a:extLst>
              </p:cNvPr>
              <p:cNvSpPr/>
              <p:nvPr/>
            </p:nvSpPr>
            <p:spPr>
              <a:xfrm>
                <a:off x="375220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9" name="ph6120">
                <a:extLst>
                  <a:ext uri="{FF2B5EF4-FFF2-40B4-BE49-F238E27FC236}">
                    <a16:creationId xmlns:a16="http://schemas.microsoft.com/office/drawing/2014/main" id="{FB19E12E-1607-BC6F-F07E-E314A765963B}"/>
                  </a:ext>
                </a:extLst>
              </p:cNvPr>
              <p:cNvSpPr/>
              <p:nvPr/>
            </p:nvSpPr>
            <p:spPr>
              <a:xfrm>
                <a:off x="3761643" y="1412291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168"/>
                    </a:lnTo>
                    <a:lnTo>
                      <a:pt x="921017" y="91439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0" name="ph6121">
                <a:extLst>
                  <a:ext uri="{FF2B5EF4-FFF2-40B4-BE49-F238E27FC236}">
                    <a16:creationId xmlns:a16="http://schemas.microsoft.com/office/drawing/2014/main" id="{1D4DF1FC-ACEC-7E89-B303-7041AC30C8A2}"/>
                  </a:ext>
                </a:extLst>
              </p:cNvPr>
              <p:cNvSpPr/>
              <p:nvPr/>
            </p:nvSpPr>
            <p:spPr>
              <a:xfrm>
                <a:off x="3771083" y="1394721"/>
                <a:ext cx="920257" cy="926738"/>
              </a:xfrm>
              <a:custGeom>
                <a:avLst/>
                <a:gdLst/>
                <a:ahLst/>
                <a:cxnLst/>
                <a:rect l="0" t="0" r="0" b="0"/>
                <a:pathLst>
                  <a:path w="920257" h="926738">
                    <a:moveTo>
                      <a:pt x="914400" y="914400"/>
                    </a:moveTo>
                    <a:lnTo>
                      <a:pt x="920257" y="914400"/>
                    </a:lnTo>
                    <a:lnTo>
                      <a:pt x="918720" y="917915"/>
                    </a:lnTo>
                    <a:lnTo>
                      <a:pt x="914746" y="926095"/>
                    </a:lnTo>
                    <a:lnTo>
                      <a:pt x="914400" y="926738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1" name="ph6122">
                <a:extLst>
                  <a:ext uri="{FF2B5EF4-FFF2-40B4-BE49-F238E27FC236}">
                    <a16:creationId xmlns:a16="http://schemas.microsoft.com/office/drawing/2014/main" id="{61CFCC34-795D-299D-0149-85E0C166372B}"/>
                  </a:ext>
                </a:extLst>
              </p:cNvPr>
              <p:cNvSpPr/>
              <p:nvPr/>
            </p:nvSpPr>
            <p:spPr>
              <a:xfrm>
                <a:off x="2100160" y="1377151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2775" y="914400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2" name="ph6123">
                <a:extLst>
                  <a:ext uri="{FF2B5EF4-FFF2-40B4-BE49-F238E27FC236}">
                    <a16:creationId xmlns:a16="http://schemas.microsoft.com/office/drawing/2014/main" id="{E0E30A2B-6629-5C71-A27D-175BD710CFD1}"/>
                  </a:ext>
                </a:extLst>
              </p:cNvPr>
              <p:cNvSpPr/>
              <p:nvPr/>
            </p:nvSpPr>
            <p:spPr>
              <a:xfrm>
                <a:off x="21001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905" y="931969"/>
                    </a:lnTo>
                    <a:lnTo>
                      <a:pt x="921433" y="931134"/>
                    </a:lnTo>
                    <a:lnTo>
                      <a:pt x="920286" y="929101"/>
                    </a:lnTo>
                    <a:lnTo>
                      <a:pt x="916122" y="921332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3" name="ph6124">
                <a:extLst>
                  <a:ext uri="{FF2B5EF4-FFF2-40B4-BE49-F238E27FC236}">
                    <a16:creationId xmlns:a16="http://schemas.microsoft.com/office/drawing/2014/main" id="{A34DF7F2-E5D4-1E79-E74B-20EFF407AD59}"/>
                  </a:ext>
                </a:extLst>
              </p:cNvPr>
              <p:cNvSpPr/>
              <p:nvPr/>
            </p:nvSpPr>
            <p:spPr>
              <a:xfrm>
                <a:off x="210960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4" name="ph6125">
                <a:extLst>
                  <a:ext uri="{FF2B5EF4-FFF2-40B4-BE49-F238E27FC236}">
                    <a16:creationId xmlns:a16="http://schemas.microsoft.com/office/drawing/2014/main" id="{B814A814-ABFA-813A-CF3F-08B4FD9E3772}"/>
                  </a:ext>
                </a:extLst>
              </p:cNvPr>
              <p:cNvSpPr/>
              <p:nvPr/>
            </p:nvSpPr>
            <p:spPr>
              <a:xfrm>
                <a:off x="211904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5" name="ph6126">
                <a:extLst>
                  <a:ext uri="{FF2B5EF4-FFF2-40B4-BE49-F238E27FC236}">
                    <a16:creationId xmlns:a16="http://schemas.microsoft.com/office/drawing/2014/main" id="{BE6736E2-CBBD-A080-5F3A-6B09DA784200}"/>
                  </a:ext>
                </a:extLst>
              </p:cNvPr>
              <p:cNvSpPr/>
              <p:nvPr/>
            </p:nvSpPr>
            <p:spPr>
              <a:xfrm>
                <a:off x="212848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6" name="ph6127">
                <a:extLst>
                  <a:ext uri="{FF2B5EF4-FFF2-40B4-BE49-F238E27FC236}">
                    <a16:creationId xmlns:a16="http://schemas.microsoft.com/office/drawing/2014/main" id="{86B05DED-4FE5-35DC-50A8-F1A46B874E70}"/>
                  </a:ext>
                </a:extLst>
              </p:cNvPr>
              <p:cNvSpPr/>
              <p:nvPr/>
            </p:nvSpPr>
            <p:spPr>
              <a:xfrm>
                <a:off x="21379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7" name="ph6128">
                <a:extLst>
                  <a:ext uri="{FF2B5EF4-FFF2-40B4-BE49-F238E27FC236}">
                    <a16:creationId xmlns:a16="http://schemas.microsoft.com/office/drawing/2014/main" id="{08B21BCF-96CE-FD52-6C7D-FEDA7E40C98C}"/>
                  </a:ext>
                </a:extLst>
              </p:cNvPr>
              <p:cNvSpPr/>
              <p:nvPr/>
            </p:nvSpPr>
            <p:spPr>
              <a:xfrm>
                <a:off x="214736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8" name="ph6129">
                <a:extLst>
                  <a:ext uri="{FF2B5EF4-FFF2-40B4-BE49-F238E27FC236}">
                    <a16:creationId xmlns:a16="http://schemas.microsoft.com/office/drawing/2014/main" id="{952CC2F6-C34C-C8B0-0712-0C1A9A4DF39C}"/>
                  </a:ext>
                </a:extLst>
              </p:cNvPr>
              <p:cNvSpPr/>
              <p:nvPr/>
            </p:nvSpPr>
            <p:spPr>
              <a:xfrm>
                <a:off x="215680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9" name="ph6130">
                <a:extLst>
                  <a:ext uri="{FF2B5EF4-FFF2-40B4-BE49-F238E27FC236}">
                    <a16:creationId xmlns:a16="http://schemas.microsoft.com/office/drawing/2014/main" id="{F8D38A0B-D151-4F59-1825-15E66EC98AF1}"/>
                  </a:ext>
                </a:extLst>
              </p:cNvPr>
              <p:cNvSpPr/>
              <p:nvPr/>
            </p:nvSpPr>
            <p:spPr>
              <a:xfrm>
                <a:off x="216624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0" name="ph6131">
                <a:extLst>
                  <a:ext uri="{FF2B5EF4-FFF2-40B4-BE49-F238E27FC236}">
                    <a16:creationId xmlns:a16="http://schemas.microsoft.com/office/drawing/2014/main" id="{5A4661AD-A79B-FA8B-789E-2F03125BB28D}"/>
                  </a:ext>
                </a:extLst>
              </p:cNvPr>
              <p:cNvSpPr/>
              <p:nvPr/>
            </p:nvSpPr>
            <p:spPr>
              <a:xfrm>
                <a:off x="217568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1" name="ph6132">
                <a:extLst>
                  <a:ext uri="{FF2B5EF4-FFF2-40B4-BE49-F238E27FC236}">
                    <a16:creationId xmlns:a16="http://schemas.microsoft.com/office/drawing/2014/main" id="{E5A0D1E7-5116-61D6-68E5-CCA0549E2F12}"/>
                  </a:ext>
                </a:extLst>
              </p:cNvPr>
              <p:cNvSpPr/>
              <p:nvPr/>
            </p:nvSpPr>
            <p:spPr>
              <a:xfrm>
                <a:off x="218512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2" name="ph6133">
                <a:extLst>
                  <a:ext uri="{FF2B5EF4-FFF2-40B4-BE49-F238E27FC236}">
                    <a16:creationId xmlns:a16="http://schemas.microsoft.com/office/drawing/2014/main" id="{AD5FEB43-4998-2E09-3FCD-E841C0682949}"/>
                  </a:ext>
                </a:extLst>
              </p:cNvPr>
              <p:cNvSpPr/>
              <p:nvPr/>
            </p:nvSpPr>
            <p:spPr>
              <a:xfrm>
                <a:off x="219456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3" name="ph6134">
                <a:extLst>
                  <a:ext uri="{FF2B5EF4-FFF2-40B4-BE49-F238E27FC236}">
                    <a16:creationId xmlns:a16="http://schemas.microsoft.com/office/drawing/2014/main" id="{CA8BC637-4DD9-2038-BEA7-896296EAF54D}"/>
                  </a:ext>
                </a:extLst>
              </p:cNvPr>
              <p:cNvSpPr/>
              <p:nvPr/>
            </p:nvSpPr>
            <p:spPr>
              <a:xfrm>
                <a:off x="220400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4" name="ph6135">
                <a:extLst>
                  <a:ext uri="{FF2B5EF4-FFF2-40B4-BE49-F238E27FC236}">
                    <a16:creationId xmlns:a16="http://schemas.microsoft.com/office/drawing/2014/main" id="{34FE1F83-5A84-3725-AE6A-599B58766F2F}"/>
                  </a:ext>
                </a:extLst>
              </p:cNvPr>
              <p:cNvSpPr/>
              <p:nvPr/>
            </p:nvSpPr>
            <p:spPr>
              <a:xfrm>
                <a:off x="221344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5" name="ph6136">
                <a:extLst>
                  <a:ext uri="{FF2B5EF4-FFF2-40B4-BE49-F238E27FC236}">
                    <a16:creationId xmlns:a16="http://schemas.microsoft.com/office/drawing/2014/main" id="{BDEC30A3-2F5A-19AF-B7E6-DD4668A82C59}"/>
                  </a:ext>
                </a:extLst>
              </p:cNvPr>
              <p:cNvSpPr/>
              <p:nvPr/>
            </p:nvSpPr>
            <p:spPr>
              <a:xfrm>
                <a:off x="222288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6" name="ph6137">
                <a:extLst>
                  <a:ext uri="{FF2B5EF4-FFF2-40B4-BE49-F238E27FC236}">
                    <a16:creationId xmlns:a16="http://schemas.microsoft.com/office/drawing/2014/main" id="{B0C0B428-1858-B52B-5631-FBA074AE75E7}"/>
                  </a:ext>
                </a:extLst>
              </p:cNvPr>
              <p:cNvSpPr/>
              <p:nvPr/>
            </p:nvSpPr>
            <p:spPr>
              <a:xfrm>
                <a:off x="223232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A7D">
                  <a:alpha val="100000"/>
                </a:srgbClr>
              </a:solidFill>
              <a:ln w="5420" cap="flat">
                <a:solidFill>
                  <a:srgbClr val="FFCA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7" name="ph6138">
                <a:extLst>
                  <a:ext uri="{FF2B5EF4-FFF2-40B4-BE49-F238E27FC236}">
                    <a16:creationId xmlns:a16="http://schemas.microsoft.com/office/drawing/2014/main" id="{DA57F136-6083-8186-85DC-1A2E03B4C1A7}"/>
                  </a:ext>
                </a:extLst>
              </p:cNvPr>
              <p:cNvSpPr/>
              <p:nvPr/>
            </p:nvSpPr>
            <p:spPr>
              <a:xfrm>
                <a:off x="224176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8" name="ph6139">
                <a:extLst>
                  <a:ext uri="{FF2B5EF4-FFF2-40B4-BE49-F238E27FC236}">
                    <a16:creationId xmlns:a16="http://schemas.microsoft.com/office/drawing/2014/main" id="{8F889320-59E8-AA5F-AEE9-3DB1C7C8FEFE}"/>
                  </a:ext>
                </a:extLst>
              </p:cNvPr>
              <p:cNvSpPr/>
              <p:nvPr/>
            </p:nvSpPr>
            <p:spPr>
              <a:xfrm>
                <a:off x="225120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9" name="ph6140">
                <a:extLst>
                  <a:ext uri="{FF2B5EF4-FFF2-40B4-BE49-F238E27FC236}">
                    <a16:creationId xmlns:a16="http://schemas.microsoft.com/office/drawing/2014/main" id="{28C255BC-17DB-7A72-479E-6D3067EEC983}"/>
                  </a:ext>
                </a:extLst>
              </p:cNvPr>
              <p:cNvSpPr/>
              <p:nvPr/>
            </p:nvSpPr>
            <p:spPr>
              <a:xfrm>
                <a:off x="226064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0" name="ph6141">
                <a:extLst>
                  <a:ext uri="{FF2B5EF4-FFF2-40B4-BE49-F238E27FC236}">
                    <a16:creationId xmlns:a16="http://schemas.microsoft.com/office/drawing/2014/main" id="{D5B7B2F9-8BC3-4B83-7293-5E40B74C36AC}"/>
                  </a:ext>
                </a:extLst>
              </p:cNvPr>
              <p:cNvSpPr/>
              <p:nvPr/>
            </p:nvSpPr>
            <p:spPr>
              <a:xfrm>
                <a:off x="227008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67B">
                  <a:alpha val="100000"/>
                </a:srgbClr>
              </a:solidFill>
              <a:ln w="5420" cap="flat">
                <a:solidFill>
                  <a:srgbClr val="FFC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1" name="ph6142">
                <a:extLst>
                  <a:ext uri="{FF2B5EF4-FFF2-40B4-BE49-F238E27FC236}">
                    <a16:creationId xmlns:a16="http://schemas.microsoft.com/office/drawing/2014/main" id="{E3ED3285-17F8-46B7-259B-CC4F22A7C61D}"/>
                  </a:ext>
                </a:extLst>
              </p:cNvPr>
              <p:cNvSpPr/>
              <p:nvPr/>
            </p:nvSpPr>
            <p:spPr>
              <a:xfrm>
                <a:off x="227952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77B">
                  <a:alpha val="100000"/>
                </a:srgbClr>
              </a:solidFill>
              <a:ln w="5420" cap="flat">
                <a:solidFill>
                  <a:srgbClr val="FFC7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2" name="ph6143">
                <a:extLst>
                  <a:ext uri="{FF2B5EF4-FFF2-40B4-BE49-F238E27FC236}">
                    <a16:creationId xmlns:a16="http://schemas.microsoft.com/office/drawing/2014/main" id="{B3EB6E11-EAE8-308E-0D9A-AFC3278BF170}"/>
                  </a:ext>
                </a:extLst>
              </p:cNvPr>
              <p:cNvSpPr/>
              <p:nvPr/>
            </p:nvSpPr>
            <p:spPr>
              <a:xfrm>
                <a:off x="228896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87C">
                  <a:alpha val="100000"/>
                </a:srgbClr>
              </a:solidFill>
              <a:ln w="5420" cap="flat">
                <a:solidFill>
                  <a:srgbClr val="FFC8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3" name="ph6144">
                <a:extLst>
                  <a:ext uri="{FF2B5EF4-FFF2-40B4-BE49-F238E27FC236}">
                    <a16:creationId xmlns:a16="http://schemas.microsoft.com/office/drawing/2014/main" id="{49C010E7-7771-5884-7B01-140D85DF6FFB}"/>
                  </a:ext>
                </a:extLst>
              </p:cNvPr>
              <p:cNvSpPr/>
              <p:nvPr/>
            </p:nvSpPr>
            <p:spPr>
              <a:xfrm>
                <a:off x="229840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97D">
                  <a:alpha val="100000"/>
                </a:srgbClr>
              </a:solidFill>
              <a:ln w="5420" cap="flat">
                <a:solidFill>
                  <a:srgbClr val="FFC9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4" name="ph6145">
                <a:extLst>
                  <a:ext uri="{FF2B5EF4-FFF2-40B4-BE49-F238E27FC236}">
                    <a16:creationId xmlns:a16="http://schemas.microsoft.com/office/drawing/2014/main" id="{CC235255-4B19-0961-0C7C-C41E1BD3CFC8}"/>
                  </a:ext>
                </a:extLst>
              </p:cNvPr>
              <p:cNvSpPr/>
              <p:nvPr/>
            </p:nvSpPr>
            <p:spPr>
              <a:xfrm>
                <a:off x="230784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5" name="ph6146">
                <a:extLst>
                  <a:ext uri="{FF2B5EF4-FFF2-40B4-BE49-F238E27FC236}">
                    <a16:creationId xmlns:a16="http://schemas.microsoft.com/office/drawing/2014/main" id="{6BA12C7E-216F-EF1F-8DEA-2516FAA57528}"/>
                  </a:ext>
                </a:extLst>
              </p:cNvPr>
              <p:cNvSpPr/>
              <p:nvPr/>
            </p:nvSpPr>
            <p:spPr>
              <a:xfrm>
                <a:off x="231728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E80">
                  <a:alpha val="100000"/>
                </a:srgbClr>
              </a:solidFill>
              <a:ln w="5420" cap="flat">
                <a:solidFill>
                  <a:srgbClr val="FFCE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6" name="ph6147">
                <a:extLst>
                  <a:ext uri="{FF2B5EF4-FFF2-40B4-BE49-F238E27FC236}">
                    <a16:creationId xmlns:a16="http://schemas.microsoft.com/office/drawing/2014/main" id="{8F1D683F-A041-9136-657E-427E10F21FC8}"/>
                  </a:ext>
                </a:extLst>
              </p:cNvPr>
              <p:cNvSpPr/>
              <p:nvPr/>
            </p:nvSpPr>
            <p:spPr>
              <a:xfrm>
                <a:off x="232672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7" name="ph6148">
                <a:extLst>
                  <a:ext uri="{FF2B5EF4-FFF2-40B4-BE49-F238E27FC236}">
                    <a16:creationId xmlns:a16="http://schemas.microsoft.com/office/drawing/2014/main" id="{5174D1D4-F8F9-6479-18A2-856D996DA8E8}"/>
                  </a:ext>
                </a:extLst>
              </p:cNvPr>
              <p:cNvSpPr/>
              <p:nvPr/>
            </p:nvSpPr>
            <p:spPr>
              <a:xfrm>
                <a:off x="233616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8" name="ph6149">
                <a:extLst>
                  <a:ext uri="{FF2B5EF4-FFF2-40B4-BE49-F238E27FC236}">
                    <a16:creationId xmlns:a16="http://schemas.microsoft.com/office/drawing/2014/main" id="{11703CA4-E3C7-2146-2F8F-988A0A079EE1}"/>
                  </a:ext>
                </a:extLst>
              </p:cNvPr>
              <p:cNvSpPr/>
              <p:nvPr/>
            </p:nvSpPr>
            <p:spPr>
              <a:xfrm>
                <a:off x="234560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987">
                  <a:alpha val="100000"/>
                </a:srgbClr>
              </a:solidFill>
              <a:ln w="5420" cap="flat">
                <a:solidFill>
                  <a:srgbClr val="FED9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9" name="ph6150">
                <a:extLst>
                  <a:ext uri="{FF2B5EF4-FFF2-40B4-BE49-F238E27FC236}">
                    <a16:creationId xmlns:a16="http://schemas.microsoft.com/office/drawing/2014/main" id="{7CF0E5A4-0FBB-F023-B0DB-D7A63794D1FC}"/>
                  </a:ext>
                </a:extLst>
              </p:cNvPr>
              <p:cNvSpPr/>
              <p:nvPr/>
            </p:nvSpPr>
            <p:spPr>
              <a:xfrm>
                <a:off x="235504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0" name="ph6151">
                <a:extLst>
                  <a:ext uri="{FF2B5EF4-FFF2-40B4-BE49-F238E27FC236}">
                    <a16:creationId xmlns:a16="http://schemas.microsoft.com/office/drawing/2014/main" id="{B8F66283-98C5-BB60-8C94-794C812EDE54}"/>
                  </a:ext>
                </a:extLst>
              </p:cNvPr>
              <p:cNvSpPr/>
              <p:nvPr/>
            </p:nvSpPr>
            <p:spPr>
              <a:xfrm>
                <a:off x="236448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1" name="ph6152">
                <a:extLst>
                  <a:ext uri="{FF2B5EF4-FFF2-40B4-BE49-F238E27FC236}">
                    <a16:creationId xmlns:a16="http://schemas.microsoft.com/office/drawing/2014/main" id="{872E5702-D26F-7BDE-45B6-E6ACF13C26DE}"/>
                  </a:ext>
                </a:extLst>
              </p:cNvPr>
              <p:cNvSpPr/>
              <p:nvPr/>
            </p:nvSpPr>
            <p:spPr>
              <a:xfrm>
                <a:off x="237392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2" name="ph6153">
                <a:extLst>
                  <a:ext uri="{FF2B5EF4-FFF2-40B4-BE49-F238E27FC236}">
                    <a16:creationId xmlns:a16="http://schemas.microsoft.com/office/drawing/2014/main" id="{1FD2203F-1BD0-AC0A-B15F-D05D10FCAD61}"/>
                  </a:ext>
                </a:extLst>
              </p:cNvPr>
              <p:cNvSpPr/>
              <p:nvPr/>
            </p:nvSpPr>
            <p:spPr>
              <a:xfrm>
                <a:off x="238336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3" name="ph6154">
                <a:extLst>
                  <a:ext uri="{FF2B5EF4-FFF2-40B4-BE49-F238E27FC236}">
                    <a16:creationId xmlns:a16="http://schemas.microsoft.com/office/drawing/2014/main" id="{22C7444F-67DC-FE7F-6C84-DEAC181F0539}"/>
                  </a:ext>
                </a:extLst>
              </p:cNvPr>
              <p:cNvSpPr/>
              <p:nvPr/>
            </p:nvSpPr>
            <p:spPr>
              <a:xfrm>
                <a:off x="239280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4" name="ph6155">
                <a:extLst>
                  <a:ext uri="{FF2B5EF4-FFF2-40B4-BE49-F238E27FC236}">
                    <a16:creationId xmlns:a16="http://schemas.microsoft.com/office/drawing/2014/main" id="{8E91007B-FAF9-DAEC-1F60-2AE4B05D76A6}"/>
                  </a:ext>
                </a:extLst>
              </p:cNvPr>
              <p:cNvSpPr/>
              <p:nvPr/>
            </p:nvSpPr>
            <p:spPr>
              <a:xfrm>
                <a:off x="240224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5" name="ph6156">
                <a:extLst>
                  <a:ext uri="{FF2B5EF4-FFF2-40B4-BE49-F238E27FC236}">
                    <a16:creationId xmlns:a16="http://schemas.microsoft.com/office/drawing/2014/main" id="{DC811A74-6EEA-6636-B379-30D0921F276B}"/>
                  </a:ext>
                </a:extLst>
              </p:cNvPr>
              <p:cNvSpPr/>
              <p:nvPr/>
            </p:nvSpPr>
            <p:spPr>
              <a:xfrm>
                <a:off x="241168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6" name="ph6157">
                <a:extLst>
                  <a:ext uri="{FF2B5EF4-FFF2-40B4-BE49-F238E27FC236}">
                    <a16:creationId xmlns:a16="http://schemas.microsoft.com/office/drawing/2014/main" id="{83EC4284-DC53-B494-BD83-0AFD8A1AF42E}"/>
                  </a:ext>
                </a:extLst>
              </p:cNvPr>
              <p:cNvSpPr/>
              <p:nvPr/>
            </p:nvSpPr>
            <p:spPr>
              <a:xfrm>
                <a:off x="242112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7" name="ph6158">
                <a:extLst>
                  <a:ext uri="{FF2B5EF4-FFF2-40B4-BE49-F238E27FC236}">
                    <a16:creationId xmlns:a16="http://schemas.microsoft.com/office/drawing/2014/main" id="{FA73E0C0-9C31-0C97-442C-E19A5D7D0C33}"/>
                  </a:ext>
                </a:extLst>
              </p:cNvPr>
              <p:cNvSpPr/>
              <p:nvPr/>
            </p:nvSpPr>
            <p:spPr>
              <a:xfrm>
                <a:off x="2430569" y="1394721"/>
                <a:ext cx="921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1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315" y="896830"/>
                    </a:lnTo>
                    <a:lnTo>
                      <a:pt x="921122" y="902220"/>
                    </a:lnTo>
                    <a:lnTo>
                      <a:pt x="920426" y="913102"/>
                    </a:lnTo>
                    <a:lnTo>
                      <a:pt x="920306" y="914400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8" name="ph6159">
                <a:extLst>
                  <a:ext uri="{FF2B5EF4-FFF2-40B4-BE49-F238E27FC236}">
                    <a16:creationId xmlns:a16="http://schemas.microsoft.com/office/drawing/2014/main" id="{77638ADD-3CF2-D310-B28F-230737DE4756}"/>
                  </a:ext>
                </a:extLst>
              </p:cNvPr>
              <p:cNvSpPr/>
              <p:nvPr/>
            </p:nvSpPr>
            <p:spPr>
              <a:xfrm>
                <a:off x="3148027" y="137715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041" y="931969"/>
                    </a:lnTo>
                    <a:lnTo>
                      <a:pt x="907554" y="924484"/>
                    </a:lnTo>
                    <a:lnTo>
                      <a:pt x="910923" y="915522"/>
                    </a:lnTo>
                    <a:lnTo>
                      <a:pt x="911393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9" name="ph6160">
                <a:extLst>
                  <a:ext uri="{FF2B5EF4-FFF2-40B4-BE49-F238E27FC236}">
                    <a16:creationId xmlns:a16="http://schemas.microsoft.com/office/drawing/2014/main" id="{915069EE-F877-AD0D-38FF-E343E5CA8898}"/>
                  </a:ext>
                </a:extLst>
              </p:cNvPr>
              <p:cNvSpPr/>
              <p:nvPr/>
            </p:nvSpPr>
            <p:spPr>
              <a:xfrm>
                <a:off x="314802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0" name="ph6161">
                <a:extLst>
                  <a:ext uri="{FF2B5EF4-FFF2-40B4-BE49-F238E27FC236}">
                    <a16:creationId xmlns:a16="http://schemas.microsoft.com/office/drawing/2014/main" id="{2459A820-8B16-B9CD-474A-4882C4B2CFA6}"/>
                  </a:ext>
                </a:extLst>
              </p:cNvPr>
              <p:cNvSpPr/>
              <p:nvPr/>
            </p:nvSpPr>
            <p:spPr>
              <a:xfrm>
                <a:off x="315746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1" name="ph6162">
                <a:extLst>
                  <a:ext uri="{FF2B5EF4-FFF2-40B4-BE49-F238E27FC236}">
                    <a16:creationId xmlns:a16="http://schemas.microsoft.com/office/drawing/2014/main" id="{9989F790-DE58-A458-6ED1-F2BFE7B1F3BD}"/>
                  </a:ext>
                </a:extLst>
              </p:cNvPr>
              <p:cNvSpPr/>
              <p:nvPr/>
            </p:nvSpPr>
            <p:spPr>
              <a:xfrm>
                <a:off x="316690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2" name="ph6163">
                <a:extLst>
                  <a:ext uri="{FF2B5EF4-FFF2-40B4-BE49-F238E27FC236}">
                    <a16:creationId xmlns:a16="http://schemas.microsoft.com/office/drawing/2014/main" id="{A372C721-54CE-4BD7-B11E-F62B73FC40FA}"/>
                  </a:ext>
                </a:extLst>
              </p:cNvPr>
              <p:cNvSpPr/>
              <p:nvPr/>
            </p:nvSpPr>
            <p:spPr>
              <a:xfrm>
                <a:off x="317634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3" name="ph6164">
                <a:extLst>
                  <a:ext uri="{FF2B5EF4-FFF2-40B4-BE49-F238E27FC236}">
                    <a16:creationId xmlns:a16="http://schemas.microsoft.com/office/drawing/2014/main" id="{3DD57E5A-A682-A62B-8613-416EA2C5C5E7}"/>
                  </a:ext>
                </a:extLst>
              </p:cNvPr>
              <p:cNvSpPr/>
              <p:nvPr/>
            </p:nvSpPr>
            <p:spPr>
              <a:xfrm>
                <a:off x="318578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4" name="ph6165">
                <a:extLst>
                  <a:ext uri="{FF2B5EF4-FFF2-40B4-BE49-F238E27FC236}">
                    <a16:creationId xmlns:a16="http://schemas.microsoft.com/office/drawing/2014/main" id="{CA296EDA-130D-A868-11CB-9A2C3549241C}"/>
                  </a:ext>
                </a:extLst>
              </p:cNvPr>
              <p:cNvSpPr/>
              <p:nvPr/>
            </p:nvSpPr>
            <p:spPr>
              <a:xfrm>
                <a:off x="319522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5" name="ph6166">
                <a:extLst>
                  <a:ext uri="{FF2B5EF4-FFF2-40B4-BE49-F238E27FC236}">
                    <a16:creationId xmlns:a16="http://schemas.microsoft.com/office/drawing/2014/main" id="{E33138AD-CD2D-9286-81AF-548EE3BD4DDA}"/>
                  </a:ext>
                </a:extLst>
              </p:cNvPr>
              <p:cNvSpPr/>
              <p:nvPr/>
            </p:nvSpPr>
            <p:spPr>
              <a:xfrm>
                <a:off x="320466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6" name="ph6167">
                <a:extLst>
                  <a:ext uri="{FF2B5EF4-FFF2-40B4-BE49-F238E27FC236}">
                    <a16:creationId xmlns:a16="http://schemas.microsoft.com/office/drawing/2014/main" id="{97AA8909-DB0F-A59F-E453-C9FB68924A74}"/>
                  </a:ext>
                </a:extLst>
              </p:cNvPr>
              <p:cNvSpPr/>
              <p:nvPr/>
            </p:nvSpPr>
            <p:spPr>
              <a:xfrm>
                <a:off x="321410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7" name="ph6168">
                <a:extLst>
                  <a:ext uri="{FF2B5EF4-FFF2-40B4-BE49-F238E27FC236}">
                    <a16:creationId xmlns:a16="http://schemas.microsoft.com/office/drawing/2014/main" id="{B6058D93-F1B7-F225-E5FD-3A8334C1A2FC}"/>
                  </a:ext>
                </a:extLst>
              </p:cNvPr>
              <p:cNvSpPr/>
              <p:nvPr/>
            </p:nvSpPr>
            <p:spPr>
              <a:xfrm>
                <a:off x="322354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8" name="ph6169">
                <a:extLst>
                  <a:ext uri="{FF2B5EF4-FFF2-40B4-BE49-F238E27FC236}">
                    <a16:creationId xmlns:a16="http://schemas.microsoft.com/office/drawing/2014/main" id="{D8BCB5C1-F26A-6A15-31A6-A114B97C00EB}"/>
                  </a:ext>
                </a:extLst>
              </p:cNvPr>
              <p:cNvSpPr/>
              <p:nvPr/>
            </p:nvSpPr>
            <p:spPr>
              <a:xfrm>
                <a:off x="323298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9" name="ph6170">
                <a:extLst>
                  <a:ext uri="{FF2B5EF4-FFF2-40B4-BE49-F238E27FC236}">
                    <a16:creationId xmlns:a16="http://schemas.microsoft.com/office/drawing/2014/main" id="{55F8380C-256D-8E9D-03B8-5611C1D7EBA3}"/>
                  </a:ext>
                </a:extLst>
              </p:cNvPr>
              <p:cNvSpPr/>
              <p:nvPr/>
            </p:nvSpPr>
            <p:spPr>
              <a:xfrm>
                <a:off x="324242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0" name="ph6171">
                <a:extLst>
                  <a:ext uri="{FF2B5EF4-FFF2-40B4-BE49-F238E27FC236}">
                    <a16:creationId xmlns:a16="http://schemas.microsoft.com/office/drawing/2014/main" id="{45F8AABB-D2AC-022B-D1E7-097070E7CD31}"/>
                  </a:ext>
                </a:extLst>
              </p:cNvPr>
              <p:cNvSpPr/>
              <p:nvPr/>
            </p:nvSpPr>
            <p:spPr>
              <a:xfrm>
                <a:off x="325187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1" name="ph6172">
                <a:extLst>
                  <a:ext uri="{FF2B5EF4-FFF2-40B4-BE49-F238E27FC236}">
                    <a16:creationId xmlns:a16="http://schemas.microsoft.com/office/drawing/2014/main" id="{1552CF90-4FBF-4BDB-CE3E-F2905859B82B}"/>
                  </a:ext>
                </a:extLst>
              </p:cNvPr>
              <p:cNvSpPr/>
              <p:nvPr/>
            </p:nvSpPr>
            <p:spPr>
              <a:xfrm>
                <a:off x="326131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2" name="ph6173">
                <a:extLst>
                  <a:ext uri="{FF2B5EF4-FFF2-40B4-BE49-F238E27FC236}">
                    <a16:creationId xmlns:a16="http://schemas.microsoft.com/office/drawing/2014/main" id="{FDF28ECB-1CFB-C99A-D9DC-3BA3F39741C6}"/>
                  </a:ext>
                </a:extLst>
              </p:cNvPr>
              <p:cNvSpPr/>
              <p:nvPr/>
            </p:nvSpPr>
            <p:spPr>
              <a:xfrm>
                <a:off x="327075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3" name="ph6174">
                <a:extLst>
                  <a:ext uri="{FF2B5EF4-FFF2-40B4-BE49-F238E27FC236}">
                    <a16:creationId xmlns:a16="http://schemas.microsoft.com/office/drawing/2014/main" id="{20368077-E151-9FEC-761D-2B705AC8149C}"/>
                  </a:ext>
                </a:extLst>
              </p:cNvPr>
              <p:cNvSpPr/>
              <p:nvPr/>
            </p:nvSpPr>
            <p:spPr>
              <a:xfrm>
                <a:off x="328019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4" name="ph6175">
                <a:extLst>
                  <a:ext uri="{FF2B5EF4-FFF2-40B4-BE49-F238E27FC236}">
                    <a16:creationId xmlns:a16="http://schemas.microsoft.com/office/drawing/2014/main" id="{3A3E767B-FC95-F7AF-C7EE-05077A9B341D}"/>
                  </a:ext>
                </a:extLst>
              </p:cNvPr>
              <p:cNvSpPr/>
              <p:nvPr/>
            </p:nvSpPr>
            <p:spPr>
              <a:xfrm>
                <a:off x="328963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5" name="ph6176">
                <a:extLst>
                  <a:ext uri="{FF2B5EF4-FFF2-40B4-BE49-F238E27FC236}">
                    <a16:creationId xmlns:a16="http://schemas.microsoft.com/office/drawing/2014/main" id="{AD45354D-C24E-986B-B431-2357828FAE11}"/>
                  </a:ext>
                </a:extLst>
              </p:cNvPr>
              <p:cNvSpPr/>
              <p:nvPr/>
            </p:nvSpPr>
            <p:spPr>
              <a:xfrm>
                <a:off x="329907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6" name="ph6177">
                <a:extLst>
                  <a:ext uri="{FF2B5EF4-FFF2-40B4-BE49-F238E27FC236}">
                    <a16:creationId xmlns:a16="http://schemas.microsoft.com/office/drawing/2014/main" id="{2A3E79BA-73EB-FF8E-D465-FB4FAA5C75FE}"/>
                  </a:ext>
                </a:extLst>
              </p:cNvPr>
              <p:cNvSpPr/>
              <p:nvPr/>
            </p:nvSpPr>
            <p:spPr>
              <a:xfrm>
                <a:off x="330851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7" name="ph6178">
                <a:extLst>
                  <a:ext uri="{FF2B5EF4-FFF2-40B4-BE49-F238E27FC236}">
                    <a16:creationId xmlns:a16="http://schemas.microsoft.com/office/drawing/2014/main" id="{EDE344A3-835C-5904-B10D-A4714C47BB14}"/>
                  </a:ext>
                </a:extLst>
              </p:cNvPr>
              <p:cNvSpPr/>
              <p:nvPr/>
            </p:nvSpPr>
            <p:spPr>
              <a:xfrm>
                <a:off x="331795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8" name="ph6179">
                <a:extLst>
                  <a:ext uri="{FF2B5EF4-FFF2-40B4-BE49-F238E27FC236}">
                    <a16:creationId xmlns:a16="http://schemas.microsoft.com/office/drawing/2014/main" id="{C0CB7A9C-D702-9747-2AD7-CC0821A31643}"/>
                  </a:ext>
                </a:extLst>
              </p:cNvPr>
              <p:cNvSpPr/>
              <p:nvPr/>
            </p:nvSpPr>
            <p:spPr>
              <a:xfrm>
                <a:off x="332739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9" name="ph6180">
                <a:extLst>
                  <a:ext uri="{FF2B5EF4-FFF2-40B4-BE49-F238E27FC236}">
                    <a16:creationId xmlns:a16="http://schemas.microsoft.com/office/drawing/2014/main" id="{131B0D7E-7775-D66C-F314-3DF76F4DCE2C}"/>
                  </a:ext>
                </a:extLst>
              </p:cNvPr>
              <p:cNvSpPr/>
              <p:nvPr/>
            </p:nvSpPr>
            <p:spPr>
              <a:xfrm>
                <a:off x="333683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0" name="ph6181">
                <a:extLst>
                  <a:ext uri="{FF2B5EF4-FFF2-40B4-BE49-F238E27FC236}">
                    <a16:creationId xmlns:a16="http://schemas.microsoft.com/office/drawing/2014/main" id="{7107724C-C639-372B-D3D5-8B48324EFC8A}"/>
                  </a:ext>
                </a:extLst>
              </p:cNvPr>
              <p:cNvSpPr/>
              <p:nvPr/>
            </p:nvSpPr>
            <p:spPr>
              <a:xfrm>
                <a:off x="334627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1" name="ph6182">
                <a:extLst>
                  <a:ext uri="{FF2B5EF4-FFF2-40B4-BE49-F238E27FC236}">
                    <a16:creationId xmlns:a16="http://schemas.microsoft.com/office/drawing/2014/main" id="{4B41777B-17A7-A521-5C10-322C31D46F3D}"/>
                  </a:ext>
                </a:extLst>
              </p:cNvPr>
              <p:cNvSpPr/>
              <p:nvPr/>
            </p:nvSpPr>
            <p:spPr>
              <a:xfrm>
                <a:off x="335571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2" name="ph6183">
                <a:extLst>
                  <a:ext uri="{FF2B5EF4-FFF2-40B4-BE49-F238E27FC236}">
                    <a16:creationId xmlns:a16="http://schemas.microsoft.com/office/drawing/2014/main" id="{4B15EF3F-EA54-21C1-3019-1CE81CC57F3B}"/>
                  </a:ext>
                </a:extLst>
              </p:cNvPr>
              <p:cNvSpPr/>
              <p:nvPr/>
            </p:nvSpPr>
            <p:spPr>
              <a:xfrm>
                <a:off x="336515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3" name="ph6184">
                <a:extLst>
                  <a:ext uri="{FF2B5EF4-FFF2-40B4-BE49-F238E27FC236}">
                    <a16:creationId xmlns:a16="http://schemas.microsoft.com/office/drawing/2014/main" id="{30CBC206-1ECC-2568-57C9-D4F2C6920108}"/>
                  </a:ext>
                </a:extLst>
              </p:cNvPr>
              <p:cNvSpPr/>
              <p:nvPr/>
            </p:nvSpPr>
            <p:spPr>
              <a:xfrm>
                <a:off x="337459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4" name="ph6185">
                <a:extLst>
                  <a:ext uri="{FF2B5EF4-FFF2-40B4-BE49-F238E27FC236}">
                    <a16:creationId xmlns:a16="http://schemas.microsoft.com/office/drawing/2014/main" id="{1FF75534-EA45-FB94-01E8-5525FFF0028E}"/>
                  </a:ext>
                </a:extLst>
              </p:cNvPr>
              <p:cNvSpPr/>
              <p:nvPr/>
            </p:nvSpPr>
            <p:spPr>
              <a:xfrm>
                <a:off x="338403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5" name="ph6186">
                <a:extLst>
                  <a:ext uri="{FF2B5EF4-FFF2-40B4-BE49-F238E27FC236}">
                    <a16:creationId xmlns:a16="http://schemas.microsoft.com/office/drawing/2014/main" id="{6D4BD257-E5B2-EF24-4BE9-A9581DC672A1}"/>
                  </a:ext>
                </a:extLst>
              </p:cNvPr>
              <p:cNvSpPr/>
              <p:nvPr/>
            </p:nvSpPr>
            <p:spPr>
              <a:xfrm>
                <a:off x="339347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6" name="ph6187">
                <a:extLst>
                  <a:ext uri="{FF2B5EF4-FFF2-40B4-BE49-F238E27FC236}">
                    <a16:creationId xmlns:a16="http://schemas.microsoft.com/office/drawing/2014/main" id="{BC3893F3-0764-36B1-ED4D-47E4AD8531A0}"/>
                  </a:ext>
                </a:extLst>
              </p:cNvPr>
              <p:cNvSpPr/>
              <p:nvPr/>
            </p:nvSpPr>
            <p:spPr>
              <a:xfrm>
                <a:off x="340291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7" name="ph6188">
                <a:extLst>
                  <a:ext uri="{FF2B5EF4-FFF2-40B4-BE49-F238E27FC236}">
                    <a16:creationId xmlns:a16="http://schemas.microsoft.com/office/drawing/2014/main" id="{96CBA95E-C6A3-F3FB-D121-7805E9438F51}"/>
                  </a:ext>
                </a:extLst>
              </p:cNvPr>
              <p:cNvSpPr/>
              <p:nvPr/>
            </p:nvSpPr>
            <p:spPr>
              <a:xfrm>
                <a:off x="341235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8" name="ph6189">
                <a:extLst>
                  <a:ext uri="{FF2B5EF4-FFF2-40B4-BE49-F238E27FC236}">
                    <a16:creationId xmlns:a16="http://schemas.microsoft.com/office/drawing/2014/main" id="{FC659EF6-09B0-C460-510F-B0DDD1C1FE38}"/>
                  </a:ext>
                </a:extLst>
              </p:cNvPr>
              <p:cNvSpPr/>
              <p:nvPr/>
            </p:nvSpPr>
            <p:spPr>
              <a:xfrm>
                <a:off x="342179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9" name="ph6190">
                <a:extLst>
                  <a:ext uri="{FF2B5EF4-FFF2-40B4-BE49-F238E27FC236}">
                    <a16:creationId xmlns:a16="http://schemas.microsoft.com/office/drawing/2014/main" id="{9D1DD9FD-3E86-3022-64CC-923E964FC3AE}"/>
                  </a:ext>
                </a:extLst>
              </p:cNvPr>
              <p:cNvSpPr/>
              <p:nvPr/>
            </p:nvSpPr>
            <p:spPr>
              <a:xfrm>
                <a:off x="343123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0" name="ph6191">
                <a:extLst>
                  <a:ext uri="{FF2B5EF4-FFF2-40B4-BE49-F238E27FC236}">
                    <a16:creationId xmlns:a16="http://schemas.microsoft.com/office/drawing/2014/main" id="{EBEDB985-53D9-84C2-28C7-C0DF65C5CB9C}"/>
                  </a:ext>
                </a:extLst>
              </p:cNvPr>
              <p:cNvSpPr/>
              <p:nvPr/>
            </p:nvSpPr>
            <p:spPr>
              <a:xfrm>
                <a:off x="344067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1" name="ph6192">
                <a:extLst>
                  <a:ext uri="{FF2B5EF4-FFF2-40B4-BE49-F238E27FC236}">
                    <a16:creationId xmlns:a16="http://schemas.microsoft.com/office/drawing/2014/main" id="{A06AE3C6-41B4-1E57-F7F9-358682E4E50F}"/>
                  </a:ext>
                </a:extLst>
              </p:cNvPr>
              <p:cNvSpPr/>
              <p:nvPr/>
            </p:nvSpPr>
            <p:spPr>
              <a:xfrm>
                <a:off x="345011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2" name="ph6193">
                <a:extLst>
                  <a:ext uri="{FF2B5EF4-FFF2-40B4-BE49-F238E27FC236}">
                    <a16:creationId xmlns:a16="http://schemas.microsoft.com/office/drawing/2014/main" id="{5DB08D03-7ADA-FFF8-2A9A-B5504358CF75}"/>
                  </a:ext>
                </a:extLst>
              </p:cNvPr>
              <p:cNvSpPr/>
              <p:nvPr/>
            </p:nvSpPr>
            <p:spPr>
              <a:xfrm>
                <a:off x="345955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3" name="ph6194">
                <a:extLst>
                  <a:ext uri="{FF2B5EF4-FFF2-40B4-BE49-F238E27FC236}">
                    <a16:creationId xmlns:a16="http://schemas.microsoft.com/office/drawing/2014/main" id="{6E485B07-136B-74AB-01EE-19CE0E37E1C0}"/>
                  </a:ext>
                </a:extLst>
              </p:cNvPr>
              <p:cNvSpPr/>
              <p:nvPr/>
            </p:nvSpPr>
            <p:spPr>
              <a:xfrm>
                <a:off x="346899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4" name="ph6195">
                <a:extLst>
                  <a:ext uri="{FF2B5EF4-FFF2-40B4-BE49-F238E27FC236}">
                    <a16:creationId xmlns:a16="http://schemas.microsoft.com/office/drawing/2014/main" id="{704608CE-B7CE-83AD-4830-65464FA4D76E}"/>
                  </a:ext>
                </a:extLst>
              </p:cNvPr>
              <p:cNvSpPr/>
              <p:nvPr/>
            </p:nvSpPr>
            <p:spPr>
              <a:xfrm>
                <a:off x="347843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5" name="ph6196">
                <a:extLst>
                  <a:ext uri="{FF2B5EF4-FFF2-40B4-BE49-F238E27FC236}">
                    <a16:creationId xmlns:a16="http://schemas.microsoft.com/office/drawing/2014/main" id="{AFC5EDDA-04DB-1F08-0D12-F9BA8D68A8B9}"/>
                  </a:ext>
                </a:extLst>
              </p:cNvPr>
              <p:cNvSpPr/>
              <p:nvPr/>
            </p:nvSpPr>
            <p:spPr>
              <a:xfrm>
                <a:off x="348787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6" name="ph6197">
                <a:extLst>
                  <a:ext uri="{FF2B5EF4-FFF2-40B4-BE49-F238E27FC236}">
                    <a16:creationId xmlns:a16="http://schemas.microsoft.com/office/drawing/2014/main" id="{726BAC7D-8C89-843E-5C40-3EACEE9DD636}"/>
                  </a:ext>
                </a:extLst>
              </p:cNvPr>
              <p:cNvSpPr/>
              <p:nvPr/>
            </p:nvSpPr>
            <p:spPr>
              <a:xfrm>
                <a:off x="349731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7" name="ph6198">
                <a:extLst>
                  <a:ext uri="{FF2B5EF4-FFF2-40B4-BE49-F238E27FC236}">
                    <a16:creationId xmlns:a16="http://schemas.microsoft.com/office/drawing/2014/main" id="{8DB4A04B-CCB0-D160-5326-215418DA86E2}"/>
                  </a:ext>
                </a:extLst>
              </p:cNvPr>
              <p:cNvSpPr/>
              <p:nvPr/>
            </p:nvSpPr>
            <p:spPr>
              <a:xfrm>
                <a:off x="350675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8" name="ph6199">
                <a:extLst>
                  <a:ext uri="{FF2B5EF4-FFF2-40B4-BE49-F238E27FC236}">
                    <a16:creationId xmlns:a16="http://schemas.microsoft.com/office/drawing/2014/main" id="{AD778837-6EE8-E023-5589-B88D3380CE25}"/>
                  </a:ext>
                </a:extLst>
              </p:cNvPr>
              <p:cNvSpPr/>
              <p:nvPr/>
            </p:nvSpPr>
            <p:spPr>
              <a:xfrm>
                <a:off x="351619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9" name="ph6200">
                <a:extLst>
                  <a:ext uri="{FF2B5EF4-FFF2-40B4-BE49-F238E27FC236}">
                    <a16:creationId xmlns:a16="http://schemas.microsoft.com/office/drawing/2014/main" id="{05B86305-F2AC-39C2-ABC3-7F4B66394600}"/>
                  </a:ext>
                </a:extLst>
              </p:cNvPr>
              <p:cNvSpPr/>
              <p:nvPr/>
            </p:nvSpPr>
            <p:spPr>
              <a:xfrm>
                <a:off x="352563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0" name="ph6201">
                <a:extLst>
                  <a:ext uri="{FF2B5EF4-FFF2-40B4-BE49-F238E27FC236}">
                    <a16:creationId xmlns:a16="http://schemas.microsoft.com/office/drawing/2014/main" id="{512B063E-DCD1-42DB-0788-B1DDB64F2728}"/>
                  </a:ext>
                </a:extLst>
              </p:cNvPr>
              <p:cNvSpPr/>
              <p:nvPr/>
            </p:nvSpPr>
            <p:spPr>
              <a:xfrm>
                <a:off x="353507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1" name="ph6202">
                <a:extLst>
                  <a:ext uri="{FF2B5EF4-FFF2-40B4-BE49-F238E27FC236}">
                    <a16:creationId xmlns:a16="http://schemas.microsoft.com/office/drawing/2014/main" id="{A39693A2-96B1-56A7-00A9-CF31683B82DE}"/>
                  </a:ext>
                </a:extLst>
              </p:cNvPr>
              <p:cNvSpPr/>
              <p:nvPr/>
            </p:nvSpPr>
            <p:spPr>
              <a:xfrm>
                <a:off x="354451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2" name="ph6203">
                <a:extLst>
                  <a:ext uri="{FF2B5EF4-FFF2-40B4-BE49-F238E27FC236}">
                    <a16:creationId xmlns:a16="http://schemas.microsoft.com/office/drawing/2014/main" id="{FE58D68E-22BF-C40A-ECC7-1012A014B84F}"/>
                  </a:ext>
                </a:extLst>
              </p:cNvPr>
              <p:cNvSpPr/>
              <p:nvPr/>
            </p:nvSpPr>
            <p:spPr>
              <a:xfrm>
                <a:off x="355395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3" name="ph6204">
                <a:extLst>
                  <a:ext uri="{FF2B5EF4-FFF2-40B4-BE49-F238E27FC236}">
                    <a16:creationId xmlns:a16="http://schemas.microsoft.com/office/drawing/2014/main" id="{7A5DC2B4-827D-4013-DA6E-B31A98523294}"/>
                  </a:ext>
                </a:extLst>
              </p:cNvPr>
              <p:cNvSpPr/>
              <p:nvPr/>
            </p:nvSpPr>
            <p:spPr>
              <a:xfrm>
                <a:off x="356339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4" name="ph6205">
                <a:extLst>
                  <a:ext uri="{FF2B5EF4-FFF2-40B4-BE49-F238E27FC236}">
                    <a16:creationId xmlns:a16="http://schemas.microsoft.com/office/drawing/2014/main" id="{6521996E-F6B6-C391-ED37-25627FEA7CF4}"/>
                  </a:ext>
                </a:extLst>
              </p:cNvPr>
              <p:cNvSpPr/>
              <p:nvPr/>
            </p:nvSpPr>
            <p:spPr>
              <a:xfrm>
                <a:off x="357283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5" name="ph6206">
                <a:extLst>
                  <a:ext uri="{FF2B5EF4-FFF2-40B4-BE49-F238E27FC236}">
                    <a16:creationId xmlns:a16="http://schemas.microsoft.com/office/drawing/2014/main" id="{435F883E-E8ED-4FD1-8523-0624666AD77C}"/>
                  </a:ext>
                </a:extLst>
              </p:cNvPr>
              <p:cNvSpPr/>
              <p:nvPr/>
            </p:nvSpPr>
            <p:spPr>
              <a:xfrm>
                <a:off x="358227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6" name="ph6207">
                <a:extLst>
                  <a:ext uri="{FF2B5EF4-FFF2-40B4-BE49-F238E27FC236}">
                    <a16:creationId xmlns:a16="http://schemas.microsoft.com/office/drawing/2014/main" id="{43781A0B-93E8-4EAC-56CB-D58ADFA9064B}"/>
                  </a:ext>
                </a:extLst>
              </p:cNvPr>
              <p:cNvSpPr/>
              <p:nvPr/>
            </p:nvSpPr>
            <p:spPr>
              <a:xfrm>
                <a:off x="359171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7" name="ph6208">
                <a:extLst>
                  <a:ext uri="{FF2B5EF4-FFF2-40B4-BE49-F238E27FC236}">
                    <a16:creationId xmlns:a16="http://schemas.microsoft.com/office/drawing/2014/main" id="{00471D0F-BA6A-B689-0898-3367F5EF7618}"/>
                  </a:ext>
                </a:extLst>
              </p:cNvPr>
              <p:cNvSpPr/>
              <p:nvPr/>
            </p:nvSpPr>
            <p:spPr>
              <a:xfrm>
                <a:off x="360115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8" name="ph6209">
                <a:extLst>
                  <a:ext uri="{FF2B5EF4-FFF2-40B4-BE49-F238E27FC236}">
                    <a16:creationId xmlns:a16="http://schemas.microsoft.com/office/drawing/2014/main" id="{EC471D33-4638-2461-3164-5149F2518ADC}"/>
                  </a:ext>
                </a:extLst>
              </p:cNvPr>
              <p:cNvSpPr/>
              <p:nvPr/>
            </p:nvSpPr>
            <p:spPr>
              <a:xfrm>
                <a:off x="361059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9" name="ph6210">
                <a:extLst>
                  <a:ext uri="{FF2B5EF4-FFF2-40B4-BE49-F238E27FC236}">
                    <a16:creationId xmlns:a16="http://schemas.microsoft.com/office/drawing/2014/main" id="{7346FCF8-D3F0-0C09-38DA-197E8B0C251A}"/>
                  </a:ext>
                </a:extLst>
              </p:cNvPr>
              <p:cNvSpPr/>
              <p:nvPr/>
            </p:nvSpPr>
            <p:spPr>
              <a:xfrm>
                <a:off x="362003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0" name="ph6211">
                <a:extLst>
                  <a:ext uri="{FF2B5EF4-FFF2-40B4-BE49-F238E27FC236}">
                    <a16:creationId xmlns:a16="http://schemas.microsoft.com/office/drawing/2014/main" id="{4A552636-2C08-09D1-ABF4-446D12E15885}"/>
                  </a:ext>
                </a:extLst>
              </p:cNvPr>
              <p:cNvSpPr/>
              <p:nvPr/>
            </p:nvSpPr>
            <p:spPr>
              <a:xfrm>
                <a:off x="362947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1" name="ph6212">
                <a:extLst>
                  <a:ext uri="{FF2B5EF4-FFF2-40B4-BE49-F238E27FC236}">
                    <a16:creationId xmlns:a16="http://schemas.microsoft.com/office/drawing/2014/main" id="{03D4970E-3F2B-8611-46B1-690B81CD10A5}"/>
                  </a:ext>
                </a:extLst>
              </p:cNvPr>
              <p:cNvSpPr/>
              <p:nvPr/>
            </p:nvSpPr>
            <p:spPr>
              <a:xfrm>
                <a:off x="363891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2" name="ph6213">
                <a:extLst>
                  <a:ext uri="{FF2B5EF4-FFF2-40B4-BE49-F238E27FC236}">
                    <a16:creationId xmlns:a16="http://schemas.microsoft.com/office/drawing/2014/main" id="{E87F4176-9120-28EF-EB43-A65EB11864C0}"/>
                  </a:ext>
                </a:extLst>
              </p:cNvPr>
              <p:cNvSpPr/>
              <p:nvPr/>
            </p:nvSpPr>
            <p:spPr>
              <a:xfrm>
                <a:off x="36483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3" name="ph6214">
                <a:extLst>
                  <a:ext uri="{FF2B5EF4-FFF2-40B4-BE49-F238E27FC236}">
                    <a16:creationId xmlns:a16="http://schemas.microsoft.com/office/drawing/2014/main" id="{68FB53AD-4699-C3C2-1709-57E9FCC6CF2F}"/>
                  </a:ext>
                </a:extLst>
              </p:cNvPr>
              <p:cNvSpPr/>
              <p:nvPr/>
            </p:nvSpPr>
            <p:spPr>
              <a:xfrm>
                <a:off x="365780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4" name="ph6215">
                <a:extLst>
                  <a:ext uri="{FF2B5EF4-FFF2-40B4-BE49-F238E27FC236}">
                    <a16:creationId xmlns:a16="http://schemas.microsoft.com/office/drawing/2014/main" id="{4C1814DC-226F-C8E7-AE7E-5CBA6572B42B}"/>
                  </a:ext>
                </a:extLst>
              </p:cNvPr>
              <p:cNvSpPr/>
              <p:nvPr/>
            </p:nvSpPr>
            <p:spPr>
              <a:xfrm>
                <a:off x="366724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5" name="ph6216">
                <a:extLst>
                  <a:ext uri="{FF2B5EF4-FFF2-40B4-BE49-F238E27FC236}">
                    <a16:creationId xmlns:a16="http://schemas.microsoft.com/office/drawing/2014/main" id="{88EABC7D-FC26-B2BF-25B7-2BBFD3E6E381}"/>
                  </a:ext>
                </a:extLst>
              </p:cNvPr>
              <p:cNvSpPr/>
              <p:nvPr/>
            </p:nvSpPr>
            <p:spPr>
              <a:xfrm>
                <a:off x="367668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6" name="ph6217">
                <a:extLst>
                  <a:ext uri="{FF2B5EF4-FFF2-40B4-BE49-F238E27FC236}">
                    <a16:creationId xmlns:a16="http://schemas.microsoft.com/office/drawing/2014/main" id="{0C98B2FA-EA61-01A7-71D1-AF89D4856299}"/>
                  </a:ext>
                </a:extLst>
              </p:cNvPr>
              <p:cNvSpPr/>
              <p:nvPr/>
            </p:nvSpPr>
            <p:spPr>
              <a:xfrm>
                <a:off x="36861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7" name="ph6218">
                <a:extLst>
                  <a:ext uri="{FF2B5EF4-FFF2-40B4-BE49-F238E27FC236}">
                    <a16:creationId xmlns:a16="http://schemas.microsoft.com/office/drawing/2014/main" id="{48039369-456F-0440-7B6E-6DE160274950}"/>
                  </a:ext>
                </a:extLst>
              </p:cNvPr>
              <p:cNvSpPr/>
              <p:nvPr/>
            </p:nvSpPr>
            <p:spPr>
              <a:xfrm>
                <a:off x="369556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8" name="ph6219">
                <a:extLst>
                  <a:ext uri="{FF2B5EF4-FFF2-40B4-BE49-F238E27FC236}">
                    <a16:creationId xmlns:a16="http://schemas.microsoft.com/office/drawing/2014/main" id="{30D4EEBC-338A-2393-31E8-570291EFEC87}"/>
                  </a:ext>
                </a:extLst>
              </p:cNvPr>
              <p:cNvSpPr/>
              <p:nvPr/>
            </p:nvSpPr>
            <p:spPr>
              <a:xfrm>
                <a:off x="370500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9" name="ph6220">
                <a:extLst>
                  <a:ext uri="{FF2B5EF4-FFF2-40B4-BE49-F238E27FC236}">
                    <a16:creationId xmlns:a16="http://schemas.microsoft.com/office/drawing/2014/main" id="{5AB37013-E440-80D2-48C9-0C1DAB4F6CC3}"/>
                  </a:ext>
                </a:extLst>
              </p:cNvPr>
              <p:cNvSpPr/>
              <p:nvPr/>
            </p:nvSpPr>
            <p:spPr>
              <a:xfrm>
                <a:off x="371444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0" name="ph6221">
                <a:extLst>
                  <a:ext uri="{FF2B5EF4-FFF2-40B4-BE49-F238E27FC236}">
                    <a16:creationId xmlns:a16="http://schemas.microsoft.com/office/drawing/2014/main" id="{9D2FD5BA-32F7-B19A-AA09-6064A991AFF8}"/>
                  </a:ext>
                </a:extLst>
              </p:cNvPr>
              <p:cNvSpPr/>
              <p:nvPr/>
            </p:nvSpPr>
            <p:spPr>
              <a:xfrm>
                <a:off x="372388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1" name="ph6222">
                <a:extLst>
                  <a:ext uri="{FF2B5EF4-FFF2-40B4-BE49-F238E27FC236}">
                    <a16:creationId xmlns:a16="http://schemas.microsoft.com/office/drawing/2014/main" id="{C1C4B138-44A7-6BED-B8A2-D24E08E610D5}"/>
                  </a:ext>
                </a:extLst>
              </p:cNvPr>
              <p:cNvSpPr/>
              <p:nvPr/>
            </p:nvSpPr>
            <p:spPr>
              <a:xfrm>
                <a:off x="373332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2" name="ph6223">
                <a:extLst>
                  <a:ext uri="{FF2B5EF4-FFF2-40B4-BE49-F238E27FC236}">
                    <a16:creationId xmlns:a16="http://schemas.microsoft.com/office/drawing/2014/main" id="{7EE001A9-F3FE-8EA5-3F17-E048E6B1D175}"/>
                  </a:ext>
                </a:extLst>
              </p:cNvPr>
              <p:cNvSpPr/>
              <p:nvPr/>
            </p:nvSpPr>
            <p:spPr>
              <a:xfrm>
                <a:off x="374276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3" name="ph6224">
                <a:extLst>
                  <a:ext uri="{FF2B5EF4-FFF2-40B4-BE49-F238E27FC236}">
                    <a16:creationId xmlns:a16="http://schemas.microsoft.com/office/drawing/2014/main" id="{B0D3C5F9-9AFE-0B56-D61B-A48F23C8671B}"/>
                  </a:ext>
                </a:extLst>
              </p:cNvPr>
              <p:cNvSpPr/>
              <p:nvPr/>
            </p:nvSpPr>
            <p:spPr>
              <a:xfrm>
                <a:off x="375220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4" name="ph6225">
                <a:extLst>
                  <a:ext uri="{FF2B5EF4-FFF2-40B4-BE49-F238E27FC236}">
                    <a16:creationId xmlns:a16="http://schemas.microsoft.com/office/drawing/2014/main" id="{6C17806A-9C4E-1B77-B98E-31F76DDC1550}"/>
                  </a:ext>
                </a:extLst>
              </p:cNvPr>
              <p:cNvSpPr/>
              <p:nvPr/>
            </p:nvSpPr>
            <p:spPr>
              <a:xfrm>
                <a:off x="376164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5" name="ph6226">
                <a:extLst>
                  <a:ext uri="{FF2B5EF4-FFF2-40B4-BE49-F238E27FC236}">
                    <a16:creationId xmlns:a16="http://schemas.microsoft.com/office/drawing/2014/main" id="{8CF75379-AC28-C02F-9AC5-BB1757C6060C}"/>
                  </a:ext>
                </a:extLst>
              </p:cNvPr>
              <p:cNvSpPr/>
              <p:nvPr/>
            </p:nvSpPr>
            <p:spPr>
              <a:xfrm>
                <a:off x="3771083" y="139472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39"/>
                    </a:lnTo>
                    <a:lnTo>
                      <a:pt x="922459" y="909359"/>
                    </a:lnTo>
                    <a:lnTo>
                      <a:pt x="920257" y="91440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6" name="ph6227">
                <a:extLst>
                  <a:ext uri="{FF2B5EF4-FFF2-40B4-BE49-F238E27FC236}">
                    <a16:creationId xmlns:a16="http://schemas.microsoft.com/office/drawing/2014/main" id="{061D9D10-5CB7-6592-8571-EBA609F4496D}"/>
                  </a:ext>
                </a:extLst>
              </p:cNvPr>
              <p:cNvSpPr/>
              <p:nvPr/>
            </p:nvSpPr>
            <p:spPr>
              <a:xfrm>
                <a:off x="3780523" y="1377151"/>
                <a:ext cx="917782" cy="923409"/>
              </a:xfrm>
              <a:custGeom>
                <a:avLst/>
                <a:gdLst/>
                <a:ahLst/>
                <a:cxnLst/>
                <a:rect l="0" t="0" r="0" b="0"/>
                <a:pathLst>
                  <a:path w="917782" h="923409">
                    <a:moveTo>
                      <a:pt x="914400" y="914400"/>
                    </a:moveTo>
                    <a:lnTo>
                      <a:pt x="917782" y="914400"/>
                    </a:lnTo>
                    <a:lnTo>
                      <a:pt x="916513" y="918021"/>
                    </a:lnTo>
                    <a:lnTo>
                      <a:pt x="914400" y="92340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7" name="ph6228">
                <a:extLst>
                  <a:ext uri="{FF2B5EF4-FFF2-40B4-BE49-F238E27FC236}">
                    <a16:creationId xmlns:a16="http://schemas.microsoft.com/office/drawing/2014/main" id="{F27EE7E5-FFEE-9D24-7BF9-C60ABE5DE765}"/>
                  </a:ext>
                </a:extLst>
              </p:cNvPr>
              <p:cNvSpPr/>
              <p:nvPr/>
            </p:nvSpPr>
            <p:spPr>
              <a:xfrm>
                <a:off x="2100160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75" y="931969"/>
                    </a:lnTo>
                    <a:lnTo>
                      <a:pt x="912181" y="930739"/>
                    </a:lnTo>
                    <a:lnTo>
                      <a:pt x="908473" y="922206"/>
                    </a:lnTo>
                    <a:lnTo>
                      <a:pt x="905428" y="914400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8" name="ph6229">
                <a:extLst>
                  <a:ext uri="{FF2B5EF4-FFF2-40B4-BE49-F238E27FC236}">
                    <a16:creationId xmlns:a16="http://schemas.microsoft.com/office/drawing/2014/main" id="{05828C10-2B0C-BF2C-AFB3-147D70C91445}"/>
                  </a:ext>
                </a:extLst>
              </p:cNvPr>
              <p:cNvSpPr/>
              <p:nvPr/>
            </p:nvSpPr>
            <p:spPr>
              <a:xfrm>
                <a:off x="21001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9" name="ph6230">
                <a:extLst>
                  <a:ext uri="{FF2B5EF4-FFF2-40B4-BE49-F238E27FC236}">
                    <a16:creationId xmlns:a16="http://schemas.microsoft.com/office/drawing/2014/main" id="{6B876CB6-EFA4-F71B-6B86-C36B27D32FD9}"/>
                  </a:ext>
                </a:extLst>
              </p:cNvPr>
              <p:cNvSpPr/>
              <p:nvPr/>
            </p:nvSpPr>
            <p:spPr>
              <a:xfrm>
                <a:off x="210960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0" name="ph6231">
                <a:extLst>
                  <a:ext uri="{FF2B5EF4-FFF2-40B4-BE49-F238E27FC236}">
                    <a16:creationId xmlns:a16="http://schemas.microsoft.com/office/drawing/2014/main" id="{EC33E92B-8EED-FA53-AD95-BAA7435D1E81}"/>
                  </a:ext>
                </a:extLst>
              </p:cNvPr>
              <p:cNvSpPr/>
              <p:nvPr/>
            </p:nvSpPr>
            <p:spPr>
              <a:xfrm>
                <a:off x="211904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1" name="ph6232">
                <a:extLst>
                  <a:ext uri="{FF2B5EF4-FFF2-40B4-BE49-F238E27FC236}">
                    <a16:creationId xmlns:a16="http://schemas.microsoft.com/office/drawing/2014/main" id="{C430E7B2-0392-354E-178B-8220D3701532}"/>
                  </a:ext>
                </a:extLst>
              </p:cNvPr>
              <p:cNvSpPr/>
              <p:nvPr/>
            </p:nvSpPr>
            <p:spPr>
              <a:xfrm>
                <a:off x="212848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2" name="ph6233">
                <a:extLst>
                  <a:ext uri="{FF2B5EF4-FFF2-40B4-BE49-F238E27FC236}">
                    <a16:creationId xmlns:a16="http://schemas.microsoft.com/office/drawing/2014/main" id="{46730983-B02D-53E9-503B-4862B2061692}"/>
                  </a:ext>
                </a:extLst>
              </p:cNvPr>
              <p:cNvSpPr/>
              <p:nvPr/>
            </p:nvSpPr>
            <p:spPr>
              <a:xfrm>
                <a:off x="21379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3" name="ph6234">
                <a:extLst>
                  <a:ext uri="{FF2B5EF4-FFF2-40B4-BE49-F238E27FC236}">
                    <a16:creationId xmlns:a16="http://schemas.microsoft.com/office/drawing/2014/main" id="{D61DB678-2531-E422-90AB-5B4DC04561F4}"/>
                  </a:ext>
                </a:extLst>
              </p:cNvPr>
              <p:cNvSpPr/>
              <p:nvPr/>
            </p:nvSpPr>
            <p:spPr>
              <a:xfrm>
                <a:off x="214736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4" name="ph6235">
                <a:extLst>
                  <a:ext uri="{FF2B5EF4-FFF2-40B4-BE49-F238E27FC236}">
                    <a16:creationId xmlns:a16="http://schemas.microsoft.com/office/drawing/2014/main" id="{AFD27490-F161-FE37-118B-7595B25EE9A2}"/>
                  </a:ext>
                </a:extLst>
              </p:cNvPr>
              <p:cNvSpPr/>
              <p:nvPr/>
            </p:nvSpPr>
            <p:spPr>
              <a:xfrm>
                <a:off x="215680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5" name="ph6236">
                <a:extLst>
                  <a:ext uri="{FF2B5EF4-FFF2-40B4-BE49-F238E27FC236}">
                    <a16:creationId xmlns:a16="http://schemas.microsoft.com/office/drawing/2014/main" id="{E284D471-ADE5-EF20-BE5C-2088DA841F9E}"/>
                  </a:ext>
                </a:extLst>
              </p:cNvPr>
              <p:cNvSpPr/>
              <p:nvPr/>
            </p:nvSpPr>
            <p:spPr>
              <a:xfrm>
                <a:off x="216624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6" name="ph6237">
                <a:extLst>
                  <a:ext uri="{FF2B5EF4-FFF2-40B4-BE49-F238E27FC236}">
                    <a16:creationId xmlns:a16="http://schemas.microsoft.com/office/drawing/2014/main" id="{F04C9550-0B40-D370-AF19-049266A94310}"/>
                  </a:ext>
                </a:extLst>
              </p:cNvPr>
              <p:cNvSpPr/>
              <p:nvPr/>
            </p:nvSpPr>
            <p:spPr>
              <a:xfrm>
                <a:off x="217568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7" name="ph6238">
                <a:extLst>
                  <a:ext uri="{FF2B5EF4-FFF2-40B4-BE49-F238E27FC236}">
                    <a16:creationId xmlns:a16="http://schemas.microsoft.com/office/drawing/2014/main" id="{B2D4FB12-8975-536E-AA92-78F9B7FE1702}"/>
                  </a:ext>
                </a:extLst>
              </p:cNvPr>
              <p:cNvSpPr/>
              <p:nvPr/>
            </p:nvSpPr>
            <p:spPr>
              <a:xfrm>
                <a:off x="218512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8" name="ph6239">
                <a:extLst>
                  <a:ext uri="{FF2B5EF4-FFF2-40B4-BE49-F238E27FC236}">
                    <a16:creationId xmlns:a16="http://schemas.microsoft.com/office/drawing/2014/main" id="{26CC5B5A-FA5B-5018-2064-AA289A0E8BA1}"/>
                  </a:ext>
                </a:extLst>
              </p:cNvPr>
              <p:cNvSpPr/>
              <p:nvPr/>
            </p:nvSpPr>
            <p:spPr>
              <a:xfrm>
                <a:off x="219456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9" name="ph6240">
                <a:extLst>
                  <a:ext uri="{FF2B5EF4-FFF2-40B4-BE49-F238E27FC236}">
                    <a16:creationId xmlns:a16="http://schemas.microsoft.com/office/drawing/2014/main" id="{AA85DF46-19E2-5DAD-2F1C-EE998E68673F}"/>
                  </a:ext>
                </a:extLst>
              </p:cNvPr>
              <p:cNvSpPr/>
              <p:nvPr/>
            </p:nvSpPr>
            <p:spPr>
              <a:xfrm>
                <a:off x="220400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0" name="ph6241">
                <a:extLst>
                  <a:ext uri="{FF2B5EF4-FFF2-40B4-BE49-F238E27FC236}">
                    <a16:creationId xmlns:a16="http://schemas.microsoft.com/office/drawing/2014/main" id="{8557BFB4-0265-6D34-FD4A-F5CBAC3B4CA9}"/>
                  </a:ext>
                </a:extLst>
              </p:cNvPr>
              <p:cNvSpPr/>
              <p:nvPr/>
            </p:nvSpPr>
            <p:spPr>
              <a:xfrm>
                <a:off x="221344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2">
                  <a:alpha val="100000"/>
                </a:srgbClr>
              </a:solidFill>
              <a:ln w="5420" cap="flat">
                <a:solidFill>
                  <a:srgbClr val="FFD1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1" name="ph6242">
                <a:extLst>
                  <a:ext uri="{FF2B5EF4-FFF2-40B4-BE49-F238E27FC236}">
                    <a16:creationId xmlns:a16="http://schemas.microsoft.com/office/drawing/2014/main" id="{57BD7DE0-4CA3-41EB-63B7-02F97FD12BF7}"/>
                  </a:ext>
                </a:extLst>
              </p:cNvPr>
              <p:cNvSpPr/>
              <p:nvPr/>
            </p:nvSpPr>
            <p:spPr>
              <a:xfrm>
                <a:off x="222288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2" name="ph6243">
                <a:extLst>
                  <a:ext uri="{FF2B5EF4-FFF2-40B4-BE49-F238E27FC236}">
                    <a16:creationId xmlns:a16="http://schemas.microsoft.com/office/drawing/2014/main" id="{0AD53271-1196-2816-CF3B-10B21334EBF3}"/>
                  </a:ext>
                </a:extLst>
              </p:cNvPr>
              <p:cNvSpPr/>
              <p:nvPr/>
            </p:nvSpPr>
            <p:spPr>
              <a:xfrm>
                <a:off x="223232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E7F">
                  <a:alpha val="100000"/>
                </a:srgbClr>
              </a:solidFill>
              <a:ln w="5420" cap="flat">
                <a:solidFill>
                  <a:srgbClr val="FFCE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3" name="ph6244">
                <a:extLst>
                  <a:ext uri="{FF2B5EF4-FFF2-40B4-BE49-F238E27FC236}">
                    <a16:creationId xmlns:a16="http://schemas.microsoft.com/office/drawing/2014/main" id="{0799575F-008A-BD86-43E8-3AACE90C139A}"/>
                  </a:ext>
                </a:extLst>
              </p:cNvPr>
              <p:cNvSpPr/>
              <p:nvPr/>
            </p:nvSpPr>
            <p:spPr>
              <a:xfrm>
                <a:off x="224176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4" name="ph6245">
                <a:extLst>
                  <a:ext uri="{FF2B5EF4-FFF2-40B4-BE49-F238E27FC236}">
                    <a16:creationId xmlns:a16="http://schemas.microsoft.com/office/drawing/2014/main" id="{FA336F9E-7396-7AB9-D6D8-4D57F38FE2B9}"/>
                  </a:ext>
                </a:extLst>
              </p:cNvPr>
              <p:cNvSpPr/>
              <p:nvPr/>
            </p:nvSpPr>
            <p:spPr>
              <a:xfrm>
                <a:off x="225120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5" name="ph6246">
                <a:extLst>
                  <a:ext uri="{FF2B5EF4-FFF2-40B4-BE49-F238E27FC236}">
                    <a16:creationId xmlns:a16="http://schemas.microsoft.com/office/drawing/2014/main" id="{935EE210-BE2F-D1B2-57BD-585E430D9F17}"/>
                  </a:ext>
                </a:extLst>
              </p:cNvPr>
              <p:cNvSpPr/>
              <p:nvPr/>
            </p:nvSpPr>
            <p:spPr>
              <a:xfrm>
                <a:off x="226064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6" name="ph6247">
                <a:extLst>
                  <a:ext uri="{FF2B5EF4-FFF2-40B4-BE49-F238E27FC236}">
                    <a16:creationId xmlns:a16="http://schemas.microsoft.com/office/drawing/2014/main" id="{EC397DC4-AC86-289A-B71A-9E63FAA75D76}"/>
                  </a:ext>
                </a:extLst>
              </p:cNvPr>
              <p:cNvSpPr/>
              <p:nvPr/>
            </p:nvSpPr>
            <p:spPr>
              <a:xfrm>
                <a:off x="227008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D">
                  <a:alpha val="100000"/>
                </a:srgbClr>
              </a:solidFill>
              <a:ln w="5420" cap="flat">
                <a:solidFill>
                  <a:srgbClr val="FFCB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7" name="ph6248">
                <a:extLst>
                  <a:ext uri="{FF2B5EF4-FFF2-40B4-BE49-F238E27FC236}">
                    <a16:creationId xmlns:a16="http://schemas.microsoft.com/office/drawing/2014/main" id="{C659F561-BE16-09FB-48AE-1066DA026A1D}"/>
                  </a:ext>
                </a:extLst>
              </p:cNvPr>
              <p:cNvSpPr/>
              <p:nvPr/>
            </p:nvSpPr>
            <p:spPr>
              <a:xfrm>
                <a:off x="227952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B7E">
                  <a:alpha val="100000"/>
                </a:srgbClr>
              </a:solidFill>
              <a:ln w="5420" cap="flat">
                <a:solidFill>
                  <a:srgbClr val="FFCB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8" name="ph6249">
                <a:extLst>
                  <a:ext uri="{FF2B5EF4-FFF2-40B4-BE49-F238E27FC236}">
                    <a16:creationId xmlns:a16="http://schemas.microsoft.com/office/drawing/2014/main" id="{FA2A8397-E256-576F-CF81-8A6F8F1C4343}"/>
                  </a:ext>
                </a:extLst>
              </p:cNvPr>
              <p:cNvSpPr/>
              <p:nvPr/>
            </p:nvSpPr>
            <p:spPr>
              <a:xfrm>
                <a:off x="228896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C7E">
                  <a:alpha val="100000"/>
                </a:srgbClr>
              </a:solidFill>
              <a:ln w="5420" cap="flat">
                <a:solidFill>
                  <a:srgbClr val="FFCC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9" name="ph6250">
                <a:extLst>
                  <a:ext uri="{FF2B5EF4-FFF2-40B4-BE49-F238E27FC236}">
                    <a16:creationId xmlns:a16="http://schemas.microsoft.com/office/drawing/2014/main" id="{702BEDB3-F1FA-6DA5-80BE-80EF0D5523BC}"/>
                  </a:ext>
                </a:extLst>
              </p:cNvPr>
              <p:cNvSpPr/>
              <p:nvPr/>
            </p:nvSpPr>
            <p:spPr>
              <a:xfrm>
                <a:off x="229840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D7F">
                  <a:alpha val="100000"/>
                </a:srgbClr>
              </a:solidFill>
              <a:ln w="5420" cap="flat">
                <a:solidFill>
                  <a:srgbClr val="FFCD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0" name="ph6251">
                <a:extLst>
                  <a:ext uri="{FF2B5EF4-FFF2-40B4-BE49-F238E27FC236}">
                    <a16:creationId xmlns:a16="http://schemas.microsoft.com/office/drawing/2014/main" id="{A503BA54-FC75-08C7-7C04-1A277A871AF2}"/>
                  </a:ext>
                </a:extLst>
              </p:cNvPr>
              <p:cNvSpPr/>
              <p:nvPr/>
            </p:nvSpPr>
            <p:spPr>
              <a:xfrm>
                <a:off x="230784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CF80">
                  <a:alpha val="100000"/>
                </a:srgbClr>
              </a:solidFill>
              <a:ln w="5420" cap="flat">
                <a:solidFill>
                  <a:srgbClr val="FFCF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1" name="ph6252">
                <a:extLst>
                  <a:ext uri="{FF2B5EF4-FFF2-40B4-BE49-F238E27FC236}">
                    <a16:creationId xmlns:a16="http://schemas.microsoft.com/office/drawing/2014/main" id="{A84F993F-D74E-F11E-1032-AEFEEF7A87DF}"/>
                  </a:ext>
                </a:extLst>
              </p:cNvPr>
              <p:cNvSpPr/>
              <p:nvPr/>
            </p:nvSpPr>
            <p:spPr>
              <a:xfrm>
                <a:off x="231728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2" name="ph6253">
                <a:extLst>
                  <a:ext uri="{FF2B5EF4-FFF2-40B4-BE49-F238E27FC236}">
                    <a16:creationId xmlns:a16="http://schemas.microsoft.com/office/drawing/2014/main" id="{535D5002-2C62-949F-9846-D97A08EB6393}"/>
                  </a:ext>
                </a:extLst>
              </p:cNvPr>
              <p:cNvSpPr/>
              <p:nvPr/>
            </p:nvSpPr>
            <p:spPr>
              <a:xfrm>
                <a:off x="232672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3" name="ph6254">
                <a:extLst>
                  <a:ext uri="{FF2B5EF4-FFF2-40B4-BE49-F238E27FC236}">
                    <a16:creationId xmlns:a16="http://schemas.microsoft.com/office/drawing/2014/main" id="{A9AED957-C73F-AEE0-DBB5-D0F57FC8ED5B}"/>
                  </a:ext>
                </a:extLst>
              </p:cNvPr>
              <p:cNvSpPr/>
              <p:nvPr/>
            </p:nvSpPr>
            <p:spPr>
              <a:xfrm>
                <a:off x="233616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4" name="ph6255">
                <a:extLst>
                  <a:ext uri="{FF2B5EF4-FFF2-40B4-BE49-F238E27FC236}">
                    <a16:creationId xmlns:a16="http://schemas.microsoft.com/office/drawing/2014/main" id="{B050FA75-8CEC-EB7B-811C-D6F54BC2E498}"/>
                  </a:ext>
                </a:extLst>
              </p:cNvPr>
              <p:cNvSpPr/>
              <p:nvPr/>
            </p:nvSpPr>
            <p:spPr>
              <a:xfrm>
                <a:off x="234560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5" name="ph6256">
                <a:extLst>
                  <a:ext uri="{FF2B5EF4-FFF2-40B4-BE49-F238E27FC236}">
                    <a16:creationId xmlns:a16="http://schemas.microsoft.com/office/drawing/2014/main" id="{32C6556B-3CF3-5A1D-FA91-5AB4B145168B}"/>
                  </a:ext>
                </a:extLst>
              </p:cNvPr>
              <p:cNvSpPr/>
              <p:nvPr/>
            </p:nvSpPr>
            <p:spPr>
              <a:xfrm>
                <a:off x="235504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6" name="ph6257">
                <a:extLst>
                  <a:ext uri="{FF2B5EF4-FFF2-40B4-BE49-F238E27FC236}">
                    <a16:creationId xmlns:a16="http://schemas.microsoft.com/office/drawing/2014/main" id="{670B7A44-F6C4-2A6B-F9E6-BBEAF5CBEC9F}"/>
                  </a:ext>
                </a:extLst>
              </p:cNvPr>
              <p:cNvSpPr/>
              <p:nvPr/>
            </p:nvSpPr>
            <p:spPr>
              <a:xfrm>
                <a:off x="236448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E">
                  <a:alpha val="100000"/>
                </a:srgbClr>
              </a:solidFill>
              <a:ln w="5420" cap="flat">
                <a:solidFill>
                  <a:srgbClr val="FEE1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7" name="ph6258">
                <a:extLst>
                  <a:ext uri="{FF2B5EF4-FFF2-40B4-BE49-F238E27FC236}">
                    <a16:creationId xmlns:a16="http://schemas.microsoft.com/office/drawing/2014/main" id="{6D6A476B-9ED0-49BF-7940-496FA20551A2}"/>
                  </a:ext>
                </a:extLst>
              </p:cNvPr>
              <p:cNvSpPr/>
              <p:nvPr/>
            </p:nvSpPr>
            <p:spPr>
              <a:xfrm>
                <a:off x="237392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8" name="ph6259">
                <a:extLst>
                  <a:ext uri="{FF2B5EF4-FFF2-40B4-BE49-F238E27FC236}">
                    <a16:creationId xmlns:a16="http://schemas.microsoft.com/office/drawing/2014/main" id="{D9A7DAD6-B60F-9D11-B0F9-FBDC52BC5072}"/>
                  </a:ext>
                </a:extLst>
              </p:cNvPr>
              <p:cNvSpPr/>
              <p:nvPr/>
            </p:nvSpPr>
            <p:spPr>
              <a:xfrm>
                <a:off x="238336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9" name="ph6260">
                <a:extLst>
                  <a:ext uri="{FF2B5EF4-FFF2-40B4-BE49-F238E27FC236}">
                    <a16:creationId xmlns:a16="http://schemas.microsoft.com/office/drawing/2014/main" id="{6AB3A33A-3B4F-43C6-545E-9DB7D9C7C162}"/>
                  </a:ext>
                </a:extLst>
              </p:cNvPr>
              <p:cNvSpPr/>
              <p:nvPr/>
            </p:nvSpPr>
            <p:spPr>
              <a:xfrm>
                <a:off x="239280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0" name="ph6261">
                <a:extLst>
                  <a:ext uri="{FF2B5EF4-FFF2-40B4-BE49-F238E27FC236}">
                    <a16:creationId xmlns:a16="http://schemas.microsoft.com/office/drawing/2014/main" id="{D1F0BB90-CA5E-42B7-3907-4AADCC1307D4}"/>
                  </a:ext>
                </a:extLst>
              </p:cNvPr>
              <p:cNvSpPr/>
              <p:nvPr/>
            </p:nvSpPr>
            <p:spPr>
              <a:xfrm>
                <a:off x="240224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1" name="ph6262">
                <a:extLst>
                  <a:ext uri="{FF2B5EF4-FFF2-40B4-BE49-F238E27FC236}">
                    <a16:creationId xmlns:a16="http://schemas.microsoft.com/office/drawing/2014/main" id="{D7B14092-924E-3901-4ECD-7593BCEB1CA0}"/>
                  </a:ext>
                </a:extLst>
              </p:cNvPr>
              <p:cNvSpPr/>
              <p:nvPr/>
            </p:nvSpPr>
            <p:spPr>
              <a:xfrm>
                <a:off x="241168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2" name="ph6263">
                <a:extLst>
                  <a:ext uri="{FF2B5EF4-FFF2-40B4-BE49-F238E27FC236}">
                    <a16:creationId xmlns:a16="http://schemas.microsoft.com/office/drawing/2014/main" id="{E86EB79B-D930-5A53-4DD5-D754D543353B}"/>
                  </a:ext>
                </a:extLst>
              </p:cNvPr>
              <p:cNvSpPr/>
              <p:nvPr/>
            </p:nvSpPr>
            <p:spPr>
              <a:xfrm>
                <a:off x="242112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3" name="ph6264">
                <a:extLst>
                  <a:ext uri="{FF2B5EF4-FFF2-40B4-BE49-F238E27FC236}">
                    <a16:creationId xmlns:a16="http://schemas.microsoft.com/office/drawing/2014/main" id="{58FDA8F8-9F3A-A57A-41D5-BB0437779F8D}"/>
                  </a:ext>
                </a:extLst>
              </p:cNvPr>
              <p:cNvSpPr/>
              <p:nvPr/>
            </p:nvSpPr>
            <p:spPr>
              <a:xfrm>
                <a:off x="2430569" y="1377151"/>
                <a:ext cx="9216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78" y="896830"/>
                    </a:lnTo>
                    <a:lnTo>
                      <a:pt x="921600" y="897898"/>
                    </a:lnTo>
                    <a:lnTo>
                      <a:pt x="921514" y="908855"/>
                    </a:lnTo>
                    <a:lnTo>
                      <a:pt x="921315" y="914400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4" name="ph6265">
                <a:extLst>
                  <a:ext uri="{FF2B5EF4-FFF2-40B4-BE49-F238E27FC236}">
                    <a16:creationId xmlns:a16="http://schemas.microsoft.com/office/drawing/2014/main" id="{FB2D5C49-8CFC-8C50-907F-40FF1D3D1A34}"/>
                  </a:ext>
                </a:extLst>
              </p:cNvPr>
              <p:cNvSpPr/>
              <p:nvPr/>
            </p:nvSpPr>
            <p:spPr>
              <a:xfrm>
                <a:off x="3148027" y="137715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93" y="914400"/>
                    </a:lnTo>
                    <a:lnTo>
                      <a:pt x="914400" y="907223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5" name="ph6266">
                <a:extLst>
                  <a:ext uri="{FF2B5EF4-FFF2-40B4-BE49-F238E27FC236}">
                    <a16:creationId xmlns:a16="http://schemas.microsoft.com/office/drawing/2014/main" id="{5E712035-A457-C052-57F1-E1DF0E74CF9D}"/>
                  </a:ext>
                </a:extLst>
              </p:cNvPr>
              <p:cNvSpPr/>
              <p:nvPr/>
            </p:nvSpPr>
            <p:spPr>
              <a:xfrm>
                <a:off x="3157467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793"/>
                    </a:lnTo>
                    <a:lnTo>
                      <a:pt x="905096" y="924466"/>
                    </a:lnTo>
                    <a:lnTo>
                      <a:pt x="908946" y="916201"/>
                    </a:lnTo>
                    <a:lnTo>
                      <a:pt x="909877" y="914400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6" name="ph6267">
                <a:extLst>
                  <a:ext uri="{FF2B5EF4-FFF2-40B4-BE49-F238E27FC236}">
                    <a16:creationId xmlns:a16="http://schemas.microsoft.com/office/drawing/2014/main" id="{E2A21866-E204-F55F-77AD-406EAAFDEFEB}"/>
                  </a:ext>
                </a:extLst>
              </p:cNvPr>
              <p:cNvSpPr/>
              <p:nvPr/>
            </p:nvSpPr>
            <p:spPr>
              <a:xfrm>
                <a:off x="315746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7" name="ph6268">
                <a:extLst>
                  <a:ext uri="{FF2B5EF4-FFF2-40B4-BE49-F238E27FC236}">
                    <a16:creationId xmlns:a16="http://schemas.microsoft.com/office/drawing/2014/main" id="{ED3D0E16-EE99-9F74-B0FC-ECAC0DA5E87F}"/>
                  </a:ext>
                </a:extLst>
              </p:cNvPr>
              <p:cNvSpPr/>
              <p:nvPr/>
            </p:nvSpPr>
            <p:spPr>
              <a:xfrm>
                <a:off x="316690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8" name="ph6269">
                <a:extLst>
                  <a:ext uri="{FF2B5EF4-FFF2-40B4-BE49-F238E27FC236}">
                    <a16:creationId xmlns:a16="http://schemas.microsoft.com/office/drawing/2014/main" id="{BF8369A0-8BC5-4EF1-E5CB-581DCD014E4F}"/>
                  </a:ext>
                </a:extLst>
              </p:cNvPr>
              <p:cNvSpPr/>
              <p:nvPr/>
            </p:nvSpPr>
            <p:spPr>
              <a:xfrm>
                <a:off x="317634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9" name="ph6270">
                <a:extLst>
                  <a:ext uri="{FF2B5EF4-FFF2-40B4-BE49-F238E27FC236}">
                    <a16:creationId xmlns:a16="http://schemas.microsoft.com/office/drawing/2014/main" id="{A4D8D696-124F-D37A-CF46-F8768C771F35}"/>
                  </a:ext>
                </a:extLst>
              </p:cNvPr>
              <p:cNvSpPr/>
              <p:nvPr/>
            </p:nvSpPr>
            <p:spPr>
              <a:xfrm>
                <a:off x="318578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0" name="ph6271">
                <a:extLst>
                  <a:ext uri="{FF2B5EF4-FFF2-40B4-BE49-F238E27FC236}">
                    <a16:creationId xmlns:a16="http://schemas.microsoft.com/office/drawing/2014/main" id="{13A5E1E9-F3FF-A62C-BFF0-AF6C0209D0ED}"/>
                  </a:ext>
                </a:extLst>
              </p:cNvPr>
              <p:cNvSpPr/>
              <p:nvPr/>
            </p:nvSpPr>
            <p:spPr>
              <a:xfrm>
                <a:off x="319522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1" name="ph6272">
                <a:extLst>
                  <a:ext uri="{FF2B5EF4-FFF2-40B4-BE49-F238E27FC236}">
                    <a16:creationId xmlns:a16="http://schemas.microsoft.com/office/drawing/2014/main" id="{0751D232-4A8F-5D7C-91EA-5DB55EBE8E8A}"/>
                  </a:ext>
                </a:extLst>
              </p:cNvPr>
              <p:cNvSpPr/>
              <p:nvPr/>
            </p:nvSpPr>
            <p:spPr>
              <a:xfrm>
                <a:off x="320466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2" name="ph6273">
                <a:extLst>
                  <a:ext uri="{FF2B5EF4-FFF2-40B4-BE49-F238E27FC236}">
                    <a16:creationId xmlns:a16="http://schemas.microsoft.com/office/drawing/2014/main" id="{D0345548-14A6-5CD6-AD7F-0DADCE787C61}"/>
                  </a:ext>
                </a:extLst>
              </p:cNvPr>
              <p:cNvSpPr/>
              <p:nvPr/>
            </p:nvSpPr>
            <p:spPr>
              <a:xfrm>
                <a:off x="321410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E">
                  <a:alpha val="100000"/>
                </a:srgbClr>
              </a:solidFill>
              <a:ln w="5420" cap="flat">
                <a:solidFill>
                  <a:srgbClr val="DD43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3" name="ph6274">
                <a:extLst>
                  <a:ext uri="{FF2B5EF4-FFF2-40B4-BE49-F238E27FC236}">
                    <a16:creationId xmlns:a16="http://schemas.microsoft.com/office/drawing/2014/main" id="{A1C99ECE-4F27-C2FA-C4DE-F18675108961}"/>
                  </a:ext>
                </a:extLst>
              </p:cNvPr>
              <p:cNvSpPr/>
              <p:nvPr/>
            </p:nvSpPr>
            <p:spPr>
              <a:xfrm>
                <a:off x="322354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4" name="ph6275">
                <a:extLst>
                  <a:ext uri="{FF2B5EF4-FFF2-40B4-BE49-F238E27FC236}">
                    <a16:creationId xmlns:a16="http://schemas.microsoft.com/office/drawing/2014/main" id="{A52D7A4B-A4DC-54A0-782E-3C0F01C47660}"/>
                  </a:ext>
                </a:extLst>
              </p:cNvPr>
              <p:cNvSpPr/>
              <p:nvPr/>
            </p:nvSpPr>
            <p:spPr>
              <a:xfrm>
                <a:off x="323298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5" name="ph6276">
                <a:extLst>
                  <a:ext uri="{FF2B5EF4-FFF2-40B4-BE49-F238E27FC236}">
                    <a16:creationId xmlns:a16="http://schemas.microsoft.com/office/drawing/2014/main" id="{A65BDF8D-E20C-B7DC-F8EC-0297B7920524}"/>
                  </a:ext>
                </a:extLst>
              </p:cNvPr>
              <p:cNvSpPr/>
              <p:nvPr/>
            </p:nvSpPr>
            <p:spPr>
              <a:xfrm>
                <a:off x="324242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6" name="ph6277">
                <a:extLst>
                  <a:ext uri="{FF2B5EF4-FFF2-40B4-BE49-F238E27FC236}">
                    <a16:creationId xmlns:a16="http://schemas.microsoft.com/office/drawing/2014/main" id="{24BA83C8-D337-2484-99B4-049436E0B6FB}"/>
                  </a:ext>
                </a:extLst>
              </p:cNvPr>
              <p:cNvSpPr/>
              <p:nvPr/>
            </p:nvSpPr>
            <p:spPr>
              <a:xfrm>
                <a:off x="325187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7" name="ph6278">
                <a:extLst>
                  <a:ext uri="{FF2B5EF4-FFF2-40B4-BE49-F238E27FC236}">
                    <a16:creationId xmlns:a16="http://schemas.microsoft.com/office/drawing/2014/main" id="{82F8EAD2-BA0D-4DEF-AE08-D9026CBED871}"/>
                  </a:ext>
                </a:extLst>
              </p:cNvPr>
              <p:cNvSpPr/>
              <p:nvPr/>
            </p:nvSpPr>
            <p:spPr>
              <a:xfrm>
                <a:off x="326131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8" name="ph6279">
                <a:extLst>
                  <a:ext uri="{FF2B5EF4-FFF2-40B4-BE49-F238E27FC236}">
                    <a16:creationId xmlns:a16="http://schemas.microsoft.com/office/drawing/2014/main" id="{A9001F4F-3172-B96A-0EEE-E0310C72E374}"/>
                  </a:ext>
                </a:extLst>
              </p:cNvPr>
              <p:cNvSpPr/>
              <p:nvPr/>
            </p:nvSpPr>
            <p:spPr>
              <a:xfrm>
                <a:off x="327075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9" name="ph6280">
                <a:extLst>
                  <a:ext uri="{FF2B5EF4-FFF2-40B4-BE49-F238E27FC236}">
                    <a16:creationId xmlns:a16="http://schemas.microsoft.com/office/drawing/2014/main" id="{015ECFB7-BBDD-B20B-484B-4346DFF59FDC}"/>
                  </a:ext>
                </a:extLst>
              </p:cNvPr>
              <p:cNvSpPr/>
              <p:nvPr/>
            </p:nvSpPr>
            <p:spPr>
              <a:xfrm>
                <a:off x="328019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0" name="ph6281">
                <a:extLst>
                  <a:ext uri="{FF2B5EF4-FFF2-40B4-BE49-F238E27FC236}">
                    <a16:creationId xmlns:a16="http://schemas.microsoft.com/office/drawing/2014/main" id="{5E9A033F-38A5-086C-4494-7E89B522F2F9}"/>
                  </a:ext>
                </a:extLst>
              </p:cNvPr>
              <p:cNvSpPr/>
              <p:nvPr/>
            </p:nvSpPr>
            <p:spPr>
              <a:xfrm>
                <a:off x="328963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1" name="ph6282">
                <a:extLst>
                  <a:ext uri="{FF2B5EF4-FFF2-40B4-BE49-F238E27FC236}">
                    <a16:creationId xmlns:a16="http://schemas.microsoft.com/office/drawing/2014/main" id="{68934A8C-C1EC-4BF1-ECB4-478188A3B219}"/>
                  </a:ext>
                </a:extLst>
              </p:cNvPr>
              <p:cNvSpPr/>
              <p:nvPr/>
            </p:nvSpPr>
            <p:spPr>
              <a:xfrm>
                <a:off x="329907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2" name="ph6283">
                <a:extLst>
                  <a:ext uri="{FF2B5EF4-FFF2-40B4-BE49-F238E27FC236}">
                    <a16:creationId xmlns:a16="http://schemas.microsoft.com/office/drawing/2014/main" id="{28330782-EF59-6C3C-BA6F-31A49587CB29}"/>
                  </a:ext>
                </a:extLst>
              </p:cNvPr>
              <p:cNvSpPr/>
              <p:nvPr/>
            </p:nvSpPr>
            <p:spPr>
              <a:xfrm>
                <a:off x="330851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3" name="ph6284">
                <a:extLst>
                  <a:ext uri="{FF2B5EF4-FFF2-40B4-BE49-F238E27FC236}">
                    <a16:creationId xmlns:a16="http://schemas.microsoft.com/office/drawing/2014/main" id="{1B8AA0A9-B246-9B80-E874-DF9F7F3FF0DD}"/>
                  </a:ext>
                </a:extLst>
              </p:cNvPr>
              <p:cNvSpPr/>
              <p:nvPr/>
            </p:nvSpPr>
            <p:spPr>
              <a:xfrm>
                <a:off x="331795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4" name="ph6285">
                <a:extLst>
                  <a:ext uri="{FF2B5EF4-FFF2-40B4-BE49-F238E27FC236}">
                    <a16:creationId xmlns:a16="http://schemas.microsoft.com/office/drawing/2014/main" id="{2740F250-A8E0-A570-4B61-242E3F57A766}"/>
                  </a:ext>
                </a:extLst>
              </p:cNvPr>
              <p:cNvSpPr/>
              <p:nvPr/>
            </p:nvSpPr>
            <p:spPr>
              <a:xfrm>
                <a:off x="332739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5" name="ph6286">
                <a:extLst>
                  <a:ext uri="{FF2B5EF4-FFF2-40B4-BE49-F238E27FC236}">
                    <a16:creationId xmlns:a16="http://schemas.microsoft.com/office/drawing/2014/main" id="{BADF605B-CBFC-71C0-04D1-473C05FBC634}"/>
                  </a:ext>
                </a:extLst>
              </p:cNvPr>
              <p:cNvSpPr/>
              <p:nvPr/>
            </p:nvSpPr>
            <p:spPr>
              <a:xfrm>
                <a:off x="333683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6" name="ph6287">
                <a:extLst>
                  <a:ext uri="{FF2B5EF4-FFF2-40B4-BE49-F238E27FC236}">
                    <a16:creationId xmlns:a16="http://schemas.microsoft.com/office/drawing/2014/main" id="{618EEAF7-E767-E63F-C96F-EF38638E37F0}"/>
                  </a:ext>
                </a:extLst>
              </p:cNvPr>
              <p:cNvSpPr/>
              <p:nvPr/>
            </p:nvSpPr>
            <p:spPr>
              <a:xfrm>
                <a:off x="334627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7" name="ph6288">
                <a:extLst>
                  <a:ext uri="{FF2B5EF4-FFF2-40B4-BE49-F238E27FC236}">
                    <a16:creationId xmlns:a16="http://schemas.microsoft.com/office/drawing/2014/main" id="{23C4880C-909A-BB22-7398-52F7B6023BC4}"/>
                  </a:ext>
                </a:extLst>
              </p:cNvPr>
              <p:cNvSpPr/>
              <p:nvPr/>
            </p:nvSpPr>
            <p:spPr>
              <a:xfrm>
                <a:off x="335571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8" name="ph6289">
                <a:extLst>
                  <a:ext uri="{FF2B5EF4-FFF2-40B4-BE49-F238E27FC236}">
                    <a16:creationId xmlns:a16="http://schemas.microsoft.com/office/drawing/2014/main" id="{589D9AAB-C0A0-62AF-DCC7-D719EB9FDB04}"/>
                  </a:ext>
                </a:extLst>
              </p:cNvPr>
              <p:cNvSpPr/>
              <p:nvPr/>
            </p:nvSpPr>
            <p:spPr>
              <a:xfrm>
                <a:off x="336515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9" name="ph6290">
                <a:extLst>
                  <a:ext uri="{FF2B5EF4-FFF2-40B4-BE49-F238E27FC236}">
                    <a16:creationId xmlns:a16="http://schemas.microsoft.com/office/drawing/2014/main" id="{EF813917-F96A-FE99-FEB8-93724A0BC719}"/>
                  </a:ext>
                </a:extLst>
              </p:cNvPr>
              <p:cNvSpPr/>
              <p:nvPr/>
            </p:nvSpPr>
            <p:spPr>
              <a:xfrm>
                <a:off x="337459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0" name="ph6291">
                <a:extLst>
                  <a:ext uri="{FF2B5EF4-FFF2-40B4-BE49-F238E27FC236}">
                    <a16:creationId xmlns:a16="http://schemas.microsoft.com/office/drawing/2014/main" id="{54F48A14-06F7-D9FA-FDF6-03EC40680AA2}"/>
                  </a:ext>
                </a:extLst>
              </p:cNvPr>
              <p:cNvSpPr/>
              <p:nvPr/>
            </p:nvSpPr>
            <p:spPr>
              <a:xfrm>
                <a:off x="338403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1" name="ph6292">
                <a:extLst>
                  <a:ext uri="{FF2B5EF4-FFF2-40B4-BE49-F238E27FC236}">
                    <a16:creationId xmlns:a16="http://schemas.microsoft.com/office/drawing/2014/main" id="{E6F97AE8-5930-83D8-A6BD-D89286E6F093}"/>
                  </a:ext>
                </a:extLst>
              </p:cNvPr>
              <p:cNvSpPr/>
              <p:nvPr/>
            </p:nvSpPr>
            <p:spPr>
              <a:xfrm>
                <a:off x="339347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2" name="ph6293">
                <a:extLst>
                  <a:ext uri="{FF2B5EF4-FFF2-40B4-BE49-F238E27FC236}">
                    <a16:creationId xmlns:a16="http://schemas.microsoft.com/office/drawing/2014/main" id="{D032B422-BCB7-0D56-3375-F5E645B7D6BD}"/>
                  </a:ext>
                </a:extLst>
              </p:cNvPr>
              <p:cNvSpPr/>
              <p:nvPr/>
            </p:nvSpPr>
            <p:spPr>
              <a:xfrm>
                <a:off x="340291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3" name="ph6294">
                <a:extLst>
                  <a:ext uri="{FF2B5EF4-FFF2-40B4-BE49-F238E27FC236}">
                    <a16:creationId xmlns:a16="http://schemas.microsoft.com/office/drawing/2014/main" id="{CA85CB23-0CCA-3E5B-8BCF-07F7162B7996}"/>
                  </a:ext>
                </a:extLst>
              </p:cNvPr>
              <p:cNvSpPr/>
              <p:nvPr/>
            </p:nvSpPr>
            <p:spPr>
              <a:xfrm>
                <a:off x="341235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4" name="ph6295">
                <a:extLst>
                  <a:ext uri="{FF2B5EF4-FFF2-40B4-BE49-F238E27FC236}">
                    <a16:creationId xmlns:a16="http://schemas.microsoft.com/office/drawing/2014/main" id="{F8ACFF22-E21D-8AD9-5C9D-508C205048FA}"/>
                  </a:ext>
                </a:extLst>
              </p:cNvPr>
              <p:cNvSpPr/>
              <p:nvPr/>
            </p:nvSpPr>
            <p:spPr>
              <a:xfrm>
                <a:off x="342179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5" name="ph6296">
                <a:extLst>
                  <a:ext uri="{FF2B5EF4-FFF2-40B4-BE49-F238E27FC236}">
                    <a16:creationId xmlns:a16="http://schemas.microsoft.com/office/drawing/2014/main" id="{6A4DB7F1-8BCA-A01E-70DB-79B403BA292D}"/>
                  </a:ext>
                </a:extLst>
              </p:cNvPr>
              <p:cNvSpPr/>
              <p:nvPr/>
            </p:nvSpPr>
            <p:spPr>
              <a:xfrm>
                <a:off x="343123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6" name="ph6297">
                <a:extLst>
                  <a:ext uri="{FF2B5EF4-FFF2-40B4-BE49-F238E27FC236}">
                    <a16:creationId xmlns:a16="http://schemas.microsoft.com/office/drawing/2014/main" id="{3E40F517-8121-7363-7A79-6440206D5FAA}"/>
                  </a:ext>
                </a:extLst>
              </p:cNvPr>
              <p:cNvSpPr/>
              <p:nvPr/>
            </p:nvSpPr>
            <p:spPr>
              <a:xfrm>
                <a:off x="344067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7" name="ph6298">
                <a:extLst>
                  <a:ext uri="{FF2B5EF4-FFF2-40B4-BE49-F238E27FC236}">
                    <a16:creationId xmlns:a16="http://schemas.microsoft.com/office/drawing/2014/main" id="{72974553-3A4D-7B9F-61BC-A107B8F68EF7}"/>
                  </a:ext>
                </a:extLst>
              </p:cNvPr>
              <p:cNvSpPr/>
              <p:nvPr/>
            </p:nvSpPr>
            <p:spPr>
              <a:xfrm>
                <a:off x="345011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8" name="ph6299">
                <a:extLst>
                  <a:ext uri="{FF2B5EF4-FFF2-40B4-BE49-F238E27FC236}">
                    <a16:creationId xmlns:a16="http://schemas.microsoft.com/office/drawing/2014/main" id="{62D6EDCD-B20E-F3B7-2D69-FF63E760634C}"/>
                  </a:ext>
                </a:extLst>
              </p:cNvPr>
              <p:cNvSpPr/>
              <p:nvPr/>
            </p:nvSpPr>
            <p:spPr>
              <a:xfrm>
                <a:off x="345955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9" name="ph6300">
                <a:extLst>
                  <a:ext uri="{FF2B5EF4-FFF2-40B4-BE49-F238E27FC236}">
                    <a16:creationId xmlns:a16="http://schemas.microsoft.com/office/drawing/2014/main" id="{6BC0FDDA-142E-90B9-E1B0-F27EC612A0B9}"/>
                  </a:ext>
                </a:extLst>
              </p:cNvPr>
              <p:cNvSpPr/>
              <p:nvPr/>
            </p:nvSpPr>
            <p:spPr>
              <a:xfrm>
                <a:off x="346899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0" name="ph6301">
                <a:extLst>
                  <a:ext uri="{FF2B5EF4-FFF2-40B4-BE49-F238E27FC236}">
                    <a16:creationId xmlns:a16="http://schemas.microsoft.com/office/drawing/2014/main" id="{D13C2595-106A-C6E7-385A-A33AF157D20D}"/>
                  </a:ext>
                </a:extLst>
              </p:cNvPr>
              <p:cNvSpPr/>
              <p:nvPr/>
            </p:nvSpPr>
            <p:spPr>
              <a:xfrm>
                <a:off x="347843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1" name="ph6302">
                <a:extLst>
                  <a:ext uri="{FF2B5EF4-FFF2-40B4-BE49-F238E27FC236}">
                    <a16:creationId xmlns:a16="http://schemas.microsoft.com/office/drawing/2014/main" id="{61AAFC3F-503C-690B-F467-37F3EC1C58E5}"/>
                  </a:ext>
                </a:extLst>
              </p:cNvPr>
              <p:cNvSpPr/>
              <p:nvPr/>
            </p:nvSpPr>
            <p:spPr>
              <a:xfrm>
                <a:off x="348787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2" name="ph6303">
                <a:extLst>
                  <a:ext uri="{FF2B5EF4-FFF2-40B4-BE49-F238E27FC236}">
                    <a16:creationId xmlns:a16="http://schemas.microsoft.com/office/drawing/2014/main" id="{8DB5CB9D-B652-2CDC-144A-53412FECD1BD}"/>
                  </a:ext>
                </a:extLst>
              </p:cNvPr>
              <p:cNvSpPr/>
              <p:nvPr/>
            </p:nvSpPr>
            <p:spPr>
              <a:xfrm>
                <a:off x="349731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3" name="ph6304">
                <a:extLst>
                  <a:ext uri="{FF2B5EF4-FFF2-40B4-BE49-F238E27FC236}">
                    <a16:creationId xmlns:a16="http://schemas.microsoft.com/office/drawing/2014/main" id="{9A9214AF-B750-0212-AF04-24111079D88F}"/>
                  </a:ext>
                </a:extLst>
              </p:cNvPr>
              <p:cNvSpPr/>
              <p:nvPr/>
            </p:nvSpPr>
            <p:spPr>
              <a:xfrm>
                <a:off x="350675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4" name="ph6305">
                <a:extLst>
                  <a:ext uri="{FF2B5EF4-FFF2-40B4-BE49-F238E27FC236}">
                    <a16:creationId xmlns:a16="http://schemas.microsoft.com/office/drawing/2014/main" id="{DA7EAAF2-A220-EEAC-9274-649511532D66}"/>
                  </a:ext>
                </a:extLst>
              </p:cNvPr>
              <p:cNvSpPr/>
              <p:nvPr/>
            </p:nvSpPr>
            <p:spPr>
              <a:xfrm>
                <a:off x="351619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5" name="ph6306">
                <a:extLst>
                  <a:ext uri="{FF2B5EF4-FFF2-40B4-BE49-F238E27FC236}">
                    <a16:creationId xmlns:a16="http://schemas.microsoft.com/office/drawing/2014/main" id="{B2C8AB36-10BB-4AAA-AFF6-660A4512C093}"/>
                  </a:ext>
                </a:extLst>
              </p:cNvPr>
              <p:cNvSpPr/>
              <p:nvPr/>
            </p:nvSpPr>
            <p:spPr>
              <a:xfrm>
                <a:off x="352563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6" name="ph6307">
                <a:extLst>
                  <a:ext uri="{FF2B5EF4-FFF2-40B4-BE49-F238E27FC236}">
                    <a16:creationId xmlns:a16="http://schemas.microsoft.com/office/drawing/2014/main" id="{E6092A4C-2671-5AA1-1F02-D920C13FA83B}"/>
                  </a:ext>
                </a:extLst>
              </p:cNvPr>
              <p:cNvSpPr/>
              <p:nvPr/>
            </p:nvSpPr>
            <p:spPr>
              <a:xfrm>
                <a:off x="353507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7" name="ph6308">
                <a:extLst>
                  <a:ext uri="{FF2B5EF4-FFF2-40B4-BE49-F238E27FC236}">
                    <a16:creationId xmlns:a16="http://schemas.microsoft.com/office/drawing/2014/main" id="{801033AC-4C21-B835-1B71-F402E2741C8E}"/>
                  </a:ext>
                </a:extLst>
              </p:cNvPr>
              <p:cNvSpPr/>
              <p:nvPr/>
            </p:nvSpPr>
            <p:spPr>
              <a:xfrm>
                <a:off x="354451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8" name="ph6309">
                <a:extLst>
                  <a:ext uri="{FF2B5EF4-FFF2-40B4-BE49-F238E27FC236}">
                    <a16:creationId xmlns:a16="http://schemas.microsoft.com/office/drawing/2014/main" id="{CA2D841D-297E-B586-B9BF-645AB05F83C2}"/>
                  </a:ext>
                </a:extLst>
              </p:cNvPr>
              <p:cNvSpPr/>
              <p:nvPr/>
            </p:nvSpPr>
            <p:spPr>
              <a:xfrm>
                <a:off x="355395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9" name="ph6310">
                <a:extLst>
                  <a:ext uri="{FF2B5EF4-FFF2-40B4-BE49-F238E27FC236}">
                    <a16:creationId xmlns:a16="http://schemas.microsoft.com/office/drawing/2014/main" id="{03F858FF-34EB-C056-3E85-DBB6032DC1A8}"/>
                  </a:ext>
                </a:extLst>
              </p:cNvPr>
              <p:cNvSpPr/>
              <p:nvPr/>
            </p:nvSpPr>
            <p:spPr>
              <a:xfrm>
                <a:off x="356339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0" name="ph6311">
                <a:extLst>
                  <a:ext uri="{FF2B5EF4-FFF2-40B4-BE49-F238E27FC236}">
                    <a16:creationId xmlns:a16="http://schemas.microsoft.com/office/drawing/2014/main" id="{4566B245-5F2D-82F7-CBB5-6E60400B217B}"/>
                  </a:ext>
                </a:extLst>
              </p:cNvPr>
              <p:cNvSpPr/>
              <p:nvPr/>
            </p:nvSpPr>
            <p:spPr>
              <a:xfrm>
                <a:off x="357283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1" name="ph6312">
                <a:extLst>
                  <a:ext uri="{FF2B5EF4-FFF2-40B4-BE49-F238E27FC236}">
                    <a16:creationId xmlns:a16="http://schemas.microsoft.com/office/drawing/2014/main" id="{3E2CFDD5-3B6D-AC75-FEF5-9B8942B7236D}"/>
                  </a:ext>
                </a:extLst>
              </p:cNvPr>
              <p:cNvSpPr/>
              <p:nvPr/>
            </p:nvSpPr>
            <p:spPr>
              <a:xfrm>
                <a:off x="358227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2" name="ph6313">
                <a:extLst>
                  <a:ext uri="{FF2B5EF4-FFF2-40B4-BE49-F238E27FC236}">
                    <a16:creationId xmlns:a16="http://schemas.microsoft.com/office/drawing/2014/main" id="{6918D4E3-F0D9-430B-2E53-7EDC72022F89}"/>
                  </a:ext>
                </a:extLst>
              </p:cNvPr>
              <p:cNvSpPr/>
              <p:nvPr/>
            </p:nvSpPr>
            <p:spPr>
              <a:xfrm>
                <a:off x="359171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3" name="ph6314">
                <a:extLst>
                  <a:ext uri="{FF2B5EF4-FFF2-40B4-BE49-F238E27FC236}">
                    <a16:creationId xmlns:a16="http://schemas.microsoft.com/office/drawing/2014/main" id="{D71D43E5-8766-A05E-F093-D47B8AAE155B}"/>
                  </a:ext>
                </a:extLst>
              </p:cNvPr>
              <p:cNvSpPr/>
              <p:nvPr/>
            </p:nvSpPr>
            <p:spPr>
              <a:xfrm>
                <a:off x="360115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4" name="ph6315">
                <a:extLst>
                  <a:ext uri="{FF2B5EF4-FFF2-40B4-BE49-F238E27FC236}">
                    <a16:creationId xmlns:a16="http://schemas.microsoft.com/office/drawing/2014/main" id="{E6255DD1-A44A-19DB-1FE1-F1385D40AEA5}"/>
                  </a:ext>
                </a:extLst>
              </p:cNvPr>
              <p:cNvSpPr/>
              <p:nvPr/>
            </p:nvSpPr>
            <p:spPr>
              <a:xfrm>
                <a:off x="361059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5" name="ph6316">
                <a:extLst>
                  <a:ext uri="{FF2B5EF4-FFF2-40B4-BE49-F238E27FC236}">
                    <a16:creationId xmlns:a16="http://schemas.microsoft.com/office/drawing/2014/main" id="{A700F81E-CEC6-C519-FE15-75DF5C9B58BD}"/>
                  </a:ext>
                </a:extLst>
              </p:cNvPr>
              <p:cNvSpPr/>
              <p:nvPr/>
            </p:nvSpPr>
            <p:spPr>
              <a:xfrm>
                <a:off x="362003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6" name="ph6317">
                <a:extLst>
                  <a:ext uri="{FF2B5EF4-FFF2-40B4-BE49-F238E27FC236}">
                    <a16:creationId xmlns:a16="http://schemas.microsoft.com/office/drawing/2014/main" id="{1765ED81-F273-5CE6-F6CF-3E1CD707EB45}"/>
                  </a:ext>
                </a:extLst>
              </p:cNvPr>
              <p:cNvSpPr/>
              <p:nvPr/>
            </p:nvSpPr>
            <p:spPr>
              <a:xfrm>
                <a:off x="362947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7" name="ph6318">
                <a:extLst>
                  <a:ext uri="{FF2B5EF4-FFF2-40B4-BE49-F238E27FC236}">
                    <a16:creationId xmlns:a16="http://schemas.microsoft.com/office/drawing/2014/main" id="{94095024-A664-C2B2-F08A-1CD78E9CF302}"/>
                  </a:ext>
                </a:extLst>
              </p:cNvPr>
              <p:cNvSpPr/>
              <p:nvPr/>
            </p:nvSpPr>
            <p:spPr>
              <a:xfrm>
                <a:off x="363891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8" name="ph6319">
                <a:extLst>
                  <a:ext uri="{FF2B5EF4-FFF2-40B4-BE49-F238E27FC236}">
                    <a16:creationId xmlns:a16="http://schemas.microsoft.com/office/drawing/2014/main" id="{385F8EC5-87B4-9F7E-D975-B1D6C8FFE8B9}"/>
                  </a:ext>
                </a:extLst>
              </p:cNvPr>
              <p:cNvSpPr/>
              <p:nvPr/>
            </p:nvSpPr>
            <p:spPr>
              <a:xfrm>
                <a:off x="36483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9" name="ph6320">
                <a:extLst>
                  <a:ext uri="{FF2B5EF4-FFF2-40B4-BE49-F238E27FC236}">
                    <a16:creationId xmlns:a16="http://schemas.microsoft.com/office/drawing/2014/main" id="{6EC34345-5A03-5E41-F9D1-B82F5AC8A7A8}"/>
                  </a:ext>
                </a:extLst>
              </p:cNvPr>
              <p:cNvSpPr/>
              <p:nvPr/>
            </p:nvSpPr>
            <p:spPr>
              <a:xfrm>
                <a:off x="365780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0" name="ph6321">
                <a:extLst>
                  <a:ext uri="{FF2B5EF4-FFF2-40B4-BE49-F238E27FC236}">
                    <a16:creationId xmlns:a16="http://schemas.microsoft.com/office/drawing/2014/main" id="{4B74FD64-F8A5-0377-72E8-83261E704820}"/>
                  </a:ext>
                </a:extLst>
              </p:cNvPr>
              <p:cNvSpPr/>
              <p:nvPr/>
            </p:nvSpPr>
            <p:spPr>
              <a:xfrm>
                <a:off x="366724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1" name="ph6322">
                <a:extLst>
                  <a:ext uri="{FF2B5EF4-FFF2-40B4-BE49-F238E27FC236}">
                    <a16:creationId xmlns:a16="http://schemas.microsoft.com/office/drawing/2014/main" id="{6D066471-5BDD-4C2D-22E6-90E6A4492546}"/>
                  </a:ext>
                </a:extLst>
              </p:cNvPr>
              <p:cNvSpPr/>
              <p:nvPr/>
            </p:nvSpPr>
            <p:spPr>
              <a:xfrm>
                <a:off x="367668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2" name="ph6323">
                <a:extLst>
                  <a:ext uri="{FF2B5EF4-FFF2-40B4-BE49-F238E27FC236}">
                    <a16:creationId xmlns:a16="http://schemas.microsoft.com/office/drawing/2014/main" id="{DD6FF643-1EE5-DBC5-7E3F-E4C065F9555A}"/>
                  </a:ext>
                </a:extLst>
              </p:cNvPr>
              <p:cNvSpPr/>
              <p:nvPr/>
            </p:nvSpPr>
            <p:spPr>
              <a:xfrm>
                <a:off x="36861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3" name="ph6324">
                <a:extLst>
                  <a:ext uri="{FF2B5EF4-FFF2-40B4-BE49-F238E27FC236}">
                    <a16:creationId xmlns:a16="http://schemas.microsoft.com/office/drawing/2014/main" id="{27656D50-7715-1D60-5D40-5F507C79C824}"/>
                  </a:ext>
                </a:extLst>
              </p:cNvPr>
              <p:cNvSpPr/>
              <p:nvPr/>
            </p:nvSpPr>
            <p:spPr>
              <a:xfrm>
                <a:off x="369556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4" name="ph6325">
                <a:extLst>
                  <a:ext uri="{FF2B5EF4-FFF2-40B4-BE49-F238E27FC236}">
                    <a16:creationId xmlns:a16="http://schemas.microsoft.com/office/drawing/2014/main" id="{57A01B1B-4EEB-A690-7AA9-0A8438DC79F2}"/>
                  </a:ext>
                </a:extLst>
              </p:cNvPr>
              <p:cNvSpPr/>
              <p:nvPr/>
            </p:nvSpPr>
            <p:spPr>
              <a:xfrm>
                <a:off x="370500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5" name="ph6326">
                <a:extLst>
                  <a:ext uri="{FF2B5EF4-FFF2-40B4-BE49-F238E27FC236}">
                    <a16:creationId xmlns:a16="http://schemas.microsoft.com/office/drawing/2014/main" id="{F29AC571-C288-82F9-215B-2BB29366D01A}"/>
                  </a:ext>
                </a:extLst>
              </p:cNvPr>
              <p:cNvSpPr/>
              <p:nvPr/>
            </p:nvSpPr>
            <p:spPr>
              <a:xfrm>
                <a:off x="371444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6" name="ph6327">
                <a:extLst>
                  <a:ext uri="{FF2B5EF4-FFF2-40B4-BE49-F238E27FC236}">
                    <a16:creationId xmlns:a16="http://schemas.microsoft.com/office/drawing/2014/main" id="{74B679B8-B7A5-4860-0C79-A635B180D962}"/>
                  </a:ext>
                </a:extLst>
              </p:cNvPr>
              <p:cNvSpPr/>
              <p:nvPr/>
            </p:nvSpPr>
            <p:spPr>
              <a:xfrm>
                <a:off x="372388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7" name="ph6328">
                <a:extLst>
                  <a:ext uri="{FF2B5EF4-FFF2-40B4-BE49-F238E27FC236}">
                    <a16:creationId xmlns:a16="http://schemas.microsoft.com/office/drawing/2014/main" id="{01CCB685-96E5-F59C-4F75-77F4B2CC88F9}"/>
                  </a:ext>
                </a:extLst>
              </p:cNvPr>
              <p:cNvSpPr/>
              <p:nvPr/>
            </p:nvSpPr>
            <p:spPr>
              <a:xfrm>
                <a:off x="373332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8" name="ph6329">
                <a:extLst>
                  <a:ext uri="{FF2B5EF4-FFF2-40B4-BE49-F238E27FC236}">
                    <a16:creationId xmlns:a16="http://schemas.microsoft.com/office/drawing/2014/main" id="{7A73C07D-BC1B-EDA0-9A54-E55C8606DC14}"/>
                  </a:ext>
                </a:extLst>
              </p:cNvPr>
              <p:cNvSpPr/>
              <p:nvPr/>
            </p:nvSpPr>
            <p:spPr>
              <a:xfrm>
                <a:off x="374276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9" name="ph6330">
                <a:extLst>
                  <a:ext uri="{FF2B5EF4-FFF2-40B4-BE49-F238E27FC236}">
                    <a16:creationId xmlns:a16="http://schemas.microsoft.com/office/drawing/2014/main" id="{2CCE3BB6-C7CE-8941-2456-3252A5734BCD}"/>
                  </a:ext>
                </a:extLst>
              </p:cNvPr>
              <p:cNvSpPr/>
              <p:nvPr/>
            </p:nvSpPr>
            <p:spPr>
              <a:xfrm>
                <a:off x="375220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0" name="ph6331">
                <a:extLst>
                  <a:ext uri="{FF2B5EF4-FFF2-40B4-BE49-F238E27FC236}">
                    <a16:creationId xmlns:a16="http://schemas.microsoft.com/office/drawing/2014/main" id="{E047133E-F6E7-2B15-3A1B-419E1BFCAA8C}"/>
                  </a:ext>
                </a:extLst>
              </p:cNvPr>
              <p:cNvSpPr/>
              <p:nvPr/>
            </p:nvSpPr>
            <p:spPr>
              <a:xfrm>
                <a:off x="376164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1" name="ph6332">
                <a:extLst>
                  <a:ext uri="{FF2B5EF4-FFF2-40B4-BE49-F238E27FC236}">
                    <a16:creationId xmlns:a16="http://schemas.microsoft.com/office/drawing/2014/main" id="{9D6A5148-E211-C10D-8581-A27F67151D0D}"/>
                  </a:ext>
                </a:extLst>
              </p:cNvPr>
              <p:cNvSpPr/>
              <p:nvPr/>
            </p:nvSpPr>
            <p:spPr>
              <a:xfrm>
                <a:off x="377108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2" name="ph6333">
                <a:extLst>
                  <a:ext uri="{FF2B5EF4-FFF2-40B4-BE49-F238E27FC236}">
                    <a16:creationId xmlns:a16="http://schemas.microsoft.com/office/drawing/2014/main" id="{58C034A3-E947-DC39-C146-7F44BB184B39}"/>
                  </a:ext>
                </a:extLst>
              </p:cNvPr>
              <p:cNvSpPr/>
              <p:nvPr/>
            </p:nvSpPr>
            <p:spPr>
              <a:xfrm>
                <a:off x="3780523" y="1377151"/>
                <a:ext cx="923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9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91" y="896830"/>
                    </a:lnTo>
                    <a:lnTo>
                      <a:pt x="922726" y="899247"/>
                    </a:lnTo>
                    <a:lnTo>
                      <a:pt x="919751" y="908785"/>
                    </a:lnTo>
                    <a:lnTo>
                      <a:pt x="917782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3" name="ph6334">
                <a:extLst>
                  <a:ext uri="{FF2B5EF4-FFF2-40B4-BE49-F238E27FC236}">
                    <a16:creationId xmlns:a16="http://schemas.microsoft.com/office/drawing/2014/main" id="{F8FB0E10-3C47-DF23-DDD6-DAA74FA18F33}"/>
                  </a:ext>
                </a:extLst>
              </p:cNvPr>
              <p:cNvSpPr/>
              <p:nvPr/>
            </p:nvSpPr>
            <p:spPr>
              <a:xfrm>
                <a:off x="2090720" y="1342012"/>
                <a:ext cx="914400" cy="9307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52">
                    <a:moveTo>
                      <a:pt x="914400" y="914399"/>
                    </a:moveTo>
                    <a:lnTo>
                      <a:pt x="914400" y="930752"/>
                    </a:lnTo>
                    <a:lnTo>
                      <a:pt x="912479" y="925248"/>
                    </a:lnTo>
                    <a:lnTo>
                      <a:pt x="910843" y="923002"/>
                    </a:lnTo>
                    <a:lnTo>
                      <a:pt x="906262" y="915992"/>
                    </a:lnTo>
                    <a:lnTo>
                      <a:pt x="905325" y="91439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4" name="ph6335">
                <a:extLst>
                  <a:ext uri="{FF2B5EF4-FFF2-40B4-BE49-F238E27FC236}">
                    <a16:creationId xmlns:a16="http://schemas.microsoft.com/office/drawing/2014/main" id="{5AFD2FF2-A84F-DA21-9129-986E1182B948}"/>
                  </a:ext>
                </a:extLst>
              </p:cNvPr>
              <p:cNvSpPr/>
              <p:nvPr/>
            </p:nvSpPr>
            <p:spPr>
              <a:xfrm>
                <a:off x="209072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869" y="931969"/>
                    </a:lnTo>
                    <a:lnTo>
                      <a:pt x="914449" y="930895"/>
                    </a:lnTo>
                    <a:lnTo>
                      <a:pt x="914400" y="930752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5" name="ph6336">
                <a:extLst>
                  <a:ext uri="{FF2B5EF4-FFF2-40B4-BE49-F238E27FC236}">
                    <a16:creationId xmlns:a16="http://schemas.microsoft.com/office/drawing/2014/main" id="{D97D12E7-EBFD-8DCF-E99F-E50E6C7AA5EC}"/>
                  </a:ext>
                </a:extLst>
              </p:cNvPr>
              <p:cNvSpPr/>
              <p:nvPr/>
            </p:nvSpPr>
            <p:spPr>
              <a:xfrm>
                <a:off x="21001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6" name="ph6337">
                <a:extLst>
                  <a:ext uri="{FF2B5EF4-FFF2-40B4-BE49-F238E27FC236}">
                    <a16:creationId xmlns:a16="http://schemas.microsoft.com/office/drawing/2014/main" id="{91DF3177-6D3F-988D-A81F-D395F313D60E}"/>
                  </a:ext>
                </a:extLst>
              </p:cNvPr>
              <p:cNvSpPr/>
              <p:nvPr/>
            </p:nvSpPr>
            <p:spPr>
              <a:xfrm>
                <a:off x="210960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7" name="ph6338">
                <a:extLst>
                  <a:ext uri="{FF2B5EF4-FFF2-40B4-BE49-F238E27FC236}">
                    <a16:creationId xmlns:a16="http://schemas.microsoft.com/office/drawing/2014/main" id="{1C5980F4-0AA2-BB72-472C-A2C4F6CEDFB8}"/>
                  </a:ext>
                </a:extLst>
              </p:cNvPr>
              <p:cNvSpPr/>
              <p:nvPr/>
            </p:nvSpPr>
            <p:spPr>
              <a:xfrm>
                <a:off x="211904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8" name="ph6339">
                <a:extLst>
                  <a:ext uri="{FF2B5EF4-FFF2-40B4-BE49-F238E27FC236}">
                    <a16:creationId xmlns:a16="http://schemas.microsoft.com/office/drawing/2014/main" id="{383D02B8-BBC6-7813-7CE2-EA7E2F062156}"/>
                  </a:ext>
                </a:extLst>
              </p:cNvPr>
              <p:cNvSpPr/>
              <p:nvPr/>
            </p:nvSpPr>
            <p:spPr>
              <a:xfrm>
                <a:off x="212848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9" name="ph6340">
                <a:extLst>
                  <a:ext uri="{FF2B5EF4-FFF2-40B4-BE49-F238E27FC236}">
                    <a16:creationId xmlns:a16="http://schemas.microsoft.com/office/drawing/2014/main" id="{8C970E97-F6A7-7793-C0CD-112D11240F72}"/>
                  </a:ext>
                </a:extLst>
              </p:cNvPr>
              <p:cNvSpPr/>
              <p:nvPr/>
            </p:nvSpPr>
            <p:spPr>
              <a:xfrm>
                <a:off x="21379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0" name="ph6341">
                <a:extLst>
                  <a:ext uri="{FF2B5EF4-FFF2-40B4-BE49-F238E27FC236}">
                    <a16:creationId xmlns:a16="http://schemas.microsoft.com/office/drawing/2014/main" id="{63932276-33CC-FD60-E83C-0FE6DAA07DF8}"/>
                  </a:ext>
                </a:extLst>
              </p:cNvPr>
              <p:cNvSpPr/>
              <p:nvPr/>
            </p:nvSpPr>
            <p:spPr>
              <a:xfrm>
                <a:off x="214736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1" name="ph6342">
                <a:extLst>
                  <a:ext uri="{FF2B5EF4-FFF2-40B4-BE49-F238E27FC236}">
                    <a16:creationId xmlns:a16="http://schemas.microsoft.com/office/drawing/2014/main" id="{5294827A-2730-84D0-CDFB-BB920E02A910}"/>
                  </a:ext>
                </a:extLst>
              </p:cNvPr>
              <p:cNvSpPr/>
              <p:nvPr/>
            </p:nvSpPr>
            <p:spPr>
              <a:xfrm>
                <a:off x="215680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2" name="ph6343">
                <a:extLst>
                  <a:ext uri="{FF2B5EF4-FFF2-40B4-BE49-F238E27FC236}">
                    <a16:creationId xmlns:a16="http://schemas.microsoft.com/office/drawing/2014/main" id="{F78C392C-A546-A4AE-C424-81F18EB55A3E}"/>
                  </a:ext>
                </a:extLst>
              </p:cNvPr>
              <p:cNvSpPr/>
              <p:nvPr/>
            </p:nvSpPr>
            <p:spPr>
              <a:xfrm>
                <a:off x="216624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3" name="ph6344">
                <a:extLst>
                  <a:ext uri="{FF2B5EF4-FFF2-40B4-BE49-F238E27FC236}">
                    <a16:creationId xmlns:a16="http://schemas.microsoft.com/office/drawing/2014/main" id="{3BB5EA01-A9B6-B658-0EF1-9CF19EA0A0BB}"/>
                  </a:ext>
                </a:extLst>
              </p:cNvPr>
              <p:cNvSpPr/>
              <p:nvPr/>
            </p:nvSpPr>
            <p:spPr>
              <a:xfrm>
                <a:off x="217568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4" name="ph6345">
                <a:extLst>
                  <a:ext uri="{FF2B5EF4-FFF2-40B4-BE49-F238E27FC236}">
                    <a16:creationId xmlns:a16="http://schemas.microsoft.com/office/drawing/2014/main" id="{D5BA9217-823A-DD8A-F026-C3A9E65875F4}"/>
                  </a:ext>
                </a:extLst>
              </p:cNvPr>
              <p:cNvSpPr/>
              <p:nvPr/>
            </p:nvSpPr>
            <p:spPr>
              <a:xfrm>
                <a:off x="218512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5" name="ph6346">
                <a:extLst>
                  <a:ext uri="{FF2B5EF4-FFF2-40B4-BE49-F238E27FC236}">
                    <a16:creationId xmlns:a16="http://schemas.microsoft.com/office/drawing/2014/main" id="{B8BEC192-F551-A88C-EDEE-CBDD584D7C76}"/>
                  </a:ext>
                </a:extLst>
              </p:cNvPr>
              <p:cNvSpPr/>
              <p:nvPr/>
            </p:nvSpPr>
            <p:spPr>
              <a:xfrm>
                <a:off x="219456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6" name="ph6347">
                <a:extLst>
                  <a:ext uri="{FF2B5EF4-FFF2-40B4-BE49-F238E27FC236}">
                    <a16:creationId xmlns:a16="http://schemas.microsoft.com/office/drawing/2014/main" id="{731A5E1D-8F87-7857-EC48-2050C29A45AA}"/>
                  </a:ext>
                </a:extLst>
              </p:cNvPr>
              <p:cNvSpPr/>
              <p:nvPr/>
            </p:nvSpPr>
            <p:spPr>
              <a:xfrm>
                <a:off x="220400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6">
                  <a:alpha val="100000"/>
                </a:srgbClr>
              </a:solidFill>
              <a:ln w="5420" cap="flat">
                <a:solidFill>
                  <a:srgbClr val="FFD7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7" name="ph6348">
                <a:extLst>
                  <a:ext uri="{FF2B5EF4-FFF2-40B4-BE49-F238E27FC236}">
                    <a16:creationId xmlns:a16="http://schemas.microsoft.com/office/drawing/2014/main" id="{A54AA973-ACD1-8437-87F6-2C7CF747698E}"/>
                  </a:ext>
                </a:extLst>
              </p:cNvPr>
              <p:cNvSpPr/>
              <p:nvPr/>
            </p:nvSpPr>
            <p:spPr>
              <a:xfrm>
                <a:off x="221344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8" name="ph6349">
                <a:extLst>
                  <a:ext uri="{FF2B5EF4-FFF2-40B4-BE49-F238E27FC236}">
                    <a16:creationId xmlns:a16="http://schemas.microsoft.com/office/drawing/2014/main" id="{30303A9A-81BE-9431-6BC1-194D547FB0CB}"/>
                  </a:ext>
                </a:extLst>
              </p:cNvPr>
              <p:cNvSpPr/>
              <p:nvPr/>
            </p:nvSpPr>
            <p:spPr>
              <a:xfrm>
                <a:off x="222288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9" name="ph6350">
                <a:extLst>
                  <a:ext uri="{FF2B5EF4-FFF2-40B4-BE49-F238E27FC236}">
                    <a16:creationId xmlns:a16="http://schemas.microsoft.com/office/drawing/2014/main" id="{B2C12675-1C95-C660-D2D6-8F6E2D690A25}"/>
                  </a:ext>
                </a:extLst>
              </p:cNvPr>
              <p:cNvSpPr/>
              <p:nvPr/>
            </p:nvSpPr>
            <p:spPr>
              <a:xfrm>
                <a:off x="223232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0" name="ph6351">
                <a:extLst>
                  <a:ext uri="{FF2B5EF4-FFF2-40B4-BE49-F238E27FC236}">
                    <a16:creationId xmlns:a16="http://schemas.microsoft.com/office/drawing/2014/main" id="{D8CE3F41-505F-403C-031E-46F37481423D}"/>
                  </a:ext>
                </a:extLst>
              </p:cNvPr>
              <p:cNvSpPr/>
              <p:nvPr/>
            </p:nvSpPr>
            <p:spPr>
              <a:xfrm>
                <a:off x="224176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1" name="ph6352">
                <a:extLst>
                  <a:ext uri="{FF2B5EF4-FFF2-40B4-BE49-F238E27FC236}">
                    <a16:creationId xmlns:a16="http://schemas.microsoft.com/office/drawing/2014/main" id="{8BFFC260-3D73-1078-3899-BDECFB8C9E70}"/>
                  </a:ext>
                </a:extLst>
              </p:cNvPr>
              <p:cNvSpPr/>
              <p:nvPr/>
            </p:nvSpPr>
            <p:spPr>
              <a:xfrm>
                <a:off x="225120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2" name="ph6353">
                <a:extLst>
                  <a:ext uri="{FF2B5EF4-FFF2-40B4-BE49-F238E27FC236}">
                    <a16:creationId xmlns:a16="http://schemas.microsoft.com/office/drawing/2014/main" id="{CA8111CD-D408-EF78-6439-9244D5E3961B}"/>
                  </a:ext>
                </a:extLst>
              </p:cNvPr>
              <p:cNvSpPr/>
              <p:nvPr/>
            </p:nvSpPr>
            <p:spPr>
              <a:xfrm>
                <a:off x="226064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3" name="ph6354">
                <a:extLst>
                  <a:ext uri="{FF2B5EF4-FFF2-40B4-BE49-F238E27FC236}">
                    <a16:creationId xmlns:a16="http://schemas.microsoft.com/office/drawing/2014/main" id="{34758CA5-6640-F76A-67CC-27D9CA595C84}"/>
                  </a:ext>
                </a:extLst>
              </p:cNvPr>
              <p:cNvSpPr/>
              <p:nvPr/>
            </p:nvSpPr>
            <p:spPr>
              <a:xfrm>
                <a:off x="227008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0">
                  <a:alpha val="100000"/>
                </a:srgbClr>
              </a:solidFill>
              <a:ln w="5420" cap="flat">
                <a:solidFill>
                  <a:srgbClr val="FFD0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4" name="ph6355">
                <a:extLst>
                  <a:ext uri="{FF2B5EF4-FFF2-40B4-BE49-F238E27FC236}">
                    <a16:creationId xmlns:a16="http://schemas.microsoft.com/office/drawing/2014/main" id="{250D500C-F247-EE8B-B4C7-7CC9DFDE791F}"/>
                  </a:ext>
                </a:extLst>
              </p:cNvPr>
              <p:cNvSpPr/>
              <p:nvPr/>
            </p:nvSpPr>
            <p:spPr>
              <a:xfrm>
                <a:off x="227952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081">
                  <a:alpha val="100000"/>
                </a:srgbClr>
              </a:solidFill>
              <a:ln w="5420" cap="flat">
                <a:solidFill>
                  <a:srgbClr val="FFD0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5" name="ph6356">
                <a:extLst>
                  <a:ext uri="{FF2B5EF4-FFF2-40B4-BE49-F238E27FC236}">
                    <a16:creationId xmlns:a16="http://schemas.microsoft.com/office/drawing/2014/main" id="{3279E812-E0CC-90AA-CC0F-C824711C6FE2}"/>
                  </a:ext>
                </a:extLst>
              </p:cNvPr>
              <p:cNvSpPr/>
              <p:nvPr/>
            </p:nvSpPr>
            <p:spPr>
              <a:xfrm>
                <a:off x="228896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181">
                  <a:alpha val="100000"/>
                </a:srgbClr>
              </a:solidFill>
              <a:ln w="5420" cap="flat">
                <a:solidFill>
                  <a:srgbClr val="FFD1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6" name="ph6357">
                <a:extLst>
                  <a:ext uri="{FF2B5EF4-FFF2-40B4-BE49-F238E27FC236}">
                    <a16:creationId xmlns:a16="http://schemas.microsoft.com/office/drawing/2014/main" id="{2115563E-6817-C723-C689-919520FD0463}"/>
                  </a:ext>
                </a:extLst>
              </p:cNvPr>
              <p:cNvSpPr/>
              <p:nvPr/>
            </p:nvSpPr>
            <p:spPr>
              <a:xfrm>
                <a:off x="229840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282">
                  <a:alpha val="100000"/>
                </a:srgbClr>
              </a:solidFill>
              <a:ln w="5420" cap="flat">
                <a:solidFill>
                  <a:srgbClr val="FFD2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7" name="ph6358">
                <a:extLst>
                  <a:ext uri="{FF2B5EF4-FFF2-40B4-BE49-F238E27FC236}">
                    <a16:creationId xmlns:a16="http://schemas.microsoft.com/office/drawing/2014/main" id="{5D8453CF-1031-6DAE-FDE2-4536539B9C99}"/>
                  </a:ext>
                </a:extLst>
              </p:cNvPr>
              <p:cNvSpPr/>
              <p:nvPr/>
            </p:nvSpPr>
            <p:spPr>
              <a:xfrm>
                <a:off x="230784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483">
                  <a:alpha val="100000"/>
                </a:srgbClr>
              </a:solidFill>
              <a:ln w="5420" cap="flat">
                <a:solidFill>
                  <a:srgbClr val="FFD4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8" name="ph6359">
                <a:extLst>
                  <a:ext uri="{FF2B5EF4-FFF2-40B4-BE49-F238E27FC236}">
                    <a16:creationId xmlns:a16="http://schemas.microsoft.com/office/drawing/2014/main" id="{6851239C-DACF-CD2C-5072-CBD6F3F05897}"/>
                  </a:ext>
                </a:extLst>
              </p:cNvPr>
              <p:cNvSpPr/>
              <p:nvPr/>
            </p:nvSpPr>
            <p:spPr>
              <a:xfrm>
                <a:off x="231728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9" name="ph6360">
                <a:extLst>
                  <a:ext uri="{FF2B5EF4-FFF2-40B4-BE49-F238E27FC236}">
                    <a16:creationId xmlns:a16="http://schemas.microsoft.com/office/drawing/2014/main" id="{F09668F6-E0D1-D145-D3F7-C64276810A62}"/>
                  </a:ext>
                </a:extLst>
              </p:cNvPr>
              <p:cNvSpPr/>
              <p:nvPr/>
            </p:nvSpPr>
            <p:spPr>
              <a:xfrm>
                <a:off x="232672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986">
                  <a:alpha val="100000"/>
                </a:srgbClr>
              </a:solidFill>
              <a:ln w="5420" cap="flat">
                <a:solidFill>
                  <a:srgbClr val="FF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0" name="ph6361">
                <a:extLst>
                  <a:ext uri="{FF2B5EF4-FFF2-40B4-BE49-F238E27FC236}">
                    <a16:creationId xmlns:a16="http://schemas.microsoft.com/office/drawing/2014/main" id="{2D1327C5-9DB4-A648-3D86-E5D0EB9CA9CC}"/>
                  </a:ext>
                </a:extLst>
              </p:cNvPr>
              <p:cNvSpPr/>
              <p:nvPr/>
            </p:nvSpPr>
            <p:spPr>
              <a:xfrm>
                <a:off x="233616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1" name="ph6362">
                <a:extLst>
                  <a:ext uri="{FF2B5EF4-FFF2-40B4-BE49-F238E27FC236}">
                    <a16:creationId xmlns:a16="http://schemas.microsoft.com/office/drawing/2014/main" id="{F3D16BF0-986F-C7C1-0678-6E7418E37AB6}"/>
                  </a:ext>
                </a:extLst>
              </p:cNvPr>
              <p:cNvSpPr/>
              <p:nvPr/>
            </p:nvSpPr>
            <p:spPr>
              <a:xfrm>
                <a:off x="234560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2" name="ph6363">
                <a:extLst>
                  <a:ext uri="{FF2B5EF4-FFF2-40B4-BE49-F238E27FC236}">
                    <a16:creationId xmlns:a16="http://schemas.microsoft.com/office/drawing/2014/main" id="{014ABAF0-441C-DA3C-6156-75ACD74C09C9}"/>
                  </a:ext>
                </a:extLst>
              </p:cNvPr>
              <p:cNvSpPr/>
              <p:nvPr/>
            </p:nvSpPr>
            <p:spPr>
              <a:xfrm>
                <a:off x="235504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3" name="ph6364">
                <a:extLst>
                  <a:ext uri="{FF2B5EF4-FFF2-40B4-BE49-F238E27FC236}">
                    <a16:creationId xmlns:a16="http://schemas.microsoft.com/office/drawing/2014/main" id="{C9C36292-AA2A-12C7-F0E5-1BDE9D623E91}"/>
                  </a:ext>
                </a:extLst>
              </p:cNvPr>
              <p:cNvSpPr/>
              <p:nvPr/>
            </p:nvSpPr>
            <p:spPr>
              <a:xfrm>
                <a:off x="236448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4" name="ph6365">
                <a:extLst>
                  <a:ext uri="{FF2B5EF4-FFF2-40B4-BE49-F238E27FC236}">
                    <a16:creationId xmlns:a16="http://schemas.microsoft.com/office/drawing/2014/main" id="{27E4E7C1-7EE6-4F87-FB9D-5CE7E22B4F15}"/>
                  </a:ext>
                </a:extLst>
              </p:cNvPr>
              <p:cNvSpPr/>
              <p:nvPr/>
            </p:nvSpPr>
            <p:spPr>
              <a:xfrm>
                <a:off x="237392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5" name="ph6366">
                <a:extLst>
                  <a:ext uri="{FF2B5EF4-FFF2-40B4-BE49-F238E27FC236}">
                    <a16:creationId xmlns:a16="http://schemas.microsoft.com/office/drawing/2014/main" id="{13287951-9E89-6942-D773-D8BF1307C3BC}"/>
                  </a:ext>
                </a:extLst>
              </p:cNvPr>
              <p:cNvSpPr/>
              <p:nvPr/>
            </p:nvSpPr>
            <p:spPr>
              <a:xfrm>
                <a:off x="238336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6" name="ph6367">
                <a:extLst>
                  <a:ext uri="{FF2B5EF4-FFF2-40B4-BE49-F238E27FC236}">
                    <a16:creationId xmlns:a16="http://schemas.microsoft.com/office/drawing/2014/main" id="{76ADF1F7-EFF8-FDA9-D974-A6F5D2731644}"/>
                  </a:ext>
                </a:extLst>
              </p:cNvPr>
              <p:cNvSpPr/>
              <p:nvPr/>
            </p:nvSpPr>
            <p:spPr>
              <a:xfrm>
                <a:off x="239280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7" name="ph6368">
                <a:extLst>
                  <a:ext uri="{FF2B5EF4-FFF2-40B4-BE49-F238E27FC236}">
                    <a16:creationId xmlns:a16="http://schemas.microsoft.com/office/drawing/2014/main" id="{97A6B42D-AC4E-7B77-7CE5-9B65A43FC3D5}"/>
                  </a:ext>
                </a:extLst>
              </p:cNvPr>
              <p:cNvSpPr/>
              <p:nvPr/>
            </p:nvSpPr>
            <p:spPr>
              <a:xfrm>
                <a:off x="240224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8" name="ph6369">
                <a:extLst>
                  <a:ext uri="{FF2B5EF4-FFF2-40B4-BE49-F238E27FC236}">
                    <a16:creationId xmlns:a16="http://schemas.microsoft.com/office/drawing/2014/main" id="{9A5A6480-B276-9255-4997-F4787E8E56C1}"/>
                  </a:ext>
                </a:extLst>
              </p:cNvPr>
              <p:cNvSpPr/>
              <p:nvPr/>
            </p:nvSpPr>
            <p:spPr>
              <a:xfrm>
                <a:off x="241168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9" name="ph6370">
                <a:extLst>
                  <a:ext uri="{FF2B5EF4-FFF2-40B4-BE49-F238E27FC236}">
                    <a16:creationId xmlns:a16="http://schemas.microsoft.com/office/drawing/2014/main" id="{D7CC2769-51D6-500D-E36C-4BDC8202D007}"/>
                  </a:ext>
                </a:extLst>
              </p:cNvPr>
              <p:cNvSpPr/>
              <p:nvPr/>
            </p:nvSpPr>
            <p:spPr>
              <a:xfrm>
                <a:off x="242112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0" name="ph6371">
                <a:extLst>
                  <a:ext uri="{FF2B5EF4-FFF2-40B4-BE49-F238E27FC236}">
                    <a16:creationId xmlns:a16="http://schemas.microsoft.com/office/drawing/2014/main" id="{9E91CC6A-7F16-FE94-AD23-722DC7189D20}"/>
                  </a:ext>
                </a:extLst>
              </p:cNvPr>
              <p:cNvSpPr/>
              <p:nvPr/>
            </p:nvSpPr>
            <p:spPr>
              <a:xfrm>
                <a:off x="2430569" y="1359581"/>
                <a:ext cx="921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117" y="896830"/>
                    </a:lnTo>
                    <a:lnTo>
                      <a:pt x="921127" y="897125"/>
                    </a:lnTo>
                    <a:lnTo>
                      <a:pt x="921138" y="897447"/>
                    </a:lnTo>
                    <a:lnTo>
                      <a:pt x="921149" y="897768"/>
                    </a:lnTo>
                    <a:lnTo>
                      <a:pt x="921160" y="898089"/>
                    </a:lnTo>
                    <a:lnTo>
                      <a:pt x="921171" y="898411"/>
                    </a:lnTo>
                    <a:lnTo>
                      <a:pt x="921182" y="898732"/>
                    </a:lnTo>
                    <a:lnTo>
                      <a:pt x="921193" y="899053"/>
                    </a:lnTo>
                    <a:lnTo>
                      <a:pt x="921204" y="899375"/>
                    </a:lnTo>
                    <a:lnTo>
                      <a:pt x="921215" y="899696"/>
                    </a:lnTo>
                    <a:lnTo>
                      <a:pt x="921226" y="900017"/>
                    </a:lnTo>
                    <a:lnTo>
                      <a:pt x="921237" y="900339"/>
                    </a:lnTo>
                    <a:lnTo>
                      <a:pt x="921248" y="900660"/>
                    </a:lnTo>
                    <a:lnTo>
                      <a:pt x="921259" y="900981"/>
                    </a:lnTo>
                    <a:lnTo>
                      <a:pt x="921270" y="901303"/>
                    </a:lnTo>
                    <a:lnTo>
                      <a:pt x="921281" y="901624"/>
                    </a:lnTo>
                    <a:lnTo>
                      <a:pt x="921292" y="901945"/>
                    </a:lnTo>
                    <a:lnTo>
                      <a:pt x="921303" y="902267"/>
                    </a:lnTo>
                    <a:lnTo>
                      <a:pt x="921314" y="902588"/>
                    </a:lnTo>
                    <a:lnTo>
                      <a:pt x="921325" y="902909"/>
                    </a:lnTo>
                    <a:lnTo>
                      <a:pt x="921336" y="903231"/>
                    </a:lnTo>
                    <a:lnTo>
                      <a:pt x="921346" y="903552"/>
                    </a:lnTo>
                    <a:lnTo>
                      <a:pt x="921357" y="903873"/>
                    </a:lnTo>
                    <a:lnTo>
                      <a:pt x="921368" y="904195"/>
                    </a:lnTo>
                    <a:lnTo>
                      <a:pt x="921379" y="904516"/>
                    </a:lnTo>
                    <a:lnTo>
                      <a:pt x="921578" y="914400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1" name="ph6372">
                <a:extLst>
                  <a:ext uri="{FF2B5EF4-FFF2-40B4-BE49-F238E27FC236}">
                    <a16:creationId xmlns:a16="http://schemas.microsoft.com/office/drawing/2014/main" id="{CAF0C6FC-7FED-8A80-A76D-21F61D8D3693}"/>
                  </a:ext>
                </a:extLst>
              </p:cNvPr>
              <p:cNvSpPr/>
              <p:nvPr/>
            </p:nvSpPr>
            <p:spPr>
              <a:xfrm>
                <a:off x="3157467" y="135958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877" y="914400"/>
                    </a:lnTo>
                    <a:lnTo>
                      <a:pt x="913020" y="908318"/>
                    </a:lnTo>
                    <a:lnTo>
                      <a:pt x="914400" y="905913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2" name="ph6373">
                <a:extLst>
                  <a:ext uri="{FF2B5EF4-FFF2-40B4-BE49-F238E27FC236}">
                    <a16:creationId xmlns:a16="http://schemas.microsoft.com/office/drawing/2014/main" id="{D8D2CE85-7C93-8195-5757-0A663705770E}"/>
                  </a:ext>
                </a:extLst>
              </p:cNvPr>
              <p:cNvSpPr/>
              <p:nvPr/>
            </p:nvSpPr>
            <p:spPr>
              <a:xfrm>
                <a:off x="3166907" y="134201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483"/>
                    </a:lnTo>
                    <a:lnTo>
                      <a:pt x="907869" y="918409"/>
                    </a:lnTo>
                    <a:lnTo>
                      <a:pt x="910421" y="914399"/>
                    </a:lnTo>
                    <a:close/>
                  </a:path>
                </a:pathLst>
              </a:custGeom>
              <a:solidFill>
                <a:srgbClr val="DE442F">
                  <a:alpha val="100000"/>
                </a:srgbClr>
              </a:solidFill>
              <a:ln w="5420" cap="flat">
                <a:solidFill>
                  <a:srgbClr val="DE44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3" name="ph6374">
                <a:extLst>
                  <a:ext uri="{FF2B5EF4-FFF2-40B4-BE49-F238E27FC236}">
                    <a16:creationId xmlns:a16="http://schemas.microsoft.com/office/drawing/2014/main" id="{64B71D98-2233-FAB4-30E4-91A0DD3EEA0D}"/>
                  </a:ext>
                </a:extLst>
              </p:cNvPr>
              <p:cNvSpPr/>
              <p:nvPr/>
            </p:nvSpPr>
            <p:spPr>
              <a:xfrm>
                <a:off x="316690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4" name="ph6375">
                <a:extLst>
                  <a:ext uri="{FF2B5EF4-FFF2-40B4-BE49-F238E27FC236}">
                    <a16:creationId xmlns:a16="http://schemas.microsoft.com/office/drawing/2014/main" id="{93ABC3A2-9D10-6251-806E-ED954E7D5D02}"/>
                  </a:ext>
                </a:extLst>
              </p:cNvPr>
              <p:cNvSpPr/>
              <p:nvPr/>
            </p:nvSpPr>
            <p:spPr>
              <a:xfrm>
                <a:off x="317634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5" name="ph6376">
                <a:extLst>
                  <a:ext uri="{FF2B5EF4-FFF2-40B4-BE49-F238E27FC236}">
                    <a16:creationId xmlns:a16="http://schemas.microsoft.com/office/drawing/2014/main" id="{DB552A5C-AE44-DFFC-1149-AE3FD33D4A54}"/>
                  </a:ext>
                </a:extLst>
              </p:cNvPr>
              <p:cNvSpPr/>
              <p:nvPr/>
            </p:nvSpPr>
            <p:spPr>
              <a:xfrm>
                <a:off x="318578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6" name="ph6377">
                <a:extLst>
                  <a:ext uri="{FF2B5EF4-FFF2-40B4-BE49-F238E27FC236}">
                    <a16:creationId xmlns:a16="http://schemas.microsoft.com/office/drawing/2014/main" id="{399A404E-1653-2292-20D1-74E81D08E7BD}"/>
                  </a:ext>
                </a:extLst>
              </p:cNvPr>
              <p:cNvSpPr/>
              <p:nvPr/>
            </p:nvSpPr>
            <p:spPr>
              <a:xfrm>
                <a:off x="319522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7" name="ph6378">
                <a:extLst>
                  <a:ext uri="{FF2B5EF4-FFF2-40B4-BE49-F238E27FC236}">
                    <a16:creationId xmlns:a16="http://schemas.microsoft.com/office/drawing/2014/main" id="{4F123CBD-917F-2629-03A1-1945748D16E0}"/>
                  </a:ext>
                </a:extLst>
              </p:cNvPr>
              <p:cNvSpPr/>
              <p:nvPr/>
            </p:nvSpPr>
            <p:spPr>
              <a:xfrm>
                <a:off x="320466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8" name="ph6379">
                <a:extLst>
                  <a:ext uri="{FF2B5EF4-FFF2-40B4-BE49-F238E27FC236}">
                    <a16:creationId xmlns:a16="http://schemas.microsoft.com/office/drawing/2014/main" id="{3492D0AB-63C6-7C9C-9CA6-8044C5D3DDAE}"/>
                  </a:ext>
                </a:extLst>
              </p:cNvPr>
              <p:cNvSpPr/>
              <p:nvPr/>
            </p:nvSpPr>
            <p:spPr>
              <a:xfrm>
                <a:off x="321410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9" name="ph6380">
                <a:extLst>
                  <a:ext uri="{FF2B5EF4-FFF2-40B4-BE49-F238E27FC236}">
                    <a16:creationId xmlns:a16="http://schemas.microsoft.com/office/drawing/2014/main" id="{D0531700-88C5-763D-3FC8-23C73C7703CC}"/>
                  </a:ext>
                </a:extLst>
              </p:cNvPr>
              <p:cNvSpPr/>
              <p:nvPr/>
            </p:nvSpPr>
            <p:spPr>
              <a:xfrm>
                <a:off x="322354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0" name="ph6381">
                <a:extLst>
                  <a:ext uri="{FF2B5EF4-FFF2-40B4-BE49-F238E27FC236}">
                    <a16:creationId xmlns:a16="http://schemas.microsoft.com/office/drawing/2014/main" id="{912B2A6F-864B-A779-A694-95A9CB1930EA}"/>
                  </a:ext>
                </a:extLst>
              </p:cNvPr>
              <p:cNvSpPr/>
              <p:nvPr/>
            </p:nvSpPr>
            <p:spPr>
              <a:xfrm>
                <a:off x="323298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1" name="ph6382">
                <a:extLst>
                  <a:ext uri="{FF2B5EF4-FFF2-40B4-BE49-F238E27FC236}">
                    <a16:creationId xmlns:a16="http://schemas.microsoft.com/office/drawing/2014/main" id="{8E746859-1269-BFFF-E577-A45D4BFFAD06}"/>
                  </a:ext>
                </a:extLst>
              </p:cNvPr>
              <p:cNvSpPr/>
              <p:nvPr/>
            </p:nvSpPr>
            <p:spPr>
              <a:xfrm>
                <a:off x="324242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2" name="ph6383">
                <a:extLst>
                  <a:ext uri="{FF2B5EF4-FFF2-40B4-BE49-F238E27FC236}">
                    <a16:creationId xmlns:a16="http://schemas.microsoft.com/office/drawing/2014/main" id="{9E3D4AB2-AC5F-1405-C5BD-F95369CCED53}"/>
                  </a:ext>
                </a:extLst>
              </p:cNvPr>
              <p:cNvSpPr/>
              <p:nvPr/>
            </p:nvSpPr>
            <p:spPr>
              <a:xfrm>
                <a:off x="325187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3" name="ph6384">
                <a:extLst>
                  <a:ext uri="{FF2B5EF4-FFF2-40B4-BE49-F238E27FC236}">
                    <a16:creationId xmlns:a16="http://schemas.microsoft.com/office/drawing/2014/main" id="{C4A53901-14E5-2A9A-CB77-DE142FFB44ED}"/>
                  </a:ext>
                </a:extLst>
              </p:cNvPr>
              <p:cNvSpPr/>
              <p:nvPr/>
            </p:nvSpPr>
            <p:spPr>
              <a:xfrm>
                <a:off x="326131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4" name="ph6385">
                <a:extLst>
                  <a:ext uri="{FF2B5EF4-FFF2-40B4-BE49-F238E27FC236}">
                    <a16:creationId xmlns:a16="http://schemas.microsoft.com/office/drawing/2014/main" id="{E66931F4-C96D-C670-C2C3-A9D41D0D4FC7}"/>
                  </a:ext>
                </a:extLst>
              </p:cNvPr>
              <p:cNvSpPr/>
              <p:nvPr/>
            </p:nvSpPr>
            <p:spPr>
              <a:xfrm>
                <a:off x="327075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5" name="ph6386">
                <a:extLst>
                  <a:ext uri="{FF2B5EF4-FFF2-40B4-BE49-F238E27FC236}">
                    <a16:creationId xmlns:a16="http://schemas.microsoft.com/office/drawing/2014/main" id="{128C21C1-9E80-3B41-2001-0EB045EEBA60}"/>
                  </a:ext>
                </a:extLst>
              </p:cNvPr>
              <p:cNvSpPr/>
              <p:nvPr/>
            </p:nvSpPr>
            <p:spPr>
              <a:xfrm>
                <a:off x="328019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6" name="ph6387">
                <a:extLst>
                  <a:ext uri="{FF2B5EF4-FFF2-40B4-BE49-F238E27FC236}">
                    <a16:creationId xmlns:a16="http://schemas.microsoft.com/office/drawing/2014/main" id="{A616CC03-26AE-5947-AAE2-71210B065AD8}"/>
                  </a:ext>
                </a:extLst>
              </p:cNvPr>
              <p:cNvSpPr/>
              <p:nvPr/>
            </p:nvSpPr>
            <p:spPr>
              <a:xfrm>
                <a:off x="328963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7" name="ph6388">
                <a:extLst>
                  <a:ext uri="{FF2B5EF4-FFF2-40B4-BE49-F238E27FC236}">
                    <a16:creationId xmlns:a16="http://schemas.microsoft.com/office/drawing/2014/main" id="{32C6F230-3973-B3DB-808C-AC852DBCC0B0}"/>
                  </a:ext>
                </a:extLst>
              </p:cNvPr>
              <p:cNvSpPr/>
              <p:nvPr/>
            </p:nvSpPr>
            <p:spPr>
              <a:xfrm>
                <a:off x="329907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8" name="ph6389">
                <a:extLst>
                  <a:ext uri="{FF2B5EF4-FFF2-40B4-BE49-F238E27FC236}">
                    <a16:creationId xmlns:a16="http://schemas.microsoft.com/office/drawing/2014/main" id="{32C75DA7-CF1C-2BFC-C62D-A0D7F6A3F6D4}"/>
                  </a:ext>
                </a:extLst>
              </p:cNvPr>
              <p:cNvSpPr/>
              <p:nvPr/>
            </p:nvSpPr>
            <p:spPr>
              <a:xfrm>
                <a:off x="330851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9" name="ph6390">
                <a:extLst>
                  <a:ext uri="{FF2B5EF4-FFF2-40B4-BE49-F238E27FC236}">
                    <a16:creationId xmlns:a16="http://schemas.microsoft.com/office/drawing/2014/main" id="{DD442130-C3ED-9402-3ACF-FFB5DADFBF62}"/>
                  </a:ext>
                </a:extLst>
              </p:cNvPr>
              <p:cNvSpPr/>
              <p:nvPr/>
            </p:nvSpPr>
            <p:spPr>
              <a:xfrm>
                <a:off x="331795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0" name="ph6391">
                <a:extLst>
                  <a:ext uri="{FF2B5EF4-FFF2-40B4-BE49-F238E27FC236}">
                    <a16:creationId xmlns:a16="http://schemas.microsoft.com/office/drawing/2014/main" id="{331126B6-0FFB-D18C-6360-10FE6DB4004C}"/>
                  </a:ext>
                </a:extLst>
              </p:cNvPr>
              <p:cNvSpPr/>
              <p:nvPr/>
            </p:nvSpPr>
            <p:spPr>
              <a:xfrm>
                <a:off x="332739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1" name="ph6392">
                <a:extLst>
                  <a:ext uri="{FF2B5EF4-FFF2-40B4-BE49-F238E27FC236}">
                    <a16:creationId xmlns:a16="http://schemas.microsoft.com/office/drawing/2014/main" id="{30B93B91-E406-5287-479A-5E289658E860}"/>
                  </a:ext>
                </a:extLst>
              </p:cNvPr>
              <p:cNvSpPr/>
              <p:nvPr/>
            </p:nvSpPr>
            <p:spPr>
              <a:xfrm>
                <a:off x="333683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2" name="ph6393">
                <a:extLst>
                  <a:ext uri="{FF2B5EF4-FFF2-40B4-BE49-F238E27FC236}">
                    <a16:creationId xmlns:a16="http://schemas.microsoft.com/office/drawing/2014/main" id="{CB8D3C5D-AE8D-3534-4528-9DD90E0A070C}"/>
                  </a:ext>
                </a:extLst>
              </p:cNvPr>
              <p:cNvSpPr/>
              <p:nvPr/>
            </p:nvSpPr>
            <p:spPr>
              <a:xfrm>
                <a:off x="334627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3" name="ph6394">
                <a:extLst>
                  <a:ext uri="{FF2B5EF4-FFF2-40B4-BE49-F238E27FC236}">
                    <a16:creationId xmlns:a16="http://schemas.microsoft.com/office/drawing/2014/main" id="{54A01EE5-BDED-B019-A991-489D23F4E28F}"/>
                  </a:ext>
                </a:extLst>
              </p:cNvPr>
              <p:cNvSpPr/>
              <p:nvPr/>
            </p:nvSpPr>
            <p:spPr>
              <a:xfrm>
                <a:off x="335571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4" name="ph6395">
                <a:extLst>
                  <a:ext uri="{FF2B5EF4-FFF2-40B4-BE49-F238E27FC236}">
                    <a16:creationId xmlns:a16="http://schemas.microsoft.com/office/drawing/2014/main" id="{177ACF4B-8A6A-2DF6-73A3-C533D1AB6070}"/>
                  </a:ext>
                </a:extLst>
              </p:cNvPr>
              <p:cNvSpPr/>
              <p:nvPr/>
            </p:nvSpPr>
            <p:spPr>
              <a:xfrm>
                <a:off x="336515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5" name="ph6396">
                <a:extLst>
                  <a:ext uri="{FF2B5EF4-FFF2-40B4-BE49-F238E27FC236}">
                    <a16:creationId xmlns:a16="http://schemas.microsoft.com/office/drawing/2014/main" id="{BCE48CBF-F16A-48BD-A70C-8DC9E3595729}"/>
                  </a:ext>
                </a:extLst>
              </p:cNvPr>
              <p:cNvSpPr/>
              <p:nvPr/>
            </p:nvSpPr>
            <p:spPr>
              <a:xfrm>
                <a:off x="337459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6" name="ph6397">
                <a:extLst>
                  <a:ext uri="{FF2B5EF4-FFF2-40B4-BE49-F238E27FC236}">
                    <a16:creationId xmlns:a16="http://schemas.microsoft.com/office/drawing/2014/main" id="{FC247DDC-F4EB-0100-F8E4-14BF7355A1EF}"/>
                  </a:ext>
                </a:extLst>
              </p:cNvPr>
              <p:cNvSpPr/>
              <p:nvPr/>
            </p:nvSpPr>
            <p:spPr>
              <a:xfrm>
                <a:off x="338403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7" name="ph6398">
                <a:extLst>
                  <a:ext uri="{FF2B5EF4-FFF2-40B4-BE49-F238E27FC236}">
                    <a16:creationId xmlns:a16="http://schemas.microsoft.com/office/drawing/2014/main" id="{D52CF5DC-EC57-8457-C5FB-BC679E3541F6}"/>
                  </a:ext>
                </a:extLst>
              </p:cNvPr>
              <p:cNvSpPr/>
              <p:nvPr/>
            </p:nvSpPr>
            <p:spPr>
              <a:xfrm>
                <a:off x="339347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8" name="ph6399">
                <a:extLst>
                  <a:ext uri="{FF2B5EF4-FFF2-40B4-BE49-F238E27FC236}">
                    <a16:creationId xmlns:a16="http://schemas.microsoft.com/office/drawing/2014/main" id="{C5CF1C88-3E26-947B-1AEE-B9FF3D0BBDA0}"/>
                  </a:ext>
                </a:extLst>
              </p:cNvPr>
              <p:cNvSpPr/>
              <p:nvPr/>
            </p:nvSpPr>
            <p:spPr>
              <a:xfrm>
                <a:off x="340291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9" name="ph6400">
                <a:extLst>
                  <a:ext uri="{FF2B5EF4-FFF2-40B4-BE49-F238E27FC236}">
                    <a16:creationId xmlns:a16="http://schemas.microsoft.com/office/drawing/2014/main" id="{206D88AB-64BE-0BAC-7373-D95DD4EB5D4B}"/>
                  </a:ext>
                </a:extLst>
              </p:cNvPr>
              <p:cNvSpPr/>
              <p:nvPr/>
            </p:nvSpPr>
            <p:spPr>
              <a:xfrm>
                <a:off x="341235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0" name="ph6401">
                <a:extLst>
                  <a:ext uri="{FF2B5EF4-FFF2-40B4-BE49-F238E27FC236}">
                    <a16:creationId xmlns:a16="http://schemas.microsoft.com/office/drawing/2014/main" id="{BDF3D711-F645-55BE-304D-CB6108E01A20}"/>
                  </a:ext>
                </a:extLst>
              </p:cNvPr>
              <p:cNvSpPr/>
              <p:nvPr/>
            </p:nvSpPr>
            <p:spPr>
              <a:xfrm>
                <a:off x="342179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1" name="ph6402">
                <a:extLst>
                  <a:ext uri="{FF2B5EF4-FFF2-40B4-BE49-F238E27FC236}">
                    <a16:creationId xmlns:a16="http://schemas.microsoft.com/office/drawing/2014/main" id="{851F9BBA-8F26-C3DF-6EE3-5EB6C6D6C4F8}"/>
                  </a:ext>
                </a:extLst>
              </p:cNvPr>
              <p:cNvSpPr/>
              <p:nvPr/>
            </p:nvSpPr>
            <p:spPr>
              <a:xfrm>
                <a:off x="343123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2" name="ph6403">
                <a:extLst>
                  <a:ext uri="{FF2B5EF4-FFF2-40B4-BE49-F238E27FC236}">
                    <a16:creationId xmlns:a16="http://schemas.microsoft.com/office/drawing/2014/main" id="{68A0741F-4A95-4D09-C820-EF962B19E1D7}"/>
                  </a:ext>
                </a:extLst>
              </p:cNvPr>
              <p:cNvSpPr/>
              <p:nvPr/>
            </p:nvSpPr>
            <p:spPr>
              <a:xfrm>
                <a:off x="344067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3" name="ph6404">
                <a:extLst>
                  <a:ext uri="{FF2B5EF4-FFF2-40B4-BE49-F238E27FC236}">
                    <a16:creationId xmlns:a16="http://schemas.microsoft.com/office/drawing/2014/main" id="{4CE389A7-6A02-F06F-E7F6-1CB98985408E}"/>
                  </a:ext>
                </a:extLst>
              </p:cNvPr>
              <p:cNvSpPr/>
              <p:nvPr/>
            </p:nvSpPr>
            <p:spPr>
              <a:xfrm>
                <a:off x="345011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4" name="ph6405">
                <a:extLst>
                  <a:ext uri="{FF2B5EF4-FFF2-40B4-BE49-F238E27FC236}">
                    <a16:creationId xmlns:a16="http://schemas.microsoft.com/office/drawing/2014/main" id="{EE74FBC8-4C62-C3FC-3514-97F86C0EEFDA}"/>
                  </a:ext>
                </a:extLst>
              </p:cNvPr>
              <p:cNvSpPr/>
              <p:nvPr/>
            </p:nvSpPr>
            <p:spPr>
              <a:xfrm>
                <a:off x="345955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5" name="ph6406">
                <a:extLst>
                  <a:ext uri="{FF2B5EF4-FFF2-40B4-BE49-F238E27FC236}">
                    <a16:creationId xmlns:a16="http://schemas.microsoft.com/office/drawing/2014/main" id="{B7B60B41-FAC5-985E-CA40-D039C5FA3C2E}"/>
                  </a:ext>
                </a:extLst>
              </p:cNvPr>
              <p:cNvSpPr/>
              <p:nvPr/>
            </p:nvSpPr>
            <p:spPr>
              <a:xfrm>
                <a:off x="346899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6" name="ph6407">
                <a:extLst>
                  <a:ext uri="{FF2B5EF4-FFF2-40B4-BE49-F238E27FC236}">
                    <a16:creationId xmlns:a16="http://schemas.microsoft.com/office/drawing/2014/main" id="{3A9F7538-8AA6-3563-86AD-89EB60CE1BF7}"/>
                  </a:ext>
                </a:extLst>
              </p:cNvPr>
              <p:cNvSpPr/>
              <p:nvPr/>
            </p:nvSpPr>
            <p:spPr>
              <a:xfrm>
                <a:off x="347843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7" name="ph6408">
                <a:extLst>
                  <a:ext uri="{FF2B5EF4-FFF2-40B4-BE49-F238E27FC236}">
                    <a16:creationId xmlns:a16="http://schemas.microsoft.com/office/drawing/2014/main" id="{6735E5AC-2CDD-BAF0-6BCA-B64B23454279}"/>
                  </a:ext>
                </a:extLst>
              </p:cNvPr>
              <p:cNvSpPr/>
              <p:nvPr/>
            </p:nvSpPr>
            <p:spPr>
              <a:xfrm>
                <a:off x="348787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8" name="ph6409">
                <a:extLst>
                  <a:ext uri="{FF2B5EF4-FFF2-40B4-BE49-F238E27FC236}">
                    <a16:creationId xmlns:a16="http://schemas.microsoft.com/office/drawing/2014/main" id="{A5F9E197-2EF0-94C6-A3D7-575653CE68BA}"/>
                  </a:ext>
                </a:extLst>
              </p:cNvPr>
              <p:cNvSpPr/>
              <p:nvPr/>
            </p:nvSpPr>
            <p:spPr>
              <a:xfrm>
                <a:off x="349731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9" name="ph6410">
                <a:extLst>
                  <a:ext uri="{FF2B5EF4-FFF2-40B4-BE49-F238E27FC236}">
                    <a16:creationId xmlns:a16="http://schemas.microsoft.com/office/drawing/2014/main" id="{1347C694-7EF6-A6BE-03E9-7B12D0B10F25}"/>
                  </a:ext>
                </a:extLst>
              </p:cNvPr>
              <p:cNvSpPr/>
              <p:nvPr/>
            </p:nvSpPr>
            <p:spPr>
              <a:xfrm>
                <a:off x="350675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0" name="ph6411">
                <a:extLst>
                  <a:ext uri="{FF2B5EF4-FFF2-40B4-BE49-F238E27FC236}">
                    <a16:creationId xmlns:a16="http://schemas.microsoft.com/office/drawing/2014/main" id="{003A7DE2-69E0-478B-C9F4-1D10E973E131}"/>
                  </a:ext>
                </a:extLst>
              </p:cNvPr>
              <p:cNvSpPr/>
              <p:nvPr/>
            </p:nvSpPr>
            <p:spPr>
              <a:xfrm>
                <a:off x="351619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1" name="ph6412">
                <a:extLst>
                  <a:ext uri="{FF2B5EF4-FFF2-40B4-BE49-F238E27FC236}">
                    <a16:creationId xmlns:a16="http://schemas.microsoft.com/office/drawing/2014/main" id="{57909C6F-0145-4FF5-8378-44C79D68B391}"/>
                  </a:ext>
                </a:extLst>
              </p:cNvPr>
              <p:cNvSpPr/>
              <p:nvPr/>
            </p:nvSpPr>
            <p:spPr>
              <a:xfrm>
                <a:off x="352563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2" name="ph6413">
                <a:extLst>
                  <a:ext uri="{FF2B5EF4-FFF2-40B4-BE49-F238E27FC236}">
                    <a16:creationId xmlns:a16="http://schemas.microsoft.com/office/drawing/2014/main" id="{41494B26-14E0-94AB-4DF5-BFC78425E84A}"/>
                  </a:ext>
                </a:extLst>
              </p:cNvPr>
              <p:cNvSpPr/>
              <p:nvPr/>
            </p:nvSpPr>
            <p:spPr>
              <a:xfrm>
                <a:off x="353507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3" name="ph6414">
                <a:extLst>
                  <a:ext uri="{FF2B5EF4-FFF2-40B4-BE49-F238E27FC236}">
                    <a16:creationId xmlns:a16="http://schemas.microsoft.com/office/drawing/2014/main" id="{274ED5BD-597C-5337-6B1E-6CCB31277C69}"/>
                  </a:ext>
                </a:extLst>
              </p:cNvPr>
              <p:cNvSpPr/>
              <p:nvPr/>
            </p:nvSpPr>
            <p:spPr>
              <a:xfrm>
                <a:off x="354451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4" name="ph6415">
                <a:extLst>
                  <a:ext uri="{FF2B5EF4-FFF2-40B4-BE49-F238E27FC236}">
                    <a16:creationId xmlns:a16="http://schemas.microsoft.com/office/drawing/2014/main" id="{E263E550-509B-B6C8-215E-FC930941321F}"/>
                  </a:ext>
                </a:extLst>
              </p:cNvPr>
              <p:cNvSpPr/>
              <p:nvPr/>
            </p:nvSpPr>
            <p:spPr>
              <a:xfrm>
                <a:off x="355395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5" name="ph6416">
                <a:extLst>
                  <a:ext uri="{FF2B5EF4-FFF2-40B4-BE49-F238E27FC236}">
                    <a16:creationId xmlns:a16="http://schemas.microsoft.com/office/drawing/2014/main" id="{EEC2F9C4-12A7-AEBE-63EB-B92F4B43376F}"/>
                  </a:ext>
                </a:extLst>
              </p:cNvPr>
              <p:cNvSpPr/>
              <p:nvPr/>
            </p:nvSpPr>
            <p:spPr>
              <a:xfrm>
                <a:off x="356339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6" name="ph6417">
                <a:extLst>
                  <a:ext uri="{FF2B5EF4-FFF2-40B4-BE49-F238E27FC236}">
                    <a16:creationId xmlns:a16="http://schemas.microsoft.com/office/drawing/2014/main" id="{522D414B-9D44-0632-4C40-D6AD07EC345A}"/>
                  </a:ext>
                </a:extLst>
              </p:cNvPr>
              <p:cNvSpPr/>
              <p:nvPr/>
            </p:nvSpPr>
            <p:spPr>
              <a:xfrm>
                <a:off x="357283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7" name="ph6418">
                <a:extLst>
                  <a:ext uri="{FF2B5EF4-FFF2-40B4-BE49-F238E27FC236}">
                    <a16:creationId xmlns:a16="http://schemas.microsoft.com/office/drawing/2014/main" id="{33A5E584-AC7D-46F6-8530-DB6C73BFD66E}"/>
                  </a:ext>
                </a:extLst>
              </p:cNvPr>
              <p:cNvSpPr/>
              <p:nvPr/>
            </p:nvSpPr>
            <p:spPr>
              <a:xfrm>
                <a:off x="358227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8" name="ph6419">
                <a:extLst>
                  <a:ext uri="{FF2B5EF4-FFF2-40B4-BE49-F238E27FC236}">
                    <a16:creationId xmlns:a16="http://schemas.microsoft.com/office/drawing/2014/main" id="{54241807-6614-8A1B-9047-7C59BBF9311B}"/>
                  </a:ext>
                </a:extLst>
              </p:cNvPr>
              <p:cNvSpPr/>
              <p:nvPr/>
            </p:nvSpPr>
            <p:spPr>
              <a:xfrm>
                <a:off x="359171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9" name="ph6420">
                <a:extLst>
                  <a:ext uri="{FF2B5EF4-FFF2-40B4-BE49-F238E27FC236}">
                    <a16:creationId xmlns:a16="http://schemas.microsoft.com/office/drawing/2014/main" id="{39B09086-3B4B-5124-C762-0595CD0D3CA8}"/>
                  </a:ext>
                </a:extLst>
              </p:cNvPr>
              <p:cNvSpPr/>
              <p:nvPr/>
            </p:nvSpPr>
            <p:spPr>
              <a:xfrm>
                <a:off x="360115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0" name="ph6421">
                <a:extLst>
                  <a:ext uri="{FF2B5EF4-FFF2-40B4-BE49-F238E27FC236}">
                    <a16:creationId xmlns:a16="http://schemas.microsoft.com/office/drawing/2014/main" id="{79479EF0-BC47-04C7-FEDC-D4C32A1F29CC}"/>
                  </a:ext>
                </a:extLst>
              </p:cNvPr>
              <p:cNvSpPr/>
              <p:nvPr/>
            </p:nvSpPr>
            <p:spPr>
              <a:xfrm>
                <a:off x="361059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1" name="ph6422">
                <a:extLst>
                  <a:ext uri="{FF2B5EF4-FFF2-40B4-BE49-F238E27FC236}">
                    <a16:creationId xmlns:a16="http://schemas.microsoft.com/office/drawing/2014/main" id="{A28C6964-FD1C-B2C3-94E1-C020125E34D6}"/>
                  </a:ext>
                </a:extLst>
              </p:cNvPr>
              <p:cNvSpPr/>
              <p:nvPr/>
            </p:nvSpPr>
            <p:spPr>
              <a:xfrm>
                <a:off x="362003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2" name="ph6423">
                <a:extLst>
                  <a:ext uri="{FF2B5EF4-FFF2-40B4-BE49-F238E27FC236}">
                    <a16:creationId xmlns:a16="http://schemas.microsoft.com/office/drawing/2014/main" id="{9F134D6A-4221-8A82-6FDA-161B93B021AF}"/>
                  </a:ext>
                </a:extLst>
              </p:cNvPr>
              <p:cNvSpPr/>
              <p:nvPr/>
            </p:nvSpPr>
            <p:spPr>
              <a:xfrm>
                <a:off x="362947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3" name="ph6424">
                <a:extLst>
                  <a:ext uri="{FF2B5EF4-FFF2-40B4-BE49-F238E27FC236}">
                    <a16:creationId xmlns:a16="http://schemas.microsoft.com/office/drawing/2014/main" id="{19B17ACE-F02D-5068-05AA-899EAD99C42D}"/>
                  </a:ext>
                </a:extLst>
              </p:cNvPr>
              <p:cNvSpPr/>
              <p:nvPr/>
            </p:nvSpPr>
            <p:spPr>
              <a:xfrm>
                <a:off x="363891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4" name="ph6425">
                <a:extLst>
                  <a:ext uri="{FF2B5EF4-FFF2-40B4-BE49-F238E27FC236}">
                    <a16:creationId xmlns:a16="http://schemas.microsoft.com/office/drawing/2014/main" id="{C72B2D12-3A8B-C106-27C2-52E746252FDE}"/>
                  </a:ext>
                </a:extLst>
              </p:cNvPr>
              <p:cNvSpPr/>
              <p:nvPr/>
            </p:nvSpPr>
            <p:spPr>
              <a:xfrm>
                <a:off x="36483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5" name="ph6426">
                <a:extLst>
                  <a:ext uri="{FF2B5EF4-FFF2-40B4-BE49-F238E27FC236}">
                    <a16:creationId xmlns:a16="http://schemas.microsoft.com/office/drawing/2014/main" id="{25838A36-6D0B-84E0-BDDD-911E25A2E313}"/>
                  </a:ext>
                </a:extLst>
              </p:cNvPr>
              <p:cNvSpPr/>
              <p:nvPr/>
            </p:nvSpPr>
            <p:spPr>
              <a:xfrm>
                <a:off x="365780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6" name="ph6427">
                <a:extLst>
                  <a:ext uri="{FF2B5EF4-FFF2-40B4-BE49-F238E27FC236}">
                    <a16:creationId xmlns:a16="http://schemas.microsoft.com/office/drawing/2014/main" id="{DD542729-561B-6FC1-F4A7-5C70DE7F155B}"/>
                  </a:ext>
                </a:extLst>
              </p:cNvPr>
              <p:cNvSpPr/>
              <p:nvPr/>
            </p:nvSpPr>
            <p:spPr>
              <a:xfrm>
                <a:off x="366724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7" name="ph6428">
                <a:extLst>
                  <a:ext uri="{FF2B5EF4-FFF2-40B4-BE49-F238E27FC236}">
                    <a16:creationId xmlns:a16="http://schemas.microsoft.com/office/drawing/2014/main" id="{5D98F837-6C51-E7F5-9919-543146C40D02}"/>
                  </a:ext>
                </a:extLst>
              </p:cNvPr>
              <p:cNvSpPr/>
              <p:nvPr/>
            </p:nvSpPr>
            <p:spPr>
              <a:xfrm>
                <a:off x="367668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8" name="ph6429">
                <a:extLst>
                  <a:ext uri="{FF2B5EF4-FFF2-40B4-BE49-F238E27FC236}">
                    <a16:creationId xmlns:a16="http://schemas.microsoft.com/office/drawing/2014/main" id="{178EF78A-D3FF-0E6E-FE1E-219E4B7EA1C2}"/>
                  </a:ext>
                </a:extLst>
              </p:cNvPr>
              <p:cNvSpPr/>
              <p:nvPr/>
            </p:nvSpPr>
            <p:spPr>
              <a:xfrm>
                <a:off x="36861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9" name="ph6430">
                <a:extLst>
                  <a:ext uri="{FF2B5EF4-FFF2-40B4-BE49-F238E27FC236}">
                    <a16:creationId xmlns:a16="http://schemas.microsoft.com/office/drawing/2014/main" id="{7531656F-843C-BBE7-1386-795472F01274}"/>
                  </a:ext>
                </a:extLst>
              </p:cNvPr>
              <p:cNvSpPr/>
              <p:nvPr/>
            </p:nvSpPr>
            <p:spPr>
              <a:xfrm>
                <a:off x="369556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0" name="ph6431">
                <a:extLst>
                  <a:ext uri="{FF2B5EF4-FFF2-40B4-BE49-F238E27FC236}">
                    <a16:creationId xmlns:a16="http://schemas.microsoft.com/office/drawing/2014/main" id="{F461B4E7-8A86-90CD-8026-63CA28AAA0BC}"/>
                  </a:ext>
                </a:extLst>
              </p:cNvPr>
              <p:cNvSpPr/>
              <p:nvPr/>
            </p:nvSpPr>
            <p:spPr>
              <a:xfrm>
                <a:off x="370500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1" name="ph6432">
                <a:extLst>
                  <a:ext uri="{FF2B5EF4-FFF2-40B4-BE49-F238E27FC236}">
                    <a16:creationId xmlns:a16="http://schemas.microsoft.com/office/drawing/2014/main" id="{738DB6F3-2D42-C7B4-B921-D2598F5F3FE8}"/>
                  </a:ext>
                </a:extLst>
              </p:cNvPr>
              <p:cNvSpPr/>
              <p:nvPr/>
            </p:nvSpPr>
            <p:spPr>
              <a:xfrm>
                <a:off x="371444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2" name="ph6433">
                <a:extLst>
                  <a:ext uri="{FF2B5EF4-FFF2-40B4-BE49-F238E27FC236}">
                    <a16:creationId xmlns:a16="http://schemas.microsoft.com/office/drawing/2014/main" id="{538D326B-F961-5255-1429-81E9D13AFB4C}"/>
                  </a:ext>
                </a:extLst>
              </p:cNvPr>
              <p:cNvSpPr/>
              <p:nvPr/>
            </p:nvSpPr>
            <p:spPr>
              <a:xfrm>
                <a:off x="372388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3" name="ph6434">
                <a:extLst>
                  <a:ext uri="{FF2B5EF4-FFF2-40B4-BE49-F238E27FC236}">
                    <a16:creationId xmlns:a16="http://schemas.microsoft.com/office/drawing/2014/main" id="{08E2F333-F720-472F-D445-C1CA3780C5BF}"/>
                  </a:ext>
                </a:extLst>
              </p:cNvPr>
              <p:cNvSpPr/>
              <p:nvPr/>
            </p:nvSpPr>
            <p:spPr>
              <a:xfrm>
                <a:off x="373332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4" name="ph6435">
                <a:extLst>
                  <a:ext uri="{FF2B5EF4-FFF2-40B4-BE49-F238E27FC236}">
                    <a16:creationId xmlns:a16="http://schemas.microsoft.com/office/drawing/2014/main" id="{BB717DD3-2B85-BF63-A032-91AD3C3F3CD6}"/>
                  </a:ext>
                </a:extLst>
              </p:cNvPr>
              <p:cNvSpPr/>
              <p:nvPr/>
            </p:nvSpPr>
            <p:spPr>
              <a:xfrm>
                <a:off x="374276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5" name="ph6436">
                <a:extLst>
                  <a:ext uri="{FF2B5EF4-FFF2-40B4-BE49-F238E27FC236}">
                    <a16:creationId xmlns:a16="http://schemas.microsoft.com/office/drawing/2014/main" id="{A1F1A917-57D3-BF18-7FF3-58A1D211125C}"/>
                  </a:ext>
                </a:extLst>
              </p:cNvPr>
              <p:cNvSpPr/>
              <p:nvPr/>
            </p:nvSpPr>
            <p:spPr>
              <a:xfrm>
                <a:off x="375220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6" name="ph6437">
                <a:extLst>
                  <a:ext uri="{FF2B5EF4-FFF2-40B4-BE49-F238E27FC236}">
                    <a16:creationId xmlns:a16="http://schemas.microsoft.com/office/drawing/2014/main" id="{C279DE4B-462C-BE88-5BE9-DD4A7EEFC33C}"/>
                  </a:ext>
                </a:extLst>
              </p:cNvPr>
              <p:cNvSpPr/>
              <p:nvPr/>
            </p:nvSpPr>
            <p:spPr>
              <a:xfrm>
                <a:off x="376164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7" name="ph6438">
                <a:extLst>
                  <a:ext uri="{FF2B5EF4-FFF2-40B4-BE49-F238E27FC236}">
                    <a16:creationId xmlns:a16="http://schemas.microsoft.com/office/drawing/2014/main" id="{3FBC250F-AAC1-5FC0-4DEE-494B555073EB}"/>
                  </a:ext>
                </a:extLst>
              </p:cNvPr>
              <p:cNvSpPr/>
              <p:nvPr/>
            </p:nvSpPr>
            <p:spPr>
              <a:xfrm>
                <a:off x="377108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8" name="ph6439">
                <a:extLst>
                  <a:ext uri="{FF2B5EF4-FFF2-40B4-BE49-F238E27FC236}">
                    <a16:creationId xmlns:a16="http://schemas.microsoft.com/office/drawing/2014/main" id="{140EE3C9-2ACB-DB63-A72A-3F3879C6DA01}"/>
                  </a:ext>
                </a:extLst>
              </p:cNvPr>
              <p:cNvSpPr/>
              <p:nvPr/>
            </p:nvSpPr>
            <p:spPr>
              <a:xfrm>
                <a:off x="3780523" y="135958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770"/>
                    </a:lnTo>
                    <a:lnTo>
                      <a:pt x="923391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9" name="ph6440">
                <a:extLst>
                  <a:ext uri="{FF2B5EF4-FFF2-40B4-BE49-F238E27FC236}">
                    <a16:creationId xmlns:a16="http://schemas.microsoft.com/office/drawing/2014/main" id="{A77114EF-B69B-AC49-EB77-5B05BF529C29}"/>
                  </a:ext>
                </a:extLst>
              </p:cNvPr>
              <p:cNvSpPr/>
              <p:nvPr/>
            </p:nvSpPr>
            <p:spPr>
              <a:xfrm>
                <a:off x="3789963" y="1342012"/>
                <a:ext cx="918411" cy="930340"/>
              </a:xfrm>
              <a:custGeom>
                <a:avLst/>
                <a:gdLst/>
                <a:ahLst/>
                <a:cxnLst/>
                <a:rect l="0" t="0" r="0" b="0"/>
                <a:pathLst>
                  <a:path w="918411" h="930340">
                    <a:moveTo>
                      <a:pt x="914400" y="914399"/>
                    </a:moveTo>
                    <a:lnTo>
                      <a:pt x="918411" y="914507"/>
                    </a:lnTo>
                    <a:lnTo>
                      <a:pt x="915988" y="924572"/>
                    </a:lnTo>
                    <a:lnTo>
                      <a:pt x="914400" y="93034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0" name="ph6441">
                <a:extLst>
                  <a:ext uri="{FF2B5EF4-FFF2-40B4-BE49-F238E27FC236}">
                    <a16:creationId xmlns:a16="http://schemas.microsoft.com/office/drawing/2014/main" id="{1ABB706C-1C1E-B67C-6A9F-FABA76CB18FC}"/>
                  </a:ext>
                </a:extLst>
              </p:cNvPr>
              <p:cNvSpPr/>
              <p:nvPr/>
            </p:nvSpPr>
            <p:spPr>
              <a:xfrm>
                <a:off x="2081280" y="1324442"/>
                <a:ext cx="914400" cy="93134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7">
                    <a:moveTo>
                      <a:pt x="914400" y="914399"/>
                    </a:moveTo>
                    <a:lnTo>
                      <a:pt x="914400" y="931347"/>
                    </a:lnTo>
                    <a:lnTo>
                      <a:pt x="911324" y="926116"/>
                    </a:lnTo>
                    <a:lnTo>
                      <a:pt x="907161" y="918254"/>
                    </a:lnTo>
                    <a:lnTo>
                      <a:pt x="905323" y="91439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1" name="ph6442">
                <a:extLst>
                  <a:ext uri="{FF2B5EF4-FFF2-40B4-BE49-F238E27FC236}">
                    <a16:creationId xmlns:a16="http://schemas.microsoft.com/office/drawing/2014/main" id="{3B24177B-37F5-18F6-AF10-02B7BE985DBA}"/>
                  </a:ext>
                </a:extLst>
              </p:cNvPr>
              <p:cNvSpPr/>
              <p:nvPr/>
            </p:nvSpPr>
            <p:spPr>
              <a:xfrm>
                <a:off x="20812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765" y="931969"/>
                    </a:lnTo>
                    <a:lnTo>
                      <a:pt x="914400" y="931347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2" name="ph6443">
                <a:extLst>
                  <a:ext uri="{FF2B5EF4-FFF2-40B4-BE49-F238E27FC236}">
                    <a16:creationId xmlns:a16="http://schemas.microsoft.com/office/drawing/2014/main" id="{B4AEF339-DA1B-4D3E-EBD2-DD7A0D533388}"/>
                  </a:ext>
                </a:extLst>
              </p:cNvPr>
              <p:cNvSpPr/>
              <p:nvPr/>
            </p:nvSpPr>
            <p:spPr>
              <a:xfrm>
                <a:off x="209072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3" name="ph6444">
                <a:extLst>
                  <a:ext uri="{FF2B5EF4-FFF2-40B4-BE49-F238E27FC236}">
                    <a16:creationId xmlns:a16="http://schemas.microsoft.com/office/drawing/2014/main" id="{3474C5BA-A283-2D3B-D86F-03657A5140C2}"/>
                  </a:ext>
                </a:extLst>
              </p:cNvPr>
              <p:cNvSpPr/>
              <p:nvPr/>
            </p:nvSpPr>
            <p:spPr>
              <a:xfrm>
                <a:off x="21001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4" name="ph6445">
                <a:extLst>
                  <a:ext uri="{FF2B5EF4-FFF2-40B4-BE49-F238E27FC236}">
                    <a16:creationId xmlns:a16="http://schemas.microsoft.com/office/drawing/2014/main" id="{B8084C0B-A54E-769C-38E1-1B1C95967027}"/>
                  </a:ext>
                </a:extLst>
              </p:cNvPr>
              <p:cNvSpPr/>
              <p:nvPr/>
            </p:nvSpPr>
            <p:spPr>
              <a:xfrm>
                <a:off x="210960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5" name="ph6446">
                <a:extLst>
                  <a:ext uri="{FF2B5EF4-FFF2-40B4-BE49-F238E27FC236}">
                    <a16:creationId xmlns:a16="http://schemas.microsoft.com/office/drawing/2014/main" id="{04AFF088-25F5-402D-F3B2-BDCFDB019715}"/>
                  </a:ext>
                </a:extLst>
              </p:cNvPr>
              <p:cNvSpPr/>
              <p:nvPr/>
            </p:nvSpPr>
            <p:spPr>
              <a:xfrm>
                <a:off x="211904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6" name="ph6447">
                <a:extLst>
                  <a:ext uri="{FF2B5EF4-FFF2-40B4-BE49-F238E27FC236}">
                    <a16:creationId xmlns:a16="http://schemas.microsoft.com/office/drawing/2014/main" id="{992E7BEB-2D12-C88E-C28D-AEA0849E0542}"/>
                  </a:ext>
                </a:extLst>
              </p:cNvPr>
              <p:cNvSpPr/>
              <p:nvPr/>
            </p:nvSpPr>
            <p:spPr>
              <a:xfrm>
                <a:off x="212848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7" name="ph6448">
                <a:extLst>
                  <a:ext uri="{FF2B5EF4-FFF2-40B4-BE49-F238E27FC236}">
                    <a16:creationId xmlns:a16="http://schemas.microsoft.com/office/drawing/2014/main" id="{D30F8E0A-5507-1217-9671-F462A9E95C2F}"/>
                  </a:ext>
                </a:extLst>
              </p:cNvPr>
              <p:cNvSpPr/>
              <p:nvPr/>
            </p:nvSpPr>
            <p:spPr>
              <a:xfrm>
                <a:off x="21379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8" name="ph6449">
                <a:extLst>
                  <a:ext uri="{FF2B5EF4-FFF2-40B4-BE49-F238E27FC236}">
                    <a16:creationId xmlns:a16="http://schemas.microsoft.com/office/drawing/2014/main" id="{DD0E15C7-05CD-B5B7-0F41-5586CEE629E0}"/>
                  </a:ext>
                </a:extLst>
              </p:cNvPr>
              <p:cNvSpPr/>
              <p:nvPr/>
            </p:nvSpPr>
            <p:spPr>
              <a:xfrm>
                <a:off x="214736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9" name="ph6450">
                <a:extLst>
                  <a:ext uri="{FF2B5EF4-FFF2-40B4-BE49-F238E27FC236}">
                    <a16:creationId xmlns:a16="http://schemas.microsoft.com/office/drawing/2014/main" id="{0E9220DB-7F6F-1F0C-9ECE-0DF9A9F335F8}"/>
                  </a:ext>
                </a:extLst>
              </p:cNvPr>
              <p:cNvSpPr/>
              <p:nvPr/>
            </p:nvSpPr>
            <p:spPr>
              <a:xfrm>
                <a:off x="215680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0" name="ph6451">
                <a:extLst>
                  <a:ext uri="{FF2B5EF4-FFF2-40B4-BE49-F238E27FC236}">
                    <a16:creationId xmlns:a16="http://schemas.microsoft.com/office/drawing/2014/main" id="{2690A8EC-0CCB-3FF2-9FC0-A6D6B78ACF6A}"/>
                  </a:ext>
                </a:extLst>
              </p:cNvPr>
              <p:cNvSpPr/>
              <p:nvPr/>
            </p:nvSpPr>
            <p:spPr>
              <a:xfrm>
                <a:off x="216624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1" name="ph6452">
                <a:extLst>
                  <a:ext uri="{FF2B5EF4-FFF2-40B4-BE49-F238E27FC236}">
                    <a16:creationId xmlns:a16="http://schemas.microsoft.com/office/drawing/2014/main" id="{8F1910E8-A897-3BE5-33AE-680111E5F828}"/>
                  </a:ext>
                </a:extLst>
              </p:cNvPr>
              <p:cNvSpPr/>
              <p:nvPr/>
            </p:nvSpPr>
            <p:spPr>
              <a:xfrm>
                <a:off x="217568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2" name="ph6453">
                <a:extLst>
                  <a:ext uri="{FF2B5EF4-FFF2-40B4-BE49-F238E27FC236}">
                    <a16:creationId xmlns:a16="http://schemas.microsoft.com/office/drawing/2014/main" id="{8D40FAC2-7551-D245-FD63-87C15CD07CA1}"/>
                  </a:ext>
                </a:extLst>
              </p:cNvPr>
              <p:cNvSpPr/>
              <p:nvPr/>
            </p:nvSpPr>
            <p:spPr>
              <a:xfrm>
                <a:off x="218512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3" name="ph6454">
                <a:extLst>
                  <a:ext uri="{FF2B5EF4-FFF2-40B4-BE49-F238E27FC236}">
                    <a16:creationId xmlns:a16="http://schemas.microsoft.com/office/drawing/2014/main" id="{C54FB4D7-9A2F-A5CA-67AB-C4123115C63D}"/>
                  </a:ext>
                </a:extLst>
              </p:cNvPr>
              <p:cNvSpPr/>
              <p:nvPr/>
            </p:nvSpPr>
            <p:spPr>
              <a:xfrm>
                <a:off x="219456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4" name="ph6455">
                <a:extLst>
                  <a:ext uri="{FF2B5EF4-FFF2-40B4-BE49-F238E27FC236}">
                    <a16:creationId xmlns:a16="http://schemas.microsoft.com/office/drawing/2014/main" id="{9186635D-CF08-51B7-B36E-42EC40DB4688}"/>
                  </a:ext>
                </a:extLst>
              </p:cNvPr>
              <p:cNvSpPr/>
              <p:nvPr/>
            </p:nvSpPr>
            <p:spPr>
              <a:xfrm>
                <a:off x="220400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5" name="ph6456">
                <a:extLst>
                  <a:ext uri="{FF2B5EF4-FFF2-40B4-BE49-F238E27FC236}">
                    <a16:creationId xmlns:a16="http://schemas.microsoft.com/office/drawing/2014/main" id="{0322D7B2-2622-7B3A-3F1E-220E87148D13}"/>
                  </a:ext>
                </a:extLst>
              </p:cNvPr>
              <p:cNvSpPr/>
              <p:nvPr/>
            </p:nvSpPr>
            <p:spPr>
              <a:xfrm>
                <a:off x="221344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A87">
                  <a:alpha val="100000"/>
                </a:srgbClr>
              </a:solidFill>
              <a:ln w="5420" cap="flat">
                <a:solidFill>
                  <a:srgbClr val="FEDA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6" name="ph6457">
                <a:extLst>
                  <a:ext uri="{FF2B5EF4-FFF2-40B4-BE49-F238E27FC236}">
                    <a16:creationId xmlns:a16="http://schemas.microsoft.com/office/drawing/2014/main" id="{F8A8716A-40A4-77D7-5688-CFA0BECFD982}"/>
                  </a:ext>
                </a:extLst>
              </p:cNvPr>
              <p:cNvSpPr/>
              <p:nvPr/>
            </p:nvSpPr>
            <p:spPr>
              <a:xfrm>
                <a:off x="222288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886">
                  <a:alpha val="100000"/>
                </a:srgbClr>
              </a:solidFill>
              <a:ln w="5420" cap="flat">
                <a:solidFill>
                  <a:srgbClr val="FFD8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7" name="ph6458">
                <a:extLst>
                  <a:ext uri="{FF2B5EF4-FFF2-40B4-BE49-F238E27FC236}">
                    <a16:creationId xmlns:a16="http://schemas.microsoft.com/office/drawing/2014/main" id="{91AB060D-9EB0-29DB-A11D-5E0D0EC6E2B0}"/>
                  </a:ext>
                </a:extLst>
              </p:cNvPr>
              <p:cNvSpPr/>
              <p:nvPr/>
            </p:nvSpPr>
            <p:spPr>
              <a:xfrm>
                <a:off x="223232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8" name="ph6459">
                <a:extLst>
                  <a:ext uri="{FF2B5EF4-FFF2-40B4-BE49-F238E27FC236}">
                    <a16:creationId xmlns:a16="http://schemas.microsoft.com/office/drawing/2014/main" id="{0A210EFF-642D-531D-54CB-B00045702316}"/>
                  </a:ext>
                </a:extLst>
              </p:cNvPr>
              <p:cNvSpPr/>
              <p:nvPr/>
            </p:nvSpPr>
            <p:spPr>
              <a:xfrm>
                <a:off x="224176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9" name="ph6460">
                <a:extLst>
                  <a:ext uri="{FF2B5EF4-FFF2-40B4-BE49-F238E27FC236}">
                    <a16:creationId xmlns:a16="http://schemas.microsoft.com/office/drawing/2014/main" id="{04870F31-F94B-4E24-54E9-907F91753D8B}"/>
                  </a:ext>
                </a:extLst>
              </p:cNvPr>
              <p:cNvSpPr/>
              <p:nvPr/>
            </p:nvSpPr>
            <p:spPr>
              <a:xfrm>
                <a:off x="225120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0" name="ph6461">
                <a:extLst>
                  <a:ext uri="{FF2B5EF4-FFF2-40B4-BE49-F238E27FC236}">
                    <a16:creationId xmlns:a16="http://schemas.microsoft.com/office/drawing/2014/main" id="{6372D965-F1B4-F3F5-E183-E5033CC3D07B}"/>
                  </a:ext>
                </a:extLst>
              </p:cNvPr>
              <p:cNvSpPr/>
              <p:nvPr/>
            </p:nvSpPr>
            <p:spPr>
              <a:xfrm>
                <a:off x="226064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1" name="ph6462">
                <a:extLst>
                  <a:ext uri="{FF2B5EF4-FFF2-40B4-BE49-F238E27FC236}">
                    <a16:creationId xmlns:a16="http://schemas.microsoft.com/office/drawing/2014/main" id="{B2EBD20C-1632-0EE2-230B-A40A38E39192}"/>
                  </a:ext>
                </a:extLst>
              </p:cNvPr>
              <p:cNvSpPr/>
              <p:nvPr/>
            </p:nvSpPr>
            <p:spPr>
              <a:xfrm>
                <a:off x="227008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2" name="ph6463">
                <a:extLst>
                  <a:ext uri="{FF2B5EF4-FFF2-40B4-BE49-F238E27FC236}">
                    <a16:creationId xmlns:a16="http://schemas.microsoft.com/office/drawing/2014/main" id="{335953C6-3AEE-0146-7E76-E0CA411C0C35}"/>
                  </a:ext>
                </a:extLst>
              </p:cNvPr>
              <p:cNvSpPr/>
              <p:nvPr/>
            </p:nvSpPr>
            <p:spPr>
              <a:xfrm>
                <a:off x="227952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584">
                  <a:alpha val="100000"/>
                </a:srgbClr>
              </a:solidFill>
              <a:ln w="5420" cap="flat">
                <a:solidFill>
                  <a:srgbClr val="FFD5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3" name="ph6464">
                <a:extLst>
                  <a:ext uri="{FF2B5EF4-FFF2-40B4-BE49-F238E27FC236}">
                    <a16:creationId xmlns:a16="http://schemas.microsoft.com/office/drawing/2014/main" id="{AD0A6E23-AF84-B72D-84AE-F7804E8DA81A}"/>
                  </a:ext>
                </a:extLst>
              </p:cNvPr>
              <p:cNvSpPr/>
              <p:nvPr/>
            </p:nvSpPr>
            <p:spPr>
              <a:xfrm>
                <a:off x="228896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685">
                  <a:alpha val="100000"/>
                </a:srgbClr>
              </a:solidFill>
              <a:ln w="5420" cap="flat">
                <a:solidFill>
                  <a:srgbClr val="FFD6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4" name="ph6465">
                <a:extLst>
                  <a:ext uri="{FF2B5EF4-FFF2-40B4-BE49-F238E27FC236}">
                    <a16:creationId xmlns:a16="http://schemas.microsoft.com/office/drawing/2014/main" id="{28E9E938-27EF-7CB0-9411-A8B21A1D5A47}"/>
                  </a:ext>
                </a:extLst>
              </p:cNvPr>
              <p:cNvSpPr/>
              <p:nvPr/>
            </p:nvSpPr>
            <p:spPr>
              <a:xfrm>
                <a:off x="229840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D785">
                  <a:alpha val="100000"/>
                </a:srgbClr>
              </a:solidFill>
              <a:ln w="5420" cap="flat">
                <a:solidFill>
                  <a:srgbClr val="FFD7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5" name="ph6466">
                <a:extLst>
                  <a:ext uri="{FF2B5EF4-FFF2-40B4-BE49-F238E27FC236}">
                    <a16:creationId xmlns:a16="http://schemas.microsoft.com/office/drawing/2014/main" id="{01D054CB-74A0-AF04-D2C4-E8FE8146EBBB}"/>
                  </a:ext>
                </a:extLst>
              </p:cNvPr>
              <p:cNvSpPr/>
              <p:nvPr/>
            </p:nvSpPr>
            <p:spPr>
              <a:xfrm>
                <a:off x="230784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986">
                  <a:alpha val="100000"/>
                </a:srgbClr>
              </a:solidFill>
              <a:ln w="5420" cap="flat">
                <a:solidFill>
                  <a:srgbClr val="FED9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6" name="ph6467">
                <a:extLst>
                  <a:ext uri="{FF2B5EF4-FFF2-40B4-BE49-F238E27FC236}">
                    <a16:creationId xmlns:a16="http://schemas.microsoft.com/office/drawing/2014/main" id="{1E21571D-1C88-16C2-B9E2-384CA11E3AC3}"/>
                  </a:ext>
                </a:extLst>
              </p:cNvPr>
              <p:cNvSpPr/>
              <p:nvPr/>
            </p:nvSpPr>
            <p:spPr>
              <a:xfrm>
                <a:off x="231728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7" name="ph6468">
                <a:extLst>
                  <a:ext uri="{FF2B5EF4-FFF2-40B4-BE49-F238E27FC236}">
                    <a16:creationId xmlns:a16="http://schemas.microsoft.com/office/drawing/2014/main" id="{43A64B7E-EC01-C9DE-D3E4-C2BD272943B0}"/>
                  </a:ext>
                </a:extLst>
              </p:cNvPr>
              <p:cNvSpPr/>
              <p:nvPr/>
            </p:nvSpPr>
            <p:spPr>
              <a:xfrm>
                <a:off x="232672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8" name="ph6469">
                <a:extLst>
                  <a:ext uri="{FF2B5EF4-FFF2-40B4-BE49-F238E27FC236}">
                    <a16:creationId xmlns:a16="http://schemas.microsoft.com/office/drawing/2014/main" id="{24D9BFC7-258C-8336-7E4A-113FB304A0D3}"/>
                  </a:ext>
                </a:extLst>
              </p:cNvPr>
              <p:cNvSpPr/>
              <p:nvPr/>
            </p:nvSpPr>
            <p:spPr>
              <a:xfrm>
                <a:off x="233616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9" name="ph6470">
                <a:extLst>
                  <a:ext uri="{FF2B5EF4-FFF2-40B4-BE49-F238E27FC236}">
                    <a16:creationId xmlns:a16="http://schemas.microsoft.com/office/drawing/2014/main" id="{E14639A2-5F05-C349-308D-DB2E24DBC696}"/>
                  </a:ext>
                </a:extLst>
              </p:cNvPr>
              <p:cNvSpPr/>
              <p:nvPr/>
            </p:nvSpPr>
            <p:spPr>
              <a:xfrm>
                <a:off x="234560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0" name="ph6471">
                <a:extLst>
                  <a:ext uri="{FF2B5EF4-FFF2-40B4-BE49-F238E27FC236}">
                    <a16:creationId xmlns:a16="http://schemas.microsoft.com/office/drawing/2014/main" id="{DF4290BE-E990-F5A6-71E4-557AA2F6C362}"/>
                  </a:ext>
                </a:extLst>
              </p:cNvPr>
              <p:cNvSpPr/>
              <p:nvPr/>
            </p:nvSpPr>
            <p:spPr>
              <a:xfrm>
                <a:off x="235504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1" name="ph6472">
                <a:extLst>
                  <a:ext uri="{FF2B5EF4-FFF2-40B4-BE49-F238E27FC236}">
                    <a16:creationId xmlns:a16="http://schemas.microsoft.com/office/drawing/2014/main" id="{80674858-928B-BE09-7FBB-25FADD6629DE}"/>
                  </a:ext>
                </a:extLst>
              </p:cNvPr>
              <p:cNvSpPr/>
              <p:nvPr/>
            </p:nvSpPr>
            <p:spPr>
              <a:xfrm>
                <a:off x="236448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2" name="ph6473">
                <a:extLst>
                  <a:ext uri="{FF2B5EF4-FFF2-40B4-BE49-F238E27FC236}">
                    <a16:creationId xmlns:a16="http://schemas.microsoft.com/office/drawing/2014/main" id="{6F0F3945-9AC4-71B4-AF1B-8FC405308F61}"/>
                  </a:ext>
                </a:extLst>
              </p:cNvPr>
              <p:cNvSpPr/>
              <p:nvPr/>
            </p:nvSpPr>
            <p:spPr>
              <a:xfrm>
                <a:off x="237392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3" name="ph6474">
                <a:extLst>
                  <a:ext uri="{FF2B5EF4-FFF2-40B4-BE49-F238E27FC236}">
                    <a16:creationId xmlns:a16="http://schemas.microsoft.com/office/drawing/2014/main" id="{A9DBA1C9-3781-63A4-F8A8-BE5040658D92}"/>
                  </a:ext>
                </a:extLst>
              </p:cNvPr>
              <p:cNvSpPr/>
              <p:nvPr/>
            </p:nvSpPr>
            <p:spPr>
              <a:xfrm>
                <a:off x="238336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4" name="ph6475">
                <a:extLst>
                  <a:ext uri="{FF2B5EF4-FFF2-40B4-BE49-F238E27FC236}">
                    <a16:creationId xmlns:a16="http://schemas.microsoft.com/office/drawing/2014/main" id="{5CA5FEE9-3151-D708-1711-014052813E83}"/>
                  </a:ext>
                </a:extLst>
              </p:cNvPr>
              <p:cNvSpPr/>
              <p:nvPr/>
            </p:nvSpPr>
            <p:spPr>
              <a:xfrm>
                <a:off x="239280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5" name="ph6476">
                <a:extLst>
                  <a:ext uri="{FF2B5EF4-FFF2-40B4-BE49-F238E27FC236}">
                    <a16:creationId xmlns:a16="http://schemas.microsoft.com/office/drawing/2014/main" id="{06E21FCD-2776-F3FC-4006-D8DDA204293D}"/>
                  </a:ext>
                </a:extLst>
              </p:cNvPr>
              <p:cNvSpPr/>
              <p:nvPr/>
            </p:nvSpPr>
            <p:spPr>
              <a:xfrm>
                <a:off x="240224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6" name="ph6477">
                <a:extLst>
                  <a:ext uri="{FF2B5EF4-FFF2-40B4-BE49-F238E27FC236}">
                    <a16:creationId xmlns:a16="http://schemas.microsoft.com/office/drawing/2014/main" id="{EA939138-0206-E02F-8E70-66DE2705DAC4}"/>
                  </a:ext>
                </a:extLst>
              </p:cNvPr>
              <p:cNvSpPr/>
              <p:nvPr/>
            </p:nvSpPr>
            <p:spPr>
              <a:xfrm>
                <a:off x="241168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7" name="ph6478">
                <a:extLst>
                  <a:ext uri="{FF2B5EF4-FFF2-40B4-BE49-F238E27FC236}">
                    <a16:creationId xmlns:a16="http://schemas.microsoft.com/office/drawing/2014/main" id="{10B77A78-A22D-A772-DED7-CBA0F82B8819}"/>
                  </a:ext>
                </a:extLst>
              </p:cNvPr>
              <p:cNvSpPr/>
              <p:nvPr/>
            </p:nvSpPr>
            <p:spPr>
              <a:xfrm>
                <a:off x="242112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8" name="ph6479">
                <a:extLst>
                  <a:ext uri="{FF2B5EF4-FFF2-40B4-BE49-F238E27FC236}">
                    <a16:creationId xmlns:a16="http://schemas.microsoft.com/office/drawing/2014/main" id="{6C365925-2276-E9C5-C68A-43293E203E08}"/>
                  </a:ext>
                </a:extLst>
              </p:cNvPr>
              <p:cNvSpPr/>
              <p:nvPr/>
            </p:nvSpPr>
            <p:spPr>
              <a:xfrm>
                <a:off x="2430569" y="1342012"/>
                <a:ext cx="92111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117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191" y="896830"/>
                    </a:lnTo>
                    <a:lnTo>
                      <a:pt x="920492" y="900727"/>
                    </a:lnTo>
                    <a:lnTo>
                      <a:pt x="921028" y="911804"/>
                    </a:lnTo>
                    <a:lnTo>
                      <a:pt x="921039" y="912124"/>
                    </a:lnTo>
                    <a:lnTo>
                      <a:pt x="921050" y="912446"/>
                    </a:lnTo>
                    <a:lnTo>
                      <a:pt x="921061" y="912767"/>
                    </a:lnTo>
                    <a:lnTo>
                      <a:pt x="921072" y="913088"/>
                    </a:lnTo>
                    <a:lnTo>
                      <a:pt x="921083" y="913410"/>
                    </a:lnTo>
                    <a:lnTo>
                      <a:pt x="921094" y="913731"/>
                    </a:lnTo>
                    <a:lnTo>
                      <a:pt x="921105" y="914052"/>
                    </a:lnTo>
                    <a:lnTo>
                      <a:pt x="921117" y="91439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9" name="ph6480">
                <a:extLst>
                  <a:ext uri="{FF2B5EF4-FFF2-40B4-BE49-F238E27FC236}">
                    <a16:creationId xmlns:a16="http://schemas.microsoft.com/office/drawing/2014/main" id="{4A5EE2CE-A9C2-CCBB-1D58-6E6848CC782F}"/>
                  </a:ext>
                </a:extLst>
              </p:cNvPr>
              <p:cNvSpPr/>
              <p:nvPr/>
            </p:nvSpPr>
            <p:spPr>
              <a:xfrm>
                <a:off x="3166907" y="134201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21" y="914399"/>
                    </a:lnTo>
                    <a:lnTo>
                      <a:pt x="912360" y="911355"/>
                    </a:lnTo>
                    <a:lnTo>
                      <a:pt x="914400" y="908474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0" name="ph6481">
                <a:extLst>
                  <a:ext uri="{FF2B5EF4-FFF2-40B4-BE49-F238E27FC236}">
                    <a16:creationId xmlns:a16="http://schemas.microsoft.com/office/drawing/2014/main" id="{377A06C8-7531-C91E-482B-03E994EED224}"/>
                  </a:ext>
                </a:extLst>
              </p:cNvPr>
              <p:cNvSpPr/>
              <p:nvPr/>
            </p:nvSpPr>
            <p:spPr>
              <a:xfrm>
                <a:off x="3176348" y="132444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044"/>
                    </a:lnTo>
                    <a:lnTo>
                      <a:pt x="907601" y="922313"/>
                    </a:lnTo>
                    <a:lnTo>
                      <a:pt x="912461" y="916162"/>
                    </a:lnTo>
                    <a:lnTo>
                      <a:pt x="914022" y="91439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1" name="ph6482">
                <a:extLst>
                  <a:ext uri="{FF2B5EF4-FFF2-40B4-BE49-F238E27FC236}">
                    <a16:creationId xmlns:a16="http://schemas.microsoft.com/office/drawing/2014/main" id="{2559FC54-55A9-D1AD-39D0-A4555027DBE0}"/>
                  </a:ext>
                </a:extLst>
              </p:cNvPr>
              <p:cNvSpPr/>
              <p:nvPr/>
            </p:nvSpPr>
            <p:spPr>
              <a:xfrm>
                <a:off x="317634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2" name="ph6483">
                <a:extLst>
                  <a:ext uri="{FF2B5EF4-FFF2-40B4-BE49-F238E27FC236}">
                    <a16:creationId xmlns:a16="http://schemas.microsoft.com/office/drawing/2014/main" id="{CBABBF4F-6154-3047-707F-490A67281F25}"/>
                  </a:ext>
                </a:extLst>
              </p:cNvPr>
              <p:cNvSpPr/>
              <p:nvPr/>
            </p:nvSpPr>
            <p:spPr>
              <a:xfrm>
                <a:off x="318578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3" name="ph6484">
                <a:extLst>
                  <a:ext uri="{FF2B5EF4-FFF2-40B4-BE49-F238E27FC236}">
                    <a16:creationId xmlns:a16="http://schemas.microsoft.com/office/drawing/2014/main" id="{274D14B5-8283-C5A5-2370-C1DEB2F450F2}"/>
                  </a:ext>
                </a:extLst>
              </p:cNvPr>
              <p:cNvSpPr/>
              <p:nvPr/>
            </p:nvSpPr>
            <p:spPr>
              <a:xfrm>
                <a:off x="319522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4" name="ph6485">
                <a:extLst>
                  <a:ext uri="{FF2B5EF4-FFF2-40B4-BE49-F238E27FC236}">
                    <a16:creationId xmlns:a16="http://schemas.microsoft.com/office/drawing/2014/main" id="{BDAD5760-EB97-95B1-0726-483EB354AC59}"/>
                  </a:ext>
                </a:extLst>
              </p:cNvPr>
              <p:cNvSpPr/>
              <p:nvPr/>
            </p:nvSpPr>
            <p:spPr>
              <a:xfrm>
                <a:off x="320466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5" name="ph6486">
                <a:extLst>
                  <a:ext uri="{FF2B5EF4-FFF2-40B4-BE49-F238E27FC236}">
                    <a16:creationId xmlns:a16="http://schemas.microsoft.com/office/drawing/2014/main" id="{5DEAD3FE-F171-01AC-D2DD-4A3820EFBA0C}"/>
                  </a:ext>
                </a:extLst>
              </p:cNvPr>
              <p:cNvSpPr/>
              <p:nvPr/>
            </p:nvSpPr>
            <p:spPr>
              <a:xfrm>
                <a:off x="321410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6" name="ph6487">
                <a:extLst>
                  <a:ext uri="{FF2B5EF4-FFF2-40B4-BE49-F238E27FC236}">
                    <a16:creationId xmlns:a16="http://schemas.microsoft.com/office/drawing/2014/main" id="{993907F2-530E-50B1-9635-6220648F718B}"/>
                  </a:ext>
                </a:extLst>
              </p:cNvPr>
              <p:cNvSpPr/>
              <p:nvPr/>
            </p:nvSpPr>
            <p:spPr>
              <a:xfrm>
                <a:off x="322354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7" name="ph6488">
                <a:extLst>
                  <a:ext uri="{FF2B5EF4-FFF2-40B4-BE49-F238E27FC236}">
                    <a16:creationId xmlns:a16="http://schemas.microsoft.com/office/drawing/2014/main" id="{06CC07BC-B457-081B-5C60-46E04C4640A1}"/>
                  </a:ext>
                </a:extLst>
              </p:cNvPr>
              <p:cNvSpPr/>
              <p:nvPr/>
            </p:nvSpPr>
            <p:spPr>
              <a:xfrm>
                <a:off x="323298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8" name="ph6489">
                <a:extLst>
                  <a:ext uri="{FF2B5EF4-FFF2-40B4-BE49-F238E27FC236}">
                    <a16:creationId xmlns:a16="http://schemas.microsoft.com/office/drawing/2014/main" id="{A9F04BCB-8BE4-1CFA-9B98-F474E060B495}"/>
                  </a:ext>
                </a:extLst>
              </p:cNvPr>
              <p:cNvSpPr/>
              <p:nvPr/>
            </p:nvSpPr>
            <p:spPr>
              <a:xfrm>
                <a:off x="324242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9" name="ph6490">
                <a:extLst>
                  <a:ext uri="{FF2B5EF4-FFF2-40B4-BE49-F238E27FC236}">
                    <a16:creationId xmlns:a16="http://schemas.microsoft.com/office/drawing/2014/main" id="{19A954E1-D5D8-1667-C482-F0DA6D429900}"/>
                  </a:ext>
                </a:extLst>
              </p:cNvPr>
              <p:cNvSpPr/>
              <p:nvPr/>
            </p:nvSpPr>
            <p:spPr>
              <a:xfrm>
                <a:off x="325187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0" name="ph6491">
                <a:extLst>
                  <a:ext uri="{FF2B5EF4-FFF2-40B4-BE49-F238E27FC236}">
                    <a16:creationId xmlns:a16="http://schemas.microsoft.com/office/drawing/2014/main" id="{FD9ED651-F797-3171-A193-0F2AB26C243E}"/>
                  </a:ext>
                </a:extLst>
              </p:cNvPr>
              <p:cNvSpPr/>
              <p:nvPr/>
            </p:nvSpPr>
            <p:spPr>
              <a:xfrm>
                <a:off x="326131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1" name="ph6492">
                <a:extLst>
                  <a:ext uri="{FF2B5EF4-FFF2-40B4-BE49-F238E27FC236}">
                    <a16:creationId xmlns:a16="http://schemas.microsoft.com/office/drawing/2014/main" id="{C347E7F0-119A-E6BA-9D1C-B73B5E812713}"/>
                  </a:ext>
                </a:extLst>
              </p:cNvPr>
              <p:cNvSpPr/>
              <p:nvPr/>
            </p:nvSpPr>
            <p:spPr>
              <a:xfrm>
                <a:off x="327075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2" name="ph6493">
                <a:extLst>
                  <a:ext uri="{FF2B5EF4-FFF2-40B4-BE49-F238E27FC236}">
                    <a16:creationId xmlns:a16="http://schemas.microsoft.com/office/drawing/2014/main" id="{D085295A-18FE-A225-8B16-6200F919712D}"/>
                  </a:ext>
                </a:extLst>
              </p:cNvPr>
              <p:cNvSpPr/>
              <p:nvPr/>
            </p:nvSpPr>
            <p:spPr>
              <a:xfrm>
                <a:off x="328019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3" name="ph6494">
                <a:extLst>
                  <a:ext uri="{FF2B5EF4-FFF2-40B4-BE49-F238E27FC236}">
                    <a16:creationId xmlns:a16="http://schemas.microsoft.com/office/drawing/2014/main" id="{13FE3D7A-D964-FDB4-6653-2342EA6D8764}"/>
                  </a:ext>
                </a:extLst>
              </p:cNvPr>
              <p:cNvSpPr/>
              <p:nvPr/>
            </p:nvSpPr>
            <p:spPr>
              <a:xfrm>
                <a:off x="328963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4" name="ph6495">
                <a:extLst>
                  <a:ext uri="{FF2B5EF4-FFF2-40B4-BE49-F238E27FC236}">
                    <a16:creationId xmlns:a16="http://schemas.microsoft.com/office/drawing/2014/main" id="{D609D350-A68D-2BAA-F6A8-B631613B44C5}"/>
                  </a:ext>
                </a:extLst>
              </p:cNvPr>
              <p:cNvSpPr/>
              <p:nvPr/>
            </p:nvSpPr>
            <p:spPr>
              <a:xfrm>
                <a:off x="329907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5" name="ph6496">
                <a:extLst>
                  <a:ext uri="{FF2B5EF4-FFF2-40B4-BE49-F238E27FC236}">
                    <a16:creationId xmlns:a16="http://schemas.microsoft.com/office/drawing/2014/main" id="{2BDF2200-138B-F931-2B46-C697F74F7E92}"/>
                  </a:ext>
                </a:extLst>
              </p:cNvPr>
              <p:cNvSpPr/>
              <p:nvPr/>
            </p:nvSpPr>
            <p:spPr>
              <a:xfrm>
                <a:off x="330851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6" name="ph6497">
                <a:extLst>
                  <a:ext uri="{FF2B5EF4-FFF2-40B4-BE49-F238E27FC236}">
                    <a16:creationId xmlns:a16="http://schemas.microsoft.com/office/drawing/2014/main" id="{D6666D7D-9F1C-B8A6-93C8-1A9E457A084C}"/>
                  </a:ext>
                </a:extLst>
              </p:cNvPr>
              <p:cNvSpPr/>
              <p:nvPr/>
            </p:nvSpPr>
            <p:spPr>
              <a:xfrm>
                <a:off x="331795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7" name="ph6498">
                <a:extLst>
                  <a:ext uri="{FF2B5EF4-FFF2-40B4-BE49-F238E27FC236}">
                    <a16:creationId xmlns:a16="http://schemas.microsoft.com/office/drawing/2014/main" id="{3881075E-850F-D099-3EF2-C050165E51C7}"/>
                  </a:ext>
                </a:extLst>
              </p:cNvPr>
              <p:cNvSpPr/>
              <p:nvPr/>
            </p:nvSpPr>
            <p:spPr>
              <a:xfrm>
                <a:off x="332739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8" name="ph6499">
                <a:extLst>
                  <a:ext uri="{FF2B5EF4-FFF2-40B4-BE49-F238E27FC236}">
                    <a16:creationId xmlns:a16="http://schemas.microsoft.com/office/drawing/2014/main" id="{F71DFA12-CFF5-106C-19EB-13764B45B8AA}"/>
                  </a:ext>
                </a:extLst>
              </p:cNvPr>
              <p:cNvSpPr/>
              <p:nvPr/>
            </p:nvSpPr>
            <p:spPr>
              <a:xfrm>
                <a:off x="333683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9" name="ph6500">
                <a:extLst>
                  <a:ext uri="{FF2B5EF4-FFF2-40B4-BE49-F238E27FC236}">
                    <a16:creationId xmlns:a16="http://schemas.microsoft.com/office/drawing/2014/main" id="{A13ABAFB-8EC0-F335-4D9B-4D50472268C4}"/>
                  </a:ext>
                </a:extLst>
              </p:cNvPr>
              <p:cNvSpPr/>
              <p:nvPr/>
            </p:nvSpPr>
            <p:spPr>
              <a:xfrm>
                <a:off x="334627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0" name="ph6501">
                <a:extLst>
                  <a:ext uri="{FF2B5EF4-FFF2-40B4-BE49-F238E27FC236}">
                    <a16:creationId xmlns:a16="http://schemas.microsoft.com/office/drawing/2014/main" id="{34E56B3E-EDA4-7A12-2505-730393F34D80}"/>
                  </a:ext>
                </a:extLst>
              </p:cNvPr>
              <p:cNvSpPr/>
              <p:nvPr/>
            </p:nvSpPr>
            <p:spPr>
              <a:xfrm>
                <a:off x="335571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1" name="ph6502">
                <a:extLst>
                  <a:ext uri="{FF2B5EF4-FFF2-40B4-BE49-F238E27FC236}">
                    <a16:creationId xmlns:a16="http://schemas.microsoft.com/office/drawing/2014/main" id="{90D45957-DDBD-6D7F-E782-B884FF8D63BC}"/>
                  </a:ext>
                </a:extLst>
              </p:cNvPr>
              <p:cNvSpPr/>
              <p:nvPr/>
            </p:nvSpPr>
            <p:spPr>
              <a:xfrm>
                <a:off x="336515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2" name="ph6503">
                <a:extLst>
                  <a:ext uri="{FF2B5EF4-FFF2-40B4-BE49-F238E27FC236}">
                    <a16:creationId xmlns:a16="http://schemas.microsoft.com/office/drawing/2014/main" id="{4C54416E-8898-0CF4-2045-C8B3D39A7230}"/>
                  </a:ext>
                </a:extLst>
              </p:cNvPr>
              <p:cNvSpPr/>
              <p:nvPr/>
            </p:nvSpPr>
            <p:spPr>
              <a:xfrm>
                <a:off x="337459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3" name="ph6504">
                <a:extLst>
                  <a:ext uri="{FF2B5EF4-FFF2-40B4-BE49-F238E27FC236}">
                    <a16:creationId xmlns:a16="http://schemas.microsoft.com/office/drawing/2014/main" id="{EC024BB2-27C5-0859-9F99-D898AEDEA13C}"/>
                  </a:ext>
                </a:extLst>
              </p:cNvPr>
              <p:cNvSpPr/>
              <p:nvPr/>
            </p:nvSpPr>
            <p:spPr>
              <a:xfrm>
                <a:off x="338403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4" name="ph6505">
                <a:extLst>
                  <a:ext uri="{FF2B5EF4-FFF2-40B4-BE49-F238E27FC236}">
                    <a16:creationId xmlns:a16="http://schemas.microsoft.com/office/drawing/2014/main" id="{4D06C373-3C9A-B181-E89F-914C09D5CB53}"/>
                  </a:ext>
                </a:extLst>
              </p:cNvPr>
              <p:cNvSpPr/>
              <p:nvPr/>
            </p:nvSpPr>
            <p:spPr>
              <a:xfrm>
                <a:off x="339347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5" name="ph6506">
                <a:extLst>
                  <a:ext uri="{FF2B5EF4-FFF2-40B4-BE49-F238E27FC236}">
                    <a16:creationId xmlns:a16="http://schemas.microsoft.com/office/drawing/2014/main" id="{BA67038D-F07B-15F9-72A4-B4266F6DBE53}"/>
                  </a:ext>
                </a:extLst>
              </p:cNvPr>
              <p:cNvSpPr/>
              <p:nvPr/>
            </p:nvSpPr>
            <p:spPr>
              <a:xfrm>
                <a:off x="340291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6" name="ph6507">
                <a:extLst>
                  <a:ext uri="{FF2B5EF4-FFF2-40B4-BE49-F238E27FC236}">
                    <a16:creationId xmlns:a16="http://schemas.microsoft.com/office/drawing/2014/main" id="{BE8BCA38-7F7B-1765-B31B-FE1B5B6BEF92}"/>
                  </a:ext>
                </a:extLst>
              </p:cNvPr>
              <p:cNvSpPr/>
              <p:nvPr/>
            </p:nvSpPr>
            <p:spPr>
              <a:xfrm>
                <a:off x="341235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7" name="ph6508">
                <a:extLst>
                  <a:ext uri="{FF2B5EF4-FFF2-40B4-BE49-F238E27FC236}">
                    <a16:creationId xmlns:a16="http://schemas.microsoft.com/office/drawing/2014/main" id="{5A043695-2B5B-50FE-A5AF-2E9D58AF69F9}"/>
                  </a:ext>
                </a:extLst>
              </p:cNvPr>
              <p:cNvSpPr/>
              <p:nvPr/>
            </p:nvSpPr>
            <p:spPr>
              <a:xfrm>
                <a:off x="342179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8" name="ph6509">
                <a:extLst>
                  <a:ext uri="{FF2B5EF4-FFF2-40B4-BE49-F238E27FC236}">
                    <a16:creationId xmlns:a16="http://schemas.microsoft.com/office/drawing/2014/main" id="{422C7FB7-FA73-63B5-2338-F753542D1F14}"/>
                  </a:ext>
                </a:extLst>
              </p:cNvPr>
              <p:cNvSpPr/>
              <p:nvPr/>
            </p:nvSpPr>
            <p:spPr>
              <a:xfrm>
                <a:off x="343123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9" name="ph6510">
                <a:extLst>
                  <a:ext uri="{FF2B5EF4-FFF2-40B4-BE49-F238E27FC236}">
                    <a16:creationId xmlns:a16="http://schemas.microsoft.com/office/drawing/2014/main" id="{4530280C-12A7-3271-1055-5ABFB34C2E68}"/>
                  </a:ext>
                </a:extLst>
              </p:cNvPr>
              <p:cNvSpPr/>
              <p:nvPr/>
            </p:nvSpPr>
            <p:spPr>
              <a:xfrm>
                <a:off x="344067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0" name="ph6511">
                <a:extLst>
                  <a:ext uri="{FF2B5EF4-FFF2-40B4-BE49-F238E27FC236}">
                    <a16:creationId xmlns:a16="http://schemas.microsoft.com/office/drawing/2014/main" id="{E40246E7-E41D-5461-F221-36C5BF80D530}"/>
                  </a:ext>
                </a:extLst>
              </p:cNvPr>
              <p:cNvSpPr/>
              <p:nvPr/>
            </p:nvSpPr>
            <p:spPr>
              <a:xfrm>
                <a:off x="345011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1" name="ph6512">
                <a:extLst>
                  <a:ext uri="{FF2B5EF4-FFF2-40B4-BE49-F238E27FC236}">
                    <a16:creationId xmlns:a16="http://schemas.microsoft.com/office/drawing/2014/main" id="{597DD032-7E7D-88C4-97F9-A9C7E3787C5A}"/>
                  </a:ext>
                </a:extLst>
              </p:cNvPr>
              <p:cNvSpPr/>
              <p:nvPr/>
            </p:nvSpPr>
            <p:spPr>
              <a:xfrm>
                <a:off x="345955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2" name="ph6513">
                <a:extLst>
                  <a:ext uri="{FF2B5EF4-FFF2-40B4-BE49-F238E27FC236}">
                    <a16:creationId xmlns:a16="http://schemas.microsoft.com/office/drawing/2014/main" id="{1E7EE4DE-3564-22BB-7386-30C93F73EC81}"/>
                  </a:ext>
                </a:extLst>
              </p:cNvPr>
              <p:cNvSpPr/>
              <p:nvPr/>
            </p:nvSpPr>
            <p:spPr>
              <a:xfrm>
                <a:off x="346899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3" name="ph6514">
                <a:extLst>
                  <a:ext uri="{FF2B5EF4-FFF2-40B4-BE49-F238E27FC236}">
                    <a16:creationId xmlns:a16="http://schemas.microsoft.com/office/drawing/2014/main" id="{D98F2FBA-B77E-3F76-A56C-0B9994E030A1}"/>
                  </a:ext>
                </a:extLst>
              </p:cNvPr>
              <p:cNvSpPr/>
              <p:nvPr/>
            </p:nvSpPr>
            <p:spPr>
              <a:xfrm>
                <a:off x="347843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4" name="ph6515">
                <a:extLst>
                  <a:ext uri="{FF2B5EF4-FFF2-40B4-BE49-F238E27FC236}">
                    <a16:creationId xmlns:a16="http://schemas.microsoft.com/office/drawing/2014/main" id="{9815F0F7-1504-72B9-D3AD-CB65D2EC9DCF}"/>
                  </a:ext>
                </a:extLst>
              </p:cNvPr>
              <p:cNvSpPr/>
              <p:nvPr/>
            </p:nvSpPr>
            <p:spPr>
              <a:xfrm>
                <a:off x="348787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5" name="ph6516">
                <a:extLst>
                  <a:ext uri="{FF2B5EF4-FFF2-40B4-BE49-F238E27FC236}">
                    <a16:creationId xmlns:a16="http://schemas.microsoft.com/office/drawing/2014/main" id="{08B19E8E-16DE-4BB3-C85F-5A217CBE42D2}"/>
                  </a:ext>
                </a:extLst>
              </p:cNvPr>
              <p:cNvSpPr/>
              <p:nvPr/>
            </p:nvSpPr>
            <p:spPr>
              <a:xfrm>
                <a:off x="349731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6" name="ph6517">
                <a:extLst>
                  <a:ext uri="{FF2B5EF4-FFF2-40B4-BE49-F238E27FC236}">
                    <a16:creationId xmlns:a16="http://schemas.microsoft.com/office/drawing/2014/main" id="{8DDE2161-C624-A5DC-F62F-40022434D27D}"/>
                  </a:ext>
                </a:extLst>
              </p:cNvPr>
              <p:cNvSpPr/>
              <p:nvPr/>
            </p:nvSpPr>
            <p:spPr>
              <a:xfrm>
                <a:off x="350675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7" name="ph6518">
                <a:extLst>
                  <a:ext uri="{FF2B5EF4-FFF2-40B4-BE49-F238E27FC236}">
                    <a16:creationId xmlns:a16="http://schemas.microsoft.com/office/drawing/2014/main" id="{D58B90A1-296E-8118-1871-33E5D2BC8E0F}"/>
                  </a:ext>
                </a:extLst>
              </p:cNvPr>
              <p:cNvSpPr/>
              <p:nvPr/>
            </p:nvSpPr>
            <p:spPr>
              <a:xfrm>
                <a:off x="351619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8" name="ph6519">
                <a:extLst>
                  <a:ext uri="{FF2B5EF4-FFF2-40B4-BE49-F238E27FC236}">
                    <a16:creationId xmlns:a16="http://schemas.microsoft.com/office/drawing/2014/main" id="{2C7BD9EB-51B4-81BA-5FA9-0E23F3A9E514}"/>
                  </a:ext>
                </a:extLst>
              </p:cNvPr>
              <p:cNvSpPr/>
              <p:nvPr/>
            </p:nvSpPr>
            <p:spPr>
              <a:xfrm>
                <a:off x="352563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9" name="ph6520">
                <a:extLst>
                  <a:ext uri="{FF2B5EF4-FFF2-40B4-BE49-F238E27FC236}">
                    <a16:creationId xmlns:a16="http://schemas.microsoft.com/office/drawing/2014/main" id="{CE6900AF-9ADF-5701-CBCA-8FF8AAF1591E}"/>
                  </a:ext>
                </a:extLst>
              </p:cNvPr>
              <p:cNvSpPr/>
              <p:nvPr/>
            </p:nvSpPr>
            <p:spPr>
              <a:xfrm>
                <a:off x="353507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0" name="ph6521">
                <a:extLst>
                  <a:ext uri="{FF2B5EF4-FFF2-40B4-BE49-F238E27FC236}">
                    <a16:creationId xmlns:a16="http://schemas.microsoft.com/office/drawing/2014/main" id="{D58F2226-9C35-542D-F476-83E095056357}"/>
                  </a:ext>
                </a:extLst>
              </p:cNvPr>
              <p:cNvSpPr/>
              <p:nvPr/>
            </p:nvSpPr>
            <p:spPr>
              <a:xfrm>
                <a:off x="354451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1" name="ph6522">
                <a:extLst>
                  <a:ext uri="{FF2B5EF4-FFF2-40B4-BE49-F238E27FC236}">
                    <a16:creationId xmlns:a16="http://schemas.microsoft.com/office/drawing/2014/main" id="{EAD9FDA2-8797-4BF0-9E14-2B271EBDB883}"/>
                  </a:ext>
                </a:extLst>
              </p:cNvPr>
              <p:cNvSpPr/>
              <p:nvPr/>
            </p:nvSpPr>
            <p:spPr>
              <a:xfrm>
                <a:off x="355395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2" name="ph6523">
                <a:extLst>
                  <a:ext uri="{FF2B5EF4-FFF2-40B4-BE49-F238E27FC236}">
                    <a16:creationId xmlns:a16="http://schemas.microsoft.com/office/drawing/2014/main" id="{96FCA26E-F78D-7605-0526-A72B26AE9C80}"/>
                  </a:ext>
                </a:extLst>
              </p:cNvPr>
              <p:cNvSpPr/>
              <p:nvPr/>
            </p:nvSpPr>
            <p:spPr>
              <a:xfrm>
                <a:off x="356339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3" name="ph6524">
                <a:extLst>
                  <a:ext uri="{FF2B5EF4-FFF2-40B4-BE49-F238E27FC236}">
                    <a16:creationId xmlns:a16="http://schemas.microsoft.com/office/drawing/2014/main" id="{8B8700BD-6EE4-13DD-FDF5-DA63EDFB9E45}"/>
                  </a:ext>
                </a:extLst>
              </p:cNvPr>
              <p:cNvSpPr/>
              <p:nvPr/>
            </p:nvSpPr>
            <p:spPr>
              <a:xfrm>
                <a:off x="357283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4" name="ph6525">
                <a:extLst>
                  <a:ext uri="{FF2B5EF4-FFF2-40B4-BE49-F238E27FC236}">
                    <a16:creationId xmlns:a16="http://schemas.microsoft.com/office/drawing/2014/main" id="{66C81C3A-48DC-5C50-E1F5-AF7BBBA4B786}"/>
                  </a:ext>
                </a:extLst>
              </p:cNvPr>
              <p:cNvSpPr/>
              <p:nvPr/>
            </p:nvSpPr>
            <p:spPr>
              <a:xfrm>
                <a:off x="358227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5" name="ph6526">
                <a:extLst>
                  <a:ext uri="{FF2B5EF4-FFF2-40B4-BE49-F238E27FC236}">
                    <a16:creationId xmlns:a16="http://schemas.microsoft.com/office/drawing/2014/main" id="{E6AD54A2-07DC-EF13-ACAE-BD1109AA41E6}"/>
                  </a:ext>
                </a:extLst>
              </p:cNvPr>
              <p:cNvSpPr/>
              <p:nvPr/>
            </p:nvSpPr>
            <p:spPr>
              <a:xfrm>
                <a:off x="359171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6" name="ph6527">
                <a:extLst>
                  <a:ext uri="{FF2B5EF4-FFF2-40B4-BE49-F238E27FC236}">
                    <a16:creationId xmlns:a16="http://schemas.microsoft.com/office/drawing/2014/main" id="{79EE27D1-964F-61DF-AB19-53CA56406E4A}"/>
                  </a:ext>
                </a:extLst>
              </p:cNvPr>
              <p:cNvSpPr/>
              <p:nvPr/>
            </p:nvSpPr>
            <p:spPr>
              <a:xfrm>
                <a:off x="360115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7" name="ph6528">
                <a:extLst>
                  <a:ext uri="{FF2B5EF4-FFF2-40B4-BE49-F238E27FC236}">
                    <a16:creationId xmlns:a16="http://schemas.microsoft.com/office/drawing/2014/main" id="{32F01DC3-1CBB-3DE2-1394-E97CCA649E39}"/>
                  </a:ext>
                </a:extLst>
              </p:cNvPr>
              <p:cNvSpPr/>
              <p:nvPr/>
            </p:nvSpPr>
            <p:spPr>
              <a:xfrm>
                <a:off x="361059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8" name="ph6529">
                <a:extLst>
                  <a:ext uri="{FF2B5EF4-FFF2-40B4-BE49-F238E27FC236}">
                    <a16:creationId xmlns:a16="http://schemas.microsoft.com/office/drawing/2014/main" id="{4D1C4A34-A89E-73CC-D6E1-97FF04040DC9}"/>
                  </a:ext>
                </a:extLst>
              </p:cNvPr>
              <p:cNvSpPr/>
              <p:nvPr/>
            </p:nvSpPr>
            <p:spPr>
              <a:xfrm>
                <a:off x="362003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9" name="ph6530">
                <a:extLst>
                  <a:ext uri="{FF2B5EF4-FFF2-40B4-BE49-F238E27FC236}">
                    <a16:creationId xmlns:a16="http://schemas.microsoft.com/office/drawing/2014/main" id="{EE789AD5-BD1D-9D5E-6493-FAA25C29AA67}"/>
                  </a:ext>
                </a:extLst>
              </p:cNvPr>
              <p:cNvSpPr/>
              <p:nvPr/>
            </p:nvSpPr>
            <p:spPr>
              <a:xfrm>
                <a:off x="362947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0" name="ph6531">
                <a:extLst>
                  <a:ext uri="{FF2B5EF4-FFF2-40B4-BE49-F238E27FC236}">
                    <a16:creationId xmlns:a16="http://schemas.microsoft.com/office/drawing/2014/main" id="{26F6D10F-3429-329A-5EE7-A0C3C0DCE126}"/>
                  </a:ext>
                </a:extLst>
              </p:cNvPr>
              <p:cNvSpPr/>
              <p:nvPr/>
            </p:nvSpPr>
            <p:spPr>
              <a:xfrm>
                <a:off x="363891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1" name="ph6532">
                <a:extLst>
                  <a:ext uri="{FF2B5EF4-FFF2-40B4-BE49-F238E27FC236}">
                    <a16:creationId xmlns:a16="http://schemas.microsoft.com/office/drawing/2014/main" id="{C4B5AE0A-3D8A-A316-76D7-190981CF2FB3}"/>
                  </a:ext>
                </a:extLst>
              </p:cNvPr>
              <p:cNvSpPr/>
              <p:nvPr/>
            </p:nvSpPr>
            <p:spPr>
              <a:xfrm>
                <a:off x="36483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2" name="ph6533">
                <a:extLst>
                  <a:ext uri="{FF2B5EF4-FFF2-40B4-BE49-F238E27FC236}">
                    <a16:creationId xmlns:a16="http://schemas.microsoft.com/office/drawing/2014/main" id="{AB97EA4B-1045-C1B0-EDEB-16D48CAA1FE0}"/>
                  </a:ext>
                </a:extLst>
              </p:cNvPr>
              <p:cNvSpPr/>
              <p:nvPr/>
            </p:nvSpPr>
            <p:spPr>
              <a:xfrm>
                <a:off x="365780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3" name="ph6534">
                <a:extLst>
                  <a:ext uri="{FF2B5EF4-FFF2-40B4-BE49-F238E27FC236}">
                    <a16:creationId xmlns:a16="http://schemas.microsoft.com/office/drawing/2014/main" id="{6E60D424-EEDE-DE03-BA91-698AD1DD1287}"/>
                  </a:ext>
                </a:extLst>
              </p:cNvPr>
              <p:cNvSpPr/>
              <p:nvPr/>
            </p:nvSpPr>
            <p:spPr>
              <a:xfrm>
                <a:off x="366724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4" name="ph6535">
                <a:extLst>
                  <a:ext uri="{FF2B5EF4-FFF2-40B4-BE49-F238E27FC236}">
                    <a16:creationId xmlns:a16="http://schemas.microsoft.com/office/drawing/2014/main" id="{40C2A6B4-B4C9-6696-5E8A-424031BB0D10}"/>
                  </a:ext>
                </a:extLst>
              </p:cNvPr>
              <p:cNvSpPr/>
              <p:nvPr/>
            </p:nvSpPr>
            <p:spPr>
              <a:xfrm>
                <a:off x="36766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5" name="ph6536">
                <a:extLst>
                  <a:ext uri="{FF2B5EF4-FFF2-40B4-BE49-F238E27FC236}">
                    <a16:creationId xmlns:a16="http://schemas.microsoft.com/office/drawing/2014/main" id="{4A87144C-7DE7-213B-0644-570F0F8156DC}"/>
                  </a:ext>
                </a:extLst>
              </p:cNvPr>
              <p:cNvSpPr/>
              <p:nvPr/>
            </p:nvSpPr>
            <p:spPr>
              <a:xfrm>
                <a:off x="36861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6" name="ph6537">
                <a:extLst>
                  <a:ext uri="{FF2B5EF4-FFF2-40B4-BE49-F238E27FC236}">
                    <a16:creationId xmlns:a16="http://schemas.microsoft.com/office/drawing/2014/main" id="{FDD134CD-8C1F-BD30-692D-FB5BD76B5DC6}"/>
                  </a:ext>
                </a:extLst>
              </p:cNvPr>
              <p:cNvSpPr/>
              <p:nvPr/>
            </p:nvSpPr>
            <p:spPr>
              <a:xfrm>
                <a:off x="369556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7" name="ph6538">
                <a:extLst>
                  <a:ext uri="{FF2B5EF4-FFF2-40B4-BE49-F238E27FC236}">
                    <a16:creationId xmlns:a16="http://schemas.microsoft.com/office/drawing/2014/main" id="{835294F0-6B44-2B1A-41B7-6109DE07D73D}"/>
                  </a:ext>
                </a:extLst>
              </p:cNvPr>
              <p:cNvSpPr/>
              <p:nvPr/>
            </p:nvSpPr>
            <p:spPr>
              <a:xfrm>
                <a:off x="370500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8" name="ph6539">
                <a:extLst>
                  <a:ext uri="{FF2B5EF4-FFF2-40B4-BE49-F238E27FC236}">
                    <a16:creationId xmlns:a16="http://schemas.microsoft.com/office/drawing/2014/main" id="{89CBA44B-03AE-3D20-96B8-F4CE925FE59B}"/>
                  </a:ext>
                </a:extLst>
              </p:cNvPr>
              <p:cNvSpPr/>
              <p:nvPr/>
            </p:nvSpPr>
            <p:spPr>
              <a:xfrm>
                <a:off x="371444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9" name="ph6540">
                <a:extLst>
                  <a:ext uri="{FF2B5EF4-FFF2-40B4-BE49-F238E27FC236}">
                    <a16:creationId xmlns:a16="http://schemas.microsoft.com/office/drawing/2014/main" id="{112C21F2-65E1-D482-682C-05C0FA4899F8}"/>
                  </a:ext>
                </a:extLst>
              </p:cNvPr>
              <p:cNvSpPr/>
              <p:nvPr/>
            </p:nvSpPr>
            <p:spPr>
              <a:xfrm>
                <a:off x="372388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0" name="ph6541">
                <a:extLst>
                  <a:ext uri="{FF2B5EF4-FFF2-40B4-BE49-F238E27FC236}">
                    <a16:creationId xmlns:a16="http://schemas.microsoft.com/office/drawing/2014/main" id="{1C2E9D40-1A8B-E451-F663-A0AD5E85AC42}"/>
                  </a:ext>
                </a:extLst>
              </p:cNvPr>
              <p:cNvSpPr/>
              <p:nvPr/>
            </p:nvSpPr>
            <p:spPr>
              <a:xfrm>
                <a:off x="373332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1" name="ph6542">
                <a:extLst>
                  <a:ext uri="{FF2B5EF4-FFF2-40B4-BE49-F238E27FC236}">
                    <a16:creationId xmlns:a16="http://schemas.microsoft.com/office/drawing/2014/main" id="{866BD786-6F6A-76A1-39FE-5398F4085FC2}"/>
                  </a:ext>
                </a:extLst>
              </p:cNvPr>
              <p:cNvSpPr/>
              <p:nvPr/>
            </p:nvSpPr>
            <p:spPr>
              <a:xfrm>
                <a:off x="374276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2" name="ph6543">
                <a:extLst>
                  <a:ext uri="{FF2B5EF4-FFF2-40B4-BE49-F238E27FC236}">
                    <a16:creationId xmlns:a16="http://schemas.microsoft.com/office/drawing/2014/main" id="{734BF963-6CF1-7AC7-414D-DD15A4BB1D3F}"/>
                  </a:ext>
                </a:extLst>
              </p:cNvPr>
              <p:cNvSpPr/>
              <p:nvPr/>
            </p:nvSpPr>
            <p:spPr>
              <a:xfrm>
                <a:off x="375220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3" name="ph6544">
                <a:extLst>
                  <a:ext uri="{FF2B5EF4-FFF2-40B4-BE49-F238E27FC236}">
                    <a16:creationId xmlns:a16="http://schemas.microsoft.com/office/drawing/2014/main" id="{DA2AB85B-C64C-C564-04CE-B3762FAB644B}"/>
                  </a:ext>
                </a:extLst>
              </p:cNvPr>
              <p:cNvSpPr/>
              <p:nvPr/>
            </p:nvSpPr>
            <p:spPr>
              <a:xfrm>
                <a:off x="376164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4" name="ph6545">
                <a:extLst>
                  <a:ext uri="{FF2B5EF4-FFF2-40B4-BE49-F238E27FC236}">
                    <a16:creationId xmlns:a16="http://schemas.microsoft.com/office/drawing/2014/main" id="{BF38A22D-0BA2-7C1F-5CD1-209970DD73D6}"/>
                  </a:ext>
                </a:extLst>
              </p:cNvPr>
              <p:cNvSpPr/>
              <p:nvPr/>
            </p:nvSpPr>
            <p:spPr>
              <a:xfrm>
                <a:off x="377108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5" name="ph6546">
                <a:extLst>
                  <a:ext uri="{FF2B5EF4-FFF2-40B4-BE49-F238E27FC236}">
                    <a16:creationId xmlns:a16="http://schemas.microsoft.com/office/drawing/2014/main" id="{9CF6C62E-52D1-11A7-CECB-2A7CDC81CD77}"/>
                  </a:ext>
                </a:extLst>
              </p:cNvPr>
              <p:cNvSpPr/>
              <p:nvPr/>
            </p:nvSpPr>
            <p:spPr>
              <a:xfrm>
                <a:off x="378052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6" name="ph6547">
                <a:extLst>
                  <a:ext uri="{FF2B5EF4-FFF2-40B4-BE49-F238E27FC236}">
                    <a16:creationId xmlns:a16="http://schemas.microsoft.com/office/drawing/2014/main" id="{A1905B0A-B1EF-ED7B-99E2-95B56108DFDA}"/>
                  </a:ext>
                </a:extLst>
              </p:cNvPr>
              <p:cNvSpPr/>
              <p:nvPr/>
            </p:nvSpPr>
            <p:spPr>
              <a:xfrm>
                <a:off x="3789963" y="1342012"/>
                <a:ext cx="92184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4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49" y="896830"/>
                    </a:lnTo>
                    <a:lnTo>
                      <a:pt x="920548" y="904221"/>
                    </a:lnTo>
                    <a:lnTo>
                      <a:pt x="918433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7" name="ph6548">
                <a:extLst>
                  <a:ext uri="{FF2B5EF4-FFF2-40B4-BE49-F238E27FC236}">
                    <a16:creationId xmlns:a16="http://schemas.microsoft.com/office/drawing/2014/main" id="{0A218CA3-78DB-2C60-BF89-B7DA3E65A3AE}"/>
                  </a:ext>
                </a:extLst>
              </p:cNvPr>
              <p:cNvSpPr/>
              <p:nvPr/>
            </p:nvSpPr>
            <p:spPr>
              <a:xfrm>
                <a:off x="2071840" y="1306872"/>
                <a:ext cx="914400" cy="9312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06">
                    <a:moveTo>
                      <a:pt x="914400" y="914400"/>
                    </a:moveTo>
                    <a:lnTo>
                      <a:pt x="914400" y="931206"/>
                    </a:lnTo>
                    <a:lnTo>
                      <a:pt x="912665" y="927568"/>
                    </a:lnTo>
                    <a:lnTo>
                      <a:pt x="908966" y="918939"/>
                    </a:lnTo>
                    <a:lnTo>
                      <a:pt x="907221" y="914400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8" name="ph6549">
                <a:extLst>
                  <a:ext uri="{FF2B5EF4-FFF2-40B4-BE49-F238E27FC236}">
                    <a16:creationId xmlns:a16="http://schemas.microsoft.com/office/drawing/2014/main" id="{1CCFB4C9-0509-030F-F97A-E27CC8106B31}"/>
                  </a:ext>
                </a:extLst>
              </p:cNvPr>
              <p:cNvSpPr/>
              <p:nvPr/>
            </p:nvSpPr>
            <p:spPr>
              <a:xfrm>
                <a:off x="207184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763" y="931969"/>
                    </a:lnTo>
                    <a:lnTo>
                      <a:pt x="914400" y="931206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9" name="ph6550">
                <a:extLst>
                  <a:ext uri="{FF2B5EF4-FFF2-40B4-BE49-F238E27FC236}">
                    <a16:creationId xmlns:a16="http://schemas.microsoft.com/office/drawing/2014/main" id="{F5CC2DD4-2D06-A731-3EE5-BD54B3341FB9}"/>
                  </a:ext>
                </a:extLst>
              </p:cNvPr>
              <p:cNvSpPr/>
              <p:nvPr/>
            </p:nvSpPr>
            <p:spPr>
              <a:xfrm>
                <a:off x="208128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0" name="ph6551">
                <a:extLst>
                  <a:ext uri="{FF2B5EF4-FFF2-40B4-BE49-F238E27FC236}">
                    <a16:creationId xmlns:a16="http://schemas.microsoft.com/office/drawing/2014/main" id="{118C56CE-765C-227C-54F7-7692FD595A1D}"/>
                  </a:ext>
                </a:extLst>
              </p:cNvPr>
              <p:cNvSpPr/>
              <p:nvPr/>
            </p:nvSpPr>
            <p:spPr>
              <a:xfrm>
                <a:off x="209072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1" name="ph6552">
                <a:extLst>
                  <a:ext uri="{FF2B5EF4-FFF2-40B4-BE49-F238E27FC236}">
                    <a16:creationId xmlns:a16="http://schemas.microsoft.com/office/drawing/2014/main" id="{2D4FFC82-E976-7145-07BF-A482FABC6CA6}"/>
                  </a:ext>
                </a:extLst>
              </p:cNvPr>
              <p:cNvSpPr/>
              <p:nvPr/>
            </p:nvSpPr>
            <p:spPr>
              <a:xfrm>
                <a:off x="21001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2" name="ph6553">
                <a:extLst>
                  <a:ext uri="{FF2B5EF4-FFF2-40B4-BE49-F238E27FC236}">
                    <a16:creationId xmlns:a16="http://schemas.microsoft.com/office/drawing/2014/main" id="{023906AE-2F4C-6E67-BF4D-2F3BCB70D71D}"/>
                  </a:ext>
                </a:extLst>
              </p:cNvPr>
              <p:cNvSpPr/>
              <p:nvPr/>
            </p:nvSpPr>
            <p:spPr>
              <a:xfrm>
                <a:off x="210960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3" name="ph6554">
                <a:extLst>
                  <a:ext uri="{FF2B5EF4-FFF2-40B4-BE49-F238E27FC236}">
                    <a16:creationId xmlns:a16="http://schemas.microsoft.com/office/drawing/2014/main" id="{3317D451-3495-0843-FE70-132B59DCAE47}"/>
                  </a:ext>
                </a:extLst>
              </p:cNvPr>
              <p:cNvSpPr/>
              <p:nvPr/>
            </p:nvSpPr>
            <p:spPr>
              <a:xfrm>
                <a:off x="211904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4" name="ph6555">
                <a:extLst>
                  <a:ext uri="{FF2B5EF4-FFF2-40B4-BE49-F238E27FC236}">
                    <a16:creationId xmlns:a16="http://schemas.microsoft.com/office/drawing/2014/main" id="{4B13175C-B816-2508-42D6-87F35CF57473}"/>
                  </a:ext>
                </a:extLst>
              </p:cNvPr>
              <p:cNvSpPr/>
              <p:nvPr/>
            </p:nvSpPr>
            <p:spPr>
              <a:xfrm>
                <a:off x="212848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5" name="ph6556">
                <a:extLst>
                  <a:ext uri="{FF2B5EF4-FFF2-40B4-BE49-F238E27FC236}">
                    <a16:creationId xmlns:a16="http://schemas.microsoft.com/office/drawing/2014/main" id="{CDA6CB26-72E7-F8EF-CD1F-D16EB29E5C65}"/>
                  </a:ext>
                </a:extLst>
              </p:cNvPr>
              <p:cNvSpPr/>
              <p:nvPr/>
            </p:nvSpPr>
            <p:spPr>
              <a:xfrm>
                <a:off x="21379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6" name="ph6557">
                <a:extLst>
                  <a:ext uri="{FF2B5EF4-FFF2-40B4-BE49-F238E27FC236}">
                    <a16:creationId xmlns:a16="http://schemas.microsoft.com/office/drawing/2014/main" id="{263F3135-5C5C-43B1-AF27-851DB98EF3C2}"/>
                  </a:ext>
                </a:extLst>
              </p:cNvPr>
              <p:cNvSpPr/>
              <p:nvPr/>
            </p:nvSpPr>
            <p:spPr>
              <a:xfrm>
                <a:off x="214736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7" name="ph6558">
                <a:extLst>
                  <a:ext uri="{FF2B5EF4-FFF2-40B4-BE49-F238E27FC236}">
                    <a16:creationId xmlns:a16="http://schemas.microsoft.com/office/drawing/2014/main" id="{686A9220-F424-46AF-9860-92B04C654C98}"/>
                  </a:ext>
                </a:extLst>
              </p:cNvPr>
              <p:cNvSpPr/>
              <p:nvPr/>
            </p:nvSpPr>
            <p:spPr>
              <a:xfrm>
                <a:off x="215680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8" name="ph6559">
                <a:extLst>
                  <a:ext uri="{FF2B5EF4-FFF2-40B4-BE49-F238E27FC236}">
                    <a16:creationId xmlns:a16="http://schemas.microsoft.com/office/drawing/2014/main" id="{027D1B8B-EA68-559F-D6F0-A2EA87AEC08B}"/>
                  </a:ext>
                </a:extLst>
              </p:cNvPr>
              <p:cNvSpPr/>
              <p:nvPr/>
            </p:nvSpPr>
            <p:spPr>
              <a:xfrm>
                <a:off x="216624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9" name="ph6560">
                <a:extLst>
                  <a:ext uri="{FF2B5EF4-FFF2-40B4-BE49-F238E27FC236}">
                    <a16:creationId xmlns:a16="http://schemas.microsoft.com/office/drawing/2014/main" id="{5E7B6292-178F-1D01-8006-003DD75CD47E}"/>
                  </a:ext>
                </a:extLst>
              </p:cNvPr>
              <p:cNvSpPr/>
              <p:nvPr/>
            </p:nvSpPr>
            <p:spPr>
              <a:xfrm>
                <a:off x="217568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0" name="ph6561">
                <a:extLst>
                  <a:ext uri="{FF2B5EF4-FFF2-40B4-BE49-F238E27FC236}">
                    <a16:creationId xmlns:a16="http://schemas.microsoft.com/office/drawing/2014/main" id="{D9ABEF14-37CB-B1CF-94B3-4A51E13D92BD}"/>
                  </a:ext>
                </a:extLst>
              </p:cNvPr>
              <p:cNvSpPr/>
              <p:nvPr/>
            </p:nvSpPr>
            <p:spPr>
              <a:xfrm>
                <a:off x="218512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1" name="ph6562">
                <a:extLst>
                  <a:ext uri="{FF2B5EF4-FFF2-40B4-BE49-F238E27FC236}">
                    <a16:creationId xmlns:a16="http://schemas.microsoft.com/office/drawing/2014/main" id="{338E319D-08E1-AECF-BB96-98D03B91AAD6}"/>
                  </a:ext>
                </a:extLst>
              </p:cNvPr>
              <p:cNvSpPr/>
              <p:nvPr/>
            </p:nvSpPr>
            <p:spPr>
              <a:xfrm>
                <a:off x="219456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2" name="ph6563">
                <a:extLst>
                  <a:ext uri="{FF2B5EF4-FFF2-40B4-BE49-F238E27FC236}">
                    <a16:creationId xmlns:a16="http://schemas.microsoft.com/office/drawing/2014/main" id="{BBC15D2F-529A-FDE7-F2BF-A9937756E4BB}"/>
                  </a:ext>
                </a:extLst>
              </p:cNvPr>
              <p:cNvSpPr/>
              <p:nvPr/>
            </p:nvSpPr>
            <p:spPr>
              <a:xfrm>
                <a:off x="220400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3" name="ph6564">
                <a:extLst>
                  <a:ext uri="{FF2B5EF4-FFF2-40B4-BE49-F238E27FC236}">
                    <a16:creationId xmlns:a16="http://schemas.microsoft.com/office/drawing/2014/main" id="{02C599FB-E369-F0B7-E2E6-EE8570601B13}"/>
                  </a:ext>
                </a:extLst>
              </p:cNvPr>
              <p:cNvSpPr/>
              <p:nvPr/>
            </p:nvSpPr>
            <p:spPr>
              <a:xfrm>
                <a:off x="221344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F8A">
                  <a:alpha val="100000"/>
                </a:srgbClr>
              </a:solidFill>
              <a:ln w="5420" cap="flat">
                <a:solidFill>
                  <a:srgbClr val="FED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4" name="ph6565">
                <a:extLst>
                  <a:ext uri="{FF2B5EF4-FFF2-40B4-BE49-F238E27FC236}">
                    <a16:creationId xmlns:a16="http://schemas.microsoft.com/office/drawing/2014/main" id="{5706C918-C9AA-3C02-0D08-EB5A8BA3D310}"/>
                  </a:ext>
                </a:extLst>
              </p:cNvPr>
              <p:cNvSpPr/>
              <p:nvPr/>
            </p:nvSpPr>
            <p:spPr>
              <a:xfrm>
                <a:off x="222288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5" name="ph6566">
                <a:extLst>
                  <a:ext uri="{FF2B5EF4-FFF2-40B4-BE49-F238E27FC236}">
                    <a16:creationId xmlns:a16="http://schemas.microsoft.com/office/drawing/2014/main" id="{C2C7047B-4327-0A2E-649D-42C4112960CD}"/>
                  </a:ext>
                </a:extLst>
              </p:cNvPr>
              <p:cNvSpPr/>
              <p:nvPr/>
            </p:nvSpPr>
            <p:spPr>
              <a:xfrm>
                <a:off x="223232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9">
                  <a:alpha val="100000"/>
                </a:srgbClr>
              </a:solidFill>
              <a:ln w="5420" cap="flat">
                <a:solidFill>
                  <a:srgbClr val="FEDC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6" name="ph6567">
                <a:extLst>
                  <a:ext uri="{FF2B5EF4-FFF2-40B4-BE49-F238E27FC236}">
                    <a16:creationId xmlns:a16="http://schemas.microsoft.com/office/drawing/2014/main" id="{4DC275A2-A965-6771-8697-DA09055F8878}"/>
                  </a:ext>
                </a:extLst>
              </p:cNvPr>
              <p:cNvSpPr/>
              <p:nvPr/>
            </p:nvSpPr>
            <p:spPr>
              <a:xfrm>
                <a:off x="224176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7" name="ph6568">
                <a:extLst>
                  <a:ext uri="{FF2B5EF4-FFF2-40B4-BE49-F238E27FC236}">
                    <a16:creationId xmlns:a16="http://schemas.microsoft.com/office/drawing/2014/main" id="{C13B2A47-1321-5877-BE72-21EE3455FCB9}"/>
                  </a:ext>
                </a:extLst>
              </p:cNvPr>
              <p:cNvSpPr/>
              <p:nvPr/>
            </p:nvSpPr>
            <p:spPr>
              <a:xfrm>
                <a:off x="225120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8" name="ph6569">
                <a:extLst>
                  <a:ext uri="{FF2B5EF4-FFF2-40B4-BE49-F238E27FC236}">
                    <a16:creationId xmlns:a16="http://schemas.microsoft.com/office/drawing/2014/main" id="{8182BB12-AD2C-8762-C385-00AF34CACFB7}"/>
                  </a:ext>
                </a:extLst>
              </p:cNvPr>
              <p:cNvSpPr/>
              <p:nvPr/>
            </p:nvSpPr>
            <p:spPr>
              <a:xfrm>
                <a:off x="226064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9" name="ph6570">
                <a:extLst>
                  <a:ext uri="{FF2B5EF4-FFF2-40B4-BE49-F238E27FC236}">
                    <a16:creationId xmlns:a16="http://schemas.microsoft.com/office/drawing/2014/main" id="{D0110C15-7B1A-F104-CE69-1870D4DA8458}"/>
                  </a:ext>
                </a:extLst>
              </p:cNvPr>
              <p:cNvSpPr/>
              <p:nvPr/>
            </p:nvSpPr>
            <p:spPr>
              <a:xfrm>
                <a:off x="227008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0" name="ph6571">
                <a:extLst>
                  <a:ext uri="{FF2B5EF4-FFF2-40B4-BE49-F238E27FC236}">
                    <a16:creationId xmlns:a16="http://schemas.microsoft.com/office/drawing/2014/main" id="{DEF0824B-2CF5-B025-7AE9-9B9F9D70C123}"/>
                  </a:ext>
                </a:extLst>
              </p:cNvPr>
              <p:cNvSpPr/>
              <p:nvPr/>
            </p:nvSpPr>
            <p:spPr>
              <a:xfrm>
                <a:off x="227952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B88">
                  <a:alpha val="100000"/>
                </a:srgbClr>
              </a:solidFill>
              <a:ln w="5420" cap="flat">
                <a:solidFill>
                  <a:srgbClr val="FEDB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1" name="ph6572">
                <a:extLst>
                  <a:ext uri="{FF2B5EF4-FFF2-40B4-BE49-F238E27FC236}">
                    <a16:creationId xmlns:a16="http://schemas.microsoft.com/office/drawing/2014/main" id="{B50B8CBD-7A27-E442-04EE-4E10E4020881}"/>
                  </a:ext>
                </a:extLst>
              </p:cNvPr>
              <p:cNvSpPr/>
              <p:nvPr/>
            </p:nvSpPr>
            <p:spPr>
              <a:xfrm>
                <a:off x="228896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C88">
                  <a:alpha val="100000"/>
                </a:srgbClr>
              </a:solidFill>
              <a:ln w="5420" cap="flat">
                <a:solidFill>
                  <a:srgbClr val="FEDC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2" name="ph6573">
                <a:extLst>
                  <a:ext uri="{FF2B5EF4-FFF2-40B4-BE49-F238E27FC236}">
                    <a16:creationId xmlns:a16="http://schemas.microsoft.com/office/drawing/2014/main" id="{03B39463-94A1-C009-3E13-5851270EACEA}"/>
                  </a:ext>
                </a:extLst>
              </p:cNvPr>
              <p:cNvSpPr/>
              <p:nvPr/>
            </p:nvSpPr>
            <p:spPr>
              <a:xfrm>
                <a:off x="229840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D89">
                  <a:alpha val="100000"/>
                </a:srgbClr>
              </a:solidFill>
              <a:ln w="5420" cap="flat">
                <a:solidFill>
                  <a:srgbClr val="FED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3" name="ph6574">
                <a:extLst>
                  <a:ext uri="{FF2B5EF4-FFF2-40B4-BE49-F238E27FC236}">
                    <a16:creationId xmlns:a16="http://schemas.microsoft.com/office/drawing/2014/main" id="{1DA97EE2-6E4A-1CE8-498F-E6FA8D0D52C1}"/>
                  </a:ext>
                </a:extLst>
              </p:cNvPr>
              <p:cNvSpPr/>
              <p:nvPr/>
            </p:nvSpPr>
            <p:spPr>
              <a:xfrm>
                <a:off x="230784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DE8A">
                  <a:alpha val="100000"/>
                </a:srgbClr>
              </a:solidFill>
              <a:ln w="5420" cap="flat">
                <a:solidFill>
                  <a:srgbClr val="FED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4" name="ph6575">
                <a:extLst>
                  <a:ext uri="{FF2B5EF4-FFF2-40B4-BE49-F238E27FC236}">
                    <a16:creationId xmlns:a16="http://schemas.microsoft.com/office/drawing/2014/main" id="{0B7943AC-1A26-C35D-6CCC-1E07F077C1B5}"/>
                  </a:ext>
                </a:extLst>
              </p:cNvPr>
              <p:cNvSpPr/>
              <p:nvPr/>
            </p:nvSpPr>
            <p:spPr>
              <a:xfrm>
                <a:off x="231728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5" name="ph6576">
                <a:extLst>
                  <a:ext uri="{FF2B5EF4-FFF2-40B4-BE49-F238E27FC236}">
                    <a16:creationId xmlns:a16="http://schemas.microsoft.com/office/drawing/2014/main" id="{58BE6D81-210E-2669-44A3-DF338AB377C5}"/>
                  </a:ext>
                </a:extLst>
              </p:cNvPr>
              <p:cNvSpPr/>
              <p:nvPr/>
            </p:nvSpPr>
            <p:spPr>
              <a:xfrm>
                <a:off x="232672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6" name="ph6577">
                <a:extLst>
                  <a:ext uri="{FF2B5EF4-FFF2-40B4-BE49-F238E27FC236}">
                    <a16:creationId xmlns:a16="http://schemas.microsoft.com/office/drawing/2014/main" id="{CECE4913-6D39-D9AE-E0E5-C4B2428481CA}"/>
                  </a:ext>
                </a:extLst>
              </p:cNvPr>
              <p:cNvSpPr/>
              <p:nvPr/>
            </p:nvSpPr>
            <p:spPr>
              <a:xfrm>
                <a:off x="233616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7" name="ph6578">
                <a:extLst>
                  <a:ext uri="{FF2B5EF4-FFF2-40B4-BE49-F238E27FC236}">
                    <a16:creationId xmlns:a16="http://schemas.microsoft.com/office/drawing/2014/main" id="{DD369841-DCB6-ABD4-C9E3-A7B8A2ACCB3C}"/>
                  </a:ext>
                </a:extLst>
              </p:cNvPr>
              <p:cNvSpPr/>
              <p:nvPr/>
            </p:nvSpPr>
            <p:spPr>
              <a:xfrm>
                <a:off x="234560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8" name="ph6579">
                <a:extLst>
                  <a:ext uri="{FF2B5EF4-FFF2-40B4-BE49-F238E27FC236}">
                    <a16:creationId xmlns:a16="http://schemas.microsoft.com/office/drawing/2014/main" id="{780DF4C7-64B6-7145-5BB7-D686DF68E9F9}"/>
                  </a:ext>
                </a:extLst>
              </p:cNvPr>
              <p:cNvSpPr/>
              <p:nvPr/>
            </p:nvSpPr>
            <p:spPr>
              <a:xfrm>
                <a:off x="235504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9" name="ph6580">
                <a:extLst>
                  <a:ext uri="{FF2B5EF4-FFF2-40B4-BE49-F238E27FC236}">
                    <a16:creationId xmlns:a16="http://schemas.microsoft.com/office/drawing/2014/main" id="{38614E4B-437B-DFC6-74FC-BCF7428FEBFA}"/>
                  </a:ext>
                </a:extLst>
              </p:cNvPr>
              <p:cNvSpPr/>
              <p:nvPr/>
            </p:nvSpPr>
            <p:spPr>
              <a:xfrm>
                <a:off x="236448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0" name="ph6581">
                <a:extLst>
                  <a:ext uri="{FF2B5EF4-FFF2-40B4-BE49-F238E27FC236}">
                    <a16:creationId xmlns:a16="http://schemas.microsoft.com/office/drawing/2014/main" id="{E9A5691E-BF0C-3C5E-A671-324E21A97D09}"/>
                  </a:ext>
                </a:extLst>
              </p:cNvPr>
              <p:cNvSpPr/>
              <p:nvPr/>
            </p:nvSpPr>
            <p:spPr>
              <a:xfrm>
                <a:off x="237392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1" name="ph6582">
                <a:extLst>
                  <a:ext uri="{FF2B5EF4-FFF2-40B4-BE49-F238E27FC236}">
                    <a16:creationId xmlns:a16="http://schemas.microsoft.com/office/drawing/2014/main" id="{47C8C868-B49F-B668-BC85-0E07D47E7958}"/>
                  </a:ext>
                </a:extLst>
              </p:cNvPr>
              <p:cNvSpPr/>
              <p:nvPr/>
            </p:nvSpPr>
            <p:spPr>
              <a:xfrm>
                <a:off x="238336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2" name="ph6583">
                <a:extLst>
                  <a:ext uri="{FF2B5EF4-FFF2-40B4-BE49-F238E27FC236}">
                    <a16:creationId xmlns:a16="http://schemas.microsoft.com/office/drawing/2014/main" id="{9A60B94C-DBCD-6144-7E9F-E6BBC29F8E92}"/>
                  </a:ext>
                </a:extLst>
              </p:cNvPr>
              <p:cNvSpPr/>
              <p:nvPr/>
            </p:nvSpPr>
            <p:spPr>
              <a:xfrm>
                <a:off x="239280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3" name="ph6584">
                <a:extLst>
                  <a:ext uri="{FF2B5EF4-FFF2-40B4-BE49-F238E27FC236}">
                    <a16:creationId xmlns:a16="http://schemas.microsoft.com/office/drawing/2014/main" id="{67FDC9F6-2085-9ABA-C3CB-7A100AA5265E}"/>
                  </a:ext>
                </a:extLst>
              </p:cNvPr>
              <p:cNvSpPr/>
              <p:nvPr/>
            </p:nvSpPr>
            <p:spPr>
              <a:xfrm>
                <a:off x="240224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4" name="ph6585">
                <a:extLst>
                  <a:ext uri="{FF2B5EF4-FFF2-40B4-BE49-F238E27FC236}">
                    <a16:creationId xmlns:a16="http://schemas.microsoft.com/office/drawing/2014/main" id="{2016B60F-F480-F219-AB59-81CEE27A9FF4}"/>
                  </a:ext>
                </a:extLst>
              </p:cNvPr>
              <p:cNvSpPr/>
              <p:nvPr/>
            </p:nvSpPr>
            <p:spPr>
              <a:xfrm>
                <a:off x="241168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5" name="ph6586">
                <a:extLst>
                  <a:ext uri="{FF2B5EF4-FFF2-40B4-BE49-F238E27FC236}">
                    <a16:creationId xmlns:a16="http://schemas.microsoft.com/office/drawing/2014/main" id="{9616ED8B-9593-BC07-CDCE-8AAA12F24DAD}"/>
                  </a:ext>
                </a:extLst>
              </p:cNvPr>
              <p:cNvSpPr/>
              <p:nvPr/>
            </p:nvSpPr>
            <p:spPr>
              <a:xfrm>
                <a:off x="242112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6" name="ph6587">
                <a:extLst>
                  <a:ext uri="{FF2B5EF4-FFF2-40B4-BE49-F238E27FC236}">
                    <a16:creationId xmlns:a16="http://schemas.microsoft.com/office/drawing/2014/main" id="{412E6D11-5086-6E6D-8F05-E067AACF3E5B}"/>
                  </a:ext>
                </a:extLst>
              </p:cNvPr>
              <p:cNvSpPr/>
              <p:nvPr/>
            </p:nvSpPr>
            <p:spPr>
              <a:xfrm>
                <a:off x="2430569" y="1324442"/>
                <a:ext cx="92019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191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8530" y="896830"/>
                    </a:lnTo>
                    <a:lnTo>
                      <a:pt x="919642" y="907288"/>
                    </a:lnTo>
                    <a:lnTo>
                      <a:pt x="920191" y="91439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7" name="ph6588">
                <a:extLst>
                  <a:ext uri="{FF2B5EF4-FFF2-40B4-BE49-F238E27FC236}">
                    <a16:creationId xmlns:a16="http://schemas.microsoft.com/office/drawing/2014/main" id="{CE3BCFF8-8BC0-8032-6554-B47D63762CCD}"/>
                  </a:ext>
                </a:extLst>
              </p:cNvPr>
              <p:cNvSpPr/>
              <p:nvPr/>
            </p:nvSpPr>
            <p:spPr>
              <a:xfrm>
                <a:off x="3176348" y="132444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4022" y="914399"/>
                    </a:lnTo>
                    <a:lnTo>
                      <a:pt x="914400" y="913973"/>
                    </a:lnTo>
                    <a:close/>
                  </a:path>
                </a:pathLst>
              </a:custGeom>
              <a:solidFill>
                <a:srgbClr val="DE432F">
                  <a:alpha val="100000"/>
                </a:srgbClr>
              </a:solidFill>
              <a:ln w="5420" cap="flat">
                <a:solidFill>
                  <a:srgbClr val="DE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8" name="ph6589">
                <a:extLst>
                  <a:ext uri="{FF2B5EF4-FFF2-40B4-BE49-F238E27FC236}">
                    <a16:creationId xmlns:a16="http://schemas.microsoft.com/office/drawing/2014/main" id="{E6CC0A88-0C9C-BA1E-4C95-1236AA41F0B3}"/>
                  </a:ext>
                </a:extLst>
              </p:cNvPr>
              <p:cNvSpPr/>
              <p:nvPr/>
            </p:nvSpPr>
            <p:spPr>
              <a:xfrm>
                <a:off x="3185788" y="1324442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4959" y="914399"/>
                    </a:lnTo>
                    <a:lnTo>
                      <a:pt x="904959" y="913973"/>
                    </a:lnTo>
                    <a:lnTo>
                      <a:pt x="908046" y="910489"/>
                    </a:lnTo>
                    <a:lnTo>
                      <a:pt x="913221" y="905308"/>
                    </a:lnTo>
                    <a:lnTo>
                      <a:pt x="914399" y="904271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9" name="ph6590">
                <a:extLst>
                  <a:ext uri="{FF2B5EF4-FFF2-40B4-BE49-F238E27FC236}">
                    <a16:creationId xmlns:a16="http://schemas.microsoft.com/office/drawing/2014/main" id="{DE084568-E7DA-874D-0099-B2304FE0EB33}"/>
                  </a:ext>
                </a:extLst>
              </p:cNvPr>
              <p:cNvSpPr/>
              <p:nvPr/>
            </p:nvSpPr>
            <p:spPr>
              <a:xfrm>
                <a:off x="3195228" y="130687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1841"/>
                    </a:lnTo>
                    <a:lnTo>
                      <a:pt x="909095" y="918203"/>
                    </a:lnTo>
                    <a:lnTo>
                      <a:pt x="914071" y="914400"/>
                    </a:lnTo>
                    <a:close/>
                  </a:path>
                </a:pathLst>
              </a:custGeom>
              <a:solidFill>
                <a:srgbClr val="DD432F">
                  <a:alpha val="100000"/>
                </a:srgbClr>
              </a:solidFill>
              <a:ln w="5420" cap="flat">
                <a:solidFill>
                  <a:srgbClr val="DD432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0" name="ph6591">
                <a:extLst>
                  <a:ext uri="{FF2B5EF4-FFF2-40B4-BE49-F238E27FC236}">
                    <a16:creationId xmlns:a16="http://schemas.microsoft.com/office/drawing/2014/main" id="{E56E58F2-B6AE-AC78-E7DF-19CDC6F74990}"/>
                  </a:ext>
                </a:extLst>
              </p:cNvPr>
              <p:cNvSpPr/>
              <p:nvPr/>
            </p:nvSpPr>
            <p:spPr>
              <a:xfrm>
                <a:off x="319522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1" name="ph6592">
                <a:extLst>
                  <a:ext uri="{FF2B5EF4-FFF2-40B4-BE49-F238E27FC236}">
                    <a16:creationId xmlns:a16="http://schemas.microsoft.com/office/drawing/2014/main" id="{43133A76-35EA-8389-1BC3-3673203C2893}"/>
                  </a:ext>
                </a:extLst>
              </p:cNvPr>
              <p:cNvSpPr/>
              <p:nvPr/>
            </p:nvSpPr>
            <p:spPr>
              <a:xfrm>
                <a:off x="320466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2" name="ph6593">
                <a:extLst>
                  <a:ext uri="{FF2B5EF4-FFF2-40B4-BE49-F238E27FC236}">
                    <a16:creationId xmlns:a16="http://schemas.microsoft.com/office/drawing/2014/main" id="{C150A7A6-6CAE-B203-3AB8-2CF8D67DF3A8}"/>
                  </a:ext>
                </a:extLst>
              </p:cNvPr>
              <p:cNvSpPr/>
              <p:nvPr/>
            </p:nvSpPr>
            <p:spPr>
              <a:xfrm>
                <a:off x="321410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3" name="ph6594">
                <a:extLst>
                  <a:ext uri="{FF2B5EF4-FFF2-40B4-BE49-F238E27FC236}">
                    <a16:creationId xmlns:a16="http://schemas.microsoft.com/office/drawing/2014/main" id="{147952AE-B471-94BB-EDB1-BD5D9B1CA5D6}"/>
                  </a:ext>
                </a:extLst>
              </p:cNvPr>
              <p:cNvSpPr/>
              <p:nvPr/>
            </p:nvSpPr>
            <p:spPr>
              <a:xfrm>
                <a:off x="322354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4" name="ph6595">
                <a:extLst>
                  <a:ext uri="{FF2B5EF4-FFF2-40B4-BE49-F238E27FC236}">
                    <a16:creationId xmlns:a16="http://schemas.microsoft.com/office/drawing/2014/main" id="{CD55D8C0-DF02-CFBE-9C64-4876405855DC}"/>
                  </a:ext>
                </a:extLst>
              </p:cNvPr>
              <p:cNvSpPr/>
              <p:nvPr/>
            </p:nvSpPr>
            <p:spPr>
              <a:xfrm>
                <a:off x="323298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5" name="ph6596">
                <a:extLst>
                  <a:ext uri="{FF2B5EF4-FFF2-40B4-BE49-F238E27FC236}">
                    <a16:creationId xmlns:a16="http://schemas.microsoft.com/office/drawing/2014/main" id="{1A999F3A-0E90-AE0E-09F0-4EC588E15C6F}"/>
                  </a:ext>
                </a:extLst>
              </p:cNvPr>
              <p:cNvSpPr/>
              <p:nvPr/>
            </p:nvSpPr>
            <p:spPr>
              <a:xfrm>
                <a:off x="324242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6" name="ph6597">
                <a:extLst>
                  <a:ext uri="{FF2B5EF4-FFF2-40B4-BE49-F238E27FC236}">
                    <a16:creationId xmlns:a16="http://schemas.microsoft.com/office/drawing/2014/main" id="{9CD0C4B2-05FC-DC08-A4ED-265BABE122CF}"/>
                  </a:ext>
                </a:extLst>
              </p:cNvPr>
              <p:cNvSpPr/>
              <p:nvPr/>
            </p:nvSpPr>
            <p:spPr>
              <a:xfrm>
                <a:off x="325187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7" name="ph6598">
                <a:extLst>
                  <a:ext uri="{FF2B5EF4-FFF2-40B4-BE49-F238E27FC236}">
                    <a16:creationId xmlns:a16="http://schemas.microsoft.com/office/drawing/2014/main" id="{C1F33AD0-D5F3-C92C-F8B6-21EE58A5442D}"/>
                  </a:ext>
                </a:extLst>
              </p:cNvPr>
              <p:cNvSpPr/>
              <p:nvPr/>
            </p:nvSpPr>
            <p:spPr>
              <a:xfrm>
                <a:off x="326131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8" name="ph6599">
                <a:extLst>
                  <a:ext uri="{FF2B5EF4-FFF2-40B4-BE49-F238E27FC236}">
                    <a16:creationId xmlns:a16="http://schemas.microsoft.com/office/drawing/2014/main" id="{89BC6E4E-DBDC-1FF6-8C2B-CD9C50D73046}"/>
                  </a:ext>
                </a:extLst>
              </p:cNvPr>
              <p:cNvSpPr/>
              <p:nvPr/>
            </p:nvSpPr>
            <p:spPr>
              <a:xfrm>
                <a:off x="327075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9" name="ph6600">
                <a:extLst>
                  <a:ext uri="{FF2B5EF4-FFF2-40B4-BE49-F238E27FC236}">
                    <a16:creationId xmlns:a16="http://schemas.microsoft.com/office/drawing/2014/main" id="{9A84F24B-12C0-BE3E-3600-6ACC8E57EABC}"/>
                  </a:ext>
                </a:extLst>
              </p:cNvPr>
              <p:cNvSpPr/>
              <p:nvPr/>
            </p:nvSpPr>
            <p:spPr>
              <a:xfrm>
                <a:off x="328019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0" name="ph6601">
                <a:extLst>
                  <a:ext uri="{FF2B5EF4-FFF2-40B4-BE49-F238E27FC236}">
                    <a16:creationId xmlns:a16="http://schemas.microsoft.com/office/drawing/2014/main" id="{AF3EDE90-2424-0B0E-84C8-8058ABC2200C}"/>
                  </a:ext>
                </a:extLst>
              </p:cNvPr>
              <p:cNvSpPr/>
              <p:nvPr/>
            </p:nvSpPr>
            <p:spPr>
              <a:xfrm>
                <a:off x="328963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1" name="ph6602">
                <a:extLst>
                  <a:ext uri="{FF2B5EF4-FFF2-40B4-BE49-F238E27FC236}">
                    <a16:creationId xmlns:a16="http://schemas.microsoft.com/office/drawing/2014/main" id="{FC4D2C50-62A3-6A90-8B29-F14CFA85BE9A}"/>
                  </a:ext>
                </a:extLst>
              </p:cNvPr>
              <p:cNvSpPr/>
              <p:nvPr/>
            </p:nvSpPr>
            <p:spPr>
              <a:xfrm>
                <a:off x="329907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2" name="ph6603">
                <a:extLst>
                  <a:ext uri="{FF2B5EF4-FFF2-40B4-BE49-F238E27FC236}">
                    <a16:creationId xmlns:a16="http://schemas.microsoft.com/office/drawing/2014/main" id="{F8AC3A22-3C9A-DA9F-2B79-ECCB2BD25E22}"/>
                  </a:ext>
                </a:extLst>
              </p:cNvPr>
              <p:cNvSpPr/>
              <p:nvPr/>
            </p:nvSpPr>
            <p:spPr>
              <a:xfrm>
                <a:off x="330851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3" name="ph6604">
                <a:extLst>
                  <a:ext uri="{FF2B5EF4-FFF2-40B4-BE49-F238E27FC236}">
                    <a16:creationId xmlns:a16="http://schemas.microsoft.com/office/drawing/2014/main" id="{813FBDF6-52EF-4732-D6EC-1DC285671764}"/>
                  </a:ext>
                </a:extLst>
              </p:cNvPr>
              <p:cNvSpPr/>
              <p:nvPr/>
            </p:nvSpPr>
            <p:spPr>
              <a:xfrm>
                <a:off x="331795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4" name="ph6605">
                <a:extLst>
                  <a:ext uri="{FF2B5EF4-FFF2-40B4-BE49-F238E27FC236}">
                    <a16:creationId xmlns:a16="http://schemas.microsoft.com/office/drawing/2014/main" id="{C6B3367A-63D1-E0F3-7619-B2DF8655B943}"/>
                  </a:ext>
                </a:extLst>
              </p:cNvPr>
              <p:cNvSpPr/>
              <p:nvPr/>
            </p:nvSpPr>
            <p:spPr>
              <a:xfrm>
                <a:off x="332739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5" name="ph6606">
                <a:extLst>
                  <a:ext uri="{FF2B5EF4-FFF2-40B4-BE49-F238E27FC236}">
                    <a16:creationId xmlns:a16="http://schemas.microsoft.com/office/drawing/2014/main" id="{015202CC-8E85-2F85-8FDE-AF446C18C3C1}"/>
                  </a:ext>
                </a:extLst>
              </p:cNvPr>
              <p:cNvSpPr/>
              <p:nvPr/>
            </p:nvSpPr>
            <p:spPr>
              <a:xfrm>
                <a:off x="333683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6" name="ph6607">
                <a:extLst>
                  <a:ext uri="{FF2B5EF4-FFF2-40B4-BE49-F238E27FC236}">
                    <a16:creationId xmlns:a16="http://schemas.microsoft.com/office/drawing/2014/main" id="{F14801A0-BBA7-9EA4-C52A-9D75B18F4066}"/>
                  </a:ext>
                </a:extLst>
              </p:cNvPr>
              <p:cNvSpPr/>
              <p:nvPr/>
            </p:nvSpPr>
            <p:spPr>
              <a:xfrm>
                <a:off x="334627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7" name="ph6608">
                <a:extLst>
                  <a:ext uri="{FF2B5EF4-FFF2-40B4-BE49-F238E27FC236}">
                    <a16:creationId xmlns:a16="http://schemas.microsoft.com/office/drawing/2014/main" id="{FA5694A1-D696-A1FA-10BC-57213E1CAB99}"/>
                  </a:ext>
                </a:extLst>
              </p:cNvPr>
              <p:cNvSpPr/>
              <p:nvPr/>
            </p:nvSpPr>
            <p:spPr>
              <a:xfrm>
                <a:off x="335571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8" name="ph6609">
                <a:extLst>
                  <a:ext uri="{FF2B5EF4-FFF2-40B4-BE49-F238E27FC236}">
                    <a16:creationId xmlns:a16="http://schemas.microsoft.com/office/drawing/2014/main" id="{D73FC09C-C717-7790-40E0-34AA23F14081}"/>
                  </a:ext>
                </a:extLst>
              </p:cNvPr>
              <p:cNvSpPr/>
              <p:nvPr/>
            </p:nvSpPr>
            <p:spPr>
              <a:xfrm>
                <a:off x="336515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9" name="ph6610">
                <a:extLst>
                  <a:ext uri="{FF2B5EF4-FFF2-40B4-BE49-F238E27FC236}">
                    <a16:creationId xmlns:a16="http://schemas.microsoft.com/office/drawing/2014/main" id="{0E6F5CED-C662-C437-681E-1A729FC08E55}"/>
                  </a:ext>
                </a:extLst>
              </p:cNvPr>
              <p:cNvSpPr/>
              <p:nvPr/>
            </p:nvSpPr>
            <p:spPr>
              <a:xfrm>
                <a:off x="337459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0" name="ph6611">
                <a:extLst>
                  <a:ext uri="{FF2B5EF4-FFF2-40B4-BE49-F238E27FC236}">
                    <a16:creationId xmlns:a16="http://schemas.microsoft.com/office/drawing/2014/main" id="{21DF041E-ADE7-609C-4C70-6EE0A911E044}"/>
                  </a:ext>
                </a:extLst>
              </p:cNvPr>
              <p:cNvSpPr/>
              <p:nvPr/>
            </p:nvSpPr>
            <p:spPr>
              <a:xfrm>
                <a:off x="338403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1" name="ph6612">
                <a:extLst>
                  <a:ext uri="{FF2B5EF4-FFF2-40B4-BE49-F238E27FC236}">
                    <a16:creationId xmlns:a16="http://schemas.microsoft.com/office/drawing/2014/main" id="{0D09A690-A68E-DBE9-A9D3-C79820BF72CE}"/>
                  </a:ext>
                </a:extLst>
              </p:cNvPr>
              <p:cNvSpPr/>
              <p:nvPr/>
            </p:nvSpPr>
            <p:spPr>
              <a:xfrm>
                <a:off x="339347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2" name="ph6613">
                <a:extLst>
                  <a:ext uri="{FF2B5EF4-FFF2-40B4-BE49-F238E27FC236}">
                    <a16:creationId xmlns:a16="http://schemas.microsoft.com/office/drawing/2014/main" id="{950FF6FD-4B4F-4253-E5FD-082F197F5661}"/>
                  </a:ext>
                </a:extLst>
              </p:cNvPr>
              <p:cNvSpPr/>
              <p:nvPr/>
            </p:nvSpPr>
            <p:spPr>
              <a:xfrm>
                <a:off x="340291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3" name="ph6614">
                <a:extLst>
                  <a:ext uri="{FF2B5EF4-FFF2-40B4-BE49-F238E27FC236}">
                    <a16:creationId xmlns:a16="http://schemas.microsoft.com/office/drawing/2014/main" id="{BF781F59-052F-EAC9-C9FA-A0008BAC74F9}"/>
                  </a:ext>
                </a:extLst>
              </p:cNvPr>
              <p:cNvSpPr/>
              <p:nvPr/>
            </p:nvSpPr>
            <p:spPr>
              <a:xfrm>
                <a:off x="341235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4" name="ph6615">
                <a:extLst>
                  <a:ext uri="{FF2B5EF4-FFF2-40B4-BE49-F238E27FC236}">
                    <a16:creationId xmlns:a16="http://schemas.microsoft.com/office/drawing/2014/main" id="{2D6641FC-0974-8D36-A952-5E0748E4C9AE}"/>
                  </a:ext>
                </a:extLst>
              </p:cNvPr>
              <p:cNvSpPr/>
              <p:nvPr/>
            </p:nvSpPr>
            <p:spPr>
              <a:xfrm>
                <a:off x="342179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5" name="ph6616">
                <a:extLst>
                  <a:ext uri="{FF2B5EF4-FFF2-40B4-BE49-F238E27FC236}">
                    <a16:creationId xmlns:a16="http://schemas.microsoft.com/office/drawing/2014/main" id="{5B1F0269-AEBC-BD11-0E06-0BEE6820B663}"/>
                  </a:ext>
                </a:extLst>
              </p:cNvPr>
              <p:cNvSpPr/>
              <p:nvPr/>
            </p:nvSpPr>
            <p:spPr>
              <a:xfrm>
                <a:off x="343123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6" name="ph6617">
                <a:extLst>
                  <a:ext uri="{FF2B5EF4-FFF2-40B4-BE49-F238E27FC236}">
                    <a16:creationId xmlns:a16="http://schemas.microsoft.com/office/drawing/2014/main" id="{B1E347F4-CDFD-383F-515E-C6303E480E99}"/>
                  </a:ext>
                </a:extLst>
              </p:cNvPr>
              <p:cNvSpPr/>
              <p:nvPr/>
            </p:nvSpPr>
            <p:spPr>
              <a:xfrm>
                <a:off x="344067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7" name="ph6618">
                <a:extLst>
                  <a:ext uri="{FF2B5EF4-FFF2-40B4-BE49-F238E27FC236}">
                    <a16:creationId xmlns:a16="http://schemas.microsoft.com/office/drawing/2014/main" id="{56474D72-DD4E-9D62-C635-4CBD9D1032B7}"/>
                  </a:ext>
                </a:extLst>
              </p:cNvPr>
              <p:cNvSpPr/>
              <p:nvPr/>
            </p:nvSpPr>
            <p:spPr>
              <a:xfrm>
                <a:off x="345011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8" name="ph6619">
                <a:extLst>
                  <a:ext uri="{FF2B5EF4-FFF2-40B4-BE49-F238E27FC236}">
                    <a16:creationId xmlns:a16="http://schemas.microsoft.com/office/drawing/2014/main" id="{DD4724B9-EAA5-18D6-3252-C0A9E4AC269E}"/>
                  </a:ext>
                </a:extLst>
              </p:cNvPr>
              <p:cNvSpPr/>
              <p:nvPr/>
            </p:nvSpPr>
            <p:spPr>
              <a:xfrm>
                <a:off x="345955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9" name="ph6620">
                <a:extLst>
                  <a:ext uri="{FF2B5EF4-FFF2-40B4-BE49-F238E27FC236}">
                    <a16:creationId xmlns:a16="http://schemas.microsoft.com/office/drawing/2014/main" id="{3A251538-2F02-4610-B473-FFA6A2882737}"/>
                  </a:ext>
                </a:extLst>
              </p:cNvPr>
              <p:cNvSpPr/>
              <p:nvPr/>
            </p:nvSpPr>
            <p:spPr>
              <a:xfrm>
                <a:off x="346899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0" name="ph6621">
                <a:extLst>
                  <a:ext uri="{FF2B5EF4-FFF2-40B4-BE49-F238E27FC236}">
                    <a16:creationId xmlns:a16="http://schemas.microsoft.com/office/drawing/2014/main" id="{678C32D9-E680-6F92-275E-DFEEAB37E56A}"/>
                  </a:ext>
                </a:extLst>
              </p:cNvPr>
              <p:cNvSpPr/>
              <p:nvPr/>
            </p:nvSpPr>
            <p:spPr>
              <a:xfrm>
                <a:off x="347843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1" name="ph6622">
                <a:extLst>
                  <a:ext uri="{FF2B5EF4-FFF2-40B4-BE49-F238E27FC236}">
                    <a16:creationId xmlns:a16="http://schemas.microsoft.com/office/drawing/2014/main" id="{150CF58A-2A4D-EABA-6C48-A039883C495A}"/>
                  </a:ext>
                </a:extLst>
              </p:cNvPr>
              <p:cNvSpPr/>
              <p:nvPr/>
            </p:nvSpPr>
            <p:spPr>
              <a:xfrm>
                <a:off x="348787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2" name="ph6623">
                <a:extLst>
                  <a:ext uri="{FF2B5EF4-FFF2-40B4-BE49-F238E27FC236}">
                    <a16:creationId xmlns:a16="http://schemas.microsoft.com/office/drawing/2014/main" id="{2BC0ED34-1136-5AD7-C0C9-4D293C2640EF}"/>
                  </a:ext>
                </a:extLst>
              </p:cNvPr>
              <p:cNvSpPr/>
              <p:nvPr/>
            </p:nvSpPr>
            <p:spPr>
              <a:xfrm>
                <a:off x="349731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3" name="ph6624">
                <a:extLst>
                  <a:ext uri="{FF2B5EF4-FFF2-40B4-BE49-F238E27FC236}">
                    <a16:creationId xmlns:a16="http://schemas.microsoft.com/office/drawing/2014/main" id="{C323E2AD-3A20-F684-A468-9A8F8539118C}"/>
                  </a:ext>
                </a:extLst>
              </p:cNvPr>
              <p:cNvSpPr/>
              <p:nvPr/>
            </p:nvSpPr>
            <p:spPr>
              <a:xfrm>
                <a:off x="350675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4" name="ph6625">
                <a:extLst>
                  <a:ext uri="{FF2B5EF4-FFF2-40B4-BE49-F238E27FC236}">
                    <a16:creationId xmlns:a16="http://schemas.microsoft.com/office/drawing/2014/main" id="{739AC1DC-9015-0561-E609-B3E469EE8D0E}"/>
                  </a:ext>
                </a:extLst>
              </p:cNvPr>
              <p:cNvSpPr/>
              <p:nvPr/>
            </p:nvSpPr>
            <p:spPr>
              <a:xfrm>
                <a:off x="351619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5" name="ph6626">
                <a:extLst>
                  <a:ext uri="{FF2B5EF4-FFF2-40B4-BE49-F238E27FC236}">
                    <a16:creationId xmlns:a16="http://schemas.microsoft.com/office/drawing/2014/main" id="{618928EE-7710-9F45-0237-8CC935B51081}"/>
                  </a:ext>
                </a:extLst>
              </p:cNvPr>
              <p:cNvSpPr/>
              <p:nvPr/>
            </p:nvSpPr>
            <p:spPr>
              <a:xfrm>
                <a:off x="352563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6" name="ph6627">
                <a:extLst>
                  <a:ext uri="{FF2B5EF4-FFF2-40B4-BE49-F238E27FC236}">
                    <a16:creationId xmlns:a16="http://schemas.microsoft.com/office/drawing/2014/main" id="{7694D565-FEA0-1975-31CC-C3C3C8D73068}"/>
                  </a:ext>
                </a:extLst>
              </p:cNvPr>
              <p:cNvSpPr/>
              <p:nvPr/>
            </p:nvSpPr>
            <p:spPr>
              <a:xfrm>
                <a:off x="353507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7" name="ph6628">
                <a:extLst>
                  <a:ext uri="{FF2B5EF4-FFF2-40B4-BE49-F238E27FC236}">
                    <a16:creationId xmlns:a16="http://schemas.microsoft.com/office/drawing/2014/main" id="{35B8E3D9-40DE-CB1F-B216-E810495F86D6}"/>
                  </a:ext>
                </a:extLst>
              </p:cNvPr>
              <p:cNvSpPr/>
              <p:nvPr/>
            </p:nvSpPr>
            <p:spPr>
              <a:xfrm>
                <a:off x="354451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8" name="ph6629">
                <a:extLst>
                  <a:ext uri="{FF2B5EF4-FFF2-40B4-BE49-F238E27FC236}">
                    <a16:creationId xmlns:a16="http://schemas.microsoft.com/office/drawing/2014/main" id="{C8A955B9-7773-8473-7E40-716702540A4D}"/>
                  </a:ext>
                </a:extLst>
              </p:cNvPr>
              <p:cNvSpPr/>
              <p:nvPr/>
            </p:nvSpPr>
            <p:spPr>
              <a:xfrm>
                <a:off x="355395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9" name="ph6630">
                <a:extLst>
                  <a:ext uri="{FF2B5EF4-FFF2-40B4-BE49-F238E27FC236}">
                    <a16:creationId xmlns:a16="http://schemas.microsoft.com/office/drawing/2014/main" id="{7DE1787F-FABD-5C0F-75BA-E2DAC83854A5}"/>
                  </a:ext>
                </a:extLst>
              </p:cNvPr>
              <p:cNvSpPr/>
              <p:nvPr/>
            </p:nvSpPr>
            <p:spPr>
              <a:xfrm>
                <a:off x="356339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0" name="ph6631">
                <a:extLst>
                  <a:ext uri="{FF2B5EF4-FFF2-40B4-BE49-F238E27FC236}">
                    <a16:creationId xmlns:a16="http://schemas.microsoft.com/office/drawing/2014/main" id="{E938DFF5-F95E-C52D-7CC5-D64D3BB0F069}"/>
                  </a:ext>
                </a:extLst>
              </p:cNvPr>
              <p:cNvSpPr/>
              <p:nvPr/>
            </p:nvSpPr>
            <p:spPr>
              <a:xfrm>
                <a:off x="357283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1" name="ph6632">
                <a:extLst>
                  <a:ext uri="{FF2B5EF4-FFF2-40B4-BE49-F238E27FC236}">
                    <a16:creationId xmlns:a16="http://schemas.microsoft.com/office/drawing/2014/main" id="{DF9E4598-09E4-FFF1-C9AE-FC9FD502ED17}"/>
                  </a:ext>
                </a:extLst>
              </p:cNvPr>
              <p:cNvSpPr/>
              <p:nvPr/>
            </p:nvSpPr>
            <p:spPr>
              <a:xfrm>
                <a:off x="358227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2" name="ph6633">
                <a:extLst>
                  <a:ext uri="{FF2B5EF4-FFF2-40B4-BE49-F238E27FC236}">
                    <a16:creationId xmlns:a16="http://schemas.microsoft.com/office/drawing/2014/main" id="{569437F1-5F24-B6B9-5B02-9FEB2B0262AF}"/>
                  </a:ext>
                </a:extLst>
              </p:cNvPr>
              <p:cNvSpPr/>
              <p:nvPr/>
            </p:nvSpPr>
            <p:spPr>
              <a:xfrm>
                <a:off x="359171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3" name="ph6634">
                <a:extLst>
                  <a:ext uri="{FF2B5EF4-FFF2-40B4-BE49-F238E27FC236}">
                    <a16:creationId xmlns:a16="http://schemas.microsoft.com/office/drawing/2014/main" id="{A31ABC1D-A2E0-166F-2A4E-AF49C96CF9D7}"/>
                  </a:ext>
                </a:extLst>
              </p:cNvPr>
              <p:cNvSpPr/>
              <p:nvPr/>
            </p:nvSpPr>
            <p:spPr>
              <a:xfrm>
                <a:off x="360115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4" name="ph6635">
                <a:extLst>
                  <a:ext uri="{FF2B5EF4-FFF2-40B4-BE49-F238E27FC236}">
                    <a16:creationId xmlns:a16="http://schemas.microsoft.com/office/drawing/2014/main" id="{FA17A393-3704-7EA1-37EB-70F39A7C1600}"/>
                  </a:ext>
                </a:extLst>
              </p:cNvPr>
              <p:cNvSpPr/>
              <p:nvPr/>
            </p:nvSpPr>
            <p:spPr>
              <a:xfrm>
                <a:off x="361059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5" name="ph6636">
                <a:extLst>
                  <a:ext uri="{FF2B5EF4-FFF2-40B4-BE49-F238E27FC236}">
                    <a16:creationId xmlns:a16="http://schemas.microsoft.com/office/drawing/2014/main" id="{083252AD-E62D-CAA5-91FA-A8A4C4148128}"/>
                  </a:ext>
                </a:extLst>
              </p:cNvPr>
              <p:cNvSpPr/>
              <p:nvPr/>
            </p:nvSpPr>
            <p:spPr>
              <a:xfrm>
                <a:off x="362003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6" name="ph6637">
                <a:extLst>
                  <a:ext uri="{FF2B5EF4-FFF2-40B4-BE49-F238E27FC236}">
                    <a16:creationId xmlns:a16="http://schemas.microsoft.com/office/drawing/2014/main" id="{AA1A5999-F527-C0A9-08C4-421472A3DB3B}"/>
                  </a:ext>
                </a:extLst>
              </p:cNvPr>
              <p:cNvSpPr/>
              <p:nvPr/>
            </p:nvSpPr>
            <p:spPr>
              <a:xfrm>
                <a:off x="362947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7" name="ph6638">
                <a:extLst>
                  <a:ext uri="{FF2B5EF4-FFF2-40B4-BE49-F238E27FC236}">
                    <a16:creationId xmlns:a16="http://schemas.microsoft.com/office/drawing/2014/main" id="{CD07F16F-9424-9BE6-0524-EFEDB96E161D}"/>
                  </a:ext>
                </a:extLst>
              </p:cNvPr>
              <p:cNvSpPr/>
              <p:nvPr/>
            </p:nvSpPr>
            <p:spPr>
              <a:xfrm>
                <a:off x="363891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8" name="ph6639">
                <a:extLst>
                  <a:ext uri="{FF2B5EF4-FFF2-40B4-BE49-F238E27FC236}">
                    <a16:creationId xmlns:a16="http://schemas.microsoft.com/office/drawing/2014/main" id="{15DC8C90-2A04-AC24-E832-0BFC3BC77C32}"/>
                  </a:ext>
                </a:extLst>
              </p:cNvPr>
              <p:cNvSpPr/>
              <p:nvPr/>
            </p:nvSpPr>
            <p:spPr>
              <a:xfrm>
                <a:off x="36483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9" name="ph6640">
                <a:extLst>
                  <a:ext uri="{FF2B5EF4-FFF2-40B4-BE49-F238E27FC236}">
                    <a16:creationId xmlns:a16="http://schemas.microsoft.com/office/drawing/2014/main" id="{E821A1AD-3687-6BC9-2A2E-568377AC9586}"/>
                  </a:ext>
                </a:extLst>
              </p:cNvPr>
              <p:cNvSpPr/>
              <p:nvPr/>
            </p:nvSpPr>
            <p:spPr>
              <a:xfrm>
                <a:off x="365780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0" name="ph6641">
                <a:extLst>
                  <a:ext uri="{FF2B5EF4-FFF2-40B4-BE49-F238E27FC236}">
                    <a16:creationId xmlns:a16="http://schemas.microsoft.com/office/drawing/2014/main" id="{000A33A1-3D40-B78D-C523-C283B6A318C6}"/>
                  </a:ext>
                </a:extLst>
              </p:cNvPr>
              <p:cNvSpPr/>
              <p:nvPr/>
            </p:nvSpPr>
            <p:spPr>
              <a:xfrm>
                <a:off x="366724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1" name="ph6642">
                <a:extLst>
                  <a:ext uri="{FF2B5EF4-FFF2-40B4-BE49-F238E27FC236}">
                    <a16:creationId xmlns:a16="http://schemas.microsoft.com/office/drawing/2014/main" id="{892B7E1F-89A1-30D7-7067-AF20D9625028}"/>
                  </a:ext>
                </a:extLst>
              </p:cNvPr>
              <p:cNvSpPr/>
              <p:nvPr/>
            </p:nvSpPr>
            <p:spPr>
              <a:xfrm>
                <a:off x="367668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2" name="ph6643">
                <a:extLst>
                  <a:ext uri="{FF2B5EF4-FFF2-40B4-BE49-F238E27FC236}">
                    <a16:creationId xmlns:a16="http://schemas.microsoft.com/office/drawing/2014/main" id="{427F8852-5494-4960-C186-CDE0DDF11466}"/>
                  </a:ext>
                </a:extLst>
              </p:cNvPr>
              <p:cNvSpPr/>
              <p:nvPr/>
            </p:nvSpPr>
            <p:spPr>
              <a:xfrm>
                <a:off x="36861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3" name="ph6644">
                <a:extLst>
                  <a:ext uri="{FF2B5EF4-FFF2-40B4-BE49-F238E27FC236}">
                    <a16:creationId xmlns:a16="http://schemas.microsoft.com/office/drawing/2014/main" id="{98B92907-FA0A-7091-DFD7-6AE1779659E6}"/>
                  </a:ext>
                </a:extLst>
              </p:cNvPr>
              <p:cNvSpPr/>
              <p:nvPr/>
            </p:nvSpPr>
            <p:spPr>
              <a:xfrm>
                <a:off x="369556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4" name="ph6645">
                <a:extLst>
                  <a:ext uri="{FF2B5EF4-FFF2-40B4-BE49-F238E27FC236}">
                    <a16:creationId xmlns:a16="http://schemas.microsoft.com/office/drawing/2014/main" id="{62AEC97D-C6F5-0D7A-67DA-B2A53F0FAC43}"/>
                  </a:ext>
                </a:extLst>
              </p:cNvPr>
              <p:cNvSpPr/>
              <p:nvPr/>
            </p:nvSpPr>
            <p:spPr>
              <a:xfrm>
                <a:off x="370500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5" name="ph6646">
                <a:extLst>
                  <a:ext uri="{FF2B5EF4-FFF2-40B4-BE49-F238E27FC236}">
                    <a16:creationId xmlns:a16="http://schemas.microsoft.com/office/drawing/2014/main" id="{09C74FF8-D6A1-2912-4805-4F9941AB4BBA}"/>
                  </a:ext>
                </a:extLst>
              </p:cNvPr>
              <p:cNvSpPr/>
              <p:nvPr/>
            </p:nvSpPr>
            <p:spPr>
              <a:xfrm>
                <a:off x="371444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6" name="ph6647">
                <a:extLst>
                  <a:ext uri="{FF2B5EF4-FFF2-40B4-BE49-F238E27FC236}">
                    <a16:creationId xmlns:a16="http://schemas.microsoft.com/office/drawing/2014/main" id="{339CE492-4899-B56D-34C3-F141E5CE29B5}"/>
                  </a:ext>
                </a:extLst>
              </p:cNvPr>
              <p:cNvSpPr/>
              <p:nvPr/>
            </p:nvSpPr>
            <p:spPr>
              <a:xfrm>
                <a:off x="372388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7" name="ph6648">
                <a:extLst>
                  <a:ext uri="{FF2B5EF4-FFF2-40B4-BE49-F238E27FC236}">
                    <a16:creationId xmlns:a16="http://schemas.microsoft.com/office/drawing/2014/main" id="{D6D8768B-946A-42B5-3BA7-A8AEA128315B}"/>
                  </a:ext>
                </a:extLst>
              </p:cNvPr>
              <p:cNvSpPr/>
              <p:nvPr/>
            </p:nvSpPr>
            <p:spPr>
              <a:xfrm>
                <a:off x="373332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8" name="ph6649">
                <a:extLst>
                  <a:ext uri="{FF2B5EF4-FFF2-40B4-BE49-F238E27FC236}">
                    <a16:creationId xmlns:a16="http://schemas.microsoft.com/office/drawing/2014/main" id="{9767FBA6-59A2-57DB-0A29-DBB1392BBEAA}"/>
                  </a:ext>
                </a:extLst>
              </p:cNvPr>
              <p:cNvSpPr/>
              <p:nvPr/>
            </p:nvSpPr>
            <p:spPr>
              <a:xfrm>
                <a:off x="374276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9" name="ph6650">
                <a:extLst>
                  <a:ext uri="{FF2B5EF4-FFF2-40B4-BE49-F238E27FC236}">
                    <a16:creationId xmlns:a16="http://schemas.microsoft.com/office/drawing/2014/main" id="{E90DBC09-B92A-EEEB-0E14-C4096A90C50A}"/>
                  </a:ext>
                </a:extLst>
              </p:cNvPr>
              <p:cNvSpPr/>
              <p:nvPr/>
            </p:nvSpPr>
            <p:spPr>
              <a:xfrm>
                <a:off x="375220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0" name="ph6651">
                <a:extLst>
                  <a:ext uri="{FF2B5EF4-FFF2-40B4-BE49-F238E27FC236}">
                    <a16:creationId xmlns:a16="http://schemas.microsoft.com/office/drawing/2014/main" id="{BF1FC3CB-9AAC-55F7-A955-7861EDFABED3}"/>
                  </a:ext>
                </a:extLst>
              </p:cNvPr>
              <p:cNvSpPr/>
              <p:nvPr/>
            </p:nvSpPr>
            <p:spPr>
              <a:xfrm>
                <a:off x="376164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1" name="ph6652">
                <a:extLst>
                  <a:ext uri="{FF2B5EF4-FFF2-40B4-BE49-F238E27FC236}">
                    <a16:creationId xmlns:a16="http://schemas.microsoft.com/office/drawing/2014/main" id="{173CA15B-2FFB-AB74-79C7-4BC33FF4157A}"/>
                  </a:ext>
                </a:extLst>
              </p:cNvPr>
              <p:cNvSpPr/>
              <p:nvPr/>
            </p:nvSpPr>
            <p:spPr>
              <a:xfrm>
                <a:off x="377108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2" name="ph6653">
                <a:extLst>
                  <a:ext uri="{FF2B5EF4-FFF2-40B4-BE49-F238E27FC236}">
                    <a16:creationId xmlns:a16="http://schemas.microsoft.com/office/drawing/2014/main" id="{094743CC-EE7F-12FE-656C-466D26BC5215}"/>
                  </a:ext>
                </a:extLst>
              </p:cNvPr>
              <p:cNvSpPr/>
              <p:nvPr/>
            </p:nvSpPr>
            <p:spPr>
              <a:xfrm>
                <a:off x="378052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3" name="ph6654">
                <a:extLst>
                  <a:ext uri="{FF2B5EF4-FFF2-40B4-BE49-F238E27FC236}">
                    <a16:creationId xmlns:a16="http://schemas.microsoft.com/office/drawing/2014/main" id="{C5DAF426-74F8-631D-D1F8-0812424B4EE5}"/>
                  </a:ext>
                </a:extLst>
              </p:cNvPr>
              <p:cNvSpPr/>
              <p:nvPr/>
            </p:nvSpPr>
            <p:spPr>
              <a:xfrm>
                <a:off x="3789963" y="1324442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360"/>
                    </a:lnTo>
                    <a:lnTo>
                      <a:pt x="922393" y="911310"/>
                    </a:lnTo>
                    <a:lnTo>
                      <a:pt x="921849" y="91439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4" name="ph6655">
                <a:extLst>
                  <a:ext uri="{FF2B5EF4-FFF2-40B4-BE49-F238E27FC236}">
                    <a16:creationId xmlns:a16="http://schemas.microsoft.com/office/drawing/2014/main" id="{E04AE3DE-91C1-1EF9-8FB9-90F65D5009E6}"/>
                  </a:ext>
                </a:extLst>
              </p:cNvPr>
              <p:cNvSpPr/>
              <p:nvPr/>
            </p:nvSpPr>
            <p:spPr>
              <a:xfrm>
                <a:off x="3799404" y="1306872"/>
                <a:ext cx="914944" cy="918930"/>
              </a:xfrm>
              <a:custGeom>
                <a:avLst/>
                <a:gdLst/>
                <a:ahLst/>
                <a:cxnLst/>
                <a:rect l="0" t="0" r="0" b="0"/>
                <a:pathLst>
                  <a:path w="914944" h="918930">
                    <a:moveTo>
                      <a:pt x="914400" y="914400"/>
                    </a:moveTo>
                    <a:lnTo>
                      <a:pt x="914944" y="914400"/>
                    </a:lnTo>
                    <a:lnTo>
                      <a:pt x="914501" y="918234"/>
                    </a:lnTo>
                    <a:lnTo>
                      <a:pt x="914400" y="91893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5" name="ph6656">
                <a:extLst>
                  <a:ext uri="{FF2B5EF4-FFF2-40B4-BE49-F238E27FC236}">
                    <a16:creationId xmlns:a16="http://schemas.microsoft.com/office/drawing/2014/main" id="{2F93CEE6-A575-B2C8-7CE8-DF1D5D75E26C}"/>
                  </a:ext>
                </a:extLst>
              </p:cNvPr>
              <p:cNvSpPr/>
              <p:nvPr/>
            </p:nvSpPr>
            <p:spPr>
              <a:xfrm>
                <a:off x="2062399" y="1289302"/>
                <a:ext cx="914400" cy="925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912">
                    <a:moveTo>
                      <a:pt x="914400" y="914400"/>
                    </a:moveTo>
                    <a:lnTo>
                      <a:pt x="914400" y="925912"/>
                    </a:lnTo>
                    <a:lnTo>
                      <a:pt x="911762" y="918230"/>
                    </a:lnTo>
                    <a:lnTo>
                      <a:pt x="910594" y="914400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6" name="ph6657">
                <a:extLst>
                  <a:ext uri="{FF2B5EF4-FFF2-40B4-BE49-F238E27FC236}">
                    <a16:creationId xmlns:a16="http://schemas.microsoft.com/office/drawing/2014/main" id="{8B69AAB9-CB36-A029-9F9A-B3D2773F3A18}"/>
                  </a:ext>
                </a:extLst>
              </p:cNvPr>
              <p:cNvSpPr/>
              <p:nvPr/>
            </p:nvSpPr>
            <p:spPr>
              <a:xfrm>
                <a:off x="206239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662" y="931969"/>
                    </a:lnTo>
                    <a:lnTo>
                      <a:pt x="914956" y="927531"/>
                    </a:lnTo>
                    <a:lnTo>
                      <a:pt x="914400" y="925912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7" name="ph6658">
                <a:extLst>
                  <a:ext uri="{FF2B5EF4-FFF2-40B4-BE49-F238E27FC236}">
                    <a16:creationId xmlns:a16="http://schemas.microsoft.com/office/drawing/2014/main" id="{40AA4EC1-D282-5ED2-C582-7463B1236520}"/>
                  </a:ext>
                </a:extLst>
              </p:cNvPr>
              <p:cNvSpPr/>
              <p:nvPr/>
            </p:nvSpPr>
            <p:spPr>
              <a:xfrm>
                <a:off x="207184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8" name="ph6659">
                <a:extLst>
                  <a:ext uri="{FF2B5EF4-FFF2-40B4-BE49-F238E27FC236}">
                    <a16:creationId xmlns:a16="http://schemas.microsoft.com/office/drawing/2014/main" id="{EDED9CFC-DFE4-9C49-2268-BDF9A097B3C1}"/>
                  </a:ext>
                </a:extLst>
              </p:cNvPr>
              <p:cNvSpPr/>
              <p:nvPr/>
            </p:nvSpPr>
            <p:spPr>
              <a:xfrm>
                <a:off x="208128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9" name="ph6660">
                <a:extLst>
                  <a:ext uri="{FF2B5EF4-FFF2-40B4-BE49-F238E27FC236}">
                    <a16:creationId xmlns:a16="http://schemas.microsoft.com/office/drawing/2014/main" id="{BDE1D810-1C11-FFBD-2E96-234476510568}"/>
                  </a:ext>
                </a:extLst>
              </p:cNvPr>
              <p:cNvSpPr/>
              <p:nvPr/>
            </p:nvSpPr>
            <p:spPr>
              <a:xfrm>
                <a:off x="209072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0" name="ph6661">
                <a:extLst>
                  <a:ext uri="{FF2B5EF4-FFF2-40B4-BE49-F238E27FC236}">
                    <a16:creationId xmlns:a16="http://schemas.microsoft.com/office/drawing/2014/main" id="{AFF9644E-0F29-931B-7D4C-A447C386EA2C}"/>
                  </a:ext>
                </a:extLst>
              </p:cNvPr>
              <p:cNvSpPr/>
              <p:nvPr/>
            </p:nvSpPr>
            <p:spPr>
              <a:xfrm>
                <a:off x="210016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1" name="ph6662">
                <a:extLst>
                  <a:ext uri="{FF2B5EF4-FFF2-40B4-BE49-F238E27FC236}">
                    <a16:creationId xmlns:a16="http://schemas.microsoft.com/office/drawing/2014/main" id="{6B8D8701-6A46-638C-EFD0-5D2652D87054}"/>
                  </a:ext>
                </a:extLst>
              </p:cNvPr>
              <p:cNvSpPr/>
              <p:nvPr/>
            </p:nvSpPr>
            <p:spPr>
              <a:xfrm>
                <a:off x="210960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2" name="ph6663">
                <a:extLst>
                  <a:ext uri="{FF2B5EF4-FFF2-40B4-BE49-F238E27FC236}">
                    <a16:creationId xmlns:a16="http://schemas.microsoft.com/office/drawing/2014/main" id="{00FC891B-6307-EEF8-A0DA-16CA4DBE6DE5}"/>
                  </a:ext>
                </a:extLst>
              </p:cNvPr>
              <p:cNvSpPr/>
              <p:nvPr/>
            </p:nvSpPr>
            <p:spPr>
              <a:xfrm>
                <a:off x="211904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3" name="ph6664">
                <a:extLst>
                  <a:ext uri="{FF2B5EF4-FFF2-40B4-BE49-F238E27FC236}">
                    <a16:creationId xmlns:a16="http://schemas.microsoft.com/office/drawing/2014/main" id="{B66D31D1-A279-878C-B2C8-F7463779A8CB}"/>
                  </a:ext>
                </a:extLst>
              </p:cNvPr>
              <p:cNvSpPr/>
              <p:nvPr/>
            </p:nvSpPr>
            <p:spPr>
              <a:xfrm>
                <a:off x="212848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4" name="ph6665">
                <a:extLst>
                  <a:ext uri="{FF2B5EF4-FFF2-40B4-BE49-F238E27FC236}">
                    <a16:creationId xmlns:a16="http://schemas.microsoft.com/office/drawing/2014/main" id="{2C1976F2-D758-5C92-C817-597197C6070D}"/>
                  </a:ext>
                </a:extLst>
              </p:cNvPr>
              <p:cNvSpPr/>
              <p:nvPr/>
            </p:nvSpPr>
            <p:spPr>
              <a:xfrm>
                <a:off x="21379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5" name="ph6666">
                <a:extLst>
                  <a:ext uri="{FF2B5EF4-FFF2-40B4-BE49-F238E27FC236}">
                    <a16:creationId xmlns:a16="http://schemas.microsoft.com/office/drawing/2014/main" id="{4D79092C-FFC8-D263-AEF3-1C552170EEBB}"/>
                  </a:ext>
                </a:extLst>
              </p:cNvPr>
              <p:cNvSpPr/>
              <p:nvPr/>
            </p:nvSpPr>
            <p:spPr>
              <a:xfrm>
                <a:off x="214736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6" name="ph6667">
                <a:extLst>
                  <a:ext uri="{FF2B5EF4-FFF2-40B4-BE49-F238E27FC236}">
                    <a16:creationId xmlns:a16="http://schemas.microsoft.com/office/drawing/2014/main" id="{C37E1A74-09DB-3DEF-A901-E3B4DB801FAC}"/>
                  </a:ext>
                </a:extLst>
              </p:cNvPr>
              <p:cNvSpPr/>
              <p:nvPr/>
            </p:nvSpPr>
            <p:spPr>
              <a:xfrm>
                <a:off x="215680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7" name="ph6668">
                <a:extLst>
                  <a:ext uri="{FF2B5EF4-FFF2-40B4-BE49-F238E27FC236}">
                    <a16:creationId xmlns:a16="http://schemas.microsoft.com/office/drawing/2014/main" id="{B976F3F7-4ECE-C754-414F-D4D925DA6F2E}"/>
                  </a:ext>
                </a:extLst>
              </p:cNvPr>
              <p:cNvSpPr/>
              <p:nvPr/>
            </p:nvSpPr>
            <p:spPr>
              <a:xfrm>
                <a:off x="216624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8" name="ph6669">
                <a:extLst>
                  <a:ext uri="{FF2B5EF4-FFF2-40B4-BE49-F238E27FC236}">
                    <a16:creationId xmlns:a16="http://schemas.microsoft.com/office/drawing/2014/main" id="{A4412A08-57D9-42F2-2769-A1D67969F02D}"/>
                  </a:ext>
                </a:extLst>
              </p:cNvPr>
              <p:cNvSpPr/>
              <p:nvPr/>
            </p:nvSpPr>
            <p:spPr>
              <a:xfrm>
                <a:off x="217568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9" name="ph6670">
                <a:extLst>
                  <a:ext uri="{FF2B5EF4-FFF2-40B4-BE49-F238E27FC236}">
                    <a16:creationId xmlns:a16="http://schemas.microsoft.com/office/drawing/2014/main" id="{E935958F-2416-B042-4BB5-E01DD68E3766}"/>
                  </a:ext>
                </a:extLst>
              </p:cNvPr>
              <p:cNvSpPr/>
              <p:nvPr/>
            </p:nvSpPr>
            <p:spPr>
              <a:xfrm>
                <a:off x="218512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0" name="ph6671">
                <a:extLst>
                  <a:ext uri="{FF2B5EF4-FFF2-40B4-BE49-F238E27FC236}">
                    <a16:creationId xmlns:a16="http://schemas.microsoft.com/office/drawing/2014/main" id="{17989F0F-3703-025C-7335-A3C9A3DDE683}"/>
                  </a:ext>
                </a:extLst>
              </p:cNvPr>
              <p:cNvSpPr/>
              <p:nvPr/>
            </p:nvSpPr>
            <p:spPr>
              <a:xfrm>
                <a:off x="219456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1" name="ph6672">
                <a:extLst>
                  <a:ext uri="{FF2B5EF4-FFF2-40B4-BE49-F238E27FC236}">
                    <a16:creationId xmlns:a16="http://schemas.microsoft.com/office/drawing/2014/main" id="{8623EB38-C617-B9C8-4196-1C6BE9620922}"/>
                  </a:ext>
                </a:extLst>
              </p:cNvPr>
              <p:cNvSpPr/>
              <p:nvPr/>
            </p:nvSpPr>
            <p:spPr>
              <a:xfrm>
                <a:off x="220400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2" name="ph6673">
                <a:extLst>
                  <a:ext uri="{FF2B5EF4-FFF2-40B4-BE49-F238E27FC236}">
                    <a16:creationId xmlns:a16="http://schemas.microsoft.com/office/drawing/2014/main" id="{4553704C-9A5F-B0F0-1581-C74B2B637E2E}"/>
                  </a:ext>
                </a:extLst>
              </p:cNvPr>
              <p:cNvSpPr/>
              <p:nvPr/>
            </p:nvSpPr>
            <p:spPr>
              <a:xfrm>
                <a:off x="221344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3" name="ph6674">
                <a:extLst>
                  <a:ext uri="{FF2B5EF4-FFF2-40B4-BE49-F238E27FC236}">
                    <a16:creationId xmlns:a16="http://schemas.microsoft.com/office/drawing/2014/main" id="{ACD1F7EE-06BD-D3A4-3A5F-C67E4248B57F}"/>
                  </a:ext>
                </a:extLst>
              </p:cNvPr>
              <p:cNvSpPr/>
              <p:nvPr/>
            </p:nvSpPr>
            <p:spPr>
              <a:xfrm>
                <a:off x="222288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4" name="ph6675">
                <a:extLst>
                  <a:ext uri="{FF2B5EF4-FFF2-40B4-BE49-F238E27FC236}">
                    <a16:creationId xmlns:a16="http://schemas.microsoft.com/office/drawing/2014/main" id="{49A48811-E52C-49D5-A816-D543A0BBB8CA}"/>
                  </a:ext>
                </a:extLst>
              </p:cNvPr>
              <p:cNvSpPr/>
              <p:nvPr/>
            </p:nvSpPr>
            <p:spPr>
              <a:xfrm>
                <a:off x="223232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5" name="ph6676">
                <a:extLst>
                  <a:ext uri="{FF2B5EF4-FFF2-40B4-BE49-F238E27FC236}">
                    <a16:creationId xmlns:a16="http://schemas.microsoft.com/office/drawing/2014/main" id="{705939FD-DE8C-A22A-F28A-646575B4585E}"/>
                  </a:ext>
                </a:extLst>
              </p:cNvPr>
              <p:cNvSpPr/>
              <p:nvPr/>
            </p:nvSpPr>
            <p:spPr>
              <a:xfrm>
                <a:off x="224176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6" name="ph6677">
                <a:extLst>
                  <a:ext uri="{FF2B5EF4-FFF2-40B4-BE49-F238E27FC236}">
                    <a16:creationId xmlns:a16="http://schemas.microsoft.com/office/drawing/2014/main" id="{6596689B-6BCF-6880-11EC-F1F229BD314F}"/>
                  </a:ext>
                </a:extLst>
              </p:cNvPr>
              <p:cNvSpPr/>
              <p:nvPr/>
            </p:nvSpPr>
            <p:spPr>
              <a:xfrm>
                <a:off x="225120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7" name="ph6678">
                <a:extLst>
                  <a:ext uri="{FF2B5EF4-FFF2-40B4-BE49-F238E27FC236}">
                    <a16:creationId xmlns:a16="http://schemas.microsoft.com/office/drawing/2014/main" id="{818B8640-7514-925D-186B-7909E62989C2}"/>
                  </a:ext>
                </a:extLst>
              </p:cNvPr>
              <p:cNvSpPr/>
              <p:nvPr/>
            </p:nvSpPr>
            <p:spPr>
              <a:xfrm>
                <a:off x="226064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8" name="ph6679">
                <a:extLst>
                  <a:ext uri="{FF2B5EF4-FFF2-40B4-BE49-F238E27FC236}">
                    <a16:creationId xmlns:a16="http://schemas.microsoft.com/office/drawing/2014/main" id="{E4D48BED-65E6-7ED1-9814-C04B03AA804B}"/>
                  </a:ext>
                </a:extLst>
              </p:cNvPr>
              <p:cNvSpPr/>
              <p:nvPr/>
            </p:nvSpPr>
            <p:spPr>
              <a:xfrm>
                <a:off x="227008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B">
                  <a:alpha val="100000"/>
                </a:srgbClr>
              </a:solidFill>
              <a:ln w="5420" cap="flat">
                <a:solidFill>
                  <a:srgbClr val="FEE0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9" name="ph6680">
                <a:extLst>
                  <a:ext uri="{FF2B5EF4-FFF2-40B4-BE49-F238E27FC236}">
                    <a16:creationId xmlns:a16="http://schemas.microsoft.com/office/drawing/2014/main" id="{7BB406C9-E54C-20E4-4578-42F62066FC85}"/>
                  </a:ext>
                </a:extLst>
              </p:cNvPr>
              <p:cNvSpPr/>
              <p:nvPr/>
            </p:nvSpPr>
            <p:spPr>
              <a:xfrm>
                <a:off x="227952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08C">
                  <a:alpha val="100000"/>
                </a:srgbClr>
              </a:solidFill>
              <a:ln w="5420" cap="flat">
                <a:solidFill>
                  <a:srgbClr val="FEE0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0" name="ph6681">
                <a:extLst>
                  <a:ext uri="{FF2B5EF4-FFF2-40B4-BE49-F238E27FC236}">
                    <a16:creationId xmlns:a16="http://schemas.microsoft.com/office/drawing/2014/main" id="{6EF91C2B-96C9-F6AA-CF44-E992BFC2C9BF}"/>
                  </a:ext>
                </a:extLst>
              </p:cNvPr>
              <p:cNvSpPr/>
              <p:nvPr/>
            </p:nvSpPr>
            <p:spPr>
              <a:xfrm>
                <a:off x="228896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C">
                  <a:alpha val="100000"/>
                </a:srgbClr>
              </a:solidFill>
              <a:ln w="5420" cap="flat">
                <a:solidFill>
                  <a:srgbClr val="FEE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1" name="ph6682">
                <a:extLst>
                  <a:ext uri="{FF2B5EF4-FFF2-40B4-BE49-F238E27FC236}">
                    <a16:creationId xmlns:a16="http://schemas.microsoft.com/office/drawing/2014/main" id="{DD4223D6-C803-AABF-6EEA-931F4E4F56E3}"/>
                  </a:ext>
                </a:extLst>
              </p:cNvPr>
              <p:cNvSpPr/>
              <p:nvPr/>
            </p:nvSpPr>
            <p:spPr>
              <a:xfrm>
                <a:off x="229840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18D">
                  <a:alpha val="100000"/>
                </a:srgbClr>
              </a:solidFill>
              <a:ln w="5420" cap="flat">
                <a:solidFill>
                  <a:srgbClr val="FEE1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2" name="ph6683">
                <a:extLst>
                  <a:ext uri="{FF2B5EF4-FFF2-40B4-BE49-F238E27FC236}">
                    <a16:creationId xmlns:a16="http://schemas.microsoft.com/office/drawing/2014/main" id="{807A9F22-F6F8-B12C-FDE0-4CC78C78CBA9}"/>
                  </a:ext>
                </a:extLst>
              </p:cNvPr>
              <p:cNvSpPr/>
              <p:nvPr/>
            </p:nvSpPr>
            <p:spPr>
              <a:xfrm>
                <a:off x="230784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E">
                  <a:alpha val="100000"/>
                </a:srgbClr>
              </a:solidFill>
              <a:ln w="5420" cap="flat">
                <a:solidFill>
                  <a:srgbClr val="FEE2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3" name="ph6684">
                <a:extLst>
                  <a:ext uri="{FF2B5EF4-FFF2-40B4-BE49-F238E27FC236}">
                    <a16:creationId xmlns:a16="http://schemas.microsoft.com/office/drawing/2014/main" id="{4FFD57D1-DA30-C461-514D-DC9E3CD0548D}"/>
                  </a:ext>
                </a:extLst>
              </p:cNvPr>
              <p:cNvSpPr/>
              <p:nvPr/>
            </p:nvSpPr>
            <p:spPr>
              <a:xfrm>
                <a:off x="231728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4" name="ph6685">
                <a:extLst>
                  <a:ext uri="{FF2B5EF4-FFF2-40B4-BE49-F238E27FC236}">
                    <a16:creationId xmlns:a16="http://schemas.microsoft.com/office/drawing/2014/main" id="{6CDA5F7D-3ADB-AA4F-EC04-87448D1EC187}"/>
                  </a:ext>
                </a:extLst>
              </p:cNvPr>
              <p:cNvSpPr/>
              <p:nvPr/>
            </p:nvSpPr>
            <p:spPr>
              <a:xfrm>
                <a:off x="232672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5" name="ph6686">
                <a:extLst>
                  <a:ext uri="{FF2B5EF4-FFF2-40B4-BE49-F238E27FC236}">
                    <a16:creationId xmlns:a16="http://schemas.microsoft.com/office/drawing/2014/main" id="{C9DD674B-782E-A15C-E624-FCB812792FF3}"/>
                  </a:ext>
                </a:extLst>
              </p:cNvPr>
              <p:cNvSpPr/>
              <p:nvPr/>
            </p:nvSpPr>
            <p:spPr>
              <a:xfrm>
                <a:off x="233616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6" name="ph6687">
                <a:extLst>
                  <a:ext uri="{FF2B5EF4-FFF2-40B4-BE49-F238E27FC236}">
                    <a16:creationId xmlns:a16="http://schemas.microsoft.com/office/drawing/2014/main" id="{C1F29024-94CF-1AD3-A29A-1C4B942CF1C9}"/>
                  </a:ext>
                </a:extLst>
              </p:cNvPr>
              <p:cNvSpPr/>
              <p:nvPr/>
            </p:nvSpPr>
            <p:spPr>
              <a:xfrm>
                <a:off x="234560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3">
                  <a:alpha val="100000"/>
                </a:srgbClr>
              </a:solidFill>
              <a:ln w="5420" cap="flat">
                <a:solidFill>
                  <a:srgbClr val="FEE4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7" name="ph6688">
                <a:extLst>
                  <a:ext uri="{FF2B5EF4-FFF2-40B4-BE49-F238E27FC236}">
                    <a16:creationId xmlns:a16="http://schemas.microsoft.com/office/drawing/2014/main" id="{551A8C6D-918E-7261-9717-2A325F3B2452}"/>
                  </a:ext>
                </a:extLst>
              </p:cNvPr>
              <p:cNvSpPr/>
              <p:nvPr/>
            </p:nvSpPr>
            <p:spPr>
              <a:xfrm>
                <a:off x="235504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8" name="ph6689">
                <a:extLst>
                  <a:ext uri="{FF2B5EF4-FFF2-40B4-BE49-F238E27FC236}">
                    <a16:creationId xmlns:a16="http://schemas.microsoft.com/office/drawing/2014/main" id="{B2FBAB81-04E2-E7E6-FF79-89CBCEA539A0}"/>
                  </a:ext>
                </a:extLst>
              </p:cNvPr>
              <p:cNvSpPr/>
              <p:nvPr/>
            </p:nvSpPr>
            <p:spPr>
              <a:xfrm>
                <a:off x="236448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9" name="ph6690">
                <a:extLst>
                  <a:ext uri="{FF2B5EF4-FFF2-40B4-BE49-F238E27FC236}">
                    <a16:creationId xmlns:a16="http://schemas.microsoft.com/office/drawing/2014/main" id="{783BD738-2C1E-7776-3F96-980809353248}"/>
                  </a:ext>
                </a:extLst>
              </p:cNvPr>
              <p:cNvSpPr/>
              <p:nvPr/>
            </p:nvSpPr>
            <p:spPr>
              <a:xfrm>
                <a:off x="237392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0" name="ph6691">
                <a:extLst>
                  <a:ext uri="{FF2B5EF4-FFF2-40B4-BE49-F238E27FC236}">
                    <a16:creationId xmlns:a16="http://schemas.microsoft.com/office/drawing/2014/main" id="{5F849589-BB54-1258-D7C1-07628378AF2F}"/>
                  </a:ext>
                </a:extLst>
              </p:cNvPr>
              <p:cNvSpPr/>
              <p:nvPr/>
            </p:nvSpPr>
            <p:spPr>
              <a:xfrm>
                <a:off x="238336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1" name="ph6692">
                <a:extLst>
                  <a:ext uri="{FF2B5EF4-FFF2-40B4-BE49-F238E27FC236}">
                    <a16:creationId xmlns:a16="http://schemas.microsoft.com/office/drawing/2014/main" id="{952CA9DA-ED4D-F18B-B235-8F772F3EE9B6}"/>
                  </a:ext>
                </a:extLst>
              </p:cNvPr>
              <p:cNvSpPr/>
              <p:nvPr/>
            </p:nvSpPr>
            <p:spPr>
              <a:xfrm>
                <a:off x="239280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2" name="ph6693">
                <a:extLst>
                  <a:ext uri="{FF2B5EF4-FFF2-40B4-BE49-F238E27FC236}">
                    <a16:creationId xmlns:a16="http://schemas.microsoft.com/office/drawing/2014/main" id="{5147DA9E-348A-86CE-9F60-9C4F6F6170EA}"/>
                  </a:ext>
                </a:extLst>
              </p:cNvPr>
              <p:cNvSpPr/>
              <p:nvPr/>
            </p:nvSpPr>
            <p:spPr>
              <a:xfrm>
                <a:off x="240224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3" name="ph6694">
                <a:extLst>
                  <a:ext uri="{FF2B5EF4-FFF2-40B4-BE49-F238E27FC236}">
                    <a16:creationId xmlns:a16="http://schemas.microsoft.com/office/drawing/2014/main" id="{43BB269E-24E8-0351-4848-3B2639A07F44}"/>
                  </a:ext>
                </a:extLst>
              </p:cNvPr>
              <p:cNvSpPr/>
              <p:nvPr/>
            </p:nvSpPr>
            <p:spPr>
              <a:xfrm>
                <a:off x="241168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4" name="ph6695">
                <a:extLst>
                  <a:ext uri="{FF2B5EF4-FFF2-40B4-BE49-F238E27FC236}">
                    <a16:creationId xmlns:a16="http://schemas.microsoft.com/office/drawing/2014/main" id="{3FFE589F-FAFC-4B3C-3AF3-A7E7228C040E}"/>
                  </a:ext>
                </a:extLst>
              </p:cNvPr>
              <p:cNvSpPr/>
              <p:nvPr/>
            </p:nvSpPr>
            <p:spPr>
              <a:xfrm>
                <a:off x="242112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5" name="ph6696">
                <a:extLst>
                  <a:ext uri="{FF2B5EF4-FFF2-40B4-BE49-F238E27FC236}">
                    <a16:creationId xmlns:a16="http://schemas.microsoft.com/office/drawing/2014/main" id="{D753E7A5-8DEA-FB9E-72E3-FD26B2F8BD4B}"/>
                  </a:ext>
                </a:extLst>
              </p:cNvPr>
              <p:cNvSpPr/>
              <p:nvPr/>
            </p:nvSpPr>
            <p:spPr>
              <a:xfrm>
                <a:off x="2430569" y="1306872"/>
                <a:ext cx="9185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58" y="896830"/>
                    </a:lnTo>
                    <a:lnTo>
                      <a:pt x="917014" y="903166"/>
                    </a:lnTo>
                    <a:lnTo>
                      <a:pt x="918482" y="913947"/>
                    </a:lnTo>
                    <a:lnTo>
                      <a:pt x="918530" y="914400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6" name="ph6697">
                <a:extLst>
                  <a:ext uri="{FF2B5EF4-FFF2-40B4-BE49-F238E27FC236}">
                    <a16:creationId xmlns:a16="http://schemas.microsoft.com/office/drawing/2014/main" id="{533531B7-7422-6264-F6E4-75EBFFD0F272}"/>
                  </a:ext>
                </a:extLst>
              </p:cNvPr>
              <p:cNvSpPr/>
              <p:nvPr/>
            </p:nvSpPr>
            <p:spPr>
              <a:xfrm>
                <a:off x="3195228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71" y="914400"/>
                    </a:lnTo>
                    <a:lnTo>
                      <a:pt x="914400" y="914149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7" name="ph6698">
                <a:extLst>
                  <a:ext uri="{FF2B5EF4-FFF2-40B4-BE49-F238E27FC236}">
                    <a16:creationId xmlns:a16="http://schemas.microsoft.com/office/drawing/2014/main" id="{3919FC15-768F-8A1F-3753-60308A6686F5}"/>
                  </a:ext>
                </a:extLst>
              </p:cNvPr>
              <p:cNvSpPr/>
              <p:nvPr/>
            </p:nvSpPr>
            <p:spPr>
              <a:xfrm>
                <a:off x="3204668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4149"/>
                    </a:lnTo>
                    <a:lnTo>
                      <a:pt x="905091" y="914048"/>
                    </a:lnTo>
                    <a:lnTo>
                      <a:pt x="910636" y="910423"/>
                    </a:lnTo>
                    <a:lnTo>
                      <a:pt x="914400" y="908364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8" name="ph6699">
                <a:extLst>
                  <a:ext uri="{FF2B5EF4-FFF2-40B4-BE49-F238E27FC236}">
                    <a16:creationId xmlns:a16="http://schemas.microsoft.com/office/drawing/2014/main" id="{1675FC47-414B-B5EB-F831-4CB870207A93}"/>
                  </a:ext>
                </a:extLst>
              </p:cNvPr>
              <p:cNvSpPr/>
              <p:nvPr/>
            </p:nvSpPr>
            <p:spPr>
              <a:xfrm>
                <a:off x="3214109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364"/>
                    </a:lnTo>
                    <a:lnTo>
                      <a:pt x="906834" y="907339"/>
                    </a:lnTo>
                    <a:lnTo>
                      <a:pt x="907133" y="907190"/>
                    </a:lnTo>
                    <a:lnTo>
                      <a:pt x="907434" y="907041"/>
                    </a:lnTo>
                    <a:lnTo>
                      <a:pt x="907736" y="906892"/>
                    </a:lnTo>
                    <a:lnTo>
                      <a:pt x="908037" y="906743"/>
                    </a:lnTo>
                    <a:lnTo>
                      <a:pt x="908338" y="906594"/>
                    </a:lnTo>
                    <a:lnTo>
                      <a:pt x="908640" y="906445"/>
                    </a:lnTo>
                    <a:lnTo>
                      <a:pt x="908941" y="906296"/>
                    </a:lnTo>
                    <a:lnTo>
                      <a:pt x="909242" y="906146"/>
                    </a:lnTo>
                    <a:lnTo>
                      <a:pt x="909544" y="905997"/>
                    </a:lnTo>
                    <a:lnTo>
                      <a:pt x="909845" y="905848"/>
                    </a:lnTo>
                    <a:lnTo>
                      <a:pt x="910147" y="905699"/>
                    </a:lnTo>
                    <a:lnTo>
                      <a:pt x="910448" y="905550"/>
                    </a:lnTo>
                    <a:lnTo>
                      <a:pt x="910749" y="905401"/>
                    </a:lnTo>
                    <a:lnTo>
                      <a:pt x="911051" y="905252"/>
                    </a:lnTo>
                    <a:lnTo>
                      <a:pt x="911352" y="905103"/>
                    </a:lnTo>
                    <a:lnTo>
                      <a:pt x="911654" y="904954"/>
                    </a:lnTo>
                    <a:lnTo>
                      <a:pt x="911955" y="904805"/>
                    </a:lnTo>
                    <a:lnTo>
                      <a:pt x="912256" y="904656"/>
                    </a:lnTo>
                    <a:lnTo>
                      <a:pt x="912558" y="904507"/>
                    </a:lnTo>
                    <a:lnTo>
                      <a:pt x="912859" y="904358"/>
                    </a:lnTo>
                    <a:lnTo>
                      <a:pt x="913161" y="904209"/>
                    </a:lnTo>
                    <a:lnTo>
                      <a:pt x="913462" y="904060"/>
                    </a:lnTo>
                    <a:lnTo>
                      <a:pt x="913764" y="903911"/>
                    </a:lnTo>
                    <a:lnTo>
                      <a:pt x="914065" y="903762"/>
                    </a:lnTo>
                    <a:lnTo>
                      <a:pt x="914400" y="903597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9" name="ph6700">
                <a:extLst>
                  <a:ext uri="{FF2B5EF4-FFF2-40B4-BE49-F238E27FC236}">
                    <a16:creationId xmlns:a16="http://schemas.microsoft.com/office/drawing/2014/main" id="{A4B1B5C2-E2FC-3C10-1829-66D536BA6D5C}"/>
                  </a:ext>
                </a:extLst>
              </p:cNvPr>
              <p:cNvSpPr/>
              <p:nvPr/>
            </p:nvSpPr>
            <p:spPr>
              <a:xfrm>
                <a:off x="3223549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597"/>
                    </a:lnTo>
                    <a:lnTo>
                      <a:pt x="905228" y="903464"/>
                    </a:lnTo>
                    <a:lnTo>
                      <a:pt x="905529" y="903315"/>
                    </a:lnTo>
                    <a:lnTo>
                      <a:pt x="905831" y="903166"/>
                    </a:lnTo>
                    <a:lnTo>
                      <a:pt x="906132" y="903017"/>
                    </a:lnTo>
                    <a:lnTo>
                      <a:pt x="906434" y="902868"/>
                    </a:lnTo>
                    <a:lnTo>
                      <a:pt x="906735" y="902719"/>
                    </a:lnTo>
                    <a:lnTo>
                      <a:pt x="907037" y="902570"/>
                    </a:lnTo>
                    <a:lnTo>
                      <a:pt x="907338" y="902421"/>
                    </a:lnTo>
                    <a:lnTo>
                      <a:pt x="907640" y="902272"/>
                    </a:lnTo>
                    <a:lnTo>
                      <a:pt x="907942" y="902123"/>
                    </a:lnTo>
                    <a:lnTo>
                      <a:pt x="908243" y="901974"/>
                    </a:lnTo>
                    <a:lnTo>
                      <a:pt x="908545" y="901826"/>
                    </a:lnTo>
                    <a:lnTo>
                      <a:pt x="908846" y="901677"/>
                    </a:lnTo>
                    <a:lnTo>
                      <a:pt x="909148" y="901528"/>
                    </a:lnTo>
                    <a:lnTo>
                      <a:pt x="909449" y="901379"/>
                    </a:lnTo>
                    <a:lnTo>
                      <a:pt x="909751" y="901230"/>
                    </a:lnTo>
                    <a:lnTo>
                      <a:pt x="910053" y="901081"/>
                    </a:lnTo>
                    <a:lnTo>
                      <a:pt x="910354" y="900932"/>
                    </a:lnTo>
                    <a:lnTo>
                      <a:pt x="910656" y="900783"/>
                    </a:lnTo>
                    <a:lnTo>
                      <a:pt x="910957" y="900635"/>
                    </a:lnTo>
                    <a:lnTo>
                      <a:pt x="911259" y="900486"/>
                    </a:lnTo>
                    <a:lnTo>
                      <a:pt x="911561" y="900337"/>
                    </a:lnTo>
                    <a:lnTo>
                      <a:pt x="911862" y="900188"/>
                    </a:lnTo>
                    <a:lnTo>
                      <a:pt x="912164" y="900039"/>
                    </a:lnTo>
                    <a:lnTo>
                      <a:pt x="912466" y="899890"/>
                    </a:lnTo>
                    <a:lnTo>
                      <a:pt x="912767" y="899742"/>
                    </a:lnTo>
                    <a:lnTo>
                      <a:pt x="913069" y="899593"/>
                    </a:lnTo>
                    <a:lnTo>
                      <a:pt x="913371" y="899444"/>
                    </a:lnTo>
                    <a:lnTo>
                      <a:pt x="913672" y="899295"/>
                    </a:lnTo>
                    <a:lnTo>
                      <a:pt x="913974" y="899146"/>
                    </a:lnTo>
                    <a:lnTo>
                      <a:pt x="914400" y="898937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0" name="ph6701">
                <a:extLst>
                  <a:ext uri="{FF2B5EF4-FFF2-40B4-BE49-F238E27FC236}">
                    <a16:creationId xmlns:a16="http://schemas.microsoft.com/office/drawing/2014/main" id="{F8C6FE01-5390-FBE5-5988-B90B1B3FBE41}"/>
                  </a:ext>
                </a:extLst>
              </p:cNvPr>
              <p:cNvSpPr/>
              <p:nvPr/>
            </p:nvSpPr>
            <p:spPr>
              <a:xfrm>
                <a:off x="3232989" y="128930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06"/>
                    </a:lnTo>
                    <a:lnTo>
                      <a:pt x="905137" y="916419"/>
                    </a:lnTo>
                    <a:lnTo>
                      <a:pt x="905439" y="916270"/>
                    </a:lnTo>
                    <a:lnTo>
                      <a:pt x="905741" y="916121"/>
                    </a:lnTo>
                    <a:lnTo>
                      <a:pt x="906042" y="915972"/>
                    </a:lnTo>
                    <a:lnTo>
                      <a:pt x="906344" y="915824"/>
                    </a:lnTo>
                    <a:lnTo>
                      <a:pt x="906646" y="915675"/>
                    </a:lnTo>
                    <a:lnTo>
                      <a:pt x="906948" y="915526"/>
                    </a:lnTo>
                    <a:lnTo>
                      <a:pt x="907249" y="915378"/>
                    </a:lnTo>
                    <a:lnTo>
                      <a:pt x="909452" y="914400"/>
                    </a:lnTo>
                    <a:close/>
                  </a:path>
                </a:pathLst>
              </a:custGeom>
              <a:solidFill>
                <a:srgbClr val="DD422E">
                  <a:alpha val="100000"/>
                </a:srgbClr>
              </a:solidFill>
              <a:ln w="5420" cap="flat">
                <a:solidFill>
                  <a:srgbClr val="DD42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1" name="ph6702">
                <a:extLst>
                  <a:ext uri="{FF2B5EF4-FFF2-40B4-BE49-F238E27FC236}">
                    <a16:creationId xmlns:a16="http://schemas.microsoft.com/office/drawing/2014/main" id="{57513995-E917-E8FD-0F28-5152440189BD}"/>
                  </a:ext>
                </a:extLst>
              </p:cNvPr>
              <p:cNvSpPr/>
              <p:nvPr/>
            </p:nvSpPr>
            <p:spPr>
              <a:xfrm>
                <a:off x="323298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2" name="ph6703">
                <a:extLst>
                  <a:ext uri="{FF2B5EF4-FFF2-40B4-BE49-F238E27FC236}">
                    <a16:creationId xmlns:a16="http://schemas.microsoft.com/office/drawing/2014/main" id="{505D324E-14EB-E387-0A35-ED8EE820E923}"/>
                  </a:ext>
                </a:extLst>
              </p:cNvPr>
              <p:cNvSpPr/>
              <p:nvPr/>
            </p:nvSpPr>
            <p:spPr>
              <a:xfrm>
                <a:off x="324242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3" name="ph6704">
                <a:extLst>
                  <a:ext uri="{FF2B5EF4-FFF2-40B4-BE49-F238E27FC236}">
                    <a16:creationId xmlns:a16="http://schemas.microsoft.com/office/drawing/2014/main" id="{904A86FC-F927-3AE9-19C2-8AA36582F4FB}"/>
                  </a:ext>
                </a:extLst>
              </p:cNvPr>
              <p:cNvSpPr/>
              <p:nvPr/>
            </p:nvSpPr>
            <p:spPr>
              <a:xfrm>
                <a:off x="325187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4" name="ph6705">
                <a:extLst>
                  <a:ext uri="{FF2B5EF4-FFF2-40B4-BE49-F238E27FC236}">
                    <a16:creationId xmlns:a16="http://schemas.microsoft.com/office/drawing/2014/main" id="{B57E58FE-ED0C-257C-7CD1-6A3C6AA747BE}"/>
                  </a:ext>
                </a:extLst>
              </p:cNvPr>
              <p:cNvSpPr/>
              <p:nvPr/>
            </p:nvSpPr>
            <p:spPr>
              <a:xfrm>
                <a:off x="326131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5" name="ph6706">
                <a:extLst>
                  <a:ext uri="{FF2B5EF4-FFF2-40B4-BE49-F238E27FC236}">
                    <a16:creationId xmlns:a16="http://schemas.microsoft.com/office/drawing/2014/main" id="{90B31165-3A5B-758E-0924-C8AE66ECDD78}"/>
                  </a:ext>
                </a:extLst>
              </p:cNvPr>
              <p:cNvSpPr/>
              <p:nvPr/>
            </p:nvSpPr>
            <p:spPr>
              <a:xfrm>
                <a:off x="327075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6" name="ph6707">
                <a:extLst>
                  <a:ext uri="{FF2B5EF4-FFF2-40B4-BE49-F238E27FC236}">
                    <a16:creationId xmlns:a16="http://schemas.microsoft.com/office/drawing/2014/main" id="{CC6218AD-F833-B35D-5F5A-049B52B5E0D8}"/>
                  </a:ext>
                </a:extLst>
              </p:cNvPr>
              <p:cNvSpPr/>
              <p:nvPr/>
            </p:nvSpPr>
            <p:spPr>
              <a:xfrm>
                <a:off x="328019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7" name="ph6708">
                <a:extLst>
                  <a:ext uri="{FF2B5EF4-FFF2-40B4-BE49-F238E27FC236}">
                    <a16:creationId xmlns:a16="http://schemas.microsoft.com/office/drawing/2014/main" id="{56C885D6-38D5-8EFA-FE99-1F8DD3CDC27A}"/>
                  </a:ext>
                </a:extLst>
              </p:cNvPr>
              <p:cNvSpPr/>
              <p:nvPr/>
            </p:nvSpPr>
            <p:spPr>
              <a:xfrm>
                <a:off x="328963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8" name="ph6709">
                <a:extLst>
                  <a:ext uri="{FF2B5EF4-FFF2-40B4-BE49-F238E27FC236}">
                    <a16:creationId xmlns:a16="http://schemas.microsoft.com/office/drawing/2014/main" id="{5B8B2200-493F-667D-EBA1-6E22E6FB80CB}"/>
                  </a:ext>
                </a:extLst>
              </p:cNvPr>
              <p:cNvSpPr/>
              <p:nvPr/>
            </p:nvSpPr>
            <p:spPr>
              <a:xfrm>
                <a:off x="329907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9" name="ph6710">
                <a:extLst>
                  <a:ext uri="{FF2B5EF4-FFF2-40B4-BE49-F238E27FC236}">
                    <a16:creationId xmlns:a16="http://schemas.microsoft.com/office/drawing/2014/main" id="{FAE7F079-2173-BC50-6D0B-A5B0B7509134}"/>
                  </a:ext>
                </a:extLst>
              </p:cNvPr>
              <p:cNvSpPr/>
              <p:nvPr/>
            </p:nvSpPr>
            <p:spPr>
              <a:xfrm>
                <a:off x="330851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0" name="ph6711">
                <a:extLst>
                  <a:ext uri="{FF2B5EF4-FFF2-40B4-BE49-F238E27FC236}">
                    <a16:creationId xmlns:a16="http://schemas.microsoft.com/office/drawing/2014/main" id="{55F80B64-2563-1D06-27E8-655FA2462215}"/>
                  </a:ext>
                </a:extLst>
              </p:cNvPr>
              <p:cNvSpPr/>
              <p:nvPr/>
            </p:nvSpPr>
            <p:spPr>
              <a:xfrm>
                <a:off x="331795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1" name="ph6712">
                <a:extLst>
                  <a:ext uri="{FF2B5EF4-FFF2-40B4-BE49-F238E27FC236}">
                    <a16:creationId xmlns:a16="http://schemas.microsoft.com/office/drawing/2014/main" id="{34C3ED9B-A4ED-D525-D5DA-05D1850A8240}"/>
                  </a:ext>
                </a:extLst>
              </p:cNvPr>
              <p:cNvSpPr/>
              <p:nvPr/>
            </p:nvSpPr>
            <p:spPr>
              <a:xfrm>
                <a:off x="332739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2" name="ph6713">
                <a:extLst>
                  <a:ext uri="{FF2B5EF4-FFF2-40B4-BE49-F238E27FC236}">
                    <a16:creationId xmlns:a16="http://schemas.microsoft.com/office/drawing/2014/main" id="{0A35535C-466A-437D-4D4A-FA4481D7F776}"/>
                  </a:ext>
                </a:extLst>
              </p:cNvPr>
              <p:cNvSpPr/>
              <p:nvPr/>
            </p:nvSpPr>
            <p:spPr>
              <a:xfrm>
                <a:off x="333683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3" name="ph6714">
                <a:extLst>
                  <a:ext uri="{FF2B5EF4-FFF2-40B4-BE49-F238E27FC236}">
                    <a16:creationId xmlns:a16="http://schemas.microsoft.com/office/drawing/2014/main" id="{206206BA-9A2A-BE26-087A-F156A6659ADB}"/>
                  </a:ext>
                </a:extLst>
              </p:cNvPr>
              <p:cNvSpPr/>
              <p:nvPr/>
            </p:nvSpPr>
            <p:spPr>
              <a:xfrm>
                <a:off x="334627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4" name="ph6715">
                <a:extLst>
                  <a:ext uri="{FF2B5EF4-FFF2-40B4-BE49-F238E27FC236}">
                    <a16:creationId xmlns:a16="http://schemas.microsoft.com/office/drawing/2014/main" id="{8BDE2074-A6A8-F2D9-CDA2-82FA58DC7270}"/>
                  </a:ext>
                </a:extLst>
              </p:cNvPr>
              <p:cNvSpPr/>
              <p:nvPr/>
            </p:nvSpPr>
            <p:spPr>
              <a:xfrm>
                <a:off x="335571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5" name="ph6716">
                <a:extLst>
                  <a:ext uri="{FF2B5EF4-FFF2-40B4-BE49-F238E27FC236}">
                    <a16:creationId xmlns:a16="http://schemas.microsoft.com/office/drawing/2014/main" id="{D454FDE8-C8BD-E64A-2C5B-80F6D2D26EB8}"/>
                  </a:ext>
                </a:extLst>
              </p:cNvPr>
              <p:cNvSpPr/>
              <p:nvPr/>
            </p:nvSpPr>
            <p:spPr>
              <a:xfrm>
                <a:off x="336515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6" name="ph6717">
                <a:extLst>
                  <a:ext uri="{FF2B5EF4-FFF2-40B4-BE49-F238E27FC236}">
                    <a16:creationId xmlns:a16="http://schemas.microsoft.com/office/drawing/2014/main" id="{9A96A163-078B-1B13-E6D0-5FFD500945E1}"/>
                  </a:ext>
                </a:extLst>
              </p:cNvPr>
              <p:cNvSpPr/>
              <p:nvPr/>
            </p:nvSpPr>
            <p:spPr>
              <a:xfrm>
                <a:off x="337459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7" name="ph6718">
                <a:extLst>
                  <a:ext uri="{FF2B5EF4-FFF2-40B4-BE49-F238E27FC236}">
                    <a16:creationId xmlns:a16="http://schemas.microsoft.com/office/drawing/2014/main" id="{0D522C1D-D5DA-5F90-6115-692736221E95}"/>
                  </a:ext>
                </a:extLst>
              </p:cNvPr>
              <p:cNvSpPr/>
              <p:nvPr/>
            </p:nvSpPr>
            <p:spPr>
              <a:xfrm>
                <a:off x="338403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8" name="ph6719">
                <a:extLst>
                  <a:ext uri="{FF2B5EF4-FFF2-40B4-BE49-F238E27FC236}">
                    <a16:creationId xmlns:a16="http://schemas.microsoft.com/office/drawing/2014/main" id="{8BD44959-13E9-30C1-EEA0-423B43F8F0E4}"/>
                  </a:ext>
                </a:extLst>
              </p:cNvPr>
              <p:cNvSpPr/>
              <p:nvPr/>
            </p:nvSpPr>
            <p:spPr>
              <a:xfrm>
                <a:off x="339347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9" name="ph6720">
                <a:extLst>
                  <a:ext uri="{FF2B5EF4-FFF2-40B4-BE49-F238E27FC236}">
                    <a16:creationId xmlns:a16="http://schemas.microsoft.com/office/drawing/2014/main" id="{40434656-324C-5365-B6F8-7C9EE4677F86}"/>
                  </a:ext>
                </a:extLst>
              </p:cNvPr>
              <p:cNvSpPr/>
              <p:nvPr/>
            </p:nvSpPr>
            <p:spPr>
              <a:xfrm>
                <a:off x="340291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0" name="ph6721">
                <a:extLst>
                  <a:ext uri="{FF2B5EF4-FFF2-40B4-BE49-F238E27FC236}">
                    <a16:creationId xmlns:a16="http://schemas.microsoft.com/office/drawing/2014/main" id="{B887CC78-6E8D-04B2-3E88-D9D008FABF93}"/>
                  </a:ext>
                </a:extLst>
              </p:cNvPr>
              <p:cNvSpPr/>
              <p:nvPr/>
            </p:nvSpPr>
            <p:spPr>
              <a:xfrm>
                <a:off x="341235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1" name="ph6722">
                <a:extLst>
                  <a:ext uri="{FF2B5EF4-FFF2-40B4-BE49-F238E27FC236}">
                    <a16:creationId xmlns:a16="http://schemas.microsoft.com/office/drawing/2014/main" id="{621E22E6-D2DC-879F-4570-05C19309A6B2}"/>
                  </a:ext>
                </a:extLst>
              </p:cNvPr>
              <p:cNvSpPr/>
              <p:nvPr/>
            </p:nvSpPr>
            <p:spPr>
              <a:xfrm>
                <a:off x="342179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2" name="ph6723">
                <a:extLst>
                  <a:ext uri="{FF2B5EF4-FFF2-40B4-BE49-F238E27FC236}">
                    <a16:creationId xmlns:a16="http://schemas.microsoft.com/office/drawing/2014/main" id="{23C153FA-E35C-87E4-6C36-1A133C277B23}"/>
                  </a:ext>
                </a:extLst>
              </p:cNvPr>
              <p:cNvSpPr/>
              <p:nvPr/>
            </p:nvSpPr>
            <p:spPr>
              <a:xfrm>
                <a:off x="343123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3" name="ph6724">
                <a:extLst>
                  <a:ext uri="{FF2B5EF4-FFF2-40B4-BE49-F238E27FC236}">
                    <a16:creationId xmlns:a16="http://schemas.microsoft.com/office/drawing/2014/main" id="{4E164576-1C2E-64E3-90A0-D76AD6A32E5A}"/>
                  </a:ext>
                </a:extLst>
              </p:cNvPr>
              <p:cNvSpPr/>
              <p:nvPr/>
            </p:nvSpPr>
            <p:spPr>
              <a:xfrm>
                <a:off x="344067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4" name="ph6725">
                <a:extLst>
                  <a:ext uri="{FF2B5EF4-FFF2-40B4-BE49-F238E27FC236}">
                    <a16:creationId xmlns:a16="http://schemas.microsoft.com/office/drawing/2014/main" id="{8C67E80F-0616-5D43-1842-6812FD35B12D}"/>
                  </a:ext>
                </a:extLst>
              </p:cNvPr>
              <p:cNvSpPr/>
              <p:nvPr/>
            </p:nvSpPr>
            <p:spPr>
              <a:xfrm>
                <a:off x="345011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5" name="ph6726">
                <a:extLst>
                  <a:ext uri="{FF2B5EF4-FFF2-40B4-BE49-F238E27FC236}">
                    <a16:creationId xmlns:a16="http://schemas.microsoft.com/office/drawing/2014/main" id="{63767EDD-F411-8081-8C50-01ABB103DC81}"/>
                  </a:ext>
                </a:extLst>
              </p:cNvPr>
              <p:cNvSpPr/>
              <p:nvPr/>
            </p:nvSpPr>
            <p:spPr>
              <a:xfrm>
                <a:off x="345955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6" name="ph6727">
                <a:extLst>
                  <a:ext uri="{FF2B5EF4-FFF2-40B4-BE49-F238E27FC236}">
                    <a16:creationId xmlns:a16="http://schemas.microsoft.com/office/drawing/2014/main" id="{CD13FE76-67F7-D652-9205-4F3B3F43A56B}"/>
                  </a:ext>
                </a:extLst>
              </p:cNvPr>
              <p:cNvSpPr/>
              <p:nvPr/>
            </p:nvSpPr>
            <p:spPr>
              <a:xfrm>
                <a:off x="346899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7" name="ph6728">
                <a:extLst>
                  <a:ext uri="{FF2B5EF4-FFF2-40B4-BE49-F238E27FC236}">
                    <a16:creationId xmlns:a16="http://schemas.microsoft.com/office/drawing/2014/main" id="{F04C6311-7F2A-3A24-D932-53F4A1E8E5B3}"/>
                  </a:ext>
                </a:extLst>
              </p:cNvPr>
              <p:cNvSpPr/>
              <p:nvPr/>
            </p:nvSpPr>
            <p:spPr>
              <a:xfrm>
                <a:off x="347843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8" name="ph6729">
                <a:extLst>
                  <a:ext uri="{FF2B5EF4-FFF2-40B4-BE49-F238E27FC236}">
                    <a16:creationId xmlns:a16="http://schemas.microsoft.com/office/drawing/2014/main" id="{0E91BC3D-E05C-51B1-9D41-7F911BAB8C3E}"/>
                  </a:ext>
                </a:extLst>
              </p:cNvPr>
              <p:cNvSpPr/>
              <p:nvPr/>
            </p:nvSpPr>
            <p:spPr>
              <a:xfrm>
                <a:off x="348787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9" name="ph6730">
                <a:extLst>
                  <a:ext uri="{FF2B5EF4-FFF2-40B4-BE49-F238E27FC236}">
                    <a16:creationId xmlns:a16="http://schemas.microsoft.com/office/drawing/2014/main" id="{FA1A95C4-8916-4D66-E327-4C7400D31922}"/>
                  </a:ext>
                </a:extLst>
              </p:cNvPr>
              <p:cNvSpPr/>
              <p:nvPr/>
            </p:nvSpPr>
            <p:spPr>
              <a:xfrm>
                <a:off x="349731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0" name="ph6731">
                <a:extLst>
                  <a:ext uri="{FF2B5EF4-FFF2-40B4-BE49-F238E27FC236}">
                    <a16:creationId xmlns:a16="http://schemas.microsoft.com/office/drawing/2014/main" id="{C24E34EA-F91C-15CF-B00A-DC51EDF57C00}"/>
                  </a:ext>
                </a:extLst>
              </p:cNvPr>
              <p:cNvSpPr/>
              <p:nvPr/>
            </p:nvSpPr>
            <p:spPr>
              <a:xfrm>
                <a:off x="350675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1" name="ph6732">
                <a:extLst>
                  <a:ext uri="{FF2B5EF4-FFF2-40B4-BE49-F238E27FC236}">
                    <a16:creationId xmlns:a16="http://schemas.microsoft.com/office/drawing/2014/main" id="{85E990FC-78CD-B864-1BE6-36A634763A3C}"/>
                  </a:ext>
                </a:extLst>
              </p:cNvPr>
              <p:cNvSpPr/>
              <p:nvPr/>
            </p:nvSpPr>
            <p:spPr>
              <a:xfrm>
                <a:off x="351619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2" name="ph6733">
                <a:extLst>
                  <a:ext uri="{FF2B5EF4-FFF2-40B4-BE49-F238E27FC236}">
                    <a16:creationId xmlns:a16="http://schemas.microsoft.com/office/drawing/2014/main" id="{26373253-8740-008A-7DC8-00721EB3BCC9}"/>
                  </a:ext>
                </a:extLst>
              </p:cNvPr>
              <p:cNvSpPr/>
              <p:nvPr/>
            </p:nvSpPr>
            <p:spPr>
              <a:xfrm>
                <a:off x="352563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3" name="ph6734">
                <a:extLst>
                  <a:ext uri="{FF2B5EF4-FFF2-40B4-BE49-F238E27FC236}">
                    <a16:creationId xmlns:a16="http://schemas.microsoft.com/office/drawing/2014/main" id="{A2513ED9-FCDB-15B8-DA93-D674705D3735}"/>
                  </a:ext>
                </a:extLst>
              </p:cNvPr>
              <p:cNvSpPr/>
              <p:nvPr/>
            </p:nvSpPr>
            <p:spPr>
              <a:xfrm>
                <a:off x="353507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4" name="ph6735">
                <a:extLst>
                  <a:ext uri="{FF2B5EF4-FFF2-40B4-BE49-F238E27FC236}">
                    <a16:creationId xmlns:a16="http://schemas.microsoft.com/office/drawing/2014/main" id="{D912BE97-4966-C385-521D-EED9ED7E1143}"/>
                  </a:ext>
                </a:extLst>
              </p:cNvPr>
              <p:cNvSpPr/>
              <p:nvPr/>
            </p:nvSpPr>
            <p:spPr>
              <a:xfrm>
                <a:off x="354451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5" name="ph6736">
                <a:extLst>
                  <a:ext uri="{FF2B5EF4-FFF2-40B4-BE49-F238E27FC236}">
                    <a16:creationId xmlns:a16="http://schemas.microsoft.com/office/drawing/2014/main" id="{21A8AA7E-3CD7-7F28-BDE8-F99931787FE6}"/>
                  </a:ext>
                </a:extLst>
              </p:cNvPr>
              <p:cNvSpPr/>
              <p:nvPr/>
            </p:nvSpPr>
            <p:spPr>
              <a:xfrm>
                <a:off x="355395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6" name="ph6737">
                <a:extLst>
                  <a:ext uri="{FF2B5EF4-FFF2-40B4-BE49-F238E27FC236}">
                    <a16:creationId xmlns:a16="http://schemas.microsoft.com/office/drawing/2014/main" id="{068E794F-1C42-8267-8815-69BF0CE94C59}"/>
                  </a:ext>
                </a:extLst>
              </p:cNvPr>
              <p:cNvSpPr/>
              <p:nvPr/>
            </p:nvSpPr>
            <p:spPr>
              <a:xfrm>
                <a:off x="356339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7" name="ph6738">
                <a:extLst>
                  <a:ext uri="{FF2B5EF4-FFF2-40B4-BE49-F238E27FC236}">
                    <a16:creationId xmlns:a16="http://schemas.microsoft.com/office/drawing/2014/main" id="{6DEA2F95-508F-1085-2CB5-4C58A0F442C9}"/>
                  </a:ext>
                </a:extLst>
              </p:cNvPr>
              <p:cNvSpPr/>
              <p:nvPr/>
            </p:nvSpPr>
            <p:spPr>
              <a:xfrm>
                <a:off x="357283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8" name="ph6739">
                <a:extLst>
                  <a:ext uri="{FF2B5EF4-FFF2-40B4-BE49-F238E27FC236}">
                    <a16:creationId xmlns:a16="http://schemas.microsoft.com/office/drawing/2014/main" id="{B3647894-48A4-2E97-FD57-1B1A4D6BE506}"/>
                  </a:ext>
                </a:extLst>
              </p:cNvPr>
              <p:cNvSpPr/>
              <p:nvPr/>
            </p:nvSpPr>
            <p:spPr>
              <a:xfrm>
                <a:off x="358227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9" name="ph6740">
                <a:extLst>
                  <a:ext uri="{FF2B5EF4-FFF2-40B4-BE49-F238E27FC236}">
                    <a16:creationId xmlns:a16="http://schemas.microsoft.com/office/drawing/2014/main" id="{BDC43DC8-5761-B9E4-96F2-C586C0F77D01}"/>
                  </a:ext>
                </a:extLst>
              </p:cNvPr>
              <p:cNvSpPr/>
              <p:nvPr/>
            </p:nvSpPr>
            <p:spPr>
              <a:xfrm>
                <a:off x="359171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0" name="ph6741">
                <a:extLst>
                  <a:ext uri="{FF2B5EF4-FFF2-40B4-BE49-F238E27FC236}">
                    <a16:creationId xmlns:a16="http://schemas.microsoft.com/office/drawing/2014/main" id="{0D357E67-C03A-3895-2C90-7AE14BBFF753}"/>
                  </a:ext>
                </a:extLst>
              </p:cNvPr>
              <p:cNvSpPr/>
              <p:nvPr/>
            </p:nvSpPr>
            <p:spPr>
              <a:xfrm>
                <a:off x="360115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1" name="ph6742">
                <a:extLst>
                  <a:ext uri="{FF2B5EF4-FFF2-40B4-BE49-F238E27FC236}">
                    <a16:creationId xmlns:a16="http://schemas.microsoft.com/office/drawing/2014/main" id="{B894804A-4607-E7D4-449A-19059CE16CEE}"/>
                  </a:ext>
                </a:extLst>
              </p:cNvPr>
              <p:cNvSpPr/>
              <p:nvPr/>
            </p:nvSpPr>
            <p:spPr>
              <a:xfrm>
                <a:off x="361059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2" name="ph6743">
                <a:extLst>
                  <a:ext uri="{FF2B5EF4-FFF2-40B4-BE49-F238E27FC236}">
                    <a16:creationId xmlns:a16="http://schemas.microsoft.com/office/drawing/2014/main" id="{FA12CABF-9980-78EF-AD9C-6861B17304C6}"/>
                  </a:ext>
                </a:extLst>
              </p:cNvPr>
              <p:cNvSpPr/>
              <p:nvPr/>
            </p:nvSpPr>
            <p:spPr>
              <a:xfrm>
                <a:off x="362003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3" name="ph6744">
                <a:extLst>
                  <a:ext uri="{FF2B5EF4-FFF2-40B4-BE49-F238E27FC236}">
                    <a16:creationId xmlns:a16="http://schemas.microsoft.com/office/drawing/2014/main" id="{9A03DF4B-3E62-B5B5-24EF-7913B0DD3F67}"/>
                  </a:ext>
                </a:extLst>
              </p:cNvPr>
              <p:cNvSpPr/>
              <p:nvPr/>
            </p:nvSpPr>
            <p:spPr>
              <a:xfrm>
                <a:off x="362947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4" name="ph6745">
                <a:extLst>
                  <a:ext uri="{FF2B5EF4-FFF2-40B4-BE49-F238E27FC236}">
                    <a16:creationId xmlns:a16="http://schemas.microsoft.com/office/drawing/2014/main" id="{578F1374-E468-B0F5-2094-1AD554C0C0E4}"/>
                  </a:ext>
                </a:extLst>
              </p:cNvPr>
              <p:cNvSpPr/>
              <p:nvPr/>
            </p:nvSpPr>
            <p:spPr>
              <a:xfrm>
                <a:off x="363891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5" name="ph6746">
                <a:extLst>
                  <a:ext uri="{FF2B5EF4-FFF2-40B4-BE49-F238E27FC236}">
                    <a16:creationId xmlns:a16="http://schemas.microsoft.com/office/drawing/2014/main" id="{4963C479-9E32-D59B-7D34-ECF6B303BABF}"/>
                  </a:ext>
                </a:extLst>
              </p:cNvPr>
              <p:cNvSpPr/>
              <p:nvPr/>
            </p:nvSpPr>
            <p:spPr>
              <a:xfrm>
                <a:off x="364836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6" name="ph6747">
                <a:extLst>
                  <a:ext uri="{FF2B5EF4-FFF2-40B4-BE49-F238E27FC236}">
                    <a16:creationId xmlns:a16="http://schemas.microsoft.com/office/drawing/2014/main" id="{A5ADCF2E-8009-49B4-F93A-9CCCBB286C41}"/>
                  </a:ext>
                </a:extLst>
              </p:cNvPr>
              <p:cNvSpPr/>
              <p:nvPr/>
            </p:nvSpPr>
            <p:spPr>
              <a:xfrm>
                <a:off x="365780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7" name="ph6748">
                <a:extLst>
                  <a:ext uri="{FF2B5EF4-FFF2-40B4-BE49-F238E27FC236}">
                    <a16:creationId xmlns:a16="http://schemas.microsoft.com/office/drawing/2014/main" id="{3A940F1E-B705-1E3D-09BF-2DEEE5B4093D}"/>
                  </a:ext>
                </a:extLst>
              </p:cNvPr>
              <p:cNvSpPr/>
              <p:nvPr/>
            </p:nvSpPr>
            <p:spPr>
              <a:xfrm>
                <a:off x="366724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8" name="ph6749">
                <a:extLst>
                  <a:ext uri="{FF2B5EF4-FFF2-40B4-BE49-F238E27FC236}">
                    <a16:creationId xmlns:a16="http://schemas.microsoft.com/office/drawing/2014/main" id="{1F763397-AD00-3DB4-498C-62B6281AD390}"/>
                  </a:ext>
                </a:extLst>
              </p:cNvPr>
              <p:cNvSpPr/>
              <p:nvPr/>
            </p:nvSpPr>
            <p:spPr>
              <a:xfrm>
                <a:off x="367668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9" name="ph6750">
                <a:extLst>
                  <a:ext uri="{FF2B5EF4-FFF2-40B4-BE49-F238E27FC236}">
                    <a16:creationId xmlns:a16="http://schemas.microsoft.com/office/drawing/2014/main" id="{B5B62990-53B8-8073-470C-15D2C6CD9E34}"/>
                  </a:ext>
                </a:extLst>
              </p:cNvPr>
              <p:cNvSpPr/>
              <p:nvPr/>
            </p:nvSpPr>
            <p:spPr>
              <a:xfrm>
                <a:off x="36861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0" name="ph6751">
                <a:extLst>
                  <a:ext uri="{FF2B5EF4-FFF2-40B4-BE49-F238E27FC236}">
                    <a16:creationId xmlns:a16="http://schemas.microsoft.com/office/drawing/2014/main" id="{D60EC5BF-3D61-A6B7-BCDD-4CD8971A611B}"/>
                  </a:ext>
                </a:extLst>
              </p:cNvPr>
              <p:cNvSpPr/>
              <p:nvPr/>
            </p:nvSpPr>
            <p:spPr>
              <a:xfrm>
                <a:off x="369556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1" name="ph6752">
                <a:extLst>
                  <a:ext uri="{FF2B5EF4-FFF2-40B4-BE49-F238E27FC236}">
                    <a16:creationId xmlns:a16="http://schemas.microsoft.com/office/drawing/2014/main" id="{625FCCCB-C397-8153-4090-8C4822985E34}"/>
                  </a:ext>
                </a:extLst>
              </p:cNvPr>
              <p:cNvSpPr/>
              <p:nvPr/>
            </p:nvSpPr>
            <p:spPr>
              <a:xfrm>
                <a:off x="370500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2" name="ph6753">
                <a:extLst>
                  <a:ext uri="{FF2B5EF4-FFF2-40B4-BE49-F238E27FC236}">
                    <a16:creationId xmlns:a16="http://schemas.microsoft.com/office/drawing/2014/main" id="{2286B011-98C9-9D26-BD2C-C00222E30648}"/>
                  </a:ext>
                </a:extLst>
              </p:cNvPr>
              <p:cNvSpPr/>
              <p:nvPr/>
            </p:nvSpPr>
            <p:spPr>
              <a:xfrm>
                <a:off x="371444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3" name="ph6754">
                <a:extLst>
                  <a:ext uri="{FF2B5EF4-FFF2-40B4-BE49-F238E27FC236}">
                    <a16:creationId xmlns:a16="http://schemas.microsoft.com/office/drawing/2014/main" id="{E2535575-895B-DEB5-0B80-D355C5958AD7}"/>
                  </a:ext>
                </a:extLst>
              </p:cNvPr>
              <p:cNvSpPr/>
              <p:nvPr/>
            </p:nvSpPr>
            <p:spPr>
              <a:xfrm>
                <a:off x="372388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4" name="ph6755">
                <a:extLst>
                  <a:ext uri="{FF2B5EF4-FFF2-40B4-BE49-F238E27FC236}">
                    <a16:creationId xmlns:a16="http://schemas.microsoft.com/office/drawing/2014/main" id="{6C2D6CC1-9BD0-9449-EA49-C2F3AEA89730}"/>
                  </a:ext>
                </a:extLst>
              </p:cNvPr>
              <p:cNvSpPr/>
              <p:nvPr/>
            </p:nvSpPr>
            <p:spPr>
              <a:xfrm>
                <a:off x="373332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5" name="ph6756">
                <a:extLst>
                  <a:ext uri="{FF2B5EF4-FFF2-40B4-BE49-F238E27FC236}">
                    <a16:creationId xmlns:a16="http://schemas.microsoft.com/office/drawing/2014/main" id="{01E31D19-964A-ECE8-F2E5-D5917B09FB7B}"/>
                  </a:ext>
                </a:extLst>
              </p:cNvPr>
              <p:cNvSpPr/>
              <p:nvPr/>
            </p:nvSpPr>
            <p:spPr>
              <a:xfrm>
                <a:off x="374276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6" name="ph6757">
                <a:extLst>
                  <a:ext uri="{FF2B5EF4-FFF2-40B4-BE49-F238E27FC236}">
                    <a16:creationId xmlns:a16="http://schemas.microsoft.com/office/drawing/2014/main" id="{0E79AD44-80E2-0FA4-6D1C-5DDE9BB07A55}"/>
                  </a:ext>
                </a:extLst>
              </p:cNvPr>
              <p:cNvSpPr/>
              <p:nvPr/>
            </p:nvSpPr>
            <p:spPr>
              <a:xfrm>
                <a:off x="375220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7" name="ph6758">
                <a:extLst>
                  <a:ext uri="{FF2B5EF4-FFF2-40B4-BE49-F238E27FC236}">
                    <a16:creationId xmlns:a16="http://schemas.microsoft.com/office/drawing/2014/main" id="{C5541636-A807-0435-7486-C426C31D6F2B}"/>
                  </a:ext>
                </a:extLst>
              </p:cNvPr>
              <p:cNvSpPr/>
              <p:nvPr/>
            </p:nvSpPr>
            <p:spPr>
              <a:xfrm>
                <a:off x="376164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8" name="ph6759">
                <a:extLst>
                  <a:ext uri="{FF2B5EF4-FFF2-40B4-BE49-F238E27FC236}">
                    <a16:creationId xmlns:a16="http://schemas.microsoft.com/office/drawing/2014/main" id="{513CFC23-8E12-D247-5C62-6EC4F7FECB01}"/>
                  </a:ext>
                </a:extLst>
              </p:cNvPr>
              <p:cNvSpPr/>
              <p:nvPr/>
            </p:nvSpPr>
            <p:spPr>
              <a:xfrm>
                <a:off x="377108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9" name="ph6760">
                <a:extLst>
                  <a:ext uri="{FF2B5EF4-FFF2-40B4-BE49-F238E27FC236}">
                    <a16:creationId xmlns:a16="http://schemas.microsoft.com/office/drawing/2014/main" id="{96941D2F-68FF-11AA-9A0D-3443B7C0F435}"/>
                  </a:ext>
                </a:extLst>
              </p:cNvPr>
              <p:cNvSpPr/>
              <p:nvPr/>
            </p:nvSpPr>
            <p:spPr>
              <a:xfrm>
                <a:off x="378052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0" name="ph6761">
                <a:extLst>
                  <a:ext uri="{FF2B5EF4-FFF2-40B4-BE49-F238E27FC236}">
                    <a16:creationId xmlns:a16="http://schemas.microsoft.com/office/drawing/2014/main" id="{3D7092EA-D2C4-368F-5ACE-EEF5A3796057}"/>
                  </a:ext>
                </a:extLst>
              </p:cNvPr>
              <p:cNvSpPr/>
              <p:nvPr/>
            </p:nvSpPr>
            <p:spPr>
              <a:xfrm>
                <a:off x="378996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1" name="ph6762">
                <a:extLst>
                  <a:ext uri="{FF2B5EF4-FFF2-40B4-BE49-F238E27FC236}">
                    <a16:creationId xmlns:a16="http://schemas.microsoft.com/office/drawing/2014/main" id="{0CD49222-BF0C-6E0E-357B-2A5EE4390231}"/>
                  </a:ext>
                </a:extLst>
              </p:cNvPr>
              <p:cNvSpPr/>
              <p:nvPr/>
            </p:nvSpPr>
            <p:spPr>
              <a:xfrm>
                <a:off x="3799404" y="130687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809"/>
                    </a:lnTo>
                    <a:lnTo>
                      <a:pt x="922167" y="905486"/>
                    </a:lnTo>
                    <a:lnTo>
                      <a:pt x="916870" y="910155"/>
                    </a:lnTo>
                    <a:lnTo>
                      <a:pt x="915296" y="911361"/>
                    </a:lnTo>
                    <a:lnTo>
                      <a:pt x="914944" y="914400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2" name="ph6763">
                <a:extLst>
                  <a:ext uri="{FF2B5EF4-FFF2-40B4-BE49-F238E27FC236}">
                    <a16:creationId xmlns:a16="http://schemas.microsoft.com/office/drawing/2014/main" id="{EBB92FCF-A9EC-4F51-F34C-E155E68EDB2D}"/>
                  </a:ext>
                </a:extLst>
              </p:cNvPr>
              <p:cNvSpPr/>
              <p:nvPr/>
            </p:nvSpPr>
            <p:spPr>
              <a:xfrm>
                <a:off x="3808844" y="1289302"/>
                <a:ext cx="920969" cy="921379"/>
              </a:xfrm>
              <a:custGeom>
                <a:avLst/>
                <a:gdLst/>
                <a:ahLst/>
                <a:cxnLst/>
                <a:rect l="0" t="0" r="0" b="0"/>
                <a:pathLst>
                  <a:path w="920969" h="921379">
                    <a:moveTo>
                      <a:pt x="914400" y="914400"/>
                    </a:moveTo>
                    <a:lnTo>
                      <a:pt x="920969" y="914400"/>
                    </a:lnTo>
                    <a:lnTo>
                      <a:pt x="917887" y="917883"/>
                    </a:lnTo>
                    <a:lnTo>
                      <a:pt x="914400" y="92137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3" name="ph6764">
                <a:extLst>
                  <a:ext uri="{FF2B5EF4-FFF2-40B4-BE49-F238E27FC236}">
                    <a16:creationId xmlns:a16="http://schemas.microsoft.com/office/drawing/2014/main" id="{990C5BC8-0B1C-3D51-A5F2-9679CE1E8954}"/>
                  </a:ext>
                </a:extLst>
              </p:cNvPr>
              <p:cNvSpPr/>
              <p:nvPr/>
            </p:nvSpPr>
            <p:spPr>
              <a:xfrm>
                <a:off x="2062399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594" y="931969"/>
                    </a:lnTo>
                    <a:lnTo>
                      <a:pt x="908834" y="926200"/>
                    </a:lnTo>
                    <a:lnTo>
                      <a:pt x="906180" y="916329"/>
                    </a:lnTo>
                    <a:lnTo>
                      <a:pt x="905728" y="914400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4" name="ph6765">
                <a:extLst>
                  <a:ext uri="{FF2B5EF4-FFF2-40B4-BE49-F238E27FC236}">
                    <a16:creationId xmlns:a16="http://schemas.microsoft.com/office/drawing/2014/main" id="{0CD2A960-3EEE-401B-8895-4E1F8808EB04}"/>
                  </a:ext>
                </a:extLst>
              </p:cNvPr>
              <p:cNvSpPr/>
              <p:nvPr/>
            </p:nvSpPr>
            <p:spPr>
              <a:xfrm>
                <a:off x="206239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5" name="ph6766">
                <a:extLst>
                  <a:ext uri="{FF2B5EF4-FFF2-40B4-BE49-F238E27FC236}">
                    <a16:creationId xmlns:a16="http://schemas.microsoft.com/office/drawing/2014/main" id="{F1375701-B297-5A16-407D-DE05F4B74E46}"/>
                  </a:ext>
                </a:extLst>
              </p:cNvPr>
              <p:cNvSpPr/>
              <p:nvPr/>
            </p:nvSpPr>
            <p:spPr>
              <a:xfrm>
                <a:off x="207184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6" name="ph6767">
                <a:extLst>
                  <a:ext uri="{FF2B5EF4-FFF2-40B4-BE49-F238E27FC236}">
                    <a16:creationId xmlns:a16="http://schemas.microsoft.com/office/drawing/2014/main" id="{050FEEA2-8A8E-A033-CEE2-5DA9246245DA}"/>
                  </a:ext>
                </a:extLst>
              </p:cNvPr>
              <p:cNvSpPr/>
              <p:nvPr/>
            </p:nvSpPr>
            <p:spPr>
              <a:xfrm>
                <a:off x="208128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7" name="ph6768">
                <a:extLst>
                  <a:ext uri="{FF2B5EF4-FFF2-40B4-BE49-F238E27FC236}">
                    <a16:creationId xmlns:a16="http://schemas.microsoft.com/office/drawing/2014/main" id="{7721E174-F9C9-AB78-8DFE-6954C5B02A09}"/>
                  </a:ext>
                </a:extLst>
              </p:cNvPr>
              <p:cNvSpPr/>
              <p:nvPr/>
            </p:nvSpPr>
            <p:spPr>
              <a:xfrm>
                <a:off x="209072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8" name="ph6769">
                <a:extLst>
                  <a:ext uri="{FF2B5EF4-FFF2-40B4-BE49-F238E27FC236}">
                    <a16:creationId xmlns:a16="http://schemas.microsoft.com/office/drawing/2014/main" id="{083F96AC-35D1-E652-AFB0-5394F5F95AAC}"/>
                  </a:ext>
                </a:extLst>
              </p:cNvPr>
              <p:cNvSpPr/>
              <p:nvPr/>
            </p:nvSpPr>
            <p:spPr>
              <a:xfrm>
                <a:off x="210016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9" name="ph6770">
                <a:extLst>
                  <a:ext uri="{FF2B5EF4-FFF2-40B4-BE49-F238E27FC236}">
                    <a16:creationId xmlns:a16="http://schemas.microsoft.com/office/drawing/2014/main" id="{07500FC4-5C20-0B77-57F5-869CEBCBF043}"/>
                  </a:ext>
                </a:extLst>
              </p:cNvPr>
              <p:cNvSpPr/>
              <p:nvPr/>
            </p:nvSpPr>
            <p:spPr>
              <a:xfrm>
                <a:off x="210960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0" name="ph6771">
                <a:extLst>
                  <a:ext uri="{FF2B5EF4-FFF2-40B4-BE49-F238E27FC236}">
                    <a16:creationId xmlns:a16="http://schemas.microsoft.com/office/drawing/2014/main" id="{E12985A3-EB8E-6214-D4CC-9789F7A35CA4}"/>
                  </a:ext>
                </a:extLst>
              </p:cNvPr>
              <p:cNvSpPr/>
              <p:nvPr/>
            </p:nvSpPr>
            <p:spPr>
              <a:xfrm>
                <a:off x="211904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1" name="ph6772">
                <a:extLst>
                  <a:ext uri="{FF2B5EF4-FFF2-40B4-BE49-F238E27FC236}">
                    <a16:creationId xmlns:a16="http://schemas.microsoft.com/office/drawing/2014/main" id="{66BEA7A8-9274-4DF5-70D9-510A1218B1BF}"/>
                  </a:ext>
                </a:extLst>
              </p:cNvPr>
              <p:cNvSpPr/>
              <p:nvPr/>
            </p:nvSpPr>
            <p:spPr>
              <a:xfrm>
                <a:off x="212848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2" name="ph6773">
                <a:extLst>
                  <a:ext uri="{FF2B5EF4-FFF2-40B4-BE49-F238E27FC236}">
                    <a16:creationId xmlns:a16="http://schemas.microsoft.com/office/drawing/2014/main" id="{562DD01C-8BFD-73B6-F6EB-B3274D53701A}"/>
                  </a:ext>
                </a:extLst>
              </p:cNvPr>
              <p:cNvSpPr/>
              <p:nvPr/>
            </p:nvSpPr>
            <p:spPr>
              <a:xfrm>
                <a:off x="213792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3" name="ph6774">
                <a:extLst>
                  <a:ext uri="{FF2B5EF4-FFF2-40B4-BE49-F238E27FC236}">
                    <a16:creationId xmlns:a16="http://schemas.microsoft.com/office/drawing/2014/main" id="{0D18E21D-7728-3392-BCCD-7B6AA6E1E1C9}"/>
                  </a:ext>
                </a:extLst>
              </p:cNvPr>
              <p:cNvSpPr/>
              <p:nvPr/>
            </p:nvSpPr>
            <p:spPr>
              <a:xfrm>
                <a:off x="214736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4" name="ph6775">
                <a:extLst>
                  <a:ext uri="{FF2B5EF4-FFF2-40B4-BE49-F238E27FC236}">
                    <a16:creationId xmlns:a16="http://schemas.microsoft.com/office/drawing/2014/main" id="{EA2D5224-9CE4-FEC3-B2FE-0D0FCCB663BF}"/>
                  </a:ext>
                </a:extLst>
              </p:cNvPr>
              <p:cNvSpPr/>
              <p:nvPr/>
            </p:nvSpPr>
            <p:spPr>
              <a:xfrm>
                <a:off x="215680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5" name="ph6776">
                <a:extLst>
                  <a:ext uri="{FF2B5EF4-FFF2-40B4-BE49-F238E27FC236}">
                    <a16:creationId xmlns:a16="http://schemas.microsoft.com/office/drawing/2014/main" id="{8E91A965-9197-45EB-EE24-D81157FDB94A}"/>
                  </a:ext>
                </a:extLst>
              </p:cNvPr>
              <p:cNvSpPr/>
              <p:nvPr/>
            </p:nvSpPr>
            <p:spPr>
              <a:xfrm>
                <a:off x="216624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6" name="ph6777">
                <a:extLst>
                  <a:ext uri="{FF2B5EF4-FFF2-40B4-BE49-F238E27FC236}">
                    <a16:creationId xmlns:a16="http://schemas.microsoft.com/office/drawing/2014/main" id="{062C3A3C-4108-2672-1E7D-6785ABE47590}"/>
                  </a:ext>
                </a:extLst>
              </p:cNvPr>
              <p:cNvSpPr/>
              <p:nvPr/>
            </p:nvSpPr>
            <p:spPr>
              <a:xfrm>
                <a:off x="217568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7" name="ph6778">
                <a:extLst>
                  <a:ext uri="{FF2B5EF4-FFF2-40B4-BE49-F238E27FC236}">
                    <a16:creationId xmlns:a16="http://schemas.microsoft.com/office/drawing/2014/main" id="{B22CC078-A7EA-90E2-3188-5B8D800B4E75}"/>
                  </a:ext>
                </a:extLst>
              </p:cNvPr>
              <p:cNvSpPr/>
              <p:nvPr/>
            </p:nvSpPr>
            <p:spPr>
              <a:xfrm>
                <a:off x="218512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8" name="ph6779">
                <a:extLst>
                  <a:ext uri="{FF2B5EF4-FFF2-40B4-BE49-F238E27FC236}">
                    <a16:creationId xmlns:a16="http://schemas.microsoft.com/office/drawing/2014/main" id="{8CE9E8B3-E606-705D-9B05-1C45F26F35CE}"/>
                  </a:ext>
                </a:extLst>
              </p:cNvPr>
              <p:cNvSpPr/>
              <p:nvPr/>
            </p:nvSpPr>
            <p:spPr>
              <a:xfrm>
                <a:off x="219456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9" name="ph6780">
                <a:extLst>
                  <a:ext uri="{FF2B5EF4-FFF2-40B4-BE49-F238E27FC236}">
                    <a16:creationId xmlns:a16="http://schemas.microsoft.com/office/drawing/2014/main" id="{CEE80512-3708-BDBC-A12A-BAA0F07B21E2}"/>
                  </a:ext>
                </a:extLst>
              </p:cNvPr>
              <p:cNvSpPr/>
              <p:nvPr/>
            </p:nvSpPr>
            <p:spPr>
              <a:xfrm>
                <a:off x="220400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0" name="ph6781">
                <a:extLst>
                  <a:ext uri="{FF2B5EF4-FFF2-40B4-BE49-F238E27FC236}">
                    <a16:creationId xmlns:a16="http://schemas.microsoft.com/office/drawing/2014/main" id="{CEB8EA9E-931D-C562-2872-47DEB1752E8E}"/>
                  </a:ext>
                </a:extLst>
              </p:cNvPr>
              <p:cNvSpPr/>
              <p:nvPr/>
            </p:nvSpPr>
            <p:spPr>
              <a:xfrm>
                <a:off x="221344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1">
                  <a:alpha val="100000"/>
                </a:srgbClr>
              </a:solidFill>
              <a:ln w="5420" cap="flat">
                <a:solidFill>
                  <a:srgbClr val="FEE3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1" name="ph6782">
                <a:extLst>
                  <a:ext uri="{FF2B5EF4-FFF2-40B4-BE49-F238E27FC236}">
                    <a16:creationId xmlns:a16="http://schemas.microsoft.com/office/drawing/2014/main" id="{E67D4C7A-BB9A-9B55-7B5B-2AC3B6AE7EA7}"/>
                  </a:ext>
                </a:extLst>
              </p:cNvPr>
              <p:cNvSpPr/>
              <p:nvPr/>
            </p:nvSpPr>
            <p:spPr>
              <a:xfrm>
                <a:off x="222288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2" name="ph6783">
                <a:extLst>
                  <a:ext uri="{FF2B5EF4-FFF2-40B4-BE49-F238E27FC236}">
                    <a16:creationId xmlns:a16="http://schemas.microsoft.com/office/drawing/2014/main" id="{B2FA1E12-0B2A-98F8-0F77-DD790D3679F6}"/>
                  </a:ext>
                </a:extLst>
              </p:cNvPr>
              <p:cNvSpPr/>
              <p:nvPr/>
            </p:nvSpPr>
            <p:spPr>
              <a:xfrm>
                <a:off x="223232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3" name="ph6784">
                <a:extLst>
                  <a:ext uri="{FF2B5EF4-FFF2-40B4-BE49-F238E27FC236}">
                    <a16:creationId xmlns:a16="http://schemas.microsoft.com/office/drawing/2014/main" id="{BCB9E539-32CC-2051-A1BA-8B89A0121BFD}"/>
                  </a:ext>
                </a:extLst>
              </p:cNvPr>
              <p:cNvSpPr/>
              <p:nvPr/>
            </p:nvSpPr>
            <p:spPr>
              <a:xfrm>
                <a:off x="224176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4" name="ph6785">
                <a:extLst>
                  <a:ext uri="{FF2B5EF4-FFF2-40B4-BE49-F238E27FC236}">
                    <a16:creationId xmlns:a16="http://schemas.microsoft.com/office/drawing/2014/main" id="{3135673B-CA13-D000-516E-F948FE395B1E}"/>
                  </a:ext>
                </a:extLst>
              </p:cNvPr>
              <p:cNvSpPr/>
              <p:nvPr/>
            </p:nvSpPr>
            <p:spPr>
              <a:xfrm>
                <a:off x="225120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5" name="ph6786">
                <a:extLst>
                  <a:ext uri="{FF2B5EF4-FFF2-40B4-BE49-F238E27FC236}">
                    <a16:creationId xmlns:a16="http://schemas.microsoft.com/office/drawing/2014/main" id="{FC4AA3AD-D566-CF6F-F75D-B0BA89E4EFAD}"/>
                  </a:ext>
                </a:extLst>
              </p:cNvPr>
              <p:cNvSpPr/>
              <p:nvPr/>
            </p:nvSpPr>
            <p:spPr>
              <a:xfrm>
                <a:off x="226064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6" name="ph6787">
                <a:extLst>
                  <a:ext uri="{FF2B5EF4-FFF2-40B4-BE49-F238E27FC236}">
                    <a16:creationId xmlns:a16="http://schemas.microsoft.com/office/drawing/2014/main" id="{CF0469D1-AC9D-FFD8-1BEA-BA37DBBFEEA0}"/>
                  </a:ext>
                </a:extLst>
              </p:cNvPr>
              <p:cNvSpPr/>
              <p:nvPr/>
            </p:nvSpPr>
            <p:spPr>
              <a:xfrm>
                <a:off x="227008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28F">
                  <a:alpha val="100000"/>
                </a:srgbClr>
              </a:solidFill>
              <a:ln w="5420" cap="flat">
                <a:solidFill>
                  <a:srgbClr val="FEE2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7" name="ph6788">
                <a:extLst>
                  <a:ext uri="{FF2B5EF4-FFF2-40B4-BE49-F238E27FC236}">
                    <a16:creationId xmlns:a16="http://schemas.microsoft.com/office/drawing/2014/main" id="{FD6E24B7-8F47-5C2A-8549-3D0379365C93}"/>
                  </a:ext>
                </a:extLst>
              </p:cNvPr>
              <p:cNvSpPr/>
              <p:nvPr/>
            </p:nvSpPr>
            <p:spPr>
              <a:xfrm>
                <a:off x="227952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8F">
                  <a:alpha val="100000"/>
                </a:srgbClr>
              </a:solidFill>
              <a:ln w="5420" cap="flat">
                <a:solidFill>
                  <a:srgbClr val="FEE3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8" name="ph6789">
                <a:extLst>
                  <a:ext uri="{FF2B5EF4-FFF2-40B4-BE49-F238E27FC236}">
                    <a16:creationId xmlns:a16="http://schemas.microsoft.com/office/drawing/2014/main" id="{21020AE8-90D6-D139-4BB3-6178CAFC71DD}"/>
                  </a:ext>
                </a:extLst>
              </p:cNvPr>
              <p:cNvSpPr/>
              <p:nvPr/>
            </p:nvSpPr>
            <p:spPr>
              <a:xfrm>
                <a:off x="228896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9" name="ph6790">
                <a:extLst>
                  <a:ext uri="{FF2B5EF4-FFF2-40B4-BE49-F238E27FC236}">
                    <a16:creationId xmlns:a16="http://schemas.microsoft.com/office/drawing/2014/main" id="{1B6A4E75-3CE0-009B-6523-B0D7E7ABF3BD}"/>
                  </a:ext>
                </a:extLst>
              </p:cNvPr>
              <p:cNvSpPr/>
              <p:nvPr/>
            </p:nvSpPr>
            <p:spPr>
              <a:xfrm>
                <a:off x="229840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390">
                  <a:alpha val="100000"/>
                </a:srgbClr>
              </a:solidFill>
              <a:ln w="5420" cap="flat">
                <a:solidFill>
                  <a:srgbClr val="FEE3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0" name="ph6791">
                <a:extLst>
                  <a:ext uri="{FF2B5EF4-FFF2-40B4-BE49-F238E27FC236}">
                    <a16:creationId xmlns:a16="http://schemas.microsoft.com/office/drawing/2014/main" id="{FBA34965-BBEA-5DF0-CCA1-7B95AF2393AE}"/>
                  </a:ext>
                </a:extLst>
              </p:cNvPr>
              <p:cNvSpPr/>
              <p:nvPr/>
            </p:nvSpPr>
            <p:spPr>
              <a:xfrm>
                <a:off x="230784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1">
                  <a:alpha val="100000"/>
                </a:srgbClr>
              </a:solidFill>
              <a:ln w="5420" cap="flat">
                <a:solidFill>
                  <a:srgbClr val="FEE4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1" name="ph6792">
                <a:extLst>
                  <a:ext uri="{FF2B5EF4-FFF2-40B4-BE49-F238E27FC236}">
                    <a16:creationId xmlns:a16="http://schemas.microsoft.com/office/drawing/2014/main" id="{E8981425-BAB9-B1F6-98A9-B151B274454F}"/>
                  </a:ext>
                </a:extLst>
              </p:cNvPr>
              <p:cNvSpPr/>
              <p:nvPr/>
            </p:nvSpPr>
            <p:spPr>
              <a:xfrm>
                <a:off x="231728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2" name="ph6793">
                <a:extLst>
                  <a:ext uri="{FF2B5EF4-FFF2-40B4-BE49-F238E27FC236}">
                    <a16:creationId xmlns:a16="http://schemas.microsoft.com/office/drawing/2014/main" id="{58BE1302-8FD5-EA8F-82D4-4E230D80222B}"/>
                  </a:ext>
                </a:extLst>
              </p:cNvPr>
              <p:cNvSpPr/>
              <p:nvPr/>
            </p:nvSpPr>
            <p:spPr>
              <a:xfrm>
                <a:off x="232672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3" name="ph6794">
                <a:extLst>
                  <a:ext uri="{FF2B5EF4-FFF2-40B4-BE49-F238E27FC236}">
                    <a16:creationId xmlns:a16="http://schemas.microsoft.com/office/drawing/2014/main" id="{8D3FDE5D-6001-BE26-FE7A-31DCBA5839E3}"/>
                  </a:ext>
                </a:extLst>
              </p:cNvPr>
              <p:cNvSpPr/>
              <p:nvPr/>
            </p:nvSpPr>
            <p:spPr>
              <a:xfrm>
                <a:off x="233616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4" name="ph6795">
                <a:extLst>
                  <a:ext uri="{FF2B5EF4-FFF2-40B4-BE49-F238E27FC236}">
                    <a16:creationId xmlns:a16="http://schemas.microsoft.com/office/drawing/2014/main" id="{E754594F-4F42-76C8-F3BB-3024119FC92F}"/>
                  </a:ext>
                </a:extLst>
              </p:cNvPr>
              <p:cNvSpPr/>
              <p:nvPr/>
            </p:nvSpPr>
            <p:spPr>
              <a:xfrm>
                <a:off x="234560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5" name="ph6796">
                <a:extLst>
                  <a:ext uri="{FF2B5EF4-FFF2-40B4-BE49-F238E27FC236}">
                    <a16:creationId xmlns:a16="http://schemas.microsoft.com/office/drawing/2014/main" id="{57192A43-3ABC-8CD7-670D-C372C76A117D}"/>
                  </a:ext>
                </a:extLst>
              </p:cNvPr>
              <p:cNvSpPr/>
              <p:nvPr/>
            </p:nvSpPr>
            <p:spPr>
              <a:xfrm>
                <a:off x="235504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6" name="ph6797">
                <a:extLst>
                  <a:ext uri="{FF2B5EF4-FFF2-40B4-BE49-F238E27FC236}">
                    <a16:creationId xmlns:a16="http://schemas.microsoft.com/office/drawing/2014/main" id="{6B6A4035-A50E-27A9-376F-301AE81F92B5}"/>
                  </a:ext>
                </a:extLst>
              </p:cNvPr>
              <p:cNvSpPr/>
              <p:nvPr/>
            </p:nvSpPr>
            <p:spPr>
              <a:xfrm>
                <a:off x="236448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7" name="ph6798">
                <a:extLst>
                  <a:ext uri="{FF2B5EF4-FFF2-40B4-BE49-F238E27FC236}">
                    <a16:creationId xmlns:a16="http://schemas.microsoft.com/office/drawing/2014/main" id="{725BB3CF-DD5D-3063-8488-B3B4EECC8D4F}"/>
                  </a:ext>
                </a:extLst>
              </p:cNvPr>
              <p:cNvSpPr/>
              <p:nvPr/>
            </p:nvSpPr>
            <p:spPr>
              <a:xfrm>
                <a:off x="237392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8" name="ph6799">
                <a:extLst>
                  <a:ext uri="{FF2B5EF4-FFF2-40B4-BE49-F238E27FC236}">
                    <a16:creationId xmlns:a16="http://schemas.microsoft.com/office/drawing/2014/main" id="{238BD449-7A54-635F-D238-93ED8DE4D5F8}"/>
                  </a:ext>
                </a:extLst>
              </p:cNvPr>
              <p:cNvSpPr/>
              <p:nvPr/>
            </p:nvSpPr>
            <p:spPr>
              <a:xfrm>
                <a:off x="238336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9" name="ph6800">
                <a:extLst>
                  <a:ext uri="{FF2B5EF4-FFF2-40B4-BE49-F238E27FC236}">
                    <a16:creationId xmlns:a16="http://schemas.microsoft.com/office/drawing/2014/main" id="{22814427-DA44-74BA-251C-0EEAF247BDE2}"/>
                  </a:ext>
                </a:extLst>
              </p:cNvPr>
              <p:cNvSpPr/>
              <p:nvPr/>
            </p:nvSpPr>
            <p:spPr>
              <a:xfrm>
                <a:off x="239280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0" name="ph6801">
                <a:extLst>
                  <a:ext uri="{FF2B5EF4-FFF2-40B4-BE49-F238E27FC236}">
                    <a16:creationId xmlns:a16="http://schemas.microsoft.com/office/drawing/2014/main" id="{B676AD34-0A32-8853-653F-1DD5CC099698}"/>
                  </a:ext>
                </a:extLst>
              </p:cNvPr>
              <p:cNvSpPr/>
              <p:nvPr/>
            </p:nvSpPr>
            <p:spPr>
              <a:xfrm>
                <a:off x="240224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1" name="ph6802">
                <a:extLst>
                  <a:ext uri="{FF2B5EF4-FFF2-40B4-BE49-F238E27FC236}">
                    <a16:creationId xmlns:a16="http://schemas.microsoft.com/office/drawing/2014/main" id="{B328FEA4-1297-38A0-469D-026BE8BBD502}"/>
                  </a:ext>
                </a:extLst>
              </p:cNvPr>
              <p:cNvSpPr/>
              <p:nvPr/>
            </p:nvSpPr>
            <p:spPr>
              <a:xfrm>
                <a:off x="241168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2" name="ph6803">
                <a:extLst>
                  <a:ext uri="{FF2B5EF4-FFF2-40B4-BE49-F238E27FC236}">
                    <a16:creationId xmlns:a16="http://schemas.microsoft.com/office/drawing/2014/main" id="{C2CAA581-30FB-A1DE-FDAB-A06FA7C095E7}"/>
                  </a:ext>
                </a:extLst>
              </p:cNvPr>
              <p:cNvSpPr/>
              <p:nvPr/>
            </p:nvSpPr>
            <p:spPr>
              <a:xfrm>
                <a:off x="2430569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514" y="896830"/>
                    </a:lnTo>
                    <a:lnTo>
                      <a:pt x="913174" y="899681"/>
                    </a:lnTo>
                    <a:lnTo>
                      <a:pt x="914400" y="905861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3" name="ph6804">
                <a:extLst>
                  <a:ext uri="{FF2B5EF4-FFF2-40B4-BE49-F238E27FC236}">
                    <a16:creationId xmlns:a16="http://schemas.microsoft.com/office/drawing/2014/main" id="{D56B41B3-704E-4525-20C3-02D78E7A9945}"/>
                  </a:ext>
                </a:extLst>
              </p:cNvPr>
              <p:cNvSpPr/>
              <p:nvPr/>
            </p:nvSpPr>
            <p:spPr>
              <a:xfrm>
                <a:off x="2430569" y="1289302"/>
                <a:ext cx="9159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8" h="914400">
                    <a:moveTo>
                      <a:pt x="914400" y="914400"/>
                    </a:moveTo>
                    <a:lnTo>
                      <a:pt x="914400" y="905861"/>
                    </a:lnTo>
                    <a:lnTo>
                      <a:pt x="915243" y="910114"/>
                    </a:lnTo>
                    <a:lnTo>
                      <a:pt x="915958" y="914400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4" name="ph6805">
                <a:extLst>
                  <a:ext uri="{FF2B5EF4-FFF2-40B4-BE49-F238E27FC236}">
                    <a16:creationId xmlns:a16="http://schemas.microsoft.com/office/drawing/2014/main" id="{C128220E-A546-C6E8-C668-AAD2FD9ED3AC}"/>
                  </a:ext>
                </a:extLst>
              </p:cNvPr>
              <p:cNvSpPr/>
              <p:nvPr/>
            </p:nvSpPr>
            <p:spPr>
              <a:xfrm>
                <a:off x="3232989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452" y="914400"/>
                    </a:lnTo>
                    <a:lnTo>
                      <a:pt x="912686" y="912964"/>
                    </a:lnTo>
                    <a:lnTo>
                      <a:pt x="914400" y="912367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5" name="ph6806">
                <a:extLst>
                  <a:ext uri="{FF2B5EF4-FFF2-40B4-BE49-F238E27FC236}">
                    <a16:creationId xmlns:a16="http://schemas.microsoft.com/office/drawing/2014/main" id="{510F110A-DEDB-1832-BAF7-E261DE7E0755}"/>
                  </a:ext>
                </a:extLst>
              </p:cNvPr>
              <p:cNvSpPr/>
              <p:nvPr/>
            </p:nvSpPr>
            <p:spPr>
              <a:xfrm>
                <a:off x="3242429" y="128930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2367"/>
                    </a:lnTo>
                    <a:lnTo>
                      <a:pt x="908740" y="911052"/>
                    </a:lnTo>
                    <a:lnTo>
                      <a:pt x="914399" y="909627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6" name="ph6807">
                <a:extLst>
                  <a:ext uri="{FF2B5EF4-FFF2-40B4-BE49-F238E27FC236}">
                    <a16:creationId xmlns:a16="http://schemas.microsoft.com/office/drawing/2014/main" id="{8399BCF9-5AC5-319D-39EE-3321D769BB12}"/>
                  </a:ext>
                </a:extLst>
              </p:cNvPr>
              <p:cNvSpPr/>
              <p:nvPr/>
            </p:nvSpPr>
            <p:spPr>
              <a:xfrm>
                <a:off x="325187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627"/>
                    </a:lnTo>
                    <a:lnTo>
                      <a:pt x="910406" y="908752"/>
                    </a:lnTo>
                    <a:lnTo>
                      <a:pt x="914400" y="908478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7" name="ph6808">
                <a:extLst>
                  <a:ext uri="{FF2B5EF4-FFF2-40B4-BE49-F238E27FC236}">
                    <a16:creationId xmlns:a16="http://schemas.microsoft.com/office/drawing/2014/main" id="{5984929D-B3D5-5C45-C4AE-D38A2B713F9A}"/>
                  </a:ext>
                </a:extLst>
              </p:cNvPr>
              <p:cNvSpPr/>
              <p:nvPr/>
            </p:nvSpPr>
            <p:spPr>
              <a:xfrm>
                <a:off x="326131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478"/>
                    </a:lnTo>
                    <a:lnTo>
                      <a:pt x="906551" y="908369"/>
                    </a:lnTo>
                    <a:lnTo>
                      <a:pt x="912140" y="908499"/>
                    </a:lnTo>
                    <a:lnTo>
                      <a:pt x="912618" y="908532"/>
                    </a:lnTo>
                    <a:lnTo>
                      <a:pt x="913097" y="908566"/>
                    </a:lnTo>
                    <a:lnTo>
                      <a:pt x="913577" y="908599"/>
                    </a:lnTo>
                    <a:lnTo>
                      <a:pt x="914057" y="908632"/>
                    </a:lnTo>
                    <a:lnTo>
                      <a:pt x="914400" y="908656"/>
                    </a:lnTo>
                    <a:close/>
                  </a:path>
                </a:pathLst>
              </a:custGeom>
              <a:solidFill>
                <a:srgbClr val="DD412E">
                  <a:alpha val="100000"/>
                </a:srgbClr>
              </a:solidFill>
              <a:ln w="5420" cap="flat">
                <a:solidFill>
                  <a:srgbClr val="DD41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8" name="ph6809">
                <a:extLst>
                  <a:ext uri="{FF2B5EF4-FFF2-40B4-BE49-F238E27FC236}">
                    <a16:creationId xmlns:a16="http://schemas.microsoft.com/office/drawing/2014/main" id="{891F9915-CAD5-F34D-0491-B97597AE1B1E}"/>
                  </a:ext>
                </a:extLst>
              </p:cNvPr>
              <p:cNvSpPr/>
              <p:nvPr/>
            </p:nvSpPr>
            <p:spPr>
              <a:xfrm>
                <a:off x="327075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56"/>
                    </a:lnTo>
                    <a:lnTo>
                      <a:pt x="905096" y="908665"/>
                    </a:lnTo>
                    <a:lnTo>
                      <a:pt x="905576" y="908699"/>
                    </a:lnTo>
                    <a:lnTo>
                      <a:pt x="906055" y="908732"/>
                    </a:lnTo>
                    <a:lnTo>
                      <a:pt x="906535" y="908765"/>
                    </a:lnTo>
                    <a:lnTo>
                      <a:pt x="907014" y="908799"/>
                    </a:lnTo>
                    <a:lnTo>
                      <a:pt x="907494" y="908832"/>
                    </a:lnTo>
                    <a:lnTo>
                      <a:pt x="907974" y="908866"/>
                    </a:lnTo>
                    <a:lnTo>
                      <a:pt x="908453" y="908899"/>
                    </a:lnTo>
                    <a:lnTo>
                      <a:pt x="908933" y="908932"/>
                    </a:lnTo>
                    <a:lnTo>
                      <a:pt x="909412" y="908966"/>
                    </a:lnTo>
                    <a:lnTo>
                      <a:pt x="909892" y="908999"/>
                    </a:lnTo>
                    <a:lnTo>
                      <a:pt x="910372" y="909033"/>
                    </a:lnTo>
                    <a:lnTo>
                      <a:pt x="910851" y="909066"/>
                    </a:lnTo>
                    <a:lnTo>
                      <a:pt x="911331" y="909100"/>
                    </a:lnTo>
                    <a:lnTo>
                      <a:pt x="911810" y="909133"/>
                    </a:lnTo>
                    <a:lnTo>
                      <a:pt x="912290" y="909167"/>
                    </a:lnTo>
                    <a:lnTo>
                      <a:pt x="912770" y="909201"/>
                    </a:lnTo>
                    <a:lnTo>
                      <a:pt x="913249" y="909234"/>
                    </a:lnTo>
                    <a:lnTo>
                      <a:pt x="913729" y="909268"/>
                    </a:lnTo>
                    <a:lnTo>
                      <a:pt x="914208" y="909301"/>
                    </a:lnTo>
                    <a:lnTo>
                      <a:pt x="914400" y="909315"/>
                    </a:lnTo>
                    <a:close/>
                  </a:path>
                </a:pathLst>
              </a:custGeom>
              <a:solidFill>
                <a:srgbClr val="DD402E">
                  <a:alpha val="100000"/>
                </a:srgbClr>
              </a:solidFill>
              <a:ln w="5420" cap="flat">
                <a:solidFill>
                  <a:srgbClr val="DD402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9" name="ph6810">
                <a:extLst>
                  <a:ext uri="{FF2B5EF4-FFF2-40B4-BE49-F238E27FC236}">
                    <a16:creationId xmlns:a16="http://schemas.microsoft.com/office/drawing/2014/main" id="{54397B85-86FD-A914-8E00-F7580551B2AB}"/>
                  </a:ext>
                </a:extLst>
              </p:cNvPr>
              <p:cNvSpPr/>
              <p:nvPr/>
            </p:nvSpPr>
            <p:spPr>
              <a:xfrm>
                <a:off x="3280190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15"/>
                    </a:lnTo>
                    <a:lnTo>
                      <a:pt x="905248" y="909335"/>
                    </a:lnTo>
                    <a:lnTo>
                      <a:pt x="905727" y="909369"/>
                    </a:lnTo>
                    <a:lnTo>
                      <a:pt x="906207" y="909402"/>
                    </a:lnTo>
                    <a:lnTo>
                      <a:pt x="906686" y="909436"/>
                    </a:lnTo>
                    <a:lnTo>
                      <a:pt x="907166" y="909470"/>
                    </a:lnTo>
                    <a:lnTo>
                      <a:pt x="907645" y="909504"/>
                    </a:lnTo>
                    <a:lnTo>
                      <a:pt x="908125" y="909537"/>
                    </a:lnTo>
                    <a:lnTo>
                      <a:pt x="908605" y="909571"/>
                    </a:lnTo>
                    <a:lnTo>
                      <a:pt x="909084" y="909605"/>
                    </a:lnTo>
                    <a:lnTo>
                      <a:pt x="909564" y="909639"/>
                    </a:lnTo>
                    <a:lnTo>
                      <a:pt x="910043" y="909673"/>
                    </a:lnTo>
                    <a:lnTo>
                      <a:pt x="910523" y="909706"/>
                    </a:lnTo>
                    <a:lnTo>
                      <a:pt x="911002" y="909740"/>
                    </a:lnTo>
                    <a:lnTo>
                      <a:pt x="911482" y="909774"/>
                    </a:lnTo>
                    <a:lnTo>
                      <a:pt x="911961" y="909808"/>
                    </a:lnTo>
                    <a:lnTo>
                      <a:pt x="912441" y="909842"/>
                    </a:lnTo>
                    <a:lnTo>
                      <a:pt x="912920" y="909876"/>
                    </a:lnTo>
                    <a:lnTo>
                      <a:pt x="913400" y="909910"/>
                    </a:lnTo>
                    <a:lnTo>
                      <a:pt x="913879" y="909944"/>
                    </a:lnTo>
                    <a:lnTo>
                      <a:pt x="914400" y="909981"/>
                    </a:lnTo>
                    <a:close/>
                  </a:path>
                </a:pathLst>
              </a:custGeom>
              <a:solidFill>
                <a:srgbClr val="DD402D">
                  <a:alpha val="100000"/>
                </a:srgbClr>
              </a:solidFill>
              <a:ln w="5420" cap="flat">
                <a:solidFill>
                  <a:srgbClr val="DD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0" name="ph6811">
                <a:extLst>
                  <a:ext uri="{FF2B5EF4-FFF2-40B4-BE49-F238E27FC236}">
                    <a16:creationId xmlns:a16="http://schemas.microsoft.com/office/drawing/2014/main" id="{BC98EEB7-B341-4076-6F1A-D2F2E1C36BA5}"/>
                  </a:ext>
                </a:extLst>
              </p:cNvPr>
              <p:cNvSpPr/>
              <p:nvPr/>
            </p:nvSpPr>
            <p:spPr>
              <a:xfrm>
                <a:off x="328963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1"/>
                    </a:lnTo>
                    <a:lnTo>
                      <a:pt x="905398" y="910012"/>
                    </a:lnTo>
                    <a:lnTo>
                      <a:pt x="905878" y="910046"/>
                    </a:lnTo>
                    <a:lnTo>
                      <a:pt x="906357" y="910080"/>
                    </a:lnTo>
                    <a:lnTo>
                      <a:pt x="906837" y="910114"/>
                    </a:lnTo>
                    <a:lnTo>
                      <a:pt x="907316" y="910148"/>
                    </a:lnTo>
                    <a:lnTo>
                      <a:pt x="907796" y="910182"/>
                    </a:lnTo>
                    <a:lnTo>
                      <a:pt x="908275" y="910216"/>
                    </a:lnTo>
                    <a:lnTo>
                      <a:pt x="908755" y="910250"/>
                    </a:lnTo>
                    <a:lnTo>
                      <a:pt x="909234" y="910284"/>
                    </a:lnTo>
                    <a:lnTo>
                      <a:pt x="909714" y="910319"/>
                    </a:lnTo>
                    <a:lnTo>
                      <a:pt x="910193" y="910353"/>
                    </a:lnTo>
                    <a:lnTo>
                      <a:pt x="910673" y="910387"/>
                    </a:lnTo>
                    <a:lnTo>
                      <a:pt x="914400" y="910653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1" name="ph6812">
                <a:extLst>
                  <a:ext uri="{FF2B5EF4-FFF2-40B4-BE49-F238E27FC236}">
                    <a16:creationId xmlns:a16="http://schemas.microsoft.com/office/drawing/2014/main" id="{E00FAE03-5DDB-A2BD-2AF4-56F9318B180F}"/>
                  </a:ext>
                </a:extLst>
              </p:cNvPr>
              <p:cNvSpPr/>
              <p:nvPr/>
            </p:nvSpPr>
            <p:spPr>
              <a:xfrm>
                <a:off x="329907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653"/>
                    </a:lnTo>
                    <a:lnTo>
                      <a:pt x="914400" y="911326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2" name="ph6813">
                <a:extLst>
                  <a:ext uri="{FF2B5EF4-FFF2-40B4-BE49-F238E27FC236}">
                    <a16:creationId xmlns:a16="http://schemas.microsoft.com/office/drawing/2014/main" id="{B0AB5455-8D4B-4832-0312-861CC4FFE79C}"/>
                  </a:ext>
                </a:extLst>
              </p:cNvPr>
              <p:cNvSpPr/>
              <p:nvPr/>
            </p:nvSpPr>
            <p:spPr>
              <a:xfrm>
                <a:off x="330851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26"/>
                    </a:lnTo>
                    <a:lnTo>
                      <a:pt x="914400" y="912000"/>
                    </a:lnTo>
                    <a:close/>
                  </a:path>
                </a:pathLst>
              </a:custGeom>
              <a:solidFill>
                <a:srgbClr val="DC402D">
                  <a:alpha val="100000"/>
                </a:srgbClr>
              </a:solidFill>
              <a:ln w="5420" cap="flat">
                <a:solidFill>
                  <a:srgbClr val="DC40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3" name="ph6814">
                <a:extLst>
                  <a:ext uri="{FF2B5EF4-FFF2-40B4-BE49-F238E27FC236}">
                    <a16:creationId xmlns:a16="http://schemas.microsoft.com/office/drawing/2014/main" id="{F239B1D8-F66C-A60D-E843-BE60F7A7D009}"/>
                  </a:ext>
                </a:extLst>
              </p:cNvPr>
              <p:cNvSpPr/>
              <p:nvPr/>
            </p:nvSpPr>
            <p:spPr>
              <a:xfrm>
                <a:off x="331795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00"/>
                    </a:lnTo>
                    <a:lnTo>
                      <a:pt x="914400" y="912673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4" name="ph6815">
                <a:extLst>
                  <a:ext uri="{FF2B5EF4-FFF2-40B4-BE49-F238E27FC236}">
                    <a16:creationId xmlns:a16="http://schemas.microsoft.com/office/drawing/2014/main" id="{E5210A9B-D599-4676-5C53-9EAADE2BA2E3}"/>
                  </a:ext>
                </a:extLst>
              </p:cNvPr>
              <p:cNvSpPr/>
              <p:nvPr/>
            </p:nvSpPr>
            <p:spPr>
              <a:xfrm>
                <a:off x="332739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673"/>
                    </a:lnTo>
                    <a:lnTo>
                      <a:pt x="914400" y="912474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5" name="ph6816">
                <a:extLst>
                  <a:ext uri="{FF2B5EF4-FFF2-40B4-BE49-F238E27FC236}">
                    <a16:creationId xmlns:a16="http://schemas.microsoft.com/office/drawing/2014/main" id="{9B138848-69DE-4B4F-A609-94A78517CE56}"/>
                  </a:ext>
                </a:extLst>
              </p:cNvPr>
              <p:cNvSpPr/>
              <p:nvPr/>
            </p:nvSpPr>
            <p:spPr>
              <a:xfrm>
                <a:off x="333683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474"/>
                    </a:lnTo>
                    <a:lnTo>
                      <a:pt x="914400" y="912274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6" name="ph6817">
                <a:extLst>
                  <a:ext uri="{FF2B5EF4-FFF2-40B4-BE49-F238E27FC236}">
                    <a16:creationId xmlns:a16="http://schemas.microsoft.com/office/drawing/2014/main" id="{18630CAE-D453-0328-9B78-F0BBE444C43C}"/>
                  </a:ext>
                </a:extLst>
              </p:cNvPr>
              <p:cNvSpPr/>
              <p:nvPr/>
            </p:nvSpPr>
            <p:spPr>
              <a:xfrm>
                <a:off x="334627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274"/>
                    </a:lnTo>
                    <a:lnTo>
                      <a:pt x="914400" y="912075"/>
                    </a:lnTo>
                    <a:close/>
                  </a:path>
                </a:pathLst>
              </a:custGeom>
              <a:solidFill>
                <a:srgbClr val="DC3F2D">
                  <a:alpha val="100000"/>
                </a:srgbClr>
              </a:solidFill>
              <a:ln w="5420" cap="flat">
                <a:solidFill>
                  <a:srgbClr val="DC3F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7" name="ph6818">
                <a:extLst>
                  <a:ext uri="{FF2B5EF4-FFF2-40B4-BE49-F238E27FC236}">
                    <a16:creationId xmlns:a16="http://schemas.microsoft.com/office/drawing/2014/main" id="{7335A2D5-7C3A-251A-6DFF-84E948A2F771}"/>
                  </a:ext>
                </a:extLst>
              </p:cNvPr>
              <p:cNvSpPr/>
              <p:nvPr/>
            </p:nvSpPr>
            <p:spPr>
              <a:xfrm>
                <a:off x="335571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75"/>
                    </a:lnTo>
                    <a:lnTo>
                      <a:pt x="913851" y="911830"/>
                    </a:lnTo>
                    <a:lnTo>
                      <a:pt x="914223" y="911516"/>
                    </a:lnTo>
                    <a:lnTo>
                      <a:pt x="914400" y="911367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8" name="ph6819">
                <a:extLst>
                  <a:ext uri="{FF2B5EF4-FFF2-40B4-BE49-F238E27FC236}">
                    <a16:creationId xmlns:a16="http://schemas.microsoft.com/office/drawing/2014/main" id="{F59F5EBB-36A9-3087-7437-D3E9E78D441E}"/>
                  </a:ext>
                </a:extLst>
              </p:cNvPr>
              <p:cNvSpPr/>
              <p:nvPr/>
            </p:nvSpPr>
            <p:spPr>
              <a:xfrm>
                <a:off x="336515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67"/>
                    </a:lnTo>
                    <a:lnTo>
                      <a:pt x="905155" y="911203"/>
                    </a:lnTo>
                    <a:lnTo>
                      <a:pt x="905526" y="910889"/>
                    </a:lnTo>
                    <a:lnTo>
                      <a:pt x="905898" y="910575"/>
                    </a:lnTo>
                    <a:lnTo>
                      <a:pt x="910960" y="906577"/>
                    </a:lnTo>
                    <a:lnTo>
                      <a:pt x="914400" y="904219"/>
                    </a:lnTo>
                    <a:close/>
                  </a:path>
                </a:pathLst>
              </a:custGeom>
              <a:solidFill>
                <a:srgbClr val="DC3E2D">
                  <a:alpha val="100000"/>
                </a:srgbClr>
              </a:solidFill>
              <a:ln w="5420" cap="flat">
                <a:solidFill>
                  <a:srgbClr val="DC3E2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9" name="ph6820">
                <a:extLst>
                  <a:ext uri="{FF2B5EF4-FFF2-40B4-BE49-F238E27FC236}">
                    <a16:creationId xmlns:a16="http://schemas.microsoft.com/office/drawing/2014/main" id="{5EDE2911-2476-A18D-C50D-EDD68075E62D}"/>
                  </a:ext>
                </a:extLst>
              </p:cNvPr>
              <p:cNvSpPr/>
              <p:nvPr/>
            </p:nvSpPr>
            <p:spPr>
              <a:xfrm>
                <a:off x="337459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219"/>
                    </a:lnTo>
                    <a:lnTo>
                      <a:pt x="906680" y="903040"/>
                    </a:lnTo>
                    <a:lnTo>
                      <a:pt x="911926" y="899974"/>
                    </a:lnTo>
                    <a:lnTo>
                      <a:pt x="914400" y="898650"/>
                    </a:lnTo>
                    <a:close/>
                  </a:path>
                </a:pathLst>
              </a:custGeom>
              <a:solidFill>
                <a:srgbClr val="DC3E2C">
                  <a:alpha val="100000"/>
                </a:srgbClr>
              </a:solidFill>
              <a:ln w="5420" cap="flat">
                <a:solidFill>
                  <a:srgbClr val="DC3E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0" name="ph6821">
                <a:extLst>
                  <a:ext uri="{FF2B5EF4-FFF2-40B4-BE49-F238E27FC236}">
                    <a16:creationId xmlns:a16="http://schemas.microsoft.com/office/drawing/2014/main" id="{18E6F03F-4E0A-0FA2-BF82-DC77E568B59E}"/>
                  </a:ext>
                </a:extLst>
              </p:cNvPr>
              <p:cNvSpPr/>
              <p:nvPr/>
            </p:nvSpPr>
            <p:spPr>
              <a:xfrm>
                <a:off x="3384033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20"/>
                    </a:lnTo>
                    <a:lnTo>
                      <a:pt x="908360" y="914400"/>
                    </a:lnTo>
                    <a:close/>
                  </a:path>
                </a:pathLst>
              </a:custGeom>
              <a:solidFill>
                <a:srgbClr val="DC3D2C">
                  <a:alpha val="100000"/>
                </a:srgbClr>
              </a:solidFill>
              <a:ln w="5420" cap="flat">
                <a:solidFill>
                  <a:srgbClr val="DC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1" name="ph6822">
                <a:extLst>
                  <a:ext uri="{FF2B5EF4-FFF2-40B4-BE49-F238E27FC236}">
                    <a16:creationId xmlns:a16="http://schemas.microsoft.com/office/drawing/2014/main" id="{01D724D9-80C9-F1AE-C49D-31EB7014D5F5}"/>
                  </a:ext>
                </a:extLst>
              </p:cNvPr>
              <p:cNvSpPr/>
              <p:nvPr/>
            </p:nvSpPr>
            <p:spPr>
              <a:xfrm>
                <a:off x="338403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2" name="ph6823">
                <a:extLst>
                  <a:ext uri="{FF2B5EF4-FFF2-40B4-BE49-F238E27FC236}">
                    <a16:creationId xmlns:a16="http://schemas.microsoft.com/office/drawing/2014/main" id="{44D84D85-52B1-F1E7-AFC0-C0BA88211D3C}"/>
                  </a:ext>
                </a:extLst>
              </p:cNvPr>
              <p:cNvSpPr/>
              <p:nvPr/>
            </p:nvSpPr>
            <p:spPr>
              <a:xfrm>
                <a:off x="339347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3" name="ph6824">
                <a:extLst>
                  <a:ext uri="{FF2B5EF4-FFF2-40B4-BE49-F238E27FC236}">
                    <a16:creationId xmlns:a16="http://schemas.microsoft.com/office/drawing/2014/main" id="{675342E9-7A6E-2658-2A31-7CFBE8815D00}"/>
                  </a:ext>
                </a:extLst>
              </p:cNvPr>
              <p:cNvSpPr/>
              <p:nvPr/>
            </p:nvSpPr>
            <p:spPr>
              <a:xfrm>
                <a:off x="340291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4" name="ph6825">
                <a:extLst>
                  <a:ext uri="{FF2B5EF4-FFF2-40B4-BE49-F238E27FC236}">
                    <a16:creationId xmlns:a16="http://schemas.microsoft.com/office/drawing/2014/main" id="{0F429095-3317-D39D-358C-AEEE358E0336}"/>
                  </a:ext>
                </a:extLst>
              </p:cNvPr>
              <p:cNvSpPr/>
              <p:nvPr/>
            </p:nvSpPr>
            <p:spPr>
              <a:xfrm>
                <a:off x="341235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5" name="ph6826">
                <a:extLst>
                  <a:ext uri="{FF2B5EF4-FFF2-40B4-BE49-F238E27FC236}">
                    <a16:creationId xmlns:a16="http://schemas.microsoft.com/office/drawing/2014/main" id="{2CCF41A6-8EC8-CEDA-3A5F-0F024681BD05}"/>
                  </a:ext>
                </a:extLst>
              </p:cNvPr>
              <p:cNvSpPr/>
              <p:nvPr/>
            </p:nvSpPr>
            <p:spPr>
              <a:xfrm>
                <a:off x="342179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6" name="ph6827">
                <a:extLst>
                  <a:ext uri="{FF2B5EF4-FFF2-40B4-BE49-F238E27FC236}">
                    <a16:creationId xmlns:a16="http://schemas.microsoft.com/office/drawing/2014/main" id="{01FDA3DA-C4F5-49C6-62BE-B6113C0FDD61}"/>
                  </a:ext>
                </a:extLst>
              </p:cNvPr>
              <p:cNvSpPr/>
              <p:nvPr/>
            </p:nvSpPr>
            <p:spPr>
              <a:xfrm>
                <a:off x="343123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7" name="ph6828">
                <a:extLst>
                  <a:ext uri="{FF2B5EF4-FFF2-40B4-BE49-F238E27FC236}">
                    <a16:creationId xmlns:a16="http://schemas.microsoft.com/office/drawing/2014/main" id="{93EC552F-381A-8AAB-993D-68E84A11D16B}"/>
                  </a:ext>
                </a:extLst>
              </p:cNvPr>
              <p:cNvSpPr/>
              <p:nvPr/>
            </p:nvSpPr>
            <p:spPr>
              <a:xfrm>
                <a:off x="344067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8" name="ph6829">
                <a:extLst>
                  <a:ext uri="{FF2B5EF4-FFF2-40B4-BE49-F238E27FC236}">
                    <a16:creationId xmlns:a16="http://schemas.microsoft.com/office/drawing/2014/main" id="{2461F118-7D9F-53E4-432D-533C73D3810D}"/>
                  </a:ext>
                </a:extLst>
              </p:cNvPr>
              <p:cNvSpPr/>
              <p:nvPr/>
            </p:nvSpPr>
            <p:spPr>
              <a:xfrm>
                <a:off x="345011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9" name="ph6830">
                <a:extLst>
                  <a:ext uri="{FF2B5EF4-FFF2-40B4-BE49-F238E27FC236}">
                    <a16:creationId xmlns:a16="http://schemas.microsoft.com/office/drawing/2014/main" id="{1B73498D-602B-C341-CF65-B751A3A46E60}"/>
                  </a:ext>
                </a:extLst>
              </p:cNvPr>
              <p:cNvSpPr/>
              <p:nvPr/>
            </p:nvSpPr>
            <p:spPr>
              <a:xfrm>
                <a:off x="345955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0" name="ph6831">
                <a:extLst>
                  <a:ext uri="{FF2B5EF4-FFF2-40B4-BE49-F238E27FC236}">
                    <a16:creationId xmlns:a16="http://schemas.microsoft.com/office/drawing/2014/main" id="{C79858EA-A100-5A1B-8193-1DFA2A9064E6}"/>
                  </a:ext>
                </a:extLst>
              </p:cNvPr>
              <p:cNvSpPr/>
              <p:nvPr/>
            </p:nvSpPr>
            <p:spPr>
              <a:xfrm>
                <a:off x="346899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1" name="ph6832">
                <a:extLst>
                  <a:ext uri="{FF2B5EF4-FFF2-40B4-BE49-F238E27FC236}">
                    <a16:creationId xmlns:a16="http://schemas.microsoft.com/office/drawing/2014/main" id="{ADC82AD2-4405-C206-9C4C-2FCDB35FE056}"/>
                  </a:ext>
                </a:extLst>
              </p:cNvPr>
              <p:cNvSpPr/>
              <p:nvPr/>
            </p:nvSpPr>
            <p:spPr>
              <a:xfrm>
                <a:off x="347843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2" name="ph6833">
                <a:extLst>
                  <a:ext uri="{FF2B5EF4-FFF2-40B4-BE49-F238E27FC236}">
                    <a16:creationId xmlns:a16="http://schemas.microsoft.com/office/drawing/2014/main" id="{39B9F41E-C2A3-78CE-ADA1-D25735753DA5}"/>
                  </a:ext>
                </a:extLst>
              </p:cNvPr>
              <p:cNvSpPr/>
              <p:nvPr/>
            </p:nvSpPr>
            <p:spPr>
              <a:xfrm>
                <a:off x="348787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3" name="ph6834">
                <a:extLst>
                  <a:ext uri="{FF2B5EF4-FFF2-40B4-BE49-F238E27FC236}">
                    <a16:creationId xmlns:a16="http://schemas.microsoft.com/office/drawing/2014/main" id="{D6A38911-5C8D-7A9A-F4B0-A97D3B59E7E0}"/>
                  </a:ext>
                </a:extLst>
              </p:cNvPr>
              <p:cNvSpPr/>
              <p:nvPr/>
            </p:nvSpPr>
            <p:spPr>
              <a:xfrm>
                <a:off x="349731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4" name="ph6835">
                <a:extLst>
                  <a:ext uri="{FF2B5EF4-FFF2-40B4-BE49-F238E27FC236}">
                    <a16:creationId xmlns:a16="http://schemas.microsoft.com/office/drawing/2014/main" id="{48B2AF33-1BAE-D13A-F95C-04A9B40333CD}"/>
                  </a:ext>
                </a:extLst>
              </p:cNvPr>
              <p:cNvSpPr/>
              <p:nvPr/>
            </p:nvSpPr>
            <p:spPr>
              <a:xfrm>
                <a:off x="350675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5" name="ph6836">
                <a:extLst>
                  <a:ext uri="{FF2B5EF4-FFF2-40B4-BE49-F238E27FC236}">
                    <a16:creationId xmlns:a16="http://schemas.microsoft.com/office/drawing/2014/main" id="{43AAFDCD-FC35-B0D4-190C-53B97370CCB7}"/>
                  </a:ext>
                </a:extLst>
              </p:cNvPr>
              <p:cNvSpPr/>
              <p:nvPr/>
            </p:nvSpPr>
            <p:spPr>
              <a:xfrm>
                <a:off x="351619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6" name="ph6837">
                <a:extLst>
                  <a:ext uri="{FF2B5EF4-FFF2-40B4-BE49-F238E27FC236}">
                    <a16:creationId xmlns:a16="http://schemas.microsoft.com/office/drawing/2014/main" id="{A460878C-5831-84E5-9566-C8BCF1FFCFAB}"/>
                  </a:ext>
                </a:extLst>
              </p:cNvPr>
              <p:cNvSpPr/>
              <p:nvPr/>
            </p:nvSpPr>
            <p:spPr>
              <a:xfrm>
                <a:off x="352563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7" name="ph6838">
                <a:extLst>
                  <a:ext uri="{FF2B5EF4-FFF2-40B4-BE49-F238E27FC236}">
                    <a16:creationId xmlns:a16="http://schemas.microsoft.com/office/drawing/2014/main" id="{7499D8B7-8524-411A-C5CA-61ED8C735E8C}"/>
                  </a:ext>
                </a:extLst>
              </p:cNvPr>
              <p:cNvSpPr/>
              <p:nvPr/>
            </p:nvSpPr>
            <p:spPr>
              <a:xfrm>
                <a:off x="353507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8" name="ph6839">
                <a:extLst>
                  <a:ext uri="{FF2B5EF4-FFF2-40B4-BE49-F238E27FC236}">
                    <a16:creationId xmlns:a16="http://schemas.microsoft.com/office/drawing/2014/main" id="{A4EEDD14-FBAC-E300-65F0-4F8AF829CFD5}"/>
                  </a:ext>
                </a:extLst>
              </p:cNvPr>
              <p:cNvSpPr/>
              <p:nvPr/>
            </p:nvSpPr>
            <p:spPr>
              <a:xfrm>
                <a:off x="354451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9" name="ph6840">
                <a:extLst>
                  <a:ext uri="{FF2B5EF4-FFF2-40B4-BE49-F238E27FC236}">
                    <a16:creationId xmlns:a16="http://schemas.microsoft.com/office/drawing/2014/main" id="{DDA5EC37-1074-EE70-0596-332DB42A4BC9}"/>
                  </a:ext>
                </a:extLst>
              </p:cNvPr>
              <p:cNvSpPr/>
              <p:nvPr/>
            </p:nvSpPr>
            <p:spPr>
              <a:xfrm>
                <a:off x="355395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0" name="ph6841">
                <a:extLst>
                  <a:ext uri="{FF2B5EF4-FFF2-40B4-BE49-F238E27FC236}">
                    <a16:creationId xmlns:a16="http://schemas.microsoft.com/office/drawing/2014/main" id="{36D16BD7-4DF2-EF18-D27A-69C0BCDDE552}"/>
                  </a:ext>
                </a:extLst>
              </p:cNvPr>
              <p:cNvSpPr/>
              <p:nvPr/>
            </p:nvSpPr>
            <p:spPr>
              <a:xfrm>
                <a:off x="356339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1" name="ph6842">
                <a:extLst>
                  <a:ext uri="{FF2B5EF4-FFF2-40B4-BE49-F238E27FC236}">
                    <a16:creationId xmlns:a16="http://schemas.microsoft.com/office/drawing/2014/main" id="{37F06BF6-76DA-B3B3-B7BF-FBC2ABD56B9A}"/>
                  </a:ext>
                </a:extLst>
              </p:cNvPr>
              <p:cNvSpPr/>
              <p:nvPr/>
            </p:nvSpPr>
            <p:spPr>
              <a:xfrm>
                <a:off x="357283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2" name="ph6843">
                <a:extLst>
                  <a:ext uri="{FF2B5EF4-FFF2-40B4-BE49-F238E27FC236}">
                    <a16:creationId xmlns:a16="http://schemas.microsoft.com/office/drawing/2014/main" id="{99578C49-36F9-E75E-92B2-DEFA0D107FBE}"/>
                  </a:ext>
                </a:extLst>
              </p:cNvPr>
              <p:cNvSpPr/>
              <p:nvPr/>
            </p:nvSpPr>
            <p:spPr>
              <a:xfrm>
                <a:off x="358227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3" name="ph6844">
                <a:extLst>
                  <a:ext uri="{FF2B5EF4-FFF2-40B4-BE49-F238E27FC236}">
                    <a16:creationId xmlns:a16="http://schemas.microsoft.com/office/drawing/2014/main" id="{5301170A-EA89-D5E9-9398-7BA08E20CEC2}"/>
                  </a:ext>
                </a:extLst>
              </p:cNvPr>
              <p:cNvSpPr/>
              <p:nvPr/>
            </p:nvSpPr>
            <p:spPr>
              <a:xfrm>
                <a:off x="359171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4" name="ph6845">
                <a:extLst>
                  <a:ext uri="{FF2B5EF4-FFF2-40B4-BE49-F238E27FC236}">
                    <a16:creationId xmlns:a16="http://schemas.microsoft.com/office/drawing/2014/main" id="{A09C8D89-FD47-1634-C448-369B214C2C77}"/>
                  </a:ext>
                </a:extLst>
              </p:cNvPr>
              <p:cNvSpPr/>
              <p:nvPr/>
            </p:nvSpPr>
            <p:spPr>
              <a:xfrm>
                <a:off x="360115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5" name="ph6846">
                <a:extLst>
                  <a:ext uri="{FF2B5EF4-FFF2-40B4-BE49-F238E27FC236}">
                    <a16:creationId xmlns:a16="http://schemas.microsoft.com/office/drawing/2014/main" id="{92C6D64D-810C-601B-521C-DDDD3017181B}"/>
                  </a:ext>
                </a:extLst>
              </p:cNvPr>
              <p:cNvSpPr/>
              <p:nvPr/>
            </p:nvSpPr>
            <p:spPr>
              <a:xfrm>
                <a:off x="361059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6" name="ph6847">
                <a:extLst>
                  <a:ext uri="{FF2B5EF4-FFF2-40B4-BE49-F238E27FC236}">
                    <a16:creationId xmlns:a16="http://schemas.microsoft.com/office/drawing/2014/main" id="{D66EBF94-2308-0F35-8FE3-E3CF87C42162}"/>
                  </a:ext>
                </a:extLst>
              </p:cNvPr>
              <p:cNvSpPr/>
              <p:nvPr/>
            </p:nvSpPr>
            <p:spPr>
              <a:xfrm>
                <a:off x="362003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7" name="ph6848">
                <a:extLst>
                  <a:ext uri="{FF2B5EF4-FFF2-40B4-BE49-F238E27FC236}">
                    <a16:creationId xmlns:a16="http://schemas.microsoft.com/office/drawing/2014/main" id="{B7FB9D29-46CF-BABF-0040-FD59C74C2BCA}"/>
                  </a:ext>
                </a:extLst>
              </p:cNvPr>
              <p:cNvSpPr/>
              <p:nvPr/>
            </p:nvSpPr>
            <p:spPr>
              <a:xfrm>
                <a:off x="362947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8" name="ph6849">
                <a:extLst>
                  <a:ext uri="{FF2B5EF4-FFF2-40B4-BE49-F238E27FC236}">
                    <a16:creationId xmlns:a16="http://schemas.microsoft.com/office/drawing/2014/main" id="{7910E9C3-1188-F93E-0640-15AC657CF486}"/>
                  </a:ext>
                </a:extLst>
              </p:cNvPr>
              <p:cNvSpPr/>
              <p:nvPr/>
            </p:nvSpPr>
            <p:spPr>
              <a:xfrm>
                <a:off x="363891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9" name="ph6850">
                <a:extLst>
                  <a:ext uri="{FF2B5EF4-FFF2-40B4-BE49-F238E27FC236}">
                    <a16:creationId xmlns:a16="http://schemas.microsoft.com/office/drawing/2014/main" id="{94C5B735-048C-821D-B973-BDD0C6285382}"/>
                  </a:ext>
                </a:extLst>
              </p:cNvPr>
              <p:cNvSpPr/>
              <p:nvPr/>
            </p:nvSpPr>
            <p:spPr>
              <a:xfrm>
                <a:off x="364836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0" name="ph6851">
                <a:extLst>
                  <a:ext uri="{FF2B5EF4-FFF2-40B4-BE49-F238E27FC236}">
                    <a16:creationId xmlns:a16="http://schemas.microsoft.com/office/drawing/2014/main" id="{30312465-C725-57B6-E416-4F6602D33DEC}"/>
                  </a:ext>
                </a:extLst>
              </p:cNvPr>
              <p:cNvSpPr/>
              <p:nvPr/>
            </p:nvSpPr>
            <p:spPr>
              <a:xfrm>
                <a:off x="365780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1" name="ph6852">
                <a:extLst>
                  <a:ext uri="{FF2B5EF4-FFF2-40B4-BE49-F238E27FC236}">
                    <a16:creationId xmlns:a16="http://schemas.microsoft.com/office/drawing/2014/main" id="{5B201777-14BC-4650-3BBD-9C42D127DD28}"/>
                  </a:ext>
                </a:extLst>
              </p:cNvPr>
              <p:cNvSpPr/>
              <p:nvPr/>
            </p:nvSpPr>
            <p:spPr>
              <a:xfrm>
                <a:off x="366724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2" name="ph6853">
                <a:extLst>
                  <a:ext uri="{FF2B5EF4-FFF2-40B4-BE49-F238E27FC236}">
                    <a16:creationId xmlns:a16="http://schemas.microsoft.com/office/drawing/2014/main" id="{69A706ED-E082-F97E-A9AD-B26DFCEE4ED9}"/>
                  </a:ext>
                </a:extLst>
              </p:cNvPr>
              <p:cNvSpPr/>
              <p:nvPr/>
            </p:nvSpPr>
            <p:spPr>
              <a:xfrm>
                <a:off x="367668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3" name="ph6854">
                <a:extLst>
                  <a:ext uri="{FF2B5EF4-FFF2-40B4-BE49-F238E27FC236}">
                    <a16:creationId xmlns:a16="http://schemas.microsoft.com/office/drawing/2014/main" id="{E58F1FE6-EA98-F681-A53E-C5B4FEAE1287}"/>
                  </a:ext>
                </a:extLst>
              </p:cNvPr>
              <p:cNvSpPr/>
              <p:nvPr/>
            </p:nvSpPr>
            <p:spPr>
              <a:xfrm>
                <a:off x="368612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4" name="ph6855">
                <a:extLst>
                  <a:ext uri="{FF2B5EF4-FFF2-40B4-BE49-F238E27FC236}">
                    <a16:creationId xmlns:a16="http://schemas.microsoft.com/office/drawing/2014/main" id="{2AF4A5F9-E406-2BFD-B26F-3B1773840E77}"/>
                  </a:ext>
                </a:extLst>
              </p:cNvPr>
              <p:cNvSpPr/>
              <p:nvPr/>
            </p:nvSpPr>
            <p:spPr>
              <a:xfrm>
                <a:off x="369556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5" name="ph6856">
                <a:extLst>
                  <a:ext uri="{FF2B5EF4-FFF2-40B4-BE49-F238E27FC236}">
                    <a16:creationId xmlns:a16="http://schemas.microsoft.com/office/drawing/2014/main" id="{40BE1074-8C74-250D-CD06-D14B9A1A8964}"/>
                  </a:ext>
                </a:extLst>
              </p:cNvPr>
              <p:cNvSpPr/>
              <p:nvPr/>
            </p:nvSpPr>
            <p:spPr>
              <a:xfrm>
                <a:off x="370500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6" name="ph6857">
                <a:extLst>
                  <a:ext uri="{FF2B5EF4-FFF2-40B4-BE49-F238E27FC236}">
                    <a16:creationId xmlns:a16="http://schemas.microsoft.com/office/drawing/2014/main" id="{A3DEEED9-59EC-C28C-AC05-891AFFE9C5CC}"/>
                  </a:ext>
                </a:extLst>
              </p:cNvPr>
              <p:cNvSpPr/>
              <p:nvPr/>
            </p:nvSpPr>
            <p:spPr>
              <a:xfrm>
                <a:off x="371444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7" name="ph6858">
                <a:extLst>
                  <a:ext uri="{FF2B5EF4-FFF2-40B4-BE49-F238E27FC236}">
                    <a16:creationId xmlns:a16="http://schemas.microsoft.com/office/drawing/2014/main" id="{C0335A6F-3222-2C8C-A326-F2D12E6C94C0}"/>
                  </a:ext>
                </a:extLst>
              </p:cNvPr>
              <p:cNvSpPr/>
              <p:nvPr/>
            </p:nvSpPr>
            <p:spPr>
              <a:xfrm>
                <a:off x="372388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8" name="ph6859">
                <a:extLst>
                  <a:ext uri="{FF2B5EF4-FFF2-40B4-BE49-F238E27FC236}">
                    <a16:creationId xmlns:a16="http://schemas.microsoft.com/office/drawing/2014/main" id="{47945C00-7457-137E-A2A4-BEB213A12C17}"/>
                  </a:ext>
                </a:extLst>
              </p:cNvPr>
              <p:cNvSpPr/>
              <p:nvPr/>
            </p:nvSpPr>
            <p:spPr>
              <a:xfrm>
                <a:off x="373332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9" name="ph6860">
                <a:extLst>
                  <a:ext uri="{FF2B5EF4-FFF2-40B4-BE49-F238E27FC236}">
                    <a16:creationId xmlns:a16="http://schemas.microsoft.com/office/drawing/2014/main" id="{98AC0798-0654-8744-382A-D19804349DC4}"/>
                  </a:ext>
                </a:extLst>
              </p:cNvPr>
              <p:cNvSpPr/>
              <p:nvPr/>
            </p:nvSpPr>
            <p:spPr>
              <a:xfrm>
                <a:off x="374276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0" name="ph6861">
                <a:extLst>
                  <a:ext uri="{FF2B5EF4-FFF2-40B4-BE49-F238E27FC236}">
                    <a16:creationId xmlns:a16="http://schemas.microsoft.com/office/drawing/2014/main" id="{1F21A7EB-CA03-AD13-2A45-9D09F383EE73}"/>
                  </a:ext>
                </a:extLst>
              </p:cNvPr>
              <p:cNvSpPr/>
              <p:nvPr/>
            </p:nvSpPr>
            <p:spPr>
              <a:xfrm>
                <a:off x="375220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1" name="ph6862">
                <a:extLst>
                  <a:ext uri="{FF2B5EF4-FFF2-40B4-BE49-F238E27FC236}">
                    <a16:creationId xmlns:a16="http://schemas.microsoft.com/office/drawing/2014/main" id="{DDF85A81-4A9A-D94A-D58B-1533E41D002F}"/>
                  </a:ext>
                </a:extLst>
              </p:cNvPr>
              <p:cNvSpPr/>
              <p:nvPr/>
            </p:nvSpPr>
            <p:spPr>
              <a:xfrm>
                <a:off x="376164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2" name="ph6863">
                <a:extLst>
                  <a:ext uri="{FF2B5EF4-FFF2-40B4-BE49-F238E27FC236}">
                    <a16:creationId xmlns:a16="http://schemas.microsoft.com/office/drawing/2014/main" id="{EA67F5D7-8DBF-2848-D449-12DED61019DB}"/>
                  </a:ext>
                </a:extLst>
              </p:cNvPr>
              <p:cNvSpPr/>
              <p:nvPr/>
            </p:nvSpPr>
            <p:spPr>
              <a:xfrm>
                <a:off x="377108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3" name="ph6864">
                <a:extLst>
                  <a:ext uri="{FF2B5EF4-FFF2-40B4-BE49-F238E27FC236}">
                    <a16:creationId xmlns:a16="http://schemas.microsoft.com/office/drawing/2014/main" id="{ED607159-7A3D-B964-031A-B631B553F66E}"/>
                  </a:ext>
                </a:extLst>
              </p:cNvPr>
              <p:cNvSpPr/>
              <p:nvPr/>
            </p:nvSpPr>
            <p:spPr>
              <a:xfrm>
                <a:off x="378052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4" name="ph6865">
                <a:extLst>
                  <a:ext uri="{FF2B5EF4-FFF2-40B4-BE49-F238E27FC236}">
                    <a16:creationId xmlns:a16="http://schemas.microsoft.com/office/drawing/2014/main" id="{7B275AE2-F9AB-6D01-55FD-59BD92FC4C46}"/>
                  </a:ext>
                </a:extLst>
              </p:cNvPr>
              <p:cNvSpPr/>
              <p:nvPr/>
            </p:nvSpPr>
            <p:spPr>
              <a:xfrm>
                <a:off x="378996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5" name="ph6866">
                <a:extLst>
                  <a:ext uri="{FF2B5EF4-FFF2-40B4-BE49-F238E27FC236}">
                    <a16:creationId xmlns:a16="http://schemas.microsoft.com/office/drawing/2014/main" id="{5E0F9E8B-8F84-B633-2455-4DFFE0A0EFB9}"/>
                  </a:ext>
                </a:extLst>
              </p:cNvPr>
              <p:cNvSpPr/>
              <p:nvPr/>
            </p:nvSpPr>
            <p:spPr>
              <a:xfrm>
                <a:off x="379940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6" name="ph6867">
                <a:extLst>
                  <a:ext uri="{FF2B5EF4-FFF2-40B4-BE49-F238E27FC236}">
                    <a16:creationId xmlns:a16="http://schemas.microsoft.com/office/drawing/2014/main" id="{05F3AA91-0D81-A66A-F3C8-1375A51F71E9}"/>
                  </a:ext>
                </a:extLst>
              </p:cNvPr>
              <p:cNvSpPr/>
              <p:nvPr/>
            </p:nvSpPr>
            <p:spPr>
              <a:xfrm>
                <a:off x="3808844" y="128930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027"/>
                    </a:lnTo>
                    <a:lnTo>
                      <a:pt x="922897" y="912220"/>
                    </a:lnTo>
                    <a:lnTo>
                      <a:pt x="920969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7" name="ph6868">
                <a:extLst>
                  <a:ext uri="{FF2B5EF4-FFF2-40B4-BE49-F238E27FC236}">
                    <a16:creationId xmlns:a16="http://schemas.microsoft.com/office/drawing/2014/main" id="{8D4CC9D9-9FC6-0B76-AC29-DA49A9303785}"/>
                  </a:ext>
                </a:extLst>
              </p:cNvPr>
              <p:cNvSpPr/>
              <p:nvPr/>
            </p:nvSpPr>
            <p:spPr>
              <a:xfrm>
                <a:off x="3818284" y="1271733"/>
                <a:ext cx="923840" cy="9285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5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694"/>
                    </a:lnTo>
                    <a:lnTo>
                      <a:pt x="922972" y="917057"/>
                    </a:lnTo>
                    <a:lnTo>
                      <a:pt x="918303" y="923653"/>
                    </a:lnTo>
                    <a:lnTo>
                      <a:pt x="914400" y="928597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8" name="ph6869">
                <a:extLst>
                  <a:ext uri="{FF2B5EF4-FFF2-40B4-BE49-F238E27FC236}">
                    <a16:creationId xmlns:a16="http://schemas.microsoft.com/office/drawing/2014/main" id="{51CD6C38-3A68-30F8-96A0-89F4938E936D}"/>
                  </a:ext>
                </a:extLst>
              </p:cNvPr>
              <p:cNvSpPr/>
              <p:nvPr/>
            </p:nvSpPr>
            <p:spPr>
              <a:xfrm>
                <a:off x="3827724" y="1271733"/>
                <a:ext cx="915223" cy="915694"/>
              </a:xfrm>
              <a:custGeom>
                <a:avLst/>
                <a:gdLst/>
                <a:ahLst/>
                <a:cxnLst/>
                <a:rect l="0" t="0" r="0" b="0"/>
                <a:pathLst>
                  <a:path w="915223" h="915694">
                    <a:moveTo>
                      <a:pt x="914400" y="914400"/>
                    </a:moveTo>
                    <a:lnTo>
                      <a:pt x="915223" y="914400"/>
                    </a:lnTo>
                    <a:lnTo>
                      <a:pt x="914400" y="915694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9" name="ph6870">
                <a:extLst>
                  <a:ext uri="{FF2B5EF4-FFF2-40B4-BE49-F238E27FC236}">
                    <a16:creationId xmlns:a16="http://schemas.microsoft.com/office/drawing/2014/main" id="{B6B31084-BF89-E83B-AFE6-C54BBD0A75B3}"/>
                  </a:ext>
                </a:extLst>
              </p:cNvPr>
              <p:cNvSpPr/>
              <p:nvPr/>
            </p:nvSpPr>
            <p:spPr>
              <a:xfrm>
                <a:off x="2052959" y="1254163"/>
                <a:ext cx="914400" cy="92869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92">
                    <a:moveTo>
                      <a:pt x="914400" y="914400"/>
                    </a:moveTo>
                    <a:lnTo>
                      <a:pt x="914400" y="928692"/>
                    </a:lnTo>
                    <a:lnTo>
                      <a:pt x="913248" y="923782"/>
                    </a:lnTo>
                    <a:lnTo>
                      <a:pt x="911355" y="914400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0" name="ph6871">
                <a:extLst>
                  <a:ext uri="{FF2B5EF4-FFF2-40B4-BE49-F238E27FC236}">
                    <a16:creationId xmlns:a16="http://schemas.microsoft.com/office/drawing/2014/main" id="{5A744398-FAD9-1A49-71B1-EE2D60C4C190}"/>
                  </a:ext>
                </a:extLst>
              </p:cNvPr>
              <p:cNvSpPr/>
              <p:nvPr/>
            </p:nvSpPr>
            <p:spPr>
              <a:xfrm>
                <a:off x="205295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168" y="931969"/>
                    </a:lnTo>
                    <a:lnTo>
                      <a:pt x="914400" y="928692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1" name="ph6872">
                <a:extLst>
                  <a:ext uri="{FF2B5EF4-FFF2-40B4-BE49-F238E27FC236}">
                    <a16:creationId xmlns:a16="http://schemas.microsoft.com/office/drawing/2014/main" id="{B06D4F1B-7E88-90DA-6211-929AFD7052A4}"/>
                  </a:ext>
                </a:extLst>
              </p:cNvPr>
              <p:cNvSpPr/>
              <p:nvPr/>
            </p:nvSpPr>
            <p:spPr>
              <a:xfrm>
                <a:off x="206239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2" name="ph6873">
                <a:extLst>
                  <a:ext uri="{FF2B5EF4-FFF2-40B4-BE49-F238E27FC236}">
                    <a16:creationId xmlns:a16="http://schemas.microsoft.com/office/drawing/2014/main" id="{1875A455-CD6E-AB30-EBB1-8BE16F118F8A}"/>
                  </a:ext>
                </a:extLst>
              </p:cNvPr>
              <p:cNvSpPr/>
              <p:nvPr/>
            </p:nvSpPr>
            <p:spPr>
              <a:xfrm>
                <a:off x="207184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3" name="ph6874">
                <a:extLst>
                  <a:ext uri="{FF2B5EF4-FFF2-40B4-BE49-F238E27FC236}">
                    <a16:creationId xmlns:a16="http://schemas.microsoft.com/office/drawing/2014/main" id="{101F9F36-6F6C-98A8-9C08-663CA6E97194}"/>
                  </a:ext>
                </a:extLst>
              </p:cNvPr>
              <p:cNvSpPr/>
              <p:nvPr/>
            </p:nvSpPr>
            <p:spPr>
              <a:xfrm>
                <a:off x="208128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4" name="ph6875">
                <a:extLst>
                  <a:ext uri="{FF2B5EF4-FFF2-40B4-BE49-F238E27FC236}">
                    <a16:creationId xmlns:a16="http://schemas.microsoft.com/office/drawing/2014/main" id="{97151722-FC8E-1CE1-90A4-8D56CFCC0B79}"/>
                  </a:ext>
                </a:extLst>
              </p:cNvPr>
              <p:cNvSpPr/>
              <p:nvPr/>
            </p:nvSpPr>
            <p:spPr>
              <a:xfrm>
                <a:off x="209072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5" name="ph6876">
                <a:extLst>
                  <a:ext uri="{FF2B5EF4-FFF2-40B4-BE49-F238E27FC236}">
                    <a16:creationId xmlns:a16="http://schemas.microsoft.com/office/drawing/2014/main" id="{9541B34F-A285-B265-52C2-803946F36778}"/>
                  </a:ext>
                </a:extLst>
              </p:cNvPr>
              <p:cNvSpPr/>
              <p:nvPr/>
            </p:nvSpPr>
            <p:spPr>
              <a:xfrm>
                <a:off x="210016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6" name="ph6877">
                <a:extLst>
                  <a:ext uri="{FF2B5EF4-FFF2-40B4-BE49-F238E27FC236}">
                    <a16:creationId xmlns:a16="http://schemas.microsoft.com/office/drawing/2014/main" id="{C0A7812A-FEB0-8446-49DC-C0505D1A304C}"/>
                  </a:ext>
                </a:extLst>
              </p:cNvPr>
              <p:cNvSpPr/>
              <p:nvPr/>
            </p:nvSpPr>
            <p:spPr>
              <a:xfrm>
                <a:off x="210960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7" name="ph6878">
                <a:extLst>
                  <a:ext uri="{FF2B5EF4-FFF2-40B4-BE49-F238E27FC236}">
                    <a16:creationId xmlns:a16="http://schemas.microsoft.com/office/drawing/2014/main" id="{FAC7383B-8498-1B3D-A8FA-83489427C46D}"/>
                  </a:ext>
                </a:extLst>
              </p:cNvPr>
              <p:cNvSpPr/>
              <p:nvPr/>
            </p:nvSpPr>
            <p:spPr>
              <a:xfrm>
                <a:off x="211904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8" name="ph6879">
                <a:extLst>
                  <a:ext uri="{FF2B5EF4-FFF2-40B4-BE49-F238E27FC236}">
                    <a16:creationId xmlns:a16="http://schemas.microsoft.com/office/drawing/2014/main" id="{2BEC0EFA-581C-E36C-EDF4-3C60626A51B5}"/>
                  </a:ext>
                </a:extLst>
              </p:cNvPr>
              <p:cNvSpPr/>
              <p:nvPr/>
            </p:nvSpPr>
            <p:spPr>
              <a:xfrm>
                <a:off x="212848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9" name="ph6880">
                <a:extLst>
                  <a:ext uri="{FF2B5EF4-FFF2-40B4-BE49-F238E27FC236}">
                    <a16:creationId xmlns:a16="http://schemas.microsoft.com/office/drawing/2014/main" id="{D4E47111-393F-ABA4-E673-8D01A4B63D41}"/>
                  </a:ext>
                </a:extLst>
              </p:cNvPr>
              <p:cNvSpPr/>
              <p:nvPr/>
            </p:nvSpPr>
            <p:spPr>
              <a:xfrm>
                <a:off x="213792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0" name="ph6881">
                <a:extLst>
                  <a:ext uri="{FF2B5EF4-FFF2-40B4-BE49-F238E27FC236}">
                    <a16:creationId xmlns:a16="http://schemas.microsoft.com/office/drawing/2014/main" id="{7C250881-6B6A-B456-FB95-697496FE8A35}"/>
                  </a:ext>
                </a:extLst>
              </p:cNvPr>
              <p:cNvSpPr/>
              <p:nvPr/>
            </p:nvSpPr>
            <p:spPr>
              <a:xfrm>
                <a:off x="214736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1" name="ph6882">
                <a:extLst>
                  <a:ext uri="{FF2B5EF4-FFF2-40B4-BE49-F238E27FC236}">
                    <a16:creationId xmlns:a16="http://schemas.microsoft.com/office/drawing/2014/main" id="{683A26AF-EC13-525E-573C-D8605B7656DA}"/>
                  </a:ext>
                </a:extLst>
              </p:cNvPr>
              <p:cNvSpPr/>
              <p:nvPr/>
            </p:nvSpPr>
            <p:spPr>
              <a:xfrm>
                <a:off x="215680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2" name="ph6883">
                <a:extLst>
                  <a:ext uri="{FF2B5EF4-FFF2-40B4-BE49-F238E27FC236}">
                    <a16:creationId xmlns:a16="http://schemas.microsoft.com/office/drawing/2014/main" id="{21A95D7E-2460-FD68-AAB3-8F9E68C72421}"/>
                  </a:ext>
                </a:extLst>
              </p:cNvPr>
              <p:cNvSpPr/>
              <p:nvPr/>
            </p:nvSpPr>
            <p:spPr>
              <a:xfrm>
                <a:off x="216624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3" name="ph6884">
                <a:extLst>
                  <a:ext uri="{FF2B5EF4-FFF2-40B4-BE49-F238E27FC236}">
                    <a16:creationId xmlns:a16="http://schemas.microsoft.com/office/drawing/2014/main" id="{A13DD3AC-8261-D878-3D22-1B44F392715C}"/>
                  </a:ext>
                </a:extLst>
              </p:cNvPr>
              <p:cNvSpPr/>
              <p:nvPr/>
            </p:nvSpPr>
            <p:spPr>
              <a:xfrm>
                <a:off x="217568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4" name="ph6885">
                <a:extLst>
                  <a:ext uri="{FF2B5EF4-FFF2-40B4-BE49-F238E27FC236}">
                    <a16:creationId xmlns:a16="http://schemas.microsoft.com/office/drawing/2014/main" id="{25362016-627D-CBC9-1EBC-0016587E76F5}"/>
                  </a:ext>
                </a:extLst>
              </p:cNvPr>
              <p:cNvSpPr/>
              <p:nvPr/>
            </p:nvSpPr>
            <p:spPr>
              <a:xfrm>
                <a:off x="218512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5" name="ph6886">
                <a:extLst>
                  <a:ext uri="{FF2B5EF4-FFF2-40B4-BE49-F238E27FC236}">
                    <a16:creationId xmlns:a16="http://schemas.microsoft.com/office/drawing/2014/main" id="{175EFC3A-02E5-426A-7B8A-7AB5056C55F0}"/>
                  </a:ext>
                </a:extLst>
              </p:cNvPr>
              <p:cNvSpPr/>
              <p:nvPr/>
            </p:nvSpPr>
            <p:spPr>
              <a:xfrm>
                <a:off x="219456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6" name="ph6887">
                <a:extLst>
                  <a:ext uri="{FF2B5EF4-FFF2-40B4-BE49-F238E27FC236}">
                    <a16:creationId xmlns:a16="http://schemas.microsoft.com/office/drawing/2014/main" id="{7B5CACFB-5A63-B090-B304-54827E8D596F}"/>
                  </a:ext>
                </a:extLst>
              </p:cNvPr>
              <p:cNvSpPr/>
              <p:nvPr/>
            </p:nvSpPr>
            <p:spPr>
              <a:xfrm>
                <a:off x="220400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7" name="ph6888">
                <a:extLst>
                  <a:ext uri="{FF2B5EF4-FFF2-40B4-BE49-F238E27FC236}">
                    <a16:creationId xmlns:a16="http://schemas.microsoft.com/office/drawing/2014/main" id="{6B86007A-9D8B-7C5F-A492-A6E5FFD1B3D3}"/>
                  </a:ext>
                </a:extLst>
              </p:cNvPr>
              <p:cNvSpPr/>
              <p:nvPr/>
            </p:nvSpPr>
            <p:spPr>
              <a:xfrm>
                <a:off x="221344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8" name="ph6889">
                <a:extLst>
                  <a:ext uri="{FF2B5EF4-FFF2-40B4-BE49-F238E27FC236}">
                    <a16:creationId xmlns:a16="http://schemas.microsoft.com/office/drawing/2014/main" id="{4B090D6A-5B54-0E59-DCC0-15D61A61153A}"/>
                  </a:ext>
                </a:extLst>
              </p:cNvPr>
              <p:cNvSpPr/>
              <p:nvPr/>
            </p:nvSpPr>
            <p:spPr>
              <a:xfrm>
                <a:off x="222288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9" name="ph6890">
                <a:extLst>
                  <a:ext uri="{FF2B5EF4-FFF2-40B4-BE49-F238E27FC236}">
                    <a16:creationId xmlns:a16="http://schemas.microsoft.com/office/drawing/2014/main" id="{3757D65B-8559-A836-160D-3A0FD49A3DBA}"/>
                  </a:ext>
                </a:extLst>
              </p:cNvPr>
              <p:cNvSpPr/>
              <p:nvPr/>
            </p:nvSpPr>
            <p:spPr>
              <a:xfrm>
                <a:off x="223232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0" name="ph6891">
                <a:extLst>
                  <a:ext uri="{FF2B5EF4-FFF2-40B4-BE49-F238E27FC236}">
                    <a16:creationId xmlns:a16="http://schemas.microsoft.com/office/drawing/2014/main" id="{9A367815-21D5-458F-1638-F78DAC23E81B}"/>
                  </a:ext>
                </a:extLst>
              </p:cNvPr>
              <p:cNvSpPr/>
              <p:nvPr/>
            </p:nvSpPr>
            <p:spPr>
              <a:xfrm>
                <a:off x="224176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1" name="ph6892">
                <a:extLst>
                  <a:ext uri="{FF2B5EF4-FFF2-40B4-BE49-F238E27FC236}">
                    <a16:creationId xmlns:a16="http://schemas.microsoft.com/office/drawing/2014/main" id="{2E33211F-787E-8661-2D4F-84B8F9C6171A}"/>
                  </a:ext>
                </a:extLst>
              </p:cNvPr>
              <p:cNvSpPr/>
              <p:nvPr/>
            </p:nvSpPr>
            <p:spPr>
              <a:xfrm>
                <a:off x="225120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3">
                  <a:alpha val="100000"/>
                </a:srgbClr>
              </a:solidFill>
              <a:ln w="5420" cap="flat">
                <a:solidFill>
                  <a:srgbClr val="FEE4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2" name="ph6893">
                <a:extLst>
                  <a:ext uri="{FF2B5EF4-FFF2-40B4-BE49-F238E27FC236}">
                    <a16:creationId xmlns:a16="http://schemas.microsoft.com/office/drawing/2014/main" id="{DAC41943-1EA1-4A5E-233C-C63D76AD6EAA}"/>
                  </a:ext>
                </a:extLst>
              </p:cNvPr>
              <p:cNvSpPr/>
              <p:nvPr/>
            </p:nvSpPr>
            <p:spPr>
              <a:xfrm>
                <a:off x="226064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3">
                  <a:alpha val="100000"/>
                </a:srgbClr>
              </a:solidFill>
              <a:ln w="5420" cap="flat">
                <a:solidFill>
                  <a:srgbClr val="FEE4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3" name="ph6894">
                <a:extLst>
                  <a:ext uri="{FF2B5EF4-FFF2-40B4-BE49-F238E27FC236}">
                    <a16:creationId xmlns:a16="http://schemas.microsoft.com/office/drawing/2014/main" id="{5F94AE7D-4CC7-6856-93F8-6EAFBF2C315F}"/>
                  </a:ext>
                </a:extLst>
              </p:cNvPr>
              <p:cNvSpPr/>
              <p:nvPr/>
            </p:nvSpPr>
            <p:spPr>
              <a:xfrm>
                <a:off x="227008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4" name="ph6895">
                <a:extLst>
                  <a:ext uri="{FF2B5EF4-FFF2-40B4-BE49-F238E27FC236}">
                    <a16:creationId xmlns:a16="http://schemas.microsoft.com/office/drawing/2014/main" id="{C5B389C1-975B-8696-231E-AAEEAABD6194}"/>
                  </a:ext>
                </a:extLst>
              </p:cNvPr>
              <p:cNvSpPr/>
              <p:nvPr/>
            </p:nvSpPr>
            <p:spPr>
              <a:xfrm>
                <a:off x="227952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5" name="ph6896">
                <a:extLst>
                  <a:ext uri="{FF2B5EF4-FFF2-40B4-BE49-F238E27FC236}">
                    <a16:creationId xmlns:a16="http://schemas.microsoft.com/office/drawing/2014/main" id="{BF5A8B55-341A-5AC6-76F9-3BDBC9931538}"/>
                  </a:ext>
                </a:extLst>
              </p:cNvPr>
              <p:cNvSpPr/>
              <p:nvPr/>
            </p:nvSpPr>
            <p:spPr>
              <a:xfrm>
                <a:off x="228896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6" name="ph6897">
                <a:extLst>
                  <a:ext uri="{FF2B5EF4-FFF2-40B4-BE49-F238E27FC236}">
                    <a16:creationId xmlns:a16="http://schemas.microsoft.com/office/drawing/2014/main" id="{2F2F2DE6-5BF8-767A-2D51-11FC0AE01778}"/>
                  </a:ext>
                </a:extLst>
              </p:cNvPr>
              <p:cNvSpPr/>
              <p:nvPr/>
            </p:nvSpPr>
            <p:spPr>
              <a:xfrm>
                <a:off x="229840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7" name="ph6898">
                <a:extLst>
                  <a:ext uri="{FF2B5EF4-FFF2-40B4-BE49-F238E27FC236}">
                    <a16:creationId xmlns:a16="http://schemas.microsoft.com/office/drawing/2014/main" id="{DB4F7D4A-EF4D-B37C-2ACF-331D4C04147D}"/>
                  </a:ext>
                </a:extLst>
              </p:cNvPr>
              <p:cNvSpPr/>
              <p:nvPr/>
            </p:nvSpPr>
            <p:spPr>
              <a:xfrm>
                <a:off x="230784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8" name="ph6899">
                <a:extLst>
                  <a:ext uri="{FF2B5EF4-FFF2-40B4-BE49-F238E27FC236}">
                    <a16:creationId xmlns:a16="http://schemas.microsoft.com/office/drawing/2014/main" id="{FC7468EF-374E-950D-0076-E45E99CD6BCA}"/>
                  </a:ext>
                </a:extLst>
              </p:cNvPr>
              <p:cNvSpPr/>
              <p:nvPr/>
            </p:nvSpPr>
            <p:spPr>
              <a:xfrm>
                <a:off x="231728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9" name="ph6900">
                <a:extLst>
                  <a:ext uri="{FF2B5EF4-FFF2-40B4-BE49-F238E27FC236}">
                    <a16:creationId xmlns:a16="http://schemas.microsoft.com/office/drawing/2014/main" id="{6E0781BE-2701-14B6-07A5-9BCB2E5DBBC7}"/>
                  </a:ext>
                </a:extLst>
              </p:cNvPr>
              <p:cNvSpPr/>
              <p:nvPr/>
            </p:nvSpPr>
            <p:spPr>
              <a:xfrm>
                <a:off x="232672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0" name="ph6901">
                <a:extLst>
                  <a:ext uri="{FF2B5EF4-FFF2-40B4-BE49-F238E27FC236}">
                    <a16:creationId xmlns:a16="http://schemas.microsoft.com/office/drawing/2014/main" id="{9E2582B5-9362-60FB-8F31-B69C0F267CDD}"/>
                  </a:ext>
                </a:extLst>
              </p:cNvPr>
              <p:cNvSpPr/>
              <p:nvPr/>
            </p:nvSpPr>
            <p:spPr>
              <a:xfrm>
                <a:off x="233616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1" name="ph6902">
                <a:extLst>
                  <a:ext uri="{FF2B5EF4-FFF2-40B4-BE49-F238E27FC236}">
                    <a16:creationId xmlns:a16="http://schemas.microsoft.com/office/drawing/2014/main" id="{0AE31F23-80FD-7387-498A-65F5C509222E}"/>
                  </a:ext>
                </a:extLst>
              </p:cNvPr>
              <p:cNvSpPr/>
              <p:nvPr/>
            </p:nvSpPr>
            <p:spPr>
              <a:xfrm>
                <a:off x="234560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2" name="ph6903">
                <a:extLst>
                  <a:ext uri="{FF2B5EF4-FFF2-40B4-BE49-F238E27FC236}">
                    <a16:creationId xmlns:a16="http://schemas.microsoft.com/office/drawing/2014/main" id="{74CEDB13-64B9-7D72-4B81-0AAA748197C8}"/>
                  </a:ext>
                </a:extLst>
              </p:cNvPr>
              <p:cNvSpPr/>
              <p:nvPr/>
            </p:nvSpPr>
            <p:spPr>
              <a:xfrm>
                <a:off x="235504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3" name="ph6904">
                <a:extLst>
                  <a:ext uri="{FF2B5EF4-FFF2-40B4-BE49-F238E27FC236}">
                    <a16:creationId xmlns:a16="http://schemas.microsoft.com/office/drawing/2014/main" id="{34B96694-341C-6326-D3D7-A4F927744519}"/>
                  </a:ext>
                </a:extLst>
              </p:cNvPr>
              <p:cNvSpPr/>
              <p:nvPr/>
            </p:nvSpPr>
            <p:spPr>
              <a:xfrm>
                <a:off x="236448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4" name="ph6905">
                <a:extLst>
                  <a:ext uri="{FF2B5EF4-FFF2-40B4-BE49-F238E27FC236}">
                    <a16:creationId xmlns:a16="http://schemas.microsoft.com/office/drawing/2014/main" id="{63FF7438-C8CA-8A81-3E82-109A2C536B10}"/>
                  </a:ext>
                </a:extLst>
              </p:cNvPr>
              <p:cNvSpPr/>
              <p:nvPr/>
            </p:nvSpPr>
            <p:spPr>
              <a:xfrm>
                <a:off x="237392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5" name="ph6906">
                <a:extLst>
                  <a:ext uri="{FF2B5EF4-FFF2-40B4-BE49-F238E27FC236}">
                    <a16:creationId xmlns:a16="http://schemas.microsoft.com/office/drawing/2014/main" id="{B501FCAE-23C9-D17F-CB22-D5C693E5743A}"/>
                  </a:ext>
                </a:extLst>
              </p:cNvPr>
              <p:cNvSpPr/>
              <p:nvPr/>
            </p:nvSpPr>
            <p:spPr>
              <a:xfrm>
                <a:off x="238336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6" name="ph6907">
                <a:extLst>
                  <a:ext uri="{FF2B5EF4-FFF2-40B4-BE49-F238E27FC236}">
                    <a16:creationId xmlns:a16="http://schemas.microsoft.com/office/drawing/2014/main" id="{DE467D6B-51F2-8EB0-745E-41BFB14268E0}"/>
                  </a:ext>
                </a:extLst>
              </p:cNvPr>
              <p:cNvSpPr/>
              <p:nvPr/>
            </p:nvSpPr>
            <p:spPr>
              <a:xfrm>
                <a:off x="239280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7" name="ph6908">
                <a:extLst>
                  <a:ext uri="{FF2B5EF4-FFF2-40B4-BE49-F238E27FC236}">
                    <a16:creationId xmlns:a16="http://schemas.microsoft.com/office/drawing/2014/main" id="{D49A9623-8B33-D4DD-E04C-0FFF07E96896}"/>
                  </a:ext>
                </a:extLst>
              </p:cNvPr>
              <p:cNvSpPr/>
              <p:nvPr/>
            </p:nvSpPr>
            <p:spPr>
              <a:xfrm>
                <a:off x="240224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8" name="ph6909">
                <a:extLst>
                  <a:ext uri="{FF2B5EF4-FFF2-40B4-BE49-F238E27FC236}">
                    <a16:creationId xmlns:a16="http://schemas.microsoft.com/office/drawing/2014/main" id="{A0C18E67-F8B7-61A1-FDF0-3FE19E27FE4E}"/>
                  </a:ext>
                </a:extLst>
              </p:cNvPr>
              <p:cNvSpPr/>
              <p:nvPr/>
            </p:nvSpPr>
            <p:spPr>
              <a:xfrm>
                <a:off x="241168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9" name="ph6910">
                <a:extLst>
                  <a:ext uri="{FF2B5EF4-FFF2-40B4-BE49-F238E27FC236}">
                    <a16:creationId xmlns:a16="http://schemas.microsoft.com/office/drawing/2014/main" id="{BCAB6B1A-2585-6A89-95B1-98FEB323FFEA}"/>
                  </a:ext>
                </a:extLst>
              </p:cNvPr>
              <p:cNvSpPr/>
              <p:nvPr/>
            </p:nvSpPr>
            <p:spPr>
              <a:xfrm>
                <a:off x="2421129" y="1271733"/>
                <a:ext cx="9219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54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536" y="896830"/>
                    </a:lnTo>
                    <a:lnTo>
                      <a:pt x="917603" y="897065"/>
                    </a:lnTo>
                    <a:lnTo>
                      <a:pt x="920251" y="907035"/>
                    </a:lnTo>
                    <a:lnTo>
                      <a:pt x="921954" y="914400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0" name="ph6911">
                <a:extLst>
                  <a:ext uri="{FF2B5EF4-FFF2-40B4-BE49-F238E27FC236}">
                    <a16:creationId xmlns:a16="http://schemas.microsoft.com/office/drawing/2014/main" id="{AC3A98B2-7404-5543-76BE-075DD609F8EC}"/>
                  </a:ext>
                </a:extLst>
              </p:cNvPr>
              <p:cNvSpPr/>
              <p:nvPr/>
            </p:nvSpPr>
            <p:spPr>
              <a:xfrm>
                <a:off x="3384033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60" y="914400"/>
                    </a:lnTo>
                    <a:lnTo>
                      <a:pt x="914400" y="911167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1" name="ph6912">
                <a:extLst>
                  <a:ext uri="{FF2B5EF4-FFF2-40B4-BE49-F238E27FC236}">
                    <a16:creationId xmlns:a16="http://schemas.microsoft.com/office/drawing/2014/main" id="{CA43D020-D410-2A1A-7512-95E414828868}"/>
                  </a:ext>
                </a:extLst>
              </p:cNvPr>
              <p:cNvSpPr/>
              <p:nvPr/>
            </p:nvSpPr>
            <p:spPr>
              <a:xfrm>
                <a:off x="3393473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167"/>
                    </a:lnTo>
                    <a:lnTo>
                      <a:pt x="914400" y="906114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2" name="ph6913">
                <a:extLst>
                  <a:ext uri="{FF2B5EF4-FFF2-40B4-BE49-F238E27FC236}">
                    <a16:creationId xmlns:a16="http://schemas.microsoft.com/office/drawing/2014/main" id="{8964B0E6-30C8-21ED-8C2A-C82A2780719E}"/>
                  </a:ext>
                </a:extLst>
              </p:cNvPr>
              <p:cNvSpPr/>
              <p:nvPr/>
            </p:nvSpPr>
            <p:spPr>
              <a:xfrm>
                <a:off x="3402913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114"/>
                    </a:lnTo>
                    <a:lnTo>
                      <a:pt x="911463" y="902620"/>
                    </a:lnTo>
                    <a:lnTo>
                      <a:pt x="911789" y="902187"/>
                    </a:lnTo>
                    <a:lnTo>
                      <a:pt x="912115" y="901755"/>
                    </a:lnTo>
                    <a:lnTo>
                      <a:pt x="912441" y="901322"/>
                    </a:lnTo>
                    <a:lnTo>
                      <a:pt x="912767" y="900889"/>
                    </a:lnTo>
                    <a:lnTo>
                      <a:pt x="913094" y="900457"/>
                    </a:lnTo>
                    <a:lnTo>
                      <a:pt x="913420" y="900024"/>
                    </a:lnTo>
                    <a:lnTo>
                      <a:pt x="913746" y="899592"/>
                    </a:lnTo>
                    <a:lnTo>
                      <a:pt x="914072" y="899159"/>
                    </a:lnTo>
                    <a:lnTo>
                      <a:pt x="914400" y="898725"/>
                    </a:lnTo>
                    <a:close/>
                  </a:path>
                </a:pathLst>
              </a:custGeom>
              <a:solidFill>
                <a:srgbClr val="DB3D2C">
                  <a:alpha val="100000"/>
                </a:srgbClr>
              </a:solidFill>
              <a:ln w="5420" cap="flat">
                <a:solidFill>
                  <a:srgbClr val="DB3D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3" name="ph6914">
                <a:extLst>
                  <a:ext uri="{FF2B5EF4-FFF2-40B4-BE49-F238E27FC236}">
                    <a16:creationId xmlns:a16="http://schemas.microsoft.com/office/drawing/2014/main" id="{EE21173F-7762-7C4B-41D7-7F03179B3D10}"/>
                  </a:ext>
                </a:extLst>
              </p:cNvPr>
              <p:cNvSpPr/>
              <p:nvPr/>
            </p:nvSpPr>
            <p:spPr>
              <a:xfrm>
                <a:off x="3412354" y="125416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95"/>
                    </a:lnTo>
                    <a:lnTo>
                      <a:pt x="905285" y="915864"/>
                    </a:lnTo>
                    <a:lnTo>
                      <a:pt x="905611" y="915432"/>
                    </a:lnTo>
                    <a:lnTo>
                      <a:pt x="905937" y="914999"/>
                    </a:lnTo>
                    <a:lnTo>
                      <a:pt x="906264" y="914567"/>
                    </a:lnTo>
                    <a:lnTo>
                      <a:pt x="906390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4" name="ph6915">
                <a:extLst>
                  <a:ext uri="{FF2B5EF4-FFF2-40B4-BE49-F238E27FC236}">
                    <a16:creationId xmlns:a16="http://schemas.microsoft.com/office/drawing/2014/main" id="{D5F12426-D9D9-79E5-1DD5-38AB1DD0022B}"/>
                  </a:ext>
                </a:extLst>
              </p:cNvPr>
              <p:cNvSpPr/>
              <p:nvPr/>
            </p:nvSpPr>
            <p:spPr>
              <a:xfrm>
                <a:off x="341235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5" name="ph6916">
                <a:extLst>
                  <a:ext uri="{FF2B5EF4-FFF2-40B4-BE49-F238E27FC236}">
                    <a16:creationId xmlns:a16="http://schemas.microsoft.com/office/drawing/2014/main" id="{234985D4-CC41-6060-0A02-AB98250FCC6A}"/>
                  </a:ext>
                </a:extLst>
              </p:cNvPr>
              <p:cNvSpPr/>
              <p:nvPr/>
            </p:nvSpPr>
            <p:spPr>
              <a:xfrm>
                <a:off x="342179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6" name="ph6917">
                <a:extLst>
                  <a:ext uri="{FF2B5EF4-FFF2-40B4-BE49-F238E27FC236}">
                    <a16:creationId xmlns:a16="http://schemas.microsoft.com/office/drawing/2014/main" id="{0B643889-7E49-A32A-7EC6-D0C543D1FA7E}"/>
                  </a:ext>
                </a:extLst>
              </p:cNvPr>
              <p:cNvSpPr/>
              <p:nvPr/>
            </p:nvSpPr>
            <p:spPr>
              <a:xfrm>
                <a:off x="343123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7" name="ph6918">
                <a:extLst>
                  <a:ext uri="{FF2B5EF4-FFF2-40B4-BE49-F238E27FC236}">
                    <a16:creationId xmlns:a16="http://schemas.microsoft.com/office/drawing/2014/main" id="{2424FE4F-C4C2-56F7-F6A6-B39814A98376}"/>
                  </a:ext>
                </a:extLst>
              </p:cNvPr>
              <p:cNvSpPr/>
              <p:nvPr/>
            </p:nvSpPr>
            <p:spPr>
              <a:xfrm>
                <a:off x="344067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8" name="ph6919">
                <a:extLst>
                  <a:ext uri="{FF2B5EF4-FFF2-40B4-BE49-F238E27FC236}">
                    <a16:creationId xmlns:a16="http://schemas.microsoft.com/office/drawing/2014/main" id="{C8CBF5D8-5FA2-A40E-7C08-A885FA800D0B}"/>
                  </a:ext>
                </a:extLst>
              </p:cNvPr>
              <p:cNvSpPr/>
              <p:nvPr/>
            </p:nvSpPr>
            <p:spPr>
              <a:xfrm>
                <a:off x="345011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9" name="ph6920">
                <a:extLst>
                  <a:ext uri="{FF2B5EF4-FFF2-40B4-BE49-F238E27FC236}">
                    <a16:creationId xmlns:a16="http://schemas.microsoft.com/office/drawing/2014/main" id="{03C96B77-C31A-BB7F-8110-1A876CBB9F84}"/>
                  </a:ext>
                </a:extLst>
              </p:cNvPr>
              <p:cNvSpPr/>
              <p:nvPr/>
            </p:nvSpPr>
            <p:spPr>
              <a:xfrm>
                <a:off x="345955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0" name="ph6921">
                <a:extLst>
                  <a:ext uri="{FF2B5EF4-FFF2-40B4-BE49-F238E27FC236}">
                    <a16:creationId xmlns:a16="http://schemas.microsoft.com/office/drawing/2014/main" id="{2B8F076D-DEF1-200D-6A16-092AE0FD9C9F}"/>
                  </a:ext>
                </a:extLst>
              </p:cNvPr>
              <p:cNvSpPr/>
              <p:nvPr/>
            </p:nvSpPr>
            <p:spPr>
              <a:xfrm>
                <a:off x="346899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1" name="ph6922">
                <a:extLst>
                  <a:ext uri="{FF2B5EF4-FFF2-40B4-BE49-F238E27FC236}">
                    <a16:creationId xmlns:a16="http://schemas.microsoft.com/office/drawing/2014/main" id="{0A409E7B-E215-3D4B-F788-AD608BDC7C9B}"/>
                  </a:ext>
                </a:extLst>
              </p:cNvPr>
              <p:cNvSpPr/>
              <p:nvPr/>
            </p:nvSpPr>
            <p:spPr>
              <a:xfrm>
                <a:off x="347843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2" name="ph6923">
                <a:extLst>
                  <a:ext uri="{FF2B5EF4-FFF2-40B4-BE49-F238E27FC236}">
                    <a16:creationId xmlns:a16="http://schemas.microsoft.com/office/drawing/2014/main" id="{09EC8F76-D2B9-4D16-5E71-34BB21E45A42}"/>
                  </a:ext>
                </a:extLst>
              </p:cNvPr>
              <p:cNvSpPr/>
              <p:nvPr/>
            </p:nvSpPr>
            <p:spPr>
              <a:xfrm>
                <a:off x="348787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3" name="ph6924">
                <a:extLst>
                  <a:ext uri="{FF2B5EF4-FFF2-40B4-BE49-F238E27FC236}">
                    <a16:creationId xmlns:a16="http://schemas.microsoft.com/office/drawing/2014/main" id="{148BD3E6-A88D-FC84-A98F-256D1100E930}"/>
                  </a:ext>
                </a:extLst>
              </p:cNvPr>
              <p:cNvSpPr/>
              <p:nvPr/>
            </p:nvSpPr>
            <p:spPr>
              <a:xfrm>
                <a:off x="349731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4" name="ph6925">
                <a:extLst>
                  <a:ext uri="{FF2B5EF4-FFF2-40B4-BE49-F238E27FC236}">
                    <a16:creationId xmlns:a16="http://schemas.microsoft.com/office/drawing/2014/main" id="{9EDEB5D3-3C5D-F2EB-23D4-B5680B048E93}"/>
                  </a:ext>
                </a:extLst>
              </p:cNvPr>
              <p:cNvSpPr/>
              <p:nvPr/>
            </p:nvSpPr>
            <p:spPr>
              <a:xfrm>
                <a:off x="350675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5" name="ph6926">
                <a:extLst>
                  <a:ext uri="{FF2B5EF4-FFF2-40B4-BE49-F238E27FC236}">
                    <a16:creationId xmlns:a16="http://schemas.microsoft.com/office/drawing/2014/main" id="{A4530360-C22E-1F83-7525-3113B1783C5D}"/>
                  </a:ext>
                </a:extLst>
              </p:cNvPr>
              <p:cNvSpPr/>
              <p:nvPr/>
            </p:nvSpPr>
            <p:spPr>
              <a:xfrm>
                <a:off x="351619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6" name="ph6927">
                <a:extLst>
                  <a:ext uri="{FF2B5EF4-FFF2-40B4-BE49-F238E27FC236}">
                    <a16:creationId xmlns:a16="http://schemas.microsoft.com/office/drawing/2014/main" id="{789E50EF-75E5-3522-EE32-5C5487B18268}"/>
                  </a:ext>
                </a:extLst>
              </p:cNvPr>
              <p:cNvSpPr/>
              <p:nvPr/>
            </p:nvSpPr>
            <p:spPr>
              <a:xfrm>
                <a:off x="352563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7" name="ph6928">
                <a:extLst>
                  <a:ext uri="{FF2B5EF4-FFF2-40B4-BE49-F238E27FC236}">
                    <a16:creationId xmlns:a16="http://schemas.microsoft.com/office/drawing/2014/main" id="{EF40A63E-EF18-FEC1-6F87-25FF35B29BF2}"/>
                  </a:ext>
                </a:extLst>
              </p:cNvPr>
              <p:cNvSpPr/>
              <p:nvPr/>
            </p:nvSpPr>
            <p:spPr>
              <a:xfrm>
                <a:off x="353507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8" name="ph6929">
                <a:extLst>
                  <a:ext uri="{FF2B5EF4-FFF2-40B4-BE49-F238E27FC236}">
                    <a16:creationId xmlns:a16="http://schemas.microsoft.com/office/drawing/2014/main" id="{71FDE97E-F71B-1CC7-55BB-C3B32FD62B2F}"/>
                  </a:ext>
                </a:extLst>
              </p:cNvPr>
              <p:cNvSpPr/>
              <p:nvPr/>
            </p:nvSpPr>
            <p:spPr>
              <a:xfrm>
                <a:off x="354451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9" name="ph6930">
                <a:extLst>
                  <a:ext uri="{FF2B5EF4-FFF2-40B4-BE49-F238E27FC236}">
                    <a16:creationId xmlns:a16="http://schemas.microsoft.com/office/drawing/2014/main" id="{7A5934D3-2F12-9701-3D82-8FE3814CFA09}"/>
                  </a:ext>
                </a:extLst>
              </p:cNvPr>
              <p:cNvSpPr/>
              <p:nvPr/>
            </p:nvSpPr>
            <p:spPr>
              <a:xfrm>
                <a:off x="355395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0" name="ph6931">
                <a:extLst>
                  <a:ext uri="{FF2B5EF4-FFF2-40B4-BE49-F238E27FC236}">
                    <a16:creationId xmlns:a16="http://schemas.microsoft.com/office/drawing/2014/main" id="{F30472BD-7262-0F74-F23E-2C0C9B744FDD}"/>
                  </a:ext>
                </a:extLst>
              </p:cNvPr>
              <p:cNvSpPr/>
              <p:nvPr/>
            </p:nvSpPr>
            <p:spPr>
              <a:xfrm>
                <a:off x="356339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1" name="ph6932">
                <a:extLst>
                  <a:ext uri="{FF2B5EF4-FFF2-40B4-BE49-F238E27FC236}">
                    <a16:creationId xmlns:a16="http://schemas.microsoft.com/office/drawing/2014/main" id="{C40A692F-AD40-A54B-C7E5-6DC60A76D658}"/>
                  </a:ext>
                </a:extLst>
              </p:cNvPr>
              <p:cNvSpPr/>
              <p:nvPr/>
            </p:nvSpPr>
            <p:spPr>
              <a:xfrm>
                <a:off x="357283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2" name="ph6933">
                <a:extLst>
                  <a:ext uri="{FF2B5EF4-FFF2-40B4-BE49-F238E27FC236}">
                    <a16:creationId xmlns:a16="http://schemas.microsoft.com/office/drawing/2014/main" id="{97365BF5-3A63-C067-5A5A-EDADEDE2F38C}"/>
                  </a:ext>
                </a:extLst>
              </p:cNvPr>
              <p:cNvSpPr/>
              <p:nvPr/>
            </p:nvSpPr>
            <p:spPr>
              <a:xfrm>
                <a:off x="358227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3" name="ph6934">
                <a:extLst>
                  <a:ext uri="{FF2B5EF4-FFF2-40B4-BE49-F238E27FC236}">
                    <a16:creationId xmlns:a16="http://schemas.microsoft.com/office/drawing/2014/main" id="{295E4112-6967-887F-8361-16DEC2C7F5F0}"/>
                  </a:ext>
                </a:extLst>
              </p:cNvPr>
              <p:cNvSpPr/>
              <p:nvPr/>
            </p:nvSpPr>
            <p:spPr>
              <a:xfrm>
                <a:off x="359171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4" name="ph6935">
                <a:extLst>
                  <a:ext uri="{FF2B5EF4-FFF2-40B4-BE49-F238E27FC236}">
                    <a16:creationId xmlns:a16="http://schemas.microsoft.com/office/drawing/2014/main" id="{46F98936-1943-EAA4-A756-FC591DA87DC3}"/>
                  </a:ext>
                </a:extLst>
              </p:cNvPr>
              <p:cNvSpPr/>
              <p:nvPr/>
            </p:nvSpPr>
            <p:spPr>
              <a:xfrm>
                <a:off x="360115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5" name="ph6936">
                <a:extLst>
                  <a:ext uri="{FF2B5EF4-FFF2-40B4-BE49-F238E27FC236}">
                    <a16:creationId xmlns:a16="http://schemas.microsoft.com/office/drawing/2014/main" id="{D4EFE365-5329-84A4-95A7-77B3C75D882E}"/>
                  </a:ext>
                </a:extLst>
              </p:cNvPr>
              <p:cNvSpPr/>
              <p:nvPr/>
            </p:nvSpPr>
            <p:spPr>
              <a:xfrm>
                <a:off x="361059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6" name="ph6937">
                <a:extLst>
                  <a:ext uri="{FF2B5EF4-FFF2-40B4-BE49-F238E27FC236}">
                    <a16:creationId xmlns:a16="http://schemas.microsoft.com/office/drawing/2014/main" id="{0A5B3853-30A2-7744-14FD-B18E732C5A3A}"/>
                  </a:ext>
                </a:extLst>
              </p:cNvPr>
              <p:cNvSpPr/>
              <p:nvPr/>
            </p:nvSpPr>
            <p:spPr>
              <a:xfrm>
                <a:off x="362003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7" name="ph6938">
                <a:extLst>
                  <a:ext uri="{FF2B5EF4-FFF2-40B4-BE49-F238E27FC236}">
                    <a16:creationId xmlns:a16="http://schemas.microsoft.com/office/drawing/2014/main" id="{6941942E-CD62-B670-9D65-74C705AD3E45}"/>
                  </a:ext>
                </a:extLst>
              </p:cNvPr>
              <p:cNvSpPr/>
              <p:nvPr/>
            </p:nvSpPr>
            <p:spPr>
              <a:xfrm>
                <a:off x="362947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8" name="ph6939">
                <a:extLst>
                  <a:ext uri="{FF2B5EF4-FFF2-40B4-BE49-F238E27FC236}">
                    <a16:creationId xmlns:a16="http://schemas.microsoft.com/office/drawing/2014/main" id="{83917F0C-6939-90BD-12E8-048210CF3098}"/>
                  </a:ext>
                </a:extLst>
              </p:cNvPr>
              <p:cNvSpPr/>
              <p:nvPr/>
            </p:nvSpPr>
            <p:spPr>
              <a:xfrm>
                <a:off x="363891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9" name="ph6940">
                <a:extLst>
                  <a:ext uri="{FF2B5EF4-FFF2-40B4-BE49-F238E27FC236}">
                    <a16:creationId xmlns:a16="http://schemas.microsoft.com/office/drawing/2014/main" id="{E5CE36F9-FD79-7FB3-10F7-3F63DCECD72B}"/>
                  </a:ext>
                </a:extLst>
              </p:cNvPr>
              <p:cNvSpPr/>
              <p:nvPr/>
            </p:nvSpPr>
            <p:spPr>
              <a:xfrm>
                <a:off x="364836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0" name="ph6941">
                <a:extLst>
                  <a:ext uri="{FF2B5EF4-FFF2-40B4-BE49-F238E27FC236}">
                    <a16:creationId xmlns:a16="http://schemas.microsoft.com/office/drawing/2014/main" id="{6517B228-E8B2-60F6-8142-F410B220BEE3}"/>
                  </a:ext>
                </a:extLst>
              </p:cNvPr>
              <p:cNvSpPr/>
              <p:nvPr/>
            </p:nvSpPr>
            <p:spPr>
              <a:xfrm>
                <a:off x="365780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1" name="ph6942">
                <a:extLst>
                  <a:ext uri="{FF2B5EF4-FFF2-40B4-BE49-F238E27FC236}">
                    <a16:creationId xmlns:a16="http://schemas.microsoft.com/office/drawing/2014/main" id="{A0E66060-59D2-7B2D-03D3-4ACF977D6145}"/>
                  </a:ext>
                </a:extLst>
              </p:cNvPr>
              <p:cNvSpPr/>
              <p:nvPr/>
            </p:nvSpPr>
            <p:spPr>
              <a:xfrm>
                <a:off x="366724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2" name="ph6943">
                <a:extLst>
                  <a:ext uri="{FF2B5EF4-FFF2-40B4-BE49-F238E27FC236}">
                    <a16:creationId xmlns:a16="http://schemas.microsoft.com/office/drawing/2014/main" id="{3A1FADA3-0AC6-1A85-6E9B-4EC8D0B0E9EA}"/>
                  </a:ext>
                </a:extLst>
              </p:cNvPr>
              <p:cNvSpPr/>
              <p:nvPr/>
            </p:nvSpPr>
            <p:spPr>
              <a:xfrm>
                <a:off x="367668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3" name="ph6944">
                <a:extLst>
                  <a:ext uri="{FF2B5EF4-FFF2-40B4-BE49-F238E27FC236}">
                    <a16:creationId xmlns:a16="http://schemas.microsoft.com/office/drawing/2014/main" id="{4BB63FF9-EC1F-A036-E57F-B80DECFCCC10}"/>
                  </a:ext>
                </a:extLst>
              </p:cNvPr>
              <p:cNvSpPr/>
              <p:nvPr/>
            </p:nvSpPr>
            <p:spPr>
              <a:xfrm>
                <a:off x="368612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4" name="ph6945">
                <a:extLst>
                  <a:ext uri="{FF2B5EF4-FFF2-40B4-BE49-F238E27FC236}">
                    <a16:creationId xmlns:a16="http://schemas.microsoft.com/office/drawing/2014/main" id="{132E349E-F4DC-D2A6-1DCD-E4E0E3A44D50}"/>
                  </a:ext>
                </a:extLst>
              </p:cNvPr>
              <p:cNvSpPr/>
              <p:nvPr/>
            </p:nvSpPr>
            <p:spPr>
              <a:xfrm>
                <a:off x="369556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5" name="ph6946">
                <a:extLst>
                  <a:ext uri="{FF2B5EF4-FFF2-40B4-BE49-F238E27FC236}">
                    <a16:creationId xmlns:a16="http://schemas.microsoft.com/office/drawing/2014/main" id="{278E3127-F471-AB2A-4A89-EBBA547B100F}"/>
                  </a:ext>
                </a:extLst>
              </p:cNvPr>
              <p:cNvSpPr/>
              <p:nvPr/>
            </p:nvSpPr>
            <p:spPr>
              <a:xfrm>
                <a:off x="370500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6" name="ph6947">
                <a:extLst>
                  <a:ext uri="{FF2B5EF4-FFF2-40B4-BE49-F238E27FC236}">
                    <a16:creationId xmlns:a16="http://schemas.microsoft.com/office/drawing/2014/main" id="{C06CA1B7-E5EB-7EEC-C559-6A97B43C7599}"/>
                  </a:ext>
                </a:extLst>
              </p:cNvPr>
              <p:cNvSpPr/>
              <p:nvPr/>
            </p:nvSpPr>
            <p:spPr>
              <a:xfrm>
                <a:off x="371444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7" name="ph6948">
                <a:extLst>
                  <a:ext uri="{FF2B5EF4-FFF2-40B4-BE49-F238E27FC236}">
                    <a16:creationId xmlns:a16="http://schemas.microsoft.com/office/drawing/2014/main" id="{1AA11724-CBE1-9D12-856D-EE5CCB18CE2D}"/>
                  </a:ext>
                </a:extLst>
              </p:cNvPr>
              <p:cNvSpPr/>
              <p:nvPr/>
            </p:nvSpPr>
            <p:spPr>
              <a:xfrm>
                <a:off x="372388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8" name="ph6949">
                <a:extLst>
                  <a:ext uri="{FF2B5EF4-FFF2-40B4-BE49-F238E27FC236}">
                    <a16:creationId xmlns:a16="http://schemas.microsoft.com/office/drawing/2014/main" id="{F8E11D49-1300-3208-E9AE-89DAD0EB908E}"/>
                  </a:ext>
                </a:extLst>
              </p:cNvPr>
              <p:cNvSpPr/>
              <p:nvPr/>
            </p:nvSpPr>
            <p:spPr>
              <a:xfrm>
                <a:off x="373332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9" name="ph6950">
                <a:extLst>
                  <a:ext uri="{FF2B5EF4-FFF2-40B4-BE49-F238E27FC236}">
                    <a16:creationId xmlns:a16="http://schemas.microsoft.com/office/drawing/2014/main" id="{B109DBBA-A307-23D9-C054-C7049B7DC5D9}"/>
                  </a:ext>
                </a:extLst>
              </p:cNvPr>
              <p:cNvSpPr/>
              <p:nvPr/>
            </p:nvSpPr>
            <p:spPr>
              <a:xfrm>
                <a:off x="374276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0" name="ph6951">
                <a:extLst>
                  <a:ext uri="{FF2B5EF4-FFF2-40B4-BE49-F238E27FC236}">
                    <a16:creationId xmlns:a16="http://schemas.microsoft.com/office/drawing/2014/main" id="{2AC7CFEE-5E8F-DCBE-CC24-AD03A1CBF2D1}"/>
                  </a:ext>
                </a:extLst>
              </p:cNvPr>
              <p:cNvSpPr/>
              <p:nvPr/>
            </p:nvSpPr>
            <p:spPr>
              <a:xfrm>
                <a:off x="375220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1" name="ph6952">
                <a:extLst>
                  <a:ext uri="{FF2B5EF4-FFF2-40B4-BE49-F238E27FC236}">
                    <a16:creationId xmlns:a16="http://schemas.microsoft.com/office/drawing/2014/main" id="{56478A25-5489-87A9-71FC-820291531F4A}"/>
                  </a:ext>
                </a:extLst>
              </p:cNvPr>
              <p:cNvSpPr/>
              <p:nvPr/>
            </p:nvSpPr>
            <p:spPr>
              <a:xfrm>
                <a:off x="376164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2" name="ph6953">
                <a:extLst>
                  <a:ext uri="{FF2B5EF4-FFF2-40B4-BE49-F238E27FC236}">
                    <a16:creationId xmlns:a16="http://schemas.microsoft.com/office/drawing/2014/main" id="{DD984CC1-B714-08C4-2592-711F2802E3E8}"/>
                  </a:ext>
                </a:extLst>
              </p:cNvPr>
              <p:cNvSpPr/>
              <p:nvPr/>
            </p:nvSpPr>
            <p:spPr>
              <a:xfrm>
                <a:off x="377108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3" name="ph6954">
                <a:extLst>
                  <a:ext uri="{FF2B5EF4-FFF2-40B4-BE49-F238E27FC236}">
                    <a16:creationId xmlns:a16="http://schemas.microsoft.com/office/drawing/2014/main" id="{AA1BC1DD-02A1-65A8-F757-00255FABEF8B}"/>
                  </a:ext>
                </a:extLst>
              </p:cNvPr>
              <p:cNvSpPr/>
              <p:nvPr/>
            </p:nvSpPr>
            <p:spPr>
              <a:xfrm>
                <a:off x="378052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4" name="ph6955">
                <a:extLst>
                  <a:ext uri="{FF2B5EF4-FFF2-40B4-BE49-F238E27FC236}">
                    <a16:creationId xmlns:a16="http://schemas.microsoft.com/office/drawing/2014/main" id="{C21C8DD6-B6A6-B34B-F40B-B8047A4D885F}"/>
                  </a:ext>
                </a:extLst>
              </p:cNvPr>
              <p:cNvSpPr/>
              <p:nvPr/>
            </p:nvSpPr>
            <p:spPr>
              <a:xfrm>
                <a:off x="378996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5" name="ph6956">
                <a:extLst>
                  <a:ext uri="{FF2B5EF4-FFF2-40B4-BE49-F238E27FC236}">
                    <a16:creationId xmlns:a16="http://schemas.microsoft.com/office/drawing/2014/main" id="{5BC6970E-5A52-96E7-0D7E-FC02107BE29C}"/>
                  </a:ext>
                </a:extLst>
              </p:cNvPr>
              <p:cNvSpPr/>
              <p:nvPr/>
            </p:nvSpPr>
            <p:spPr>
              <a:xfrm>
                <a:off x="379940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6" name="ph6957">
                <a:extLst>
                  <a:ext uri="{FF2B5EF4-FFF2-40B4-BE49-F238E27FC236}">
                    <a16:creationId xmlns:a16="http://schemas.microsoft.com/office/drawing/2014/main" id="{5DB89057-3B8D-61FD-94A7-1FC8CEDF0FB5}"/>
                  </a:ext>
                </a:extLst>
              </p:cNvPr>
              <p:cNvSpPr/>
              <p:nvPr/>
            </p:nvSpPr>
            <p:spPr>
              <a:xfrm>
                <a:off x="380884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7" name="ph6958">
                <a:extLst>
                  <a:ext uri="{FF2B5EF4-FFF2-40B4-BE49-F238E27FC236}">
                    <a16:creationId xmlns:a16="http://schemas.microsoft.com/office/drawing/2014/main" id="{AF3A8162-2267-7B1E-0B23-4C15D06987A8}"/>
                  </a:ext>
                </a:extLst>
              </p:cNvPr>
              <p:cNvSpPr/>
              <p:nvPr/>
            </p:nvSpPr>
            <p:spPr>
              <a:xfrm>
                <a:off x="381828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8" name="ph6959">
                <a:extLst>
                  <a:ext uri="{FF2B5EF4-FFF2-40B4-BE49-F238E27FC236}">
                    <a16:creationId xmlns:a16="http://schemas.microsoft.com/office/drawing/2014/main" id="{86C66FEE-F73B-7AC6-A286-BC46CD9F5697}"/>
                  </a:ext>
                </a:extLst>
              </p:cNvPr>
              <p:cNvSpPr/>
              <p:nvPr/>
            </p:nvSpPr>
            <p:spPr>
              <a:xfrm>
                <a:off x="3827724" y="127173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563"/>
                    </a:lnTo>
                    <a:lnTo>
                      <a:pt x="922288" y="902563"/>
                    </a:lnTo>
                    <a:lnTo>
                      <a:pt x="918011" y="910021"/>
                    </a:lnTo>
                    <a:lnTo>
                      <a:pt x="915223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9" name="ph6960">
                <a:extLst>
                  <a:ext uri="{FF2B5EF4-FFF2-40B4-BE49-F238E27FC236}">
                    <a16:creationId xmlns:a16="http://schemas.microsoft.com/office/drawing/2014/main" id="{0484D5CA-9704-3765-7901-AFE452E893B8}"/>
                  </a:ext>
                </a:extLst>
              </p:cNvPr>
              <p:cNvSpPr/>
              <p:nvPr/>
            </p:nvSpPr>
            <p:spPr>
              <a:xfrm>
                <a:off x="3837165" y="1254163"/>
                <a:ext cx="915813" cy="917133"/>
              </a:xfrm>
              <a:custGeom>
                <a:avLst/>
                <a:gdLst/>
                <a:ahLst/>
                <a:cxnLst/>
                <a:rect l="0" t="0" r="0" b="0"/>
                <a:pathLst>
                  <a:path w="915813" h="917133">
                    <a:moveTo>
                      <a:pt x="914400" y="914400"/>
                    </a:moveTo>
                    <a:lnTo>
                      <a:pt x="915813" y="914400"/>
                    </a:lnTo>
                    <a:lnTo>
                      <a:pt x="914400" y="917133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0" name="ph6961">
                <a:extLst>
                  <a:ext uri="{FF2B5EF4-FFF2-40B4-BE49-F238E27FC236}">
                    <a16:creationId xmlns:a16="http://schemas.microsoft.com/office/drawing/2014/main" id="{1DD3387F-0D7E-8FB4-08F6-8E31E5D9E58D}"/>
                  </a:ext>
                </a:extLst>
              </p:cNvPr>
              <p:cNvSpPr/>
              <p:nvPr/>
            </p:nvSpPr>
            <p:spPr>
              <a:xfrm>
                <a:off x="2052959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55" y="931969"/>
                    </a:lnTo>
                    <a:lnTo>
                      <a:pt x="911163" y="931018"/>
                    </a:lnTo>
                    <a:lnTo>
                      <a:pt x="909372" y="920496"/>
                    </a:lnTo>
                    <a:lnTo>
                      <a:pt x="908520" y="914400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1" name="ph6962">
                <a:extLst>
                  <a:ext uri="{FF2B5EF4-FFF2-40B4-BE49-F238E27FC236}">
                    <a16:creationId xmlns:a16="http://schemas.microsoft.com/office/drawing/2014/main" id="{4EAC9448-CF2B-5E4D-5731-C1FBB34EEB30}"/>
                  </a:ext>
                </a:extLst>
              </p:cNvPr>
              <p:cNvSpPr/>
              <p:nvPr/>
            </p:nvSpPr>
            <p:spPr>
              <a:xfrm>
                <a:off x="205295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2" name="ph6963">
                <a:extLst>
                  <a:ext uri="{FF2B5EF4-FFF2-40B4-BE49-F238E27FC236}">
                    <a16:creationId xmlns:a16="http://schemas.microsoft.com/office/drawing/2014/main" id="{E0382691-F5AE-9065-6263-36AF11E46D29}"/>
                  </a:ext>
                </a:extLst>
              </p:cNvPr>
              <p:cNvSpPr/>
              <p:nvPr/>
            </p:nvSpPr>
            <p:spPr>
              <a:xfrm>
                <a:off x="206239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3" name="ph6964">
                <a:extLst>
                  <a:ext uri="{FF2B5EF4-FFF2-40B4-BE49-F238E27FC236}">
                    <a16:creationId xmlns:a16="http://schemas.microsoft.com/office/drawing/2014/main" id="{D41D4704-05AF-EB9F-B33D-73A079F4861F}"/>
                  </a:ext>
                </a:extLst>
              </p:cNvPr>
              <p:cNvSpPr/>
              <p:nvPr/>
            </p:nvSpPr>
            <p:spPr>
              <a:xfrm>
                <a:off x="207184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4" name="ph6965">
                <a:extLst>
                  <a:ext uri="{FF2B5EF4-FFF2-40B4-BE49-F238E27FC236}">
                    <a16:creationId xmlns:a16="http://schemas.microsoft.com/office/drawing/2014/main" id="{67F4D0D0-730D-524E-6DB9-1597B62CD1AE}"/>
                  </a:ext>
                </a:extLst>
              </p:cNvPr>
              <p:cNvSpPr/>
              <p:nvPr/>
            </p:nvSpPr>
            <p:spPr>
              <a:xfrm>
                <a:off x="208128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5" name="ph6966">
                <a:extLst>
                  <a:ext uri="{FF2B5EF4-FFF2-40B4-BE49-F238E27FC236}">
                    <a16:creationId xmlns:a16="http://schemas.microsoft.com/office/drawing/2014/main" id="{2146B433-2713-7AE7-486B-BD05C6930640}"/>
                  </a:ext>
                </a:extLst>
              </p:cNvPr>
              <p:cNvSpPr/>
              <p:nvPr/>
            </p:nvSpPr>
            <p:spPr>
              <a:xfrm>
                <a:off x="209072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6" name="ph6967">
                <a:extLst>
                  <a:ext uri="{FF2B5EF4-FFF2-40B4-BE49-F238E27FC236}">
                    <a16:creationId xmlns:a16="http://schemas.microsoft.com/office/drawing/2014/main" id="{D7E1B4BE-24F7-703E-85F8-B01CB1716C6D}"/>
                  </a:ext>
                </a:extLst>
              </p:cNvPr>
              <p:cNvSpPr/>
              <p:nvPr/>
            </p:nvSpPr>
            <p:spPr>
              <a:xfrm>
                <a:off x="210016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7" name="ph6968">
                <a:extLst>
                  <a:ext uri="{FF2B5EF4-FFF2-40B4-BE49-F238E27FC236}">
                    <a16:creationId xmlns:a16="http://schemas.microsoft.com/office/drawing/2014/main" id="{2ED4E6D5-8FB6-9169-A6C3-625DED8B2452}"/>
                  </a:ext>
                </a:extLst>
              </p:cNvPr>
              <p:cNvSpPr/>
              <p:nvPr/>
            </p:nvSpPr>
            <p:spPr>
              <a:xfrm>
                <a:off x="210960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8" name="ph6969">
                <a:extLst>
                  <a:ext uri="{FF2B5EF4-FFF2-40B4-BE49-F238E27FC236}">
                    <a16:creationId xmlns:a16="http://schemas.microsoft.com/office/drawing/2014/main" id="{60D2F977-FF9B-0165-CD7D-C335F7770650}"/>
                  </a:ext>
                </a:extLst>
              </p:cNvPr>
              <p:cNvSpPr/>
              <p:nvPr/>
            </p:nvSpPr>
            <p:spPr>
              <a:xfrm>
                <a:off x="211904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9" name="ph6970">
                <a:extLst>
                  <a:ext uri="{FF2B5EF4-FFF2-40B4-BE49-F238E27FC236}">
                    <a16:creationId xmlns:a16="http://schemas.microsoft.com/office/drawing/2014/main" id="{3E8111F4-5C7F-68A9-DEAA-07B2188AFE9E}"/>
                  </a:ext>
                </a:extLst>
              </p:cNvPr>
              <p:cNvSpPr/>
              <p:nvPr/>
            </p:nvSpPr>
            <p:spPr>
              <a:xfrm>
                <a:off x="212848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0" name="ph6971">
                <a:extLst>
                  <a:ext uri="{FF2B5EF4-FFF2-40B4-BE49-F238E27FC236}">
                    <a16:creationId xmlns:a16="http://schemas.microsoft.com/office/drawing/2014/main" id="{B60C222A-2B67-80A4-4210-7B28862BA4B6}"/>
                  </a:ext>
                </a:extLst>
              </p:cNvPr>
              <p:cNvSpPr/>
              <p:nvPr/>
            </p:nvSpPr>
            <p:spPr>
              <a:xfrm>
                <a:off x="213792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1" name="ph6972">
                <a:extLst>
                  <a:ext uri="{FF2B5EF4-FFF2-40B4-BE49-F238E27FC236}">
                    <a16:creationId xmlns:a16="http://schemas.microsoft.com/office/drawing/2014/main" id="{1D1B0556-3CAC-571A-F2F3-A1FDA57BB8F6}"/>
                  </a:ext>
                </a:extLst>
              </p:cNvPr>
              <p:cNvSpPr/>
              <p:nvPr/>
            </p:nvSpPr>
            <p:spPr>
              <a:xfrm>
                <a:off x="214736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2" name="ph6973">
                <a:extLst>
                  <a:ext uri="{FF2B5EF4-FFF2-40B4-BE49-F238E27FC236}">
                    <a16:creationId xmlns:a16="http://schemas.microsoft.com/office/drawing/2014/main" id="{6646F532-BD1F-9331-C23B-A806FDA96D63}"/>
                  </a:ext>
                </a:extLst>
              </p:cNvPr>
              <p:cNvSpPr/>
              <p:nvPr/>
            </p:nvSpPr>
            <p:spPr>
              <a:xfrm>
                <a:off x="215680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3" name="ph6974">
                <a:extLst>
                  <a:ext uri="{FF2B5EF4-FFF2-40B4-BE49-F238E27FC236}">
                    <a16:creationId xmlns:a16="http://schemas.microsoft.com/office/drawing/2014/main" id="{80EFA0EB-14F1-8D13-223F-97C12D3EC02A}"/>
                  </a:ext>
                </a:extLst>
              </p:cNvPr>
              <p:cNvSpPr/>
              <p:nvPr/>
            </p:nvSpPr>
            <p:spPr>
              <a:xfrm>
                <a:off x="216624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4" name="ph6975">
                <a:extLst>
                  <a:ext uri="{FF2B5EF4-FFF2-40B4-BE49-F238E27FC236}">
                    <a16:creationId xmlns:a16="http://schemas.microsoft.com/office/drawing/2014/main" id="{6BFF809D-9B25-7A91-54BD-A98DEF1F85E6}"/>
                  </a:ext>
                </a:extLst>
              </p:cNvPr>
              <p:cNvSpPr/>
              <p:nvPr/>
            </p:nvSpPr>
            <p:spPr>
              <a:xfrm>
                <a:off x="217568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5" name="ph6976">
                <a:extLst>
                  <a:ext uri="{FF2B5EF4-FFF2-40B4-BE49-F238E27FC236}">
                    <a16:creationId xmlns:a16="http://schemas.microsoft.com/office/drawing/2014/main" id="{7FD44847-B0C7-B071-FF11-2086BEFB170A}"/>
                  </a:ext>
                </a:extLst>
              </p:cNvPr>
              <p:cNvSpPr/>
              <p:nvPr/>
            </p:nvSpPr>
            <p:spPr>
              <a:xfrm>
                <a:off x="218512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6" name="ph6977">
                <a:extLst>
                  <a:ext uri="{FF2B5EF4-FFF2-40B4-BE49-F238E27FC236}">
                    <a16:creationId xmlns:a16="http://schemas.microsoft.com/office/drawing/2014/main" id="{16A4CBB2-35D0-ECDA-2A28-3A280F4852F1}"/>
                  </a:ext>
                </a:extLst>
              </p:cNvPr>
              <p:cNvSpPr/>
              <p:nvPr/>
            </p:nvSpPr>
            <p:spPr>
              <a:xfrm>
                <a:off x="219456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7" name="ph6978">
                <a:extLst>
                  <a:ext uri="{FF2B5EF4-FFF2-40B4-BE49-F238E27FC236}">
                    <a16:creationId xmlns:a16="http://schemas.microsoft.com/office/drawing/2014/main" id="{EACFE298-9BBC-DB43-B36E-55AAE8169E86}"/>
                  </a:ext>
                </a:extLst>
              </p:cNvPr>
              <p:cNvSpPr/>
              <p:nvPr/>
            </p:nvSpPr>
            <p:spPr>
              <a:xfrm>
                <a:off x="220400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8" name="ph6979">
                <a:extLst>
                  <a:ext uri="{FF2B5EF4-FFF2-40B4-BE49-F238E27FC236}">
                    <a16:creationId xmlns:a16="http://schemas.microsoft.com/office/drawing/2014/main" id="{8F8EEDF4-1A35-0ED6-2D2A-12B8EE496264}"/>
                  </a:ext>
                </a:extLst>
              </p:cNvPr>
              <p:cNvSpPr/>
              <p:nvPr/>
            </p:nvSpPr>
            <p:spPr>
              <a:xfrm>
                <a:off x="221344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9" name="ph6980">
                <a:extLst>
                  <a:ext uri="{FF2B5EF4-FFF2-40B4-BE49-F238E27FC236}">
                    <a16:creationId xmlns:a16="http://schemas.microsoft.com/office/drawing/2014/main" id="{06579D6E-38AC-8E58-FC81-BD364E4F27D7}"/>
                  </a:ext>
                </a:extLst>
              </p:cNvPr>
              <p:cNvSpPr/>
              <p:nvPr/>
            </p:nvSpPr>
            <p:spPr>
              <a:xfrm>
                <a:off x="222288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0" name="ph6981">
                <a:extLst>
                  <a:ext uri="{FF2B5EF4-FFF2-40B4-BE49-F238E27FC236}">
                    <a16:creationId xmlns:a16="http://schemas.microsoft.com/office/drawing/2014/main" id="{80FD45C3-30C6-14F9-A408-B884DCBAC4B3}"/>
                  </a:ext>
                </a:extLst>
              </p:cNvPr>
              <p:cNvSpPr/>
              <p:nvPr/>
            </p:nvSpPr>
            <p:spPr>
              <a:xfrm>
                <a:off x="223232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1" name="ph6982">
                <a:extLst>
                  <a:ext uri="{FF2B5EF4-FFF2-40B4-BE49-F238E27FC236}">
                    <a16:creationId xmlns:a16="http://schemas.microsoft.com/office/drawing/2014/main" id="{06688107-707B-379D-B942-99887C338374}"/>
                  </a:ext>
                </a:extLst>
              </p:cNvPr>
              <p:cNvSpPr/>
              <p:nvPr/>
            </p:nvSpPr>
            <p:spPr>
              <a:xfrm>
                <a:off x="224176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2" name="ph6983">
                <a:extLst>
                  <a:ext uri="{FF2B5EF4-FFF2-40B4-BE49-F238E27FC236}">
                    <a16:creationId xmlns:a16="http://schemas.microsoft.com/office/drawing/2014/main" id="{8939484C-4285-3A1D-9AC4-A819AC30073D}"/>
                  </a:ext>
                </a:extLst>
              </p:cNvPr>
              <p:cNvSpPr/>
              <p:nvPr/>
            </p:nvSpPr>
            <p:spPr>
              <a:xfrm>
                <a:off x="225120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3" name="ph6984">
                <a:extLst>
                  <a:ext uri="{FF2B5EF4-FFF2-40B4-BE49-F238E27FC236}">
                    <a16:creationId xmlns:a16="http://schemas.microsoft.com/office/drawing/2014/main" id="{602EA1FE-E1EC-7087-20A0-86CB0115784B}"/>
                  </a:ext>
                </a:extLst>
              </p:cNvPr>
              <p:cNvSpPr/>
              <p:nvPr/>
            </p:nvSpPr>
            <p:spPr>
              <a:xfrm>
                <a:off x="226064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4" name="ph6985">
                <a:extLst>
                  <a:ext uri="{FF2B5EF4-FFF2-40B4-BE49-F238E27FC236}">
                    <a16:creationId xmlns:a16="http://schemas.microsoft.com/office/drawing/2014/main" id="{79105017-F89A-2BB4-7E8D-2F5019CF3886}"/>
                  </a:ext>
                </a:extLst>
              </p:cNvPr>
              <p:cNvSpPr/>
              <p:nvPr/>
            </p:nvSpPr>
            <p:spPr>
              <a:xfrm>
                <a:off x="227008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5" name="ph6986">
                <a:extLst>
                  <a:ext uri="{FF2B5EF4-FFF2-40B4-BE49-F238E27FC236}">
                    <a16:creationId xmlns:a16="http://schemas.microsoft.com/office/drawing/2014/main" id="{429221DD-2DB1-7107-DA6E-A4D23F8184A9}"/>
                  </a:ext>
                </a:extLst>
              </p:cNvPr>
              <p:cNvSpPr/>
              <p:nvPr/>
            </p:nvSpPr>
            <p:spPr>
              <a:xfrm>
                <a:off x="227952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6" name="ph6987">
                <a:extLst>
                  <a:ext uri="{FF2B5EF4-FFF2-40B4-BE49-F238E27FC236}">
                    <a16:creationId xmlns:a16="http://schemas.microsoft.com/office/drawing/2014/main" id="{365627E9-8689-50F8-6B6C-D32BE7DC0FD8}"/>
                  </a:ext>
                </a:extLst>
              </p:cNvPr>
              <p:cNvSpPr/>
              <p:nvPr/>
            </p:nvSpPr>
            <p:spPr>
              <a:xfrm>
                <a:off x="228896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7" name="ph6988">
                <a:extLst>
                  <a:ext uri="{FF2B5EF4-FFF2-40B4-BE49-F238E27FC236}">
                    <a16:creationId xmlns:a16="http://schemas.microsoft.com/office/drawing/2014/main" id="{A0C35CB5-3BC7-D54D-07C6-7E3B29C26B97}"/>
                  </a:ext>
                </a:extLst>
              </p:cNvPr>
              <p:cNvSpPr/>
              <p:nvPr/>
            </p:nvSpPr>
            <p:spPr>
              <a:xfrm>
                <a:off x="229840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8" name="ph6989">
                <a:extLst>
                  <a:ext uri="{FF2B5EF4-FFF2-40B4-BE49-F238E27FC236}">
                    <a16:creationId xmlns:a16="http://schemas.microsoft.com/office/drawing/2014/main" id="{8AD1FDFD-D64A-0BA3-E4C8-0B1663A8A478}"/>
                  </a:ext>
                </a:extLst>
              </p:cNvPr>
              <p:cNvSpPr/>
              <p:nvPr/>
            </p:nvSpPr>
            <p:spPr>
              <a:xfrm>
                <a:off x="230784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9" name="ph6990">
                <a:extLst>
                  <a:ext uri="{FF2B5EF4-FFF2-40B4-BE49-F238E27FC236}">
                    <a16:creationId xmlns:a16="http://schemas.microsoft.com/office/drawing/2014/main" id="{2F645037-F882-5D3F-5284-6869A0CDA033}"/>
                  </a:ext>
                </a:extLst>
              </p:cNvPr>
              <p:cNvSpPr/>
              <p:nvPr/>
            </p:nvSpPr>
            <p:spPr>
              <a:xfrm>
                <a:off x="231728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0" name="ph6991">
                <a:extLst>
                  <a:ext uri="{FF2B5EF4-FFF2-40B4-BE49-F238E27FC236}">
                    <a16:creationId xmlns:a16="http://schemas.microsoft.com/office/drawing/2014/main" id="{1CA8B889-8262-1E0F-9707-67F7C405CDF8}"/>
                  </a:ext>
                </a:extLst>
              </p:cNvPr>
              <p:cNvSpPr/>
              <p:nvPr/>
            </p:nvSpPr>
            <p:spPr>
              <a:xfrm>
                <a:off x="232672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1" name="ph6992">
                <a:extLst>
                  <a:ext uri="{FF2B5EF4-FFF2-40B4-BE49-F238E27FC236}">
                    <a16:creationId xmlns:a16="http://schemas.microsoft.com/office/drawing/2014/main" id="{48B893C7-2AD3-A7D2-E1B0-1E893EFD00CB}"/>
                  </a:ext>
                </a:extLst>
              </p:cNvPr>
              <p:cNvSpPr/>
              <p:nvPr/>
            </p:nvSpPr>
            <p:spPr>
              <a:xfrm>
                <a:off x="233616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2" name="ph6993">
                <a:extLst>
                  <a:ext uri="{FF2B5EF4-FFF2-40B4-BE49-F238E27FC236}">
                    <a16:creationId xmlns:a16="http://schemas.microsoft.com/office/drawing/2014/main" id="{90FBEBAA-63A6-85C0-7E58-7B9780731CDE}"/>
                  </a:ext>
                </a:extLst>
              </p:cNvPr>
              <p:cNvSpPr/>
              <p:nvPr/>
            </p:nvSpPr>
            <p:spPr>
              <a:xfrm>
                <a:off x="234560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3" name="ph6994">
                <a:extLst>
                  <a:ext uri="{FF2B5EF4-FFF2-40B4-BE49-F238E27FC236}">
                    <a16:creationId xmlns:a16="http://schemas.microsoft.com/office/drawing/2014/main" id="{CEF50913-6F8A-8F32-70A6-D83A2591E840}"/>
                  </a:ext>
                </a:extLst>
              </p:cNvPr>
              <p:cNvSpPr/>
              <p:nvPr/>
            </p:nvSpPr>
            <p:spPr>
              <a:xfrm>
                <a:off x="235504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4" name="ph6995">
                <a:extLst>
                  <a:ext uri="{FF2B5EF4-FFF2-40B4-BE49-F238E27FC236}">
                    <a16:creationId xmlns:a16="http://schemas.microsoft.com/office/drawing/2014/main" id="{E6ABA74C-60BF-1155-22BA-D0063BD7223B}"/>
                  </a:ext>
                </a:extLst>
              </p:cNvPr>
              <p:cNvSpPr/>
              <p:nvPr/>
            </p:nvSpPr>
            <p:spPr>
              <a:xfrm>
                <a:off x="236448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5" name="ph6996">
                <a:extLst>
                  <a:ext uri="{FF2B5EF4-FFF2-40B4-BE49-F238E27FC236}">
                    <a16:creationId xmlns:a16="http://schemas.microsoft.com/office/drawing/2014/main" id="{715931A5-1B97-34C8-E573-9EF852732608}"/>
                  </a:ext>
                </a:extLst>
              </p:cNvPr>
              <p:cNvSpPr/>
              <p:nvPr/>
            </p:nvSpPr>
            <p:spPr>
              <a:xfrm>
                <a:off x="237392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6" name="ph6997">
                <a:extLst>
                  <a:ext uri="{FF2B5EF4-FFF2-40B4-BE49-F238E27FC236}">
                    <a16:creationId xmlns:a16="http://schemas.microsoft.com/office/drawing/2014/main" id="{FD52C7E7-A764-BCD6-FF0D-F9679C820AB5}"/>
                  </a:ext>
                </a:extLst>
              </p:cNvPr>
              <p:cNvSpPr/>
              <p:nvPr/>
            </p:nvSpPr>
            <p:spPr>
              <a:xfrm>
                <a:off x="238336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7" name="ph6998">
                <a:extLst>
                  <a:ext uri="{FF2B5EF4-FFF2-40B4-BE49-F238E27FC236}">
                    <a16:creationId xmlns:a16="http://schemas.microsoft.com/office/drawing/2014/main" id="{98A1F4C2-4C6D-9C6C-AC66-850A4AEB2DA4}"/>
                  </a:ext>
                </a:extLst>
              </p:cNvPr>
              <p:cNvSpPr/>
              <p:nvPr/>
            </p:nvSpPr>
            <p:spPr>
              <a:xfrm>
                <a:off x="239280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8" name="ph6999">
                <a:extLst>
                  <a:ext uri="{FF2B5EF4-FFF2-40B4-BE49-F238E27FC236}">
                    <a16:creationId xmlns:a16="http://schemas.microsoft.com/office/drawing/2014/main" id="{E6272A0B-CB44-E680-C93E-D1206FB27013}"/>
                  </a:ext>
                </a:extLst>
              </p:cNvPr>
              <p:cNvSpPr/>
              <p:nvPr/>
            </p:nvSpPr>
            <p:spPr>
              <a:xfrm>
                <a:off x="240224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9" name="ph7000">
                <a:extLst>
                  <a:ext uri="{FF2B5EF4-FFF2-40B4-BE49-F238E27FC236}">
                    <a16:creationId xmlns:a16="http://schemas.microsoft.com/office/drawing/2014/main" id="{C5910644-0156-FEB8-F6F2-7CA0CF60F187}"/>
                  </a:ext>
                </a:extLst>
              </p:cNvPr>
              <p:cNvSpPr/>
              <p:nvPr/>
            </p:nvSpPr>
            <p:spPr>
              <a:xfrm>
                <a:off x="2421129" y="125416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476" y="896830"/>
                    </a:lnTo>
                    <a:lnTo>
                      <a:pt x="913681" y="900819"/>
                    </a:lnTo>
                    <a:lnTo>
                      <a:pt x="913802" y="901246"/>
                    </a:lnTo>
                    <a:lnTo>
                      <a:pt x="913925" y="901678"/>
                    </a:lnTo>
                    <a:lnTo>
                      <a:pt x="914048" y="902110"/>
                    </a:lnTo>
                    <a:lnTo>
                      <a:pt x="914170" y="902541"/>
                    </a:lnTo>
                    <a:lnTo>
                      <a:pt x="914293" y="902973"/>
                    </a:lnTo>
                    <a:lnTo>
                      <a:pt x="914399" y="903348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0" name="ph7001">
                <a:extLst>
                  <a:ext uri="{FF2B5EF4-FFF2-40B4-BE49-F238E27FC236}">
                    <a16:creationId xmlns:a16="http://schemas.microsoft.com/office/drawing/2014/main" id="{B9359022-10D0-4D02-70A6-C1250A02C060}"/>
                  </a:ext>
                </a:extLst>
              </p:cNvPr>
              <p:cNvSpPr/>
              <p:nvPr/>
            </p:nvSpPr>
            <p:spPr>
              <a:xfrm>
                <a:off x="2421129" y="1254163"/>
                <a:ext cx="9175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36" h="914400">
                    <a:moveTo>
                      <a:pt x="914399" y="914400"/>
                    </a:moveTo>
                    <a:lnTo>
                      <a:pt x="914416" y="903405"/>
                    </a:lnTo>
                    <a:lnTo>
                      <a:pt x="914539" y="903837"/>
                    </a:lnTo>
                    <a:lnTo>
                      <a:pt x="914661" y="904269"/>
                    </a:lnTo>
                    <a:lnTo>
                      <a:pt x="914784" y="904701"/>
                    </a:lnTo>
                    <a:lnTo>
                      <a:pt x="914907" y="905133"/>
                    </a:lnTo>
                    <a:lnTo>
                      <a:pt x="915029" y="905565"/>
                    </a:lnTo>
                    <a:lnTo>
                      <a:pt x="915152" y="905997"/>
                    </a:lnTo>
                    <a:lnTo>
                      <a:pt x="915275" y="906429"/>
                    </a:lnTo>
                    <a:lnTo>
                      <a:pt x="915397" y="906861"/>
                    </a:lnTo>
                    <a:lnTo>
                      <a:pt x="915520" y="907292"/>
                    </a:lnTo>
                    <a:lnTo>
                      <a:pt x="915642" y="907724"/>
                    </a:lnTo>
                    <a:lnTo>
                      <a:pt x="915765" y="908156"/>
                    </a:lnTo>
                    <a:lnTo>
                      <a:pt x="915888" y="908588"/>
                    </a:lnTo>
                    <a:lnTo>
                      <a:pt x="916010" y="909020"/>
                    </a:lnTo>
                    <a:lnTo>
                      <a:pt x="916133" y="909452"/>
                    </a:lnTo>
                    <a:lnTo>
                      <a:pt x="916255" y="909884"/>
                    </a:lnTo>
                    <a:lnTo>
                      <a:pt x="916378" y="910316"/>
                    </a:lnTo>
                    <a:lnTo>
                      <a:pt x="916500" y="910748"/>
                    </a:lnTo>
                    <a:lnTo>
                      <a:pt x="916623" y="911180"/>
                    </a:lnTo>
                    <a:lnTo>
                      <a:pt x="916745" y="911612"/>
                    </a:lnTo>
                    <a:lnTo>
                      <a:pt x="916868" y="912044"/>
                    </a:lnTo>
                    <a:lnTo>
                      <a:pt x="916990" y="912475"/>
                    </a:lnTo>
                    <a:lnTo>
                      <a:pt x="917113" y="912907"/>
                    </a:lnTo>
                    <a:lnTo>
                      <a:pt x="917235" y="913339"/>
                    </a:lnTo>
                    <a:lnTo>
                      <a:pt x="917358" y="913771"/>
                    </a:lnTo>
                    <a:lnTo>
                      <a:pt x="917480" y="914203"/>
                    </a:lnTo>
                    <a:lnTo>
                      <a:pt x="917536" y="914400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1" name="ph7002">
                <a:extLst>
                  <a:ext uri="{FF2B5EF4-FFF2-40B4-BE49-F238E27FC236}">
                    <a16:creationId xmlns:a16="http://schemas.microsoft.com/office/drawing/2014/main" id="{46712269-6919-2768-5CFB-ACBE1694A4BE}"/>
                  </a:ext>
                </a:extLst>
              </p:cNvPr>
              <p:cNvSpPr/>
              <p:nvPr/>
            </p:nvSpPr>
            <p:spPr>
              <a:xfrm>
                <a:off x="3412354" y="12541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390" y="914400"/>
                    </a:lnTo>
                    <a:lnTo>
                      <a:pt x="906590" y="914134"/>
                    </a:lnTo>
                    <a:lnTo>
                      <a:pt x="911312" y="908205"/>
                    </a:lnTo>
                    <a:lnTo>
                      <a:pt x="914400" y="904734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2" name="ph7003">
                <a:extLst>
                  <a:ext uri="{FF2B5EF4-FFF2-40B4-BE49-F238E27FC236}">
                    <a16:creationId xmlns:a16="http://schemas.microsoft.com/office/drawing/2014/main" id="{5F80C399-4F54-83CE-EC09-0D409AE04609}"/>
                  </a:ext>
                </a:extLst>
              </p:cNvPr>
              <p:cNvSpPr/>
              <p:nvPr/>
            </p:nvSpPr>
            <p:spPr>
              <a:xfrm>
                <a:off x="3421794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04"/>
                    </a:lnTo>
                    <a:lnTo>
                      <a:pt x="906747" y="920294"/>
                    </a:lnTo>
                    <a:lnTo>
                      <a:pt x="911765" y="915277"/>
                    </a:lnTo>
                    <a:lnTo>
                      <a:pt x="912759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3" name="ph7004">
                <a:extLst>
                  <a:ext uri="{FF2B5EF4-FFF2-40B4-BE49-F238E27FC236}">
                    <a16:creationId xmlns:a16="http://schemas.microsoft.com/office/drawing/2014/main" id="{F31D78E7-3DE8-0E33-35AE-387B6BEE1E51}"/>
                  </a:ext>
                </a:extLst>
              </p:cNvPr>
              <p:cNvSpPr/>
              <p:nvPr/>
            </p:nvSpPr>
            <p:spPr>
              <a:xfrm>
                <a:off x="342179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4" name="ph7005">
                <a:extLst>
                  <a:ext uri="{FF2B5EF4-FFF2-40B4-BE49-F238E27FC236}">
                    <a16:creationId xmlns:a16="http://schemas.microsoft.com/office/drawing/2014/main" id="{BEA29EB8-125C-0C68-5947-0FC3A905B191}"/>
                  </a:ext>
                </a:extLst>
              </p:cNvPr>
              <p:cNvSpPr/>
              <p:nvPr/>
            </p:nvSpPr>
            <p:spPr>
              <a:xfrm>
                <a:off x="343123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5" name="ph7006">
                <a:extLst>
                  <a:ext uri="{FF2B5EF4-FFF2-40B4-BE49-F238E27FC236}">
                    <a16:creationId xmlns:a16="http://schemas.microsoft.com/office/drawing/2014/main" id="{DD342B05-64D5-6A3E-6DAE-7C443EBF56EA}"/>
                  </a:ext>
                </a:extLst>
              </p:cNvPr>
              <p:cNvSpPr/>
              <p:nvPr/>
            </p:nvSpPr>
            <p:spPr>
              <a:xfrm>
                <a:off x="344067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6" name="ph7007">
                <a:extLst>
                  <a:ext uri="{FF2B5EF4-FFF2-40B4-BE49-F238E27FC236}">
                    <a16:creationId xmlns:a16="http://schemas.microsoft.com/office/drawing/2014/main" id="{B24CDED1-E52B-E5AC-E75B-18AFD04B9191}"/>
                  </a:ext>
                </a:extLst>
              </p:cNvPr>
              <p:cNvSpPr/>
              <p:nvPr/>
            </p:nvSpPr>
            <p:spPr>
              <a:xfrm>
                <a:off x="345011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7" name="ph7008">
                <a:extLst>
                  <a:ext uri="{FF2B5EF4-FFF2-40B4-BE49-F238E27FC236}">
                    <a16:creationId xmlns:a16="http://schemas.microsoft.com/office/drawing/2014/main" id="{6200D945-A891-19D2-1F70-FC09AFBAA705}"/>
                  </a:ext>
                </a:extLst>
              </p:cNvPr>
              <p:cNvSpPr/>
              <p:nvPr/>
            </p:nvSpPr>
            <p:spPr>
              <a:xfrm>
                <a:off x="345955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8" name="ph7009">
                <a:extLst>
                  <a:ext uri="{FF2B5EF4-FFF2-40B4-BE49-F238E27FC236}">
                    <a16:creationId xmlns:a16="http://schemas.microsoft.com/office/drawing/2014/main" id="{DF54FCDA-9B90-C7CB-6961-5EE43EDA1438}"/>
                  </a:ext>
                </a:extLst>
              </p:cNvPr>
              <p:cNvSpPr/>
              <p:nvPr/>
            </p:nvSpPr>
            <p:spPr>
              <a:xfrm>
                <a:off x="346899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9" name="ph7010">
                <a:extLst>
                  <a:ext uri="{FF2B5EF4-FFF2-40B4-BE49-F238E27FC236}">
                    <a16:creationId xmlns:a16="http://schemas.microsoft.com/office/drawing/2014/main" id="{5B87A426-209C-4D72-A89E-A6B8070F4B8F}"/>
                  </a:ext>
                </a:extLst>
              </p:cNvPr>
              <p:cNvSpPr/>
              <p:nvPr/>
            </p:nvSpPr>
            <p:spPr>
              <a:xfrm>
                <a:off x="347843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0" name="ph7011">
                <a:extLst>
                  <a:ext uri="{FF2B5EF4-FFF2-40B4-BE49-F238E27FC236}">
                    <a16:creationId xmlns:a16="http://schemas.microsoft.com/office/drawing/2014/main" id="{CF5A18F6-419E-65D0-6594-5C0F895A9729}"/>
                  </a:ext>
                </a:extLst>
              </p:cNvPr>
              <p:cNvSpPr/>
              <p:nvPr/>
            </p:nvSpPr>
            <p:spPr>
              <a:xfrm>
                <a:off x="348787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1" name="ph7012">
                <a:extLst>
                  <a:ext uri="{FF2B5EF4-FFF2-40B4-BE49-F238E27FC236}">
                    <a16:creationId xmlns:a16="http://schemas.microsoft.com/office/drawing/2014/main" id="{50DCB13F-31AF-99AF-3E05-C16CD18B1F3A}"/>
                  </a:ext>
                </a:extLst>
              </p:cNvPr>
              <p:cNvSpPr/>
              <p:nvPr/>
            </p:nvSpPr>
            <p:spPr>
              <a:xfrm>
                <a:off x="349731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2" name="ph7013">
                <a:extLst>
                  <a:ext uri="{FF2B5EF4-FFF2-40B4-BE49-F238E27FC236}">
                    <a16:creationId xmlns:a16="http://schemas.microsoft.com/office/drawing/2014/main" id="{5A310920-47AA-2574-BBBE-CC6750DBAA26}"/>
                  </a:ext>
                </a:extLst>
              </p:cNvPr>
              <p:cNvSpPr/>
              <p:nvPr/>
            </p:nvSpPr>
            <p:spPr>
              <a:xfrm>
                <a:off x="350675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3" name="ph7014">
                <a:extLst>
                  <a:ext uri="{FF2B5EF4-FFF2-40B4-BE49-F238E27FC236}">
                    <a16:creationId xmlns:a16="http://schemas.microsoft.com/office/drawing/2014/main" id="{6433B78B-5FEF-50B0-99B8-5FD6EEB097BD}"/>
                  </a:ext>
                </a:extLst>
              </p:cNvPr>
              <p:cNvSpPr/>
              <p:nvPr/>
            </p:nvSpPr>
            <p:spPr>
              <a:xfrm>
                <a:off x="351619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4" name="ph7015">
                <a:extLst>
                  <a:ext uri="{FF2B5EF4-FFF2-40B4-BE49-F238E27FC236}">
                    <a16:creationId xmlns:a16="http://schemas.microsoft.com/office/drawing/2014/main" id="{A62E34B6-AF21-7E70-DD6D-2571ABCA3446}"/>
                  </a:ext>
                </a:extLst>
              </p:cNvPr>
              <p:cNvSpPr/>
              <p:nvPr/>
            </p:nvSpPr>
            <p:spPr>
              <a:xfrm>
                <a:off x="352563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5" name="ph7016">
                <a:extLst>
                  <a:ext uri="{FF2B5EF4-FFF2-40B4-BE49-F238E27FC236}">
                    <a16:creationId xmlns:a16="http://schemas.microsoft.com/office/drawing/2014/main" id="{89EBDF44-4749-6E0E-B54E-BE25A4BC2C70}"/>
                  </a:ext>
                </a:extLst>
              </p:cNvPr>
              <p:cNvSpPr/>
              <p:nvPr/>
            </p:nvSpPr>
            <p:spPr>
              <a:xfrm>
                <a:off x="353507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6" name="ph7017">
                <a:extLst>
                  <a:ext uri="{FF2B5EF4-FFF2-40B4-BE49-F238E27FC236}">
                    <a16:creationId xmlns:a16="http://schemas.microsoft.com/office/drawing/2014/main" id="{AEB8946E-BCD5-60E7-0ACA-9A3499C145A2}"/>
                  </a:ext>
                </a:extLst>
              </p:cNvPr>
              <p:cNvSpPr/>
              <p:nvPr/>
            </p:nvSpPr>
            <p:spPr>
              <a:xfrm>
                <a:off x="354451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7" name="ph7018">
                <a:extLst>
                  <a:ext uri="{FF2B5EF4-FFF2-40B4-BE49-F238E27FC236}">
                    <a16:creationId xmlns:a16="http://schemas.microsoft.com/office/drawing/2014/main" id="{2EC0306D-246B-CCF7-F0ED-10BF3211C028}"/>
                  </a:ext>
                </a:extLst>
              </p:cNvPr>
              <p:cNvSpPr/>
              <p:nvPr/>
            </p:nvSpPr>
            <p:spPr>
              <a:xfrm>
                <a:off x="355395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8" name="ph7019">
                <a:extLst>
                  <a:ext uri="{FF2B5EF4-FFF2-40B4-BE49-F238E27FC236}">
                    <a16:creationId xmlns:a16="http://schemas.microsoft.com/office/drawing/2014/main" id="{4C1DCAF9-B27A-675A-C47A-80B1E836DBEF}"/>
                  </a:ext>
                </a:extLst>
              </p:cNvPr>
              <p:cNvSpPr/>
              <p:nvPr/>
            </p:nvSpPr>
            <p:spPr>
              <a:xfrm>
                <a:off x="356339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9" name="ph7020">
                <a:extLst>
                  <a:ext uri="{FF2B5EF4-FFF2-40B4-BE49-F238E27FC236}">
                    <a16:creationId xmlns:a16="http://schemas.microsoft.com/office/drawing/2014/main" id="{A9728B43-DC19-790C-370F-E534A13E9E58}"/>
                  </a:ext>
                </a:extLst>
              </p:cNvPr>
              <p:cNvSpPr/>
              <p:nvPr/>
            </p:nvSpPr>
            <p:spPr>
              <a:xfrm>
                <a:off x="357283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0" name="ph7021">
                <a:extLst>
                  <a:ext uri="{FF2B5EF4-FFF2-40B4-BE49-F238E27FC236}">
                    <a16:creationId xmlns:a16="http://schemas.microsoft.com/office/drawing/2014/main" id="{1FB29B2D-2828-2988-9A10-2D4587420C97}"/>
                  </a:ext>
                </a:extLst>
              </p:cNvPr>
              <p:cNvSpPr/>
              <p:nvPr/>
            </p:nvSpPr>
            <p:spPr>
              <a:xfrm>
                <a:off x="358227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1" name="ph7022">
                <a:extLst>
                  <a:ext uri="{FF2B5EF4-FFF2-40B4-BE49-F238E27FC236}">
                    <a16:creationId xmlns:a16="http://schemas.microsoft.com/office/drawing/2014/main" id="{4F32EE76-B63F-774E-467A-DEDA2327355B}"/>
                  </a:ext>
                </a:extLst>
              </p:cNvPr>
              <p:cNvSpPr/>
              <p:nvPr/>
            </p:nvSpPr>
            <p:spPr>
              <a:xfrm>
                <a:off x="359171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2" name="ph7023">
                <a:extLst>
                  <a:ext uri="{FF2B5EF4-FFF2-40B4-BE49-F238E27FC236}">
                    <a16:creationId xmlns:a16="http://schemas.microsoft.com/office/drawing/2014/main" id="{63970CCE-1A0C-CA43-F655-DAECEB57A20C}"/>
                  </a:ext>
                </a:extLst>
              </p:cNvPr>
              <p:cNvSpPr/>
              <p:nvPr/>
            </p:nvSpPr>
            <p:spPr>
              <a:xfrm>
                <a:off x="360115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3" name="ph7024">
                <a:extLst>
                  <a:ext uri="{FF2B5EF4-FFF2-40B4-BE49-F238E27FC236}">
                    <a16:creationId xmlns:a16="http://schemas.microsoft.com/office/drawing/2014/main" id="{FA91F622-8ACB-A000-4867-A63D248107F1}"/>
                  </a:ext>
                </a:extLst>
              </p:cNvPr>
              <p:cNvSpPr/>
              <p:nvPr/>
            </p:nvSpPr>
            <p:spPr>
              <a:xfrm>
                <a:off x="361059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4" name="ph7025">
                <a:extLst>
                  <a:ext uri="{FF2B5EF4-FFF2-40B4-BE49-F238E27FC236}">
                    <a16:creationId xmlns:a16="http://schemas.microsoft.com/office/drawing/2014/main" id="{B875211E-A739-38BD-8F0C-557391100C0D}"/>
                  </a:ext>
                </a:extLst>
              </p:cNvPr>
              <p:cNvSpPr/>
              <p:nvPr/>
            </p:nvSpPr>
            <p:spPr>
              <a:xfrm>
                <a:off x="362003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5" name="ph7026">
                <a:extLst>
                  <a:ext uri="{FF2B5EF4-FFF2-40B4-BE49-F238E27FC236}">
                    <a16:creationId xmlns:a16="http://schemas.microsoft.com/office/drawing/2014/main" id="{37DE9478-541C-CE55-2798-19493D6E525B}"/>
                  </a:ext>
                </a:extLst>
              </p:cNvPr>
              <p:cNvSpPr/>
              <p:nvPr/>
            </p:nvSpPr>
            <p:spPr>
              <a:xfrm>
                <a:off x="362947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6" name="ph7027">
                <a:extLst>
                  <a:ext uri="{FF2B5EF4-FFF2-40B4-BE49-F238E27FC236}">
                    <a16:creationId xmlns:a16="http://schemas.microsoft.com/office/drawing/2014/main" id="{B1262768-C842-B0B8-DA00-BC16E65326BD}"/>
                  </a:ext>
                </a:extLst>
              </p:cNvPr>
              <p:cNvSpPr/>
              <p:nvPr/>
            </p:nvSpPr>
            <p:spPr>
              <a:xfrm>
                <a:off x="363891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7" name="ph7028">
                <a:extLst>
                  <a:ext uri="{FF2B5EF4-FFF2-40B4-BE49-F238E27FC236}">
                    <a16:creationId xmlns:a16="http://schemas.microsoft.com/office/drawing/2014/main" id="{8538BAEC-BF2C-32D0-520C-2964996CE0B0}"/>
                  </a:ext>
                </a:extLst>
              </p:cNvPr>
              <p:cNvSpPr/>
              <p:nvPr/>
            </p:nvSpPr>
            <p:spPr>
              <a:xfrm>
                <a:off x="364836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8" name="ph7029">
                <a:extLst>
                  <a:ext uri="{FF2B5EF4-FFF2-40B4-BE49-F238E27FC236}">
                    <a16:creationId xmlns:a16="http://schemas.microsoft.com/office/drawing/2014/main" id="{CC432614-C08A-2387-D9B0-B92ACFE540D9}"/>
                  </a:ext>
                </a:extLst>
              </p:cNvPr>
              <p:cNvSpPr/>
              <p:nvPr/>
            </p:nvSpPr>
            <p:spPr>
              <a:xfrm>
                <a:off x="365780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9" name="ph7030">
                <a:extLst>
                  <a:ext uri="{FF2B5EF4-FFF2-40B4-BE49-F238E27FC236}">
                    <a16:creationId xmlns:a16="http://schemas.microsoft.com/office/drawing/2014/main" id="{2EB2DCB8-C9EA-67BA-5551-91C3F1FD6311}"/>
                  </a:ext>
                </a:extLst>
              </p:cNvPr>
              <p:cNvSpPr/>
              <p:nvPr/>
            </p:nvSpPr>
            <p:spPr>
              <a:xfrm>
                <a:off x="366724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0" name="ph7031">
                <a:extLst>
                  <a:ext uri="{FF2B5EF4-FFF2-40B4-BE49-F238E27FC236}">
                    <a16:creationId xmlns:a16="http://schemas.microsoft.com/office/drawing/2014/main" id="{656DFC38-406E-24CB-E428-E177D157DA75}"/>
                  </a:ext>
                </a:extLst>
              </p:cNvPr>
              <p:cNvSpPr/>
              <p:nvPr/>
            </p:nvSpPr>
            <p:spPr>
              <a:xfrm>
                <a:off x="367668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1" name="ph7032">
                <a:extLst>
                  <a:ext uri="{FF2B5EF4-FFF2-40B4-BE49-F238E27FC236}">
                    <a16:creationId xmlns:a16="http://schemas.microsoft.com/office/drawing/2014/main" id="{41E01262-E0C3-2FB1-94CB-53F50900CE1A}"/>
                  </a:ext>
                </a:extLst>
              </p:cNvPr>
              <p:cNvSpPr/>
              <p:nvPr/>
            </p:nvSpPr>
            <p:spPr>
              <a:xfrm>
                <a:off x="368612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2" name="ph7033">
                <a:extLst>
                  <a:ext uri="{FF2B5EF4-FFF2-40B4-BE49-F238E27FC236}">
                    <a16:creationId xmlns:a16="http://schemas.microsoft.com/office/drawing/2014/main" id="{D2D88286-63A0-9B77-1E11-2FF0654DE930}"/>
                  </a:ext>
                </a:extLst>
              </p:cNvPr>
              <p:cNvSpPr/>
              <p:nvPr/>
            </p:nvSpPr>
            <p:spPr>
              <a:xfrm>
                <a:off x="369556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3" name="ph7034">
                <a:extLst>
                  <a:ext uri="{FF2B5EF4-FFF2-40B4-BE49-F238E27FC236}">
                    <a16:creationId xmlns:a16="http://schemas.microsoft.com/office/drawing/2014/main" id="{742C392C-22D5-4125-5570-13856753AE9E}"/>
                  </a:ext>
                </a:extLst>
              </p:cNvPr>
              <p:cNvSpPr/>
              <p:nvPr/>
            </p:nvSpPr>
            <p:spPr>
              <a:xfrm>
                <a:off x="370500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4" name="ph7035">
                <a:extLst>
                  <a:ext uri="{FF2B5EF4-FFF2-40B4-BE49-F238E27FC236}">
                    <a16:creationId xmlns:a16="http://schemas.microsoft.com/office/drawing/2014/main" id="{AA2A950B-479C-9ADC-C7AC-2EBB3D284814}"/>
                  </a:ext>
                </a:extLst>
              </p:cNvPr>
              <p:cNvSpPr/>
              <p:nvPr/>
            </p:nvSpPr>
            <p:spPr>
              <a:xfrm>
                <a:off x="371444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5" name="ph7036">
                <a:extLst>
                  <a:ext uri="{FF2B5EF4-FFF2-40B4-BE49-F238E27FC236}">
                    <a16:creationId xmlns:a16="http://schemas.microsoft.com/office/drawing/2014/main" id="{CA559B6D-0429-ACDF-05CE-6EDE8544FED8}"/>
                  </a:ext>
                </a:extLst>
              </p:cNvPr>
              <p:cNvSpPr/>
              <p:nvPr/>
            </p:nvSpPr>
            <p:spPr>
              <a:xfrm>
                <a:off x="372388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6" name="ph7037">
                <a:extLst>
                  <a:ext uri="{FF2B5EF4-FFF2-40B4-BE49-F238E27FC236}">
                    <a16:creationId xmlns:a16="http://schemas.microsoft.com/office/drawing/2014/main" id="{EA9DC5E6-40DF-2602-E7F5-76EA3F6EFA37}"/>
                  </a:ext>
                </a:extLst>
              </p:cNvPr>
              <p:cNvSpPr/>
              <p:nvPr/>
            </p:nvSpPr>
            <p:spPr>
              <a:xfrm>
                <a:off x="373332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7" name="ph7038">
                <a:extLst>
                  <a:ext uri="{FF2B5EF4-FFF2-40B4-BE49-F238E27FC236}">
                    <a16:creationId xmlns:a16="http://schemas.microsoft.com/office/drawing/2014/main" id="{6809D8DA-FBC0-4C36-6847-097031572271}"/>
                  </a:ext>
                </a:extLst>
              </p:cNvPr>
              <p:cNvSpPr/>
              <p:nvPr/>
            </p:nvSpPr>
            <p:spPr>
              <a:xfrm>
                <a:off x="374276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8" name="ph7039">
                <a:extLst>
                  <a:ext uri="{FF2B5EF4-FFF2-40B4-BE49-F238E27FC236}">
                    <a16:creationId xmlns:a16="http://schemas.microsoft.com/office/drawing/2014/main" id="{B300A641-87EB-F947-46AB-EFB236737B7A}"/>
                  </a:ext>
                </a:extLst>
              </p:cNvPr>
              <p:cNvSpPr/>
              <p:nvPr/>
            </p:nvSpPr>
            <p:spPr>
              <a:xfrm>
                <a:off x="375220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9" name="ph7040">
                <a:extLst>
                  <a:ext uri="{FF2B5EF4-FFF2-40B4-BE49-F238E27FC236}">
                    <a16:creationId xmlns:a16="http://schemas.microsoft.com/office/drawing/2014/main" id="{8A9B8987-8910-7E10-9B45-AA6C8E374847}"/>
                  </a:ext>
                </a:extLst>
              </p:cNvPr>
              <p:cNvSpPr/>
              <p:nvPr/>
            </p:nvSpPr>
            <p:spPr>
              <a:xfrm>
                <a:off x="376164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0" name="ph7041">
                <a:extLst>
                  <a:ext uri="{FF2B5EF4-FFF2-40B4-BE49-F238E27FC236}">
                    <a16:creationId xmlns:a16="http://schemas.microsoft.com/office/drawing/2014/main" id="{A7A5F085-7090-9E81-38F0-AFD8678FF096}"/>
                  </a:ext>
                </a:extLst>
              </p:cNvPr>
              <p:cNvSpPr/>
              <p:nvPr/>
            </p:nvSpPr>
            <p:spPr>
              <a:xfrm>
                <a:off x="377108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1" name="ph7042">
                <a:extLst>
                  <a:ext uri="{FF2B5EF4-FFF2-40B4-BE49-F238E27FC236}">
                    <a16:creationId xmlns:a16="http://schemas.microsoft.com/office/drawing/2014/main" id="{E1221EB7-78EF-D7ED-18DC-BDBF7F082786}"/>
                  </a:ext>
                </a:extLst>
              </p:cNvPr>
              <p:cNvSpPr/>
              <p:nvPr/>
            </p:nvSpPr>
            <p:spPr>
              <a:xfrm>
                <a:off x="378052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2" name="ph7043">
                <a:extLst>
                  <a:ext uri="{FF2B5EF4-FFF2-40B4-BE49-F238E27FC236}">
                    <a16:creationId xmlns:a16="http://schemas.microsoft.com/office/drawing/2014/main" id="{5C1B0748-58EF-95E7-0C25-7D05F08F7189}"/>
                  </a:ext>
                </a:extLst>
              </p:cNvPr>
              <p:cNvSpPr/>
              <p:nvPr/>
            </p:nvSpPr>
            <p:spPr>
              <a:xfrm>
                <a:off x="378996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3" name="ph7044">
                <a:extLst>
                  <a:ext uri="{FF2B5EF4-FFF2-40B4-BE49-F238E27FC236}">
                    <a16:creationId xmlns:a16="http://schemas.microsoft.com/office/drawing/2014/main" id="{085887A1-CDC2-ACCD-6473-E9E1C7029DF9}"/>
                  </a:ext>
                </a:extLst>
              </p:cNvPr>
              <p:cNvSpPr/>
              <p:nvPr/>
            </p:nvSpPr>
            <p:spPr>
              <a:xfrm>
                <a:off x="379940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4" name="ph7045">
                <a:extLst>
                  <a:ext uri="{FF2B5EF4-FFF2-40B4-BE49-F238E27FC236}">
                    <a16:creationId xmlns:a16="http://schemas.microsoft.com/office/drawing/2014/main" id="{F82EE099-58C9-AB6A-4C98-A0F4577D4BC3}"/>
                  </a:ext>
                </a:extLst>
              </p:cNvPr>
              <p:cNvSpPr/>
              <p:nvPr/>
            </p:nvSpPr>
            <p:spPr>
              <a:xfrm>
                <a:off x="380884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5" name="ph7046">
                <a:extLst>
                  <a:ext uri="{FF2B5EF4-FFF2-40B4-BE49-F238E27FC236}">
                    <a16:creationId xmlns:a16="http://schemas.microsoft.com/office/drawing/2014/main" id="{49D197E1-CF1E-F3C3-0253-81BFCB8B08F4}"/>
                  </a:ext>
                </a:extLst>
              </p:cNvPr>
              <p:cNvSpPr/>
              <p:nvPr/>
            </p:nvSpPr>
            <p:spPr>
              <a:xfrm>
                <a:off x="381828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6" name="ph7047">
                <a:extLst>
                  <a:ext uri="{FF2B5EF4-FFF2-40B4-BE49-F238E27FC236}">
                    <a16:creationId xmlns:a16="http://schemas.microsoft.com/office/drawing/2014/main" id="{51547BC0-7BFE-B9F6-E4ED-96361D0D5743}"/>
                  </a:ext>
                </a:extLst>
              </p:cNvPr>
              <p:cNvSpPr/>
              <p:nvPr/>
            </p:nvSpPr>
            <p:spPr>
              <a:xfrm>
                <a:off x="382772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7" name="ph7048">
                <a:extLst>
                  <a:ext uri="{FF2B5EF4-FFF2-40B4-BE49-F238E27FC236}">
                    <a16:creationId xmlns:a16="http://schemas.microsoft.com/office/drawing/2014/main" id="{F2B825D8-42C3-0E8B-1F85-6FCA28D797B2}"/>
                  </a:ext>
                </a:extLst>
              </p:cNvPr>
              <p:cNvSpPr/>
              <p:nvPr/>
            </p:nvSpPr>
            <p:spPr>
              <a:xfrm>
                <a:off x="3837165" y="1254163"/>
                <a:ext cx="9237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7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75" y="896830"/>
                    </a:lnTo>
                    <a:lnTo>
                      <a:pt x="920754" y="904033"/>
                    </a:lnTo>
                    <a:lnTo>
                      <a:pt x="916913" y="912273"/>
                    </a:lnTo>
                    <a:lnTo>
                      <a:pt x="915813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8" name="ph7049">
                <a:extLst>
                  <a:ext uri="{FF2B5EF4-FFF2-40B4-BE49-F238E27FC236}">
                    <a16:creationId xmlns:a16="http://schemas.microsoft.com/office/drawing/2014/main" id="{112D2EB3-EB57-CCBF-F890-CAEB3B08440F}"/>
                  </a:ext>
                </a:extLst>
              </p:cNvPr>
              <p:cNvSpPr/>
              <p:nvPr/>
            </p:nvSpPr>
            <p:spPr>
              <a:xfrm>
                <a:off x="2052959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520" y="931969"/>
                    </a:lnTo>
                    <a:lnTo>
                      <a:pt x="907879" y="927383"/>
                    </a:lnTo>
                    <a:lnTo>
                      <a:pt x="906688" y="916570"/>
                    </a:lnTo>
                    <a:lnTo>
                      <a:pt x="906512" y="914400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9" name="ph7050">
                <a:extLst>
                  <a:ext uri="{FF2B5EF4-FFF2-40B4-BE49-F238E27FC236}">
                    <a16:creationId xmlns:a16="http://schemas.microsoft.com/office/drawing/2014/main" id="{517EAA7B-2CF4-BFCF-17A5-C9F5194288F0}"/>
                  </a:ext>
                </a:extLst>
              </p:cNvPr>
              <p:cNvSpPr/>
              <p:nvPr/>
            </p:nvSpPr>
            <p:spPr>
              <a:xfrm>
                <a:off x="205295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0" name="ph7051">
                <a:extLst>
                  <a:ext uri="{FF2B5EF4-FFF2-40B4-BE49-F238E27FC236}">
                    <a16:creationId xmlns:a16="http://schemas.microsoft.com/office/drawing/2014/main" id="{CADEB8B8-970C-4126-A094-D7698561F074}"/>
                  </a:ext>
                </a:extLst>
              </p:cNvPr>
              <p:cNvSpPr/>
              <p:nvPr/>
            </p:nvSpPr>
            <p:spPr>
              <a:xfrm>
                <a:off x="206239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1" name="ph7052">
                <a:extLst>
                  <a:ext uri="{FF2B5EF4-FFF2-40B4-BE49-F238E27FC236}">
                    <a16:creationId xmlns:a16="http://schemas.microsoft.com/office/drawing/2014/main" id="{4505CBDE-AEEF-C380-8E5F-9D034FC54055}"/>
                  </a:ext>
                </a:extLst>
              </p:cNvPr>
              <p:cNvSpPr/>
              <p:nvPr/>
            </p:nvSpPr>
            <p:spPr>
              <a:xfrm>
                <a:off x="207184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2" name="ph7053">
                <a:extLst>
                  <a:ext uri="{FF2B5EF4-FFF2-40B4-BE49-F238E27FC236}">
                    <a16:creationId xmlns:a16="http://schemas.microsoft.com/office/drawing/2014/main" id="{A47942E5-8DBC-A58C-69A2-9A803E0141DE}"/>
                  </a:ext>
                </a:extLst>
              </p:cNvPr>
              <p:cNvSpPr/>
              <p:nvPr/>
            </p:nvSpPr>
            <p:spPr>
              <a:xfrm>
                <a:off x="208128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3" name="ph7054">
                <a:extLst>
                  <a:ext uri="{FF2B5EF4-FFF2-40B4-BE49-F238E27FC236}">
                    <a16:creationId xmlns:a16="http://schemas.microsoft.com/office/drawing/2014/main" id="{C7376FC4-37E4-0E4C-95C3-8B14DDC57301}"/>
                  </a:ext>
                </a:extLst>
              </p:cNvPr>
              <p:cNvSpPr/>
              <p:nvPr/>
            </p:nvSpPr>
            <p:spPr>
              <a:xfrm>
                <a:off x="209072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4" name="ph7055">
                <a:extLst>
                  <a:ext uri="{FF2B5EF4-FFF2-40B4-BE49-F238E27FC236}">
                    <a16:creationId xmlns:a16="http://schemas.microsoft.com/office/drawing/2014/main" id="{C31AEE4C-0983-8372-2E0D-D73D4F7B9195}"/>
                  </a:ext>
                </a:extLst>
              </p:cNvPr>
              <p:cNvSpPr/>
              <p:nvPr/>
            </p:nvSpPr>
            <p:spPr>
              <a:xfrm>
                <a:off x="210016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5" name="ph7056">
                <a:extLst>
                  <a:ext uri="{FF2B5EF4-FFF2-40B4-BE49-F238E27FC236}">
                    <a16:creationId xmlns:a16="http://schemas.microsoft.com/office/drawing/2014/main" id="{C2D71432-464D-D894-9A93-10E935935DA9}"/>
                  </a:ext>
                </a:extLst>
              </p:cNvPr>
              <p:cNvSpPr/>
              <p:nvPr/>
            </p:nvSpPr>
            <p:spPr>
              <a:xfrm>
                <a:off x="210960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6" name="ph7057">
                <a:extLst>
                  <a:ext uri="{FF2B5EF4-FFF2-40B4-BE49-F238E27FC236}">
                    <a16:creationId xmlns:a16="http://schemas.microsoft.com/office/drawing/2014/main" id="{140EBA2A-A378-4533-CC73-A3487E1173DA}"/>
                  </a:ext>
                </a:extLst>
              </p:cNvPr>
              <p:cNvSpPr/>
              <p:nvPr/>
            </p:nvSpPr>
            <p:spPr>
              <a:xfrm>
                <a:off x="211904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7" name="ph7058">
                <a:extLst>
                  <a:ext uri="{FF2B5EF4-FFF2-40B4-BE49-F238E27FC236}">
                    <a16:creationId xmlns:a16="http://schemas.microsoft.com/office/drawing/2014/main" id="{A082D988-3D15-E604-F298-53266F7A2341}"/>
                  </a:ext>
                </a:extLst>
              </p:cNvPr>
              <p:cNvSpPr/>
              <p:nvPr/>
            </p:nvSpPr>
            <p:spPr>
              <a:xfrm>
                <a:off x="212848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8" name="ph7059">
                <a:extLst>
                  <a:ext uri="{FF2B5EF4-FFF2-40B4-BE49-F238E27FC236}">
                    <a16:creationId xmlns:a16="http://schemas.microsoft.com/office/drawing/2014/main" id="{03050157-BF8A-68A9-1604-BCAA0679153E}"/>
                  </a:ext>
                </a:extLst>
              </p:cNvPr>
              <p:cNvSpPr/>
              <p:nvPr/>
            </p:nvSpPr>
            <p:spPr>
              <a:xfrm>
                <a:off x="213792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9" name="ph7060">
                <a:extLst>
                  <a:ext uri="{FF2B5EF4-FFF2-40B4-BE49-F238E27FC236}">
                    <a16:creationId xmlns:a16="http://schemas.microsoft.com/office/drawing/2014/main" id="{42FA3942-B9F5-AD6F-525A-F82DB40A1592}"/>
                  </a:ext>
                </a:extLst>
              </p:cNvPr>
              <p:cNvSpPr/>
              <p:nvPr/>
            </p:nvSpPr>
            <p:spPr>
              <a:xfrm>
                <a:off x="214736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0" name="ph7061">
                <a:extLst>
                  <a:ext uri="{FF2B5EF4-FFF2-40B4-BE49-F238E27FC236}">
                    <a16:creationId xmlns:a16="http://schemas.microsoft.com/office/drawing/2014/main" id="{1AE43E3C-74FD-B6F1-6AA1-DC2B1040A67A}"/>
                  </a:ext>
                </a:extLst>
              </p:cNvPr>
              <p:cNvSpPr/>
              <p:nvPr/>
            </p:nvSpPr>
            <p:spPr>
              <a:xfrm>
                <a:off x="215680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1" name="ph7062">
                <a:extLst>
                  <a:ext uri="{FF2B5EF4-FFF2-40B4-BE49-F238E27FC236}">
                    <a16:creationId xmlns:a16="http://schemas.microsoft.com/office/drawing/2014/main" id="{565CFD36-B370-2C5A-B914-2BC18D3122CF}"/>
                  </a:ext>
                </a:extLst>
              </p:cNvPr>
              <p:cNvSpPr/>
              <p:nvPr/>
            </p:nvSpPr>
            <p:spPr>
              <a:xfrm>
                <a:off x="216624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2" name="ph7063">
                <a:extLst>
                  <a:ext uri="{FF2B5EF4-FFF2-40B4-BE49-F238E27FC236}">
                    <a16:creationId xmlns:a16="http://schemas.microsoft.com/office/drawing/2014/main" id="{10B0132E-F87E-5895-8751-087B91B7D495}"/>
                  </a:ext>
                </a:extLst>
              </p:cNvPr>
              <p:cNvSpPr/>
              <p:nvPr/>
            </p:nvSpPr>
            <p:spPr>
              <a:xfrm>
                <a:off x="217568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3" name="ph7064">
                <a:extLst>
                  <a:ext uri="{FF2B5EF4-FFF2-40B4-BE49-F238E27FC236}">
                    <a16:creationId xmlns:a16="http://schemas.microsoft.com/office/drawing/2014/main" id="{F99D7FA2-D3B0-57BC-9993-6A020E787E7C}"/>
                  </a:ext>
                </a:extLst>
              </p:cNvPr>
              <p:cNvSpPr/>
              <p:nvPr/>
            </p:nvSpPr>
            <p:spPr>
              <a:xfrm>
                <a:off x="218512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4" name="ph7065">
                <a:extLst>
                  <a:ext uri="{FF2B5EF4-FFF2-40B4-BE49-F238E27FC236}">
                    <a16:creationId xmlns:a16="http://schemas.microsoft.com/office/drawing/2014/main" id="{DD3DAF53-E276-7D01-3710-9C6A20063AA2}"/>
                  </a:ext>
                </a:extLst>
              </p:cNvPr>
              <p:cNvSpPr/>
              <p:nvPr/>
            </p:nvSpPr>
            <p:spPr>
              <a:xfrm>
                <a:off x="219456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5" name="ph7066">
                <a:extLst>
                  <a:ext uri="{FF2B5EF4-FFF2-40B4-BE49-F238E27FC236}">
                    <a16:creationId xmlns:a16="http://schemas.microsoft.com/office/drawing/2014/main" id="{88AADB45-CA81-68ED-8B42-7A99D83F2BDD}"/>
                  </a:ext>
                </a:extLst>
              </p:cNvPr>
              <p:cNvSpPr/>
              <p:nvPr/>
            </p:nvSpPr>
            <p:spPr>
              <a:xfrm>
                <a:off x="220400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6" name="ph7067">
                <a:extLst>
                  <a:ext uri="{FF2B5EF4-FFF2-40B4-BE49-F238E27FC236}">
                    <a16:creationId xmlns:a16="http://schemas.microsoft.com/office/drawing/2014/main" id="{DFA6180E-9350-79C7-AEF3-EA8FC7FBA9E0}"/>
                  </a:ext>
                </a:extLst>
              </p:cNvPr>
              <p:cNvSpPr/>
              <p:nvPr/>
            </p:nvSpPr>
            <p:spPr>
              <a:xfrm>
                <a:off x="221344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7" name="ph7068">
                <a:extLst>
                  <a:ext uri="{FF2B5EF4-FFF2-40B4-BE49-F238E27FC236}">
                    <a16:creationId xmlns:a16="http://schemas.microsoft.com/office/drawing/2014/main" id="{5E1CA5DA-6BB5-5F98-8B32-6F6BFC65AE6D}"/>
                  </a:ext>
                </a:extLst>
              </p:cNvPr>
              <p:cNvSpPr/>
              <p:nvPr/>
            </p:nvSpPr>
            <p:spPr>
              <a:xfrm>
                <a:off x="222288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8" name="ph7069">
                <a:extLst>
                  <a:ext uri="{FF2B5EF4-FFF2-40B4-BE49-F238E27FC236}">
                    <a16:creationId xmlns:a16="http://schemas.microsoft.com/office/drawing/2014/main" id="{F8009F4D-7643-B92A-88FB-4F3A9B8945B5}"/>
                  </a:ext>
                </a:extLst>
              </p:cNvPr>
              <p:cNvSpPr/>
              <p:nvPr/>
            </p:nvSpPr>
            <p:spPr>
              <a:xfrm>
                <a:off x="223232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9" name="ph7070">
                <a:extLst>
                  <a:ext uri="{FF2B5EF4-FFF2-40B4-BE49-F238E27FC236}">
                    <a16:creationId xmlns:a16="http://schemas.microsoft.com/office/drawing/2014/main" id="{F9CD6A22-00D4-2BEA-8204-CA84C61785B7}"/>
                  </a:ext>
                </a:extLst>
              </p:cNvPr>
              <p:cNvSpPr/>
              <p:nvPr/>
            </p:nvSpPr>
            <p:spPr>
              <a:xfrm>
                <a:off x="224176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0" name="ph7071">
                <a:extLst>
                  <a:ext uri="{FF2B5EF4-FFF2-40B4-BE49-F238E27FC236}">
                    <a16:creationId xmlns:a16="http://schemas.microsoft.com/office/drawing/2014/main" id="{BFC82A31-95E4-6689-5A53-2D9632CD48B8}"/>
                  </a:ext>
                </a:extLst>
              </p:cNvPr>
              <p:cNvSpPr/>
              <p:nvPr/>
            </p:nvSpPr>
            <p:spPr>
              <a:xfrm>
                <a:off x="225120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1" name="ph7072">
                <a:extLst>
                  <a:ext uri="{FF2B5EF4-FFF2-40B4-BE49-F238E27FC236}">
                    <a16:creationId xmlns:a16="http://schemas.microsoft.com/office/drawing/2014/main" id="{96B68117-101D-AF30-A62A-C41B741B181B}"/>
                  </a:ext>
                </a:extLst>
              </p:cNvPr>
              <p:cNvSpPr/>
              <p:nvPr/>
            </p:nvSpPr>
            <p:spPr>
              <a:xfrm>
                <a:off x="226064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2" name="ph7073">
                <a:extLst>
                  <a:ext uri="{FF2B5EF4-FFF2-40B4-BE49-F238E27FC236}">
                    <a16:creationId xmlns:a16="http://schemas.microsoft.com/office/drawing/2014/main" id="{5D7256C5-032E-C783-08CD-2085F0B7FCC7}"/>
                  </a:ext>
                </a:extLst>
              </p:cNvPr>
              <p:cNvSpPr/>
              <p:nvPr/>
            </p:nvSpPr>
            <p:spPr>
              <a:xfrm>
                <a:off x="227008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3" name="ph7074">
                <a:extLst>
                  <a:ext uri="{FF2B5EF4-FFF2-40B4-BE49-F238E27FC236}">
                    <a16:creationId xmlns:a16="http://schemas.microsoft.com/office/drawing/2014/main" id="{E9B39142-7FED-2E5A-A5A2-FB9E836D368E}"/>
                  </a:ext>
                </a:extLst>
              </p:cNvPr>
              <p:cNvSpPr/>
              <p:nvPr/>
            </p:nvSpPr>
            <p:spPr>
              <a:xfrm>
                <a:off x="227952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4" name="ph7075">
                <a:extLst>
                  <a:ext uri="{FF2B5EF4-FFF2-40B4-BE49-F238E27FC236}">
                    <a16:creationId xmlns:a16="http://schemas.microsoft.com/office/drawing/2014/main" id="{4027F746-0061-C129-6589-EDF53620141E}"/>
                  </a:ext>
                </a:extLst>
              </p:cNvPr>
              <p:cNvSpPr/>
              <p:nvPr/>
            </p:nvSpPr>
            <p:spPr>
              <a:xfrm>
                <a:off x="228896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5" name="ph7076">
                <a:extLst>
                  <a:ext uri="{FF2B5EF4-FFF2-40B4-BE49-F238E27FC236}">
                    <a16:creationId xmlns:a16="http://schemas.microsoft.com/office/drawing/2014/main" id="{3B78DFE0-49DF-E710-0BBB-3B1248DAA76E}"/>
                  </a:ext>
                </a:extLst>
              </p:cNvPr>
              <p:cNvSpPr/>
              <p:nvPr/>
            </p:nvSpPr>
            <p:spPr>
              <a:xfrm>
                <a:off x="229840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6" name="ph7077">
                <a:extLst>
                  <a:ext uri="{FF2B5EF4-FFF2-40B4-BE49-F238E27FC236}">
                    <a16:creationId xmlns:a16="http://schemas.microsoft.com/office/drawing/2014/main" id="{251EDDD3-1024-C8A4-E033-3F3CA911CC74}"/>
                  </a:ext>
                </a:extLst>
              </p:cNvPr>
              <p:cNvSpPr/>
              <p:nvPr/>
            </p:nvSpPr>
            <p:spPr>
              <a:xfrm>
                <a:off x="230784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7" name="ph7078">
                <a:extLst>
                  <a:ext uri="{FF2B5EF4-FFF2-40B4-BE49-F238E27FC236}">
                    <a16:creationId xmlns:a16="http://schemas.microsoft.com/office/drawing/2014/main" id="{FEF8CAC9-9273-0055-26A2-90DD902B842F}"/>
                  </a:ext>
                </a:extLst>
              </p:cNvPr>
              <p:cNvSpPr/>
              <p:nvPr/>
            </p:nvSpPr>
            <p:spPr>
              <a:xfrm>
                <a:off x="231728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8" name="ph7079">
                <a:extLst>
                  <a:ext uri="{FF2B5EF4-FFF2-40B4-BE49-F238E27FC236}">
                    <a16:creationId xmlns:a16="http://schemas.microsoft.com/office/drawing/2014/main" id="{0D89D2C4-7268-6640-A093-A6C3F5E7F2C4}"/>
                  </a:ext>
                </a:extLst>
              </p:cNvPr>
              <p:cNvSpPr/>
              <p:nvPr/>
            </p:nvSpPr>
            <p:spPr>
              <a:xfrm>
                <a:off x="232672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9" name="ph7080">
                <a:extLst>
                  <a:ext uri="{FF2B5EF4-FFF2-40B4-BE49-F238E27FC236}">
                    <a16:creationId xmlns:a16="http://schemas.microsoft.com/office/drawing/2014/main" id="{392CFB14-41C7-888F-8876-2CC384DE54C3}"/>
                  </a:ext>
                </a:extLst>
              </p:cNvPr>
              <p:cNvSpPr/>
              <p:nvPr/>
            </p:nvSpPr>
            <p:spPr>
              <a:xfrm>
                <a:off x="233616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0" name="ph7081">
                <a:extLst>
                  <a:ext uri="{FF2B5EF4-FFF2-40B4-BE49-F238E27FC236}">
                    <a16:creationId xmlns:a16="http://schemas.microsoft.com/office/drawing/2014/main" id="{43BB01F2-753E-E5B0-3CC9-D2D3FC41D339}"/>
                  </a:ext>
                </a:extLst>
              </p:cNvPr>
              <p:cNvSpPr/>
              <p:nvPr/>
            </p:nvSpPr>
            <p:spPr>
              <a:xfrm>
                <a:off x="234560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1" name="ph7082">
                <a:extLst>
                  <a:ext uri="{FF2B5EF4-FFF2-40B4-BE49-F238E27FC236}">
                    <a16:creationId xmlns:a16="http://schemas.microsoft.com/office/drawing/2014/main" id="{A71FA973-2475-B872-CD57-14B7A2AE8CFD}"/>
                  </a:ext>
                </a:extLst>
              </p:cNvPr>
              <p:cNvSpPr/>
              <p:nvPr/>
            </p:nvSpPr>
            <p:spPr>
              <a:xfrm>
                <a:off x="235504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2" name="ph7083">
                <a:extLst>
                  <a:ext uri="{FF2B5EF4-FFF2-40B4-BE49-F238E27FC236}">
                    <a16:creationId xmlns:a16="http://schemas.microsoft.com/office/drawing/2014/main" id="{72D64236-08F1-81A3-7B2E-38A1397E00AF}"/>
                  </a:ext>
                </a:extLst>
              </p:cNvPr>
              <p:cNvSpPr/>
              <p:nvPr/>
            </p:nvSpPr>
            <p:spPr>
              <a:xfrm>
                <a:off x="236448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3" name="ph7084">
                <a:extLst>
                  <a:ext uri="{FF2B5EF4-FFF2-40B4-BE49-F238E27FC236}">
                    <a16:creationId xmlns:a16="http://schemas.microsoft.com/office/drawing/2014/main" id="{B14B1FD1-EAE5-BA1C-D79A-9BB40B645E45}"/>
                  </a:ext>
                </a:extLst>
              </p:cNvPr>
              <p:cNvSpPr/>
              <p:nvPr/>
            </p:nvSpPr>
            <p:spPr>
              <a:xfrm>
                <a:off x="237392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4" name="ph7085">
                <a:extLst>
                  <a:ext uri="{FF2B5EF4-FFF2-40B4-BE49-F238E27FC236}">
                    <a16:creationId xmlns:a16="http://schemas.microsoft.com/office/drawing/2014/main" id="{8AE16DB4-5AA8-962A-D304-24D6F3946D0A}"/>
                  </a:ext>
                </a:extLst>
              </p:cNvPr>
              <p:cNvSpPr/>
              <p:nvPr/>
            </p:nvSpPr>
            <p:spPr>
              <a:xfrm>
                <a:off x="238336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5" name="ph7086">
                <a:extLst>
                  <a:ext uri="{FF2B5EF4-FFF2-40B4-BE49-F238E27FC236}">
                    <a16:creationId xmlns:a16="http://schemas.microsoft.com/office/drawing/2014/main" id="{4E58C83C-4328-2B5A-65F9-6FE9170A1793}"/>
                  </a:ext>
                </a:extLst>
              </p:cNvPr>
              <p:cNvSpPr/>
              <p:nvPr/>
            </p:nvSpPr>
            <p:spPr>
              <a:xfrm>
                <a:off x="239280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6" name="ph7087">
                <a:extLst>
                  <a:ext uri="{FF2B5EF4-FFF2-40B4-BE49-F238E27FC236}">
                    <a16:creationId xmlns:a16="http://schemas.microsoft.com/office/drawing/2014/main" id="{29DD6DD9-9368-5E54-2085-53376AC3C22A}"/>
                  </a:ext>
                </a:extLst>
              </p:cNvPr>
              <p:cNvSpPr/>
              <p:nvPr/>
            </p:nvSpPr>
            <p:spPr>
              <a:xfrm>
                <a:off x="240224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7" name="ph7088">
                <a:extLst>
                  <a:ext uri="{FF2B5EF4-FFF2-40B4-BE49-F238E27FC236}">
                    <a16:creationId xmlns:a16="http://schemas.microsoft.com/office/drawing/2014/main" id="{B5B155FD-A12A-A104-53C0-635C3AA4014B}"/>
                  </a:ext>
                </a:extLst>
              </p:cNvPr>
              <p:cNvSpPr/>
              <p:nvPr/>
            </p:nvSpPr>
            <p:spPr>
              <a:xfrm>
                <a:off x="2411688" y="1236593"/>
                <a:ext cx="92191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1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036" y="896830"/>
                    </a:lnTo>
                    <a:lnTo>
                      <a:pt x="917199" y="899899"/>
                    </a:lnTo>
                    <a:lnTo>
                      <a:pt x="920287" y="909003"/>
                    </a:lnTo>
                    <a:lnTo>
                      <a:pt x="921917" y="914400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8" name="ph7089">
                <a:extLst>
                  <a:ext uri="{FF2B5EF4-FFF2-40B4-BE49-F238E27FC236}">
                    <a16:creationId xmlns:a16="http://schemas.microsoft.com/office/drawing/2014/main" id="{8F9BB407-C879-B869-10BD-55936D802F60}"/>
                  </a:ext>
                </a:extLst>
              </p:cNvPr>
              <p:cNvSpPr/>
              <p:nvPr/>
            </p:nvSpPr>
            <p:spPr>
              <a:xfrm>
                <a:off x="3421794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759" y="914400"/>
                    </a:lnTo>
                    <a:lnTo>
                      <a:pt x="914400" y="912952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9" name="ph7090">
                <a:extLst>
                  <a:ext uri="{FF2B5EF4-FFF2-40B4-BE49-F238E27FC236}">
                    <a16:creationId xmlns:a16="http://schemas.microsoft.com/office/drawing/2014/main" id="{16B04384-BABF-A3D7-78AB-74542CF31B43}"/>
                  </a:ext>
                </a:extLst>
              </p:cNvPr>
              <p:cNvSpPr/>
              <p:nvPr/>
            </p:nvSpPr>
            <p:spPr>
              <a:xfrm>
                <a:off x="3431234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952"/>
                    </a:lnTo>
                    <a:lnTo>
                      <a:pt x="907471" y="910736"/>
                    </a:lnTo>
                    <a:lnTo>
                      <a:pt x="912734" y="906681"/>
                    </a:lnTo>
                    <a:lnTo>
                      <a:pt x="914400" y="905577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0" name="ph7091">
                <a:extLst>
                  <a:ext uri="{FF2B5EF4-FFF2-40B4-BE49-F238E27FC236}">
                    <a16:creationId xmlns:a16="http://schemas.microsoft.com/office/drawing/2014/main" id="{7D07200C-48A6-7EAD-73C7-61527B708372}"/>
                  </a:ext>
                </a:extLst>
              </p:cNvPr>
              <p:cNvSpPr/>
              <p:nvPr/>
            </p:nvSpPr>
            <p:spPr>
              <a:xfrm>
                <a:off x="3440674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577"/>
                    </a:lnTo>
                    <a:lnTo>
                      <a:pt x="908660" y="903125"/>
                    </a:lnTo>
                    <a:lnTo>
                      <a:pt x="914115" y="900074"/>
                    </a:lnTo>
                    <a:lnTo>
                      <a:pt x="914400" y="89993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1" name="ph7092">
                <a:extLst>
                  <a:ext uri="{FF2B5EF4-FFF2-40B4-BE49-F238E27FC236}">
                    <a16:creationId xmlns:a16="http://schemas.microsoft.com/office/drawing/2014/main" id="{20615141-937E-65F7-7E0B-B5C6F799FE9C}"/>
                  </a:ext>
                </a:extLst>
              </p:cNvPr>
              <p:cNvSpPr/>
              <p:nvPr/>
            </p:nvSpPr>
            <p:spPr>
              <a:xfrm>
                <a:off x="3450115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499"/>
                    </a:lnTo>
                    <a:lnTo>
                      <a:pt x="911055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2" name="ph7093">
                <a:extLst>
                  <a:ext uri="{FF2B5EF4-FFF2-40B4-BE49-F238E27FC236}">
                    <a16:creationId xmlns:a16="http://schemas.microsoft.com/office/drawing/2014/main" id="{0AD60C66-89D2-411A-33B8-7A82E7EDB84C}"/>
                  </a:ext>
                </a:extLst>
              </p:cNvPr>
              <p:cNvSpPr/>
              <p:nvPr/>
            </p:nvSpPr>
            <p:spPr>
              <a:xfrm>
                <a:off x="345011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3" name="ph7094">
                <a:extLst>
                  <a:ext uri="{FF2B5EF4-FFF2-40B4-BE49-F238E27FC236}">
                    <a16:creationId xmlns:a16="http://schemas.microsoft.com/office/drawing/2014/main" id="{052B7E56-9986-8DCF-D10E-87BB0CC81671}"/>
                  </a:ext>
                </a:extLst>
              </p:cNvPr>
              <p:cNvSpPr/>
              <p:nvPr/>
            </p:nvSpPr>
            <p:spPr>
              <a:xfrm>
                <a:off x="345955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4" name="ph7095">
                <a:extLst>
                  <a:ext uri="{FF2B5EF4-FFF2-40B4-BE49-F238E27FC236}">
                    <a16:creationId xmlns:a16="http://schemas.microsoft.com/office/drawing/2014/main" id="{E5B0539C-AA57-C2A3-6ED4-CC891EB32BAA}"/>
                  </a:ext>
                </a:extLst>
              </p:cNvPr>
              <p:cNvSpPr/>
              <p:nvPr/>
            </p:nvSpPr>
            <p:spPr>
              <a:xfrm>
                <a:off x="346899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5" name="ph7096">
                <a:extLst>
                  <a:ext uri="{FF2B5EF4-FFF2-40B4-BE49-F238E27FC236}">
                    <a16:creationId xmlns:a16="http://schemas.microsoft.com/office/drawing/2014/main" id="{C6EE88A0-1EBD-92A7-00B1-693A50C7D5AA}"/>
                  </a:ext>
                </a:extLst>
              </p:cNvPr>
              <p:cNvSpPr/>
              <p:nvPr/>
            </p:nvSpPr>
            <p:spPr>
              <a:xfrm>
                <a:off x="347843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6" name="ph7097">
                <a:extLst>
                  <a:ext uri="{FF2B5EF4-FFF2-40B4-BE49-F238E27FC236}">
                    <a16:creationId xmlns:a16="http://schemas.microsoft.com/office/drawing/2014/main" id="{1C6FC0CA-B38B-5C9A-2477-DF904A6E7EEF}"/>
                  </a:ext>
                </a:extLst>
              </p:cNvPr>
              <p:cNvSpPr/>
              <p:nvPr/>
            </p:nvSpPr>
            <p:spPr>
              <a:xfrm>
                <a:off x="348787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7" name="ph7098">
                <a:extLst>
                  <a:ext uri="{FF2B5EF4-FFF2-40B4-BE49-F238E27FC236}">
                    <a16:creationId xmlns:a16="http://schemas.microsoft.com/office/drawing/2014/main" id="{B198DFC4-2F6E-CBD9-1C2F-F8FFE0D291CC}"/>
                  </a:ext>
                </a:extLst>
              </p:cNvPr>
              <p:cNvSpPr/>
              <p:nvPr/>
            </p:nvSpPr>
            <p:spPr>
              <a:xfrm>
                <a:off x="349731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8" name="ph7099">
                <a:extLst>
                  <a:ext uri="{FF2B5EF4-FFF2-40B4-BE49-F238E27FC236}">
                    <a16:creationId xmlns:a16="http://schemas.microsoft.com/office/drawing/2014/main" id="{99BD590C-3E6F-8ACC-0F3F-4E70132C89CF}"/>
                  </a:ext>
                </a:extLst>
              </p:cNvPr>
              <p:cNvSpPr/>
              <p:nvPr/>
            </p:nvSpPr>
            <p:spPr>
              <a:xfrm>
                <a:off x="350675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9" name="ph7100">
                <a:extLst>
                  <a:ext uri="{FF2B5EF4-FFF2-40B4-BE49-F238E27FC236}">
                    <a16:creationId xmlns:a16="http://schemas.microsoft.com/office/drawing/2014/main" id="{F54C756C-6425-454F-5BEA-61E0C1E7AA13}"/>
                  </a:ext>
                </a:extLst>
              </p:cNvPr>
              <p:cNvSpPr/>
              <p:nvPr/>
            </p:nvSpPr>
            <p:spPr>
              <a:xfrm>
                <a:off x="351619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0" name="ph7101">
                <a:extLst>
                  <a:ext uri="{FF2B5EF4-FFF2-40B4-BE49-F238E27FC236}">
                    <a16:creationId xmlns:a16="http://schemas.microsoft.com/office/drawing/2014/main" id="{2A6F59ED-7915-56BF-85BA-4028DDB0AC4D}"/>
                  </a:ext>
                </a:extLst>
              </p:cNvPr>
              <p:cNvSpPr/>
              <p:nvPr/>
            </p:nvSpPr>
            <p:spPr>
              <a:xfrm>
                <a:off x="352563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1" name="ph7102">
                <a:extLst>
                  <a:ext uri="{FF2B5EF4-FFF2-40B4-BE49-F238E27FC236}">
                    <a16:creationId xmlns:a16="http://schemas.microsoft.com/office/drawing/2014/main" id="{AEBD0A3D-D62B-EEA2-A356-31035C26900C}"/>
                  </a:ext>
                </a:extLst>
              </p:cNvPr>
              <p:cNvSpPr/>
              <p:nvPr/>
            </p:nvSpPr>
            <p:spPr>
              <a:xfrm>
                <a:off x="353507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2" name="ph7103">
                <a:extLst>
                  <a:ext uri="{FF2B5EF4-FFF2-40B4-BE49-F238E27FC236}">
                    <a16:creationId xmlns:a16="http://schemas.microsoft.com/office/drawing/2014/main" id="{5839DCA4-9AD9-1B1E-DE50-59C99958AC8A}"/>
                  </a:ext>
                </a:extLst>
              </p:cNvPr>
              <p:cNvSpPr/>
              <p:nvPr/>
            </p:nvSpPr>
            <p:spPr>
              <a:xfrm>
                <a:off x="354451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3" name="ph7104">
                <a:extLst>
                  <a:ext uri="{FF2B5EF4-FFF2-40B4-BE49-F238E27FC236}">
                    <a16:creationId xmlns:a16="http://schemas.microsoft.com/office/drawing/2014/main" id="{25E90730-FE3D-794E-D887-EDD752455D44}"/>
                  </a:ext>
                </a:extLst>
              </p:cNvPr>
              <p:cNvSpPr/>
              <p:nvPr/>
            </p:nvSpPr>
            <p:spPr>
              <a:xfrm>
                <a:off x="355395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4" name="ph7105">
                <a:extLst>
                  <a:ext uri="{FF2B5EF4-FFF2-40B4-BE49-F238E27FC236}">
                    <a16:creationId xmlns:a16="http://schemas.microsoft.com/office/drawing/2014/main" id="{1AC541CD-F0DD-1766-B470-858AC851CF07}"/>
                  </a:ext>
                </a:extLst>
              </p:cNvPr>
              <p:cNvSpPr/>
              <p:nvPr/>
            </p:nvSpPr>
            <p:spPr>
              <a:xfrm>
                <a:off x="356339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5" name="ph7106">
                <a:extLst>
                  <a:ext uri="{FF2B5EF4-FFF2-40B4-BE49-F238E27FC236}">
                    <a16:creationId xmlns:a16="http://schemas.microsoft.com/office/drawing/2014/main" id="{4255BE6D-8DAE-AB3D-2FE0-AC5B919F1B0B}"/>
                  </a:ext>
                </a:extLst>
              </p:cNvPr>
              <p:cNvSpPr/>
              <p:nvPr/>
            </p:nvSpPr>
            <p:spPr>
              <a:xfrm>
                <a:off x="357283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6" name="ph7107">
                <a:extLst>
                  <a:ext uri="{FF2B5EF4-FFF2-40B4-BE49-F238E27FC236}">
                    <a16:creationId xmlns:a16="http://schemas.microsoft.com/office/drawing/2014/main" id="{AB674DBB-DE2B-229E-0B2E-F61B53AC6A3A}"/>
                  </a:ext>
                </a:extLst>
              </p:cNvPr>
              <p:cNvSpPr/>
              <p:nvPr/>
            </p:nvSpPr>
            <p:spPr>
              <a:xfrm>
                <a:off x="358227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7" name="ph7108">
                <a:extLst>
                  <a:ext uri="{FF2B5EF4-FFF2-40B4-BE49-F238E27FC236}">
                    <a16:creationId xmlns:a16="http://schemas.microsoft.com/office/drawing/2014/main" id="{AC9D95B1-7A0A-27BD-23E4-5961D2EF660C}"/>
                  </a:ext>
                </a:extLst>
              </p:cNvPr>
              <p:cNvSpPr/>
              <p:nvPr/>
            </p:nvSpPr>
            <p:spPr>
              <a:xfrm>
                <a:off x="359171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8" name="ph7109">
                <a:extLst>
                  <a:ext uri="{FF2B5EF4-FFF2-40B4-BE49-F238E27FC236}">
                    <a16:creationId xmlns:a16="http://schemas.microsoft.com/office/drawing/2014/main" id="{BB06BA10-EA99-81A1-C61C-A2E33FB6FC07}"/>
                  </a:ext>
                </a:extLst>
              </p:cNvPr>
              <p:cNvSpPr/>
              <p:nvPr/>
            </p:nvSpPr>
            <p:spPr>
              <a:xfrm>
                <a:off x="360115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9" name="ph7110">
                <a:extLst>
                  <a:ext uri="{FF2B5EF4-FFF2-40B4-BE49-F238E27FC236}">
                    <a16:creationId xmlns:a16="http://schemas.microsoft.com/office/drawing/2014/main" id="{0BD5193E-0106-A323-6F83-E25515F31B80}"/>
                  </a:ext>
                </a:extLst>
              </p:cNvPr>
              <p:cNvSpPr/>
              <p:nvPr/>
            </p:nvSpPr>
            <p:spPr>
              <a:xfrm>
                <a:off x="361059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0" name="ph7111">
                <a:extLst>
                  <a:ext uri="{FF2B5EF4-FFF2-40B4-BE49-F238E27FC236}">
                    <a16:creationId xmlns:a16="http://schemas.microsoft.com/office/drawing/2014/main" id="{710516FF-39A2-3EB6-496D-8D6A1E3223A9}"/>
                  </a:ext>
                </a:extLst>
              </p:cNvPr>
              <p:cNvSpPr/>
              <p:nvPr/>
            </p:nvSpPr>
            <p:spPr>
              <a:xfrm>
                <a:off x="362003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1" name="ph7112">
                <a:extLst>
                  <a:ext uri="{FF2B5EF4-FFF2-40B4-BE49-F238E27FC236}">
                    <a16:creationId xmlns:a16="http://schemas.microsoft.com/office/drawing/2014/main" id="{76E0342A-F9F1-A5F6-68DD-2FA21EFC9A24}"/>
                  </a:ext>
                </a:extLst>
              </p:cNvPr>
              <p:cNvSpPr/>
              <p:nvPr/>
            </p:nvSpPr>
            <p:spPr>
              <a:xfrm>
                <a:off x="362947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2" name="ph7113">
                <a:extLst>
                  <a:ext uri="{FF2B5EF4-FFF2-40B4-BE49-F238E27FC236}">
                    <a16:creationId xmlns:a16="http://schemas.microsoft.com/office/drawing/2014/main" id="{C816191F-90A7-5676-65B3-4A95E60B052F}"/>
                  </a:ext>
                </a:extLst>
              </p:cNvPr>
              <p:cNvSpPr/>
              <p:nvPr/>
            </p:nvSpPr>
            <p:spPr>
              <a:xfrm>
                <a:off x="363891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3" name="ph7114">
                <a:extLst>
                  <a:ext uri="{FF2B5EF4-FFF2-40B4-BE49-F238E27FC236}">
                    <a16:creationId xmlns:a16="http://schemas.microsoft.com/office/drawing/2014/main" id="{35E9B33B-FC5E-6BD3-C79C-674493B018D8}"/>
                  </a:ext>
                </a:extLst>
              </p:cNvPr>
              <p:cNvSpPr/>
              <p:nvPr/>
            </p:nvSpPr>
            <p:spPr>
              <a:xfrm>
                <a:off x="364836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4" name="ph7115">
                <a:extLst>
                  <a:ext uri="{FF2B5EF4-FFF2-40B4-BE49-F238E27FC236}">
                    <a16:creationId xmlns:a16="http://schemas.microsoft.com/office/drawing/2014/main" id="{6670F276-C050-7E71-1E20-FFA4DAC03201}"/>
                  </a:ext>
                </a:extLst>
              </p:cNvPr>
              <p:cNvSpPr/>
              <p:nvPr/>
            </p:nvSpPr>
            <p:spPr>
              <a:xfrm>
                <a:off x="365780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5" name="ph7116">
                <a:extLst>
                  <a:ext uri="{FF2B5EF4-FFF2-40B4-BE49-F238E27FC236}">
                    <a16:creationId xmlns:a16="http://schemas.microsoft.com/office/drawing/2014/main" id="{71538B86-C92F-FA77-21A3-5C0B6CEB012C}"/>
                  </a:ext>
                </a:extLst>
              </p:cNvPr>
              <p:cNvSpPr/>
              <p:nvPr/>
            </p:nvSpPr>
            <p:spPr>
              <a:xfrm>
                <a:off x="366724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6" name="ph7117">
                <a:extLst>
                  <a:ext uri="{FF2B5EF4-FFF2-40B4-BE49-F238E27FC236}">
                    <a16:creationId xmlns:a16="http://schemas.microsoft.com/office/drawing/2014/main" id="{1D074C42-3649-E693-E06C-F88F8703EC6F}"/>
                  </a:ext>
                </a:extLst>
              </p:cNvPr>
              <p:cNvSpPr/>
              <p:nvPr/>
            </p:nvSpPr>
            <p:spPr>
              <a:xfrm>
                <a:off x="367668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7" name="ph7118">
                <a:extLst>
                  <a:ext uri="{FF2B5EF4-FFF2-40B4-BE49-F238E27FC236}">
                    <a16:creationId xmlns:a16="http://schemas.microsoft.com/office/drawing/2014/main" id="{BDA9343D-4A03-3E1D-1640-A6F0BBA59B30}"/>
                  </a:ext>
                </a:extLst>
              </p:cNvPr>
              <p:cNvSpPr/>
              <p:nvPr/>
            </p:nvSpPr>
            <p:spPr>
              <a:xfrm>
                <a:off x="368612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8" name="ph7119">
                <a:extLst>
                  <a:ext uri="{FF2B5EF4-FFF2-40B4-BE49-F238E27FC236}">
                    <a16:creationId xmlns:a16="http://schemas.microsoft.com/office/drawing/2014/main" id="{17E2DE2A-A26B-1A59-8261-D5560B43A821}"/>
                  </a:ext>
                </a:extLst>
              </p:cNvPr>
              <p:cNvSpPr/>
              <p:nvPr/>
            </p:nvSpPr>
            <p:spPr>
              <a:xfrm>
                <a:off x="369556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9" name="ph7120">
                <a:extLst>
                  <a:ext uri="{FF2B5EF4-FFF2-40B4-BE49-F238E27FC236}">
                    <a16:creationId xmlns:a16="http://schemas.microsoft.com/office/drawing/2014/main" id="{D2DE358C-F116-1A0E-337B-EB47BD137566}"/>
                  </a:ext>
                </a:extLst>
              </p:cNvPr>
              <p:cNvSpPr/>
              <p:nvPr/>
            </p:nvSpPr>
            <p:spPr>
              <a:xfrm>
                <a:off x="370500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0" name="ph7121">
                <a:extLst>
                  <a:ext uri="{FF2B5EF4-FFF2-40B4-BE49-F238E27FC236}">
                    <a16:creationId xmlns:a16="http://schemas.microsoft.com/office/drawing/2014/main" id="{ED09D6B3-662B-0A87-8584-4C7143B6A085}"/>
                  </a:ext>
                </a:extLst>
              </p:cNvPr>
              <p:cNvSpPr/>
              <p:nvPr/>
            </p:nvSpPr>
            <p:spPr>
              <a:xfrm>
                <a:off x="371444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1" name="ph7122">
                <a:extLst>
                  <a:ext uri="{FF2B5EF4-FFF2-40B4-BE49-F238E27FC236}">
                    <a16:creationId xmlns:a16="http://schemas.microsoft.com/office/drawing/2014/main" id="{621129A0-512D-6C12-2F58-F0DB96384415}"/>
                  </a:ext>
                </a:extLst>
              </p:cNvPr>
              <p:cNvSpPr/>
              <p:nvPr/>
            </p:nvSpPr>
            <p:spPr>
              <a:xfrm>
                <a:off x="372388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2" name="ph7123">
                <a:extLst>
                  <a:ext uri="{FF2B5EF4-FFF2-40B4-BE49-F238E27FC236}">
                    <a16:creationId xmlns:a16="http://schemas.microsoft.com/office/drawing/2014/main" id="{8F9A3426-766C-3E4A-A3A0-745713D5ADC3}"/>
                  </a:ext>
                </a:extLst>
              </p:cNvPr>
              <p:cNvSpPr/>
              <p:nvPr/>
            </p:nvSpPr>
            <p:spPr>
              <a:xfrm>
                <a:off x="373332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3" name="ph7124">
                <a:extLst>
                  <a:ext uri="{FF2B5EF4-FFF2-40B4-BE49-F238E27FC236}">
                    <a16:creationId xmlns:a16="http://schemas.microsoft.com/office/drawing/2014/main" id="{74F9674E-9789-B750-6C3F-0139F1B40222}"/>
                  </a:ext>
                </a:extLst>
              </p:cNvPr>
              <p:cNvSpPr/>
              <p:nvPr/>
            </p:nvSpPr>
            <p:spPr>
              <a:xfrm>
                <a:off x="374276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4" name="ph7125">
                <a:extLst>
                  <a:ext uri="{FF2B5EF4-FFF2-40B4-BE49-F238E27FC236}">
                    <a16:creationId xmlns:a16="http://schemas.microsoft.com/office/drawing/2014/main" id="{E752B9A1-38FB-D0FD-9610-AA5DBFB9192E}"/>
                  </a:ext>
                </a:extLst>
              </p:cNvPr>
              <p:cNvSpPr/>
              <p:nvPr/>
            </p:nvSpPr>
            <p:spPr>
              <a:xfrm>
                <a:off x="375220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5" name="ph7126">
                <a:extLst>
                  <a:ext uri="{FF2B5EF4-FFF2-40B4-BE49-F238E27FC236}">
                    <a16:creationId xmlns:a16="http://schemas.microsoft.com/office/drawing/2014/main" id="{31971DA5-37CE-38C9-EBEC-747C97CED306}"/>
                  </a:ext>
                </a:extLst>
              </p:cNvPr>
              <p:cNvSpPr/>
              <p:nvPr/>
            </p:nvSpPr>
            <p:spPr>
              <a:xfrm>
                <a:off x="376164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6" name="ph7127">
                <a:extLst>
                  <a:ext uri="{FF2B5EF4-FFF2-40B4-BE49-F238E27FC236}">
                    <a16:creationId xmlns:a16="http://schemas.microsoft.com/office/drawing/2014/main" id="{5CF958BE-9903-3D08-9D74-E2FE9DBCC51F}"/>
                  </a:ext>
                </a:extLst>
              </p:cNvPr>
              <p:cNvSpPr/>
              <p:nvPr/>
            </p:nvSpPr>
            <p:spPr>
              <a:xfrm>
                <a:off x="377108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7" name="ph7128">
                <a:extLst>
                  <a:ext uri="{FF2B5EF4-FFF2-40B4-BE49-F238E27FC236}">
                    <a16:creationId xmlns:a16="http://schemas.microsoft.com/office/drawing/2014/main" id="{F454EB34-D8AF-7FBF-DD8C-664C6779B245}"/>
                  </a:ext>
                </a:extLst>
              </p:cNvPr>
              <p:cNvSpPr/>
              <p:nvPr/>
            </p:nvSpPr>
            <p:spPr>
              <a:xfrm>
                <a:off x="378052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8" name="ph7129">
                <a:extLst>
                  <a:ext uri="{FF2B5EF4-FFF2-40B4-BE49-F238E27FC236}">
                    <a16:creationId xmlns:a16="http://schemas.microsoft.com/office/drawing/2014/main" id="{C0475EAE-506E-FB8C-7256-50C8B906F96C}"/>
                  </a:ext>
                </a:extLst>
              </p:cNvPr>
              <p:cNvSpPr/>
              <p:nvPr/>
            </p:nvSpPr>
            <p:spPr>
              <a:xfrm>
                <a:off x="378996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9" name="ph7130">
                <a:extLst>
                  <a:ext uri="{FF2B5EF4-FFF2-40B4-BE49-F238E27FC236}">
                    <a16:creationId xmlns:a16="http://schemas.microsoft.com/office/drawing/2014/main" id="{C8E477FC-9649-48E3-D50A-6342E979C5EE}"/>
                  </a:ext>
                </a:extLst>
              </p:cNvPr>
              <p:cNvSpPr/>
              <p:nvPr/>
            </p:nvSpPr>
            <p:spPr>
              <a:xfrm>
                <a:off x="379940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0" name="ph7131">
                <a:extLst>
                  <a:ext uri="{FF2B5EF4-FFF2-40B4-BE49-F238E27FC236}">
                    <a16:creationId xmlns:a16="http://schemas.microsoft.com/office/drawing/2014/main" id="{FAE34C33-681B-EC59-4438-BE9D4C0435BA}"/>
                  </a:ext>
                </a:extLst>
              </p:cNvPr>
              <p:cNvSpPr/>
              <p:nvPr/>
            </p:nvSpPr>
            <p:spPr>
              <a:xfrm>
                <a:off x="380884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1" name="ph7132">
                <a:extLst>
                  <a:ext uri="{FF2B5EF4-FFF2-40B4-BE49-F238E27FC236}">
                    <a16:creationId xmlns:a16="http://schemas.microsoft.com/office/drawing/2014/main" id="{76162B7C-1516-ACD0-135B-138C689848E1}"/>
                  </a:ext>
                </a:extLst>
              </p:cNvPr>
              <p:cNvSpPr/>
              <p:nvPr/>
            </p:nvSpPr>
            <p:spPr>
              <a:xfrm>
                <a:off x="381828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2" name="ph7133">
                <a:extLst>
                  <a:ext uri="{FF2B5EF4-FFF2-40B4-BE49-F238E27FC236}">
                    <a16:creationId xmlns:a16="http://schemas.microsoft.com/office/drawing/2014/main" id="{7D635A2F-B997-5227-A9C3-236608812AEE}"/>
                  </a:ext>
                </a:extLst>
              </p:cNvPr>
              <p:cNvSpPr/>
              <p:nvPr/>
            </p:nvSpPr>
            <p:spPr>
              <a:xfrm>
                <a:off x="382772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3" name="ph7134">
                <a:extLst>
                  <a:ext uri="{FF2B5EF4-FFF2-40B4-BE49-F238E27FC236}">
                    <a16:creationId xmlns:a16="http://schemas.microsoft.com/office/drawing/2014/main" id="{93EB8E6A-055A-618B-647E-0EB9EE032754}"/>
                  </a:ext>
                </a:extLst>
              </p:cNvPr>
              <p:cNvSpPr/>
              <p:nvPr/>
            </p:nvSpPr>
            <p:spPr>
              <a:xfrm>
                <a:off x="3837165" y="123659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45"/>
                    </a:lnTo>
                    <a:lnTo>
                      <a:pt x="923775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4" name="ph7135">
                <a:extLst>
                  <a:ext uri="{FF2B5EF4-FFF2-40B4-BE49-F238E27FC236}">
                    <a16:creationId xmlns:a16="http://schemas.microsoft.com/office/drawing/2014/main" id="{5E1D96AA-8299-6EC0-E243-77623D87A34F}"/>
                  </a:ext>
                </a:extLst>
              </p:cNvPr>
              <p:cNvSpPr/>
              <p:nvPr/>
            </p:nvSpPr>
            <p:spPr>
              <a:xfrm>
                <a:off x="3846605" y="1219023"/>
                <a:ext cx="920718" cy="931814"/>
              </a:xfrm>
              <a:custGeom>
                <a:avLst/>
                <a:gdLst/>
                <a:ahLst/>
                <a:cxnLst/>
                <a:rect l="0" t="0" r="0" b="0"/>
                <a:pathLst>
                  <a:path w="920718" h="931814">
                    <a:moveTo>
                      <a:pt x="914400" y="914400"/>
                    </a:moveTo>
                    <a:lnTo>
                      <a:pt x="920718" y="914400"/>
                    </a:lnTo>
                    <a:lnTo>
                      <a:pt x="918283" y="921638"/>
                    </a:lnTo>
                    <a:lnTo>
                      <a:pt x="914920" y="930573"/>
                    </a:lnTo>
                    <a:lnTo>
                      <a:pt x="914400" y="931814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5" name="ph7136">
                <a:extLst>
                  <a:ext uri="{FF2B5EF4-FFF2-40B4-BE49-F238E27FC236}">
                    <a16:creationId xmlns:a16="http://schemas.microsoft.com/office/drawing/2014/main" id="{F4FF477C-AF07-64E3-B8FC-29FB6E8A8E2F}"/>
                  </a:ext>
                </a:extLst>
              </p:cNvPr>
              <p:cNvSpPr/>
              <p:nvPr/>
            </p:nvSpPr>
            <p:spPr>
              <a:xfrm>
                <a:off x="2052959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12" y="931969"/>
                    </a:lnTo>
                    <a:lnTo>
                      <a:pt x="905803" y="923225"/>
                    </a:lnTo>
                    <a:lnTo>
                      <a:pt x="905340" y="914400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6" name="ph7137">
                <a:extLst>
                  <a:ext uri="{FF2B5EF4-FFF2-40B4-BE49-F238E27FC236}">
                    <a16:creationId xmlns:a16="http://schemas.microsoft.com/office/drawing/2014/main" id="{0FDC1936-200D-2C40-7640-34A61E7D6C5F}"/>
                  </a:ext>
                </a:extLst>
              </p:cNvPr>
              <p:cNvSpPr/>
              <p:nvPr/>
            </p:nvSpPr>
            <p:spPr>
              <a:xfrm>
                <a:off x="205295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7" name="ph7138">
                <a:extLst>
                  <a:ext uri="{FF2B5EF4-FFF2-40B4-BE49-F238E27FC236}">
                    <a16:creationId xmlns:a16="http://schemas.microsoft.com/office/drawing/2014/main" id="{83D5FD8C-3AA4-2B8D-B78A-9062CD072FFA}"/>
                  </a:ext>
                </a:extLst>
              </p:cNvPr>
              <p:cNvSpPr/>
              <p:nvPr/>
            </p:nvSpPr>
            <p:spPr>
              <a:xfrm>
                <a:off x="206239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8" name="ph7139">
                <a:extLst>
                  <a:ext uri="{FF2B5EF4-FFF2-40B4-BE49-F238E27FC236}">
                    <a16:creationId xmlns:a16="http://schemas.microsoft.com/office/drawing/2014/main" id="{FEB0801C-1C8C-A3B3-F69E-2B050EE1D4D8}"/>
                  </a:ext>
                </a:extLst>
              </p:cNvPr>
              <p:cNvSpPr/>
              <p:nvPr/>
            </p:nvSpPr>
            <p:spPr>
              <a:xfrm>
                <a:off x="207184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9" name="ph7140">
                <a:extLst>
                  <a:ext uri="{FF2B5EF4-FFF2-40B4-BE49-F238E27FC236}">
                    <a16:creationId xmlns:a16="http://schemas.microsoft.com/office/drawing/2014/main" id="{A46E68D7-0E5A-103A-5B04-A07817D6D086}"/>
                  </a:ext>
                </a:extLst>
              </p:cNvPr>
              <p:cNvSpPr/>
              <p:nvPr/>
            </p:nvSpPr>
            <p:spPr>
              <a:xfrm>
                <a:off x="208128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0" name="ph7141">
                <a:extLst>
                  <a:ext uri="{FF2B5EF4-FFF2-40B4-BE49-F238E27FC236}">
                    <a16:creationId xmlns:a16="http://schemas.microsoft.com/office/drawing/2014/main" id="{AC9C9727-3ABF-92AC-5812-3CB115CD1290}"/>
                  </a:ext>
                </a:extLst>
              </p:cNvPr>
              <p:cNvSpPr/>
              <p:nvPr/>
            </p:nvSpPr>
            <p:spPr>
              <a:xfrm>
                <a:off x="209072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1" name="ph7142">
                <a:extLst>
                  <a:ext uri="{FF2B5EF4-FFF2-40B4-BE49-F238E27FC236}">
                    <a16:creationId xmlns:a16="http://schemas.microsoft.com/office/drawing/2014/main" id="{2A5AE3AE-2BB7-911A-78D3-34BD55FC5779}"/>
                  </a:ext>
                </a:extLst>
              </p:cNvPr>
              <p:cNvSpPr/>
              <p:nvPr/>
            </p:nvSpPr>
            <p:spPr>
              <a:xfrm>
                <a:off x="210016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2" name="ph7143">
                <a:extLst>
                  <a:ext uri="{FF2B5EF4-FFF2-40B4-BE49-F238E27FC236}">
                    <a16:creationId xmlns:a16="http://schemas.microsoft.com/office/drawing/2014/main" id="{D4CED299-7DC8-C5F7-0B45-FFBF0C00146D}"/>
                  </a:ext>
                </a:extLst>
              </p:cNvPr>
              <p:cNvSpPr/>
              <p:nvPr/>
            </p:nvSpPr>
            <p:spPr>
              <a:xfrm>
                <a:off x="210960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3" name="ph7144">
                <a:extLst>
                  <a:ext uri="{FF2B5EF4-FFF2-40B4-BE49-F238E27FC236}">
                    <a16:creationId xmlns:a16="http://schemas.microsoft.com/office/drawing/2014/main" id="{BD96DC1B-C993-5CBC-FD63-AED74A971652}"/>
                  </a:ext>
                </a:extLst>
              </p:cNvPr>
              <p:cNvSpPr/>
              <p:nvPr/>
            </p:nvSpPr>
            <p:spPr>
              <a:xfrm>
                <a:off x="211904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4" name="ph7145">
                <a:extLst>
                  <a:ext uri="{FF2B5EF4-FFF2-40B4-BE49-F238E27FC236}">
                    <a16:creationId xmlns:a16="http://schemas.microsoft.com/office/drawing/2014/main" id="{5A31367F-F407-0BC8-F5F4-616EFBE43BB1}"/>
                  </a:ext>
                </a:extLst>
              </p:cNvPr>
              <p:cNvSpPr/>
              <p:nvPr/>
            </p:nvSpPr>
            <p:spPr>
              <a:xfrm>
                <a:off x="212848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5" name="ph7146">
                <a:extLst>
                  <a:ext uri="{FF2B5EF4-FFF2-40B4-BE49-F238E27FC236}">
                    <a16:creationId xmlns:a16="http://schemas.microsoft.com/office/drawing/2014/main" id="{8C5DAAFD-D928-2F9B-3A00-04B5F9214305}"/>
                  </a:ext>
                </a:extLst>
              </p:cNvPr>
              <p:cNvSpPr/>
              <p:nvPr/>
            </p:nvSpPr>
            <p:spPr>
              <a:xfrm>
                <a:off x="213792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6" name="ph7147">
                <a:extLst>
                  <a:ext uri="{FF2B5EF4-FFF2-40B4-BE49-F238E27FC236}">
                    <a16:creationId xmlns:a16="http://schemas.microsoft.com/office/drawing/2014/main" id="{C4BD2248-598E-2357-D078-D73073476464}"/>
                  </a:ext>
                </a:extLst>
              </p:cNvPr>
              <p:cNvSpPr/>
              <p:nvPr/>
            </p:nvSpPr>
            <p:spPr>
              <a:xfrm>
                <a:off x="214736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7" name="ph7148">
                <a:extLst>
                  <a:ext uri="{FF2B5EF4-FFF2-40B4-BE49-F238E27FC236}">
                    <a16:creationId xmlns:a16="http://schemas.microsoft.com/office/drawing/2014/main" id="{20508383-A7B2-C5B4-F331-D8141B181981}"/>
                  </a:ext>
                </a:extLst>
              </p:cNvPr>
              <p:cNvSpPr/>
              <p:nvPr/>
            </p:nvSpPr>
            <p:spPr>
              <a:xfrm>
                <a:off x="215680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8" name="ph7149">
                <a:extLst>
                  <a:ext uri="{FF2B5EF4-FFF2-40B4-BE49-F238E27FC236}">
                    <a16:creationId xmlns:a16="http://schemas.microsoft.com/office/drawing/2014/main" id="{F5826593-D1F6-9A83-3A7F-D6562D6274D2}"/>
                  </a:ext>
                </a:extLst>
              </p:cNvPr>
              <p:cNvSpPr/>
              <p:nvPr/>
            </p:nvSpPr>
            <p:spPr>
              <a:xfrm>
                <a:off x="216624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9" name="ph7150">
                <a:extLst>
                  <a:ext uri="{FF2B5EF4-FFF2-40B4-BE49-F238E27FC236}">
                    <a16:creationId xmlns:a16="http://schemas.microsoft.com/office/drawing/2014/main" id="{10064D29-26C0-7821-B06F-5B4FA2B1A18E}"/>
                  </a:ext>
                </a:extLst>
              </p:cNvPr>
              <p:cNvSpPr/>
              <p:nvPr/>
            </p:nvSpPr>
            <p:spPr>
              <a:xfrm>
                <a:off x="217568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0" name="ph7151">
                <a:extLst>
                  <a:ext uri="{FF2B5EF4-FFF2-40B4-BE49-F238E27FC236}">
                    <a16:creationId xmlns:a16="http://schemas.microsoft.com/office/drawing/2014/main" id="{11D41033-A2CD-1F4F-6A9B-6A92C9BC0572}"/>
                  </a:ext>
                </a:extLst>
              </p:cNvPr>
              <p:cNvSpPr/>
              <p:nvPr/>
            </p:nvSpPr>
            <p:spPr>
              <a:xfrm>
                <a:off x="218512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1" name="ph7152">
                <a:extLst>
                  <a:ext uri="{FF2B5EF4-FFF2-40B4-BE49-F238E27FC236}">
                    <a16:creationId xmlns:a16="http://schemas.microsoft.com/office/drawing/2014/main" id="{E043E8B1-A90F-4AA3-FC0A-5C462993BD35}"/>
                  </a:ext>
                </a:extLst>
              </p:cNvPr>
              <p:cNvSpPr/>
              <p:nvPr/>
            </p:nvSpPr>
            <p:spPr>
              <a:xfrm>
                <a:off x="219456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2" name="ph7153">
                <a:extLst>
                  <a:ext uri="{FF2B5EF4-FFF2-40B4-BE49-F238E27FC236}">
                    <a16:creationId xmlns:a16="http://schemas.microsoft.com/office/drawing/2014/main" id="{39BAF2CC-F6B2-B7CA-2FB7-858F060565A6}"/>
                  </a:ext>
                </a:extLst>
              </p:cNvPr>
              <p:cNvSpPr/>
              <p:nvPr/>
            </p:nvSpPr>
            <p:spPr>
              <a:xfrm>
                <a:off x="220400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3" name="ph7154">
                <a:extLst>
                  <a:ext uri="{FF2B5EF4-FFF2-40B4-BE49-F238E27FC236}">
                    <a16:creationId xmlns:a16="http://schemas.microsoft.com/office/drawing/2014/main" id="{97C14761-BE41-6FF7-1895-48C14A179325}"/>
                  </a:ext>
                </a:extLst>
              </p:cNvPr>
              <p:cNvSpPr/>
              <p:nvPr/>
            </p:nvSpPr>
            <p:spPr>
              <a:xfrm>
                <a:off x="221344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4" name="ph7155">
                <a:extLst>
                  <a:ext uri="{FF2B5EF4-FFF2-40B4-BE49-F238E27FC236}">
                    <a16:creationId xmlns:a16="http://schemas.microsoft.com/office/drawing/2014/main" id="{901878D2-4592-8102-0C3E-5E23BFE7C8F3}"/>
                  </a:ext>
                </a:extLst>
              </p:cNvPr>
              <p:cNvSpPr/>
              <p:nvPr/>
            </p:nvSpPr>
            <p:spPr>
              <a:xfrm>
                <a:off x="222288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5" name="ph7156">
                <a:extLst>
                  <a:ext uri="{FF2B5EF4-FFF2-40B4-BE49-F238E27FC236}">
                    <a16:creationId xmlns:a16="http://schemas.microsoft.com/office/drawing/2014/main" id="{B8FAAED6-DAB4-345B-C511-FEEBD84BF4A6}"/>
                  </a:ext>
                </a:extLst>
              </p:cNvPr>
              <p:cNvSpPr/>
              <p:nvPr/>
            </p:nvSpPr>
            <p:spPr>
              <a:xfrm>
                <a:off x="223232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6" name="ph7157">
                <a:extLst>
                  <a:ext uri="{FF2B5EF4-FFF2-40B4-BE49-F238E27FC236}">
                    <a16:creationId xmlns:a16="http://schemas.microsoft.com/office/drawing/2014/main" id="{9DFFD746-B97A-7BBD-1A5B-573D8C7EC3EC}"/>
                  </a:ext>
                </a:extLst>
              </p:cNvPr>
              <p:cNvSpPr/>
              <p:nvPr/>
            </p:nvSpPr>
            <p:spPr>
              <a:xfrm>
                <a:off x="224176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7" name="ph7158">
                <a:extLst>
                  <a:ext uri="{FF2B5EF4-FFF2-40B4-BE49-F238E27FC236}">
                    <a16:creationId xmlns:a16="http://schemas.microsoft.com/office/drawing/2014/main" id="{BB8F069A-FDDC-E973-DAF9-1BB00A899559}"/>
                  </a:ext>
                </a:extLst>
              </p:cNvPr>
              <p:cNvSpPr/>
              <p:nvPr/>
            </p:nvSpPr>
            <p:spPr>
              <a:xfrm>
                <a:off x="225120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8" name="ph7159">
                <a:extLst>
                  <a:ext uri="{FF2B5EF4-FFF2-40B4-BE49-F238E27FC236}">
                    <a16:creationId xmlns:a16="http://schemas.microsoft.com/office/drawing/2014/main" id="{8F8C5847-B5C8-5784-5407-83F17F739D4A}"/>
                  </a:ext>
                </a:extLst>
              </p:cNvPr>
              <p:cNvSpPr/>
              <p:nvPr/>
            </p:nvSpPr>
            <p:spPr>
              <a:xfrm>
                <a:off x="226064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9" name="ph7160">
                <a:extLst>
                  <a:ext uri="{FF2B5EF4-FFF2-40B4-BE49-F238E27FC236}">
                    <a16:creationId xmlns:a16="http://schemas.microsoft.com/office/drawing/2014/main" id="{788A04D2-3AF1-F7F7-27A0-83282A0D96BC}"/>
                  </a:ext>
                </a:extLst>
              </p:cNvPr>
              <p:cNvSpPr/>
              <p:nvPr/>
            </p:nvSpPr>
            <p:spPr>
              <a:xfrm>
                <a:off x="227008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0" name="ph7161">
                <a:extLst>
                  <a:ext uri="{FF2B5EF4-FFF2-40B4-BE49-F238E27FC236}">
                    <a16:creationId xmlns:a16="http://schemas.microsoft.com/office/drawing/2014/main" id="{95A12A2C-A6B4-C2B3-48C2-7F1930B720FD}"/>
                  </a:ext>
                </a:extLst>
              </p:cNvPr>
              <p:cNvSpPr/>
              <p:nvPr/>
            </p:nvSpPr>
            <p:spPr>
              <a:xfrm>
                <a:off x="227952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1" name="ph7162">
                <a:extLst>
                  <a:ext uri="{FF2B5EF4-FFF2-40B4-BE49-F238E27FC236}">
                    <a16:creationId xmlns:a16="http://schemas.microsoft.com/office/drawing/2014/main" id="{14B0DDA4-56D8-A107-9E14-4A09E3D2A4D9}"/>
                  </a:ext>
                </a:extLst>
              </p:cNvPr>
              <p:cNvSpPr/>
              <p:nvPr/>
            </p:nvSpPr>
            <p:spPr>
              <a:xfrm>
                <a:off x="228896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2" name="ph7163">
                <a:extLst>
                  <a:ext uri="{FF2B5EF4-FFF2-40B4-BE49-F238E27FC236}">
                    <a16:creationId xmlns:a16="http://schemas.microsoft.com/office/drawing/2014/main" id="{2037A146-6573-D1F9-6EB1-C125B8713605}"/>
                  </a:ext>
                </a:extLst>
              </p:cNvPr>
              <p:cNvSpPr/>
              <p:nvPr/>
            </p:nvSpPr>
            <p:spPr>
              <a:xfrm>
                <a:off x="229840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3" name="ph7164">
                <a:extLst>
                  <a:ext uri="{FF2B5EF4-FFF2-40B4-BE49-F238E27FC236}">
                    <a16:creationId xmlns:a16="http://schemas.microsoft.com/office/drawing/2014/main" id="{A3BE4214-6EF9-3F03-FBF3-E140A77B3432}"/>
                  </a:ext>
                </a:extLst>
              </p:cNvPr>
              <p:cNvSpPr/>
              <p:nvPr/>
            </p:nvSpPr>
            <p:spPr>
              <a:xfrm>
                <a:off x="230784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4" name="ph7165">
                <a:extLst>
                  <a:ext uri="{FF2B5EF4-FFF2-40B4-BE49-F238E27FC236}">
                    <a16:creationId xmlns:a16="http://schemas.microsoft.com/office/drawing/2014/main" id="{0DA51407-475A-5C54-D9E2-2617FD1CC2AC}"/>
                  </a:ext>
                </a:extLst>
              </p:cNvPr>
              <p:cNvSpPr/>
              <p:nvPr/>
            </p:nvSpPr>
            <p:spPr>
              <a:xfrm>
                <a:off x="231728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5" name="ph7166">
                <a:extLst>
                  <a:ext uri="{FF2B5EF4-FFF2-40B4-BE49-F238E27FC236}">
                    <a16:creationId xmlns:a16="http://schemas.microsoft.com/office/drawing/2014/main" id="{472D66FE-9599-AEC8-C202-FC52345405D4}"/>
                  </a:ext>
                </a:extLst>
              </p:cNvPr>
              <p:cNvSpPr/>
              <p:nvPr/>
            </p:nvSpPr>
            <p:spPr>
              <a:xfrm>
                <a:off x="232672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6" name="ph7167">
                <a:extLst>
                  <a:ext uri="{FF2B5EF4-FFF2-40B4-BE49-F238E27FC236}">
                    <a16:creationId xmlns:a16="http://schemas.microsoft.com/office/drawing/2014/main" id="{23873556-FEA1-CF29-7D1C-B61A532E4842}"/>
                  </a:ext>
                </a:extLst>
              </p:cNvPr>
              <p:cNvSpPr/>
              <p:nvPr/>
            </p:nvSpPr>
            <p:spPr>
              <a:xfrm>
                <a:off x="233616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7" name="ph7168">
                <a:extLst>
                  <a:ext uri="{FF2B5EF4-FFF2-40B4-BE49-F238E27FC236}">
                    <a16:creationId xmlns:a16="http://schemas.microsoft.com/office/drawing/2014/main" id="{269DF418-C07E-AF2F-52D9-159DBF9C1D34}"/>
                  </a:ext>
                </a:extLst>
              </p:cNvPr>
              <p:cNvSpPr/>
              <p:nvPr/>
            </p:nvSpPr>
            <p:spPr>
              <a:xfrm>
                <a:off x="234560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8" name="ph7169">
                <a:extLst>
                  <a:ext uri="{FF2B5EF4-FFF2-40B4-BE49-F238E27FC236}">
                    <a16:creationId xmlns:a16="http://schemas.microsoft.com/office/drawing/2014/main" id="{8CCD4597-1052-419F-EF7A-871CC7722415}"/>
                  </a:ext>
                </a:extLst>
              </p:cNvPr>
              <p:cNvSpPr/>
              <p:nvPr/>
            </p:nvSpPr>
            <p:spPr>
              <a:xfrm>
                <a:off x="235504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9" name="ph7170">
                <a:extLst>
                  <a:ext uri="{FF2B5EF4-FFF2-40B4-BE49-F238E27FC236}">
                    <a16:creationId xmlns:a16="http://schemas.microsoft.com/office/drawing/2014/main" id="{590F673C-B8EE-7304-0E59-33562CE2E610}"/>
                  </a:ext>
                </a:extLst>
              </p:cNvPr>
              <p:cNvSpPr/>
              <p:nvPr/>
            </p:nvSpPr>
            <p:spPr>
              <a:xfrm>
                <a:off x="236448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0" name="ph7171">
                <a:extLst>
                  <a:ext uri="{FF2B5EF4-FFF2-40B4-BE49-F238E27FC236}">
                    <a16:creationId xmlns:a16="http://schemas.microsoft.com/office/drawing/2014/main" id="{4AB77326-6F98-2C41-6F87-021434A43B48}"/>
                  </a:ext>
                </a:extLst>
              </p:cNvPr>
              <p:cNvSpPr/>
              <p:nvPr/>
            </p:nvSpPr>
            <p:spPr>
              <a:xfrm>
                <a:off x="237392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1" name="ph7172">
                <a:extLst>
                  <a:ext uri="{FF2B5EF4-FFF2-40B4-BE49-F238E27FC236}">
                    <a16:creationId xmlns:a16="http://schemas.microsoft.com/office/drawing/2014/main" id="{49CA6F44-1CF3-090A-4DEC-A8DD1DFFB8BB}"/>
                  </a:ext>
                </a:extLst>
              </p:cNvPr>
              <p:cNvSpPr/>
              <p:nvPr/>
            </p:nvSpPr>
            <p:spPr>
              <a:xfrm>
                <a:off x="238336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2" name="ph7173">
                <a:extLst>
                  <a:ext uri="{FF2B5EF4-FFF2-40B4-BE49-F238E27FC236}">
                    <a16:creationId xmlns:a16="http://schemas.microsoft.com/office/drawing/2014/main" id="{4B522C88-5DAD-060D-7AA3-9E66A4FAEC13}"/>
                  </a:ext>
                </a:extLst>
              </p:cNvPr>
              <p:cNvSpPr/>
              <p:nvPr/>
            </p:nvSpPr>
            <p:spPr>
              <a:xfrm>
                <a:off x="239280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3" name="ph7174">
                <a:extLst>
                  <a:ext uri="{FF2B5EF4-FFF2-40B4-BE49-F238E27FC236}">
                    <a16:creationId xmlns:a16="http://schemas.microsoft.com/office/drawing/2014/main" id="{C56E8122-D9C5-D47D-18DD-A600DD2D818B}"/>
                  </a:ext>
                </a:extLst>
              </p:cNvPr>
              <p:cNvSpPr/>
              <p:nvPr/>
            </p:nvSpPr>
            <p:spPr>
              <a:xfrm>
                <a:off x="2411688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18" y="896830"/>
                    </a:lnTo>
                    <a:lnTo>
                      <a:pt x="910294" y="900198"/>
                    </a:lnTo>
                    <a:lnTo>
                      <a:pt x="913865" y="908669"/>
                    </a:lnTo>
                    <a:lnTo>
                      <a:pt x="914400" y="910080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4" name="ph7175">
                <a:extLst>
                  <a:ext uri="{FF2B5EF4-FFF2-40B4-BE49-F238E27FC236}">
                    <a16:creationId xmlns:a16="http://schemas.microsoft.com/office/drawing/2014/main" id="{DEBC9DDA-FBAB-0E95-604E-F19E4D9E6476}"/>
                  </a:ext>
                </a:extLst>
              </p:cNvPr>
              <p:cNvSpPr/>
              <p:nvPr/>
            </p:nvSpPr>
            <p:spPr>
              <a:xfrm>
                <a:off x="2411688" y="1219023"/>
                <a:ext cx="916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36" h="914400">
                    <a:moveTo>
                      <a:pt x="914400" y="914400"/>
                    </a:moveTo>
                    <a:lnTo>
                      <a:pt x="914400" y="910080"/>
                    </a:lnTo>
                    <a:lnTo>
                      <a:pt x="916036" y="914400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5" name="ph7176">
                <a:extLst>
                  <a:ext uri="{FF2B5EF4-FFF2-40B4-BE49-F238E27FC236}">
                    <a16:creationId xmlns:a16="http://schemas.microsoft.com/office/drawing/2014/main" id="{7E06AA05-52A7-0249-3CA0-AC4C275DB3B1}"/>
                  </a:ext>
                </a:extLst>
              </p:cNvPr>
              <p:cNvSpPr/>
              <p:nvPr/>
            </p:nvSpPr>
            <p:spPr>
              <a:xfrm>
                <a:off x="3450115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55" y="914400"/>
                    </a:lnTo>
                    <a:lnTo>
                      <a:pt x="914400" y="91269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6" name="ph7177">
                <a:extLst>
                  <a:ext uri="{FF2B5EF4-FFF2-40B4-BE49-F238E27FC236}">
                    <a16:creationId xmlns:a16="http://schemas.microsoft.com/office/drawing/2014/main" id="{954083D9-2E57-32CF-92BC-54E38379386D}"/>
                  </a:ext>
                </a:extLst>
              </p:cNvPr>
              <p:cNvSpPr/>
              <p:nvPr/>
            </p:nvSpPr>
            <p:spPr>
              <a:xfrm>
                <a:off x="3459555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269"/>
                    </a:lnTo>
                    <a:lnTo>
                      <a:pt x="909156" y="928078"/>
                    </a:lnTo>
                    <a:lnTo>
                      <a:pt x="910298" y="917076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7" name="ph7178">
                <a:extLst>
                  <a:ext uri="{FF2B5EF4-FFF2-40B4-BE49-F238E27FC236}">
                    <a16:creationId xmlns:a16="http://schemas.microsoft.com/office/drawing/2014/main" id="{67EFC145-ADD7-6F92-8137-71C1CD158157}"/>
                  </a:ext>
                </a:extLst>
              </p:cNvPr>
              <p:cNvSpPr/>
              <p:nvPr/>
            </p:nvSpPr>
            <p:spPr>
              <a:xfrm>
                <a:off x="345955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8" name="ph7179">
                <a:extLst>
                  <a:ext uri="{FF2B5EF4-FFF2-40B4-BE49-F238E27FC236}">
                    <a16:creationId xmlns:a16="http://schemas.microsoft.com/office/drawing/2014/main" id="{BEB75D82-1549-0510-A090-4A8ECDD5B9BD}"/>
                  </a:ext>
                </a:extLst>
              </p:cNvPr>
              <p:cNvSpPr/>
              <p:nvPr/>
            </p:nvSpPr>
            <p:spPr>
              <a:xfrm>
                <a:off x="346899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9" name="ph7180">
                <a:extLst>
                  <a:ext uri="{FF2B5EF4-FFF2-40B4-BE49-F238E27FC236}">
                    <a16:creationId xmlns:a16="http://schemas.microsoft.com/office/drawing/2014/main" id="{302FF718-0D64-48BF-A50A-15363A5E3001}"/>
                  </a:ext>
                </a:extLst>
              </p:cNvPr>
              <p:cNvSpPr/>
              <p:nvPr/>
            </p:nvSpPr>
            <p:spPr>
              <a:xfrm>
                <a:off x="347843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0" name="ph7181">
                <a:extLst>
                  <a:ext uri="{FF2B5EF4-FFF2-40B4-BE49-F238E27FC236}">
                    <a16:creationId xmlns:a16="http://schemas.microsoft.com/office/drawing/2014/main" id="{39FEB19C-DA0F-0912-F517-5229D4B26DB0}"/>
                  </a:ext>
                </a:extLst>
              </p:cNvPr>
              <p:cNvSpPr/>
              <p:nvPr/>
            </p:nvSpPr>
            <p:spPr>
              <a:xfrm>
                <a:off x="348787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1" name="ph7182">
                <a:extLst>
                  <a:ext uri="{FF2B5EF4-FFF2-40B4-BE49-F238E27FC236}">
                    <a16:creationId xmlns:a16="http://schemas.microsoft.com/office/drawing/2014/main" id="{BAD8735D-17DA-CC49-E107-651B0D259DC6}"/>
                  </a:ext>
                </a:extLst>
              </p:cNvPr>
              <p:cNvSpPr/>
              <p:nvPr/>
            </p:nvSpPr>
            <p:spPr>
              <a:xfrm>
                <a:off x="349731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2" name="ph7183">
                <a:extLst>
                  <a:ext uri="{FF2B5EF4-FFF2-40B4-BE49-F238E27FC236}">
                    <a16:creationId xmlns:a16="http://schemas.microsoft.com/office/drawing/2014/main" id="{EFFAA4F4-63F9-F71F-2BDC-667D48558AF0}"/>
                  </a:ext>
                </a:extLst>
              </p:cNvPr>
              <p:cNvSpPr/>
              <p:nvPr/>
            </p:nvSpPr>
            <p:spPr>
              <a:xfrm>
                <a:off x="350675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3" name="ph7184">
                <a:extLst>
                  <a:ext uri="{FF2B5EF4-FFF2-40B4-BE49-F238E27FC236}">
                    <a16:creationId xmlns:a16="http://schemas.microsoft.com/office/drawing/2014/main" id="{D535A5DA-177C-D93C-1C02-2970D8153515}"/>
                  </a:ext>
                </a:extLst>
              </p:cNvPr>
              <p:cNvSpPr/>
              <p:nvPr/>
            </p:nvSpPr>
            <p:spPr>
              <a:xfrm>
                <a:off x="351619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4" name="ph7185">
                <a:extLst>
                  <a:ext uri="{FF2B5EF4-FFF2-40B4-BE49-F238E27FC236}">
                    <a16:creationId xmlns:a16="http://schemas.microsoft.com/office/drawing/2014/main" id="{0928C9AC-4234-9F03-C1CC-5802E1C5B00B}"/>
                  </a:ext>
                </a:extLst>
              </p:cNvPr>
              <p:cNvSpPr/>
              <p:nvPr/>
            </p:nvSpPr>
            <p:spPr>
              <a:xfrm>
                <a:off x="352563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5" name="ph7186">
                <a:extLst>
                  <a:ext uri="{FF2B5EF4-FFF2-40B4-BE49-F238E27FC236}">
                    <a16:creationId xmlns:a16="http://schemas.microsoft.com/office/drawing/2014/main" id="{12F0E2B7-BD74-8912-2D05-3FDB38DB1E1C}"/>
                  </a:ext>
                </a:extLst>
              </p:cNvPr>
              <p:cNvSpPr/>
              <p:nvPr/>
            </p:nvSpPr>
            <p:spPr>
              <a:xfrm>
                <a:off x="353507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6" name="ph7187">
                <a:extLst>
                  <a:ext uri="{FF2B5EF4-FFF2-40B4-BE49-F238E27FC236}">
                    <a16:creationId xmlns:a16="http://schemas.microsoft.com/office/drawing/2014/main" id="{7BF497E8-B07D-6B92-46E7-1C37C48A7D51}"/>
                  </a:ext>
                </a:extLst>
              </p:cNvPr>
              <p:cNvSpPr/>
              <p:nvPr/>
            </p:nvSpPr>
            <p:spPr>
              <a:xfrm>
                <a:off x="354451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7" name="ph7188">
                <a:extLst>
                  <a:ext uri="{FF2B5EF4-FFF2-40B4-BE49-F238E27FC236}">
                    <a16:creationId xmlns:a16="http://schemas.microsoft.com/office/drawing/2014/main" id="{BEE60D06-82AC-0177-A7E9-03FD96EF753A}"/>
                  </a:ext>
                </a:extLst>
              </p:cNvPr>
              <p:cNvSpPr/>
              <p:nvPr/>
            </p:nvSpPr>
            <p:spPr>
              <a:xfrm>
                <a:off x="355395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8" name="ph7189">
                <a:extLst>
                  <a:ext uri="{FF2B5EF4-FFF2-40B4-BE49-F238E27FC236}">
                    <a16:creationId xmlns:a16="http://schemas.microsoft.com/office/drawing/2014/main" id="{E7859814-729C-846E-3AE5-D27AF9B22FF3}"/>
                  </a:ext>
                </a:extLst>
              </p:cNvPr>
              <p:cNvSpPr/>
              <p:nvPr/>
            </p:nvSpPr>
            <p:spPr>
              <a:xfrm>
                <a:off x="356339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9" name="ph7190">
                <a:extLst>
                  <a:ext uri="{FF2B5EF4-FFF2-40B4-BE49-F238E27FC236}">
                    <a16:creationId xmlns:a16="http://schemas.microsoft.com/office/drawing/2014/main" id="{50E0F00F-8F02-5445-2843-9A97EA6DC9AC}"/>
                  </a:ext>
                </a:extLst>
              </p:cNvPr>
              <p:cNvSpPr/>
              <p:nvPr/>
            </p:nvSpPr>
            <p:spPr>
              <a:xfrm>
                <a:off x="357283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0" name="ph7191">
                <a:extLst>
                  <a:ext uri="{FF2B5EF4-FFF2-40B4-BE49-F238E27FC236}">
                    <a16:creationId xmlns:a16="http://schemas.microsoft.com/office/drawing/2014/main" id="{0309C3B1-346F-0111-9137-10CEB109E148}"/>
                  </a:ext>
                </a:extLst>
              </p:cNvPr>
              <p:cNvSpPr/>
              <p:nvPr/>
            </p:nvSpPr>
            <p:spPr>
              <a:xfrm>
                <a:off x="358227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1" name="ph7192">
                <a:extLst>
                  <a:ext uri="{FF2B5EF4-FFF2-40B4-BE49-F238E27FC236}">
                    <a16:creationId xmlns:a16="http://schemas.microsoft.com/office/drawing/2014/main" id="{C314AE11-2296-07B4-052A-55FF39155E39}"/>
                  </a:ext>
                </a:extLst>
              </p:cNvPr>
              <p:cNvSpPr/>
              <p:nvPr/>
            </p:nvSpPr>
            <p:spPr>
              <a:xfrm>
                <a:off x="359171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2" name="ph7193">
                <a:extLst>
                  <a:ext uri="{FF2B5EF4-FFF2-40B4-BE49-F238E27FC236}">
                    <a16:creationId xmlns:a16="http://schemas.microsoft.com/office/drawing/2014/main" id="{6BBD10EC-D8FC-C3AE-7EF5-614F0FEED394}"/>
                  </a:ext>
                </a:extLst>
              </p:cNvPr>
              <p:cNvSpPr/>
              <p:nvPr/>
            </p:nvSpPr>
            <p:spPr>
              <a:xfrm>
                <a:off x="360115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3" name="ph7194">
                <a:extLst>
                  <a:ext uri="{FF2B5EF4-FFF2-40B4-BE49-F238E27FC236}">
                    <a16:creationId xmlns:a16="http://schemas.microsoft.com/office/drawing/2014/main" id="{99D86B98-020B-E13F-E597-1CCC94C84A1E}"/>
                  </a:ext>
                </a:extLst>
              </p:cNvPr>
              <p:cNvSpPr/>
              <p:nvPr/>
            </p:nvSpPr>
            <p:spPr>
              <a:xfrm>
                <a:off x="361059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4" name="ph7195">
                <a:extLst>
                  <a:ext uri="{FF2B5EF4-FFF2-40B4-BE49-F238E27FC236}">
                    <a16:creationId xmlns:a16="http://schemas.microsoft.com/office/drawing/2014/main" id="{687E446A-EEF7-22BF-AEDE-5C0B95F70B11}"/>
                  </a:ext>
                </a:extLst>
              </p:cNvPr>
              <p:cNvSpPr/>
              <p:nvPr/>
            </p:nvSpPr>
            <p:spPr>
              <a:xfrm>
                <a:off x="362003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5" name="ph7196">
                <a:extLst>
                  <a:ext uri="{FF2B5EF4-FFF2-40B4-BE49-F238E27FC236}">
                    <a16:creationId xmlns:a16="http://schemas.microsoft.com/office/drawing/2014/main" id="{443C67EB-50BE-9469-783F-D799182A0EEB}"/>
                  </a:ext>
                </a:extLst>
              </p:cNvPr>
              <p:cNvSpPr/>
              <p:nvPr/>
            </p:nvSpPr>
            <p:spPr>
              <a:xfrm>
                <a:off x="362947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6" name="ph7197">
                <a:extLst>
                  <a:ext uri="{FF2B5EF4-FFF2-40B4-BE49-F238E27FC236}">
                    <a16:creationId xmlns:a16="http://schemas.microsoft.com/office/drawing/2014/main" id="{746F131B-7CA1-9B7F-D1DF-D5244419EC17}"/>
                  </a:ext>
                </a:extLst>
              </p:cNvPr>
              <p:cNvSpPr/>
              <p:nvPr/>
            </p:nvSpPr>
            <p:spPr>
              <a:xfrm>
                <a:off x="363891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7" name="ph7198">
                <a:extLst>
                  <a:ext uri="{FF2B5EF4-FFF2-40B4-BE49-F238E27FC236}">
                    <a16:creationId xmlns:a16="http://schemas.microsoft.com/office/drawing/2014/main" id="{4A0E3E86-E29A-246C-561F-B6B43016F3E9}"/>
                  </a:ext>
                </a:extLst>
              </p:cNvPr>
              <p:cNvSpPr/>
              <p:nvPr/>
            </p:nvSpPr>
            <p:spPr>
              <a:xfrm>
                <a:off x="364836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8" name="ph7199">
                <a:extLst>
                  <a:ext uri="{FF2B5EF4-FFF2-40B4-BE49-F238E27FC236}">
                    <a16:creationId xmlns:a16="http://schemas.microsoft.com/office/drawing/2014/main" id="{41C40DEE-FD5E-B321-BE67-507A9AD730CF}"/>
                  </a:ext>
                </a:extLst>
              </p:cNvPr>
              <p:cNvSpPr/>
              <p:nvPr/>
            </p:nvSpPr>
            <p:spPr>
              <a:xfrm>
                <a:off x="365780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9" name="ph7200">
                <a:extLst>
                  <a:ext uri="{FF2B5EF4-FFF2-40B4-BE49-F238E27FC236}">
                    <a16:creationId xmlns:a16="http://schemas.microsoft.com/office/drawing/2014/main" id="{68D13548-0FD3-493C-6649-66C86DE03C34}"/>
                  </a:ext>
                </a:extLst>
              </p:cNvPr>
              <p:cNvSpPr/>
              <p:nvPr/>
            </p:nvSpPr>
            <p:spPr>
              <a:xfrm>
                <a:off x="366724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0" name="ph7201">
                <a:extLst>
                  <a:ext uri="{FF2B5EF4-FFF2-40B4-BE49-F238E27FC236}">
                    <a16:creationId xmlns:a16="http://schemas.microsoft.com/office/drawing/2014/main" id="{6B75DC44-D2DD-4659-110B-7B35AD989BD5}"/>
                  </a:ext>
                </a:extLst>
              </p:cNvPr>
              <p:cNvSpPr/>
              <p:nvPr/>
            </p:nvSpPr>
            <p:spPr>
              <a:xfrm>
                <a:off x="367668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1" name="ph7202">
                <a:extLst>
                  <a:ext uri="{FF2B5EF4-FFF2-40B4-BE49-F238E27FC236}">
                    <a16:creationId xmlns:a16="http://schemas.microsoft.com/office/drawing/2014/main" id="{24A33E30-13D7-4DCB-23F4-51C02CA92CB3}"/>
                  </a:ext>
                </a:extLst>
              </p:cNvPr>
              <p:cNvSpPr/>
              <p:nvPr/>
            </p:nvSpPr>
            <p:spPr>
              <a:xfrm>
                <a:off x="368612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2" name="ph7203">
                <a:extLst>
                  <a:ext uri="{FF2B5EF4-FFF2-40B4-BE49-F238E27FC236}">
                    <a16:creationId xmlns:a16="http://schemas.microsoft.com/office/drawing/2014/main" id="{7ABE4850-AA8E-08D2-CF12-E44C8E127468}"/>
                  </a:ext>
                </a:extLst>
              </p:cNvPr>
              <p:cNvSpPr/>
              <p:nvPr/>
            </p:nvSpPr>
            <p:spPr>
              <a:xfrm>
                <a:off x="369556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3" name="ph7204">
                <a:extLst>
                  <a:ext uri="{FF2B5EF4-FFF2-40B4-BE49-F238E27FC236}">
                    <a16:creationId xmlns:a16="http://schemas.microsoft.com/office/drawing/2014/main" id="{E6598302-2684-C233-B90F-46B29BF24959}"/>
                  </a:ext>
                </a:extLst>
              </p:cNvPr>
              <p:cNvSpPr/>
              <p:nvPr/>
            </p:nvSpPr>
            <p:spPr>
              <a:xfrm>
                <a:off x="370500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4" name="ph7205">
                <a:extLst>
                  <a:ext uri="{FF2B5EF4-FFF2-40B4-BE49-F238E27FC236}">
                    <a16:creationId xmlns:a16="http://schemas.microsoft.com/office/drawing/2014/main" id="{B3C2B058-680B-1E7D-4808-21DF7C5F814E}"/>
                  </a:ext>
                </a:extLst>
              </p:cNvPr>
              <p:cNvSpPr/>
              <p:nvPr/>
            </p:nvSpPr>
            <p:spPr>
              <a:xfrm>
                <a:off x="371444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5" name="ph7206">
                <a:extLst>
                  <a:ext uri="{FF2B5EF4-FFF2-40B4-BE49-F238E27FC236}">
                    <a16:creationId xmlns:a16="http://schemas.microsoft.com/office/drawing/2014/main" id="{A29B4891-AA86-1DEC-CF3C-6BA9B1C9F52A}"/>
                  </a:ext>
                </a:extLst>
              </p:cNvPr>
              <p:cNvSpPr/>
              <p:nvPr/>
            </p:nvSpPr>
            <p:spPr>
              <a:xfrm>
                <a:off x="372388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6" name="ph7207">
                <a:extLst>
                  <a:ext uri="{FF2B5EF4-FFF2-40B4-BE49-F238E27FC236}">
                    <a16:creationId xmlns:a16="http://schemas.microsoft.com/office/drawing/2014/main" id="{FB149AE6-EA6D-4A47-19C6-82271D03DAB2}"/>
                  </a:ext>
                </a:extLst>
              </p:cNvPr>
              <p:cNvSpPr/>
              <p:nvPr/>
            </p:nvSpPr>
            <p:spPr>
              <a:xfrm>
                <a:off x="373332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7" name="ph7208">
                <a:extLst>
                  <a:ext uri="{FF2B5EF4-FFF2-40B4-BE49-F238E27FC236}">
                    <a16:creationId xmlns:a16="http://schemas.microsoft.com/office/drawing/2014/main" id="{C4378E02-0BC4-2C25-EC27-27591AF6D08B}"/>
                  </a:ext>
                </a:extLst>
              </p:cNvPr>
              <p:cNvSpPr/>
              <p:nvPr/>
            </p:nvSpPr>
            <p:spPr>
              <a:xfrm>
                <a:off x="374276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8" name="ph7209">
                <a:extLst>
                  <a:ext uri="{FF2B5EF4-FFF2-40B4-BE49-F238E27FC236}">
                    <a16:creationId xmlns:a16="http://schemas.microsoft.com/office/drawing/2014/main" id="{A689D726-C499-E73D-6D0F-765AADD5A0DA}"/>
                  </a:ext>
                </a:extLst>
              </p:cNvPr>
              <p:cNvSpPr/>
              <p:nvPr/>
            </p:nvSpPr>
            <p:spPr>
              <a:xfrm>
                <a:off x="375220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9" name="ph7210">
                <a:extLst>
                  <a:ext uri="{FF2B5EF4-FFF2-40B4-BE49-F238E27FC236}">
                    <a16:creationId xmlns:a16="http://schemas.microsoft.com/office/drawing/2014/main" id="{58B49968-3F44-CDAC-7B81-AE93FC564E7F}"/>
                  </a:ext>
                </a:extLst>
              </p:cNvPr>
              <p:cNvSpPr/>
              <p:nvPr/>
            </p:nvSpPr>
            <p:spPr>
              <a:xfrm>
                <a:off x="376164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0" name="ph7211">
                <a:extLst>
                  <a:ext uri="{FF2B5EF4-FFF2-40B4-BE49-F238E27FC236}">
                    <a16:creationId xmlns:a16="http://schemas.microsoft.com/office/drawing/2014/main" id="{389FB764-88FA-D536-BBBB-CF90E7A674AF}"/>
                  </a:ext>
                </a:extLst>
              </p:cNvPr>
              <p:cNvSpPr/>
              <p:nvPr/>
            </p:nvSpPr>
            <p:spPr>
              <a:xfrm>
                <a:off x="377108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1" name="ph7212">
                <a:extLst>
                  <a:ext uri="{FF2B5EF4-FFF2-40B4-BE49-F238E27FC236}">
                    <a16:creationId xmlns:a16="http://schemas.microsoft.com/office/drawing/2014/main" id="{6116F47D-44F2-64D9-B259-B1C6D6B62EBB}"/>
                  </a:ext>
                </a:extLst>
              </p:cNvPr>
              <p:cNvSpPr/>
              <p:nvPr/>
            </p:nvSpPr>
            <p:spPr>
              <a:xfrm>
                <a:off x="378052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2" name="ph7213">
                <a:extLst>
                  <a:ext uri="{FF2B5EF4-FFF2-40B4-BE49-F238E27FC236}">
                    <a16:creationId xmlns:a16="http://schemas.microsoft.com/office/drawing/2014/main" id="{2A758E1F-93F1-C84F-8CB1-79D72FB02F14}"/>
                  </a:ext>
                </a:extLst>
              </p:cNvPr>
              <p:cNvSpPr/>
              <p:nvPr/>
            </p:nvSpPr>
            <p:spPr>
              <a:xfrm>
                <a:off x="378996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3" name="ph7214">
                <a:extLst>
                  <a:ext uri="{FF2B5EF4-FFF2-40B4-BE49-F238E27FC236}">
                    <a16:creationId xmlns:a16="http://schemas.microsoft.com/office/drawing/2014/main" id="{834AD477-7AAD-E248-1D48-9D31C4DB089C}"/>
                  </a:ext>
                </a:extLst>
              </p:cNvPr>
              <p:cNvSpPr/>
              <p:nvPr/>
            </p:nvSpPr>
            <p:spPr>
              <a:xfrm>
                <a:off x="379940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4" name="ph7215">
                <a:extLst>
                  <a:ext uri="{FF2B5EF4-FFF2-40B4-BE49-F238E27FC236}">
                    <a16:creationId xmlns:a16="http://schemas.microsoft.com/office/drawing/2014/main" id="{9999DE54-2945-C299-C2E8-5280BFEE94B7}"/>
                  </a:ext>
                </a:extLst>
              </p:cNvPr>
              <p:cNvSpPr/>
              <p:nvPr/>
            </p:nvSpPr>
            <p:spPr>
              <a:xfrm>
                <a:off x="380884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5" name="ph7216">
                <a:extLst>
                  <a:ext uri="{FF2B5EF4-FFF2-40B4-BE49-F238E27FC236}">
                    <a16:creationId xmlns:a16="http://schemas.microsoft.com/office/drawing/2014/main" id="{23463ED6-9D41-FF21-1BD9-C28FDC1466E2}"/>
                  </a:ext>
                </a:extLst>
              </p:cNvPr>
              <p:cNvSpPr/>
              <p:nvPr/>
            </p:nvSpPr>
            <p:spPr>
              <a:xfrm>
                <a:off x="381828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6" name="ph7217">
                <a:extLst>
                  <a:ext uri="{FF2B5EF4-FFF2-40B4-BE49-F238E27FC236}">
                    <a16:creationId xmlns:a16="http://schemas.microsoft.com/office/drawing/2014/main" id="{D7AE4F0B-E31C-5DC8-4ED6-ED4535623172}"/>
                  </a:ext>
                </a:extLst>
              </p:cNvPr>
              <p:cNvSpPr/>
              <p:nvPr/>
            </p:nvSpPr>
            <p:spPr>
              <a:xfrm>
                <a:off x="382772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7" name="ph7218">
                <a:extLst>
                  <a:ext uri="{FF2B5EF4-FFF2-40B4-BE49-F238E27FC236}">
                    <a16:creationId xmlns:a16="http://schemas.microsoft.com/office/drawing/2014/main" id="{25E520CA-C905-1C9B-9F2F-A5610ACA072F}"/>
                  </a:ext>
                </a:extLst>
              </p:cNvPr>
              <p:cNvSpPr/>
              <p:nvPr/>
            </p:nvSpPr>
            <p:spPr>
              <a:xfrm>
                <a:off x="383716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8" name="ph7219">
                <a:extLst>
                  <a:ext uri="{FF2B5EF4-FFF2-40B4-BE49-F238E27FC236}">
                    <a16:creationId xmlns:a16="http://schemas.microsoft.com/office/drawing/2014/main" id="{0AB5704B-CE12-404C-A778-D935425AAEFD}"/>
                  </a:ext>
                </a:extLst>
              </p:cNvPr>
              <p:cNvSpPr/>
              <p:nvPr/>
            </p:nvSpPr>
            <p:spPr>
              <a:xfrm>
                <a:off x="3846605" y="121902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204"/>
                    </a:lnTo>
                    <a:lnTo>
                      <a:pt x="921393" y="912392"/>
                    </a:lnTo>
                    <a:lnTo>
                      <a:pt x="920718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9" name="ph7220">
                <a:extLst>
                  <a:ext uri="{FF2B5EF4-FFF2-40B4-BE49-F238E27FC236}">
                    <a16:creationId xmlns:a16="http://schemas.microsoft.com/office/drawing/2014/main" id="{B7ED3D89-A5EA-D420-47C1-A854E57F6127}"/>
                  </a:ext>
                </a:extLst>
              </p:cNvPr>
              <p:cNvSpPr/>
              <p:nvPr/>
            </p:nvSpPr>
            <p:spPr>
              <a:xfrm>
                <a:off x="3856045" y="1201453"/>
                <a:ext cx="916390" cy="921773"/>
              </a:xfrm>
              <a:custGeom>
                <a:avLst/>
                <a:gdLst/>
                <a:ahLst/>
                <a:cxnLst/>
                <a:rect l="0" t="0" r="0" b="0"/>
                <a:pathLst>
                  <a:path w="916390" h="921773">
                    <a:moveTo>
                      <a:pt x="914400" y="914400"/>
                    </a:moveTo>
                    <a:lnTo>
                      <a:pt x="916390" y="914400"/>
                    </a:lnTo>
                    <a:lnTo>
                      <a:pt x="914802" y="920428"/>
                    </a:lnTo>
                    <a:lnTo>
                      <a:pt x="914400" y="921773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0" name="ph7221">
                <a:extLst>
                  <a:ext uri="{FF2B5EF4-FFF2-40B4-BE49-F238E27FC236}">
                    <a16:creationId xmlns:a16="http://schemas.microsoft.com/office/drawing/2014/main" id="{14E80DD5-0D12-AB21-6A6F-E74512C9AA38}"/>
                  </a:ext>
                </a:extLst>
              </p:cNvPr>
              <p:cNvSpPr/>
              <p:nvPr/>
            </p:nvSpPr>
            <p:spPr>
              <a:xfrm>
                <a:off x="2052959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40" y="931969"/>
                    </a:lnTo>
                    <a:lnTo>
                      <a:pt x="905226" y="929809"/>
                    </a:lnTo>
                    <a:lnTo>
                      <a:pt x="904959" y="918782"/>
                    </a:lnTo>
                    <a:lnTo>
                      <a:pt x="904976" y="914400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1" name="ph7222">
                <a:extLst>
                  <a:ext uri="{FF2B5EF4-FFF2-40B4-BE49-F238E27FC236}">
                    <a16:creationId xmlns:a16="http://schemas.microsoft.com/office/drawing/2014/main" id="{2BB1D3DB-2223-CCA1-7FEE-6B68AF191DEE}"/>
                  </a:ext>
                </a:extLst>
              </p:cNvPr>
              <p:cNvSpPr/>
              <p:nvPr/>
            </p:nvSpPr>
            <p:spPr>
              <a:xfrm>
                <a:off x="205295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2" name="ph7223">
                <a:extLst>
                  <a:ext uri="{FF2B5EF4-FFF2-40B4-BE49-F238E27FC236}">
                    <a16:creationId xmlns:a16="http://schemas.microsoft.com/office/drawing/2014/main" id="{EB0911E0-E067-6942-1D73-1161F05999F5}"/>
                  </a:ext>
                </a:extLst>
              </p:cNvPr>
              <p:cNvSpPr/>
              <p:nvPr/>
            </p:nvSpPr>
            <p:spPr>
              <a:xfrm>
                <a:off x="206239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3" name="ph7224">
                <a:extLst>
                  <a:ext uri="{FF2B5EF4-FFF2-40B4-BE49-F238E27FC236}">
                    <a16:creationId xmlns:a16="http://schemas.microsoft.com/office/drawing/2014/main" id="{324BAEF8-3D1C-1B96-AEF4-9FC739D805ED}"/>
                  </a:ext>
                </a:extLst>
              </p:cNvPr>
              <p:cNvSpPr/>
              <p:nvPr/>
            </p:nvSpPr>
            <p:spPr>
              <a:xfrm>
                <a:off x="207184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4" name="ph7225">
                <a:extLst>
                  <a:ext uri="{FF2B5EF4-FFF2-40B4-BE49-F238E27FC236}">
                    <a16:creationId xmlns:a16="http://schemas.microsoft.com/office/drawing/2014/main" id="{AC23F979-EA38-33D7-14C0-35EDB14CFA03}"/>
                  </a:ext>
                </a:extLst>
              </p:cNvPr>
              <p:cNvSpPr/>
              <p:nvPr/>
            </p:nvSpPr>
            <p:spPr>
              <a:xfrm>
                <a:off x="208128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5" name="ph7226">
                <a:extLst>
                  <a:ext uri="{FF2B5EF4-FFF2-40B4-BE49-F238E27FC236}">
                    <a16:creationId xmlns:a16="http://schemas.microsoft.com/office/drawing/2014/main" id="{4335BA97-672C-B09E-EE17-CDBCDEC84551}"/>
                  </a:ext>
                </a:extLst>
              </p:cNvPr>
              <p:cNvSpPr/>
              <p:nvPr/>
            </p:nvSpPr>
            <p:spPr>
              <a:xfrm>
                <a:off x="209072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6" name="ph7227">
                <a:extLst>
                  <a:ext uri="{FF2B5EF4-FFF2-40B4-BE49-F238E27FC236}">
                    <a16:creationId xmlns:a16="http://schemas.microsoft.com/office/drawing/2014/main" id="{83BE849B-D852-3D42-9DDC-31D95CCF2E63}"/>
                  </a:ext>
                </a:extLst>
              </p:cNvPr>
              <p:cNvSpPr/>
              <p:nvPr/>
            </p:nvSpPr>
            <p:spPr>
              <a:xfrm>
                <a:off x="210016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7" name="ph7228">
                <a:extLst>
                  <a:ext uri="{FF2B5EF4-FFF2-40B4-BE49-F238E27FC236}">
                    <a16:creationId xmlns:a16="http://schemas.microsoft.com/office/drawing/2014/main" id="{2C4C60EF-3839-2DFA-DB38-87147F647EE5}"/>
                  </a:ext>
                </a:extLst>
              </p:cNvPr>
              <p:cNvSpPr/>
              <p:nvPr/>
            </p:nvSpPr>
            <p:spPr>
              <a:xfrm>
                <a:off x="210960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8" name="ph7229">
                <a:extLst>
                  <a:ext uri="{FF2B5EF4-FFF2-40B4-BE49-F238E27FC236}">
                    <a16:creationId xmlns:a16="http://schemas.microsoft.com/office/drawing/2014/main" id="{664F684F-49C4-E94B-82BC-365210E35C36}"/>
                  </a:ext>
                </a:extLst>
              </p:cNvPr>
              <p:cNvSpPr/>
              <p:nvPr/>
            </p:nvSpPr>
            <p:spPr>
              <a:xfrm>
                <a:off x="211904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9" name="ph7230">
                <a:extLst>
                  <a:ext uri="{FF2B5EF4-FFF2-40B4-BE49-F238E27FC236}">
                    <a16:creationId xmlns:a16="http://schemas.microsoft.com/office/drawing/2014/main" id="{93C2A9BD-0453-2DA4-E36A-9DFFDDD6D8D2}"/>
                  </a:ext>
                </a:extLst>
              </p:cNvPr>
              <p:cNvSpPr/>
              <p:nvPr/>
            </p:nvSpPr>
            <p:spPr>
              <a:xfrm>
                <a:off x="212848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0" name="ph7231">
                <a:extLst>
                  <a:ext uri="{FF2B5EF4-FFF2-40B4-BE49-F238E27FC236}">
                    <a16:creationId xmlns:a16="http://schemas.microsoft.com/office/drawing/2014/main" id="{601F676D-9F03-CCE5-0CF3-71709073E0F8}"/>
                  </a:ext>
                </a:extLst>
              </p:cNvPr>
              <p:cNvSpPr/>
              <p:nvPr/>
            </p:nvSpPr>
            <p:spPr>
              <a:xfrm>
                <a:off x="213792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1" name="ph7232">
                <a:extLst>
                  <a:ext uri="{FF2B5EF4-FFF2-40B4-BE49-F238E27FC236}">
                    <a16:creationId xmlns:a16="http://schemas.microsoft.com/office/drawing/2014/main" id="{025A6A4A-C188-CCC6-1432-8026EF7544B5}"/>
                  </a:ext>
                </a:extLst>
              </p:cNvPr>
              <p:cNvSpPr/>
              <p:nvPr/>
            </p:nvSpPr>
            <p:spPr>
              <a:xfrm>
                <a:off x="214736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2" name="ph7233">
                <a:extLst>
                  <a:ext uri="{FF2B5EF4-FFF2-40B4-BE49-F238E27FC236}">
                    <a16:creationId xmlns:a16="http://schemas.microsoft.com/office/drawing/2014/main" id="{4F48A7B1-E55C-92AA-7A9C-64D6EE315E50}"/>
                  </a:ext>
                </a:extLst>
              </p:cNvPr>
              <p:cNvSpPr/>
              <p:nvPr/>
            </p:nvSpPr>
            <p:spPr>
              <a:xfrm>
                <a:off x="215680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3" name="ph7234">
                <a:extLst>
                  <a:ext uri="{FF2B5EF4-FFF2-40B4-BE49-F238E27FC236}">
                    <a16:creationId xmlns:a16="http://schemas.microsoft.com/office/drawing/2014/main" id="{309B98A0-E534-CC10-6599-E4518C7D6A8F}"/>
                  </a:ext>
                </a:extLst>
              </p:cNvPr>
              <p:cNvSpPr/>
              <p:nvPr/>
            </p:nvSpPr>
            <p:spPr>
              <a:xfrm>
                <a:off x="216624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4" name="ph7235">
                <a:extLst>
                  <a:ext uri="{FF2B5EF4-FFF2-40B4-BE49-F238E27FC236}">
                    <a16:creationId xmlns:a16="http://schemas.microsoft.com/office/drawing/2014/main" id="{9EBCC065-8416-990F-60D7-9AF30940C37D}"/>
                  </a:ext>
                </a:extLst>
              </p:cNvPr>
              <p:cNvSpPr/>
              <p:nvPr/>
            </p:nvSpPr>
            <p:spPr>
              <a:xfrm>
                <a:off x="217568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5" name="ph7236">
                <a:extLst>
                  <a:ext uri="{FF2B5EF4-FFF2-40B4-BE49-F238E27FC236}">
                    <a16:creationId xmlns:a16="http://schemas.microsoft.com/office/drawing/2014/main" id="{03E1E91B-CEC8-E2E0-EB04-ED77AAE060CF}"/>
                  </a:ext>
                </a:extLst>
              </p:cNvPr>
              <p:cNvSpPr/>
              <p:nvPr/>
            </p:nvSpPr>
            <p:spPr>
              <a:xfrm>
                <a:off x="218512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6" name="ph7237">
                <a:extLst>
                  <a:ext uri="{FF2B5EF4-FFF2-40B4-BE49-F238E27FC236}">
                    <a16:creationId xmlns:a16="http://schemas.microsoft.com/office/drawing/2014/main" id="{B762F330-C876-6ECE-7F97-1BEC0E0D64D1}"/>
                  </a:ext>
                </a:extLst>
              </p:cNvPr>
              <p:cNvSpPr/>
              <p:nvPr/>
            </p:nvSpPr>
            <p:spPr>
              <a:xfrm>
                <a:off x="219456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7" name="ph7238">
                <a:extLst>
                  <a:ext uri="{FF2B5EF4-FFF2-40B4-BE49-F238E27FC236}">
                    <a16:creationId xmlns:a16="http://schemas.microsoft.com/office/drawing/2014/main" id="{97BC63E6-0117-2E14-AAC4-9F46521073BB}"/>
                  </a:ext>
                </a:extLst>
              </p:cNvPr>
              <p:cNvSpPr/>
              <p:nvPr/>
            </p:nvSpPr>
            <p:spPr>
              <a:xfrm>
                <a:off x="220400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8" name="ph7239">
                <a:extLst>
                  <a:ext uri="{FF2B5EF4-FFF2-40B4-BE49-F238E27FC236}">
                    <a16:creationId xmlns:a16="http://schemas.microsoft.com/office/drawing/2014/main" id="{F341E926-18ED-60F4-DCAC-C4FB7264A5A9}"/>
                  </a:ext>
                </a:extLst>
              </p:cNvPr>
              <p:cNvSpPr/>
              <p:nvPr/>
            </p:nvSpPr>
            <p:spPr>
              <a:xfrm>
                <a:off x="221344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9" name="ph7240">
                <a:extLst>
                  <a:ext uri="{FF2B5EF4-FFF2-40B4-BE49-F238E27FC236}">
                    <a16:creationId xmlns:a16="http://schemas.microsoft.com/office/drawing/2014/main" id="{46094B32-16EF-A431-DDC2-16FA2896A832}"/>
                  </a:ext>
                </a:extLst>
              </p:cNvPr>
              <p:cNvSpPr/>
              <p:nvPr/>
            </p:nvSpPr>
            <p:spPr>
              <a:xfrm>
                <a:off x="222288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0" name="ph7241">
                <a:extLst>
                  <a:ext uri="{FF2B5EF4-FFF2-40B4-BE49-F238E27FC236}">
                    <a16:creationId xmlns:a16="http://schemas.microsoft.com/office/drawing/2014/main" id="{851C7B71-5B86-5C04-BF1A-B26C67FF54A1}"/>
                  </a:ext>
                </a:extLst>
              </p:cNvPr>
              <p:cNvSpPr/>
              <p:nvPr/>
            </p:nvSpPr>
            <p:spPr>
              <a:xfrm>
                <a:off x="223232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1" name="ph7242">
                <a:extLst>
                  <a:ext uri="{FF2B5EF4-FFF2-40B4-BE49-F238E27FC236}">
                    <a16:creationId xmlns:a16="http://schemas.microsoft.com/office/drawing/2014/main" id="{72C765A2-4965-53FB-D423-6DB2D8C70BF0}"/>
                  </a:ext>
                </a:extLst>
              </p:cNvPr>
              <p:cNvSpPr/>
              <p:nvPr/>
            </p:nvSpPr>
            <p:spPr>
              <a:xfrm>
                <a:off x="224176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2" name="ph7243">
                <a:extLst>
                  <a:ext uri="{FF2B5EF4-FFF2-40B4-BE49-F238E27FC236}">
                    <a16:creationId xmlns:a16="http://schemas.microsoft.com/office/drawing/2014/main" id="{643326EC-97C6-13C0-FBF6-D7CF0D5189BD}"/>
                  </a:ext>
                </a:extLst>
              </p:cNvPr>
              <p:cNvSpPr/>
              <p:nvPr/>
            </p:nvSpPr>
            <p:spPr>
              <a:xfrm>
                <a:off x="225120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3" name="ph7244">
                <a:extLst>
                  <a:ext uri="{FF2B5EF4-FFF2-40B4-BE49-F238E27FC236}">
                    <a16:creationId xmlns:a16="http://schemas.microsoft.com/office/drawing/2014/main" id="{41EEDCF8-CAC7-9054-37A5-B8D9B300D158}"/>
                  </a:ext>
                </a:extLst>
              </p:cNvPr>
              <p:cNvSpPr/>
              <p:nvPr/>
            </p:nvSpPr>
            <p:spPr>
              <a:xfrm>
                <a:off x="226064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4" name="ph7245">
                <a:extLst>
                  <a:ext uri="{FF2B5EF4-FFF2-40B4-BE49-F238E27FC236}">
                    <a16:creationId xmlns:a16="http://schemas.microsoft.com/office/drawing/2014/main" id="{597F1ACA-AE75-6066-47EF-608860CFC266}"/>
                  </a:ext>
                </a:extLst>
              </p:cNvPr>
              <p:cNvSpPr/>
              <p:nvPr/>
            </p:nvSpPr>
            <p:spPr>
              <a:xfrm>
                <a:off x="227008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5" name="ph7246">
                <a:extLst>
                  <a:ext uri="{FF2B5EF4-FFF2-40B4-BE49-F238E27FC236}">
                    <a16:creationId xmlns:a16="http://schemas.microsoft.com/office/drawing/2014/main" id="{DC7B284A-5147-7456-A85A-B93A50F10084}"/>
                  </a:ext>
                </a:extLst>
              </p:cNvPr>
              <p:cNvSpPr/>
              <p:nvPr/>
            </p:nvSpPr>
            <p:spPr>
              <a:xfrm>
                <a:off x="227952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6" name="ph7247">
                <a:extLst>
                  <a:ext uri="{FF2B5EF4-FFF2-40B4-BE49-F238E27FC236}">
                    <a16:creationId xmlns:a16="http://schemas.microsoft.com/office/drawing/2014/main" id="{00E1FDD6-B356-3C17-EC22-25E02D596677}"/>
                  </a:ext>
                </a:extLst>
              </p:cNvPr>
              <p:cNvSpPr/>
              <p:nvPr/>
            </p:nvSpPr>
            <p:spPr>
              <a:xfrm>
                <a:off x="228896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7" name="ph7248">
                <a:extLst>
                  <a:ext uri="{FF2B5EF4-FFF2-40B4-BE49-F238E27FC236}">
                    <a16:creationId xmlns:a16="http://schemas.microsoft.com/office/drawing/2014/main" id="{2E0AD1D0-5051-04C9-3E6D-0D5FD2691C74}"/>
                  </a:ext>
                </a:extLst>
              </p:cNvPr>
              <p:cNvSpPr/>
              <p:nvPr/>
            </p:nvSpPr>
            <p:spPr>
              <a:xfrm>
                <a:off x="229840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8" name="ph7249">
                <a:extLst>
                  <a:ext uri="{FF2B5EF4-FFF2-40B4-BE49-F238E27FC236}">
                    <a16:creationId xmlns:a16="http://schemas.microsoft.com/office/drawing/2014/main" id="{CF90DB16-D6B4-ABED-A3CE-C1585E7E617D}"/>
                  </a:ext>
                </a:extLst>
              </p:cNvPr>
              <p:cNvSpPr/>
              <p:nvPr/>
            </p:nvSpPr>
            <p:spPr>
              <a:xfrm>
                <a:off x="230784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9" name="ph7250">
                <a:extLst>
                  <a:ext uri="{FF2B5EF4-FFF2-40B4-BE49-F238E27FC236}">
                    <a16:creationId xmlns:a16="http://schemas.microsoft.com/office/drawing/2014/main" id="{37D2E222-B151-32EA-0537-5A68388B4F6D}"/>
                  </a:ext>
                </a:extLst>
              </p:cNvPr>
              <p:cNvSpPr/>
              <p:nvPr/>
            </p:nvSpPr>
            <p:spPr>
              <a:xfrm>
                <a:off x="231728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0" name="ph7251">
                <a:extLst>
                  <a:ext uri="{FF2B5EF4-FFF2-40B4-BE49-F238E27FC236}">
                    <a16:creationId xmlns:a16="http://schemas.microsoft.com/office/drawing/2014/main" id="{54EF1E4B-0959-EAD2-D846-BD49DCF19340}"/>
                  </a:ext>
                </a:extLst>
              </p:cNvPr>
              <p:cNvSpPr/>
              <p:nvPr/>
            </p:nvSpPr>
            <p:spPr>
              <a:xfrm>
                <a:off x="232672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1" name="ph7252">
                <a:extLst>
                  <a:ext uri="{FF2B5EF4-FFF2-40B4-BE49-F238E27FC236}">
                    <a16:creationId xmlns:a16="http://schemas.microsoft.com/office/drawing/2014/main" id="{22CB7744-B1D7-6D7F-A6AB-7189E54A1A61}"/>
                  </a:ext>
                </a:extLst>
              </p:cNvPr>
              <p:cNvSpPr/>
              <p:nvPr/>
            </p:nvSpPr>
            <p:spPr>
              <a:xfrm>
                <a:off x="233616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2" name="ph7253">
                <a:extLst>
                  <a:ext uri="{FF2B5EF4-FFF2-40B4-BE49-F238E27FC236}">
                    <a16:creationId xmlns:a16="http://schemas.microsoft.com/office/drawing/2014/main" id="{F79D82DC-D3C7-8620-D36B-6278F65B9CFE}"/>
                  </a:ext>
                </a:extLst>
              </p:cNvPr>
              <p:cNvSpPr/>
              <p:nvPr/>
            </p:nvSpPr>
            <p:spPr>
              <a:xfrm>
                <a:off x="234560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3" name="ph7254">
                <a:extLst>
                  <a:ext uri="{FF2B5EF4-FFF2-40B4-BE49-F238E27FC236}">
                    <a16:creationId xmlns:a16="http://schemas.microsoft.com/office/drawing/2014/main" id="{7869857F-01EE-E77D-C1D8-818BFE856D8A}"/>
                  </a:ext>
                </a:extLst>
              </p:cNvPr>
              <p:cNvSpPr/>
              <p:nvPr/>
            </p:nvSpPr>
            <p:spPr>
              <a:xfrm>
                <a:off x="235504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4" name="ph7255">
                <a:extLst>
                  <a:ext uri="{FF2B5EF4-FFF2-40B4-BE49-F238E27FC236}">
                    <a16:creationId xmlns:a16="http://schemas.microsoft.com/office/drawing/2014/main" id="{2D0EEFF6-80A7-D5A8-5CDE-B41ADABEF98D}"/>
                  </a:ext>
                </a:extLst>
              </p:cNvPr>
              <p:cNvSpPr/>
              <p:nvPr/>
            </p:nvSpPr>
            <p:spPr>
              <a:xfrm>
                <a:off x="236448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5" name="ph7256">
                <a:extLst>
                  <a:ext uri="{FF2B5EF4-FFF2-40B4-BE49-F238E27FC236}">
                    <a16:creationId xmlns:a16="http://schemas.microsoft.com/office/drawing/2014/main" id="{9E0B406B-A208-4308-42B3-814302816D07}"/>
                  </a:ext>
                </a:extLst>
              </p:cNvPr>
              <p:cNvSpPr/>
              <p:nvPr/>
            </p:nvSpPr>
            <p:spPr>
              <a:xfrm>
                <a:off x="237392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6" name="ph7257">
                <a:extLst>
                  <a:ext uri="{FF2B5EF4-FFF2-40B4-BE49-F238E27FC236}">
                    <a16:creationId xmlns:a16="http://schemas.microsoft.com/office/drawing/2014/main" id="{AD565603-7BAB-33DD-0FD7-7F485FEA1F0E}"/>
                  </a:ext>
                </a:extLst>
              </p:cNvPr>
              <p:cNvSpPr/>
              <p:nvPr/>
            </p:nvSpPr>
            <p:spPr>
              <a:xfrm>
                <a:off x="238336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7" name="ph7258">
                <a:extLst>
                  <a:ext uri="{FF2B5EF4-FFF2-40B4-BE49-F238E27FC236}">
                    <a16:creationId xmlns:a16="http://schemas.microsoft.com/office/drawing/2014/main" id="{5E52B570-412A-58A3-D82B-84E1BB37AC95}"/>
                  </a:ext>
                </a:extLst>
              </p:cNvPr>
              <p:cNvSpPr/>
              <p:nvPr/>
            </p:nvSpPr>
            <p:spPr>
              <a:xfrm>
                <a:off x="2402248" y="120145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10" y="896830"/>
                    </a:lnTo>
                    <a:lnTo>
                      <a:pt x="911919" y="901898"/>
                    </a:lnTo>
                    <a:lnTo>
                      <a:pt x="914399" y="906684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8" name="ph7259">
                <a:extLst>
                  <a:ext uri="{FF2B5EF4-FFF2-40B4-BE49-F238E27FC236}">
                    <a16:creationId xmlns:a16="http://schemas.microsoft.com/office/drawing/2014/main" id="{B6F89B4D-ADCC-3C0F-147B-9FDF23B15B0B}"/>
                  </a:ext>
                </a:extLst>
              </p:cNvPr>
              <p:cNvSpPr/>
              <p:nvPr/>
            </p:nvSpPr>
            <p:spPr>
              <a:xfrm>
                <a:off x="2402248" y="1201453"/>
                <a:ext cx="9181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9" h="914400">
                    <a:moveTo>
                      <a:pt x="914399" y="914400"/>
                    </a:moveTo>
                    <a:lnTo>
                      <a:pt x="914399" y="906684"/>
                    </a:lnTo>
                    <a:lnTo>
                      <a:pt x="915936" y="909647"/>
                    </a:lnTo>
                    <a:lnTo>
                      <a:pt x="918159" y="914400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9" name="ph7260">
                <a:extLst>
                  <a:ext uri="{FF2B5EF4-FFF2-40B4-BE49-F238E27FC236}">
                    <a16:creationId xmlns:a16="http://schemas.microsoft.com/office/drawing/2014/main" id="{71F3BC9A-52F4-DA92-2FA4-9FF72458B444}"/>
                  </a:ext>
                </a:extLst>
              </p:cNvPr>
              <p:cNvSpPr/>
              <p:nvPr/>
            </p:nvSpPr>
            <p:spPr>
              <a:xfrm>
                <a:off x="3459555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656" y="931969"/>
                    </a:lnTo>
                    <a:lnTo>
                      <a:pt x="911752" y="923773"/>
                    </a:lnTo>
                    <a:lnTo>
                      <a:pt x="913295" y="91440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0" name="ph7261">
                <a:extLst>
                  <a:ext uri="{FF2B5EF4-FFF2-40B4-BE49-F238E27FC236}">
                    <a16:creationId xmlns:a16="http://schemas.microsoft.com/office/drawing/2014/main" id="{E9EBD200-F9F8-595C-522E-08906238E77A}"/>
                  </a:ext>
                </a:extLst>
              </p:cNvPr>
              <p:cNvSpPr/>
              <p:nvPr/>
            </p:nvSpPr>
            <p:spPr>
              <a:xfrm>
                <a:off x="345955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1" name="ph7262">
                <a:extLst>
                  <a:ext uri="{FF2B5EF4-FFF2-40B4-BE49-F238E27FC236}">
                    <a16:creationId xmlns:a16="http://schemas.microsoft.com/office/drawing/2014/main" id="{E8E205B1-072F-8B61-397E-60ED024805B5}"/>
                  </a:ext>
                </a:extLst>
              </p:cNvPr>
              <p:cNvSpPr/>
              <p:nvPr/>
            </p:nvSpPr>
            <p:spPr>
              <a:xfrm>
                <a:off x="346899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2" name="ph7263">
                <a:extLst>
                  <a:ext uri="{FF2B5EF4-FFF2-40B4-BE49-F238E27FC236}">
                    <a16:creationId xmlns:a16="http://schemas.microsoft.com/office/drawing/2014/main" id="{F9507C06-936B-6E52-F576-CEC288AB2849}"/>
                  </a:ext>
                </a:extLst>
              </p:cNvPr>
              <p:cNvSpPr/>
              <p:nvPr/>
            </p:nvSpPr>
            <p:spPr>
              <a:xfrm>
                <a:off x="347843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3" name="ph7264">
                <a:extLst>
                  <a:ext uri="{FF2B5EF4-FFF2-40B4-BE49-F238E27FC236}">
                    <a16:creationId xmlns:a16="http://schemas.microsoft.com/office/drawing/2014/main" id="{1AB09E19-37C7-1C0F-E738-D75A6C0A6745}"/>
                  </a:ext>
                </a:extLst>
              </p:cNvPr>
              <p:cNvSpPr/>
              <p:nvPr/>
            </p:nvSpPr>
            <p:spPr>
              <a:xfrm>
                <a:off x="348787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4" name="ph7265">
                <a:extLst>
                  <a:ext uri="{FF2B5EF4-FFF2-40B4-BE49-F238E27FC236}">
                    <a16:creationId xmlns:a16="http://schemas.microsoft.com/office/drawing/2014/main" id="{04C69F70-1B6A-E340-019C-3DC96BE3FDE0}"/>
                  </a:ext>
                </a:extLst>
              </p:cNvPr>
              <p:cNvSpPr/>
              <p:nvPr/>
            </p:nvSpPr>
            <p:spPr>
              <a:xfrm>
                <a:off x="349731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5" name="ph7266">
                <a:extLst>
                  <a:ext uri="{FF2B5EF4-FFF2-40B4-BE49-F238E27FC236}">
                    <a16:creationId xmlns:a16="http://schemas.microsoft.com/office/drawing/2014/main" id="{3FB6F5A2-04DE-98A7-FD67-E743F62660A9}"/>
                  </a:ext>
                </a:extLst>
              </p:cNvPr>
              <p:cNvSpPr/>
              <p:nvPr/>
            </p:nvSpPr>
            <p:spPr>
              <a:xfrm>
                <a:off x="350675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6" name="ph7267">
                <a:extLst>
                  <a:ext uri="{FF2B5EF4-FFF2-40B4-BE49-F238E27FC236}">
                    <a16:creationId xmlns:a16="http://schemas.microsoft.com/office/drawing/2014/main" id="{E47D03AD-C294-C1BF-D3F2-AF1421869607}"/>
                  </a:ext>
                </a:extLst>
              </p:cNvPr>
              <p:cNvSpPr/>
              <p:nvPr/>
            </p:nvSpPr>
            <p:spPr>
              <a:xfrm>
                <a:off x="351619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7" name="ph7268">
                <a:extLst>
                  <a:ext uri="{FF2B5EF4-FFF2-40B4-BE49-F238E27FC236}">
                    <a16:creationId xmlns:a16="http://schemas.microsoft.com/office/drawing/2014/main" id="{813B73B1-31E0-6E08-EF35-E220F5673178}"/>
                  </a:ext>
                </a:extLst>
              </p:cNvPr>
              <p:cNvSpPr/>
              <p:nvPr/>
            </p:nvSpPr>
            <p:spPr>
              <a:xfrm>
                <a:off x="352563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8" name="ph7269">
                <a:extLst>
                  <a:ext uri="{FF2B5EF4-FFF2-40B4-BE49-F238E27FC236}">
                    <a16:creationId xmlns:a16="http://schemas.microsoft.com/office/drawing/2014/main" id="{7B42B23A-B80C-7544-BBD1-B03BB73F5784}"/>
                  </a:ext>
                </a:extLst>
              </p:cNvPr>
              <p:cNvSpPr/>
              <p:nvPr/>
            </p:nvSpPr>
            <p:spPr>
              <a:xfrm>
                <a:off x="353507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9" name="ph7270">
                <a:extLst>
                  <a:ext uri="{FF2B5EF4-FFF2-40B4-BE49-F238E27FC236}">
                    <a16:creationId xmlns:a16="http://schemas.microsoft.com/office/drawing/2014/main" id="{4C218310-3A6F-5522-BE41-14ADFE8BCE75}"/>
                  </a:ext>
                </a:extLst>
              </p:cNvPr>
              <p:cNvSpPr/>
              <p:nvPr/>
            </p:nvSpPr>
            <p:spPr>
              <a:xfrm>
                <a:off x="354451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0" name="ph7271">
                <a:extLst>
                  <a:ext uri="{FF2B5EF4-FFF2-40B4-BE49-F238E27FC236}">
                    <a16:creationId xmlns:a16="http://schemas.microsoft.com/office/drawing/2014/main" id="{68574315-2032-9FC3-6F2D-C6914AD8557C}"/>
                  </a:ext>
                </a:extLst>
              </p:cNvPr>
              <p:cNvSpPr/>
              <p:nvPr/>
            </p:nvSpPr>
            <p:spPr>
              <a:xfrm>
                <a:off x="355395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1" name="ph7272">
                <a:extLst>
                  <a:ext uri="{FF2B5EF4-FFF2-40B4-BE49-F238E27FC236}">
                    <a16:creationId xmlns:a16="http://schemas.microsoft.com/office/drawing/2014/main" id="{02C281F0-84F6-91AF-1A89-1D2BAEFC54DD}"/>
                  </a:ext>
                </a:extLst>
              </p:cNvPr>
              <p:cNvSpPr/>
              <p:nvPr/>
            </p:nvSpPr>
            <p:spPr>
              <a:xfrm>
                <a:off x="356339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2" name="ph7273">
                <a:extLst>
                  <a:ext uri="{FF2B5EF4-FFF2-40B4-BE49-F238E27FC236}">
                    <a16:creationId xmlns:a16="http://schemas.microsoft.com/office/drawing/2014/main" id="{D2D202C0-391B-865A-9545-08D59595BF38}"/>
                  </a:ext>
                </a:extLst>
              </p:cNvPr>
              <p:cNvSpPr/>
              <p:nvPr/>
            </p:nvSpPr>
            <p:spPr>
              <a:xfrm>
                <a:off x="357283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3" name="ph7274">
                <a:extLst>
                  <a:ext uri="{FF2B5EF4-FFF2-40B4-BE49-F238E27FC236}">
                    <a16:creationId xmlns:a16="http://schemas.microsoft.com/office/drawing/2014/main" id="{56E8425D-02B0-2FF1-2104-C7FE3892A8DC}"/>
                  </a:ext>
                </a:extLst>
              </p:cNvPr>
              <p:cNvSpPr/>
              <p:nvPr/>
            </p:nvSpPr>
            <p:spPr>
              <a:xfrm>
                <a:off x="358227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4" name="ph7275">
                <a:extLst>
                  <a:ext uri="{FF2B5EF4-FFF2-40B4-BE49-F238E27FC236}">
                    <a16:creationId xmlns:a16="http://schemas.microsoft.com/office/drawing/2014/main" id="{7A1A9758-69C4-B8BA-0571-0AA731BE7206}"/>
                  </a:ext>
                </a:extLst>
              </p:cNvPr>
              <p:cNvSpPr/>
              <p:nvPr/>
            </p:nvSpPr>
            <p:spPr>
              <a:xfrm>
                <a:off x="359171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5" name="ph7276">
                <a:extLst>
                  <a:ext uri="{FF2B5EF4-FFF2-40B4-BE49-F238E27FC236}">
                    <a16:creationId xmlns:a16="http://schemas.microsoft.com/office/drawing/2014/main" id="{586630AB-8BCA-3E87-1624-28B7BC491314}"/>
                  </a:ext>
                </a:extLst>
              </p:cNvPr>
              <p:cNvSpPr/>
              <p:nvPr/>
            </p:nvSpPr>
            <p:spPr>
              <a:xfrm>
                <a:off x="360115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6" name="ph7277">
                <a:extLst>
                  <a:ext uri="{FF2B5EF4-FFF2-40B4-BE49-F238E27FC236}">
                    <a16:creationId xmlns:a16="http://schemas.microsoft.com/office/drawing/2014/main" id="{E82F4065-99E3-5460-5CC0-21430616BA07}"/>
                  </a:ext>
                </a:extLst>
              </p:cNvPr>
              <p:cNvSpPr/>
              <p:nvPr/>
            </p:nvSpPr>
            <p:spPr>
              <a:xfrm>
                <a:off x="361059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7" name="ph7278">
                <a:extLst>
                  <a:ext uri="{FF2B5EF4-FFF2-40B4-BE49-F238E27FC236}">
                    <a16:creationId xmlns:a16="http://schemas.microsoft.com/office/drawing/2014/main" id="{8A337DBC-3E7F-C548-489D-3DAFF9A00B48}"/>
                  </a:ext>
                </a:extLst>
              </p:cNvPr>
              <p:cNvSpPr/>
              <p:nvPr/>
            </p:nvSpPr>
            <p:spPr>
              <a:xfrm>
                <a:off x="362003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8" name="ph7279">
                <a:extLst>
                  <a:ext uri="{FF2B5EF4-FFF2-40B4-BE49-F238E27FC236}">
                    <a16:creationId xmlns:a16="http://schemas.microsoft.com/office/drawing/2014/main" id="{808EA11F-2E72-D48B-BF7E-EED27A59081F}"/>
                  </a:ext>
                </a:extLst>
              </p:cNvPr>
              <p:cNvSpPr/>
              <p:nvPr/>
            </p:nvSpPr>
            <p:spPr>
              <a:xfrm>
                <a:off x="362947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9" name="ph7280">
                <a:extLst>
                  <a:ext uri="{FF2B5EF4-FFF2-40B4-BE49-F238E27FC236}">
                    <a16:creationId xmlns:a16="http://schemas.microsoft.com/office/drawing/2014/main" id="{B1764CA4-C149-42A1-568A-5399AB70D81D}"/>
                  </a:ext>
                </a:extLst>
              </p:cNvPr>
              <p:cNvSpPr/>
              <p:nvPr/>
            </p:nvSpPr>
            <p:spPr>
              <a:xfrm>
                <a:off x="363891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0" name="ph7281">
                <a:extLst>
                  <a:ext uri="{FF2B5EF4-FFF2-40B4-BE49-F238E27FC236}">
                    <a16:creationId xmlns:a16="http://schemas.microsoft.com/office/drawing/2014/main" id="{9EE5EF41-12CF-3DD8-ED9B-3B9EBD736260}"/>
                  </a:ext>
                </a:extLst>
              </p:cNvPr>
              <p:cNvSpPr/>
              <p:nvPr/>
            </p:nvSpPr>
            <p:spPr>
              <a:xfrm>
                <a:off x="364836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1" name="ph7282">
                <a:extLst>
                  <a:ext uri="{FF2B5EF4-FFF2-40B4-BE49-F238E27FC236}">
                    <a16:creationId xmlns:a16="http://schemas.microsoft.com/office/drawing/2014/main" id="{13FA74FB-19E0-7F53-5274-ED5EBB26C8D8}"/>
                  </a:ext>
                </a:extLst>
              </p:cNvPr>
              <p:cNvSpPr/>
              <p:nvPr/>
            </p:nvSpPr>
            <p:spPr>
              <a:xfrm>
                <a:off x="365780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2" name="ph7283">
                <a:extLst>
                  <a:ext uri="{FF2B5EF4-FFF2-40B4-BE49-F238E27FC236}">
                    <a16:creationId xmlns:a16="http://schemas.microsoft.com/office/drawing/2014/main" id="{C7FDC093-7AC0-CFAA-257D-76ECB438AF5C}"/>
                  </a:ext>
                </a:extLst>
              </p:cNvPr>
              <p:cNvSpPr/>
              <p:nvPr/>
            </p:nvSpPr>
            <p:spPr>
              <a:xfrm>
                <a:off x="366724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3" name="ph7284">
                <a:extLst>
                  <a:ext uri="{FF2B5EF4-FFF2-40B4-BE49-F238E27FC236}">
                    <a16:creationId xmlns:a16="http://schemas.microsoft.com/office/drawing/2014/main" id="{F2F48FE5-9737-40AF-6F2D-E27BF0082831}"/>
                  </a:ext>
                </a:extLst>
              </p:cNvPr>
              <p:cNvSpPr/>
              <p:nvPr/>
            </p:nvSpPr>
            <p:spPr>
              <a:xfrm>
                <a:off x="367668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4" name="ph7285">
                <a:extLst>
                  <a:ext uri="{FF2B5EF4-FFF2-40B4-BE49-F238E27FC236}">
                    <a16:creationId xmlns:a16="http://schemas.microsoft.com/office/drawing/2014/main" id="{0241D096-4BAA-F9FF-567A-05DA6B714C90}"/>
                  </a:ext>
                </a:extLst>
              </p:cNvPr>
              <p:cNvSpPr/>
              <p:nvPr/>
            </p:nvSpPr>
            <p:spPr>
              <a:xfrm>
                <a:off x="368612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5" name="ph7286">
                <a:extLst>
                  <a:ext uri="{FF2B5EF4-FFF2-40B4-BE49-F238E27FC236}">
                    <a16:creationId xmlns:a16="http://schemas.microsoft.com/office/drawing/2014/main" id="{A25F2095-B60E-05D7-10CA-E7C9A6C4B88B}"/>
                  </a:ext>
                </a:extLst>
              </p:cNvPr>
              <p:cNvSpPr/>
              <p:nvPr/>
            </p:nvSpPr>
            <p:spPr>
              <a:xfrm>
                <a:off x="369556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6" name="ph7287">
                <a:extLst>
                  <a:ext uri="{FF2B5EF4-FFF2-40B4-BE49-F238E27FC236}">
                    <a16:creationId xmlns:a16="http://schemas.microsoft.com/office/drawing/2014/main" id="{8FA74711-4DAB-CA90-43D9-F3B6C97A772D}"/>
                  </a:ext>
                </a:extLst>
              </p:cNvPr>
              <p:cNvSpPr/>
              <p:nvPr/>
            </p:nvSpPr>
            <p:spPr>
              <a:xfrm>
                <a:off x="370500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7" name="ph7288">
                <a:extLst>
                  <a:ext uri="{FF2B5EF4-FFF2-40B4-BE49-F238E27FC236}">
                    <a16:creationId xmlns:a16="http://schemas.microsoft.com/office/drawing/2014/main" id="{719E6D4D-4018-100B-89A6-0636BDE458BA}"/>
                  </a:ext>
                </a:extLst>
              </p:cNvPr>
              <p:cNvSpPr/>
              <p:nvPr/>
            </p:nvSpPr>
            <p:spPr>
              <a:xfrm>
                <a:off x="371444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8" name="ph7289">
                <a:extLst>
                  <a:ext uri="{FF2B5EF4-FFF2-40B4-BE49-F238E27FC236}">
                    <a16:creationId xmlns:a16="http://schemas.microsoft.com/office/drawing/2014/main" id="{12C34923-BEA8-A39F-058E-7685AC76F6A3}"/>
                  </a:ext>
                </a:extLst>
              </p:cNvPr>
              <p:cNvSpPr/>
              <p:nvPr/>
            </p:nvSpPr>
            <p:spPr>
              <a:xfrm>
                <a:off x="372388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9" name="ph7290">
                <a:extLst>
                  <a:ext uri="{FF2B5EF4-FFF2-40B4-BE49-F238E27FC236}">
                    <a16:creationId xmlns:a16="http://schemas.microsoft.com/office/drawing/2014/main" id="{F961529D-B0DE-1065-51C0-79188D77BC64}"/>
                  </a:ext>
                </a:extLst>
              </p:cNvPr>
              <p:cNvSpPr/>
              <p:nvPr/>
            </p:nvSpPr>
            <p:spPr>
              <a:xfrm>
                <a:off x="373332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0" name="ph7291">
                <a:extLst>
                  <a:ext uri="{FF2B5EF4-FFF2-40B4-BE49-F238E27FC236}">
                    <a16:creationId xmlns:a16="http://schemas.microsoft.com/office/drawing/2014/main" id="{4C394001-1B4D-91E5-B187-4B35E3D692B5}"/>
                  </a:ext>
                </a:extLst>
              </p:cNvPr>
              <p:cNvSpPr/>
              <p:nvPr/>
            </p:nvSpPr>
            <p:spPr>
              <a:xfrm>
                <a:off x="374276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1" name="ph7292">
                <a:extLst>
                  <a:ext uri="{FF2B5EF4-FFF2-40B4-BE49-F238E27FC236}">
                    <a16:creationId xmlns:a16="http://schemas.microsoft.com/office/drawing/2014/main" id="{A10E525D-B281-45A9-AD9F-5179D7E48480}"/>
                  </a:ext>
                </a:extLst>
              </p:cNvPr>
              <p:cNvSpPr/>
              <p:nvPr/>
            </p:nvSpPr>
            <p:spPr>
              <a:xfrm>
                <a:off x="375220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2" name="ph7293">
                <a:extLst>
                  <a:ext uri="{FF2B5EF4-FFF2-40B4-BE49-F238E27FC236}">
                    <a16:creationId xmlns:a16="http://schemas.microsoft.com/office/drawing/2014/main" id="{094EC8D1-BAA2-5060-8D8F-4D3D0CC6789F}"/>
                  </a:ext>
                </a:extLst>
              </p:cNvPr>
              <p:cNvSpPr/>
              <p:nvPr/>
            </p:nvSpPr>
            <p:spPr>
              <a:xfrm>
                <a:off x="376164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3" name="ph7294">
                <a:extLst>
                  <a:ext uri="{FF2B5EF4-FFF2-40B4-BE49-F238E27FC236}">
                    <a16:creationId xmlns:a16="http://schemas.microsoft.com/office/drawing/2014/main" id="{B98F0FF8-8F7F-C671-E628-64C6355B2118}"/>
                  </a:ext>
                </a:extLst>
              </p:cNvPr>
              <p:cNvSpPr/>
              <p:nvPr/>
            </p:nvSpPr>
            <p:spPr>
              <a:xfrm>
                <a:off x="377108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4" name="ph7295">
                <a:extLst>
                  <a:ext uri="{FF2B5EF4-FFF2-40B4-BE49-F238E27FC236}">
                    <a16:creationId xmlns:a16="http://schemas.microsoft.com/office/drawing/2014/main" id="{6F75B002-1138-B3F5-A786-CEEB10302914}"/>
                  </a:ext>
                </a:extLst>
              </p:cNvPr>
              <p:cNvSpPr/>
              <p:nvPr/>
            </p:nvSpPr>
            <p:spPr>
              <a:xfrm>
                <a:off x="378052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5" name="ph7296">
                <a:extLst>
                  <a:ext uri="{FF2B5EF4-FFF2-40B4-BE49-F238E27FC236}">
                    <a16:creationId xmlns:a16="http://schemas.microsoft.com/office/drawing/2014/main" id="{464CCF9F-876D-3EAB-93CC-919A55346862}"/>
                  </a:ext>
                </a:extLst>
              </p:cNvPr>
              <p:cNvSpPr/>
              <p:nvPr/>
            </p:nvSpPr>
            <p:spPr>
              <a:xfrm>
                <a:off x="378996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6" name="ph7297">
                <a:extLst>
                  <a:ext uri="{FF2B5EF4-FFF2-40B4-BE49-F238E27FC236}">
                    <a16:creationId xmlns:a16="http://schemas.microsoft.com/office/drawing/2014/main" id="{CE2AE23D-A4A4-96ED-5188-C156962C8B49}"/>
                  </a:ext>
                </a:extLst>
              </p:cNvPr>
              <p:cNvSpPr/>
              <p:nvPr/>
            </p:nvSpPr>
            <p:spPr>
              <a:xfrm>
                <a:off x="379940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7" name="ph7298">
                <a:extLst>
                  <a:ext uri="{FF2B5EF4-FFF2-40B4-BE49-F238E27FC236}">
                    <a16:creationId xmlns:a16="http://schemas.microsoft.com/office/drawing/2014/main" id="{4DF92BCF-0170-FDCE-149E-E5BB44288F11}"/>
                  </a:ext>
                </a:extLst>
              </p:cNvPr>
              <p:cNvSpPr/>
              <p:nvPr/>
            </p:nvSpPr>
            <p:spPr>
              <a:xfrm>
                <a:off x="380884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8" name="ph7299">
                <a:extLst>
                  <a:ext uri="{FF2B5EF4-FFF2-40B4-BE49-F238E27FC236}">
                    <a16:creationId xmlns:a16="http://schemas.microsoft.com/office/drawing/2014/main" id="{B91A09DD-4A64-1ED1-9565-E64521932842}"/>
                  </a:ext>
                </a:extLst>
              </p:cNvPr>
              <p:cNvSpPr/>
              <p:nvPr/>
            </p:nvSpPr>
            <p:spPr>
              <a:xfrm>
                <a:off x="381828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9" name="ph7300">
                <a:extLst>
                  <a:ext uri="{FF2B5EF4-FFF2-40B4-BE49-F238E27FC236}">
                    <a16:creationId xmlns:a16="http://schemas.microsoft.com/office/drawing/2014/main" id="{EEE705DD-1FD4-6307-B4BC-92C09948A24F}"/>
                  </a:ext>
                </a:extLst>
              </p:cNvPr>
              <p:cNvSpPr/>
              <p:nvPr/>
            </p:nvSpPr>
            <p:spPr>
              <a:xfrm>
                <a:off x="382772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0" name="ph7301">
                <a:extLst>
                  <a:ext uri="{FF2B5EF4-FFF2-40B4-BE49-F238E27FC236}">
                    <a16:creationId xmlns:a16="http://schemas.microsoft.com/office/drawing/2014/main" id="{14CB3E57-05AC-504C-673B-5603BF19BF4A}"/>
                  </a:ext>
                </a:extLst>
              </p:cNvPr>
              <p:cNvSpPr/>
              <p:nvPr/>
            </p:nvSpPr>
            <p:spPr>
              <a:xfrm>
                <a:off x="383716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1" name="ph7302">
                <a:extLst>
                  <a:ext uri="{FF2B5EF4-FFF2-40B4-BE49-F238E27FC236}">
                    <a16:creationId xmlns:a16="http://schemas.microsoft.com/office/drawing/2014/main" id="{2CBA5B36-DEBF-3D10-2BCB-E1CEDBC9AAE7}"/>
                  </a:ext>
                </a:extLst>
              </p:cNvPr>
              <p:cNvSpPr/>
              <p:nvPr/>
            </p:nvSpPr>
            <p:spPr>
              <a:xfrm>
                <a:off x="384660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2" name="ph7303">
                <a:extLst>
                  <a:ext uri="{FF2B5EF4-FFF2-40B4-BE49-F238E27FC236}">
                    <a16:creationId xmlns:a16="http://schemas.microsoft.com/office/drawing/2014/main" id="{E5456E69-A04B-19EC-1F30-2DA6A07F784B}"/>
                  </a:ext>
                </a:extLst>
              </p:cNvPr>
              <p:cNvSpPr/>
              <p:nvPr/>
            </p:nvSpPr>
            <p:spPr>
              <a:xfrm>
                <a:off x="3856045" y="1201453"/>
                <a:ext cx="9204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31" y="896830"/>
                    </a:lnTo>
                    <a:lnTo>
                      <a:pt x="919686" y="900602"/>
                    </a:lnTo>
                    <a:lnTo>
                      <a:pt x="917382" y="910633"/>
                    </a:lnTo>
                    <a:lnTo>
                      <a:pt x="916390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3" name="ph7304">
                <a:extLst>
                  <a:ext uri="{FF2B5EF4-FFF2-40B4-BE49-F238E27FC236}">
                    <a16:creationId xmlns:a16="http://schemas.microsoft.com/office/drawing/2014/main" id="{67D3253E-A3EF-A29C-AA72-08E015BD894C}"/>
                  </a:ext>
                </a:extLst>
              </p:cNvPr>
              <p:cNvSpPr/>
              <p:nvPr/>
            </p:nvSpPr>
            <p:spPr>
              <a:xfrm>
                <a:off x="2052959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76" y="931969"/>
                    </a:lnTo>
                    <a:lnTo>
                      <a:pt x="905003" y="925314"/>
                    </a:lnTo>
                    <a:lnTo>
                      <a:pt x="905353" y="914400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4" name="ph7305">
                <a:extLst>
                  <a:ext uri="{FF2B5EF4-FFF2-40B4-BE49-F238E27FC236}">
                    <a16:creationId xmlns:a16="http://schemas.microsoft.com/office/drawing/2014/main" id="{B8995AE4-EC14-F09F-EAF0-48600DCC95B3}"/>
                  </a:ext>
                </a:extLst>
              </p:cNvPr>
              <p:cNvSpPr/>
              <p:nvPr/>
            </p:nvSpPr>
            <p:spPr>
              <a:xfrm>
                <a:off x="205295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5" name="ph7306">
                <a:extLst>
                  <a:ext uri="{FF2B5EF4-FFF2-40B4-BE49-F238E27FC236}">
                    <a16:creationId xmlns:a16="http://schemas.microsoft.com/office/drawing/2014/main" id="{85775151-05FD-421B-11AA-A5C68CE17E7C}"/>
                  </a:ext>
                </a:extLst>
              </p:cNvPr>
              <p:cNvSpPr/>
              <p:nvPr/>
            </p:nvSpPr>
            <p:spPr>
              <a:xfrm>
                <a:off x="206239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6" name="ph7307">
                <a:extLst>
                  <a:ext uri="{FF2B5EF4-FFF2-40B4-BE49-F238E27FC236}">
                    <a16:creationId xmlns:a16="http://schemas.microsoft.com/office/drawing/2014/main" id="{210A7C63-259E-3B67-1ACB-4C3FE85169BF}"/>
                  </a:ext>
                </a:extLst>
              </p:cNvPr>
              <p:cNvSpPr/>
              <p:nvPr/>
            </p:nvSpPr>
            <p:spPr>
              <a:xfrm>
                <a:off x="207184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7" name="ph7308">
                <a:extLst>
                  <a:ext uri="{FF2B5EF4-FFF2-40B4-BE49-F238E27FC236}">
                    <a16:creationId xmlns:a16="http://schemas.microsoft.com/office/drawing/2014/main" id="{C1218FCE-A61C-B354-A036-DD0F03A438A2}"/>
                  </a:ext>
                </a:extLst>
              </p:cNvPr>
              <p:cNvSpPr/>
              <p:nvPr/>
            </p:nvSpPr>
            <p:spPr>
              <a:xfrm>
                <a:off x="208128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8" name="ph7309">
                <a:extLst>
                  <a:ext uri="{FF2B5EF4-FFF2-40B4-BE49-F238E27FC236}">
                    <a16:creationId xmlns:a16="http://schemas.microsoft.com/office/drawing/2014/main" id="{B76A8E08-0A74-8A26-7C34-07AAEF0024A5}"/>
                  </a:ext>
                </a:extLst>
              </p:cNvPr>
              <p:cNvSpPr/>
              <p:nvPr/>
            </p:nvSpPr>
            <p:spPr>
              <a:xfrm>
                <a:off x="209072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9" name="ph7310">
                <a:extLst>
                  <a:ext uri="{FF2B5EF4-FFF2-40B4-BE49-F238E27FC236}">
                    <a16:creationId xmlns:a16="http://schemas.microsoft.com/office/drawing/2014/main" id="{91628F37-32CD-C542-2D75-7D58BC41191B}"/>
                  </a:ext>
                </a:extLst>
              </p:cNvPr>
              <p:cNvSpPr/>
              <p:nvPr/>
            </p:nvSpPr>
            <p:spPr>
              <a:xfrm>
                <a:off x="210016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0" name="ph7311">
                <a:extLst>
                  <a:ext uri="{FF2B5EF4-FFF2-40B4-BE49-F238E27FC236}">
                    <a16:creationId xmlns:a16="http://schemas.microsoft.com/office/drawing/2014/main" id="{0C0B4F22-AF94-A18B-0751-F0003BFB8336}"/>
                  </a:ext>
                </a:extLst>
              </p:cNvPr>
              <p:cNvSpPr/>
              <p:nvPr/>
            </p:nvSpPr>
            <p:spPr>
              <a:xfrm>
                <a:off x="210960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1" name="ph7312">
                <a:extLst>
                  <a:ext uri="{FF2B5EF4-FFF2-40B4-BE49-F238E27FC236}">
                    <a16:creationId xmlns:a16="http://schemas.microsoft.com/office/drawing/2014/main" id="{2F4D418A-F235-D35A-43E4-546AFCE3DAA1}"/>
                  </a:ext>
                </a:extLst>
              </p:cNvPr>
              <p:cNvSpPr/>
              <p:nvPr/>
            </p:nvSpPr>
            <p:spPr>
              <a:xfrm>
                <a:off x="211904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2" name="ph7313">
                <a:extLst>
                  <a:ext uri="{FF2B5EF4-FFF2-40B4-BE49-F238E27FC236}">
                    <a16:creationId xmlns:a16="http://schemas.microsoft.com/office/drawing/2014/main" id="{C9771EC9-52FF-B092-3704-E78957089F4D}"/>
                  </a:ext>
                </a:extLst>
              </p:cNvPr>
              <p:cNvSpPr/>
              <p:nvPr/>
            </p:nvSpPr>
            <p:spPr>
              <a:xfrm>
                <a:off x="212848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3" name="ph7314">
                <a:extLst>
                  <a:ext uri="{FF2B5EF4-FFF2-40B4-BE49-F238E27FC236}">
                    <a16:creationId xmlns:a16="http://schemas.microsoft.com/office/drawing/2014/main" id="{C63F426B-9DC5-F082-2923-899DBA509327}"/>
                  </a:ext>
                </a:extLst>
              </p:cNvPr>
              <p:cNvSpPr/>
              <p:nvPr/>
            </p:nvSpPr>
            <p:spPr>
              <a:xfrm>
                <a:off x="213792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4" name="ph7315">
                <a:extLst>
                  <a:ext uri="{FF2B5EF4-FFF2-40B4-BE49-F238E27FC236}">
                    <a16:creationId xmlns:a16="http://schemas.microsoft.com/office/drawing/2014/main" id="{10DF24DB-5E4A-1F49-BFBB-946451D1BB97}"/>
                  </a:ext>
                </a:extLst>
              </p:cNvPr>
              <p:cNvSpPr/>
              <p:nvPr/>
            </p:nvSpPr>
            <p:spPr>
              <a:xfrm>
                <a:off x="214736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5" name="ph7316">
                <a:extLst>
                  <a:ext uri="{FF2B5EF4-FFF2-40B4-BE49-F238E27FC236}">
                    <a16:creationId xmlns:a16="http://schemas.microsoft.com/office/drawing/2014/main" id="{6647B1E8-05E3-4FB9-4FB8-E08425BB526D}"/>
                  </a:ext>
                </a:extLst>
              </p:cNvPr>
              <p:cNvSpPr/>
              <p:nvPr/>
            </p:nvSpPr>
            <p:spPr>
              <a:xfrm>
                <a:off x="215680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6" name="ph7317">
                <a:extLst>
                  <a:ext uri="{FF2B5EF4-FFF2-40B4-BE49-F238E27FC236}">
                    <a16:creationId xmlns:a16="http://schemas.microsoft.com/office/drawing/2014/main" id="{2E714B77-CE45-2C0D-42DD-50F214AD5E34}"/>
                  </a:ext>
                </a:extLst>
              </p:cNvPr>
              <p:cNvSpPr/>
              <p:nvPr/>
            </p:nvSpPr>
            <p:spPr>
              <a:xfrm>
                <a:off x="216624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7" name="ph7318">
                <a:extLst>
                  <a:ext uri="{FF2B5EF4-FFF2-40B4-BE49-F238E27FC236}">
                    <a16:creationId xmlns:a16="http://schemas.microsoft.com/office/drawing/2014/main" id="{BCDA6B3C-90BA-5462-F04D-91DB528C81FD}"/>
                  </a:ext>
                </a:extLst>
              </p:cNvPr>
              <p:cNvSpPr/>
              <p:nvPr/>
            </p:nvSpPr>
            <p:spPr>
              <a:xfrm>
                <a:off x="217568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8" name="ph7319">
                <a:extLst>
                  <a:ext uri="{FF2B5EF4-FFF2-40B4-BE49-F238E27FC236}">
                    <a16:creationId xmlns:a16="http://schemas.microsoft.com/office/drawing/2014/main" id="{5F501FAF-7B79-9200-8E03-C766122B4D62}"/>
                  </a:ext>
                </a:extLst>
              </p:cNvPr>
              <p:cNvSpPr/>
              <p:nvPr/>
            </p:nvSpPr>
            <p:spPr>
              <a:xfrm>
                <a:off x="218512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9" name="ph7320">
                <a:extLst>
                  <a:ext uri="{FF2B5EF4-FFF2-40B4-BE49-F238E27FC236}">
                    <a16:creationId xmlns:a16="http://schemas.microsoft.com/office/drawing/2014/main" id="{55040FC1-5B52-276E-7DCB-E34417281954}"/>
                  </a:ext>
                </a:extLst>
              </p:cNvPr>
              <p:cNvSpPr/>
              <p:nvPr/>
            </p:nvSpPr>
            <p:spPr>
              <a:xfrm>
                <a:off x="219456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0" name="ph7321">
                <a:extLst>
                  <a:ext uri="{FF2B5EF4-FFF2-40B4-BE49-F238E27FC236}">
                    <a16:creationId xmlns:a16="http://schemas.microsoft.com/office/drawing/2014/main" id="{FE478CE2-5E6E-B267-66CB-97780AAB5C8A}"/>
                  </a:ext>
                </a:extLst>
              </p:cNvPr>
              <p:cNvSpPr/>
              <p:nvPr/>
            </p:nvSpPr>
            <p:spPr>
              <a:xfrm>
                <a:off x="220400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1" name="ph7322">
                <a:extLst>
                  <a:ext uri="{FF2B5EF4-FFF2-40B4-BE49-F238E27FC236}">
                    <a16:creationId xmlns:a16="http://schemas.microsoft.com/office/drawing/2014/main" id="{B3BBAA88-989A-0D47-195D-75725143856F}"/>
                  </a:ext>
                </a:extLst>
              </p:cNvPr>
              <p:cNvSpPr/>
              <p:nvPr/>
            </p:nvSpPr>
            <p:spPr>
              <a:xfrm>
                <a:off x="221344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2" name="ph7323">
                <a:extLst>
                  <a:ext uri="{FF2B5EF4-FFF2-40B4-BE49-F238E27FC236}">
                    <a16:creationId xmlns:a16="http://schemas.microsoft.com/office/drawing/2014/main" id="{365D5299-C009-501A-3085-8D9AC26D760B}"/>
                  </a:ext>
                </a:extLst>
              </p:cNvPr>
              <p:cNvSpPr/>
              <p:nvPr/>
            </p:nvSpPr>
            <p:spPr>
              <a:xfrm>
                <a:off x="222288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3" name="ph7324">
                <a:extLst>
                  <a:ext uri="{FF2B5EF4-FFF2-40B4-BE49-F238E27FC236}">
                    <a16:creationId xmlns:a16="http://schemas.microsoft.com/office/drawing/2014/main" id="{95C08ADF-9653-F2C5-ADD0-B0C48D993DFE}"/>
                  </a:ext>
                </a:extLst>
              </p:cNvPr>
              <p:cNvSpPr/>
              <p:nvPr/>
            </p:nvSpPr>
            <p:spPr>
              <a:xfrm>
                <a:off x="223232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4" name="ph7325">
                <a:extLst>
                  <a:ext uri="{FF2B5EF4-FFF2-40B4-BE49-F238E27FC236}">
                    <a16:creationId xmlns:a16="http://schemas.microsoft.com/office/drawing/2014/main" id="{43A4DB77-159E-751E-B19A-B476C04BE9FB}"/>
                  </a:ext>
                </a:extLst>
              </p:cNvPr>
              <p:cNvSpPr/>
              <p:nvPr/>
            </p:nvSpPr>
            <p:spPr>
              <a:xfrm>
                <a:off x="224176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5" name="ph7326">
                <a:extLst>
                  <a:ext uri="{FF2B5EF4-FFF2-40B4-BE49-F238E27FC236}">
                    <a16:creationId xmlns:a16="http://schemas.microsoft.com/office/drawing/2014/main" id="{71D45834-0202-FFF0-AE81-E079416CD32E}"/>
                  </a:ext>
                </a:extLst>
              </p:cNvPr>
              <p:cNvSpPr/>
              <p:nvPr/>
            </p:nvSpPr>
            <p:spPr>
              <a:xfrm>
                <a:off x="225120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6" name="ph7327">
                <a:extLst>
                  <a:ext uri="{FF2B5EF4-FFF2-40B4-BE49-F238E27FC236}">
                    <a16:creationId xmlns:a16="http://schemas.microsoft.com/office/drawing/2014/main" id="{9AB9F868-E965-09F7-FF75-4BF5C8A8A948}"/>
                  </a:ext>
                </a:extLst>
              </p:cNvPr>
              <p:cNvSpPr/>
              <p:nvPr/>
            </p:nvSpPr>
            <p:spPr>
              <a:xfrm>
                <a:off x="226064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7" name="ph7328">
                <a:extLst>
                  <a:ext uri="{FF2B5EF4-FFF2-40B4-BE49-F238E27FC236}">
                    <a16:creationId xmlns:a16="http://schemas.microsoft.com/office/drawing/2014/main" id="{00B89A74-07DD-BC55-0C92-5E95AE537F5E}"/>
                  </a:ext>
                </a:extLst>
              </p:cNvPr>
              <p:cNvSpPr/>
              <p:nvPr/>
            </p:nvSpPr>
            <p:spPr>
              <a:xfrm>
                <a:off x="227008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8" name="ph7329">
                <a:extLst>
                  <a:ext uri="{FF2B5EF4-FFF2-40B4-BE49-F238E27FC236}">
                    <a16:creationId xmlns:a16="http://schemas.microsoft.com/office/drawing/2014/main" id="{043A0A2F-58D4-C653-DCE4-89EB366B1128}"/>
                  </a:ext>
                </a:extLst>
              </p:cNvPr>
              <p:cNvSpPr/>
              <p:nvPr/>
            </p:nvSpPr>
            <p:spPr>
              <a:xfrm>
                <a:off x="227952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9" name="ph7330">
                <a:extLst>
                  <a:ext uri="{FF2B5EF4-FFF2-40B4-BE49-F238E27FC236}">
                    <a16:creationId xmlns:a16="http://schemas.microsoft.com/office/drawing/2014/main" id="{F3769317-7C12-D715-39A2-736CFB0E5215}"/>
                  </a:ext>
                </a:extLst>
              </p:cNvPr>
              <p:cNvSpPr/>
              <p:nvPr/>
            </p:nvSpPr>
            <p:spPr>
              <a:xfrm>
                <a:off x="228896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0" name="ph7331">
                <a:extLst>
                  <a:ext uri="{FF2B5EF4-FFF2-40B4-BE49-F238E27FC236}">
                    <a16:creationId xmlns:a16="http://schemas.microsoft.com/office/drawing/2014/main" id="{783AE8E3-A3D7-C2D5-97DA-06F66852ABCD}"/>
                  </a:ext>
                </a:extLst>
              </p:cNvPr>
              <p:cNvSpPr/>
              <p:nvPr/>
            </p:nvSpPr>
            <p:spPr>
              <a:xfrm>
                <a:off x="229840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1" name="ph7332">
                <a:extLst>
                  <a:ext uri="{FF2B5EF4-FFF2-40B4-BE49-F238E27FC236}">
                    <a16:creationId xmlns:a16="http://schemas.microsoft.com/office/drawing/2014/main" id="{ECF4E5FA-0F0C-1902-F876-12F554D2CDB4}"/>
                  </a:ext>
                </a:extLst>
              </p:cNvPr>
              <p:cNvSpPr/>
              <p:nvPr/>
            </p:nvSpPr>
            <p:spPr>
              <a:xfrm>
                <a:off x="230784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2" name="ph7333">
                <a:extLst>
                  <a:ext uri="{FF2B5EF4-FFF2-40B4-BE49-F238E27FC236}">
                    <a16:creationId xmlns:a16="http://schemas.microsoft.com/office/drawing/2014/main" id="{AC715611-65E5-393F-A6CB-9DC80AAC4ED3}"/>
                  </a:ext>
                </a:extLst>
              </p:cNvPr>
              <p:cNvSpPr/>
              <p:nvPr/>
            </p:nvSpPr>
            <p:spPr>
              <a:xfrm>
                <a:off x="231728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3" name="ph7334">
                <a:extLst>
                  <a:ext uri="{FF2B5EF4-FFF2-40B4-BE49-F238E27FC236}">
                    <a16:creationId xmlns:a16="http://schemas.microsoft.com/office/drawing/2014/main" id="{D2FB052D-BEC8-AD58-15BC-B17E30DA2294}"/>
                  </a:ext>
                </a:extLst>
              </p:cNvPr>
              <p:cNvSpPr/>
              <p:nvPr/>
            </p:nvSpPr>
            <p:spPr>
              <a:xfrm>
                <a:off x="232672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4" name="ph7335">
                <a:extLst>
                  <a:ext uri="{FF2B5EF4-FFF2-40B4-BE49-F238E27FC236}">
                    <a16:creationId xmlns:a16="http://schemas.microsoft.com/office/drawing/2014/main" id="{910C1EBE-E51D-DF7C-18DC-805C878D4B31}"/>
                  </a:ext>
                </a:extLst>
              </p:cNvPr>
              <p:cNvSpPr/>
              <p:nvPr/>
            </p:nvSpPr>
            <p:spPr>
              <a:xfrm>
                <a:off x="233616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5" name="ph7336">
                <a:extLst>
                  <a:ext uri="{FF2B5EF4-FFF2-40B4-BE49-F238E27FC236}">
                    <a16:creationId xmlns:a16="http://schemas.microsoft.com/office/drawing/2014/main" id="{BFF88067-E421-5AEF-A5B8-C8EDA64D9C56}"/>
                  </a:ext>
                </a:extLst>
              </p:cNvPr>
              <p:cNvSpPr/>
              <p:nvPr/>
            </p:nvSpPr>
            <p:spPr>
              <a:xfrm>
                <a:off x="234560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6" name="ph7337">
                <a:extLst>
                  <a:ext uri="{FF2B5EF4-FFF2-40B4-BE49-F238E27FC236}">
                    <a16:creationId xmlns:a16="http://schemas.microsoft.com/office/drawing/2014/main" id="{BA137C61-E343-4605-E2B0-C97DEACEC664}"/>
                  </a:ext>
                </a:extLst>
              </p:cNvPr>
              <p:cNvSpPr/>
              <p:nvPr/>
            </p:nvSpPr>
            <p:spPr>
              <a:xfrm>
                <a:off x="235504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7" name="ph7338">
                <a:extLst>
                  <a:ext uri="{FF2B5EF4-FFF2-40B4-BE49-F238E27FC236}">
                    <a16:creationId xmlns:a16="http://schemas.microsoft.com/office/drawing/2014/main" id="{187397FF-98A0-207C-6573-8EA232A91BF4}"/>
                  </a:ext>
                </a:extLst>
              </p:cNvPr>
              <p:cNvSpPr/>
              <p:nvPr/>
            </p:nvSpPr>
            <p:spPr>
              <a:xfrm>
                <a:off x="236448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8" name="ph7339">
                <a:extLst>
                  <a:ext uri="{FF2B5EF4-FFF2-40B4-BE49-F238E27FC236}">
                    <a16:creationId xmlns:a16="http://schemas.microsoft.com/office/drawing/2014/main" id="{11DD6A0A-3DCE-5104-73DC-AC2781004B0C}"/>
                  </a:ext>
                </a:extLst>
              </p:cNvPr>
              <p:cNvSpPr/>
              <p:nvPr/>
            </p:nvSpPr>
            <p:spPr>
              <a:xfrm>
                <a:off x="237392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9" name="ph7340">
                <a:extLst>
                  <a:ext uri="{FF2B5EF4-FFF2-40B4-BE49-F238E27FC236}">
                    <a16:creationId xmlns:a16="http://schemas.microsoft.com/office/drawing/2014/main" id="{625D9904-D30B-BFCC-27D7-E804D79C4DBA}"/>
                  </a:ext>
                </a:extLst>
              </p:cNvPr>
              <p:cNvSpPr/>
              <p:nvPr/>
            </p:nvSpPr>
            <p:spPr>
              <a:xfrm>
                <a:off x="2392808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681" y="896830"/>
                    </a:lnTo>
                    <a:lnTo>
                      <a:pt x="908111" y="898647"/>
                    </a:lnTo>
                    <a:lnTo>
                      <a:pt x="912716" y="905164"/>
                    </a:lnTo>
                    <a:lnTo>
                      <a:pt x="914400" y="907810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0" name="ph7341">
                <a:extLst>
                  <a:ext uri="{FF2B5EF4-FFF2-40B4-BE49-F238E27FC236}">
                    <a16:creationId xmlns:a16="http://schemas.microsoft.com/office/drawing/2014/main" id="{D3BB51FF-2925-AF14-EF00-828F79D6869B}"/>
                  </a:ext>
                </a:extLst>
              </p:cNvPr>
              <p:cNvSpPr/>
              <p:nvPr/>
            </p:nvSpPr>
            <p:spPr>
              <a:xfrm>
                <a:off x="2392808" y="1183884"/>
                <a:ext cx="918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14400">
                    <a:moveTo>
                      <a:pt x="914400" y="914400"/>
                    </a:moveTo>
                    <a:lnTo>
                      <a:pt x="914400" y="907810"/>
                    </a:lnTo>
                    <a:lnTo>
                      <a:pt x="917136" y="912111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1" name="ph7342">
                <a:extLst>
                  <a:ext uri="{FF2B5EF4-FFF2-40B4-BE49-F238E27FC236}">
                    <a16:creationId xmlns:a16="http://schemas.microsoft.com/office/drawing/2014/main" id="{225A7F5C-D6F2-9C19-B54E-0951680F609A}"/>
                  </a:ext>
                </a:extLst>
              </p:cNvPr>
              <p:cNvSpPr/>
              <p:nvPr/>
            </p:nvSpPr>
            <p:spPr>
              <a:xfrm>
                <a:off x="3459555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295" y="914400"/>
                    </a:lnTo>
                    <a:lnTo>
                      <a:pt x="913515" y="913059"/>
                    </a:lnTo>
                    <a:lnTo>
                      <a:pt x="914400" y="908554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2" name="ph7343">
                <a:extLst>
                  <a:ext uri="{FF2B5EF4-FFF2-40B4-BE49-F238E27FC236}">
                    <a16:creationId xmlns:a16="http://schemas.microsoft.com/office/drawing/2014/main" id="{F9808753-86A8-D4BE-E30D-6742A1AA97DE}"/>
                  </a:ext>
                </a:extLst>
              </p:cNvPr>
              <p:cNvSpPr/>
              <p:nvPr/>
            </p:nvSpPr>
            <p:spPr>
              <a:xfrm>
                <a:off x="3468995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123"/>
                    </a:lnTo>
                    <a:lnTo>
                      <a:pt x="906141" y="920104"/>
                    </a:lnTo>
                    <a:lnTo>
                      <a:pt x="907449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3" name="ph7344">
                <a:extLst>
                  <a:ext uri="{FF2B5EF4-FFF2-40B4-BE49-F238E27FC236}">
                    <a16:creationId xmlns:a16="http://schemas.microsoft.com/office/drawing/2014/main" id="{21739BAC-C31B-DD5F-2EFF-6080ABF49A33}"/>
                  </a:ext>
                </a:extLst>
              </p:cNvPr>
              <p:cNvSpPr/>
              <p:nvPr/>
            </p:nvSpPr>
            <p:spPr>
              <a:xfrm>
                <a:off x="346899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4" name="ph7345">
                <a:extLst>
                  <a:ext uri="{FF2B5EF4-FFF2-40B4-BE49-F238E27FC236}">
                    <a16:creationId xmlns:a16="http://schemas.microsoft.com/office/drawing/2014/main" id="{8AB1036B-59D4-9BA7-2830-7F0B72A4F3C0}"/>
                  </a:ext>
                </a:extLst>
              </p:cNvPr>
              <p:cNvSpPr/>
              <p:nvPr/>
            </p:nvSpPr>
            <p:spPr>
              <a:xfrm>
                <a:off x="347843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5" name="ph7346">
                <a:extLst>
                  <a:ext uri="{FF2B5EF4-FFF2-40B4-BE49-F238E27FC236}">
                    <a16:creationId xmlns:a16="http://schemas.microsoft.com/office/drawing/2014/main" id="{CD7FF7C8-1376-79BF-A4F8-8DC1029E29B9}"/>
                  </a:ext>
                </a:extLst>
              </p:cNvPr>
              <p:cNvSpPr/>
              <p:nvPr/>
            </p:nvSpPr>
            <p:spPr>
              <a:xfrm>
                <a:off x="348787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6" name="ph7347">
                <a:extLst>
                  <a:ext uri="{FF2B5EF4-FFF2-40B4-BE49-F238E27FC236}">
                    <a16:creationId xmlns:a16="http://schemas.microsoft.com/office/drawing/2014/main" id="{8BD43B3D-F738-7650-6410-7D2EA8927731}"/>
                  </a:ext>
                </a:extLst>
              </p:cNvPr>
              <p:cNvSpPr/>
              <p:nvPr/>
            </p:nvSpPr>
            <p:spPr>
              <a:xfrm>
                <a:off x="349731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7" name="ph7348">
                <a:extLst>
                  <a:ext uri="{FF2B5EF4-FFF2-40B4-BE49-F238E27FC236}">
                    <a16:creationId xmlns:a16="http://schemas.microsoft.com/office/drawing/2014/main" id="{5EAE8A2D-5B32-B9DE-7317-1643DDA34E62}"/>
                  </a:ext>
                </a:extLst>
              </p:cNvPr>
              <p:cNvSpPr/>
              <p:nvPr/>
            </p:nvSpPr>
            <p:spPr>
              <a:xfrm>
                <a:off x="350675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8" name="ph7349">
                <a:extLst>
                  <a:ext uri="{FF2B5EF4-FFF2-40B4-BE49-F238E27FC236}">
                    <a16:creationId xmlns:a16="http://schemas.microsoft.com/office/drawing/2014/main" id="{A2C5E3DE-33A8-B38C-B925-D3E171EC4C8E}"/>
                  </a:ext>
                </a:extLst>
              </p:cNvPr>
              <p:cNvSpPr/>
              <p:nvPr/>
            </p:nvSpPr>
            <p:spPr>
              <a:xfrm>
                <a:off x="351619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9" name="ph7350">
                <a:extLst>
                  <a:ext uri="{FF2B5EF4-FFF2-40B4-BE49-F238E27FC236}">
                    <a16:creationId xmlns:a16="http://schemas.microsoft.com/office/drawing/2014/main" id="{B8234594-5128-0B99-409D-1E33C2A7FC93}"/>
                  </a:ext>
                </a:extLst>
              </p:cNvPr>
              <p:cNvSpPr/>
              <p:nvPr/>
            </p:nvSpPr>
            <p:spPr>
              <a:xfrm>
                <a:off x="352563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0" name="ph7351">
                <a:extLst>
                  <a:ext uri="{FF2B5EF4-FFF2-40B4-BE49-F238E27FC236}">
                    <a16:creationId xmlns:a16="http://schemas.microsoft.com/office/drawing/2014/main" id="{72F37E67-2810-C6F2-790E-F889E4A59CC2}"/>
                  </a:ext>
                </a:extLst>
              </p:cNvPr>
              <p:cNvSpPr/>
              <p:nvPr/>
            </p:nvSpPr>
            <p:spPr>
              <a:xfrm>
                <a:off x="353507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1" name="ph7352">
                <a:extLst>
                  <a:ext uri="{FF2B5EF4-FFF2-40B4-BE49-F238E27FC236}">
                    <a16:creationId xmlns:a16="http://schemas.microsoft.com/office/drawing/2014/main" id="{FD7E0147-D24A-5AC5-9E34-6A29073134B5}"/>
                  </a:ext>
                </a:extLst>
              </p:cNvPr>
              <p:cNvSpPr/>
              <p:nvPr/>
            </p:nvSpPr>
            <p:spPr>
              <a:xfrm>
                <a:off x="354451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2" name="ph7353">
                <a:extLst>
                  <a:ext uri="{FF2B5EF4-FFF2-40B4-BE49-F238E27FC236}">
                    <a16:creationId xmlns:a16="http://schemas.microsoft.com/office/drawing/2014/main" id="{0A799FEE-B415-B5C4-5102-280FBA16E777}"/>
                  </a:ext>
                </a:extLst>
              </p:cNvPr>
              <p:cNvSpPr/>
              <p:nvPr/>
            </p:nvSpPr>
            <p:spPr>
              <a:xfrm>
                <a:off x="355395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3" name="ph7354">
                <a:extLst>
                  <a:ext uri="{FF2B5EF4-FFF2-40B4-BE49-F238E27FC236}">
                    <a16:creationId xmlns:a16="http://schemas.microsoft.com/office/drawing/2014/main" id="{966EF4D5-6109-5085-D8DF-E74E74345275}"/>
                  </a:ext>
                </a:extLst>
              </p:cNvPr>
              <p:cNvSpPr/>
              <p:nvPr/>
            </p:nvSpPr>
            <p:spPr>
              <a:xfrm>
                <a:off x="356339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4" name="ph7355">
                <a:extLst>
                  <a:ext uri="{FF2B5EF4-FFF2-40B4-BE49-F238E27FC236}">
                    <a16:creationId xmlns:a16="http://schemas.microsoft.com/office/drawing/2014/main" id="{08679F7F-60C9-FEED-E205-FD286359C425}"/>
                  </a:ext>
                </a:extLst>
              </p:cNvPr>
              <p:cNvSpPr/>
              <p:nvPr/>
            </p:nvSpPr>
            <p:spPr>
              <a:xfrm>
                <a:off x="357283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5" name="ph7356">
                <a:extLst>
                  <a:ext uri="{FF2B5EF4-FFF2-40B4-BE49-F238E27FC236}">
                    <a16:creationId xmlns:a16="http://schemas.microsoft.com/office/drawing/2014/main" id="{4C153AFD-1804-2545-4389-3627FA42F61F}"/>
                  </a:ext>
                </a:extLst>
              </p:cNvPr>
              <p:cNvSpPr/>
              <p:nvPr/>
            </p:nvSpPr>
            <p:spPr>
              <a:xfrm>
                <a:off x="358227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6" name="ph7357">
                <a:extLst>
                  <a:ext uri="{FF2B5EF4-FFF2-40B4-BE49-F238E27FC236}">
                    <a16:creationId xmlns:a16="http://schemas.microsoft.com/office/drawing/2014/main" id="{F35721EF-2B8B-C809-412E-7731442D6969}"/>
                  </a:ext>
                </a:extLst>
              </p:cNvPr>
              <p:cNvSpPr/>
              <p:nvPr/>
            </p:nvSpPr>
            <p:spPr>
              <a:xfrm>
                <a:off x="359171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7" name="ph7358">
                <a:extLst>
                  <a:ext uri="{FF2B5EF4-FFF2-40B4-BE49-F238E27FC236}">
                    <a16:creationId xmlns:a16="http://schemas.microsoft.com/office/drawing/2014/main" id="{4A57EED9-05AB-AEFD-DD59-9D07E90FA0C6}"/>
                  </a:ext>
                </a:extLst>
              </p:cNvPr>
              <p:cNvSpPr/>
              <p:nvPr/>
            </p:nvSpPr>
            <p:spPr>
              <a:xfrm>
                <a:off x="360115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8" name="ph7359">
                <a:extLst>
                  <a:ext uri="{FF2B5EF4-FFF2-40B4-BE49-F238E27FC236}">
                    <a16:creationId xmlns:a16="http://schemas.microsoft.com/office/drawing/2014/main" id="{93538431-D09C-7F59-6A31-8FACD6AFE0AE}"/>
                  </a:ext>
                </a:extLst>
              </p:cNvPr>
              <p:cNvSpPr/>
              <p:nvPr/>
            </p:nvSpPr>
            <p:spPr>
              <a:xfrm>
                <a:off x="361059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9" name="ph7360">
                <a:extLst>
                  <a:ext uri="{FF2B5EF4-FFF2-40B4-BE49-F238E27FC236}">
                    <a16:creationId xmlns:a16="http://schemas.microsoft.com/office/drawing/2014/main" id="{EF149CE4-C54A-1016-826D-A731F161E2FF}"/>
                  </a:ext>
                </a:extLst>
              </p:cNvPr>
              <p:cNvSpPr/>
              <p:nvPr/>
            </p:nvSpPr>
            <p:spPr>
              <a:xfrm>
                <a:off x="362003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0" name="ph7361">
                <a:extLst>
                  <a:ext uri="{FF2B5EF4-FFF2-40B4-BE49-F238E27FC236}">
                    <a16:creationId xmlns:a16="http://schemas.microsoft.com/office/drawing/2014/main" id="{2E03927E-826D-1285-959B-DBBA6922DFCF}"/>
                  </a:ext>
                </a:extLst>
              </p:cNvPr>
              <p:cNvSpPr/>
              <p:nvPr/>
            </p:nvSpPr>
            <p:spPr>
              <a:xfrm>
                <a:off x="362947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1" name="ph7362">
                <a:extLst>
                  <a:ext uri="{FF2B5EF4-FFF2-40B4-BE49-F238E27FC236}">
                    <a16:creationId xmlns:a16="http://schemas.microsoft.com/office/drawing/2014/main" id="{B4277BF3-9081-3289-A0F9-C7EC1070EC7A}"/>
                  </a:ext>
                </a:extLst>
              </p:cNvPr>
              <p:cNvSpPr/>
              <p:nvPr/>
            </p:nvSpPr>
            <p:spPr>
              <a:xfrm>
                <a:off x="363891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2" name="ph7363">
                <a:extLst>
                  <a:ext uri="{FF2B5EF4-FFF2-40B4-BE49-F238E27FC236}">
                    <a16:creationId xmlns:a16="http://schemas.microsoft.com/office/drawing/2014/main" id="{94290D9E-8E40-BBCB-80A4-9FCD1C1737AC}"/>
                  </a:ext>
                </a:extLst>
              </p:cNvPr>
              <p:cNvSpPr/>
              <p:nvPr/>
            </p:nvSpPr>
            <p:spPr>
              <a:xfrm>
                <a:off x="364836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3" name="ph7364">
                <a:extLst>
                  <a:ext uri="{FF2B5EF4-FFF2-40B4-BE49-F238E27FC236}">
                    <a16:creationId xmlns:a16="http://schemas.microsoft.com/office/drawing/2014/main" id="{D18A53E4-CA23-58E8-9D4A-99765E2E7DDA}"/>
                  </a:ext>
                </a:extLst>
              </p:cNvPr>
              <p:cNvSpPr/>
              <p:nvPr/>
            </p:nvSpPr>
            <p:spPr>
              <a:xfrm>
                <a:off x="365780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4" name="ph7365">
                <a:extLst>
                  <a:ext uri="{FF2B5EF4-FFF2-40B4-BE49-F238E27FC236}">
                    <a16:creationId xmlns:a16="http://schemas.microsoft.com/office/drawing/2014/main" id="{E5CEAF05-B10E-700D-E487-3B53B2EFA493}"/>
                  </a:ext>
                </a:extLst>
              </p:cNvPr>
              <p:cNvSpPr/>
              <p:nvPr/>
            </p:nvSpPr>
            <p:spPr>
              <a:xfrm>
                <a:off x="366724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5" name="ph7366">
                <a:extLst>
                  <a:ext uri="{FF2B5EF4-FFF2-40B4-BE49-F238E27FC236}">
                    <a16:creationId xmlns:a16="http://schemas.microsoft.com/office/drawing/2014/main" id="{61002B74-4B20-3B1A-89CD-E789168248C8}"/>
                  </a:ext>
                </a:extLst>
              </p:cNvPr>
              <p:cNvSpPr/>
              <p:nvPr/>
            </p:nvSpPr>
            <p:spPr>
              <a:xfrm>
                <a:off x="367668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6" name="ph7367">
                <a:extLst>
                  <a:ext uri="{FF2B5EF4-FFF2-40B4-BE49-F238E27FC236}">
                    <a16:creationId xmlns:a16="http://schemas.microsoft.com/office/drawing/2014/main" id="{7DBA7AA9-B350-78F6-8A6D-6F71253B222B}"/>
                  </a:ext>
                </a:extLst>
              </p:cNvPr>
              <p:cNvSpPr/>
              <p:nvPr/>
            </p:nvSpPr>
            <p:spPr>
              <a:xfrm>
                <a:off x="368612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7" name="ph7368">
                <a:extLst>
                  <a:ext uri="{FF2B5EF4-FFF2-40B4-BE49-F238E27FC236}">
                    <a16:creationId xmlns:a16="http://schemas.microsoft.com/office/drawing/2014/main" id="{2B24DF2D-FF7D-42AE-F3AC-2B2F4C8A863E}"/>
                  </a:ext>
                </a:extLst>
              </p:cNvPr>
              <p:cNvSpPr/>
              <p:nvPr/>
            </p:nvSpPr>
            <p:spPr>
              <a:xfrm>
                <a:off x="369556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8" name="ph7369">
                <a:extLst>
                  <a:ext uri="{FF2B5EF4-FFF2-40B4-BE49-F238E27FC236}">
                    <a16:creationId xmlns:a16="http://schemas.microsoft.com/office/drawing/2014/main" id="{58518BBE-DA58-F2BD-8157-8E8F54F65133}"/>
                  </a:ext>
                </a:extLst>
              </p:cNvPr>
              <p:cNvSpPr/>
              <p:nvPr/>
            </p:nvSpPr>
            <p:spPr>
              <a:xfrm>
                <a:off x="370500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9" name="ph7370">
                <a:extLst>
                  <a:ext uri="{FF2B5EF4-FFF2-40B4-BE49-F238E27FC236}">
                    <a16:creationId xmlns:a16="http://schemas.microsoft.com/office/drawing/2014/main" id="{24E56A58-978E-BF9D-4332-9A71B62678BF}"/>
                  </a:ext>
                </a:extLst>
              </p:cNvPr>
              <p:cNvSpPr/>
              <p:nvPr/>
            </p:nvSpPr>
            <p:spPr>
              <a:xfrm>
                <a:off x="371444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0" name="ph7371">
                <a:extLst>
                  <a:ext uri="{FF2B5EF4-FFF2-40B4-BE49-F238E27FC236}">
                    <a16:creationId xmlns:a16="http://schemas.microsoft.com/office/drawing/2014/main" id="{F0E76033-4B43-CEEA-0D61-00D2EF2D19D4}"/>
                  </a:ext>
                </a:extLst>
              </p:cNvPr>
              <p:cNvSpPr/>
              <p:nvPr/>
            </p:nvSpPr>
            <p:spPr>
              <a:xfrm>
                <a:off x="372388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1" name="ph7372">
                <a:extLst>
                  <a:ext uri="{FF2B5EF4-FFF2-40B4-BE49-F238E27FC236}">
                    <a16:creationId xmlns:a16="http://schemas.microsoft.com/office/drawing/2014/main" id="{04E0CD27-85B9-99BB-ECAF-093343886882}"/>
                  </a:ext>
                </a:extLst>
              </p:cNvPr>
              <p:cNvSpPr/>
              <p:nvPr/>
            </p:nvSpPr>
            <p:spPr>
              <a:xfrm>
                <a:off x="373332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2" name="ph7373">
                <a:extLst>
                  <a:ext uri="{FF2B5EF4-FFF2-40B4-BE49-F238E27FC236}">
                    <a16:creationId xmlns:a16="http://schemas.microsoft.com/office/drawing/2014/main" id="{256DE306-6782-0EA7-B1D1-1DFCC3785127}"/>
                  </a:ext>
                </a:extLst>
              </p:cNvPr>
              <p:cNvSpPr/>
              <p:nvPr/>
            </p:nvSpPr>
            <p:spPr>
              <a:xfrm>
                <a:off x="374276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3" name="ph7374">
                <a:extLst>
                  <a:ext uri="{FF2B5EF4-FFF2-40B4-BE49-F238E27FC236}">
                    <a16:creationId xmlns:a16="http://schemas.microsoft.com/office/drawing/2014/main" id="{92BA6415-9495-D3FE-47DC-F0CA64CE999F}"/>
                  </a:ext>
                </a:extLst>
              </p:cNvPr>
              <p:cNvSpPr/>
              <p:nvPr/>
            </p:nvSpPr>
            <p:spPr>
              <a:xfrm>
                <a:off x="375220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4" name="ph7375">
                <a:extLst>
                  <a:ext uri="{FF2B5EF4-FFF2-40B4-BE49-F238E27FC236}">
                    <a16:creationId xmlns:a16="http://schemas.microsoft.com/office/drawing/2014/main" id="{BDCCAFE8-37FF-BBBA-C23E-93A4A7ECDFD4}"/>
                  </a:ext>
                </a:extLst>
              </p:cNvPr>
              <p:cNvSpPr/>
              <p:nvPr/>
            </p:nvSpPr>
            <p:spPr>
              <a:xfrm>
                <a:off x="376164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5" name="ph7376">
                <a:extLst>
                  <a:ext uri="{FF2B5EF4-FFF2-40B4-BE49-F238E27FC236}">
                    <a16:creationId xmlns:a16="http://schemas.microsoft.com/office/drawing/2014/main" id="{0430C47C-5A48-15E9-081F-A622D40010C5}"/>
                  </a:ext>
                </a:extLst>
              </p:cNvPr>
              <p:cNvSpPr/>
              <p:nvPr/>
            </p:nvSpPr>
            <p:spPr>
              <a:xfrm>
                <a:off x="377108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6" name="ph7377">
                <a:extLst>
                  <a:ext uri="{FF2B5EF4-FFF2-40B4-BE49-F238E27FC236}">
                    <a16:creationId xmlns:a16="http://schemas.microsoft.com/office/drawing/2014/main" id="{BD997F40-440F-0DA2-913D-3B7F9A13E8C8}"/>
                  </a:ext>
                </a:extLst>
              </p:cNvPr>
              <p:cNvSpPr/>
              <p:nvPr/>
            </p:nvSpPr>
            <p:spPr>
              <a:xfrm>
                <a:off x="378052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7" name="ph7378">
                <a:extLst>
                  <a:ext uri="{FF2B5EF4-FFF2-40B4-BE49-F238E27FC236}">
                    <a16:creationId xmlns:a16="http://schemas.microsoft.com/office/drawing/2014/main" id="{7AA56F7B-EE2F-A539-A05F-7B387FC15825}"/>
                  </a:ext>
                </a:extLst>
              </p:cNvPr>
              <p:cNvSpPr/>
              <p:nvPr/>
            </p:nvSpPr>
            <p:spPr>
              <a:xfrm>
                <a:off x="378996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8" name="ph7379">
                <a:extLst>
                  <a:ext uri="{FF2B5EF4-FFF2-40B4-BE49-F238E27FC236}">
                    <a16:creationId xmlns:a16="http://schemas.microsoft.com/office/drawing/2014/main" id="{D981F6E8-B542-32EF-8A17-CB7263C02222}"/>
                  </a:ext>
                </a:extLst>
              </p:cNvPr>
              <p:cNvSpPr/>
              <p:nvPr/>
            </p:nvSpPr>
            <p:spPr>
              <a:xfrm>
                <a:off x="379940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9" name="ph7380">
                <a:extLst>
                  <a:ext uri="{FF2B5EF4-FFF2-40B4-BE49-F238E27FC236}">
                    <a16:creationId xmlns:a16="http://schemas.microsoft.com/office/drawing/2014/main" id="{9413425C-969C-C9E5-B101-A5B8D453706E}"/>
                  </a:ext>
                </a:extLst>
              </p:cNvPr>
              <p:cNvSpPr/>
              <p:nvPr/>
            </p:nvSpPr>
            <p:spPr>
              <a:xfrm>
                <a:off x="380884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0" name="ph7381">
                <a:extLst>
                  <a:ext uri="{FF2B5EF4-FFF2-40B4-BE49-F238E27FC236}">
                    <a16:creationId xmlns:a16="http://schemas.microsoft.com/office/drawing/2014/main" id="{F326F18A-5419-F0EC-98B6-9075AF8FB483}"/>
                  </a:ext>
                </a:extLst>
              </p:cNvPr>
              <p:cNvSpPr/>
              <p:nvPr/>
            </p:nvSpPr>
            <p:spPr>
              <a:xfrm>
                <a:off x="381828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1" name="ph7382">
                <a:extLst>
                  <a:ext uri="{FF2B5EF4-FFF2-40B4-BE49-F238E27FC236}">
                    <a16:creationId xmlns:a16="http://schemas.microsoft.com/office/drawing/2014/main" id="{1ED9DDCC-2FB6-DEB0-47C8-52DB38FF2E12}"/>
                  </a:ext>
                </a:extLst>
              </p:cNvPr>
              <p:cNvSpPr/>
              <p:nvPr/>
            </p:nvSpPr>
            <p:spPr>
              <a:xfrm>
                <a:off x="382772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2" name="ph7383">
                <a:extLst>
                  <a:ext uri="{FF2B5EF4-FFF2-40B4-BE49-F238E27FC236}">
                    <a16:creationId xmlns:a16="http://schemas.microsoft.com/office/drawing/2014/main" id="{0DE738C3-ECC2-F2AE-3949-8C62A27673FD}"/>
                  </a:ext>
                </a:extLst>
              </p:cNvPr>
              <p:cNvSpPr/>
              <p:nvPr/>
            </p:nvSpPr>
            <p:spPr>
              <a:xfrm>
                <a:off x="383716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3" name="ph7384">
                <a:extLst>
                  <a:ext uri="{FF2B5EF4-FFF2-40B4-BE49-F238E27FC236}">
                    <a16:creationId xmlns:a16="http://schemas.microsoft.com/office/drawing/2014/main" id="{0B3E4999-0670-03B7-151D-26D1C46779FF}"/>
                  </a:ext>
                </a:extLst>
              </p:cNvPr>
              <p:cNvSpPr/>
              <p:nvPr/>
            </p:nvSpPr>
            <p:spPr>
              <a:xfrm>
                <a:off x="384660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4" name="ph7385">
                <a:extLst>
                  <a:ext uri="{FF2B5EF4-FFF2-40B4-BE49-F238E27FC236}">
                    <a16:creationId xmlns:a16="http://schemas.microsoft.com/office/drawing/2014/main" id="{A4FBFFC2-26FF-3BC2-338C-56B3E144B8CB}"/>
                  </a:ext>
                </a:extLst>
              </p:cNvPr>
              <p:cNvSpPr/>
              <p:nvPr/>
            </p:nvSpPr>
            <p:spPr>
              <a:xfrm>
                <a:off x="3856045" y="1183884"/>
                <a:ext cx="9235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548" y="896830"/>
                    </a:lnTo>
                    <a:lnTo>
                      <a:pt x="923444" y="897513"/>
                    </a:lnTo>
                    <a:lnTo>
                      <a:pt x="921709" y="907933"/>
                    </a:lnTo>
                    <a:lnTo>
                      <a:pt x="920431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5" name="ph7386">
                <a:extLst>
                  <a:ext uri="{FF2B5EF4-FFF2-40B4-BE49-F238E27FC236}">
                    <a16:creationId xmlns:a16="http://schemas.microsoft.com/office/drawing/2014/main" id="{E8BAEF90-07AC-940B-CA22-56F3BA91A6A3}"/>
                  </a:ext>
                </a:extLst>
              </p:cNvPr>
              <p:cNvSpPr/>
              <p:nvPr/>
            </p:nvSpPr>
            <p:spPr>
              <a:xfrm>
                <a:off x="2052959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56" y="931865"/>
                    </a:lnTo>
                    <a:lnTo>
                      <a:pt x="906019" y="920896"/>
                    </a:lnTo>
                    <a:lnTo>
                      <a:pt x="906598" y="914400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6" name="ph7387">
                <a:extLst>
                  <a:ext uri="{FF2B5EF4-FFF2-40B4-BE49-F238E27FC236}">
                    <a16:creationId xmlns:a16="http://schemas.microsoft.com/office/drawing/2014/main" id="{690DF970-7992-2FDF-B91A-8D117AC588CC}"/>
                  </a:ext>
                </a:extLst>
              </p:cNvPr>
              <p:cNvSpPr/>
              <p:nvPr/>
            </p:nvSpPr>
            <p:spPr>
              <a:xfrm>
                <a:off x="205295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7" name="ph7388">
                <a:extLst>
                  <a:ext uri="{FF2B5EF4-FFF2-40B4-BE49-F238E27FC236}">
                    <a16:creationId xmlns:a16="http://schemas.microsoft.com/office/drawing/2014/main" id="{7A1FA1CA-049C-F013-B05A-8A6252375E7C}"/>
                  </a:ext>
                </a:extLst>
              </p:cNvPr>
              <p:cNvSpPr/>
              <p:nvPr/>
            </p:nvSpPr>
            <p:spPr>
              <a:xfrm>
                <a:off x="206239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8" name="ph7389">
                <a:extLst>
                  <a:ext uri="{FF2B5EF4-FFF2-40B4-BE49-F238E27FC236}">
                    <a16:creationId xmlns:a16="http://schemas.microsoft.com/office/drawing/2014/main" id="{B52F9D8E-8AF0-8E03-AAA9-70F728CBA8AF}"/>
                  </a:ext>
                </a:extLst>
              </p:cNvPr>
              <p:cNvSpPr/>
              <p:nvPr/>
            </p:nvSpPr>
            <p:spPr>
              <a:xfrm>
                <a:off x="207184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9" name="ph7390">
                <a:extLst>
                  <a:ext uri="{FF2B5EF4-FFF2-40B4-BE49-F238E27FC236}">
                    <a16:creationId xmlns:a16="http://schemas.microsoft.com/office/drawing/2014/main" id="{89C2A219-5863-3339-C791-637185F7C07F}"/>
                  </a:ext>
                </a:extLst>
              </p:cNvPr>
              <p:cNvSpPr/>
              <p:nvPr/>
            </p:nvSpPr>
            <p:spPr>
              <a:xfrm>
                <a:off x="208128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0" name="ph7391">
                <a:extLst>
                  <a:ext uri="{FF2B5EF4-FFF2-40B4-BE49-F238E27FC236}">
                    <a16:creationId xmlns:a16="http://schemas.microsoft.com/office/drawing/2014/main" id="{F196E672-8D2B-7B5D-A7CF-650783C4C15B}"/>
                  </a:ext>
                </a:extLst>
              </p:cNvPr>
              <p:cNvSpPr/>
              <p:nvPr/>
            </p:nvSpPr>
            <p:spPr>
              <a:xfrm>
                <a:off x="209072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1" name="ph7392">
                <a:extLst>
                  <a:ext uri="{FF2B5EF4-FFF2-40B4-BE49-F238E27FC236}">
                    <a16:creationId xmlns:a16="http://schemas.microsoft.com/office/drawing/2014/main" id="{FA5128ED-AF81-8BD8-647B-F473AAB1F7DE}"/>
                  </a:ext>
                </a:extLst>
              </p:cNvPr>
              <p:cNvSpPr/>
              <p:nvPr/>
            </p:nvSpPr>
            <p:spPr>
              <a:xfrm>
                <a:off x="210016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2" name="ph7393">
                <a:extLst>
                  <a:ext uri="{FF2B5EF4-FFF2-40B4-BE49-F238E27FC236}">
                    <a16:creationId xmlns:a16="http://schemas.microsoft.com/office/drawing/2014/main" id="{C6984EA5-0B79-7389-050F-D52A3107A7E3}"/>
                  </a:ext>
                </a:extLst>
              </p:cNvPr>
              <p:cNvSpPr/>
              <p:nvPr/>
            </p:nvSpPr>
            <p:spPr>
              <a:xfrm>
                <a:off x="210960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3" name="ph7394">
                <a:extLst>
                  <a:ext uri="{FF2B5EF4-FFF2-40B4-BE49-F238E27FC236}">
                    <a16:creationId xmlns:a16="http://schemas.microsoft.com/office/drawing/2014/main" id="{1C4A9FC7-42D1-766D-D0E8-2EF5D510086A}"/>
                  </a:ext>
                </a:extLst>
              </p:cNvPr>
              <p:cNvSpPr/>
              <p:nvPr/>
            </p:nvSpPr>
            <p:spPr>
              <a:xfrm>
                <a:off x="211904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4" name="ph7395">
                <a:extLst>
                  <a:ext uri="{FF2B5EF4-FFF2-40B4-BE49-F238E27FC236}">
                    <a16:creationId xmlns:a16="http://schemas.microsoft.com/office/drawing/2014/main" id="{93E5A8A9-634C-08C8-7FC0-26F846CC7E76}"/>
                  </a:ext>
                </a:extLst>
              </p:cNvPr>
              <p:cNvSpPr/>
              <p:nvPr/>
            </p:nvSpPr>
            <p:spPr>
              <a:xfrm>
                <a:off x="212848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5" name="ph7396">
                <a:extLst>
                  <a:ext uri="{FF2B5EF4-FFF2-40B4-BE49-F238E27FC236}">
                    <a16:creationId xmlns:a16="http://schemas.microsoft.com/office/drawing/2014/main" id="{06269B1E-0EB4-B64E-50F4-31D053AD7AB6}"/>
                  </a:ext>
                </a:extLst>
              </p:cNvPr>
              <p:cNvSpPr/>
              <p:nvPr/>
            </p:nvSpPr>
            <p:spPr>
              <a:xfrm>
                <a:off x="213792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6" name="ph7397">
                <a:extLst>
                  <a:ext uri="{FF2B5EF4-FFF2-40B4-BE49-F238E27FC236}">
                    <a16:creationId xmlns:a16="http://schemas.microsoft.com/office/drawing/2014/main" id="{6A95318A-EF42-F84D-08F4-D8F7D171524E}"/>
                  </a:ext>
                </a:extLst>
              </p:cNvPr>
              <p:cNvSpPr/>
              <p:nvPr/>
            </p:nvSpPr>
            <p:spPr>
              <a:xfrm>
                <a:off x="214736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7" name="ph7398">
                <a:extLst>
                  <a:ext uri="{FF2B5EF4-FFF2-40B4-BE49-F238E27FC236}">
                    <a16:creationId xmlns:a16="http://schemas.microsoft.com/office/drawing/2014/main" id="{EEDFB4D7-DB48-F9A8-81F8-4AEAA71671B9}"/>
                  </a:ext>
                </a:extLst>
              </p:cNvPr>
              <p:cNvSpPr/>
              <p:nvPr/>
            </p:nvSpPr>
            <p:spPr>
              <a:xfrm>
                <a:off x="215680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8" name="ph7399">
                <a:extLst>
                  <a:ext uri="{FF2B5EF4-FFF2-40B4-BE49-F238E27FC236}">
                    <a16:creationId xmlns:a16="http://schemas.microsoft.com/office/drawing/2014/main" id="{8DC1D4FE-FBB3-F88C-C4B5-D6E4087B7341}"/>
                  </a:ext>
                </a:extLst>
              </p:cNvPr>
              <p:cNvSpPr/>
              <p:nvPr/>
            </p:nvSpPr>
            <p:spPr>
              <a:xfrm>
                <a:off x="216624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9" name="ph7400">
                <a:extLst>
                  <a:ext uri="{FF2B5EF4-FFF2-40B4-BE49-F238E27FC236}">
                    <a16:creationId xmlns:a16="http://schemas.microsoft.com/office/drawing/2014/main" id="{346A896A-607D-FB77-DF2A-71F2BD242187}"/>
                  </a:ext>
                </a:extLst>
              </p:cNvPr>
              <p:cNvSpPr/>
              <p:nvPr/>
            </p:nvSpPr>
            <p:spPr>
              <a:xfrm>
                <a:off x="217568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0" name="ph7401">
                <a:extLst>
                  <a:ext uri="{FF2B5EF4-FFF2-40B4-BE49-F238E27FC236}">
                    <a16:creationId xmlns:a16="http://schemas.microsoft.com/office/drawing/2014/main" id="{3F71E05D-D6A2-91AE-94A8-FC66BD720D70}"/>
                  </a:ext>
                </a:extLst>
              </p:cNvPr>
              <p:cNvSpPr/>
              <p:nvPr/>
            </p:nvSpPr>
            <p:spPr>
              <a:xfrm>
                <a:off x="218512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1" name="ph7402">
                <a:extLst>
                  <a:ext uri="{FF2B5EF4-FFF2-40B4-BE49-F238E27FC236}">
                    <a16:creationId xmlns:a16="http://schemas.microsoft.com/office/drawing/2014/main" id="{7028298E-2D08-9DAF-6671-4FFBBC02CC78}"/>
                  </a:ext>
                </a:extLst>
              </p:cNvPr>
              <p:cNvSpPr/>
              <p:nvPr/>
            </p:nvSpPr>
            <p:spPr>
              <a:xfrm>
                <a:off x="219456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2" name="ph7403">
                <a:extLst>
                  <a:ext uri="{FF2B5EF4-FFF2-40B4-BE49-F238E27FC236}">
                    <a16:creationId xmlns:a16="http://schemas.microsoft.com/office/drawing/2014/main" id="{F8B41EA9-2870-F573-2015-A4C343DD9999}"/>
                  </a:ext>
                </a:extLst>
              </p:cNvPr>
              <p:cNvSpPr/>
              <p:nvPr/>
            </p:nvSpPr>
            <p:spPr>
              <a:xfrm>
                <a:off x="220400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3" name="ph7404">
                <a:extLst>
                  <a:ext uri="{FF2B5EF4-FFF2-40B4-BE49-F238E27FC236}">
                    <a16:creationId xmlns:a16="http://schemas.microsoft.com/office/drawing/2014/main" id="{FBA0B3D0-7A43-8106-D58F-0382874D188D}"/>
                  </a:ext>
                </a:extLst>
              </p:cNvPr>
              <p:cNvSpPr/>
              <p:nvPr/>
            </p:nvSpPr>
            <p:spPr>
              <a:xfrm>
                <a:off x="221344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4" name="ph7405">
                <a:extLst>
                  <a:ext uri="{FF2B5EF4-FFF2-40B4-BE49-F238E27FC236}">
                    <a16:creationId xmlns:a16="http://schemas.microsoft.com/office/drawing/2014/main" id="{BB860A82-9C41-A57B-7018-569F927BB4D9}"/>
                  </a:ext>
                </a:extLst>
              </p:cNvPr>
              <p:cNvSpPr/>
              <p:nvPr/>
            </p:nvSpPr>
            <p:spPr>
              <a:xfrm>
                <a:off x="222288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5" name="ph7406">
                <a:extLst>
                  <a:ext uri="{FF2B5EF4-FFF2-40B4-BE49-F238E27FC236}">
                    <a16:creationId xmlns:a16="http://schemas.microsoft.com/office/drawing/2014/main" id="{2727999E-02FC-905F-A90E-721745BA60C7}"/>
                  </a:ext>
                </a:extLst>
              </p:cNvPr>
              <p:cNvSpPr/>
              <p:nvPr/>
            </p:nvSpPr>
            <p:spPr>
              <a:xfrm>
                <a:off x="223232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6" name="ph7407">
                <a:extLst>
                  <a:ext uri="{FF2B5EF4-FFF2-40B4-BE49-F238E27FC236}">
                    <a16:creationId xmlns:a16="http://schemas.microsoft.com/office/drawing/2014/main" id="{B6685CF8-91D4-3ABC-1A66-443850B53E5A}"/>
                  </a:ext>
                </a:extLst>
              </p:cNvPr>
              <p:cNvSpPr/>
              <p:nvPr/>
            </p:nvSpPr>
            <p:spPr>
              <a:xfrm>
                <a:off x="224176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7" name="ph7408">
                <a:extLst>
                  <a:ext uri="{FF2B5EF4-FFF2-40B4-BE49-F238E27FC236}">
                    <a16:creationId xmlns:a16="http://schemas.microsoft.com/office/drawing/2014/main" id="{79EECBBD-4CA0-30F4-59FF-46F07AAFF8EB}"/>
                  </a:ext>
                </a:extLst>
              </p:cNvPr>
              <p:cNvSpPr/>
              <p:nvPr/>
            </p:nvSpPr>
            <p:spPr>
              <a:xfrm>
                <a:off x="225120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8" name="ph7409">
                <a:extLst>
                  <a:ext uri="{FF2B5EF4-FFF2-40B4-BE49-F238E27FC236}">
                    <a16:creationId xmlns:a16="http://schemas.microsoft.com/office/drawing/2014/main" id="{433E6247-560A-4DEA-3D71-684C6F75A979}"/>
                  </a:ext>
                </a:extLst>
              </p:cNvPr>
              <p:cNvSpPr/>
              <p:nvPr/>
            </p:nvSpPr>
            <p:spPr>
              <a:xfrm>
                <a:off x="226064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9" name="ph7410">
                <a:extLst>
                  <a:ext uri="{FF2B5EF4-FFF2-40B4-BE49-F238E27FC236}">
                    <a16:creationId xmlns:a16="http://schemas.microsoft.com/office/drawing/2014/main" id="{9AAF9922-2EB3-AD2C-1B3F-4912332F34F1}"/>
                  </a:ext>
                </a:extLst>
              </p:cNvPr>
              <p:cNvSpPr/>
              <p:nvPr/>
            </p:nvSpPr>
            <p:spPr>
              <a:xfrm>
                <a:off x="227008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0" name="ph7411">
                <a:extLst>
                  <a:ext uri="{FF2B5EF4-FFF2-40B4-BE49-F238E27FC236}">
                    <a16:creationId xmlns:a16="http://schemas.microsoft.com/office/drawing/2014/main" id="{92648916-951A-DDF7-CEC7-D5F777702BF5}"/>
                  </a:ext>
                </a:extLst>
              </p:cNvPr>
              <p:cNvSpPr/>
              <p:nvPr/>
            </p:nvSpPr>
            <p:spPr>
              <a:xfrm>
                <a:off x="227952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1" name="ph7412">
                <a:extLst>
                  <a:ext uri="{FF2B5EF4-FFF2-40B4-BE49-F238E27FC236}">
                    <a16:creationId xmlns:a16="http://schemas.microsoft.com/office/drawing/2014/main" id="{AAF58A58-F8ED-8815-AB34-56CF025BC4DB}"/>
                  </a:ext>
                </a:extLst>
              </p:cNvPr>
              <p:cNvSpPr/>
              <p:nvPr/>
            </p:nvSpPr>
            <p:spPr>
              <a:xfrm>
                <a:off x="228896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2" name="ph7413">
                <a:extLst>
                  <a:ext uri="{FF2B5EF4-FFF2-40B4-BE49-F238E27FC236}">
                    <a16:creationId xmlns:a16="http://schemas.microsoft.com/office/drawing/2014/main" id="{8D1A84F5-98F4-98EF-5E17-AD3AE7E8AB76}"/>
                  </a:ext>
                </a:extLst>
              </p:cNvPr>
              <p:cNvSpPr/>
              <p:nvPr/>
            </p:nvSpPr>
            <p:spPr>
              <a:xfrm>
                <a:off x="229840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3" name="ph7414">
                <a:extLst>
                  <a:ext uri="{FF2B5EF4-FFF2-40B4-BE49-F238E27FC236}">
                    <a16:creationId xmlns:a16="http://schemas.microsoft.com/office/drawing/2014/main" id="{D461E60E-B5CD-BF05-A208-B60C23BA5534}"/>
                  </a:ext>
                </a:extLst>
              </p:cNvPr>
              <p:cNvSpPr/>
              <p:nvPr/>
            </p:nvSpPr>
            <p:spPr>
              <a:xfrm>
                <a:off x="230784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4" name="ph7415">
                <a:extLst>
                  <a:ext uri="{FF2B5EF4-FFF2-40B4-BE49-F238E27FC236}">
                    <a16:creationId xmlns:a16="http://schemas.microsoft.com/office/drawing/2014/main" id="{7E837ABA-424B-26F0-709A-5C4B3E3B1F0D}"/>
                  </a:ext>
                </a:extLst>
              </p:cNvPr>
              <p:cNvSpPr/>
              <p:nvPr/>
            </p:nvSpPr>
            <p:spPr>
              <a:xfrm>
                <a:off x="231728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5" name="ph7416">
                <a:extLst>
                  <a:ext uri="{FF2B5EF4-FFF2-40B4-BE49-F238E27FC236}">
                    <a16:creationId xmlns:a16="http://schemas.microsoft.com/office/drawing/2014/main" id="{7ED1093D-8D46-023E-86C5-3517DDC23E9B}"/>
                  </a:ext>
                </a:extLst>
              </p:cNvPr>
              <p:cNvSpPr/>
              <p:nvPr/>
            </p:nvSpPr>
            <p:spPr>
              <a:xfrm>
                <a:off x="232672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6" name="ph7417">
                <a:extLst>
                  <a:ext uri="{FF2B5EF4-FFF2-40B4-BE49-F238E27FC236}">
                    <a16:creationId xmlns:a16="http://schemas.microsoft.com/office/drawing/2014/main" id="{A32EF33A-80C0-D7C8-5153-32EFA550E83D}"/>
                  </a:ext>
                </a:extLst>
              </p:cNvPr>
              <p:cNvSpPr/>
              <p:nvPr/>
            </p:nvSpPr>
            <p:spPr>
              <a:xfrm>
                <a:off x="233616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7" name="ph7418">
                <a:extLst>
                  <a:ext uri="{FF2B5EF4-FFF2-40B4-BE49-F238E27FC236}">
                    <a16:creationId xmlns:a16="http://schemas.microsoft.com/office/drawing/2014/main" id="{89AF2606-6E95-3C5D-3DC5-8B58FC80621B}"/>
                  </a:ext>
                </a:extLst>
              </p:cNvPr>
              <p:cNvSpPr/>
              <p:nvPr/>
            </p:nvSpPr>
            <p:spPr>
              <a:xfrm>
                <a:off x="234560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8" name="ph7419">
                <a:extLst>
                  <a:ext uri="{FF2B5EF4-FFF2-40B4-BE49-F238E27FC236}">
                    <a16:creationId xmlns:a16="http://schemas.microsoft.com/office/drawing/2014/main" id="{59FA5A35-2779-7C4E-06F6-B10D592ED131}"/>
                  </a:ext>
                </a:extLst>
              </p:cNvPr>
              <p:cNvSpPr/>
              <p:nvPr/>
            </p:nvSpPr>
            <p:spPr>
              <a:xfrm>
                <a:off x="235504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9" name="ph7420">
                <a:extLst>
                  <a:ext uri="{FF2B5EF4-FFF2-40B4-BE49-F238E27FC236}">
                    <a16:creationId xmlns:a16="http://schemas.microsoft.com/office/drawing/2014/main" id="{78CBD014-D3EC-47C0-18A4-FE765CF2587F}"/>
                  </a:ext>
                </a:extLst>
              </p:cNvPr>
              <p:cNvSpPr/>
              <p:nvPr/>
            </p:nvSpPr>
            <p:spPr>
              <a:xfrm>
                <a:off x="2373927" y="116631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99" y="896830"/>
                    </a:lnTo>
                    <a:lnTo>
                      <a:pt x="912191" y="899402"/>
                    </a:lnTo>
                    <a:lnTo>
                      <a:pt x="914400" y="901632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0" name="ph7421">
                <a:extLst>
                  <a:ext uri="{FF2B5EF4-FFF2-40B4-BE49-F238E27FC236}">
                    <a16:creationId xmlns:a16="http://schemas.microsoft.com/office/drawing/2014/main" id="{7ECA9C2E-2E22-78D8-3DCC-AC3E0600F7EB}"/>
                  </a:ext>
                </a:extLst>
              </p:cNvPr>
              <p:cNvSpPr/>
              <p:nvPr/>
            </p:nvSpPr>
            <p:spPr>
              <a:xfrm>
                <a:off x="2383368" y="116631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1632"/>
                    </a:lnTo>
                    <a:lnTo>
                      <a:pt x="907836" y="904535"/>
                    </a:lnTo>
                    <a:lnTo>
                      <a:pt x="912774" y="910145"/>
                    </a:lnTo>
                    <a:lnTo>
                      <a:pt x="914399" y="912211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1" name="ph7422">
                <a:extLst>
                  <a:ext uri="{FF2B5EF4-FFF2-40B4-BE49-F238E27FC236}">
                    <a16:creationId xmlns:a16="http://schemas.microsoft.com/office/drawing/2014/main" id="{C5BA137F-AEA0-CE44-ECA9-EDB9DA85D1E6}"/>
                  </a:ext>
                </a:extLst>
              </p:cNvPr>
              <p:cNvSpPr/>
              <p:nvPr/>
            </p:nvSpPr>
            <p:spPr>
              <a:xfrm>
                <a:off x="2383368" y="1166314"/>
                <a:ext cx="9161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122" h="914400">
                    <a:moveTo>
                      <a:pt x="914399" y="914400"/>
                    </a:moveTo>
                    <a:lnTo>
                      <a:pt x="914399" y="912211"/>
                    </a:lnTo>
                    <a:lnTo>
                      <a:pt x="916122" y="914400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2" name="ph7423">
                <a:extLst>
                  <a:ext uri="{FF2B5EF4-FFF2-40B4-BE49-F238E27FC236}">
                    <a16:creationId xmlns:a16="http://schemas.microsoft.com/office/drawing/2014/main" id="{5874D7EA-C40E-4C3C-C6B9-DA2560754CFD}"/>
                  </a:ext>
                </a:extLst>
              </p:cNvPr>
              <p:cNvSpPr/>
              <p:nvPr/>
            </p:nvSpPr>
            <p:spPr>
              <a:xfrm>
                <a:off x="3468995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449" y="931969"/>
                    </a:lnTo>
                    <a:lnTo>
                      <a:pt x="908504" y="927369"/>
                    </a:lnTo>
                    <a:lnTo>
                      <a:pt x="911159" y="917312"/>
                    </a:lnTo>
                    <a:lnTo>
                      <a:pt x="912034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3" name="ph7424">
                <a:extLst>
                  <a:ext uri="{FF2B5EF4-FFF2-40B4-BE49-F238E27FC236}">
                    <a16:creationId xmlns:a16="http://schemas.microsoft.com/office/drawing/2014/main" id="{19E2B0DC-099C-3D39-3AE1-9D8973C0A49A}"/>
                  </a:ext>
                </a:extLst>
              </p:cNvPr>
              <p:cNvSpPr/>
              <p:nvPr/>
            </p:nvSpPr>
            <p:spPr>
              <a:xfrm>
                <a:off x="346899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4" name="ph7425">
                <a:extLst>
                  <a:ext uri="{FF2B5EF4-FFF2-40B4-BE49-F238E27FC236}">
                    <a16:creationId xmlns:a16="http://schemas.microsoft.com/office/drawing/2014/main" id="{4E146CE9-3D10-BEA9-66D2-12754DE8C355}"/>
                  </a:ext>
                </a:extLst>
              </p:cNvPr>
              <p:cNvSpPr/>
              <p:nvPr/>
            </p:nvSpPr>
            <p:spPr>
              <a:xfrm>
                <a:off x="347843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5" name="ph7426">
                <a:extLst>
                  <a:ext uri="{FF2B5EF4-FFF2-40B4-BE49-F238E27FC236}">
                    <a16:creationId xmlns:a16="http://schemas.microsoft.com/office/drawing/2014/main" id="{82964746-8544-BFA9-055C-561F768D60B2}"/>
                  </a:ext>
                </a:extLst>
              </p:cNvPr>
              <p:cNvSpPr/>
              <p:nvPr/>
            </p:nvSpPr>
            <p:spPr>
              <a:xfrm>
                <a:off x="348787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6" name="ph7427">
                <a:extLst>
                  <a:ext uri="{FF2B5EF4-FFF2-40B4-BE49-F238E27FC236}">
                    <a16:creationId xmlns:a16="http://schemas.microsoft.com/office/drawing/2014/main" id="{B64301F0-7BF2-9673-8FE9-011123BB5AC8}"/>
                  </a:ext>
                </a:extLst>
              </p:cNvPr>
              <p:cNvSpPr/>
              <p:nvPr/>
            </p:nvSpPr>
            <p:spPr>
              <a:xfrm>
                <a:off x="349731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7" name="ph7428">
                <a:extLst>
                  <a:ext uri="{FF2B5EF4-FFF2-40B4-BE49-F238E27FC236}">
                    <a16:creationId xmlns:a16="http://schemas.microsoft.com/office/drawing/2014/main" id="{ADE14D3A-09A1-E896-BEEB-9D127593B192}"/>
                  </a:ext>
                </a:extLst>
              </p:cNvPr>
              <p:cNvSpPr/>
              <p:nvPr/>
            </p:nvSpPr>
            <p:spPr>
              <a:xfrm>
                <a:off x="350675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8" name="ph7429">
                <a:extLst>
                  <a:ext uri="{FF2B5EF4-FFF2-40B4-BE49-F238E27FC236}">
                    <a16:creationId xmlns:a16="http://schemas.microsoft.com/office/drawing/2014/main" id="{075E093D-A712-3DB7-3E50-16E27442AEE6}"/>
                  </a:ext>
                </a:extLst>
              </p:cNvPr>
              <p:cNvSpPr/>
              <p:nvPr/>
            </p:nvSpPr>
            <p:spPr>
              <a:xfrm>
                <a:off x="351619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9" name="ph7430">
                <a:extLst>
                  <a:ext uri="{FF2B5EF4-FFF2-40B4-BE49-F238E27FC236}">
                    <a16:creationId xmlns:a16="http://schemas.microsoft.com/office/drawing/2014/main" id="{9C7EC8A6-1AFF-5770-D157-7C849BFB6390}"/>
                  </a:ext>
                </a:extLst>
              </p:cNvPr>
              <p:cNvSpPr/>
              <p:nvPr/>
            </p:nvSpPr>
            <p:spPr>
              <a:xfrm>
                <a:off x="352563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0" name="ph7431">
                <a:extLst>
                  <a:ext uri="{FF2B5EF4-FFF2-40B4-BE49-F238E27FC236}">
                    <a16:creationId xmlns:a16="http://schemas.microsoft.com/office/drawing/2014/main" id="{B7E9C139-0559-C77F-5ABE-455ED6CFE911}"/>
                  </a:ext>
                </a:extLst>
              </p:cNvPr>
              <p:cNvSpPr/>
              <p:nvPr/>
            </p:nvSpPr>
            <p:spPr>
              <a:xfrm>
                <a:off x="353507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1" name="ph7432">
                <a:extLst>
                  <a:ext uri="{FF2B5EF4-FFF2-40B4-BE49-F238E27FC236}">
                    <a16:creationId xmlns:a16="http://schemas.microsoft.com/office/drawing/2014/main" id="{A31AE261-6B2D-DB75-20C5-59BADB42E95E}"/>
                  </a:ext>
                </a:extLst>
              </p:cNvPr>
              <p:cNvSpPr/>
              <p:nvPr/>
            </p:nvSpPr>
            <p:spPr>
              <a:xfrm>
                <a:off x="354451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2" name="ph7433">
                <a:extLst>
                  <a:ext uri="{FF2B5EF4-FFF2-40B4-BE49-F238E27FC236}">
                    <a16:creationId xmlns:a16="http://schemas.microsoft.com/office/drawing/2014/main" id="{6E776B8B-2A5B-E779-6FC1-C65C53B6E2F5}"/>
                  </a:ext>
                </a:extLst>
              </p:cNvPr>
              <p:cNvSpPr/>
              <p:nvPr/>
            </p:nvSpPr>
            <p:spPr>
              <a:xfrm>
                <a:off x="355395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3" name="ph7434">
                <a:extLst>
                  <a:ext uri="{FF2B5EF4-FFF2-40B4-BE49-F238E27FC236}">
                    <a16:creationId xmlns:a16="http://schemas.microsoft.com/office/drawing/2014/main" id="{D952D0E3-26A8-013E-C165-16B703C9A10E}"/>
                  </a:ext>
                </a:extLst>
              </p:cNvPr>
              <p:cNvSpPr/>
              <p:nvPr/>
            </p:nvSpPr>
            <p:spPr>
              <a:xfrm>
                <a:off x="356339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4" name="ph7435">
                <a:extLst>
                  <a:ext uri="{FF2B5EF4-FFF2-40B4-BE49-F238E27FC236}">
                    <a16:creationId xmlns:a16="http://schemas.microsoft.com/office/drawing/2014/main" id="{9E4798DF-765B-9010-16FC-D519FAF15A9D}"/>
                  </a:ext>
                </a:extLst>
              </p:cNvPr>
              <p:cNvSpPr/>
              <p:nvPr/>
            </p:nvSpPr>
            <p:spPr>
              <a:xfrm>
                <a:off x="357283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5" name="ph7436">
                <a:extLst>
                  <a:ext uri="{FF2B5EF4-FFF2-40B4-BE49-F238E27FC236}">
                    <a16:creationId xmlns:a16="http://schemas.microsoft.com/office/drawing/2014/main" id="{0D3AAED6-BDA6-DF9E-48A2-3D3E981C5316}"/>
                  </a:ext>
                </a:extLst>
              </p:cNvPr>
              <p:cNvSpPr/>
              <p:nvPr/>
            </p:nvSpPr>
            <p:spPr>
              <a:xfrm>
                <a:off x="358227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6" name="ph7437">
                <a:extLst>
                  <a:ext uri="{FF2B5EF4-FFF2-40B4-BE49-F238E27FC236}">
                    <a16:creationId xmlns:a16="http://schemas.microsoft.com/office/drawing/2014/main" id="{4567A6C6-0E8A-48CD-FD1C-0532F29F61C1}"/>
                  </a:ext>
                </a:extLst>
              </p:cNvPr>
              <p:cNvSpPr/>
              <p:nvPr/>
            </p:nvSpPr>
            <p:spPr>
              <a:xfrm>
                <a:off x="359171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7" name="ph7438">
                <a:extLst>
                  <a:ext uri="{FF2B5EF4-FFF2-40B4-BE49-F238E27FC236}">
                    <a16:creationId xmlns:a16="http://schemas.microsoft.com/office/drawing/2014/main" id="{E65D677A-1CF5-0D92-1A5E-2B7DA8B8ECEB}"/>
                  </a:ext>
                </a:extLst>
              </p:cNvPr>
              <p:cNvSpPr/>
              <p:nvPr/>
            </p:nvSpPr>
            <p:spPr>
              <a:xfrm>
                <a:off x="360115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8" name="ph7439">
                <a:extLst>
                  <a:ext uri="{FF2B5EF4-FFF2-40B4-BE49-F238E27FC236}">
                    <a16:creationId xmlns:a16="http://schemas.microsoft.com/office/drawing/2014/main" id="{2D5A9B4F-F599-3765-3AD0-5FB46E65966B}"/>
                  </a:ext>
                </a:extLst>
              </p:cNvPr>
              <p:cNvSpPr/>
              <p:nvPr/>
            </p:nvSpPr>
            <p:spPr>
              <a:xfrm>
                <a:off x="361059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9" name="ph7440">
                <a:extLst>
                  <a:ext uri="{FF2B5EF4-FFF2-40B4-BE49-F238E27FC236}">
                    <a16:creationId xmlns:a16="http://schemas.microsoft.com/office/drawing/2014/main" id="{647115C2-8E25-4A1C-58B3-F9ED71BD4AD6}"/>
                  </a:ext>
                </a:extLst>
              </p:cNvPr>
              <p:cNvSpPr/>
              <p:nvPr/>
            </p:nvSpPr>
            <p:spPr>
              <a:xfrm>
                <a:off x="362003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0" name="ph7441">
                <a:extLst>
                  <a:ext uri="{FF2B5EF4-FFF2-40B4-BE49-F238E27FC236}">
                    <a16:creationId xmlns:a16="http://schemas.microsoft.com/office/drawing/2014/main" id="{4E194C64-0805-9067-A384-A06FECB84123}"/>
                  </a:ext>
                </a:extLst>
              </p:cNvPr>
              <p:cNvSpPr/>
              <p:nvPr/>
            </p:nvSpPr>
            <p:spPr>
              <a:xfrm>
                <a:off x="362947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1" name="ph7442">
                <a:extLst>
                  <a:ext uri="{FF2B5EF4-FFF2-40B4-BE49-F238E27FC236}">
                    <a16:creationId xmlns:a16="http://schemas.microsoft.com/office/drawing/2014/main" id="{E1ABAB06-AB26-08B7-ED00-ED2749539F09}"/>
                  </a:ext>
                </a:extLst>
              </p:cNvPr>
              <p:cNvSpPr/>
              <p:nvPr/>
            </p:nvSpPr>
            <p:spPr>
              <a:xfrm>
                <a:off x="363891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2" name="ph7443">
                <a:extLst>
                  <a:ext uri="{FF2B5EF4-FFF2-40B4-BE49-F238E27FC236}">
                    <a16:creationId xmlns:a16="http://schemas.microsoft.com/office/drawing/2014/main" id="{CA945537-275F-468D-D171-9FF23A37EBD5}"/>
                  </a:ext>
                </a:extLst>
              </p:cNvPr>
              <p:cNvSpPr/>
              <p:nvPr/>
            </p:nvSpPr>
            <p:spPr>
              <a:xfrm>
                <a:off x="364836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3" name="ph7444">
                <a:extLst>
                  <a:ext uri="{FF2B5EF4-FFF2-40B4-BE49-F238E27FC236}">
                    <a16:creationId xmlns:a16="http://schemas.microsoft.com/office/drawing/2014/main" id="{35AB092D-F1A3-6D42-54BD-D3F206900F3B}"/>
                  </a:ext>
                </a:extLst>
              </p:cNvPr>
              <p:cNvSpPr/>
              <p:nvPr/>
            </p:nvSpPr>
            <p:spPr>
              <a:xfrm>
                <a:off x="365780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4" name="ph7445">
                <a:extLst>
                  <a:ext uri="{FF2B5EF4-FFF2-40B4-BE49-F238E27FC236}">
                    <a16:creationId xmlns:a16="http://schemas.microsoft.com/office/drawing/2014/main" id="{BF835453-C74E-D0E2-2F9D-3A5BC6FBAE82}"/>
                  </a:ext>
                </a:extLst>
              </p:cNvPr>
              <p:cNvSpPr/>
              <p:nvPr/>
            </p:nvSpPr>
            <p:spPr>
              <a:xfrm>
                <a:off x="366724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5" name="ph7446">
                <a:extLst>
                  <a:ext uri="{FF2B5EF4-FFF2-40B4-BE49-F238E27FC236}">
                    <a16:creationId xmlns:a16="http://schemas.microsoft.com/office/drawing/2014/main" id="{21669610-4CE1-2F2C-C455-535FC27F616A}"/>
                  </a:ext>
                </a:extLst>
              </p:cNvPr>
              <p:cNvSpPr/>
              <p:nvPr/>
            </p:nvSpPr>
            <p:spPr>
              <a:xfrm>
                <a:off x="367668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6" name="ph7447">
                <a:extLst>
                  <a:ext uri="{FF2B5EF4-FFF2-40B4-BE49-F238E27FC236}">
                    <a16:creationId xmlns:a16="http://schemas.microsoft.com/office/drawing/2014/main" id="{0C52069E-4365-D587-B625-0B37E31DCED0}"/>
                  </a:ext>
                </a:extLst>
              </p:cNvPr>
              <p:cNvSpPr/>
              <p:nvPr/>
            </p:nvSpPr>
            <p:spPr>
              <a:xfrm>
                <a:off x="368612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7" name="ph7448">
                <a:extLst>
                  <a:ext uri="{FF2B5EF4-FFF2-40B4-BE49-F238E27FC236}">
                    <a16:creationId xmlns:a16="http://schemas.microsoft.com/office/drawing/2014/main" id="{92C61E41-C5D6-BB09-FCD7-956D16840510}"/>
                  </a:ext>
                </a:extLst>
              </p:cNvPr>
              <p:cNvSpPr/>
              <p:nvPr/>
            </p:nvSpPr>
            <p:spPr>
              <a:xfrm>
                <a:off x="369556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8" name="ph7449">
                <a:extLst>
                  <a:ext uri="{FF2B5EF4-FFF2-40B4-BE49-F238E27FC236}">
                    <a16:creationId xmlns:a16="http://schemas.microsoft.com/office/drawing/2014/main" id="{9B3D7BEB-EEBB-9996-ED71-B4866CB40EB7}"/>
                  </a:ext>
                </a:extLst>
              </p:cNvPr>
              <p:cNvSpPr/>
              <p:nvPr/>
            </p:nvSpPr>
            <p:spPr>
              <a:xfrm>
                <a:off x="370500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9" name="ph7450">
                <a:extLst>
                  <a:ext uri="{FF2B5EF4-FFF2-40B4-BE49-F238E27FC236}">
                    <a16:creationId xmlns:a16="http://schemas.microsoft.com/office/drawing/2014/main" id="{549CD3B1-BFE2-3203-3841-D8165E22127A}"/>
                  </a:ext>
                </a:extLst>
              </p:cNvPr>
              <p:cNvSpPr/>
              <p:nvPr/>
            </p:nvSpPr>
            <p:spPr>
              <a:xfrm>
                <a:off x="371444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0" name="ph7451">
                <a:extLst>
                  <a:ext uri="{FF2B5EF4-FFF2-40B4-BE49-F238E27FC236}">
                    <a16:creationId xmlns:a16="http://schemas.microsoft.com/office/drawing/2014/main" id="{45E9FF60-6204-0B93-5CD3-A87E5A969A8C}"/>
                  </a:ext>
                </a:extLst>
              </p:cNvPr>
              <p:cNvSpPr/>
              <p:nvPr/>
            </p:nvSpPr>
            <p:spPr>
              <a:xfrm>
                <a:off x="372388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1" name="ph7452">
                <a:extLst>
                  <a:ext uri="{FF2B5EF4-FFF2-40B4-BE49-F238E27FC236}">
                    <a16:creationId xmlns:a16="http://schemas.microsoft.com/office/drawing/2014/main" id="{E2813F20-51D3-C2D1-8523-68E72DEDB621}"/>
                  </a:ext>
                </a:extLst>
              </p:cNvPr>
              <p:cNvSpPr/>
              <p:nvPr/>
            </p:nvSpPr>
            <p:spPr>
              <a:xfrm>
                <a:off x="373332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2" name="ph7453">
                <a:extLst>
                  <a:ext uri="{FF2B5EF4-FFF2-40B4-BE49-F238E27FC236}">
                    <a16:creationId xmlns:a16="http://schemas.microsoft.com/office/drawing/2014/main" id="{51F58913-4B85-99E6-893E-969367474847}"/>
                  </a:ext>
                </a:extLst>
              </p:cNvPr>
              <p:cNvSpPr/>
              <p:nvPr/>
            </p:nvSpPr>
            <p:spPr>
              <a:xfrm>
                <a:off x="374276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3" name="ph7454">
                <a:extLst>
                  <a:ext uri="{FF2B5EF4-FFF2-40B4-BE49-F238E27FC236}">
                    <a16:creationId xmlns:a16="http://schemas.microsoft.com/office/drawing/2014/main" id="{C36C86BE-BDD3-76DB-FAAC-B2C4E0806304}"/>
                  </a:ext>
                </a:extLst>
              </p:cNvPr>
              <p:cNvSpPr/>
              <p:nvPr/>
            </p:nvSpPr>
            <p:spPr>
              <a:xfrm>
                <a:off x="375220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4" name="ph7455">
                <a:extLst>
                  <a:ext uri="{FF2B5EF4-FFF2-40B4-BE49-F238E27FC236}">
                    <a16:creationId xmlns:a16="http://schemas.microsoft.com/office/drawing/2014/main" id="{EAC1670D-5E26-0CC9-B575-DFEB849078DF}"/>
                  </a:ext>
                </a:extLst>
              </p:cNvPr>
              <p:cNvSpPr/>
              <p:nvPr/>
            </p:nvSpPr>
            <p:spPr>
              <a:xfrm>
                <a:off x="376164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5" name="ph7456">
                <a:extLst>
                  <a:ext uri="{FF2B5EF4-FFF2-40B4-BE49-F238E27FC236}">
                    <a16:creationId xmlns:a16="http://schemas.microsoft.com/office/drawing/2014/main" id="{7448BC8E-F4B0-D8BE-41FA-74A8EC9E3688}"/>
                  </a:ext>
                </a:extLst>
              </p:cNvPr>
              <p:cNvSpPr/>
              <p:nvPr/>
            </p:nvSpPr>
            <p:spPr>
              <a:xfrm>
                <a:off x="377108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6" name="ph7457">
                <a:extLst>
                  <a:ext uri="{FF2B5EF4-FFF2-40B4-BE49-F238E27FC236}">
                    <a16:creationId xmlns:a16="http://schemas.microsoft.com/office/drawing/2014/main" id="{37517CE2-BA30-5846-C278-189252A32117}"/>
                  </a:ext>
                </a:extLst>
              </p:cNvPr>
              <p:cNvSpPr/>
              <p:nvPr/>
            </p:nvSpPr>
            <p:spPr>
              <a:xfrm>
                <a:off x="378052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7" name="ph7458">
                <a:extLst>
                  <a:ext uri="{FF2B5EF4-FFF2-40B4-BE49-F238E27FC236}">
                    <a16:creationId xmlns:a16="http://schemas.microsoft.com/office/drawing/2014/main" id="{06BD84DF-4DB4-507B-A37A-7A2EE51E5E1B}"/>
                  </a:ext>
                </a:extLst>
              </p:cNvPr>
              <p:cNvSpPr/>
              <p:nvPr/>
            </p:nvSpPr>
            <p:spPr>
              <a:xfrm>
                <a:off x="378996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8" name="ph7459">
                <a:extLst>
                  <a:ext uri="{FF2B5EF4-FFF2-40B4-BE49-F238E27FC236}">
                    <a16:creationId xmlns:a16="http://schemas.microsoft.com/office/drawing/2014/main" id="{4C29ACFA-781D-08FD-89F2-068653B18455}"/>
                  </a:ext>
                </a:extLst>
              </p:cNvPr>
              <p:cNvSpPr/>
              <p:nvPr/>
            </p:nvSpPr>
            <p:spPr>
              <a:xfrm>
                <a:off x="379940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9" name="ph7460">
                <a:extLst>
                  <a:ext uri="{FF2B5EF4-FFF2-40B4-BE49-F238E27FC236}">
                    <a16:creationId xmlns:a16="http://schemas.microsoft.com/office/drawing/2014/main" id="{204C398A-2E36-755E-9867-DDCCE0990F39}"/>
                  </a:ext>
                </a:extLst>
              </p:cNvPr>
              <p:cNvSpPr/>
              <p:nvPr/>
            </p:nvSpPr>
            <p:spPr>
              <a:xfrm>
                <a:off x="380884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0" name="ph7461">
                <a:extLst>
                  <a:ext uri="{FF2B5EF4-FFF2-40B4-BE49-F238E27FC236}">
                    <a16:creationId xmlns:a16="http://schemas.microsoft.com/office/drawing/2014/main" id="{18C81F0E-C832-9CC2-B004-C267B5D3EB73}"/>
                  </a:ext>
                </a:extLst>
              </p:cNvPr>
              <p:cNvSpPr/>
              <p:nvPr/>
            </p:nvSpPr>
            <p:spPr>
              <a:xfrm>
                <a:off x="381828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1" name="ph7462">
                <a:extLst>
                  <a:ext uri="{FF2B5EF4-FFF2-40B4-BE49-F238E27FC236}">
                    <a16:creationId xmlns:a16="http://schemas.microsoft.com/office/drawing/2014/main" id="{FA9BD674-F80C-5EE9-99C9-80EF6BD32558}"/>
                  </a:ext>
                </a:extLst>
              </p:cNvPr>
              <p:cNvSpPr/>
              <p:nvPr/>
            </p:nvSpPr>
            <p:spPr>
              <a:xfrm>
                <a:off x="382772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2" name="ph7463">
                <a:extLst>
                  <a:ext uri="{FF2B5EF4-FFF2-40B4-BE49-F238E27FC236}">
                    <a16:creationId xmlns:a16="http://schemas.microsoft.com/office/drawing/2014/main" id="{765EF961-EE4D-2CDD-D6D4-E76172A0129B}"/>
                  </a:ext>
                </a:extLst>
              </p:cNvPr>
              <p:cNvSpPr/>
              <p:nvPr/>
            </p:nvSpPr>
            <p:spPr>
              <a:xfrm>
                <a:off x="383716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3" name="ph7464">
                <a:extLst>
                  <a:ext uri="{FF2B5EF4-FFF2-40B4-BE49-F238E27FC236}">
                    <a16:creationId xmlns:a16="http://schemas.microsoft.com/office/drawing/2014/main" id="{BBAF4259-73E0-68F4-D4B4-9B756D03104B}"/>
                  </a:ext>
                </a:extLst>
              </p:cNvPr>
              <p:cNvSpPr/>
              <p:nvPr/>
            </p:nvSpPr>
            <p:spPr>
              <a:xfrm>
                <a:off x="384660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4" name="ph7465">
                <a:extLst>
                  <a:ext uri="{FF2B5EF4-FFF2-40B4-BE49-F238E27FC236}">
                    <a16:creationId xmlns:a16="http://schemas.microsoft.com/office/drawing/2014/main" id="{AB8E5B8E-5E30-EBD8-0C9E-A9E566AA0999}"/>
                  </a:ext>
                </a:extLst>
              </p:cNvPr>
              <p:cNvSpPr/>
              <p:nvPr/>
            </p:nvSpPr>
            <p:spPr>
              <a:xfrm>
                <a:off x="3856045" y="116631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71"/>
                    </a:lnTo>
                    <a:lnTo>
                      <a:pt x="923548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5" name="ph7466">
                <a:extLst>
                  <a:ext uri="{FF2B5EF4-FFF2-40B4-BE49-F238E27FC236}">
                    <a16:creationId xmlns:a16="http://schemas.microsoft.com/office/drawing/2014/main" id="{566F282C-6F7D-8C9B-A710-DD1E33793D01}"/>
                  </a:ext>
                </a:extLst>
              </p:cNvPr>
              <p:cNvSpPr/>
              <p:nvPr/>
            </p:nvSpPr>
            <p:spPr>
              <a:xfrm>
                <a:off x="3865485" y="1148744"/>
                <a:ext cx="916772" cy="930041"/>
              </a:xfrm>
              <a:custGeom>
                <a:avLst/>
                <a:gdLst/>
                <a:ahLst/>
                <a:cxnLst/>
                <a:rect l="0" t="0" r="0" b="0"/>
                <a:pathLst>
                  <a:path w="916772" h="930041">
                    <a:moveTo>
                      <a:pt x="914400" y="914400"/>
                    </a:moveTo>
                    <a:lnTo>
                      <a:pt x="916772" y="914400"/>
                    </a:lnTo>
                    <a:lnTo>
                      <a:pt x="916334" y="917284"/>
                    </a:lnTo>
                    <a:lnTo>
                      <a:pt x="915868" y="920355"/>
                    </a:lnTo>
                    <a:lnTo>
                      <a:pt x="915402" y="923426"/>
                    </a:lnTo>
                    <a:lnTo>
                      <a:pt x="914936" y="926497"/>
                    </a:lnTo>
                    <a:lnTo>
                      <a:pt x="914471" y="929568"/>
                    </a:lnTo>
                    <a:lnTo>
                      <a:pt x="914400" y="930041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6" name="ph7467">
                <a:extLst>
                  <a:ext uri="{FF2B5EF4-FFF2-40B4-BE49-F238E27FC236}">
                    <a16:creationId xmlns:a16="http://schemas.microsoft.com/office/drawing/2014/main" id="{A0E9BD71-6EC3-6F1E-1237-59EE857529E6}"/>
                  </a:ext>
                </a:extLst>
              </p:cNvPr>
              <p:cNvSpPr/>
              <p:nvPr/>
            </p:nvSpPr>
            <p:spPr>
              <a:xfrm>
                <a:off x="2052959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98" y="931969"/>
                    </a:lnTo>
                    <a:lnTo>
                      <a:pt x="906990" y="927576"/>
                    </a:lnTo>
                    <a:lnTo>
                      <a:pt x="908265" y="916797"/>
                    </a:lnTo>
                    <a:lnTo>
                      <a:pt x="908621" y="914400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7" name="ph7468">
                <a:extLst>
                  <a:ext uri="{FF2B5EF4-FFF2-40B4-BE49-F238E27FC236}">
                    <a16:creationId xmlns:a16="http://schemas.microsoft.com/office/drawing/2014/main" id="{CD0EB42D-BC03-17C9-DF9E-C3C4E23C41E3}"/>
                  </a:ext>
                </a:extLst>
              </p:cNvPr>
              <p:cNvSpPr/>
              <p:nvPr/>
            </p:nvSpPr>
            <p:spPr>
              <a:xfrm>
                <a:off x="205295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8" name="ph7469">
                <a:extLst>
                  <a:ext uri="{FF2B5EF4-FFF2-40B4-BE49-F238E27FC236}">
                    <a16:creationId xmlns:a16="http://schemas.microsoft.com/office/drawing/2014/main" id="{5182D71C-510B-04F2-AB09-66FFCC6EFF95}"/>
                  </a:ext>
                </a:extLst>
              </p:cNvPr>
              <p:cNvSpPr/>
              <p:nvPr/>
            </p:nvSpPr>
            <p:spPr>
              <a:xfrm>
                <a:off x="206239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9" name="ph7470">
                <a:extLst>
                  <a:ext uri="{FF2B5EF4-FFF2-40B4-BE49-F238E27FC236}">
                    <a16:creationId xmlns:a16="http://schemas.microsoft.com/office/drawing/2014/main" id="{BC0D79C1-4D2F-A219-4CFC-D947258E340F}"/>
                  </a:ext>
                </a:extLst>
              </p:cNvPr>
              <p:cNvSpPr/>
              <p:nvPr/>
            </p:nvSpPr>
            <p:spPr>
              <a:xfrm>
                <a:off x="207184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0" name="ph7471">
                <a:extLst>
                  <a:ext uri="{FF2B5EF4-FFF2-40B4-BE49-F238E27FC236}">
                    <a16:creationId xmlns:a16="http://schemas.microsoft.com/office/drawing/2014/main" id="{6257CE4F-544D-3261-8B0B-412070FF52B2}"/>
                  </a:ext>
                </a:extLst>
              </p:cNvPr>
              <p:cNvSpPr/>
              <p:nvPr/>
            </p:nvSpPr>
            <p:spPr>
              <a:xfrm>
                <a:off x="208128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1" name="ph7472">
                <a:extLst>
                  <a:ext uri="{FF2B5EF4-FFF2-40B4-BE49-F238E27FC236}">
                    <a16:creationId xmlns:a16="http://schemas.microsoft.com/office/drawing/2014/main" id="{5758F323-757B-1E69-0E32-715FDA2AF27C}"/>
                  </a:ext>
                </a:extLst>
              </p:cNvPr>
              <p:cNvSpPr/>
              <p:nvPr/>
            </p:nvSpPr>
            <p:spPr>
              <a:xfrm>
                <a:off x="209072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2" name="ph7473">
                <a:extLst>
                  <a:ext uri="{FF2B5EF4-FFF2-40B4-BE49-F238E27FC236}">
                    <a16:creationId xmlns:a16="http://schemas.microsoft.com/office/drawing/2014/main" id="{D8DDFACD-728A-C4ED-1729-A895FAD85F45}"/>
                  </a:ext>
                </a:extLst>
              </p:cNvPr>
              <p:cNvSpPr/>
              <p:nvPr/>
            </p:nvSpPr>
            <p:spPr>
              <a:xfrm>
                <a:off x="210016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3" name="ph7474">
                <a:extLst>
                  <a:ext uri="{FF2B5EF4-FFF2-40B4-BE49-F238E27FC236}">
                    <a16:creationId xmlns:a16="http://schemas.microsoft.com/office/drawing/2014/main" id="{4F53786D-AE3A-D2F5-72B7-3BEAA8759D48}"/>
                  </a:ext>
                </a:extLst>
              </p:cNvPr>
              <p:cNvSpPr/>
              <p:nvPr/>
            </p:nvSpPr>
            <p:spPr>
              <a:xfrm>
                <a:off x="210960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4" name="ph7475">
                <a:extLst>
                  <a:ext uri="{FF2B5EF4-FFF2-40B4-BE49-F238E27FC236}">
                    <a16:creationId xmlns:a16="http://schemas.microsoft.com/office/drawing/2014/main" id="{C3B4707C-BB0C-505A-7360-9A3FC5F06336}"/>
                  </a:ext>
                </a:extLst>
              </p:cNvPr>
              <p:cNvSpPr/>
              <p:nvPr/>
            </p:nvSpPr>
            <p:spPr>
              <a:xfrm>
                <a:off x="211904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5" name="ph7476">
                <a:extLst>
                  <a:ext uri="{FF2B5EF4-FFF2-40B4-BE49-F238E27FC236}">
                    <a16:creationId xmlns:a16="http://schemas.microsoft.com/office/drawing/2014/main" id="{47EB9FB4-4FF3-20B2-AC32-EECD712EA04C}"/>
                  </a:ext>
                </a:extLst>
              </p:cNvPr>
              <p:cNvSpPr/>
              <p:nvPr/>
            </p:nvSpPr>
            <p:spPr>
              <a:xfrm>
                <a:off x="212848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6" name="ph7477">
                <a:extLst>
                  <a:ext uri="{FF2B5EF4-FFF2-40B4-BE49-F238E27FC236}">
                    <a16:creationId xmlns:a16="http://schemas.microsoft.com/office/drawing/2014/main" id="{D6ADE796-4F7A-C54C-7129-04471DD71E4F}"/>
                  </a:ext>
                </a:extLst>
              </p:cNvPr>
              <p:cNvSpPr/>
              <p:nvPr/>
            </p:nvSpPr>
            <p:spPr>
              <a:xfrm>
                <a:off x="213792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7" name="ph7478">
                <a:extLst>
                  <a:ext uri="{FF2B5EF4-FFF2-40B4-BE49-F238E27FC236}">
                    <a16:creationId xmlns:a16="http://schemas.microsoft.com/office/drawing/2014/main" id="{E389783F-7429-D36C-4A63-65A8C78E2176}"/>
                  </a:ext>
                </a:extLst>
              </p:cNvPr>
              <p:cNvSpPr/>
              <p:nvPr/>
            </p:nvSpPr>
            <p:spPr>
              <a:xfrm>
                <a:off x="214736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8" name="ph7479">
                <a:extLst>
                  <a:ext uri="{FF2B5EF4-FFF2-40B4-BE49-F238E27FC236}">
                    <a16:creationId xmlns:a16="http://schemas.microsoft.com/office/drawing/2014/main" id="{B1BCCF35-C4E0-D37C-37AC-761DB6EB7B30}"/>
                  </a:ext>
                </a:extLst>
              </p:cNvPr>
              <p:cNvSpPr/>
              <p:nvPr/>
            </p:nvSpPr>
            <p:spPr>
              <a:xfrm>
                <a:off x="215680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9" name="ph7480">
                <a:extLst>
                  <a:ext uri="{FF2B5EF4-FFF2-40B4-BE49-F238E27FC236}">
                    <a16:creationId xmlns:a16="http://schemas.microsoft.com/office/drawing/2014/main" id="{1C3F108E-23AC-A18C-57BB-10D349A18E40}"/>
                  </a:ext>
                </a:extLst>
              </p:cNvPr>
              <p:cNvSpPr/>
              <p:nvPr/>
            </p:nvSpPr>
            <p:spPr>
              <a:xfrm>
                <a:off x="216624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0" name="ph7481">
                <a:extLst>
                  <a:ext uri="{FF2B5EF4-FFF2-40B4-BE49-F238E27FC236}">
                    <a16:creationId xmlns:a16="http://schemas.microsoft.com/office/drawing/2014/main" id="{196AE099-B882-9DAB-A371-BB9BDA901502}"/>
                  </a:ext>
                </a:extLst>
              </p:cNvPr>
              <p:cNvSpPr/>
              <p:nvPr/>
            </p:nvSpPr>
            <p:spPr>
              <a:xfrm>
                <a:off x="217568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1" name="ph7482">
                <a:extLst>
                  <a:ext uri="{FF2B5EF4-FFF2-40B4-BE49-F238E27FC236}">
                    <a16:creationId xmlns:a16="http://schemas.microsoft.com/office/drawing/2014/main" id="{4031A224-36A8-1929-71B0-E4E1E37940F0}"/>
                  </a:ext>
                </a:extLst>
              </p:cNvPr>
              <p:cNvSpPr/>
              <p:nvPr/>
            </p:nvSpPr>
            <p:spPr>
              <a:xfrm>
                <a:off x="218512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2" name="ph7483">
                <a:extLst>
                  <a:ext uri="{FF2B5EF4-FFF2-40B4-BE49-F238E27FC236}">
                    <a16:creationId xmlns:a16="http://schemas.microsoft.com/office/drawing/2014/main" id="{5752E9C5-F7AF-4BB6-97E7-1CA2FF422B57}"/>
                  </a:ext>
                </a:extLst>
              </p:cNvPr>
              <p:cNvSpPr/>
              <p:nvPr/>
            </p:nvSpPr>
            <p:spPr>
              <a:xfrm>
                <a:off x="219456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3" name="ph7484">
                <a:extLst>
                  <a:ext uri="{FF2B5EF4-FFF2-40B4-BE49-F238E27FC236}">
                    <a16:creationId xmlns:a16="http://schemas.microsoft.com/office/drawing/2014/main" id="{CF9FA6D7-3769-184B-F19E-D2CCA13D5141}"/>
                  </a:ext>
                </a:extLst>
              </p:cNvPr>
              <p:cNvSpPr/>
              <p:nvPr/>
            </p:nvSpPr>
            <p:spPr>
              <a:xfrm>
                <a:off x="220400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4" name="ph7485">
                <a:extLst>
                  <a:ext uri="{FF2B5EF4-FFF2-40B4-BE49-F238E27FC236}">
                    <a16:creationId xmlns:a16="http://schemas.microsoft.com/office/drawing/2014/main" id="{B505B05F-5866-2174-4737-5B2E79011716}"/>
                  </a:ext>
                </a:extLst>
              </p:cNvPr>
              <p:cNvSpPr/>
              <p:nvPr/>
            </p:nvSpPr>
            <p:spPr>
              <a:xfrm>
                <a:off x="221344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5" name="ph7486">
                <a:extLst>
                  <a:ext uri="{FF2B5EF4-FFF2-40B4-BE49-F238E27FC236}">
                    <a16:creationId xmlns:a16="http://schemas.microsoft.com/office/drawing/2014/main" id="{39603C86-A8CD-AD4A-B835-B137BB487769}"/>
                  </a:ext>
                </a:extLst>
              </p:cNvPr>
              <p:cNvSpPr/>
              <p:nvPr/>
            </p:nvSpPr>
            <p:spPr>
              <a:xfrm>
                <a:off x="222288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6" name="ph7487">
                <a:extLst>
                  <a:ext uri="{FF2B5EF4-FFF2-40B4-BE49-F238E27FC236}">
                    <a16:creationId xmlns:a16="http://schemas.microsoft.com/office/drawing/2014/main" id="{BA2CA8C2-9016-B8D1-4C58-5F3F782E1508}"/>
                  </a:ext>
                </a:extLst>
              </p:cNvPr>
              <p:cNvSpPr/>
              <p:nvPr/>
            </p:nvSpPr>
            <p:spPr>
              <a:xfrm>
                <a:off x="223232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7" name="ph7488">
                <a:extLst>
                  <a:ext uri="{FF2B5EF4-FFF2-40B4-BE49-F238E27FC236}">
                    <a16:creationId xmlns:a16="http://schemas.microsoft.com/office/drawing/2014/main" id="{8EFE53C9-CE3B-52F3-2157-DF94575F202F}"/>
                  </a:ext>
                </a:extLst>
              </p:cNvPr>
              <p:cNvSpPr/>
              <p:nvPr/>
            </p:nvSpPr>
            <p:spPr>
              <a:xfrm>
                <a:off x="224176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8" name="ph7489">
                <a:extLst>
                  <a:ext uri="{FF2B5EF4-FFF2-40B4-BE49-F238E27FC236}">
                    <a16:creationId xmlns:a16="http://schemas.microsoft.com/office/drawing/2014/main" id="{70D194EE-86CB-5114-AF83-7647B7776578}"/>
                  </a:ext>
                </a:extLst>
              </p:cNvPr>
              <p:cNvSpPr/>
              <p:nvPr/>
            </p:nvSpPr>
            <p:spPr>
              <a:xfrm>
                <a:off x="225120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9" name="ph7490">
                <a:extLst>
                  <a:ext uri="{FF2B5EF4-FFF2-40B4-BE49-F238E27FC236}">
                    <a16:creationId xmlns:a16="http://schemas.microsoft.com/office/drawing/2014/main" id="{DA14FAEF-7782-A26E-6264-79C62086A59D}"/>
                  </a:ext>
                </a:extLst>
              </p:cNvPr>
              <p:cNvSpPr/>
              <p:nvPr/>
            </p:nvSpPr>
            <p:spPr>
              <a:xfrm>
                <a:off x="226064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0" name="ph7491">
                <a:extLst>
                  <a:ext uri="{FF2B5EF4-FFF2-40B4-BE49-F238E27FC236}">
                    <a16:creationId xmlns:a16="http://schemas.microsoft.com/office/drawing/2014/main" id="{51DEE225-B353-27EC-0F0F-8E8640630C38}"/>
                  </a:ext>
                </a:extLst>
              </p:cNvPr>
              <p:cNvSpPr/>
              <p:nvPr/>
            </p:nvSpPr>
            <p:spPr>
              <a:xfrm>
                <a:off x="227008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1" name="ph7492">
                <a:extLst>
                  <a:ext uri="{FF2B5EF4-FFF2-40B4-BE49-F238E27FC236}">
                    <a16:creationId xmlns:a16="http://schemas.microsoft.com/office/drawing/2014/main" id="{3F06A553-B726-FED8-B3F3-D5FE19E8B533}"/>
                  </a:ext>
                </a:extLst>
              </p:cNvPr>
              <p:cNvSpPr/>
              <p:nvPr/>
            </p:nvSpPr>
            <p:spPr>
              <a:xfrm>
                <a:off x="227952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2" name="ph7493">
                <a:extLst>
                  <a:ext uri="{FF2B5EF4-FFF2-40B4-BE49-F238E27FC236}">
                    <a16:creationId xmlns:a16="http://schemas.microsoft.com/office/drawing/2014/main" id="{F3452AF2-42E2-2928-0130-614AFC19072C}"/>
                  </a:ext>
                </a:extLst>
              </p:cNvPr>
              <p:cNvSpPr/>
              <p:nvPr/>
            </p:nvSpPr>
            <p:spPr>
              <a:xfrm>
                <a:off x="228896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3" name="ph7494">
                <a:extLst>
                  <a:ext uri="{FF2B5EF4-FFF2-40B4-BE49-F238E27FC236}">
                    <a16:creationId xmlns:a16="http://schemas.microsoft.com/office/drawing/2014/main" id="{03899C29-E7B0-8607-F1CF-CE878716031C}"/>
                  </a:ext>
                </a:extLst>
              </p:cNvPr>
              <p:cNvSpPr/>
              <p:nvPr/>
            </p:nvSpPr>
            <p:spPr>
              <a:xfrm>
                <a:off x="229840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4" name="ph7495">
                <a:extLst>
                  <a:ext uri="{FF2B5EF4-FFF2-40B4-BE49-F238E27FC236}">
                    <a16:creationId xmlns:a16="http://schemas.microsoft.com/office/drawing/2014/main" id="{A84B2963-EBA7-CD19-A8F3-5E41956C958B}"/>
                  </a:ext>
                </a:extLst>
              </p:cNvPr>
              <p:cNvSpPr/>
              <p:nvPr/>
            </p:nvSpPr>
            <p:spPr>
              <a:xfrm>
                <a:off x="230784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5" name="ph7496">
                <a:extLst>
                  <a:ext uri="{FF2B5EF4-FFF2-40B4-BE49-F238E27FC236}">
                    <a16:creationId xmlns:a16="http://schemas.microsoft.com/office/drawing/2014/main" id="{AC0D3993-92E8-0F83-4A51-7B8DB6FFA3BF}"/>
                  </a:ext>
                </a:extLst>
              </p:cNvPr>
              <p:cNvSpPr/>
              <p:nvPr/>
            </p:nvSpPr>
            <p:spPr>
              <a:xfrm>
                <a:off x="231728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6" name="ph7497">
                <a:extLst>
                  <a:ext uri="{FF2B5EF4-FFF2-40B4-BE49-F238E27FC236}">
                    <a16:creationId xmlns:a16="http://schemas.microsoft.com/office/drawing/2014/main" id="{A96D3BDA-825F-652E-DEE6-1A2C98B8E084}"/>
                  </a:ext>
                </a:extLst>
              </p:cNvPr>
              <p:cNvSpPr/>
              <p:nvPr/>
            </p:nvSpPr>
            <p:spPr>
              <a:xfrm>
                <a:off x="232672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7" name="ph7498">
                <a:extLst>
                  <a:ext uri="{FF2B5EF4-FFF2-40B4-BE49-F238E27FC236}">
                    <a16:creationId xmlns:a16="http://schemas.microsoft.com/office/drawing/2014/main" id="{F2F2FF3D-BB96-A0B0-289D-E63621D0B7C5}"/>
                  </a:ext>
                </a:extLst>
              </p:cNvPr>
              <p:cNvSpPr/>
              <p:nvPr/>
            </p:nvSpPr>
            <p:spPr>
              <a:xfrm>
                <a:off x="2345607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669" y="896838"/>
                    </a:lnTo>
                    <a:lnTo>
                      <a:pt x="913349" y="898877"/>
                    </a:lnTo>
                    <a:lnTo>
                      <a:pt x="914400" y="899358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8" name="ph7499">
                <a:extLst>
                  <a:ext uri="{FF2B5EF4-FFF2-40B4-BE49-F238E27FC236}">
                    <a16:creationId xmlns:a16="http://schemas.microsoft.com/office/drawing/2014/main" id="{D714599D-2AD3-6C8C-1EE1-1754438AB463}"/>
                  </a:ext>
                </a:extLst>
              </p:cNvPr>
              <p:cNvSpPr/>
              <p:nvPr/>
            </p:nvSpPr>
            <p:spPr>
              <a:xfrm>
                <a:off x="2355047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358"/>
                    </a:lnTo>
                    <a:lnTo>
                      <a:pt x="909526" y="901452"/>
                    </a:lnTo>
                    <a:lnTo>
                      <a:pt x="914400" y="904186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9" name="ph7500">
                <a:extLst>
                  <a:ext uri="{FF2B5EF4-FFF2-40B4-BE49-F238E27FC236}">
                    <a16:creationId xmlns:a16="http://schemas.microsoft.com/office/drawing/2014/main" id="{A20D0A63-90DF-10F3-DEED-4DBD777B861B}"/>
                  </a:ext>
                </a:extLst>
              </p:cNvPr>
              <p:cNvSpPr/>
              <p:nvPr/>
            </p:nvSpPr>
            <p:spPr>
              <a:xfrm>
                <a:off x="2364487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186"/>
                    </a:lnTo>
                    <a:lnTo>
                      <a:pt x="905625" y="904559"/>
                    </a:lnTo>
                    <a:lnTo>
                      <a:pt x="911071" y="908187"/>
                    </a:lnTo>
                    <a:lnTo>
                      <a:pt x="914400" y="91076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0" name="ph7501">
                <a:extLst>
                  <a:ext uri="{FF2B5EF4-FFF2-40B4-BE49-F238E27FC236}">
                    <a16:creationId xmlns:a16="http://schemas.microsoft.com/office/drawing/2014/main" id="{84FD45B8-AF37-8375-4B51-902CAE0AE48A}"/>
                  </a:ext>
                </a:extLst>
              </p:cNvPr>
              <p:cNvSpPr/>
              <p:nvPr/>
            </p:nvSpPr>
            <p:spPr>
              <a:xfrm>
                <a:off x="2364487" y="1148744"/>
                <a:ext cx="91873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9" h="914400">
                    <a:moveTo>
                      <a:pt x="914400" y="914400"/>
                    </a:moveTo>
                    <a:lnTo>
                      <a:pt x="914400" y="910768"/>
                    </a:lnTo>
                    <a:lnTo>
                      <a:pt x="916411" y="912329"/>
                    </a:lnTo>
                    <a:lnTo>
                      <a:pt x="918739" y="914400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1" name="ph7502">
                <a:extLst>
                  <a:ext uri="{FF2B5EF4-FFF2-40B4-BE49-F238E27FC236}">
                    <a16:creationId xmlns:a16="http://schemas.microsoft.com/office/drawing/2014/main" id="{F42163AD-5E6D-E837-D5E3-087F1CEFF39B}"/>
                  </a:ext>
                </a:extLst>
              </p:cNvPr>
              <p:cNvSpPr/>
              <p:nvPr/>
            </p:nvSpPr>
            <p:spPr>
              <a:xfrm>
                <a:off x="3468995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34" y="914400"/>
                    </a:lnTo>
                    <a:lnTo>
                      <a:pt x="914096" y="907532"/>
                    </a:lnTo>
                    <a:lnTo>
                      <a:pt x="914400" y="906637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2" name="ph7503">
                <a:extLst>
                  <a:ext uri="{FF2B5EF4-FFF2-40B4-BE49-F238E27FC236}">
                    <a16:creationId xmlns:a16="http://schemas.microsoft.com/office/drawing/2014/main" id="{56A0D6E6-B69F-D97F-D4A5-5375731363E0}"/>
                  </a:ext>
                </a:extLst>
              </p:cNvPr>
              <p:cNvSpPr/>
              <p:nvPr/>
            </p:nvSpPr>
            <p:spPr>
              <a:xfrm>
                <a:off x="3478435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207"/>
                    </a:lnTo>
                    <a:lnTo>
                      <a:pt x="907869" y="915625"/>
                    </a:lnTo>
                    <a:lnTo>
                      <a:pt x="908335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3" name="ph7504">
                <a:extLst>
                  <a:ext uri="{FF2B5EF4-FFF2-40B4-BE49-F238E27FC236}">
                    <a16:creationId xmlns:a16="http://schemas.microsoft.com/office/drawing/2014/main" id="{6855848B-3F31-F181-6049-FEB20D6206DE}"/>
                  </a:ext>
                </a:extLst>
              </p:cNvPr>
              <p:cNvSpPr/>
              <p:nvPr/>
            </p:nvSpPr>
            <p:spPr>
              <a:xfrm>
                <a:off x="347843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4" name="ph7505">
                <a:extLst>
                  <a:ext uri="{FF2B5EF4-FFF2-40B4-BE49-F238E27FC236}">
                    <a16:creationId xmlns:a16="http://schemas.microsoft.com/office/drawing/2014/main" id="{3B8DDB82-CB2A-DD23-5A7F-50B2C89A3E67}"/>
                  </a:ext>
                </a:extLst>
              </p:cNvPr>
              <p:cNvSpPr/>
              <p:nvPr/>
            </p:nvSpPr>
            <p:spPr>
              <a:xfrm>
                <a:off x="348787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5" name="ph7506">
                <a:extLst>
                  <a:ext uri="{FF2B5EF4-FFF2-40B4-BE49-F238E27FC236}">
                    <a16:creationId xmlns:a16="http://schemas.microsoft.com/office/drawing/2014/main" id="{63DF9174-27BA-C993-31A7-703B41BFF39F}"/>
                  </a:ext>
                </a:extLst>
              </p:cNvPr>
              <p:cNvSpPr/>
              <p:nvPr/>
            </p:nvSpPr>
            <p:spPr>
              <a:xfrm>
                <a:off x="349731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6" name="ph7507">
                <a:extLst>
                  <a:ext uri="{FF2B5EF4-FFF2-40B4-BE49-F238E27FC236}">
                    <a16:creationId xmlns:a16="http://schemas.microsoft.com/office/drawing/2014/main" id="{A704E72B-74B3-FEA1-A323-BD6A1C98E209}"/>
                  </a:ext>
                </a:extLst>
              </p:cNvPr>
              <p:cNvSpPr/>
              <p:nvPr/>
            </p:nvSpPr>
            <p:spPr>
              <a:xfrm>
                <a:off x="350675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7" name="ph7508">
                <a:extLst>
                  <a:ext uri="{FF2B5EF4-FFF2-40B4-BE49-F238E27FC236}">
                    <a16:creationId xmlns:a16="http://schemas.microsoft.com/office/drawing/2014/main" id="{4AFC9183-63BA-524E-4D2D-7B3E67FBCCE9}"/>
                  </a:ext>
                </a:extLst>
              </p:cNvPr>
              <p:cNvSpPr/>
              <p:nvPr/>
            </p:nvSpPr>
            <p:spPr>
              <a:xfrm>
                <a:off x="351619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8" name="ph7509">
                <a:extLst>
                  <a:ext uri="{FF2B5EF4-FFF2-40B4-BE49-F238E27FC236}">
                    <a16:creationId xmlns:a16="http://schemas.microsoft.com/office/drawing/2014/main" id="{11A32862-244A-CA96-AEE3-99CAC78034FF}"/>
                  </a:ext>
                </a:extLst>
              </p:cNvPr>
              <p:cNvSpPr/>
              <p:nvPr/>
            </p:nvSpPr>
            <p:spPr>
              <a:xfrm>
                <a:off x="352563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9" name="ph7510">
                <a:extLst>
                  <a:ext uri="{FF2B5EF4-FFF2-40B4-BE49-F238E27FC236}">
                    <a16:creationId xmlns:a16="http://schemas.microsoft.com/office/drawing/2014/main" id="{95F5A986-859F-F568-780C-243B458D7CBF}"/>
                  </a:ext>
                </a:extLst>
              </p:cNvPr>
              <p:cNvSpPr/>
              <p:nvPr/>
            </p:nvSpPr>
            <p:spPr>
              <a:xfrm>
                <a:off x="353507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0" name="ph7511">
                <a:extLst>
                  <a:ext uri="{FF2B5EF4-FFF2-40B4-BE49-F238E27FC236}">
                    <a16:creationId xmlns:a16="http://schemas.microsoft.com/office/drawing/2014/main" id="{8ADD2135-8213-3926-31D7-FD0589DDBDBE}"/>
                  </a:ext>
                </a:extLst>
              </p:cNvPr>
              <p:cNvSpPr/>
              <p:nvPr/>
            </p:nvSpPr>
            <p:spPr>
              <a:xfrm>
                <a:off x="354451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1" name="ph7512">
                <a:extLst>
                  <a:ext uri="{FF2B5EF4-FFF2-40B4-BE49-F238E27FC236}">
                    <a16:creationId xmlns:a16="http://schemas.microsoft.com/office/drawing/2014/main" id="{5F7D8043-092A-4D37-600E-EE04320EE8E1}"/>
                  </a:ext>
                </a:extLst>
              </p:cNvPr>
              <p:cNvSpPr/>
              <p:nvPr/>
            </p:nvSpPr>
            <p:spPr>
              <a:xfrm>
                <a:off x="355395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2" name="ph7513">
                <a:extLst>
                  <a:ext uri="{FF2B5EF4-FFF2-40B4-BE49-F238E27FC236}">
                    <a16:creationId xmlns:a16="http://schemas.microsoft.com/office/drawing/2014/main" id="{FBE8B9CA-722A-4609-75C4-68599E76E8ED}"/>
                  </a:ext>
                </a:extLst>
              </p:cNvPr>
              <p:cNvSpPr/>
              <p:nvPr/>
            </p:nvSpPr>
            <p:spPr>
              <a:xfrm>
                <a:off x="356339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3" name="ph7514">
                <a:extLst>
                  <a:ext uri="{FF2B5EF4-FFF2-40B4-BE49-F238E27FC236}">
                    <a16:creationId xmlns:a16="http://schemas.microsoft.com/office/drawing/2014/main" id="{F5CBC00D-4178-22DB-6B50-A2556D6CE28F}"/>
                  </a:ext>
                </a:extLst>
              </p:cNvPr>
              <p:cNvSpPr/>
              <p:nvPr/>
            </p:nvSpPr>
            <p:spPr>
              <a:xfrm>
                <a:off x="357283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4" name="ph7515">
                <a:extLst>
                  <a:ext uri="{FF2B5EF4-FFF2-40B4-BE49-F238E27FC236}">
                    <a16:creationId xmlns:a16="http://schemas.microsoft.com/office/drawing/2014/main" id="{EBDBEBAD-7ADD-D6C4-D804-3DAC1470A86E}"/>
                  </a:ext>
                </a:extLst>
              </p:cNvPr>
              <p:cNvSpPr/>
              <p:nvPr/>
            </p:nvSpPr>
            <p:spPr>
              <a:xfrm>
                <a:off x="358227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5" name="ph7516">
                <a:extLst>
                  <a:ext uri="{FF2B5EF4-FFF2-40B4-BE49-F238E27FC236}">
                    <a16:creationId xmlns:a16="http://schemas.microsoft.com/office/drawing/2014/main" id="{3F49AADA-5A79-EB5D-0565-72C2876C74B2}"/>
                  </a:ext>
                </a:extLst>
              </p:cNvPr>
              <p:cNvSpPr/>
              <p:nvPr/>
            </p:nvSpPr>
            <p:spPr>
              <a:xfrm>
                <a:off x="359171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6" name="ph7517">
                <a:extLst>
                  <a:ext uri="{FF2B5EF4-FFF2-40B4-BE49-F238E27FC236}">
                    <a16:creationId xmlns:a16="http://schemas.microsoft.com/office/drawing/2014/main" id="{4E970FF7-9B97-1DA6-9AD0-CD016B48657F}"/>
                  </a:ext>
                </a:extLst>
              </p:cNvPr>
              <p:cNvSpPr/>
              <p:nvPr/>
            </p:nvSpPr>
            <p:spPr>
              <a:xfrm>
                <a:off x="360115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7" name="ph7518">
                <a:extLst>
                  <a:ext uri="{FF2B5EF4-FFF2-40B4-BE49-F238E27FC236}">
                    <a16:creationId xmlns:a16="http://schemas.microsoft.com/office/drawing/2014/main" id="{009EE905-9AE8-037F-E6E4-DF7EC63D0A81}"/>
                  </a:ext>
                </a:extLst>
              </p:cNvPr>
              <p:cNvSpPr/>
              <p:nvPr/>
            </p:nvSpPr>
            <p:spPr>
              <a:xfrm>
                <a:off x="361059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8" name="ph7519">
                <a:extLst>
                  <a:ext uri="{FF2B5EF4-FFF2-40B4-BE49-F238E27FC236}">
                    <a16:creationId xmlns:a16="http://schemas.microsoft.com/office/drawing/2014/main" id="{B3972C27-C0D7-F157-9D06-6090D2DAB085}"/>
                  </a:ext>
                </a:extLst>
              </p:cNvPr>
              <p:cNvSpPr/>
              <p:nvPr/>
            </p:nvSpPr>
            <p:spPr>
              <a:xfrm>
                <a:off x="362003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9" name="ph7520">
                <a:extLst>
                  <a:ext uri="{FF2B5EF4-FFF2-40B4-BE49-F238E27FC236}">
                    <a16:creationId xmlns:a16="http://schemas.microsoft.com/office/drawing/2014/main" id="{7E4CEBFC-74F8-7658-60AD-C86C09B170C5}"/>
                  </a:ext>
                </a:extLst>
              </p:cNvPr>
              <p:cNvSpPr/>
              <p:nvPr/>
            </p:nvSpPr>
            <p:spPr>
              <a:xfrm>
                <a:off x="362947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0" name="ph7521">
                <a:extLst>
                  <a:ext uri="{FF2B5EF4-FFF2-40B4-BE49-F238E27FC236}">
                    <a16:creationId xmlns:a16="http://schemas.microsoft.com/office/drawing/2014/main" id="{602ACC7B-6CE4-0970-9F62-C76CF2DFD2AE}"/>
                  </a:ext>
                </a:extLst>
              </p:cNvPr>
              <p:cNvSpPr/>
              <p:nvPr/>
            </p:nvSpPr>
            <p:spPr>
              <a:xfrm>
                <a:off x="363891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1" name="ph7522">
                <a:extLst>
                  <a:ext uri="{FF2B5EF4-FFF2-40B4-BE49-F238E27FC236}">
                    <a16:creationId xmlns:a16="http://schemas.microsoft.com/office/drawing/2014/main" id="{1D6A1616-8B5F-11E1-FD5A-07FB527E821A}"/>
                  </a:ext>
                </a:extLst>
              </p:cNvPr>
              <p:cNvSpPr/>
              <p:nvPr/>
            </p:nvSpPr>
            <p:spPr>
              <a:xfrm>
                <a:off x="364836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2" name="ph7523">
                <a:extLst>
                  <a:ext uri="{FF2B5EF4-FFF2-40B4-BE49-F238E27FC236}">
                    <a16:creationId xmlns:a16="http://schemas.microsoft.com/office/drawing/2014/main" id="{9FC4E4EB-8B7A-C8E6-1D34-E89D07357465}"/>
                  </a:ext>
                </a:extLst>
              </p:cNvPr>
              <p:cNvSpPr/>
              <p:nvPr/>
            </p:nvSpPr>
            <p:spPr>
              <a:xfrm>
                <a:off x="365780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3" name="ph7524">
                <a:extLst>
                  <a:ext uri="{FF2B5EF4-FFF2-40B4-BE49-F238E27FC236}">
                    <a16:creationId xmlns:a16="http://schemas.microsoft.com/office/drawing/2014/main" id="{74114B50-80AC-A2E9-E00B-455C50B1ECC9}"/>
                  </a:ext>
                </a:extLst>
              </p:cNvPr>
              <p:cNvSpPr/>
              <p:nvPr/>
            </p:nvSpPr>
            <p:spPr>
              <a:xfrm>
                <a:off x="366724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4" name="ph7525">
                <a:extLst>
                  <a:ext uri="{FF2B5EF4-FFF2-40B4-BE49-F238E27FC236}">
                    <a16:creationId xmlns:a16="http://schemas.microsoft.com/office/drawing/2014/main" id="{AC14E876-9AAA-A550-580F-16388D373365}"/>
                  </a:ext>
                </a:extLst>
              </p:cNvPr>
              <p:cNvSpPr/>
              <p:nvPr/>
            </p:nvSpPr>
            <p:spPr>
              <a:xfrm>
                <a:off x="367668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5" name="ph7526">
                <a:extLst>
                  <a:ext uri="{FF2B5EF4-FFF2-40B4-BE49-F238E27FC236}">
                    <a16:creationId xmlns:a16="http://schemas.microsoft.com/office/drawing/2014/main" id="{1B79D11C-4CD0-07BF-A528-871F88647153}"/>
                  </a:ext>
                </a:extLst>
              </p:cNvPr>
              <p:cNvSpPr/>
              <p:nvPr/>
            </p:nvSpPr>
            <p:spPr>
              <a:xfrm>
                <a:off x="368612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6" name="ph7527">
                <a:extLst>
                  <a:ext uri="{FF2B5EF4-FFF2-40B4-BE49-F238E27FC236}">
                    <a16:creationId xmlns:a16="http://schemas.microsoft.com/office/drawing/2014/main" id="{21A66957-AE90-73F3-91EF-51183808675B}"/>
                  </a:ext>
                </a:extLst>
              </p:cNvPr>
              <p:cNvSpPr/>
              <p:nvPr/>
            </p:nvSpPr>
            <p:spPr>
              <a:xfrm>
                <a:off x="369556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7" name="ph7528">
                <a:extLst>
                  <a:ext uri="{FF2B5EF4-FFF2-40B4-BE49-F238E27FC236}">
                    <a16:creationId xmlns:a16="http://schemas.microsoft.com/office/drawing/2014/main" id="{D4DDE78C-7298-92F9-6AD1-A8D41352E179}"/>
                  </a:ext>
                </a:extLst>
              </p:cNvPr>
              <p:cNvSpPr/>
              <p:nvPr/>
            </p:nvSpPr>
            <p:spPr>
              <a:xfrm>
                <a:off x="370500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8" name="ph7529">
                <a:extLst>
                  <a:ext uri="{FF2B5EF4-FFF2-40B4-BE49-F238E27FC236}">
                    <a16:creationId xmlns:a16="http://schemas.microsoft.com/office/drawing/2014/main" id="{C9B99B33-21C7-3285-B4FD-E892B718551F}"/>
                  </a:ext>
                </a:extLst>
              </p:cNvPr>
              <p:cNvSpPr/>
              <p:nvPr/>
            </p:nvSpPr>
            <p:spPr>
              <a:xfrm>
                <a:off x="371444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9" name="ph7530">
                <a:extLst>
                  <a:ext uri="{FF2B5EF4-FFF2-40B4-BE49-F238E27FC236}">
                    <a16:creationId xmlns:a16="http://schemas.microsoft.com/office/drawing/2014/main" id="{F79F63CD-809A-6E15-CB30-0B36D5F29275}"/>
                  </a:ext>
                </a:extLst>
              </p:cNvPr>
              <p:cNvSpPr/>
              <p:nvPr/>
            </p:nvSpPr>
            <p:spPr>
              <a:xfrm>
                <a:off x="372388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0" name="ph7531">
                <a:extLst>
                  <a:ext uri="{FF2B5EF4-FFF2-40B4-BE49-F238E27FC236}">
                    <a16:creationId xmlns:a16="http://schemas.microsoft.com/office/drawing/2014/main" id="{B5698ADC-8CE8-3929-4033-E32F428D0ED6}"/>
                  </a:ext>
                </a:extLst>
              </p:cNvPr>
              <p:cNvSpPr/>
              <p:nvPr/>
            </p:nvSpPr>
            <p:spPr>
              <a:xfrm>
                <a:off x="373332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1" name="ph7532">
                <a:extLst>
                  <a:ext uri="{FF2B5EF4-FFF2-40B4-BE49-F238E27FC236}">
                    <a16:creationId xmlns:a16="http://schemas.microsoft.com/office/drawing/2014/main" id="{F0C7797D-00E2-C1E0-FB8C-ABC46184F7FA}"/>
                  </a:ext>
                </a:extLst>
              </p:cNvPr>
              <p:cNvSpPr/>
              <p:nvPr/>
            </p:nvSpPr>
            <p:spPr>
              <a:xfrm>
                <a:off x="374276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2" name="ph7533">
                <a:extLst>
                  <a:ext uri="{FF2B5EF4-FFF2-40B4-BE49-F238E27FC236}">
                    <a16:creationId xmlns:a16="http://schemas.microsoft.com/office/drawing/2014/main" id="{75D0A02B-0138-4C70-E190-FE84EA73E357}"/>
                  </a:ext>
                </a:extLst>
              </p:cNvPr>
              <p:cNvSpPr/>
              <p:nvPr/>
            </p:nvSpPr>
            <p:spPr>
              <a:xfrm>
                <a:off x="375220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3" name="ph7534">
                <a:extLst>
                  <a:ext uri="{FF2B5EF4-FFF2-40B4-BE49-F238E27FC236}">
                    <a16:creationId xmlns:a16="http://schemas.microsoft.com/office/drawing/2014/main" id="{9A85A815-68CD-C30E-93CC-ACE86B191B28}"/>
                  </a:ext>
                </a:extLst>
              </p:cNvPr>
              <p:cNvSpPr/>
              <p:nvPr/>
            </p:nvSpPr>
            <p:spPr>
              <a:xfrm>
                <a:off x="376164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4" name="ph7535">
                <a:extLst>
                  <a:ext uri="{FF2B5EF4-FFF2-40B4-BE49-F238E27FC236}">
                    <a16:creationId xmlns:a16="http://schemas.microsoft.com/office/drawing/2014/main" id="{140B15E0-F327-9CCC-B914-C85BB634AA35}"/>
                  </a:ext>
                </a:extLst>
              </p:cNvPr>
              <p:cNvSpPr/>
              <p:nvPr/>
            </p:nvSpPr>
            <p:spPr>
              <a:xfrm>
                <a:off x="377108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5" name="ph7536">
                <a:extLst>
                  <a:ext uri="{FF2B5EF4-FFF2-40B4-BE49-F238E27FC236}">
                    <a16:creationId xmlns:a16="http://schemas.microsoft.com/office/drawing/2014/main" id="{D2D0403D-EA78-24EA-E5DB-D941C94C4086}"/>
                  </a:ext>
                </a:extLst>
              </p:cNvPr>
              <p:cNvSpPr/>
              <p:nvPr/>
            </p:nvSpPr>
            <p:spPr>
              <a:xfrm>
                <a:off x="378052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6" name="ph7537">
                <a:extLst>
                  <a:ext uri="{FF2B5EF4-FFF2-40B4-BE49-F238E27FC236}">
                    <a16:creationId xmlns:a16="http://schemas.microsoft.com/office/drawing/2014/main" id="{933B5247-1B5F-DCC7-960D-220B241AF945}"/>
                  </a:ext>
                </a:extLst>
              </p:cNvPr>
              <p:cNvSpPr/>
              <p:nvPr/>
            </p:nvSpPr>
            <p:spPr>
              <a:xfrm>
                <a:off x="378996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7" name="ph7538">
                <a:extLst>
                  <a:ext uri="{FF2B5EF4-FFF2-40B4-BE49-F238E27FC236}">
                    <a16:creationId xmlns:a16="http://schemas.microsoft.com/office/drawing/2014/main" id="{00E6779B-24F5-71F6-FE99-503A961C24C3}"/>
                  </a:ext>
                </a:extLst>
              </p:cNvPr>
              <p:cNvSpPr/>
              <p:nvPr/>
            </p:nvSpPr>
            <p:spPr>
              <a:xfrm>
                <a:off x="379940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8" name="ph7539">
                <a:extLst>
                  <a:ext uri="{FF2B5EF4-FFF2-40B4-BE49-F238E27FC236}">
                    <a16:creationId xmlns:a16="http://schemas.microsoft.com/office/drawing/2014/main" id="{26BB2452-4597-E31A-E0CB-70E953C8D779}"/>
                  </a:ext>
                </a:extLst>
              </p:cNvPr>
              <p:cNvSpPr/>
              <p:nvPr/>
            </p:nvSpPr>
            <p:spPr>
              <a:xfrm>
                <a:off x="380884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9" name="ph7540">
                <a:extLst>
                  <a:ext uri="{FF2B5EF4-FFF2-40B4-BE49-F238E27FC236}">
                    <a16:creationId xmlns:a16="http://schemas.microsoft.com/office/drawing/2014/main" id="{E1DE64E0-07C5-4B52-BC36-BE923A82812C}"/>
                  </a:ext>
                </a:extLst>
              </p:cNvPr>
              <p:cNvSpPr/>
              <p:nvPr/>
            </p:nvSpPr>
            <p:spPr>
              <a:xfrm>
                <a:off x="381828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0" name="ph7541">
                <a:extLst>
                  <a:ext uri="{FF2B5EF4-FFF2-40B4-BE49-F238E27FC236}">
                    <a16:creationId xmlns:a16="http://schemas.microsoft.com/office/drawing/2014/main" id="{7897111C-6CBB-4885-7644-D96545766FE0}"/>
                  </a:ext>
                </a:extLst>
              </p:cNvPr>
              <p:cNvSpPr/>
              <p:nvPr/>
            </p:nvSpPr>
            <p:spPr>
              <a:xfrm>
                <a:off x="382772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1" name="ph7542">
                <a:extLst>
                  <a:ext uri="{FF2B5EF4-FFF2-40B4-BE49-F238E27FC236}">
                    <a16:creationId xmlns:a16="http://schemas.microsoft.com/office/drawing/2014/main" id="{168CD4EA-6E1B-914F-4B28-01883365F903}"/>
                  </a:ext>
                </a:extLst>
              </p:cNvPr>
              <p:cNvSpPr/>
              <p:nvPr/>
            </p:nvSpPr>
            <p:spPr>
              <a:xfrm>
                <a:off x="383716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2" name="ph7543">
                <a:extLst>
                  <a:ext uri="{FF2B5EF4-FFF2-40B4-BE49-F238E27FC236}">
                    <a16:creationId xmlns:a16="http://schemas.microsoft.com/office/drawing/2014/main" id="{F71CF4DE-35F6-FE27-485F-276F3E1BF7D7}"/>
                  </a:ext>
                </a:extLst>
              </p:cNvPr>
              <p:cNvSpPr/>
              <p:nvPr/>
            </p:nvSpPr>
            <p:spPr>
              <a:xfrm>
                <a:off x="384660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3" name="ph7544">
                <a:extLst>
                  <a:ext uri="{FF2B5EF4-FFF2-40B4-BE49-F238E27FC236}">
                    <a16:creationId xmlns:a16="http://schemas.microsoft.com/office/drawing/2014/main" id="{EEE848A7-9FDD-769E-3A60-BA7E333AB7B1}"/>
                  </a:ext>
                </a:extLst>
              </p:cNvPr>
              <p:cNvSpPr/>
              <p:nvPr/>
            </p:nvSpPr>
            <p:spPr>
              <a:xfrm>
                <a:off x="385604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4" name="ph7545">
                <a:extLst>
                  <a:ext uri="{FF2B5EF4-FFF2-40B4-BE49-F238E27FC236}">
                    <a16:creationId xmlns:a16="http://schemas.microsoft.com/office/drawing/2014/main" id="{A42E1C96-BB13-B7CB-5FA1-8A23F90ACA92}"/>
                  </a:ext>
                </a:extLst>
              </p:cNvPr>
              <p:cNvSpPr/>
              <p:nvPr/>
            </p:nvSpPr>
            <p:spPr>
              <a:xfrm>
                <a:off x="3865485" y="1148744"/>
                <a:ext cx="9192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25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258" y="896830"/>
                    </a:lnTo>
                    <a:lnTo>
                      <a:pt x="919208" y="897292"/>
                    </a:lnTo>
                    <a:lnTo>
                      <a:pt x="917735" y="908058"/>
                    </a:lnTo>
                    <a:lnTo>
                      <a:pt x="917266" y="911143"/>
                    </a:lnTo>
                    <a:lnTo>
                      <a:pt x="916800" y="914214"/>
                    </a:lnTo>
                    <a:lnTo>
                      <a:pt x="916772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5" name="ph7546">
                <a:extLst>
                  <a:ext uri="{FF2B5EF4-FFF2-40B4-BE49-F238E27FC236}">
                    <a16:creationId xmlns:a16="http://schemas.microsoft.com/office/drawing/2014/main" id="{67EC64F9-FD4A-CDA2-4328-9BD675DE3425}"/>
                  </a:ext>
                </a:extLst>
              </p:cNvPr>
              <p:cNvSpPr/>
              <p:nvPr/>
            </p:nvSpPr>
            <p:spPr>
              <a:xfrm>
                <a:off x="2052959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621" y="931969"/>
                    </a:lnTo>
                    <a:lnTo>
                      <a:pt x="909842" y="923725"/>
                    </a:lnTo>
                    <a:lnTo>
                      <a:pt x="911511" y="91439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6" name="ph7547">
                <a:extLst>
                  <a:ext uri="{FF2B5EF4-FFF2-40B4-BE49-F238E27FC236}">
                    <a16:creationId xmlns:a16="http://schemas.microsoft.com/office/drawing/2014/main" id="{C91F0D3E-2682-2A33-8F1B-5CCA8F083678}"/>
                  </a:ext>
                </a:extLst>
              </p:cNvPr>
              <p:cNvSpPr/>
              <p:nvPr/>
            </p:nvSpPr>
            <p:spPr>
              <a:xfrm>
                <a:off x="205295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7" name="ph7548">
                <a:extLst>
                  <a:ext uri="{FF2B5EF4-FFF2-40B4-BE49-F238E27FC236}">
                    <a16:creationId xmlns:a16="http://schemas.microsoft.com/office/drawing/2014/main" id="{E441B9EC-7032-2996-6B57-33EDB96B3351}"/>
                  </a:ext>
                </a:extLst>
              </p:cNvPr>
              <p:cNvSpPr/>
              <p:nvPr/>
            </p:nvSpPr>
            <p:spPr>
              <a:xfrm>
                <a:off x="206239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8" name="ph7549">
                <a:extLst>
                  <a:ext uri="{FF2B5EF4-FFF2-40B4-BE49-F238E27FC236}">
                    <a16:creationId xmlns:a16="http://schemas.microsoft.com/office/drawing/2014/main" id="{F191B3EC-DE08-D438-74B5-6135C7BDA782}"/>
                  </a:ext>
                </a:extLst>
              </p:cNvPr>
              <p:cNvSpPr/>
              <p:nvPr/>
            </p:nvSpPr>
            <p:spPr>
              <a:xfrm>
                <a:off x="207184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9" name="ph7550">
                <a:extLst>
                  <a:ext uri="{FF2B5EF4-FFF2-40B4-BE49-F238E27FC236}">
                    <a16:creationId xmlns:a16="http://schemas.microsoft.com/office/drawing/2014/main" id="{9FE30DF7-B3F6-AF39-D557-F3A9CC3B3253}"/>
                  </a:ext>
                </a:extLst>
              </p:cNvPr>
              <p:cNvSpPr/>
              <p:nvPr/>
            </p:nvSpPr>
            <p:spPr>
              <a:xfrm>
                <a:off x="208128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0" name="ph7551">
                <a:extLst>
                  <a:ext uri="{FF2B5EF4-FFF2-40B4-BE49-F238E27FC236}">
                    <a16:creationId xmlns:a16="http://schemas.microsoft.com/office/drawing/2014/main" id="{9BAB1CD5-82BF-199F-0714-3CCBD688B4FF}"/>
                  </a:ext>
                </a:extLst>
              </p:cNvPr>
              <p:cNvSpPr/>
              <p:nvPr/>
            </p:nvSpPr>
            <p:spPr>
              <a:xfrm>
                <a:off x="209072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1" name="ph7552">
                <a:extLst>
                  <a:ext uri="{FF2B5EF4-FFF2-40B4-BE49-F238E27FC236}">
                    <a16:creationId xmlns:a16="http://schemas.microsoft.com/office/drawing/2014/main" id="{042CA335-610B-E91F-EFDE-45D380904784}"/>
                  </a:ext>
                </a:extLst>
              </p:cNvPr>
              <p:cNvSpPr/>
              <p:nvPr/>
            </p:nvSpPr>
            <p:spPr>
              <a:xfrm>
                <a:off x="210016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2" name="ph7553">
                <a:extLst>
                  <a:ext uri="{FF2B5EF4-FFF2-40B4-BE49-F238E27FC236}">
                    <a16:creationId xmlns:a16="http://schemas.microsoft.com/office/drawing/2014/main" id="{EAF935A8-3966-ED28-271C-A62AFDE91601}"/>
                  </a:ext>
                </a:extLst>
              </p:cNvPr>
              <p:cNvSpPr/>
              <p:nvPr/>
            </p:nvSpPr>
            <p:spPr>
              <a:xfrm>
                <a:off x="210960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3" name="ph7554">
                <a:extLst>
                  <a:ext uri="{FF2B5EF4-FFF2-40B4-BE49-F238E27FC236}">
                    <a16:creationId xmlns:a16="http://schemas.microsoft.com/office/drawing/2014/main" id="{1A19BEBA-F345-4664-39B9-359ADFF48DF9}"/>
                  </a:ext>
                </a:extLst>
              </p:cNvPr>
              <p:cNvSpPr/>
              <p:nvPr/>
            </p:nvSpPr>
            <p:spPr>
              <a:xfrm>
                <a:off x="211904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4" name="ph7555">
                <a:extLst>
                  <a:ext uri="{FF2B5EF4-FFF2-40B4-BE49-F238E27FC236}">
                    <a16:creationId xmlns:a16="http://schemas.microsoft.com/office/drawing/2014/main" id="{95DD96D2-FC62-A250-9D86-F89AA2E063C4}"/>
                  </a:ext>
                </a:extLst>
              </p:cNvPr>
              <p:cNvSpPr/>
              <p:nvPr/>
            </p:nvSpPr>
            <p:spPr>
              <a:xfrm>
                <a:off x="212848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5" name="ph7556">
                <a:extLst>
                  <a:ext uri="{FF2B5EF4-FFF2-40B4-BE49-F238E27FC236}">
                    <a16:creationId xmlns:a16="http://schemas.microsoft.com/office/drawing/2014/main" id="{73E0EDD7-C8BD-D2CE-DAC6-10B0E6FA1B98}"/>
                  </a:ext>
                </a:extLst>
              </p:cNvPr>
              <p:cNvSpPr/>
              <p:nvPr/>
            </p:nvSpPr>
            <p:spPr>
              <a:xfrm>
                <a:off x="213792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6" name="ph7557">
                <a:extLst>
                  <a:ext uri="{FF2B5EF4-FFF2-40B4-BE49-F238E27FC236}">
                    <a16:creationId xmlns:a16="http://schemas.microsoft.com/office/drawing/2014/main" id="{B6DE840E-AB11-B37A-144B-5553711444EB}"/>
                  </a:ext>
                </a:extLst>
              </p:cNvPr>
              <p:cNvSpPr/>
              <p:nvPr/>
            </p:nvSpPr>
            <p:spPr>
              <a:xfrm>
                <a:off x="214736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7" name="ph7558">
                <a:extLst>
                  <a:ext uri="{FF2B5EF4-FFF2-40B4-BE49-F238E27FC236}">
                    <a16:creationId xmlns:a16="http://schemas.microsoft.com/office/drawing/2014/main" id="{6DDA7C97-D290-0932-B4BD-E640198B38AA}"/>
                  </a:ext>
                </a:extLst>
              </p:cNvPr>
              <p:cNvSpPr/>
              <p:nvPr/>
            </p:nvSpPr>
            <p:spPr>
              <a:xfrm>
                <a:off x="215680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8" name="ph7559">
                <a:extLst>
                  <a:ext uri="{FF2B5EF4-FFF2-40B4-BE49-F238E27FC236}">
                    <a16:creationId xmlns:a16="http://schemas.microsoft.com/office/drawing/2014/main" id="{16D3F91A-07C7-69C3-F23C-A528FFBA66F1}"/>
                  </a:ext>
                </a:extLst>
              </p:cNvPr>
              <p:cNvSpPr/>
              <p:nvPr/>
            </p:nvSpPr>
            <p:spPr>
              <a:xfrm>
                <a:off x="216624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C">
                  <a:alpha val="100000"/>
                </a:srgbClr>
              </a:solidFill>
              <a:ln w="5420" cap="flat">
                <a:solidFill>
                  <a:srgbClr val="FFF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9" name="ph7560">
                <a:extLst>
                  <a:ext uri="{FF2B5EF4-FFF2-40B4-BE49-F238E27FC236}">
                    <a16:creationId xmlns:a16="http://schemas.microsoft.com/office/drawing/2014/main" id="{ABAAA5E6-624B-3CE0-32D2-1DA793E47F56}"/>
                  </a:ext>
                </a:extLst>
              </p:cNvPr>
              <p:cNvSpPr/>
              <p:nvPr/>
            </p:nvSpPr>
            <p:spPr>
              <a:xfrm>
                <a:off x="217568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0" name="ph7561">
                <a:extLst>
                  <a:ext uri="{FF2B5EF4-FFF2-40B4-BE49-F238E27FC236}">
                    <a16:creationId xmlns:a16="http://schemas.microsoft.com/office/drawing/2014/main" id="{84BB3487-B04C-398D-614E-29F482330DAE}"/>
                  </a:ext>
                </a:extLst>
              </p:cNvPr>
              <p:cNvSpPr/>
              <p:nvPr/>
            </p:nvSpPr>
            <p:spPr>
              <a:xfrm>
                <a:off x="218512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1" name="ph7562">
                <a:extLst>
                  <a:ext uri="{FF2B5EF4-FFF2-40B4-BE49-F238E27FC236}">
                    <a16:creationId xmlns:a16="http://schemas.microsoft.com/office/drawing/2014/main" id="{699395DC-B166-A264-D1D9-4F124F725F4C}"/>
                  </a:ext>
                </a:extLst>
              </p:cNvPr>
              <p:cNvSpPr/>
              <p:nvPr/>
            </p:nvSpPr>
            <p:spPr>
              <a:xfrm>
                <a:off x="219456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2" name="ph7563">
                <a:extLst>
                  <a:ext uri="{FF2B5EF4-FFF2-40B4-BE49-F238E27FC236}">
                    <a16:creationId xmlns:a16="http://schemas.microsoft.com/office/drawing/2014/main" id="{19F8037F-C576-02A0-9C56-D4E798B16EE7}"/>
                  </a:ext>
                </a:extLst>
              </p:cNvPr>
              <p:cNvSpPr/>
              <p:nvPr/>
            </p:nvSpPr>
            <p:spPr>
              <a:xfrm>
                <a:off x="220400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3" name="ph7564">
                <a:extLst>
                  <a:ext uri="{FF2B5EF4-FFF2-40B4-BE49-F238E27FC236}">
                    <a16:creationId xmlns:a16="http://schemas.microsoft.com/office/drawing/2014/main" id="{A3C7FAB5-C5AD-450C-8C3F-974DC49270E4}"/>
                  </a:ext>
                </a:extLst>
              </p:cNvPr>
              <p:cNvSpPr/>
              <p:nvPr/>
            </p:nvSpPr>
            <p:spPr>
              <a:xfrm>
                <a:off x="221344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4" name="ph7565">
                <a:extLst>
                  <a:ext uri="{FF2B5EF4-FFF2-40B4-BE49-F238E27FC236}">
                    <a16:creationId xmlns:a16="http://schemas.microsoft.com/office/drawing/2014/main" id="{BDDD2F00-67E5-02DA-45C6-371E8A0284F1}"/>
                  </a:ext>
                </a:extLst>
              </p:cNvPr>
              <p:cNvSpPr/>
              <p:nvPr/>
            </p:nvSpPr>
            <p:spPr>
              <a:xfrm>
                <a:off x="222288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5" name="ph7566">
                <a:extLst>
                  <a:ext uri="{FF2B5EF4-FFF2-40B4-BE49-F238E27FC236}">
                    <a16:creationId xmlns:a16="http://schemas.microsoft.com/office/drawing/2014/main" id="{7D1155BB-1A39-9E32-7AA6-DD884E8204E5}"/>
                  </a:ext>
                </a:extLst>
              </p:cNvPr>
              <p:cNvSpPr/>
              <p:nvPr/>
            </p:nvSpPr>
            <p:spPr>
              <a:xfrm>
                <a:off x="223232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6" name="ph7567">
                <a:extLst>
                  <a:ext uri="{FF2B5EF4-FFF2-40B4-BE49-F238E27FC236}">
                    <a16:creationId xmlns:a16="http://schemas.microsoft.com/office/drawing/2014/main" id="{5967EA3E-F6B0-CB41-BB7C-73F226096C1A}"/>
                  </a:ext>
                </a:extLst>
              </p:cNvPr>
              <p:cNvSpPr/>
              <p:nvPr/>
            </p:nvSpPr>
            <p:spPr>
              <a:xfrm>
                <a:off x="224176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7" name="ph7568">
                <a:extLst>
                  <a:ext uri="{FF2B5EF4-FFF2-40B4-BE49-F238E27FC236}">
                    <a16:creationId xmlns:a16="http://schemas.microsoft.com/office/drawing/2014/main" id="{9BD78442-A778-3F73-8B67-D26FEF6F014F}"/>
                  </a:ext>
                </a:extLst>
              </p:cNvPr>
              <p:cNvSpPr/>
              <p:nvPr/>
            </p:nvSpPr>
            <p:spPr>
              <a:xfrm>
                <a:off x="225120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8" name="ph7569">
                <a:extLst>
                  <a:ext uri="{FF2B5EF4-FFF2-40B4-BE49-F238E27FC236}">
                    <a16:creationId xmlns:a16="http://schemas.microsoft.com/office/drawing/2014/main" id="{6612E308-26DD-0431-9FE5-6513B936D897}"/>
                  </a:ext>
                </a:extLst>
              </p:cNvPr>
              <p:cNvSpPr/>
              <p:nvPr/>
            </p:nvSpPr>
            <p:spPr>
              <a:xfrm>
                <a:off x="226064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9" name="ph7570">
                <a:extLst>
                  <a:ext uri="{FF2B5EF4-FFF2-40B4-BE49-F238E27FC236}">
                    <a16:creationId xmlns:a16="http://schemas.microsoft.com/office/drawing/2014/main" id="{80D72777-5FA6-C204-0871-167AF3AFC0C1}"/>
                  </a:ext>
                </a:extLst>
              </p:cNvPr>
              <p:cNvSpPr/>
              <p:nvPr/>
            </p:nvSpPr>
            <p:spPr>
              <a:xfrm>
                <a:off x="227008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0" name="ph7571">
                <a:extLst>
                  <a:ext uri="{FF2B5EF4-FFF2-40B4-BE49-F238E27FC236}">
                    <a16:creationId xmlns:a16="http://schemas.microsoft.com/office/drawing/2014/main" id="{989F3878-99EE-CB20-2B98-73C55CA7B0E8}"/>
                  </a:ext>
                </a:extLst>
              </p:cNvPr>
              <p:cNvSpPr/>
              <p:nvPr/>
            </p:nvSpPr>
            <p:spPr>
              <a:xfrm>
                <a:off x="227952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1" name="ph7572">
                <a:extLst>
                  <a:ext uri="{FF2B5EF4-FFF2-40B4-BE49-F238E27FC236}">
                    <a16:creationId xmlns:a16="http://schemas.microsoft.com/office/drawing/2014/main" id="{193A6A59-2E0D-3D55-1535-E5DE8DA8DB97}"/>
                  </a:ext>
                </a:extLst>
              </p:cNvPr>
              <p:cNvSpPr/>
              <p:nvPr/>
            </p:nvSpPr>
            <p:spPr>
              <a:xfrm>
                <a:off x="2298405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87" y="896830"/>
                    </a:lnTo>
                    <a:lnTo>
                      <a:pt x="908514" y="900233"/>
                    </a:lnTo>
                    <a:lnTo>
                      <a:pt x="910495" y="900746"/>
                    </a:lnTo>
                    <a:lnTo>
                      <a:pt x="910840" y="900852"/>
                    </a:lnTo>
                    <a:lnTo>
                      <a:pt x="911187" y="900958"/>
                    </a:lnTo>
                    <a:lnTo>
                      <a:pt x="911534" y="901064"/>
                    </a:lnTo>
                    <a:lnTo>
                      <a:pt x="911881" y="901170"/>
                    </a:lnTo>
                    <a:lnTo>
                      <a:pt x="912228" y="901276"/>
                    </a:lnTo>
                    <a:lnTo>
                      <a:pt x="912575" y="901383"/>
                    </a:lnTo>
                    <a:lnTo>
                      <a:pt x="912922" y="901489"/>
                    </a:lnTo>
                    <a:lnTo>
                      <a:pt x="913270" y="901595"/>
                    </a:lnTo>
                    <a:lnTo>
                      <a:pt x="913617" y="901701"/>
                    </a:lnTo>
                    <a:lnTo>
                      <a:pt x="913964" y="901808"/>
                    </a:lnTo>
                    <a:lnTo>
                      <a:pt x="914400" y="901941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2" name="ph7573">
                <a:extLst>
                  <a:ext uri="{FF2B5EF4-FFF2-40B4-BE49-F238E27FC236}">
                    <a16:creationId xmlns:a16="http://schemas.microsoft.com/office/drawing/2014/main" id="{B414F7C4-278E-2038-842F-8DAB891C12EC}"/>
                  </a:ext>
                </a:extLst>
              </p:cNvPr>
              <p:cNvSpPr/>
              <p:nvPr/>
            </p:nvSpPr>
            <p:spPr>
              <a:xfrm>
                <a:off x="2307846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941"/>
                    </a:lnTo>
                    <a:lnTo>
                      <a:pt x="905217" y="902020"/>
                    </a:lnTo>
                    <a:lnTo>
                      <a:pt x="905564" y="902126"/>
                    </a:lnTo>
                    <a:lnTo>
                      <a:pt x="905911" y="902233"/>
                    </a:lnTo>
                    <a:lnTo>
                      <a:pt x="906258" y="902339"/>
                    </a:lnTo>
                    <a:lnTo>
                      <a:pt x="906605" y="902445"/>
                    </a:lnTo>
                    <a:lnTo>
                      <a:pt x="906952" y="902551"/>
                    </a:lnTo>
                    <a:lnTo>
                      <a:pt x="907299" y="902658"/>
                    </a:lnTo>
                    <a:lnTo>
                      <a:pt x="907646" y="902764"/>
                    </a:lnTo>
                    <a:lnTo>
                      <a:pt x="907993" y="902870"/>
                    </a:lnTo>
                    <a:lnTo>
                      <a:pt x="908340" y="902977"/>
                    </a:lnTo>
                    <a:lnTo>
                      <a:pt x="908687" y="903083"/>
                    </a:lnTo>
                    <a:lnTo>
                      <a:pt x="909034" y="903189"/>
                    </a:lnTo>
                    <a:lnTo>
                      <a:pt x="909381" y="903296"/>
                    </a:lnTo>
                    <a:lnTo>
                      <a:pt x="909728" y="903402"/>
                    </a:lnTo>
                    <a:lnTo>
                      <a:pt x="910075" y="903509"/>
                    </a:lnTo>
                    <a:lnTo>
                      <a:pt x="910422" y="903615"/>
                    </a:lnTo>
                    <a:lnTo>
                      <a:pt x="910769" y="903721"/>
                    </a:lnTo>
                    <a:lnTo>
                      <a:pt x="911116" y="903828"/>
                    </a:lnTo>
                    <a:lnTo>
                      <a:pt x="911463" y="903934"/>
                    </a:lnTo>
                    <a:lnTo>
                      <a:pt x="911809" y="904041"/>
                    </a:lnTo>
                    <a:lnTo>
                      <a:pt x="912156" y="904147"/>
                    </a:lnTo>
                    <a:lnTo>
                      <a:pt x="912503" y="904254"/>
                    </a:lnTo>
                    <a:lnTo>
                      <a:pt x="912850" y="904360"/>
                    </a:lnTo>
                    <a:lnTo>
                      <a:pt x="913197" y="904466"/>
                    </a:lnTo>
                    <a:lnTo>
                      <a:pt x="913544" y="904573"/>
                    </a:lnTo>
                    <a:lnTo>
                      <a:pt x="913891" y="904679"/>
                    </a:lnTo>
                    <a:lnTo>
                      <a:pt x="914238" y="904786"/>
                    </a:lnTo>
                    <a:lnTo>
                      <a:pt x="914400" y="904836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3" name="ph7574">
                <a:extLst>
                  <a:ext uri="{FF2B5EF4-FFF2-40B4-BE49-F238E27FC236}">
                    <a16:creationId xmlns:a16="http://schemas.microsoft.com/office/drawing/2014/main" id="{88F2E9F0-782B-A7E0-6D6F-DA2EEBEBFCD5}"/>
                  </a:ext>
                </a:extLst>
              </p:cNvPr>
              <p:cNvSpPr/>
              <p:nvPr/>
            </p:nvSpPr>
            <p:spPr>
              <a:xfrm>
                <a:off x="2317286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836"/>
                    </a:lnTo>
                    <a:lnTo>
                      <a:pt x="905144" y="904892"/>
                    </a:lnTo>
                    <a:lnTo>
                      <a:pt x="905491" y="904999"/>
                    </a:lnTo>
                    <a:lnTo>
                      <a:pt x="905838" y="905105"/>
                    </a:lnTo>
                    <a:lnTo>
                      <a:pt x="906185" y="905212"/>
                    </a:lnTo>
                    <a:lnTo>
                      <a:pt x="906531" y="905319"/>
                    </a:lnTo>
                    <a:lnTo>
                      <a:pt x="906878" y="905425"/>
                    </a:lnTo>
                    <a:lnTo>
                      <a:pt x="907225" y="905532"/>
                    </a:lnTo>
                    <a:lnTo>
                      <a:pt x="907572" y="905638"/>
                    </a:lnTo>
                    <a:lnTo>
                      <a:pt x="907919" y="905745"/>
                    </a:lnTo>
                    <a:lnTo>
                      <a:pt x="908265" y="905851"/>
                    </a:lnTo>
                    <a:lnTo>
                      <a:pt x="908612" y="905958"/>
                    </a:lnTo>
                    <a:lnTo>
                      <a:pt x="908959" y="906065"/>
                    </a:lnTo>
                    <a:lnTo>
                      <a:pt x="909306" y="906171"/>
                    </a:lnTo>
                    <a:lnTo>
                      <a:pt x="909653" y="906278"/>
                    </a:lnTo>
                    <a:lnTo>
                      <a:pt x="909999" y="906384"/>
                    </a:lnTo>
                    <a:lnTo>
                      <a:pt x="910346" y="906491"/>
                    </a:lnTo>
                    <a:lnTo>
                      <a:pt x="910693" y="906598"/>
                    </a:lnTo>
                    <a:lnTo>
                      <a:pt x="911040" y="906704"/>
                    </a:lnTo>
                    <a:lnTo>
                      <a:pt x="911386" y="906811"/>
                    </a:lnTo>
                    <a:lnTo>
                      <a:pt x="911733" y="906918"/>
                    </a:lnTo>
                    <a:lnTo>
                      <a:pt x="912080" y="907024"/>
                    </a:lnTo>
                    <a:lnTo>
                      <a:pt x="912427" y="907131"/>
                    </a:lnTo>
                    <a:lnTo>
                      <a:pt x="912773" y="907238"/>
                    </a:lnTo>
                    <a:lnTo>
                      <a:pt x="913120" y="907344"/>
                    </a:lnTo>
                    <a:lnTo>
                      <a:pt x="913467" y="907451"/>
                    </a:lnTo>
                    <a:lnTo>
                      <a:pt x="913813" y="907558"/>
                    </a:lnTo>
                    <a:lnTo>
                      <a:pt x="914160" y="907665"/>
                    </a:lnTo>
                    <a:lnTo>
                      <a:pt x="914400" y="90773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4" name="ph7575">
                <a:extLst>
                  <a:ext uri="{FF2B5EF4-FFF2-40B4-BE49-F238E27FC236}">
                    <a16:creationId xmlns:a16="http://schemas.microsoft.com/office/drawing/2014/main" id="{F33CC72B-190D-B857-1BF3-0C5262783E1F}"/>
                  </a:ext>
                </a:extLst>
              </p:cNvPr>
              <p:cNvSpPr/>
              <p:nvPr/>
            </p:nvSpPr>
            <p:spPr>
              <a:xfrm>
                <a:off x="2326726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6" y="907771"/>
                    </a:lnTo>
                    <a:lnTo>
                      <a:pt x="905413" y="907878"/>
                    </a:lnTo>
                    <a:lnTo>
                      <a:pt x="905760" y="907985"/>
                    </a:lnTo>
                    <a:lnTo>
                      <a:pt x="906106" y="908092"/>
                    </a:lnTo>
                    <a:lnTo>
                      <a:pt x="906453" y="908198"/>
                    </a:lnTo>
                    <a:lnTo>
                      <a:pt x="906800" y="908305"/>
                    </a:lnTo>
                    <a:lnTo>
                      <a:pt x="907146" y="908412"/>
                    </a:lnTo>
                    <a:lnTo>
                      <a:pt x="907493" y="908519"/>
                    </a:lnTo>
                    <a:lnTo>
                      <a:pt x="907840" y="908626"/>
                    </a:lnTo>
                    <a:lnTo>
                      <a:pt x="908186" y="908733"/>
                    </a:lnTo>
                    <a:lnTo>
                      <a:pt x="908533" y="908839"/>
                    </a:lnTo>
                    <a:lnTo>
                      <a:pt x="908880" y="908946"/>
                    </a:lnTo>
                    <a:lnTo>
                      <a:pt x="909226" y="909053"/>
                    </a:lnTo>
                    <a:lnTo>
                      <a:pt x="909573" y="909160"/>
                    </a:lnTo>
                    <a:lnTo>
                      <a:pt x="909919" y="909267"/>
                    </a:lnTo>
                    <a:lnTo>
                      <a:pt x="910266" y="909374"/>
                    </a:lnTo>
                    <a:lnTo>
                      <a:pt x="910613" y="909481"/>
                    </a:lnTo>
                    <a:lnTo>
                      <a:pt x="910959" y="909587"/>
                    </a:lnTo>
                    <a:lnTo>
                      <a:pt x="911306" y="909694"/>
                    </a:lnTo>
                    <a:lnTo>
                      <a:pt x="911652" y="909801"/>
                    </a:lnTo>
                    <a:lnTo>
                      <a:pt x="911999" y="909908"/>
                    </a:lnTo>
                    <a:lnTo>
                      <a:pt x="912345" y="910015"/>
                    </a:lnTo>
                    <a:lnTo>
                      <a:pt x="912692" y="910122"/>
                    </a:lnTo>
                    <a:lnTo>
                      <a:pt x="913039" y="910229"/>
                    </a:lnTo>
                    <a:lnTo>
                      <a:pt x="913385" y="910336"/>
                    </a:lnTo>
                    <a:lnTo>
                      <a:pt x="913732" y="910443"/>
                    </a:lnTo>
                    <a:lnTo>
                      <a:pt x="914078" y="910550"/>
                    </a:lnTo>
                    <a:lnTo>
                      <a:pt x="914400" y="91064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5" name="ph7576">
                <a:extLst>
                  <a:ext uri="{FF2B5EF4-FFF2-40B4-BE49-F238E27FC236}">
                    <a16:creationId xmlns:a16="http://schemas.microsoft.com/office/drawing/2014/main" id="{AFC4E3B1-00C1-9061-3F57-8B8A7CE4B53A}"/>
                  </a:ext>
                </a:extLst>
              </p:cNvPr>
              <p:cNvSpPr/>
              <p:nvPr/>
            </p:nvSpPr>
            <p:spPr>
              <a:xfrm>
                <a:off x="2336166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84" y="910657"/>
                    </a:lnTo>
                    <a:lnTo>
                      <a:pt x="905331" y="910764"/>
                    </a:lnTo>
                    <a:lnTo>
                      <a:pt x="905677" y="910871"/>
                    </a:lnTo>
                    <a:lnTo>
                      <a:pt x="906024" y="910978"/>
                    </a:lnTo>
                    <a:lnTo>
                      <a:pt x="906370" y="911085"/>
                    </a:lnTo>
                    <a:lnTo>
                      <a:pt x="906717" y="911192"/>
                    </a:lnTo>
                    <a:lnTo>
                      <a:pt x="907063" y="911299"/>
                    </a:lnTo>
                    <a:lnTo>
                      <a:pt x="907410" y="911406"/>
                    </a:lnTo>
                    <a:lnTo>
                      <a:pt x="907756" y="911513"/>
                    </a:lnTo>
                    <a:lnTo>
                      <a:pt x="908103" y="911620"/>
                    </a:lnTo>
                    <a:lnTo>
                      <a:pt x="908449" y="911727"/>
                    </a:lnTo>
                    <a:lnTo>
                      <a:pt x="908796" y="911834"/>
                    </a:lnTo>
                    <a:lnTo>
                      <a:pt x="909142" y="911942"/>
                    </a:lnTo>
                    <a:lnTo>
                      <a:pt x="909489" y="912049"/>
                    </a:lnTo>
                    <a:lnTo>
                      <a:pt x="909835" y="912156"/>
                    </a:lnTo>
                    <a:lnTo>
                      <a:pt x="910181" y="912263"/>
                    </a:lnTo>
                    <a:lnTo>
                      <a:pt x="910528" y="912370"/>
                    </a:lnTo>
                    <a:lnTo>
                      <a:pt x="910874" y="912477"/>
                    </a:lnTo>
                    <a:lnTo>
                      <a:pt x="911221" y="912584"/>
                    </a:lnTo>
                    <a:lnTo>
                      <a:pt x="911567" y="912692"/>
                    </a:lnTo>
                    <a:lnTo>
                      <a:pt x="911914" y="912799"/>
                    </a:lnTo>
                    <a:lnTo>
                      <a:pt x="912260" y="912906"/>
                    </a:lnTo>
                    <a:lnTo>
                      <a:pt x="912606" y="913013"/>
                    </a:lnTo>
                    <a:lnTo>
                      <a:pt x="912953" y="913120"/>
                    </a:lnTo>
                    <a:lnTo>
                      <a:pt x="913299" y="913228"/>
                    </a:lnTo>
                    <a:lnTo>
                      <a:pt x="913645" y="913335"/>
                    </a:lnTo>
                    <a:lnTo>
                      <a:pt x="913992" y="913442"/>
                    </a:lnTo>
                    <a:lnTo>
                      <a:pt x="914400" y="913568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6" name="ph7577">
                <a:extLst>
                  <a:ext uri="{FF2B5EF4-FFF2-40B4-BE49-F238E27FC236}">
                    <a16:creationId xmlns:a16="http://schemas.microsoft.com/office/drawing/2014/main" id="{8A2C9134-A7EC-B0BF-5E96-1333A64BC8A3}"/>
                  </a:ext>
                </a:extLst>
              </p:cNvPr>
              <p:cNvSpPr/>
              <p:nvPr/>
            </p:nvSpPr>
            <p:spPr>
              <a:xfrm>
                <a:off x="2336166" y="1131174"/>
                <a:ext cx="9170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3" h="914400">
                    <a:moveTo>
                      <a:pt x="914400" y="914400"/>
                    </a:moveTo>
                    <a:lnTo>
                      <a:pt x="914400" y="913568"/>
                    </a:lnTo>
                    <a:lnTo>
                      <a:pt x="914684" y="913656"/>
                    </a:lnTo>
                    <a:lnTo>
                      <a:pt x="915031" y="913764"/>
                    </a:lnTo>
                    <a:lnTo>
                      <a:pt x="915377" y="913871"/>
                    </a:lnTo>
                    <a:lnTo>
                      <a:pt x="915724" y="913978"/>
                    </a:lnTo>
                    <a:lnTo>
                      <a:pt x="916070" y="914086"/>
                    </a:lnTo>
                    <a:lnTo>
                      <a:pt x="916416" y="914193"/>
                    </a:lnTo>
                    <a:lnTo>
                      <a:pt x="916762" y="914300"/>
                    </a:lnTo>
                    <a:lnTo>
                      <a:pt x="917083" y="914400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7" name="ph7578">
                <a:extLst>
                  <a:ext uri="{FF2B5EF4-FFF2-40B4-BE49-F238E27FC236}">
                    <a16:creationId xmlns:a16="http://schemas.microsoft.com/office/drawing/2014/main" id="{01491E8D-567D-C6CA-0F61-7E68A2EE6AE0}"/>
                  </a:ext>
                </a:extLst>
              </p:cNvPr>
              <p:cNvSpPr/>
              <p:nvPr/>
            </p:nvSpPr>
            <p:spPr>
              <a:xfrm>
                <a:off x="3478435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35" y="914400"/>
                    </a:lnTo>
                    <a:lnTo>
                      <a:pt x="911347" y="906480"/>
                    </a:lnTo>
                    <a:lnTo>
                      <a:pt x="914400" y="89929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8" name="ph7579">
                <a:extLst>
                  <a:ext uri="{FF2B5EF4-FFF2-40B4-BE49-F238E27FC236}">
                    <a16:creationId xmlns:a16="http://schemas.microsoft.com/office/drawing/2014/main" id="{D3A3E0DB-FD6F-0D14-B0F7-328C801609EA}"/>
                  </a:ext>
                </a:extLst>
              </p:cNvPr>
              <p:cNvSpPr/>
              <p:nvPr/>
            </p:nvSpPr>
            <p:spPr>
              <a:xfrm>
                <a:off x="3487876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68"/>
                    </a:lnTo>
                    <a:lnTo>
                      <a:pt x="905642" y="915262"/>
                    </a:lnTo>
                    <a:lnTo>
                      <a:pt x="906050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9" name="ph7580">
                <a:extLst>
                  <a:ext uri="{FF2B5EF4-FFF2-40B4-BE49-F238E27FC236}">
                    <a16:creationId xmlns:a16="http://schemas.microsoft.com/office/drawing/2014/main" id="{6FC55804-DCBA-3CC4-846E-3BAF8A095828}"/>
                  </a:ext>
                </a:extLst>
              </p:cNvPr>
              <p:cNvSpPr/>
              <p:nvPr/>
            </p:nvSpPr>
            <p:spPr>
              <a:xfrm>
                <a:off x="348787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0" name="ph7581">
                <a:extLst>
                  <a:ext uri="{FF2B5EF4-FFF2-40B4-BE49-F238E27FC236}">
                    <a16:creationId xmlns:a16="http://schemas.microsoft.com/office/drawing/2014/main" id="{87C1CBA6-C402-8839-AA35-377D7ED3E0B6}"/>
                  </a:ext>
                </a:extLst>
              </p:cNvPr>
              <p:cNvSpPr/>
              <p:nvPr/>
            </p:nvSpPr>
            <p:spPr>
              <a:xfrm>
                <a:off x="349731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1" name="ph7582">
                <a:extLst>
                  <a:ext uri="{FF2B5EF4-FFF2-40B4-BE49-F238E27FC236}">
                    <a16:creationId xmlns:a16="http://schemas.microsoft.com/office/drawing/2014/main" id="{90A8BCF4-73DD-9D03-CD5F-2811C4622FA3}"/>
                  </a:ext>
                </a:extLst>
              </p:cNvPr>
              <p:cNvSpPr/>
              <p:nvPr/>
            </p:nvSpPr>
            <p:spPr>
              <a:xfrm>
                <a:off x="350675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2" name="ph7583">
                <a:extLst>
                  <a:ext uri="{FF2B5EF4-FFF2-40B4-BE49-F238E27FC236}">
                    <a16:creationId xmlns:a16="http://schemas.microsoft.com/office/drawing/2014/main" id="{246AEF8C-B8E5-A756-62E0-F88F472EA61B}"/>
                  </a:ext>
                </a:extLst>
              </p:cNvPr>
              <p:cNvSpPr/>
              <p:nvPr/>
            </p:nvSpPr>
            <p:spPr>
              <a:xfrm>
                <a:off x="351619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3" name="ph7584">
                <a:extLst>
                  <a:ext uri="{FF2B5EF4-FFF2-40B4-BE49-F238E27FC236}">
                    <a16:creationId xmlns:a16="http://schemas.microsoft.com/office/drawing/2014/main" id="{6405D783-2CA7-E346-8F6B-E9C02155E939}"/>
                  </a:ext>
                </a:extLst>
              </p:cNvPr>
              <p:cNvSpPr/>
              <p:nvPr/>
            </p:nvSpPr>
            <p:spPr>
              <a:xfrm>
                <a:off x="352563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4" name="ph7585">
                <a:extLst>
                  <a:ext uri="{FF2B5EF4-FFF2-40B4-BE49-F238E27FC236}">
                    <a16:creationId xmlns:a16="http://schemas.microsoft.com/office/drawing/2014/main" id="{2AB21C4F-8673-2EE6-5B45-18DADA3816D0}"/>
                  </a:ext>
                </a:extLst>
              </p:cNvPr>
              <p:cNvSpPr/>
              <p:nvPr/>
            </p:nvSpPr>
            <p:spPr>
              <a:xfrm>
                <a:off x="353507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5" name="ph7586">
                <a:extLst>
                  <a:ext uri="{FF2B5EF4-FFF2-40B4-BE49-F238E27FC236}">
                    <a16:creationId xmlns:a16="http://schemas.microsoft.com/office/drawing/2014/main" id="{0F638CE6-9688-4475-4348-D145511F4058}"/>
                  </a:ext>
                </a:extLst>
              </p:cNvPr>
              <p:cNvSpPr/>
              <p:nvPr/>
            </p:nvSpPr>
            <p:spPr>
              <a:xfrm>
                <a:off x="354451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6" name="ph7587">
                <a:extLst>
                  <a:ext uri="{FF2B5EF4-FFF2-40B4-BE49-F238E27FC236}">
                    <a16:creationId xmlns:a16="http://schemas.microsoft.com/office/drawing/2014/main" id="{4F8B865B-549B-7FB0-794D-43CA5B1781B1}"/>
                  </a:ext>
                </a:extLst>
              </p:cNvPr>
              <p:cNvSpPr/>
              <p:nvPr/>
            </p:nvSpPr>
            <p:spPr>
              <a:xfrm>
                <a:off x="355395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7" name="ph7588">
                <a:extLst>
                  <a:ext uri="{FF2B5EF4-FFF2-40B4-BE49-F238E27FC236}">
                    <a16:creationId xmlns:a16="http://schemas.microsoft.com/office/drawing/2014/main" id="{C56A1974-5930-1026-8316-5558A5DA4EB9}"/>
                  </a:ext>
                </a:extLst>
              </p:cNvPr>
              <p:cNvSpPr/>
              <p:nvPr/>
            </p:nvSpPr>
            <p:spPr>
              <a:xfrm>
                <a:off x="356339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8" name="ph7589">
                <a:extLst>
                  <a:ext uri="{FF2B5EF4-FFF2-40B4-BE49-F238E27FC236}">
                    <a16:creationId xmlns:a16="http://schemas.microsoft.com/office/drawing/2014/main" id="{7DA6DE45-F734-6915-F9EF-5C59A24181A9}"/>
                  </a:ext>
                </a:extLst>
              </p:cNvPr>
              <p:cNvSpPr/>
              <p:nvPr/>
            </p:nvSpPr>
            <p:spPr>
              <a:xfrm>
                <a:off x="357283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9" name="ph7590">
                <a:extLst>
                  <a:ext uri="{FF2B5EF4-FFF2-40B4-BE49-F238E27FC236}">
                    <a16:creationId xmlns:a16="http://schemas.microsoft.com/office/drawing/2014/main" id="{C7F85BA4-F1E3-270D-34F4-520BDFC10C8D}"/>
                  </a:ext>
                </a:extLst>
              </p:cNvPr>
              <p:cNvSpPr/>
              <p:nvPr/>
            </p:nvSpPr>
            <p:spPr>
              <a:xfrm>
                <a:off x="358227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0" name="ph7591">
                <a:extLst>
                  <a:ext uri="{FF2B5EF4-FFF2-40B4-BE49-F238E27FC236}">
                    <a16:creationId xmlns:a16="http://schemas.microsoft.com/office/drawing/2014/main" id="{68059F21-6BCF-4C70-7E85-5217DE801988}"/>
                  </a:ext>
                </a:extLst>
              </p:cNvPr>
              <p:cNvSpPr/>
              <p:nvPr/>
            </p:nvSpPr>
            <p:spPr>
              <a:xfrm>
                <a:off x="359171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1" name="ph7592">
                <a:extLst>
                  <a:ext uri="{FF2B5EF4-FFF2-40B4-BE49-F238E27FC236}">
                    <a16:creationId xmlns:a16="http://schemas.microsoft.com/office/drawing/2014/main" id="{B46C525D-A92A-9FE6-D001-71714D00D38D}"/>
                  </a:ext>
                </a:extLst>
              </p:cNvPr>
              <p:cNvSpPr/>
              <p:nvPr/>
            </p:nvSpPr>
            <p:spPr>
              <a:xfrm>
                <a:off x="360115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2" name="ph7593">
                <a:extLst>
                  <a:ext uri="{FF2B5EF4-FFF2-40B4-BE49-F238E27FC236}">
                    <a16:creationId xmlns:a16="http://schemas.microsoft.com/office/drawing/2014/main" id="{7B3DF83D-90D3-3BF8-D5D0-F0CEDC3B4714}"/>
                  </a:ext>
                </a:extLst>
              </p:cNvPr>
              <p:cNvSpPr/>
              <p:nvPr/>
            </p:nvSpPr>
            <p:spPr>
              <a:xfrm>
                <a:off x="361059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3" name="ph7594">
                <a:extLst>
                  <a:ext uri="{FF2B5EF4-FFF2-40B4-BE49-F238E27FC236}">
                    <a16:creationId xmlns:a16="http://schemas.microsoft.com/office/drawing/2014/main" id="{C94D0791-C626-F502-0551-952EFBEB9F21}"/>
                  </a:ext>
                </a:extLst>
              </p:cNvPr>
              <p:cNvSpPr/>
              <p:nvPr/>
            </p:nvSpPr>
            <p:spPr>
              <a:xfrm>
                <a:off x="362003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4" name="ph7595">
                <a:extLst>
                  <a:ext uri="{FF2B5EF4-FFF2-40B4-BE49-F238E27FC236}">
                    <a16:creationId xmlns:a16="http://schemas.microsoft.com/office/drawing/2014/main" id="{EF793964-326A-D113-1779-77B0835DA982}"/>
                  </a:ext>
                </a:extLst>
              </p:cNvPr>
              <p:cNvSpPr/>
              <p:nvPr/>
            </p:nvSpPr>
            <p:spPr>
              <a:xfrm>
                <a:off x="362947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5" name="ph7596">
                <a:extLst>
                  <a:ext uri="{FF2B5EF4-FFF2-40B4-BE49-F238E27FC236}">
                    <a16:creationId xmlns:a16="http://schemas.microsoft.com/office/drawing/2014/main" id="{1DD3B7AB-0D00-02D0-014E-CB07034CE9CD}"/>
                  </a:ext>
                </a:extLst>
              </p:cNvPr>
              <p:cNvSpPr/>
              <p:nvPr/>
            </p:nvSpPr>
            <p:spPr>
              <a:xfrm>
                <a:off x="363891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6" name="ph7597">
                <a:extLst>
                  <a:ext uri="{FF2B5EF4-FFF2-40B4-BE49-F238E27FC236}">
                    <a16:creationId xmlns:a16="http://schemas.microsoft.com/office/drawing/2014/main" id="{20F03B54-A602-B5F8-4945-ED604539B13C}"/>
                  </a:ext>
                </a:extLst>
              </p:cNvPr>
              <p:cNvSpPr/>
              <p:nvPr/>
            </p:nvSpPr>
            <p:spPr>
              <a:xfrm>
                <a:off x="364836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7" name="ph7598">
                <a:extLst>
                  <a:ext uri="{FF2B5EF4-FFF2-40B4-BE49-F238E27FC236}">
                    <a16:creationId xmlns:a16="http://schemas.microsoft.com/office/drawing/2014/main" id="{2A92AE77-DEC0-4AA0-13DA-A12E9D769DB7}"/>
                  </a:ext>
                </a:extLst>
              </p:cNvPr>
              <p:cNvSpPr/>
              <p:nvPr/>
            </p:nvSpPr>
            <p:spPr>
              <a:xfrm>
                <a:off x="365780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8" name="ph7599">
                <a:extLst>
                  <a:ext uri="{FF2B5EF4-FFF2-40B4-BE49-F238E27FC236}">
                    <a16:creationId xmlns:a16="http://schemas.microsoft.com/office/drawing/2014/main" id="{CC4C3D5E-93B9-6672-8EF5-67C9F41C713A}"/>
                  </a:ext>
                </a:extLst>
              </p:cNvPr>
              <p:cNvSpPr/>
              <p:nvPr/>
            </p:nvSpPr>
            <p:spPr>
              <a:xfrm>
                <a:off x="366724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9" name="ph7600">
                <a:extLst>
                  <a:ext uri="{FF2B5EF4-FFF2-40B4-BE49-F238E27FC236}">
                    <a16:creationId xmlns:a16="http://schemas.microsoft.com/office/drawing/2014/main" id="{FA4745D9-78BF-E8DF-AE42-1312937C5280}"/>
                  </a:ext>
                </a:extLst>
              </p:cNvPr>
              <p:cNvSpPr/>
              <p:nvPr/>
            </p:nvSpPr>
            <p:spPr>
              <a:xfrm>
                <a:off x="367668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0" name="ph7601">
                <a:extLst>
                  <a:ext uri="{FF2B5EF4-FFF2-40B4-BE49-F238E27FC236}">
                    <a16:creationId xmlns:a16="http://schemas.microsoft.com/office/drawing/2014/main" id="{E8E38ADE-8E38-4FFB-FC62-D9066CFB8DBF}"/>
                  </a:ext>
                </a:extLst>
              </p:cNvPr>
              <p:cNvSpPr/>
              <p:nvPr/>
            </p:nvSpPr>
            <p:spPr>
              <a:xfrm>
                <a:off x="368612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1" name="ph7602">
                <a:extLst>
                  <a:ext uri="{FF2B5EF4-FFF2-40B4-BE49-F238E27FC236}">
                    <a16:creationId xmlns:a16="http://schemas.microsoft.com/office/drawing/2014/main" id="{82849D6D-C720-093E-DBA9-A91E3E76711A}"/>
                  </a:ext>
                </a:extLst>
              </p:cNvPr>
              <p:cNvSpPr/>
              <p:nvPr/>
            </p:nvSpPr>
            <p:spPr>
              <a:xfrm>
                <a:off x="369556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2" name="ph7603">
                <a:extLst>
                  <a:ext uri="{FF2B5EF4-FFF2-40B4-BE49-F238E27FC236}">
                    <a16:creationId xmlns:a16="http://schemas.microsoft.com/office/drawing/2014/main" id="{E3A2A105-2954-DC7A-E405-CB02268FF4EC}"/>
                  </a:ext>
                </a:extLst>
              </p:cNvPr>
              <p:cNvSpPr/>
              <p:nvPr/>
            </p:nvSpPr>
            <p:spPr>
              <a:xfrm>
                <a:off x="370500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3" name="ph7604">
                <a:extLst>
                  <a:ext uri="{FF2B5EF4-FFF2-40B4-BE49-F238E27FC236}">
                    <a16:creationId xmlns:a16="http://schemas.microsoft.com/office/drawing/2014/main" id="{FAF8B151-81E3-4E52-927B-862760196FFD}"/>
                  </a:ext>
                </a:extLst>
              </p:cNvPr>
              <p:cNvSpPr/>
              <p:nvPr/>
            </p:nvSpPr>
            <p:spPr>
              <a:xfrm>
                <a:off x="371444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4" name="ph7605">
                <a:extLst>
                  <a:ext uri="{FF2B5EF4-FFF2-40B4-BE49-F238E27FC236}">
                    <a16:creationId xmlns:a16="http://schemas.microsoft.com/office/drawing/2014/main" id="{71EFED81-DF2F-0EC2-FFA2-CBCA93691501}"/>
                  </a:ext>
                </a:extLst>
              </p:cNvPr>
              <p:cNvSpPr/>
              <p:nvPr/>
            </p:nvSpPr>
            <p:spPr>
              <a:xfrm>
                <a:off x="372388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5" name="ph7606">
                <a:extLst>
                  <a:ext uri="{FF2B5EF4-FFF2-40B4-BE49-F238E27FC236}">
                    <a16:creationId xmlns:a16="http://schemas.microsoft.com/office/drawing/2014/main" id="{0039221E-24B9-31ED-9F7C-B228FCAA95BE}"/>
                  </a:ext>
                </a:extLst>
              </p:cNvPr>
              <p:cNvSpPr/>
              <p:nvPr/>
            </p:nvSpPr>
            <p:spPr>
              <a:xfrm>
                <a:off x="373332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6" name="ph7607">
                <a:extLst>
                  <a:ext uri="{FF2B5EF4-FFF2-40B4-BE49-F238E27FC236}">
                    <a16:creationId xmlns:a16="http://schemas.microsoft.com/office/drawing/2014/main" id="{9AD0CD7F-3424-EFE8-8E8D-EC77DEBFEC06}"/>
                  </a:ext>
                </a:extLst>
              </p:cNvPr>
              <p:cNvSpPr/>
              <p:nvPr/>
            </p:nvSpPr>
            <p:spPr>
              <a:xfrm>
                <a:off x="374276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7" name="ph7608">
                <a:extLst>
                  <a:ext uri="{FF2B5EF4-FFF2-40B4-BE49-F238E27FC236}">
                    <a16:creationId xmlns:a16="http://schemas.microsoft.com/office/drawing/2014/main" id="{39980253-A50D-B8BE-45E0-2C91E0DA5662}"/>
                  </a:ext>
                </a:extLst>
              </p:cNvPr>
              <p:cNvSpPr/>
              <p:nvPr/>
            </p:nvSpPr>
            <p:spPr>
              <a:xfrm>
                <a:off x="375220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8" name="ph7609">
                <a:extLst>
                  <a:ext uri="{FF2B5EF4-FFF2-40B4-BE49-F238E27FC236}">
                    <a16:creationId xmlns:a16="http://schemas.microsoft.com/office/drawing/2014/main" id="{732EB163-CD2D-20E2-25EB-CB319C4997AD}"/>
                  </a:ext>
                </a:extLst>
              </p:cNvPr>
              <p:cNvSpPr/>
              <p:nvPr/>
            </p:nvSpPr>
            <p:spPr>
              <a:xfrm>
                <a:off x="376164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9" name="ph7610">
                <a:extLst>
                  <a:ext uri="{FF2B5EF4-FFF2-40B4-BE49-F238E27FC236}">
                    <a16:creationId xmlns:a16="http://schemas.microsoft.com/office/drawing/2014/main" id="{F390FDD8-A491-849F-42D7-8A8A2A12F2CB}"/>
                  </a:ext>
                </a:extLst>
              </p:cNvPr>
              <p:cNvSpPr/>
              <p:nvPr/>
            </p:nvSpPr>
            <p:spPr>
              <a:xfrm>
                <a:off x="377108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0" name="ph7611">
                <a:extLst>
                  <a:ext uri="{FF2B5EF4-FFF2-40B4-BE49-F238E27FC236}">
                    <a16:creationId xmlns:a16="http://schemas.microsoft.com/office/drawing/2014/main" id="{BBEF4E8C-7C0C-6D34-E45B-EFECA4B0ACFE}"/>
                  </a:ext>
                </a:extLst>
              </p:cNvPr>
              <p:cNvSpPr/>
              <p:nvPr/>
            </p:nvSpPr>
            <p:spPr>
              <a:xfrm>
                <a:off x="378052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1" name="ph7612">
                <a:extLst>
                  <a:ext uri="{FF2B5EF4-FFF2-40B4-BE49-F238E27FC236}">
                    <a16:creationId xmlns:a16="http://schemas.microsoft.com/office/drawing/2014/main" id="{C5EEF823-C2CF-B598-40B3-B2D6E1BE76F9}"/>
                  </a:ext>
                </a:extLst>
              </p:cNvPr>
              <p:cNvSpPr/>
              <p:nvPr/>
            </p:nvSpPr>
            <p:spPr>
              <a:xfrm>
                <a:off x="378996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2" name="ph7613">
                <a:extLst>
                  <a:ext uri="{FF2B5EF4-FFF2-40B4-BE49-F238E27FC236}">
                    <a16:creationId xmlns:a16="http://schemas.microsoft.com/office/drawing/2014/main" id="{AD3EDFA8-7E02-1A3C-FEE1-2E979CF99053}"/>
                  </a:ext>
                </a:extLst>
              </p:cNvPr>
              <p:cNvSpPr/>
              <p:nvPr/>
            </p:nvSpPr>
            <p:spPr>
              <a:xfrm>
                <a:off x="379940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3" name="ph7614">
                <a:extLst>
                  <a:ext uri="{FF2B5EF4-FFF2-40B4-BE49-F238E27FC236}">
                    <a16:creationId xmlns:a16="http://schemas.microsoft.com/office/drawing/2014/main" id="{473ACC2E-3FB1-3AEB-2E20-3E1BBFF55139}"/>
                  </a:ext>
                </a:extLst>
              </p:cNvPr>
              <p:cNvSpPr/>
              <p:nvPr/>
            </p:nvSpPr>
            <p:spPr>
              <a:xfrm>
                <a:off x="380884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4" name="ph7615">
                <a:extLst>
                  <a:ext uri="{FF2B5EF4-FFF2-40B4-BE49-F238E27FC236}">
                    <a16:creationId xmlns:a16="http://schemas.microsoft.com/office/drawing/2014/main" id="{737D2946-E4F0-AE9A-B9DA-EAB44E1233E6}"/>
                  </a:ext>
                </a:extLst>
              </p:cNvPr>
              <p:cNvSpPr/>
              <p:nvPr/>
            </p:nvSpPr>
            <p:spPr>
              <a:xfrm>
                <a:off x="381828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5" name="ph7616">
                <a:extLst>
                  <a:ext uri="{FF2B5EF4-FFF2-40B4-BE49-F238E27FC236}">
                    <a16:creationId xmlns:a16="http://schemas.microsoft.com/office/drawing/2014/main" id="{A4F650B1-809D-4D42-535C-F3495C59C09B}"/>
                  </a:ext>
                </a:extLst>
              </p:cNvPr>
              <p:cNvSpPr/>
              <p:nvPr/>
            </p:nvSpPr>
            <p:spPr>
              <a:xfrm>
                <a:off x="382772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6" name="ph7617">
                <a:extLst>
                  <a:ext uri="{FF2B5EF4-FFF2-40B4-BE49-F238E27FC236}">
                    <a16:creationId xmlns:a16="http://schemas.microsoft.com/office/drawing/2014/main" id="{923BB329-AE1B-D881-2790-119183D2CB96}"/>
                  </a:ext>
                </a:extLst>
              </p:cNvPr>
              <p:cNvSpPr/>
              <p:nvPr/>
            </p:nvSpPr>
            <p:spPr>
              <a:xfrm>
                <a:off x="383716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7" name="ph7618">
                <a:extLst>
                  <a:ext uri="{FF2B5EF4-FFF2-40B4-BE49-F238E27FC236}">
                    <a16:creationId xmlns:a16="http://schemas.microsoft.com/office/drawing/2014/main" id="{79B27BCD-BB75-4DFF-22B0-2D2D6FB92210}"/>
                  </a:ext>
                </a:extLst>
              </p:cNvPr>
              <p:cNvSpPr/>
              <p:nvPr/>
            </p:nvSpPr>
            <p:spPr>
              <a:xfrm>
                <a:off x="384660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8" name="ph7619">
                <a:extLst>
                  <a:ext uri="{FF2B5EF4-FFF2-40B4-BE49-F238E27FC236}">
                    <a16:creationId xmlns:a16="http://schemas.microsoft.com/office/drawing/2014/main" id="{ADE2BDEA-6936-54A3-F546-4C0655A087DA}"/>
                  </a:ext>
                </a:extLst>
              </p:cNvPr>
              <p:cNvSpPr/>
              <p:nvPr/>
            </p:nvSpPr>
            <p:spPr>
              <a:xfrm>
                <a:off x="385604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9" name="ph7620">
                <a:extLst>
                  <a:ext uri="{FF2B5EF4-FFF2-40B4-BE49-F238E27FC236}">
                    <a16:creationId xmlns:a16="http://schemas.microsoft.com/office/drawing/2014/main" id="{440B141B-8AEA-8E89-5F7A-6C8904CE4540}"/>
                  </a:ext>
                </a:extLst>
              </p:cNvPr>
              <p:cNvSpPr/>
              <p:nvPr/>
            </p:nvSpPr>
            <p:spPr>
              <a:xfrm>
                <a:off x="3865485" y="1131174"/>
                <a:ext cx="9209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30" y="896830"/>
                    </a:lnTo>
                    <a:lnTo>
                      <a:pt x="920374" y="903967"/>
                    </a:lnTo>
                    <a:lnTo>
                      <a:pt x="919258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0" name="ph7621">
                <a:extLst>
                  <a:ext uri="{FF2B5EF4-FFF2-40B4-BE49-F238E27FC236}">
                    <a16:creationId xmlns:a16="http://schemas.microsoft.com/office/drawing/2014/main" id="{CF9AD475-CF55-CF73-4C45-213B628871A7}"/>
                  </a:ext>
                </a:extLst>
              </p:cNvPr>
              <p:cNvSpPr/>
              <p:nvPr/>
            </p:nvSpPr>
            <p:spPr>
              <a:xfrm>
                <a:off x="2052959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1511" y="931969"/>
                    </a:lnTo>
                    <a:lnTo>
                      <a:pt x="911716" y="930823"/>
                    </a:lnTo>
                    <a:lnTo>
                      <a:pt x="911844" y="930215"/>
                    </a:lnTo>
                    <a:lnTo>
                      <a:pt x="911909" y="928593"/>
                    </a:lnTo>
                    <a:lnTo>
                      <a:pt x="912658" y="917657"/>
                    </a:lnTo>
                    <a:lnTo>
                      <a:pt x="912974" y="91439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1" name="ph7622">
                <a:extLst>
                  <a:ext uri="{FF2B5EF4-FFF2-40B4-BE49-F238E27FC236}">
                    <a16:creationId xmlns:a16="http://schemas.microsoft.com/office/drawing/2014/main" id="{4D4FEDF0-DFEB-238D-9536-7EAFE025E4DF}"/>
                  </a:ext>
                </a:extLst>
              </p:cNvPr>
              <p:cNvSpPr/>
              <p:nvPr/>
            </p:nvSpPr>
            <p:spPr>
              <a:xfrm>
                <a:off x="205295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2" name="ph7623">
                <a:extLst>
                  <a:ext uri="{FF2B5EF4-FFF2-40B4-BE49-F238E27FC236}">
                    <a16:creationId xmlns:a16="http://schemas.microsoft.com/office/drawing/2014/main" id="{60FB0188-D05E-CA81-F4D9-5B88BCAE7354}"/>
                  </a:ext>
                </a:extLst>
              </p:cNvPr>
              <p:cNvSpPr/>
              <p:nvPr/>
            </p:nvSpPr>
            <p:spPr>
              <a:xfrm>
                <a:off x="206239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3" name="ph7624">
                <a:extLst>
                  <a:ext uri="{FF2B5EF4-FFF2-40B4-BE49-F238E27FC236}">
                    <a16:creationId xmlns:a16="http://schemas.microsoft.com/office/drawing/2014/main" id="{1FD1C9FE-44CB-F448-0E0D-5E57149C7648}"/>
                  </a:ext>
                </a:extLst>
              </p:cNvPr>
              <p:cNvSpPr/>
              <p:nvPr/>
            </p:nvSpPr>
            <p:spPr>
              <a:xfrm>
                <a:off x="207184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2">
                  <a:alpha val="100000"/>
                </a:srgbClr>
              </a:solidFill>
              <a:ln w="5420" cap="flat">
                <a:solidFill>
                  <a:srgbClr val="FFF8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4" name="ph7625">
                <a:extLst>
                  <a:ext uri="{FF2B5EF4-FFF2-40B4-BE49-F238E27FC236}">
                    <a16:creationId xmlns:a16="http://schemas.microsoft.com/office/drawing/2014/main" id="{B9FBC2F1-81B3-DF49-3836-401CA168FE2F}"/>
                  </a:ext>
                </a:extLst>
              </p:cNvPr>
              <p:cNvSpPr/>
              <p:nvPr/>
            </p:nvSpPr>
            <p:spPr>
              <a:xfrm>
                <a:off x="208128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5" name="ph7626">
                <a:extLst>
                  <a:ext uri="{FF2B5EF4-FFF2-40B4-BE49-F238E27FC236}">
                    <a16:creationId xmlns:a16="http://schemas.microsoft.com/office/drawing/2014/main" id="{F484AD0B-BD70-5459-D2F5-8DB90DBF2912}"/>
                  </a:ext>
                </a:extLst>
              </p:cNvPr>
              <p:cNvSpPr/>
              <p:nvPr/>
            </p:nvSpPr>
            <p:spPr>
              <a:xfrm>
                <a:off x="209072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6" name="ph7627">
                <a:extLst>
                  <a:ext uri="{FF2B5EF4-FFF2-40B4-BE49-F238E27FC236}">
                    <a16:creationId xmlns:a16="http://schemas.microsoft.com/office/drawing/2014/main" id="{C5A00781-D987-D1D2-8AB8-6A5079D42FC3}"/>
                  </a:ext>
                </a:extLst>
              </p:cNvPr>
              <p:cNvSpPr/>
              <p:nvPr/>
            </p:nvSpPr>
            <p:spPr>
              <a:xfrm>
                <a:off x="210016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7" name="ph7628">
                <a:extLst>
                  <a:ext uri="{FF2B5EF4-FFF2-40B4-BE49-F238E27FC236}">
                    <a16:creationId xmlns:a16="http://schemas.microsoft.com/office/drawing/2014/main" id="{0F4C2068-2C56-E511-D3F4-9608F7194A52}"/>
                  </a:ext>
                </a:extLst>
              </p:cNvPr>
              <p:cNvSpPr/>
              <p:nvPr/>
            </p:nvSpPr>
            <p:spPr>
              <a:xfrm>
                <a:off x="210960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8" name="ph7629">
                <a:extLst>
                  <a:ext uri="{FF2B5EF4-FFF2-40B4-BE49-F238E27FC236}">
                    <a16:creationId xmlns:a16="http://schemas.microsoft.com/office/drawing/2014/main" id="{3D239A75-2DA3-0BC2-48B5-75BFB875FF9E}"/>
                  </a:ext>
                </a:extLst>
              </p:cNvPr>
              <p:cNvSpPr/>
              <p:nvPr/>
            </p:nvSpPr>
            <p:spPr>
              <a:xfrm>
                <a:off x="211904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9" name="ph7630">
                <a:extLst>
                  <a:ext uri="{FF2B5EF4-FFF2-40B4-BE49-F238E27FC236}">
                    <a16:creationId xmlns:a16="http://schemas.microsoft.com/office/drawing/2014/main" id="{02AFD348-A297-1790-1088-76D92F1A18FB}"/>
                  </a:ext>
                </a:extLst>
              </p:cNvPr>
              <p:cNvSpPr/>
              <p:nvPr/>
            </p:nvSpPr>
            <p:spPr>
              <a:xfrm>
                <a:off x="212848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0" name="ph7631">
                <a:extLst>
                  <a:ext uri="{FF2B5EF4-FFF2-40B4-BE49-F238E27FC236}">
                    <a16:creationId xmlns:a16="http://schemas.microsoft.com/office/drawing/2014/main" id="{DBF9A6A0-DE39-3012-0EEF-1B6D813460CB}"/>
                  </a:ext>
                </a:extLst>
              </p:cNvPr>
              <p:cNvSpPr/>
              <p:nvPr/>
            </p:nvSpPr>
            <p:spPr>
              <a:xfrm>
                <a:off x="213792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1" name="ph7632">
                <a:extLst>
                  <a:ext uri="{FF2B5EF4-FFF2-40B4-BE49-F238E27FC236}">
                    <a16:creationId xmlns:a16="http://schemas.microsoft.com/office/drawing/2014/main" id="{341A5AB9-04D9-9FFA-5C1A-F8D06CFB3073}"/>
                  </a:ext>
                </a:extLst>
              </p:cNvPr>
              <p:cNvSpPr/>
              <p:nvPr/>
            </p:nvSpPr>
            <p:spPr>
              <a:xfrm>
                <a:off x="214736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2" name="ph7633">
                <a:extLst>
                  <a:ext uri="{FF2B5EF4-FFF2-40B4-BE49-F238E27FC236}">
                    <a16:creationId xmlns:a16="http://schemas.microsoft.com/office/drawing/2014/main" id="{523F9DD1-4571-08F8-C541-F21C438A3A9D}"/>
                  </a:ext>
                </a:extLst>
              </p:cNvPr>
              <p:cNvSpPr/>
              <p:nvPr/>
            </p:nvSpPr>
            <p:spPr>
              <a:xfrm>
                <a:off x="215680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3" name="ph7634">
                <a:extLst>
                  <a:ext uri="{FF2B5EF4-FFF2-40B4-BE49-F238E27FC236}">
                    <a16:creationId xmlns:a16="http://schemas.microsoft.com/office/drawing/2014/main" id="{57AF7A54-8B2D-7596-CEBD-0F72088B6ACA}"/>
                  </a:ext>
                </a:extLst>
              </p:cNvPr>
              <p:cNvSpPr/>
              <p:nvPr/>
            </p:nvSpPr>
            <p:spPr>
              <a:xfrm>
                <a:off x="216624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4" name="ph7635">
                <a:extLst>
                  <a:ext uri="{FF2B5EF4-FFF2-40B4-BE49-F238E27FC236}">
                    <a16:creationId xmlns:a16="http://schemas.microsoft.com/office/drawing/2014/main" id="{6CBE49F9-8687-8CDD-A9AE-5E1AED582B15}"/>
                  </a:ext>
                </a:extLst>
              </p:cNvPr>
              <p:cNvSpPr/>
              <p:nvPr/>
            </p:nvSpPr>
            <p:spPr>
              <a:xfrm>
                <a:off x="217568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5" name="ph7636">
                <a:extLst>
                  <a:ext uri="{FF2B5EF4-FFF2-40B4-BE49-F238E27FC236}">
                    <a16:creationId xmlns:a16="http://schemas.microsoft.com/office/drawing/2014/main" id="{81E88A8E-686C-4BDA-CB94-D02B2BF0B37B}"/>
                  </a:ext>
                </a:extLst>
              </p:cNvPr>
              <p:cNvSpPr/>
              <p:nvPr/>
            </p:nvSpPr>
            <p:spPr>
              <a:xfrm>
                <a:off x="218512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6" name="ph7637">
                <a:extLst>
                  <a:ext uri="{FF2B5EF4-FFF2-40B4-BE49-F238E27FC236}">
                    <a16:creationId xmlns:a16="http://schemas.microsoft.com/office/drawing/2014/main" id="{F471530B-8753-F435-A493-A170686F36DF}"/>
                  </a:ext>
                </a:extLst>
              </p:cNvPr>
              <p:cNvSpPr/>
              <p:nvPr/>
            </p:nvSpPr>
            <p:spPr>
              <a:xfrm>
                <a:off x="219456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7" name="ph7638">
                <a:extLst>
                  <a:ext uri="{FF2B5EF4-FFF2-40B4-BE49-F238E27FC236}">
                    <a16:creationId xmlns:a16="http://schemas.microsoft.com/office/drawing/2014/main" id="{09494430-6151-F219-90DE-EED9B334BC91}"/>
                  </a:ext>
                </a:extLst>
              </p:cNvPr>
              <p:cNvSpPr/>
              <p:nvPr/>
            </p:nvSpPr>
            <p:spPr>
              <a:xfrm>
                <a:off x="220400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8" name="ph7639">
                <a:extLst>
                  <a:ext uri="{FF2B5EF4-FFF2-40B4-BE49-F238E27FC236}">
                    <a16:creationId xmlns:a16="http://schemas.microsoft.com/office/drawing/2014/main" id="{F0858E3A-59A7-D9DB-0B61-FA09B8904496}"/>
                  </a:ext>
                </a:extLst>
              </p:cNvPr>
              <p:cNvSpPr/>
              <p:nvPr/>
            </p:nvSpPr>
            <p:spPr>
              <a:xfrm>
                <a:off x="221344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9" name="ph7640">
                <a:extLst>
                  <a:ext uri="{FF2B5EF4-FFF2-40B4-BE49-F238E27FC236}">
                    <a16:creationId xmlns:a16="http://schemas.microsoft.com/office/drawing/2014/main" id="{A349A5E3-4964-66B3-9A9A-9F5C6435BEFF}"/>
                  </a:ext>
                </a:extLst>
              </p:cNvPr>
              <p:cNvSpPr/>
              <p:nvPr/>
            </p:nvSpPr>
            <p:spPr>
              <a:xfrm>
                <a:off x="222288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0" name="ph7641">
                <a:extLst>
                  <a:ext uri="{FF2B5EF4-FFF2-40B4-BE49-F238E27FC236}">
                    <a16:creationId xmlns:a16="http://schemas.microsoft.com/office/drawing/2014/main" id="{849AAC86-F127-3809-A7C0-518E954BA5BB}"/>
                  </a:ext>
                </a:extLst>
              </p:cNvPr>
              <p:cNvSpPr/>
              <p:nvPr/>
            </p:nvSpPr>
            <p:spPr>
              <a:xfrm>
                <a:off x="223232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1" name="ph7642">
                <a:extLst>
                  <a:ext uri="{FF2B5EF4-FFF2-40B4-BE49-F238E27FC236}">
                    <a16:creationId xmlns:a16="http://schemas.microsoft.com/office/drawing/2014/main" id="{710DAFEB-C72A-D428-5A5D-D467250425B5}"/>
                  </a:ext>
                </a:extLst>
              </p:cNvPr>
              <p:cNvSpPr/>
              <p:nvPr/>
            </p:nvSpPr>
            <p:spPr>
              <a:xfrm>
                <a:off x="224176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2" name="ph7643">
                <a:extLst>
                  <a:ext uri="{FF2B5EF4-FFF2-40B4-BE49-F238E27FC236}">
                    <a16:creationId xmlns:a16="http://schemas.microsoft.com/office/drawing/2014/main" id="{69850702-C42C-BC0F-72D2-B39CF2F38A2E}"/>
                  </a:ext>
                </a:extLst>
              </p:cNvPr>
              <p:cNvSpPr/>
              <p:nvPr/>
            </p:nvSpPr>
            <p:spPr>
              <a:xfrm>
                <a:off x="225120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3" name="ph7644">
                <a:extLst>
                  <a:ext uri="{FF2B5EF4-FFF2-40B4-BE49-F238E27FC236}">
                    <a16:creationId xmlns:a16="http://schemas.microsoft.com/office/drawing/2014/main" id="{C7407645-537C-AE47-6D08-0B9318070E5E}"/>
                  </a:ext>
                </a:extLst>
              </p:cNvPr>
              <p:cNvSpPr/>
              <p:nvPr/>
            </p:nvSpPr>
            <p:spPr>
              <a:xfrm>
                <a:off x="226064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4" name="ph7645">
                <a:extLst>
                  <a:ext uri="{FF2B5EF4-FFF2-40B4-BE49-F238E27FC236}">
                    <a16:creationId xmlns:a16="http://schemas.microsoft.com/office/drawing/2014/main" id="{76CA804F-3CF4-E46E-4F8F-E404A792E1D2}"/>
                  </a:ext>
                </a:extLst>
              </p:cNvPr>
              <p:cNvSpPr/>
              <p:nvPr/>
            </p:nvSpPr>
            <p:spPr>
              <a:xfrm>
                <a:off x="227008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5" name="ph7646">
                <a:extLst>
                  <a:ext uri="{FF2B5EF4-FFF2-40B4-BE49-F238E27FC236}">
                    <a16:creationId xmlns:a16="http://schemas.microsoft.com/office/drawing/2014/main" id="{62276A5B-8E76-90D8-EE8B-B84D735817D3}"/>
                  </a:ext>
                </a:extLst>
              </p:cNvPr>
              <p:cNvSpPr/>
              <p:nvPr/>
            </p:nvSpPr>
            <p:spPr>
              <a:xfrm>
                <a:off x="227952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6" name="ph7647">
                <a:extLst>
                  <a:ext uri="{FF2B5EF4-FFF2-40B4-BE49-F238E27FC236}">
                    <a16:creationId xmlns:a16="http://schemas.microsoft.com/office/drawing/2014/main" id="{71A07AC5-E35C-F29C-D253-38EAFAE163DD}"/>
                  </a:ext>
                </a:extLst>
              </p:cNvPr>
              <p:cNvSpPr/>
              <p:nvPr/>
            </p:nvSpPr>
            <p:spPr>
              <a:xfrm>
                <a:off x="2288965" y="1113604"/>
                <a:ext cx="9175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4750" y="896830"/>
                    </a:lnTo>
                    <a:lnTo>
                      <a:pt x="915404" y="900276"/>
                    </a:lnTo>
                    <a:lnTo>
                      <a:pt x="917157" y="911440"/>
                    </a:lnTo>
                    <a:lnTo>
                      <a:pt x="917528" y="91439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7" name="ph7648">
                <a:extLst>
                  <a:ext uri="{FF2B5EF4-FFF2-40B4-BE49-F238E27FC236}">
                    <a16:creationId xmlns:a16="http://schemas.microsoft.com/office/drawing/2014/main" id="{2846AAAE-B303-DA17-F17A-435BDCA5FA70}"/>
                  </a:ext>
                </a:extLst>
              </p:cNvPr>
              <p:cNvSpPr/>
              <p:nvPr/>
            </p:nvSpPr>
            <p:spPr>
              <a:xfrm>
                <a:off x="3487876" y="111360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050" y="914399"/>
                    </a:lnTo>
                    <a:lnTo>
                      <a:pt x="909622" y="906855"/>
                    </a:lnTo>
                    <a:lnTo>
                      <a:pt x="913837" y="898854"/>
                    </a:lnTo>
                    <a:lnTo>
                      <a:pt x="914400" y="897894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8" name="ph7649">
                <a:extLst>
                  <a:ext uri="{FF2B5EF4-FFF2-40B4-BE49-F238E27FC236}">
                    <a16:creationId xmlns:a16="http://schemas.microsoft.com/office/drawing/2014/main" id="{4533B3B6-8EDF-0030-CDAB-D0142D12CBF9}"/>
                  </a:ext>
                </a:extLst>
              </p:cNvPr>
              <p:cNvSpPr/>
              <p:nvPr/>
            </p:nvSpPr>
            <p:spPr>
              <a:xfrm>
                <a:off x="3497316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464"/>
                    </a:lnTo>
                    <a:lnTo>
                      <a:pt x="905583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9" name="ph7650">
                <a:extLst>
                  <a:ext uri="{FF2B5EF4-FFF2-40B4-BE49-F238E27FC236}">
                    <a16:creationId xmlns:a16="http://schemas.microsoft.com/office/drawing/2014/main" id="{DA406D7C-5D91-AA0A-EB10-CFC29D3CE0E5}"/>
                  </a:ext>
                </a:extLst>
              </p:cNvPr>
              <p:cNvSpPr/>
              <p:nvPr/>
            </p:nvSpPr>
            <p:spPr>
              <a:xfrm>
                <a:off x="349731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0" name="ph7651">
                <a:extLst>
                  <a:ext uri="{FF2B5EF4-FFF2-40B4-BE49-F238E27FC236}">
                    <a16:creationId xmlns:a16="http://schemas.microsoft.com/office/drawing/2014/main" id="{961D4C19-A0A2-E80E-F213-61A59F713781}"/>
                  </a:ext>
                </a:extLst>
              </p:cNvPr>
              <p:cNvSpPr/>
              <p:nvPr/>
            </p:nvSpPr>
            <p:spPr>
              <a:xfrm>
                <a:off x="350675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1" name="ph7652">
                <a:extLst>
                  <a:ext uri="{FF2B5EF4-FFF2-40B4-BE49-F238E27FC236}">
                    <a16:creationId xmlns:a16="http://schemas.microsoft.com/office/drawing/2014/main" id="{57E7B0CC-76BF-880E-96A9-82CCE85300CE}"/>
                  </a:ext>
                </a:extLst>
              </p:cNvPr>
              <p:cNvSpPr/>
              <p:nvPr/>
            </p:nvSpPr>
            <p:spPr>
              <a:xfrm>
                <a:off x="351619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2" name="ph7653">
                <a:extLst>
                  <a:ext uri="{FF2B5EF4-FFF2-40B4-BE49-F238E27FC236}">
                    <a16:creationId xmlns:a16="http://schemas.microsoft.com/office/drawing/2014/main" id="{5D13E117-4D57-380D-E816-D20FAE2E3C3B}"/>
                  </a:ext>
                </a:extLst>
              </p:cNvPr>
              <p:cNvSpPr/>
              <p:nvPr/>
            </p:nvSpPr>
            <p:spPr>
              <a:xfrm>
                <a:off x="352563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3" name="ph7654">
                <a:extLst>
                  <a:ext uri="{FF2B5EF4-FFF2-40B4-BE49-F238E27FC236}">
                    <a16:creationId xmlns:a16="http://schemas.microsoft.com/office/drawing/2014/main" id="{1843F167-6916-648B-F67C-73196F2900D4}"/>
                  </a:ext>
                </a:extLst>
              </p:cNvPr>
              <p:cNvSpPr/>
              <p:nvPr/>
            </p:nvSpPr>
            <p:spPr>
              <a:xfrm>
                <a:off x="353507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4" name="ph7655">
                <a:extLst>
                  <a:ext uri="{FF2B5EF4-FFF2-40B4-BE49-F238E27FC236}">
                    <a16:creationId xmlns:a16="http://schemas.microsoft.com/office/drawing/2014/main" id="{570DD95A-A2FE-97BF-EA96-6B9380B0CD86}"/>
                  </a:ext>
                </a:extLst>
              </p:cNvPr>
              <p:cNvSpPr/>
              <p:nvPr/>
            </p:nvSpPr>
            <p:spPr>
              <a:xfrm>
                <a:off x="354451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5" name="ph7656">
                <a:extLst>
                  <a:ext uri="{FF2B5EF4-FFF2-40B4-BE49-F238E27FC236}">
                    <a16:creationId xmlns:a16="http://schemas.microsoft.com/office/drawing/2014/main" id="{6E6E85C3-AA4C-22FC-114D-080A22A218F7}"/>
                  </a:ext>
                </a:extLst>
              </p:cNvPr>
              <p:cNvSpPr/>
              <p:nvPr/>
            </p:nvSpPr>
            <p:spPr>
              <a:xfrm>
                <a:off x="355395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6" name="ph7657">
                <a:extLst>
                  <a:ext uri="{FF2B5EF4-FFF2-40B4-BE49-F238E27FC236}">
                    <a16:creationId xmlns:a16="http://schemas.microsoft.com/office/drawing/2014/main" id="{B92951ED-6CFC-A8E9-BBA1-2F5AC82F1400}"/>
                  </a:ext>
                </a:extLst>
              </p:cNvPr>
              <p:cNvSpPr/>
              <p:nvPr/>
            </p:nvSpPr>
            <p:spPr>
              <a:xfrm>
                <a:off x="356339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7" name="ph7658">
                <a:extLst>
                  <a:ext uri="{FF2B5EF4-FFF2-40B4-BE49-F238E27FC236}">
                    <a16:creationId xmlns:a16="http://schemas.microsoft.com/office/drawing/2014/main" id="{B60FB4B3-E12F-1E0F-175B-FB41D4A6261D}"/>
                  </a:ext>
                </a:extLst>
              </p:cNvPr>
              <p:cNvSpPr/>
              <p:nvPr/>
            </p:nvSpPr>
            <p:spPr>
              <a:xfrm>
                <a:off x="357283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8" name="ph7659">
                <a:extLst>
                  <a:ext uri="{FF2B5EF4-FFF2-40B4-BE49-F238E27FC236}">
                    <a16:creationId xmlns:a16="http://schemas.microsoft.com/office/drawing/2014/main" id="{47AF811C-8C2E-70FF-D175-68372D9A1B86}"/>
                  </a:ext>
                </a:extLst>
              </p:cNvPr>
              <p:cNvSpPr/>
              <p:nvPr/>
            </p:nvSpPr>
            <p:spPr>
              <a:xfrm>
                <a:off x="358227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9" name="ph7660">
                <a:extLst>
                  <a:ext uri="{FF2B5EF4-FFF2-40B4-BE49-F238E27FC236}">
                    <a16:creationId xmlns:a16="http://schemas.microsoft.com/office/drawing/2014/main" id="{B3CF7E4A-0031-73F0-470D-2E17BA12A292}"/>
                  </a:ext>
                </a:extLst>
              </p:cNvPr>
              <p:cNvSpPr/>
              <p:nvPr/>
            </p:nvSpPr>
            <p:spPr>
              <a:xfrm>
                <a:off x="359171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0" name="ph7661">
                <a:extLst>
                  <a:ext uri="{FF2B5EF4-FFF2-40B4-BE49-F238E27FC236}">
                    <a16:creationId xmlns:a16="http://schemas.microsoft.com/office/drawing/2014/main" id="{EA1CCD95-DA4B-42FA-E66E-1D9CE97E5A90}"/>
                  </a:ext>
                </a:extLst>
              </p:cNvPr>
              <p:cNvSpPr/>
              <p:nvPr/>
            </p:nvSpPr>
            <p:spPr>
              <a:xfrm>
                <a:off x="360115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1" name="ph7662">
                <a:extLst>
                  <a:ext uri="{FF2B5EF4-FFF2-40B4-BE49-F238E27FC236}">
                    <a16:creationId xmlns:a16="http://schemas.microsoft.com/office/drawing/2014/main" id="{C2D22359-25A6-5314-AD75-A39DF48BC2F7}"/>
                  </a:ext>
                </a:extLst>
              </p:cNvPr>
              <p:cNvSpPr/>
              <p:nvPr/>
            </p:nvSpPr>
            <p:spPr>
              <a:xfrm>
                <a:off x="361059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2" name="ph7663">
                <a:extLst>
                  <a:ext uri="{FF2B5EF4-FFF2-40B4-BE49-F238E27FC236}">
                    <a16:creationId xmlns:a16="http://schemas.microsoft.com/office/drawing/2014/main" id="{FCE639CF-6778-4B21-70C9-829D63D9C712}"/>
                  </a:ext>
                </a:extLst>
              </p:cNvPr>
              <p:cNvSpPr/>
              <p:nvPr/>
            </p:nvSpPr>
            <p:spPr>
              <a:xfrm>
                <a:off x="362003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3" name="ph7664">
                <a:extLst>
                  <a:ext uri="{FF2B5EF4-FFF2-40B4-BE49-F238E27FC236}">
                    <a16:creationId xmlns:a16="http://schemas.microsoft.com/office/drawing/2014/main" id="{EE17FF61-81D2-30F1-314F-819C76C0CE05}"/>
                  </a:ext>
                </a:extLst>
              </p:cNvPr>
              <p:cNvSpPr/>
              <p:nvPr/>
            </p:nvSpPr>
            <p:spPr>
              <a:xfrm>
                <a:off x="362947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4" name="ph7665">
                <a:extLst>
                  <a:ext uri="{FF2B5EF4-FFF2-40B4-BE49-F238E27FC236}">
                    <a16:creationId xmlns:a16="http://schemas.microsoft.com/office/drawing/2014/main" id="{39913954-FB72-0A79-3C20-628EDF23D3F0}"/>
                  </a:ext>
                </a:extLst>
              </p:cNvPr>
              <p:cNvSpPr/>
              <p:nvPr/>
            </p:nvSpPr>
            <p:spPr>
              <a:xfrm>
                <a:off x="363891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5" name="ph7666">
                <a:extLst>
                  <a:ext uri="{FF2B5EF4-FFF2-40B4-BE49-F238E27FC236}">
                    <a16:creationId xmlns:a16="http://schemas.microsoft.com/office/drawing/2014/main" id="{77A8F573-B9B5-A11E-D530-AA08BAECA424}"/>
                  </a:ext>
                </a:extLst>
              </p:cNvPr>
              <p:cNvSpPr/>
              <p:nvPr/>
            </p:nvSpPr>
            <p:spPr>
              <a:xfrm>
                <a:off x="364836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6" name="ph7667">
                <a:extLst>
                  <a:ext uri="{FF2B5EF4-FFF2-40B4-BE49-F238E27FC236}">
                    <a16:creationId xmlns:a16="http://schemas.microsoft.com/office/drawing/2014/main" id="{07FB312E-DBE2-1D4B-A323-440A0CC1B476}"/>
                  </a:ext>
                </a:extLst>
              </p:cNvPr>
              <p:cNvSpPr/>
              <p:nvPr/>
            </p:nvSpPr>
            <p:spPr>
              <a:xfrm>
                <a:off x="365780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7" name="ph7668">
                <a:extLst>
                  <a:ext uri="{FF2B5EF4-FFF2-40B4-BE49-F238E27FC236}">
                    <a16:creationId xmlns:a16="http://schemas.microsoft.com/office/drawing/2014/main" id="{78BD7A4C-5DB2-9267-0623-18A096DF9950}"/>
                  </a:ext>
                </a:extLst>
              </p:cNvPr>
              <p:cNvSpPr/>
              <p:nvPr/>
            </p:nvSpPr>
            <p:spPr>
              <a:xfrm>
                <a:off x="366724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8" name="ph7669">
                <a:extLst>
                  <a:ext uri="{FF2B5EF4-FFF2-40B4-BE49-F238E27FC236}">
                    <a16:creationId xmlns:a16="http://schemas.microsoft.com/office/drawing/2014/main" id="{4A4DEE82-8115-57FE-7A35-B58667D91A84}"/>
                  </a:ext>
                </a:extLst>
              </p:cNvPr>
              <p:cNvSpPr/>
              <p:nvPr/>
            </p:nvSpPr>
            <p:spPr>
              <a:xfrm>
                <a:off x="367668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9" name="ph7670">
                <a:extLst>
                  <a:ext uri="{FF2B5EF4-FFF2-40B4-BE49-F238E27FC236}">
                    <a16:creationId xmlns:a16="http://schemas.microsoft.com/office/drawing/2014/main" id="{4ACA110B-4E78-B27B-A3FA-73AC096FBE5D}"/>
                  </a:ext>
                </a:extLst>
              </p:cNvPr>
              <p:cNvSpPr/>
              <p:nvPr/>
            </p:nvSpPr>
            <p:spPr>
              <a:xfrm>
                <a:off x="368612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0" name="ph7671">
                <a:extLst>
                  <a:ext uri="{FF2B5EF4-FFF2-40B4-BE49-F238E27FC236}">
                    <a16:creationId xmlns:a16="http://schemas.microsoft.com/office/drawing/2014/main" id="{2EB90A37-1647-AE2D-A0C0-CFAB6D388DEC}"/>
                  </a:ext>
                </a:extLst>
              </p:cNvPr>
              <p:cNvSpPr/>
              <p:nvPr/>
            </p:nvSpPr>
            <p:spPr>
              <a:xfrm>
                <a:off x="369556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1" name="ph7672">
                <a:extLst>
                  <a:ext uri="{FF2B5EF4-FFF2-40B4-BE49-F238E27FC236}">
                    <a16:creationId xmlns:a16="http://schemas.microsoft.com/office/drawing/2014/main" id="{9732B613-43DA-DCCB-D068-373A14083467}"/>
                  </a:ext>
                </a:extLst>
              </p:cNvPr>
              <p:cNvSpPr/>
              <p:nvPr/>
            </p:nvSpPr>
            <p:spPr>
              <a:xfrm>
                <a:off x="370500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2" name="ph7673">
                <a:extLst>
                  <a:ext uri="{FF2B5EF4-FFF2-40B4-BE49-F238E27FC236}">
                    <a16:creationId xmlns:a16="http://schemas.microsoft.com/office/drawing/2014/main" id="{AB3BA2D7-C8D3-AE85-D63F-EC76473B6B6C}"/>
                  </a:ext>
                </a:extLst>
              </p:cNvPr>
              <p:cNvSpPr/>
              <p:nvPr/>
            </p:nvSpPr>
            <p:spPr>
              <a:xfrm>
                <a:off x="371444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3" name="ph7674">
                <a:extLst>
                  <a:ext uri="{FF2B5EF4-FFF2-40B4-BE49-F238E27FC236}">
                    <a16:creationId xmlns:a16="http://schemas.microsoft.com/office/drawing/2014/main" id="{7C501B46-C8CA-5F50-C8EF-1FEB56E6540D}"/>
                  </a:ext>
                </a:extLst>
              </p:cNvPr>
              <p:cNvSpPr/>
              <p:nvPr/>
            </p:nvSpPr>
            <p:spPr>
              <a:xfrm>
                <a:off x="372388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4" name="ph7675">
                <a:extLst>
                  <a:ext uri="{FF2B5EF4-FFF2-40B4-BE49-F238E27FC236}">
                    <a16:creationId xmlns:a16="http://schemas.microsoft.com/office/drawing/2014/main" id="{3305BE78-C3AD-52B0-B17E-ABBFE18243FB}"/>
                  </a:ext>
                </a:extLst>
              </p:cNvPr>
              <p:cNvSpPr/>
              <p:nvPr/>
            </p:nvSpPr>
            <p:spPr>
              <a:xfrm>
                <a:off x="373332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5" name="ph7676">
                <a:extLst>
                  <a:ext uri="{FF2B5EF4-FFF2-40B4-BE49-F238E27FC236}">
                    <a16:creationId xmlns:a16="http://schemas.microsoft.com/office/drawing/2014/main" id="{DED3611A-575D-4F81-E3A0-2933F634D235}"/>
                  </a:ext>
                </a:extLst>
              </p:cNvPr>
              <p:cNvSpPr/>
              <p:nvPr/>
            </p:nvSpPr>
            <p:spPr>
              <a:xfrm>
                <a:off x="374276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6" name="ph7677">
                <a:extLst>
                  <a:ext uri="{FF2B5EF4-FFF2-40B4-BE49-F238E27FC236}">
                    <a16:creationId xmlns:a16="http://schemas.microsoft.com/office/drawing/2014/main" id="{0AD5F5D8-48E4-20F9-A07C-5042E8F43E70}"/>
                  </a:ext>
                </a:extLst>
              </p:cNvPr>
              <p:cNvSpPr/>
              <p:nvPr/>
            </p:nvSpPr>
            <p:spPr>
              <a:xfrm>
                <a:off x="375220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7" name="ph7678">
                <a:extLst>
                  <a:ext uri="{FF2B5EF4-FFF2-40B4-BE49-F238E27FC236}">
                    <a16:creationId xmlns:a16="http://schemas.microsoft.com/office/drawing/2014/main" id="{AAEA2420-FBE2-62D3-8C88-50AFAF6DAFCF}"/>
                  </a:ext>
                </a:extLst>
              </p:cNvPr>
              <p:cNvSpPr/>
              <p:nvPr/>
            </p:nvSpPr>
            <p:spPr>
              <a:xfrm>
                <a:off x="376164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8" name="ph7679">
                <a:extLst>
                  <a:ext uri="{FF2B5EF4-FFF2-40B4-BE49-F238E27FC236}">
                    <a16:creationId xmlns:a16="http://schemas.microsoft.com/office/drawing/2014/main" id="{A60B2C9D-5A89-C565-24BD-6473123EFBAF}"/>
                  </a:ext>
                </a:extLst>
              </p:cNvPr>
              <p:cNvSpPr/>
              <p:nvPr/>
            </p:nvSpPr>
            <p:spPr>
              <a:xfrm>
                <a:off x="377108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9" name="ph7680">
                <a:extLst>
                  <a:ext uri="{FF2B5EF4-FFF2-40B4-BE49-F238E27FC236}">
                    <a16:creationId xmlns:a16="http://schemas.microsoft.com/office/drawing/2014/main" id="{198920B1-579A-4297-E502-FCB0D5961F0F}"/>
                  </a:ext>
                </a:extLst>
              </p:cNvPr>
              <p:cNvSpPr/>
              <p:nvPr/>
            </p:nvSpPr>
            <p:spPr>
              <a:xfrm>
                <a:off x="378052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0" name="ph7681">
                <a:extLst>
                  <a:ext uri="{FF2B5EF4-FFF2-40B4-BE49-F238E27FC236}">
                    <a16:creationId xmlns:a16="http://schemas.microsoft.com/office/drawing/2014/main" id="{89D5F35C-4917-693B-FBF5-CC24D88DB173}"/>
                  </a:ext>
                </a:extLst>
              </p:cNvPr>
              <p:cNvSpPr/>
              <p:nvPr/>
            </p:nvSpPr>
            <p:spPr>
              <a:xfrm>
                <a:off x="378996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1" name="ph7682">
                <a:extLst>
                  <a:ext uri="{FF2B5EF4-FFF2-40B4-BE49-F238E27FC236}">
                    <a16:creationId xmlns:a16="http://schemas.microsoft.com/office/drawing/2014/main" id="{E2CD7AC1-FE9E-D9E9-4F64-A259371A694D}"/>
                  </a:ext>
                </a:extLst>
              </p:cNvPr>
              <p:cNvSpPr/>
              <p:nvPr/>
            </p:nvSpPr>
            <p:spPr>
              <a:xfrm>
                <a:off x="379940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2" name="ph7683">
                <a:extLst>
                  <a:ext uri="{FF2B5EF4-FFF2-40B4-BE49-F238E27FC236}">
                    <a16:creationId xmlns:a16="http://schemas.microsoft.com/office/drawing/2014/main" id="{83A64864-8D5E-BA2A-20CC-EFD1644FF8FD}"/>
                  </a:ext>
                </a:extLst>
              </p:cNvPr>
              <p:cNvSpPr/>
              <p:nvPr/>
            </p:nvSpPr>
            <p:spPr>
              <a:xfrm>
                <a:off x="380884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3" name="ph7684">
                <a:extLst>
                  <a:ext uri="{FF2B5EF4-FFF2-40B4-BE49-F238E27FC236}">
                    <a16:creationId xmlns:a16="http://schemas.microsoft.com/office/drawing/2014/main" id="{BD667D75-F563-DD98-12CA-904FEA16783E}"/>
                  </a:ext>
                </a:extLst>
              </p:cNvPr>
              <p:cNvSpPr/>
              <p:nvPr/>
            </p:nvSpPr>
            <p:spPr>
              <a:xfrm>
                <a:off x="381828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4" name="ph7685">
                <a:extLst>
                  <a:ext uri="{FF2B5EF4-FFF2-40B4-BE49-F238E27FC236}">
                    <a16:creationId xmlns:a16="http://schemas.microsoft.com/office/drawing/2014/main" id="{C18569E3-EDD2-4CD5-42E8-7CF40EA37EF8}"/>
                  </a:ext>
                </a:extLst>
              </p:cNvPr>
              <p:cNvSpPr/>
              <p:nvPr/>
            </p:nvSpPr>
            <p:spPr>
              <a:xfrm>
                <a:off x="382772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5" name="ph7686">
                <a:extLst>
                  <a:ext uri="{FF2B5EF4-FFF2-40B4-BE49-F238E27FC236}">
                    <a16:creationId xmlns:a16="http://schemas.microsoft.com/office/drawing/2014/main" id="{1ED50C17-BF9C-C806-FCB4-F8E7A15886E3}"/>
                  </a:ext>
                </a:extLst>
              </p:cNvPr>
              <p:cNvSpPr/>
              <p:nvPr/>
            </p:nvSpPr>
            <p:spPr>
              <a:xfrm>
                <a:off x="383716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6" name="ph7687">
                <a:extLst>
                  <a:ext uri="{FF2B5EF4-FFF2-40B4-BE49-F238E27FC236}">
                    <a16:creationId xmlns:a16="http://schemas.microsoft.com/office/drawing/2014/main" id="{17553CB3-5AE1-0614-84B5-EBAD01FF8518}"/>
                  </a:ext>
                </a:extLst>
              </p:cNvPr>
              <p:cNvSpPr/>
              <p:nvPr/>
            </p:nvSpPr>
            <p:spPr>
              <a:xfrm>
                <a:off x="384660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7" name="ph7688">
                <a:extLst>
                  <a:ext uri="{FF2B5EF4-FFF2-40B4-BE49-F238E27FC236}">
                    <a16:creationId xmlns:a16="http://schemas.microsoft.com/office/drawing/2014/main" id="{9E6B3A37-5C2E-D5D4-B789-82F8C5AB622B}"/>
                  </a:ext>
                </a:extLst>
              </p:cNvPr>
              <p:cNvSpPr/>
              <p:nvPr/>
            </p:nvSpPr>
            <p:spPr>
              <a:xfrm>
                <a:off x="385604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8" name="ph7689">
                <a:extLst>
                  <a:ext uri="{FF2B5EF4-FFF2-40B4-BE49-F238E27FC236}">
                    <a16:creationId xmlns:a16="http://schemas.microsoft.com/office/drawing/2014/main" id="{5805BBEF-8CED-9B2F-CA3E-F0C3B41C1DE8}"/>
                  </a:ext>
                </a:extLst>
              </p:cNvPr>
              <p:cNvSpPr/>
              <p:nvPr/>
            </p:nvSpPr>
            <p:spPr>
              <a:xfrm>
                <a:off x="3865485" y="1113604"/>
                <a:ext cx="92182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2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29" y="896830"/>
                    </a:lnTo>
                    <a:lnTo>
                      <a:pt x="921774" y="899480"/>
                    </a:lnTo>
                    <a:lnTo>
                      <a:pt x="921230" y="910543"/>
                    </a:lnTo>
                    <a:lnTo>
                      <a:pt x="920930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9" name="ph7690">
                <a:extLst>
                  <a:ext uri="{FF2B5EF4-FFF2-40B4-BE49-F238E27FC236}">
                    <a16:creationId xmlns:a16="http://schemas.microsoft.com/office/drawing/2014/main" id="{19350047-E304-F532-BED4-AA5DF4D770CB}"/>
                  </a:ext>
                </a:extLst>
              </p:cNvPr>
              <p:cNvSpPr/>
              <p:nvPr/>
            </p:nvSpPr>
            <p:spPr>
              <a:xfrm>
                <a:off x="2052959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974" y="914399"/>
                    </a:lnTo>
                    <a:lnTo>
                      <a:pt x="913712" y="906808"/>
                    </a:lnTo>
                    <a:lnTo>
                      <a:pt x="914400" y="901376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0" name="ph7691">
                <a:extLst>
                  <a:ext uri="{FF2B5EF4-FFF2-40B4-BE49-F238E27FC236}">
                    <a16:creationId xmlns:a16="http://schemas.microsoft.com/office/drawing/2014/main" id="{C95A897E-056C-A647-6625-60620358FD90}"/>
                  </a:ext>
                </a:extLst>
              </p:cNvPr>
              <p:cNvSpPr/>
              <p:nvPr/>
            </p:nvSpPr>
            <p:spPr>
              <a:xfrm>
                <a:off x="2062399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946"/>
                    </a:lnTo>
                    <a:lnTo>
                      <a:pt x="905535" y="914400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1" name="ph7692">
                <a:extLst>
                  <a:ext uri="{FF2B5EF4-FFF2-40B4-BE49-F238E27FC236}">
                    <a16:creationId xmlns:a16="http://schemas.microsoft.com/office/drawing/2014/main" id="{71CDE7B5-E3FA-0C81-91CE-CC144041619E}"/>
                  </a:ext>
                </a:extLst>
              </p:cNvPr>
              <p:cNvSpPr/>
              <p:nvPr/>
            </p:nvSpPr>
            <p:spPr>
              <a:xfrm>
                <a:off x="206239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2" name="ph7693">
                <a:extLst>
                  <a:ext uri="{FF2B5EF4-FFF2-40B4-BE49-F238E27FC236}">
                    <a16:creationId xmlns:a16="http://schemas.microsoft.com/office/drawing/2014/main" id="{6F32FD9B-D3C3-1D24-1BD0-D4601B65B8F5}"/>
                  </a:ext>
                </a:extLst>
              </p:cNvPr>
              <p:cNvSpPr/>
              <p:nvPr/>
            </p:nvSpPr>
            <p:spPr>
              <a:xfrm>
                <a:off x="207184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3" name="ph7694">
                <a:extLst>
                  <a:ext uri="{FF2B5EF4-FFF2-40B4-BE49-F238E27FC236}">
                    <a16:creationId xmlns:a16="http://schemas.microsoft.com/office/drawing/2014/main" id="{268E95C8-9B86-D623-F804-E030A7CA721D}"/>
                  </a:ext>
                </a:extLst>
              </p:cNvPr>
              <p:cNvSpPr/>
              <p:nvPr/>
            </p:nvSpPr>
            <p:spPr>
              <a:xfrm>
                <a:off x="208128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4" name="ph7695">
                <a:extLst>
                  <a:ext uri="{FF2B5EF4-FFF2-40B4-BE49-F238E27FC236}">
                    <a16:creationId xmlns:a16="http://schemas.microsoft.com/office/drawing/2014/main" id="{4FC85226-A551-E13F-70C3-3EE71780C871}"/>
                  </a:ext>
                </a:extLst>
              </p:cNvPr>
              <p:cNvSpPr/>
              <p:nvPr/>
            </p:nvSpPr>
            <p:spPr>
              <a:xfrm>
                <a:off x="209072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5" name="ph7696">
                <a:extLst>
                  <a:ext uri="{FF2B5EF4-FFF2-40B4-BE49-F238E27FC236}">
                    <a16:creationId xmlns:a16="http://schemas.microsoft.com/office/drawing/2014/main" id="{DF57EF2A-905A-E9DE-D285-93DB2740BDDE}"/>
                  </a:ext>
                </a:extLst>
              </p:cNvPr>
              <p:cNvSpPr/>
              <p:nvPr/>
            </p:nvSpPr>
            <p:spPr>
              <a:xfrm>
                <a:off x="210016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6" name="ph7697">
                <a:extLst>
                  <a:ext uri="{FF2B5EF4-FFF2-40B4-BE49-F238E27FC236}">
                    <a16:creationId xmlns:a16="http://schemas.microsoft.com/office/drawing/2014/main" id="{8F00786D-9D5B-A343-8493-A79747391F57}"/>
                  </a:ext>
                </a:extLst>
              </p:cNvPr>
              <p:cNvSpPr/>
              <p:nvPr/>
            </p:nvSpPr>
            <p:spPr>
              <a:xfrm>
                <a:off x="210960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7" name="ph7698">
                <a:extLst>
                  <a:ext uri="{FF2B5EF4-FFF2-40B4-BE49-F238E27FC236}">
                    <a16:creationId xmlns:a16="http://schemas.microsoft.com/office/drawing/2014/main" id="{2B698ECF-A3B5-5F2B-06A5-0A5695E72360}"/>
                  </a:ext>
                </a:extLst>
              </p:cNvPr>
              <p:cNvSpPr/>
              <p:nvPr/>
            </p:nvSpPr>
            <p:spPr>
              <a:xfrm>
                <a:off x="211904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8" name="ph7699">
                <a:extLst>
                  <a:ext uri="{FF2B5EF4-FFF2-40B4-BE49-F238E27FC236}">
                    <a16:creationId xmlns:a16="http://schemas.microsoft.com/office/drawing/2014/main" id="{BBEEE911-B031-0AA2-36C9-253A8A77A95F}"/>
                  </a:ext>
                </a:extLst>
              </p:cNvPr>
              <p:cNvSpPr/>
              <p:nvPr/>
            </p:nvSpPr>
            <p:spPr>
              <a:xfrm>
                <a:off x="212848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9" name="ph7700">
                <a:extLst>
                  <a:ext uri="{FF2B5EF4-FFF2-40B4-BE49-F238E27FC236}">
                    <a16:creationId xmlns:a16="http://schemas.microsoft.com/office/drawing/2014/main" id="{5248738B-FA8B-42C6-957F-EE8493D518D5}"/>
                  </a:ext>
                </a:extLst>
              </p:cNvPr>
              <p:cNvSpPr/>
              <p:nvPr/>
            </p:nvSpPr>
            <p:spPr>
              <a:xfrm>
                <a:off x="213792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0" name="ph7701">
                <a:extLst>
                  <a:ext uri="{FF2B5EF4-FFF2-40B4-BE49-F238E27FC236}">
                    <a16:creationId xmlns:a16="http://schemas.microsoft.com/office/drawing/2014/main" id="{109511B9-CF00-E5D6-8C84-017ADAB64012}"/>
                  </a:ext>
                </a:extLst>
              </p:cNvPr>
              <p:cNvSpPr/>
              <p:nvPr/>
            </p:nvSpPr>
            <p:spPr>
              <a:xfrm>
                <a:off x="214736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1" name="ph7702">
                <a:extLst>
                  <a:ext uri="{FF2B5EF4-FFF2-40B4-BE49-F238E27FC236}">
                    <a16:creationId xmlns:a16="http://schemas.microsoft.com/office/drawing/2014/main" id="{84DAF067-4398-BDE0-8FD3-57C622641659}"/>
                  </a:ext>
                </a:extLst>
              </p:cNvPr>
              <p:cNvSpPr/>
              <p:nvPr/>
            </p:nvSpPr>
            <p:spPr>
              <a:xfrm>
                <a:off x="215680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2" name="ph7703">
                <a:extLst>
                  <a:ext uri="{FF2B5EF4-FFF2-40B4-BE49-F238E27FC236}">
                    <a16:creationId xmlns:a16="http://schemas.microsoft.com/office/drawing/2014/main" id="{EF4FC9CB-1CDB-B92A-16B1-84DC0735D93D}"/>
                  </a:ext>
                </a:extLst>
              </p:cNvPr>
              <p:cNvSpPr/>
              <p:nvPr/>
            </p:nvSpPr>
            <p:spPr>
              <a:xfrm>
                <a:off x="216624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3" name="ph7704">
                <a:extLst>
                  <a:ext uri="{FF2B5EF4-FFF2-40B4-BE49-F238E27FC236}">
                    <a16:creationId xmlns:a16="http://schemas.microsoft.com/office/drawing/2014/main" id="{52355158-5695-462F-EE5B-253263E3060C}"/>
                  </a:ext>
                </a:extLst>
              </p:cNvPr>
              <p:cNvSpPr/>
              <p:nvPr/>
            </p:nvSpPr>
            <p:spPr>
              <a:xfrm>
                <a:off x="217568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4" name="ph7705">
                <a:extLst>
                  <a:ext uri="{FF2B5EF4-FFF2-40B4-BE49-F238E27FC236}">
                    <a16:creationId xmlns:a16="http://schemas.microsoft.com/office/drawing/2014/main" id="{782A899B-8DC4-D2B4-57AF-C707F0D10500}"/>
                  </a:ext>
                </a:extLst>
              </p:cNvPr>
              <p:cNvSpPr/>
              <p:nvPr/>
            </p:nvSpPr>
            <p:spPr>
              <a:xfrm>
                <a:off x="218512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5" name="ph7706">
                <a:extLst>
                  <a:ext uri="{FF2B5EF4-FFF2-40B4-BE49-F238E27FC236}">
                    <a16:creationId xmlns:a16="http://schemas.microsoft.com/office/drawing/2014/main" id="{E23B0A3B-312B-0A43-8260-91A71CE9C6D6}"/>
                  </a:ext>
                </a:extLst>
              </p:cNvPr>
              <p:cNvSpPr/>
              <p:nvPr/>
            </p:nvSpPr>
            <p:spPr>
              <a:xfrm>
                <a:off x="219456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6" name="ph7707">
                <a:extLst>
                  <a:ext uri="{FF2B5EF4-FFF2-40B4-BE49-F238E27FC236}">
                    <a16:creationId xmlns:a16="http://schemas.microsoft.com/office/drawing/2014/main" id="{D808C1F9-21B7-0218-233A-56A8276D5D12}"/>
                  </a:ext>
                </a:extLst>
              </p:cNvPr>
              <p:cNvSpPr/>
              <p:nvPr/>
            </p:nvSpPr>
            <p:spPr>
              <a:xfrm>
                <a:off x="220400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7" name="ph7708">
                <a:extLst>
                  <a:ext uri="{FF2B5EF4-FFF2-40B4-BE49-F238E27FC236}">
                    <a16:creationId xmlns:a16="http://schemas.microsoft.com/office/drawing/2014/main" id="{AFD9A6F9-71D0-48CF-0449-B4F95360A76B}"/>
                  </a:ext>
                </a:extLst>
              </p:cNvPr>
              <p:cNvSpPr/>
              <p:nvPr/>
            </p:nvSpPr>
            <p:spPr>
              <a:xfrm>
                <a:off x="221344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8" name="ph7709">
                <a:extLst>
                  <a:ext uri="{FF2B5EF4-FFF2-40B4-BE49-F238E27FC236}">
                    <a16:creationId xmlns:a16="http://schemas.microsoft.com/office/drawing/2014/main" id="{2441E961-FFCB-2C68-6EFC-53EC442CFEE9}"/>
                  </a:ext>
                </a:extLst>
              </p:cNvPr>
              <p:cNvSpPr/>
              <p:nvPr/>
            </p:nvSpPr>
            <p:spPr>
              <a:xfrm>
                <a:off x="222288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9" name="ph7710">
                <a:extLst>
                  <a:ext uri="{FF2B5EF4-FFF2-40B4-BE49-F238E27FC236}">
                    <a16:creationId xmlns:a16="http://schemas.microsoft.com/office/drawing/2014/main" id="{0327EE8F-2459-9D17-B20C-D371764F3B9D}"/>
                  </a:ext>
                </a:extLst>
              </p:cNvPr>
              <p:cNvSpPr/>
              <p:nvPr/>
            </p:nvSpPr>
            <p:spPr>
              <a:xfrm>
                <a:off x="223232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0" name="ph7711">
                <a:extLst>
                  <a:ext uri="{FF2B5EF4-FFF2-40B4-BE49-F238E27FC236}">
                    <a16:creationId xmlns:a16="http://schemas.microsoft.com/office/drawing/2014/main" id="{4B3A0C98-A30E-2D48-40A4-F1137AE15D95}"/>
                  </a:ext>
                </a:extLst>
              </p:cNvPr>
              <p:cNvSpPr/>
              <p:nvPr/>
            </p:nvSpPr>
            <p:spPr>
              <a:xfrm>
                <a:off x="224176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1" name="ph7712">
                <a:extLst>
                  <a:ext uri="{FF2B5EF4-FFF2-40B4-BE49-F238E27FC236}">
                    <a16:creationId xmlns:a16="http://schemas.microsoft.com/office/drawing/2014/main" id="{5686C34A-3714-EC52-BB7B-81C2E1D9619A}"/>
                  </a:ext>
                </a:extLst>
              </p:cNvPr>
              <p:cNvSpPr/>
              <p:nvPr/>
            </p:nvSpPr>
            <p:spPr>
              <a:xfrm>
                <a:off x="225120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2" name="ph7713">
                <a:extLst>
                  <a:ext uri="{FF2B5EF4-FFF2-40B4-BE49-F238E27FC236}">
                    <a16:creationId xmlns:a16="http://schemas.microsoft.com/office/drawing/2014/main" id="{8617CEF8-F63D-EFF1-6F30-F7830DF8B752}"/>
                  </a:ext>
                </a:extLst>
              </p:cNvPr>
              <p:cNvSpPr/>
              <p:nvPr/>
            </p:nvSpPr>
            <p:spPr>
              <a:xfrm>
                <a:off x="226064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3" name="ph7714">
                <a:extLst>
                  <a:ext uri="{FF2B5EF4-FFF2-40B4-BE49-F238E27FC236}">
                    <a16:creationId xmlns:a16="http://schemas.microsoft.com/office/drawing/2014/main" id="{E2224677-D5EA-5341-1C41-113B0DE3D7D5}"/>
                  </a:ext>
                </a:extLst>
              </p:cNvPr>
              <p:cNvSpPr/>
              <p:nvPr/>
            </p:nvSpPr>
            <p:spPr>
              <a:xfrm>
                <a:off x="227008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4" name="ph7715">
                <a:extLst>
                  <a:ext uri="{FF2B5EF4-FFF2-40B4-BE49-F238E27FC236}">
                    <a16:creationId xmlns:a16="http://schemas.microsoft.com/office/drawing/2014/main" id="{384940B5-6B7B-E329-DEDD-7A5706471AF6}"/>
                  </a:ext>
                </a:extLst>
              </p:cNvPr>
              <p:cNvSpPr/>
              <p:nvPr/>
            </p:nvSpPr>
            <p:spPr>
              <a:xfrm>
                <a:off x="2288965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2396" y="896830"/>
                    </a:lnTo>
                    <a:lnTo>
                      <a:pt x="912784" y="902020"/>
                    </a:lnTo>
                    <a:lnTo>
                      <a:pt x="912976" y="905200"/>
                    </a:lnTo>
                    <a:lnTo>
                      <a:pt x="913056" y="905586"/>
                    </a:lnTo>
                    <a:lnTo>
                      <a:pt x="913145" y="906017"/>
                    </a:lnTo>
                    <a:lnTo>
                      <a:pt x="913234" y="906448"/>
                    </a:lnTo>
                    <a:lnTo>
                      <a:pt x="913323" y="906878"/>
                    </a:lnTo>
                    <a:lnTo>
                      <a:pt x="914400" y="912552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5" name="ph7716">
                <a:extLst>
                  <a:ext uri="{FF2B5EF4-FFF2-40B4-BE49-F238E27FC236}">
                    <a16:creationId xmlns:a16="http://schemas.microsoft.com/office/drawing/2014/main" id="{39245A75-864F-D335-641F-6BF71A5A72B6}"/>
                  </a:ext>
                </a:extLst>
              </p:cNvPr>
              <p:cNvSpPr/>
              <p:nvPr/>
            </p:nvSpPr>
            <p:spPr>
              <a:xfrm>
                <a:off x="2288965" y="1096035"/>
                <a:ext cx="91475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750" h="914399">
                    <a:moveTo>
                      <a:pt x="914400" y="914399"/>
                    </a:moveTo>
                    <a:lnTo>
                      <a:pt x="914400" y="912552"/>
                    </a:lnTo>
                    <a:lnTo>
                      <a:pt x="914750" y="91439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6" name="ph7717">
                <a:extLst>
                  <a:ext uri="{FF2B5EF4-FFF2-40B4-BE49-F238E27FC236}">
                    <a16:creationId xmlns:a16="http://schemas.microsoft.com/office/drawing/2014/main" id="{37863FF2-7B79-3462-0E8C-1F696E6DA5FA}"/>
                  </a:ext>
                </a:extLst>
              </p:cNvPr>
              <p:cNvSpPr/>
              <p:nvPr/>
            </p:nvSpPr>
            <p:spPr>
              <a:xfrm>
                <a:off x="3497316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583" y="914399"/>
                    </a:lnTo>
                    <a:lnTo>
                      <a:pt x="908834" y="908851"/>
                    </a:lnTo>
                    <a:lnTo>
                      <a:pt x="913481" y="901727"/>
                    </a:lnTo>
                    <a:lnTo>
                      <a:pt x="914400" y="900466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7" name="ph7718">
                <a:extLst>
                  <a:ext uri="{FF2B5EF4-FFF2-40B4-BE49-F238E27FC236}">
                    <a16:creationId xmlns:a16="http://schemas.microsoft.com/office/drawing/2014/main" id="{3E78ACEC-4ADF-6340-BB02-CA058B04D7DD}"/>
                  </a:ext>
                </a:extLst>
              </p:cNvPr>
              <p:cNvSpPr/>
              <p:nvPr/>
            </p:nvSpPr>
            <p:spPr>
              <a:xfrm>
                <a:off x="3506756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035"/>
                    </a:lnTo>
                    <a:lnTo>
                      <a:pt x="907606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8" name="ph7719">
                <a:extLst>
                  <a:ext uri="{FF2B5EF4-FFF2-40B4-BE49-F238E27FC236}">
                    <a16:creationId xmlns:a16="http://schemas.microsoft.com/office/drawing/2014/main" id="{09E8C92D-050F-F6F0-D388-3A44FB6A49E7}"/>
                  </a:ext>
                </a:extLst>
              </p:cNvPr>
              <p:cNvSpPr/>
              <p:nvPr/>
            </p:nvSpPr>
            <p:spPr>
              <a:xfrm>
                <a:off x="350675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9" name="ph7720">
                <a:extLst>
                  <a:ext uri="{FF2B5EF4-FFF2-40B4-BE49-F238E27FC236}">
                    <a16:creationId xmlns:a16="http://schemas.microsoft.com/office/drawing/2014/main" id="{A89FA0FF-A6B9-8385-17DB-E7698C7FA5CD}"/>
                  </a:ext>
                </a:extLst>
              </p:cNvPr>
              <p:cNvSpPr/>
              <p:nvPr/>
            </p:nvSpPr>
            <p:spPr>
              <a:xfrm>
                <a:off x="351619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0" name="ph7721">
                <a:extLst>
                  <a:ext uri="{FF2B5EF4-FFF2-40B4-BE49-F238E27FC236}">
                    <a16:creationId xmlns:a16="http://schemas.microsoft.com/office/drawing/2014/main" id="{E222A2B4-518A-AB61-9FCF-7E44B874B166}"/>
                  </a:ext>
                </a:extLst>
              </p:cNvPr>
              <p:cNvSpPr/>
              <p:nvPr/>
            </p:nvSpPr>
            <p:spPr>
              <a:xfrm>
                <a:off x="352563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1" name="ph7722">
                <a:extLst>
                  <a:ext uri="{FF2B5EF4-FFF2-40B4-BE49-F238E27FC236}">
                    <a16:creationId xmlns:a16="http://schemas.microsoft.com/office/drawing/2014/main" id="{DAFD26BD-D4B1-EF09-C6C0-7E9EC1582230}"/>
                  </a:ext>
                </a:extLst>
              </p:cNvPr>
              <p:cNvSpPr/>
              <p:nvPr/>
            </p:nvSpPr>
            <p:spPr>
              <a:xfrm>
                <a:off x="353507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2" name="ph7723">
                <a:extLst>
                  <a:ext uri="{FF2B5EF4-FFF2-40B4-BE49-F238E27FC236}">
                    <a16:creationId xmlns:a16="http://schemas.microsoft.com/office/drawing/2014/main" id="{15111A2F-DE5D-652E-BF0B-CDEEB9025ADD}"/>
                  </a:ext>
                </a:extLst>
              </p:cNvPr>
              <p:cNvSpPr/>
              <p:nvPr/>
            </p:nvSpPr>
            <p:spPr>
              <a:xfrm>
                <a:off x="354451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3" name="ph7724">
                <a:extLst>
                  <a:ext uri="{FF2B5EF4-FFF2-40B4-BE49-F238E27FC236}">
                    <a16:creationId xmlns:a16="http://schemas.microsoft.com/office/drawing/2014/main" id="{0F53FF6B-42BD-01A0-501F-BC5D9F385D3F}"/>
                  </a:ext>
                </a:extLst>
              </p:cNvPr>
              <p:cNvSpPr/>
              <p:nvPr/>
            </p:nvSpPr>
            <p:spPr>
              <a:xfrm>
                <a:off x="355395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4" name="ph7725">
                <a:extLst>
                  <a:ext uri="{FF2B5EF4-FFF2-40B4-BE49-F238E27FC236}">
                    <a16:creationId xmlns:a16="http://schemas.microsoft.com/office/drawing/2014/main" id="{86686578-C908-DB60-9926-764CE4ED46AB}"/>
                  </a:ext>
                </a:extLst>
              </p:cNvPr>
              <p:cNvSpPr/>
              <p:nvPr/>
            </p:nvSpPr>
            <p:spPr>
              <a:xfrm>
                <a:off x="356339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5" name="ph7726">
                <a:extLst>
                  <a:ext uri="{FF2B5EF4-FFF2-40B4-BE49-F238E27FC236}">
                    <a16:creationId xmlns:a16="http://schemas.microsoft.com/office/drawing/2014/main" id="{239F7A2B-27A4-CBF3-BF11-57109D7396D9}"/>
                  </a:ext>
                </a:extLst>
              </p:cNvPr>
              <p:cNvSpPr/>
              <p:nvPr/>
            </p:nvSpPr>
            <p:spPr>
              <a:xfrm>
                <a:off x="357283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6" name="ph7727">
                <a:extLst>
                  <a:ext uri="{FF2B5EF4-FFF2-40B4-BE49-F238E27FC236}">
                    <a16:creationId xmlns:a16="http://schemas.microsoft.com/office/drawing/2014/main" id="{DACB651D-F3B8-B53C-11E9-CA945D7088B5}"/>
                  </a:ext>
                </a:extLst>
              </p:cNvPr>
              <p:cNvSpPr/>
              <p:nvPr/>
            </p:nvSpPr>
            <p:spPr>
              <a:xfrm>
                <a:off x="358227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7" name="ph7728">
                <a:extLst>
                  <a:ext uri="{FF2B5EF4-FFF2-40B4-BE49-F238E27FC236}">
                    <a16:creationId xmlns:a16="http://schemas.microsoft.com/office/drawing/2014/main" id="{B689181F-693F-E956-4E00-36320C715AD6}"/>
                  </a:ext>
                </a:extLst>
              </p:cNvPr>
              <p:cNvSpPr/>
              <p:nvPr/>
            </p:nvSpPr>
            <p:spPr>
              <a:xfrm>
                <a:off x="359171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8" name="ph7729">
                <a:extLst>
                  <a:ext uri="{FF2B5EF4-FFF2-40B4-BE49-F238E27FC236}">
                    <a16:creationId xmlns:a16="http://schemas.microsoft.com/office/drawing/2014/main" id="{88BF2C53-4A3D-4298-292C-72E98FCFF198}"/>
                  </a:ext>
                </a:extLst>
              </p:cNvPr>
              <p:cNvSpPr/>
              <p:nvPr/>
            </p:nvSpPr>
            <p:spPr>
              <a:xfrm>
                <a:off x="360115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9" name="ph7730">
                <a:extLst>
                  <a:ext uri="{FF2B5EF4-FFF2-40B4-BE49-F238E27FC236}">
                    <a16:creationId xmlns:a16="http://schemas.microsoft.com/office/drawing/2014/main" id="{95AF3493-0B6F-F4F0-AB13-003909EA09A7}"/>
                  </a:ext>
                </a:extLst>
              </p:cNvPr>
              <p:cNvSpPr/>
              <p:nvPr/>
            </p:nvSpPr>
            <p:spPr>
              <a:xfrm>
                <a:off x="361059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0" name="ph7731">
                <a:extLst>
                  <a:ext uri="{FF2B5EF4-FFF2-40B4-BE49-F238E27FC236}">
                    <a16:creationId xmlns:a16="http://schemas.microsoft.com/office/drawing/2014/main" id="{6FBB8833-099C-083C-3F33-27510548EDDA}"/>
                  </a:ext>
                </a:extLst>
              </p:cNvPr>
              <p:cNvSpPr/>
              <p:nvPr/>
            </p:nvSpPr>
            <p:spPr>
              <a:xfrm>
                <a:off x="362003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1" name="ph7732">
                <a:extLst>
                  <a:ext uri="{FF2B5EF4-FFF2-40B4-BE49-F238E27FC236}">
                    <a16:creationId xmlns:a16="http://schemas.microsoft.com/office/drawing/2014/main" id="{62D40321-F39C-3390-6770-F941AA87BDA2}"/>
                  </a:ext>
                </a:extLst>
              </p:cNvPr>
              <p:cNvSpPr/>
              <p:nvPr/>
            </p:nvSpPr>
            <p:spPr>
              <a:xfrm>
                <a:off x="362947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2" name="ph7733">
                <a:extLst>
                  <a:ext uri="{FF2B5EF4-FFF2-40B4-BE49-F238E27FC236}">
                    <a16:creationId xmlns:a16="http://schemas.microsoft.com/office/drawing/2014/main" id="{F4BA55C1-159B-B22D-1189-6B0805861D44}"/>
                  </a:ext>
                </a:extLst>
              </p:cNvPr>
              <p:cNvSpPr/>
              <p:nvPr/>
            </p:nvSpPr>
            <p:spPr>
              <a:xfrm>
                <a:off x="363891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3" name="ph7734">
                <a:extLst>
                  <a:ext uri="{FF2B5EF4-FFF2-40B4-BE49-F238E27FC236}">
                    <a16:creationId xmlns:a16="http://schemas.microsoft.com/office/drawing/2014/main" id="{00BA79D4-9905-CC6F-C923-F9493F757C6F}"/>
                  </a:ext>
                </a:extLst>
              </p:cNvPr>
              <p:cNvSpPr/>
              <p:nvPr/>
            </p:nvSpPr>
            <p:spPr>
              <a:xfrm>
                <a:off x="364836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4" name="ph7735">
                <a:extLst>
                  <a:ext uri="{FF2B5EF4-FFF2-40B4-BE49-F238E27FC236}">
                    <a16:creationId xmlns:a16="http://schemas.microsoft.com/office/drawing/2014/main" id="{DE606F94-EF7A-862C-4E1A-B3B9EB27C292}"/>
                  </a:ext>
                </a:extLst>
              </p:cNvPr>
              <p:cNvSpPr/>
              <p:nvPr/>
            </p:nvSpPr>
            <p:spPr>
              <a:xfrm>
                <a:off x="365780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5" name="ph7736">
                <a:extLst>
                  <a:ext uri="{FF2B5EF4-FFF2-40B4-BE49-F238E27FC236}">
                    <a16:creationId xmlns:a16="http://schemas.microsoft.com/office/drawing/2014/main" id="{54B743CA-0F6F-85D5-D657-76EF1686821B}"/>
                  </a:ext>
                </a:extLst>
              </p:cNvPr>
              <p:cNvSpPr/>
              <p:nvPr/>
            </p:nvSpPr>
            <p:spPr>
              <a:xfrm>
                <a:off x="366724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6" name="ph7737">
                <a:extLst>
                  <a:ext uri="{FF2B5EF4-FFF2-40B4-BE49-F238E27FC236}">
                    <a16:creationId xmlns:a16="http://schemas.microsoft.com/office/drawing/2014/main" id="{B0090F4F-97AD-B284-E4A9-5AF4E8616C27}"/>
                  </a:ext>
                </a:extLst>
              </p:cNvPr>
              <p:cNvSpPr/>
              <p:nvPr/>
            </p:nvSpPr>
            <p:spPr>
              <a:xfrm>
                <a:off x="367668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7" name="ph7738">
                <a:extLst>
                  <a:ext uri="{FF2B5EF4-FFF2-40B4-BE49-F238E27FC236}">
                    <a16:creationId xmlns:a16="http://schemas.microsoft.com/office/drawing/2014/main" id="{00A324FB-F6B9-21DE-5599-44640A977EA2}"/>
                  </a:ext>
                </a:extLst>
              </p:cNvPr>
              <p:cNvSpPr/>
              <p:nvPr/>
            </p:nvSpPr>
            <p:spPr>
              <a:xfrm>
                <a:off x="368612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8" name="ph7739">
                <a:extLst>
                  <a:ext uri="{FF2B5EF4-FFF2-40B4-BE49-F238E27FC236}">
                    <a16:creationId xmlns:a16="http://schemas.microsoft.com/office/drawing/2014/main" id="{CA51BC12-217A-E877-B93B-5664D659DA80}"/>
                  </a:ext>
                </a:extLst>
              </p:cNvPr>
              <p:cNvSpPr/>
              <p:nvPr/>
            </p:nvSpPr>
            <p:spPr>
              <a:xfrm>
                <a:off x="369556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9" name="ph7740">
                <a:extLst>
                  <a:ext uri="{FF2B5EF4-FFF2-40B4-BE49-F238E27FC236}">
                    <a16:creationId xmlns:a16="http://schemas.microsoft.com/office/drawing/2014/main" id="{DFD10228-36EB-68CD-BD5B-B3CB267F72A7}"/>
                  </a:ext>
                </a:extLst>
              </p:cNvPr>
              <p:cNvSpPr/>
              <p:nvPr/>
            </p:nvSpPr>
            <p:spPr>
              <a:xfrm>
                <a:off x="370500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0" name="ph7741">
                <a:extLst>
                  <a:ext uri="{FF2B5EF4-FFF2-40B4-BE49-F238E27FC236}">
                    <a16:creationId xmlns:a16="http://schemas.microsoft.com/office/drawing/2014/main" id="{18AD239C-76DE-CB84-E7EA-7332F2204C3A}"/>
                  </a:ext>
                </a:extLst>
              </p:cNvPr>
              <p:cNvSpPr/>
              <p:nvPr/>
            </p:nvSpPr>
            <p:spPr>
              <a:xfrm>
                <a:off x="371444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1" name="ph7742">
                <a:extLst>
                  <a:ext uri="{FF2B5EF4-FFF2-40B4-BE49-F238E27FC236}">
                    <a16:creationId xmlns:a16="http://schemas.microsoft.com/office/drawing/2014/main" id="{4F1AD082-5E23-9BD3-1710-034E30C4CB2B}"/>
                  </a:ext>
                </a:extLst>
              </p:cNvPr>
              <p:cNvSpPr/>
              <p:nvPr/>
            </p:nvSpPr>
            <p:spPr>
              <a:xfrm>
                <a:off x="372388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2" name="ph7743">
                <a:extLst>
                  <a:ext uri="{FF2B5EF4-FFF2-40B4-BE49-F238E27FC236}">
                    <a16:creationId xmlns:a16="http://schemas.microsoft.com/office/drawing/2014/main" id="{50F2E96D-8396-65CA-7596-40F1E4EFB55E}"/>
                  </a:ext>
                </a:extLst>
              </p:cNvPr>
              <p:cNvSpPr/>
              <p:nvPr/>
            </p:nvSpPr>
            <p:spPr>
              <a:xfrm>
                <a:off x="373332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3" name="ph7744">
                <a:extLst>
                  <a:ext uri="{FF2B5EF4-FFF2-40B4-BE49-F238E27FC236}">
                    <a16:creationId xmlns:a16="http://schemas.microsoft.com/office/drawing/2014/main" id="{970A1936-9EBB-3EB4-B6F5-81A8C875BCF5}"/>
                  </a:ext>
                </a:extLst>
              </p:cNvPr>
              <p:cNvSpPr/>
              <p:nvPr/>
            </p:nvSpPr>
            <p:spPr>
              <a:xfrm>
                <a:off x="374276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4" name="ph7745">
                <a:extLst>
                  <a:ext uri="{FF2B5EF4-FFF2-40B4-BE49-F238E27FC236}">
                    <a16:creationId xmlns:a16="http://schemas.microsoft.com/office/drawing/2014/main" id="{50545E47-15CC-CDBA-49C6-C8FC8E446D1E}"/>
                  </a:ext>
                </a:extLst>
              </p:cNvPr>
              <p:cNvSpPr/>
              <p:nvPr/>
            </p:nvSpPr>
            <p:spPr>
              <a:xfrm>
                <a:off x="375220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5" name="ph7746">
                <a:extLst>
                  <a:ext uri="{FF2B5EF4-FFF2-40B4-BE49-F238E27FC236}">
                    <a16:creationId xmlns:a16="http://schemas.microsoft.com/office/drawing/2014/main" id="{19C56C77-93AD-BCA6-04E1-024539B27C5A}"/>
                  </a:ext>
                </a:extLst>
              </p:cNvPr>
              <p:cNvSpPr/>
              <p:nvPr/>
            </p:nvSpPr>
            <p:spPr>
              <a:xfrm>
                <a:off x="376164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6" name="ph7747">
                <a:extLst>
                  <a:ext uri="{FF2B5EF4-FFF2-40B4-BE49-F238E27FC236}">
                    <a16:creationId xmlns:a16="http://schemas.microsoft.com/office/drawing/2014/main" id="{574E2691-B758-DECD-132F-59EA9BFE6972}"/>
                  </a:ext>
                </a:extLst>
              </p:cNvPr>
              <p:cNvSpPr/>
              <p:nvPr/>
            </p:nvSpPr>
            <p:spPr>
              <a:xfrm>
                <a:off x="377108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7" name="ph7748">
                <a:extLst>
                  <a:ext uri="{FF2B5EF4-FFF2-40B4-BE49-F238E27FC236}">
                    <a16:creationId xmlns:a16="http://schemas.microsoft.com/office/drawing/2014/main" id="{AE4028B0-A194-0907-25A8-A579351C8608}"/>
                  </a:ext>
                </a:extLst>
              </p:cNvPr>
              <p:cNvSpPr/>
              <p:nvPr/>
            </p:nvSpPr>
            <p:spPr>
              <a:xfrm>
                <a:off x="378052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8" name="ph7749">
                <a:extLst>
                  <a:ext uri="{FF2B5EF4-FFF2-40B4-BE49-F238E27FC236}">
                    <a16:creationId xmlns:a16="http://schemas.microsoft.com/office/drawing/2014/main" id="{D3F42C02-3DFF-1B9E-710D-3F58F8A62DDB}"/>
                  </a:ext>
                </a:extLst>
              </p:cNvPr>
              <p:cNvSpPr/>
              <p:nvPr/>
            </p:nvSpPr>
            <p:spPr>
              <a:xfrm>
                <a:off x="378996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9" name="ph7750">
                <a:extLst>
                  <a:ext uri="{FF2B5EF4-FFF2-40B4-BE49-F238E27FC236}">
                    <a16:creationId xmlns:a16="http://schemas.microsoft.com/office/drawing/2014/main" id="{1E81A05A-D623-FD75-8B5B-13E94632DD95}"/>
                  </a:ext>
                </a:extLst>
              </p:cNvPr>
              <p:cNvSpPr/>
              <p:nvPr/>
            </p:nvSpPr>
            <p:spPr>
              <a:xfrm>
                <a:off x="379940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0" name="ph7751">
                <a:extLst>
                  <a:ext uri="{FF2B5EF4-FFF2-40B4-BE49-F238E27FC236}">
                    <a16:creationId xmlns:a16="http://schemas.microsoft.com/office/drawing/2014/main" id="{028CBDA8-A15F-AC7F-9E7A-10AA17B312DD}"/>
                  </a:ext>
                </a:extLst>
              </p:cNvPr>
              <p:cNvSpPr/>
              <p:nvPr/>
            </p:nvSpPr>
            <p:spPr>
              <a:xfrm>
                <a:off x="380884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1" name="ph7752">
                <a:extLst>
                  <a:ext uri="{FF2B5EF4-FFF2-40B4-BE49-F238E27FC236}">
                    <a16:creationId xmlns:a16="http://schemas.microsoft.com/office/drawing/2014/main" id="{A000677C-F8B2-F53F-4F5E-FF3423A9761B}"/>
                  </a:ext>
                </a:extLst>
              </p:cNvPr>
              <p:cNvSpPr/>
              <p:nvPr/>
            </p:nvSpPr>
            <p:spPr>
              <a:xfrm>
                <a:off x="381828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2" name="ph7753">
                <a:extLst>
                  <a:ext uri="{FF2B5EF4-FFF2-40B4-BE49-F238E27FC236}">
                    <a16:creationId xmlns:a16="http://schemas.microsoft.com/office/drawing/2014/main" id="{7C1E824B-B015-1C5D-D9FA-1A0A0E3E0211}"/>
                  </a:ext>
                </a:extLst>
              </p:cNvPr>
              <p:cNvSpPr/>
              <p:nvPr/>
            </p:nvSpPr>
            <p:spPr>
              <a:xfrm>
                <a:off x="382772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3" name="ph7754">
                <a:extLst>
                  <a:ext uri="{FF2B5EF4-FFF2-40B4-BE49-F238E27FC236}">
                    <a16:creationId xmlns:a16="http://schemas.microsoft.com/office/drawing/2014/main" id="{A999348D-8929-28BC-C3A6-D1A34ABAE259}"/>
                  </a:ext>
                </a:extLst>
              </p:cNvPr>
              <p:cNvSpPr/>
              <p:nvPr/>
            </p:nvSpPr>
            <p:spPr>
              <a:xfrm>
                <a:off x="383716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4" name="ph7755">
                <a:extLst>
                  <a:ext uri="{FF2B5EF4-FFF2-40B4-BE49-F238E27FC236}">
                    <a16:creationId xmlns:a16="http://schemas.microsoft.com/office/drawing/2014/main" id="{E5F1B35D-B440-3356-42F5-2135EE3DBEEE}"/>
                  </a:ext>
                </a:extLst>
              </p:cNvPr>
              <p:cNvSpPr/>
              <p:nvPr/>
            </p:nvSpPr>
            <p:spPr>
              <a:xfrm>
                <a:off x="384660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5" name="ph7756">
                <a:extLst>
                  <a:ext uri="{FF2B5EF4-FFF2-40B4-BE49-F238E27FC236}">
                    <a16:creationId xmlns:a16="http://schemas.microsoft.com/office/drawing/2014/main" id="{41B07157-6310-97A6-7405-FE16DC562A2D}"/>
                  </a:ext>
                </a:extLst>
              </p:cNvPr>
              <p:cNvSpPr/>
              <p:nvPr/>
            </p:nvSpPr>
            <p:spPr>
              <a:xfrm>
                <a:off x="385604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6" name="ph7757">
                <a:extLst>
                  <a:ext uri="{FF2B5EF4-FFF2-40B4-BE49-F238E27FC236}">
                    <a16:creationId xmlns:a16="http://schemas.microsoft.com/office/drawing/2014/main" id="{FB356BEF-3DF1-A177-6041-639F0710D044}"/>
                  </a:ext>
                </a:extLst>
              </p:cNvPr>
              <p:cNvSpPr/>
              <p:nvPr/>
            </p:nvSpPr>
            <p:spPr>
              <a:xfrm>
                <a:off x="3865485" y="1096035"/>
                <a:ext cx="92200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4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935" y="896830"/>
                    </a:lnTo>
                    <a:lnTo>
                      <a:pt x="922004" y="905949"/>
                    </a:lnTo>
                    <a:lnTo>
                      <a:pt x="921829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7" name="ph7758">
                <a:extLst>
                  <a:ext uri="{FF2B5EF4-FFF2-40B4-BE49-F238E27FC236}">
                    <a16:creationId xmlns:a16="http://schemas.microsoft.com/office/drawing/2014/main" id="{F01FF3AF-63D9-7D0E-0B79-6A1AD766A0C2}"/>
                  </a:ext>
                </a:extLst>
              </p:cNvPr>
              <p:cNvSpPr/>
              <p:nvPr/>
            </p:nvSpPr>
            <p:spPr>
              <a:xfrm>
                <a:off x="2062399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5" y="931969"/>
                    </a:lnTo>
                    <a:lnTo>
                      <a:pt x="905630" y="931217"/>
                    </a:lnTo>
                    <a:lnTo>
                      <a:pt x="907287" y="920633"/>
                    </a:lnTo>
                    <a:lnTo>
                      <a:pt x="908456" y="914400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8" name="ph7759">
                <a:extLst>
                  <a:ext uri="{FF2B5EF4-FFF2-40B4-BE49-F238E27FC236}">
                    <a16:creationId xmlns:a16="http://schemas.microsoft.com/office/drawing/2014/main" id="{E22F8919-263C-61BE-D124-D049025B1469}"/>
                  </a:ext>
                </a:extLst>
              </p:cNvPr>
              <p:cNvSpPr/>
              <p:nvPr/>
            </p:nvSpPr>
            <p:spPr>
              <a:xfrm>
                <a:off x="206239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9" name="ph7760">
                <a:extLst>
                  <a:ext uri="{FF2B5EF4-FFF2-40B4-BE49-F238E27FC236}">
                    <a16:creationId xmlns:a16="http://schemas.microsoft.com/office/drawing/2014/main" id="{14AB7071-468B-56A0-E75F-18A25D5D6F4D}"/>
                  </a:ext>
                </a:extLst>
              </p:cNvPr>
              <p:cNvSpPr/>
              <p:nvPr/>
            </p:nvSpPr>
            <p:spPr>
              <a:xfrm>
                <a:off x="207184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0" name="ph7761">
                <a:extLst>
                  <a:ext uri="{FF2B5EF4-FFF2-40B4-BE49-F238E27FC236}">
                    <a16:creationId xmlns:a16="http://schemas.microsoft.com/office/drawing/2014/main" id="{908B448D-CDB0-204B-4F89-1D0ACDC5CD29}"/>
                  </a:ext>
                </a:extLst>
              </p:cNvPr>
              <p:cNvSpPr/>
              <p:nvPr/>
            </p:nvSpPr>
            <p:spPr>
              <a:xfrm>
                <a:off x="208128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1" name="ph7762">
                <a:extLst>
                  <a:ext uri="{FF2B5EF4-FFF2-40B4-BE49-F238E27FC236}">
                    <a16:creationId xmlns:a16="http://schemas.microsoft.com/office/drawing/2014/main" id="{92B3D2A0-1B9A-AC63-427A-37E8456E63ED}"/>
                  </a:ext>
                </a:extLst>
              </p:cNvPr>
              <p:cNvSpPr/>
              <p:nvPr/>
            </p:nvSpPr>
            <p:spPr>
              <a:xfrm>
                <a:off x="209072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2" name="ph7763">
                <a:extLst>
                  <a:ext uri="{FF2B5EF4-FFF2-40B4-BE49-F238E27FC236}">
                    <a16:creationId xmlns:a16="http://schemas.microsoft.com/office/drawing/2014/main" id="{AFFC18A4-33B4-90D1-4289-971ED05C03A9}"/>
                  </a:ext>
                </a:extLst>
              </p:cNvPr>
              <p:cNvSpPr/>
              <p:nvPr/>
            </p:nvSpPr>
            <p:spPr>
              <a:xfrm>
                <a:off x="210016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3" name="ph7764">
                <a:extLst>
                  <a:ext uri="{FF2B5EF4-FFF2-40B4-BE49-F238E27FC236}">
                    <a16:creationId xmlns:a16="http://schemas.microsoft.com/office/drawing/2014/main" id="{6F17416F-06BA-65FD-6D8A-62894204F618}"/>
                  </a:ext>
                </a:extLst>
              </p:cNvPr>
              <p:cNvSpPr/>
              <p:nvPr/>
            </p:nvSpPr>
            <p:spPr>
              <a:xfrm>
                <a:off x="210960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4" name="ph7765">
                <a:extLst>
                  <a:ext uri="{FF2B5EF4-FFF2-40B4-BE49-F238E27FC236}">
                    <a16:creationId xmlns:a16="http://schemas.microsoft.com/office/drawing/2014/main" id="{3D646717-8B92-E871-F4E8-20CFC7850D2E}"/>
                  </a:ext>
                </a:extLst>
              </p:cNvPr>
              <p:cNvSpPr/>
              <p:nvPr/>
            </p:nvSpPr>
            <p:spPr>
              <a:xfrm>
                <a:off x="211904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5" name="ph7766">
                <a:extLst>
                  <a:ext uri="{FF2B5EF4-FFF2-40B4-BE49-F238E27FC236}">
                    <a16:creationId xmlns:a16="http://schemas.microsoft.com/office/drawing/2014/main" id="{794B5368-8721-3471-6F20-0BC0094A4FBD}"/>
                  </a:ext>
                </a:extLst>
              </p:cNvPr>
              <p:cNvSpPr/>
              <p:nvPr/>
            </p:nvSpPr>
            <p:spPr>
              <a:xfrm>
                <a:off x="212848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6" name="ph7767">
                <a:extLst>
                  <a:ext uri="{FF2B5EF4-FFF2-40B4-BE49-F238E27FC236}">
                    <a16:creationId xmlns:a16="http://schemas.microsoft.com/office/drawing/2014/main" id="{92D11560-9DF0-05E9-3105-D6CB4BDE3883}"/>
                  </a:ext>
                </a:extLst>
              </p:cNvPr>
              <p:cNvSpPr/>
              <p:nvPr/>
            </p:nvSpPr>
            <p:spPr>
              <a:xfrm>
                <a:off x="213792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7" name="ph7768">
                <a:extLst>
                  <a:ext uri="{FF2B5EF4-FFF2-40B4-BE49-F238E27FC236}">
                    <a16:creationId xmlns:a16="http://schemas.microsoft.com/office/drawing/2014/main" id="{40B69960-817E-D744-AC21-1BCE384879B8}"/>
                  </a:ext>
                </a:extLst>
              </p:cNvPr>
              <p:cNvSpPr/>
              <p:nvPr/>
            </p:nvSpPr>
            <p:spPr>
              <a:xfrm>
                <a:off x="214736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8" name="ph7769">
                <a:extLst>
                  <a:ext uri="{FF2B5EF4-FFF2-40B4-BE49-F238E27FC236}">
                    <a16:creationId xmlns:a16="http://schemas.microsoft.com/office/drawing/2014/main" id="{4DBFFA42-FE15-D45F-80AB-347B25BD5038}"/>
                  </a:ext>
                </a:extLst>
              </p:cNvPr>
              <p:cNvSpPr/>
              <p:nvPr/>
            </p:nvSpPr>
            <p:spPr>
              <a:xfrm>
                <a:off x="215680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9" name="ph7770">
                <a:extLst>
                  <a:ext uri="{FF2B5EF4-FFF2-40B4-BE49-F238E27FC236}">
                    <a16:creationId xmlns:a16="http://schemas.microsoft.com/office/drawing/2014/main" id="{662FA425-6C49-004D-23CB-42D1C14BF7E3}"/>
                  </a:ext>
                </a:extLst>
              </p:cNvPr>
              <p:cNvSpPr/>
              <p:nvPr/>
            </p:nvSpPr>
            <p:spPr>
              <a:xfrm>
                <a:off x="216624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0" name="ph7771">
                <a:extLst>
                  <a:ext uri="{FF2B5EF4-FFF2-40B4-BE49-F238E27FC236}">
                    <a16:creationId xmlns:a16="http://schemas.microsoft.com/office/drawing/2014/main" id="{2E9DB7B2-F9B5-2556-13FF-31F3FFFBE4F5}"/>
                  </a:ext>
                </a:extLst>
              </p:cNvPr>
              <p:cNvSpPr/>
              <p:nvPr/>
            </p:nvSpPr>
            <p:spPr>
              <a:xfrm>
                <a:off x="217568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1" name="ph7772">
                <a:extLst>
                  <a:ext uri="{FF2B5EF4-FFF2-40B4-BE49-F238E27FC236}">
                    <a16:creationId xmlns:a16="http://schemas.microsoft.com/office/drawing/2014/main" id="{C988CA1E-DA2C-A905-84CF-08BC7F72838F}"/>
                  </a:ext>
                </a:extLst>
              </p:cNvPr>
              <p:cNvSpPr/>
              <p:nvPr/>
            </p:nvSpPr>
            <p:spPr>
              <a:xfrm>
                <a:off x="218512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2" name="ph7773">
                <a:extLst>
                  <a:ext uri="{FF2B5EF4-FFF2-40B4-BE49-F238E27FC236}">
                    <a16:creationId xmlns:a16="http://schemas.microsoft.com/office/drawing/2014/main" id="{1836F9F9-26AB-C6FD-AB51-6C796373DB25}"/>
                  </a:ext>
                </a:extLst>
              </p:cNvPr>
              <p:cNvSpPr/>
              <p:nvPr/>
            </p:nvSpPr>
            <p:spPr>
              <a:xfrm>
                <a:off x="219456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3" name="ph7774">
                <a:extLst>
                  <a:ext uri="{FF2B5EF4-FFF2-40B4-BE49-F238E27FC236}">
                    <a16:creationId xmlns:a16="http://schemas.microsoft.com/office/drawing/2014/main" id="{790BB12F-5F83-2527-CDAC-59B19DDF1155}"/>
                  </a:ext>
                </a:extLst>
              </p:cNvPr>
              <p:cNvSpPr/>
              <p:nvPr/>
            </p:nvSpPr>
            <p:spPr>
              <a:xfrm>
                <a:off x="220400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4" name="ph7775">
                <a:extLst>
                  <a:ext uri="{FF2B5EF4-FFF2-40B4-BE49-F238E27FC236}">
                    <a16:creationId xmlns:a16="http://schemas.microsoft.com/office/drawing/2014/main" id="{0FF1AD69-70C3-D08E-74E4-E87B42EA06B0}"/>
                  </a:ext>
                </a:extLst>
              </p:cNvPr>
              <p:cNvSpPr/>
              <p:nvPr/>
            </p:nvSpPr>
            <p:spPr>
              <a:xfrm>
                <a:off x="221344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5" name="ph7776">
                <a:extLst>
                  <a:ext uri="{FF2B5EF4-FFF2-40B4-BE49-F238E27FC236}">
                    <a16:creationId xmlns:a16="http://schemas.microsoft.com/office/drawing/2014/main" id="{4BB0078A-8213-F200-2A79-B0BD73E87748}"/>
                  </a:ext>
                </a:extLst>
              </p:cNvPr>
              <p:cNvSpPr/>
              <p:nvPr/>
            </p:nvSpPr>
            <p:spPr>
              <a:xfrm>
                <a:off x="222288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6" name="ph7777">
                <a:extLst>
                  <a:ext uri="{FF2B5EF4-FFF2-40B4-BE49-F238E27FC236}">
                    <a16:creationId xmlns:a16="http://schemas.microsoft.com/office/drawing/2014/main" id="{4359BE1A-7B26-4728-5B58-CBF4F940C7AD}"/>
                  </a:ext>
                </a:extLst>
              </p:cNvPr>
              <p:cNvSpPr/>
              <p:nvPr/>
            </p:nvSpPr>
            <p:spPr>
              <a:xfrm>
                <a:off x="223232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7" name="ph7778">
                <a:extLst>
                  <a:ext uri="{FF2B5EF4-FFF2-40B4-BE49-F238E27FC236}">
                    <a16:creationId xmlns:a16="http://schemas.microsoft.com/office/drawing/2014/main" id="{A484315E-F75E-DD31-E1E6-094A99FC6A63}"/>
                  </a:ext>
                </a:extLst>
              </p:cNvPr>
              <p:cNvSpPr/>
              <p:nvPr/>
            </p:nvSpPr>
            <p:spPr>
              <a:xfrm>
                <a:off x="224176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8" name="ph7779">
                <a:extLst>
                  <a:ext uri="{FF2B5EF4-FFF2-40B4-BE49-F238E27FC236}">
                    <a16:creationId xmlns:a16="http://schemas.microsoft.com/office/drawing/2014/main" id="{A2E862E7-122C-99DD-4934-F7363E254173}"/>
                  </a:ext>
                </a:extLst>
              </p:cNvPr>
              <p:cNvSpPr/>
              <p:nvPr/>
            </p:nvSpPr>
            <p:spPr>
              <a:xfrm>
                <a:off x="225120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9" name="ph7780">
                <a:extLst>
                  <a:ext uri="{FF2B5EF4-FFF2-40B4-BE49-F238E27FC236}">
                    <a16:creationId xmlns:a16="http://schemas.microsoft.com/office/drawing/2014/main" id="{5EA701AA-76F3-803F-5DAF-9BB37F60DF21}"/>
                  </a:ext>
                </a:extLst>
              </p:cNvPr>
              <p:cNvSpPr/>
              <p:nvPr/>
            </p:nvSpPr>
            <p:spPr>
              <a:xfrm>
                <a:off x="226064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0" name="ph7781">
                <a:extLst>
                  <a:ext uri="{FF2B5EF4-FFF2-40B4-BE49-F238E27FC236}">
                    <a16:creationId xmlns:a16="http://schemas.microsoft.com/office/drawing/2014/main" id="{5A96ABDF-7621-76A7-5A8D-BDE25B77A28E}"/>
                  </a:ext>
                </a:extLst>
              </p:cNvPr>
              <p:cNvSpPr/>
              <p:nvPr/>
            </p:nvSpPr>
            <p:spPr>
              <a:xfrm>
                <a:off x="227008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1" name="ph7782">
                <a:extLst>
                  <a:ext uri="{FF2B5EF4-FFF2-40B4-BE49-F238E27FC236}">
                    <a16:creationId xmlns:a16="http://schemas.microsoft.com/office/drawing/2014/main" id="{ABFB48B3-8278-8812-155F-3081FCC60E78}"/>
                  </a:ext>
                </a:extLst>
              </p:cNvPr>
              <p:cNvSpPr/>
              <p:nvPr/>
            </p:nvSpPr>
            <p:spPr>
              <a:xfrm>
                <a:off x="2279525" y="1078465"/>
                <a:ext cx="9218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3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151" y="896830"/>
                    </a:lnTo>
                    <a:lnTo>
                      <a:pt x="920288" y="897862"/>
                    </a:lnTo>
                    <a:lnTo>
                      <a:pt x="921409" y="908679"/>
                    </a:lnTo>
                    <a:lnTo>
                      <a:pt x="921836" y="914400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2" name="ph7783">
                <a:extLst>
                  <a:ext uri="{FF2B5EF4-FFF2-40B4-BE49-F238E27FC236}">
                    <a16:creationId xmlns:a16="http://schemas.microsoft.com/office/drawing/2014/main" id="{8B43AAE4-EECB-91D9-DAC0-14A8E24AEFE2}"/>
                  </a:ext>
                </a:extLst>
              </p:cNvPr>
              <p:cNvSpPr/>
              <p:nvPr/>
            </p:nvSpPr>
            <p:spPr>
              <a:xfrm>
                <a:off x="3506756" y="107846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606" y="914400"/>
                    </a:lnTo>
                    <a:lnTo>
                      <a:pt x="908885" y="912643"/>
                    </a:lnTo>
                    <a:lnTo>
                      <a:pt x="913911" y="906477"/>
                    </a:lnTo>
                    <a:lnTo>
                      <a:pt x="914400" y="905946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3" name="ph7784">
                <a:extLst>
                  <a:ext uri="{FF2B5EF4-FFF2-40B4-BE49-F238E27FC236}">
                    <a16:creationId xmlns:a16="http://schemas.microsoft.com/office/drawing/2014/main" id="{8C9CE8E6-AE92-7432-98F4-43E6F6ECD16F}"/>
                  </a:ext>
                </a:extLst>
              </p:cNvPr>
              <p:cNvSpPr/>
              <p:nvPr/>
            </p:nvSpPr>
            <p:spPr>
              <a:xfrm>
                <a:off x="3516196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516"/>
                    </a:lnTo>
                    <a:lnTo>
                      <a:pt x="909667" y="918387"/>
                    </a:lnTo>
                    <a:lnTo>
                      <a:pt x="913819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4" name="ph7785">
                <a:extLst>
                  <a:ext uri="{FF2B5EF4-FFF2-40B4-BE49-F238E27FC236}">
                    <a16:creationId xmlns:a16="http://schemas.microsoft.com/office/drawing/2014/main" id="{24185A67-ECC6-3255-204F-8BA337F6DBE0}"/>
                  </a:ext>
                </a:extLst>
              </p:cNvPr>
              <p:cNvSpPr/>
              <p:nvPr/>
            </p:nvSpPr>
            <p:spPr>
              <a:xfrm>
                <a:off x="351619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5" name="ph7786">
                <a:extLst>
                  <a:ext uri="{FF2B5EF4-FFF2-40B4-BE49-F238E27FC236}">
                    <a16:creationId xmlns:a16="http://schemas.microsoft.com/office/drawing/2014/main" id="{166369C7-5BE7-0122-234C-F9C2AB6A6654}"/>
                  </a:ext>
                </a:extLst>
              </p:cNvPr>
              <p:cNvSpPr/>
              <p:nvPr/>
            </p:nvSpPr>
            <p:spPr>
              <a:xfrm>
                <a:off x="352563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6" name="ph7787">
                <a:extLst>
                  <a:ext uri="{FF2B5EF4-FFF2-40B4-BE49-F238E27FC236}">
                    <a16:creationId xmlns:a16="http://schemas.microsoft.com/office/drawing/2014/main" id="{F7CD4609-B896-4F51-3374-18CEC728D893}"/>
                  </a:ext>
                </a:extLst>
              </p:cNvPr>
              <p:cNvSpPr/>
              <p:nvPr/>
            </p:nvSpPr>
            <p:spPr>
              <a:xfrm>
                <a:off x="353507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7" name="ph7788">
                <a:extLst>
                  <a:ext uri="{FF2B5EF4-FFF2-40B4-BE49-F238E27FC236}">
                    <a16:creationId xmlns:a16="http://schemas.microsoft.com/office/drawing/2014/main" id="{F126F72F-44E1-2DC4-99AF-4DC78522E9B9}"/>
                  </a:ext>
                </a:extLst>
              </p:cNvPr>
              <p:cNvSpPr/>
              <p:nvPr/>
            </p:nvSpPr>
            <p:spPr>
              <a:xfrm>
                <a:off x="354451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8" name="ph7789">
                <a:extLst>
                  <a:ext uri="{FF2B5EF4-FFF2-40B4-BE49-F238E27FC236}">
                    <a16:creationId xmlns:a16="http://schemas.microsoft.com/office/drawing/2014/main" id="{833A9E85-0E87-67B3-624E-BE8DCD799B6C}"/>
                  </a:ext>
                </a:extLst>
              </p:cNvPr>
              <p:cNvSpPr/>
              <p:nvPr/>
            </p:nvSpPr>
            <p:spPr>
              <a:xfrm>
                <a:off x="355395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9" name="ph7790">
                <a:extLst>
                  <a:ext uri="{FF2B5EF4-FFF2-40B4-BE49-F238E27FC236}">
                    <a16:creationId xmlns:a16="http://schemas.microsoft.com/office/drawing/2014/main" id="{386C2B4C-B900-8F58-7C0B-FB1059B5389C}"/>
                  </a:ext>
                </a:extLst>
              </p:cNvPr>
              <p:cNvSpPr/>
              <p:nvPr/>
            </p:nvSpPr>
            <p:spPr>
              <a:xfrm>
                <a:off x="356339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0" name="ph7791">
                <a:extLst>
                  <a:ext uri="{FF2B5EF4-FFF2-40B4-BE49-F238E27FC236}">
                    <a16:creationId xmlns:a16="http://schemas.microsoft.com/office/drawing/2014/main" id="{EB571002-0FE1-EF5A-5CA9-930B201A959B}"/>
                  </a:ext>
                </a:extLst>
              </p:cNvPr>
              <p:cNvSpPr/>
              <p:nvPr/>
            </p:nvSpPr>
            <p:spPr>
              <a:xfrm>
                <a:off x="357283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1" name="ph7792">
                <a:extLst>
                  <a:ext uri="{FF2B5EF4-FFF2-40B4-BE49-F238E27FC236}">
                    <a16:creationId xmlns:a16="http://schemas.microsoft.com/office/drawing/2014/main" id="{FC4691D0-7E31-BB1A-9E95-FF95E61200B2}"/>
                  </a:ext>
                </a:extLst>
              </p:cNvPr>
              <p:cNvSpPr/>
              <p:nvPr/>
            </p:nvSpPr>
            <p:spPr>
              <a:xfrm>
                <a:off x="358227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2" name="ph7793">
                <a:extLst>
                  <a:ext uri="{FF2B5EF4-FFF2-40B4-BE49-F238E27FC236}">
                    <a16:creationId xmlns:a16="http://schemas.microsoft.com/office/drawing/2014/main" id="{821457DF-E3E3-C344-8333-036FF2186A53}"/>
                  </a:ext>
                </a:extLst>
              </p:cNvPr>
              <p:cNvSpPr/>
              <p:nvPr/>
            </p:nvSpPr>
            <p:spPr>
              <a:xfrm>
                <a:off x="359171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3" name="ph7794">
                <a:extLst>
                  <a:ext uri="{FF2B5EF4-FFF2-40B4-BE49-F238E27FC236}">
                    <a16:creationId xmlns:a16="http://schemas.microsoft.com/office/drawing/2014/main" id="{CA8E4664-07CD-DF4E-A793-E1C277089717}"/>
                  </a:ext>
                </a:extLst>
              </p:cNvPr>
              <p:cNvSpPr/>
              <p:nvPr/>
            </p:nvSpPr>
            <p:spPr>
              <a:xfrm>
                <a:off x="360115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4" name="ph7795">
                <a:extLst>
                  <a:ext uri="{FF2B5EF4-FFF2-40B4-BE49-F238E27FC236}">
                    <a16:creationId xmlns:a16="http://schemas.microsoft.com/office/drawing/2014/main" id="{06AFF2F0-2230-F68F-407C-E7AC1B1EF150}"/>
                  </a:ext>
                </a:extLst>
              </p:cNvPr>
              <p:cNvSpPr/>
              <p:nvPr/>
            </p:nvSpPr>
            <p:spPr>
              <a:xfrm>
                <a:off x="361059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5" name="ph7796">
                <a:extLst>
                  <a:ext uri="{FF2B5EF4-FFF2-40B4-BE49-F238E27FC236}">
                    <a16:creationId xmlns:a16="http://schemas.microsoft.com/office/drawing/2014/main" id="{6B8AF8BB-BEF8-81FF-C72B-4617E08BD810}"/>
                  </a:ext>
                </a:extLst>
              </p:cNvPr>
              <p:cNvSpPr/>
              <p:nvPr/>
            </p:nvSpPr>
            <p:spPr>
              <a:xfrm>
                <a:off x="362003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6" name="ph7797">
                <a:extLst>
                  <a:ext uri="{FF2B5EF4-FFF2-40B4-BE49-F238E27FC236}">
                    <a16:creationId xmlns:a16="http://schemas.microsoft.com/office/drawing/2014/main" id="{899679E3-4FC7-D09F-6C2F-D652558E90C2}"/>
                  </a:ext>
                </a:extLst>
              </p:cNvPr>
              <p:cNvSpPr/>
              <p:nvPr/>
            </p:nvSpPr>
            <p:spPr>
              <a:xfrm>
                <a:off x="362947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7" name="ph7798">
                <a:extLst>
                  <a:ext uri="{FF2B5EF4-FFF2-40B4-BE49-F238E27FC236}">
                    <a16:creationId xmlns:a16="http://schemas.microsoft.com/office/drawing/2014/main" id="{E367FE7F-CEEC-07DB-C345-2D19DA8B98F7}"/>
                  </a:ext>
                </a:extLst>
              </p:cNvPr>
              <p:cNvSpPr/>
              <p:nvPr/>
            </p:nvSpPr>
            <p:spPr>
              <a:xfrm>
                <a:off x="363891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8" name="ph7799">
                <a:extLst>
                  <a:ext uri="{FF2B5EF4-FFF2-40B4-BE49-F238E27FC236}">
                    <a16:creationId xmlns:a16="http://schemas.microsoft.com/office/drawing/2014/main" id="{8ED0F5D2-B992-0D54-0B52-0DB346601796}"/>
                  </a:ext>
                </a:extLst>
              </p:cNvPr>
              <p:cNvSpPr/>
              <p:nvPr/>
            </p:nvSpPr>
            <p:spPr>
              <a:xfrm>
                <a:off x="364836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9" name="ph7800">
                <a:extLst>
                  <a:ext uri="{FF2B5EF4-FFF2-40B4-BE49-F238E27FC236}">
                    <a16:creationId xmlns:a16="http://schemas.microsoft.com/office/drawing/2014/main" id="{CE323AA0-E721-879D-D60C-44A58EDC2DC6}"/>
                  </a:ext>
                </a:extLst>
              </p:cNvPr>
              <p:cNvSpPr/>
              <p:nvPr/>
            </p:nvSpPr>
            <p:spPr>
              <a:xfrm>
                <a:off x="365780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0" name="ph7801">
                <a:extLst>
                  <a:ext uri="{FF2B5EF4-FFF2-40B4-BE49-F238E27FC236}">
                    <a16:creationId xmlns:a16="http://schemas.microsoft.com/office/drawing/2014/main" id="{9144DD6F-BCB4-13DF-4D31-70A0A8C27C8E}"/>
                  </a:ext>
                </a:extLst>
              </p:cNvPr>
              <p:cNvSpPr/>
              <p:nvPr/>
            </p:nvSpPr>
            <p:spPr>
              <a:xfrm>
                <a:off x="366724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1" name="ph7802">
                <a:extLst>
                  <a:ext uri="{FF2B5EF4-FFF2-40B4-BE49-F238E27FC236}">
                    <a16:creationId xmlns:a16="http://schemas.microsoft.com/office/drawing/2014/main" id="{FBD92620-7D24-72D6-5848-E7F8AE6094AB}"/>
                  </a:ext>
                </a:extLst>
              </p:cNvPr>
              <p:cNvSpPr/>
              <p:nvPr/>
            </p:nvSpPr>
            <p:spPr>
              <a:xfrm>
                <a:off x="367668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2" name="ph7803">
                <a:extLst>
                  <a:ext uri="{FF2B5EF4-FFF2-40B4-BE49-F238E27FC236}">
                    <a16:creationId xmlns:a16="http://schemas.microsoft.com/office/drawing/2014/main" id="{070647D5-8686-2294-1621-1C3CE46FBF98}"/>
                  </a:ext>
                </a:extLst>
              </p:cNvPr>
              <p:cNvSpPr/>
              <p:nvPr/>
            </p:nvSpPr>
            <p:spPr>
              <a:xfrm>
                <a:off x="368612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3" name="ph7804">
                <a:extLst>
                  <a:ext uri="{FF2B5EF4-FFF2-40B4-BE49-F238E27FC236}">
                    <a16:creationId xmlns:a16="http://schemas.microsoft.com/office/drawing/2014/main" id="{0E430D9A-05D2-C0C0-EF06-E07766EA06D4}"/>
                  </a:ext>
                </a:extLst>
              </p:cNvPr>
              <p:cNvSpPr/>
              <p:nvPr/>
            </p:nvSpPr>
            <p:spPr>
              <a:xfrm>
                <a:off x="369556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4" name="ph7805">
                <a:extLst>
                  <a:ext uri="{FF2B5EF4-FFF2-40B4-BE49-F238E27FC236}">
                    <a16:creationId xmlns:a16="http://schemas.microsoft.com/office/drawing/2014/main" id="{E2ED4CBA-337D-3406-D1CF-F92724A34769}"/>
                  </a:ext>
                </a:extLst>
              </p:cNvPr>
              <p:cNvSpPr/>
              <p:nvPr/>
            </p:nvSpPr>
            <p:spPr>
              <a:xfrm>
                <a:off x="370500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5" name="ph7806">
                <a:extLst>
                  <a:ext uri="{FF2B5EF4-FFF2-40B4-BE49-F238E27FC236}">
                    <a16:creationId xmlns:a16="http://schemas.microsoft.com/office/drawing/2014/main" id="{A8D6BD4F-8451-6509-8DD5-2B94CEEC2C91}"/>
                  </a:ext>
                </a:extLst>
              </p:cNvPr>
              <p:cNvSpPr/>
              <p:nvPr/>
            </p:nvSpPr>
            <p:spPr>
              <a:xfrm>
                <a:off x="371444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6" name="ph7807">
                <a:extLst>
                  <a:ext uri="{FF2B5EF4-FFF2-40B4-BE49-F238E27FC236}">
                    <a16:creationId xmlns:a16="http://schemas.microsoft.com/office/drawing/2014/main" id="{CD64DF17-67CE-3FD0-EB97-240EC56362A0}"/>
                  </a:ext>
                </a:extLst>
              </p:cNvPr>
              <p:cNvSpPr/>
              <p:nvPr/>
            </p:nvSpPr>
            <p:spPr>
              <a:xfrm>
                <a:off x="372388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7" name="ph7808">
                <a:extLst>
                  <a:ext uri="{FF2B5EF4-FFF2-40B4-BE49-F238E27FC236}">
                    <a16:creationId xmlns:a16="http://schemas.microsoft.com/office/drawing/2014/main" id="{2846D3E7-28E3-252D-D622-F5C19045A0C5}"/>
                  </a:ext>
                </a:extLst>
              </p:cNvPr>
              <p:cNvSpPr/>
              <p:nvPr/>
            </p:nvSpPr>
            <p:spPr>
              <a:xfrm>
                <a:off x="373332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8" name="ph7809">
                <a:extLst>
                  <a:ext uri="{FF2B5EF4-FFF2-40B4-BE49-F238E27FC236}">
                    <a16:creationId xmlns:a16="http://schemas.microsoft.com/office/drawing/2014/main" id="{727507DA-677F-7813-16D5-154BE87845DB}"/>
                  </a:ext>
                </a:extLst>
              </p:cNvPr>
              <p:cNvSpPr/>
              <p:nvPr/>
            </p:nvSpPr>
            <p:spPr>
              <a:xfrm>
                <a:off x="374276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9" name="ph7810">
                <a:extLst>
                  <a:ext uri="{FF2B5EF4-FFF2-40B4-BE49-F238E27FC236}">
                    <a16:creationId xmlns:a16="http://schemas.microsoft.com/office/drawing/2014/main" id="{B1C2DF9C-0E8F-6ECA-51CA-ECF5FF47887B}"/>
                  </a:ext>
                </a:extLst>
              </p:cNvPr>
              <p:cNvSpPr/>
              <p:nvPr/>
            </p:nvSpPr>
            <p:spPr>
              <a:xfrm>
                <a:off x="375220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0" name="ph7811">
                <a:extLst>
                  <a:ext uri="{FF2B5EF4-FFF2-40B4-BE49-F238E27FC236}">
                    <a16:creationId xmlns:a16="http://schemas.microsoft.com/office/drawing/2014/main" id="{F7065744-4BD8-DADC-5D68-EDF3A86E194B}"/>
                  </a:ext>
                </a:extLst>
              </p:cNvPr>
              <p:cNvSpPr/>
              <p:nvPr/>
            </p:nvSpPr>
            <p:spPr>
              <a:xfrm>
                <a:off x="376164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1" name="ph7812">
                <a:extLst>
                  <a:ext uri="{FF2B5EF4-FFF2-40B4-BE49-F238E27FC236}">
                    <a16:creationId xmlns:a16="http://schemas.microsoft.com/office/drawing/2014/main" id="{E748A7F2-3B02-EB4A-9A64-6E31915F11D8}"/>
                  </a:ext>
                </a:extLst>
              </p:cNvPr>
              <p:cNvSpPr/>
              <p:nvPr/>
            </p:nvSpPr>
            <p:spPr>
              <a:xfrm>
                <a:off x="377108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2" name="ph7813">
                <a:extLst>
                  <a:ext uri="{FF2B5EF4-FFF2-40B4-BE49-F238E27FC236}">
                    <a16:creationId xmlns:a16="http://schemas.microsoft.com/office/drawing/2014/main" id="{CE6C5F91-1595-12AF-687E-AA5CC20E10C3}"/>
                  </a:ext>
                </a:extLst>
              </p:cNvPr>
              <p:cNvSpPr/>
              <p:nvPr/>
            </p:nvSpPr>
            <p:spPr>
              <a:xfrm>
                <a:off x="378052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3" name="ph7814">
                <a:extLst>
                  <a:ext uri="{FF2B5EF4-FFF2-40B4-BE49-F238E27FC236}">
                    <a16:creationId xmlns:a16="http://schemas.microsoft.com/office/drawing/2014/main" id="{B9BBD98F-EABC-B502-9C4B-CCD467AB777B}"/>
                  </a:ext>
                </a:extLst>
              </p:cNvPr>
              <p:cNvSpPr/>
              <p:nvPr/>
            </p:nvSpPr>
            <p:spPr>
              <a:xfrm>
                <a:off x="378996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4" name="ph7815">
                <a:extLst>
                  <a:ext uri="{FF2B5EF4-FFF2-40B4-BE49-F238E27FC236}">
                    <a16:creationId xmlns:a16="http://schemas.microsoft.com/office/drawing/2014/main" id="{799477AE-5624-ACBC-576D-9625FCA931EA}"/>
                  </a:ext>
                </a:extLst>
              </p:cNvPr>
              <p:cNvSpPr/>
              <p:nvPr/>
            </p:nvSpPr>
            <p:spPr>
              <a:xfrm>
                <a:off x="379940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5" name="ph7816">
                <a:extLst>
                  <a:ext uri="{FF2B5EF4-FFF2-40B4-BE49-F238E27FC236}">
                    <a16:creationId xmlns:a16="http://schemas.microsoft.com/office/drawing/2014/main" id="{D199CA1C-691B-19AA-46B5-0CDE4E3C0E6F}"/>
                  </a:ext>
                </a:extLst>
              </p:cNvPr>
              <p:cNvSpPr/>
              <p:nvPr/>
            </p:nvSpPr>
            <p:spPr>
              <a:xfrm>
                <a:off x="380884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6" name="ph7817">
                <a:extLst>
                  <a:ext uri="{FF2B5EF4-FFF2-40B4-BE49-F238E27FC236}">
                    <a16:creationId xmlns:a16="http://schemas.microsoft.com/office/drawing/2014/main" id="{10F86C59-C444-EECE-237B-3D6B8EBD1561}"/>
                  </a:ext>
                </a:extLst>
              </p:cNvPr>
              <p:cNvSpPr/>
              <p:nvPr/>
            </p:nvSpPr>
            <p:spPr>
              <a:xfrm>
                <a:off x="381828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7" name="ph7818">
                <a:extLst>
                  <a:ext uri="{FF2B5EF4-FFF2-40B4-BE49-F238E27FC236}">
                    <a16:creationId xmlns:a16="http://schemas.microsoft.com/office/drawing/2014/main" id="{A9F5F9D7-7908-6A91-299B-897219044ADB}"/>
                  </a:ext>
                </a:extLst>
              </p:cNvPr>
              <p:cNvSpPr/>
              <p:nvPr/>
            </p:nvSpPr>
            <p:spPr>
              <a:xfrm>
                <a:off x="382772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8" name="ph7819">
                <a:extLst>
                  <a:ext uri="{FF2B5EF4-FFF2-40B4-BE49-F238E27FC236}">
                    <a16:creationId xmlns:a16="http://schemas.microsoft.com/office/drawing/2014/main" id="{A351B9D4-02E7-F8E9-057B-E1D4C4E20411}"/>
                  </a:ext>
                </a:extLst>
              </p:cNvPr>
              <p:cNvSpPr/>
              <p:nvPr/>
            </p:nvSpPr>
            <p:spPr>
              <a:xfrm>
                <a:off x="383716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9" name="ph7820">
                <a:extLst>
                  <a:ext uri="{FF2B5EF4-FFF2-40B4-BE49-F238E27FC236}">
                    <a16:creationId xmlns:a16="http://schemas.microsoft.com/office/drawing/2014/main" id="{830BF058-90E7-0BE8-C762-03137FA4B0DA}"/>
                  </a:ext>
                </a:extLst>
              </p:cNvPr>
              <p:cNvSpPr/>
              <p:nvPr/>
            </p:nvSpPr>
            <p:spPr>
              <a:xfrm>
                <a:off x="384660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0" name="ph7821">
                <a:extLst>
                  <a:ext uri="{FF2B5EF4-FFF2-40B4-BE49-F238E27FC236}">
                    <a16:creationId xmlns:a16="http://schemas.microsoft.com/office/drawing/2014/main" id="{26A29814-3D4E-DF73-A286-1901CEBB228D}"/>
                  </a:ext>
                </a:extLst>
              </p:cNvPr>
              <p:cNvSpPr/>
              <p:nvPr/>
            </p:nvSpPr>
            <p:spPr>
              <a:xfrm>
                <a:off x="385604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1" name="ph7822">
                <a:extLst>
                  <a:ext uri="{FF2B5EF4-FFF2-40B4-BE49-F238E27FC236}">
                    <a16:creationId xmlns:a16="http://schemas.microsoft.com/office/drawing/2014/main" id="{C1EE7193-C3E5-9943-AE77-D5466A903307}"/>
                  </a:ext>
                </a:extLst>
              </p:cNvPr>
              <p:cNvSpPr/>
              <p:nvPr/>
            </p:nvSpPr>
            <p:spPr>
              <a:xfrm>
                <a:off x="3865485" y="1078465"/>
                <a:ext cx="921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31" y="896830"/>
                    </a:lnTo>
                    <a:lnTo>
                      <a:pt x="921521" y="901327"/>
                    </a:lnTo>
                    <a:lnTo>
                      <a:pt x="921920" y="912411"/>
                    </a:lnTo>
                    <a:lnTo>
                      <a:pt x="921935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2" name="ph7823">
                <a:extLst>
                  <a:ext uri="{FF2B5EF4-FFF2-40B4-BE49-F238E27FC236}">
                    <a16:creationId xmlns:a16="http://schemas.microsoft.com/office/drawing/2014/main" id="{E10B1A86-E0C3-2C4E-6B3A-8127679B1569}"/>
                  </a:ext>
                </a:extLst>
              </p:cNvPr>
              <p:cNvSpPr/>
              <p:nvPr/>
            </p:nvSpPr>
            <p:spPr>
              <a:xfrm>
                <a:off x="2062399" y="104332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456" y="931969"/>
                    </a:lnTo>
                    <a:lnTo>
                      <a:pt x="909239" y="927794"/>
                    </a:lnTo>
                    <a:lnTo>
                      <a:pt x="911481" y="917590"/>
                    </a:lnTo>
                    <a:lnTo>
                      <a:pt x="912289" y="91439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3" name="ph7824">
                <a:extLst>
                  <a:ext uri="{FF2B5EF4-FFF2-40B4-BE49-F238E27FC236}">
                    <a16:creationId xmlns:a16="http://schemas.microsoft.com/office/drawing/2014/main" id="{BB6A056B-40ED-FB71-F2EF-65AC711A0FC0}"/>
                  </a:ext>
                </a:extLst>
              </p:cNvPr>
              <p:cNvSpPr/>
              <p:nvPr/>
            </p:nvSpPr>
            <p:spPr>
              <a:xfrm>
                <a:off x="206239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4" name="ph7825">
                <a:extLst>
                  <a:ext uri="{FF2B5EF4-FFF2-40B4-BE49-F238E27FC236}">
                    <a16:creationId xmlns:a16="http://schemas.microsoft.com/office/drawing/2014/main" id="{159BA26D-AD22-A42C-E09D-EC2B1FAC4912}"/>
                  </a:ext>
                </a:extLst>
              </p:cNvPr>
              <p:cNvSpPr/>
              <p:nvPr/>
            </p:nvSpPr>
            <p:spPr>
              <a:xfrm>
                <a:off x="207184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5" name="ph7826">
                <a:extLst>
                  <a:ext uri="{FF2B5EF4-FFF2-40B4-BE49-F238E27FC236}">
                    <a16:creationId xmlns:a16="http://schemas.microsoft.com/office/drawing/2014/main" id="{50F32D3A-E12D-0748-41E8-B6D1172A12B7}"/>
                  </a:ext>
                </a:extLst>
              </p:cNvPr>
              <p:cNvSpPr/>
              <p:nvPr/>
            </p:nvSpPr>
            <p:spPr>
              <a:xfrm>
                <a:off x="208128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6" name="ph7827">
                <a:extLst>
                  <a:ext uri="{FF2B5EF4-FFF2-40B4-BE49-F238E27FC236}">
                    <a16:creationId xmlns:a16="http://schemas.microsoft.com/office/drawing/2014/main" id="{06A9DEB9-8998-1D81-67C7-6E3CA1D7FB81}"/>
                  </a:ext>
                </a:extLst>
              </p:cNvPr>
              <p:cNvSpPr/>
              <p:nvPr/>
            </p:nvSpPr>
            <p:spPr>
              <a:xfrm>
                <a:off x="209072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7" name="ph7828">
                <a:extLst>
                  <a:ext uri="{FF2B5EF4-FFF2-40B4-BE49-F238E27FC236}">
                    <a16:creationId xmlns:a16="http://schemas.microsoft.com/office/drawing/2014/main" id="{4CCD0644-9790-049C-1885-C158592BF456}"/>
                  </a:ext>
                </a:extLst>
              </p:cNvPr>
              <p:cNvSpPr/>
              <p:nvPr/>
            </p:nvSpPr>
            <p:spPr>
              <a:xfrm>
                <a:off x="210016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8" name="ph7829">
                <a:extLst>
                  <a:ext uri="{FF2B5EF4-FFF2-40B4-BE49-F238E27FC236}">
                    <a16:creationId xmlns:a16="http://schemas.microsoft.com/office/drawing/2014/main" id="{304988D6-AA04-DD93-CFE1-9F8A17A76E62}"/>
                  </a:ext>
                </a:extLst>
              </p:cNvPr>
              <p:cNvSpPr/>
              <p:nvPr/>
            </p:nvSpPr>
            <p:spPr>
              <a:xfrm>
                <a:off x="210960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9" name="ph7830">
                <a:extLst>
                  <a:ext uri="{FF2B5EF4-FFF2-40B4-BE49-F238E27FC236}">
                    <a16:creationId xmlns:a16="http://schemas.microsoft.com/office/drawing/2014/main" id="{A5CF02BD-959E-1BB6-1690-3020A2E04F39}"/>
                  </a:ext>
                </a:extLst>
              </p:cNvPr>
              <p:cNvSpPr/>
              <p:nvPr/>
            </p:nvSpPr>
            <p:spPr>
              <a:xfrm>
                <a:off x="211904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0" name="ph7831">
                <a:extLst>
                  <a:ext uri="{FF2B5EF4-FFF2-40B4-BE49-F238E27FC236}">
                    <a16:creationId xmlns:a16="http://schemas.microsoft.com/office/drawing/2014/main" id="{6819C54E-BD64-B0FB-7D74-DDABCA600B5E}"/>
                  </a:ext>
                </a:extLst>
              </p:cNvPr>
              <p:cNvSpPr/>
              <p:nvPr/>
            </p:nvSpPr>
            <p:spPr>
              <a:xfrm>
                <a:off x="212848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1" name="ph7832">
                <a:extLst>
                  <a:ext uri="{FF2B5EF4-FFF2-40B4-BE49-F238E27FC236}">
                    <a16:creationId xmlns:a16="http://schemas.microsoft.com/office/drawing/2014/main" id="{B34FE439-A973-3E38-3954-3024C6A24274}"/>
                  </a:ext>
                </a:extLst>
              </p:cNvPr>
              <p:cNvSpPr/>
              <p:nvPr/>
            </p:nvSpPr>
            <p:spPr>
              <a:xfrm>
                <a:off x="213792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2" name="ph7833">
                <a:extLst>
                  <a:ext uri="{FF2B5EF4-FFF2-40B4-BE49-F238E27FC236}">
                    <a16:creationId xmlns:a16="http://schemas.microsoft.com/office/drawing/2014/main" id="{3D17E174-561E-F259-0566-CF638F0D7FE5}"/>
                  </a:ext>
                </a:extLst>
              </p:cNvPr>
              <p:cNvSpPr/>
              <p:nvPr/>
            </p:nvSpPr>
            <p:spPr>
              <a:xfrm>
                <a:off x="214736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3" name="ph7834">
                <a:extLst>
                  <a:ext uri="{FF2B5EF4-FFF2-40B4-BE49-F238E27FC236}">
                    <a16:creationId xmlns:a16="http://schemas.microsoft.com/office/drawing/2014/main" id="{0A4E7DFE-C3D9-DADD-0139-53415AB722DE}"/>
                  </a:ext>
                </a:extLst>
              </p:cNvPr>
              <p:cNvSpPr/>
              <p:nvPr/>
            </p:nvSpPr>
            <p:spPr>
              <a:xfrm>
                <a:off x="215680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4" name="ph7835">
                <a:extLst>
                  <a:ext uri="{FF2B5EF4-FFF2-40B4-BE49-F238E27FC236}">
                    <a16:creationId xmlns:a16="http://schemas.microsoft.com/office/drawing/2014/main" id="{03E29188-F868-03B8-4D31-D2F37C7D2286}"/>
                  </a:ext>
                </a:extLst>
              </p:cNvPr>
              <p:cNvSpPr/>
              <p:nvPr/>
            </p:nvSpPr>
            <p:spPr>
              <a:xfrm>
                <a:off x="216624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5" name="ph7836">
                <a:extLst>
                  <a:ext uri="{FF2B5EF4-FFF2-40B4-BE49-F238E27FC236}">
                    <a16:creationId xmlns:a16="http://schemas.microsoft.com/office/drawing/2014/main" id="{499EF43E-F5DA-C4D8-DF7E-81E22221BE7D}"/>
                  </a:ext>
                </a:extLst>
              </p:cNvPr>
              <p:cNvSpPr/>
              <p:nvPr/>
            </p:nvSpPr>
            <p:spPr>
              <a:xfrm>
                <a:off x="217568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6" name="ph7837">
                <a:extLst>
                  <a:ext uri="{FF2B5EF4-FFF2-40B4-BE49-F238E27FC236}">
                    <a16:creationId xmlns:a16="http://schemas.microsoft.com/office/drawing/2014/main" id="{E61DF29A-0F33-B3C9-EB6B-9D0698FC4611}"/>
                  </a:ext>
                </a:extLst>
              </p:cNvPr>
              <p:cNvSpPr/>
              <p:nvPr/>
            </p:nvSpPr>
            <p:spPr>
              <a:xfrm>
                <a:off x="218512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7" name="ph7838">
                <a:extLst>
                  <a:ext uri="{FF2B5EF4-FFF2-40B4-BE49-F238E27FC236}">
                    <a16:creationId xmlns:a16="http://schemas.microsoft.com/office/drawing/2014/main" id="{01DE3433-06CA-A772-89F1-C32D99CDDABF}"/>
                  </a:ext>
                </a:extLst>
              </p:cNvPr>
              <p:cNvSpPr/>
              <p:nvPr/>
            </p:nvSpPr>
            <p:spPr>
              <a:xfrm>
                <a:off x="219456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8" name="ph7839">
                <a:extLst>
                  <a:ext uri="{FF2B5EF4-FFF2-40B4-BE49-F238E27FC236}">
                    <a16:creationId xmlns:a16="http://schemas.microsoft.com/office/drawing/2014/main" id="{B6F7B21D-CEBA-E82C-F94F-55C9CC43EF28}"/>
                  </a:ext>
                </a:extLst>
              </p:cNvPr>
              <p:cNvSpPr/>
              <p:nvPr/>
            </p:nvSpPr>
            <p:spPr>
              <a:xfrm>
                <a:off x="220400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9" name="ph7840">
                <a:extLst>
                  <a:ext uri="{FF2B5EF4-FFF2-40B4-BE49-F238E27FC236}">
                    <a16:creationId xmlns:a16="http://schemas.microsoft.com/office/drawing/2014/main" id="{094204FB-6874-82FC-8886-EFEF8F404DE2}"/>
                  </a:ext>
                </a:extLst>
              </p:cNvPr>
              <p:cNvSpPr/>
              <p:nvPr/>
            </p:nvSpPr>
            <p:spPr>
              <a:xfrm>
                <a:off x="221344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0" name="ph7841">
                <a:extLst>
                  <a:ext uri="{FF2B5EF4-FFF2-40B4-BE49-F238E27FC236}">
                    <a16:creationId xmlns:a16="http://schemas.microsoft.com/office/drawing/2014/main" id="{A89893BB-A3BB-B2CB-A0C3-9EFE0E9DF448}"/>
                  </a:ext>
                </a:extLst>
              </p:cNvPr>
              <p:cNvSpPr/>
              <p:nvPr/>
            </p:nvSpPr>
            <p:spPr>
              <a:xfrm>
                <a:off x="222288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1" name="ph7842">
                <a:extLst>
                  <a:ext uri="{FF2B5EF4-FFF2-40B4-BE49-F238E27FC236}">
                    <a16:creationId xmlns:a16="http://schemas.microsoft.com/office/drawing/2014/main" id="{FC851B32-FFCD-A604-E0E3-58D0A1B14B4B}"/>
                  </a:ext>
                </a:extLst>
              </p:cNvPr>
              <p:cNvSpPr/>
              <p:nvPr/>
            </p:nvSpPr>
            <p:spPr>
              <a:xfrm>
                <a:off x="223232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2" name="ph7843">
                <a:extLst>
                  <a:ext uri="{FF2B5EF4-FFF2-40B4-BE49-F238E27FC236}">
                    <a16:creationId xmlns:a16="http://schemas.microsoft.com/office/drawing/2014/main" id="{BBC7C9F1-74EA-8AB2-FA85-4E6F857B6246}"/>
                  </a:ext>
                </a:extLst>
              </p:cNvPr>
              <p:cNvSpPr/>
              <p:nvPr/>
            </p:nvSpPr>
            <p:spPr>
              <a:xfrm>
                <a:off x="224176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3" name="ph7844">
                <a:extLst>
                  <a:ext uri="{FF2B5EF4-FFF2-40B4-BE49-F238E27FC236}">
                    <a16:creationId xmlns:a16="http://schemas.microsoft.com/office/drawing/2014/main" id="{E886869D-B35B-5A87-6697-75D60AB406D1}"/>
                  </a:ext>
                </a:extLst>
              </p:cNvPr>
              <p:cNvSpPr/>
              <p:nvPr/>
            </p:nvSpPr>
            <p:spPr>
              <a:xfrm>
                <a:off x="225120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4" name="ph7845">
                <a:extLst>
                  <a:ext uri="{FF2B5EF4-FFF2-40B4-BE49-F238E27FC236}">
                    <a16:creationId xmlns:a16="http://schemas.microsoft.com/office/drawing/2014/main" id="{9E23EE1D-1312-8FF4-AFE3-A42853ADC972}"/>
                  </a:ext>
                </a:extLst>
              </p:cNvPr>
              <p:cNvSpPr/>
              <p:nvPr/>
            </p:nvSpPr>
            <p:spPr>
              <a:xfrm>
                <a:off x="226064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5" name="ph7846">
                <a:extLst>
                  <a:ext uri="{FF2B5EF4-FFF2-40B4-BE49-F238E27FC236}">
                    <a16:creationId xmlns:a16="http://schemas.microsoft.com/office/drawing/2014/main" id="{9268429E-1E11-1AF0-FB5F-DCA8EEFBB3ED}"/>
                  </a:ext>
                </a:extLst>
              </p:cNvPr>
              <p:cNvSpPr/>
              <p:nvPr/>
            </p:nvSpPr>
            <p:spPr>
              <a:xfrm>
                <a:off x="227008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6" name="ph7847">
                <a:extLst>
                  <a:ext uri="{FF2B5EF4-FFF2-40B4-BE49-F238E27FC236}">
                    <a16:creationId xmlns:a16="http://schemas.microsoft.com/office/drawing/2014/main" id="{E75BA4AF-E0A7-7D6C-52F8-B079FA0D4A11}"/>
                  </a:ext>
                </a:extLst>
              </p:cNvPr>
              <p:cNvSpPr/>
              <p:nvPr/>
            </p:nvSpPr>
            <p:spPr>
              <a:xfrm>
                <a:off x="2279525" y="1060895"/>
                <a:ext cx="9201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5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575" y="896830"/>
                    </a:lnTo>
                    <a:lnTo>
                      <a:pt x="918866" y="904738"/>
                    </a:lnTo>
                    <a:lnTo>
                      <a:pt x="920151" y="914400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7" name="ph7848">
                <a:extLst>
                  <a:ext uri="{FF2B5EF4-FFF2-40B4-BE49-F238E27FC236}">
                    <a16:creationId xmlns:a16="http://schemas.microsoft.com/office/drawing/2014/main" id="{199C99FE-C404-7C2D-5A1F-7BE0DBD45DC8}"/>
                  </a:ext>
                </a:extLst>
              </p:cNvPr>
              <p:cNvSpPr/>
              <p:nvPr/>
            </p:nvSpPr>
            <p:spPr>
              <a:xfrm>
                <a:off x="3487876" y="1043325"/>
                <a:ext cx="914400" cy="9146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9">
                    <a:moveTo>
                      <a:pt x="914400" y="914399"/>
                    </a:moveTo>
                    <a:lnTo>
                      <a:pt x="914400" y="914649"/>
                    </a:lnTo>
                    <a:lnTo>
                      <a:pt x="913660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8" name="ph7849">
                <a:extLst>
                  <a:ext uri="{FF2B5EF4-FFF2-40B4-BE49-F238E27FC236}">
                    <a16:creationId xmlns:a16="http://schemas.microsoft.com/office/drawing/2014/main" id="{F957FDE1-BA4D-AEB3-1E09-482F5D0AE512}"/>
                  </a:ext>
                </a:extLst>
              </p:cNvPr>
              <p:cNvSpPr/>
              <p:nvPr/>
            </p:nvSpPr>
            <p:spPr>
              <a:xfrm>
                <a:off x="3487876" y="1043325"/>
                <a:ext cx="923840" cy="9172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24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765" y="917249"/>
                    </a:lnTo>
                    <a:lnTo>
                      <a:pt x="917999" y="915865"/>
                    </a:lnTo>
                    <a:lnTo>
                      <a:pt x="914400" y="91464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9" name="ph7850">
                <a:extLst>
                  <a:ext uri="{FF2B5EF4-FFF2-40B4-BE49-F238E27FC236}">
                    <a16:creationId xmlns:a16="http://schemas.microsoft.com/office/drawing/2014/main" id="{9F696CF3-BD09-26DF-9EC0-1A6534E62EE5}"/>
                  </a:ext>
                </a:extLst>
              </p:cNvPr>
              <p:cNvSpPr/>
              <p:nvPr/>
            </p:nvSpPr>
            <p:spPr>
              <a:xfrm>
                <a:off x="3497316" y="1043325"/>
                <a:ext cx="923840" cy="91825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57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8257"/>
                    </a:lnTo>
                    <a:lnTo>
                      <a:pt x="920121" y="918080"/>
                    </a:lnTo>
                    <a:lnTo>
                      <a:pt x="914400" y="91725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0" name="ph7851">
                <a:extLst>
                  <a:ext uri="{FF2B5EF4-FFF2-40B4-BE49-F238E27FC236}">
                    <a16:creationId xmlns:a16="http://schemas.microsoft.com/office/drawing/2014/main" id="{E50F67AB-B2EB-6D75-766B-BAD0951D71A2}"/>
                  </a:ext>
                </a:extLst>
              </p:cNvPr>
              <p:cNvSpPr/>
              <p:nvPr/>
            </p:nvSpPr>
            <p:spPr>
              <a:xfrm>
                <a:off x="3516196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19" y="914400"/>
                    </a:lnTo>
                    <a:lnTo>
                      <a:pt x="914400" y="913842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1" name="ph7852">
                <a:extLst>
                  <a:ext uri="{FF2B5EF4-FFF2-40B4-BE49-F238E27FC236}">
                    <a16:creationId xmlns:a16="http://schemas.microsoft.com/office/drawing/2014/main" id="{2F7D1BB4-36DA-556A-B61F-B07420B86785}"/>
                  </a:ext>
                </a:extLst>
              </p:cNvPr>
              <p:cNvSpPr/>
              <p:nvPr/>
            </p:nvSpPr>
            <p:spPr>
              <a:xfrm>
                <a:off x="3506756" y="1043325"/>
                <a:ext cx="923840" cy="9183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356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931"/>
                    </a:lnTo>
                    <a:lnTo>
                      <a:pt x="922305" y="918078"/>
                    </a:lnTo>
                    <a:lnTo>
                      <a:pt x="916493" y="918356"/>
                    </a:lnTo>
                    <a:lnTo>
                      <a:pt x="914400" y="918257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2" name="ph7853">
                <a:extLst>
                  <a:ext uri="{FF2B5EF4-FFF2-40B4-BE49-F238E27FC236}">
                    <a16:creationId xmlns:a16="http://schemas.microsoft.com/office/drawing/2014/main" id="{411495D7-6967-EE9C-046F-FB811F1DB617}"/>
                  </a:ext>
                </a:extLst>
              </p:cNvPr>
              <p:cNvSpPr/>
              <p:nvPr/>
            </p:nvSpPr>
            <p:spPr>
              <a:xfrm>
                <a:off x="3525637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842"/>
                    </a:lnTo>
                    <a:lnTo>
                      <a:pt x="905577" y="913249"/>
                    </a:lnTo>
                    <a:lnTo>
                      <a:pt x="911066" y="908647"/>
                    </a:lnTo>
                    <a:lnTo>
                      <a:pt x="914400" y="906240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3" name="ph7854">
                <a:extLst>
                  <a:ext uri="{FF2B5EF4-FFF2-40B4-BE49-F238E27FC236}">
                    <a16:creationId xmlns:a16="http://schemas.microsoft.com/office/drawing/2014/main" id="{57590269-F31A-D1F8-D242-8192EE748B4C}"/>
                  </a:ext>
                </a:extLst>
              </p:cNvPr>
              <p:cNvSpPr/>
              <p:nvPr/>
            </p:nvSpPr>
            <p:spPr>
              <a:xfrm>
                <a:off x="3516196" y="1043325"/>
                <a:ext cx="923840" cy="9179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9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030"/>
                    </a:lnTo>
                    <a:lnTo>
                      <a:pt x="922390" y="917168"/>
                    </a:lnTo>
                    <a:lnTo>
                      <a:pt x="920485" y="917349"/>
                    </a:lnTo>
                    <a:lnTo>
                      <a:pt x="918581" y="917531"/>
                    </a:lnTo>
                    <a:lnTo>
                      <a:pt x="916677" y="917713"/>
                    </a:lnTo>
                    <a:lnTo>
                      <a:pt x="914773" y="917895"/>
                    </a:lnTo>
                    <a:lnTo>
                      <a:pt x="914400" y="917931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4" name="ph7855">
                <a:extLst>
                  <a:ext uri="{FF2B5EF4-FFF2-40B4-BE49-F238E27FC236}">
                    <a16:creationId xmlns:a16="http://schemas.microsoft.com/office/drawing/2014/main" id="{6BE3FE94-F2F5-6B41-BDCC-225373AAB459}"/>
                  </a:ext>
                </a:extLst>
              </p:cNvPr>
              <p:cNvSpPr/>
              <p:nvPr/>
            </p:nvSpPr>
            <p:spPr>
              <a:xfrm>
                <a:off x="352563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lnTo>
                      <a:pt x="914400" y="923810"/>
                    </a:lnTo>
                    <a:lnTo>
                      <a:pt x="916679" y="922164"/>
                    </a:lnTo>
                    <a:lnTo>
                      <a:pt x="916972" y="921969"/>
                    </a:lnTo>
                    <a:lnTo>
                      <a:pt x="917268" y="921772"/>
                    </a:lnTo>
                    <a:lnTo>
                      <a:pt x="917563" y="921575"/>
                    </a:lnTo>
                    <a:lnTo>
                      <a:pt x="917859" y="921378"/>
                    </a:lnTo>
                    <a:lnTo>
                      <a:pt x="918155" y="921181"/>
                    </a:lnTo>
                    <a:lnTo>
                      <a:pt x="918450" y="920985"/>
                    </a:lnTo>
                    <a:lnTo>
                      <a:pt x="918746" y="920788"/>
                    </a:lnTo>
                    <a:lnTo>
                      <a:pt x="919042" y="920591"/>
                    </a:lnTo>
                    <a:lnTo>
                      <a:pt x="919337" y="920394"/>
                    </a:lnTo>
                    <a:lnTo>
                      <a:pt x="919633" y="920198"/>
                    </a:lnTo>
                    <a:lnTo>
                      <a:pt x="919929" y="920001"/>
                    </a:lnTo>
                    <a:lnTo>
                      <a:pt x="920225" y="919804"/>
                    </a:lnTo>
                    <a:lnTo>
                      <a:pt x="920520" y="919607"/>
                    </a:lnTo>
                    <a:lnTo>
                      <a:pt x="920816" y="919411"/>
                    </a:lnTo>
                    <a:lnTo>
                      <a:pt x="921112" y="919214"/>
                    </a:lnTo>
                    <a:lnTo>
                      <a:pt x="921408" y="919017"/>
                    </a:lnTo>
                    <a:lnTo>
                      <a:pt x="921703" y="918821"/>
                    </a:lnTo>
                    <a:lnTo>
                      <a:pt x="921999" y="918624"/>
                    </a:lnTo>
                    <a:lnTo>
                      <a:pt x="922221" y="918476"/>
                    </a:lnTo>
                    <a:lnTo>
                      <a:pt x="921052" y="916983"/>
                    </a:lnTo>
                    <a:lnTo>
                      <a:pt x="920560" y="916355"/>
                    </a:lnTo>
                    <a:lnTo>
                      <a:pt x="918667" y="916625"/>
                    </a:lnTo>
                    <a:lnTo>
                      <a:pt x="916758" y="916806"/>
                    </a:lnTo>
                    <a:lnTo>
                      <a:pt x="914854" y="916987"/>
                    </a:lnTo>
                    <a:lnTo>
                      <a:pt x="914400" y="917030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5" name="ph7856">
                <a:extLst>
                  <a:ext uri="{FF2B5EF4-FFF2-40B4-BE49-F238E27FC236}">
                    <a16:creationId xmlns:a16="http://schemas.microsoft.com/office/drawing/2014/main" id="{FDE81BAB-F670-13FA-93D2-CAB014BE17B8}"/>
                  </a:ext>
                </a:extLst>
              </p:cNvPr>
              <p:cNvSpPr/>
              <p:nvPr/>
            </p:nvSpPr>
            <p:spPr>
              <a:xfrm>
                <a:off x="353507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6" name="ph7857">
                <a:extLst>
                  <a:ext uri="{FF2B5EF4-FFF2-40B4-BE49-F238E27FC236}">
                    <a16:creationId xmlns:a16="http://schemas.microsoft.com/office/drawing/2014/main" id="{8FE7DB6A-335A-8F0C-5C06-C85B2D15E1C2}"/>
                  </a:ext>
                </a:extLst>
              </p:cNvPr>
              <p:cNvSpPr/>
              <p:nvPr/>
            </p:nvSpPr>
            <p:spPr>
              <a:xfrm>
                <a:off x="354451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7" name="ph7858">
                <a:extLst>
                  <a:ext uri="{FF2B5EF4-FFF2-40B4-BE49-F238E27FC236}">
                    <a16:creationId xmlns:a16="http://schemas.microsoft.com/office/drawing/2014/main" id="{423F881E-CD17-7111-7E5B-5E5DFACCB316}"/>
                  </a:ext>
                </a:extLst>
              </p:cNvPr>
              <p:cNvSpPr/>
              <p:nvPr/>
            </p:nvSpPr>
            <p:spPr>
              <a:xfrm>
                <a:off x="355395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8" name="ph7859">
                <a:extLst>
                  <a:ext uri="{FF2B5EF4-FFF2-40B4-BE49-F238E27FC236}">
                    <a16:creationId xmlns:a16="http://schemas.microsoft.com/office/drawing/2014/main" id="{B8F4CA73-EA74-0DDD-C794-5BE284B5F671}"/>
                  </a:ext>
                </a:extLst>
              </p:cNvPr>
              <p:cNvSpPr/>
              <p:nvPr/>
            </p:nvSpPr>
            <p:spPr>
              <a:xfrm>
                <a:off x="356339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9" name="ph7860">
                <a:extLst>
                  <a:ext uri="{FF2B5EF4-FFF2-40B4-BE49-F238E27FC236}">
                    <a16:creationId xmlns:a16="http://schemas.microsoft.com/office/drawing/2014/main" id="{22A0D674-2856-C599-5F66-4FC14F1DFA12}"/>
                  </a:ext>
                </a:extLst>
              </p:cNvPr>
              <p:cNvSpPr/>
              <p:nvPr/>
            </p:nvSpPr>
            <p:spPr>
              <a:xfrm>
                <a:off x="357283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0" name="ph7861">
                <a:extLst>
                  <a:ext uri="{FF2B5EF4-FFF2-40B4-BE49-F238E27FC236}">
                    <a16:creationId xmlns:a16="http://schemas.microsoft.com/office/drawing/2014/main" id="{88DEF8A1-9F94-2788-76C6-8CB0CC778E68}"/>
                  </a:ext>
                </a:extLst>
              </p:cNvPr>
              <p:cNvSpPr/>
              <p:nvPr/>
            </p:nvSpPr>
            <p:spPr>
              <a:xfrm>
                <a:off x="358227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1" name="ph7862">
                <a:extLst>
                  <a:ext uri="{FF2B5EF4-FFF2-40B4-BE49-F238E27FC236}">
                    <a16:creationId xmlns:a16="http://schemas.microsoft.com/office/drawing/2014/main" id="{27EF65B0-01E9-4327-1FA3-3AED94B39E34}"/>
                  </a:ext>
                </a:extLst>
              </p:cNvPr>
              <p:cNvSpPr/>
              <p:nvPr/>
            </p:nvSpPr>
            <p:spPr>
              <a:xfrm>
                <a:off x="3591718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2" name="ph7863">
                <a:extLst>
                  <a:ext uri="{FF2B5EF4-FFF2-40B4-BE49-F238E27FC236}">
                    <a16:creationId xmlns:a16="http://schemas.microsoft.com/office/drawing/2014/main" id="{2BFDA906-463C-1ACF-57E4-754DB174D209}"/>
                  </a:ext>
                </a:extLst>
              </p:cNvPr>
              <p:cNvSpPr/>
              <p:nvPr/>
            </p:nvSpPr>
            <p:spPr>
              <a:xfrm>
                <a:off x="360115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3" name="ph7864">
                <a:extLst>
                  <a:ext uri="{FF2B5EF4-FFF2-40B4-BE49-F238E27FC236}">
                    <a16:creationId xmlns:a16="http://schemas.microsoft.com/office/drawing/2014/main" id="{9D99A082-4BAF-C348-5983-3A7CC164A2E8}"/>
                  </a:ext>
                </a:extLst>
              </p:cNvPr>
              <p:cNvSpPr/>
              <p:nvPr/>
            </p:nvSpPr>
            <p:spPr>
              <a:xfrm>
                <a:off x="361059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4" name="ph7865">
                <a:extLst>
                  <a:ext uri="{FF2B5EF4-FFF2-40B4-BE49-F238E27FC236}">
                    <a16:creationId xmlns:a16="http://schemas.microsoft.com/office/drawing/2014/main" id="{93EEE79F-3893-DBFE-8C05-F736AA78929D}"/>
                  </a:ext>
                </a:extLst>
              </p:cNvPr>
              <p:cNvSpPr/>
              <p:nvPr/>
            </p:nvSpPr>
            <p:spPr>
              <a:xfrm>
                <a:off x="362003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5" name="ph7866">
                <a:extLst>
                  <a:ext uri="{FF2B5EF4-FFF2-40B4-BE49-F238E27FC236}">
                    <a16:creationId xmlns:a16="http://schemas.microsoft.com/office/drawing/2014/main" id="{292F29DE-C8D3-1927-73E5-95786FE1B1C0}"/>
                  </a:ext>
                </a:extLst>
              </p:cNvPr>
              <p:cNvSpPr/>
              <p:nvPr/>
            </p:nvSpPr>
            <p:spPr>
              <a:xfrm>
                <a:off x="362947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6" name="ph7867">
                <a:extLst>
                  <a:ext uri="{FF2B5EF4-FFF2-40B4-BE49-F238E27FC236}">
                    <a16:creationId xmlns:a16="http://schemas.microsoft.com/office/drawing/2014/main" id="{26FA75DC-C3CC-404B-D746-94D3706285C5}"/>
                  </a:ext>
                </a:extLst>
              </p:cNvPr>
              <p:cNvSpPr/>
              <p:nvPr/>
            </p:nvSpPr>
            <p:spPr>
              <a:xfrm>
                <a:off x="363891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7" name="ph7868">
                <a:extLst>
                  <a:ext uri="{FF2B5EF4-FFF2-40B4-BE49-F238E27FC236}">
                    <a16:creationId xmlns:a16="http://schemas.microsoft.com/office/drawing/2014/main" id="{F87FE675-6EC5-1FAE-4C97-A4D1D0774541}"/>
                  </a:ext>
                </a:extLst>
              </p:cNvPr>
              <p:cNvSpPr/>
              <p:nvPr/>
            </p:nvSpPr>
            <p:spPr>
              <a:xfrm>
                <a:off x="364836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8" name="ph7869">
                <a:extLst>
                  <a:ext uri="{FF2B5EF4-FFF2-40B4-BE49-F238E27FC236}">
                    <a16:creationId xmlns:a16="http://schemas.microsoft.com/office/drawing/2014/main" id="{D126DED1-2E47-A35F-61D2-A618AFF5F03E}"/>
                  </a:ext>
                </a:extLst>
              </p:cNvPr>
              <p:cNvSpPr/>
              <p:nvPr/>
            </p:nvSpPr>
            <p:spPr>
              <a:xfrm>
                <a:off x="365780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9" name="ph7870">
                <a:extLst>
                  <a:ext uri="{FF2B5EF4-FFF2-40B4-BE49-F238E27FC236}">
                    <a16:creationId xmlns:a16="http://schemas.microsoft.com/office/drawing/2014/main" id="{A2BD8BA1-B95C-991A-C824-A6E45CC8E11C}"/>
                  </a:ext>
                </a:extLst>
              </p:cNvPr>
              <p:cNvSpPr/>
              <p:nvPr/>
            </p:nvSpPr>
            <p:spPr>
              <a:xfrm>
                <a:off x="366724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0" name="ph7871">
                <a:extLst>
                  <a:ext uri="{FF2B5EF4-FFF2-40B4-BE49-F238E27FC236}">
                    <a16:creationId xmlns:a16="http://schemas.microsoft.com/office/drawing/2014/main" id="{2A030815-4399-4C10-DC2E-1B7FB97A4758}"/>
                  </a:ext>
                </a:extLst>
              </p:cNvPr>
              <p:cNvSpPr/>
              <p:nvPr/>
            </p:nvSpPr>
            <p:spPr>
              <a:xfrm>
                <a:off x="367668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1" name="ph7872">
                <a:extLst>
                  <a:ext uri="{FF2B5EF4-FFF2-40B4-BE49-F238E27FC236}">
                    <a16:creationId xmlns:a16="http://schemas.microsoft.com/office/drawing/2014/main" id="{6CD4661A-02CF-1829-BDCE-3B2664A4A181}"/>
                  </a:ext>
                </a:extLst>
              </p:cNvPr>
              <p:cNvSpPr/>
              <p:nvPr/>
            </p:nvSpPr>
            <p:spPr>
              <a:xfrm>
                <a:off x="368612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2" name="ph7873">
                <a:extLst>
                  <a:ext uri="{FF2B5EF4-FFF2-40B4-BE49-F238E27FC236}">
                    <a16:creationId xmlns:a16="http://schemas.microsoft.com/office/drawing/2014/main" id="{47A11FF3-DDB5-6606-9F71-434832BA0166}"/>
                  </a:ext>
                </a:extLst>
              </p:cNvPr>
              <p:cNvSpPr/>
              <p:nvPr/>
            </p:nvSpPr>
            <p:spPr>
              <a:xfrm>
                <a:off x="369556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3" name="ph7874">
                <a:extLst>
                  <a:ext uri="{FF2B5EF4-FFF2-40B4-BE49-F238E27FC236}">
                    <a16:creationId xmlns:a16="http://schemas.microsoft.com/office/drawing/2014/main" id="{5E73C647-3EF7-D4CF-60EB-67628AA323D6}"/>
                  </a:ext>
                </a:extLst>
              </p:cNvPr>
              <p:cNvSpPr/>
              <p:nvPr/>
            </p:nvSpPr>
            <p:spPr>
              <a:xfrm>
                <a:off x="370500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4" name="ph7875">
                <a:extLst>
                  <a:ext uri="{FF2B5EF4-FFF2-40B4-BE49-F238E27FC236}">
                    <a16:creationId xmlns:a16="http://schemas.microsoft.com/office/drawing/2014/main" id="{7B794A00-CDE1-3795-9333-265DF9580960}"/>
                  </a:ext>
                </a:extLst>
              </p:cNvPr>
              <p:cNvSpPr/>
              <p:nvPr/>
            </p:nvSpPr>
            <p:spPr>
              <a:xfrm>
                <a:off x="371444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5" name="ph7876">
                <a:extLst>
                  <a:ext uri="{FF2B5EF4-FFF2-40B4-BE49-F238E27FC236}">
                    <a16:creationId xmlns:a16="http://schemas.microsoft.com/office/drawing/2014/main" id="{D3CD2FC7-4E6E-0024-1078-289D295746CE}"/>
                  </a:ext>
                </a:extLst>
              </p:cNvPr>
              <p:cNvSpPr/>
              <p:nvPr/>
            </p:nvSpPr>
            <p:spPr>
              <a:xfrm>
                <a:off x="372388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6" name="ph7877">
                <a:extLst>
                  <a:ext uri="{FF2B5EF4-FFF2-40B4-BE49-F238E27FC236}">
                    <a16:creationId xmlns:a16="http://schemas.microsoft.com/office/drawing/2014/main" id="{F39D3404-15D2-0F90-936E-57EA04FCD8AE}"/>
                  </a:ext>
                </a:extLst>
              </p:cNvPr>
              <p:cNvSpPr/>
              <p:nvPr/>
            </p:nvSpPr>
            <p:spPr>
              <a:xfrm>
                <a:off x="373332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7" name="ph7878">
                <a:extLst>
                  <a:ext uri="{FF2B5EF4-FFF2-40B4-BE49-F238E27FC236}">
                    <a16:creationId xmlns:a16="http://schemas.microsoft.com/office/drawing/2014/main" id="{13958890-0628-AFE3-ADBA-8096A606CDA8}"/>
                  </a:ext>
                </a:extLst>
              </p:cNvPr>
              <p:cNvSpPr/>
              <p:nvPr/>
            </p:nvSpPr>
            <p:spPr>
              <a:xfrm>
                <a:off x="374276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8" name="ph7879">
                <a:extLst>
                  <a:ext uri="{FF2B5EF4-FFF2-40B4-BE49-F238E27FC236}">
                    <a16:creationId xmlns:a16="http://schemas.microsoft.com/office/drawing/2014/main" id="{03F8F323-D2A4-56A2-E3BA-FD3AD99A9F9F}"/>
                  </a:ext>
                </a:extLst>
              </p:cNvPr>
              <p:cNvSpPr/>
              <p:nvPr/>
            </p:nvSpPr>
            <p:spPr>
              <a:xfrm>
                <a:off x="375220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9" name="ph7880">
                <a:extLst>
                  <a:ext uri="{FF2B5EF4-FFF2-40B4-BE49-F238E27FC236}">
                    <a16:creationId xmlns:a16="http://schemas.microsoft.com/office/drawing/2014/main" id="{A875F3F0-FE79-B6A9-239F-5EFACBD3432F}"/>
                  </a:ext>
                </a:extLst>
              </p:cNvPr>
              <p:cNvSpPr/>
              <p:nvPr/>
            </p:nvSpPr>
            <p:spPr>
              <a:xfrm>
                <a:off x="376164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0" name="ph7881">
                <a:extLst>
                  <a:ext uri="{FF2B5EF4-FFF2-40B4-BE49-F238E27FC236}">
                    <a16:creationId xmlns:a16="http://schemas.microsoft.com/office/drawing/2014/main" id="{C70F5F6F-DB41-C677-2415-04081CAA7D84}"/>
                  </a:ext>
                </a:extLst>
              </p:cNvPr>
              <p:cNvSpPr/>
              <p:nvPr/>
            </p:nvSpPr>
            <p:spPr>
              <a:xfrm>
                <a:off x="377108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1" name="ph7882">
                <a:extLst>
                  <a:ext uri="{FF2B5EF4-FFF2-40B4-BE49-F238E27FC236}">
                    <a16:creationId xmlns:a16="http://schemas.microsoft.com/office/drawing/2014/main" id="{46D28840-665B-7EB2-6DCD-76E7B6C76A6F}"/>
                  </a:ext>
                </a:extLst>
              </p:cNvPr>
              <p:cNvSpPr/>
              <p:nvPr/>
            </p:nvSpPr>
            <p:spPr>
              <a:xfrm>
                <a:off x="378052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2" name="ph7883">
                <a:extLst>
                  <a:ext uri="{FF2B5EF4-FFF2-40B4-BE49-F238E27FC236}">
                    <a16:creationId xmlns:a16="http://schemas.microsoft.com/office/drawing/2014/main" id="{E07070F0-1503-6842-F89E-18CBBEFA9F51}"/>
                  </a:ext>
                </a:extLst>
              </p:cNvPr>
              <p:cNvSpPr/>
              <p:nvPr/>
            </p:nvSpPr>
            <p:spPr>
              <a:xfrm>
                <a:off x="378996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3" name="ph7884">
                <a:extLst>
                  <a:ext uri="{FF2B5EF4-FFF2-40B4-BE49-F238E27FC236}">
                    <a16:creationId xmlns:a16="http://schemas.microsoft.com/office/drawing/2014/main" id="{3F3ED439-63FE-3674-D730-D2B285DA2B6A}"/>
                  </a:ext>
                </a:extLst>
              </p:cNvPr>
              <p:cNvSpPr/>
              <p:nvPr/>
            </p:nvSpPr>
            <p:spPr>
              <a:xfrm>
                <a:off x="379940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4" name="ph7885">
                <a:extLst>
                  <a:ext uri="{FF2B5EF4-FFF2-40B4-BE49-F238E27FC236}">
                    <a16:creationId xmlns:a16="http://schemas.microsoft.com/office/drawing/2014/main" id="{134ECAA1-863E-D33C-4073-9B67AC38BE5B}"/>
                  </a:ext>
                </a:extLst>
              </p:cNvPr>
              <p:cNvSpPr/>
              <p:nvPr/>
            </p:nvSpPr>
            <p:spPr>
              <a:xfrm>
                <a:off x="380884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5" name="ph7886">
                <a:extLst>
                  <a:ext uri="{FF2B5EF4-FFF2-40B4-BE49-F238E27FC236}">
                    <a16:creationId xmlns:a16="http://schemas.microsoft.com/office/drawing/2014/main" id="{AAF22DD5-3975-81AB-6E2B-A55481CCE376}"/>
                  </a:ext>
                </a:extLst>
              </p:cNvPr>
              <p:cNvSpPr/>
              <p:nvPr/>
            </p:nvSpPr>
            <p:spPr>
              <a:xfrm>
                <a:off x="381828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6" name="ph7887">
                <a:extLst>
                  <a:ext uri="{FF2B5EF4-FFF2-40B4-BE49-F238E27FC236}">
                    <a16:creationId xmlns:a16="http://schemas.microsoft.com/office/drawing/2014/main" id="{1F3576D9-772C-0BE8-C9DB-253DCB87B96F}"/>
                  </a:ext>
                </a:extLst>
              </p:cNvPr>
              <p:cNvSpPr/>
              <p:nvPr/>
            </p:nvSpPr>
            <p:spPr>
              <a:xfrm>
                <a:off x="382772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7" name="ph7888">
                <a:extLst>
                  <a:ext uri="{FF2B5EF4-FFF2-40B4-BE49-F238E27FC236}">
                    <a16:creationId xmlns:a16="http://schemas.microsoft.com/office/drawing/2014/main" id="{B329DB6C-A2F2-0FE5-C029-A394E9942E86}"/>
                  </a:ext>
                </a:extLst>
              </p:cNvPr>
              <p:cNvSpPr/>
              <p:nvPr/>
            </p:nvSpPr>
            <p:spPr>
              <a:xfrm>
                <a:off x="383716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8" name="ph7889">
                <a:extLst>
                  <a:ext uri="{FF2B5EF4-FFF2-40B4-BE49-F238E27FC236}">
                    <a16:creationId xmlns:a16="http://schemas.microsoft.com/office/drawing/2014/main" id="{4F8B38F4-00EB-8500-6F98-96127B882959}"/>
                  </a:ext>
                </a:extLst>
              </p:cNvPr>
              <p:cNvSpPr/>
              <p:nvPr/>
            </p:nvSpPr>
            <p:spPr>
              <a:xfrm>
                <a:off x="384660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9" name="ph7890">
                <a:extLst>
                  <a:ext uri="{FF2B5EF4-FFF2-40B4-BE49-F238E27FC236}">
                    <a16:creationId xmlns:a16="http://schemas.microsoft.com/office/drawing/2014/main" id="{D7978BDC-1938-C527-82E1-F3A82E4C7501}"/>
                  </a:ext>
                </a:extLst>
              </p:cNvPr>
              <p:cNvSpPr/>
              <p:nvPr/>
            </p:nvSpPr>
            <p:spPr>
              <a:xfrm>
                <a:off x="385604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0" name="ph7891">
                <a:extLst>
                  <a:ext uri="{FF2B5EF4-FFF2-40B4-BE49-F238E27FC236}">
                    <a16:creationId xmlns:a16="http://schemas.microsoft.com/office/drawing/2014/main" id="{F5B2E220-99D5-2560-8285-81017C814484}"/>
                  </a:ext>
                </a:extLst>
              </p:cNvPr>
              <p:cNvSpPr/>
              <p:nvPr/>
            </p:nvSpPr>
            <p:spPr>
              <a:xfrm>
                <a:off x="3865485" y="1060895"/>
                <a:ext cx="921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786" y="896922"/>
                    </a:lnTo>
                    <a:lnTo>
                      <a:pt x="920809" y="907867"/>
                    </a:lnTo>
                    <a:lnTo>
                      <a:pt x="921231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1" name="ph7892">
                <a:extLst>
                  <a:ext uri="{FF2B5EF4-FFF2-40B4-BE49-F238E27FC236}">
                    <a16:creationId xmlns:a16="http://schemas.microsoft.com/office/drawing/2014/main" id="{039FDD40-A773-2AAA-ECD1-212D680351FB}"/>
                  </a:ext>
                </a:extLst>
              </p:cNvPr>
              <p:cNvSpPr/>
              <p:nvPr/>
            </p:nvSpPr>
            <p:spPr>
              <a:xfrm>
                <a:off x="2062399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289" y="914399"/>
                    </a:lnTo>
                    <a:lnTo>
                      <a:pt x="914007" y="907617"/>
                    </a:lnTo>
                    <a:lnTo>
                      <a:pt x="914400" y="906257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2" name="ph7893">
                <a:extLst>
                  <a:ext uri="{FF2B5EF4-FFF2-40B4-BE49-F238E27FC236}">
                    <a16:creationId xmlns:a16="http://schemas.microsoft.com/office/drawing/2014/main" id="{19FB3F32-0B38-CF74-01AB-6191024C1E8A}"/>
                  </a:ext>
                </a:extLst>
              </p:cNvPr>
              <p:cNvSpPr/>
              <p:nvPr/>
            </p:nvSpPr>
            <p:spPr>
              <a:xfrm>
                <a:off x="2071840" y="10257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826"/>
                    </a:lnTo>
                    <a:lnTo>
                      <a:pt x="907369" y="915474"/>
                    </a:lnTo>
                    <a:lnTo>
                      <a:pt x="907719" y="91439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3" name="ph7894">
                <a:extLst>
                  <a:ext uri="{FF2B5EF4-FFF2-40B4-BE49-F238E27FC236}">
                    <a16:creationId xmlns:a16="http://schemas.microsoft.com/office/drawing/2014/main" id="{6CD6B42A-BE0D-1A8B-4361-973DF04C1E48}"/>
                  </a:ext>
                </a:extLst>
              </p:cNvPr>
              <p:cNvSpPr/>
              <p:nvPr/>
            </p:nvSpPr>
            <p:spPr>
              <a:xfrm>
                <a:off x="207184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4" name="ph7895">
                <a:extLst>
                  <a:ext uri="{FF2B5EF4-FFF2-40B4-BE49-F238E27FC236}">
                    <a16:creationId xmlns:a16="http://schemas.microsoft.com/office/drawing/2014/main" id="{1ED0432E-9237-B1F9-D60B-18D6EDC385B0}"/>
                  </a:ext>
                </a:extLst>
              </p:cNvPr>
              <p:cNvSpPr/>
              <p:nvPr/>
            </p:nvSpPr>
            <p:spPr>
              <a:xfrm>
                <a:off x="208128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5" name="ph7896">
                <a:extLst>
                  <a:ext uri="{FF2B5EF4-FFF2-40B4-BE49-F238E27FC236}">
                    <a16:creationId xmlns:a16="http://schemas.microsoft.com/office/drawing/2014/main" id="{E5F5E80C-B061-65CE-FB76-6791A056AAF0}"/>
                  </a:ext>
                </a:extLst>
              </p:cNvPr>
              <p:cNvSpPr/>
              <p:nvPr/>
            </p:nvSpPr>
            <p:spPr>
              <a:xfrm>
                <a:off x="209072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6" name="ph7897">
                <a:extLst>
                  <a:ext uri="{FF2B5EF4-FFF2-40B4-BE49-F238E27FC236}">
                    <a16:creationId xmlns:a16="http://schemas.microsoft.com/office/drawing/2014/main" id="{3468D756-15D8-91BD-D4ED-5F482016B513}"/>
                  </a:ext>
                </a:extLst>
              </p:cNvPr>
              <p:cNvSpPr/>
              <p:nvPr/>
            </p:nvSpPr>
            <p:spPr>
              <a:xfrm>
                <a:off x="210016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7" name="ph7898">
                <a:extLst>
                  <a:ext uri="{FF2B5EF4-FFF2-40B4-BE49-F238E27FC236}">
                    <a16:creationId xmlns:a16="http://schemas.microsoft.com/office/drawing/2014/main" id="{01AA6BA5-39EB-2866-1EF0-5C199662D6FC}"/>
                  </a:ext>
                </a:extLst>
              </p:cNvPr>
              <p:cNvSpPr/>
              <p:nvPr/>
            </p:nvSpPr>
            <p:spPr>
              <a:xfrm>
                <a:off x="210960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8" name="ph7899">
                <a:extLst>
                  <a:ext uri="{FF2B5EF4-FFF2-40B4-BE49-F238E27FC236}">
                    <a16:creationId xmlns:a16="http://schemas.microsoft.com/office/drawing/2014/main" id="{4144437B-C46F-6FDD-ECC9-360921E55D78}"/>
                  </a:ext>
                </a:extLst>
              </p:cNvPr>
              <p:cNvSpPr/>
              <p:nvPr/>
            </p:nvSpPr>
            <p:spPr>
              <a:xfrm>
                <a:off x="211904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9" name="ph7900">
                <a:extLst>
                  <a:ext uri="{FF2B5EF4-FFF2-40B4-BE49-F238E27FC236}">
                    <a16:creationId xmlns:a16="http://schemas.microsoft.com/office/drawing/2014/main" id="{9C0116B8-E250-DD0D-834A-180F0CF9B35C}"/>
                  </a:ext>
                </a:extLst>
              </p:cNvPr>
              <p:cNvSpPr/>
              <p:nvPr/>
            </p:nvSpPr>
            <p:spPr>
              <a:xfrm>
                <a:off x="212848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0" name="ph7901">
                <a:extLst>
                  <a:ext uri="{FF2B5EF4-FFF2-40B4-BE49-F238E27FC236}">
                    <a16:creationId xmlns:a16="http://schemas.microsoft.com/office/drawing/2014/main" id="{18D95B9E-FEC4-EE4D-F881-0C067ABF020B}"/>
                  </a:ext>
                </a:extLst>
              </p:cNvPr>
              <p:cNvSpPr/>
              <p:nvPr/>
            </p:nvSpPr>
            <p:spPr>
              <a:xfrm>
                <a:off x="213792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1" name="ph7902">
                <a:extLst>
                  <a:ext uri="{FF2B5EF4-FFF2-40B4-BE49-F238E27FC236}">
                    <a16:creationId xmlns:a16="http://schemas.microsoft.com/office/drawing/2014/main" id="{7FC96BEB-0A4D-3CED-C804-80E46C6B5E66}"/>
                  </a:ext>
                </a:extLst>
              </p:cNvPr>
              <p:cNvSpPr/>
              <p:nvPr/>
            </p:nvSpPr>
            <p:spPr>
              <a:xfrm>
                <a:off x="214736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2" name="ph7903">
                <a:extLst>
                  <a:ext uri="{FF2B5EF4-FFF2-40B4-BE49-F238E27FC236}">
                    <a16:creationId xmlns:a16="http://schemas.microsoft.com/office/drawing/2014/main" id="{EFDF2AF6-F88E-A5DF-2D20-B80BB263BFFB}"/>
                  </a:ext>
                </a:extLst>
              </p:cNvPr>
              <p:cNvSpPr/>
              <p:nvPr/>
            </p:nvSpPr>
            <p:spPr>
              <a:xfrm>
                <a:off x="215680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3" name="ph7904">
                <a:extLst>
                  <a:ext uri="{FF2B5EF4-FFF2-40B4-BE49-F238E27FC236}">
                    <a16:creationId xmlns:a16="http://schemas.microsoft.com/office/drawing/2014/main" id="{7EF6D2CF-7AAB-FBC0-9042-E63E0BD8ECA4}"/>
                  </a:ext>
                </a:extLst>
              </p:cNvPr>
              <p:cNvSpPr/>
              <p:nvPr/>
            </p:nvSpPr>
            <p:spPr>
              <a:xfrm>
                <a:off x="216624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4" name="ph7905">
                <a:extLst>
                  <a:ext uri="{FF2B5EF4-FFF2-40B4-BE49-F238E27FC236}">
                    <a16:creationId xmlns:a16="http://schemas.microsoft.com/office/drawing/2014/main" id="{6454CFDD-824A-5CDE-AAE2-B83D581725DE}"/>
                  </a:ext>
                </a:extLst>
              </p:cNvPr>
              <p:cNvSpPr/>
              <p:nvPr/>
            </p:nvSpPr>
            <p:spPr>
              <a:xfrm>
                <a:off x="217568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5" name="ph7906">
                <a:extLst>
                  <a:ext uri="{FF2B5EF4-FFF2-40B4-BE49-F238E27FC236}">
                    <a16:creationId xmlns:a16="http://schemas.microsoft.com/office/drawing/2014/main" id="{7E29D48F-703B-68A8-99AD-6670748E1930}"/>
                  </a:ext>
                </a:extLst>
              </p:cNvPr>
              <p:cNvSpPr/>
              <p:nvPr/>
            </p:nvSpPr>
            <p:spPr>
              <a:xfrm>
                <a:off x="218512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6" name="ph7907">
                <a:extLst>
                  <a:ext uri="{FF2B5EF4-FFF2-40B4-BE49-F238E27FC236}">
                    <a16:creationId xmlns:a16="http://schemas.microsoft.com/office/drawing/2014/main" id="{5FA28657-3F9A-5CF5-4D4F-DF401A7B2201}"/>
                  </a:ext>
                </a:extLst>
              </p:cNvPr>
              <p:cNvSpPr/>
              <p:nvPr/>
            </p:nvSpPr>
            <p:spPr>
              <a:xfrm>
                <a:off x="219456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7" name="ph7908">
                <a:extLst>
                  <a:ext uri="{FF2B5EF4-FFF2-40B4-BE49-F238E27FC236}">
                    <a16:creationId xmlns:a16="http://schemas.microsoft.com/office/drawing/2014/main" id="{8BCB8E51-A458-B10F-3201-22CCDCC59097}"/>
                  </a:ext>
                </a:extLst>
              </p:cNvPr>
              <p:cNvSpPr/>
              <p:nvPr/>
            </p:nvSpPr>
            <p:spPr>
              <a:xfrm>
                <a:off x="220400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8" name="ph7909">
                <a:extLst>
                  <a:ext uri="{FF2B5EF4-FFF2-40B4-BE49-F238E27FC236}">
                    <a16:creationId xmlns:a16="http://schemas.microsoft.com/office/drawing/2014/main" id="{9F50DC85-7DBF-1FDB-7EFD-2B1E71EF7957}"/>
                  </a:ext>
                </a:extLst>
              </p:cNvPr>
              <p:cNvSpPr/>
              <p:nvPr/>
            </p:nvSpPr>
            <p:spPr>
              <a:xfrm>
                <a:off x="221344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9" name="ph7910">
                <a:extLst>
                  <a:ext uri="{FF2B5EF4-FFF2-40B4-BE49-F238E27FC236}">
                    <a16:creationId xmlns:a16="http://schemas.microsoft.com/office/drawing/2014/main" id="{2D68AAF0-4042-060A-23B4-4D0A808E24F6}"/>
                  </a:ext>
                </a:extLst>
              </p:cNvPr>
              <p:cNvSpPr/>
              <p:nvPr/>
            </p:nvSpPr>
            <p:spPr>
              <a:xfrm>
                <a:off x="222288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0" name="ph7911">
                <a:extLst>
                  <a:ext uri="{FF2B5EF4-FFF2-40B4-BE49-F238E27FC236}">
                    <a16:creationId xmlns:a16="http://schemas.microsoft.com/office/drawing/2014/main" id="{D483E75E-0B16-2047-0AEC-9E911F77B14C}"/>
                  </a:ext>
                </a:extLst>
              </p:cNvPr>
              <p:cNvSpPr/>
              <p:nvPr/>
            </p:nvSpPr>
            <p:spPr>
              <a:xfrm>
                <a:off x="223232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1" name="ph7912">
                <a:extLst>
                  <a:ext uri="{FF2B5EF4-FFF2-40B4-BE49-F238E27FC236}">
                    <a16:creationId xmlns:a16="http://schemas.microsoft.com/office/drawing/2014/main" id="{61C5E5A8-BFB9-9817-E2BF-58806BBD6830}"/>
                  </a:ext>
                </a:extLst>
              </p:cNvPr>
              <p:cNvSpPr/>
              <p:nvPr/>
            </p:nvSpPr>
            <p:spPr>
              <a:xfrm>
                <a:off x="224176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2" name="ph7913">
                <a:extLst>
                  <a:ext uri="{FF2B5EF4-FFF2-40B4-BE49-F238E27FC236}">
                    <a16:creationId xmlns:a16="http://schemas.microsoft.com/office/drawing/2014/main" id="{EDEFE8E2-F0C2-15E1-8C88-56BC98058142}"/>
                  </a:ext>
                </a:extLst>
              </p:cNvPr>
              <p:cNvSpPr/>
              <p:nvPr/>
            </p:nvSpPr>
            <p:spPr>
              <a:xfrm>
                <a:off x="225120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3" name="ph7914">
                <a:extLst>
                  <a:ext uri="{FF2B5EF4-FFF2-40B4-BE49-F238E27FC236}">
                    <a16:creationId xmlns:a16="http://schemas.microsoft.com/office/drawing/2014/main" id="{BBCD6EFF-C836-88B9-EB9D-32BF3DABA402}"/>
                  </a:ext>
                </a:extLst>
              </p:cNvPr>
              <p:cNvSpPr/>
              <p:nvPr/>
            </p:nvSpPr>
            <p:spPr>
              <a:xfrm>
                <a:off x="226064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4" name="ph7915">
                <a:extLst>
                  <a:ext uri="{FF2B5EF4-FFF2-40B4-BE49-F238E27FC236}">
                    <a16:creationId xmlns:a16="http://schemas.microsoft.com/office/drawing/2014/main" id="{B4722213-0117-6C48-DAB8-8319E5078C19}"/>
                  </a:ext>
                </a:extLst>
              </p:cNvPr>
              <p:cNvSpPr/>
              <p:nvPr/>
            </p:nvSpPr>
            <p:spPr>
              <a:xfrm>
                <a:off x="2279525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092" y="896830"/>
                    </a:lnTo>
                    <a:lnTo>
                      <a:pt x="914400" y="898183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5" name="ph7916">
                <a:extLst>
                  <a:ext uri="{FF2B5EF4-FFF2-40B4-BE49-F238E27FC236}">
                    <a16:creationId xmlns:a16="http://schemas.microsoft.com/office/drawing/2014/main" id="{59AB6C37-6650-D1B8-0668-48935AE8CD75}"/>
                  </a:ext>
                </a:extLst>
              </p:cNvPr>
              <p:cNvSpPr/>
              <p:nvPr/>
            </p:nvSpPr>
            <p:spPr>
              <a:xfrm>
                <a:off x="2279525" y="1043325"/>
                <a:ext cx="9175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75" h="914399">
                    <a:moveTo>
                      <a:pt x="914400" y="914399"/>
                    </a:moveTo>
                    <a:lnTo>
                      <a:pt x="914400" y="898183"/>
                    </a:lnTo>
                    <a:lnTo>
                      <a:pt x="915131" y="901409"/>
                    </a:lnTo>
                    <a:lnTo>
                      <a:pt x="917145" y="911768"/>
                    </a:lnTo>
                    <a:lnTo>
                      <a:pt x="917575" y="91439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6" name="ph7917">
                <a:extLst>
                  <a:ext uri="{FF2B5EF4-FFF2-40B4-BE49-F238E27FC236}">
                    <a16:creationId xmlns:a16="http://schemas.microsoft.com/office/drawing/2014/main" id="{8E69B34B-8DDA-2570-2685-CD961E1BC22C}"/>
                  </a:ext>
                </a:extLst>
              </p:cNvPr>
              <p:cNvSpPr/>
              <p:nvPr/>
            </p:nvSpPr>
            <p:spPr>
              <a:xfrm>
                <a:off x="3459555" y="1025756"/>
                <a:ext cx="914400" cy="9148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75">
                    <a:moveTo>
                      <a:pt x="914400" y="914399"/>
                    </a:moveTo>
                    <a:lnTo>
                      <a:pt x="914400" y="914875"/>
                    </a:lnTo>
                    <a:lnTo>
                      <a:pt x="913852" y="91439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7" name="ph7918">
                <a:extLst>
                  <a:ext uri="{FF2B5EF4-FFF2-40B4-BE49-F238E27FC236}">
                    <a16:creationId xmlns:a16="http://schemas.microsoft.com/office/drawing/2014/main" id="{D77406CD-8A8B-BD52-24CA-F4F754A76822}"/>
                  </a:ext>
                </a:extLst>
              </p:cNvPr>
              <p:cNvSpPr/>
              <p:nvPr/>
            </p:nvSpPr>
            <p:spPr>
              <a:xfrm>
                <a:off x="3459555" y="1025756"/>
                <a:ext cx="923840" cy="92245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45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454"/>
                    </a:lnTo>
                    <a:lnTo>
                      <a:pt x="918474" y="918409"/>
                    </a:lnTo>
                    <a:lnTo>
                      <a:pt x="914400" y="914875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8" name="ph7919">
                <a:extLst>
                  <a:ext uri="{FF2B5EF4-FFF2-40B4-BE49-F238E27FC236}">
                    <a16:creationId xmlns:a16="http://schemas.microsoft.com/office/drawing/2014/main" id="{874E18A1-FF4F-2E18-65FB-EB0C8D56D2EB}"/>
                  </a:ext>
                </a:extLst>
              </p:cNvPr>
              <p:cNvSpPr/>
              <p:nvPr/>
            </p:nvSpPr>
            <p:spPr>
              <a:xfrm>
                <a:off x="3468995" y="1025756"/>
                <a:ext cx="923840" cy="9281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1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8131"/>
                    </a:lnTo>
                    <a:lnTo>
                      <a:pt x="919916" y="926014"/>
                    </a:lnTo>
                    <a:lnTo>
                      <a:pt x="914400" y="922454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9" name="ph7920">
                <a:extLst>
                  <a:ext uri="{FF2B5EF4-FFF2-40B4-BE49-F238E27FC236}">
                    <a16:creationId xmlns:a16="http://schemas.microsoft.com/office/drawing/2014/main" id="{245782A1-BA98-F897-AAF7-65C8F63524BC}"/>
                  </a:ext>
                </a:extLst>
              </p:cNvPr>
              <p:cNvSpPr/>
              <p:nvPr/>
            </p:nvSpPr>
            <p:spPr>
              <a:xfrm>
                <a:off x="347843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100" y="931969"/>
                    </a:lnTo>
                    <a:lnTo>
                      <a:pt x="921719" y="931503"/>
                    </a:lnTo>
                    <a:lnTo>
                      <a:pt x="916059" y="929027"/>
                    </a:lnTo>
                    <a:lnTo>
                      <a:pt x="914400" y="928131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0" name="ph7921">
                <a:extLst>
                  <a:ext uri="{FF2B5EF4-FFF2-40B4-BE49-F238E27FC236}">
                    <a16:creationId xmlns:a16="http://schemas.microsoft.com/office/drawing/2014/main" id="{9E256765-83F5-3500-5F8E-764C206CBCA3}"/>
                  </a:ext>
                </a:extLst>
              </p:cNvPr>
              <p:cNvSpPr/>
              <p:nvPr/>
            </p:nvSpPr>
            <p:spPr>
              <a:xfrm>
                <a:off x="348787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1" name="ph7922">
                <a:extLst>
                  <a:ext uri="{FF2B5EF4-FFF2-40B4-BE49-F238E27FC236}">
                    <a16:creationId xmlns:a16="http://schemas.microsoft.com/office/drawing/2014/main" id="{4C897F19-A206-F713-E6DC-CDE596D30337}"/>
                  </a:ext>
                </a:extLst>
              </p:cNvPr>
              <p:cNvSpPr/>
              <p:nvPr/>
            </p:nvSpPr>
            <p:spPr>
              <a:xfrm>
                <a:off x="349731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2" name="ph7923">
                <a:extLst>
                  <a:ext uri="{FF2B5EF4-FFF2-40B4-BE49-F238E27FC236}">
                    <a16:creationId xmlns:a16="http://schemas.microsoft.com/office/drawing/2014/main" id="{7E06C74E-C22F-56C7-F70C-E301E35A6F79}"/>
                  </a:ext>
                </a:extLst>
              </p:cNvPr>
              <p:cNvSpPr/>
              <p:nvPr/>
            </p:nvSpPr>
            <p:spPr>
              <a:xfrm>
                <a:off x="350675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3" name="ph7924">
                <a:extLst>
                  <a:ext uri="{FF2B5EF4-FFF2-40B4-BE49-F238E27FC236}">
                    <a16:creationId xmlns:a16="http://schemas.microsoft.com/office/drawing/2014/main" id="{07554A43-1C28-3DBF-B07C-AA2609D893F1}"/>
                  </a:ext>
                </a:extLst>
              </p:cNvPr>
              <p:cNvSpPr/>
              <p:nvPr/>
            </p:nvSpPr>
            <p:spPr>
              <a:xfrm>
                <a:off x="351619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4" name="ph7925">
                <a:extLst>
                  <a:ext uri="{FF2B5EF4-FFF2-40B4-BE49-F238E27FC236}">
                    <a16:creationId xmlns:a16="http://schemas.microsoft.com/office/drawing/2014/main" id="{B5CF4F79-BF09-338A-24EE-6E0730AEA161}"/>
                  </a:ext>
                </a:extLst>
              </p:cNvPr>
              <p:cNvSpPr/>
              <p:nvPr/>
            </p:nvSpPr>
            <p:spPr>
              <a:xfrm>
                <a:off x="352563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5" name="ph7926">
                <a:extLst>
                  <a:ext uri="{FF2B5EF4-FFF2-40B4-BE49-F238E27FC236}">
                    <a16:creationId xmlns:a16="http://schemas.microsoft.com/office/drawing/2014/main" id="{719006C7-5CBE-A620-FE05-CD0E579396A1}"/>
                  </a:ext>
                </a:extLst>
              </p:cNvPr>
              <p:cNvSpPr/>
              <p:nvPr/>
            </p:nvSpPr>
            <p:spPr>
              <a:xfrm>
                <a:off x="353507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6" name="ph7927">
                <a:extLst>
                  <a:ext uri="{FF2B5EF4-FFF2-40B4-BE49-F238E27FC236}">
                    <a16:creationId xmlns:a16="http://schemas.microsoft.com/office/drawing/2014/main" id="{30A05DC7-3EEA-453C-F292-5C4A01AA42E6}"/>
                  </a:ext>
                </a:extLst>
              </p:cNvPr>
              <p:cNvSpPr/>
              <p:nvPr/>
            </p:nvSpPr>
            <p:spPr>
              <a:xfrm>
                <a:off x="354451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7" name="ph7928">
                <a:extLst>
                  <a:ext uri="{FF2B5EF4-FFF2-40B4-BE49-F238E27FC236}">
                    <a16:creationId xmlns:a16="http://schemas.microsoft.com/office/drawing/2014/main" id="{E8087F7F-B848-563B-8698-5D5225BA59B9}"/>
                  </a:ext>
                </a:extLst>
              </p:cNvPr>
              <p:cNvSpPr/>
              <p:nvPr/>
            </p:nvSpPr>
            <p:spPr>
              <a:xfrm>
                <a:off x="355395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8" name="ph7929">
                <a:extLst>
                  <a:ext uri="{FF2B5EF4-FFF2-40B4-BE49-F238E27FC236}">
                    <a16:creationId xmlns:a16="http://schemas.microsoft.com/office/drawing/2014/main" id="{D64A7B11-90D4-C87D-D0F6-5539066C537F}"/>
                  </a:ext>
                </a:extLst>
              </p:cNvPr>
              <p:cNvSpPr/>
              <p:nvPr/>
            </p:nvSpPr>
            <p:spPr>
              <a:xfrm>
                <a:off x="356339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9" name="ph7930">
                <a:extLst>
                  <a:ext uri="{FF2B5EF4-FFF2-40B4-BE49-F238E27FC236}">
                    <a16:creationId xmlns:a16="http://schemas.microsoft.com/office/drawing/2014/main" id="{33B7EA44-1D13-E45A-ECB5-DBB8473BBD9C}"/>
                  </a:ext>
                </a:extLst>
              </p:cNvPr>
              <p:cNvSpPr/>
              <p:nvPr/>
            </p:nvSpPr>
            <p:spPr>
              <a:xfrm>
                <a:off x="357283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0" name="ph7931">
                <a:extLst>
                  <a:ext uri="{FF2B5EF4-FFF2-40B4-BE49-F238E27FC236}">
                    <a16:creationId xmlns:a16="http://schemas.microsoft.com/office/drawing/2014/main" id="{A36003CF-7DB6-1480-1816-F3AD224EBCCB}"/>
                  </a:ext>
                </a:extLst>
              </p:cNvPr>
              <p:cNvSpPr/>
              <p:nvPr/>
            </p:nvSpPr>
            <p:spPr>
              <a:xfrm>
                <a:off x="358227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1" name="ph7932">
                <a:extLst>
                  <a:ext uri="{FF2B5EF4-FFF2-40B4-BE49-F238E27FC236}">
                    <a16:creationId xmlns:a16="http://schemas.microsoft.com/office/drawing/2014/main" id="{7B7FE956-0A94-9D69-FE7A-B08DCB421E5D}"/>
                  </a:ext>
                </a:extLst>
              </p:cNvPr>
              <p:cNvSpPr/>
              <p:nvPr/>
            </p:nvSpPr>
            <p:spPr>
              <a:xfrm>
                <a:off x="359171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2" name="ph7933">
                <a:extLst>
                  <a:ext uri="{FF2B5EF4-FFF2-40B4-BE49-F238E27FC236}">
                    <a16:creationId xmlns:a16="http://schemas.microsoft.com/office/drawing/2014/main" id="{6315687A-AF57-CEE0-A04E-AA7F5B283A31}"/>
                  </a:ext>
                </a:extLst>
              </p:cNvPr>
              <p:cNvSpPr/>
              <p:nvPr/>
            </p:nvSpPr>
            <p:spPr>
              <a:xfrm>
                <a:off x="360115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3" name="ph7934">
                <a:extLst>
                  <a:ext uri="{FF2B5EF4-FFF2-40B4-BE49-F238E27FC236}">
                    <a16:creationId xmlns:a16="http://schemas.microsoft.com/office/drawing/2014/main" id="{B22F50B0-AFA6-98DB-CC1C-9547111EA7AC}"/>
                  </a:ext>
                </a:extLst>
              </p:cNvPr>
              <p:cNvSpPr/>
              <p:nvPr/>
            </p:nvSpPr>
            <p:spPr>
              <a:xfrm>
                <a:off x="361059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4" name="ph7935">
                <a:extLst>
                  <a:ext uri="{FF2B5EF4-FFF2-40B4-BE49-F238E27FC236}">
                    <a16:creationId xmlns:a16="http://schemas.microsoft.com/office/drawing/2014/main" id="{A021BD35-8902-F70B-D849-2ADBE7833CF8}"/>
                  </a:ext>
                </a:extLst>
              </p:cNvPr>
              <p:cNvSpPr/>
              <p:nvPr/>
            </p:nvSpPr>
            <p:spPr>
              <a:xfrm>
                <a:off x="362003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5" name="ph7936">
                <a:extLst>
                  <a:ext uri="{FF2B5EF4-FFF2-40B4-BE49-F238E27FC236}">
                    <a16:creationId xmlns:a16="http://schemas.microsoft.com/office/drawing/2014/main" id="{978514D7-06E0-6B6D-AF3A-0EC96ABD776D}"/>
                  </a:ext>
                </a:extLst>
              </p:cNvPr>
              <p:cNvSpPr/>
              <p:nvPr/>
            </p:nvSpPr>
            <p:spPr>
              <a:xfrm>
                <a:off x="362947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6" name="ph7937">
                <a:extLst>
                  <a:ext uri="{FF2B5EF4-FFF2-40B4-BE49-F238E27FC236}">
                    <a16:creationId xmlns:a16="http://schemas.microsoft.com/office/drawing/2014/main" id="{864FF9C6-A626-2C8C-AD6C-3DA34393C39D}"/>
                  </a:ext>
                </a:extLst>
              </p:cNvPr>
              <p:cNvSpPr/>
              <p:nvPr/>
            </p:nvSpPr>
            <p:spPr>
              <a:xfrm>
                <a:off x="363891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7" name="ph7938">
                <a:extLst>
                  <a:ext uri="{FF2B5EF4-FFF2-40B4-BE49-F238E27FC236}">
                    <a16:creationId xmlns:a16="http://schemas.microsoft.com/office/drawing/2014/main" id="{96C1596F-86BA-3AE4-DF43-298E06A0D5F7}"/>
                  </a:ext>
                </a:extLst>
              </p:cNvPr>
              <p:cNvSpPr/>
              <p:nvPr/>
            </p:nvSpPr>
            <p:spPr>
              <a:xfrm>
                <a:off x="364836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8" name="ph7939">
                <a:extLst>
                  <a:ext uri="{FF2B5EF4-FFF2-40B4-BE49-F238E27FC236}">
                    <a16:creationId xmlns:a16="http://schemas.microsoft.com/office/drawing/2014/main" id="{3B8FC1F2-F6FA-DABD-CB06-67BFC4A51C12}"/>
                  </a:ext>
                </a:extLst>
              </p:cNvPr>
              <p:cNvSpPr/>
              <p:nvPr/>
            </p:nvSpPr>
            <p:spPr>
              <a:xfrm>
                <a:off x="365780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9" name="ph7940">
                <a:extLst>
                  <a:ext uri="{FF2B5EF4-FFF2-40B4-BE49-F238E27FC236}">
                    <a16:creationId xmlns:a16="http://schemas.microsoft.com/office/drawing/2014/main" id="{788F46D1-1C3E-ECE8-5B14-2B583F24E094}"/>
                  </a:ext>
                </a:extLst>
              </p:cNvPr>
              <p:cNvSpPr/>
              <p:nvPr/>
            </p:nvSpPr>
            <p:spPr>
              <a:xfrm>
                <a:off x="366724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0" name="ph7941">
                <a:extLst>
                  <a:ext uri="{FF2B5EF4-FFF2-40B4-BE49-F238E27FC236}">
                    <a16:creationId xmlns:a16="http://schemas.microsoft.com/office/drawing/2014/main" id="{7CBFB8D9-9D68-604D-F3D3-52799B789BA9}"/>
                  </a:ext>
                </a:extLst>
              </p:cNvPr>
              <p:cNvSpPr/>
              <p:nvPr/>
            </p:nvSpPr>
            <p:spPr>
              <a:xfrm>
                <a:off x="367668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1" name="ph7942">
                <a:extLst>
                  <a:ext uri="{FF2B5EF4-FFF2-40B4-BE49-F238E27FC236}">
                    <a16:creationId xmlns:a16="http://schemas.microsoft.com/office/drawing/2014/main" id="{7BEDDA77-0D77-DCE2-C3D1-B151281728D4}"/>
                  </a:ext>
                </a:extLst>
              </p:cNvPr>
              <p:cNvSpPr/>
              <p:nvPr/>
            </p:nvSpPr>
            <p:spPr>
              <a:xfrm>
                <a:off x="368612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2" name="ph7943">
                <a:extLst>
                  <a:ext uri="{FF2B5EF4-FFF2-40B4-BE49-F238E27FC236}">
                    <a16:creationId xmlns:a16="http://schemas.microsoft.com/office/drawing/2014/main" id="{32CD6007-2D39-8AED-245D-EEAEB11D9417}"/>
                  </a:ext>
                </a:extLst>
              </p:cNvPr>
              <p:cNvSpPr/>
              <p:nvPr/>
            </p:nvSpPr>
            <p:spPr>
              <a:xfrm>
                <a:off x="369556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3" name="ph7944">
                <a:extLst>
                  <a:ext uri="{FF2B5EF4-FFF2-40B4-BE49-F238E27FC236}">
                    <a16:creationId xmlns:a16="http://schemas.microsoft.com/office/drawing/2014/main" id="{CF456FE7-3F86-4401-B338-99D70EBDB461}"/>
                  </a:ext>
                </a:extLst>
              </p:cNvPr>
              <p:cNvSpPr/>
              <p:nvPr/>
            </p:nvSpPr>
            <p:spPr>
              <a:xfrm>
                <a:off x="370500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4" name="ph7945">
                <a:extLst>
                  <a:ext uri="{FF2B5EF4-FFF2-40B4-BE49-F238E27FC236}">
                    <a16:creationId xmlns:a16="http://schemas.microsoft.com/office/drawing/2014/main" id="{FBEAB3DB-D976-C248-211E-2DD2F3AF5D8A}"/>
                  </a:ext>
                </a:extLst>
              </p:cNvPr>
              <p:cNvSpPr/>
              <p:nvPr/>
            </p:nvSpPr>
            <p:spPr>
              <a:xfrm>
                <a:off x="371444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5" name="ph7946">
                <a:extLst>
                  <a:ext uri="{FF2B5EF4-FFF2-40B4-BE49-F238E27FC236}">
                    <a16:creationId xmlns:a16="http://schemas.microsoft.com/office/drawing/2014/main" id="{F380E345-D91C-4FEE-7881-AF4BD682E28D}"/>
                  </a:ext>
                </a:extLst>
              </p:cNvPr>
              <p:cNvSpPr/>
              <p:nvPr/>
            </p:nvSpPr>
            <p:spPr>
              <a:xfrm>
                <a:off x="372388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6" name="ph7947">
                <a:extLst>
                  <a:ext uri="{FF2B5EF4-FFF2-40B4-BE49-F238E27FC236}">
                    <a16:creationId xmlns:a16="http://schemas.microsoft.com/office/drawing/2014/main" id="{FA15C119-FB4A-7F9B-9B7A-9BC57C90AECF}"/>
                  </a:ext>
                </a:extLst>
              </p:cNvPr>
              <p:cNvSpPr/>
              <p:nvPr/>
            </p:nvSpPr>
            <p:spPr>
              <a:xfrm>
                <a:off x="373332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7" name="ph7948">
                <a:extLst>
                  <a:ext uri="{FF2B5EF4-FFF2-40B4-BE49-F238E27FC236}">
                    <a16:creationId xmlns:a16="http://schemas.microsoft.com/office/drawing/2014/main" id="{38A57054-49DA-AACA-2A66-DDEFC8FDC0CE}"/>
                  </a:ext>
                </a:extLst>
              </p:cNvPr>
              <p:cNvSpPr/>
              <p:nvPr/>
            </p:nvSpPr>
            <p:spPr>
              <a:xfrm>
                <a:off x="374276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8" name="ph7949">
                <a:extLst>
                  <a:ext uri="{FF2B5EF4-FFF2-40B4-BE49-F238E27FC236}">
                    <a16:creationId xmlns:a16="http://schemas.microsoft.com/office/drawing/2014/main" id="{4997499C-672D-89B6-DAB9-B68B907BF54C}"/>
                  </a:ext>
                </a:extLst>
              </p:cNvPr>
              <p:cNvSpPr/>
              <p:nvPr/>
            </p:nvSpPr>
            <p:spPr>
              <a:xfrm>
                <a:off x="375220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9" name="ph7950">
                <a:extLst>
                  <a:ext uri="{FF2B5EF4-FFF2-40B4-BE49-F238E27FC236}">
                    <a16:creationId xmlns:a16="http://schemas.microsoft.com/office/drawing/2014/main" id="{2333B75E-DFF8-D433-934F-AC355B651B41}"/>
                  </a:ext>
                </a:extLst>
              </p:cNvPr>
              <p:cNvSpPr/>
              <p:nvPr/>
            </p:nvSpPr>
            <p:spPr>
              <a:xfrm>
                <a:off x="376164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0" name="ph7951">
                <a:extLst>
                  <a:ext uri="{FF2B5EF4-FFF2-40B4-BE49-F238E27FC236}">
                    <a16:creationId xmlns:a16="http://schemas.microsoft.com/office/drawing/2014/main" id="{AED80B2A-D15D-9607-B444-2CCB3657A758}"/>
                  </a:ext>
                </a:extLst>
              </p:cNvPr>
              <p:cNvSpPr/>
              <p:nvPr/>
            </p:nvSpPr>
            <p:spPr>
              <a:xfrm>
                <a:off x="377108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1" name="ph7952">
                <a:extLst>
                  <a:ext uri="{FF2B5EF4-FFF2-40B4-BE49-F238E27FC236}">
                    <a16:creationId xmlns:a16="http://schemas.microsoft.com/office/drawing/2014/main" id="{00BE75A9-7924-8CD4-7755-7AB18BFBBB14}"/>
                  </a:ext>
                </a:extLst>
              </p:cNvPr>
              <p:cNvSpPr/>
              <p:nvPr/>
            </p:nvSpPr>
            <p:spPr>
              <a:xfrm>
                <a:off x="378052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2" name="ph7953">
                <a:extLst>
                  <a:ext uri="{FF2B5EF4-FFF2-40B4-BE49-F238E27FC236}">
                    <a16:creationId xmlns:a16="http://schemas.microsoft.com/office/drawing/2014/main" id="{2EF60957-49FF-88D7-FF40-34EE919A96A5}"/>
                  </a:ext>
                </a:extLst>
              </p:cNvPr>
              <p:cNvSpPr/>
              <p:nvPr/>
            </p:nvSpPr>
            <p:spPr>
              <a:xfrm>
                <a:off x="378996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3" name="ph7954">
                <a:extLst>
                  <a:ext uri="{FF2B5EF4-FFF2-40B4-BE49-F238E27FC236}">
                    <a16:creationId xmlns:a16="http://schemas.microsoft.com/office/drawing/2014/main" id="{0F118465-C47A-73A5-8B5A-D0DAC80CCEF4}"/>
                  </a:ext>
                </a:extLst>
              </p:cNvPr>
              <p:cNvSpPr/>
              <p:nvPr/>
            </p:nvSpPr>
            <p:spPr>
              <a:xfrm>
                <a:off x="379940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4" name="ph7955">
                <a:extLst>
                  <a:ext uri="{FF2B5EF4-FFF2-40B4-BE49-F238E27FC236}">
                    <a16:creationId xmlns:a16="http://schemas.microsoft.com/office/drawing/2014/main" id="{54D0AEB1-C402-4526-E097-BA0D67FD1796}"/>
                  </a:ext>
                </a:extLst>
              </p:cNvPr>
              <p:cNvSpPr/>
              <p:nvPr/>
            </p:nvSpPr>
            <p:spPr>
              <a:xfrm>
                <a:off x="380884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5" name="ph7956">
                <a:extLst>
                  <a:ext uri="{FF2B5EF4-FFF2-40B4-BE49-F238E27FC236}">
                    <a16:creationId xmlns:a16="http://schemas.microsoft.com/office/drawing/2014/main" id="{A369C0E4-00F5-9A97-9AA7-6A49F53FDD32}"/>
                  </a:ext>
                </a:extLst>
              </p:cNvPr>
              <p:cNvSpPr/>
              <p:nvPr/>
            </p:nvSpPr>
            <p:spPr>
              <a:xfrm>
                <a:off x="381828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6" name="ph7957">
                <a:extLst>
                  <a:ext uri="{FF2B5EF4-FFF2-40B4-BE49-F238E27FC236}">
                    <a16:creationId xmlns:a16="http://schemas.microsoft.com/office/drawing/2014/main" id="{38ADEA49-E16A-ECDB-6CFB-B83ED4C9F89C}"/>
                  </a:ext>
                </a:extLst>
              </p:cNvPr>
              <p:cNvSpPr/>
              <p:nvPr/>
            </p:nvSpPr>
            <p:spPr>
              <a:xfrm>
                <a:off x="382772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7" name="ph7958">
                <a:extLst>
                  <a:ext uri="{FF2B5EF4-FFF2-40B4-BE49-F238E27FC236}">
                    <a16:creationId xmlns:a16="http://schemas.microsoft.com/office/drawing/2014/main" id="{7DBBAF5A-A4EC-6D80-7223-4BA4D0DB9BDC}"/>
                  </a:ext>
                </a:extLst>
              </p:cNvPr>
              <p:cNvSpPr/>
              <p:nvPr/>
            </p:nvSpPr>
            <p:spPr>
              <a:xfrm>
                <a:off x="383716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8" name="ph7959">
                <a:extLst>
                  <a:ext uri="{FF2B5EF4-FFF2-40B4-BE49-F238E27FC236}">
                    <a16:creationId xmlns:a16="http://schemas.microsoft.com/office/drawing/2014/main" id="{9DF50C48-8532-B983-2131-0BAC9C17691C}"/>
                  </a:ext>
                </a:extLst>
              </p:cNvPr>
              <p:cNvSpPr/>
              <p:nvPr/>
            </p:nvSpPr>
            <p:spPr>
              <a:xfrm>
                <a:off x="384660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9" name="ph7960">
                <a:extLst>
                  <a:ext uri="{FF2B5EF4-FFF2-40B4-BE49-F238E27FC236}">
                    <a16:creationId xmlns:a16="http://schemas.microsoft.com/office/drawing/2014/main" id="{955A0558-645A-1816-B5D3-66BBDF932122}"/>
                  </a:ext>
                </a:extLst>
              </p:cNvPr>
              <p:cNvSpPr/>
              <p:nvPr/>
            </p:nvSpPr>
            <p:spPr>
              <a:xfrm>
                <a:off x="385604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0" name="ph7961">
                <a:extLst>
                  <a:ext uri="{FF2B5EF4-FFF2-40B4-BE49-F238E27FC236}">
                    <a16:creationId xmlns:a16="http://schemas.microsoft.com/office/drawing/2014/main" id="{02B20873-4D24-9530-0B83-95A9DC1436BC}"/>
                  </a:ext>
                </a:extLst>
              </p:cNvPr>
              <p:cNvSpPr/>
              <p:nvPr/>
            </p:nvSpPr>
            <p:spPr>
              <a:xfrm>
                <a:off x="3865485" y="1043325"/>
                <a:ext cx="919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775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7409" y="896830"/>
                    </a:lnTo>
                    <a:lnTo>
                      <a:pt x="918455" y="903663"/>
                    </a:lnTo>
                    <a:lnTo>
                      <a:pt x="919775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1" name="ph7962">
                <a:extLst>
                  <a:ext uri="{FF2B5EF4-FFF2-40B4-BE49-F238E27FC236}">
                    <a16:creationId xmlns:a16="http://schemas.microsoft.com/office/drawing/2014/main" id="{130CC25C-6277-C6B9-D370-CEC12C74DDE3}"/>
                  </a:ext>
                </a:extLst>
              </p:cNvPr>
              <p:cNvSpPr/>
              <p:nvPr/>
            </p:nvSpPr>
            <p:spPr>
              <a:xfrm>
                <a:off x="2071840" y="100818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7719" y="931969"/>
                    </a:lnTo>
                    <a:lnTo>
                      <a:pt x="910440" y="923617"/>
                    </a:lnTo>
                    <a:lnTo>
                      <a:pt x="913813" y="91439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2" name="ph7963">
                <a:extLst>
                  <a:ext uri="{FF2B5EF4-FFF2-40B4-BE49-F238E27FC236}">
                    <a16:creationId xmlns:a16="http://schemas.microsoft.com/office/drawing/2014/main" id="{80892F49-056E-8CED-EA92-33EF0ACFC40E}"/>
                  </a:ext>
                </a:extLst>
              </p:cNvPr>
              <p:cNvSpPr/>
              <p:nvPr/>
            </p:nvSpPr>
            <p:spPr>
              <a:xfrm>
                <a:off x="207184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3" name="ph7964">
                <a:extLst>
                  <a:ext uri="{FF2B5EF4-FFF2-40B4-BE49-F238E27FC236}">
                    <a16:creationId xmlns:a16="http://schemas.microsoft.com/office/drawing/2014/main" id="{D1C81D0C-F666-8093-F93E-D3EE5BAFCED5}"/>
                  </a:ext>
                </a:extLst>
              </p:cNvPr>
              <p:cNvSpPr/>
              <p:nvPr/>
            </p:nvSpPr>
            <p:spPr>
              <a:xfrm>
                <a:off x="208128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4" name="ph7965">
                <a:extLst>
                  <a:ext uri="{FF2B5EF4-FFF2-40B4-BE49-F238E27FC236}">
                    <a16:creationId xmlns:a16="http://schemas.microsoft.com/office/drawing/2014/main" id="{594DF536-289F-BDB7-18D0-2B24640C3464}"/>
                  </a:ext>
                </a:extLst>
              </p:cNvPr>
              <p:cNvSpPr/>
              <p:nvPr/>
            </p:nvSpPr>
            <p:spPr>
              <a:xfrm>
                <a:off x="209072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5" name="ph7966">
                <a:extLst>
                  <a:ext uri="{FF2B5EF4-FFF2-40B4-BE49-F238E27FC236}">
                    <a16:creationId xmlns:a16="http://schemas.microsoft.com/office/drawing/2014/main" id="{3FD00929-0063-A648-B369-208913B13214}"/>
                  </a:ext>
                </a:extLst>
              </p:cNvPr>
              <p:cNvSpPr/>
              <p:nvPr/>
            </p:nvSpPr>
            <p:spPr>
              <a:xfrm>
                <a:off x="210016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6" name="ph7967">
                <a:extLst>
                  <a:ext uri="{FF2B5EF4-FFF2-40B4-BE49-F238E27FC236}">
                    <a16:creationId xmlns:a16="http://schemas.microsoft.com/office/drawing/2014/main" id="{558EE63E-F82D-B7D7-30F0-49BED3F8F7CC}"/>
                  </a:ext>
                </a:extLst>
              </p:cNvPr>
              <p:cNvSpPr/>
              <p:nvPr/>
            </p:nvSpPr>
            <p:spPr>
              <a:xfrm>
                <a:off x="210960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7" name="ph7968">
                <a:extLst>
                  <a:ext uri="{FF2B5EF4-FFF2-40B4-BE49-F238E27FC236}">
                    <a16:creationId xmlns:a16="http://schemas.microsoft.com/office/drawing/2014/main" id="{8AEA5BE3-C3E8-ADE6-C35A-5F269907692F}"/>
                  </a:ext>
                </a:extLst>
              </p:cNvPr>
              <p:cNvSpPr/>
              <p:nvPr/>
            </p:nvSpPr>
            <p:spPr>
              <a:xfrm>
                <a:off x="211904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8" name="ph7969">
                <a:extLst>
                  <a:ext uri="{FF2B5EF4-FFF2-40B4-BE49-F238E27FC236}">
                    <a16:creationId xmlns:a16="http://schemas.microsoft.com/office/drawing/2014/main" id="{15FDCDE4-841A-50AF-B10A-C844652CE772}"/>
                  </a:ext>
                </a:extLst>
              </p:cNvPr>
              <p:cNvSpPr/>
              <p:nvPr/>
            </p:nvSpPr>
            <p:spPr>
              <a:xfrm>
                <a:off x="212848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9" name="ph7970">
                <a:extLst>
                  <a:ext uri="{FF2B5EF4-FFF2-40B4-BE49-F238E27FC236}">
                    <a16:creationId xmlns:a16="http://schemas.microsoft.com/office/drawing/2014/main" id="{29B188CE-2A35-72F8-CB34-E30744B2CB83}"/>
                  </a:ext>
                </a:extLst>
              </p:cNvPr>
              <p:cNvSpPr/>
              <p:nvPr/>
            </p:nvSpPr>
            <p:spPr>
              <a:xfrm>
                <a:off x="213792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0" name="ph7971">
                <a:extLst>
                  <a:ext uri="{FF2B5EF4-FFF2-40B4-BE49-F238E27FC236}">
                    <a16:creationId xmlns:a16="http://schemas.microsoft.com/office/drawing/2014/main" id="{F8EEC8FE-AC80-5FCD-D0EE-7A4179C1CB0D}"/>
                  </a:ext>
                </a:extLst>
              </p:cNvPr>
              <p:cNvSpPr/>
              <p:nvPr/>
            </p:nvSpPr>
            <p:spPr>
              <a:xfrm>
                <a:off x="214736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1" name="ph7972">
                <a:extLst>
                  <a:ext uri="{FF2B5EF4-FFF2-40B4-BE49-F238E27FC236}">
                    <a16:creationId xmlns:a16="http://schemas.microsoft.com/office/drawing/2014/main" id="{666F8346-FB3F-D41A-E5BB-3FCFFF526BD6}"/>
                  </a:ext>
                </a:extLst>
              </p:cNvPr>
              <p:cNvSpPr/>
              <p:nvPr/>
            </p:nvSpPr>
            <p:spPr>
              <a:xfrm>
                <a:off x="215680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2" name="ph7973">
                <a:extLst>
                  <a:ext uri="{FF2B5EF4-FFF2-40B4-BE49-F238E27FC236}">
                    <a16:creationId xmlns:a16="http://schemas.microsoft.com/office/drawing/2014/main" id="{72E18C99-9A78-D4D8-D320-50AF1BB9C727}"/>
                  </a:ext>
                </a:extLst>
              </p:cNvPr>
              <p:cNvSpPr/>
              <p:nvPr/>
            </p:nvSpPr>
            <p:spPr>
              <a:xfrm>
                <a:off x="216624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3" name="ph7974">
                <a:extLst>
                  <a:ext uri="{FF2B5EF4-FFF2-40B4-BE49-F238E27FC236}">
                    <a16:creationId xmlns:a16="http://schemas.microsoft.com/office/drawing/2014/main" id="{A5A307D9-4C1C-E403-7F1B-DBF6DD5F48F4}"/>
                  </a:ext>
                </a:extLst>
              </p:cNvPr>
              <p:cNvSpPr/>
              <p:nvPr/>
            </p:nvSpPr>
            <p:spPr>
              <a:xfrm>
                <a:off x="217568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4" name="ph7975">
                <a:extLst>
                  <a:ext uri="{FF2B5EF4-FFF2-40B4-BE49-F238E27FC236}">
                    <a16:creationId xmlns:a16="http://schemas.microsoft.com/office/drawing/2014/main" id="{71262D65-7985-E9E7-EF2F-1B3B642A56ED}"/>
                  </a:ext>
                </a:extLst>
              </p:cNvPr>
              <p:cNvSpPr/>
              <p:nvPr/>
            </p:nvSpPr>
            <p:spPr>
              <a:xfrm>
                <a:off x="218512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5" name="ph7976">
                <a:extLst>
                  <a:ext uri="{FF2B5EF4-FFF2-40B4-BE49-F238E27FC236}">
                    <a16:creationId xmlns:a16="http://schemas.microsoft.com/office/drawing/2014/main" id="{1FA22295-1EC3-A35F-1B0D-8B1DFD71888A}"/>
                  </a:ext>
                </a:extLst>
              </p:cNvPr>
              <p:cNvSpPr/>
              <p:nvPr/>
            </p:nvSpPr>
            <p:spPr>
              <a:xfrm>
                <a:off x="219456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6" name="ph7977">
                <a:extLst>
                  <a:ext uri="{FF2B5EF4-FFF2-40B4-BE49-F238E27FC236}">
                    <a16:creationId xmlns:a16="http://schemas.microsoft.com/office/drawing/2014/main" id="{98F85035-D148-B6B4-1F29-C2D6D4E055AE}"/>
                  </a:ext>
                </a:extLst>
              </p:cNvPr>
              <p:cNvSpPr/>
              <p:nvPr/>
            </p:nvSpPr>
            <p:spPr>
              <a:xfrm>
                <a:off x="220400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7" name="ph7978">
                <a:extLst>
                  <a:ext uri="{FF2B5EF4-FFF2-40B4-BE49-F238E27FC236}">
                    <a16:creationId xmlns:a16="http://schemas.microsoft.com/office/drawing/2014/main" id="{FE3BFF49-D742-4DE1-99F0-EE06EBEC45B1}"/>
                  </a:ext>
                </a:extLst>
              </p:cNvPr>
              <p:cNvSpPr/>
              <p:nvPr/>
            </p:nvSpPr>
            <p:spPr>
              <a:xfrm>
                <a:off x="221344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8" name="ph7979">
                <a:extLst>
                  <a:ext uri="{FF2B5EF4-FFF2-40B4-BE49-F238E27FC236}">
                    <a16:creationId xmlns:a16="http://schemas.microsoft.com/office/drawing/2014/main" id="{3CFA2726-B337-0CDB-28CF-BB28287C52CC}"/>
                  </a:ext>
                </a:extLst>
              </p:cNvPr>
              <p:cNvSpPr/>
              <p:nvPr/>
            </p:nvSpPr>
            <p:spPr>
              <a:xfrm>
                <a:off x="222288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9" name="ph7980">
                <a:extLst>
                  <a:ext uri="{FF2B5EF4-FFF2-40B4-BE49-F238E27FC236}">
                    <a16:creationId xmlns:a16="http://schemas.microsoft.com/office/drawing/2014/main" id="{0A42CB58-5736-FA99-3645-3FD2B79E5302}"/>
                  </a:ext>
                </a:extLst>
              </p:cNvPr>
              <p:cNvSpPr/>
              <p:nvPr/>
            </p:nvSpPr>
            <p:spPr>
              <a:xfrm>
                <a:off x="223232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0" name="ph7981">
                <a:extLst>
                  <a:ext uri="{FF2B5EF4-FFF2-40B4-BE49-F238E27FC236}">
                    <a16:creationId xmlns:a16="http://schemas.microsoft.com/office/drawing/2014/main" id="{87E6B47F-6DC4-D339-270E-DD5D12FF97EF}"/>
                  </a:ext>
                </a:extLst>
              </p:cNvPr>
              <p:cNvSpPr/>
              <p:nvPr/>
            </p:nvSpPr>
            <p:spPr>
              <a:xfrm>
                <a:off x="224176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1" name="ph7982">
                <a:extLst>
                  <a:ext uri="{FF2B5EF4-FFF2-40B4-BE49-F238E27FC236}">
                    <a16:creationId xmlns:a16="http://schemas.microsoft.com/office/drawing/2014/main" id="{85120459-1B51-9BCA-3A15-D8F25CA5A5EA}"/>
                  </a:ext>
                </a:extLst>
              </p:cNvPr>
              <p:cNvSpPr/>
              <p:nvPr/>
            </p:nvSpPr>
            <p:spPr>
              <a:xfrm>
                <a:off x="225120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2" name="ph7983">
                <a:extLst>
                  <a:ext uri="{FF2B5EF4-FFF2-40B4-BE49-F238E27FC236}">
                    <a16:creationId xmlns:a16="http://schemas.microsoft.com/office/drawing/2014/main" id="{5FEB50B5-E1A7-C5C7-4116-3A06BFC983EB}"/>
                  </a:ext>
                </a:extLst>
              </p:cNvPr>
              <p:cNvSpPr/>
              <p:nvPr/>
            </p:nvSpPr>
            <p:spPr>
              <a:xfrm>
                <a:off x="226064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3" name="ph7984">
                <a:extLst>
                  <a:ext uri="{FF2B5EF4-FFF2-40B4-BE49-F238E27FC236}">
                    <a16:creationId xmlns:a16="http://schemas.microsoft.com/office/drawing/2014/main" id="{F3693E54-DCB4-2BB0-7701-103E9982BA9F}"/>
                  </a:ext>
                </a:extLst>
              </p:cNvPr>
              <p:cNvSpPr/>
              <p:nvPr/>
            </p:nvSpPr>
            <p:spPr>
              <a:xfrm>
                <a:off x="2270085" y="1025756"/>
                <a:ext cx="923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33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067" y="896830"/>
                    </a:lnTo>
                    <a:lnTo>
                      <a:pt x="919686" y="898919"/>
                    </a:lnTo>
                    <a:lnTo>
                      <a:pt x="922269" y="908830"/>
                    </a:lnTo>
                    <a:lnTo>
                      <a:pt x="923533" y="91439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4" name="ph7985">
                <a:extLst>
                  <a:ext uri="{FF2B5EF4-FFF2-40B4-BE49-F238E27FC236}">
                    <a16:creationId xmlns:a16="http://schemas.microsoft.com/office/drawing/2014/main" id="{0664CF63-E44E-368E-B275-38B0A2001131}"/>
                  </a:ext>
                </a:extLst>
              </p:cNvPr>
              <p:cNvSpPr/>
              <p:nvPr/>
            </p:nvSpPr>
            <p:spPr>
              <a:xfrm>
                <a:off x="3440674" y="1008186"/>
                <a:ext cx="914400" cy="91528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84">
                    <a:moveTo>
                      <a:pt x="914400" y="914399"/>
                    </a:moveTo>
                    <a:lnTo>
                      <a:pt x="914400" y="915284"/>
                    </a:lnTo>
                    <a:lnTo>
                      <a:pt x="910401" y="91439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5" name="ph7986">
                <a:extLst>
                  <a:ext uri="{FF2B5EF4-FFF2-40B4-BE49-F238E27FC236}">
                    <a16:creationId xmlns:a16="http://schemas.microsoft.com/office/drawing/2014/main" id="{344B3532-94E5-ABF3-7315-C155E6EE9209}"/>
                  </a:ext>
                </a:extLst>
              </p:cNvPr>
              <p:cNvSpPr/>
              <p:nvPr/>
            </p:nvSpPr>
            <p:spPr>
              <a:xfrm>
                <a:off x="3440674" y="1008186"/>
                <a:ext cx="923840" cy="922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880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880"/>
                    </a:lnTo>
                    <a:lnTo>
                      <a:pt x="921958" y="920787"/>
                    </a:lnTo>
                    <a:lnTo>
                      <a:pt x="917963" y="915806"/>
                    </a:lnTo>
                    <a:lnTo>
                      <a:pt x="915211" y="915463"/>
                    </a:lnTo>
                    <a:lnTo>
                      <a:pt x="914400" y="915284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6" name="ph7987">
                <a:extLst>
                  <a:ext uri="{FF2B5EF4-FFF2-40B4-BE49-F238E27FC236}">
                    <a16:creationId xmlns:a16="http://schemas.microsoft.com/office/drawing/2014/main" id="{83983980-46F8-9F51-19EB-F1D02D1290FB}"/>
                  </a:ext>
                </a:extLst>
              </p:cNvPr>
              <p:cNvSpPr/>
              <p:nvPr/>
            </p:nvSpPr>
            <p:spPr>
              <a:xfrm>
                <a:off x="345011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292" y="931969"/>
                    </a:lnTo>
                    <a:lnTo>
                      <a:pt x="922645" y="931408"/>
                    </a:lnTo>
                    <a:lnTo>
                      <a:pt x="917508" y="926339"/>
                    </a:lnTo>
                    <a:lnTo>
                      <a:pt x="914400" y="922880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7" name="ph7988">
                <a:extLst>
                  <a:ext uri="{FF2B5EF4-FFF2-40B4-BE49-F238E27FC236}">
                    <a16:creationId xmlns:a16="http://schemas.microsoft.com/office/drawing/2014/main" id="{A8F37CCB-4D08-BAA8-2714-4ED7B6ED9520}"/>
                  </a:ext>
                </a:extLst>
              </p:cNvPr>
              <p:cNvSpPr/>
              <p:nvPr/>
            </p:nvSpPr>
            <p:spPr>
              <a:xfrm>
                <a:off x="345955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8" name="ph7989">
                <a:extLst>
                  <a:ext uri="{FF2B5EF4-FFF2-40B4-BE49-F238E27FC236}">
                    <a16:creationId xmlns:a16="http://schemas.microsoft.com/office/drawing/2014/main" id="{FF3E5BDF-D382-723E-F28C-2ED80B55B5B9}"/>
                  </a:ext>
                </a:extLst>
              </p:cNvPr>
              <p:cNvSpPr/>
              <p:nvPr/>
            </p:nvSpPr>
            <p:spPr>
              <a:xfrm>
                <a:off x="346899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9" name="ph7990">
                <a:extLst>
                  <a:ext uri="{FF2B5EF4-FFF2-40B4-BE49-F238E27FC236}">
                    <a16:creationId xmlns:a16="http://schemas.microsoft.com/office/drawing/2014/main" id="{ED1AB5E6-B85B-289B-C651-BB82E86D296E}"/>
                  </a:ext>
                </a:extLst>
              </p:cNvPr>
              <p:cNvSpPr/>
              <p:nvPr/>
            </p:nvSpPr>
            <p:spPr>
              <a:xfrm>
                <a:off x="347843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0" name="ph7991">
                <a:extLst>
                  <a:ext uri="{FF2B5EF4-FFF2-40B4-BE49-F238E27FC236}">
                    <a16:creationId xmlns:a16="http://schemas.microsoft.com/office/drawing/2014/main" id="{F207770F-906E-71F6-D8B9-F5CE623A808D}"/>
                  </a:ext>
                </a:extLst>
              </p:cNvPr>
              <p:cNvSpPr/>
              <p:nvPr/>
            </p:nvSpPr>
            <p:spPr>
              <a:xfrm>
                <a:off x="348787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1" name="ph7992">
                <a:extLst>
                  <a:ext uri="{FF2B5EF4-FFF2-40B4-BE49-F238E27FC236}">
                    <a16:creationId xmlns:a16="http://schemas.microsoft.com/office/drawing/2014/main" id="{16A3064B-E2E8-1B74-DF03-94AC207B7900}"/>
                  </a:ext>
                </a:extLst>
              </p:cNvPr>
              <p:cNvSpPr/>
              <p:nvPr/>
            </p:nvSpPr>
            <p:spPr>
              <a:xfrm>
                <a:off x="349731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2" name="ph7993">
                <a:extLst>
                  <a:ext uri="{FF2B5EF4-FFF2-40B4-BE49-F238E27FC236}">
                    <a16:creationId xmlns:a16="http://schemas.microsoft.com/office/drawing/2014/main" id="{1456F70F-E5D7-87F5-CC71-1958522ED146}"/>
                  </a:ext>
                </a:extLst>
              </p:cNvPr>
              <p:cNvSpPr/>
              <p:nvPr/>
            </p:nvSpPr>
            <p:spPr>
              <a:xfrm>
                <a:off x="350675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3" name="ph7994">
                <a:extLst>
                  <a:ext uri="{FF2B5EF4-FFF2-40B4-BE49-F238E27FC236}">
                    <a16:creationId xmlns:a16="http://schemas.microsoft.com/office/drawing/2014/main" id="{69A97707-6116-EF8A-04C7-568839123FDC}"/>
                  </a:ext>
                </a:extLst>
              </p:cNvPr>
              <p:cNvSpPr/>
              <p:nvPr/>
            </p:nvSpPr>
            <p:spPr>
              <a:xfrm>
                <a:off x="351619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4" name="ph7995">
                <a:extLst>
                  <a:ext uri="{FF2B5EF4-FFF2-40B4-BE49-F238E27FC236}">
                    <a16:creationId xmlns:a16="http://schemas.microsoft.com/office/drawing/2014/main" id="{6C6D43E0-161D-B605-9B7A-93230EBD8C8B}"/>
                  </a:ext>
                </a:extLst>
              </p:cNvPr>
              <p:cNvSpPr/>
              <p:nvPr/>
            </p:nvSpPr>
            <p:spPr>
              <a:xfrm>
                <a:off x="352563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5" name="ph7996">
                <a:extLst>
                  <a:ext uri="{FF2B5EF4-FFF2-40B4-BE49-F238E27FC236}">
                    <a16:creationId xmlns:a16="http://schemas.microsoft.com/office/drawing/2014/main" id="{42F657B1-735C-D77E-EFCE-FF3A9CF7006B}"/>
                  </a:ext>
                </a:extLst>
              </p:cNvPr>
              <p:cNvSpPr/>
              <p:nvPr/>
            </p:nvSpPr>
            <p:spPr>
              <a:xfrm>
                <a:off x="353507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6" name="ph7997">
                <a:extLst>
                  <a:ext uri="{FF2B5EF4-FFF2-40B4-BE49-F238E27FC236}">
                    <a16:creationId xmlns:a16="http://schemas.microsoft.com/office/drawing/2014/main" id="{21F31FF9-ED6F-4F59-664D-119B97B08E09}"/>
                  </a:ext>
                </a:extLst>
              </p:cNvPr>
              <p:cNvSpPr/>
              <p:nvPr/>
            </p:nvSpPr>
            <p:spPr>
              <a:xfrm>
                <a:off x="354451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7" name="ph7998">
                <a:extLst>
                  <a:ext uri="{FF2B5EF4-FFF2-40B4-BE49-F238E27FC236}">
                    <a16:creationId xmlns:a16="http://schemas.microsoft.com/office/drawing/2014/main" id="{C5BCFDC7-D3C4-365D-E426-22D5E442F150}"/>
                  </a:ext>
                </a:extLst>
              </p:cNvPr>
              <p:cNvSpPr/>
              <p:nvPr/>
            </p:nvSpPr>
            <p:spPr>
              <a:xfrm>
                <a:off x="355395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8" name="ph7999">
                <a:extLst>
                  <a:ext uri="{FF2B5EF4-FFF2-40B4-BE49-F238E27FC236}">
                    <a16:creationId xmlns:a16="http://schemas.microsoft.com/office/drawing/2014/main" id="{9BEEF560-5F52-D9D0-55CD-BD24BC136F26}"/>
                  </a:ext>
                </a:extLst>
              </p:cNvPr>
              <p:cNvSpPr/>
              <p:nvPr/>
            </p:nvSpPr>
            <p:spPr>
              <a:xfrm>
                <a:off x="356339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9" name="ph8000">
                <a:extLst>
                  <a:ext uri="{FF2B5EF4-FFF2-40B4-BE49-F238E27FC236}">
                    <a16:creationId xmlns:a16="http://schemas.microsoft.com/office/drawing/2014/main" id="{7F19F0FF-C7F4-0303-6063-CD041F6EB24E}"/>
                  </a:ext>
                </a:extLst>
              </p:cNvPr>
              <p:cNvSpPr/>
              <p:nvPr/>
            </p:nvSpPr>
            <p:spPr>
              <a:xfrm>
                <a:off x="357283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0" name="ph8001">
                <a:extLst>
                  <a:ext uri="{FF2B5EF4-FFF2-40B4-BE49-F238E27FC236}">
                    <a16:creationId xmlns:a16="http://schemas.microsoft.com/office/drawing/2014/main" id="{ECD439E6-1D1C-0786-53C7-A1AC87252A80}"/>
                  </a:ext>
                </a:extLst>
              </p:cNvPr>
              <p:cNvSpPr/>
              <p:nvPr/>
            </p:nvSpPr>
            <p:spPr>
              <a:xfrm>
                <a:off x="358227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1" name="ph8002">
                <a:extLst>
                  <a:ext uri="{FF2B5EF4-FFF2-40B4-BE49-F238E27FC236}">
                    <a16:creationId xmlns:a16="http://schemas.microsoft.com/office/drawing/2014/main" id="{5F915C8C-A4A3-51C3-BF76-26ABE7B03D31}"/>
                  </a:ext>
                </a:extLst>
              </p:cNvPr>
              <p:cNvSpPr/>
              <p:nvPr/>
            </p:nvSpPr>
            <p:spPr>
              <a:xfrm>
                <a:off x="359171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2" name="ph8003">
                <a:extLst>
                  <a:ext uri="{FF2B5EF4-FFF2-40B4-BE49-F238E27FC236}">
                    <a16:creationId xmlns:a16="http://schemas.microsoft.com/office/drawing/2014/main" id="{691D3086-496B-31F8-9263-648E9765BA93}"/>
                  </a:ext>
                </a:extLst>
              </p:cNvPr>
              <p:cNvSpPr/>
              <p:nvPr/>
            </p:nvSpPr>
            <p:spPr>
              <a:xfrm>
                <a:off x="360115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3" name="ph8004">
                <a:extLst>
                  <a:ext uri="{FF2B5EF4-FFF2-40B4-BE49-F238E27FC236}">
                    <a16:creationId xmlns:a16="http://schemas.microsoft.com/office/drawing/2014/main" id="{3B8FCCDB-17AB-AADC-86B1-36D4113716F2}"/>
                  </a:ext>
                </a:extLst>
              </p:cNvPr>
              <p:cNvSpPr/>
              <p:nvPr/>
            </p:nvSpPr>
            <p:spPr>
              <a:xfrm>
                <a:off x="361059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4" name="ph8005">
                <a:extLst>
                  <a:ext uri="{FF2B5EF4-FFF2-40B4-BE49-F238E27FC236}">
                    <a16:creationId xmlns:a16="http://schemas.microsoft.com/office/drawing/2014/main" id="{EEE9CB05-21DB-9E9D-565A-A1580C17FAF0}"/>
                  </a:ext>
                </a:extLst>
              </p:cNvPr>
              <p:cNvSpPr/>
              <p:nvPr/>
            </p:nvSpPr>
            <p:spPr>
              <a:xfrm>
                <a:off x="362003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5" name="ph8006">
                <a:extLst>
                  <a:ext uri="{FF2B5EF4-FFF2-40B4-BE49-F238E27FC236}">
                    <a16:creationId xmlns:a16="http://schemas.microsoft.com/office/drawing/2014/main" id="{9902FF09-3A9D-28E0-7A52-100CF4CAD4CD}"/>
                  </a:ext>
                </a:extLst>
              </p:cNvPr>
              <p:cNvSpPr/>
              <p:nvPr/>
            </p:nvSpPr>
            <p:spPr>
              <a:xfrm>
                <a:off x="362947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6" name="ph8007">
                <a:extLst>
                  <a:ext uri="{FF2B5EF4-FFF2-40B4-BE49-F238E27FC236}">
                    <a16:creationId xmlns:a16="http://schemas.microsoft.com/office/drawing/2014/main" id="{B23AAF5F-CAC6-5ADD-E56D-FABA33FB4773}"/>
                  </a:ext>
                </a:extLst>
              </p:cNvPr>
              <p:cNvSpPr/>
              <p:nvPr/>
            </p:nvSpPr>
            <p:spPr>
              <a:xfrm>
                <a:off x="363891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7" name="ph8008">
                <a:extLst>
                  <a:ext uri="{FF2B5EF4-FFF2-40B4-BE49-F238E27FC236}">
                    <a16:creationId xmlns:a16="http://schemas.microsoft.com/office/drawing/2014/main" id="{95075BAB-B264-00FF-2B4A-B0FAF6A2D797}"/>
                  </a:ext>
                </a:extLst>
              </p:cNvPr>
              <p:cNvSpPr/>
              <p:nvPr/>
            </p:nvSpPr>
            <p:spPr>
              <a:xfrm>
                <a:off x="364836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8" name="ph8009">
                <a:extLst>
                  <a:ext uri="{FF2B5EF4-FFF2-40B4-BE49-F238E27FC236}">
                    <a16:creationId xmlns:a16="http://schemas.microsoft.com/office/drawing/2014/main" id="{33FCD81D-C8B4-5BC4-8E1E-B187759083BC}"/>
                  </a:ext>
                </a:extLst>
              </p:cNvPr>
              <p:cNvSpPr/>
              <p:nvPr/>
            </p:nvSpPr>
            <p:spPr>
              <a:xfrm>
                <a:off x="365780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9" name="ph8010">
                <a:extLst>
                  <a:ext uri="{FF2B5EF4-FFF2-40B4-BE49-F238E27FC236}">
                    <a16:creationId xmlns:a16="http://schemas.microsoft.com/office/drawing/2014/main" id="{FF9C0444-6B38-E360-97F3-08B62237F356}"/>
                  </a:ext>
                </a:extLst>
              </p:cNvPr>
              <p:cNvSpPr/>
              <p:nvPr/>
            </p:nvSpPr>
            <p:spPr>
              <a:xfrm>
                <a:off x="366724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0" name="ph8011">
                <a:extLst>
                  <a:ext uri="{FF2B5EF4-FFF2-40B4-BE49-F238E27FC236}">
                    <a16:creationId xmlns:a16="http://schemas.microsoft.com/office/drawing/2014/main" id="{48515121-8980-F0E5-B2EC-BDACE74F8F7A}"/>
                  </a:ext>
                </a:extLst>
              </p:cNvPr>
              <p:cNvSpPr/>
              <p:nvPr/>
            </p:nvSpPr>
            <p:spPr>
              <a:xfrm>
                <a:off x="367668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1" name="ph8012">
                <a:extLst>
                  <a:ext uri="{FF2B5EF4-FFF2-40B4-BE49-F238E27FC236}">
                    <a16:creationId xmlns:a16="http://schemas.microsoft.com/office/drawing/2014/main" id="{B34AE47F-C7D1-8B03-F7DD-AE56D3D8808A}"/>
                  </a:ext>
                </a:extLst>
              </p:cNvPr>
              <p:cNvSpPr/>
              <p:nvPr/>
            </p:nvSpPr>
            <p:spPr>
              <a:xfrm>
                <a:off x="368612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2" name="ph8013">
                <a:extLst>
                  <a:ext uri="{FF2B5EF4-FFF2-40B4-BE49-F238E27FC236}">
                    <a16:creationId xmlns:a16="http://schemas.microsoft.com/office/drawing/2014/main" id="{44B47B08-29E8-F56C-7B4B-5E97F7E65912}"/>
                  </a:ext>
                </a:extLst>
              </p:cNvPr>
              <p:cNvSpPr/>
              <p:nvPr/>
            </p:nvSpPr>
            <p:spPr>
              <a:xfrm>
                <a:off x="369556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3" name="ph8014">
                <a:extLst>
                  <a:ext uri="{FF2B5EF4-FFF2-40B4-BE49-F238E27FC236}">
                    <a16:creationId xmlns:a16="http://schemas.microsoft.com/office/drawing/2014/main" id="{607B6317-C460-B9C7-FBDE-6F6AB1745F38}"/>
                  </a:ext>
                </a:extLst>
              </p:cNvPr>
              <p:cNvSpPr/>
              <p:nvPr/>
            </p:nvSpPr>
            <p:spPr>
              <a:xfrm>
                <a:off x="370500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4" name="ph8015">
                <a:extLst>
                  <a:ext uri="{FF2B5EF4-FFF2-40B4-BE49-F238E27FC236}">
                    <a16:creationId xmlns:a16="http://schemas.microsoft.com/office/drawing/2014/main" id="{7BF25554-155B-96FF-1A6B-B53D15D2D32B}"/>
                  </a:ext>
                </a:extLst>
              </p:cNvPr>
              <p:cNvSpPr/>
              <p:nvPr/>
            </p:nvSpPr>
            <p:spPr>
              <a:xfrm>
                <a:off x="371444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5" name="ph8016">
                <a:extLst>
                  <a:ext uri="{FF2B5EF4-FFF2-40B4-BE49-F238E27FC236}">
                    <a16:creationId xmlns:a16="http://schemas.microsoft.com/office/drawing/2014/main" id="{94902E87-B20F-4B54-6884-6F43CAF5CE46}"/>
                  </a:ext>
                </a:extLst>
              </p:cNvPr>
              <p:cNvSpPr/>
              <p:nvPr/>
            </p:nvSpPr>
            <p:spPr>
              <a:xfrm>
                <a:off x="372388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6" name="ph8017">
                <a:extLst>
                  <a:ext uri="{FF2B5EF4-FFF2-40B4-BE49-F238E27FC236}">
                    <a16:creationId xmlns:a16="http://schemas.microsoft.com/office/drawing/2014/main" id="{9203A856-EDB5-8059-A191-18A6C0AC8B03}"/>
                  </a:ext>
                </a:extLst>
              </p:cNvPr>
              <p:cNvSpPr/>
              <p:nvPr/>
            </p:nvSpPr>
            <p:spPr>
              <a:xfrm>
                <a:off x="373332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7" name="ph8018">
                <a:extLst>
                  <a:ext uri="{FF2B5EF4-FFF2-40B4-BE49-F238E27FC236}">
                    <a16:creationId xmlns:a16="http://schemas.microsoft.com/office/drawing/2014/main" id="{C8434B26-32AA-4595-E6F4-42367E2FE99F}"/>
                  </a:ext>
                </a:extLst>
              </p:cNvPr>
              <p:cNvSpPr/>
              <p:nvPr/>
            </p:nvSpPr>
            <p:spPr>
              <a:xfrm>
                <a:off x="374276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8" name="ph8019">
                <a:extLst>
                  <a:ext uri="{FF2B5EF4-FFF2-40B4-BE49-F238E27FC236}">
                    <a16:creationId xmlns:a16="http://schemas.microsoft.com/office/drawing/2014/main" id="{3FA4C8DE-3770-87FD-A207-469ACDF1099E}"/>
                  </a:ext>
                </a:extLst>
              </p:cNvPr>
              <p:cNvSpPr/>
              <p:nvPr/>
            </p:nvSpPr>
            <p:spPr>
              <a:xfrm>
                <a:off x="375220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9" name="ph8020">
                <a:extLst>
                  <a:ext uri="{FF2B5EF4-FFF2-40B4-BE49-F238E27FC236}">
                    <a16:creationId xmlns:a16="http://schemas.microsoft.com/office/drawing/2014/main" id="{78BBB30C-FB01-EBD8-6D85-1E39EBCE74FD}"/>
                  </a:ext>
                </a:extLst>
              </p:cNvPr>
              <p:cNvSpPr/>
              <p:nvPr/>
            </p:nvSpPr>
            <p:spPr>
              <a:xfrm>
                <a:off x="376164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0" name="ph8021">
                <a:extLst>
                  <a:ext uri="{FF2B5EF4-FFF2-40B4-BE49-F238E27FC236}">
                    <a16:creationId xmlns:a16="http://schemas.microsoft.com/office/drawing/2014/main" id="{F5D17C98-F1A1-DB23-D3C6-9E2EF8940B0E}"/>
                  </a:ext>
                </a:extLst>
              </p:cNvPr>
              <p:cNvSpPr/>
              <p:nvPr/>
            </p:nvSpPr>
            <p:spPr>
              <a:xfrm>
                <a:off x="377108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1" name="ph8022">
                <a:extLst>
                  <a:ext uri="{FF2B5EF4-FFF2-40B4-BE49-F238E27FC236}">
                    <a16:creationId xmlns:a16="http://schemas.microsoft.com/office/drawing/2014/main" id="{AFC14D49-8F42-D629-1A49-FD432B104290}"/>
                  </a:ext>
                </a:extLst>
              </p:cNvPr>
              <p:cNvSpPr/>
              <p:nvPr/>
            </p:nvSpPr>
            <p:spPr>
              <a:xfrm>
                <a:off x="378052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2" name="ph8023">
                <a:extLst>
                  <a:ext uri="{FF2B5EF4-FFF2-40B4-BE49-F238E27FC236}">
                    <a16:creationId xmlns:a16="http://schemas.microsoft.com/office/drawing/2014/main" id="{23A76532-CC14-EFA5-694C-5C2EF5B72A37}"/>
                  </a:ext>
                </a:extLst>
              </p:cNvPr>
              <p:cNvSpPr/>
              <p:nvPr/>
            </p:nvSpPr>
            <p:spPr>
              <a:xfrm>
                <a:off x="378996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3" name="ph8024">
                <a:extLst>
                  <a:ext uri="{FF2B5EF4-FFF2-40B4-BE49-F238E27FC236}">
                    <a16:creationId xmlns:a16="http://schemas.microsoft.com/office/drawing/2014/main" id="{96D42C24-5693-AFD2-F5F5-5FE7CDC5267A}"/>
                  </a:ext>
                </a:extLst>
              </p:cNvPr>
              <p:cNvSpPr/>
              <p:nvPr/>
            </p:nvSpPr>
            <p:spPr>
              <a:xfrm>
                <a:off x="379940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4" name="ph8025">
                <a:extLst>
                  <a:ext uri="{FF2B5EF4-FFF2-40B4-BE49-F238E27FC236}">
                    <a16:creationId xmlns:a16="http://schemas.microsoft.com/office/drawing/2014/main" id="{E23EF09F-D299-595C-6EE5-38F878184FA1}"/>
                  </a:ext>
                </a:extLst>
              </p:cNvPr>
              <p:cNvSpPr/>
              <p:nvPr/>
            </p:nvSpPr>
            <p:spPr>
              <a:xfrm>
                <a:off x="380884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5" name="ph8026">
                <a:extLst>
                  <a:ext uri="{FF2B5EF4-FFF2-40B4-BE49-F238E27FC236}">
                    <a16:creationId xmlns:a16="http://schemas.microsoft.com/office/drawing/2014/main" id="{0AFBD3BE-03DE-3E82-C594-88BB313526B2}"/>
                  </a:ext>
                </a:extLst>
              </p:cNvPr>
              <p:cNvSpPr/>
              <p:nvPr/>
            </p:nvSpPr>
            <p:spPr>
              <a:xfrm>
                <a:off x="381828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027">
                  <a:alpha val="100000"/>
                </a:srgbClr>
              </a:solidFill>
              <a:ln w="5420" cap="flat">
                <a:solidFill>
                  <a:srgbClr val="D730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6" name="ph8027">
                <a:extLst>
                  <a:ext uri="{FF2B5EF4-FFF2-40B4-BE49-F238E27FC236}">
                    <a16:creationId xmlns:a16="http://schemas.microsoft.com/office/drawing/2014/main" id="{F2898695-793F-993A-D244-1167160789F7}"/>
                  </a:ext>
                </a:extLst>
              </p:cNvPr>
              <p:cNvSpPr/>
              <p:nvPr/>
            </p:nvSpPr>
            <p:spPr>
              <a:xfrm>
                <a:off x="382772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7" name="ph8028">
                <a:extLst>
                  <a:ext uri="{FF2B5EF4-FFF2-40B4-BE49-F238E27FC236}">
                    <a16:creationId xmlns:a16="http://schemas.microsoft.com/office/drawing/2014/main" id="{06D5E4E7-3ED9-BB6C-286B-7F7B63EE8EE2}"/>
                  </a:ext>
                </a:extLst>
              </p:cNvPr>
              <p:cNvSpPr/>
              <p:nvPr/>
            </p:nvSpPr>
            <p:spPr>
              <a:xfrm>
                <a:off x="383716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8" name="ph8029">
                <a:extLst>
                  <a:ext uri="{FF2B5EF4-FFF2-40B4-BE49-F238E27FC236}">
                    <a16:creationId xmlns:a16="http://schemas.microsoft.com/office/drawing/2014/main" id="{8AED0C3F-D55C-2FB6-7946-AF0B43EBBB20}"/>
                  </a:ext>
                </a:extLst>
              </p:cNvPr>
              <p:cNvSpPr/>
              <p:nvPr/>
            </p:nvSpPr>
            <p:spPr>
              <a:xfrm>
                <a:off x="384660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9" name="ph8030">
                <a:extLst>
                  <a:ext uri="{FF2B5EF4-FFF2-40B4-BE49-F238E27FC236}">
                    <a16:creationId xmlns:a16="http://schemas.microsoft.com/office/drawing/2014/main" id="{AF9DF4A5-D3AF-E07C-2BF0-5C0D153B1481}"/>
                  </a:ext>
                </a:extLst>
              </p:cNvPr>
              <p:cNvSpPr/>
              <p:nvPr/>
            </p:nvSpPr>
            <p:spPr>
              <a:xfrm>
                <a:off x="3865485" y="10257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188" y="896830"/>
                    </a:lnTo>
                    <a:lnTo>
                      <a:pt x="914400" y="897807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0" name="ph8031">
                <a:extLst>
                  <a:ext uri="{FF2B5EF4-FFF2-40B4-BE49-F238E27FC236}">
                    <a16:creationId xmlns:a16="http://schemas.microsoft.com/office/drawing/2014/main" id="{2F69F0D5-2A1D-BDA6-4BD3-A28EC73ED850}"/>
                  </a:ext>
                </a:extLst>
              </p:cNvPr>
              <p:cNvSpPr/>
              <p:nvPr/>
            </p:nvSpPr>
            <p:spPr>
              <a:xfrm>
                <a:off x="3865485" y="1025756"/>
                <a:ext cx="9174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09" h="914399">
                    <a:moveTo>
                      <a:pt x="914400" y="914399"/>
                    </a:moveTo>
                    <a:lnTo>
                      <a:pt x="914400" y="897807"/>
                    </a:lnTo>
                    <a:lnTo>
                      <a:pt x="914883" y="900040"/>
                    </a:lnTo>
                    <a:lnTo>
                      <a:pt x="916819" y="910549"/>
                    </a:lnTo>
                    <a:lnTo>
                      <a:pt x="917409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1" name="ph8032">
                <a:extLst>
                  <a:ext uri="{FF2B5EF4-FFF2-40B4-BE49-F238E27FC236}">
                    <a16:creationId xmlns:a16="http://schemas.microsoft.com/office/drawing/2014/main" id="{0FE6B35A-5FEB-D3B9-6B4F-755755352E09}"/>
                  </a:ext>
                </a:extLst>
              </p:cNvPr>
              <p:cNvSpPr/>
              <p:nvPr/>
            </p:nvSpPr>
            <p:spPr>
              <a:xfrm>
                <a:off x="2071840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813" y="914399"/>
                    </a:lnTo>
                    <a:lnTo>
                      <a:pt x="914400" y="912963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2" name="ph8033">
                <a:extLst>
                  <a:ext uri="{FF2B5EF4-FFF2-40B4-BE49-F238E27FC236}">
                    <a16:creationId xmlns:a16="http://schemas.microsoft.com/office/drawing/2014/main" id="{48220B59-6B6B-E826-28D2-6485122DB839}"/>
                  </a:ext>
                </a:extLst>
              </p:cNvPr>
              <p:cNvSpPr/>
              <p:nvPr/>
            </p:nvSpPr>
            <p:spPr>
              <a:xfrm>
                <a:off x="2081280" y="99061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533"/>
                    </a:lnTo>
                    <a:lnTo>
                      <a:pt x="907915" y="923292"/>
                    </a:lnTo>
                    <a:lnTo>
                      <a:pt x="911739" y="914874"/>
                    </a:lnTo>
                    <a:lnTo>
                      <a:pt x="911967" y="914400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3" name="ph8034">
                <a:extLst>
                  <a:ext uri="{FF2B5EF4-FFF2-40B4-BE49-F238E27FC236}">
                    <a16:creationId xmlns:a16="http://schemas.microsoft.com/office/drawing/2014/main" id="{668A0ED2-B31E-6249-103B-75AC2317D323}"/>
                  </a:ext>
                </a:extLst>
              </p:cNvPr>
              <p:cNvSpPr/>
              <p:nvPr/>
            </p:nvSpPr>
            <p:spPr>
              <a:xfrm>
                <a:off x="208128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4" name="ph8035">
                <a:extLst>
                  <a:ext uri="{FF2B5EF4-FFF2-40B4-BE49-F238E27FC236}">
                    <a16:creationId xmlns:a16="http://schemas.microsoft.com/office/drawing/2014/main" id="{81A17F1E-9E9D-025F-0E34-E39E92AF5ACE}"/>
                  </a:ext>
                </a:extLst>
              </p:cNvPr>
              <p:cNvSpPr/>
              <p:nvPr/>
            </p:nvSpPr>
            <p:spPr>
              <a:xfrm>
                <a:off x="209072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5" name="ph8036">
                <a:extLst>
                  <a:ext uri="{FF2B5EF4-FFF2-40B4-BE49-F238E27FC236}">
                    <a16:creationId xmlns:a16="http://schemas.microsoft.com/office/drawing/2014/main" id="{FAE86A08-249F-2324-9DC1-9C5D259C7233}"/>
                  </a:ext>
                </a:extLst>
              </p:cNvPr>
              <p:cNvSpPr/>
              <p:nvPr/>
            </p:nvSpPr>
            <p:spPr>
              <a:xfrm>
                <a:off x="210016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6" name="ph8037">
                <a:extLst>
                  <a:ext uri="{FF2B5EF4-FFF2-40B4-BE49-F238E27FC236}">
                    <a16:creationId xmlns:a16="http://schemas.microsoft.com/office/drawing/2014/main" id="{0918B234-AF04-8CC2-D95D-764B23CD445C}"/>
                  </a:ext>
                </a:extLst>
              </p:cNvPr>
              <p:cNvSpPr/>
              <p:nvPr/>
            </p:nvSpPr>
            <p:spPr>
              <a:xfrm>
                <a:off x="210960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7" name="ph8038">
                <a:extLst>
                  <a:ext uri="{FF2B5EF4-FFF2-40B4-BE49-F238E27FC236}">
                    <a16:creationId xmlns:a16="http://schemas.microsoft.com/office/drawing/2014/main" id="{185D2B76-4CB4-5197-D681-17D074899C02}"/>
                  </a:ext>
                </a:extLst>
              </p:cNvPr>
              <p:cNvSpPr/>
              <p:nvPr/>
            </p:nvSpPr>
            <p:spPr>
              <a:xfrm>
                <a:off x="211904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8" name="ph8039">
                <a:extLst>
                  <a:ext uri="{FF2B5EF4-FFF2-40B4-BE49-F238E27FC236}">
                    <a16:creationId xmlns:a16="http://schemas.microsoft.com/office/drawing/2014/main" id="{5E25439C-545B-15E6-F1DE-CE5F338B495D}"/>
                  </a:ext>
                </a:extLst>
              </p:cNvPr>
              <p:cNvSpPr/>
              <p:nvPr/>
            </p:nvSpPr>
            <p:spPr>
              <a:xfrm>
                <a:off x="212848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9" name="ph8040">
                <a:extLst>
                  <a:ext uri="{FF2B5EF4-FFF2-40B4-BE49-F238E27FC236}">
                    <a16:creationId xmlns:a16="http://schemas.microsoft.com/office/drawing/2014/main" id="{4692E043-E466-A454-F10D-4683B47388DC}"/>
                  </a:ext>
                </a:extLst>
              </p:cNvPr>
              <p:cNvSpPr/>
              <p:nvPr/>
            </p:nvSpPr>
            <p:spPr>
              <a:xfrm>
                <a:off x="213792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0" name="ph8041">
                <a:extLst>
                  <a:ext uri="{FF2B5EF4-FFF2-40B4-BE49-F238E27FC236}">
                    <a16:creationId xmlns:a16="http://schemas.microsoft.com/office/drawing/2014/main" id="{88F0B2FB-759B-E1D2-70CB-DAE34B8D8A37}"/>
                  </a:ext>
                </a:extLst>
              </p:cNvPr>
              <p:cNvSpPr/>
              <p:nvPr/>
            </p:nvSpPr>
            <p:spPr>
              <a:xfrm>
                <a:off x="214736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1" name="ph8042">
                <a:extLst>
                  <a:ext uri="{FF2B5EF4-FFF2-40B4-BE49-F238E27FC236}">
                    <a16:creationId xmlns:a16="http://schemas.microsoft.com/office/drawing/2014/main" id="{121F5191-D264-6A2F-41A1-511F510B4B43}"/>
                  </a:ext>
                </a:extLst>
              </p:cNvPr>
              <p:cNvSpPr/>
              <p:nvPr/>
            </p:nvSpPr>
            <p:spPr>
              <a:xfrm>
                <a:off x="215680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2" name="ph8043">
                <a:extLst>
                  <a:ext uri="{FF2B5EF4-FFF2-40B4-BE49-F238E27FC236}">
                    <a16:creationId xmlns:a16="http://schemas.microsoft.com/office/drawing/2014/main" id="{D758595F-FD7A-00DB-5865-292E30DCDCDD}"/>
                  </a:ext>
                </a:extLst>
              </p:cNvPr>
              <p:cNvSpPr/>
              <p:nvPr/>
            </p:nvSpPr>
            <p:spPr>
              <a:xfrm>
                <a:off x="216624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3" name="ph8044">
                <a:extLst>
                  <a:ext uri="{FF2B5EF4-FFF2-40B4-BE49-F238E27FC236}">
                    <a16:creationId xmlns:a16="http://schemas.microsoft.com/office/drawing/2014/main" id="{8DEC39F0-9066-F341-8933-6F05AC4F7CC9}"/>
                  </a:ext>
                </a:extLst>
              </p:cNvPr>
              <p:cNvSpPr/>
              <p:nvPr/>
            </p:nvSpPr>
            <p:spPr>
              <a:xfrm>
                <a:off x="217568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4" name="ph8045">
                <a:extLst>
                  <a:ext uri="{FF2B5EF4-FFF2-40B4-BE49-F238E27FC236}">
                    <a16:creationId xmlns:a16="http://schemas.microsoft.com/office/drawing/2014/main" id="{45DC28DA-7096-6501-260D-CFFC8FE17711}"/>
                  </a:ext>
                </a:extLst>
              </p:cNvPr>
              <p:cNvSpPr/>
              <p:nvPr/>
            </p:nvSpPr>
            <p:spPr>
              <a:xfrm>
                <a:off x="218512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5" name="ph8046">
                <a:extLst>
                  <a:ext uri="{FF2B5EF4-FFF2-40B4-BE49-F238E27FC236}">
                    <a16:creationId xmlns:a16="http://schemas.microsoft.com/office/drawing/2014/main" id="{01BE7D70-478C-52B1-34A9-4268B057D566}"/>
                  </a:ext>
                </a:extLst>
              </p:cNvPr>
              <p:cNvSpPr/>
              <p:nvPr/>
            </p:nvSpPr>
            <p:spPr>
              <a:xfrm>
                <a:off x="219456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6" name="ph8047">
                <a:extLst>
                  <a:ext uri="{FF2B5EF4-FFF2-40B4-BE49-F238E27FC236}">
                    <a16:creationId xmlns:a16="http://schemas.microsoft.com/office/drawing/2014/main" id="{D8FFB679-7BC5-6F5F-C6FD-AB1C58E8B682}"/>
                  </a:ext>
                </a:extLst>
              </p:cNvPr>
              <p:cNvSpPr/>
              <p:nvPr/>
            </p:nvSpPr>
            <p:spPr>
              <a:xfrm>
                <a:off x="220400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7" name="ph8048">
                <a:extLst>
                  <a:ext uri="{FF2B5EF4-FFF2-40B4-BE49-F238E27FC236}">
                    <a16:creationId xmlns:a16="http://schemas.microsoft.com/office/drawing/2014/main" id="{2AC3E237-3357-1196-7D1C-F139C9625BEF}"/>
                  </a:ext>
                </a:extLst>
              </p:cNvPr>
              <p:cNvSpPr/>
              <p:nvPr/>
            </p:nvSpPr>
            <p:spPr>
              <a:xfrm>
                <a:off x="221344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8" name="ph8049">
                <a:extLst>
                  <a:ext uri="{FF2B5EF4-FFF2-40B4-BE49-F238E27FC236}">
                    <a16:creationId xmlns:a16="http://schemas.microsoft.com/office/drawing/2014/main" id="{099A5071-BA21-3D0B-2C13-04515480DAC3}"/>
                  </a:ext>
                </a:extLst>
              </p:cNvPr>
              <p:cNvSpPr/>
              <p:nvPr/>
            </p:nvSpPr>
            <p:spPr>
              <a:xfrm>
                <a:off x="222288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9" name="ph8050">
                <a:extLst>
                  <a:ext uri="{FF2B5EF4-FFF2-40B4-BE49-F238E27FC236}">
                    <a16:creationId xmlns:a16="http://schemas.microsoft.com/office/drawing/2014/main" id="{4C37B8CD-4CF4-22B3-3EEF-AB52392A0233}"/>
                  </a:ext>
                </a:extLst>
              </p:cNvPr>
              <p:cNvSpPr/>
              <p:nvPr/>
            </p:nvSpPr>
            <p:spPr>
              <a:xfrm>
                <a:off x="223232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0" name="ph8051">
                <a:extLst>
                  <a:ext uri="{FF2B5EF4-FFF2-40B4-BE49-F238E27FC236}">
                    <a16:creationId xmlns:a16="http://schemas.microsoft.com/office/drawing/2014/main" id="{DDC1348E-DDC4-818F-0A03-58D00A203DEF}"/>
                  </a:ext>
                </a:extLst>
              </p:cNvPr>
              <p:cNvSpPr/>
              <p:nvPr/>
            </p:nvSpPr>
            <p:spPr>
              <a:xfrm>
                <a:off x="224176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1" name="ph8052">
                <a:extLst>
                  <a:ext uri="{FF2B5EF4-FFF2-40B4-BE49-F238E27FC236}">
                    <a16:creationId xmlns:a16="http://schemas.microsoft.com/office/drawing/2014/main" id="{F0B28017-2481-AC13-5D5A-BE6557C47378}"/>
                  </a:ext>
                </a:extLst>
              </p:cNvPr>
              <p:cNvSpPr/>
              <p:nvPr/>
            </p:nvSpPr>
            <p:spPr>
              <a:xfrm>
                <a:off x="225120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2" name="ph8053">
                <a:extLst>
                  <a:ext uri="{FF2B5EF4-FFF2-40B4-BE49-F238E27FC236}">
                    <a16:creationId xmlns:a16="http://schemas.microsoft.com/office/drawing/2014/main" id="{7A50FB81-6273-A5DF-5EE8-989AB4584F85}"/>
                  </a:ext>
                </a:extLst>
              </p:cNvPr>
              <p:cNvSpPr/>
              <p:nvPr/>
            </p:nvSpPr>
            <p:spPr>
              <a:xfrm>
                <a:off x="2270085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56" y="896830"/>
                    </a:lnTo>
                    <a:lnTo>
                      <a:pt x="913702" y="897487"/>
                    </a:lnTo>
                    <a:lnTo>
                      <a:pt x="914400" y="899574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3" name="ph8054">
                <a:extLst>
                  <a:ext uri="{FF2B5EF4-FFF2-40B4-BE49-F238E27FC236}">
                    <a16:creationId xmlns:a16="http://schemas.microsoft.com/office/drawing/2014/main" id="{6FD3C204-A595-1E4E-D491-5DAD360D74AC}"/>
                  </a:ext>
                </a:extLst>
              </p:cNvPr>
              <p:cNvSpPr/>
              <p:nvPr/>
            </p:nvSpPr>
            <p:spPr>
              <a:xfrm>
                <a:off x="2270085" y="1008186"/>
                <a:ext cx="91906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067" h="914399">
                    <a:moveTo>
                      <a:pt x="914400" y="914399"/>
                    </a:moveTo>
                    <a:lnTo>
                      <a:pt x="914400" y="899574"/>
                    </a:lnTo>
                    <a:lnTo>
                      <a:pt x="916827" y="906842"/>
                    </a:lnTo>
                    <a:lnTo>
                      <a:pt x="919067" y="91439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4" name="ph8055">
                <a:extLst>
                  <a:ext uri="{FF2B5EF4-FFF2-40B4-BE49-F238E27FC236}">
                    <a16:creationId xmlns:a16="http://schemas.microsoft.com/office/drawing/2014/main" id="{4AE7E45D-3661-8577-3B15-DBEB7D709380}"/>
                  </a:ext>
                </a:extLst>
              </p:cNvPr>
              <p:cNvSpPr/>
              <p:nvPr/>
            </p:nvSpPr>
            <p:spPr>
              <a:xfrm>
                <a:off x="3412354" y="990616"/>
                <a:ext cx="914400" cy="92059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6">
                    <a:moveTo>
                      <a:pt x="914400" y="914400"/>
                    </a:moveTo>
                    <a:lnTo>
                      <a:pt x="914400" y="920596"/>
                    </a:lnTo>
                    <a:lnTo>
                      <a:pt x="909739" y="917175"/>
                    </a:lnTo>
                    <a:lnTo>
                      <a:pt x="906463" y="914400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5" name="ph8056">
                <a:extLst>
                  <a:ext uri="{FF2B5EF4-FFF2-40B4-BE49-F238E27FC236}">
                    <a16:creationId xmlns:a16="http://schemas.microsoft.com/office/drawing/2014/main" id="{2550A7C2-0F36-3C13-B44F-A0CABBB7193C}"/>
                  </a:ext>
                </a:extLst>
              </p:cNvPr>
              <p:cNvSpPr/>
              <p:nvPr/>
            </p:nvSpPr>
            <p:spPr>
              <a:xfrm>
                <a:off x="3412354" y="990616"/>
                <a:ext cx="923840" cy="9262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253"/>
                    </a:lnTo>
                    <a:lnTo>
                      <a:pt x="920690" y="924614"/>
                    </a:lnTo>
                    <a:lnTo>
                      <a:pt x="915163" y="921157"/>
                    </a:lnTo>
                    <a:lnTo>
                      <a:pt x="914400" y="920596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6" name="ph8057">
                <a:extLst>
                  <a:ext uri="{FF2B5EF4-FFF2-40B4-BE49-F238E27FC236}">
                    <a16:creationId xmlns:a16="http://schemas.microsoft.com/office/drawing/2014/main" id="{CA8CE209-DF45-5BE5-78C8-C52D3B5F05C1}"/>
                  </a:ext>
                </a:extLst>
              </p:cNvPr>
              <p:cNvSpPr/>
              <p:nvPr/>
            </p:nvSpPr>
            <p:spPr>
              <a:xfrm>
                <a:off x="3421794" y="990616"/>
                <a:ext cx="923840" cy="9303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329"/>
                    </a:lnTo>
                    <a:lnTo>
                      <a:pt x="922554" y="929919"/>
                    </a:lnTo>
                    <a:lnTo>
                      <a:pt x="916865" y="927537"/>
                    </a:lnTo>
                    <a:lnTo>
                      <a:pt x="914400" y="926253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7" name="ph8058">
                <a:extLst>
                  <a:ext uri="{FF2B5EF4-FFF2-40B4-BE49-F238E27FC236}">
                    <a16:creationId xmlns:a16="http://schemas.microsoft.com/office/drawing/2014/main" id="{7D6F3835-7E3B-70F1-9DEE-96EA8F293B86}"/>
                  </a:ext>
                </a:extLst>
              </p:cNvPr>
              <p:cNvSpPr/>
              <p:nvPr/>
            </p:nvSpPr>
            <p:spPr>
              <a:xfrm>
                <a:off x="343123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42" y="931969"/>
                    </a:lnTo>
                    <a:lnTo>
                      <a:pt x="918861" y="931752"/>
                    </a:lnTo>
                    <a:lnTo>
                      <a:pt x="914400" y="93032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8" name="ph8059">
                <a:extLst>
                  <a:ext uri="{FF2B5EF4-FFF2-40B4-BE49-F238E27FC236}">
                    <a16:creationId xmlns:a16="http://schemas.microsoft.com/office/drawing/2014/main" id="{4300E25D-887D-7D15-DCD4-655075912EA2}"/>
                  </a:ext>
                </a:extLst>
              </p:cNvPr>
              <p:cNvSpPr/>
              <p:nvPr/>
            </p:nvSpPr>
            <p:spPr>
              <a:xfrm>
                <a:off x="344067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9" name="ph8060">
                <a:extLst>
                  <a:ext uri="{FF2B5EF4-FFF2-40B4-BE49-F238E27FC236}">
                    <a16:creationId xmlns:a16="http://schemas.microsoft.com/office/drawing/2014/main" id="{BB1F5C62-D350-1C42-CA89-08C127160D34}"/>
                  </a:ext>
                </a:extLst>
              </p:cNvPr>
              <p:cNvSpPr/>
              <p:nvPr/>
            </p:nvSpPr>
            <p:spPr>
              <a:xfrm>
                <a:off x="345011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0" name="ph8061">
                <a:extLst>
                  <a:ext uri="{FF2B5EF4-FFF2-40B4-BE49-F238E27FC236}">
                    <a16:creationId xmlns:a16="http://schemas.microsoft.com/office/drawing/2014/main" id="{B02760C9-820C-C591-039B-C33CEEC30F0B}"/>
                  </a:ext>
                </a:extLst>
              </p:cNvPr>
              <p:cNvSpPr/>
              <p:nvPr/>
            </p:nvSpPr>
            <p:spPr>
              <a:xfrm>
                <a:off x="345955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1" name="ph8062">
                <a:extLst>
                  <a:ext uri="{FF2B5EF4-FFF2-40B4-BE49-F238E27FC236}">
                    <a16:creationId xmlns:a16="http://schemas.microsoft.com/office/drawing/2014/main" id="{4530D441-7D0C-0521-8D52-AECF177F73CD}"/>
                  </a:ext>
                </a:extLst>
              </p:cNvPr>
              <p:cNvSpPr/>
              <p:nvPr/>
            </p:nvSpPr>
            <p:spPr>
              <a:xfrm>
                <a:off x="346899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2" name="ph8063">
                <a:extLst>
                  <a:ext uri="{FF2B5EF4-FFF2-40B4-BE49-F238E27FC236}">
                    <a16:creationId xmlns:a16="http://schemas.microsoft.com/office/drawing/2014/main" id="{D6F15CFC-63CD-23D6-D07F-51280E12D5C6}"/>
                  </a:ext>
                </a:extLst>
              </p:cNvPr>
              <p:cNvSpPr/>
              <p:nvPr/>
            </p:nvSpPr>
            <p:spPr>
              <a:xfrm>
                <a:off x="347843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3" name="ph8064">
                <a:extLst>
                  <a:ext uri="{FF2B5EF4-FFF2-40B4-BE49-F238E27FC236}">
                    <a16:creationId xmlns:a16="http://schemas.microsoft.com/office/drawing/2014/main" id="{09C04D2F-323F-D854-77B6-8B7B671205F7}"/>
                  </a:ext>
                </a:extLst>
              </p:cNvPr>
              <p:cNvSpPr/>
              <p:nvPr/>
            </p:nvSpPr>
            <p:spPr>
              <a:xfrm>
                <a:off x="348787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4" name="ph8065">
                <a:extLst>
                  <a:ext uri="{FF2B5EF4-FFF2-40B4-BE49-F238E27FC236}">
                    <a16:creationId xmlns:a16="http://schemas.microsoft.com/office/drawing/2014/main" id="{354FE294-7C1F-EA4C-814A-07C2580643CC}"/>
                  </a:ext>
                </a:extLst>
              </p:cNvPr>
              <p:cNvSpPr/>
              <p:nvPr/>
            </p:nvSpPr>
            <p:spPr>
              <a:xfrm>
                <a:off x="349731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5" name="ph8066">
                <a:extLst>
                  <a:ext uri="{FF2B5EF4-FFF2-40B4-BE49-F238E27FC236}">
                    <a16:creationId xmlns:a16="http://schemas.microsoft.com/office/drawing/2014/main" id="{CD8CF774-6E79-C4B1-EF5B-3FDDD7DF44D0}"/>
                  </a:ext>
                </a:extLst>
              </p:cNvPr>
              <p:cNvSpPr/>
              <p:nvPr/>
            </p:nvSpPr>
            <p:spPr>
              <a:xfrm>
                <a:off x="350675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6" name="ph8067">
                <a:extLst>
                  <a:ext uri="{FF2B5EF4-FFF2-40B4-BE49-F238E27FC236}">
                    <a16:creationId xmlns:a16="http://schemas.microsoft.com/office/drawing/2014/main" id="{9FBAAE23-E9F4-926E-E4AB-47DD650173BE}"/>
                  </a:ext>
                </a:extLst>
              </p:cNvPr>
              <p:cNvSpPr/>
              <p:nvPr/>
            </p:nvSpPr>
            <p:spPr>
              <a:xfrm>
                <a:off x="351619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7" name="ph8068">
                <a:extLst>
                  <a:ext uri="{FF2B5EF4-FFF2-40B4-BE49-F238E27FC236}">
                    <a16:creationId xmlns:a16="http://schemas.microsoft.com/office/drawing/2014/main" id="{2FA71D46-0CAC-C2B3-B948-D0D38D5E863F}"/>
                  </a:ext>
                </a:extLst>
              </p:cNvPr>
              <p:cNvSpPr/>
              <p:nvPr/>
            </p:nvSpPr>
            <p:spPr>
              <a:xfrm>
                <a:off x="352563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8" name="ph8069">
                <a:extLst>
                  <a:ext uri="{FF2B5EF4-FFF2-40B4-BE49-F238E27FC236}">
                    <a16:creationId xmlns:a16="http://schemas.microsoft.com/office/drawing/2014/main" id="{031F96F6-2FA4-A51C-FDBE-CA92EF6CF0F6}"/>
                  </a:ext>
                </a:extLst>
              </p:cNvPr>
              <p:cNvSpPr/>
              <p:nvPr/>
            </p:nvSpPr>
            <p:spPr>
              <a:xfrm>
                <a:off x="353507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9" name="ph8070">
                <a:extLst>
                  <a:ext uri="{FF2B5EF4-FFF2-40B4-BE49-F238E27FC236}">
                    <a16:creationId xmlns:a16="http://schemas.microsoft.com/office/drawing/2014/main" id="{874CD08C-AF01-E958-44EF-314064320E6F}"/>
                  </a:ext>
                </a:extLst>
              </p:cNvPr>
              <p:cNvSpPr/>
              <p:nvPr/>
            </p:nvSpPr>
            <p:spPr>
              <a:xfrm>
                <a:off x="354451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0" name="ph8071">
                <a:extLst>
                  <a:ext uri="{FF2B5EF4-FFF2-40B4-BE49-F238E27FC236}">
                    <a16:creationId xmlns:a16="http://schemas.microsoft.com/office/drawing/2014/main" id="{191342E1-A227-5264-64A1-03470F0D8C4E}"/>
                  </a:ext>
                </a:extLst>
              </p:cNvPr>
              <p:cNvSpPr/>
              <p:nvPr/>
            </p:nvSpPr>
            <p:spPr>
              <a:xfrm>
                <a:off x="355395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1" name="ph8072">
                <a:extLst>
                  <a:ext uri="{FF2B5EF4-FFF2-40B4-BE49-F238E27FC236}">
                    <a16:creationId xmlns:a16="http://schemas.microsoft.com/office/drawing/2014/main" id="{D78A0ADE-BD11-0FC5-6751-21AA4E23FFAF}"/>
                  </a:ext>
                </a:extLst>
              </p:cNvPr>
              <p:cNvSpPr/>
              <p:nvPr/>
            </p:nvSpPr>
            <p:spPr>
              <a:xfrm>
                <a:off x="356339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2" name="ph8073">
                <a:extLst>
                  <a:ext uri="{FF2B5EF4-FFF2-40B4-BE49-F238E27FC236}">
                    <a16:creationId xmlns:a16="http://schemas.microsoft.com/office/drawing/2014/main" id="{1D91E7FF-A9E9-87A6-CF2A-23D687456D9F}"/>
                  </a:ext>
                </a:extLst>
              </p:cNvPr>
              <p:cNvSpPr/>
              <p:nvPr/>
            </p:nvSpPr>
            <p:spPr>
              <a:xfrm>
                <a:off x="357283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3" name="ph8074">
                <a:extLst>
                  <a:ext uri="{FF2B5EF4-FFF2-40B4-BE49-F238E27FC236}">
                    <a16:creationId xmlns:a16="http://schemas.microsoft.com/office/drawing/2014/main" id="{4E0F77D9-3F0E-FEEC-72FD-C291E337E81F}"/>
                  </a:ext>
                </a:extLst>
              </p:cNvPr>
              <p:cNvSpPr/>
              <p:nvPr/>
            </p:nvSpPr>
            <p:spPr>
              <a:xfrm>
                <a:off x="358227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4" name="ph8075">
                <a:extLst>
                  <a:ext uri="{FF2B5EF4-FFF2-40B4-BE49-F238E27FC236}">
                    <a16:creationId xmlns:a16="http://schemas.microsoft.com/office/drawing/2014/main" id="{B1ED60AD-C0E4-BAB4-31E1-9A0B838698E8}"/>
                  </a:ext>
                </a:extLst>
              </p:cNvPr>
              <p:cNvSpPr/>
              <p:nvPr/>
            </p:nvSpPr>
            <p:spPr>
              <a:xfrm>
                <a:off x="359171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5" name="ph8076">
                <a:extLst>
                  <a:ext uri="{FF2B5EF4-FFF2-40B4-BE49-F238E27FC236}">
                    <a16:creationId xmlns:a16="http://schemas.microsoft.com/office/drawing/2014/main" id="{720FF8FB-B158-461D-7723-A913CBE85218}"/>
                  </a:ext>
                </a:extLst>
              </p:cNvPr>
              <p:cNvSpPr/>
              <p:nvPr/>
            </p:nvSpPr>
            <p:spPr>
              <a:xfrm>
                <a:off x="360115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6" name="ph8077">
                <a:extLst>
                  <a:ext uri="{FF2B5EF4-FFF2-40B4-BE49-F238E27FC236}">
                    <a16:creationId xmlns:a16="http://schemas.microsoft.com/office/drawing/2014/main" id="{1C408227-5A2A-E7C0-5C0E-FA9BFD825D8A}"/>
                  </a:ext>
                </a:extLst>
              </p:cNvPr>
              <p:cNvSpPr/>
              <p:nvPr/>
            </p:nvSpPr>
            <p:spPr>
              <a:xfrm>
                <a:off x="361059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7" name="ph8078">
                <a:extLst>
                  <a:ext uri="{FF2B5EF4-FFF2-40B4-BE49-F238E27FC236}">
                    <a16:creationId xmlns:a16="http://schemas.microsoft.com/office/drawing/2014/main" id="{5AB73966-3E1B-3F50-A0B7-92CD97977828}"/>
                  </a:ext>
                </a:extLst>
              </p:cNvPr>
              <p:cNvSpPr/>
              <p:nvPr/>
            </p:nvSpPr>
            <p:spPr>
              <a:xfrm>
                <a:off x="362003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8" name="ph8079">
                <a:extLst>
                  <a:ext uri="{FF2B5EF4-FFF2-40B4-BE49-F238E27FC236}">
                    <a16:creationId xmlns:a16="http://schemas.microsoft.com/office/drawing/2014/main" id="{D4A6EBE6-5C88-4BCA-03EA-1A9D6F55AA28}"/>
                  </a:ext>
                </a:extLst>
              </p:cNvPr>
              <p:cNvSpPr/>
              <p:nvPr/>
            </p:nvSpPr>
            <p:spPr>
              <a:xfrm>
                <a:off x="362947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9" name="ph8080">
                <a:extLst>
                  <a:ext uri="{FF2B5EF4-FFF2-40B4-BE49-F238E27FC236}">
                    <a16:creationId xmlns:a16="http://schemas.microsoft.com/office/drawing/2014/main" id="{3A8C6067-99BF-1782-EE5D-E09112960E10}"/>
                  </a:ext>
                </a:extLst>
              </p:cNvPr>
              <p:cNvSpPr/>
              <p:nvPr/>
            </p:nvSpPr>
            <p:spPr>
              <a:xfrm>
                <a:off x="363891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0" name="ph8081">
                <a:extLst>
                  <a:ext uri="{FF2B5EF4-FFF2-40B4-BE49-F238E27FC236}">
                    <a16:creationId xmlns:a16="http://schemas.microsoft.com/office/drawing/2014/main" id="{CE895ADC-D0F6-A030-E183-AD520FF5B766}"/>
                  </a:ext>
                </a:extLst>
              </p:cNvPr>
              <p:cNvSpPr/>
              <p:nvPr/>
            </p:nvSpPr>
            <p:spPr>
              <a:xfrm>
                <a:off x="364836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1" name="ph8082">
                <a:extLst>
                  <a:ext uri="{FF2B5EF4-FFF2-40B4-BE49-F238E27FC236}">
                    <a16:creationId xmlns:a16="http://schemas.microsoft.com/office/drawing/2014/main" id="{364D8E22-4D6A-5882-03E0-737254BC6D52}"/>
                  </a:ext>
                </a:extLst>
              </p:cNvPr>
              <p:cNvSpPr/>
              <p:nvPr/>
            </p:nvSpPr>
            <p:spPr>
              <a:xfrm>
                <a:off x="365780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2" name="ph8083">
                <a:extLst>
                  <a:ext uri="{FF2B5EF4-FFF2-40B4-BE49-F238E27FC236}">
                    <a16:creationId xmlns:a16="http://schemas.microsoft.com/office/drawing/2014/main" id="{8AFB7A85-A893-CDF3-8C7A-D1AB1F1615DE}"/>
                  </a:ext>
                </a:extLst>
              </p:cNvPr>
              <p:cNvSpPr/>
              <p:nvPr/>
            </p:nvSpPr>
            <p:spPr>
              <a:xfrm>
                <a:off x="366724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3" name="ph8084">
                <a:extLst>
                  <a:ext uri="{FF2B5EF4-FFF2-40B4-BE49-F238E27FC236}">
                    <a16:creationId xmlns:a16="http://schemas.microsoft.com/office/drawing/2014/main" id="{EDCDB739-0CE1-08F9-3171-BFCAE794F742}"/>
                  </a:ext>
                </a:extLst>
              </p:cNvPr>
              <p:cNvSpPr/>
              <p:nvPr/>
            </p:nvSpPr>
            <p:spPr>
              <a:xfrm>
                <a:off x="367668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4" name="ph8085">
                <a:extLst>
                  <a:ext uri="{FF2B5EF4-FFF2-40B4-BE49-F238E27FC236}">
                    <a16:creationId xmlns:a16="http://schemas.microsoft.com/office/drawing/2014/main" id="{61666A21-2930-7B3A-BA69-7A7514E409FB}"/>
                  </a:ext>
                </a:extLst>
              </p:cNvPr>
              <p:cNvSpPr/>
              <p:nvPr/>
            </p:nvSpPr>
            <p:spPr>
              <a:xfrm>
                <a:off x="368612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5" name="ph8086">
                <a:extLst>
                  <a:ext uri="{FF2B5EF4-FFF2-40B4-BE49-F238E27FC236}">
                    <a16:creationId xmlns:a16="http://schemas.microsoft.com/office/drawing/2014/main" id="{26B9DA81-6FA9-C411-B6EF-F7B2586E2233}"/>
                  </a:ext>
                </a:extLst>
              </p:cNvPr>
              <p:cNvSpPr/>
              <p:nvPr/>
            </p:nvSpPr>
            <p:spPr>
              <a:xfrm>
                <a:off x="369556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6" name="ph8087">
                <a:extLst>
                  <a:ext uri="{FF2B5EF4-FFF2-40B4-BE49-F238E27FC236}">
                    <a16:creationId xmlns:a16="http://schemas.microsoft.com/office/drawing/2014/main" id="{F1464F63-CA81-45D7-CF7E-43780BDEBC70}"/>
                  </a:ext>
                </a:extLst>
              </p:cNvPr>
              <p:cNvSpPr/>
              <p:nvPr/>
            </p:nvSpPr>
            <p:spPr>
              <a:xfrm>
                <a:off x="370500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7" name="ph8088">
                <a:extLst>
                  <a:ext uri="{FF2B5EF4-FFF2-40B4-BE49-F238E27FC236}">
                    <a16:creationId xmlns:a16="http://schemas.microsoft.com/office/drawing/2014/main" id="{45898DC0-6BD3-772C-58E6-BF69399C316A}"/>
                  </a:ext>
                </a:extLst>
              </p:cNvPr>
              <p:cNvSpPr/>
              <p:nvPr/>
            </p:nvSpPr>
            <p:spPr>
              <a:xfrm>
                <a:off x="371444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8" name="ph8089">
                <a:extLst>
                  <a:ext uri="{FF2B5EF4-FFF2-40B4-BE49-F238E27FC236}">
                    <a16:creationId xmlns:a16="http://schemas.microsoft.com/office/drawing/2014/main" id="{DCF267B7-C076-EB7F-4502-DDB254A1255B}"/>
                  </a:ext>
                </a:extLst>
              </p:cNvPr>
              <p:cNvSpPr/>
              <p:nvPr/>
            </p:nvSpPr>
            <p:spPr>
              <a:xfrm>
                <a:off x="372388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9" name="ph8090">
                <a:extLst>
                  <a:ext uri="{FF2B5EF4-FFF2-40B4-BE49-F238E27FC236}">
                    <a16:creationId xmlns:a16="http://schemas.microsoft.com/office/drawing/2014/main" id="{C3551F1C-2C59-A65A-2132-C8E45AF2EFF1}"/>
                  </a:ext>
                </a:extLst>
              </p:cNvPr>
              <p:cNvSpPr/>
              <p:nvPr/>
            </p:nvSpPr>
            <p:spPr>
              <a:xfrm>
                <a:off x="373332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0" name="ph8091">
                <a:extLst>
                  <a:ext uri="{FF2B5EF4-FFF2-40B4-BE49-F238E27FC236}">
                    <a16:creationId xmlns:a16="http://schemas.microsoft.com/office/drawing/2014/main" id="{4791F69B-3C18-2649-A6DF-DF944658E90B}"/>
                  </a:ext>
                </a:extLst>
              </p:cNvPr>
              <p:cNvSpPr/>
              <p:nvPr/>
            </p:nvSpPr>
            <p:spPr>
              <a:xfrm>
                <a:off x="374276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1" name="ph8092">
                <a:extLst>
                  <a:ext uri="{FF2B5EF4-FFF2-40B4-BE49-F238E27FC236}">
                    <a16:creationId xmlns:a16="http://schemas.microsoft.com/office/drawing/2014/main" id="{A6101EA6-C665-2A7F-F4EE-AB6828C8CC82}"/>
                  </a:ext>
                </a:extLst>
              </p:cNvPr>
              <p:cNvSpPr/>
              <p:nvPr/>
            </p:nvSpPr>
            <p:spPr>
              <a:xfrm>
                <a:off x="375220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2" name="ph8093">
                <a:extLst>
                  <a:ext uri="{FF2B5EF4-FFF2-40B4-BE49-F238E27FC236}">
                    <a16:creationId xmlns:a16="http://schemas.microsoft.com/office/drawing/2014/main" id="{1D151FB0-5193-1540-685A-4FA05C2CD9EB}"/>
                  </a:ext>
                </a:extLst>
              </p:cNvPr>
              <p:cNvSpPr/>
              <p:nvPr/>
            </p:nvSpPr>
            <p:spPr>
              <a:xfrm>
                <a:off x="376164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3" name="ph8094">
                <a:extLst>
                  <a:ext uri="{FF2B5EF4-FFF2-40B4-BE49-F238E27FC236}">
                    <a16:creationId xmlns:a16="http://schemas.microsoft.com/office/drawing/2014/main" id="{5AEC5D12-B354-A295-8221-DC9587580BE2}"/>
                  </a:ext>
                </a:extLst>
              </p:cNvPr>
              <p:cNvSpPr/>
              <p:nvPr/>
            </p:nvSpPr>
            <p:spPr>
              <a:xfrm>
                <a:off x="377108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4" name="ph8095">
                <a:extLst>
                  <a:ext uri="{FF2B5EF4-FFF2-40B4-BE49-F238E27FC236}">
                    <a16:creationId xmlns:a16="http://schemas.microsoft.com/office/drawing/2014/main" id="{F031F028-8B2A-28F4-D3A2-10C0DCB9A0F3}"/>
                  </a:ext>
                </a:extLst>
              </p:cNvPr>
              <p:cNvSpPr/>
              <p:nvPr/>
            </p:nvSpPr>
            <p:spPr>
              <a:xfrm>
                <a:off x="378052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5" name="ph8096">
                <a:extLst>
                  <a:ext uri="{FF2B5EF4-FFF2-40B4-BE49-F238E27FC236}">
                    <a16:creationId xmlns:a16="http://schemas.microsoft.com/office/drawing/2014/main" id="{4CDDA661-E38B-641F-95B9-854E22707A6E}"/>
                  </a:ext>
                </a:extLst>
              </p:cNvPr>
              <p:cNvSpPr/>
              <p:nvPr/>
            </p:nvSpPr>
            <p:spPr>
              <a:xfrm>
                <a:off x="378996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6" name="ph8097">
                <a:extLst>
                  <a:ext uri="{FF2B5EF4-FFF2-40B4-BE49-F238E27FC236}">
                    <a16:creationId xmlns:a16="http://schemas.microsoft.com/office/drawing/2014/main" id="{8C67522D-884C-F357-21D3-A71C874BD24C}"/>
                  </a:ext>
                </a:extLst>
              </p:cNvPr>
              <p:cNvSpPr/>
              <p:nvPr/>
            </p:nvSpPr>
            <p:spPr>
              <a:xfrm>
                <a:off x="379940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7" name="ph8098">
                <a:extLst>
                  <a:ext uri="{FF2B5EF4-FFF2-40B4-BE49-F238E27FC236}">
                    <a16:creationId xmlns:a16="http://schemas.microsoft.com/office/drawing/2014/main" id="{86B6FED3-9CC3-9425-C7F0-9B68FFFBC3B5}"/>
                  </a:ext>
                </a:extLst>
              </p:cNvPr>
              <p:cNvSpPr/>
              <p:nvPr/>
            </p:nvSpPr>
            <p:spPr>
              <a:xfrm>
                <a:off x="380884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8" name="ph8099">
                <a:extLst>
                  <a:ext uri="{FF2B5EF4-FFF2-40B4-BE49-F238E27FC236}">
                    <a16:creationId xmlns:a16="http://schemas.microsoft.com/office/drawing/2014/main" id="{A2BAA313-B8CB-9AF4-BBB6-8125A97755C0}"/>
                  </a:ext>
                </a:extLst>
              </p:cNvPr>
              <p:cNvSpPr/>
              <p:nvPr/>
            </p:nvSpPr>
            <p:spPr>
              <a:xfrm>
                <a:off x="381828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9" name="ph8100">
                <a:extLst>
                  <a:ext uri="{FF2B5EF4-FFF2-40B4-BE49-F238E27FC236}">
                    <a16:creationId xmlns:a16="http://schemas.microsoft.com/office/drawing/2014/main" id="{0AE8995A-7320-7C3E-2CE7-BAC143D22CAE}"/>
                  </a:ext>
                </a:extLst>
              </p:cNvPr>
              <p:cNvSpPr/>
              <p:nvPr/>
            </p:nvSpPr>
            <p:spPr>
              <a:xfrm>
                <a:off x="382772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0" name="ph8101">
                <a:extLst>
                  <a:ext uri="{FF2B5EF4-FFF2-40B4-BE49-F238E27FC236}">
                    <a16:creationId xmlns:a16="http://schemas.microsoft.com/office/drawing/2014/main" id="{5E2C9F2E-128B-197F-9AB0-C9AF69E58709}"/>
                  </a:ext>
                </a:extLst>
              </p:cNvPr>
              <p:cNvSpPr/>
              <p:nvPr/>
            </p:nvSpPr>
            <p:spPr>
              <a:xfrm>
                <a:off x="383716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1" name="ph8102">
                <a:extLst>
                  <a:ext uri="{FF2B5EF4-FFF2-40B4-BE49-F238E27FC236}">
                    <a16:creationId xmlns:a16="http://schemas.microsoft.com/office/drawing/2014/main" id="{5624ADF6-E69D-143F-C5E4-4D8C5D4AAAE0}"/>
                  </a:ext>
                </a:extLst>
              </p:cNvPr>
              <p:cNvSpPr/>
              <p:nvPr/>
            </p:nvSpPr>
            <p:spPr>
              <a:xfrm>
                <a:off x="384660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2" name="ph8103">
                <a:extLst>
                  <a:ext uri="{FF2B5EF4-FFF2-40B4-BE49-F238E27FC236}">
                    <a16:creationId xmlns:a16="http://schemas.microsoft.com/office/drawing/2014/main" id="{574F7BF7-F84F-D36A-93B8-71AB53DDC579}"/>
                  </a:ext>
                </a:extLst>
              </p:cNvPr>
              <p:cNvSpPr/>
              <p:nvPr/>
            </p:nvSpPr>
            <p:spPr>
              <a:xfrm>
                <a:off x="3856045" y="1008186"/>
                <a:ext cx="9236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88" y="896916"/>
                    </a:lnTo>
                    <a:lnTo>
                      <a:pt x="919573" y="897235"/>
                    </a:lnTo>
                    <a:lnTo>
                      <a:pt x="922092" y="907306"/>
                    </a:lnTo>
                    <a:lnTo>
                      <a:pt x="923628" y="91439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3" name="ph8104">
                <a:extLst>
                  <a:ext uri="{FF2B5EF4-FFF2-40B4-BE49-F238E27FC236}">
                    <a16:creationId xmlns:a16="http://schemas.microsoft.com/office/drawing/2014/main" id="{0E68FA6A-53D0-3EE2-B52D-D610CA477271}"/>
                  </a:ext>
                </a:extLst>
              </p:cNvPr>
              <p:cNvSpPr/>
              <p:nvPr/>
            </p:nvSpPr>
            <p:spPr>
              <a:xfrm>
                <a:off x="2081280" y="99061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967" y="914400"/>
                    </a:lnTo>
                    <a:lnTo>
                      <a:pt x="912104" y="914113"/>
                    </a:lnTo>
                    <a:lnTo>
                      <a:pt x="912287" y="913730"/>
                    </a:lnTo>
                    <a:lnTo>
                      <a:pt x="912471" y="913347"/>
                    </a:lnTo>
                    <a:lnTo>
                      <a:pt x="912654" y="912964"/>
                    </a:lnTo>
                    <a:lnTo>
                      <a:pt x="912838" y="912581"/>
                    </a:lnTo>
                    <a:lnTo>
                      <a:pt x="913021" y="912198"/>
                    </a:lnTo>
                    <a:lnTo>
                      <a:pt x="913205" y="911815"/>
                    </a:lnTo>
                    <a:lnTo>
                      <a:pt x="913388" y="911432"/>
                    </a:lnTo>
                    <a:lnTo>
                      <a:pt x="913572" y="911049"/>
                    </a:lnTo>
                    <a:lnTo>
                      <a:pt x="913756" y="910666"/>
                    </a:lnTo>
                    <a:lnTo>
                      <a:pt x="913939" y="910283"/>
                    </a:lnTo>
                    <a:lnTo>
                      <a:pt x="914123" y="909900"/>
                    </a:lnTo>
                    <a:lnTo>
                      <a:pt x="914307" y="909517"/>
                    </a:lnTo>
                    <a:lnTo>
                      <a:pt x="914400" y="909323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4" name="ph8105">
                <a:extLst>
                  <a:ext uri="{FF2B5EF4-FFF2-40B4-BE49-F238E27FC236}">
                    <a16:creationId xmlns:a16="http://schemas.microsoft.com/office/drawing/2014/main" id="{2703EAC9-5B58-7946-8A95-AF6A3EC9F1EB}"/>
                  </a:ext>
                </a:extLst>
              </p:cNvPr>
              <p:cNvSpPr/>
              <p:nvPr/>
            </p:nvSpPr>
            <p:spPr>
              <a:xfrm>
                <a:off x="2090720" y="97304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893"/>
                    </a:lnTo>
                    <a:lnTo>
                      <a:pt x="905050" y="926703"/>
                    </a:lnTo>
                    <a:lnTo>
                      <a:pt x="905234" y="926320"/>
                    </a:lnTo>
                    <a:lnTo>
                      <a:pt x="905417" y="925937"/>
                    </a:lnTo>
                    <a:lnTo>
                      <a:pt x="905601" y="925554"/>
                    </a:lnTo>
                    <a:lnTo>
                      <a:pt x="905785" y="925171"/>
                    </a:lnTo>
                    <a:lnTo>
                      <a:pt x="905968" y="924788"/>
                    </a:lnTo>
                    <a:lnTo>
                      <a:pt x="906152" y="924405"/>
                    </a:lnTo>
                    <a:lnTo>
                      <a:pt x="906336" y="924022"/>
                    </a:lnTo>
                    <a:lnTo>
                      <a:pt x="906520" y="923639"/>
                    </a:lnTo>
                    <a:lnTo>
                      <a:pt x="906703" y="923256"/>
                    </a:lnTo>
                    <a:lnTo>
                      <a:pt x="906887" y="922873"/>
                    </a:lnTo>
                    <a:lnTo>
                      <a:pt x="907071" y="922490"/>
                    </a:lnTo>
                    <a:lnTo>
                      <a:pt x="907255" y="922107"/>
                    </a:lnTo>
                    <a:lnTo>
                      <a:pt x="907439" y="921724"/>
                    </a:lnTo>
                    <a:lnTo>
                      <a:pt x="907622" y="921341"/>
                    </a:lnTo>
                    <a:lnTo>
                      <a:pt x="907806" y="920958"/>
                    </a:lnTo>
                    <a:lnTo>
                      <a:pt x="907990" y="920575"/>
                    </a:lnTo>
                    <a:lnTo>
                      <a:pt x="908174" y="920192"/>
                    </a:lnTo>
                    <a:lnTo>
                      <a:pt x="908358" y="919809"/>
                    </a:lnTo>
                    <a:lnTo>
                      <a:pt x="908542" y="919426"/>
                    </a:lnTo>
                    <a:lnTo>
                      <a:pt x="908726" y="919043"/>
                    </a:lnTo>
                    <a:lnTo>
                      <a:pt x="908910" y="918660"/>
                    </a:lnTo>
                    <a:lnTo>
                      <a:pt x="909093" y="918277"/>
                    </a:lnTo>
                    <a:lnTo>
                      <a:pt x="909277" y="917894"/>
                    </a:lnTo>
                    <a:lnTo>
                      <a:pt x="909461" y="917511"/>
                    </a:lnTo>
                    <a:lnTo>
                      <a:pt x="909645" y="917128"/>
                    </a:lnTo>
                    <a:lnTo>
                      <a:pt x="909829" y="916745"/>
                    </a:lnTo>
                    <a:lnTo>
                      <a:pt x="910013" y="916362"/>
                    </a:lnTo>
                    <a:lnTo>
                      <a:pt x="910197" y="915979"/>
                    </a:lnTo>
                    <a:lnTo>
                      <a:pt x="910381" y="915596"/>
                    </a:lnTo>
                    <a:lnTo>
                      <a:pt x="910565" y="915213"/>
                    </a:lnTo>
                    <a:lnTo>
                      <a:pt x="910749" y="914830"/>
                    </a:lnTo>
                    <a:lnTo>
                      <a:pt x="910956" y="914400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5" name="ph8106">
                <a:extLst>
                  <a:ext uri="{FF2B5EF4-FFF2-40B4-BE49-F238E27FC236}">
                    <a16:creationId xmlns:a16="http://schemas.microsoft.com/office/drawing/2014/main" id="{1F93559B-FF6E-C0D0-089D-132F9900DA95}"/>
                  </a:ext>
                </a:extLst>
              </p:cNvPr>
              <p:cNvSpPr/>
              <p:nvPr/>
            </p:nvSpPr>
            <p:spPr>
              <a:xfrm>
                <a:off x="209072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6" name="ph8107">
                <a:extLst>
                  <a:ext uri="{FF2B5EF4-FFF2-40B4-BE49-F238E27FC236}">
                    <a16:creationId xmlns:a16="http://schemas.microsoft.com/office/drawing/2014/main" id="{1ADF1505-8281-820C-3A0C-FBD26B422727}"/>
                  </a:ext>
                </a:extLst>
              </p:cNvPr>
              <p:cNvSpPr/>
              <p:nvPr/>
            </p:nvSpPr>
            <p:spPr>
              <a:xfrm>
                <a:off x="210016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7" name="ph8108">
                <a:extLst>
                  <a:ext uri="{FF2B5EF4-FFF2-40B4-BE49-F238E27FC236}">
                    <a16:creationId xmlns:a16="http://schemas.microsoft.com/office/drawing/2014/main" id="{8ABF680E-811D-839C-914C-A10DDBC1CFC0}"/>
                  </a:ext>
                </a:extLst>
              </p:cNvPr>
              <p:cNvSpPr/>
              <p:nvPr/>
            </p:nvSpPr>
            <p:spPr>
              <a:xfrm>
                <a:off x="210960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8" name="ph8109">
                <a:extLst>
                  <a:ext uri="{FF2B5EF4-FFF2-40B4-BE49-F238E27FC236}">
                    <a16:creationId xmlns:a16="http://schemas.microsoft.com/office/drawing/2014/main" id="{4725C497-E4AF-F60B-7C24-72518FBA9E71}"/>
                  </a:ext>
                </a:extLst>
              </p:cNvPr>
              <p:cNvSpPr/>
              <p:nvPr/>
            </p:nvSpPr>
            <p:spPr>
              <a:xfrm>
                <a:off x="211904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9" name="ph8110">
                <a:extLst>
                  <a:ext uri="{FF2B5EF4-FFF2-40B4-BE49-F238E27FC236}">
                    <a16:creationId xmlns:a16="http://schemas.microsoft.com/office/drawing/2014/main" id="{0B9FFCCB-B96A-9522-D610-28E2353855B4}"/>
                  </a:ext>
                </a:extLst>
              </p:cNvPr>
              <p:cNvSpPr/>
              <p:nvPr/>
            </p:nvSpPr>
            <p:spPr>
              <a:xfrm>
                <a:off x="212848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0" name="ph8111">
                <a:extLst>
                  <a:ext uri="{FF2B5EF4-FFF2-40B4-BE49-F238E27FC236}">
                    <a16:creationId xmlns:a16="http://schemas.microsoft.com/office/drawing/2014/main" id="{631EC6C1-7D9B-D640-832C-E4DAA38268EC}"/>
                  </a:ext>
                </a:extLst>
              </p:cNvPr>
              <p:cNvSpPr/>
              <p:nvPr/>
            </p:nvSpPr>
            <p:spPr>
              <a:xfrm>
                <a:off x="213792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1" name="ph8112">
                <a:extLst>
                  <a:ext uri="{FF2B5EF4-FFF2-40B4-BE49-F238E27FC236}">
                    <a16:creationId xmlns:a16="http://schemas.microsoft.com/office/drawing/2014/main" id="{B9F0D5F5-D141-3B48-E072-BEA1392DB262}"/>
                  </a:ext>
                </a:extLst>
              </p:cNvPr>
              <p:cNvSpPr/>
              <p:nvPr/>
            </p:nvSpPr>
            <p:spPr>
              <a:xfrm>
                <a:off x="214736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2" name="ph8113">
                <a:extLst>
                  <a:ext uri="{FF2B5EF4-FFF2-40B4-BE49-F238E27FC236}">
                    <a16:creationId xmlns:a16="http://schemas.microsoft.com/office/drawing/2014/main" id="{898804F4-4C9C-4644-A37B-B5F05F578859}"/>
                  </a:ext>
                </a:extLst>
              </p:cNvPr>
              <p:cNvSpPr/>
              <p:nvPr/>
            </p:nvSpPr>
            <p:spPr>
              <a:xfrm>
                <a:off x="215680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3" name="ph8114">
                <a:extLst>
                  <a:ext uri="{FF2B5EF4-FFF2-40B4-BE49-F238E27FC236}">
                    <a16:creationId xmlns:a16="http://schemas.microsoft.com/office/drawing/2014/main" id="{A70F40EC-637D-D659-A0A0-2B91543F93C2}"/>
                  </a:ext>
                </a:extLst>
              </p:cNvPr>
              <p:cNvSpPr/>
              <p:nvPr/>
            </p:nvSpPr>
            <p:spPr>
              <a:xfrm>
                <a:off x="216624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4" name="ph8115">
                <a:extLst>
                  <a:ext uri="{FF2B5EF4-FFF2-40B4-BE49-F238E27FC236}">
                    <a16:creationId xmlns:a16="http://schemas.microsoft.com/office/drawing/2014/main" id="{9075AB76-6BE9-1D45-33A2-D2E045711545}"/>
                  </a:ext>
                </a:extLst>
              </p:cNvPr>
              <p:cNvSpPr/>
              <p:nvPr/>
            </p:nvSpPr>
            <p:spPr>
              <a:xfrm>
                <a:off x="217568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5" name="ph8116">
                <a:extLst>
                  <a:ext uri="{FF2B5EF4-FFF2-40B4-BE49-F238E27FC236}">
                    <a16:creationId xmlns:a16="http://schemas.microsoft.com/office/drawing/2014/main" id="{AB7A29D1-9A7F-A40F-6668-341601607AD4}"/>
                  </a:ext>
                </a:extLst>
              </p:cNvPr>
              <p:cNvSpPr/>
              <p:nvPr/>
            </p:nvSpPr>
            <p:spPr>
              <a:xfrm>
                <a:off x="218512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6" name="ph8117">
                <a:extLst>
                  <a:ext uri="{FF2B5EF4-FFF2-40B4-BE49-F238E27FC236}">
                    <a16:creationId xmlns:a16="http://schemas.microsoft.com/office/drawing/2014/main" id="{5F73EAC2-9BF0-0C9E-77CA-F6C9DECD91C3}"/>
                  </a:ext>
                </a:extLst>
              </p:cNvPr>
              <p:cNvSpPr/>
              <p:nvPr/>
            </p:nvSpPr>
            <p:spPr>
              <a:xfrm>
                <a:off x="219456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7" name="ph8118">
                <a:extLst>
                  <a:ext uri="{FF2B5EF4-FFF2-40B4-BE49-F238E27FC236}">
                    <a16:creationId xmlns:a16="http://schemas.microsoft.com/office/drawing/2014/main" id="{6EBEF23B-DCCD-25F4-7FC6-7F095C5E0CB5}"/>
                  </a:ext>
                </a:extLst>
              </p:cNvPr>
              <p:cNvSpPr/>
              <p:nvPr/>
            </p:nvSpPr>
            <p:spPr>
              <a:xfrm>
                <a:off x="220400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8" name="ph8119">
                <a:extLst>
                  <a:ext uri="{FF2B5EF4-FFF2-40B4-BE49-F238E27FC236}">
                    <a16:creationId xmlns:a16="http://schemas.microsoft.com/office/drawing/2014/main" id="{54B0A4D5-E166-7307-5F74-622AE3624CD1}"/>
                  </a:ext>
                </a:extLst>
              </p:cNvPr>
              <p:cNvSpPr/>
              <p:nvPr/>
            </p:nvSpPr>
            <p:spPr>
              <a:xfrm>
                <a:off x="221344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9" name="ph8120">
                <a:extLst>
                  <a:ext uri="{FF2B5EF4-FFF2-40B4-BE49-F238E27FC236}">
                    <a16:creationId xmlns:a16="http://schemas.microsoft.com/office/drawing/2014/main" id="{7B80E937-005C-D8A1-01D3-2C79BD53502D}"/>
                  </a:ext>
                </a:extLst>
              </p:cNvPr>
              <p:cNvSpPr/>
              <p:nvPr/>
            </p:nvSpPr>
            <p:spPr>
              <a:xfrm>
                <a:off x="222288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0" name="ph8121">
                <a:extLst>
                  <a:ext uri="{FF2B5EF4-FFF2-40B4-BE49-F238E27FC236}">
                    <a16:creationId xmlns:a16="http://schemas.microsoft.com/office/drawing/2014/main" id="{11A3B7FE-7A14-512F-6276-4BCE0B5FD8D8}"/>
                  </a:ext>
                </a:extLst>
              </p:cNvPr>
              <p:cNvSpPr/>
              <p:nvPr/>
            </p:nvSpPr>
            <p:spPr>
              <a:xfrm>
                <a:off x="223232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1" name="ph8122">
                <a:extLst>
                  <a:ext uri="{FF2B5EF4-FFF2-40B4-BE49-F238E27FC236}">
                    <a16:creationId xmlns:a16="http://schemas.microsoft.com/office/drawing/2014/main" id="{00B764E3-DAFC-5C0F-0997-674530D35E91}"/>
                  </a:ext>
                </a:extLst>
              </p:cNvPr>
              <p:cNvSpPr/>
              <p:nvPr/>
            </p:nvSpPr>
            <p:spPr>
              <a:xfrm>
                <a:off x="224176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2" name="ph8123">
                <a:extLst>
                  <a:ext uri="{FF2B5EF4-FFF2-40B4-BE49-F238E27FC236}">
                    <a16:creationId xmlns:a16="http://schemas.microsoft.com/office/drawing/2014/main" id="{99783677-846C-6C24-8C62-D4835F4DCBBE}"/>
                  </a:ext>
                </a:extLst>
              </p:cNvPr>
              <p:cNvSpPr/>
              <p:nvPr/>
            </p:nvSpPr>
            <p:spPr>
              <a:xfrm>
                <a:off x="225120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3" name="ph8124">
                <a:extLst>
                  <a:ext uri="{FF2B5EF4-FFF2-40B4-BE49-F238E27FC236}">
                    <a16:creationId xmlns:a16="http://schemas.microsoft.com/office/drawing/2014/main" id="{33D3230F-4BEF-06C4-9D2E-C208B5B6E26F}"/>
                  </a:ext>
                </a:extLst>
              </p:cNvPr>
              <p:cNvSpPr/>
              <p:nvPr/>
            </p:nvSpPr>
            <p:spPr>
              <a:xfrm>
                <a:off x="2260644" y="990616"/>
                <a:ext cx="9228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899" y="896830"/>
                    </a:lnTo>
                    <a:lnTo>
                      <a:pt x="916127" y="897320"/>
                    </a:lnTo>
                    <a:lnTo>
                      <a:pt x="919759" y="906017"/>
                    </a:lnTo>
                    <a:lnTo>
                      <a:pt x="922897" y="914400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4" name="ph8125">
                <a:extLst>
                  <a:ext uri="{FF2B5EF4-FFF2-40B4-BE49-F238E27FC236}">
                    <a16:creationId xmlns:a16="http://schemas.microsoft.com/office/drawing/2014/main" id="{53DB0D83-BDDE-4960-1899-DEAE98440525}"/>
                  </a:ext>
                </a:extLst>
              </p:cNvPr>
              <p:cNvSpPr/>
              <p:nvPr/>
            </p:nvSpPr>
            <p:spPr>
              <a:xfrm>
                <a:off x="3393473" y="973046"/>
                <a:ext cx="914400" cy="9213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332">
                    <a:moveTo>
                      <a:pt x="914400" y="914400"/>
                    </a:moveTo>
                    <a:lnTo>
                      <a:pt x="914322" y="921332"/>
                    </a:lnTo>
                    <a:lnTo>
                      <a:pt x="913052" y="920028"/>
                    </a:lnTo>
                    <a:lnTo>
                      <a:pt x="911781" y="918725"/>
                    </a:lnTo>
                    <a:lnTo>
                      <a:pt x="910511" y="917422"/>
                    </a:lnTo>
                    <a:lnTo>
                      <a:pt x="909240" y="916119"/>
                    </a:lnTo>
                    <a:lnTo>
                      <a:pt x="907969" y="914816"/>
                    </a:lnTo>
                    <a:lnTo>
                      <a:pt x="907563" y="914400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5" name="ph8126">
                <a:extLst>
                  <a:ext uri="{FF2B5EF4-FFF2-40B4-BE49-F238E27FC236}">
                    <a16:creationId xmlns:a16="http://schemas.microsoft.com/office/drawing/2014/main" id="{D5DCEDB1-71D5-6C28-BE2A-E816415DB1CD}"/>
                  </a:ext>
                </a:extLst>
              </p:cNvPr>
              <p:cNvSpPr/>
              <p:nvPr/>
            </p:nvSpPr>
            <p:spPr>
              <a:xfrm>
                <a:off x="3393473" y="973046"/>
                <a:ext cx="923840" cy="93069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9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695"/>
                    </a:lnTo>
                    <a:lnTo>
                      <a:pt x="923312" y="930248"/>
                    </a:lnTo>
                    <a:lnTo>
                      <a:pt x="918136" y="925250"/>
                    </a:lnTo>
                    <a:lnTo>
                      <a:pt x="916861" y="923939"/>
                    </a:lnTo>
                    <a:lnTo>
                      <a:pt x="915591" y="922635"/>
                    </a:lnTo>
                    <a:lnTo>
                      <a:pt x="914400" y="921412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6" name="ph8127">
                <a:extLst>
                  <a:ext uri="{FF2B5EF4-FFF2-40B4-BE49-F238E27FC236}">
                    <a16:creationId xmlns:a16="http://schemas.microsoft.com/office/drawing/2014/main" id="{9B6A9AA6-BFDA-9B63-1184-C6637CC7BC33}"/>
                  </a:ext>
                </a:extLst>
              </p:cNvPr>
              <p:cNvSpPr/>
              <p:nvPr/>
            </p:nvSpPr>
            <p:spPr>
              <a:xfrm>
                <a:off x="340291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903" y="931969"/>
                    </a:lnTo>
                    <a:lnTo>
                      <a:pt x="914400" y="930695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7" name="ph8128">
                <a:extLst>
                  <a:ext uri="{FF2B5EF4-FFF2-40B4-BE49-F238E27FC236}">
                    <a16:creationId xmlns:a16="http://schemas.microsoft.com/office/drawing/2014/main" id="{47C92A9F-875B-19A9-33BA-41767786BE44}"/>
                  </a:ext>
                </a:extLst>
              </p:cNvPr>
              <p:cNvSpPr/>
              <p:nvPr/>
            </p:nvSpPr>
            <p:spPr>
              <a:xfrm>
                <a:off x="341235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8" name="ph8129">
                <a:extLst>
                  <a:ext uri="{FF2B5EF4-FFF2-40B4-BE49-F238E27FC236}">
                    <a16:creationId xmlns:a16="http://schemas.microsoft.com/office/drawing/2014/main" id="{791DBCEE-4BC7-6655-FDA2-F0A66A9E7721}"/>
                  </a:ext>
                </a:extLst>
              </p:cNvPr>
              <p:cNvSpPr/>
              <p:nvPr/>
            </p:nvSpPr>
            <p:spPr>
              <a:xfrm>
                <a:off x="342179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9" name="ph8130">
                <a:extLst>
                  <a:ext uri="{FF2B5EF4-FFF2-40B4-BE49-F238E27FC236}">
                    <a16:creationId xmlns:a16="http://schemas.microsoft.com/office/drawing/2014/main" id="{4010462C-514F-A324-A866-9A14CE50BE56}"/>
                  </a:ext>
                </a:extLst>
              </p:cNvPr>
              <p:cNvSpPr/>
              <p:nvPr/>
            </p:nvSpPr>
            <p:spPr>
              <a:xfrm>
                <a:off x="343123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0" name="ph8131">
                <a:extLst>
                  <a:ext uri="{FF2B5EF4-FFF2-40B4-BE49-F238E27FC236}">
                    <a16:creationId xmlns:a16="http://schemas.microsoft.com/office/drawing/2014/main" id="{F8F4C45B-ADAD-DD4F-82C6-B709DF5967EE}"/>
                  </a:ext>
                </a:extLst>
              </p:cNvPr>
              <p:cNvSpPr/>
              <p:nvPr/>
            </p:nvSpPr>
            <p:spPr>
              <a:xfrm>
                <a:off x="344067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1" name="ph8132">
                <a:extLst>
                  <a:ext uri="{FF2B5EF4-FFF2-40B4-BE49-F238E27FC236}">
                    <a16:creationId xmlns:a16="http://schemas.microsoft.com/office/drawing/2014/main" id="{E1350938-499B-5AFD-550E-A64539261E6E}"/>
                  </a:ext>
                </a:extLst>
              </p:cNvPr>
              <p:cNvSpPr/>
              <p:nvPr/>
            </p:nvSpPr>
            <p:spPr>
              <a:xfrm>
                <a:off x="345011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2" name="ph8133">
                <a:extLst>
                  <a:ext uri="{FF2B5EF4-FFF2-40B4-BE49-F238E27FC236}">
                    <a16:creationId xmlns:a16="http://schemas.microsoft.com/office/drawing/2014/main" id="{38E2BCE6-C1A9-B866-E6C1-E0599B96BF07}"/>
                  </a:ext>
                </a:extLst>
              </p:cNvPr>
              <p:cNvSpPr/>
              <p:nvPr/>
            </p:nvSpPr>
            <p:spPr>
              <a:xfrm>
                <a:off x="345955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3" name="ph8134">
                <a:extLst>
                  <a:ext uri="{FF2B5EF4-FFF2-40B4-BE49-F238E27FC236}">
                    <a16:creationId xmlns:a16="http://schemas.microsoft.com/office/drawing/2014/main" id="{89C246E8-8A4E-A431-B9D0-5BDB070E820E}"/>
                  </a:ext>
                </a:extLst>
              </p:cNvPr>
              <p:cNvSpPr/>
              <p:nvPr/>
            </p:nvSpPr>
            <p:spPr>
              <a:xfrm>
                <a:off x="346899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4" name="ph8135">
                <a:extLst>
                  <a:ext uri="{FF2B5EF4-FFF2-40B4-BE49-F238E27FC236}">
                    <a16:creationId xmlns:a16="http://schemas.microsoft.com/office/drawing/2014/main" id="{300DED44-FE15-E82F-F51B-181224850ED5}"/>
                  </a:ext>
                </a:extLst>
              </p:cNvPr>
              <p:cNvSpPr/>
              <p:nvPr/>
            </p:nvSpPr>
            <p:spPr>
              <a:xfrm>
                <a:off x="347843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5" name="ph8136">
                <a:extLst>
                  <a:ext uri="{FF2B5EF4-FFF2-40B4-BE49-F238E27FC236}">
                    <a16:creationId xmlns:a16="http://schemas.microsoft.com/office/drawing/2014/main" id="{ADBD5C0C-3E21-A01E-4B1E-1E0B403F9E6E}"/>
                  </a:ext>
                </a:extLst>
              </p:cNvPr>
              <p:cNvSpPr/>
              <p:nvPr/>
            </p:nvSpPr>
            <p:spPr>
              <a:xfrm>
                <a:off x="348787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6" name="ph8137">
                <a:extLst>
                  <a:ext uri="{FF2B5EF4-FFF2-40B4-BE49-F238E27FC236}">
                    <a16:creationId xmlns:a16="http://schemas.microsoft.com/office/drawing/2014/main" id="{FB5C7252-35C1-01B5-49FC-532E7E3EEECB}"/>
                  </a:ext>
                </a:extLst>
              </p:cNvPr>
              <p:cNvSpPr/>
              <p:nvPr/>
            </p:nvSpPr>
            <p:spPr>
              <a:xfrm>
                <a:off x="349731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7" name="ph8138">
                <a:extLst>
                  <a:ext uri="{FF2B5EF4-FFF2-40B4-BE49-F238E27FC236}">
                    <a16:creationId xmlns:a16="http://schemas.microsoft.com/office/drawing/2014/main" id="{5FCEC3D2-8A0C-8014-0961-A1CC3529808F}"/>
                  </a:ext>
                </a:extLst>
              </p:cNvPr>
              <p:cNvSpPr/>
              <p:nvPr/>
            </p:nvSpPr>
            <p:spPr>
              <a:xfrm>
                <a:off x="350675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8" name="ph8139">
                <a:extLst>
                  <a:ext uri="{FF2B5EF4-FFF2-40B4-BE49-F238E27FC236}">
                    <a16:creationId xmlns:a16="http://schemas.microsoft.com/office/drawing/2014/main" id="{7DDD010E-A15C-F06D-AEA4-A72DD0CA04DD}"/>
                  </a:ext>
                </a:extLst>
              </p:cNvPr>
              <p:cNvSpPr/>
              <p:nvPr/>
            </p:nvSpPr>
            <p:spPr>
              <a:xfrm>
                <a:off x="351619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9" name="ph8140">
                <a:extLst>
                  <a:ext uri="{FF2B5EF4-FFF2-40B4-BE49-F238E27FC236}">
                    <a16:creationId xmlns:a16="http://schemas.microsoft.com/office/drawing/2014/main" id="{AA2F0022-C25D-5E37-C412-AD1EA57E5AAF}"/>
                  </a:ext>
                </a:extLst>
              </p:cNvPr>
              <p:cNvSpPr/>
              <p:nvPr/>
            </p:nvSpPr>
            <p:spPr>
              <a:xfrm>
                <a:off x="352563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0" name="ph8141">
                <a:extLst>
                  <a:ext uri="{FF2B5EF4-FFF2-40B4-BE49-F238E27FC236}">
                    <a16:creationId xmlns:a16="http://schemas.microsoft.com/office/drawing/2014/main" id="{D0CB32B6-F207-A414-F294-E8F6575791FF}"/>
                  </a:ext>
                </a:extLst>
              </p:cNvPr>
              <p:cNvSpPr/>
              <p:nvPr/>
            </p:nvSpPr>
            <p:spPr>
              <a:xfrm>
                <a:off x="353507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1" name="ph8142">
                <a:extLst>
                  <a:ext uri="{FF2B5EF4-FFF2-40B4-BE49-F238E27FC236}">
                    <a16:creationId xmlns:a16="http://schemas.microsoft.com/office/drawing/2014/main" id="{D607D428-C5D6-6830-76C2-89089B244815}"/>
                  </a:ext>
                </a:extLst>
              </p:cNvPr>
              <p:cNvSpPr/>
              <p:nvPr/>
            </p:nvSpPr>
            <p:spPr>
              <a:xfrm>
                <a:off x="354451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2" name="ph8143">
                <a:extLst>
                  <a:ext uri="{FF2B5EF4-FFF2-40B4-BE49-F238E27FC236}">
                    <a16:creationId xmlns:a16="http://schemas.microsoft.com/office/drawing/2014/main" id="{B33814CE-9349-C517-8880-D51AACBDC255}"/>
                  </a:ext>
                </a:extLst>
              </p:cNvPr>
              <p:cNvSpPr/>
              <p:nvPr/>
            </p:nvSpPr>
            <p:spPr>
              <a:xfrm>
                <a:off x="355395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3" name="ph8144">
                <a:extLst>
                  <a:ext uri="{FF2B5EF4-FFF2-40B4-BE49-F238E27FC236}">
                    <a16:creationId xmlns:a16="http://schemas.microsoft.com/office/drawing/2014/main" id="{79D2B362-BBAD-8773-EFF8-ACEFF8C9B1BA}"/>
                  </a:ext>
                </a:extLst>
              </p:cNvPr>
              <p:cNvSpPr/>
              <p:nvPr/>
            </p:nvSpPr>
            <p:spPr>
              <a:xfrm>
                <a:off x="356339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4" name="ph8145">
                <a:extLst>
                  <a:ext uri="{FF2B5EF4-FFF2-40B4-BE49-F238E27FC236}">
                    <a16:creationId xmlns:a16="http://schemas.microsoft.com/office/drawing/2014/main" id="{DB0FE497-A88C-C01A-D9B8-00FABF820749}"/>
                  </a:ext>
                </a:extLst>
              </p:cNvPr>
              <p:cNvSpPr/>
              <p:nvPr/>
            </p:nvSpPr>
            <p:spPr>
              <a:xfrm>
                <a:off x="357283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5" name="ph8146">
                <a:extLst>
                  <a:ext uri="{FF2B5EF4-FFF2-40B4-BE49-F238E27FC236}">
                    <a16:creationId xmlns:a16="http://schemas.microsoft.com/office/drawing/2014/main" id="{1B207EC1-D622-7F43-9AC8-449B60FF28C9}"/>
                  </a:ext>
                </a:extLst>
              </p:cNvPr>
              <p:cNvSpPr/>
              <p:nvPr/>
            </p:nvSpPr>
            <p:spPr>
              <a:xfrm>
                <a:off x="358227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6" name="ph8147">
                <a:extLst>
                  <a:ext uri="{FF2B5EF4-FFF2-40B4-BE49-F238E27FC236}">
                    <a16:creationId xmlns:a16="http://schemas.microsoft.com/office/drawing/2014/main" id="{CF771D8A-E378-832E-816F-4AE53148FABA}"/>
                  </a:ext>
                </a:extLst>
              </p:cNvPr>
              <p:cNvSpPr/>
              <p:nvPr/>
            </p:nvSpPr>
            <p:spPr>
              <a:xfrm>
                <a:off x="359171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7" name="ph8148">
                <a:extLst>
                  <a:ext uri="{FF2B5EF4-FFF2-40B4-BE49-F238E27FC236}">
                    <a16:creationId xmlns:a16="http://schemas.microsoft.com/office/drawing/2014/main" id="{AB21A900-858F-7493-D4D0-B02CFC5EDE27}"/>
                  </a:ext>
                </a:extLst>
              </p:cNvPr>
              <p:cNvSpPr/>
              <p:nvPr/>
            </p:nvSpPr>
            <p:spPr>
              <a:xfrm>
                <a:off x="360115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8" name="ph8149">
                <a:extLst>
                  <a:ext uri="{FF2B5EF4-FFF2-40B4-BE49-F238E27FC236}">
                    <a16:creationId xmlns:a16="http://schemas.microsoft.com/office/drawing/2014/main" id="{55EDDC42-2AE1-C54A-D609-711CD94EFBC9}"/>
                  </a:ext>
                </a:extLst>
              </p:cNvPr>
              <p:cNvSpPr/>
              <p:nvPr/>
            </p:nvSpPr>
            <p:spPr>
              <a:xfrm>
                <a:off x="361059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9" name="ph8150">
                <a:extLst>
                  <a:ext uri="{FF2B5EF4-FFF2-40B4-BE49-F238E27FC236}">
                    <a16:creationId xmlns:a16="http://schemas.microsoft.com/office/drawing/2014/main" id="{84C7F362-EBB6-D220-1A39-C7224DD11671}"/>
                  </a:ext>
                </a:extLst>
              </p:cNvPr>
              <p:cNvSpPr/>
              <p:nvPr/>
            </p:nvSpPr>
            <p:spPr>
              <a:xfrm>
                <a:off x="362003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0" name="ph8151">
                <a:extLst>
                  <a:ext uri="{FF2B5EF4-FFF2-40B4-BE49-F238E27FC236}">
                    <a16:creationId xmlns:a16="http://schemas.microsoft.com/office/drawing/2014/main" id="{ED5C5AD2-8447-B9E1-4B57-A84B846CE1C3}"/>
                  </a:ext>
                </a:extLst>
              </p:cNvPr>
              <p:cNvSpPr/>
              <p:nvPr/>
            </p:nvSpPr>
            <p:spPr>
              <a:xfrm>
                <a:off x="362947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1" name="ph8152">
                <a:extLst>
                  <a:ext uri="{FF2B5EF4-FFF2-40B4-BE49-F238E27FC236}">
                    <a16:creationId xmlns:a16="http://schemas.microsoft.com/office/drawing/2014/main" id="{E557A60E-3030-74FD-682E-E7CE61E1D3C4}"/>
                  </a:ext>
                </a:extLst>
              </p:cNvPr>
              <p:cNvSpPr/>
              <p:nvPr/>
            </p:nvSpPr>
            <p:spPr>
              <a:xfrm>
                <a:off x="363891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2" name="ph8153">
                <a:extLst>
                  <a:ext uri="{FF2B5EF4-FFF2-40B4-BE49-F238E27FC236}">
                    <a16:creationId xmlns:a16="http://schemas.microsoft.com/office/drawing/2014/main" id="{D8F19E97-011C-747C-AFC5-9AE9044DD9EF}"/>
                  </a:ext>
                </a:extLst>
              </p:cNvPr>
              <p:cNvSpPr/>
              <p:nvPr/>
            </p:nvSpPr>
            <p:spPr>
              <a:xfrm>
                <a:off x="364836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3" name="ph8154">
                <a:extLst>
                  <a:ext uri="{FF2B5EF4-FFF2-40B4-BE49-F238E27FC236}">
                    <a16:creationId xmlns:a16="http://schemas.microsoft.com/office/drawing/2014/main" id="{7C4546E1-381E-A5E2-B679-25E3E50A2D0B}"/>
                  </a:ext>
                </a:extLst>
              </p:cNvPr>
              <p:cNvSpPr/>
              <p:nvPr/>
            </p:nvSpPr>
            <p:spPr>
              <a:xfrm>
                <a:off x="365780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4" name="ph8155">
                <a:extLst>
                  <a:ext uri="{FF2B5EF4-FFF2-40B4-BE49-F238E27FC236}">
                    <a16:creationId xmlns:a16="http://schemas.microsoft.com/office/drawing/2014/main" id="{B4042D6E-E992-3CA3-A53E-030D14DE87F3}"/>
                  </a:ext>
                </a:extLst>
              </p:cNvPr>
              <p:cNvSpPr/>
              <p:nvPr/>
            </p:nvSpPr>
            <p:spPr>
              <a:xfrm>
                <a:off x="366724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5" name="ph8156">
                <a:extLst>
                  <a:ext uri="{FF2B5EF4-FFF2-40B4-BE49-F238E27FC236}">
                    <a16:creationId xmlns:a16="http://schemas.microsoft.com/office/drawing/2014/main" id="{DE5D10FC-D8D8-A585-B6BD-CF80D6E97923}"/>
                  </a:ext>
                </a:extLst>
              </p:cNvPr>
              <p:cNvSpPr/>
              <p:nvPr/>
            </p:nvSpPr>
            <p:spPr>
              <a:xfrm>
                <a:off x="367668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6" name="ph8157">
                <a:extLst>
                  <a:ext uri="{FF2B5EF4-FFF2-40B4-BE49-F238E27FC236}">
                    <a16:creationId xmlns:a16="http://schemas.microsoft.com/office/drawing/2014/main" id="{E8CAEF3B-0D38-4BAE-5F0D-45B0FB61F34D}"/>
                  </a:ext>
                </a:extLst>
              </p:cNvPr>
              <p:cNvSpPr/>
              <p:nvPr/>
            </p:nvSpPr>
            <p:spPr>
              <a:xfrm>
                <a:off x="368612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7" name="ph8158">
                <a:extLst>
                  <a:ext uri="{FF2B5EF4-FFF2-40B4-BE49-F238E27FC236}">
                    <a16:creationId xmlns:a16="http://schemas.microsoft.com/office/drawing/2014/main" id="{30840A69-CA44-9A68-E38A-AEAED9F2EC16}"/>
                  </a:ext>
                </a:extLst>
              </p:cNvPr>
              <p:cNvSpPr/>
              <p:nvPr/>
            </p:nvSpPr>
            <p:spPr>
              <a:xfrm>
                <a:off x="369556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8" name="ph8159">
                <a:extLst>
                  <a:ext uri="{FF2B5EF4-FFF2-40B4-BE49-F238E27FC236}">
                    <a16:creationId xmlns:a16="http://schemas.microsoft.com/office/drawing/2014/main" id="{0AAD0ABE-869B-D94A-36D3-DEA136E59059}"/>
                  </a:ext>
                </a:extLst>
              </p:cNvPr>
              <p:cNvSpPr/>
              <p:nvPr/>
            </p:nvSpPr>
            <p:spPr>
              <a:xfrm>
                <a:off x="370500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9" name="ph8160">
                <a:extLst>
                  <a:ext uri="{FF2B5EF4-FFF2-40B4-BE49-F238E27FC236}">
                    <a16:creationId xmlns:a16="http://schemas.microsoft.com/office/drawing/2014/main" id="{EB836AA3-A412-F92D-DE25-8833A07871FA}"/>
                  </a:ext>
                </a:extLst>
              </p:cNvPr>
              <p:cNvSpPr/>
              <p:nvPr/>
            </p:nvSpPr>
            <p:spPr>
              <a:xfrm>
                <a:off x="371444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0" name="ph8161">
                <a:extLst>
                  <a:ext uri="{FF2B5EF4-FFF2-40B4-BE49-F238E27FC236}">
                    <a16:creationId xmlns:a16="http://schemas.microsoft.com/office/drawing/2014/main" id="{D33F3DCF-549C-C905-15BE-AB6F4532751B}"/>
                  </a:ext>
                </a:extLst>
              </p:cNvPr>
              <p:cNvSpPr/>
              <p:nvPr/>
            </p:nvSpPr>
            <p:spPr>
              <a:xfrm>
                <a:off x="372388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1" name="ph8162">
                <a:extLst>
                  <a:ext uri="{FF2B5EF4-FFF2-40B4-BE49-F238E27FC236}">
                    <a16:creationId xmlns:a16="http://schemas.microsoft.com/office/drawing/2014/main" id="{31F1CD2E-A54A-2D5B-B43E-4A78956F6639}"/>
                  </a:ext>
                </a:extLst>
              </p:cNvPr>
              <p:cNvSpPr/>
              <p:nvPr/>
            </p:nvSpPr>
            <p:spPr>
              <a:xfrm>
                <a:off x="373332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2" name="ph8163">
                <a:extLst>
                  <a:ext uri="{FF2B5EF4-FFF2-40B4-BE49-F238E27FC236}">
                    <a16:creationId xmlns:a16="http://schemas.microsoft.com/office/drawing/2014/main" id="{AFED36BA-FA64-CF48-761E-BD0E8CAF57D9}"/>
                  </a:ext>
                </a:extLst>
              </p:cNvPr>
              <p:cNvSpPr/>
              <p:nvPr/>
            </p:nvSpPr>
            <p:spPr>
              <a:xfrm>
                <a:off x="374276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3" name="ph8164">
                <a:extLst>
                  <a:ext uri="{FF2B5EF4-FFF2-40B4-BE49-F238E27FC236}">
                    <a16:creationId xmlns:a16="http://schemas.microsoft.com/office/drawing/2014/main" id="{99AC3FEE-86EF-8E6A-CD5A-C7E055BAB2E2}"/>
                  </a:ext>
                </a:extLst>
              </p:cNvPr>
              <p:cNvSpPr/>
              <p:nvPr/>
            </p:nvSpPr>
            <p:spPr>
              <a:xfrm>
                <a:off x="375220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4" name="ph8165">
                <a:extLst>
                  <a:ext uri="{FF2B5EF4-FFF2-40B4-BE49-F238E27FC236}">
                    <a16:creationId xmlns:a16="http://schemas.microsoft.com/office/drawing/2014/main" id="{58F4F97D-D984-0E74-9063-43AA7ED9AE1F}"/>
                  </a:ext>
                </a:extLst>
              </p:cNvPr>
              <p:cNvSpPr/>
              <p:nvPr/>
            </p:nvSpPr>
            <p:spPr>
              <a:xfrm>
                <a:off x="376164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5" name="ph8166">
                <a:extLst>
                  <a:ext uri="{FF2B5EF4-FFF2-40B4-BE49-F238E27FC236}">
                    <a16:creationId xmlns:a16="http://schemas.microsoft.com/office/drawing/2014/main" id="{016FAD8D-CB49-9F26-12B0-51B1F8B34F6B}"/>
                  </a:ext>
                </a:extLst>
              </p:cNvPr>
              <p:cNvSpPr/>
              <p:nvPr/>
            </p:nvSpPr>
            <p:spPr>
              <a:xfrm>
                <a:off x="377108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6" name="ph8167">
                <a:extLst>
                  <a:ext uri="{FF2B5EF4-FFF2-40B4-BE49-F238E27FC236}">
                    <a16:creationId xmlns:a16="http://schemas.microsoft.com/office/drawing/2014/main" id="{2919492C-5BB9-105A-B83E-1A30F09B2917}"/>
                  </a:ext>
                </a:extLst>
              </p:cNvPr>
              <p:cNvSpPr/>
              <p:nvPr/>
            </p:nvSpPr>
            <p:spPr>
              <a:xfrm>
                <a:off x="378052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7" name="ph8168">
                <a:extLst>
                  <a:ext uri="{FF2B5EF4-FFF2-40B4-BE49-F238E27FC236}">
                    <a16:creationId xmlns:a16="http://schemas.microsoft.com/office/drawing/2014/main" id="{2ADFDA36-E8AF-09DF-AA67-8071481319F1}"/>
                  </a:ext>
                </a:extLst>
              </p:cNvPr>
              <p:cNvSpPr/>
              <p:nvPr/>
            </p:nvSpPr>
            <p:spPr>
              <a:xfrm>
                <a:off x="378996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8" name="ph8169">
                <a:extLst>
                  <a:ext uri="{FF2B5EF4-FFF2-40B4-BE49-F238E27FC236}">
                    <a16:creationId xmlns:a16="http://schemas.microsoft.com/office/drawing/2014/main" id="{C0C4CF85-50D5-6D5A-095D-2F9529A43DAB}"/>
                  </a:ext>
                </a:extLst>
              </p:cNvPr>
              <p:cNvSpPr/>
              <p:nvPr/>
            </p:nvSpPr>
            <p:spPr>
              <a:xfrm>
                <a:off x="379940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9" name="ph8170">
                <a:extLst>
                  <a:ext uri="{FF2B5EF4-FFF2-40B4-BE49-F238E27FC236}">
                    <a16:creationId xmlns:a16="http://schemas.microsoft.com/office/drawing/2014/main" id="{6D459EB1-9303-80A6-961F-4DE689743F01}"/>
                  </a:ext>
                </a:extLst>
              </p:cNvPr>
              <p:cNvSpPr/>
              <p:nvPr/>
            </p:nvSpPr>
            <p:spPr>
              <a:xfrm>
                <a:off x="380884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0" name="ph8171">
                <a:extLst>
                  <a:ext uri="{FF2B5EF4-FFF2-40B4-BE49-F238E27FC236}">
                    <a16:creationId xmlns:a16="http://schemas.microsoft.com/office/drawing/2014/main" id="{402AD04E-C3E0-C319-9DF2-B52C5924CEEF}"/>
                  </a:ext>
                </a:extLst>
              </p:cNvPr>
              <p:cNvSpPr/>
              <p:nvPr/>
            </p:nvSpPr>
            <p:spPr>
              <a:xfrm>
                <a:off x="381828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1" name="ph8172">
                <a:extLst>
                  <a:ext uri="{FF2B5EF4-FFF2-40B4-BE49-F238E27FC236}">
                    <a16:creationId xmlns:a16="http://schemas.microsoft.com/office/drawing/2014/main" id="{AADC35B4-0F31-C02B-DFE2-32CAF4BF3009}"/>
                  </a:ext>
                </a:extLst>
              </p:cNvPr>
              <p:cNvSpPr/>
              <p:nvPr/>
            </p:nvSpPr>
            <p:spPr>
              <a:xfrm>
                <a:off x="382772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2" name="ph8173">
                <a:extLst>
                  <a:ext uri="{FF2B5EF4-FFF2-40B4-BE49-F238E27FC236}">
                    <a16:creationId xmlns:a16="http://schemas.microsoft.com/office/drawing/2014/main" id="{8A28E841-0BBA-46AE-30C5-72E7A0606269}"/>
                  </a:ext>
                </a:extLst>
              </p:cNvPr>
              <p:cNvSpPr/>
              <p:nvPr/>
            </p:nvSpPr>
            <p:spPr>
              <a:xfrm>
                <a:off x="383716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3" name="ph8174">
                <a:extLst>
                  <a:ext uri="{FF2B5EF4-FFF2-40B4-BE49-F238E27FC236}">
                    <a16:creationId xmlns:a16="http://schemas.microsoft.com/office/drawing/2014/main" id="{59A77F27-20BA-7263-A67C-EE07B0A3DD9B}"/>
                  </a:ext>
                </a:extLst>
              </p:cNvPr>
              <p:cNvSpPr/>
              <p:nvPr/>
            </p:nvSpPr>
            <p:spPr>
              <a:xfrm>
                <a:off x="384660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4" name="ph8175">
                <a:extLst>
                  <a:ext uri="{FF2B5EF4-FFF2-40B4-BE49-F238E27FC236}">
                    <a16:creationId xmlns:a16="http://schemas.microsoft.com/office/drawing/2014/main" id="{97B0D11B-BD64-3560-4FAD-BC7612BE0D71}"/>
                  </a:ext>
                </a:extLst>
              </p:cNvPr>
              <p:cNvSpPr/>
              <p:nvPr/>
            </p:nvSpPr>
            <p:spPr>
              <a:xfrm>
                <a:off x="3856045" y="990616"/>
                <a:ext cx="91946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56" y="896830"/>
                    </a:lnTo>
                    <a:lnTo>
                      <a:pt x="914793" y="896967"/>
                    </a:lnTo>
                    <a:lnTo>
                      <a:pt x="914878" y="897285"/>
                    </a:lnTo>
                    <a:lnTo>
                      <a:pt x="914964" y="897604"/>
                    </a:lnTo>
                    <a:lnTo>
                      <a:pt x="915049" y="897922"/>
                    </a:lnTo>
                    <a:lnTo>
                      <a:pt x="915135" y="898241"/>
                    </a:lnTo>
                    <a:lnTo>
                      <a:pt x="915220" y="898559"/>
                    </a:lnTo>
                    <a:lnTo>
                      <a:pt x="915305" y="898878"/>
                    </a:lnTo>
                    <a:lnTo>
                      <a:pt x="915391" y="899196"/>
                    </a:lnTo>
                    <a:lnTo>
                      <a:pt x="915476" y="899515"/>
                    </a:lnTo>
                    <a:lnTo>
                      <a:pt x="915562" y="899833"/>
                    </a:lnTo>
                    <a:lnTo>
                      <a:pt x="915647" y="900152"/>
                    </a:lnTo>
                    <a:lnTo>
                      <a:pt x="915733" y="900470"/>
                    </a:lnTo>
                    <a:lnTo>
                      <a:pt x="915818" y="900789"/>
                    </a:lnTo>
                    <a:lnTo>
                      <a:pt x="915904" y="901107"/>
                    </a:lnTo>
                    <a:lnTo>
                      <a:pt x="915989" y="901426"/>
                    </a:lnTo>
                    <a:lnTo>
                      <a:pt x="916075" y="901745"/>
                    </a:lnTo>
                    <a:lnTo>
                      <a:pt x="916160" y="902063"/>
                    </a:lnTo>
                    <a:lnTo>
                      <a:pt x="916245" y="902382"/>
                    </a:lnTo>
                    <a:lnTo>
                      <a:pt x="916331" y="902700"/>
                    </a:lnTo>
                    <a:lnTo>
                      <a:pt x="916416" y="903019"/>
                    </a:lnTo>
                    <a:lnTo>
                      <a:pt x="916502" y="903337"/>
                    </a:lnTo>
                    <a:lnTo>
                      <a:pt x="916587" y="903656"/>
                    </a:lnTo>
                    <a:lnTo>
                      <a:pt x="916672" y="903974"/>
                    </a:lnTo>
                    <a:lnTo>
                      <a:pt x="916758" y="904293"/>
                    </a:lnTo>
                    <a:lnTo>
                      <a:pt x="916843" y="904611"/>
                    </a:lnTo>
                    <a:lnTo>
                      <a:pt x="916929" y="904930"/>
                    </a:lnTo>
                    <a:lnTo>
                      <a:pt x="917014" y="905248"/>
                    </a:lnTo>
                    <a:lnTo>
                      <a:pt x="917099" y="905567"/>
                    </a:lnTo>
                    <a:lnTo>
                      <a:pt x="917185" y="905885"/>
                    </a:lnTo>
                    <a:lnTo>
                      <a:pt x="917270" y="906204"/>
                    </a:lnTo>
                    <a:lnTo>
                      <a:pt x="917355" y="906523"/>
                    </a:lnTo>
                    <a:lnTo>
                      <a:pt x="917441" y="906841"/>
                    </a:lnTo>
                    <a:lnTo>
                      <a:pt x="917526" y="907160"/>
                    </a:lnTo>
                    <a:lnTo>
                      <a:pt x="917611" y="907478"/>
                    </a:lnTo>
                    <a:lnTo>
                      <a:pt x="917697" y="907797"/>
                    </a:lnTo>
                    <a:lnTo>
                      <a:pt x="917782" y="908115"/>
                    </a:lnTo>
                    <a:lnTo>
                      <a:pt x="917867" y="908434"/>
                    </a:lnTo>
                    <a:lnTo>
                      <a:pt x="917953" y="908752"/>
                    </a:lnTo>
                    <a:lnTo>
                      <a:pt x="918038" y="909071"/>
                    </a:lnTo>
                    <a:lnTo>
                      <a:pt x="918123" y="909389"/>
                    </a:lnTo>
                    <a:lnTo>
                      <a:pt x="918209" y="909708"/>
                    </a:lnTo>
                    <a:lnTo>
                      <a:pt x="918294" y="910026"/>
                    </a:lnTo>
                    <a:lnTo>
                      <a:pt x="918379" y="910345"/>
                    </a:lnTo>
                    <a:lnTo>
                      <a:pt x="918465" y="910664"/>
                    </a:lnTo>
                    <a:lnTo>
                      <a:pt x="918550" y="910982"/>
                    </a:lnTo>
                    <a:lnTo>
                      <a:pt x="918635" y="911301"/>
                    </a:lnTo>
                    <a:lnTo>
                      <a:pt x="918721" y="911619"/>
                    </a:lnTo>
                    <a:lnTo>
                      <a:pt x="918806" y="911938"/>
                    </a:lnTo>
                    <a:lnTo>
                      <a:pt x="918891" y="912256"/>
                    </a:lnTo>
                    <a:lnTo>
                      <a:pt x="918976" y="912575"/>
                    </a:lnTo>
                    <a:lnTo>
                      <a:pt x="919062" y="912893"/>
                    </a:lnTo>
                    <a:lnTo>
                      <a:pt x="919147" y="913212"/>
                    </a:lnTo>
                    <a:lnTo>
                      <a:pt x="919232" y="913530"/>
                    </a:lnTo>
                    <a:lnTo>
                      <a:pt x="919317" y="913849"/>
                    </a:lnTo>
                    <a:lnTo>
                      <a:pt x="919403" y="914168"/>
                    </a:lnTo>
                    <a:lnTo>
                      <a:pt x="919465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5" name="ph8176">
                <a:extLst>
                  <a:ext uri="{FF2B5EF4-FFF2-40B4-BE49-F238E27FC236}">
                    <a16:creationId xmlns:a16="http://schemas.microsoft.com/office/drawing/2014/main" id="{A354A802-A226-0838-E576-04DA7BD23D6D}"/>
                  </a:ext>
                </a:extLst>
              </p:cNvPr>
              <p:cNvSpPr/>
              <p:nvPr/>
            </p:nvSpPr>
            <p:spPr>
              <a:xfrm>
                <a:off x="2090720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956" y="914400"/>
                    </a:lnTo>
                    <a:lnTo>
                      <a:pt x="911117" y="914064"/>
                    </a:lnTo>
                    <a:lnTo>
                      <a:pt x="911301" y="913681"/>
                    </a:lnTo>
                    <a:lnTo>
                      <a:pt x="911485" y="913298"/>
                    </a:lnTo>
                    <a:lnTo>
                      <a:pt x="911670" y="912915"/>
                    </a:lnTo>
                    <a:lnTo>
                      <a:pt x="911854" y="912532"/>
                    </a:lnTo>
                    <a:lnTo>
                      <a:pt x="912038" y="912150"/>
                    </a:lnTo>
                    <a:lnTo>
                      <a:pt x="912222" y="911767"/>
                    </a:lnTo>
                    <a:lnTo>
                      <a:pt x="912406" y="911384"/>
                    </a:lnTo>
                    <a:lnTo>
                      <a:pt x="912590" y="911001"/>
                    </a:lnTo>
                    <a:lnTo>
                      <a:pt x="912774" y="910618"/>
                    </a:lnTo>
                    <a:lnTo>
                      <a:pt x="912958" y="910235"/>
                    </a:lnTo>
                    <a:lnTo>
                      <a:pt x="913143" y="909852"/>
                    </a:lnTo>
                    <a:lnTo>
                      <a:pt x="913327" y="909469"/>
                    </a:lnTo>
                    <a:lnTo>
                      <a:pt x="913511" y="909086"/>
                    </a:lnTo>
                    <a:lnTo>
                      <a:pt x="913695" y="908703"/>
                    </a:lnTo>
                    <a:lnTo>
                      <a:pt x="913879" y="908320"/>
                    </a:lnTo>
                    <a:lnTo>
                      <a:pt x="914064" y="907937"/>
                    </a:lnTo>
                    <a:lnTo>
                      <a:pt x="914400" y="907275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6" name="ph8177">
                <a:extLst>
                  <a:ext uri="{FF2B5EF4-FFF2-40B4-BE49-F238E27FC236}">
                    <a16:creationId xmlns:a16="http://schemas.microsoft.com/office/drawing/2014/main" id="{F7E48EE3-8C27-9AE9-B83D-04AF73BDFEA8}"/>
                  </a:ext>
                </a:extLst>
              </p:cNvPr>
              <p:cNvSpPr/>
              <p:nvPr/>
            </p:nvSpPr>
            <p:spPr>
              <a:xfrm>
                <a:off x="2100160" y="95547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45"/>
                    </a:lnTo>
                    <a:lnTo>
                      <a:pt x="908686" y="917495"/>
                    </a:lnTo>
                    <a:lnTo>
                      <a:pt x="910428" y="91439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7" name="ph8178">
                <a:extLst>
                  <a:ext uri="{FF2B5EF4-FFF2-40B4-BE49-F238E27FC236}">
                    <a16:creationId xmlns:a16="http://schemas.microsoft.com/office/drawing/2014/main" id="{C5823049-2703-478E-43AF-DFF197F10745}"/>
                  </a:ext>
                </a:extLst>
              </p:cNvPr>
              <p:cNvSpPr/>
              <p:nvPr/>
            </p:nvSpPr>
            <p:spPr>
              <a:xfrm>
                <a:off x="210016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8" name="ph8179">
                <a:extLst>
                  <a:ext uri="{FF2B5EF4-FFF2-40B4-BE49-F238E27FC236}">
                    <a16:creationId xmlns:a16="http://schemas.microsoft.com/office/drawing/2014/main" id="{20467548-5535-B042-2193-9E02C638F93D}"/>
                  </a:ext>
                </a:extLst>
              </p:cNvPr>
              <p:cNvSpPr/>
              <p:nvPr/>
            </p:nvSpPr>
            <p:spPr>
              <a:xfrm>
                <a:off x="210960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9" name="ph8180">
                <a:extLst>
                  <a:ext uri="{FF2B5EF4-FFF2-40B4-BE49-F238E27FC236}">
                    <a16:creationId xmlns:a16="http://schemas.microsoft.com/office/drawing/2014/main" id="{ED7255B5-340D-4C73-1426-7C6A2AF089D5}"/>
                  </a:ext>
                </a:extLst>
              </p:cNvPr>
              <p:cNvSpPr/>
              <p:nvPr/>
            </p:nvSpPr>
            <p:spPr>
              <a:xfrm>
                <a:off x="211904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0" name="ph8181">
                <a:extLst>
                  <a:ext uri="{FF2B5EF4-FFF2-40B4-BE49-F238E27FC236}">
                    <a16:creationId xmlns:a16="http://schemas.microsoft.com/office/drawing/2014/main" id="{A4E420D9-DD58-15AC-6CB8-557C2D0E3A08}"/>
                  </a:ext>
                </a:extLst>
              </p:cNvPr>
              <p:cNvSpPr/>
              <p:nvPr/>
            </p:nvSpPr>
            <p:spPr>
              <a:xfrm>
                <a:off x="212848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1" name="ph8182">
                <a:extLst>
                  <a:ext uri="{FF2B5EF4-FFF2-40B4-BE49-F238E27FC236}">
                    <a16:creationId xmlns:a16="http://schemas.microsoft.com/office/drawing/2014/main" id="{8BF4FFDB-DA93-C3C9-4726-E4D5357FAA4B}"/>
                  </a:ext>
                </a:extLst>
              </p:cNvPr>
              <p:cNvSpPr/>
              <p:nvPr/>
            </p:nvSpPr>
            <p:spPr>
              <a:xfrm>
                <a:off x="213792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2" name="ph8183">
                <a:extLst>
                  <a:ext uri="{FF2B5EF4-FFF2-40B4-BE49-F238E27FC236}">
                    <a16:creationId xmlns:a16="http://schemas.microsoft.com/office/drawing/2014/main" id="{54CCE6A1-0034-357C-A8C2-1C22102AC601}"/>
                  </a:ext>
                </a:extLst>
              </p:cNvPr>
              <p:cNvSpPr/>
              <p:nvPr/>
            </p:nvSpPr>
            <p:spPr>
              <a:xfrm>
                <a:off x="214736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3" name="ph8184">
                <a:extLst>
                  <a:ext uri="{FF2B5EF4-FFF2-40B4-BE49-F238E27FC236}">
                    <a16:creationId xmlns:a16="http://schemas.microsoft.com/office/drawing/2014/main" id="{37BFEF81-4F98-1732-E998-E9DFC55D7B9A}"/>
                  </a:ext>
                </a:extLst>
              </p:cNvPr>
              <p:cNvSpPr/>
              <p:nvPr/>
            </p:nvSpPr>
            <p:spPr>
              <a:xfrm>
                <a:off x="215680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4" name="ph8185">
                <a:extLst>
                  <a:ext uri="{FF2B5EF4-FFF2-40B4-BE49-F238E27FC236}">
                    <a16:creationId xmlns:a16="http://schemas.microsoft.com/office/drawing/2014/main" id="{3A4C848B-5B74-9B49-C20E-299D9173E819}"/>
                  </a:ext>
                </a:extLst>
              </p:cNvPr>
              <p:cNvSpPr/>
              <p:nvPr/>
            </p:nvSpPr>
            <p:spPr>
              <a:xfrm>
                <a:off x="216624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5" name="ph8186">
                <a:extLst>
                  <a:ext uri="{FF2B5EF4-FFF2-40B4-BE49-F238E27FC236}">
                    <a16:creationId xmlns:a16="http://schemas.microsoft.com/office/drawing/2014/main" id="{A8398064-7CD3-C23A-1B0C-BB8967E66901}"/>
                  </a:ext>
                </a:extLst>
              </p:cNvPr>
              <p:cNvSpPr/>
              <p:nvPr/>
            </p:nvSpPr>
            <p:spPr>
              <a:xfrm>
                <a:off x="217568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6" name="ph8187">
                <a:extLst>
                  <a:ext uri="{FF2B5EF4-FFF2-40B4-BE49-F238E27FC236}">
                    <a16:creationId xmlns:a16="http://schemas.microsoft.com/office/drawing/2014/main" id="{D4D63FD6-7DB6-0AF1-00B9-18BC6335F29F}"/>
                  </a:ext>
                </a:extLst>
              </p:cNvPr>
              <p:cNvSpPr/>
              <p:nvPr/>
            </p:nvSpPr>
            <p:spPr>
              <a:xfrm>
                <a:off x="218512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7" name="ph8188">
                <a:extLst>
                  <a:ext uri="{FF2B5EF4-FFF2-40B4-BE49-F238E27FC236}">
                    <a16:creationId xmlns:a16="http://schemas.microsoft.com/office/drawing/2014/main" id="{3D635362-7D80-5281-E9EA-1FA770E23A9B}"/>
                  </a:ext>
                </a:extLst>
              </p:cNvPr>
              <p:cNvSpPr/>
              <p:nvPr/>
            </p:nvSpPr>
            <p:spPr>
              <a:xfrm>
                <a:off x="219456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8" name="ph8189">
                <a:extLst>
                  <a:ext uri="{FF2B5EF4-FFF2-40B4-BE49-F238E27FC236}">
                    <a16:creationId xmlns:a16="http://schemas.microsoft.com/office/drawing/2014/main" id="{8D190CE7-1E85-D910-3B12-DB3009614FE9}"/>
                  </a:ext>
                </a:extLst>
              </p:cNvPr>
              <p:cNvSpPr/>
              <p:nvPr/>
            </p:nvSpPr>
            <p:spPr>
              <a:xfrm>
                <a:off x="220400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9" name="ph8190">
                <a:extLst>
                  <a:ext uri="{FF2B5EF4-FFF2-40B4-BE49-F238E27FC236}">
                    <a16:creationId xmlns:a16="http://schemas.microsoft.com/office/drawing/2014/main" id="{16CCE85D-B05E-C953-0833-04BE3BBD6A25}"/>
                  </a:ext>
                </a:extLst>
              </p:cNvPr>
              <p:cNvSpPr/>
              <p:nvPr/>
            </p:nvSpPr>
            <p:spPr>
              <a:xfrm>
                <a:off x="221344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0" name="ph8191">
                <a:extLst>
                  <a:ext uri="{FF2B5EF4-FFF2-40B4-BE49-F238E27FC236}">
                    <a16:creationId xmlns:a16="http://schemas.microsoft.com/office/drawing/2014/main" id="{38EF6CF2-9556-22E5-40CA-4E12D1DFFB23}"/>
                  </a:ext>
                </a:extLst>
              </p:cNvPr>
              <p:cNvSpPr/>
              <p:nvPr/>
            </p:nvSpPr>
            <p:spPr>
              <a:xfrm>
                <a:off x="222288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1" name="ph8192">
                <a:extLst>
                  <a:ext uri="{FF2B5EF4-FFF2-40B4-BE49-F238E27FC236}">
                    <a16:creationId xmlns:a16="http://schemas.microsoft.com/office/drawing/2014/main" id="{C04ED6E9-1D2E-401E-5781-6759C59494CC}"/>
                  </a:ext>
                </a:extLst>
              </p:cNvPr>
              <p:cNvSpPr/>
              <p:nvPr/>
            </p:nvSpPr>
            <p:spPr>
              <a:xfrm>
                <a:off x="223232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2" name="ph8193">
                <a:extLst>
                  <a:ext uri="{FF2B5EF4-FFF2-40B4-BE49-F238E27FC236}">
                    <a16:creationId xmlns:a16="http://schemas.microsoft.com/office/drawing/2014/main" id="{8395BDD4-5407-7D97-1D0D-A1F23FA76721}"/>
                  </a:ext>
                </a:extLst>
              </p:cNvPr>
              <p:cNvSpPr/>
              <p:nvPr/>
            </p:nvSpPr>
            <p:spPr>
              <a:xfrm>
                <a:off x="224176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3" name="ph8194">
                <a:extLst>
                  <a:ext uri="{FF2B5EF4-FFF2-40B4-BE49-F238E27FC236}">
                    <a16:creationId xmlns:a16="http://schemas.microsoft.com/office/drawing/2014/main" id="{5B9B809C-F7DC-4654-4DB8-BC31A9FA7D99}"/>
                  </a:ext>
                </a:extLst>
              </p:cNvPr>
              <p:cNvSpPr/>
              <p:nvPr/>
            </p:nvSpPr>
            <p:spPr>
              <a:xfrm>
                <a:off x="2260644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134" y="896830"/>
                    </a:lnTo>
                    <a:lnTo>
                      <a:pt x="908155" y="898612"/>
                    </a:lnTo>
                    <a:lnTo>
                      <a:pt x="912255" y="906557"/>
                    </a:lnTo>
                    <a:lnTo>
                      <a:pt x="914400" y="911173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4" name="ph8195">
                <a:extLst>
                  <a:ext uri="{FF2B5EF4-FFF2-40B4-BE49-F238E27FC236}">
                    <a16:creationId xmlns:a16="http://schemas.microsoft.com/office/drawing/2014/main" id="{4A6C1267-DAB7-D769-150C-DA31C6703273}"/>
                  </a:ext>
                </a:extLst>
              </p:cNvPr>
              <p:cNvSpPr/>
              <p:nvPr/>
            </p:nvSpPr>
            <p:spPr>
              <a:xfrm>
                <a:off x="2260644" y="973046"/>
                <a:ext cx="9158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99" h="914400">
                    <a:moveTo>
                      <a:pt x="914400" y="914400"/>
                    </a:moveTo>
                    <a:lnTo>
                      <a:pt x="914400" y="911173"/>
                    </a:lnTo>
                    <a:lnTo>
                      <a:pt x="915899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5" name="ph8196">
                <a:extLst>
                  <a:ext uri="{FF2B5EF4-FFF2-40B4-BE49-F238E27FC236}">
                    <a16:creationId xmlns:a16="http://schemas.microsoft.com/office/drawing/2014/main" id="{DCA59FE6-274C-13BB-ADE7-71F4AD56B0ED}"/>
                  </a:ext>
                </a:extLst>
              </p:cNvPr>
              <p:cNvSpPr/>
              <p:nvPr/>
            </p:nvSpPr>
            <p:spPr>
              <a:xfrm>
                <a:off x="3374593" y="955476"/>
                <a:ext cx="914400" cy="91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02">
                    <a:moveTo>
                      <a:pt x="914400" y="914399"/>
                    </a:moveTo>
                    <a:lnTo>
                      <a:pt x="914400" y="919502"/>
                    </a:lnTo>
                    <a:lnTo>
                      <a:pt x="911644" y="916512"/>
                    </a:lnTo>
                    <a:lnTo>
                      <a:pt x="909909" y="91439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6" name="ph8197">
                <a:extLst>
                  <a:ext uri="{FF2B5EF4-FFF2-40B4-BE49-F238E27FC236}">
                    <a16:creationId xmlns:a16="http://schemas.microsoft.com/office/drawing/2014/main" id="{153383E6-C0E1-A319-7B76-97ECAE7907AD}"/>
                  </a:ext>
                </a:extLst>
              </p:cNvPr>
              <p:cNvSpPr/>
              <p:nvPr/>
            </p:nvSpPr>
            <p:spPr>
              <a:xfrm>
                <a:off x="3374593" y="955476"/>
                <a:ext cx="923840" cy="92930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302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9302"/>
                    </a:lnTo>
                    <a:lnTo>
                      <a:pt x="923034" y="928477"/>
                    </a:lnTo>
                    <a:lnTo>
                      <a:pt x="921762" y="927175"/>
                    </a:lnTo>
                    <a:lnTo>
                      <a:pt x="920489" y="925873"/>
                    </a:lnTo>
                    <a:lnTo>
                      <a:pt x="919216" y="924570"/>
                    </a:lnTo>
                    <a:lnTo>
                      <a:pt x="917943" y="923268"/>
                    </a:lnTo>
                    <a:lnTo>
                      <a:pt x="916663" y="921959"/>
                    </a:lnTo>
                    <a:lnTo>
                      <a:pt x="914400" y="919502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7" name="ph8198">
                <a:extLst>
                  <a:ext uri="{FF2B5EF4-FFF2-40B4-BE49-F238E27FC236}">
                    <a16:creationId xmlns:a16="http://schemas.microsoft.com/office/drawing/2014/main" id="{06FC1CA9-F4C0-13FC-F69A-5A6B48DB0A7B}"/>
                  </a:ext>
                </a:extLst>
              </p:cNvPr>
              <p:cNvSpPr/>
              <p:nvPr/>
            </p:nvSpPr>
            <p:spPr>
              <a:xfrm>
                <a:off x="338403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003" y="931969"/>
                    </a:lnTo>
                    <a:lnTo>
                      <a:pt x="916138" y="931083"/>
                    </a:lnTo>
                    <a:lnTo>
                      <a:pt x="914866" y="929780"/>
                    </a:lnTo>
                    <a:lnTo>
                      <a:pt x="914400" y="929302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8" name="ph8199">
                <a:extLst>
                  <a:ext uri="{FF2B5EF4-FFF2-40B4-BE49-F238E27FC236}">
                    <a16:creationId xmlns:a16="http://schemas.microsoft.com/office/drawing/2014/main" id="{381231A1-9FB9-E767-77BC-35DA3E4A2184}"/>
                  </a:ext>
                </a:extLst>
              </p:cNvPr>
              <p:cNvSpPr/>
              <p:nvPr/>
            </p:nvSpPr>
            <p:spPr>
              <a:xfrm>
                <a:off x="339347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9" name="ph8200">
                <a:extLst>
                  <a:ext uri="{FF2B5EF4-FFF2-40B4-BE49-F238E27FC236}">
                    <a16:creationId xmlns:a16="http://schemas.microsoft.com/office/drawing/2014/main" id="{A013F6BC-22E7-AE77-2029-2E862A470AE0}"/>
                  </a:ext>
                </a:extLst>
              </p:cNvPr>
              <p:cNvSpPr/>
              <p:nvPr/>
            </p:nvSpPr>
            <p:spPr>
              <a:xfrm>
                <a:off x="340291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0" name="ph8201">
                <a:extLst>
                  <a:ext uri="{FF2B5EF4-FFF2-40B4-BE49-F238E27FC236}">
                    <a16:creationId xmlns:a16="http://schemas.microsoft.com/office/drawing/2014/main" id="{A5911ECF-5D3E-C278-560C-C12728E4D16E}"/>
                  </a:ext>
                </a:extLst>
              </p:cNvPr>
              <p:cNvSpPr/>
              <p:nvPr/>
            </p:nvSpPr>
            <p:spPr>
              <a:xfrm>
                <a:off x="341235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1" name="ph8202">
                <a:extLst>
                  <a:ext uri="{FF2B5EF4-FFF2-40B4-BE49-F238E27FC236}">
                    <a16:creationId xmlns:a16="http://schemas.microsoft.com/office/drawing/2014/main" id="{19E2F5DF-9840-E505-B6A5-B7202A05315C}"/>
                  </a:ext>
                </a:extLst>
              </p:cNvPr>
              <p:cNvSpPr/>
              <p:nvPr/>
            </p:nvSpPr>
            <p:spPr>
              <a:xfrm>
                <a:off x="342179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2" name="ph8203">
                <a:extLst>
                  <a:ext uri="{FF2B5EF4-FFF2-40B4-BE49-F238E27FC236}">
                    <a16:creationId xmlns:a16="http://schemas.microsoft.com/office/drawing/2014/main" id="{6DECFEFB-A1E9-EB6F-700C-B0386501B029}"/>
                  </a:ext>
                </a:extLst>
              </p:cNvPr>
              <p:cNvSpPr/>
              <p:nvPr/>
            </p:nvSpPr>
            <p:spPr>
              <a:xfrm>
                <a:off x="343123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3" name="ph8204">
                <a:extLst>
                  <a:ext uri="{FF2B5EF4-FFF2-40B4-BE49-F238E27FC236}">
                    <a16:creationId xmlns:a16="http://schemas.microsoft.com/office/drawing/2014/main" id="{88C5DB9D-FF2A-5212-3978-4A721BF24154}"/>
                  </a:ext>
                </a:extLst>
              </p:cNvPr>
              <p:cNvSpPr/>
              <p:nvPr/>
            </p:nvSpPr>
            <p:spPr>
              <a:xfrm>
                <a:off x="344067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4" name="ph8205">
                <a:extLst>
                  <a:ext uri="{FF2B5EF4-FFF2-40B4-BE49-F238E27FC236}">
                    <a16:creationId xmlns:a16="http://schemas.microsoft.com/office/drawing/2014/main" id="{77B1B0C1-82D7-BF48-C39C-CEB58D1F6053}"/>
                  </a:ext>
                </a:extLst>
              </p:cNvPr>
              <p:cNvSpPr/>
              <p:nvPr/>
            </p:nvSpPr>
            <p:spPr>
              <a:xfrm>
                <a:off x="345011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5" name="ph8206">
                <a:extLst>
                  <a:ext uri="{FF2B5EF4-FFF2-40B4-BE49-F238E27FC236}">
                    <a16:creationId xmlns:a16="http://schemas.microsoft.com/office/drawing/2014/main" id="{38A6A358-6134-DDF2-F05E-0C7044EC18A1}"/>
                  </a:ext>
                </a:extLst>
              </p:cNvPr>
              <p:cNvSpPr/>
              <p:nvPr/>
            </p:nvSpPr>
            <p:spPr>
              <a:xfrm>
                <a:off x="345955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6" name="ph8207">
                <a:extLst>
                  <a:ext uri="{FF2B5EF4-FFF2-40B4-BE49-F238E27FC236}">
                    <a16:creationId xmlns:a16="http://schemas.microsoft.com/office/drawing/2014/main" id="{56140A7A-4DE2-196F-3D01-4246BD6B43D2}"/>
                  </a:ext>
                </a:extLst>
              </p:cNvPr>
              <p:cNvSpPr/>
              <p:nvPr/>
            </p:nvSpPr>
            <p:spPr>
              <a:xfrm>
                <a:off x="346899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7" name="ph8208">
                <a:extLst>
                  <a:ext uri="{FF2B5EF4-FFF2-40B4-BE49-F238E27FC236}">
                    <a16:creationId xmlns:a16="http://schemas.microsoft.com/office/drawing/2014/main" id="{6D82F192-9633-E33B-FD23-E5CE7CF93B37}"/>
                  </a:ext>
                </a:extLst>
              </p:cNvPr>
              <p:cNvSpPr/>
              <p:nvPr/>
            </p:nvSpPr>
            <p:spPr>
              <a:xfrm>
                <a:off x="347843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8" name="ph8209">
                <a:extLst>
                  <a:ext uri="{FF2B5EF4-FFF2-40B4-BE49-F238E27FC236}">
                    <a16:creationId xmlns:a16="http://schemas.microsoft.com/office/drawing/2014/main" id="{DD9EFEA7-4645-60A7-54E9-ED0EB7F29D6F}"/>
                  </a:ext>
                </a:extLst>
              </p:cNvPr>
              <p:cNvSpPr/>
              <p:nvPr/>
            </p:nvSpPr>
            <p:spPr>
              <a:xfrm>
                <a:off x="348787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9" name="ph8210">
                <a:extLst>
                  <a:ext uri="{FF2B5EF4-FFF2-40B4-BE49-F238E27FC236}">
                    <a16:creationId xmlns:a16="http://schemas.microsoft.com/office/drawing/2014/main" id="{BB8754BD-5FF8-54E7-D0E8-4ADEF02F4A65}"/>
                  </a:ext>
                </a:extLst>
              </p:cNvPr>
              <p:cNvSpPr/>
              <p:nvPr/>
            </p:nvSpPr>
            <p:spPr>
              <a:xfrm>
                <a:off x="349731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0" name="ph8211">
                <a:extLst>
                  <a:ext uri="{FF2B5EF4-FFF2-40B4-BE49-F238E27FC236}">
                    <a16:creationId xmlns:a16="http://schemas.microsoft.com/office/drawing/2014/main" id="{99DCFE95-CC3A-1205-B688-B9962686CDA2}"/>
                  </a:ext>
                </a:extLst>
              </p:cNvPr>
              <p:cNvSpPr/>
              <p:nvPr/>
            </p:nvSpPr>
            <p:spPr>
              <a:xfrm>
                <a:off x="350675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1" name="ph8212">
                <a:extLst>
                  <a:ext uri="{FF2B5EF4-FFF2-40B4-BE49-F238E27FC236}">
                    <a16:creationId xmlns:a16="http://schemas.microsoft.com/office/drawing/2014/main" id="{21A3D14D-9C05-EE31-DFA7-50CDE7C313D3}"/>
                  </a:ext>
                </a:extLst>
              </p:cNvPr>
              <p:cNvSpPr/>
              <p:nvPr/>
            </p:nvSpPr>
            <p:spPr>
              <a:xfrm>
                <a:off x="351619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2" name="ph8213">
                <a:extLst>
                  <a:ext uri="{FF2B5EF4-FFF2-40B4-BE49-F238E27FC236}">
                    <a16:creationId xmlns:a16="http://schemas.microsoft.com/office/drawing/2014/main" id="{E643DD87-C591-E6E2-1033-695B20293BD1}"/>
                  </a:ext>
                </a:extLst>
              </p:cNvPr>
              <p:cNvSpPr/>
              <p:nvPr/>
            </p:nvSpPr>
            <p:spPr>
              <a:xfrm>
                <a:off x="352563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3" name="ph8214">
                <a:extLst>
                  <a:ext uri="{FF2B5EF4-FFF2-40B4-BE49-F238E27FC236}">
                    <a16:creationId xmlns:a16="http://schemas.microsoft.com/office/drawing/2014/main" id="{F968A32A-6251-D8A5-8FA7-CBE6529B48D5}"/>
                  </a:ext>
                </a:extLst>
              </p:cNvPr>
              <p:cNvSpPr/>
              <p:nvPr/>
            </p:nvSpPr>
            <p:spPr>
              <a:xfrm>
                <a:off x="353507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4" name="ph8215">
                <a:extLst>
                  <a:ext uri="{FF2B5EF4-FFF2-40B4-BE49-F238E27FC236}">
                    <a16:creationId xmlns:a16="http://schemas.microsoft.com/office/drawing/2014/main" id="{F328230D-4E60-197C-B240-0B737CD1630C}"/>
                  </a:ext>
                </a:extLst>
              </p:cNvPr>
              <p:cNvSpPr/>
              <p:nvPr/>
            </p:nvSpPr>
            <p:spPr>
              <a:xfrm>
                <a:off x="354451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5" name="ph8216">
                <a:extLst>
                  <a:ext uri="{FF2B5EF4-FFF2-40B4-BE49-F238E27FC236}">
                    <a16:creationId xmlns:a16="http://schemas.microsoft.com/office/drawing/2014/main" id="{D3AEC393-1688-080D-3672-C785B3E70BC6}"/>
                  </a:ext>
                </a:extLst>
              </p:cNvPr>
              <p:cNvSpPr/>
              <p:nvPr/>
            </p:nvSpPr>
            <p:spPr>
              <a:xfrm>
                <a:off x="355395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6" name="ph8217">
                <a:extLst>
                  <a:ext uri="{FF2B5EF4-FFF2-40B4-BE49-F238E27FC236}">
                    <a16:creationId xmlns:a16="http://schemas.microsoft.com/office/drawing/2014/main" id="{E525D5FD-C28E-F8B1-E81E-9A6BBD4C3EB1}"/>
                  </a:ext>
                </a:extLst>
              </p:cNvPr>
              <p:cNvSpPr/>
              <p:nvPr/>
            </p:nvSpPr>
            <p:spPr>
              <a:xfrm>
                <a:off x="356339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7" name="ph8218">
                <a:extLst>
                  <a:ext uri="{FF2B5EF4-FFF2-40B4-BE49-F238E27FC236}">
                    <a16:creationId xmlns:a16="http://schemas.microsoft.com/office/drawing/2014/main" id="{07981AC1-254A-540E-401B-9EA98537C422}"/>
                  </a:ext>
                </a:extLst>
              </p:cNvPr>
              <p:cNvSpPr/>
              <p:nvPr/>
            </p:nvSpPr>
            <p:spPr>
              <a:xfrm>
                <a:off x="357283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8" name="ph8219">
                <a:extLst>
                  <a:ext uri="{FF2B5EF4-FFF2-40B4-BE49-F238E27FC236}">
                    <a16:creationId xmlns:a16="http://schemas.microsoft.com/office/drawing/2014/main" id="{DE56B171-5F25-9389-B092-425591945E3A}"/>
                  </a:ext>
                </a:extLst>
              </p:cNvPr>
              <p:cNvSpPr/>
              <p:nvPr/>
            </p:nvSpPr>
            <p:spPr>
              <a:xfrm>
                <a:off x="358227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9" name="ph8220">
                <a:extLst>
                  <a:ext uri="{FF2B5EF4-FFF2-40B4-BE49-F238E27FC236}">
                    <a16:creationId xmlns:a16="http://schemas.microsoft.com/office/drawing/2014/main" id="{6B71F1AC-3343-A5D9-8072-3E0122D5A8C8}"/>
                  </a:ext>
                </a:extLst>
              </p:cNvPr>
              <p:cNvSpPr/>
              <p:nvPr/>
            </p:nvSpPr>
            <p:spPr>
              <a:xfrm>
                <a:off x="359171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0" name="ph8221">
                <a:extLst>
                  <a:ext uri="{FF2B5EF4-FFF2-40B4-BE49-F238E27FC236}">
                    <a16:creationId xmlns:a16="http://schemas.microsoft.com/office/drawing/2014/main" id="{4E0AE0E1-1398-1BF0-F7B8-F09222436C7D}"/>
                  </a:ext>
                </a:extLst>
              </p:cNvPr>
              <p:cNvSpPr/>
              <p:nvPr/>
            </p:nvSpPr>
            <p:spPr>
              <a:xfrm>
                <a:off x="360115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1" name="ph8222">
                <a:extLst>
                  <a:ext uri="{FF2B5EF4-FFF2-40B4-BE49-F238E27FC236}">
                    <a16:creationId xmlns:a16="http://schemas.microsoft.com/office/drawing/2014/main" id="{A697BF7F-4E40-215E-A662-C3E9EE2C216E}"/>
                  </a:ext>
                </a:extLst>
              </p:cNvPr>
              <p:cNvSpPr/>
              <p:nvPr/>
            </p:nvSpPr>
            <p:spPr>
              <a:xfrm>
                <a:off x="361059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2" name="ph8223">
                <a:extLst>
                  <a:ext uri="{FF2B5EF4-FFF2-40B4-BE49-F238E27FC236}">
                    <a16:creationId xmlns:a16="http://schemas.microsoft.com/office/drawing/2014/main" id="{CB626C03-FDFA-3377-9F3B-BADA6FA4BFE2}"/>
                  </a:ext>
                </a:extLst>
              </p:cNvPr>
              <p:cNvSpPr/>
              <p:nvPr/>
            </p:nvSpPr>
            <p:spPr>
              <a:xfrm>
                <a:off x="362003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3" name="ph8224">
                <a:extLst>
                  <a:ext uri="{FF2B5EF4-FFF2-40B4-BE49-F238E27FC236}">
                    <a16:creationId xmlns:a16="http://schemas.microsoft.com/office/drawing/2014/main" id="{BB82A22A-E010-A92F-B6B7-B17E8457F362}"/>
                  </a:ext>
                </a:extLst>
              </p:cNvPr>
              <p:cNvSpPr/>
              <p:nvPr/>
            </p:nvSpPr>
            <p:spPr>
              <a:xfrm>
                <a:off x="362947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4" name="ph8225">
                <a:extLst>
                  <a:ext uri="{FF2B5EF4-FFF2-40B4-BE49-F238E27FC236}">
                    <a16:creationId xmlns:a16="http://schemas.microsoft.com/office/drawing/2014/main" id="{07A87C44-C2D6-3F18-8F49-743F00D01BEC}"/>
                  </a:ext>
                </a:extLst>
              </p:cNvPr>
              <p:cNvSpPr/>
              <p:nvPr/>
            </p:nvSpPr>
            <p:spPr>
              <a:xfrm>
                <a:off x="363891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5" name="ph8226">
                <a:extLst>
                  <a:ext uri="{FF2B5EF4-FFF2-40B4-BE49-F238E27FC236}">
                    <a16:creationId xmlns:a16="http://schemas.microsoft.com/office/drawing/2014/main" id="{5C753913-0CDC-07C0-1D7A-3820FECB5FBE}"/>
                  </a:ext>
                </a:extLst>
              </p:cNvPr>
              <p:cNvSpPr/>
              <p:nvPr/>
            </p:nvSpPr>
            <p:spPr>
              <a:xfrm>
                <a:off x="364836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6" name="ph8227">
                <a:extLst>
                  <a:ext uri="{FF2B5EF4-FFF2-40B4-BE49-F238E27FC236}">
                    <a16:creationId xmlns:a16="http://schemas.microsoft.com/office/drawing/2014/main" id="{A45C9CB1-F7B8-4F98-903B-6E3AC4288146}"/>
                  </a:ext>
                </a:extLst>
              </p:cNvPr>
              <p:cNvSpPr/>
              <p:nvPr/>
            </p:nvSpPr>
            <p:spPr>
              <a:xfrm>
                <a:off x="365780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7" name="ph8228">
                <a:extLst>
                  <a:ext uri="{FF2B5EF4-FFF2-40B4-BE49-F238E27FC236}">
                    <a16:creationId xmlns:a16="http://schemas.microsoft.com/office/drawing/2014/main" id="{41D6CD35-3F3C-F984-2639-8F372F6C5D3D}"/>
                  </a:ext>
                </a:extLst>
              </p:cNvPr>
              <p:cNvSpPr/>
              <p:nvPr/>
            </p:nvSpPr>
            <p:spPr>
              <a:xfrm>
                <a:off x="366724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8" name="ph8229">
                <a:extLst>
                  <a:ext uri="{FF2B5EF4-FFF2-40B4-BE49-F238E27FC236}">
                    <a16:creationId xmlns:a16="http://schemas.microsoft.com/office/drawing/2014/main" id="{178823CD-A516-A19F-B4D0-E8A3B9412F12}"/>
                  </a:ext>
                </a:extLst>
              </p:cNvPr>
              <p:cNvSpPr/>
              <p:nvPr/>
            </p:nvSpPr>
            <p:spPr>
              <a:xfrm>
                <a:off x="367668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9" name="ph8230">
                <a:extLst>
                  <a:ext uri="{FF2B5EF4-FFF2-40B4-BE49-F238E27FC236}">
                    <a16:creationId xmlns:a16="http://schemas.microsoft.com/office/drawing/2014/main" id="{24643C37-2A1A-8F74-9F2C-C4D1276A5DE4}"/>
                  </a:ext>
                </a:extLst>
              </p:cNvPr>
              <p:cNvSpPr/>
              <p:nvPr/>
            </p:nvSpPr>
            <p:spPr>
              <a:xfrm>
                <a:off x="368612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0" name="ph8231">
                <a:extLst>
                  <a:ext uri="{FF2B5EF4-FFF2-40B4-BE49-F238E27FC236}">
                    <a16:creationId xmlns:a16="http://schemas.microsoft.com/office/drawing/2014/main" id="{2615CC2F-4BB6-9786-8A3F-601457AADC36}"/>
                  </a:ext>
                </a:extLst>
              </p:cNvPr>
              <p:cNvSpPr/>
              <p:nvPr/>
            </p:nvSpPr>
            <p:spPr>
              <a:xfrm>
                <a:off x="369556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1" name="ph8232">
                <a:extLst>
                  <a:ext uri="{FF2B5EF4-FFF2-40B4-BE49-F238E27FC236}">
                    <a16:creationId xmlns:a16="http://schemas.microsoft.com/office/drawing/2014/main" id="{CF1DB97A-DC7E-6F2A-2AF7-2EDA20048EEF}"/>
                  </a:ext>
                </a:extLst>
              </p:cNvPr>
              <p:cNvSpPr/>
              <p:nvPr/>
            </p:nvSpPr>
            <p:spPr>
              <a:xfrm>
                <a:off x="370500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2" name="ph8233">
                <a:extLst>
                  <a:ext uri="{FF2B5EF4-FFF2-40B4-BE49-F238E27FC236}">
                    <a16:creationId xmlns:a16="http://schemas.microsoft.com/office/drawing/2014/main" id="{E1C106A3-C75A-A5C5-6993-D5894E28EA09}"/>
                  </a:ext>
                </a:extLst>
              </p:cNvPr>
              <p:cNvSpPr/>
              <p:nvPr/>
            </p:nvSpPr>
            <p:spPr>
              <a:xfrm>
                <a:off x="371444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3" name="ph8234">
                <a:extLst>
                  <a:ext uri="{FF2B5EF4-FFF2-40B4-BE49-F238E27FC236}">
                    <a16:creationId xmlns:a16="http://schemas.microsoft.com/office/drawing/2014/main" id="{D6DD2ECA-2E3E-07E7-8BDB-93EC61CA9A0F}"/>
                  </a:ext>
                </a:extLst>
              </p:cNvPr>
              <p:cNvSpPr/>
              <p:nvPr/>
            </p:nvSpPr>
            <p:spPr>
              <a:xfrm>
                <a:off x="372388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4" name="ph8235">
                <a:extLst>
                  <a:ext uri="{FF2B5EF4-FFF2-40B4-BE49-F238E27FC236}">
                    <a16:creationId xmlns:a16="http://schemas.microsoft.com/office/drawing/2014/main" id="{E2D25524-3CB1-79C1-E50F-362535DC6B9B}"/>
                  </a:ext>
                </a:extLst>
              </p:cNvPr>
              <p:cNvSpPr/>
              <p:nvPr/>
            </p:nvSpPr>
            <p:spPr>
              <a:xfrm>
                <a:off x="373332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5" name="ph8236">
                <a:extLst>
                  <a:ext uri="{FF2B5EF4-FFF2-40B4-BE49-F238E27FC236}">
                    <a16:creationId xmlns:a16="http://schemas.microsoft.com/office/drawing/2014/main" id="{6FDD5696-DC5F-0A99-CBA1-645B6FE7C362}"/>
                  </a:ext>
                </a:extLst>
              </p:cNvPr>
              <p:cNvSpPr/>
              <p:nvPr/>
            </p:nvSpPr>
            <p:spPr>
              <a:xfrm>
                <a:off x="374276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6" name="ph8237">
                <a:extLst>
                  <a:ext uri="{FF2B5EF4-FFF2-40B4-BE49-F238E27FC236}">
                    <a16:creationId xmlns:a16="http://schemas.microsoft.com/office/drawing/2014/main" id="{92281A52-58FF-17E9-9180-DAE0B97E25FB}"/>
                  </a:ext>
                </a:extLst>
              </p:cNvPr>
              <p:cNvSpPr/>
              <p:nvPr/>
            </p:nvSpPr>
            <p:spPr>
              <a:xfrm>
                <a:off x="375220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7" name="ph8238">
                <a:extLst>
                  <a:ext uri="{FF2B5EF4-FFF2-40B4-BE49-F238E27FC236}">
                    <a16:creationId xmlns:a16="http://schemas.microsoft.com/office/drawing/2014/main" id="{82AF7435-9703-374B-4E12-F1B9907CCE19}"/>
                  </a:ext>
                </a:extLst>
              </p:cNvPr>
              <p:cNvSpPr/>
              <p:nvPr/>
            </p:nvSpPr>
            <p:spPr>
              <a:xfrm>
                <a:off x="376164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8" name="ph8239">
                <a:extLst>
                  <a:ext uri="{FF2B5EF4-FFF2-40B4-BE49-F238E27FC236}">
                    <a16:creationId xmlns:a16="http://schemas.microsoft.com/office/drawing/2014/main" id="{92975011-97A6-027E-28FB-DEB8559A54F9}"/>
                  </a:ext>
                </a:extLst>
              </p:cNvPr>
              <p:cNvSpPr/>
              <p:nvPr/>
            </p:nvSpPr>
            <p:spPr>
              <a:xfrm>
                <a:off x="377108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9" name="ph8240">
                <a:extLst>
                  <a:ext uri="{FF2B5EF4-FFF2-40B4-BE49-F238E27FC236}">
                    <a16:creationId xmlns:a16="http://schemas.microsoft.com/office/drawing/2014/main" id="{C68A32B2-CCD2-BFF3-127D-A35D9E0D0CE1}"/>
                  </a:ext>
                </a:extLst>
              </p:cNvPr>
              <p:cNvSpPr/>
              <p:nvPr/>
            </p:nvSpPr>
            <p:spPr>
              <a:xfrm>
                <a:off x="378052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0" name="ph8241">
                <a:extLst>
                  <a:ext uri="{FF2B5EF4-FFF2-40B4-BE49-F238E27FC236}">
                    <a16:creationId xmlns:a16="http://schemas.microsoft.com/office/drawing/2014/main" id="{05E2FDA6-D9CA-F2A0-0BDE-F6B16ED640FB}"/>
                  </a:ext>
                </a:extLst>
              </p:cNvPr>
              <p:cNvSpPr/>
              <p:nvPr/>
            </p:nvSpPr>
            <p:spPr>
              <a:xfrm>
                <a:off x="378996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1" name="ph8242">
                <a:extLst>
                  <a:ext uri="{FF2B5EF4-FFF2-40B4-BE49-F238E27FC236}">
                    <a16:creationId xmlns:a16="http://schemas.microsoft.com/office/drawing/2014/main" id="{3A4DF906-CDC2-2A69-5729-B044CFDCF930}"/>
                  </a:ext>
                </a:extLst>
              </p:cNvPr>
              <p:cNvSpPr/>
              <p:nvPr/>
            </p:nvSpPr>
            <p:spPr>
              <a:xfrm>
                <a:off x="379940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2" name="ph8243">
                <a:extLst>
                  <a:ext uri="{FF2B5EF4-FFF2-40B4-BE49-F238E27FC236}">
                    <a16:creationId xmlns:a16="http://schemas.microsoft.com/office/drawing/2014/main" id="{FE21F42A-9805-B083-D050-55FF6D8FC602}"/>
                  </a:ext>
                </a:extLst>
              </p:cNvPr>
              <p:cNvSpPr/>
              <p:nvPr/>
            </p:nvSpPr>
            <p:spPr>
              <a:xfrm>
                <a:off x="380884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3" name="ph8244">
                <a:extLst>
                  <a:ext uri="{FF2B5EF4-FFF2-40B4-BE49-F238E27FC236}">
                    <a16:creationId xmlns:a16="http://schemas.microsoft.com/office/drawing/2014/main" id="{A456CE29-D7A1-D180-D96C-146F1022C4A3}"/>
                  </a:ext>
                </a:extLst>
              </p:cNvPr>
              <p:cNvSpPr/>
              <p:nvPr/>
            </p:nvSpPr>
            <p:spPr>
              <a:xfrm>
                <a:off x="381828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4" name="ph8245">
                <a:extLst>
                  <a:ext uri="{FF2B5EF4-FFF2-40B4-BE49-F238E27FC236}">
                    <a16:creationId xmlns:a16="http://schemas.microsoft.com/office/drawing/2014/main" id="{9E20FFAF-1DF4-A817-333B-18E583A80C64}"/>
                  </a:ext>
                </a:extLst>
              </p:cNvPr>
              <p:cNvSpPr/>
              <p:nvPr/>
            </p:nvSpPr>
            <p:spPr>
              <a:xfrm>
                <a:off x="382772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5" name="ph8246">
                <a:extLst>
                  <a:ext uri="{FF2B5EF4-FFF2-40B4-BE49-F238E27FC236}">
                    <a16:creationId xmlns:a16="http://schemas.microsoft.com/office/drawing/2014/main" id="{6BDBE581-C262-7284-78BB-0639294D6637}"/>
                  </a:ext>
                </a:extLst>
              </p:cNvPr>
              <p:cNvSpPr/>
              <p:nvPr/>
            </p:nvSpPr>
            <p:spPr>
              <a:xfrm>
                <a:off x="383716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6" name="ph8247">
                <a:extLst>
                  <a:ext uri="{FF2B5EF4-FFF2-40B4-BE49-F238E27FC236}">
                    <a16:creationId xmlns:a16="http://schemas.microsoft.com/office/drawing/2014/main" id="{F9151920-045B-B73B-F8B6-90D6090C8FF9}"/>
                  </a:ext>
                </a:extLst>
              </p:cNvPr>
              <p:cNvSpPr/>
              <p:nvPr/>
            </p:nvSpPr>
            <p:spPr>
              <a:xfrm>
                <a:off x="3856045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033" y="896830"/>
                    </a:lnTo>
                    <a:lnTo>
                      <a:pt x="910083" y="897018"/>
                    </a:lnTo>
                    <a:lnTo>
                      <a:pt x="910169" y="897336"/>
                    </a:lnTo>
                    <a:lnTo>
                      <a:pt x="910255" y="897655"/>
                    </a:lnTo>
                    <a:lnTo>
                      <a:pt x="910340" y="897973"/>
                    </a:lnTo>
                    <a:lnTo>
                      <a:pt x="910426" y="898292"/>
                    </a:lnTo>
                    <a:lnTo>
                      <a:pt x="910512" y="898610"/>
                    </a:lnTo>
                    <a:lnTo>
                      <a:pt x="910598" y="898929"/>
                    </a:lnTo>
                    <a:lnTo>
                      <a:pt x="910683" y="899247"/>
                    </a:lnTo>
                    <a:lnTo>
                      <a:pt x="910769" y="899566"/>
                    </a:lnTo>
                    <a:lnTo>
                      <a:pt x="910855" y="899884"/>
                    </a:lnTo>
                    <a:lnTo>
                      <a:pt x="910940" y="900203"/>
                    </a:lnTo>
                    <a:lnTo>
                      <a:pt x="911026" y="900521"/>
                    </a:lnTo>
                    <a:lnTo>
                      <a:pt x="911112" y="900840"/>
                    </a:lnTo>
                    <a:lnTo>
                      <a:pt x="911198" y="901158"/>
                    </a:lnTo>
                    <a:lnTo>
                      <a:pt x="911283" y="901477"/>
                    </a:lnTo>
                    <a:lnTo>
                      <a:pt x="911369" y="901795"/>
                    </a:lnTo>
                    <a:lnTo>
                      <a:pt x="911455" y="902114"/>
                    </a:lnTo>
                    <a:lnTo>
                      <a:pt x="911540" y="902432"/>
                    </a:lnTo>
                    <a:lnTo>
                      <a:pt x="911626" y="902751"/>
                    </a:lnTo>
                    <a:lnTo>
                      <a:pt x="911712" y="903069"/>
                    </a:lnTo>
                    <a:lnTo>
                      <a:pt x="911797" y="903388"/>
                    </a:lnTo>
                    <a:lnTo>
                      <a:pt x="911883" y="903706"/>
                    </a:lnTo>
                    <a:lnTo>
                      <a:pt x="911969" y="904025"/>
                    </a:lnTo>
                    <a:lnTo>
                      <a:pt x="912054" y="904343"/>
                    </a:lnTo>
                    <a:lnTo>
                      <a:pt x="912140" y="904662"/>
                    </a:lnTo>
                    <a:lnTo>
                      <a:pt x="912226" y="904981"/>
                    </a:lnTo>
                    <a:lnTo>
                      <a:pt x="912311" y="905299"/>
                    </a:lnTo>
                    <a:lnTo>
                      <a:pt x="912397" y="905618"/>
                    </a:lnTo>
                    <a:lnTo>
                      <a:pt x="912482" y="905936"/>
                    </a:lnTo>
                    <a:lnTo>
                      <a:pt x="912568" y="906255"/>
                    </a:lnTo>
                    <a:lnTo>
                      <a:pt x="912654" y="906573"/>
                    </a:lnTo>
                    <a:lnTo>
                      <a:pt x="912739" y="906892"/>
                    </a:lnTo>
                    <a:lnTo>
                      <a:pt x="912825" y="907210"/>
                    </a:lnTo>
                    <a:lnTo>
                      <a:pt x="912910" y="907529"/>
                    </a:lnTo>
                    <a:lnTo>
                      <a:pt x="912996" y="907847"/>
                    </a:lnTo>
                    <a:lnTo>
                      <a:pt x="913082" y="908166"/>
                    </a:lnTo>
                    <a:lnTo>
                      <a:pt x="913167" y="908484"/>
                    </a:lnTo>
                    <a:lnTo>
                      <a:pt x="913253" y="908803"/>
                    </a:lnTo>
                    <a:lnTo>
                      <a:pt x="913338" y="909121"/>
                    </a:lnTo>
                    <a:lnTo>
                      <a:pt x="913424" y="909440"/>
                    </a:lnTo>
                    <a:lnTo>
                      <a:pt x="913510" y="909758"/>
                    </a:lnTo>
                    <a:lnTo>
                      <a:pt x="913595" y="910077"/>
                    </a:lnTo>
                    <a:lnTo>
                      <a:pt x="913681" y="910395"/>
                    </a:lnTo>
                    <a:lnTo>
                      <a:pt x="913766" y="910714"/>
                    </a:lnTo>
                    <a:lnTo>
                      <a:pt x="913852" y="911032"/>
                    </a:lnTo>
                    <a:lnTo>
                      <a:pt x="913937" y="911351"/>
                    </a:lnTo>
                    <a:lnTo>
                      <a:pt x="914023" y="911670"/>
                    </a:lnTo>
                    <a:lnTo>
                      <a:pt x="914108" y="911988"/>
                    </a:lnTo>
                    <a:lnTo>
                      <a:pt x="914194" y="912307"/>
                    </a:lnTo>
                    <a:lnTo>
                      <a:pt x="914279" y="912625"/>
                    </a:lnTo>
                    <a:lnTo>
                      <a:pt x="914365" y="912944"/>
                    </a:lnTo>
                    <a:lnTo>
                      <a:pt x="914400" y="913072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7" name="ph8248">
                <a:extLst>
                  <a:ext uri="{FF2B5EF4-FFF2-40B4-BE49-F238E27FC236}">
                    <a16:creationId xmlns:a16="http://schemas.microsoft.com/office/drawing/2014/main" id="{2B961D17-3F07-71FF-0AFC-16E3CCCF7744}"/>
                  </a:ext>
                </a:extLst>
              </p:cNvPr>
              <p:cNvSpPr/>
              <p:nvPr/>
            </p:nvSpPr>
            <p:spPr>
              <a:xfrm>
                <a:off x="3856045" y="973046"/>
                <a:ext cx="914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56" h="914400">
                    <a:moveTo>
                      <a:pt x="914400" y="914400"/>
                    </a:moveTo>
                    <a:lnTo>
                      <a:pt x="914400" y="913072"/>
                    </a:lnTo>
                    <a:lnTo>
                      <a:pt x="914451" y="913262"/>
                    </a:lnTo>
                    <a:lnTo>
                      <a:pt x="914536" y="913581"/>
                    </a:lnTo>
                    <a:lnTo>
                      <a:pt x="914622" y="913899"/>
                    </a:lnTo>
                    <a:lnTo>
                      <a:pt x="914707" y="914218"/>
                    </a:lnTo>
                    <a:lnTo>
                      <a:pt x="914756" y="914400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8" name="ph8249">
                <a:extLst>
                  <a:ext uri="{FF2B5EF4-FFF2-40B4-BE49-F238E27FC236}">
                    <a16:creationId xmlns:a16="http://schemas.microsoft.com/office/drawing/2014/main" id="{22C69F6A-9A53-C613-8161-966A3930F13B}"/>
                  </a:ext>
                </a:extLst>
              </p:cNvPr>
              <p:cNvSpPr/>
              <p:nvPr/>
            </p:nvSpPr>
            <p:spPr>
              <a:xfrm>
                <a:off x="2100160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28" y="914399"/>
                    </a:lnTo>
                    <a:lnTo>
                      <a:pt x="912967" y="909889"/>
                    </a:lnTo>
                    <a:lnTo>
                      <a:pt x="914400" y="90759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9" name="ph8250">
                <a:extLst>
                  <a:ext uri="{FF2B5EF4-FFF2-40B4-BE49-F238E27FC236}">
                    <a16:creationId xmlns:a16="http://schemas.microsoft.com/office/drawing/2014/main" id="{1B870058-796F-4A06-9CB4-A1B960FF015E}"/>
                  </a:ext>
                </a:extLst>
              </p:cNvPr>
              <p:cNvSpPr/>
              <p:nvPr/>
            </p:nvSpPr>
            <p:spPr>
              <a:xfrm>
                <a:off x="2109601" y="9379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169"/>
                    </a:lnTo>
                    <a:lnTo>
                      <a:pt x="908016" y="920279"/>
                    </a:lnTo>
                    <a:lnTo>
                      <a:pt x="912107" y="91439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0" name="ph8251">
                <a:extLst>
                  <a:ext uri="{FF2B5EF4-FFF2-40B4-BE49-F238E27FC236}">
                    <a16:creationId xmlns:a16="http://schemas.microsoft.com/office/drawing/2014/main" id="{DFF1972F-38F9-509F-16EC-3BDA1ABE1219}"/>
                  </a:ext>
                </a:extLst>
              </p:cNvPr>
              <p:cNvSpPr/>
              <p:nvPr/>
            </p:nvSpPr>
            <p:spPr>
              <a:xfrm>
                <a:off x="210960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1" name="ph8252">
                <a:extLst>
                  <a:ext uri="{FF2B5EF4-FFF2-40B4-BE49-F238E27FC236}">
                    <a16:creationId xmlns:a16="http://schemas.microsoft.com/office/drawing/2014/main" id="{A5D51360-B6C9-3F58-7D6A-2AEB67B1AD62}"/>
                  </a:ext>
                </a:extLst>
              </p:cNvPr>
              <p:cNvSpPr/>
              <p:nvPr/>
            </p:nvSpPr>
            <p:spPr>
              <a:xfrm>
                <a:off x="211904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2" name="ph8253">
                <a:extLst>
                  <a:ext uri="{FF2B5EF4-FFF2-40B4-BE49-F238E27FC236}">
                    <a16:creationId xmlns:a16="http://schemas.microsoft.com/office/drawing/2014/main" id="{4A5E70F6-DC0B-0DB3-DE82-2570C2629363}"/>
                  </a:ext>
                </a:extLst>
              </p:cNvPr>
              <p:cNvSpPr/>
              <p:nvPr/>
            </p:nvSpPr>
            <p:spPr>
              <a:xfrm>
                <a:off x="212848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3" name="ph8254">
                <a:extLst>
                  <a:ext uri="{FF2B5EF4-FFF2-40B4-BE49-F238E27FC236}">
                    <a16:creationId xmlns:a16="http://schemas.microsoft.com/office/drawing/2014/main" id="{5D4387C2-589C-A4EE-D596-B58BFD44EF26}"/>
                  </a:ext>
                </a:extLst>
              </p:cNvPr>
              <p:cNvSpPr/>
              <p:nvPr/>
            </p:nvSpPr>
            <p:spPr>
              <a:xfrm>
                <a:off x="213792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4" name="ph8255">
                <a:extLst>
                  <a:ext uri="{FF2B5EF4-FFF2-40B4-BE49-F238E27FC236}">
                    <a16:creationId xmlns:a16="http://schemas.microsoft.com/office/drawing/2014/main" id="{63BF07F7-D4C9-5DB0-D3EE-920F44E03C81}"/>
                  </a:ext>
                </a:extLst>
              </p:cNvPr>
              <p:cNvSpPr/>
              <p:nvPr/>
            </p:nvSpPr>
            <p:spPr>
              <a:xfrm>
                <a:off x="214736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5" name="ph8256">
                <a:extLst>
                  <a:ext uri="{FF2B5EF4-FFF2-40B4-BE49-F238E27FC236}">
                    <a16:creationId xmlns:a16="http://schemas.microsoft.com/office/drawing/2014/main" id="{0524F21F-1646-B6A4-BE8F-00D9E5BDEB56}"/>
                  </a:ext>
                </a:extLst>
              </p:cNvPr>
              <p:cNvSpPr/>
              <p:nvPr/>
            </p:nvSpPr>
            <p:spPr>
              <a:xfrm>
                <a:off x="215680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6" name="ph8257">
                <a:extLst>
                  <a:ext uri="{FF2B5EF4-FFF2-40B4-BE49-F238E27FC236}">
                    <a16:creationId xmlns:a16="http://schemas.microsoft.com/office/drawing/2014/main" id="{106478AF-2003-79E2-FDFB-9BD20759BC86}"/>
                  </a:ext>
                </a:extLst>
              </p:cNvPr>
              <p:cNvSpPr/>
              <p:nvPr/>
            </p:nvSpPr>
            <p:spPr>
              <a:xfrm>
                <a:off x="216624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7" name="ph8258">
                <a:extLst>
                  <a:ext uri="{FF2B5EF4-FFF2-40B4-BE49-F238E27FC236}">
                    <a16:creationId xmlns:a16="http://schemas.microsoft.com/office/drawing/2014/main" id="{C20A3223-D146-3C0D-E8CC-E1963884CA82}"/>
                  </a:ext>
                </a:extLst>
              </p:cNvPr>
              <p:cNvSpPr/>
              <p:nvPr/>
            </p:nvSpPr>
            <p:spPr>
              <a:xfrm>
                <a:off x="217568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8" name="ph8259">
                <a:extLst>
                  <a:ext uri="{FF2B5EF4-FFF2-40B4-BE49-F238E27FC236}">
                    <a16:creationId xmlns:a16="http://schemas.microsoft.com/office/drawing/2014/main" id="{AD7BEEDF-D965-B920-9396-4042A3AF23E1}"/>
                  </a:ext>
                </a:extLst>
              </p:cNvPr>
              <p:cNvSpPr/>
              <p:nvPr/>
            </p:nvSpPr>
            <p:spPr>
              <a:xfrm>
                <a:off x="218512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9" name="ph8260">
                <a:extLst>
                  <a:ext uri="{FF2B5EF4-FFF2-40B4-BE49-F238E27FC236}">
                    <a16:creationId xmlns:a16="http://schemas.microsoft.com/office/drawing/2014/main" id="{C4DC10CA-2389-21F4-A877-5B73E8690EA0}"/>
                  </a:ext>
                </a:extLst>
              </p:cNvPr>
              <p:cNvSpPr/>
              <p:nvPr/>
            </p:nvSpPr>
            <p:spPr>
              <a:xfrm>
                <a:off x="219456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0" name="ph8261">
                <a:extLst>
                  <a:ext uri="{FF2B5EF4-FFF2-40B4-BE49-F238E27FC236}">
                    <a16:creationId xmlns:a16="http://schemas.microsoft.com/office/drawing/2014/main" id="{CA779DC8-3418-C8DF-2CDD-E2595056A319}"/>
                  </a:ext>
                </a:extLst>
              </p:cNvPr>
              <p:cNvSpPr/>
              <p:nvPr/>
            </p:nvSpPr>
            <p:spPr>
              <a:xfrm>
                <a:off x="220400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1" name="ph8262">
                <a:extLst>
                  <a:ext uri="{FF2B5EF4-FFF2-40B4-BE49-F238E27FC236}">
                    <a16:creationId xmlns:a16="http://schemas.microsoft.com/office/drawing/2014/main" id="{230C0DD5-E3C3-555E-0ABB-1854DF9A4328}"/>
                  </a:ext>
                </a:extLst>
              </p:cNvPr>
              <p:cNvSpPr/>
              <p:nvPr/>
            </p:nvSpPr>
            <p:spPr>
              <a:xfrm>
                <a:off x="221344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2" name="ph8263">
                <a:extLst>
                  <a:ext uri="{FF2B5EF4-FFF2-40B4-BE49-F238E27FC236}">
                    <a16:creationId xmlns:a16="http://schemas.microsoft.com/office/drawing/2014/main" id="{F54EEFE5-33AC-445F-9B70-3B03B9FEB7C5}"/>
                  </a:ext>
                </a:extLst>
              </p:cNvPr>
              <p:cNvSpPr/>
              <p:nvPr/>
            </p:nvSpPr>
            <p:spPr>
              <a:xfrm>
                <a:off x="222288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3" name="ph8264">
                <a:extLst>
                  <a:ext uri="{FF2B5EF4-FFF2-40B4-BE49-F238E27FC236}">
                    <a16:creationId xmlns:a16="http://schemas.microsoft.com/office/drawing/2014/main" id="{D781FD61-6DB9-BE36-A259-702C2323B63A}"/>
                  </a:ext>
                </a:extLst>
              </p:cNvPr>
              <p:cNvSpPr/>
              <p:nvPr/>
            </p:nvSpPr>
            <p:spPr>
              <a:xfrm>
                <a:off x="223232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4" name="ph8265">
                <a:extLst>
                  <a:ext uri="{FF2B5EF4-FFF2-40B4-BE49-F238E27FC236}">
                    <a16:creationId xmlns:a16="http://schemas.microsoft.com/office/drawing/2014/main" id="{477D6AA7-1194-6FDE-814B-073A34314C70}"/>
                  </a:ext>
                </a:extLst>
              </p:cNvPr>
              <p:cNvSpPr/>
              <p:nvPr/>
            </p:nvSpPr>
            <p:spPr>
              <a:xfrm>
                <a:off x="2251204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5416" y="896830"/>
                    </a:lnTo>
                    <a:lnTo>
                      <a:pt x="908754" y="901541"/>
                    </a:lnTo>
                    <a:lnTo>
                      <a:pt x="913277" y="908646"/>
                    </a:lnTo>
                    <a:lnTo>
                      <a:pt x="914400" y="910605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5" name="ph8266">
                <a:extLst>
                  <a:ext uri="{FF2B5EF4-FFF2-40B4-BE49-F238E27FC236}">
                    <a16:creationId xmlns:a16="http://schemas.microsoft.com/office/drawing/2014/main" id="{2FFE6E42-FD03-4BD6-4107-26D18031B5FE}"/>
                  </a:ext>
                </a:extLst>
              </p:cNvPr>
              <p:cNvSpPr/>
              <p:nvPr/>
            </p:nvSpPr>
            <p:spPr>
              <a:xfrm>
                <a:off x="2251204" y="955476"/>
                <a:ext cx="9165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74" h="914399">
                    <a:moveTo>
                      <a:pt x="914400" y="914399"/>
                    </a:moveTo>
                    <a:lnTo>
                      <a:pt x="914400" y="910605"/>
                    </a:lnTo>
                    <a:lnTo>
                      <a:pt x="916574" y="91439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6" name="ph8267">
                <a:extLst>
                  <a:ext uri="{FF2B5EF4-FFF2-40B4-BE49-F238E27FC236}">
                    <a16:creationId xmlns:a16="http://schemas.microsoft.com/office/drawing/2014/main" id="{03F8B891-C054-567A-C9D2-D27BACB7C8B3}"/>
                  </a:ext>
                </a:extLst>
              </p:cNvPr>
              <p:cNvSpPr/>
              <p:nvPr/>
            </p:nvSpPr>
            <p:spPr>
              <a:xfrm>
                <a:off x="3365153" y="937907"/>
                <a:ext cx="914400" cy="92568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86">
                    <a:moveTo>
                      <a:pt x="914400" y="914399"/>
                    </a:moveTo>
                    <a:lnTo>
                      <a:pt x="914400" y="925686"/>
                    </a:lnTo>
                    <a:lnTo>
                      <a:pt x="911530" y="921787"/>
                    </a:lnTo>
                    <a:lnTo>
                      <a:pt x="907019" y="914972"/>
                    </a:lnTo>
                    <a:lnTo>
                      <a:pt x="906677" y="91439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7" name="ph8268">
                <a:extLst>
                  <a:ext uri="{FF2B5EF4-FFF2-40B4-BE49-F238E27FC236}">
                    <a16:creationId xmlns:a16="http://schemas.microsoft.com/office/drawing/2014/main" id="{14DE3A72-9E94-622C-EEC0-721BAF3E7D60}"/>
                  </a:ext>
                </a:extLst>
              </p:cNvPr>
              <p:cNvSpPr/>
              <p:nvPr/>
            </p:nvSpPr>
            <p:spPr>
              <a:xfrm>
                <a:off x="336515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9349" y="931969"/>
                    </a:lnTo>
                    <a:lnTo>
                      <a:pt x="916222" y="928162"/>
                    </a:lnTo>
                    <a:lnTo>
                      <a:pt x="914400" y="925686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8" name="ph8269">
                <a:extLst>
                  <a:ext uri="{FF2B5EF4-FFF2-40B4-BE49-F238E27FC236}">
                    <a16:creationId xmlns:a16="http://schemas.microsoft.com/office/drawing/2014/main" id="{CCAB3D0B-4878-C2AF-9252-3B12AE59F62F}"/>
                  </a:ext>
                </a:extLst>
              </p:cNvPr>
              <p:cNvSpPr/>
              <p:nvPr/>
            </p:nvSpPr>
            <p:spPr>
              <a:xfrm>
                <a:off x="337459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9" name="ph8270">
                <a:extLst>
                  <a:ext uri="{FF2B5EF4-FFF2-40B4-BE49-F238E27FC236}">
                    <a16:creationId xmlns:a16="http://schemas.microsoft.com/office/drawing/2014/main" id="{D714E67B-5FB2-0598-EC4D-698260683C37}"/>
                  </a:ext>
                </a:extLst>
              </p:cNvPr>
              <p:cNvSpPr/>
              <p:nvPr/>
            </p:nvSpPr>
            <p:spPr>
              <a:xfrm>
                <a:off x="338403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0" name="ph8271">
                <a:extLst>
                  <a:ext uri="{FF2B5EF4-FFF2-40B4-BE49-F238E27FC236}">
                    <a16:creationId xmlns:a16="http://schemas.microsoft.com/office/drawing/2014/main" id="{85C968DF-C7EA-E5BD-C941-C7AB8C25DA22}"/>
                  </a:ext>
                </a:extLst>
              </p:cNvPr>
              <p:cNvSpPr/>
              <p:nvPr/>
            </p:nvSpPr>
            <p:spPr>
              <a:xfrm>
                <a:off x="339347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1" name="ph8272">
                <a:extLst>
                  <a:ext uri="{FF2B5EF4-FFF2-40B4-BE49-F238E27FC236}">
                    <a16:creationId xmlns:a16="http://schemas.microsoft.com/office/drawing/2014/main" id="{38AC8967-6720-4419-0AE7-E271CDCB82D0}"/>
                  </a:ext>
                </a:extLst>
              </p:cNvPr>
              <p:cNvSpPr/>
              <p:nvPr/>
            </p:nvSpPr>
            <p:spPr>
              <a:xfrm>
                <a:off x="340291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2" name="ph8273">
                <a:extLst>
                  <a:ext uri="{FF2B5EF4-FFF2-40B4-BE49-F238E27FC236}">
                    <a16:creationId xmlns:a16="http://schemas.microsoft.com/office/drawing/2014/main" id="{89C61544-F15C-07D7-2236-4AAE40B071E8}"/>
                  </a:ext>
                </a:extLst>
              </p:cNvPr>
              <p:cNvSpPr/>
              <p:nvPr/>
            </p:nvSpPr>
            <p:spPr>
              <a:xfrm>
                <a:off x="341235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3" name="ph8274">
                <a:extLst>
                  <a:ext uri="{FF2B5EF4-FFF2-40B4-BE49-F238E27FC236}">
                    <a16:creationId xmlns:a16="http://schemas.microsoft.com/office/drawing/2014/main" id="{3497D2EB-7008-B62F-F09D-B04B5865EDE0}"/>
                  </a:ext>
                </a:extLst>
              </p:cNvPr>
              <p:cNvSpPr/>
              <p:nvPr/>
            </p:nvSpPr>
            <p:spPr>
              <a:xfrm>
                <a:off x="342179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4" name="ph8275">
                <a:extLst>
                  <a:ext uri="{FF2B5EF4-FFF2-40B4-BE49-F238E27FC236}">
                    <a16:creationId xmlns:a16="http://schemas.microsoft.com/office/drawing/2014/main" id="{A4B457A4-4DC3-F6B3-021E-07817B2D32B5}"/>
                  </a:ext>
                </a:extLst>
              </p:cNvPr>
              <p:cNvSpPr/>
              <p:nvPr/>
            </p:nvSpPr>
            <p:spPr>
              <a:xfrm>
                <a:off x="343123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5" name="ph8276">
                <a:extLst>
                  <a:ext uri="{FF2B5EF4-FFF2-40B4-BE49-F238E27FC236}">
                    <a16:creationId xmlns:a16="http://schemas.microsoft.com/office/drawing/2014/main" id="{DEC61FF6-485F-16AD-6C20-32629D456932}"/>
                  </a:ext>
                </a:extLst>
              </p:cNvPr>
              <p:cNvSpPr/>
              <p:nvPr/>
            </p:nvSpPr>
            <p:spPr>
              <a:xfrm>
                <a:off x="344067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6" name="ph8277">
                <a:extLst>
                  <a:ext uri="{FF2B5EF4-FFF2-40B4-BE49-F238E27FC236}">
                    <a16:creationId xmlns:a16="http://schemas.microsoft.com/office/drawing/2014/main" id="{39D4616A-E057-EEB7-56C8-B9A824F2780D}"/>
                  </a:ext>
                </a:extLst>
              </p:cNvPr>
              <p:cNvSpPr/>
              <p:nvPr/>
            </p:nvSpPr>
            <p:spPr>
              <a:xfrm>
                <a:off x="345011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7" name="ph8278">
                <a:extLst>
                  <a:ext uri="{FF2B5EF4-FFF2-40B4-BE49-F238E27FC236}">
                    <a16:creationId xmlns:a16="http://schemas.microsoft.com/office/drawing/2014/main" id="{209E7B38-796A-3BCD-BA4E-8CADE3EB569E}"/>
                  </a:ext>
                </a:extLst>
              </p:cNvPr>
              <p:cNvSpPr/>
              <p:nvPr/>
            </p:nvSpPr>
            <p:spPr>
              <a:xfrm>
                <a:off x="345955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8" name="ph8279">
                <a:extLst>
                  <a:ext uri="{FF2B5EF4-FFF2-40B4-BE49-F238E27FC236}">
                    <a16:creationId xmlns:a16="http://schemas.microsoft.com/office/drawing/2014/main" id="{DF639F8C-B4E9-88D1-883D-2B2CE543517E}"/>
                  </a:ext>
                </a:extLst>
              </p:cNvPr>
              <p:cNvSpPr/>
              <p:nvPr/>
            </p:nvSpPr>
            <p:spPr>
              <a:xfrm>
                <a:off x="346899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9" name="ph8280">
                <a:extLst>
                  <a:ext uri="{FF2B5EF4-FFF2-40B4-BE49-F238E27FC236}">
                    <a16:creationId xmlns:a16="http://schemas.microsoft.com/office/drawing/2014/main" id="{8C8384EC-D20B-EB88-B228-46D2613AF84E}"/>
                  </a:ext>
                </a:extLst>
              </p:cNvPr>
              <p:cNvSpPr/>
              <p:nvPr/>
            </p:nvSpPr>
            <p:spPr>
              <a:xfrm>
                <a:off x="347843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0" name="ph8281">
                <a:extLst>
                  <a:ext uri="{FF2B5EF4-FFF2-40B4-BE49-F238E27FC236}">
                    <a16:creationId xmlns:a16="http://schemas.microsoft.com/office/drawing/2014/main" id="{7071EC93-333E-069C-4709-AF57FAE4DCED}"/>
                  </a:ext>
                </a:extLst>
              </p:cNvPr>
              <p:cNvSpPr/>
              <p:nvPr/>
            </p:nvSpPr>
            <p:spPr>
              <a:xfrm>
                <a:off x="348787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1" name="ph8282">
                <a:extLst>
                  <a:ext uri="{FF2B5EF4-FFF2-40B4-BE49-F238E27FC236}">
                    <a16:creationId xmlns:a16="http://schemas.microsoft.com/office/drawing/2014/main" id="{8BBD3562-D178-8D9D-21B2-A851F4DDE7D9}"/>
                  </a:ext>
                </a:extLst>
              </p:cNvPr>
              <p:cNvSpPr/>
              <p:nvPr/>
            </p:nvSpPr>
            <p:spPr>
              <a:xfrm>
                <a:off x="349731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2" name="ph8283">
                <a:extLst>
                  <a:ext uri="{FF2B5EF4-FFF2-40B4-BE49-F238E27FC236}">
                    <a16:creationId xmlns:a16="http://schemas.microsoft.com/office/drawing/2014/main" id="{2490F8FA-0742-C59F-E532-02E3AA71875C}"/>
                  </a:ext>
                </a:extLst>
              </p:cNvPr>
              <p:cNvSpPr/>
              <p:nvPr/>
            </p:nvSpPr>
            <p:spPr>
              <a:xfrm>
                <a:off x="350675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3" name="ph8284">
                <a:extLst>
                  <a:ext uri="{FF2B5EF4-FFF2-40B4-BE49-F238E27FC236}">
                    <a16:creationId xmlns:a16="http://schemas.microsoft.com/office/drawing/2014/main" id="{7BA37168-3A10-7988-AE0D-F49080484A85}"/>
                  </a:ext>
                </a:extLst>
              </p:cNvPr>
              <p:cNvSpPr/>
              <p:nvPr/>
            </p:nvSpPr>
            <p:spPr>
              <a:xfrm>
                <a:off x="351619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4" name="ph8285">
                <a:extLst>
                  <a:ext uri="{FF2B5EF4-FFF2-40B4-BE49-F238E27FC236}">
                    <a16:creationId xmlns:a16="http://schemas.microsoft.com/office/drawing/2014/main" id="{EAE1FE11-B636-A15A-E9D8-42ED6C5731C2}"/>
                  </a:ext>
                </a:extLst>
              </p:cNvPr>
              <p:cNvSpPr/>
              <p:nvPr/>
            </p:nvSpPr>
            <p:spPr>
              <a:xfrm>
                <a:off x="352563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5" name="ph8286">
                <a:extLst>
                  <a:ext uri="{FF2B5EF4-FFF2-40B4-BE49-F238E27FC236}">
                    <a16:creationId xmlns:a16="http://schemas.microsoft.com/office/drawing/2014/main" id="{043B3060-400B-1B16-6776-1EB5E4E3CBBB}"/>
                  </a:ext>
                </a:extLst>
              </p:cNvPr>
              <p:cNvSpPr/>
              <p:nvPr/>
            </p:nvSpPr>
            <p:spPr>
              <a:xfrm>
                <a:off x="353507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6" name="ph8287">
                <a:extLst>
                  <a:ext uri="{FF2B5EF4-FFF2-40B4-BE49-F238E27FC236}">
                    <a16:creationId xmlns:a16="http://schemas.microsoft.com/office/drawing/2014/main" id="{5605FAC7-7495-FCA3-5611-5282970E1C4F}"/>
                  </a:ext>
                </a:extLst>
              </p:cNvPr>
              <p:cNvSpPr/>
              <p:nvPr/>
            </p:nvSpPr>
            <p:spPr>
              <a:xfrm>
                <a:off x="354451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7" name="ph8288">
                <a:extLst>
                  <a:ext uri="{FF2B5EF4-FFF2-40B4-BE49-F238E27FC236}">
                    <a16:creationId xmlns:a16="http://schemas.microsoft.com/office/drawing/2014/main" id="{B80B44C3-8F96-313B-EB5E-E8992B2E25E2}"/>
                  </a:ext>
                </a:extLst>
              </p:cNvPr>
              <p:cNvSpPr/>
              <p:nvPr/>
            </p:nvSpPr>
            <p:spPr>
              <a:xfrm>
                <a:off x="355395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8" name="ph8289">
                <a:extLst>
                  <a:ext uri="{FF2B5EF4-FFF2-40B4-BE49-F238E27FC236}">
                    <a16:creationId xmlns:a16="http://schemas.microsoft.com/office/drawing/2014/main" id="{5A05A1CC-B891-BBFD-0A22-42C1D36CC2E1}"/>
                  </a:ext>
                </a:extLst>
              </p:cNvPr>
              <p:cNvSpPr/>
              <p:nvPr/>
            </p:nvSpPr>
            <p:spPr>
              <a:xfrm>
                <a:off x="356339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9" name="ph8290">
                <a:extLst>
                  <a:ext uri="{FF2B5EF4-FFF2-40B4-BE49-F238E27FC236}">
                    <a16:creationId xmlns:a16="http://schemas.microsoft.com/office/drawing/2014/main" id="{EDE418D9-08A2-8CDA-E30C-430583206FE2}"/>
                  </a:ext>
                </a:extLst>
              </p:cNvPr>
              <p:cNvSpPr/>
              <p:nvPr/>
            </p:nvSpPr>
            <p:spPr>
              <a:xfrm>
                <a:off x="357283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0" name="ph8291">
                <a:extLst>
                  <a:ext uri="{FF2B5EF4-FFF2-40B4-BE49-F238E27FC236}">
                    <a16:creationId xmlns:a16="http://schemas.microsoft.com/office/drawing/2014/main" id="{3A6D2D1A-22E7-65D2-8E1C-8D8155C66900}"/>
                  </a:ext>
                </a:extLst>
              </p:cNvPr>
              <p:cNvSpPr/>
              <p:nvPr/>
            </p:nvSpPr>
            <p:spPr>
              <a:xfrm>
                <a:off x="358227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1" name="ph8292">
                <a:extLst>
                  <a:ext uri="{FF2B5EF4-FFF2-40B4-BE49-F238E27FC236}">
                    <a16:creationId xmlns:a16="http://schemas.microsoft.com/office/drawing/2014/main" id="{88314F20-2BA9-1150-3B8D-6CC0937FF9CF}"/>
                  </a:ext>
                </a:extLst>
              </p:cNvPr>
              <p:cNvSpPr/>
              <p:nvPr/>
            </p:nvSpPr>
            <p:spPr>
              <a:xfrm>
                <a:off x="359171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2" name="ph8293">
                <a:extLst>
                  <a:ext uri="{FF2B5EF4-FFF2-40B4-BE49-F238E27FC236}">
                    <a16:creationId xmlns:a16="http://schemas.microsoft.com/office/drawing/2014/main" id="{73DB3E60-8256-C5ED-EADA-5B526A081506}"/>
                  </a:ext>
                </a:extLst>
              </p:cNvPr>
              <p:cNvSpPr/>
              <p:nvPr/>
            </p:nvSpPr>
            <p:spPr>
              <a:xfrm>
                <a:off x="360115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3" name="ph8294">
                <a:extLst>
                  <a:ext uri="{FF2B5EF4-FFF2-40B4-BE49-F238E27FC236}">
                    <a16:creationId xmlns:a16="http://schemas.microsoft.com/office/drawing/2014/main" id="{8FED33AE-6E39-D996-B299-145C15C9B628}"/>
                  </a:ext>
                </a:extLst>
              </p:cNvPr>
              <p:cNvSpPr/>
              <p:nvPr/>
            </p:nvSpPr>
            <p:spPr>
              <a:xfrm>
                <a:off x="361059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4" name="ph8295">
                <a:extLst>
                  <a:ext uri="{FF2B5EF4-FFF2-40B4-BE49-F238E27FC236}">
                    <a16:creationId xmlns:a16="http://schemas.microsoft.com/office/drawing/2014/main" id="{2714CD2C-0A3E-7821-F0D0-7AE96C21C354}"/>
                  </a:ext>
                </a:extLst>
              </p:cNvPr>
              <p:cNvSpPr/>
              <p:nvPr/>
            </p:nvSpPr>
            <p:spPr>
              <a:xfrm>
                <a:off x="362003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5" name="ph8296">
                <a:extLst>
                  <a:ext uri="{FF2B5EF4-FFF2-40B4-BE49-F238E27FC236}">
                    <a16:creationId xmlns:a16="http://schemas.microsoft.com/office/drawing/2014/main" id="{0CB026F7-0F59-481E-2263-66F0222EC226}"/>
                  </a:ext>
                </a:extLst>
              </p:cNvPr>
              <p:cNvSpPr/>
              <p:nvPr/>
            </p:nvSpPr>
            <p:spPr>
              <a:xfrm>
                <a:off x="362947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6" name="ph8297">
                <a:extLst>
                  <a:ext uri="{FF2B5EF4-FFF2-40B4-BE49-F238E27FC236}">
                    <a16:creationId xmlns:a16="http://schemas.microsoft.com/office/drawing/2014/main" id="{1270C306-2B21-FB09-9CBF-7B08D46C596D}"/>
                  </a:ext>
                </a:extLst>
              </p:cNvPr>
              <p:cNvSpPr/>
              <p:nvPr/>
            </p:nvSpPr>
            <p:spPr>
              <a:xfrm>
                <a:off x="363891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7" name="ph8298">
                <a:extLst>
                  <a:ext uri="{FF2B5EF4-FFF2-40B4-BE49-F238E27FC236}">
                    <a16:creationId xmlns:a16="http://schemas.microsoft.com/office/drawing/2014/main" id="{0F46D518-41FB-687F-3EE9-1D142C62EB79}"/>
                  </a:ext>
                </a:extLst>
              </p:cNvPr>
              <p:cNvSpPr/>
              <p:nvPr/>
            </p:nvSpPr>
            <p:spPr>
              <a:xfrm>
                <a:off x="364836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8" name="ph8299">
                <a:extLst>
                  <a:ext uri="{FF2B5EF4-FFF2-40B4-BE49-F238E27FC236}">
                    <a16:creationId xmlns:a16="http://schemas.microsoft.com/office/drawing/2014/main" id="{CB1FEBDE-976C-0F73-E7A1-50D053AD9A95}"/>
                  </a:ext>
                </a:extLst>
              </p:cNvPr>
              <p:cNvSpPr/>
              <p:nvPr/>
            </p:nvSpPr>
            <p:spPr>
              <a:xfrm>
                <a:off x="365780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9" name="ph8300">
                <a:extLst>
                  <a:ext uri="{FF2B5EF4-FFF2-40B4-BE49-F238E27FC236}">
                    <a16:creationId xmlns:a16="http://schemas.microsoft.com/office/drawing/2014/main" id="{97DBA5C2-3F0F-BE8F-3961-331E52BDDB2D}"/>
                  </a:ext>
                </a:extLst>
              </p:cNvPr>
              <p:cNvSpPr/>
              <p:nvPr/>
            </p:nvSpPr>
            <p:spPr>
              <a:xfrm>
                <a:off x="366724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0" name="ph8301">
                <a:extLst>
                  <a:ext uri="{FF2B5EF4-FFF2-40B4-BE49-F238E27FC236}">
                    <a16:creationId xmlns:a16="http://schemas.microsoft.com/office/drawing/2014/main" id="{49E7C30E-8D52-6900-F967-093729A50B62}"/>
                  </a:ext>
                </a:extLst>
              </p:cNvPr>
              <p:cNvSpPr/>
              <p:nvPr/>
            </p:nvSpPr>
            <p:spPr>
              <a:xfrm>
                <a:off x="367668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1" name="ph8302">
                <a:extLst>
                  <a:ext uri="{FF2B5EF4-FFF2-40B4-BE49-F238E27FC236}">
                    <a16:creationId xmlns:a16="http://schemas.microsoft.com/office/drawing/2014/main" id="{3C0DD4E2-F248-1291-14DB-144CD28F233D}"/>
                  </a:ext>
                </a:extLst>
              </p:cNvPr>
              <p:cNvSpPr/>
              <p:nvPr/>
            </p:nvSpPr>
            <p:spPr>
              <a:xfrm>
                <a:off x="368612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2" name="ph8303">
                <a:extLst>
                  <a:ext uri="{FF2B5EF4-FFF2-40B4-BE49-F238E27FC236}">
                    <a16:creationId xmlns:a16="http://schemas.microsoft.com/office/drawing/2014/main" id="{042E0709-45F2-1F3C-03B1-BDEB3BCF3CC4}"/>
                  </a:ext>
                </a:extLst>
              </p:cNvPr>
              <p:cNvSpPr/>
              <p:nvPr/>
            </p:nvSpPr>
            <p:spPr>
              <a:xfrm>
                <a:off x="369556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3" name="ph8304">
                <a:extLst>
                  <a:ext uri="{FF2B5EF4-FFF2-40B4-BE49-F238E27FC236}">
                    <a16:creationId xmlns:a16="http://schemas.microsoft.com/office/drawing/2014/main" id="{C14AA2C5-2087-0DBE-D8A0-3EF1D3853DDE}"/>
                  </a:ext>
                </a:extLst>
              </p:cNvPr>
              <p:cNvSpPr/>
              <p:nvPr/>
            </p:nvSpPr>
            <p:spPr>
              <a:xfrm>
                <a:off x="370500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4" name="ph8305">
                <a:extLst>
                  <a:ext uri="{FF2B5EF4-FFF2-40B4-BE49-F238E27FC236}">
                    <a16:creationId xmlns:a16="http://schemas.microsoft.com/office/drawing/2014/main" id="{54454616-DDF9-9A86-0418-740D9CE49FDE}"/>
                  </a:ext>
                </a:extLst>
              </p:cNvPr>
              <p:cNvSpPr/>
              <p:nvPr/>
            </p:nvSpPr>
            <p:spPr>
              <a:xfrm>
                <a:off x="371444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5" name="ph8306">
                <a:extLst>
                  <a:ext uri="{FF2B5EF4-FFF2-40B4-BE49-F238E27FC236}">
                    <a16:creationId xmlns:a16="http://schemas.microsoft.com/office/drawing/2014/main" id="{D66C86CD-A5C2-D1A7-AE6D-4702F689EC5B}"/>
                  </a:ext>
                </a:extLst>
              </p:cNvPr>
              <p:cNvSpPr/>
              <p:nvPr/>
            </p:nvSpPr>
            <p:spPr>
              <a:xfrm>
                <a:off x="372388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6" name="ph8307">
                <a:extLst>
                  <a:ext uri="{FF2B5EF4-FFF2-40B4-BE49-F238E27FC236}">
                    <a16:creationId xmlns:a16="http://schemas.microsoft.com/office/drawing/2014/main" id="{EE24579D-57BD-1BD2-4311-9394543E898F}"/>
                  </a:ext>
                </a:extLst>
              </p:cNvPr>
              <p:cNvSpPr/>
              <p:nvPr/>
            </p:nvSpPr>
            <p:spPr>
              <a:xfrm>
                <a:off x="373332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7" name="ph8308">
                <a:extLst>
                  <a:ext uri="{FF2B5EF4-FFF2-40B4-BE49-F238E27FC236}">
                    <a16:creationId xmlns:a16="http://schemas.microsoft.com/office/drawing/2014/main" id="{E11CFD93-948F-5FF0-7BD3-955787342E6B}"/>
                  </a:ext>
                </a:extLst>
              </p:cNvPr>
              <p:cNvSpPr/>
              <p:nvPr/>
            </p:nvSpPr>
            <p:spPr>
              <a:xfrm>
                <a:off x="374276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8" name="ph8309">
                <a:extLst>
                  <a:ext uri="{FF2B5EF4-FFF2-40B4-BE49-F238E27FC236}">
                    <a16:creationId xmlns:a16="http://schemas.microsoft.com/office/drawing/2014/main" id="{3EEC5A0F-39AC-E606-3FC9-FE19E14D6D3C}"/>
                  </a:ext>
                </a:extLst>
              </p:cNvPr>
              <p:cNvSpPr/>
              <p:nvPr/>
            </p:nvSpPr>
            <p:spPr>
              <a:xfrm>
                <a:off x="375220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9" name="ph8310">
                <a:extLst>
                  <a:ext uri="{FF2B5EF4-FFF2-40B4-BE49-F238E27FC236}">
                    <a16:creationId xmlns:a16="http://schemas.microsoft.com/office/drawing/2014/main" id="{82FA057D-0F55-7FD4-266F-6A151B472E7F}"/>
                  </a:ext>
                </a:extLst>
              </p:cNvPr>
              <p:cNvSpPr/>
              <p:nvPr/>
            </p:nvSpPr>
            <p:spPr>
              <a:xfrm>
                <a:off x="376164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0" name="ph8311">
                <a:extLst>
                  <a:ext uri="{FF2B5EF4-FFF2-40B4-BE49-F238E27FC236}">
                    <a16:creationId xmlns:a16="http://schemas.microsoft.com/office/drawing/2014/main" id="{A2B2951F-E575-BB40-3157-7DA557E4208B}"/>
                  </a:ext>
                </a:extLst>
              </p:cNvPr>
              <p:cNvSpPr/>
              <p:nvPr/>
            </p:nvSpPr>
            <p:spPr>
              <a:xfrm>
                <a:off x="377108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1" name="ph8312">
                <a:extLst>
                  <a:ext uri="{FF2B5EF4-FFF2-40B4-BE49-F238E27FC236}">
                    <a16:creationId xmlns:a16="http://schemas.microsoft.com/office/drawing/2014/main" id="{676946E0-9FD3-1AB6-5C81-4F1332DCB826}"/>
                  </a:ext>
                </a:extLst>
              </p:cNvPr>
              <p:cNvSpPr/>
              <p:nvPr/>
            </p:nvSpPr>
            <p:spPr>
              <a:xfrm>
                <a:off x="378052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2" name="ph8313">
                <a:extLst>
                  <a:ext uri="{FF2B5EF4-FFF2-40B4-BE49-F238E27FC236}">
                    <a16:creationId xmlns:a16="http://schemas.microsoft.com/office/drawing/2014/main" id="{BE7C40CF-C21D-E8CA-38B1-C9FC4ABDF7D9}"/>
                  </a:ext>
                </a:extLst>
              </p:cNvPr>
              <p:cNvSpPr/>
              <p:nvPr/>
            </p:nvSpPr>
            <p:spPr>
              <a:xfrm>
                <a:off x="378996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3" name="ph8314">
                <a:extLst>
                  <a:ext uri="{FF2B5EF4-FFF2-40B4-BE49-F238E27FC236}">
                    <a16:creationId xmlns:a16="http://schemas.microsoft.com/office/drawing/2014/main" id="{AE63AD93-0BED-4A34-D470-3309D7E75C82}"/>
                  </a:ext>
                </a:extLst>
              </p:cNvPr>
              <p:cNvSpPr/>
              <p:nvPr/>
            </p:nvSpPr>
            <p:spPr>
              <a:xfrm>
                <a:off x="379940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4" name="ph8315">
                <a:extLst>
                  <a:ext uri="{FF2B5EF4-FFF2-40B4-BE49-F238E27FC236}">
                    <a16:creationId xmlns:a16="http://schemas.microsoft.com/office/drawing/2014/main" id="{D45FC37C-2CA1-D6D9-4320-386CABBD28F9}"/>
                  </a:ext>
                </a:extLst>
              </p:cNvPr>
              <p:cNvSpPr/>
              <p:nvPr/>
            </p:nvSpPr>
            <p:spPr>
              <a:xfrm>
                <a:off x="380884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5" name="ph8316">
                <a:extLst>
                  <a:ext uri="{FF2B5EF4-FFF2-40B4-BE49-F238E27FC236}">
                    <a16:creationId xmlns:a16="http://schemas.microsoft.com/office/drawing/2014/main" id="{9185BD3A-CF7E-92C6-258F-073E38F072C0}"/>
                  </a:ext>
                </a:extLst>
              </p:cNvPr>
              <p:cNvSpPr/>
              <p:nvPr/>
            </p:nvSpPr>
            <p:spPr>
              <a:xfrm>
                <a:off x="381828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7">
                  <a:alpha val="100000"/>
                </a:srgbClr>
              </a:solidFill>
              <a:ln w="5420" cap="flat">
                <a:solidFill>
                  <a:srgbClr val="D7312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6" name="ph8317">
                <a:extLst>
                  <a:ext uri="{FF2B5EF4-FFF2-40B4-BE49-F238E27FC236}">
                    <a16:creationId xmlns:a16="http://schemas.microsoft.com/office/drawing/2014/main" id="{0837BC93-3EF7-ABF8-99D8-8DD14752961D}"/>
                  </a:ext>
                </a:extLst>
              </p:cNvPr>
              <p:cNvSpPr/>
              <p:nvPr/>
            </p:nvSpPr>
            <p:spPr>
              <a:xfrm>
                <a:off x="382772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7" name="ph8318">
                <a:extLst>
                  <a:ext uri="{FF2B5EF4-FFF2-40B4-BE49-F238E27FC236}">
                    <a16:creationId xmlns:a16="http://schemas.microsoft.com/office/drawing/2014/main" id="{F87BA357-55C5-B5BE-5BB9-E96AF573B9DC}"/>
                  </a:ext>
                </a:extLst>
              </p:cNvPr>
              <p:cNvSpPr/>
              <p:nvPr/>
            </p:nvSpPr>
            <p:spPr>
              <a:xfrm>
                <a:off x="383716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8" name="ph8319">
                <a:extLst>
                  <a:ext uri="{FF2B5EF4-FFF2-40B4-BE49-F238E27FC236}">
                    <a16:creationId xmlns:a16="http://schemas.microsoft.com/office/drawing/2014/main" id="{E2AE2E9E-EDCD-D0BD-F53A-0256A57F2801}"/>
                  </a:ext>
                </a:extLst>
              </p:cNvPr>
              <p:cNvSpPr/>
              <p:nvPr/>
            </p:nvSpPr>
            <p:spPr>
              <a:xfrm>
                <a:off x="3846605" y="955476"/>
                <a:ext cx="9194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3" h="914399">
                    <a:moveTo>
                      <a:pt x="914400" y="914399"/>
                    </a:moveTo>
                    <a:lnTo>
                      <a:pt x="914423" y="896830"/>
                    </a:lnTo>
                    <a:lnTo>
                      <a:pt x="915130" y="898990"/>
                    </a:lnTo>
                    <a:lnTo>
                      <a:pt x="918066" y="909177"/>
                    </a:lnTo>
                    <a:lnTo>
                      <a:pt x="918151" y="909491"/>
                    </a:lnTo>
                    <a:lnTo>
                      <a:pt x="918236" y="909810"/>
                    </a:lnTo>
                    <a:lnTo>
                      <a:pt x="918322" y="910128"/>
                    </a:lnTo>
                    <a:lnTo>
                      <a:pt x="918408" y="910447"/>
                    </a:lnTo>
                    <a:lnTo>
                      <a:pt x="918494" y="910765"/>
                    </a:lnTo>
                    <a:lnTo>
                      <a:pt x="918580" y="911084"/>
                    </a:lnTo>
                    <a:lnTo>
                      <a:pt x="918666" y="911402"/>
                    </a:lnTo>
                    <a:lnTo>
                      <a:pt x="918751" y="911721"/>
                    </a:lnTo>
                    <a:lnTo>
                      <a:pt x="918837" y="912039"/>
                    </a:lnTo>
                    <a:lnTo>
                      <a:pt x="918923" y="912358"/>
                    </a:lnTo>
                    <a:lnTo>
                      <a:pt x="919009" y="912676"/>
                    </a:lnTo>
                    <a:lnTo>
                      <a:pt x="919094" y="912995"/>
                    </a:lnTo>
                    <a:lnTo>
                      <a:pt x="919180" y="913313"/>
                    </a:lnTo>
                    <a:lnTo>
                      <a:pt x="919266" y="913632"/>
                    </a:lnTo>
                    <a:lnTo>
                      <a:pt x="919352" y="913950"/>
                    </a:lnTo>
                    <a:lnTo>
                      <a:pt x="919438" y="914269"/>
                    </a:lnTo>
                    <a:lnTo>
                      <a:pt x="919473" y="914399"/>
                    </a:lnTo>
                    <a:close/>
                  </a:path>
                </a:pathLst>
              </a:custGeom>
              <a:solidFill>
                <a:srgbClr val="D73128">
                  <a:alpha val="100000"/>
                </a:srgbClr>
              </a:solidFill>
              <a:ln w="5420" cap="flat">
                <a:solidFill>
                  <a:srgbClr val="D731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9" name="ph8320">
                <a:extLst>
                  <a:ext uri="{FF2B5EF4-FFF2-40B4-BE49-F238E27FC236}">
                    <a16:creationId xmlns:a16="http://schemas.microsoft.com/office/drawing/2014/main" id="{981EEA75-0E27-BE30-057E-0845C04CC792}"/>
                  </a:ext>
                </a:extLst>
              </p:cNvPr>
              <p:cNvSpPr/>
              <p:nvPr/>
            </p:nvSpPr>
            <p:spPr>
              <a:xfrm>
                <a:off x="2109601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07" y="914399"/>
                    </a:lnTo>
                    <a:lnTo>
                      <a:pt x="912701" y="913546"/>
                    </a:lnTo>
                    <a:lnTo>
                      <a:pt x="914400" y="91135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0" name="ph8321">
                <a:extLst>
                  <a:ext uri="{FF2B5EF4-FFF2-40B4-BE49-F238E27FC236}">
                    <a16:creationId xmlns:a16="http://schemas.microsoft.com/office/drawing/2014/main" id="{B0959C33-6278-EFEB-E7BE-B8BB30167F25}"/>
                  </a:ext>
                </a:extLst>
              </p:cNvPr>
              <p:cNvSpPr/>
              <p:nvPr/>
            </p:nvSpPr>
            <p:spPr>
              <a:xfrm>
                <a:off x="2119041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11359"/>
                    </a:lnTo>
                    <a:lnTo>
                      <a:pt x="908128" y="907277"/>
                    </a:lnTo>
                    <a:lnTo>
                      <a:pt x="913165" y="901490"/>
                    </a:lnTo>
                    <a:lnTo>
                      <a:pt x="914400" y="900232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1" name="ph8322">
                <a:extLst>
                  <a:ext uri="{FF2B5EF4-FFF2-40B4-BE49-F238E27FC236}">
                    <a16:creationId xmlns:a16="http://schemas.microsoft.com/office/drawing/2014/main" id="{7087FBFA-C57E-7C80-5978-CA2330466970}"/>
                  </a:ext>
                </a:extLst>
              </p:cNvPr>
              <p:cNvSpPr/>
              <p:nvPr/>
            </p:nvSpPr>
            <p:spPr>
              <a:xfrm>
                <a:off x="2128481" y="92033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802"/>
                    </a:lnTo>
                    <a:lnTo>
                      <a:pt x="908299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2" name="ph8323">
                <a:extLst>
                  <a:ext uri="{FF2B5EF4-FFF2-40B4-BE49-F238E27FC236}">
                    <a16:creationId xmlns:a16="http://schemas.microsoft.com/office/drawing/2014/main" id="{187D17F9-5381-613F-9A64-C425262F2836}"/>
                  </a:ext>
                </a:extLst>
              </p:cNvPr>
              <p:cNvSpPr/>
              <p:nvPr/>
            </p:nvSpPr>
            <p:spPr>
              <a:xfrm>
                <a:off x="212848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3" name="ph8324">
                <a:extLst>
                  <a:ext uri="{FF2B5EF4-FFF2-40B4-BE49-F238E27FC236}">
                    <a16:creationId xmlns:a16="http://schemas.microsoft.com/office/drawing/2014/main" id="{354F8E4F-8504-2F3C-CCFD-F8D2F458982C}"/>
                  </a:ext>
                </a:extLst>
              </p:cNvPr>
              <p:cNvSpPr/>
              <p:nvPr/>
            </p:nvSpPr>
            <p:spPr>
              <a:xfrm>
                <a:off x="213792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4" name="ph8325">
                <a:extLst>
                  <a:ext uri="{FF2B5EF4-FFF2-40B4-BE49-F238E27FC236}">
                    <a16:creationId xmlns:a16="http://schemas.microsoft.com/office/drawing/2014/main" id="{B1E1CA9E-594E-09CD-B282-289B5D13D553}"/>
                  </a:ext>
                </a:extLst>
              </p:cNvPr>
              <p:cNvSpPr/>
              <p:nvPr/>
            </p:nvSpPr>
            <p:spPr>
              <a:xfrm>
                <a:off x="214736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5" name="ph8326">
                <a:extLst>
                  <a:ext uri="{FF2B5EF4-FFF2-40B4-BE49-F238E27FC236}">
                    <a16:creationId xmlns:a16="http://schemas.microsoft.com/office/drawing/2014/main" id="{B79F3055-CCB4-6A45-D4AC-2C9A8FABBA84}"/>
                  </a:ext>
                </a:extLst>
              </p:cNvPr>
              <p:cNvSpPr/>
              <p:nvPr/>
            </p:nvSpPr>
            <p:spPr>
              <a:xfrm>
                <a:off x="215680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6" name="ph8327">
                <a:extLst>
                  <a:ext uri="{FF2B5EF4-FFF2-40B4-BE49-F238E27FC236}">
                    <a16:creationId xmlns:a16="http://schemas.microsoft.com/office/drawing/2014/main" id="{188D0C37-0FEF-790F-CA24-1535096E6BD1}"/>
                  </a:ext>
                </a:extLst>
              </p:cNvPr>
              <p:cNvSpPr/>
              <p:nvPr/>
            </p:nvSpPr>
            <p:spPr>
              <a:xfrm>
                <a:off x="216624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7" name="ph8328">
                <a:extLst>
                  <a:ext uri="{FF2B5EF4-FFF2-40B4-BE49-F238E27FC236}">
                    <a16:creationId xmlns:a16="http://schemas.microsoft.com/office/drawing/2014/main" id="{BBC31D35-9DD3-F0EF-0276-C02056E6621E}"/>
                  </a:ext>
                </a:extLst>
              </p:cNvPr>
              <p:cNvSpPr/>
              <p:nvPr/>
            </p:nvSpPr>
            <p:spPr>
              <a:xfrm>
                <a:off x="217568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8" name="ph8329">
                <a:extLst>
                  <a:ext uri="{FF2B5EF4-FFF2-40B4-BE49-F238E27FC236}">
                    <a16:creationId xmlns:a16="http://schemas.microsoft.com/office/drawing/2014/main" id="{DE5478E4-6F67-4C3C-B32E-7EEC49C94706}"/>
                  </a:ext>
                </a:extLst>
              </p:cNvPr>
              <p:cNvSpPr/>
              <p:nvPr/>
            </p:nvSpPr>
            <p:spPr>
              <a:xfrm>
                <a:off x="218512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9" name="ph8330">
                <a:extLst>
                  <a:ext uri="{FF2B5EF4-FFF2-40B4-BE49-F238E27FC236}">
                    <a16:creationId xmlns:a16="http://schemas.microsoft.com/office/drawing/2014/main" id="{1D60F5CA-09A9-5363-1656-1A8F47A87704}"/>
                  </a:ext>
                </a:extLst>
              </p:cNvPr>
              <p:cNvSpPr/>
              <p:nvPr/>
            </p:nvSpPr>
            <p:spPr>
              <a:xfrm>
                <a:off x="219456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0" name="ph8331">
                <a:extLst>
                  <a:ext uri="{FF2B5EF4-FFF2-40B4-BE49-F238E27FC236}">
                    <a16:creationId xmlns:a16="http://schemas.microsoft.com/office/drawing/2014/main" id="{D05A03FD-68CE-82E5-9853-596B2542CE85}"/>
                  </a:ext>
                </a:extLst>
              </p:cNvPr>
              <p:cNvSpPr/>
              <p:nvPr/>
            </p:nvSpPr>
            <p:spPr>
              <a:xfrm>
                <a:off x="220400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1" name="ph8332">
                <a:extLst>
                  <a:ext uri="{FF2B5EF4-FFF2-40B4-BE49-F238E27FC236}">
                    <a16:creationId xmlns:a16="http://schemas.microsoft.com/office/drawing/2014/main" id="{55E84A1B-3EBE-626E-2C45-92111939B30D}"/>
                  </a:ext>
                </a:extLst>
              </p:cNvPr>
              <p:cNvSpPr/>
              <p:nvPr/>
            </p:nvSpPr>
            <p:spPr>
              <a:xfrm>
                <a:off x="221344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2" name="ph8333">
                <a:extLst>
                  <a:ext uri="{FF2B5EF4-FFF2-40B4-BE49-F238E27FC236}">
                    <a16:creationId xmlns:a16="http://schemas.microsoft.com/office/drawing/2014/main" id="{3CEB39E3-B27C-E299-0D17-3DD08EF3017C}"/>
                  </a:ext>
                </a:extLst>
              </p:cNvPr>
              <p:cNvSpPr/>
              <p:nvPr/>
            </p:nvSpPr>
            <p:spPr>
              <a:xfrm>
                <a:off x="2232324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9217" y="896830"/>
                    </a:lnTo>
                    <a:lnTo>
                      <a:pt x="912958" y="900562"/>
                    </a:lnTo>
                    <a:lnTo>
                      <a:pt x="914400" y="902186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3" name="ph8334">
                <a:extLst>
                  <a:ext uri="{FF2B5EF4-FFF2-40B4-BE49-F238E27FC236}">
                    <a16:creationId xmlns:a16="http://schemas.microsoft.com/office/drawing/2014/main" id="{4AA5269A-B672-2058-4032-017F81C4F562}"/>
                  </a:ext>
                </a:extLst>
              </p:cNvPr>
              <p:cNvSpPr/>
              <p:nvPr/>
            </p:nvSpPr>
            <p:spPr>
              <a:xfrm>
                <a:off x="2241764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2186"/>
                    </a:lnTo>
                    <a:lnTo>
                      <a:pt x="908582" y="906266"/>
                    </a:lnTo>
                    <a:lnTo>
                      <a:pt x="913478" y="912455"/>
                    </a:lnTo>
                    <a:lnTo>
                      <a:pt x="914400" y="913755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4" name="ph8335">
                <a:extLst>
                  <a:ext uri="{FF2B5EF4-FFF2-40B4-BE49-F238E27FC236}">
                    <a16:creationId xmlns:a16="http://schemas.microsoft.com/office/drawing/2014/main" id="{680A4A41-E41B-79FB-E5C5-85157FB2A74A}"/>
                  </a:ext>
                </a:extLst>
              </p:cNvPr>
              <p:cNvSpPr/>
              <p:nvPr/>
            </p:nvSpPr>
            <p:spPr>
              <a:xfrm>
                <a:off x="2241764" y="937907"/>
                <a:ext cx="9148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56" h="914399">
                    <a:moveTo>
                      <a:pt x="914400" y="914399"/>
                    </a:moveTo>
                    <a:lnTo>
                      <a:pt x="914400" y="913755"/>
                    </a:lnTo>
                    <a:lnTo>
                      <a:pt x="914856" y="91439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5" name="ph8336">
                <a:extLst>
                  <a:ext uri="{FF2B5EF4-FFF2-40B4-BE49-F238E27FC236}">
                    <a16:creationId xmlns:a16="http://schemas.microsoft.com/office/drawing/2014/main" id="{C5198F2B-13D0-C694-62BC-A52A3F947098}"/>
                  </a:ext>
                </a:extLst>
              </p:cNvPr>
              <p:cNvSpPr/>
              <p:nvPr/>
            </p:nvSpPr>
            <p:spPr>
              <a:xfrm>
                <a:off x="3355712" y="920337"/>
                <a:ext cx="914400" cy="9290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090">
                    <a:moveTo>
                      <a:pt x="914400" y="914400"/>
                    </a:moveTo>
                    <a:lnTo>
                      <a:pt x="914400" y="929090"/>
                    </a:lnTo>
                    <a:lnTo>
                      <a:pt x="912142" y="925305"/>
                    </a:lnTo>
                    <a:lnTo>
                      <a:pt x="908030" y="917666"/>
                    </a:lnTo>
                    <a:lnTo>
                      <a:pt x="906443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6" name="ph8337">
                <a:extLst>
                  <a:ext uri="{FF2B5EF4-FFF2-40B4-BE49-F238E27FC236}">
                    <a16:creationId xmlns:a16="http://schemas.microsoft.com/office/drawing/2014/main" id="{3C012516-F941-3EAA-830E-3456DD3B05DD}"/>
                  </a:ext>
                </a:extLst>
              </p:cNvPr>
              <p:cNvSpPr/>
              <p:nvPr/>
            </p:nvSpPr>
            <p:spPr>
              <a:xfrm>
                <a:off x="335571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118" y="931969"/>
                    </a:lnTo>
                    <a:lnTo>
                      <a:pt x="914400" y="92909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7" name="ph8338">
                <a:extLst>
                  <a:ext uri="{FF2B5EF4-FFF2-40B4-BE49-F238E27FC236}">
                    <a16:creationId xmlns:a16="http://schemas.microsoft.com/office/drawing/2014/main" id="{86085380-85A9-92A7-3246-9D91B6CD4A34}"/>
                  </a:ext>
                </a:extLst>
              </p:cNvPr>
              <p:cNvSpPr/>
              <p:nvPr/>
            </p:nvSpPr>
            <p:spPr>
              <a:xfrm>
                <a:off x="336515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8" name="ph8339">
                <a:extLst>
                  <a:ext uri="{FF2B5EF4-FFF2-40B4-BE49-F238E27FC236}">
                    <a16:creationId xmlns:a16="http://schemas.microsoft.com/office/drawing/2014/main" id="{CC59DBA6-1E87-A1A0-09EB-9E0E026E10E6}"/>
                  </a:ext>
                </a:extLst>
              </p:cNvPr>
              <p:cNvSpPr/>
              <p:nvPr/>
            </p:nvSpPr>
            <p:spPr>
              <a:xfrm>
                <a:off x="337459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9" name="ph8340">
                <a:extLst>
                  <a:ext uri="{FF2B5EF4-FFF2-40B4-BE49-F238E27FC236}">
                    <a16:creationId xmlns:a16="http://schemas.microsoft.com/office/drawing/2014/main" id="{F9C4C53F-1162-0C0B-FE5D-6D006D99988E}"/>
                  </a:ext>
                </a:extLst>
              </p:cNvPr>
              <p:cNvSpPr/>
              <p:nvPr/>
            </p:nvSpPr>
            <p:spPr>
              <a:xfrm>
                <a:off x="338403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0" name="ph8341">
                <a:extLst>
                  <a:ext uri="{FF2B5EF4-FFF2-40B4-BE49-F238E27FC236}">
                    <a16:creationId xmlns:a16="http://schemas.microsoft.com/office/drawing/2014/main" id="{D8DA7D0B-0FE0-B272-D3CF-2EB1820FA1AA}"/>
                  </a:ext>
                </a:extLst>
              </p:cNvPr>
              <p:cNvSpPr/>
              <p:nvPr/>
            </p:nvSpPr>
            <p:spPr>
              <a:xfrm>
                <a:off x="339347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1" name="ph8342">
                <a:extLst>
                  <a:ext uri="{FF2B5EF4-FFF2-40B4-BE49-F238E27FC236}">
                    <a16:creationId xmlns:a16="http://schemas.microsoft.com/office/drawing/2014/main" id="{42B355EA-4928-E1D8-794F-250EA20E5B60}"/>
                  </a:ext>
                </a:extLst>
              </p:cNvPr>
              <p:cNvSpPr/>
              <p:nvPr/>
            </p:nvSpPr>
            <p:spPr>
              <a:xfrm>
                <a:off x="340291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2" name="ph8343">
                <a:extLst>
                  <a:ext uri="{FF2B5EF4-FFF2-40B4-BE49-F238E27FC236}">
                    <a16:creationId xmlns:a16="http://schemas.microsoft.com/office/drawing/2014/main" id="{A12F25EE-87C5-7BC5-F54D-BDB1AEAAA5AB}"/>
                  </a:ext>
                </a:extLst>
              </p:cNvPr>
              <p:cNvSpPr/>
              <p:nvPr/>
            </p:nvSpPr>
            <p:spPr>
              <a:xfrm>
                <a:off x="341235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3" name="ph8344">
                <a:extLst>
                  <a:ext uri="{FF2B5EF4-FFF2-40B4-BE49-F238E27FC236}">
                    <a16:creationId xmlns:a16="http://schemas.microsoft.com/office/drawing/2014/main" id="{E45FCB6F-29C8-F2B1-2667-C61FA7A9031C}"/>
                  </a:ext>
                </a:extLst>
              </p:cNvPr>
              <p:cNvSpPr/>
              <p:nvPr/>
            </p:nvSpPr>
            <p:spPr>
              <a:xfrm>
                <a:off x="342179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4" name="ph8345">
                <a:extLst>
                  <a:ext uri="{FF2B5EF4-FFF2-40B4-BE49-F238E27FC236}">
                    <a16:creationId xmlns:a16="http://schemas.microsoft.com/office/drawing/2014/main" id="{AC221F06-3670-9551-FAB0-5753B88D7B5F}"/>
                  </a:ext>
                </a:extLst>
              </p:cNvPr>
              <p:cNvSpPr/>
              <p:nvPr/>
            </p:nvSpPr>
            <p:spPr>
              <a:xfrm>
                <a:off x="343123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5" name="ph8346">
                <a:extLst>
                  <a:ext uri="{FF2B5EF4-FFF2-40B4-BE49-F238E27FC236}">
                    <a16:creationId xmlns:a16="http://schemas.microsoft.com/office/drawing/2014/main" id="{65B5DD41-81AF-B9A6-E03A-767C8528BEC1}"/>
                  </a:ext>
                </a:extLst>
              </p:cNvPr>
              <p:cNvSpPr/>
              <p:nvPr/>
            </p:nvSpPr>
            <p:spPr>
              <a:xfrm>
                <a:off x="344067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6" name="ph8347">
                <a:extLst>
                  <a:ext uri="{FF2B5EF4-FFF2-40B4-BE49-F238E27FC236}">
                    <a16:creationId xmlns:a16="http://schemas.microsoft.com/office/drawing/2014/main" id="{BB42FB14-FA4B-9352-ED26-EF74A237E552}"/>
                  </a:ext>
                </a:extLst>
              </p:cNvPr>
              <p:cNvSpPr/>
              <p:nvPr/>
            </p:nvSpPr>
            <p:spPr>
              <a:xfrm>
                <a:off x="345011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7" name="ph8348">
                <a:extLst>
                  <a:ext uri="{FF2B5EF4-FFF2-40B4-BE49-F238E27FC236}">
                    <a16:creationId xmlns:a16="http://schemas.microsoft.com/office/drawing/2014/main" id="{437C6A1F-38B1-0D04-E0DC-598C8DDA8AB0}"/>
                  </a:ext>
                </a:extLst>
              </p:cNvPr>
              <p:cNvSpPr/>
              <p:nvPr/>
            </p:nvSpPr>
            <p:spPr>
              <a:xfrm>
                <a:off x="345955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8" name="ph8349">
                <a:extLst>
                  <a:ext uri="{FF2B5EF4-FFF2-40B4-BE49-F238E27FC236}">
                    <a16:creationId xmlns:a16="http://schemas.microsoft.com/office/drawing/2014/main" id="{018B1BB2-04C0-1A03-367D-9E19266CDBBB}"/>
                  </a:ext>
                </a:extLst>
              </p:cNvPr>
              <p:cNvSpPr/>
              <p:nvPr/>
            </p:nvSpPr>
            <p:spPr>
              <a:xfrm>
                <a:off x="346899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9" name="ph8350">
                <a:extLst>
                  <a:ext uri="{FF2B5EF4-FFF2-40B4-BE49-F238E27FC236}">
                    <a16:creationId xmlns:a16="http://schemas.microsoft.com/office/drawing/2014/main" id="{CC8A4AD5-BE71-259E-E591-503F36FC0AF9}"/>
                  </a:ext>
                </a:extLst>
              </p:cNvPr>
              <p:cNvSpPr/>
              <p:nvPr/>
            </p:nvSpPr>
            <p:spPr>
              <a:xfrm>
                <a:off x="347843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0" name="ph8351">
                <a:extLst>
                  <a:ext uri="{FF2B5EF4-FFF2-40B4-BE49-F238E27FC236}">
                    <a16:creationId xmlns:a16="http://schemas.microsoft.com/office/drawing/2014/main" id="{D3C39D95-43B7-6A54-D841-587083F0CB45}"/>
                  </a:ext>
                </a:extLst>
              </p:cNvPr>
              <p:cNvSpPr/>
              <p:nvPr/>
            </p:nvSpPr>
            <p:spPr>
              <a:xfrm>
                <a:off x="348787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1" name="ph8352">
                <a:extLst>
                  <a:ext uri="{FF2B5EF4-FFF2-40B4-BE49-F238E27FC236}">
                    <a16:creationId xmlns:a16="http://schemas.microsoft.com/office/drawing/2014/main" id="{A91BCA47-5D35-20DC-C90E-CD9F53AD0053}"/>
                  </a:ext>
                </a:extLst>
              </p:cNvPr>
              <p:cNvSpPr/>
              <p:nvPr/>
            </p:nvSpPr>
            <p:spPr>
              <a:xfrm>
                <a:off x="349731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2" name="ph8353">
                <a:extLst>
                  <a:ext uri="{FF2B5EF4-FFF2-40B4-BE49-F238E27FC236}">
                    <a16:creationId xmlns:a16="http://schemas.microsoft.com/office/drawing/2014/main" id="{466EB89C-BEF5-EC3A-306E-0E0191C409E0}"/>
                  </a:ext>
                </a:extLst>
              </p:cNvPr>
              <p:cNvSpPr/>
              <p:nvPr/>
            </p:nvSpPr>
            <p:spPr>
              <a:xfrm>
                <a:off x="350675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3" name="ph8354">
                <a:extLst>
                  <a:ext uri="{FF2B5EF4-FFF2-40B4-BE49-F238E27FC236}">
                    <a16:creationId xmlns:a16="http://schemas.microsoft.com/office/drawing/2014/main" id="{13659869-5D23-8B47-7C74-CAFDBC22CD87}"/>
                  </a:ext>
                </a:extLst>
              </p:cNvPr>
              <p:cNvSpPr/>
              <p:nvPr/>
            </p:nvSpPr>
            <p:spPr>
              <a:xfrm>
                <a:off x="351619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4" name="ph8355">
                <a:extLst>
                  <a:ext uri="{FF2B5EF4-FFF2-40B4-BE49-F238E27FC236}">
                    <a16:creationId xmlns:a16="http://schemas.microsoft.com/office/drawing/2014/main" id="{4A182473-9038-1D3C-F7AC-D98B2180F0D8}"/>
                  </a:ext>
                </a:extLst>
              </p:cNvPr>
              <p:cNvSpPr/>
              <p:nvPr/>
            </p:nvSpPr>
            <p:spPr>
              <a:xfrm>
                <a:off x="352563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5" name="ph8356">
                <a:extLst>
                  <a:ext uri="{FF2B5EF4-FFF2-40B4-BE49-F238E27FC236}">
                    <a16:creationId xmlns:a16="http://schemas.microsoft.com/office/drawing/2014/main" id="{CD4CC488-7854-1802-5886-00A73F510223}"/>
                  </a:ext>
                </a:extLst>
              </p:cNvPr>
              <p:cNvSpPr/>
              <p:nvPr/>
            </p:nvSpPr>
            <p:spPr>
              <a:xfrm>
                <a:off x="353507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6" name="ph8357">
                <a:extLst>
                  <a:ext uri="{FF2B5EF4-FFF2-40B4-BE49-F238E27FC236}">
                    <a16:creationId xmlns:a16="http://schemas.microsoft.com/office/drawing/2014/main" id="{67803496-312B-CC61-D497-D515337C727E}"/>
                  </a:ext>
                </a:extLst>
              </p:cNvPr>
              <p:cNvSpPr/>
              <p:nvPr/>
            </p:nvSpPr>
            <p:spPr>
              <a:xfrm>
                <a:off x="354451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7" name="ph8358">
                <a:extLst>
                  <a:ext uri="{FF2B5EF4-FFF2-40B4-BE49-F238E27FC236}">
                    <a16:creationId xmlns:a16="http://schemas.microsoft.com/office/drawing/2014/main" id="{2A30D150-A8BF-1338-7F61-9C9B95555A6E}"/>
                  </a:ext>
                </a:extLst>
              </p:cNvPr>
              <p:cNvSpPr/>
              <p:nvPr/>
            </p:nvSpPr>
            <p:spPr>
              <a:xfrm>
                <a:off x="355395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8" name="ph8359">
                <a:extLst>
                  <a:ext uri="{FF2B5EF4-FFF2-40B4-BE49-F238E27FC236}">
                    <a16:creationId xmlns:a16="http://schemas.microsoft.com/office/drawing/2014/main" id="{CC1312DA-1039-450E-3F7C-A12FFB2460BC}"/>
                  </a:ext>
                </a:extLst>
              </p:cNvPr>
              <p:cNvSpPr/>
              <p:nvPr/>
            </p:nvSpPr>
            <p:spPr>
              <a:xfrm>
                <a:off x="356339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9" name="ph8360">
                <a:extLst>
                  <a:ext uri="{FF2B5EF4-FFF2-40B4-BE49-F238E27FC236}">
                    <a16:creationId xmlns:a16="http://schemas.microsoft.com/office/drawing/2014/main" id="{77EDA477-6224-F900-A15D-D9B3D06059F6}"/>
                  </a:ext>
                </a:extLst>
              </p:cNvPr>
              <p:cNvSpPr/>
              <p:nvPr/>
            </p:nvSpPr>
            <p:spPr>
              <a:xfrm>
                <a:off x="357283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0" name="ph8361">
                <a:extLst>
                  <a:ext uri="{FF2B5EF4-FFF2-40B4-BE49-F238E27FC236}">
                    <a16:creationId xmlns:a16="http://schemas.microsoft.com/office/drawing/2014/main" id="{B6AF0B64-6E23-349B-E21C-8EE0CA3D1885}"/>
                  </a:ext>
                </a:extLst>
              </p:cNvPr>
              <p:cNvSpPr/>
              <p:nvPr/>
            </p:nvSpPr>
            <p:spPr>
              <a:xfrm>
                <a:off x="358227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1" name="ph8362">
                <a:extLst>
                  <a:ext uri="{FF2B5EF4-FFF2-40B4-BE49-F238E27FC236}">
                    <a16:creationId xmlns:a16="http://schemas.microsoft.com/office/drawing/2014/main" id="{23BB4609-098E-969C-4320-24F3EAAAE216}"/>
                  </a:ext>
                </a:extLst>
              </p:cNvPr>
              <p:cNvSpPr/>
              <p:nvPr/>
            </p:nvSpPr>
            <p:spPr>
              <a:xfrm>
                <a:off x="359171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2" name="ph8363">
                <a:extLst>
                  <a:ext uri="{FF2B5EF4-FFF2-40B4-BE49-F238E27FC236}">
                    <a16:creationId xmlns:a16="http://schemas.microsoft.com/office/drawing/2014/main" id="{A46C8AE7-7D5E-CC70-E8CA-F401E9BBDEAC}"/>
                  </a:ext>
                </a:extLst>
              </p:cNvPr>
              <p:cNvSpPr/>
              <p:nvPr/>
            </p:nvSpPr>
            <p:spPr>
              <a:xfrm>
                <a:off x="360115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3" name="ph8364">
                <a:extLst>
                  <a:ext uri="{FF2B5EF4-FFF2-40B4-BE49-F238E27FC236}">
                    <a16:creationId xmlns:a16="http://schemas.microsoft.com/office/drawing/2014/main" id="{E02D10BE-C343-D1C3-B73C-0C569835671E}"/>
                  </a:ext>
                </a:extLst>
              </p:cNvPr>
              <p:cNvSpPr/>
              <p:nvPr/>
            </p:nvSpPr>
            <p:spPr>
              <a:xfrm>
                <a:off x="361059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4" name="ph8365">
                <a:extLst>
                  <a:ext uri="{FF2B5EF4-FFF2-40B4-BE49-F238E27FC236}">
                    <a16:creationId xmlns:a16="http://schemas.microsoft.com/office/drawing/2014/main" id="{B630B972-6E6D-18CD-F98F-74B738E26F45}"/>
                  </a:ext>
                </a:extLst>
              </p:cNvPr>
              <p:cNvSpPr/>
              <p:nvPr/>
            </p:nvSpPr>
            <p:spPr>
              <a:xfrm>
                <a:off x="362003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5" name="ph8366">
                <a:extLst>
                  <a:ext uri="{FF2B5EF4-FFF2-40B4-BE49-F238E27FC236}">
                    <a16:creationId xmlns:a16="http://schemas.microsoft.com/office/drawing/2014/main" id="{E435F610-0FD6-2FF7-F6B7-0C04E2DDDD9B}"/>
                  </a:ext>
                </a:extLst>
              </p:cNvPr>
              <p:cNvSpPr/>
              <p:nvPr/>
            </p:nvSpPr>
            <p:spPr>
              <a:xfrm>
                <a:off x="362947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6" name="ph8367">
                <a:extLst>
                  <a:ext uri="{FF2B5EF4-FFF2-40B4-BE49-F238E27FC236}">
                    <a16:creationId xmlns:a16="http://schemas.microsoft.com/office/drawing/2014/main" id="{F00E0574-57F3-FE5F-488B-DED1355F34F1}"/>
                  </a:ext>
                </a:extLst>
              </p:cNvPr>
              <p:cNvSpPr/>
              <p:nvPr/>
            </p:nvSpPr>
            <p:spPr>
              <a:xfrm>
                <a:off x="363891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7" name="ph8368">
                <a:extLst>
                  <a:ext uri="{FF2B5EF4-FFF2-40B4-BE49-F238E27FC236}">
                    <a16:creationId xmlns:a16="http://schemas.microsoft.com/office/drawing/2014/main" id="{2072BF02-A53F-FD71-A404-CA35F142DD8E}"/>
                  </a:ext>
                </a:extLst>
              </p:cNvPr>
              <p:cNvSpPr/>
              <p:nvPr/>
            </p:nvSpPr>
            <p:spPr>
              <a:xfrm>
                <a:off x="364836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8" name="ph8369">
                <a:extLst>
                  <a:ext uri="{FF2B5EF4-FFF2-40B4-BE49-F238E27FC236}">
                    <a16:creationId xmlns:a16="http://schemas.microsoft.com/office/drawing/2014/main" id="{7D4B3969-584F-5C24-8AD9-A42080279AD2}"/>
                  </a:ext>
                </a:extLst>
              </p:cNvPr>
              <p:cNvSpPr/>
              <p:nvPr/>
            </p:nvSpPr>
            <p:spPr>
              <a:xfrm>
                <a:off x="365780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9" name="ph8370">
                <a:extLst>
                  <a:ext uri="{FF2B5EF4-FFF2-40B4-BE49-F238E27FC236}">
                    <a16:creationId xmlns:a16="http://schemas.microsoft.com/office/drawing/2014/main" id="{DB7D5C01-E3F0-7A06-0526-07AB0DC2AA36}"/>
                  </a:ext>
                </a:extLst>
              </p:cNvPr>
              <p:cNvSpPr/>
              <p:nvPr/>
            </p:nvSpPr>
            <p:spPr>
              <a:xfrm>
                <a:off x="366724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0" name="ph8371">
                <a:extLst>
                  <a:ext uri="{FF2B5EF4-FFF2-40B4-BE49-F238E27FC236}">
                    <a16:creationId xmlns:a16="http://schemas.microsoft.com/office/drawing/2014/main" id="{2CF494B4-C4C2-2CFB-0CCA-C76CA0882D30}"/>
                  </a:ext>
                </a:extLst>
              </p:cNvPr>
              <p:cNvSpPr/>
              <p:nvPr/>
            </p:nvSpPr>
            <p:spPr>
              <a:xfrm>
                <a:off x="367668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1" name="ph8372">
                <a:extLst>
                  <a:ext uri="{FF2B5EF4-FFF2-40B4-BE49-F238E27FC236}">
                    <a16:creationId xmlns:a16="http://schemas.microsoft.com/office/drawing/2014/main" id="{4EE879D1-FA5C-A92F-F7EE-029CBFF418DA}"/>
                  </a:ext>
                </a:extLst>
              </p:cNvPr>
              <p:cNvSpPr/>
              <p:nvPr/>
            </p:nvSpPr>
            <p:spPr>
              <a:xfrm>
                <a:off x="368612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2" name="ph8373">
                <a:extLst>
                  <a:ext uri="{FF2B5EF4-FFF2-40B4-BE49-F238E27FC236}">
                    <a16:creationId xmlns:a16="http://schemas.microsoft.com/office/drawing/2014/main" id="{2EF4B03B-B690-CC09-2511-6449936FD44E}"/>
                  </a:ext>
                </a:extLst>
              </p:cNvPr>
              <p:cNvSpPr/>
              <p:nvPr/>
            </p:nvSpPr>
            <p:spPr>
              <a:xfrm>
                <a:off x="369556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3" name="ph8374">
                <a:extLst>
                  <a:ext uri="{FF2B5EF4-FFF2-40B4-BE49-F238E27FC236}">
                    <a16:creationId xmlns:a16="http://schemas.microsoft.com/office/drawing/2014/main" id="{1033E05A-0768-5690-CABA-E83F927CE343}"/>
                  </a:ext>
                </a:extLst>
              </p:cNvPr>
              <p:cNvSpPr/>
              <p:nvPr/>
            </p:nvSpPr>
            <p:spPr>
              <a:xfrm>
                <a:off x="370500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4" name="ph8375">
                <a:extLst>
                  <a:ext uri="{FF2B5EF4-FFF2-40B4-BE49-F238E27FC236}">
                    <a16:creationId xmlns:a16="http://schemas.microsoft.com/office/drawing/2014/main" id="{1C506C68-E81D-2C14-18F4-39FBBFEE962C}"/>
                  </a:ext>
                </a:extLst>
              </p:cNvPr>
              <p:cNvSpPr/>
              <p:nvPr/>
            </p:nvSpPr>
            <p:spPr>
              <a:xfrm>
                <a:off x="371444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5" name="ph8376">
                <a:extLst>
                  <a:ext uri="{FF2B5EF4-FFF2-40B4-BE49-F238E27FC236}">
                    <a16:creationId xmlns:a16="http://schemas.microsoft.com/office/drawing/2014/main" id="{BB3DA5F4-BF4F-8850-9C16-CF370051E51A}"/>
                  </a:ext>
                </a:extLst>
              </p:cNvPr>
              <p:cNvSpPr/>
              <p:nvPr/>
            </p:nvSpPr>
            <p:spPr>
              <a:xfrm>
                <a:off x="372388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6" name="ph8377">
                <a:extLst>
                  <a:ext uri="{FF2B5EF4-FFF2-40B4-BE49-F238E27FC236}">
                    <a16:creationId xmlns:a16="http://schemas.microsoft.com/office/drawing/2014/main" id="{58142152-77EC-2E39-FEDD-910B0FB7965A}"/>
                  </a:ext>
                </a:extLst>
              </p:cNvPr>
              <p:cNvSpPr/>
              <p:nvPr/>
            </p:nvSpPr>
            <p:spPr>
              <a:xfrm>
                <a:off x="373332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7" name="ph8378">
                <a:extLst>
                  <a:ext uri="{FF2B5EF4-FFF2-40B4-BE49-F238E27FC236}">
                    <a16:creationId xmlns:a16="http://schemas.microsoft.com/office/drawing/2014/main" id="{7E519B1C-367B-DDE6-E1A4-D2CF90780518}"/>
                  </a:ext>
                </a:extLst>
              </p:cNvPr>
              <p:cNvSpPr/>
              <p:nvPr/>
            </p:nvSpPr>
            <p:spPr>
              <a:xfrm>
                <a:off x="374276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8" name="ph8379">
                <a:extLst>
                  <a:ext uri="{FF2B5EF4-FFF2-40B4-BE49-F238E27FC236}">
                    <a16:creationId xmlns:a16="http://schemas.microsoft.com/office/drawing/2014/main" id="{C02AACDA-09D7-AE9A-ACCD-1CAEE4AF217D}"/>
                  </a:ext>
                </a:extLst>
              </p:cNvPr>
              <p:cNvSpPr/>
              <p:nvPr/>
            </p:nvSpPr>
            <p:spPr>
              <a:xfrm>
                <a:off x="375220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9" name="ph8380">
                <a:extLst>
                  <a:ext uri="{FF2B5EF4-FFF2-40B4-BE49-F238E27FC236}">
                    <a16:creationId xmlns:a16="http://schemas.microsoft.com/office/drawing/2014/main" id="{6FDD4BD4-B5BB-55AE-7FD1-8D68F370DAE0}"/>
                  </a:ext>
                </a:extLst>
              </p:cNvPr>
              <p:cNvSpPr/>
              <p:nvPr/>
            </p:nvSpPr>
            <p:spPr>
              <a:xfrm>
                <a:off x="376164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0" name="ph8381">
                <a:extLst>
                  <a:ext uri="{FF2B5EF4-FFF2-40B4-BE49-F238E27FC236}">
                    <a16:creationId xmlns:a16="http://schemas.microsoft.com/office/drawing/2014/main" id="{FF1ECC2F-68BB-79D8-4951-8710720FA6B7}"/>
                  </a:ext>
                </a:extLst>
              </p:cNvPr>
              <p:cNvSpPr/>
              <p:nvPr/>
            </p:nvSpPr>
            <p:spPr>
              <a:xfrm>
                <a:off x="377108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1" name="ph8382">
                <a:extLst>
                  <a:ext uri="{FF2B5EF4-FFF2-40B4-BE49-F238E27FC236}">
                    <a16:creationId xmlns:a16="http://schemas.microsoft.com/office/drawing/2014/main" id="{33A94913-D5A9-D46B-5724-09882B2A3CA6}"/>
                  </a:ext>
                </a:extLst>
              </p:cNvPr>
              <p:cNvSpPr/>
              <p:nvPr/>
            </p:nvSpPr>
            <p:spPr>
              <a:xfrm>
                <a:off x="378052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2" name="ph8383">
                <a:extLst>
                  <a:ext uri="{FF2B5EF4-FFF2-40B4-BE49-F238E27FC236}">
                    <a16:creationId xmlns:a16="http://schemas.microsoft.com/office/drawing/2014/main" id="{38260674-B940-09A0-80CE-0F2AE99DB0D7}"/>
                  </a:ext>
                </a:extLst>
              </p:cNvPr>
              <p:cNvSpPr/>
              <p:nvPr/>
            </p:nvSpPr>
            <p:spPr>
              <a:xfrm>
                <a:off x="378996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3" name="ph8384">
                <a:extLst>
                  <a:ext uri="{FF2B5EF4-FFF2-40B4-BE49-F238E27FC236}">
                    <a16:creationId xmlns:a16="http://schemas.microsoft.com/office/drawing/2014/main" id="{6C62C88E-4022-30BF-4683-1DEAB94D62C1}"/>
                  </a:ext>
                </a:extLst>
              </p:cNvPr>
              <p:cNvSpPr/>
              <p:nvPr/>
            </p:nvSpPr>
            <p:spPr>
              <a:xfrm>
                <a:off x="379940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3228">
                  <a:alpha val="100000"/>
                </a:srgbClr>
              </a:solidFill>
              <a:ln w="5420" cap="flat">
                <a:solidFill>
                  <a:srgbClr val="D7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4" name="ph8385">
                <a:extLst>
                  <a:ext uri="{FF2B5EF4-FFF2-40B4-BE49-F238E27FC236}">
                    <a16:creationId xmlns:a16="http://schemas.microsoft.com/office/drawing/2014/main" id="{F8D12ED1-FF04-00A5-FA70-2048C9249AD4}"/>
                  </a:ext>
                </a:extLst>
              </p:cNvPr>
              <p:cNvSpPr/>
              <p:nvPr/>
            </p:nvSpPr>
            <p:spPr>
              <a:xfrm>
                <a:off x="380884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5" name="ph8386">
                <a:extLst>
                  <a:ext uri="{FF2B5EF4-FFF2-40B4-BE49-F238E27FC236}">
                    <a16:creationId xmlns:a16="http://schemas.microsoft.com/office/drawing/2014/main" id="{8C607BD4-78C1-64E6-FB83-82B8FDF6DCE6}"/>
                  </a:ext>
                </a:extLst>
              </p:cNvPr>
              <p:cNvSpPr/>
              <p:nvPr/>
            </p:nvSpPr>
            <p:spPr>
              <a:xfrm>
                <a:off x="381828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6" name="ph8387">
                <a:extLst>
                  <a:ext uri="{FF2B5EF4-FFF2-40B4-BE49-F238E27FC236}">
                    <a16:creationId xmlns:a16="http://schemas.microsoft.com/office/drawing/2014/main" id="{B2BDCE3A-3587-F0EE-2A27-42B6765D1F23}"/>
                  </a:ext>
                </a:extLst>
              </p:cNvPr>
              <p:cNvSpPr/>
              <p:nvPr/>
            </p:nvSpPr>
            <p:spPr>
              <a:xfrm>
                <a:off x="382772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7" name="ph8388">
                <a:extLst>
                  <a:ext uri="{FF2B5EF4-FFF2-40B4-BE49-F238E27FC236}">
                    <a16:creationId xmlns:a16="http://schemas.microsoft.com/office/drawing/2014/main" id="{E110DD11-5E15-4AE0-7793-4266A98D4D0F}"/>
                  </a:ext>
                </a:extLst>
              </p:cNvPr>
              <p:cNvSpPr/>
              <p:nvPr/>
            </p:nvSpPr>
            <p:spPr>
              <a:xfrm>
                <a:off x="3846605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245" y="896830"/>
                    </a:lnTo>
                    <a:lnTo>
                      <a:pt x="908382" y="897161"/>
                    </a:lnTo>
                    <a:lnTo>
                      <a:pt x="911899" y="90668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8" name="ph8389">
                <a:extLst>
                  <a:ext uri="{FF2B5EF4-FFF2-40B4-BE49-F238E27FC236}">
                    <a16:creationId xmlns:a16="http://schemas.microsoft.com/office/drawing/2014/main" id="{6B70C769-BDA1-F716-34CB-07B231CAE37A}"/>
                  </a:ext>
                </a:extLst>
              </p:cNvPr>
              <p:cNvSpPr/>
              <p:nvPr/>
            </p:nvSpPr>
            <p:spPr>
              <a:xfrm>
                <a:off x="2128481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299" y="914400"/>
                    </a:lnTo>
                    <a:lnTo>
                      <a:pt x="908916" y="913771"/>
                    </a:lnTo>
                    <a:lnTo>
                      <a:pt x="914250" y="908993"/>
                    </a:lnTo>
                    <a:lnTo>
                      <a:pt x="914400" y="90887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9" name="ph8390">
                <a:extLst>
                  <a:ext uri="{FF2B5EF4-FFF2-40B4-BE49-F238E27FC236}">
                    <a16:creationId xmlns:a16="http://schemas.microsoft.com/office/drawing/2014/main" id="{C39D5686-C868-2B3A-80DD-B2282B85D01A}"/>
                  </a:ext>
                </a:extLst>
              </p:cNvPr>
              <p:cNvSpPr/>
              <p:nvPr/>
            </p:nvSpPr>
            <p:spPr>
              <a:xfrm>
                <a:off x="2137921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876"/>
                    </a:lnTo>
                    <a:lnTo>
                      <a:pt x="910270" y="904740"/>
                    </a:lnTo>
                    <a:lnTo>
                      <a:pt x="914400" y="90198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0" name="ph8391">
                <a:extLst>
                  <a:ext uri="{FF2B5EF4-FFF2-40B4-BE49-F238E27FC236}">
                    <a16:creationId xmlns:a16="http://schemas.microsoft.com/office/drawing/2014/main" id="{34F9629C-4C15-9BC8-F18F-1CDE6E9F6D24}"/>
                  </a:ext>
                </a:extLst>
              </p:cNvPr>
              <p:cNvSpPr/>
              <p:nvPr/>
            </p:nvSpPr>
            <p:spPr>
              <a:xfrm>
                <a:off x="2147362" y="90276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556"/>
                    </a:lnTo>
                    <a:lnTo>
                      <a:pt x="906401" y="918594"/>
                    </a:lnTo>
                    <a:lnTo>
                      <a:pt x="912070" y="915425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1" name="ph8392">
                <a:extLst>
                  <a:ext uri="{FF2B5EF4-FFF2-40B4-BE49-F238E27FC236}">
                    <a16:creationId xmlns:a16="http://schemas.microsoft.com/office/drawing/2014/main" id="{B73E740B-41B1-99AB-0B50-6B5D3FD92015}"/>
                  </a:ext>
                </a:extLst>
              </p:cNvPr>
              <p:cNvSpPr/>
              <p:nvPr/>
            </p:nvSpPr>
            <p:spPr>
              <a:xfrm>
                <a:off x="214736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2" name="ph8393">
                <a:extLst>
                  <a:ext uri="{FF2B5EF4-FFF2-40B4-BE49-F238E27FC236}">
                    <a16:creationId xmlns:a16="http://schemas.microsoft.com/office/drawing/2014/main" id="{5B7F534A-64EE-0E45-3CF6-3195106C88EB}"/>
                  </a:ext>
                </a:extLst>
              </p:cNvPr>
              <p:cNvSpPr/>
              <p:nvPr/>
            </p:nvSpPr>
            <p:spPr>
              <a:xfrm>
                <a:off x="215680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3" name="ph8394">
                <a:extLst>
                  <a:ext uri="{FF2B5EF4-FFF2-40B4-BE49-F238E27FC236}">
                    <a16:creationId xmlns:a16="http://schemas.microsoft.com/office/drawing/2014/main" id="{C7B309BD-FE43-C5AE-7A1C-10ED56C86AF6}"/>
                  </a:ext>
                </a:extLst>
              </p:cNvPr>
              <p:cNvSpPr/>
              <p:nvPr/>
            </p:nvSpPr>
            <p:spPr>
              <a:xfrm>
                <a:off x="216624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4" name="ph8395">
                <a:extLst>
                  <a:ext uri="{FF2B5EF4-FFF2-40B4-BE49-F238E27FC236}">
                    <a16:creationId xmlns:a16="http://schemas.microsoft.com/office/drawing/2014/main" id="{E6252392-6D45-F0CB-C07E-D9605AF7BC88}"/>
                  </a:ext>
                </a:extLst>
              </p:cNvPr>
              <p:cNvSpPr/>
              <p:nvPr/>
            </p:nvSpPr>
            <p:spPr>
              <a:xfrm>
                <a:off x="217568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5" name="ph8396">
                <a:extLst>
                  <a:ext uri="{FF2B5EF4-FFF2-40B4-BE49-F238E27FC236}">
                    <a16:creationId xmlns:a16="http://schemas.microsoft.com/office/drawing/2014/main" id="{00BC0443-54AB-CBA3-E3FE-CD7943C07D2E}"/>
                  </a:ext>
                </a:extLst>
              </p:cNvPr>
              <p:cNvSpPr/>
              <p:nvPr/>
            </p:nvSpPr>
            <p:spPr>
              <a:xfrm>
                <a:off x="218512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6" name="ph8397">
                <a:extLst>
                  <a:ext uri="{FF2B5EF4-FFF2-40B4-BE49-F238E27FC236}">
                    <a16:creationId xmlns:a16="http://schemas.microsoft.com/office/drawing/2014/main" id="{535815EC-17A3-BA9D-F9B7-20D90A34B0BB}"/>
                  </a:ext>
                </a:extLst>
              </p:cNvPr>
              <p:cNvSpPr/>
              <p:nvPr/>
            </p:nvSpPr>
            <p:spPr>
              <a:xfrm>
                <a:off x="2204003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06" y="896830"/>
                    </a:lnTo>
                    <a:lnTo>
                      <a:pt x="913953" y="897375"/>
                    </a:lnTo>
                    <a:lnTo>
                      <a:pt x="914400" y="89761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7" name="ph8398">
                <a:extLst>
                  <a:ext uri="{FF2B5EF4-FFF2-40B4-BE49-F238E27FC236}">
                    <a16:creationId xmlns:a16="http://schemas.microsoft.com/office/drawing/2014/main" id="{EB5A0C8E-E83F-369F-42A3-C50289D2CED0}"/>
                  </a:ext>
                </a:extLst>
              </p:cNvPr>
              <p:cNvSpPr/>
              <p:nvPr/>
            </p:nvSpPr>
            <p:spPr>
              <a:xfrm>
                <a:off x="2213443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616"/>
                    </a:lnTo>
                    <a:lnTo>
                      <a:pt x="910196" y="900451"/>
                    </a:lnTo>
                    <a:lnTo>
                      <a:pt x="914400" y="90317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8" name="ph8399">
                <a:extLst>
                  <a:ext uri="{FF2B5EF4-FFF2-40B4-BE49-F238E27FC236}">
                    <a16:creationId xmlns:a16="http://schemas.microsoft.com/office/drawing/2014/main" id="{5AFC9C6C-61E5-73CC-B976-CC6080442A8A}"/>
                  </a:ext>
                </a:extLst>
              </p:cNvPr>
              <p:cNvSpPr/>
              <p:nvPr/>
            </p:nvSpPr>
            <p:spPr>
              <a:xfrm>
                <a:off x="2222884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176"/>
                    </a:lnTo>
                    <a:lnTo>
                      <a:pt x="906346" y="904075"/>
                    </a:lnTo>
                    <a:lnTo>
                      <a:pt x="911826" y="908238"/>
                    </a:lnTo>
                    <a:lnTo>
                      <a:pt x="914400" y="910492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9" name="ph8400">
                <a:extLst>
                  <a:ext uri="{FF2B5EF4-FFF2-40B4-BE49-F238E27FC236}">
                    <a16:creationId xmlns:a16="http://schemas.microsoft.com/office/drawing/2014/main" id="{D4DCFFCE-3A7C-6277-B3B6-3D2CF24ABFCC}"/>
                  </a:ext>
                </a:extLst>
              </p:cNvPr>
              <p:cNvSpPr/>
              <p:nvPr/>
            </p:nvSpPr>
            <p:spPr>
              <a:xfrm>
                <a:off x="2222884" y="920337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492"/>
                    </a:lnTo>
                    <a:lnTo>
                      <a:pt x="917181" y="91292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0" name="ph8401">
                <a:extLst>
                  <a:ext uri="{FF2B5EF4-FFF2-40B4-BE49-F238E27FC236}">
                    <a16:creationId xmlns:a16="http://schemas.microsoft.com/office/drawing/2014/main" id="{93545E29-FCB2-7B73-0F0E-0B41C3A961EC}"/>
                  </a:ext>
                </a:extLst>
              </p:cNvPr>
              <p:cNvSpPr/>
              <p:nvPr/>
            </p:nvSpPr>
            <p:spPr>
              <a:xfrm>
                <a:off x="3346272" y="902767"/>
                <a:ext cx="914400" cy="92891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6">
                    <a:moveTo>
                      <a:pt x="914400" y="914400"/>
                    </a:moveTo>
                    <a:lnTo>
                      <a:pt x="914400" y="928916"/>
                    </a:lnTo>
                    <a:lnTo>
                      <a:pt x="913573" y="927215"/>
                    </a:lnTo>
                    <a:lnTo>
                      <a:pt x="909903" y="918833"/>
                    </a:lnTo>
                    <a:lnTo>
                      <a:pt x="908157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1" name="ph8402">
                <a:extLst>
                  <a:ext uri="{FF2B5EF4-FFF2-40B4-BE49-F238E27FC236}">
                    <a16:creationId xmlns:a16="http://schemas.microsoft.com/office/drawing/2014/main" id="{0024C4A9-29A1-4562-D19B-5BFA80E2D325}"/>
                  </a:ext>
                </a:extLst>
              </p:cNvPr>
              <p:cNvSpPr/>
              <p:nvPr/>
            </p:nvSpPr>
            <p:spPr>
              <a:xfrm>
                <a:off x="334627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3" y="931969"/>
                    </a:lnTo>
                    <a:lnTo>
                      <a:pt x="914400" y="928916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2" name="ph8403">
                <a:extLst>
                  <a:ext uri="{FF2B5EF4-FFF2-40B4-BE49-F238E27FC236}">
                    <a16:creationId xmlns:a16="http://schemas.microsoft.com/office/drawing/2014/main" id="{799686D8-6E12-01FF-2CE6-8D5D783D46FE}"/>
                  </a:ext>
                </a:extLst>
              </p:cNvPr>
              <p:cNvSpPr/>
              <p:nvPr/>
            </p:nvSpPr>
            <p:spPr>
              <a:xfrm>
                <a:off x="335571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3" name="ph8404">
                <a:extLst>
                  <a:ext uri="{FF2B5EF4-FFF2-40B4-BE49-F238E27FC236}">
                    <a16:creationId xmlns:a16="http://schemas.microsoft.com/office/drawing/2014/main" id="{EF4ACE86-3EF2-667C-299C-29E7C0E25A2D}"/>
                  </a:ext>
                </a:extLst>
              </p:cNvPr>
              <p:cNvSpPr/>
              <p:nvPr/>
            </p:nvSpPr>
            <p:spPr>
              <a:xfrm>
                <a:off x="336515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4" name="ph8405">
                <a:extLst>
                  <a:ext uri="{FF2B5EF4-FFF2-40B4-BE49-F238E27FC236}">
                    <a16:creationId xmlns:a16="http://schemas.microsoft.com/office/drawing/2014/main" id="{D128F70C-0240-D1A9-B325-391D718ECE87}"/>
                  </a:ext>
                </a:extLst>
              </p:cNvPr>
              <p:cNvSpPr/>
              <p:nvPr/>
            </p:nvSpPr>
            <p:spPr>
              <a:xfrm>
                <a:off x="337459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5" name="ph8406">
                <a:extLst>
                  <a:ext uri="{FF2B5EF4-FFF2-40B4-BE49-F238E27FC236}">
                    <a16:creationId xmlns:a16="http://schemas.microsoft.com/office/drawing/2014/main" id="{A81CE7DA-30E9-BB47-1CE5-77D53C6F8341}"/>
                  </a:ext>
                </a:extLst>
              </p:cNvPr>
              <p:cNvSpPr/>
              <p:nvPr/>
            </p:nvSpPr>
            <p:spPr>
              <a:xfrm>
                <a:off x="338403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6" name="ph8407">
                <a:extLst>
                  <a:ext uri="{FF2B5EF4-FFF2-40B4-BE49-F238E27FC236}">
                    <a16:creationId xmlns:a16="http://schemas.microsoft.com/office/drawing/2014/main" id="{FE13B873-F308-3ED9-B2AC-C31D65BAFD8E}"/>
                  </a:ext>
                </a:extLst>
              </p:cNvPr>
              <p:cNvSpPr/>
              <p:nvPr/>
            </p:nvSpPr>
            <p:spPr>
              <a:xfrm>
                <a:off x="339347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7" name="ph8408">
                <a:extLst>
                  <a:ext uri="{FF2B5EF4-FFF2-40B4-BE49-F238E27FC236}">
                    <a16:creationId xmlns:a16="http://schemas.microsoft.com/office/drawing/2014/main" id="{DA4A1360-1D3F-0107-10A8-1B68748981A5}"/>
                  </a:ext>
                </a:extLst>
              </p:cNvPr>
              <p:cNvSpPr/>
              <p:nvPr/>
            </p:nvSpPr>
            <p:spPr>
              <a:xfrm>
                <a:off x="340291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8" name="ph8409">
                <a:extLst>
                  <a:ext uri="{FF2B5EF4-FFF2-40B4-BE49-F238E27FC236}">
                    <a16:creationId xmlns:a16="http://schemas.microsoft.com/office/drawing/2014/main" id="{F43DCA54-2C20-213D-575F-935BE5695470}"/>
                  </a:ext>
                </a:extLst>
              </p:cNvPr>
              <p:cNvSpPr/>
              <p:nvPr/>
            </p:nvSpPr>
            <p:spPr>
              <a:xfrm>
                <a:off x="341235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9" name="ph8410">
                <a:extLst>
                  <a:ext uri="{FF2B5EF4-FFF2-40B4-BE49-F238E27FC236}">
                    <a16:creationId xmlns:a16="http://schemas.microsoft.com/office/drawing/2014/main" id="{8BCBADC4-8679-F9FE-DEA3-65D322162F87}"/>
                  </a:ext>
                </a:extLst>
              </p:cNvPr>
              <p:cNvSpPr/>
              <p:nvPr/>
            </p:nvSpPr>
            <p:spPr>
              <a:xfrm>
                <a:off x="342179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0" name="ph8411">
                <a:extLst>
                  <a:ext uri="{FF2B5EF4-FFF2-40B4-BE49-F238E27FC236}">
                    <a16:creationId xmlns:a16="http://schemas.microsoft.com/office/drawing/2014/main" id="{C5494B6B-033C-5B57-1D21-A136862CB6FB}"/>
                  </a:ext>
                </a:extLst>
              </p:cNvPr>
              <p:cNvSpPr/>
              <p:nvPr/>
            </p:nvSpPr>
            <p:spPr>
              <a:xfrm>
                <a:off x="343123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1" name="ph8412">
                <a:extLst>
                  <a:ext uri="{FF2B5EF4-FFF2-40B4-BE49-F238E27FC236}">
                    <a16:creationId xmlns:a16="http://schemas.microsoft.com/office/drawing/2014/main" id="{E04E29CF-0D26-1A52-0151-05AD5740AC56}"/>
                  </a:ext>
                </a:extLst>
              </p:cNvPr>
              <p:cNvSpPr/>
              <p:nvPr/>
            </p:nvSpPr>
            <p:spPr>
              <a:xfrm>
                <a:off x="344067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2" name="ph8413">
                <a:extLst>
                  <a:ext uri="{FF2B5EF4-FFF2-40B4-BE49-F238E27FC236}">
                    <a16:creationId xmlns:a16="http://schemas.microsoft.com/office/drawing/2014/main" id="{1D0FF89D-2939-956C-DFFF-3489855FE9E7}"/>
                  </a:ext>
                </a:extLst>
              </p:cNvPr>
              <p:cNvSpPr/>
              <p:nvPr/>
            </p:nvSpPr>
            <p:spPr>
              <a:xfrm>
                <a:off x="345011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3" name="ph8414">
                <a:extLst>
                  <a:ext uri="{FF2B5EF4-FFF2-40B4-BE49-F238E27FC236}">
                    <a16:creationId xmlns:a16="http://schemas.microsoft.com/office/drawing/2014/main" id="{91039779-0096-7395-78AE-0B5BE39F47E9}"/>
                  </a:ext>
                </a:extLst>
              </p:cNvPr>
              <p:cNvSpPr/>
              <p:nvPr/>
            </p:nvSpPr>
            <p:spPr>
              <a:xfrm>
                <a:off x="345955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4" name="ph8415">
                <a:extLst>
                  <a:ext uri="{FF2B5EF4-FFF2-40B4-BE49-F238E27FC236}">
                    <a16:creationId xmlns:a16="http://schemas.microsoft.com/office/drawing/2014/main" id="{24DDDACC-759F-6533-82D6-9F0C016598FE}"/>
                  </a:ext>
                </a:extLst>
              </p:cNvPr>
              <p:cNvSpPr/>
              <p:nvPr/>
            </p:nvSpPr>
            <p:spPr>
              <a:xfrm>
                <a:off x="346899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5" name="ph8416">
                <a:extLst>
                  <a:ext uri="{FF2B5EF4-FFF2-40B4-BE49-F238E27FC236}">
                    <a16:creationId xmlns:a16="http://schemas.microsoft.com/office/drawing/2014/main" id="{86E0AF62-92B0-CA2C-C3D7-2B37C6D6066F}"/>
                  </a:ext>
                </a:extLst>
              </p:cNvPr>
              <p:cNvSpPr/>
              <p:nvPr/>
            </p:nvSpPr>
            <p:spPr>
              <a:xfrm>
                <a:off x="347843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6" name="ph8417">
                <a:extLst>
                  <a:ext uri="{FF2B5EF4-FFF2-40B4-BE49-F238E27FC236}">
                    <a16:creationId xmlns:a16="http://schemas.microsoft.com/office/drawing/2014/main" id="{3F795829-3002-04E7-7A47-FC2C3471243D}"/>
                  </a:ext>
                </a:extLst>
              </p:cNvPr>
              <p:cNvSpPr/>
              <p:nvPr/>
            </p:nvSpPr>
            <p:spPr>
              <a:xfrm>
                <a:off x="348787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7" name="ph8418">
                <a:extLst>
                  <a:ext uri="{FF2B5EF4-FFF2-40B4-BE49-F238E27FC236}">
                    <a16:creationId xmlns:a16="http://schemas.microsoft.com/office/drawing/2014/main" id="{11E895AF-B384-3FE8-F978-23D33D14B6F5}"/>
                  </a:ext>
                </a:extLst>
              </p:cNvPr>
              <p:cNvSpPr/>
              <p:nvPr/>
            </p:nvSpPr>
            <p:spPr>
              <a:xfrm>
                <a:off x="349731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8" name="ph8419">
                <a:extLst>
                  <a:ext uri="{FF2B5EF4-FFF2-40B4-BE49-F238E27FC236}">
                    <a16:creationId xmlns:a16="http://schemas.microsoft.com/office/drawing/2014/main" id="{36CE5D28-81A0-478E-825D-2EA31C01D7C0}"/>
                  </a:ext>
                </a:extLst>
              </p:cNvPr>
              <p:cNvSpPr/>
              <p:nvPr/>
            </p:nvSpPr>
            <p:spPr>
              <a:xfrm>
                <a:off x="350675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9" name="ph8420">
                <a:extLst>
                  <a:ext uri="{FF2B5EF4-FFF2-40B4-BE49-F238E27FC236}">
                    <a16:creationId xmlns:a16="http://schemas.microsoft.com/office/drawing/2014/main" id="{8777DB26-6A7D-C6E0-010E-ED27977506EB}"/>
                  </a:ext>
                </a:extLst>
              </p:cNvPr>
              <p:cNvSpPr/>
              <p:nvPr/>
            </p:nvSpPr>
            <p:spPr>
              <a:xfrm>
                <a:off x="351619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0" name="ph8421">
                <a:extLst>
                  <a:ext uri="{FF2B5EF4-FFF2-40B4-BE49-F238E27FC236}">
                    <a16:creationId xmlns:a16="http://schemas.microsoft.com/office/drawing/2014/main" id="{DEA0753B-5B6C-3CBD-06C2-B6FB7F5BFDB6}"/>
                  </a:ext>
                </a:extLst>
              </p:cNvPr>
              <p:cNvSpPr/>
              <p:nvPr/>
            </p:nvSpPr>
            <p:spPr>
              <a:xfrm>
                <a:off x="352563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1" name="ph8422">
                <a:extLst>
                  <a:ext uri="{FF2B5EF4-FFF2-40B4-BE49-F238E27FC236}">
                    <a16:creationId xmlns:a16="http://schemas.microsoft.com/office/drawing/2014/main" id="{C042BB3A-480F-E8FD-2743-C8F2DED99970}"/>
                  </a:ext>
                </a:extLst>
              </p:cNvPr>
              <p:cNvSpPr/>
              <p:nvPr/>
            </p:nvSpPr>
            <p:spPr>
              <a:xfrm>
                <a:off x="353507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2" name="ph8423">
                <a:extLst>
                  <a:ext uri="{FF2B5EF4-FFF2-40B4-BE49-F238E27FC236}">
                    <a16:creationId xmlns:a16="http://schemas.microsoft.com/office/drawing/2014/main" id="{E6E024F7-EB27-C92C-BE0F-F59B385C9003}"/>
                  </a:ext>
                </a:extLst>
              </p:cNvPr>
              <p:cNvSpPr/>
              <p:nvPr/>
            </p:nvSpPr>
            <p:spPr>
              <a:xfrm>
                <a:off x="354451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3" name="ph8424">
                <a:extLst>
                  <a:ext uri="{FF2B5EF4-FFF2-40B4-BE49-F238E27FC236}">
                    <a16:creationId xmlns:a16="http://schemas.microsoft.com/office/drawing/2014/main" id="{3D15B359-E5CB-76AA-038E-2E5B8CEAB327}"/>
                  </a:ext>
                </a:extLst>
              </p:cNvPr>
              <p:cNvSpPr/>
              <p:nvPr/>
            </p:nvSpPr>
            <p:spPr>
              <a:xfrm>
                <a:off x="355395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4" name="ph8425">
                <a:extLst>
                  <a:ext uri="{FF2B5EF4-FFF2-40B4-BE49-F238E27FC236}">
                    <a16:creationId xmlns:a16="http://schemas.microsoft.com/office/drawing/2014/main" id="{51647E57-9D03-B75F-3AC9-515E23E837ED}"/>
                  </a:ext>
                </a:extLst>
              </p:cNvPr>
              <p:cNvSpPr/>
              <p:nvPr/>
            </p:nvSpPr>
            <p:spPr>
              <a:xfrm>
                <a:off x="356339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5" name="ph8426">
                <a:extLst>
                  <a:ext uri="{FF2B5EF4-FFF2-40B4-BE49-F238E27FC236}">
                    <a16:creationId xmlns:a16="http://schemas.microsoft.com/office/drawing/2014/main" id="{185EB0AF-025E-362D-033E-CE4A8000B442}"/>
                  </a:ext>
                </a:extLst>
              </p:cNvPr>
              <p:cNvSpPr/>
              <p:nvPr/>
            </p:nvSpPr>
            <p:spPr>
              <a:xfrm>
                <a:off x="357283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6" name="ph8427">
                <a:extLst>
                  <a:ext uri="{FF2B5EF4-FFF2-40B4-BE49-F238E27FC236}">
                    <a16:creationId xmlns:a16="http://schemas.microsoft.com/office/drawing/2014/main" id="{D53E1EF2-622D-43E9-4ACC-27D55E0C2B51}"/>
                  </a:ext>
                </a:extLst>
              </p:cNvPr>
              <p:cNvSpPr/>
              <p:nvPr/>
            </p:nvSpPr>
            <p:spPr>
              <a:xfrm>
                <a:off x="358227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7" name="ph8428">
                <a:extLst>
                  <a:ext uri="{FF2B5EF4-FFF2-40B4-BE49-F238E27FC236}">
                    <a16:creationId xmlns:a16="http://schemas.microsoft.com/office/drawing/2014/main" id="{3466C640-180E-7D45-7E48-E53FC626EE0F}"/>
                  </a:ext>
                </a:extLst>
              </p:cNvPr>
              <p:cNvSpPr/>
              <p:nvPr/>
            </p:nvSpPr>
            <p:spPr>
              <a:xfrm>
                <a:off x="359171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8" name="ph8429">
                <a:extLst>
                  <a:ext uri="{FF2B5EF4-FFF2-40B4-BE49-F238E27FC236}">
                    <a16:creationId xmlns:a16="http://schemas.microsoft.com/office/drawing/2014/main" id="{FB310F9F-14C3-1152-415D-811DF257D24B}"/>
                  </a:ext>
                </a:extLst>
              </p:cNvPr>
              <p:cNvSpPr/>
              <p:nvPr/>
            </p:nvSpPr>
            <p:spPr>
              <a:xfrm>
                <a:off x="360115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9" name="ph8430">
                <a:extLst>
                  <a:ext uri="{FF2B5EF4-FFF2-40B4-BE49-F238E27FC236}">
                    <a16:creationId xmlns:a16="http://schemas.microsoft.com/office/drawing/2014/main" id="{C994BC92-61BD-CA6E-E9FF-33ABFCED9C53}"/>
                  </a:ext>
                </a:extLst>
              </p:cNvPr>
              <p:cNvSpPr/>
              <p:nvPr/>
            </p:nvSpPr>
            <p:spPr>
              <a:xfrm>
                <a:off x="361059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0" name="ph8431">
                <a:extLst>
                  <a:ext uri="{FF2B5EF4-FFF2-40B4-BE49-F238E27FC236}">
                    <a16:creationId xmlns:a16="http://schemas.microsoft.com/office/drawing/2014/main" id="{340280B5-218D-95DB-D5E2-4A3C2E77A85D}"/>
                  </a:ext>
                </a:extLst>
              </p:cNvPr>
              <p:cNvSpPr/>
              <p:nvPr/>
            </p:nvSpPr>
            <p:spPr>
              <a:xfrm>
                <a:off x="362003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1" name="ph8432">
                <a:extLst>
                  <a:ext uri="{FF2B5EF4-FFF2-40B4-BE49-F238E27FC236}">
                    <a16:creationId xmlns:a16="http://schemas.microsoft.com/office/drawing/2014/main" id="{5468C128-C0B4-CD5F-1C80-64BF9B466EC6}"/>
                  </a:ext>
                </a:extLst>
              </p:cNvPr>
              <p:cNvSpPr/>
              <p:nvPr/>
            </p:nvSpPr>
            <p:spPr>
              <a:xfrm>
                <a:off x="362947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2" name="ph8433">
                <a:extLst>
                  <a:ext uri="{FF2B5EF4-FFF2-40B4-BE49-F238E27FC236}">
                    <a16:creationId xmlns:a16="http://schemas.microsoft.com/office/drawing/2014/main" id="{802E57DA-79EC-BDC9-B761-C7AD10200668}"/>
                  </a:ext>
                </a:extLst>
              </p:cNvPr>
              <p:cNvSpPr/>
              <p:nvPr/>
            </p:nvSpPr>
            <p:spPr>
              <a:xfrm>
                <a:off x="363891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3" name="ph8434">
                <a:extLst>
                  <a:ext uri="{FF2B5EF4-FFF2-40B4-BE49-F238E27FC236}">
                    <a16:creationId xmlns:a16="http://schemas.microsoft.com/office/drawing/2014/main" id="{48B051AD-2824-EDAF-99D5-D72B3EB184AF}"/>
                  </a:ext>
                </a:extLst>
              </p:cNvPr>
              <p:cNvSpPr/>
              <p:nvPr/>
            </p:nvSpPr>
            <p:spPr>
              <a:xfrm>
                <a:off x="364836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4" name="ph8435">
                <a:extLst>
                  <a:ext uri="{FF2B5EF4-FFF2-40B4-BE49-F238E27FC236}">
                    <a16:creationId xmlns:a16="http://schemas.microsoft.com/office/drawing/2014/main" id="{461ECC8E-753C-FF5B-C440-51BA144EA60C}"/>
                  </a:ext>
                </a:extLst>
              </p:cNvPr>
              <p:cNvSpPr/>
              <p:nvPr/>
            </p:nvSpPr>
            <p:spPr>
              <a:xfrm>
                <a:off x="365780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5" name="ph8436">
                <a:extLst>
                  <a:ext uri="{FF2B5EF4-FFF2-40B4-BE49-F238E27FC236}">
                    <a16:creationId xmlns:a16="http://schemas.microsoft.com/office/drawing/2014/main" id="{C9F2EB70-B137-79C0-FC2F-B4102CC7E8D3}"/>
                  </a:ext>
                </a:extLst>
              </p:cNvPr>
              <p:cNvSpPr/>
              <p:nvPr/>
            </p:nvSpPr>
            <p:spPr>
              <a:xfrm>
                <a:off x="366724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6" name="ph8437">
                <a:extLst>
                  <a:ext uri="{FF2B5EF4-FFF2-40B4-BE49-F238E27FC236}">
                    <a16:creationId xmlns:a16="http://schemas.microsoft.com/office/drawing/2014/main" id="{FF5B5654-17D8-6191-183E-A26FFD1B2CAD}"/>
                  </a:ext>
                </a:extLst>
              </p:cNvPr>
              <p:cNvSpPr/>
              <p:nvPr/>
            </p:nvSpPr>
            <p:spPr>
              <a:xfrm>
                <a:off x="367668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7" name="ph8438">
                <a:extLst>
                  <a:ext uri="{FF2B5EF4-FFF2-40B4-BE49-F238E27FC236}">
                    <a16:creationId xmlns:a16="http://schemas.microsoft.com/office/drawing/2014/main" id="{2D01754E-F23F-8FC3-C2D2-5B38FB6B2855}"/>
                  </a:ext>
                </a:extLst>
              </p:cNvPr>
              <p:cNvSpPr/>
              <p:nvPr/>
            </p:nvSpPr>
            <p:spPr>
              <a:xfrm>
                <a:off x="368612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8" name="ph8439">
                <a:extLst>
                  <a:ext uri="{FF2B5EF4-FFF2-40B4-BE49-F238E27FC236}">
                    <a16:creationId xmlns:a16="http://schemas.microsoft.com/office/drawing/2014/main" id="{7064DD4D-4B4F-4831-61A2-661E1B423088}"/>
                  </a:ext>
                </a:extLst>
              </p:cNvPr>
              <p:cNvSpPr/>
              <p:nvPr/>
            </p:nvSpPr>
            <p:spPr>
              <a:xfrm>
                <a:off x="369556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9" name="ph8440">
                <a:extLst>
                  <a:ext uri="{FF2B5EF4-FFF2-40B4-BE49-F238E27FC236}">
                    <a16:creationId xmlns:a16="http://schemas.microsoft.com/office/drawing/2014/main" id="{89D7E44A-E67D-ADD7-2716-C6ED7BF029CC}"/>
                  </a:ext>
                </a:extLst>
              </p:cNvPr>
              <p:cNvSpPr/>
              <p:nvPr/>
            </p:nvSpPr>
            <p:spPr>
              <a:xfrm>
                <a:off x="370500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0" name="ph8441">
                <a:extLst>
                  <a:ext uri="{FF2B5EF4-FFF2-40B4-BE49-F238E27FC236}">
                    <a16:creationId xmlns:a16="http://schemas.microsoft.com/office/drawing/2014/main" id="{DCBBE51A-5D55-F440-4DC5-23DC840A6C7F}"/>
                  </a:ext>
                </a:extLst>
              </p:cNvPr>
              <p:cNvSpPr/>
              <p:nvPr/>
            </p:nvSpPr>
            <p:spPr>
              <a:xfrm>
                <a:off x="371444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1" name="ph8442">
                <a:extLst>
                  <a:ext uri="{FF2B5EF4-FFF2-40B4-BE49-F238E27FC236}">
                    <a16:creationId xmlns:a16="http://schemas.microsoft.com/office/drawing/2014/main" id="{2C75DFC1-6A7E-C30E-2B8E-75D26A36D454}"/>
                  </a:ext>
                </a:extLst>
              </p:cNvPr>
              <p:cNvSpPr/>
              <p:nvPr/>
            </p:nvSpPr>
            <p:spPr>
              <a:xfrm>
                <a:off x="372388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2" name="ph8443">
                <a:extLst>
                  <a:ext uri="{FF2B5EF4-FFF2-40B4-BE49-F238E27FC236}">
                    <a16:creationId xmlns:a16="http://schemas.microsoft.com/office/drawing/2014/main" id="{F5C5C566-4CFD-497B-7FB0-3DC3806AE044}"/>
                  </a:ext>
                </a:extLst>
              </p:cNvPr>
              <p:cNvSpPr/>
              <p:nvPr/>
            </p:nvSpPr>
            <p:spPr>
              <a:xfrm>
                <a:off x="373332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3" name="ph8444">
                <a:extLst>
                  <a:ext uri="{FF2B5EF4-FFF2-40B4-BE49-F238E27FC236}">
                    <a16:creationId xmlns:a16="http://schemas.microsoft.com/office/drawing/2014/main" id="{3490A028-85EF-57F9-60EE-864AF2107211}"/>
                  </a:ext>
                </a:extLst>
              </p:cNvPr>
              <p:cNvSpPr/>
              <p:nvPr/>
            </p:nvSpPr>
            <p:spPr>
              <a:xfrm>
                <a:off x="374276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4" name="ph8445">
                <a:extLst>
                  <a:ext uri="{FF2B5EF4-FFF2-40B4-BE49-F238E27FC236}">
                    <a16:creationId xmlns:a16="http://schemas.microsoft.com/office/drawing/2014/main" id="{E72B1E6E-F237-1D1F-6B32-8209034700E5}"/>
                  </a:ext>
                </a:extLst>
              </p:cNvPr>
              <p:cNvSpPr/>
              <p:nvPr/>
            </p:nvSpPr>
            <p:spPr>
              <a:xfrm>
                <a:off x="375220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5" name="ph8446">
                <a:extLst>
                  <a:ext uri="{FF2B5EF4-FFF2-40B4-BE49-F238E27FC236}">
                    <a16:creationId xmlns:a16="http://schemas.microsoft.com/office/drawing/2014/main" id="{A5B18683-03F0-9717-73E6-75B9D84FB227}"/>
                  </a:ext>
                </a:extLst>
              </p:cNvPr>
              <p:cNvSpPr/>
              <p:nvPr/>
            </p:nvSpPr>
            <p:spPr>
              <a:xfrm>
                <a:off x="376164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6" name="ph8447">
                <a:extLst>
                  <a:ext uri="{FF2B5EF4-FFF2-40B4-BE49-F238E27FC236}">
                    <a16:creationId xmlns:a16="http://schemas.microsoft.com/office/drawing/2014/main" id="{48607E2B-F4B6-8FB3-0C7A-1AD52AEDFCC9}"/>
                  </a:ext>
                </a:extLst>
              </p:cNvPr>
              <p:cNvSpPr/>
              <p:nvPr/>
            </p:nvSpPr>
            <p:spPr>
              <a:xfrm>
                <a:off x="377108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7" name="ph8448">
                <a:extLst>
                  <a:ext uri="{FF2B5EF4-FFF2-40B4-BE49-F238E27FC236}">
                    <a16:creationId xmlns:a16="http://schemas.microsoft.com/office/drawing/2014/main" id="{4608D6BF-B903-BF5D-5D6F-5145A998513D}"/>
                  </a:ext>
                </a:extLst>
              </p:cNvPr>
              <p:cNvSpPr/>
              <p:nvPr/>
            </p:nvSpPr>
            <p:spPr>
              <a:xfrm>
                <a:off x="378052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8" name="ph8449">
                <a:extLst>
                  <a:ext uri="{FF2B5EF4-FFF2-40B4-BE49-F238E27FC236}">
                    <a16:creationId xmlns:a16="http://schemas.microsoft.com/office/drawing/2014/main" id="{1249F376-8C73-F4B9-A693-BD0FDA5E5733}"/>
                  </a:ext>
                </a:extLst>
              </p:cNvPr>
              <p:cNvSpPr/>
              <p:nvPr/>
            </p:nvSpPr>
            <p:spPr>
              <a:xfrm>
                <a:off x="378996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9" name="ph8450">
                <a:extLst>
                  <a:ext uri="{FF2B5EF4-FFF2-40B4-BE49-F238E27FC236}">
                    <a16:creationId xmlns:a16="http://schemas.microsoft.com/office/drawing/2014/main" id="{3FF5E558-F788-A217-DCAF-D2C822A223D0}"/>
                  </a:ext>
                </a:extLst>
              </p:cNvPr>
              <p:cNvSpPr/>
              <p:nvPr/>
            </p:nvSpPr>
            <p:spPr>
              <a:xfrm>
                <a:off x="379940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0" name="ph8451">
                <a:extLst>
                  <a:ext uri="{FF2B5EF4-FFF2-40B4-BE49-F238E27FC236}">
                    <a16:creationId xmlns:a16="http://schemas.microsoft.com/office/drawing/2014/main" id="{30E62F65-751B-1462-C3F2-863979BB5E96}"/>
                  </a:ext>
                </a:extLst>
              </p:cNvPr>
              <p:cNvSpPr/>
              <p:nvPr/>
            </p:nvSpPr>
            <p:spPr>
              <a:xfrm>
                <a:off x="380884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1" name="ph8452">
                <a:extLst>
                  <a:ext uri="{FF2B5EF4-FFF2-40B4-BE49-F238E27FC236}">
                    <a16:creationId xmlns:a16="http://schemas.microsoft.com/office/drawing/2014/main" id="{A4C5A723-2D65-8ED0-B511-5CFA10187093}"/>
                  </a:ext>
                </a:extLst>
              </p:cNvPr>
              <p:cNvSpPr/>
              <p:nvPr/>
            </p:nvSpPr>
            <p:spPr>
              <a:xfrm>
                <a:off x="381828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2" name="ph8453">
                <a:extLst>
                  <a:ext uri="{FF2B5EF4-FFF2-40B4-BE49-F238E27FC236}">
                    <a16:creationId xmlns:a16="http://schemas.microsoft.com/office/drawing/2014/main" id="{ABA9A164-266F-9BF5-D77D-B4FC92F40360}"/>
                  </a:ext>
                </a:extLst>
              </p:cNvPr>
              <p:cNvSpPr/>
              <p:nvPr/>
            </p:nvSpPr>
            <p:spPr>
              <a:xfrm>
                <a:off x="3837165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978" y="896830"/>
                    </a:lnTo>
                    <a:lnTo>
                      <a:pt x="914030" y="905577"/>
                    </a:lnTo>
                    <a:lnTo>
                      <a:pt x="914400" y="906468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3" name="ph8454">
                <a:extLst>
                  <a:ext uri="{FF2B5EF4-FFF2-40B4-BE49-F238E27FC236}">
                    <a16:creationId xmlns:a16="http://schemas.microsoft.com/office/drawing/2014/main" id="{2FF1F5BD-3D6B-D8CD-917C-9B41BA4EC038}"/>
                  </a:ext>
                </a:extLst>
              </p:cNvPr>
              <p:cNvSpPr/>
              <p:nvPr/>
            </p:nvSpPr>
            <p:spPr>
              <a:xfrm>
                <a:off x="3837165" y="920337"/>
                <a:ext cx="917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85" h="914400">
                    <a:moveTo>
                      <a:pt x="914400" y="914400"/>
                    </a:moveTo>
                    <a:lnTo>
                      <a:pt x="914400" y="906468"/>
                    </a:lnTo>
                    <a:lnTo>
                      <a:pt x="917685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4" name="ph8455">
                <a:extLst>
                  <a:ext uri="{FF2B5EF4-FFF2-40B4-BE49-F238E27FC236}">
                    <a16:creationId xmlns:a16="http://schemas.microsoft.com/office/drawing/2014/main" id="{BCC8B141-5244-D7BA-F81B-1348B4348174}"/>
                  </a:ext>
                </a:extLst>
              </p:cNvPr>
              <p:cNvSpPr/>
              <p:nvPr/>
            </p:nvSpPr>
            <p:spPr>
              <a:xfrm>
                <a:off x="2156802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366"/>
                    </a:lnTo>
                    <a:lnTo>
                      <a:pt x="908380" y="912811"/>
                    </a:lnTo>
                    <a:lnTo>
                      <a:pt x="914195" y="910760"/>
                    </a:lnTo>
                    <a:lnTo>
                      <a:pt x="914400" y="91070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5" name="ph8456">
                <a:extLst>
                  <a:ext uri="{FF2B5EF4-FFF2-40B4-BE49-F238E27FC236}">
                    <a16:creationId xmlns:a16="http://schemas.microsoft.com/office/drawing/2014/main" id="{8EB1EDE0-42EF-16AB-6EFC-F89F59D4A049}"/>
                  </a:ext>
                </a:extLst>
              </p:cNvPr>
              <p:cNvSpPr/>
              <p:nvPr/>
            </p:nvSpPr>
            <p:spPr>
              <a:xfrm>
                <a:off x="2166242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708"/>
                    </a:lnTo>
                    <a:lnTo>
                      <a:pt x="910620" y="909277"/>
                    </a:lnTo>
                    <a:lnTo>
                      <a:pt x="914400" y="90869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6" name="ph8457">
                <a:extLst>
                  <a:ext uri="{FF2B5EF4-FFF2-40B4-BE49-F238E27FC236}">
                    <a16:creationId xmlns:a16="http://schemas.microsoft.com/office/drawing/2014/main" id="{D4CC2C17-7FCE-2F98-80A8-9AFB3CA0E81F}"/>
                  </a:ext>
                </a:extLst>
              </p:cNvPr>
              <p:cNvSpPr/>
              <p:nvPr/>
            </p:nvSpPr>
            <p:spPr>
              <a:xfrm>
                <a:off x="2175682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93"/>
                    </a:lnTo>
                    <a:lnTo>
                      <a:pt x="907078" y="908366"/>
                    </a:lnTo>
                    <a:lnTo>
                      <a:pt x="912995" y="908029"/>
                    </a:lnTo>
                    <a:lnTo>
                      <a:pt x="914400" y="90808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7" name="ph8458">
                <a:extLst>
                  <a:ext uri="{FF2B5EF4-FFF2-40B4-BE49-F238E27FC236}">
                    <a16:creationId xmlns:a16="http://schemas.microsoft.com/office/drawing/2014/main" id="{04DC1F08-2FD6-D28A-6E2F-78DB6D145204}"/>
                  </a:ext>
                </a:extLst>
              </p:cNvPr>
              <p:cNvSpPr/>
              <p:nvPr/>
            </p:nvSpPr>
            <p:spPr>
              <a:xfrm>
                <a:off x="2185123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086"/>
                    </a:lnTo>
                    <a:lnTo>
                      <a:pt x="909472" y="908269"/>
                    </a:lnTo>
                    <a:lnTo>
                      <a:pt x="914400" y="90894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8" name="ph8459">
                <a:extLst>
                  <a:ext uri="{FF2B5EF4-FFF2-40B4-BE49-F238E27FC236}">
                    <a16:creationId xmlns:a16="http://schemas.microsoft.com/office/drawing/2014/main" id="{DC2A72D7-92E4-4B7B-94AA-E50F65B293A8}"/>
                  </a:ext>
                </a:extLst>
              </p:cNvPr>
              <p:cNvSpPr/>
              <p:nvPr/>
            </p:nvSpPr>
            <p:spPr>
              <a:xfrm>
                <a:off x="2194563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948"/>
                    </a:lnTo>
                    <a:lnTo>
                      <a:pt x="905934" y="909083"/>
                    </a:lnTo>
                    <a:lnTo>
                      <a:pt x="911806" y="910470"/>
                    </a:lnTo>
                    <a:lnTo>
                      <a:pt x="914400" y="91134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9" name="ph8460">
                <a:extLst>
                  <a:ext uri="{FF2B5EF4-FFF2-40B4-BE49-F238E27FC236}">
                    <a16:creationId xmlns:a16="http://schemas.microsoft.com/office/drawing/2014/main" id="{D63878B4-334A-8B3F-8CF0-D69DCB84A3E8}"/>
                  </a:ext>
                </a:extLst>
              </p:cNvPr>
              <p:cNvSpPr/>
              <p:nvPr/>
            </p:nvSpPr>
            <p:spPr>
              <a:xfrm>
                <a:off x="2194563" y="902767"/>
                <a:ext cx="9221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47" h="914400">
                    <a:moveTo>
                      <a:pt x="914400" y="914400"/>
                    </a:moveTo>
                    <a:lnTo>
                      <a:pt x="914400" y="911340"/>
                    </a:lnTo>
                    <a:lnTo>
                      <a:pt x="917631" y="912425"/>
                    </a:lnTo>
                    <a:lnTo>
                      <a:pt x="922147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0" name="ph8461">
                <a:extLst>
                  <a:ext uri="{FF2B5EF4-FFF2-40B4-BE49-F238E27FC236}">
                    <a16:creationId xmlns:a16="http://schemas.microsoft.com/office/drawing/2014/main" id="{0710E9D0-B4C1-C193-E28B-1BD98715283B}"/>
                  </a:ext>
                </a:extLst>
              </p:cNvPr>
              <p:cNvSpPr/>
              <p:nvPr/>
            </p:nvSpPr>
            <p:spPr>
              <a:xfrm>
                <a:off x="3336832" y="885197"/>
                <a:ext cx="914400" cy="92340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4">
                    <a:moveTo>
                      <a:pt x="914400" y="914400"/>
                    </a:moveTo>
                    <a:lnTo>
                      <a:pt x="914400" y="923404"/>
                    </a:lnTo>
                    <a:lnTo>
                      <a:pt x="912719" y="918643"/>
                    </a:lnTo>
                    <a:lnTo>
                      <a:pt x="911384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1" name="ph8462">
                <a:extLst>
                  <a:ext uri="{FF2B5EF4-FFF2-40B4-BE49-F238E27FC236}">
                    <a16:creationId xmlns:a16="http://schemas.microsoft.com/office/drawing/2014/main" id="{39468D08-9E04-7DCB-FFC8-1FD17F67244E}"/>
                  </a:ext>
                </a:extLst>
              </p:cNvPr>
              <p:cNvSpPr/>
              <p:nvPr/>
            </p:nvSpPr>
            <p:spPr>
              <a:xfrm>
                <a:off x="333683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598" y="931969"/>
                    </a:lnTo>
                    <a:lnTo>
                      <a:pt x="915909" y="927681"/>
                    </a:lnTo>
                    <a:lnTo>
                      <a:pt x="914400" y="923404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2" name="ph8463">
                <a:extLst>
                  <a:ext uri="{FF2B5EF4-FFF2-40B4-BE49-F238E27FC236}">
                    <a16:creationId xmlns:a16="http://schemas.microsoft.com/office/drawing/2014/main" id="{3FD369AC-F387-F3CD-8CAF-FEFE540F9E44}"/>
                  </a:ext>
                </a:extLst>
              </p:cNvPr>
              <p:cNvSpPr/>
              <p:nvPr/>
            </p:nvSpPr>
            <p:spPr>
              <a:xfrm>
                <a:off x="334627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3" name="ph8464">
                <a:extLst>
                  <a:ext uri="{FF2B5EF4-FFF2-40B4-BE49-F238E27FC236}">
                    <a16:creationId xmlns:a16="http://schemas.microsoft.com/office/drawing/2014/main" id="{F2D801F2-F1B8-E8D3-0BEC-086ECA349C9B}"/>
                  </a:ext>
                </a:extLst>
              </p:cNvPr>
              <p:cNvSpPr/>
              <p:nvPr/>
            </p:nvSpPr>
            <p:spPr>
              <a:xfrm>
                <a:off x="335571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4" name="ph8465">
                <a:extLst>
                  <a:ext uri="{FF2B5EF4-FFF2-40B4-BE49-F238E27FC236}">
                    <a16:creationId xmlns:a16="http://schemas.microsoft.com/office/drawing/2014/main" id="{A7A70EC3-51FB-B7B5-5504-843911DEFB85}"/>
                  </a:ext>
                </a:extLst>
              </p:cNvPr>
              <p:cNvSpPr/>
              <p:nvPr/>
            </p:nvSpPr>
            <p:spPr>
              <a:xfrm>
                <a:off x="336515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5" name="ph8466">
                <a:extLst>
                  <a:ext uri="{FF2B5EF4-FFF2-40B4-BE49-F238E27FC236}">
                    <a16:creationId xmlns:a16="http://schemas.microsoft.com/office/drawing/2014/main" id="{15AE3F74-8AFB-6619-C4F0-EB178E7F6A40}"/>
                  </a:ext>
                </a:extLst>
              </p:cNvPr>
              <p:cNvSpPr/>
              <p:nvPr/>
            </p:nvSpPr>
            <p:spPr>
              <a:xfrm>
                <a:off x="337459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6" name="ph8467">
                <a:extLst>
                  <a:ext uri="{FF2B5EF4-FFF2-40B4-BE49-F238E27FC236}">
                    <a16:creationId xmlns:a16="http://schemas.microsoft.com/office/drawing/2014/main" id="{10B4C787-64BB-5047-A911-A3C1A8208E56}"/>
                  </a:ext>
                </a:extLst>
              </p:cNvPr>
              <p:cNvSpPr/>
              <p:nvPr/>
            </p:nvSpPr>
            <p:spPr>
              <a:xfrm>
                <a:off x="338403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7" name="ph8468">
                <a:extLst>
                  <a:ext uri="{FF2B5EF4-FFF2-40B4-BE49-F238E27FC236}">
                    <a16:creationId xmlns:a16="http://schemas.microsoft.com/office/drawing/2014/main" id="{9DF73E55-7AF5-D9AC-B717-E639F09CBC0C}"/>
                  </a:ext>
                </a:extLst>
              </p:cNvPr>
              <p:cNvSpPr/>
              <p:nvPr/>
            </p:nvSpPr>
            <p:spPr>
              <a:xfrm>
                <a:off x="339347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8" name="ph8469">
                <a:extLst>
                  <a:ext uri="{FF2B5EF4-FFF2-40B4-BE49-F238E27FC236}">
                    <a16:creationId xmlns:a16="http://schemas.microsoft.com/office/drawing/2014/main" id="{7B870C3E-55F7-8F9E-1646-FB8362ADC6E6}"/>
                  </a:ext>
                </a:extLst>
              </p:cNvPr>
              <p:cNvSpPr/>
              <p:nvPr/>
            </p:nvSpPr>
            <p:spPr>
              <a:xfrm>
                <a:off x="340291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9" name="ph8470">
                <a:extLst>
                  <a:ext uri="{FF2B5EF4-FFF2-40B4-BE49-F238E27FC236}">
                    <a16:creationId xmlns:a16="http://schemas.microsoft.com/office/drawing/2014/main" id="{C3015607-0BB1-6F62-05F9-597C98CED46C}"/>
                  </a:ext>
                </a:extLst>
              </p:cNvPr>
              <p:cNvSpPr/>
              <p:nvPr/>
            </p:nvSpPr>
            <p:spPr>
              <a:xfrm>
                <a:off x="341235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0" name="ph8471">
                <a:extLst>
                  <a:ext uri="{FF2B5EF4-FFF2-40B4-BE49-F238E27FC236}">
                    <a16:creationId xmlns:a16="http://schemas.microsoft.com/office/drawing/2014/main" id="{ECFC8F6E-D7A0-28D2-FFEF-C7EDA4520805}"/>
                  </a:ext>
                </a:extLst>
              </p:cNvPr>
              <p:cNvSpPr/>
              <p:nvPr/>
            </p:nvSpPr>
            <p:spPr>
              <a:xfrm>
                <a:off x="342179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1" name="ph8472">
                <a:extLst>
                  <a:ext uri="{FF2B5EF4-FFF2-40B4-BE49-F238E27FC236}">
                    <a16:creationId xmlns:a16="http://schemas.microsoft.com/office/drawing/2014/main" id="{96B477E9-77B8-900A-296D-27E867578EEC}"/>
                  </a:ext>
                </a:extLst>
              </p:cNvPr>
              <p:cNvSpPr/>
              <p:nvPr/>
            </p:nvSpPr>
            <p:spPr>
              <a:xfrm>
                <a:off x="343123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2" name="ph8473">
                <a:extLst>
                  <a:ext uri="{FF2B5EF4-FFF2-40B4-BE49-F238E27FC236}">
                    <a16:creationId xmlns:a16="http://schemas.microsoft.com/office/drawing/2014/main" id="{D98CC5CB-7F96-DFE6-E855-512B9AD8AC17}"/>
                  </a:ext>
                </a:extLst>
              </p:cNvPr>
              <p:cNvSpPr/>
              <p:nvPr/>
            </p:nvSpPr>
            <p:spPr>
              <a:xfrm>
                <a:off x="344067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3" name="ph8474">
                <a:extLst>
                  <a:ext uri="{FF2B5EF4-FFF2-40B4-BE49-F238E27FC236}">
                    <a16:creationId xmlns:a16="http://schemas.microsoft.com/office/drawing/2014/main" id="{D87BC65C-473E-8B92-5054-6C7FBFA97E01}"/>
                  </a:ext>
                </a:extLst>
              </p:cNvPr>
              <p:cNvSpPr/>
              <p:nvPr/>
            </p:nvSpPr>
            <p:spPr>
              <a:xfrm>
                <a:off x="345011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4" name="ph8475">
                <a:extLst>
                  <a:ext uri="{FF2B5EF4-FFF2-40B4-BE49-F238E27FC236}">
                    <a16:creationId xmlns:a16="http://schemas.microsoft.com/office/drawing/2014/main" id="{E8C53692-E79C-18BE-ACF7-8D118896AAB6}"/>
                  </a:ext>
                </a:extLst>
              </p:cNvPr>
              <p:cNvSpPr/>
              <p:nvPr/>
            </p:nvSpPr>
            <p:spPr>
              <a:xfrm>
                <a:off x="345955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5" name="ph8476">
                <a:extLst>
                  <a:ext uri="{FF2B5EF4-FFF2-40B4-BE49-F238E27FC236}">
                    <a16:creationId xmlns:a16="http://schemas.microsoft.com/office/drawing/2014/main" id="{F72B58F3-4E88-21B9-C30E-00AD7267A2BE}"/>
                  </a:ext>
                </a:extLst>
              </p:cNvPr>
              <p:cNvSpPr/>
              <p:nvPr/>
            </p:nvSpPr>
            <p:spPr>
              <a:xfrm>
                <a:off x="346899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6" name="ph8477">
                <a:extLst>
                  <a:ext uri="{FF2B5EF4-FFF2-40B4-BE49-F238E27FC236}">
                    <a16:creationId xmlns:a16="http://schemas.microsoft.com/office/drawing/2014/main" id="{B451FFEF-044F-898F-FE87-623EB948DDFB}"/>
                  </a:ext>
                </a:extLst>
              </p:cNvPr>
              <p:cNvSpPr/>
              <p:nvPr/>
            </p:nvSpPr>
            <p:spPr>
              <a:xfrm>
                <a:off x="347843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7" name="ph8478">
                <a:extLst>
                  <a:ext uri="{FF2B5EF4-FFF2-40B4-BE49-F238E27FC236}">
                    <a16:creationId xmlns:a16="http://schemas.microsoft.com/office/drawing/2014/main" id="{381CC343-D8B9-E1CE-EB3D-24FD0EFB8BBA}"/>
                  </a:ext>
                </a:extLst>
              </p:cNvPr>
              <p:cNvSpPr/>
              <p:nvPr/>
            </p:nvSpPr>
            <p:spPr>
              <a:xfrm>
                <a:off x="348787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8" name="ph8479">
                <a:extLst>
                  <a:ext uri="{FF2B5EF4-FFF2-40B4-BE49-F238E27FC236}">
                    <a16:creationId xmlns:a16="http://schemas.microsoft.com/office/drawing/2014/main" id="{16ECD2CB-1080-1710-5E20-8207CC47C50C}"/>
                  </a:ext>
                </a:extLst>
              </p:cNvPr>
              <p:cNvSpPr/>
              <p:nvPr/>
            </p:nvSpPr>
            <p:spPr>
              <a:xfrm>
                <a:off x="349731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9" name="ph8480">
                <a:extLst>
                  <a:ext uri="{FF2B5EF4-FFF2-40B4-BE49-F238E27FC236}">
                    <a16:creationId xmlns:a16="http://schemas.microsoft.com/office/drawing/2014/main" id="{C691473B-4063-1DCC-0D5A-407642549B2A}"/>
                  </a:ext>
                </a:extLst>
              </p:cNvPr>
              <p:cNvSpPr/>
              <p:nvPr/>
            </p:nvSpPr>
            <p:spPr>
              <a:xfrm>
                <a:off x="350675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0" name="ph8481">
                <a:extLst>
                  <a:ext uri="{FF2B5EF4-FFF2-40B4-BE49-F238E27FC236}">
                    <a16:creationId xmlns:a16="http://schemas.microsoft.com/office/drawing/2014/main" id="{959A20B1-E3B8-27D9-C22C-D6AA3DCC2906}"/>
                  </a:ext>
                </a:extLst>
              </p:cNvPr>
              <p:cNvSpPr/>
              <p:nvPr/>
            </p:nvSpPr>
            <p:spPr>
              <a:xfrm>
                <a:off x="351619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1" name="ph8482">
                <a:extLst>
                  <a:ext uri="{FF2B5EF4-FFF2-40B4-BE49-F238E27FC236}">
                    <a16:creationId xmlns:a16="http://schemas.microsoft.com/office/drawing/2014/main" id="{FC55FA5A-A4C5-08B8-804F-D2FCE77941AC}"/>
                  </a:ext>
                </a:extLst>
              </p:cNvPr>
              <p:cNvSpPr/>
              <p:nvPr/>
            </p:nvSpPr>
            <p:spPr>
              <a:xfrm>
                <a:off x="352563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2" name="ph8483">
                <a:extLst>
                  <a:ext uri="{FF2B5EF4-FFF2-40B4-BE49-F238E27FC236}">
                    <a16:creationId xmlns:a16="http://schemas.microsoft.com/office/drawing/2014/main" id="{ED61774F-23A6-6EA4-636E-8D6AB8BFEA0E}"/>
                  </a:ext>
                </a:extLst>
              </p:cNvPr>
              <p:cNvSpPr/>
              <p:nvPr/>
            </p:nvSpPr>
            <p:spPr>
              <a:xfrm>
                <a:off x="353507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3" name="ph8484">
                <a:extLst>
                  <a:ext uri="{FF2B5EF4-FFF2-40B4-BE49-F238E27FC236}">
                    <a16:creationId xmlns:a16="http://schemas.microsoft.com/office/drawing/2014/main" id="{3EDF3433-944A-A6A7-E205-4BD841F1DF7E}"/>
                  </a:ext>
                </a:extLst>
              </p:cNvPr>
              <p:cNvSpPr/>
              <p:nvPr/>
            </p:nvSpPr>
            <p:spPr>
              <a:xfrm>
                <a:off x="354451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4" name="ph8485">
                <a:extLst>
                  <a:ext uri="{FF2B5EF4-FFF2-40B4-BE49-F238E27FC236}">
                    <a16:creationId xmlns:a16="http://schemas.microsoft.com/office/drawing/2014/main" id="{1856C0CD-87FA-F91C-FF95-38A5BAAB1A14}"/>
                  </a:ext>
                </a:extLst>
              </p:cNvPr>
              <p:cNvSpPr/>
              <p:nvPr/>
            </p:nvSpPr>
            <p:spPr>
              <a:xfrm>
                <a:off x="355395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5" name="ph8486">
                <a:extLst>
                  <a:ext uri="{FF2B5EF4-FFF2-40B4-BE49-F238E27FC236}">
                    <a16:creationId xmlns:a16="http://schemas.microsoft.com/office/drawing/2014/main" id="{201B33FC-EAB5-9EFB-1E85-AA51168326CA}"/>
                  </a:ext>
                </a:extLst>
              </p:cNvPr>
              <p:cNvSpPr/>
              <p:nvPr/>
            </p:nvSpPr>
            <p:spPr>
              <a:xfrm>
                <a:off x="356339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6" name="ph8487">
                <a:extLst>
                  <a:ext uri="{FF2B5EF4-FFF2-40B4-BE49-F238E27FC236}">
                    <a16:creationId xmlns:a16="http://schemas.microsoft.com/office/drawing/2014/main" id="{80E340BD-A069-91D1-4F69-5E761DE53C01}"/>
                  </a:ext>
                </a:extLst>
              </p:cNvPr>
              <p:cNvSpPr/>
              <p:nvPr/>
            </p:nvSpPr>
            <p:spPr>
              <a:xfrm>
                <a:off x="357283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7" name="ph8488">
                <a:extLst>
                  <a:ext uri="{FF2B5EF4-FFF2-40B4-BE49-F238E27FC236}">
                    <a16:creationId xmlns:a16="http://schemas.microsoft.com/office/drawing/2014/main" id="{5998EC30-979B-3422-175A-7DFAE190E222}"/>
                  </a:ext>
                </a:extLst>
              </p:cNvPr>
              <p:cNvSpPr/>
              <p:nvPr/>
            </p:nvSpPr>
            <p:spPr>
              <a:xfrm>
                <a:off x="358227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8" name="ph8489">
                <a:extLst>
                  <a:ext uri="{FF2B5EF4-FFF2-40B4-BE49-F238E27FC236}">
                    <a16:creationId xmlns:a16="http://schemas.microsoft.com/office/drawing/2014/main" id="{5C166DD1-5AB7-278F-802B-B9F2BA05252A}"/>
                  </a:ext>
                </a:extLst>
              </p:cNvPr>
              <p:cNvSpPr/>
              <p:nvPr/>
            </p:nvSpPr>
            <p:spPr>
              <a:xfrm>
                <a:off x="359171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9" name="ph8490">
                <a:extLst>
                  <a:ext uri="{FF2B5EF4-FFF2-40B4-BE49-F238E27FC236}">
                    <a16:creationId xmlns:a16="http://schemas.microsoft.com/office/drawing/2014/main" id="{F5234F5E-2FB4-3C87-A179-3DAB7B52C4C6}"/>
                  </a:ext>
                </a:extLst>
              </p:cNvPr>
              <p:cNvSpPr/>
              <p:nvPr/>
            </p:nvSpPr>
            <p:spPr>
              <a:xfrm>
                <a:off x="360115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0" name="ph8491">
                <a:extLst>
                  <a:ext uri="{FF2B5EF4-FFF2-40B4-BE49-F238E27FC236}">
                    <a16:creationId xmlns:a16="http://schemas.microsoft.com/office/drawing/2014/main" id="{46E4952A-3573-FD26-442D-C71E90AE5949}"/>
                  </a:ext>
                </a:extLst>
              </p:cNvPr>
              <p:cNvSpPr/>
              <p:nvPr/>
            </p:nvSpPr>
            <p:spPr>
              <a:xfrm>
                <a:off x="361059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1" name="ph8492">
                <a:extLst>
                  <a:ext uri="{FF2B5EF4-FFF2-40B4-BE49-F238E27FC236}">
                    <a16:creationId xmlns:a16="http://schemas.microsoft.com/office/drawing/2014/main" id="{87E46DF0-5A98-9A1D-7275-29249F586882}"/>
                  </a:ext>
                </a:extLst>
              </p:cNvPr>
              <p:cNvSpPr/>
              <p:nvPr/>
            </p:nvSpPr>
            <p:spPr>
              <a:xfrm>
                <a:off x="362003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2" name="ph8493">
                <a:extLst>
                  <a:ext uri="{FF2B5EF4-FFF2-40B4-BE49-F238E27FC236}">
                    <a16:creationId xmlns:a16="http://schemas.microsoft.com/office/drawing/2014/main" id="{B89ABD2D-136C-0B1E-F553-EC5D09B2E13F}"/>
                  </a:ext>
                </a:extLst>
              </p:cNvPr>
              <p:cNvSpPr/>
              <p:nvPr/>
            </p:nvSpPr>
            <p:spPr>
              <a:xfrm>
                <a:off x="362947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3" name="ph8494">
                <a:extLst>
                  <a:ext uri="{FF2B5EF4-FFF2-40B4-BE49-F238E27FC236}">
                    <a16:creationId xmlns:a16="http://schemas.microsoft.com/office/drawing/2014/main" id="{62BEEC88-E1A9-0E3C-4407-03819D86B83D}"/>
                  </a:ext>
                </a:extLst>
              </p:cNvPr>
              <p:cNvSpPr/>
              <p:nvPr/>
            </p:nvSpPr>
            <p:spPr>
              <a:xfrm>
                <a:off x="363891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4" name="ph8495">
                <a:extLst>
                  <a:ext uri="{FF2B5EF4-FFF2-40B4-BE49-F238E27FC236}">
                    <a16:creationId xmlns:a16="http://schemas.microsoft.com/office/drawing/2014/main" id="{89386B58-BA45-22D6-BCBD-2D95353E238D}"/>
                  </a:ext>
                </a:extLst>
              </p:cNvPr>
              <p:cNvSpPr/>
              <p:nvPr/>
            </p:nvSpPr>
            <p:spPr>
              <a:xfrm>
                <a:off x="364836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5" name="ph8496">
                <a:extLst>
                  <a:ext uri="{FF2B5EF4-FFF2-40B4-BE49-F238E27FC236}">
                    <a16:creationId xmlns:a16="http://schemas.microsoft.com/office/drawing/2014/main" id="{AFDD33E6-CE18-9560-27BD-83CA197DA313}"/>
                  </a:ext>
                </a:extLst>
              </p:cNvPr>
              <p:cNvSpPr/>
              <p:nvPr/>
            </p:nvSpPr>
            <p:spPr>
              <a:xfrm>
                <a:off x="365780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6" name="ph8497">
                <a:extLst>
                  <a:ext uri="{FF2B5EF4-FFF2-40B4-BE49-F238E27FC236}">
                    <a16:creationId xmlns:a16="http://schemas.microsoft.com/office/drawing/2014/main" id="{6630C95B-7DB5-D649-751F-57AD4A28C102}"/>
                  </a:ext>
                </a:extLst>
              </p:cNvPr>
              <p:cNvSpPr/>
              <p:nvPr/>
            </p:nvSpPr>
            <p:spPr>
              <a:xfrm>
                <a:off x="366724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7" name="ph8498">
                <a:extLst>
                  <a:ext uri="{FF2B5EF4-FFF2-40B4-BE49-F238E27FC236}">
                    <a16:creationId xmlns:a16="http://schemas.microsoft.com/office/drawing/2014/main" id="{2EFF6E58-B950-D4AA-B171-49652B13648F}"/>
                  </a:ext>
                </a:extLst>
              </p:cNvPr>
              <p:cNvSpPr/>
              <p:nvPr/>
            </p:nvSpPr>
            <p:spPr>
              <a:xfrm>
                <a:off x="367668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8" name="ph8499">
                <a:extLst>
                  <a:ext uri="{FF2B5EF4-FFF2-40B4-BE49-F238E27FC236}">
                    <a16:creationId xmlns:a16="http://schemas.microsoft.com/office/drawing/2014/main" id="{28073D82-78F9-FE33-E732-046606936B33}"/>
                  </a:ext>
                </a:extLst>
              </p:cNvPr>
              <p:cNvSpPr/>
              <p:nvPr/>
            </p:nvSpPr>
            <p:spPr>
              <a:xfrm>
                <a:off x="368612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9" name="ph8500">
                <a:extLst>
                  <a:ext uri="{FF2B5EF4-FFF2-40B4-BE49-F238E27FC236}">
                    <a16:creationId xmlns:a16="http://schemas.microsoft.com/office/drawing/2014/main" id="{62C20A83-BABB-9178-5026-591E444D6473}"/>
                  </a:ext>
                </a:extLst>
              </p:cNvPr>
              <p:cNvSpPr/>
              <p:nvPr/>
            </p:nvSpPr>
            <p:spPr>
              <a:xfrm>
                <a:off x="369556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0" name="ph8501">
                <a:extLst>
                  <a:ext uri="{FF2B5EF4-FFF2-40B4-BE49-F238E27FC236}">
                    <a16:creationId xmlns:a16="http://schemas.microsoft.com/office/drawing/2014/main" id="{82F4D3BC-2996-B39B-DE7A-96F92881B413}"/>
                  </a:ext>
                </a:extLst>
              </p:cNvPr>
              <p:cNvSpPr/>
              <p:nvPr/>
            </p:nvSpPr>
            <p:spPr>
              <a:xfrm>
                <a:off x="370500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1" name="ph8502">
                <a:extLst>
                  <a:ext uri="{FF2B5EF4-FFF2-40B4-BE49-F238E27FC236}">
                    <a16:creationId xmlns:a16="http://schemas.microsoft.com/office/drawing/2014/main" id="{900EC46E-9E74-76FA-BF92-C82A0F1745F9}"/>
                  </a:ext>
                </a:extLst>
              </p:cNvPr>
              <p:cNvSpPr/>
              <p:nvPr/>
            </p:nvSpPr>
            <p:spPr>
              <a:xfrm>
                <a:off x="371444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2" name="ph8503">
                <a:extLst>
                  <a:ext uri="{FF2B5EF4-FFF2-40B4-BE49-F238E27FC236}">
                    <a16:creationId xmlns:a16="http://schemas.microsoft.com/office/drawing/2014/main" id="{0BFDFAEA-1043-0040-DBCA-482ADA7EC214}"/>
                  </a:ext>
                </a:extLst>
              </p:cNvPr>
              <p:cNvSpPr/>
              <p:nvPr/>
            </p:nvSpPr>
            <p:spPr>
              <a:xfrm>
                <a:off x="372388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3" name="ph8504">
                <a:extLst>
                  <a:ext uri="{FF2B5EF4-FFF2-40B4-BE49-F238E27FC236}">
                    <a16:creationId xmlns:a16="http://schemas.microsoft.com/office/drawing/2014/main" id="{1E5B4B90-84FF-9A3D-AA91-8EC62566A0B5}"/>
                  </a:ext>
                </a:extLst>
              </p:cNvPr>
              <p:cNvSpPr/>
              <p:nvPr/>
            </p:nvSpPr>
            <p:spPr>
              <a:xfrm>
                <a:off x="373332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4" name="ph8505">
                <a:extLst>
                  <a:ext uri="{FF2B5EF4-FFF2-40B4-BE49-F238E27FC236}">
                    <a16:creationId xmlns:a16="http://schemas.microsoft.com/office/drawing/2014/main" id="{B86F0BBB-D1F5-FB59-48D9-ECF7B54B4E59}"/>
                  </a:ext>
                </a:extLst>
              </p:cNvPr>
              <p:cNvSpPr/>
              <p:nvPr/>
            </p:nvSpPr>
            <p:spPr>
              <a:xfrm>
                <a:off x="374276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5" name="ph8506">
                <a:extLst>
                  <a:ext uri="{FF2B5EF4-FFF2-40B4-BE49-F238E27FC236}">
                    <a16:creationId xmlns:a16="http://schemas.microsoft.com/office/drawing/2014/main" id="{1D101B87-0E05-2684-6558-06B215B62EEF}"/>
                  </a:ext>
                </a:extLst>
              </p:cNvPr>
              <p:cNvSpPr/>
              <p:nvPr/>
            </p:nvSpPr>
            <p:spPr>
              <a:xfrm>
                <a:off x="375220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6" name="ph8507">
                <a:extLst>
                  <a:ext uri="{FF2B5EF4-FFF2-40B4-BE49-F238E27FC236}">
                    <a16:creationId xmlns:a16="http://schemas.microsoft.com/office/drawing/2014/main" id="{80CCB984-9F6E-D546-247F-893330565E8D}"/>
                  </a:ext>
                </a:extLst>
              </p:cNvPr>
              <p:cNvSpPr/>
              <p:nvPr/>
            </p:nvSpPr>
            <p:spPr>
              <a:xfrm>
                <a:off x="376164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7" name="ph8508">
                <a:extLst>
                  <a:ext uri="{FF2B5EF4-FFF2-40B4-BE49-F238E27FC236}">
                    <a16:creationId xmlns:a16="http://schemas.microsoft.com/office/drawing/2014/main" id="{E638E17E-FADA-AEDA-3643-83F3D762E932}"/>
                  </a:ext>
                </a:extLst>
              </p:cNvPr>
              <p:cNvSpPr/>
              <p:nvPr/>
            </p:nvSpPr>
            <p:spPr>
              <a:xfrm>
                <a:off x="377108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8" name="ph8509">
                <a:extLst>
                  <a:ext uri="{FF2B5EF4-FFF2-40B4-BE49-F238E27FC236}">
                    <a16:creationId xmlns:a16="http://schemas.microsoft.com/office/drawing/2014/main" id="{ED34F241-5D02-67C3-1EDC-66D265BBE18D}"/>
                  </a:ext>
                </a:extLst>
              </p:cNvPr>
              <p:cNvSpPr/>
              <p:nvPr/>
            </p:nvSpPr>
            <p:spPr>
              <a:xfrm>
                <a:off x="378052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9" name="ph8510">
                <a:extLst>
                  <a:ext uri="{FF2B5EF4-FFF2-40B4-BE49-F238E27FC236}">
                    <a16:creationId xmlns:a16="http://schemas.microsoft.com/office/drawing/2014/main" id="{9E877680-6907-03DD-81A7-211E9C5F9AE1}"/>
                  </a:ext>
                </a:extLst>
              </p:cNvPr>
              <p:cNvSpPr/>
              <p:nvPr/>
            </p:nvSpPr>
            <p:spPr>
              <a:xfrm>
                <a:off x="378996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0" name="ph8511">
                <a:extLst>
                  <a:ext uri="{FF2B5EF4-FFF2-40B4-BE49-F238E27FC236}">
                    <a16:creationId xmlns:a16="http://schemas.microsoft.com/office/drawing/2014/main" id="{EF6D85F3-1034-38DB-33F8-492CDA847BEA}"/>
                  </a:ext>
                </a:extLst>
              </p:cNvPr>
              <p:cNvSpPr/>
              <p:nvPr/>
            </p:nvSpPr>
            <p:spPr>
              <a:xfrm>
                <a:off x="379940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1" name="ph8512">
                <a:extLst>
                  <a:ext uri="{FF2B5EF4-FFF2-40B4-BE49-F238E27FC236}">
                    <a16:creationId xmlns:a16="http://schemas.microsoft.com/office/drawing/2014/main" id="{1B62B5A2-33F4-B79F-9C38-D007272B7FCE}"/>
                  </a:ext>
                </a:extLst>
              </p:cNvPr>
              <p:cNvSpPr/>
              <p:nvPr/>
            </p:nvSpPr>
            <p:spPr>
              <a:xfrm>
                <a:off x="380884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2" name="ph8513">
                <a:extLst>
                  <a:ext uri="{FF2B5EF4-FFF2-40B4-BE49-F238E27FC236}">
                    <a16:creationId xmlns:a16="http://schemas.microsoft.com/office/drawing/2014/main" id="{CD4399F8-F76B-8D21-B91E-CFFC52D2F78E}"/>
                  </a:ext>
                </a:extLst>
              </p:cNvPr>
              <p:cNvSpPr/>
              <p:nvPr/>
            </p:nvSpPr>
            <p:spPr>
              <a:xfrm>
                <a:off x="3827724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3" y="896830"/>
                    </a:lnTo>
                    <a:lnTo>
                      <a:pt x="910561" y="898191"/>
                    </a:lnTo>
                    <a:lnTo>
                      <a:pt x="914400" y="904841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3" name="ph8514">
                <a:extLst>
                  <a:ext uri="{FF2B5EF4-FFF2-40B4-BE49-F238E27FC236}">
                    <a16:creationId xmlns:a16="http://schemas.microsoft.com/office/drawing/2014/main" id="{B9E0DF68-AEA4-7D53-FD22-2EAB2C0EF9FE}"/>
                  </a:ext>
                </a:extLst>
              </p:cNvPr>
              <p:cNvSpPr/>
              <p:nvPr/>
            </p:nvSpPr>
            <p:spPr>
              <a:xfrm>
                <a:off x="3827724" y="902767"/>
                <a:ext cx="9194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18" h="914400">
                    <a:moveTo>
                      <a:pt x="914400" y="914400"/>
                    </a:moveTo>
                    <a:lnTo>
                      <a:pt x="914400" y="904841"/>
                    </a:lnTo>
                    <a:lnTo>
                      <a:pt x="915107" y="906066"/>
                    </a:lnTo>
                    <a:lnTo>
                      <a:pt x="919418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4" name="ph8515">
                <a:extLst>
                  <a:ext uri="{FF2B5EF4-FFF2-40B4-BE49-F238E27FC236}">
                    <a16:creationId xmlns:a16="http://schemas.microsoft.com/office/drawing/2014/main" id="{9F106560-D05F-406C-DB10-6DDDA8099F16}"/>
                  </a:ext>
                </a:extLst>
              </p:cNvPr>
              <p:cNvSpPr/>
              <p:nvPr/>
            </p:nvSpPr>
            <p:spPr>
              <a:xfrm>
                <a:off x="3336832" y="86762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84" y="931969"/>
                    </a:lnTo>
                    <a:lnTo>
                      <a:pt x="909783" y="926883"/>
                    </a:lnTo>
                    <a:lnTo>
                      <a:pt x="907107" y="917284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5" name="ph8516">
                <a:extLst>
                  <a:ext uri="{FF2B5EF4-FFF2-40B4-BE49-F238E27FC236}">
                    <a16:creationId xmlns:a16="http://schemas.microsoft.com/office/drawing/2014/main" id="{962149D0-8B6E-43EA-E3BB-31C86E13A101}"/>
                  </a:ext>
                </a:extLst>
              </p:cNvPr>
              <p:cNvSpPr/>
              <p:nvPr/>
            </p:nvSpPr>
            <p:spPr>
              <a:xfrm>
                <a:off x="333683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6" name="ph8517">
                <a:extLst>
                  <a:ext uri="{FF2B5EF4-FFF2-40B4-BE49-F238E27FC236}">
                    <a16:creationId xmlns:a16="http://schemas.microsoft.com/office/drawing/2014/main" id="{F2821D3B-0477-094A-51C8-EE71AAFBDAD5}"/>
                  </a:ext>
                </a:extLst>
              </p:cNvPr>
              <p:cNvSpPr/>
              <p:nvPr/>
            </p:nvSpPr>
            <p:spPr>
              <a:xfrm>
                <a:off x="334627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7" name="ph8518">
                <a:extLst>
                  <a:ext uri="{FF2B5EF4-FFF2-40B4-BE49-F238E27FC236}">
                    <a16:creationId xmlns:a16="http://schemas.microsoft.com/office/drawing/2014/main" id="{8117230F-B7B7-6218-3F52-BA9E2858DF96}"/>
                  </a:ext>
                </a:extLst>
              </p:cNvPr>
              <p:cNvSpPr/>
              <p:nvPr/>
            </p:nvSpPr>
            <p:spPr>
              <a:xfrm>
                <a:off x="335571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8" name="ph8519">
                <a:extLst>
                  <a:ext uri="{FF2B5EF4-FFF2-40B4-BE49-F238E27FC236}">
                    <a16:creationId xmlns:a16="http://schemas.microsoft.com/office/drawing/2014/main" id="{226EE360-42CE-3F4A-FAD3-EE5EDEFB3DB1}"/>
                  </a:ext>
                </a:extLst>
              </p:cNvPr>
              <p:cNvSpPr/>
              <p:nvPr/>
            </p:nvSpPr>
            <p:spPr>
              <a:xfrm>
                <a:off x="336515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9" name="ph8520">
                <a:extLst>
                  <a:ext uri="{FF2B5EF4-FFF2-40B4-BE49-F238E27FC236}">
                    <a16:creationId xmlns:a16="http://schemas.microsoft.com/office/drawing/2014/main" id="{535F6F36-EFBD-1A36-C7F5-A4C5B93D1382}"/>
                  </a:ext>
                </a:extLst>
              </p:cNvPr>
              <p:cNvSpPr/>
              <p:nvPr/>
            </p:nvSpPr>
            <p:spPr>
              <a:xfrm>
                <a:off x="337459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0" name="ph8521">
                <a:extLst>
                  <a:ext uri="{FF2B5EF4-FFF2-40B4-BE49-F238E27FC236}">
                    <a16:creationId xmlns:a16="http://schemas.microsoft.com/office/drawing/2014/main" id="{D853C7CF-43E5-A040-BFB0-3F6AF6BE845C}"/>
                  </a:ext>
                </a:extLst>
              </p:cNvPr>
              <p:cNvSpPr/>
              <p:nvPr/>
            </p:nvSpPr>
            <p:spPr>
              <a:xfrm>
                <a:off x="338403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1" name="ph8522">
                <a:extLst>
                  <a:ext uri="{FF2B5EF4-FFF2-40B4-BE49-F238E27FC236}">
                    <a16:creationId xmlns:a16="http://schemas.microsoft.com/office/drawing/2014/main" id="{2405CFF3-8AD5-635E-DC30-BEF031DF3B23}"/>
                  </a:ext>
                </a:extLst>
              </p:cNvPr>
              <p:cNvSpPr/>
              <p:nvPr/>
            </p:nvSpPr>
            <p:spPr>
              <a:xfrm>
                <a:off x="339347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2" name="ph8523">
                <a:extLst>
                  <a:ext uri="{FF2B5EF4-FFF2-40B4-BE49-F238E27FC236}">
                    <a16:creationId xmlns:a16="http://schemas.microsoft.com/office/drawing/2014/main" id="{C51B759B-5F31-35CC-EFCA-A3768224D0C0}"/>
                  </a:ext>
                </a:extLst>
              </p:cNvPr>
              <p:cNvSpPr/>
              <p:nvPr/>
            </p:nvSpPr>
            <p:spPr>
              <a:xfrm>
                <a:off x="340291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3" name="ph8524">
                <a:extLst>
                  <a:ext uri="{FF2B5EF4-FFF2-40B4-BE49-F238E27FC236}">
                    <a16:creationId xmlns:a16="http://schemas.microsoft.com/office/drawing/2014/main" id="{D6404B8B-5FD1-7608-FDA3-3A53A4D03665}"/>
                  </a:ext>
                </a:extLst>
              </p:cNvPr>
              <p:cNvSpPr/>
              <p:nvPr/>
            </p:nvSpPr>
            <p:spPr>
              <a:xfrm>
                <a:off x="341235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4" name="ph8525">
                <a:extLst>
                  <a:ext uri="{FF2B5EF4-FFF2-40B4-BE49-F238E27FC236}">
                    <a16:creationId xmlns:a16="http://schemas.microsoft.com/office/drawing/2014/main" id="{7521520A-F108-E603-161B-10E7DE72938F}"/>
                  </a:ext>
                </a:extLst>
              </p:cNvPr>
              <p:cNvSpPr/>
              <p:nvPr/>
            </p:nvSpPr>
            <p:spPr>
              <a:xfrm>
                <a:off x="342179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5" name="ph8526">
                <a:extLst>
                  <a:ext uri="{FF2B5EF4-FFF2-40B4-BE49-F238E27FC236}">
                    <a16:creationId xmlns:a16="http://schemas.microsoft.com/office/drawing/2014/main" id="{0B6C3E76-2F21-ABA2-A5EA-8AFEB9E51804}"/>
                  </a:ext>
                </a:extLst>
              </p:cNvPr>
              <p:cNvSpPr/>
              <p:nvPr/>
            </p:nvSpPr>
            <p:spPr>
              <a:xfrm>
                <a:off x="343123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6" name="ph8527">
                <a:extLst>
                  <a:ext uri="{FF2B5EF4-FFF2-40B4-BE49-F238E27FC236}">
                    <a16:creationId xmlns:a16="http://schemas.microsoft.com/office/drawing/2014/main" id="{1761833C-86F1-95DA-EF51-67740D9AEA3C}"/>
                  </a:ext>
                </a:extLst>
              </p:cNvPr>
              <p:cNvSpPr/>
              <p:nvPr/>
            </p:nvSpPr>
            <p:spPr>
              <a:xfrm>
                <a:off x="344067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7" name="ph8528">
                <a:extLst>
                  <a:ext uri="{FF2B5EF4-FFF2-40B4-BE49-F238E27FC236}">
                    <a16:creationId xmlns:a16="http://schemas.microsoft.com/office/drawing/2014/main" id="{9353ACB1-57EB-FD51-FBD4-121F0F8C3FF9}"/>
                  </a:ext>
                </a:extLst>
              </p:cNvPr>
              <p:cNvSpPr/>
              <p:nvPr/>
            </p:nvSpPr>
            <p:spPr>
              <a:xfrm>
                <a:off x="345011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8" name="ph8529">
                <a:extLst>
                  <a:ext uri="{FF2B5EF4-FFF2-40B4-BE49-F238E27FC236}">
                    <a16:creationId xmlns:a16="http://schemas.microsoft.com/office/drawing/2014/main" id="{C931B527-A060-0B9A-1A22-DBBB9E0D5263}"/>
                  </a:ext>
                </a:extLst>
              </p:cNvPr>
              <p:cNvSpPr/>
              <p:nvPr/>
            </p:nvSpPr>
            <p:spPr>
              <a:xfrm>
                <a:off x="345955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9" name="ph8530">
                <a:extLst>
                  <a:ext uri="{FF2B5EF4-FFF2-40B4-BE49-F238E27FC236}">
                    <a16:creationId xmlns:a16="http://schemas.microsoft.com/office/drawing/2014/main" id="{08740496-3F84-ECB9-0537-E0B44CB45164}"/>
                  </a:ext>
                </a:extLst>
              </p:cNvPr>
              <p:cNvSpPr/>
              <p:nvPr/>
            </p:nvSpPr>
            <p:spPr>
              <a:xfrm>
                <a:off x="346899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0" name="ph8531">
                <a:extLst>
                  <a:ext uri="{FF2B5EF4-FFF2-40B4-BE49-F238E27FC236}">
                    <a16:creationId xmlns:a16="http://schemas.microsoft.com/office/drawing/2014/main" id="{90D3E599-87F5-A333-C86E-53CE2C130B31}"/>
                  </a:ext>
                </a:extLst>
              </p:cNvPr>
              <p:cNvSpPr/>
              <p:nvPr/>
            </p:nvSpPr>
            <p:spPr>
              <a:xfrm>
                <a:off x="347843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1" name="ph8532">
                <a:extLst>
                  <a:ext uri="{FF2B5EF4-FFF2-40B4-BE49-F238E27FC236}">
                    <a16:creationId xmlns:a16="http://schemas.microsoft.com/office/drawing/2014/main" id="{72878A0B-0D1D-FF92-2CD3-5A48BD04D2FC}"/>
                  </a:ext>
                </a:extLst>
              </p:cNvPr>
              <p:cNvSpPr/>
              <p:nvPr/>
            </p:nvSpPr>
            <p:spPr>
              <a:xfrm>
                <a:off x="348787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2" name="ph8533">
                <a:extLst>
                  <a:ext uri="{FF2B5EF4-FFF2-40B4-BE49-F238E27FC236}">
                    <a16:creationId xmlns:a16="http://schemas.microsoft.com/office/drawing/2014/main" id="{DF5390C8-7A7E-9B06-5227-A32702B98E84}"/>
                  </a:ext>
                </a:extLst>
              </p:cNvPr>
              <p:cNvSpPr/>
              <p:nvPr/>
            </p:nvSpPr>
            <p:spPr>
              <a:xfrm>
                <a:off x="349731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3" name="ph8534">
                <a:extLst>
                  <a:ext uri="{FF2B5EF4-FFF2-40B4-BE49-F238E27FC236}">
                    <a16:creationId xmlns:a16="http://schemas.microsoft.com/office/drawing/2014/main" id="{3B151132-1CC1-FC63-1199-6B92F41A0742}"/>
                  </a:ext>
                </a:extLst>
              </p:cNvPr>
              <p:cNvSpPr/>
              <p:nvPr/>
            </p:nvSpPr>
            <p:spPr>
              <a:xfrm>
                <a:off x="350675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4" name="ph8535">
                <a:extLst>
                  <a:ext uri="{FF2B5EF4-FFF2-40B4-BE49-F238E27FC236}">
                    <a16:creationId xmlns:a16="http://schemas.microsoft.com/office/drawing/2014/main" id="{A0788D05-E47A-462C-B5AD-C38336164E82}"/>
                  </a:ext>
                </a:extLst>
              </p:cNvPr>
              <p:cNvSpPr/>
              <p:nvPr/>
            </p:nvSpPr>
            <p:spPr>
              <a:xfrm>
                <a:off x="351619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5" name="ph8536">
                <a:extLst>
                  <a:ext uri="{FF2B5EF4-FFF2-40B4-BE49-F238E27FC236}">
                    <a16:creationId xmlns:a16="http://schemas.microsoft.com/office/drawing/2014/main" id="{73C32B83-8EBB-C7BF-813F-38A3FD3D14DB}"/>
                  </a:ext>
                </a:extLst>
              </p:cNvPr>
              <p:cNvSpPr/>
              <p:nvPr/>
            </p:nvSpPr>
            <p:spPr>
              <a:xfrm>
                <a:off x="352563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6" name="ph8537">
                <a:extLst>
                  <a:ext uri="{FF2B5EF4-FFF2-40B4-BE49-F238E27FC236}">
                    <a16:creationId xmlns:a16="http://schemas.microsoft.com/office/drawing/2014/main" id="{248C1111-A210-F441-E473-8F447388E656}"/>
                  </a:ext>
                </a:extLst>
              </p:cNvPr>
              <p:cNvSpPr/>
              <p:nvPr/>
            </p:nvSpPr>
            <p:spPr>
              <a:xfrm>
                <a:off x="353507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7" name="ph8538">
                <a:extLst>
                  <a:ext uri="{FF2B5EF4-FFF2-40B4-BE49-F238E27FC236}">
                    <a16:creationId xmlns:a16="http://schemas.microsoft.com/office/drawing/2014/main" id="{CD5D8C24-53B3-6115-2EC7-5496E9B835A2}"/>
                  </a:ext>
                </a:extLst>
              </p:cNvPr>
              <p:cNvSpPr/>
              <p:nvPr/>
            </p:nvSpPr>
            <p:spPr>
              <a:xfrm>
                <a:off x="354451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8" name="ph8539">
                <a:extLst>
                  <a:ext uri="{FF2B5EF4-FFF2-40B4-BE49-F238E27FC236}">
                    <a16:creationId xmlns:a16="http://schemas.microsoft.com/office/drawing/2014/main" id="{9A430414-C7F1-D4B3-A77B-EECF7377D747}"/>
                  </a:ext>
                </a:extLst>
              </p:cNvPr>
              <p:cNvSpPr/>
              <p:nvPr/>
            </p:nvSpPr>
            <p:spPr>
              <a:xfrm>
                <a:off x="355395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9" name="ph8540">
                <a:extLst>
                  <a:ext uri="{FF2B5EF4-FFF2-40B4-BE49-F238E27FC236}">
                    <a16:creationId xmlns:a16="http://schemas.microsoft.com/office/drawing/2014/main" id="{CE8E5D5D-5357-80F5-6E74-D13F0EA7C5AD}"/>
                  </a:ext>
                </a:extLst>
              </p:cNvPr>
              <p:cNvSpPr/>
              <p:nvPr/>
            </p:nvSpPr>
            <p:spPr>
              <a:xfrm>
                <a:off x="356339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0" name="ph8541">
                <a:extLst>
                  <a:ext uri="{FF2B5EF4-FFF2-40B4-BE49-F238E27FC236}">
                    <a16:creationId xmlns:a16="http://schemas.microsoft.com/office/drawing/2014/main" id="{F075F8A7-AD55-40F4-D89E-5FFA8C99DB11}"/>
                  </a:ext>
                </a:extLst>
              </p:cNvPr>
              <p:cNvSpPr/>
              <p:nvPr/>
            </p:nvSpPr>
            <p:spPr>
              <a:xfrm>
                <a:off x="357283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1" name="ph8542">
                <a:extLst>
                  <a:ext uri="{FF2B5EF4-FFF2-40B4-BE49-F238E27FC236}">
                    <a16:creationId xmlns:a16="http://schemas.microsoft.com/office/drawing/2014/main" id="{C39F7C30-0DC0-576D-65F0-75E14E5547F5}"/>
                  </a:ext>
                </a:extLst>
              </p:cNvPr>
              <p:cNvSpPr/>
              <p:nvPr/>
            </p:nvSpPr>
            <p:spPr>
              <a:xfrm>
                <a:off x="358227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2" name="ph8543">
                <a:extLst>
                  <a:ext uri="{FF2B5EF4-FFF2-40B4-BE49-F238E27FC236}">
                    <a16:creationId xmlns:a16="http://schemas.microsoft.com/office/drawing/2014/main" id="{7B7AB4A8-33F5-F620-F943-E3E4BAEB5000}"/>
                  </a:ext>
                </a:extLst>
              </p:cNvPr>
              <p:cNvSpPr/>
              <p:nvPr/>
            </p:nvSpPr>
            <p:spPr>
              <a:xfrm>
                <a:off x="359171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3" name="ph8544">
                <a:extLst>
                  <a:ext uri="{FF2B5EF4-FFF2-40B4-BE49-F238E27FC236}">
                    <a16:creationId xmlns:a16="http://schemas.microsoft.com/office/drawing/2014/main" id="{0543999F-3E5E-75EB-5C6A-45DEF5A7C8F4}"/>
                  </a:ext>
                </a:extLst>
              </p:cNvPr>
              <p:cNvSpPr/>
              <p:nvPr/>
            </p:nvSpPr>
            <p:spPr>
              <a:xfrm>
                <a:off x="360115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4" name="ph8545">
                <a:extLst>
                  <a:ext uri="{FF2B5EF4-FFF2-40B4-BE49-F238E27FC236}">
                    <a16:creationId xmlns:a16="http://schemas.microsoft.com/office/drawing/2014/main" id="{8EA1D4A4-3C83-BFAD-67A9-666B5C180C56}"/>
                  </a:ext>
                </a:extLst>
              </p:cNvPr>
              <p:cNvSpPr/>
              <p:nvPr/>
            </p:nvSpPr>
            <p:spPr>
              <a:xfrm>
                <a:off x="361059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5" name="ph8546">
                <a:extLst>
                  <a:ext uri="{FF2B5EF4-FFF2-40B4-BE49-F238E27FC236}">
                    <a16:creationId xmlns:a16="http://schemas.microsoft.com/office/drawing/2014/main" id="{F7DC9611-CC1F-5D13-AC33-032ECCC99CB1}"/>
                  </a:ext>
                </a:extLst>
              </p:cNvPr>
              <p:cNvSpPr/>
              <p:nvPr/>
            </p:nvSpPr>
            <p:spPr>
              <a:xfrm>
                <a:off x="362003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6" name="ph8547">
                <a:extLst>
                  <a:ext uri="{FF2B5EF4-FFF2-40B4-BE49-F238E27FC236}">
                    <a16:creationId xmlns:a16="http://schemas.microsoft.com/office/drawing/2014/main" id="{9A9C1EB4-9A7E-9480-1D17-C385C9FD7313}"/>
                  </a:ext>
                </a:extLst>
              </p:cNvPr>
              <p:cNvSpPr/>
              <p:nvPr/>
            </p:nvSpPr>
            <p:spPr>
              <a:xfrm>
                <a:off x="362947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7" name="ph8548">
                <a:extLst>
                  <a:ext uri="{FF2B5EF4-FFF2-40B4-BE49-F238E27FC236}">
                    <a16:creationId xmlns:a16="http://schemas.microsoft.com/office/drawing/2014/main" id="{4133675D-B14F-5B12-0FC0-8C8385C81FE9}"/>
                  </a:ext>
                </a:extLst>
              </p:cNvPr>
              <p:cNvSpPr/>
              <p:nvPr/>
            </p:nvSpPr>
            <p:spPr>
              <a:xfrm>
                <a:off x="363891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8" name="ph8549">
                <a:extLst>
                  <a:ext uri="{FF2B5EF4-FFF2-40B4-BE49-F238E27FC236}">
                    <a16:creationId xmlns:a16="http://schemas.microsoft.com/office/drawing/2014/main" id="{ED402AD5-F1E2-9ED9-7683-77FAB7FEDB46}"/>
                  </a:ext>
                </a:extLst>
              </p:cNvPr>
              <p:cNvSpPr/>
              <p:nvPr/>
            </p:nvSpPr>
            <p:spPr>
              <a:xfrm>
                <a:off x="364836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9" name="ph8550">
                <a:extLst>
                  <a:ext uri="{FF2B5EF4-FFF2-40B4-BE49-F238E27FC236}">
                    <a16:creationId xmlns:a16="http://schemas.microsoft.com/office/drawing/2014/main" id="{9E10B319-92B3-E177-6843-6CFD8AE0AC78}"/>
                  </a:ext>
                </a:extLst>
              </p:cNvPr>
              <p:cNvSpPr/>
              <p:nvPr/>
            </p:nvSpPr>
            <p:spPr>
              <a:xfrm>
                <a:off x="365780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0" name="ph8551">
                <a:extLst>
                  <a:ext uri="{FF2B5EF4-FFF2-40B4-BE49-F238E27FC236}">
                    <a16:creationId xmlns:a16="http://schemas.microsoft.com/office/drawing/2014/main" id="{C09CEF32-C117-0B71-559C-EE770417E584}"/>
                  </a:ext>
                </a:extLst>
              </p:cNvPr>
              <p:cNvSpPr/>
              <p:nvPr/>
            </p:nvSpPr>
            <p:spPr>
              <a:xfrm>
                <a:off x="366724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1" name="ph8552">
                <a:extLst>
                  <a:ext uri="{FF2B5EF4-FFF2-40B4-BE49-F238E27FC236}">
                    <a16:creationId xmlns:a16="http://schemas.microsoft.com/office/drawing/2014/main" id="{C47B3CA1-8F74-1F6B-A336-9916BBD775F6}"/>
                  </a:ext>
                </a:extLst>
              </p:cNvPr>
              <p:cNvSpPr/>
              <p:nvPr/>
            </p:nvSpPr>
            <p:spPr>
              <a:xfrm>
                <a:off x="367668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2" name="ph8553">
                <a:extLst>
                  <a:ext uri="{FF2B5EF4-FFF2-40B4-BE49-F238E27FC236}">
                    <a16:creationId xmlns:a16="http://schemas.microsoft.com/office/drawing/2014/main" id="{3DBF450F-8E44-019B-A6EF-8442697FFE72}"/>
                  </a:ext>
                </a:extLst>
              </p:cNvPr>
              <p:cNvSpPr/>
              <p:nvPr/>
            </p:nvSpPr>
            <p:spPr>
              <a:xfrm>
                <a:off x="368612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3" name="ph8554">
                <a:extLst>
                  <a:ext uri="{FF2B5EF4-FFF2-40B4-BE49-F238E27FC236}">
                    <a16:creationId xmlns:a16="http://schemas.microsoft.com/office/drawing/2014/main" id="{8A05DC84-EE50-B259-368B-6C33A995BC83}"/>
                  </a:ext>
                </a:extLst>
              </p:cNvPr>
              <p:cNvSpPr/>
              <p:nvPr/>
            </p:nvSpPr>
            <p:spPr>
              <a:xfrm>
                <a:off x="369556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4" name="ph8555">
                <a:extLst>
                  <a:ext uri="{FF2B5EF4-FFF2-40B4-BE49-F238E27FC236}">
                    <a16:creationId xmlns:a16="http://schemas.microsoft.com/office/drawing/2014/main" id="{21B2E2F8-562E-62B1-0B87-04CD71BB50E9}"/>
                  </a:ext>
                </a:extLst>
              </p:cNvPr>
              <p:cNvSpPr/>
              <p:nvPr/>
            </p:nvSpPr>
            <p:spPr>
              <a:xfrm>
                <a:off x="370500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5" name="ph8556">
                <a:extLst>
                  <a:ext uri="{FF2B5EF4-FFF2-40B4-BE49-F238E27FC236}">
                    <a16:creationId xmlns:a16="http://schemas.microsoft.com/office/drawing/2014/main" id="{40F6AEC2-85F4-B588-82C8-44BFB05E8242}"/>
                  </a:ext>
                </a:extLst>
              </p:cNvPr>
              <p:cNvSpPr/>
              <p:nvPr/>
            </p:nvSpPr>
            <p:spPr>
              <a:xfrm>
                <a:off x="371444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6" name="ph8557">
                <a:extLst>
                  <a:ext uri="{FF2B5EF4-FFF2-40B4-BE49-F238E27FC236}">
                    <a16:creationId xmlns:a16="http://schemas.microsoft.com/office/drawing/2014/main" id="{A65C9AFE-6222-509C-1B56-5E7364B65335}"/>
                  </a:ext>
                </a:extLst>
              </p:cNvPr>
              <p:cNvSpPr/>
              <p:nvPr/>
            </p:nvSpPr>
            <p:spPr>
              <a:xfrm>
                <a:off x="372388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7" name="ph8558">
                <a:extLst>
                  <a:ext uri="{FF2B5EF4-FFF2-40B4-BE49-F238E27FC236}">
                    <a16:creationId xmlns:a16="http://schemas.microsoft.com/office/drawing/2014/main" id="{E1B05B15-CBCB-5716-092F-A0818CF10185}"/>
                  </a:ext>
                </a:extLst>
              </p:cNvPr>
              <p:cNvSpPr/>
              <p:nvPr/>
            </p:nvSpPr>
            <p:spPr>
              <a:xfrm>
                <a:off x="373332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8" name="ph8559">
                <a:extLst>
                  <a:ext uri="{FF2B5EF4-FFF2-40B4-BE49-F238E27FC236}">
                    <a16:creationId xmlns:a16="http://schemas.microsoft.com/office/drawing/2014/main" id="{F2CA4F3A-7891-3479-D9B2-175AD8493FDE}"/>
                  </a:ext>
                </a:extLst>
              </p:cNvPr>
              <p:cNvSpPr/>
              <p:nvPr/>
            </p:nvSpPr>
            <p:spPr>
              <a:xfrm>
                <a:off x="374276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9" name="ph8560">
                <a:extLst>
                  <a:ext uri="{FF2B5EF4-FFF2-40B4-BE49-F238E27FC236}">
                    <a16:creationId xmlns:a16="http://schemas.microsoft.com/office/drawing/2014/main" id="{A1A7E00C-FD38-23C3-2911-A7BB87EFF896}"/>
                  </a:ext>
                </a:extLst>
              </p:cNvPr>
              <p:cNvSpPr/>
              <p:nvPr/>
            </p:nvSpPr>
            <p:spPr>
              <a:xfrm>
                <a:off x="375220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0" name="ph8561">
                <a:extLst>
                  <a:ext uri="{FF2B5EF4-FFF2-40B4-BE49-F238E27FC236}">
                    <a16:creationId xmlns:a16="http://schemas.microsoft.com/office/drawing/2014/main" id="{A19D91EB-7F91-2266-404E-689FF014D327}"/>
                  </a:ext>
                </a:extLst>
              </p:cNvPr>
              <p:cNvSpPr/>
              <p:nvPr/>
            </p:nvSpPr>
            <p:spPr>
              <a:xfrm>
                <a:off x="376164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1" name="ph8562">
                <a:extLst>
                  <a:ext uri="{FF2B5EF4-FFF2-40B4-BE49-F238E27FC236}">
                    <a16:creationId xmlns:a16="http://schemas.microsoft.com/office/drawing/2014/main" id="{A95CDDAE-86D8-0882-F81A-2F2191439B83}"/>
                  </a:ext>
                </a:extLst>
              </p:cNvPr>
              <p:cNvSpPr/>
              <p:nvPr/>
            </p:nvSpPr>
            <p:spPr>
              <a:xfrm>
                <a:off x="377108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2" name="ph8563">
                <a:extLst>
                  <a:ext uri="{FF2B5EF4-FFF2-40B4-BE49-F238E27FC236}">
                    <a16:creationId xmlns:a16="http://schemas.microsoft.com/office/drawing/2014/main" id="{7D263CD7-E7D8-A113-52C3-E347275E9ADA}"/>
                  </a:ext>
                </a:extLst>
              </p:cNvPr>
              <p:cNvSpPr/>
              <p:nvPr/>
            </p:nvSpPr>
            <p:spPr>
              <a:xfrm>
                <a:off x="378052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3" name="ph8564">
                <a:extLst>
                  <a:ext uri="{FF2B5EF4-FFF2-40B4-BE49-F238E27FC236}">
                    <a16:creationId xmlns:a16="http://schemas.microsoft.com/office/drawing/2014/main" id="{4AD3C55E-E844-5F56-1C10-1C8B0949F548}"/>
                  </a:ext>
                </a:extLst>
              </p:cNvPr>
              <p:cNvSpPr/>
              <p:nvPr/>
            </p:nvSpPr>
            <p:spPr>
              <a:xfrm>
                <a:off x="378996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4" name="ph8565">
                <a:extLst>
                  <a:ext uri="{FF2B5EF4-FFF2-40B4-BE49-F238E27FC236}">
                    <a16:creationId xmlns:a16="http://schemas.microsoft.com/office/drawing/2014/main" id="{24789032-E7E1-23A6-CDAF-2CDF1F364A94}"/>
                  </a:ext>
                </a:extLst>
              </p:cNvPr>
              <p:cNvSpPr/>
              <p:nvPr/>
            </p:nvSpPr>
            <p:spPr>
              <a:xfrm>
                <a:off x="379940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5" name="ph8566">
                <a:extLst>
                  <a:ext uri="{FF2B5EF4-FFF2-40B4-BE49-F238E27FC236}">
                    <a16:creationId xmlns:a16="http://schemas.microsoft.com/office/drawing/2014/main" id="{99536A9D-D121-F3D4-2E04-DEC040D2312F}"/>
                  </a:ext>
                </a:extLst>
              </p:cNvPr>
              <p:cNvSpPr/>
              <p:nvPr/>
            </p:nvSpPr>
            <p:spPr>
              <a:xfrm>
                <a:off x="3818284" y="88519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719" y="896830"/>
                    </a:lnTo>
                    <a:lnTo>
                      <a:pt x="911003" y="897341"/>
                    </a:lnTo>
                    <a:lnTo>
                      <a:pt x="914400" y="904193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6" name="ph8567">
                <a:extLst>
                  <a:ext uri="{FF2B5EF4-FFF2-40B4-BE49-F238E27FC236}">
                    <a16:creationId xmlns:a16="http://schemas.microsoft.com/office/drawing/2014/main" id="{68E890B4-4BAC-E356-280C-1A17EECE8ABE}"/>
                  </a:ext>
                </a:extLst>
              </p:cNvPr>
              <p:cNvSpPr/>
              <p:nvPr/>
            </p:nvSpPr>
            <p:spPr>
              <a:xfrm>
                <a:off x="3818284" y="885197"/>
                <a:ext cx="9191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3" h="914400">
                    <a:moveTo>
                      <a:pt x="914400" y="914400"/>
                    </a:moveTo>
                    <a:lnTo>
                      <a:pt x="914400" y="904193"/>
                    </a:lnTo>
                    <a:lnTo>
                      <a:pt x="915317" y="906043"/>
                    </a:lnTo>
                    <a:lnTo>
                      <a:pt x="918779" y="913866"/>
                    </a:lnTo>
                    <a:lnTo>
                      <a:pt x="919123" y="914400"/>
                    </a:lnTo>
                    <a:close/>
                  </a:path>
                </a:pathLst>
              </a:custGeom>
              <a:solidFill>
                <a:srgbClr val="D83228">
                  <a:alpha val="100000"/>
                </a:srgbClr>
              </a:solidFill>
              <a:ln w="5420" cap="flat">
                <a:solidFill>
                  <a:srgbClr val="D832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7" name="ph8568">
                <a:extLst>
                  <a:ext uri="{FF2B5EF4-FFF2-40B4-BE49-F238E27FC236}">
                    <a16:creationId xmlns:a16="http://schemas.microsoft.com/office/drawing/2014/main" id="{68E7C1D0-07BC-7D52-236F-E00F38103D7A}"/>
                  </a:ext>
                </a:extLst>
              </p:cNvPr>
              <p:cNvSpPr/>
              <p:nvPr/>
            </p:nvSpPr>
            <p:spPr>
              <a:xfrm>
                <a:off x="3327392" y="850058"/>
                <a:ext cx="914400" cy="92607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6">
                    <a:moveTo>
                      <a:pt x="914400" y="914400"/>
                    </a:moveTo>
                    <a:lnTo>
                      <a:pt x="914400" y="926076"/>
                    </a:lnTo>
                    <a:lnTo>
                      <a:pt x="914139" y="925013"/>
                    </a:lnTo>
                    <a:lnTo>
                      <a:pt x="912006" y="914955"/>
                    </a:lnTo>
                    <a:lnTo>
                      <a:pt x="911905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8" name="ph8569">
                <a:extLst>
                  <a:ext uri="{FF2B5EF4-FFF2-40B4-BE49-F238E27FC236}">
                    <a16:creationId xmlns:a16="http://schemas.microsoft.com/office/drawing/2014/main" id="{3D6F696B-BB9E-B2A3-65D8-9D624BA08C18}"/>
                  </a:ext>
                </a:extLst>
              </p:cNvPr>
              <p:cNvSpPr/>
              <p:nvPr/>
            </p:nvSpPr>
            <p:spPr>
              <a:xfrm>
                <a:off x="332739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41" y="931969"/>
                    </a:lnTo>
                    <a:lnTo>
                      <a:pt x="914400" y="926076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9" name="ph8570">
                <a:extLst>
                  <a:ext uri="{FF2B5EF4-FFF2-40B4-BE49-F238E27FC236}">
                    <a16:creationId xmlns:a16="http://schemas.microsoft.com/office/drawing/2014/main" id="{A482F2D6-BB01-3A45-5430-F3128BA1BC66}"/>
                  </a:ext>
                </a:extLst>
              </p:cNvPr>
              <p:cNvSpPr/>
              <p:nvPr/>
            </p:nvSpPr>
            <p:spPr>
              <a:xfrm>
                <a:off x="333683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0" name="ph8571">
                <a:extLst>
                  <a:ext uri="{FF2B5EF4-FFF2-40B4-BE49-F238E27FC236}">
                    <a16:creationId xmlns:a16="http://schemas.microsoft.com/office/drawing/2014/main" id="{583ACDD1-E5B8-3E95-5BF6-6C81E78053A7}"/>
                  </a:ext>
                </a:extLst>
              </p:cNvPr>
              <p:cNvSpPr/>
              <p:nvPr/>
            </p:nvSpPr>
            <p:spPr>
              <a:xfrm>
                <a:off x="334627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1" name="ph8572">
                <a:extLst>
                  <a:ext uri="{FF2B5EF4-FFF2-40B4-BE49-F238E27FC236}">
                    <a16:creationId xmlns:a16="http://schemas.microsoft.com/office/drawing/2014/main" id="{5B61F72B-E01E-74A3-F997-96BE8CE0D78C}"/>
                  </a:ext>
                </a:extLst>
              </p:cNvPr>
              <p:cNvSpPr/>
              <p:nvPr/>
            </p:nvSpPr>
            <p:spPr>
              <a:xfrm>
                <a:off x="335571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2" name="ph8573">
                <a:extLst>
                  <a:ext uri="{FF2B5EF4-FFF2-40B4-BE49-F238E27FC236}">
                    <a16:creationId xmlns:a16="http://schemas.microsoft.com/office/drawing/2014/main" id="{1545EF47-BB13-3199-98F6-2439A6772719}"/>
                  </a:ext>
                </a:extLst>
              </p:cNvPr>
              <p:cNvSpPr/>
              <p:nvPr/>
            </p:nvSpPr>
            <p:spPr>
              <a:xfrm>
                <a:off x="336515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3" name="ph8574">
                <a:extLst>
                  <a:ext uri="{FF2B5EF4-FFF2-40B4-BE49-F238E27FC236}">
                    <a16:creationId xmlns:a16="http://schemas.microsoft.com/office/drawing/2014/main" id="{292F3C96-5407-B185-6C17-19ABE1338E5C}"/>
                  </a:ext>
                </a:extLst>
              </p:cNvPr>
              <p:cNvSpPr/>
              <p:nvPr/>
            </p:nvSpPr>
            <p:spPr>
              <a:xfrm>
                <a:off x="337459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4" name="ph8575">
                <a:extLst>
                  <a:ext uri="{FF2B5EF4-FFF2-40B4-BE49-F238E27FC236}">
                    <a16:creationId xmlns:a16="http://schemas.microsoft.com/office/drawing/2014/main" id="{6B84AE14-A5FF-E8F2-FC45-957A1927579E}"/>
                  </a:ext>
                </a:extLst>
              </p:cNvPr>
              <p:cNvSpPr/>
              <p:nvPr/>
            </p:nvSpPr>
            <p:spPr>
              <a:xfrm>
                <a:off x="338403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5" name="ph8576">
                <a:extLst>
                  <a:ext uri="{FF2B5EF4-FFF2-40B4-BE49-F238E27FC236}">
                    <a16:creationId xmlns:a16="http://schemas.microsoft.com/office/drawing/2014/main" id="{5895F2EA-0CDB-0252-4F50-6CCD0B6001B1}"/>
                  </a:ext>
                </a:extLst>
              </p:cNvPr>
              <p:cNvSpPr/>
              <p:nvPr/>
            </p:nvSpPr>
            <p:spPr>
              <a:xfrm>
                <a:off x="339347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6" name="ph8577">
                <a:extLst>
                  <a:ext uri="{FF2B5EF4-FFF2-40B4-BE49-F238E27FC236}">
                    <a16:creationId xmlns:a16="http://schemas.microsoft.com/office/drawing/2014/main" id="{41F9C63D-C5C4-3A6B-B76E-1B1BBF9AC93D}"/>
                  </a:ext>
                </a:extLst>
              </p:cNvPr>
              <p:cNvSpPr/>
              <p:nvPr/>
            </p:nvSpPr>
            <p:spPr>
              <a:xfrm>
                <a:off x="340291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7" name="ph8578">
                <a:extLst>
                  <a:ext uri="{FF2B5EF4-FFF2-40B4-BE49-F238E27FC236}">
                    <a16:creationId xmlns:a16="http://schemas.microsoft.com/office/drawing/2014/main" id="{343C1286-829F-EC6A-E89F-CB444CA53A98}"/>
                  </a:ext>
                </a:extLst>
              </p:cNvPr>
              <p:cNvSpPr/>
              <p:nvPr/>
            </p:nvSpPr>
            <p:spPr>
              <a:xfrm>
                <a:off x="341235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8" name="ph8579">
                <a:extLst>
                  <a:ext uri="{FF2B5EF4-FFF2-40B4-BE49-F238E27FC236}">
                    <a16:creationId xmlns:a16="http://schemas.microsoft.com/office/drawing/2014/main" id="{0DF1A4CE-43B7-FC22-F8FE-094D61D06E23}"/>
                  </a:ext>
                </a:extLst>
              </p:cNvPr>
              <p:cNvSpPr/>
              <p:nvPr/>
            </p:nvSpPr>
            <p:spPr>
              <a:xfrm>
                <a:off x="342179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9" name="ph8580">
                <a:extLst>
                  <a:ext uri="{FF2B5EF4-FFF2-40B4-BE49-F238E27FC236}">
                    <a16:creationId xmlns:a16="http://schemas.microsoft.com/office/drawing/2014/main" id="{3C399E73-7997-19CB-1A28-0990A4D4A19B}"/>
                  </a:ext>
                </a:extLst>
              </p:cNvPr>
              <p:cNvSpPr/>
              <p:nvPr/>
            </p:nvSpPr>
            <p:spPr>
              <a:xfrm>
                <a:off x="343123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0" name="ph8581">
                <a:extLst>
                  <a:ext uri="{FF2B5EF4-FFF2-40B4-BE49-F238E27FC236}">
                    <a16:creationId xmlns:a16="http://schemas.microsoft.com/office/drawing/2014/main" id="{791F60B0-2D0F-984A-BA76-98E383076E89}"/>
                  </a:ext>
                </a:extLst>
              </p:cNvPr>
              <p:cNvSpPr/>
              <p:nvPr/>
            </p:nvSpPr>
            <p:spPr>
              <a:xfrm>
                <a:off x="344067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1" name="ph8582">
                <a:extLst>
                  <a:ext uri="{FF2B5EF4-FFF2-40B4-BE49-F238E27FC236}">
                    <a16:creationId xmlns:a16="http://schemas.microsoft.com/office/drawing/2014/main" id="{6A6EC53E-29EA-7A6E-C7F8-570BC97D8DDC}"/>
                  </a:ext>
                </a:extLst>
              </p:cNvPr>
              <p:cNvSpPr/>
              <p:nvPr/>
            </p:nvSpPr>
            <p:spPr>
              <a:xfrm>
                <a:off x="345011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2" name="ph8583">
                <a:extLst>
                  <a:ext uri="{FF2B5EF4-FFF2-40B4-BE49-F238E27FC236}">
                    <a16:creationId xmlns:a16="http://schemas.microsoft.com/office/drawing/2014/main" id="{25078B56-B31F-6363-6480-146AB77F03F3}"/>
                  </a:ext>
                </a:extLst>
              </p:cNvPr>
              <p:cNvSpPr/>
              <p:nvPr/>
            </p:nvSpPr>
            <p:spPr>
              <a:xfrm>
                <a:off x="345955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3" name="ph8584">
                <a:extLst>
                  <a:ext uri="{FF2B5EF4-FFF2-40B4-BE49-F238E27FC236}">
                    <a16:creationId xmlns:a16="http://schemas.microsoft.com/office/drawing/2014/main" id="{820671C7-C8F4-96D7-4CC8-4D7B51CB9558}"/>
                  </a:ext>
                </a:extLst>
              </p:cNvPr>
              <p:cNvSpPr/>
              <p:nvPr/>
            </p:nvSpPr>
            <p:spPr>
              <a:xfrm>
                <a:off x="346899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4" name="ph8585">
                <a:extLst>
                  <a:ext uri="{FF2B5EF4-FFF2-40B4-BE49-F238E27FC236}">
                    <a16:creationId xmlns:a16="http://schemas.microsoft.com/office/drawing/2014/main" id="{2132D755-B278-8B00-037A-A6AAAE14438E}"/>
                  </a:ext>
                </a:extLst>
              </p:cNvPr>
              <p:cNvSpPr/>
              <p:nvPr/>
            </p:nvSpPr>
            <p:spPr>
              <a:xfrm>
                <a:off x="347843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5" name="ph8586">
                <a:extLst>
                  <a:ext uri="{FF2B5EF4-FFF2-40B4-BE49-F238E27FC236}">
                    <a16:creationId xmlns:a16="http://schemas.microsoft.com/office/drawing/2014/main" id="{8DCB9C68-0957-6DCA-5860-676E35855558}"/>
                  </a:ext>
                </a:extLst>
              </p:cNvPr>
              <p:cNvSpPr/>
              <p:nvPr/>
            </p:nvSpPr>
            <p:spPr>
              <a:xfrm>
                <a:off x="348787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6" name="ph8587">
                <a:extLst>
                  <a:ext uri="{FF2B5EF4-FFF2-40B4-BE49-F238E27FC236}">
                    <a16:creationId xmlns:a16="http://schemas.microsoft.com/office/drawing/2014/main" id="{0C75741B-8AF3-E309-2C7B-CB9D1EF9C5C3}"/>
                  </a:ext>
                </a:extLst>
              </p:cNvPr>
              <p:cNvSpPr/>
              <p:nvPr/>
            </p:nvSpPr>
            <p:spPr>
              <a:xfrm>
                <a:off x="349731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7" name="ph8588">
                <a:extLst>
                  <a:ext uri="{FF2B5EF4-FFF2-40B4-BE49-F238E27FC236}">
                    <a16:creationId xmlns:a16="http://schemas.microsoft.com/office/drawing/2014/main" id="{063267A1-5215-2992-FD1E-41E36BBDED26}"/>
                  </a:ext>
                </a:extLst>
              </p:cNvPr>
              <p:cNvSpPr/>
              <p:nvPr/>
            </p:nvSpPr>
            <p:spPr>
              <a:xfrm>
                <a:off x="350675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8" name="ph8589">
                <a:extLst>
                  <a:ext uri="{FF2B5EF4-FFF2-40B4-BE49-F238E27FC236}">
                    <a16:creationId xmlns:a16="http://schemas.microsoft.com/office/drawing/2014/main" id="{22FA950F-BE1D-2832-0DA8-B2B2B90FD125}"/>
                  </a:ext>
                </a:extLst>
              </p:cNvPr>
              <p:cNvSpPr/>
              <p:nvPr/>
            </p:nvSpPr>
            <p:spPr>
              <a:xfrm>
                <a:off x="351619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9" name="ph8590">
                <a:extLst>
                  <a:ext uri="{FF2B5EF4-FFF2-40B4-BE49-F238E27FC236}">
                    <a16:creationId xmlns:a16="http://schemas.microsoft.com/office/drawing/2014/main" id="{ABD323E6-2B5F-0141-4D48-488F472DD37B}"/>
                  </a:ext>
                </a:extLst>
              </p:cNvPr>
              <p:cNvSpPr/>
              <p:nvPr/>
            </p:nvSpPr>
            <p:spPr>
              <a:xfrm>
                <a:off x="352563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0" name="ph8591">
                <a:extLst>
                  <a:ext uri="{FF2B5EF4-FFF2-40B4-BE49-F238E27FC236}">
                    <a16:creationId xmlns:a16="http://schemas.microsoft.com/office/drawing/2014/main" id="{5F5D61AF-2249-FC13-5409-8A686A72C234}"/>
                  </a:ext>
                </a:extLst>
              </p:cNvPr>
              <p:cNvSpPr/>
              <p:nvPr/>
            </p:nvSpPr>
            <p:spPr>
              <a:xfrm>
                <a:off x="353507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1" name="ph8592">
                <a:extLst>
                  <a:ext uri="{FF2B5EF4-FFF2-40B4-BE49-F238E27FC236}">
                    <a16:creationId xmlns:a16="http://schemas.microsoft.com/office/drawing/2014/main" id="{C6F23571-4557-DF59-899A-3F4D6EDF3362}"/>
                  </a:ext>
                </a:extLst>
              </p:cNvPr>
              <p:cNvSpPr/>
              <p:nvPr/>
            </p:nvSpPr>
            <p:spPr>
              <a:xfrm>
                <a:off x="354451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2" name="ph8593">
                <a:extLst>
                  <a:ext uri="{FF2B5EF4-FFF2-40B4-BE49-F238E27FC236}">
                    <a16:creationId xmlns:a16="http://schemas.microsoft.com/office/drawing/2014/main" id="{0E3EA8B2-AA0B-107E-948D-F27A624D38DA}"/>
                  </a:ext>
                </a:extLst>
              </p:cNvPr>
              <p:cNvSpPr/>
              <p:nvPr/>
            </p:nvSpPr>
            <p:spPr>
              <a:xfrm>
                <a:off x="355395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3" name="ph8594">
                <a:extLst>
                  <a:ext uri="{FF2B5EF4-FFF2-40B4-BE49-F238E27FC236}">
                    <a16:creationId xmlns:a16="http://schemas.microsoft.com/office/drawing/2014/main" id="{ECAD5398-FAA9-BFE0-FD1E-FB2CD387733D}"/>
                  </a:ext>
                </a:extLst>
              </p:cNvPr>
              <p:cNvSpPr/>
              <p:nvPr/>
            </p:nvSpPr>
            <p:spPr>
              <a:xfrm>
                <a:off x="356339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4" name="ph8595">
                <a:extLst>
                  <a:ext uri="{FF2B5EF4-FFF2-40B4-BE49-F238E27FC236}">
                    <a16:creationId xmlns:a16="http://schemas.microsoft.com/office/drawing/2014/main" id="{CCBA56EF-C427-2E4C-0208-271D81626CF6}"/>
                  </a:ext>
                </a:extLst>
              </p:cNvPr>
              <p:cNvSpPr/>
              <p:nvPr/>
            </p:nvSpPr>
            <p:spPr>
              <a:xfrm>
                <a:off x="357283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5" name="ph8596">
                <a:extLst>
                  <a:ext uri="{FF2B5EF4-FFF2-40B4-BE49-F238E27FC236}">
                    <a16:creationId xmlns:a16="http://schemas.microsoft.com/office/drawing/2014/main" id="{E6BD05DB-F370-A193-8DCB-D9954B956AA9}"/>
                  </a:ext>
                </a:extLst>
              </p:cNvPr>
              <p:cNvSpPr/>
              <p:nvPr/>
            </p:nvSpPr>
            <p:spPr>
              <a:xfrm>
                <a:off x="358227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6" name="ph8597">
                <a:extLst>
                  <a:ext uri="{FF2B5EF4-FFF2-40B4-BE49-F238E27FC236}">
                    <a16:creationId xmlns:a16="http://schemas.microsoft.com/office/drawing/2014/main" id="{B5EA5107-1B66-93D6-A021-22009C608989}"/>
                  </a:ext>
                </a:extLst>
              </p:cNvPr>
              <p:cNvSpPr/>
              <p:nvPr/>
            </p:nvSpPr>
            <p:spPr>
              <a:xfrm>
                <a:off x="359171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7" name="ph8598">
                <a:extLst>
                  <a:ext uri="{FF2B5EF4-FFF2-40B4-BE49-F238E27FC236}">
                    <a16:creationId xmlns:a16="http://schemas.microsoft.com/office/drawing/2014/main" id="{9735C485-A1C5-85B9-948B-BDBC54462DCB}"/>
                  </a:ext>
                </a:extLst>
              </p:cNvPr>
              <p:cNvSpPr/>
              <p:nvPr/>
            </p:nvSpPr>
            <p:spPr>
              <a:xfrm>
                <a:off x="360115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8" name="ph8599">
                <a:extLst>
                  <a:ext uri="{FF2B5EF4-FFF2-40B4-BE49-F238E27FC236}">
                    <a16:creationId xmlns:a16="http://schemas.microsoft.com/office/drawing/2014/main" id="{C4EA0F98-D4DA-D6DD-C59B-C06546A54BB8}"/>
                  </a:ext>
                </a:extLst>
              </p:cNvPr>
              <p:cNvSpPr/>
              <p:nvPr/>
            </p:nvSpPr>
            <p:spPr>
              <a:xfrm>
                <a:off x="361059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9" name="ph8600">
                <a:extLst>
                  <a:ext uri="{FF2B5EF4-FFF2-40B4-BE49-F238E27FC236}">
                    <a16:creationId xmlns:a16="http://schemas.microsoft.com/office/drawing/2014/main" id="{358645E8-40E4-5C02-4652-C0D967AD25B2}"/>
                  </a:ext>
                </a:extLst>
              </p:cNvPr>
              <p:cNvSpPr/>
              <p:nvPr/>
            </p:nvSpPr>
            <p:spPr>
              <a:xfrm>
                <a:off x="362003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0" name="ph8601">
                <a:extLst>
                  <a:ext uri="{FF2B5EF4-FFF2-40B4-BE49-F238E27FC236}">
                    <a16:creationId xmlns:a16="http://schemas.microsoft.com/office/drawing/2014/main" id="{647755DE-FBF3-2B05-1C69-81A900B25325}"/>
                  </a:ext>
                </a:extLst>
              </p:cNvPr>
              <p:cNvSpPr/>
              <p:nvPr/>
            </p:nvSpPr>
            <p:spPr>
              <a:xfrm>
                <a:off x="362947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1" name="ph8602">
                <a:extLst>
                  <a:ext uri="{FF2B5EF4-FFF2-40B4-BE49-F238E27FC236}">
                    <a16:creationId xmlns:a16="http://schemas.microsoft.com/office/drawing/2014/main" id="{E5C2C2F2-70D8-987A-D83E-9C9A7CF7A336}"/>
                  </a:ext>
                </a:extLst>
              </p:cNvPr>
              <p:cNvSpPr/>
              <p:nvPr/>
            </p:nvSpPr>
            <p:spPr>
              <a:xfrm>
                <a:off x="363891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2" name="ph8603">
                <a:extLst>
                  <a:ext uri="{FF2B5EF4-FFF2-40B4-BE49-F238E27FC236}">
                    <a16:creationId xmlns:a16="http://schemas.microsoft.com/office/drawing/2014/main" id="{207E3DEE-0942-A0FE-1F53-45587536C359}"/>
                  </a:ext>
                </a:extLst>
              </p:cNvPr>
              <p:cNvSpPr/>
              <p:nvPr/>
            </p:nvSpPr>
            <p:spPr>
              <a:xfrm>
                <a:off x="364836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3" name="ph8604">
                <a:extLst>
                  <a:ext uri="{FF2B5EF4-FFF2-40B4-BE49-F238E27FC236}">
                    <a16:creationId xmlns:a16="http://schemas.microsoft.com/office/drawing/2014/main" id="{0C57C614-34A7-312F-6F94-470A39F85022}"/>
                  </a:ext>
                </a:extLst>
              </p:cNvPr>
              <p:cNvSpPr/>
              <p:nvPr/>
            </p:nvSpPr>
            <p:spPr>
              <a:xfrm>
                <a:off x="365780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4" name="ph8605">
                <a:extLst>
                  <a:ext uri="{FF2B5EF4-FFF2-40B4-BE49-F238E27FC236}">
                    <a16:creationId xmlns:a16="http://schemas.microsoft.com/office/drawing/2014/main" id="{FED29092-AFE0-9096-C418-9B10C04A2B41}"/>
                  </a:ext>
                </a:extLst>
              </p:cNvPr>
              <p:cNvSpPr/>
              <p:nvPr/>
            </p:nvSpPr>
            <p:spPr>
              <a:xfrm>
                <a:off x="366724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5" name="ph8606">
                <a:extLst>
                  <a:ext uri="{FF2B5EF4-FFF2-40B4-BE49-F238E27FC236}">
                    <a16:creationId xmlns:a16="http://schemas.microsoft.com/office/drawing/2014/main" id="{A3B9804A-4C9B-8848-776E-435CD2D68895}"/>
                  </a:ext>
                </a:extLst>
              </p:cNvPr>
              <p:cNvSpPr/>
              <p:nvPr/>
            </p:nvSpPr>
            <p:spPr>
              <a:xfrm>
                <a:off x="367668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6" name="ph8607">
                <a:extLst>
                  <a:ext uri="{FF2B5EF4-FFF2-40B4-BE49-F238E27FC236}">
                    <a16:creationId xmlns:a16="http://schemas.microsoft.com/office/drawing/2014/main" id="{ABD7BB8D-21CD-CE08-8F8A-4E29F2CFA6A3}"/>
                  </a:ext>
                </a:extLst>
              </p:cNvPr>
              <p:cNvSpPr/>
              <p:nvPr/>
            </p:nvSpPr>
            <p:spPr>
              <a:xfrm>
                <a:off x="368612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7" name="ph8608">
                <a:extLst>
                  <a:ext uri="{FF2B5EF4-FFF2-40B4-BE49-F238E27FC236}">
                    <a16:creationId xmlns:a16="http://schemas.microsoft.com/office/drawing/2014/main" id="{628B25EC-5904-957E-9F46-8AE0D704D5FF}"/>
                  </a:ext>
                </a:extLst>
              </p:cNvPr>
              <p:cNvSpPr/>
              <p:nvPr/>
            </p:nvSpPr>
            <p:spPr>
              <a:xfrm>
                <a:off x="369556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8" name="ph8609">
                <a:extLst>
                  <a:ext uri="{FF2B5EF4-FFF2-40B4-BE49-F238E27FC236}">
                    <a16:creationId xmlns:a16="http://schemas.microsoft.com/office/drawing/2014/main" id="{FE0317CB-418A-259B-75A2-34E4160B08A8}"/>
                  </a:ext>
                </a:extLst>
              </p:cNvPr>
              <p:cNvSpPr/>
              <p:nvPr/>
            </p:nvSpPr>
            <p:spPr>
              <a:xfrm>
                <a:off x="370500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9" name="ph8610">
                <a:extLst>
                  <a:ext uri="{FF2B5EF4-FFF2-40B4-BE49-F238E27FC236}">
                    <a16:creationId xmlns:a16="http://schemas.microsoft.com/office/drawing/2014/main" id="{E85D1B80-DF0A-3698-67EB-80F1EADD6590}"/>
                  </a:ext>
                </a:extLst>
              </p:cNvPr>
              <p:cNvSpPr/>
              <p:nvPr/>
            </p:nvSpPr>
            <p:spPr>
              <a:xfrm>
                <a:off x="371444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0" name="ph8611">
                <a:extLst>
                  <a:ext uri="{FF2B5EF4-FFF2-40B4-BE49-F238E27FC236}">
                    <a16:creationId xmlns:a16="http://schemas.microsoft.com/office/drawing/2014/main" id="{23A244D1-AB10-836C-654D-F41DE9BC9D61}"/>
                  </a:ext>
                </a:extLst>
              </p:cNvPr>
              <p:cNvSpPr/>
              <p:nvPr/>
            </p:nvSpPr>
            <p:spPr>
              <a:xfrm>
                <a:off x="372388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1" name="ph8612">
                <a:extLst>
                  <a:ext uri="{FF2B5EF4-FFF2-40B4-BE49-F238E27FC236}">
                    <a16:creationId xmlns:a16="http://schemas.microsoft.com/office/drawing/2014/main" id="{17DC2A45-BEDE-DE68-D22D-F6C043A6EC1A}"/>
                  </a:ext>
                </a:extLst>
              </p:cNvPr>
              <p:cNvSpPr/>
              <p:nvPr/>
            </p:nvSpPr>
            <p:spPr>
              <a:xfrm>
                <a:off x="373332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2" name="ph8613">
                <a:extLst>
                  <a:ext uri="{FF2B5EF4-FFF2-40B4-BE49-F238E27FC236}">
                    <a16:creationId xmlns:a16="http://schemas.microsoft.com/office/drawing/2014/main" id="{E3C1F45E-B1A2-C755-56B1-9D92D74CC450}"/>
                  </a:ext>
                </a:extLst>
              </p:cNvPr>
              <p:cNvSpPr/>
              <p:nvPr/>
            </p:nvSpPr>
            <p:spPr>
              <a:xfrm>
                <a:off x="374276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3" name="ph8614">
                <a:extLst>
                  <a:ext uri="{FF2B5EF4-FFF2-40B4-BE49-F238E27FC236}">
                    <a16:creationId xmlns:a16="http://schemas.microsoft.com/office/drawing/2014/main" id="{9593DE10-8C6E-189C-EADC-2DC3DB9B2B95}"/>
                  </a:ext>
                </a:extLst>
              </p:cNvPr>
              <p:cNvSpPr/>
              <p:nvPr/>
            </p:nvSpPr>
            <p:spPr>
              <a:xfrm>
                <a:off x="375220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4" name="ph8615">
                <a:extLst>
                  <a:ext uri="{FF2B5EF4-FFF2-40B4-BE49-F238E27FC236}">
                    <a16:creationId xmlns:a16="http://schemas.microsoft.com/office/drawing/2014/main" id="{7B5E01E2-0372-8A85-EA7B-7CBB6A29C964}"/>
                  </a:ext>
                </a:extLst>
              </p:cNvPr>
              <p:cNvSpPr/>
              <p:nvPr/>
            </p:nvSpPr>
            <p:spPr>
              <a:xfrm>
                <a:off x="376164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5" name="ph8616">
                <a:extLst>
                  <a:ext uri="{FF2B5EF4-FFF2-40B4-BE49-F238E27FC236}">
                    <a16:creationId xmlns:a16="http://schemas.microsoft.com/office/drawing/2014/main" id="{89D846A0-AFB3-05E3-7313-D596ECE13AA9}"/>
                  </a:ext>
                </a:extLst>
              </p:cNvPr>
              <p:cNvSpPr/>
              <p:nvPr/>
            </p:nvSpPr>
            <p:spPr>
              <a:xfrm>
                <a:off x="377108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6" name="ph8617">
                <a:extLst>
                  <a:ext uri="{FF2B5EF4-FFF2-40B4-BE49-F238E27FC236}">
                    <a16:creationId xmlns:a16="http://schemas.microsoft.com/office/drawing/2014/main" id="{BDD83F91-5E61-4C57-98FC-E5648AC8583E}"/>
                  </a:ext>
                </a:extLst>
              </p:cNvPr>
              <p:cNvSpPr/>
              <p:nvPr/>
            </p:nvSpPr>
            <p:spPr>
              <a:xfrm>
                <a:off x="378052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7" name="ph8618">
                <a:extLst>
                  <a:ext uri="{FF2B5EF4-FFF2-40B4-BE49-F238E27FC236}">
                    <a16:creationId xmlns:a16="http://schemas.microsoft.com/office/drawing/2014/main" id="{CED5A241-D4CA-BA99-F6E8-747E44548C98}"/>
                  </a:ext>
                </a:extLst>
              </p:cNvPr>
              <p:cNvSpPr/>
              <p:nvPr/>
            </p:nvSpPr>
            <p:spPr>
              <a:xfrm>
                <a:off x="378996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8" name="ph8619">
                <a:extLst>
                  <a:ext uri="{FF2B5EF4-FFF2-40B4-BE49-F238E27FC236}">
                    <a16:creationId xmlns:a16="http://schemas.microsoft.com/office/drawing/2014/main" id="{B06A519D-32A1-D8A4-43D8-E2F03A0C51EE}"/>
                  </a:ext>
                </a:extLst>
              </p:cNvPr>
              <p:cNvSpPr/>
              <p:nvPr/>
            </p:nvSpPr>
            <p:spPr>
              <a:xfrm>
                <a:off x="3808844" y="86762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9" y="896836"/>
                    </a:lnTo>
                    <a:lnTo>
                      <a:pt x="909885" y="897135"/>
                    </a:lnTo>
                    <a:lnTo>
                      <a:pt x="910081" y="897433"/>
                    </a:lnTo>
                    <a:lnTo>
                      <a:pt x="910278" y="897731"/>
                    </a:lnTo>
                    <a:lnTo>
                      <a:pt x="910474" y="898030"/>
                    </a:lnTo>
                    <a:lnTo>
                      <a:pt x="910670" y="898328"/>
                    </a:lnTo>
                    <a:lnTo>
                      <a:pt x="910866" y="898627"/>
                    </a:lnTo>
                    <a:lnTo>
                      <a:pt x="911062" y="898925"/>
                    </a:lnTo>
                    <a:lnTo>
                      <a:pt x="914400" y="90429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9" name="ph8620">
                <a:extLst>
                  <a:ext uri="{FF2B5EF4-FFF2-40B4-BE49-F238E27FC236}">
                    <a16:creationId xmlns:a16="http://schemas.microsoft.com/office/drawing/2014/main" id="{36F1DB0A-AD24-624C-D4A5-F7552745CF22}"/>
                  </a:ext>
                </a:extLst>
              </p:cNvPr>
              <p:cNvSpPr/>
              <p:nvPr/>
            </p:nvSpPr>
            <p:spPr>
              <a:xfrm>
                <a:off x="3808844" y="867627"/>
                <a:ext cx="9201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60" h="914400">
                    <a:moveTo>
                      <a:pt x="914400" y="914400"/>
                    </a:moveTo>
                    <a:lnTo>
                      <a:pt x="914400" y="904299"/>
                    </a:lnTo>
                    <a:lnTo>
                      <a:pt x="915873" y="906672"/>
                    </a:lnTo>
                    <a:lnTo>
                      <a:pt x="920160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0" name="ph8621">
                <a:extLst>
                  <a:ext uri="{FF2B5EF4-FFF2-40B4-BE49-F238E27FC236}">
                    <a16:creationId xmlns:a16="http://schemas.microsoft.com/office/drawing/2014/main" id="{B90165C8-0868-0D66-D90A-333032D2F80B}"/>
                  </a:ext>
                </a:extLst>
              </p:cNvPr>
              <p:cNvSpPr/>
              <p:nvPr/>
            </p:nvSpPr>
            <p:spPr>
              <a:xfrm>
                <a:off x="3327392" y="83248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905" y="931969"/>
                    </a:lnTo>
                    <a:lnTo>
                      <a:pt x="910152" y="922277"/>
                    </a:lnTo>
                    <a:lnTo>
                      <a:pt x="908965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1" name="ph8622">
                <a:extLst>
                  <a:ext uri="{FF2B5EF4-FFF2-40B4-BE49-F238E27FC236}">
                    <a16:creationId xmlns:a16="http://schemas.microsoft.com/office/drawing/2014/main" id="{455EA7F1-058D-73A3-B5C5-C3598437DE1D}"/>
                  </a:ext>
                </a:extLst>
              </p:cNvPr>
              <p:cNvSpPr/>
              <p:nvPr/>
            </p:nvSpPr>
            <p:spPr>
              <a:xfrm>
                <a:off x="332739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2" name="ph8623">
                <a:extLst>
                  <a:ext uri="{FF2B5EF4-FFF2-40B4-BE49-F238E27FC236}">
                    <a16:creationId xmlns:a16="http://schemas.microsoft.com/office/drawing/2014/main" id="{561774DC-D6A5-4106-C08D-EF3D39CFF11F}"/>
                  </a:ext>
                </a:extLst>
              </p:cNvPr>
              <p:cNvSpPr/>
              <p:nvPr/>
            </p:nvSpPr>
            <p:spPr>
              <a:xfrm>
                <a:off x="333683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3" name="ph8624">
                <a:extLst>
                  <a:ext uri="{FF2B5EF4-FFF2-40B4-BE49-F238E27FC236}">
                    <a16:creationId xmlns:a16="http://schemas.microsoft.com/office/drawing/2014/main" id="{1091E031-6A89-D7C8-259A-7A19C4D76947}"/>
                  </a:ext>
                </a:extLst>
              </p:cNvPr>
              <p:cNvSpPr/>
              <p:nvPr/>
            </p:nvSpPr>
            <p:spPr>
              <a:xfrm>
                <a:off x="334627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4" name="ph8625">
                <a:extLst>
                  <a:ext uri="{FF2B5EF4-FFF2-40B4-BE49-F238E27FC236}">
                    <a16:creationId xmlns:a16="http://schemas.microsoft.com/office/drawing/2014/main" id="{45CB85CE-F7F8-DD89-CEDF-A8C4E3274C27}"/>
                  </a:ext>
                </a:extLst>
              </p:cNvPr>
              <p:cNvSpPr/>
              <p:nvPr/>
            </p:nvSpPr>
            <p:spPr>
              <a:xfrm>
                <a:off x="335571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5" name="ph8626">
                <a:extLst>
                  <a:ext uri="{FF2B5EF4-FFF2-40B4-BE49-F238E27FC236}">
                    <a16:creationId xmlns:a16="http://schemas.microsoft.com/office/drawing/2014/main" id="{944DF87B-8C7C-11C1-5058-AB88497E21D7}"/>
                  </a:ext>
                </a:extLst>
              </p:cNvPr>
              <p:cNvSpPr/>
              <p:nvPr/>
            </p:nvSpPr>
            <p:spPr>
              <a:xfrm>
                <a:off x="336515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6" name="ph8627">
                <a:extLst>
                  <a:ext uri="{FF2B5EF4-FFF2-40B4-BE49-F238E27FC236}">
                    <a16:creationId xmlns:a16="http://schemas.microsoft.com/office/drawing/2014/main" id="{9C30FBCC-E829-C6CB-26F2-F2733C6626EC}"/>
                  </a:ext>
                </a:extLst>
              </p:cNvPr>
              <p:cNvSpPr/>
              <p:nvPr/>
            </p:nvSpPr>
            <p:spPr>
              <a:xfrm>
                <a:off x="337459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7" name="ph8628">
                <a:extLst>
                  <a:ext uri="{FF2B5EF4-FFF2-40B4-BE49-F238E27FC236}">
                    <a16:creationId xmlns:a16="http://schemas.microsoft.com/office/drawing/2014/main" id="{47340A15-9A18-DB39-0536-A9F675A62133}"/>
                  </a:ext>
                </a:extLst>
              </p:cNvPr>
              <p:cNvSpPr/>
              <p:nvPr/>
            </p:nvSpPr>
            <p:spPr>
              <a:xfrm>
                <a:off x="338403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8" name="ph8629">
                <a:extLst>
                  <a:ext uri="{FF2B5EF4-FFF2-40B4-BE49-F238E27FC236}">
                    <a16:creationId xmlns:a16="http://schemas.microsoft.com/office/drawing/2014/main" id="{91582A03-EA8F-0E2B-C02A-B125A61E012F}"/>
                  </a:ext>
                </a:extLst>
              </p:cNvPr>
              <p:cNvSpPr/>
              <p:nvPr/>
            </p:nvSpPr>
            <p:spPr>
              <a:xfrm>
                <a:off x="339347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9" name="ph8630">
                <a:extLst>
                  <a:ext uri="{FF2B5EF4-FFF2-40B4-BE49-F238E27FC236}">
                    <a16:creationId xmlns:a16="http://schemas.microsoft.com/office/drawing/2014/main" id="{A4DE2450-11BA-3A8C-932C-CB361472C39B}"/>
                  </a:ext>
                </a:extLst>
              </p:cNvPr>
              <p:cNvSpPr/>
              <p:nvPr/>
            </p:nvSpPr>
            <p:spPr>
              <a:xfrm>
                <a:off x="340291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0" name="ph8631">
                <a:extLst>
                  <a:ext uri="{FF2B5EF4-FFF2-40B4-BE49-F238E27FC236}">
                    <a16:creationId xmlns:a16="http://schemas.microsoft.com/office/drawing/2014/main" id="{D761B99B-24E4-D08C-AA92-2509D1549F66}"/>
                  </a:ext>
                </a:extLst>
              </p:cNvPr>
              <p:cNvSpPr/>
              <p:nvPr/>
            </p:nvSpPr>
            <p:spPr>
              <a:xfrm>
                <a:off x="341235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1" name="ph8632">
                <a:extLst>
                  <a:ext uri="{FF2B5EF4-FFF2-40B4-BE49-F238E27FC236}">
                    <a16:creationId xmlns:a16="http://schemas.microsoft.com/office/drawing/2014/main" id="{0FF54A38-9B59-CCE5-447C-70005CB05BD2}"/>
                  </a:ext>
                </a:extLst>
              </p:cNvPr>
              <p:cNvSpPr/>
              <p:nvPr/>
            </p:nvSpPr>
            <p:spPr>
              <a:xfrm>
                <a:off x="342179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2" name="ph8633">
                <a:extLst>
                  <a:ext uri="{FF2B5EF4-FFF2-40B4-BE49-F238E27FC236}">
                    <a16:creationId xmlns:a16="http://schemas.microsoft.com/office/drawing/2014/main" id="{46AD7804-4310-30BA-1A77-FE12AE26460B}"/>
                  </a:ext>
                </a:extLst>
              </p:cNvPr>
              <p:cNvSpPr/>
              <p:nvPr/>
            </p:nvSpPr>
            <p:spPr>
              <a:xfrm>
                <a:off x="343123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3" name="ph8634">
                <a:extLst>
                  <a:ext uri="{FF2B5EF4-FFF2-40B4-BE49-F238E27FC236}">
                    <a16:creationId xmlns:a16="http://schemas.microsoft.com/office/drawing/2014/main" id="{D549E0CD-5B58-D73D-7E50-957DB7044BD2}"/>
                  </a:ext>
                </a:extLst>
              </p:cNvPr>
              <p:cNvSpPr/>
              <p:nvPr/>
            </p:nvSpPr>
            <p:spPr>
              <a:xfrm>
                <a:off x="344067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4" name="ph8635">
                <a:extLst>
                  <a:ext uri="{FF2B5EF4-FFF2-40B4-BE49-F238E27FC236}">
                    <a16:creationId xmlns:a16="http://schemas.microsoft.com/office/drawing/2014/main" id="{EE4C9C91-D7CC-FC69-C944-A60C00851AB0}"/>
                  </a:ext>
                </a:extLst>
              </p:cNvPr>
              <p:cNvSpPr/>
              <p:nvPr/>
            </p:nvSpPr>
            <p:spPr>
              <a:xfrm>
                <a:off x="345011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5" name="ph8636">
                <a:extLst>
                  <a:ext uri="{FF2B5EF4-FFF2-40B4-BE49-F238E27FC236}">
                    <a16:creationId xmlns:a16="http://schemas.microsoft.com/office/drawing/2014/main" id="{2555DF02-E4A4-105B-0B62-362EA1C84C0C}"/>
                  </a:ext>
                </a:extLst>
              </p:cNvPr>
              <p:cNvSpPr/>
              <p:nvPr/>
            </p:nvSpPr>
            <p:spPr>
              <a:xfrm>
                <a:off x="345955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6" name="ph8637">
                <a:extLst>
                  <a:ext uri="{FF2B5EF4-FFF2-40B4-BE49-F238E27FC236}">
                    <a16:creationId xmlns:a16="http://schemas.microsoft.com/office/drawing/2014/main" id="{25422378-6A89-2295-EEE1-3DB3F4003C92}"/>
                  </a:ext>
                </a:extLst>
              </p:cNvPr>
              <p:cNvSpPr/>
              <p:nvPr/>
            </p:nvSpPr>
            <p:spPr>
              <a:xfrm>
                <a:off x="346899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7" name="ph8638">
                <a:extLst>
                  <a:ext uri="{FF2B5EF4-FFF2-40B4-BE49-F238E27FC236}">
                    <a16:creationId xmlns:a16="http://schemas.microsoft.com/office/drawing/2014/main" id="{72D9F979-4B7C-251A-69C7-83B7139AD5C7}"/>
                  </a:ext>
                </a:extLst>
              </p:cNvPr>
              <p:cNvSpPr/>
              <p:nvPr/>
            </p:nvSpPr>
            <p:spPr>
              <a:xfrm>
                <a:off x="347843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8" name="ph8639">
                <a:extLst>
                  <a:ext uri="{FF2B5EF4-FFF2-40B4-BE49-F238E27FC236}">
                    <a16:creationId xmlns:a16="http://schemas.microsoft.com/office/drawing/2014/main" id="{201E1D98-4097-CB4A-85F7-F964B7FFF0FC}"/>
                  </a:ext>
                </a:extLst>
              </p:cNvPr>
              <p:cNvSpPr/>
              <p:nvPr/>
            </p:nvSpPr>
            <p:spPr>
              <a:xfrm>
                <a:off x="348787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9" name="ph8640">
                <a:extLst>
                  <a:ext uri="{FF2B5EF4-FFF2-40B4-BE49-F238E27FC236}">
                    <a16:creationId xmlns:a16="http://schemas.microsoft.com/office/drawing/2014/main" id="{348F88B9-B4CB-E6BA-205A-C2684DD507B4}"/>
                  </a:ext>
                </a:extLst>
              </p:cNvPr>
              <p:cNvSpPr/>
              <p:nvPr/>
            </p:nvSpPr>
            <p:spPr>
              <a:xfrm>
                <a:off x="349731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0" name="ph8641">
                <a:extLst>
                  <a:ext uri="{FF2B5EF4-FFF2-40B4-BE49-F238E27FC236}">
                    <a16:creationId xmlns:a16="http://schemas.microsoft.com/office/drawing/2014/main" id="{B0EE8830-80B4-1DAD-9CA8-86FEA08D1F2B}"/>
                  </a:ext>
                </a:extLst>
              </p:cNvPr>
              <p:cNvSpPr/>
              <p:nvPr/>
            </p:nvSpPr>
            <p:spPr>
              <a:xfrm>
                <a:off x="350675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1" name="ph8642">
                <a:extLst>
                  <a:ext uri="{FF2B5EF4-FFF2-40B4-BE49-F238E27FC236}">
                    <a16:creationId xmlns:a16="http://schemas.microsoft.com/office/drawing/2014/main" id="{234182AB-3A45-43A4-FD28-CC92F1C076E6}"/>
                  </a:ext>
                </a:extLst>
              </p:cNvPr>
              <p:cNvSpPr/>
              <p:nvPr/>
            </p:nvSpPr>
            <p:spPr>
              <a:xfrm>
                <a:off x="351619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2" name="ph8643">
                <a:extLst>
                  <a:ext uri="{FF2B5EF4-FFF2-40B4-BE49-F238E27FC236}">
                    <a16:creationId xmlns:a16="http://schemas.microsoft.com/office/drawing/2014/main" id="{74B5EE5E-68EF-C432-740E-9252A77AFFAA}"/>
                  </a:ext>
                </a:extLst>
              </p:cNvPr>
              <p:cNvSpPr/>
              <p:nvPr/>
            </p:nvSpPr>
            <p:spPr>
              <a:xfrm>
                <a:off x="352563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3" name="ph8644">
                <a:extLst>
                  <a:ext uri="{FF2B5EF4-FFF2-40B4-BE49-F238E27FC236}">
                    <a16:creationId xmlns:a16="http://schemas.microsoft.com/office/drawing/2014/main" id="{FFA414B3-00C8-4807-1049-86E8CE89D133}"/>
                  </a:ext>
                </a:extLst>
              </p:cNvPr>
              <p:cNvSpPr/>
              <p:nvPr/>
            </p:nvSpPr>
            <p:spPr>
              <a:xfrm>
                <a:off x="353507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4" name="ph8645">
                <a:extLst>
                  <a:ext uri="{FF2B5EF4-FFF2-40B4-BE49-F238E27FC236}">
                    <a16:creationId xmlns:a16="http://schemas.microsoft.com/office/drawing/2014/main" id="{990DFC06-9AE4-7E94-28A3-7C36073A9C1E}"/>
                  </a:ext>
                </a:extLst>
              </p:cNvPr>
              <p:cNvSpPr/>
              <p:nvPr/>
            </p:nvSpPr>
            <p:spPr>
              <a:xfrm>
                <a:off x="354451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5" name="ph8646">
                <a:extLst>
                  <a:ext uri="{FF2B5EF4-FFF2-40B4-BE49-F238E27FC236}">
                    <a16:creationId xmlns:a16="http://schemas.microsoft.com/office/drawing/2014/main" id="{5968C6E0-9D0A-7489-0451-E1A88FE46A23}"/>
                  </a:ext>
                </a:extLst>
              </p:cNvPr>
              <p:cNvSpPr/>
              <p:nvPr/>
            </p:nvSpPr>
            <p:spPr>
              <a:xfrm>
                <a:off x="355395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6" name="ph8647">
                <a:extLst>
                  <a:ext uri="{FF2B5EF4-FFF2-40B4-BE49-F238E27FC236}">
                    <a16:creationId xmlns:a16="http://schemas.microsoft.com/office/drawing/2014/main" id="{9C70AA2C-7B54-D1BE-7B49-3E7133A5BFB5}"/>
                  </a:ext>
                </a:extLst>
              </p:cNvPr>
              <p:cNvSpPr/>
              <p:nvPr/>
            </p:nvSpPr>
            <p:spPr>
              <a:xfrm>
                <a:off x="356339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7" name="ph8648">
                <a:extLst>
                  <a:ext uri="{FF2B5EF4-FFF2-40B4-BE49-F238E27FC236}">
                    <a16:creationId xmlns:a16="http://schemas.microsoft.com/office/drawing/2014/main" id="{E6017F98-382A-3B47-3285-072F53B29CF7}"/>
                  </a:ext>
                </a:extLst>
              </p:cNvPr>
              <p:cNvSpPr/>
              <p:nvPr/>
            </p:nvSpPr>
            <p:spPr>
              <a:xfrm>
                <a:off x="357283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8" name="ph8649">
                <a:extLst>
                  <a:ext uri="{FF2B5EF4-FFF2-40B4-BE49-F238E27FC236}">
                    <a16:creationId xmlns:a16="http://schemas.microsoft.com/office/drawing/2014/main" id="{BE1189B0-F170-56FD-9183-D375579F4FC5}"/>
                  </a:ext>
                </a:extLst>
              </p:cNvPr>
              <p:cNvSpPr/>
              <p:nvPr/>
            </p:nvSpPr>
            <p:spPr>
              <a:xfrm>
                <a:off x="358227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9" name="ph8650">
                <a:extLst>
                  <a:ext uri="{FF2B5EF4-FFF2-40B4-BE49-F238E27FC236}">
                    <a16:creationId xmlns:a16="http://schemas.microsoft.com/office/drawing/2014/main" id="{03B58A47-92C8-85D0-7D8E-C55E263CD5D9}"/>
                  </a:ext>
                </a:extLst>
              </p:cNvPr>
              <p:cNvSpPr/>
              <p:nvPr/>
            </p:nvSpPr>
            <p:spPr>
              <a:xfrm>
                <a:off x="359171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0" name="ph8651">
                <a:extLst>
                  <a:ext uri="{FF2B5EF4-FFF2-40B4-BE49-F238E27FC236}">
                    <a16:creationId xmlns:a16="http://schemas.microsoft.com/office/drawing/2014/main" id="{056EF0D8-FF1C-853E-4FFD-E2607B3FE32F}"/>
                  </a:ext>
                </a:extLst>
              </p:cNvPr>
              <p:cNvSpPr/>
              <p:nvPr/>
            </p:nvSpPr>
            <p:spPr>
              <a:xfrm>
                <a:off x="360115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1" name="ph8652">
                <a:extLst>
                  <a:ext uri="{FF2B5EF4-FFF2-40B4-BE49-F238E27FC236}">
                    <a16:creationId xmlns:a16="http://schemas.microsoft.com/office/drawing/2014/main" id="{3B65462A-A317-633B-D2C2-C70492FDFA86}"/>
                  </a:ext>
                </a:extLst>
              </p:cNvPr>
              <p:cNvSpPr/>
              <p:nvPr/>
            </p:nvSpPr>
            <p:spPr>
              <a:xfrm>
                <a:off x="361059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2" name="ph8653">
                <a:extLst>
                  <a:ext uri="{FF2B5EF4-FFF2-40B4-BE49-F238E27FC236}">
                    <a16:creationId xmlns:a16="http://schemas.microsoft.com/office/drawing/2014/main" id="{35BA0ED8-BE94-DF4B-4F79-69A4D859737B}"/>
                  </a:ext>
                </a:extLst>
              </p:cNvPr>
              <p:cNvSpPr/>
              <p:nvPr/>
            </p:nvSpPr>
            <p:spPr>
              <a:xfrm>
                <a:off x="362003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3" name="ph8654">
                <a:extLst>
                  <a:ext uri="{FF2B5EF4-FFF2-40B4-BE49-F238E27FC236}">
                    <a16:creationId xmlns:a16="http://schemas.microsoft.com/office/drawing/2014/main" id="{5867239D-B816-5FE2-991D-ABBCCD5538AB}"/>
                  </a:ext>
                </a:extLst>
              </p:cNvPr>
              <p:cNvSpPr/>
              <p:nvPr/>
            </p:nvSpPr>
            <p:spPr>
              <a:xfrm>
                <a:off x="362947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4" name="ph8655">
                <a:extLst>
                  <a:ext uri="{FF2B5EF4-FFF2-40B4-BE49-F238E27FC236}">
                    <a16:creationId xmlns:a16="http://schemas.microsoft.com/office/drawing/2014/main" id="{A6FCCF2A-D148-B61D-D695-E29DFB6951B0}"/>
                  </a:ext>
                </a:extLst>
              </p:cNvPr>
              <p:cNvSpPr/>
              <p:nvPr/>
            </p:nvSpPr>
            <p:spPr>
              <a:xfrm>
                <a:off x="363891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5" name="ph8656">
                <a:extLst>
                  <a:ext uri="{FF2B5EF4-FFF2-40B4-BE49-F238E27FC236}">
                    <a16:creationId xmlns:a16="http://schemas.microsoft.com/office/drawing/2014/main" id="{95A9610E-C2E2-F119-5281-985C6DC41BD0}"/>
                  </a:ext>
                </a:extLst>
              </p:cNvPr>
              <p:cNvSpPr/>
              <p:nvPr/>
            </p:nvSpPr>
            <p:spPr>
              <a:xfrm>
                <a:off x="364836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6" name="ph8657">
                <a:extLst>
                  <a:ext uri="{FF2B5EF4-FFF2-40B4-BE49-F238E27FC236}">
                    <a16:creationId xmlns:a16="http://schemas.microsoft.com/office/drawing/2014/main" id="{2E1F14F6-F916-1EA9-7981-CF4A16E75022}"/>
                  </a:ext>
                </a:extLst>
              </p:cNvPr>
              <p:cNvSpPr/>
              <p:nvPr/>
            </p:nvSpPr>
            <p:spPr>
              <a:xfrm>
                <a:off x="365780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7" name="ph8658">
                <a:extLst>
                  <a:ext uri="{FF2B5EF4-FFF2-40B4-BE49-F238E27FC236}">
                    <a16:creationId xmlns:a16="http://schemas.microsoft.com/office/drawing/2014/main" id="{4071E1A9-FA65-0225-F9B4-69893BCF071C}"/>
                  </a:ext>
                </a:extLst>
              </p:cNvPr>
              <p:cNvSpPr/>
              <p:nvPr/>
            </p:nvSpPr>
            <p:spPr>
              <a:xfrm>
                <a:off x="366724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8" name="ph8659">
                <a:extLst>
                  <a:ext uri="{FF2B5EF4-FFF2-40B4-BE49-F238E27FC236}">
                    <a16:creationId xmlns:a16="http://schemas.microsoft.com/office/drawing/2014/main" id="{01CAC572-8982-A80C-4EEA-BFB42D048BC1}"/>
                  </a:ext>
                </a:extLst>
              </p:cNvPr>
              <p:cNvSpPr/>
              <p:nvPr/>
            </p:nvSpPr>
            <p:spPr>
              <a:xfrm>
                <a:off x="367668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9" name="ph8660">
                <a:extLst>
                  <a:ext uri="{FF2B5EF4-FFF2-40B4-BE49-F238E27FC236}">
                    <a16:creationId xmlns:a16="http://schemas.microsoft.com/office/drawing/2014/main" id="{1380FA41-7FDF-9388-2964-52D6195E3463}"/>
                  </a:ext>
                </a:extLst>
              </p:cNvPr>
              <p:cNvSpPr/>
              <p:nvPr/>
            </p:nvSpPr>
            <p:spPr>
              <a:xfrm>
                <a:off x="368612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0" name="ph8661">
                <a:extLst>
                  <a:ext uri="{FF2B5EF4-FFF2-40B4-BE49-F238E27FC236}">
                    <a16:creationId xmlns:a16="http://schemas.microsoft.com/office/drawing/2014/main" id="{6C597C88-329D-F0FB-21BF-DB20CD7A785F}"/>
                  </a:ext>
                </a:extLst>
              </p:cNvPr>
              <p:cNvSpPr/>
              <p:nvPr/>
            </p:nvSpPr>
            <p:spPr>
              <a:xfrm>
                <a:off x="369556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1" name="ph8662">
                <a:extLst>
                  <a:ext uri="{FF2B5EF4-FFF2-40B4-BE49-F238E27FC236}">
                    <a16:creationId xmlns:a16="http://schemas.microsoft.com/office/drawing/2014/main" id="{0DE96E14-2A7A-1E95-2DAA-4157DBDCDB67}"/>
                  </a:ext>
                </a:extLst>
              </p:cNvPr>
              <p:cNvSpPr/>
              <p:nvPr/>
            </p:nvSpPr>
            <p:spPr>
              <a:xfrm>
                <a:off x="370500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2" name="ph8663">
                <a:extLst>
                  <a:ext uri="{FF2B5EF4-FFF2-40B4-BE49-F238E27FC236}">
                    <a16:creationId xmlns:a16="http://schemas.microsoft.com/office/drawing/2014/main" id="{A06DE2DC-3999-A2BA-9AAD-8842F82D978F}"/>
                  </a:ext>
                </a:extLst>
              </p:cNvPr>
              <p:cNvSpPr/>
              <p:nvPr/>
            </p:nvSpPr>
            <p:spPr>
              <a:xfrm>
                <a:off x="371444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3" name="ph8664">
                <a:extLst>
                  <a:ext uri="{FF2B5EF4-FFF2-40B4-BE49-F238E27FC236}">
                    <a16:creationId xmlns:a16="http://schemas.microsoft.com/office/drawing/2014/main" id="{20F94016-6B5F-AEC9-03A4-354852A17DA0}"/>
                  </a:ext>
                </a:extLst>
              </p:cNvPr>
              <p:cNvSpPr/>
              <p:nvPr/>
            </p:nvSpPr>
            <p:spPr>
              <a:xfrm>
                <a:off x="372388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4" name="ph8665">
                <a:extLst>
                  <a:ext uri="{FF2B5EF4-FFF2-40B4-BE49-F238E27FC236}">
                    <a16:creationId xmlns:a16="http://schemas.microsoft.com/office/drawing/2014/main" id="{79BFD428-9F2B-3B26-63AB-7B54E5672299}"/>
                  </a:ext>
                </a:extLst>
              </p:cNvPr>
              <p:cNvSpPr/>
              <p:nvPr/>
            </p:nvSpPr>
            <p:spPr>
              <a:xfrm>
                <a:off x="373332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5" name="ph8666">
                <a:extLst>
                  <a:ext uri="{FF2B5EF4-FFF2-40B4-BE49-F238E27FC236}">
                    <a16:creationId xmlns:a16="http://schemas.microsoft.com/office/drawing/2014/main" id="{14362256-5011-8092-6791-BD602C1F4B5F}"/>
                  </a:ext>
                </a:extLst>
              </p:cNvPr>
              <p:cNvSpPr/>
              <p:nvPr/>
            </p:nvSpPr>
            <p:spPr>
              <a:xfrm>
                <a:off x="374276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6" name="ph8667">
                <a:extLst>
                  <a:ext uri="{FF2B5EF4-FFF2-40B4-BE49-F238E27FC236}">
                    <a16:creationId xmlns:a16="http://schemas.microsoft.com/office/drawing/2014/main" id="{276C8662-10CA-8D9A-5C5A-B491BC500FDF}"/>
                  </a:ext>
                </a:extLst>
              </p:cNvPr>
              <p:cNvSpPr/>
              <p:nvPr/>
            </p:nvSpPr>
            <p:spPr>
              <a:xfrm>
                <a:off x="375220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7" name="ph8668">
                <a:extLst>
                  <a:ext uri="{FF2B5EF4-FFF2-40B4-BE49-F238E27FC236}">
                    <a16:creationId xmlns:a16="http://schemas.microsoft.com/office/drawing/2014/main" id="{F84268DC-E866-00B9-E02E-25ABAFD62179}"/>
                  </a:ext>
                </a:extLst>
              </p:cNvPr>
              <p:cNvSpPr/>
              <p:nvPr/>
            </p:nvSpPr>
            <p:spPr>
              <a:xfrm>
                <a:off x="376164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8" name="ph8669">
                <a:extLst>
                  <a:ext uri="{FF2B5EF4-FFF2-40B4-BE49-F238E27FC236}">
                    <a16:creationId xmlns:a16="http://schemas.microsoft.com/office/drawing/2014/main" id="{75C7930D-C591-F9E7-E9B6-F8EC48E611ED}"/>
                  </a:ext>
                </a:extLst>
              </p:cNvPr>
              <p:cNvSpPr/>
              <p:nvPr/>
            </p:nvSpPr>
            <p:spPr>
              <a:xfrm>
                <a:off x="377108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9" name="ph8670">
                <a:extLst>
                  <a:ext uri="{FF2B5EF4-FFF2-40B4-BE49-F238E27FC236}">
                    <a16:creationId xmlns:a16="http://schemas.microsoft.com/office/drawing/2014/main" id="{B83453BF-37B1-D7F4-327F-6358985B434F}"/>
                  </a:ext>
                </a:extLst>
              </p:cNvPr>
              <p:cNvSpPr/>
              <p:nvPr/>
            </p:nvSpPr>
            <p:spPr>
              <a:xfrm>
                <a:off x="378052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0" name="ph8671">
                <a:extLst>
                  <a:ext uri="{FF2B5EF4-FFF2-40B4-BE49-F238E27FC236}">
                    <a16:creationId xmlns:a16="http://schemas.microsoft.com/office/drawing/2014/main" id="{4BF1B031-9485-CD00-EDBD-08F500F3C7CE}"/>
                  </a:ext>
                </a:extLst>
              </p:cNvPr>
              <p:cNvSpPr/>
              <p:nvPr/>
            </p:nvSpPr>
            <p:spPr>
              <a:xfrm>
                <a:off x="3799404" y="85005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528" y="896830"/>
                    </a:lnTo>
                    <a:lnTo>
                      <a:pt x="907931" y="897407"/>
                    </a:lnTo>
                    <a:lnTo>
                      <a:pt x="908125" y="897702"/>
                    </a:lnTo>
                    <a:lnTo>
                      <a:pt x="908322" y="898000"/>
                    </a:lnTo>
                    <a:lnTo>
                      <a:pt x="908518" y="898298"/>
                    </a:lnTo>
                    <a:lnTo>
                      <a:pt x="908715" y="898596"/>
                    </a:lnTo>
                    <a:lnTo>
                      <a:pt x="908912" y="898895"/>
                    </a:lnTo>
                    <a:lnTo>
                      <a:pt x="909109" y="899193"/>
                    </a:lnTo>
                    <a:lnTo>
                      <a:pt x="909305" y="899491"/>
                    </a:lnTo>
                    <a:lnTo>
                      <a:pt x="909502" y="899789"/>
                    </a:lnTo>
                    <a:lnTo>
                      <a:pt x="909699" y="900088"/>
                    </a:lnTo>
                    <a:lnTo>
                      <a:pt x="909895" y="900386"/>
                    </a:lnTo>
                    <a:lnTo>
                      <a:pt x="910092" y="900684"/>
                    </a:lnTo>
                    <a:lnTo>
                      <a:pt x="910289" y="900982"/>
                    </a:lnTo>
                    <a:lnTo>
                      <a:pt x="910486" y="901281"/>
                    </a:lnTo>
                    <a:lnTo>
                      <a:pt x="910682" y="901579"/>
                    </a:lnTo>
                    <a:lnTo>
                      <a:pt x="910879" y="901877"/>
                    </a:lnTo>
                    <a:lnTo>
                      <a:pt x="911075" y="902175"/>
                    </a:lnTo>
                    <a:lnTo>
                      <a:pt x="911272" y="902474"/>
                    </a:lnTo>
                    <a:lnTo>
                      <a:pt x="911469" y="902772"/>
                    </a:lnTo>
                    <a:lnTo>
                      <a:pt x="911665" y="903070"/>
                    </a:lnTo>
                    <a:lnTo>
                      <a:pt x="911862" y="903368"/>
                    </a:lnTo>
                    <a:lnTo>
                      <a:pt x="912059" y="903667"/>
                    </a:lnTo>
                    <a:lnTo>
                      <a:pt x="912255" y="903965"/>
                    </a:lnTo>
                    <a:lnTo>
                      <a:pt x="912452" y="904263"/>
                    </a:lnTo>
                    <a:lnTo>
                      <a:pt x="912648" y="904561"/>
                    </a:lnTo>
                    <a:lnTo>
                      <a:pt x="912845" y="904860"/>
                    </a:lnTo>
                    <a:lnTo>
                      <a:pt x="913041" y="905158"/>
                    </a:lnTo>
                    <a:lnTo>
                      <a:pt x="913238" y="905456"/>
                    </a:lnTo>
                    <a:lnTo>
                      <a:pt x="913434" y="905755"/>
                    </a:lnTo>
                    <a:lnTo>
                      <a:pt x="913631" y="906053"/>
                    </a:lnTo>
                    <a:lnTo>
                      <a:pt x="913827" y="906351"/>
                    </a:lnTo>
                    <a:lnTo>
                      <a:pt x="914024" y="906649"/>
                    </a:lnTo>
                    <a:lnTo>
                      <a:pt x="914220" y="906948"/>
                    </a:lnTo>
                    <a:lnTo>
                      <a:pt x="914400" y="90722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1" name="ph8672">
                <a:extLst>
                  <a:ext uri="{FF2B5EF4-FFF2-40B4-BE49-F238E27FC236}">
                    <a16:creationId xmlns:a16="http://schemas.microsoft.com/office/drawing/2014/main" id="{E0D6A905-7257-9890-EA5D-242E0C73A207}"/>
                  </a:ext>
                </a:extLst>
              </p:cNvPr>
              <p:cNvSpPr/>
              <p:nvPr/>
            </p:nvSpPr>
            <p:spPr>
              <a:xfrm>
                <a:off x="3799404" y="850058"/>
                <a:ext cx="9191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5" h="914400">
                    <a:moveTo>
                      <a:pt x="914400" y="914400"/>
                    </a:moveTo>
                    <a:lnTo>
                      <a:pt x="914417" y="907246"/>
                    </a:lnTo>
                    <a:lnTo>
                      <a:pt x="914613" y="907544"/>
                    </a:lnTo>
                    <a:lnTo>
                      <a:pt x="914810" y="907843"/>
                    </a:lnTo>
                    <a:lnTo>
                      <a:pt x="915006" y="908141"/>
                    </a:lnTo>
                    <a:lnTo>
                      <a:pt x="915203" y="908439"/>
                    </a:lnTo>
                    <a:lnTo>
                      <a:pt x="915399" y="908738"/>
                    </a:lnTo>
                    <a:lnTo>
                      <a:pt x="915595" y="909036"/>
                    </a:lnTo>
                    <a:lnTo>
                      <a:pt x="915792" y="909334"/>
                    </a:lnTo>
                    <a:lnTo>
                      <a:pt x="915988" y="909633"/>
                    </a:lnTo>
                    <a:lnTo>
                      <a:pt x="916185" y="909931"/>
                    </a:lnTo>
                    <a:lnTo>
                      <a:pt x="916381" y="910229"/>
                    </a:lnTo>
                    <a:lnTo>
                      <a:pt x="916577" y="910528"/>
                    </a:lnTo>
                    <a:lnTo>
                      <a:pt x="916774" y="910826"/>
                    </a:lnTo>
                    <a:lnTo>
                      <a:pt x="916970" y="911124"/>
                    </a:lnTo>
                    <a:lnTo>
                      <a:pt x="917166" y="911423"/>
                    </a:lnTo>
                    <a:lnTo>
                      <a:pt x="917363" y="911721"/>
                    </a:lnTo>
                    <a:lnTo>
                      <a:pt x="917559" y="912019"/>
                    </a:lnTo>
                    <a:lnTo>
                      <a:pt x="917755" y="912318"/>
                    </a:lnTo>
                    <a:lnTo>
                      <a:pt x="917952" y="912616"/>
                    </a:lnTo>
                    <a:lnTo>
                      <a:pt x="918148" y="912914"/>
                    </a:lnTo>
                    <a:lnTo>
                      <a:pt x="918344" y="913213"/>
                    </a:lnTo>
                    <a:lnTo>
                      <a:pt x="918540" y="913511"/>
                    </a:lnTo>
                    <a:lnTo>
                      <a:pt x="918737" y="913809"/>
                    </a:lnTo>
                    <a:lnTo>
                      <a:pt x="918933" y="914108"/>
                    </a:lnTo>
                    <a:lnTo>
                      <a:pt x="919125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2" name="ph8673">
                <a:extLst>
                  <a:ext uri="{FF2B5EF4-FFF2-40B4-BE49-F238E27FC236}">
                    <a16:creationId xmlns:a16="http://schemas.microsoft.com/office/drawing/2014/main" id="{804E777E-5918-040B-578A-DA94723AC160}"/>
                  </a:ext>
                </a:extLst>
              </p:cNvPr>
              <p:cNvSpPr/>
              <p:nvPr/>
            </p:nvSpPr>
            <p:spPr>
              <a:xfrm>
                <a:off x="3327392" y="81491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65" y="931969"/>
                    </a:lnTo>
                    <a:lnTo>
                      <a:pt x="908583" y="929435"/>
                    </a:lnTo>
                    <a:lnTo>
                      <a:pt x="907303" y="918888"/>
                    </a:lnTo>
                    <a:lnTo>
                      <a:pt x="906887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3" name="ph8674">
                <a:extLst>
                  <a:ext uri="{FF2B5EF4-FFF2-40B4-BE49-F238E27FC236}">
                    <a16:creationId xmlns:a16="http://schemas.microsoft.com/office/drawing/2014/main" id="{FCB85D6F-2DEB-1FBC-666C-721BACB440B3}"/>
                  </a:ext>
                </a:extLst>
              </p:cNvPr>
              <p:cNvSpPr/>
              <p:nvPr/>
            </p:nvSpPr>
            <p:spPr>
              <a:xfrm>
                <a:off x="332739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4" name="ph8675">
                <a:extLst>
                  <a:ext uri="{FF2B5EF4-FFF2-40B4-BE49-F238E27FC236}">
                    <a16:creationId xmlns:a16="http://schemas.microsoft.com/office/drawing/2014/main" id="{30F57393-8757-8006-468B-B261FC6B8ABA}"/>
                  </a:ext>
                </a:extLst>
              </p:cNvPr>
              <p:cNvSpPr/>
              <p:nvPr/>
            </p:nvSpPr>
            <p:spPr>
              <a:xfrm>
                <a:off x="333683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5" name="ph8676">
                <a:extLst>
                  <a:ext uri="{FF2B5EF4-FFF2-40B4-BE49-F238E27FC236}">
                    <a16:creationId xmlns:a16="http://schemas.microsoft.com/office/drawing/2014/main" id="{CAD86BCD-0613-CB69-AAA6-4D8EAF73DCEE}"/>
                  </a:ext>
                </a:extLst>
              </p:cNvPr>
              <p:cNvSpPr/>
              <p:nvPr/>
            </p:nvSpPr>
            <p:spPr>
              <a:xfrm>
                <a:off x="334627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6" name="ph8677">
                <a:extLst>
                  <a:ext uri="{FF2B5EF4-FFF2-40B4-BE49-F238E27FC236}">
                    <a16:creationId xmlns:a16="http://schemas.microsoft.com/office/drawing/2014/main" id="{D3AD89FD-C73C-2C84-E2F6-B7477E9516AB}"/>
                  </a:ext>
                </a:extLst>
              </p:cNvPr>
              <p:cNvSpPr/>
              <p:nvPr/>
            </p:nvSpPr>
            <p:spPr>
              <a:xfrm>
                <a:off x="335571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7" name="ph8678">
                <a:extLst>
                  <a:ext uri="{FF2B5EF4-FFF2-40B4-BE49-F238E27FC236}">
                    <a16:creationId xmlns:a16="http://schemas.microsoft.com/office/drawing/2014/main" id="{5B7E597C-8EF2-DD39-1BAE-85BC641BAF70}"/>
                  </a:ext>
                </a:extLst>
              </p:cNvPr>
              <p:cNvSpPr/>
              <p:nvPr/>
            </p:nvSpPr>
            <p:spPr>
              <a:xfrm>
                <a:off x="336515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8" name="ph8679">
                <a:extLst>
                  <a:ext uri="{FF2B5EF4-FFF2-40B4-BE49-F238E27FC236}">
                    <a16:creationId xmlns:a16="http://schemas.microsoft.com/office/drawing/2014/main" id="{5DF476AD-D7B7-93F7-7C66-1A4B71A2A471}"/>
                  </a:ext>
                </a:extLst>
              </p:cNvPr>
              <p:cNvSpPr/>
              <p:nvPr/>
            </p:nvSpPr>
            <p:spPr>
              <a:xfrm>
                <a:off x="337459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9" name="ph8680">
                <a:extLst>
                  <a:ext uri="{FF2B5EF4-FFF2-40B4-BE49-F238E27FC236}">
                    <a16:creationId xmlns:a16="http://schemas.microsoft.com/office/drawing/2014/main" id="{9A9525F1-B361-880A-A9AB-B215C5F76DE1}"/>
                  </a:ext>
                </a:extLst>
              </p:cNvPr>
              <p:cNvSpPr/>
              <p:nvPr/>
            </p:nvSpPr>
            <p:spPr>
              <a:xfrm>
                <a:off x="338403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0" name="ph8681">
                <a:extLst>
                  <a:ext uri="{FF2B5EF4-FFF2-40B4-BE49-F238E27FC236}">
                    <a16:creationId xmlns:a16="http://schemas.microsoft.com/office/drawing/2014/main" id="{8BE084C1-06C3-36AD-245A-775DC76D5907}"/>
                  </a:ext>
                </a:extLst>
              </p:cNvPr>
              <p:cNvSpPr/>
              <p:nvPr/>
            </p:nvSpPr>
            <p:spPr>
              <a:xfrm>
                <a:off x="339347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1" name="ph8682">
                <a:extLst>
                  <a:ext uri="{FF2B5EF4-FFF2-40B4-BE49-F238E27FC236}">
                    <a16:creationId xmlns:a16="http://schemas.microsoft.com/office/drawing/2014/main" id="{DA563931-CD50-E082-2858-9C0C9F734434}"/>
                  </a:ext>
                </a:extLst>
              </p:cNvPr>
              <p:cNvSpPr/>
              <p:nvPr/>
            </p:nvSpPr>
            <p:spPr>
              <a:xfrm>
                <a:off x="340291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2" name="ph8683">
                <a:extLst>
                  <a:ext uri="{FF2B5EF4-FFF2-40B4-BE49-F238E27FC236}">
                    <a16:creationId xmlns:a16="http://schemas.microsoft.com/office/drawing/2014/main" id="{C50C0E3D-2BA3-70EE-CB00-FA71DE619137}"/>
                  </a:ext>
                </a:extLst>
              </p:cNvPr>
              <p:cNvSpPr/>
              <p:nvPr/>
            </p:nvSpPr>
            <p:spPr>
              <a:xfrm>
                <a:off x="341235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3" name="ph8684">
                <a:extLst>
                  <a:ext uri="{FF2B5EF4-FFF2-40B4-BE49-F238E27FC236}">
                    <a16:creationId xmlns:a16="http://schemas.microsoft.com/office/drawing/2014/main" id="{1CA302CB-1E95-1FDD-6960-ECA1DC6AF2C1}"/>
                  </a:ext>
                </a:extLst>
              </p:cNvPr>
              <p:cNvSpPr/>
              <p:nvPr/>
            </p:nvSpPr>
            <p:spPr>
              <a:xfrm>
                <a:off x="342179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4" name="ph8685">
                <a:extLst>
                  <a:ext uri="{FF2B5EF4-FFF2-40B4-BE49-F238E27FC236}">
                    <a16:creationId xmlns:a16="http://schemas.microsoft.com/office/drawing/2014/main" id="{C5BECC03-142B-195F-2B5E-D92A7F6A468A}"/>
                  </a:ext>
                </a:extLst>
              </p:cNvPr>
              <p:cNvSpPr/>
              <p:nvPr/>
            </p:nvSpPr>
            <p:spPr>
              <a:xfrm>
                <a:off x="343123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5" name="ph8686">
                <a:extLst>
                  <a:ext uri="{FF2B5EF4-FFF2-40B4-BE49-F238E27FC236}">
                    <a16:creationId xmlns:a16="http://schemas.microsoft.com/office/drawing/2014/main" id="{34E2D87C-61D6-87A0-40D4-DFCD6DE60273}"/>
                  </a:ext>
                </a:extLst>
              </p:cNvPr>
              <p:cNvSpPr/>
              <p:nvPr/>
            </p:nvSpPr>
            <p:spPr>
              <a:xfrm>
                <a:off x="344067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6" name="ph8687">
                <a:extLst>
                  <a:ext uri="{FF2B5EF4-FFF2-40B4-BE49-F238E27FC236}">
                    <a16:creationId xmlns:a16="http://schemas.microsoft.com/office/drawing/2014/main" id="{5B7AD386-FB28-08E9-CAB3-8AC4C9E46488}"/>
                  </a:ext>
                </a:extLst>
              </p:cNvPr>
              <p:cNvSpPr/>
              <p:nvPr/>
            </p:nvSpPr>
            <p:spPr>
              <a:xfrm>
                <a:off x="345011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7" name="ph8688">
                <a:extLst>
                  <a:ext uri="{FF2B5EF4-FFF2-40B4-BE49-F238E27FC236}">
                    <a16:creationId xmlns:a16="http://schemas.microsoft.com/office/drawing/2014/main" id="{E8552FFB-9876-0607-E838-C8CB699627E7}"/>
                  </a:ext>
                </a:extLst>
              </p:cNvPr>
              <p:cNvSpPr/>
              <p:nvPr/>
            </p:nvSpPr>
            <p:spPr>
              <a:xfrm>
                <a:off x="345955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8" name="ph8689">
                <a:extLst>
                  <a:ext uri="{FF2B5EF4-FFF2-40B4-BE49-F238E27FC236}">
                    <a16:creationId xmlns:a16="http://schemas.microsoft.com/office/drawing/2014/main" id="{C93825D3-1B54-5B45-519A-61C40D36C31A}"/>
                  </a:ext>
                </a:extLst>
              </p:cNvPr>
              <p:cNvSpPr/>
              <p:nvPr/>
            </p:nvSpPr>
            <p:spPr>
              <a:xfrm>
                <a:off x="346899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9" name="ph8690">
                <a:extLst>
                  <a:ext uri="{FF2B5EF4-FFF2-40B4-BE49-F238E27FC236}">
                    <a16:creationId xmlns:a16="http://schemas.microsoft.com/office/drawing/2014/main" id="{C5CE1CCA-1970-D803-82CC-F94F3C195759}"/>
                  </a:ext>
                </a:extLst>
              </p:cNvPr>
              <p:cNvSpPr/>
              <p:nvPr/>
            </p:nvSpPr>
            <p:spPr>
              <a:xfrm>
                <a:off x="347843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0" name="ph8691">
                <a:extLst>
                  <a:ext uri="{FF2B5EF4-FFF2-40B4-BE49-F238E27FC236}">
                    <a16:creationId xmlns:a16="http://schemas.microsoft.com/office/drawing/2014/main" id="{7EF270F4-7096-26BA-1201-8D42D85CB386}"/>
                  </a:ext>
                </a:extLst>
              </p:cNvPr>
              <p:cNvSpPr/>
              <p:nvPr/>
            </p:nvSpPr>
            <p:spPr>
              <a:xfrm>
                <a:off x="348787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1" name="ph8692">
                <a:extLst>
                  <a:ext uri="{FF2B5EF4-FFF2-40B4-BE49-F238E27FC236}">
                    <a16:creationId xmlns:a16="http://schemas.microsoft.com/office/drawing/2014/main" id="{0E0AC9B0-A8F1-FFD7-B257-1A6560B81D20}"/>
                  </a:ext>
                </a:extLst>
              </p:cNvPr>
              <p:cNvSpPr/>
              <p:nvPr/>
            </p:nvSpPr>
            <p:spPr>
              <a:xfrm>
                <a:off x="349731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2" name="ph8693">
                <a:extLst>
                  <a:ext uri="{FF2B5EF4-FFF2-40B4-BE49-F238E27FC236}">
                    <a16:creationId xmlns:a16="http://schemas.microsoft.com/office/drawing/2014/main" id="{10BEFDF9-41C4-B44D-99E0-CF3DEE185C1E}"/>
                  </a:ext>
                </a:extLst>
              </p:cNvPr>
              <p:cNvSpPr/>
              <p:nvPr/>
            </p:nvSpPr>
            <p:spPr>
              <a:xfrm>
                <a:off x="350675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3" name="ph8694">
                <a:extLst>
                  <a:ext uri="{FF2B5EF4-FFF2-40B4-BE49-F238E27FC236}">
                    <a16:creationId xmlns:a16="http://schemas.microsoft.com/office/drawing/2014/main" id="{1D330631-3CBC-6B99-949E-CEF7FE13ABF9}"/>
                  </a:ext>
                </a:extLst>
              </p:cNvPr>
              <p:cNvSpPr/>
              <p:nvPr/>
            </p:nvSpPr>
            <p:spPr>
              <a:xfrm>
                <a:off x="351619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4" name="ph8695">
                <a:extLst>
                  <a:ext uri="{FF2B5EF4-FFF2-40B4-BE49-F238E27FC236}">
                    <a16:creationId xmlns:a16="http://schemas.microsoft.com/office/drawing/2014/main" id="{5347DC51-6911-711D-2754-301B8ECF4C69}"/>
                  </a:ext>
                </a:extLst>
              </p:cNvPr>
              <p:cNvSpPr/>
              <p:nvPr/>
            </p:nvSpPr>
            <p:spPr>
              <a:xfrm>
                <a:off x="352563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5" name="ph8696">
                <a:extLst>
                  <a:ext uri="{FF2B5EF4-FFF2-40B4-BE49-F238E27FC236}">
                    <a16:creationId xmlns:a16="http://schemas.microsoft.com/office/drawing/2014/main" id="{247F8823-DA54-3371-5221-9565AE1F2EEA}"/>
                  </a:ext>
                </a:extLst>
              </p:cNvPr>
              <p:cNvSpPr/>
              <p:nvPr/>
            </p:nvSpPr>
            <p:spPr>
              <a:xfrm>
                <a:off x="353507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6" name="ph8697">
                <a:extLst>
                  <a:ext uri="{FF2B5EF4-FFF2-40B4-BE49-F238E27FC236}">
                    <a16:creationId xmlns:a16="http://schemas.microsoft.com/office/drawing/2014/main" id="{8B183735-5DDA-6927-5C12-3B204317B8F9}"/>
                  </a:ext>
                </a:extLst>
              </p:cNvPr>
              <p:cNvSpPr/>
              <p:nvPr/>
            </p:nvSpPr>
            <p:spPr>
              <a:xfrm>
                <a:off x="354451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7" name="ph8698">
                <a:extLst>
                  <a:ext uri="{FF2B5EF4-FFF2-40B4-BE49-F238E27FC236}">
                    <a16:creationId xmlns:a16="http://schemas.microsoft.com/office/drawing/2014/main" id="{CC6CFF52-BF75-EC00-7E48-EA897A386AAF}"/>
                  </a:ext>
                </a:extLst>
              </p:cNvPr>
              <p:cNvSpPr/>
              <p:nvPr/>
            </p:nvSpPr>
            <p:spPr>
              <a:xfrm>
                <a:off x="355395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8" name="ph8699">
                <a:extLst>
                  <a:ext uri="{FF2B5EF4-FFF2-40B4-BE49-F238E27FC236}">
                    <a16:creationId xmlns:a16="http://schemas.microsoft.com/office/drawing/2014/main" id="{458A1576-9D81-6514-EAF4-37A714FB5E1A}"/>
                  </a:ext>
                </a:extLst>
              </p:cNvPr>
              <p:cNvSpPr/>
              <p:nvPr/>
            </p:nvSpPr>
            <p:spPr>
              <a:xfrm>
                <a:off x="356339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9" name="ph8700">
                <a:extLst>
                  <a:ext uri="{FF2B5EF4-FFF2-40B4-BE49-F238E27FC236}">
                    <a16:creationId xmlns:a16="http://schemas.microsoft.com/office/drawing/2014/main" id="{AC4B92FF-575F-B017-B0A0-D67633E95919}"/>
                  </a:ext>
                </a:extLst>
              </p:cNvPr>
              <p:cNvSpPr/>
              <p:nvPr/>
            </p:nvSpPr>
            <p:spPr>
              <a:xfrm>
                <a:off x="357283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0" name="ph8701">
                <a:extLst>
                  <a:ext uri="{FF2B5EF4-FFF2-40B4-BE49-F238E27FC236}">
                    <a16:creationId xmlns:a16="http://schemas.microsoft.com/office/drawing/2014/main" id="{93E95862-17CB-624C-6287-DB284D29B7FB}"/>
                  </a:ext>
                </a:extLst>
              </p:cNvPr>
              <p:cNvSpPr/>
              <p:nvPr/>
            </p:nvSpPr>
            <p:spPr>
              <a:xfrm>
                <a:off x="358227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1" name="ph8702">
                <a:extLst>
                  <a:ext uri="{FF2B5EF4-FFF2-40B4-BE49-F238E27FC236}">
                    <a16:creationId xmlns:a16="http://schemas.microsoft.com/office/drawing/2014/main" id="{CB57BE10-9524-4B95-EA71-AB8AE2478A28}"/>
                  </a:ext>
                </a:extLst>
              </p:cNvPr>
              <p:cNvSpPr/>
              <p:nvPr/>
            </p:nvSpPr>
            <p:spPr>
              <a:xfrm>
                <a:off x="359171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2" name="ph8703">
                <a:extLst>
                  <a:ext uri="{FF2B5EF4-FFF2-40B4-BE49-F238E27FC236}">
                    <a16:creationId xmlns:a16="http://schemas.microsoft.com/office/drawing/2014/main" id="{869D420D-4B89-F518-93D2-AB6254309E2D}"/>
                  </a:ext>
                </a:extLst>
              </p:cNvPr>
              <p:cNvSpPr/>
              <p:nvPr/>
            </p:nvSpPr>
            <p:spPr>
              <a:xfrm>
                <a:off x="360115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3" name="ph8704">
                <a:extLst>
                  <a:ext uri="{FF2B5EF4-FFF2-40B4-BE49-F238E27FC236}">
                    <a16:creationId xmlns:a16="http://schemas.microsoft.com/office/drawing/2014/main" id="{DA7A2D78-6EA6-5442-341E-66A316B982F3}"/>
                  </a:ext>
                </a:extLst>
              </p:cNvPr>
              <p:cNvSpPr/>
              <p:nvPr/>
            </p:nvSpPr>
            <p:spPr>
              <a:xfrm>
                <a:off x="361059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4" name="ph8705">
                <a:extLst>
                  <a:ext uri="{FF2B5EF4-FFF2-40B4-BE49-F238E27FC236}">
                    <a16:creationId xmlns:a16="http://schemas.microsoft.com/office/drawing/2014/main" id="{B76BB194-B698-28EB-7EEC-A83C87CD5000}"/>
                  </a:ext>
                </a:extLst>
              </p:cNvPr>
              <p:cNvSpPr/>
              <p:nvPr/>
            </p:nvSpPr>
            <p:spPr>
              <a:xfrm>
                <a:off x="362003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5" name="ph8706">
                <a:extLst>
                  <a:ext uri="{FF2B5EF4-FFF2-40B4-BE49-F238E27FC236}">
                    <a16:creationId xmlns:a16="http://schemas.microsoft.com/office/drawing/2014/main" id="{B865C613-8058-89EF-73C4-4B1A1709FAB8}"/>
                  </a:ext>
                </a:extLst>
              </p:cNvPr>
              <p:cNvSpPr/>
              <p:nvPr/>
            </p:nvSpPr>
            <p:spPr>
              <a:xfrm>
                <a:off x="362947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6" name="ph8707">
                <a:extLst>
                  <a:ext uri="{FF2B5EF4-FFF2-40B4-BE49-F238E27FC236}">
                    <a16:creationId xmlns:a16="http://schemas.microsoft.com/office/drawing/2014/main" id="{4213C89F-ADF1-6ACE-D4A7-C57FF9473AB7}"/>
                  </a:ext>
                </a:extLst>
              </p:cNvPr>
              <p:cNvSpPr/>
              <p:nvPr/>
            </p:nvSpPr>
            <p:spPr>
              <a:xfrm>
                <a:off x="363891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7" name="ph8708">
                <a:extLst>
                  <a:ext uri="{FF2B5EF4-FFF2-40B4-BE49-F238E27FC236}">
                    <a16:creationId xmlns:a16="http://schemas.microsoft.com/office/drawing/2014/main" id="{97882127-00FE-700C-D958-BACA265BAA36}"/>
                  </a:ext>
                </a:extLst>
              </p:cNvPr>
              <p:cNvSpPr/>
              <p:nvPr/>
            </p:nvSpPr>
            <p:spPr>
              <a:xfrm>
                <a:off x="364836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8" name="ph8709">
                <a:extLst>
                  <a:ext uri="{FF2B5EF4-FFF2-40B4-BE49-F238E27FC236}">
                    <a16:creationId xmlns:a16="http://schemas.microsoft.com/office/drawing/2014/main" id="{51D847CB-BF84-8D13-FE5F-ABB4D8830D40}"/>
                  </a:ext>
                </a:extLst>
              </p:cNvPr>
              <p:cNvSpPr/>
              <p:nvPr/>
            </p:nvSpPr>
            <p:spPr>
              <a:xfrm>
                <a:off x="365780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9" name="ph8710">
                <a:extLst>
                  <a:ext uri="{FF2B5EF4-FFF2-40B4-BE49-F238E27FC236}">
                    <a16:creationId xmlns:a16="http://schemas.microsoft.com/office/drawing/2014/main" id="{B636BBE6-4C73-C087-C182-DE90E8B14AC6}"/>
                  </a:ext>
                </a:extLst>
              </p:cNvPr>
              <p:cNvSpPr/>
              <p:nvPr/>
            </p:nvSpPr>
            <p:spPr>
              <a:xfrm>
                <a:off x="366724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0" name="ph8711">
                <a:extLst>
                  <a:ext uri="{FF2B5EF4-FFF2-40B4-BE49-F238E27FC236}">
                    <a16:creationId xmlns:a16="http://schemas.microsoft.com/office/drawing/2014/main" id="{06F3D2A0-FA82-3F9D-6580-86193611DAFD}"/>
                  </a:ext>
                </a:extLst>
              </p:cNvPr>
              <p:cNvSpPr/>
              <p:nvPr/>
            </p:nvSpPr>
            <p:spPr>
              <a:xfrm>
                <a:off x="367668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1" name="ph8712">
                <a:extLst>
                  <a:ext uri="{FF2B5EF4-FFF2-40B4-BE49-F238E27FC236}">
                    <a16:creationId xmlns:a16="http://schemas.microsoft.com/office/drawing/2014/main" id="{61134225-39E6-DC6F-3CBB-6ECC3A9A4180}"/>
                  </a:ext>
                </a:extLst>
              </p:cNvPr>
              <p:cNvSpPr/>
              <p:nvPr/>
            </p:nvSpPr>
            <p:spPr>
              <a:xfrm>
                <a:off x="368612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2" name="ph8713">
                <a:extLst>
                  <a:ext uri="{FF2B5EF4-FFF2-40B4-BE49-F238E27FC236}">
                    <a16:creationId xmlns:a16="http://schemas.microsoft.com/office/drawing/2014/main" id="{F43551DB-A59E-7C19-8B10-50C52AF4E00E}"/>
                  </a:ext>
                </a:extLst>
              </p:cNvPr>
              <p:cNvSpPr/>
              <p:nvPr/>
            </p:nvSpPr>
            <p:spPr>
              <a:xfrm>
                <a:off x="369556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3" name="ph8714">
                <a:extLst>
                  <a:ext uri="{FF2B5EF4-FFF2-40B4-BE49-F238E27FC236}">
                    <a16:creationId xmlns:a16="http://schemas.microsoft.com/office/drawing/2014/main" id="{D2EBB0AA-AFD2-9E7D-C5C3-CF612E5572B4}"/>
                  </a:ext>
                </a:extLst>
              </p:cNvPr>
              <p:cNvSpPr/>
              <p:nvPr/>
            </p:nvSpPr>
            <p:spPr>
              <a:xfrm>
                <a:off x="370500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4" name="ph8715">
                <a:extLst>
                  <a:ext uri="{FF2B5EF4-FFF2-40B4-BE49-F238E27FC236}">
                    <a16:creationId xmlns:a16="http://schemas.microsoft.com/office/drawing/2014/main" id="{EED1F061-77EA-8B42-96AB-E305A38FAC54}"/>
                  </a:ext>
                </a:extLst>
              </p:cNvPr>
              <p:cNvSpPr/>
              <p:nvPr/>
            </p:nvSpPr>
            <p:spPr>
              <a:xfrm>
                <a:off x="371444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5" name="ph8716">
                <a:extLst>
                  <a:ext uri="{FF2B5EF4-FFF2-40B4-BE49-F238E27FC236}">
                    <a16:creationId xmlns:a16="http://schemas.microsoft.com/office/drawing/2014/main" id="{B457C2CC-5E0A-FA1E-E06D-D6ADA09D10A8}"/>
                  </a:ext>
                </a:extLst>
              </p:cNvPr>
              <p:cNvSpPr/>
              <p:nvPr/>
            </p:nvSpPr>
            <p:spPr>
              <a:xfrm>
                <a:off x="372388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6" name="ph8717">
                <a:extLst>
                  <a:ext uri="{FF2B5EF4-FFF2-40B4-BE49-F238E27FC236}">
                    <a16:creationId xmlns:a16="http://schemas.microsoft.com/office/drawing/2014/main" id="{9228BA88-947B-7F38-85F4-275F3CE7390D}"/>
                  </a:ext>
                </a:extLst>
              </p:cNvPr>
              <p:cNvSpPr/>
              <p:nvPr/>
            </p:nvSpPr>
            <p:spPr>
              <a:xfrm>
                <a:off x="373332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7" name="ph8718">
                <a:extLst>
                  <a:ext uri="{FF2B5EF4-FFF2-40B4-BE49-F238E27FC236}">
                    <a16:creationId xmlns:a16="http://schemas.microsoft.com/office/drawing/2014/main" id="{27C83587-EC38-DA0F-69F5-4BD0152B3C27}"/>
                  </a:ext>
                </a:extLst>
              </p:cNvPr>
              <p:cNvSpPr/>
              <p:nvPr/>
            </p:nvSpPr>
            <p:spPr>
              <a:xfrm>
                <a:off x="374276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8" name="ph8719">
                <a:extLst>
                  <a:ext uri="{FF2B5EF4-FFF2-40B4-BE49-F238E27FC236}">
                    <a16:creationId xmlns:a16="http://schemas.microsoft.com/office/drawing/2014/main" id="{DB0C87C7-3B79-6631-F5A9-AD6671A390F3}"/>
                  </a:ext>
                </a:extLst>
              </p:cNvPr>
              <p:cNvSpPr/>
              <p:nvPr/>
            </p:nvSpPr>
            <p:spPr>
              <a:xfrm>
                <a:off x="375220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9" name="ph8720">
                <a:extLst>
                  <a:ext uri="{FF2B5EF4-FFF2-40B4-BE49-F238E27FC236}">
                    <a16:creationId xmlns:a16="http://schemas.microsoft.com/office/drawing/2014/main" id="{451F9C3C-4006-BF64-7642-50F3C484EA6D}"/>
                  </a:ext>
                </a:extLst>
              </p:cNvPr>
              <p:cNvSpPr/>
              <p:nvPr/>
            </p:nvSpPr>
            <p:spPr>
              <a:xfrm>
                <a:off x="376164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0" name="ph8721">
                <a:extLst>
                  <a:ext uri="{FF2B5EF4-FFF2-40B4-BE49-F238E27FC236}">
                    <a16:creationId xmlns:a16="http://schemas.microsoft.com/office/drawing/2014/main" id="{B36BD666-65C1-CC15-2F25-C36A7B2D9169}"/>
                  </a:ext>
                </a:extLst>
              </p:cNvPr>
              <p:cNvSpPr/>
              <p:nvPr/>
            </p:nvSpPr>
            <p:spPr>
              <a:xfrm>
                <a:off x="3780523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70" y="896830"/>
                    </a:lnTo>
                    <a:lnTo>
                      <a:pt x="914400" y="898702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1" name="ph8722">
                <a:extLst>
                  <a:ext uri="{FF2B5EF4-FFF2-40B4-BE49-F238E27FC236}">
                    <a16:creationId xmlns:a16="http://schemas.microsoft.com/office/drawing/2014/main" id="{6F9A6BDC-C82B-FF11-D9B2-7E754392A007}"/>
                  </a:ext>
                </a:extLst>
              </p:cNvPr>
              <p:cNvSpPr/>
              <p:nvPr/>
            </p:nvSpPr>
            <p:spPr>
              <a:xfrm>
                <a:off x="3789963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702"/>
                    </a:lnTo>
                    <a:lnTo>
                      <a:pt x="907833" y="902002"/>
                    </a:lnTo>
                    <a:lnTo>
                      <a:pt x="912693" y="908258"/>
                    </a:lnTo>
                    <a:lnTo>
                      <a:pt x="914400" y="91071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2" name="ph8723">
                <a:extLst>
                  <a:ext uri="{FF2B5EF4-FFF2-40B4-BE49-F238E27FC236}">
                    <a16:creationId xmlns:a16="http://schemas.microsoft.com/office/drawing/2014/main" id="{9582D869-CA17-8F0F-5B24-68938575D4C4}"/>
                  </a:ext>
                </a:extLst>
              </p:cNvPr>
              <p:cNvSpPr/>
              <p:nvPr/>
            </p:nvSpPr>
            <p:spPr>
              <a:xfrm>
                <a:off x="3789963" y="832488"/>
                <a:ext cx="9169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9" h="914400">
                    <a:moveTo>
                      <a:pt x="914400" y="914400"/>
                    </a:moveTo>
                    <a:lnTo>
                      <a:pt x="914400" y="910710"/>
                    </a:lnTo>
                    <a:lnTo>
                      <a:pt x="916969" y="914400"/>
                    </a:lnTo>
                    <a:close/>
                  </a:path>
                </a:pathLst>
              </a:custGeom>
              <a:solidFill>
                <a:srgbClr val="D83328">
                  <a:alpha val="100000"/>
                </a:srgbClr>
              </a:solidFill>
              <a:ln w="5420" cap="flat">
                <a:solidFill>
                  <a:srgbClr val="D833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3" name="ph8724">
                <a:extLst>
                  <a:ext uri="{FF2B5EF4-FFF2-40B4-BE49-F238E27FC236}">
                    <a16:creationId xmlns:a16="http://schemas.microsoft.com/office/drawing/2014/main" id="{324679E3-1EE2-304C-CD30-C7BCF209A807}"/>
                  </a:ext>
                </a:extLst>
              </p:cNvPr>
              <p:cNvSpPr/>
              <p:nvPr/>
            </p:nvSpPr>
            <p:spPr>
              <a:xfrm>
                <a:off x="3327392" y="7973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6887" y="931969"/>
                    </a:lnTo>
                    <a:lnTo>
                      <a:pt x="906316" y="925802"/>
                    </a:lnTo>
                    <a:lnTo>
                      <a:pt x="905623" y="915066"/>
                    </a:lnTo>
                    <a:lnTo>
                      <a:pt x="905598" y="91439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4" name="ph8725">
                <a:extLst>
                  <a:ext uri="{FF2B5EF4-FFF2-40B4-BE49-F238E27FC236}">
                    <a16:creationId xmlns:a16="http://schemas.microsoft.com/office/drawing/2014/main" id="{76C4A3CA-8438-75C2-C1EB-F7D7B26E5699}"/>
                  </a:ext>
                </a:extLst>
              </p:cNvPr>
              <p:cNvSpPr/>
              <p:nvPr/>
            </p:nvSpPr>
            <p:spPr>
              <a:xfrm>
                <a:off x="332739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5" name="ph8726">
                <a:extLst>
                  <a:ext uri="{FF2B5EF4-FFF2-40B4-BE49-F238E27FC236}">
                    <a16:creationId xmlns:a16="http://schemas.microsoft.com/office/drawing/2014/main" id="{DAECC3F1-9462-DD2E-2845-6B91D9B93B66}"/>
                  </a:ext>
                </a:extLst>
              </p:cNvPr>
              <p:cNvSpPr/>
              <p:nvPr/>
            </p:nvSpPr>
            <p:spPr>
              <a:xfrm>
                <a:off x="333683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6" name="ph8727">
                <a:extLst>
                  <a:ext uri="{FF2B5EF4-FFF2-40B4-BE49-F238E27FC236}">
                    <a16:creationId xmlns:a16="http://schemas.microsoft.com/office/drawing/2014/main" id="{1C444C66-2813-F792-95E2-C5D8FF0C4C27}"/>
                  </a:ext>
                </a:extLst>
              </p:cNvPr>
              <p:cNvSpPr/>
              <p:nvPr/>
            </p:nvSpPr>
            <p:spPr>
              <a:xfrm>
                <a:off x="334627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7" name="ph8728">
                <a:extLst>
                  <a:ext uri="{FF2B5EF4-FFF2-40B4-BE49-F238E27FC236}">
                    <a16:creationId xmlns:a16="http://schemas.microsoft.com/office/drawing/2014/main" id="{938FE378-9FDF-C44B-65FD-13DB7F8A0704}"/>
                  </a:ext>
                </a:extLst>
              </p:cNvPr>
              <p:cNvSpPr/>
              <p:nvPr/>
            </p:nvSpPr>
            <p:spPr>
              <a:xfrm>
                <a:off x="335571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8" name="ph8729">
                <a:extLst>
                  <a:ext uri="{FF2B5EF4-FFF2-40B4-BE49-F238E27FC236}">
                    <a16:creationId xmlns:a16="http://schemas.microsoft.com/office/drawing/2014/main" id="{7C0B100C-0DDD-D002-1859-C712646D8D62}"/>
                  </a:ext>
                </a:extLst>
              </p:cNvPr>
              <p:cNvSpPr/>
              <p:nvPr/>
            </p:nvSpPr>
            <p:spPr>
              <a:xfrm>
                <a:off x="336515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9" name="ph8730">
                <a:extLst>
                  <a:ext uri="{FF2B5EF4-FFF2-40B4-BE49-F238E27FC236}">
                    <a16:creationId xmlns:a16="http://schemas.microsoft.com/office/drawing/2014/main" id="{0738DB5C-D850-EBC6-C01C-A60A547AAA11}"/>
                  </a:ext>
                </a:extLst>
              </p:cNvPr>
              <p:cNvSpPr/>
              <p:nvPr/>
            </p:nvSpPr>
            <p:spPr>
              <a:xfrm>
                <a:off x="337459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0" name="ph8731">
                <a:extLst>
                  <a:ext uri="{FF2B5EF4-FFF2-40B4-BE49-F238E27FC236}">
                    <a16:creationId xmlns:a16="http://schemas.microsoft.com/office/drawing/2014/main" id="{9E48E4E5-E864-A81B-5E79-8BFEF9062421}"/>
                  </a:ext>
                </a:extLst>
              </p:cNvPr>
              <p:cNvSpPr/>
              <p:nvPr/>
            </p:nvSpPr>
            <p:spPr>
              <a:xfrm>
                <a:off x="338403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1" name="ph8732">
                <a:extLst>
                  <a:ext uri="{FF2B5EF4-FFF2-40B4-BE49-F238E27FC236}">
                    <a16:creationId xmlns:a16="http://schemas.microsoft.com/office/drawing/2014/main" id="{0511FF9D-F6A4-A81B-A9C9-9FA0821359F8}"/>
                  </a:ext>
                </a:extLst>
              </p:cNvPr>
              <p:cNvSpPr/>
              <p:nvPr/>
            </p:nvSpPr>
            <p:spPr>
              <a:xfrm>
                <a:off x="339347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2" name="ph8733">
                <a:extLst>
                  <a:ext uri="{FF2B5EF4-FFF2-40B4-BE49-F238E27FC236}">
                    <a16:creationId xmlns:a16="http://schemas.microsoft.com/office/drawing/2014/main" id="{4501C1B1-B3FC-FC48-30C9-715F459F40AD}"/>
                  </a:ext>
                </a:extLst>
              </p:cNvPr>
              <p:cNvSpPr/>
              <p:nvPr/>
            </p:nvSpPr>
            <p:spPr>
              <a:xfrm>
                <a:off x="340291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3" name="ph8734">
                <a:extLst>
                  <a:ext uri="{FF2B5EF4-FFF2-40B4-BE49-F238E27FC236}">
                    <a16:creationId xmlns:a16="http://schemas.microsoft.com/office/drawing/2014/main" id="{CB69DE5F-F0A2-DF14-E447-2421746A55CD}"/>
                  </a:ext>
                </a:extLst>
              </p:cNvPr>
              <p:cNvSpPr/>
              <p:nvPr/>
            </p:nvSpPr>
            <p:spPr>
              <a:xfrm>
                <a:off x="341235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4" name="ph8735">
                <a:extLst>
                  <a:ext uri="{FF2B5EF4-FFF2-40B4-BE49-F238E27FC236}">
                    <a16:creationId xmlns:a16="http://schemas.microsoft.com/office/drawing/2014/main" id="{5CB5DC5D-4CF5-1184-1269-D84B431BEC5E}"/>
                  </a:ext>
                </a:extLst>
              </p:cNvPr>
              <p:cNvSpPr/>
              <p:nvPr/>
            </p:nvSpPr>
            <p:spPr>
              <a:xfrm>
                <a:off x="342179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5" name="ph8736">
                <a:extLst>
                  <a:ext uri="{FF2B5EF4-FFF2-40B4-BE49-F238E27FC236}">
                    <a16:creationId xmlns:a16="http://schemas.microsoft.com/office/drawing/2014/main" id="{DB407869-22DD-1014-75BC-F3AAB5AEB6E7}"/>
                  </a:ext>
                </a:extLst>
              </p:cNvPr>
              <p:cNvSpPr/>
              <p:nvPr/>
            </p:nvSpPr>
            <p:spPr>
              <a:xfrm>
                <a:off x="343123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6" name="ph8737">
                <a:extLst>
                  <a:ext uri="{FF2B5EF4-FFF2-40B4-BE49-F238E27FC236}">
                    <a16:creationId xmlns:a16="http://schemas.microsoft.com/office/drawing/2014/main" id="{0006446F-3D40-237D-1071-AA44DF1F3C5F}"/>
                  </a:ext>
                </a:extLst>
              </p:cNvPr>
              <p:cNvSpPr/>
              <p:nvPr/>
            </p:nvSpPr>
            <p:spPr>
              <a:xfrm>
                <a:off x="344067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7" name="ph8738">
                <a:extLst>
                  <a:ext uri="{FF2B5EF4-FFF2-40B4-BE49-F238E27FC236}">
                    <a16:creationId xmlns:a16="http://schemas.microsoft.com/office/drawing/2014/main" id="{25C93ADB-3D96-16ED-48B9-43BF60FAFF68}"/>
                  </a:ext>
                </a:extLst>
              </p:cNvPr>
              <p:cNvSpPr/>
              <p:nvPr/>
            </p:nvSpPr>
            <p:spPr>
              <a:xfrm>
                <a:off x="345011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8" name="ph8739">
                <a:extLst>
                  <a:ext uri="{FF2B5EF4-FFF2-40B4-BE49-F238E27FC236}">
                    <a16:creationId xmlns:a16="http://schemas.microsoft.com/office/drawing/2014/main" id="{D239241C-E83D-0946-EE7D-3445038B9719}"/>
                  </a:ext>
                </a:extLst>
              </p:cNvPr>
              <p:cNvSpPr/>
              <p:nvPr/>
            </p:nvSpPr>
            <p:spPr>
              <a:xfrm>
                <a:off x="345955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9" name="ph8740">
                <a:extLst>
                  <a:ext uri="{FF2B5EF4-FFF2-40B4-BE49-F238E27FC236}">
                    <a16:creationId xmlns:a16="http://schemas.microsoft.com/office/drawing/2014/main" id="{7F244C1E-4C4C-EC18-39F7-BC672BD36D7E}"/>
                  </a:ext>
                </a:extLst>
              </p:cNvPr>
              <p:cNvSpPr/>
              <p:nvPr/>
            </p:nvSpPr>
            <p:spPr>
              <a:xfrm>
                <a:off x="346899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0" name="ph8741">
                <a:extLst>
                  <a:ext uri="{FF2B5EF4-FFF2-40B4-BE49-F238E27FC236}">
                    <a16:creationId xmlns:a16="http://schemas.microsoft.com/office/drawing/2014/main" id="{2786D1C1-4F18-81FC-E4A5-792B27190333}"/>
                  </a:ext>
                </a:extLst>
              </p:cNvPr>
              <p:cNvSpPr/>
              <p:nvPr/>
            </p:nvSpPr>
            <p:spPr>
              <a:xfrm>
                <a:off x="347843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1" name="ph8742">
                <a:extLst>
                  <a:ext uri="{FF2B5EF4-FFF2-40B4-BE49-F238E27FC236}">
                    <a16:creationId xmlns:a16="http://schemas.microsoft.com/office/drawing/2014/main" id="{E04A49E6-66C8-C2A5-B944-E3C03A6B3385}"/>
                  </a:ext>
                </a:extLst>
              </p:cNvPr>
              <p:cNvSpPr/>
              <p:nvPr/>
            </p:nvSpPr>
            <p:spPr>
              <a:xfrm>
                <a:off x="348787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2" name="ph8743">
                <a:extLst>
                  <a:ext uri="{FF2B5EF4-FFF2-40B4-BE49-F238E27FC236}">
                    <a16:creationId xmlns:a16="http://schemas.microsoft.com/office/drawing/2014/main" id="{95846922-A626-56C9-F502-F2A3ECD28977}"/>
                  </a:ext>
                </a:extLst>
              </p:cNvPr>
              <p:cNvSpPr/>
              <p:nvPr/>
            </p:nvSpPr>
            <p:spPr>
              <a:xfrm>
                <a:off x="349731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3" name="ph8744">
                <a:extLst>
                  <a:ext uri="{FF2B5EF4-FFF2-40B4-BE49-F238E27FC236}">
                    <a16:creationId xmlns:a16="http://schemas.microsoft.com/office/drawing/2014/main" id="{E63C1270-FF21-9FE4-9ED2-1868AB08AAFD}"/>
                  </a:ext>
                </a:extLst>
              </p:cNvPr>
              <p:cNvSpPr/>
              <p:nvPr/>
            </p:nvSpPr>
            <p:spPr>
              <a:xfrm>
                <a:off x="350675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4" name="ph8745">
                <a:extLst>
                  <a:ext uri="{FF2B5EF4-FFF2-40B4-BE49-F238E27FC236}">
                    <a16:creationId xmlns:a16="http://schemas.microsoft.com/office/drawing/2014/main" id="{AE1E6CFB-46FC-1696-09E9-6F7BC4AEF370}"/>
                  </a:ext>
                </a:extLst>
              </p:cNvPr>
              <p:cNvSpPr/>
              <p:nvPr/>
            </p:nvSpPr>
            <p:spPr>
              <a:xfrm>
                <a:off x="351619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5" name="ph8746">
                <a:extLst>
                  <a:ext uri="{FF2B5EF4-FFF2-40B4-BE49-F238E27FC236}">
                    <a16:creationId xmlns:a16="http://schemas.microsoft.com/office/drawing/2014/main" id="{E4F0DC84-49ED-CB7C-46D8-9267BF979B66}"/>
                  </a:ext>
                </a:extLst>
              </p:cNvPr>
              <p:cNvSpPr/>
              <p:nvPr/>
            </p:nvSpPr>
            <p:spPr>
              <a:xfrm>
                <a:off x="352563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6" name="ph8747">
                <a:extLst>
                  <a:ext uri="{FF2B5EF4-FFF2-40B4-BE49-F238E27FC236}">
                    <a16:creationId xmlns:a16="http://schemas.microsoft.com/office/drawing/2014/main" id="{B8E0F0AC-D7DB-B34B-0654-1950081A02CB}"/>
                  </a:ext>
                </a:extLst>
              </p:cNvPr>
              <p:cNvSpPr/>
              <p:nvPr/>
            </p:nvSpPr>
            <p:spPr>
              <a:xfrm>
                <a:off x="353507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7" name="ph8748">
                <a:extLst>
                  <a:ext uri="{FF2B5EF4-FFF2-40B4-BE49-F238E27FC236}">
                    <a16:creationId xmlns:a16="http://schemas.microsoft.com/office/drawing/2014/main" id="{5B60FB50-5C88-A625-C1D5-4B9CDF1EB29B}"/>
                  </a:ext>
                </a:extLst>
              </p:cNvPr>
              <p:cNvSpPr/>
              <p:nvPr/>
            </p:nvSpPr>
            <p:spPr>
              <a:xfrm>
                <a:off x="354451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8" name="ph8749">
                <a:extLst>
                  <a:ext uri="{FF2B5EF4-FFF2-40B4-BE49-F238E27FC236}">
                    <a16:creationId xmlns:a16="http://schemas.microsoft.com/office/drawing/2014/main" id="{BF09AF71-8254-D678-271F-47D100432D66}"/>
                  </a:ext>
                </a:extLst>
              </p:cNvPr>
              <p:cNvSpPr/>
              <p:nvPr/>
            </p:nvSpPr>
            <p:spPr>
              <a:xfrm>
                <a:off x="355395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9" name="ph8750">
                <a:extLst>
                  <a:ext uri="{FF2B5EF4-FFF2-40B4-BE49-F238E27FC236}">
                    <a16:creationId xmlns:a16="http://schemas.microsoft.com/office/drawing/2014/main" id="{9143F4A9-CEBB-25B5-558A-615201E93788}"/>
                  </a:ext>
                </a:extLst>
              </p:cNvPr>
              <p:cNvSpPr/>
              <p:nvPr/>
            </p:nvSpPr>
            <p:spPr>
              <a:xfrm>
                <a:off x="356339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0" name="ph8751">
                <a:extLst>
                  <a:ext uri="{FF2B5EF4-FFF2-40B4-BE49-F238E27FC236}">
                    <a16:creationId xmlns:a16="http://schemas.microsoft.com/office/drawing/2014/main" id="{42C0C066-A5B8-36E8-8216-48F80C241898}"/>
                  </a:ext>
                </a:extLst>
              </p:cNvPr>
              <p:cNvSpPr/>
              <p:nvPr/>
            </p:nvSpPr>
            <p:spPr>
              <a:xfrm>
                <a:off x="357283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1" name="ph8752">
                <a:extLst>
                  <a:ext uri="{FF2B5EF4-FFF2-40B4-BE49-F238E27FC236}">
                    <a16:creationId xmlns:a16="http://schemas.microsoft.com/office/drawing/2014/main" id="{FD81215D-18C9-481D-5F3F-4330B118C02C}"/>
                  </a:ext>
                </a:extLst>
              </p:cNvPr>
              <p:cNvSpPr/>
              <p:nvPr/>
            </p:nvSpPr>
            <p:spPr>
              <a:xfrm>
                <a:off x="358227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2" name="ph8753">
                <a:extLst>
                  <a:ext uri="{FF2B5EF4-FFF2-40B4-BE49-F238E27FC236}">
                    <a16:creationId xmlns:a16="http://schemas.microsoft.com/office/drawing/2014/main" id="{900CC976-1D66-146B-18C1-51728C09FDB4}"/>
                  </a:ext>
                </a:extLst>
              </p:cNvPr>
              <p:cNvSpPr/>
              <p:nvPr/>
            </p:nvSpPr>
            <p:spPr>
              <a:xfrm>
                <a:off x="359171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3" name="ph8754">
                <a:extLst>
                  <a:ext uri="{FF2B5EF4-FFF2-40B4-BE49-F238E27FC236}">
                    <a16:creationId xmlns:a16="http://schemas.microsoft.com/office/drawing/2014/main" id="{E994E3D6-65A3-7B92-D395-8717AEAA613C}"/>
                  </a:ext>
                </a:extLst>
              </p:cNvPr>
              <p:cNvSpPr/>
              <p:nvPr/>
            </p:nvSpPr>
            <p:spPr>
              <a:xfrm>
                <a:off x="360115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4" name="ph8755">
                <a:extLst>
                  <a:ext uri="{FF2B5EF4-FFF2-40B4-BE49-F238E27FC236}">
                    <a16:creationId xmlns:a16="http://schemas.microsoft.com/office/drawing/2014/main" id="{92A0AAFE-215B-F19B-D388-B00125464DE5}"/>
                  </a:ext>
                </a:extLst>
              </p:cNvPr>
              <p:cNvSpPr/>
              <p:nvPr/>
            </p:nvSpPr>
            <p:spPr>
              <a:xfrm>
                <a:off x="361059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5" name="ph8756">
                <a:extLst>
                  <a:ext uri="{FF2B5EF4-FFF2-40B4-BE49-F238E27FC236}">
                    <a16:creationId xmlns:a16="http://schemas.microsoft.com/office/drawing/2014/main" id="{F2DD8DFA-342C-117A-3C0A-16807DFE1F74}"/>
                  </a:ext>
                </a:extLst>
              </p:cNvPr>
              <p:cNvSpPr/>
              <p:nvPr/>
            </p:nvSpPr>
            <p:spPr>
              <a:xfrm>
                <a:off x="362003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6" name="ph8757">
                <a:extLst>
                  <a:ext uri="{FF2B5EF4-FFF2-40B4-BE49-F238E27FC236}">
                    <a16:creationId xmlns:a16="http://schemas.microsoft.com/office/drawing/2014/main" id="{15ABB89A-D09A-47D9-15E5-F0D765046F29}"/>
                  </a:ext>
                </a:extLst>
              </p:cNvPr>
              <p:cNvSpPr/>
              <p:nvPr/>
            </p:nvSpPr>
            <p:spPr>
              <a:xfrm>
                <a:off x="362947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7" name="ph8758">
                <a:extLst>
                  <a:ext uri="{FF2B5EF4-FFF2-40B4-BE49-F238E27FC236}">
                    <a16:creationId xmlns:a16="http://schemas.microsoft.com/office/drawing/2014/main" id="{EDA260CF-E59D-79C2-1E38-46CBA2069AFB}"/>
                  </a:ext>
                </a:extLst>
              </p:cNvPr>
              <p:cNvSpPr/>
              <p:nvPr/>
            </p:nvSpPr>
            <p:spPr>
              <a:xfrm>
                <a:off x="363891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8" name="ph8759">
                <a:extLst>
                  <a:ext uri="{FF2B5EF4-FFF2-40B4-BE49-F238E27FC236}">
                    <a16:creationId xmlns:a16="http://schemas.microsoft.com/office/drawing/2014/main" id="{B32703D2-4F21-413E-2DC8-98BCB4DD451B}"/>
                  </a:ext>
                </a:extLst>
              </p:cNvPr>
              <p:cNvSpPr/>
              <p:nvPr/>
            </p:nvSpPr>
            <p:spPr>
              <a:xfrm>
                <a:off x="364836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9" name="ph8760">
                <a:extLst>
                  <a:ext uri="{FF2B5EF4-FFF2-40B4-BE49-F238E27FC236}">
                    <a16:creationId xmlns:a16="http://schemas.microsoft.com/office/drawing/2014/main" id="{8578BFC6-1A9D-C912-0DCA-54CC86E2A8B0}"/>
                  </a:ext>
                </a:extLst>
              </p:cNvPr>
              <p:cNvSpPr/>
              <p:nvPr/>
            </p:nvSpPr>
            <p:spPr>
              <a:xfrm>
                <a:off x="365780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0" name="ph8761">
                <a:extLst>
                  <a:ext uri="{FF2B5EF4-FFF2-40B4-BE49-F238E27FC236}">
                    <a16:creationId xmlns:a16="http://schemas.microsoft.com/office/drawing/2014/main" id="{162C5634-3747-8BCB-A3E0-50DD0C96CA9C}"/>
                  </a:ext>
                </a:extLst>
              </p:cNvPr>
              <p:cNvSpPr/>
              <p:nvPr/>
            </p:nvSpPr>
            <p:spPr>
              <a:xfrm>
                <a:off x="366724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1" name="ph8762">
                <a:extLst>
                  <a:ext uri="{FF2B5EF4-FFF2-40B4-BE49-F238E27FC236}">
                    <a16:creationId xmlns:a16="http://schemas.microsoft.com/office/drawing/2014/main" id="{F5B9ADFA-F5B4-8C51-7319-A824700F1EB3}"/>
                  </a:ext>
                </a:extLst>
              </p:cNvPr>
              <p:cNvSpPr/>
              <p:nvPr/>
            </p:nvSpPr>
            <p:spPr>
              <a:xfrm>
                <a:off x="367668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2" name="ph8763">
                <a:extLst>
                  <a:ext uri="{FF2B5EF4-FFF2-40B4-BE49-F238E27FC236}">
                    <a16:creationId xmlns:a16="http://schemas.microsoft.com/office/drawing/2014/main" id="{EF8EC660-4370-1A9D-1E31-87B6B4AF79FB}"/>
                  </a:ext>
                </a:extLst>
              </p:cNvPr>
              <p:cNvSpPr/>
              <p:nvPr/>
            </p:nvSpPr>
            <p:spPr>
              <a:xfrm>
                <a:off x="368612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3" name="ph8764">
                <a:extLst>
                  <a:ext uri="{FF2B5EF4-FFF2-40B4-BE49-F238E27FC236}">
                    <a16:creationId xmlns:a16="http://schemas.microsoft.com/office/drawing/2014/main" id="{63DDB99B-5928-402B-AE4A-D3BFAA70F8E2}"/>
                  </a:ext>
                </a:extLst>
              </p:cNvPr>
              <p:cNvSpPr/>
              <p:nvPr/>
            </p:nvSpPr>
            <p:spPr>
              <a:xfrm>
                <a:off x="369556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4" name="ph8765">
                <a:extLst>
                  <a:ext uri="{FF2B5EF4-FFF2-40B4-BE49-F238E27FC236}">
                    <a16:creationId xmlns:a16="http://schemas.microsoft.com/office/drawing/2014/main" id="{5D0DF552-13F7-3699-2308-5B255E587549}"/>
                  </a:ext>
                </a:extLst>
              </p:cNvPr>
              <p:cNvSpPr/>
              <p:nvPr/>
            </p:nvSpPr>
            <p:spPr>
              <a:xfrm>
                <a:off x="370500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5" name="ph8766">
                <a:extLst>
                  <a:ext uri="{FF2B5EF4-FFF2-40B4-BE49-F238E27FC236}">
                    <a16:creationId xmlns:a16="http://schemas.microsoft.com/office/drawing/2014/main" id="{B6148E69-B3A9-40E4-15EF-05C067D1AC86}"/>
                  </a:ext>
                </a:extLst>
              </p:cNvPr>
              <p:cNvSpPr/>
              <p:nvPr/>
            </p:nvSpPr>
            <p:spPr>
              <a:xfrm>
                <a:off x="371444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6" name="ph8767">
                <a:extLst>
                  <a:ext uri="{FF2B5EF4-FFF2-40B4-BE49-F238E27FC236}">
                    <a16:creationId xmlns:a16="http://schemas.microsoft.com/office/drawing/2014/main" id="{0555772F-4A22-01E5-8839-09A626B4BE20}"/>
                  </a:ext>
                </a:extLst>
              </p:cNvPr>
              <p:cNvSpPr/>
              <p:nvPr/>
            </p:nvSpPr>
            <p:spPr>
              <a:xfrm>
                <a:off x="372388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7" name="ph8768">
                <a:extLst>
                  <a:ext uri="{FF2B5EF4-FFF2-40B4-BE49-F238E27FC236}">
                    <a16:creationId xmlns:a16="http://schemas.microsoft.com/office/drawing/2014/main" id="{66E42950-DA7C-308D-203C-DA40C50A4B92}"/>
                  </a:ext>
                </a:extLst>
              </p:cNvPr>
              <p:cNvSpPr/>
              <p:nvPr/>
            </p:nvSpPr>
            <p:spPr>
              <a:xfrm>
                <a:off x="373332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8" name="ph8769">
                <a:extLst>
                  <a:ext uri="{FF2B5EF4-FFF2-40B4-BE49-F238E27FC236}">
                    <a16:creationId xmlns:a16="http://schemas.microsoft.com/office/drawing/2014/main" id="{AA73F90D-0C04-4149-30E4-658FD4C698BE}"/>
                  </a:ext>
                </a:extLst>
              </p:cNvPr>
              <p:cNvSpPr/>
              <p:nvPr/>
            </p:nvSpPr>
            <p:spPr>
              <a:xfrm>
                <a:off x="374276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9" name="ph8770">
                <a:extLst>
                  <a:ext uri="{FF2B5EF4-FFF2-40B4-BE49-F238E27FC236}">
                    <a16:creationId xmlns:a16="http://schemas.microsoft.com/office/drawing/2014/main" id="{0FDE9546-9ECE-415E-9F08-76A57ED7D2D6}"/>
                  </a:ext>
                </a:extLst>
              </p:cNvPr>
              <p:cNvSpPr/>
              <p:nvPr/>
            </p:nvSpPr>
            <p:spPr>
              <a:xfrm>
                <a:off x="375220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0" name="ph8771">
                <a:extLst>
                  <a:ext uri="{FF2B5EF4-FFF2-40B4-BE49-F238E27FC236}">
                    <a16:creationId xmlns:a16="http://schemas.microsoft.com/office/drawing/2014/main" id="{22F81BEC-A554-D621-2E4E-6C23CDC2F383}"/>
                  </a:ext>
                </a:extLst>
              </p:cNvPr>
              <p:cNvSpPr/>
              <p:nvPr/>
            </p:nvSpPr>
            <p:spPr>
              <a:xfrm>
                <a:off x="3771083" y="8149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005" y="896830"/>
                    </a:lnTo>
                    <a:lnTo>
                      <a:pt x="909508" y="902447"/>
                    </a:lnTo>
                    <a:lnTo>
                      <a:pt x="911176" y="903746"/>
                    </a:lnTo>
                    <a:lnTo>
                      <a:pt x="914400" y="906634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1" name="ph8772">
                <a:extLst>
                  <a:ext uri="{FF2B5EF4-FFF2-40B4-BE49-F238E27FC236}">
                    <a16:creationId xmlns:a16="http://schemas.microsoft.com/office/drawing/2014/main" id="{064D8302-3E77-34E7-B74C-58535E4AE804}"/>
                  </a:ext>
                </a:extLst>
              </p:cNvPr>
              <p:cNvSpPr/>
              <p:nvPr/>
            </p:nvSpPr>
            <p:spPr>
              <a:xfrm>
                <a:off x="3771083" y="814918"/>
                <a:ext cx="9222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10" h="914400">
                    <a:moveTo>
                      <a:pt x="914400" y="914400"/>
                    </a:moveTo>
                    <a:lnTo>
                      <a:pt x="914400" y="906634"/>
                    </a:lnTo>
                    <a:lnTo>
                      <a:pt x="916501" y="908516"/>
                    </a:lnTo>
                    <a:lnTo>
                      <a:pt x="921684" y="913796"/>
                    </a:lnTo>
                    <a:lnTo>
                      <a:pt x="922210" y="914400"/>
                    </a:lnTo>
                    <a:close/>
                  </a:path>
                </a:pathLst>
              </a:custGeom>
              <a:solidFill>
                <a:srgbClr val="D83428">
                  <a:alpha val="100000"/>
                </a:srgbClr>
              </a:solidFill>
              <a:ln w="5420" cap="flat">
                <a:solidFill>
                  <a:srgbClr val="D8342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2" name="ph8773">
                <a:extLst>
                  <a:ext uri="{FF2B5EF4-FFF2-40B4-BE49-F238E27FC236}">
                    <a16:creationId xmlns:a16="http://schemas.microsoft.com/office/drawing/2014/main" id="{5C757213-B59D-B310-BF9D-6F54CA2F60B0}"/>
                  </a:ext>
                </a:extLst>
              </p:cNvPr>
              <p:cNvSpPr/>
              <p:nvPr/>
            </p:nvSpPr>
            <p:spPr>
              <a:xfrm>
                <a:off x="3327392" y="7797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98" y="931969"/>
                    </a:lnTo>
                    <a:lnTo>
                      <a:pt x="905226" y="921848"/>
                    </a:lnTo>
                    <a:lnTo>
                      <a:pt x="905158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3" name="ph8774">
                <a:extLst>
                  <a:ext uri="{FF2B5EF4-FFF2-40B4-BE49-F238E27FC236}">
                    <a16:creationId xmlns:a16="http://schemas.microsoft.com/office/drawing/2014/main" id="{74BF8588-98E9-F99D-6384-CFD31AD5669A}"/>
                  </a:ext>
                </a:extLst>
              </p:cNvPr>
              <p:cNvSpPr/>
              <p:nvPr/>
            </p:nvSpPr>
            <p:spPr>
              <a:xfrm>
                <a:off x="332739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4" name="ph8775">
                <a:extLst>
                  <a:ext uri="{FF2B5EF4-FFF2-40B4-BE49-F238E27FC236}">
                    <a16:creationId xmlns:a16="http://schemas.microsoft.com/office/drawing/2014/main" id="{F2348D3C-DD82-B659-68A0-191CABBC0799}"/>
                  </a:ext>
                </a:extLst>
              </p:cNvPr>
              <p:cNvSpPr/>
              <p:nvPr/>
            </p:nvSpPr>
            <p:spPr>
              <a:xfrm>
                <a:off x="333683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5" name="ph8776">
                <a:extLst>
                  <a:ext uri="{FF2B5EF4-FFF2-40B4-BE49-F238E27FC236}">
                    <a16:creationId xmlns:a16="http://schemas.microsoft.com/office/drawing/2014/main" id="{D562E980-55C4-5D12-5E9D-8F6CE0C4BB75}"/>
                  </a:ext>
                </a:extLst>
              </p:cNvPr>
              <p:cNvSpPr/>
              <p:nvPr/>
            </p:nvSpPr>
            <p:spPr>
              <a:xfrm>
                <a:off x="334627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6" name="ph8777">
                <a:extLst>
                  <a:ext uri="{FF2B5EF4-FFF2-40B4-BE49-F238E27FC236}">
                    <a16:creationId xmlns:a16="http://schemas.microsoft.com/office/drawing/2014/main" id="{3B36356B-3894-D1E5-A01E-5F3E1107860A}"/>
                  </a:ext>
                </a:extLst>
              </p:cNvPr>
              <p:cNvSpPr/>
              <p:nvPr/>
            </p:nvSpPr>
            <p:spPr>
              <a:xfrm>
                <a:off x="335571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7" name="ph8778">
                <a:extLst>
                  <a:ext uri="{FF2B5EF4-FFF2-40B4-BE49-F238E27FC236}">
                    <a16:creationId xmlns:a16="http://schemas.microsoft.com/office/drawing/2014/main" id="{B0A20E49-3925-E31D-C919-FAB8BDD09C18}"/>
                  </a:ext>
                </a:extLst>
              </p:cNvPr>
              <p:cNvSpPr/>
              <p:nvPr/>
            </p:nvSpPr>
            <p:spPr>
              <a:xfrm>
                <a:off x="336515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8" name="ph8779">
                <a:extLst>
                  <a:ext uri="{FF2B5EF4-FFF2-40B4-BE49-F238E27FC236}">
                    <a16:creationId xmlns:a16="http://schemas.microsoft.com/office/drawing/2014/main" id="{1042F0CC-C078-3658-C52E-9C087E020AC5}"/>
                  </a:ext>
                </a:extLst>
              </p:cNvPr>
              <p:cNvSpPr/>
              <p:nvPr/>
            </p:nvSpPr>
            <p:spPr>
              <a:xfrm>
                <a:off x="337459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9" name="ph8780">
                <a:extLst>
                  <a:ext uri="{FF2B5EF4-FFF2-40B4-BE49-F238E27FC236}">
                    <a16:creationId xmlns:a16="http://schemas.microsoft.com/office/drawing/2014/main" id="{F68C5455-D55A-86C4-4A76-00BC52B2F2EE}"/>
                  </a:ext>
                </a:extLst>
              </p:cNvPr>
              <p:cNvSpPr/>
              <p:nvPr/>
            </p:nvSpPr>
            <p:spPr>
              <a:xfrm>
                <a:off x="338403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0" name="ph8781">
                <a:extLst>
                  <a:ext uri="{FF2B5EF4-FFF2-40B4-BE49-F238E27FC236}">
                    <a16:creationId xmlns:a16="http://schemas.microsoft.com/office/drawing/2014/main" id="{4249FF2F-9089-0DE1-7119-A519EC128FC4}"/>
                  </a:ext>
                </a:extLst>
              </p:cNvPr>
              <p:cNvSpPr/>
              <p:nvPr/>
            </p:nvSpPr>
            <p:spPr>
              <a:xfrm>
                <a:off x="339347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1" name="ph8782">
                <a:extLst>
                  <a:ext uri="{FF2B5EF4-FFF2-40B4-BE49-F238E27FC236}">
                    <a16:creationId xmlns:a16="http://schemas.microsoft.com/office/drawing/2014/main" id="{7C712C55-6BCE-28ED-3AB9-E1C13784BA46}"/>
                  </a:ext>
                </a:extLst>
              </p:cNvPr>
              <p:cNvSpPr/>
              <p:nvPr/>
            </p:nvSpPr>
            <p:spPr>
              <a:xfrm>
                <a:off x="340291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2" name="ph8783">
                <a:extLst>
                  <a:ext uri="{FF2B5EF4-FFF2-40B4-BE49-F238E27FC236}">
                    <a16:creationId xmlns:a16="http://schemas.microsoft.com/office/drawing/2014/main" id="{045B83E5-E01E-33C4-B218-5035FA2B0E41}"/>
                  </a:ext>
                </a:extLst>
              </p:cNvPr>
              <p:cNvSpPr/>
              <p:nvPr/>
            </p:nvSpPr>
            <p:spPr>
              <a:xfrm>
                <a:off x="341235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3" name="ph8784">
                <a:extLst>
                  <a:ext uri="{FF2B5EF4-FFF2-40B4-BE49-F238E27FC236}">
                    <a16:creationId xmlns:a16="http://schemas.microsoft.com/office/drawing/2014/main" id="{169CEAF7-4179-FA5C-DDC0-E87D9067B75E}"/>
                  </a:ext>
                </a:extLst>
              </p:cNvPr>
              <p:cNvSpPr/>
              <p:nvPr/>
            </p:nvSpPr>
            <p:spPr>
              <a:xfrm>
                <a:off x="342179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4" name="ph8785">
                <a:extLst>
                  <a:ext uri="{FF2B5EF4-FFF2-40B4-BE49-F238E27FC236}">
                    <a16:creationId xmlns:a16="http://schemas.microsoft.com/office/drawing/2014/main" id="{DB17FE79-91FD-D018-2DF6-84FDBA3D7980}"/>
                  </a:ext>
                </a:extLst>
              </p:cNvPr>
              <p:cNvSpPr/>
              <p:nvPr/>
            </p:nvSpPr>
            <p:spPr>
              <a:xfrm>
                <a:off x="343123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5" name="ph8786">
                <a:extLst>
                  <a:ext uri="{FF2B5EF4-FFF2-40B4-BE49-F238E27FC236}">
                    <a16:creationId xmlns:a16="http://schemas.microsoft.com/office/drawing/2014/main" id="{5D14B686-BD64-13A2-3A72-8254BE1BA3DB}"/>
                  </a:ext>
                </a:extLst>
              </p:cNvPr>
              <p:cNvSpPr/>
              <p:nvPr/>
            </p:nvSpPr>
            <p:spPr>
              <a:xfrm>
                <a:off x="344067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6" name="ph8787">
                <a:extLst>
                  <a:ext uri="{FF2B5EF4-FFF2-40B4-BE49-F238E27FC236}">
                    <a16:creationId xmlns:a16="http://schemas.microsoft.com/office/drawing/2014/main" id="{8AF0C121-D68C-E560-2952-1B39CDE71867}"/>
                  </a:ext>
                </a:extLst>
              </p:cNvPr>
              <p:cNvSpPr/>
              <p:nvPr/>
            </p:nvSpPr>
            <p:spPr>
              <a:xfrm>
                <a:off x="345011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7" name="ph8788">
                <a:extLst>
                  <a:ext uri="{FF2B5EF4-FFF2-40B4-BE49-F238E27FC236}">
                    <a16:creationId xmlns:a16="http://schemas.microsoft.com/office/drawing/2014/main" id="{0BB0214B-43CB-43FD-45FD-D15F734EAF8A}"/>
                  </a:ext>
                </a:extLst>
              </p:cNvPr>
              <p:cNvSpPr/>
              <p:nvPr/>
            </p:nvSpPr>
            <p:spPr>
              <a:xfrm>
                <a:off x="345955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8" name="ph8789">
                <a:extLst>
                  <a:ext uri="{FF2B5EF4-FFF2-40B4-BE49-F238E27FC236}">
                    <a16:creationId xmlns:a16="http://schemas.microsoft.com/office/drawing/2014/main" id="{C276E2B1-2317-4FDE-B7B9-4EC58B96FFAD}"/>
                  </a:ext>
                </a:extLst>
              </p:cNvPr>
              <p:cNvSpPr/>
              <p:nvPr/>
            </p:nvSpPr>
            <p:spPr>
              <a:xfrm>
                <a:off x="346899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9" name="ph8790">
                <a:extLst>
                  <a:ext uri="{FF2B5EF4-FFF2-40B4-BE49-F238E27FC236}">
                    <a16:creationId xmlns:a16="http://schemas.microsoft.com/office/drawing/2014/main" id="{5D8E5E17-BD0B-D66F-C84D-7A13B5E2120C}"/>
                  </a:ext>
                </a:extLst>
              </p:cNvPr>
              <p:cNvSpPr/>
              <p:nvPr/>
            </p:nvSpPr>
            <p:spPr>
              <a:xfrm>
                <a:off x="347843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0" name="ph8791">
                <a:extLst>
                  <a:ext uri="{FF2B5EF4-FFF2-40B4-BE49-F238E27FC236}">
                    <a16:creationId xmlns:a16="http://schemas.microsoft.com/office/drawing/2014/main" id="{4ED13B20-ADDD-ECD5-9B14-2ED35E7274DE}"/>
                  </a:ext>
                </a:extLst>
              </p:cNvPr>
              <p:cNvSpPr/>
              <p:nvPr/>
            </p:nvSpPr>
            <p:spPr>
              <a:xfrm>
                <a:off x="348787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1" name="ph8792">
                <a:extLst>
                  <a:ext uri="{FF2B5EF4-FFF2-40B4-BE49-F238E27FC236}">
                    <a16:creationId xmlns:a16="http://schemas.microsoft.com/office/drawing/2014/main" id="{D97136FF-FF8A-8C3E-912B-C537EFF28925}"/>
                  </a:ext>
                </a:extLst>
              </p:cNvPr>
              <p:cNvSpPr/>
              <p:nvPr/>
            </p:nvSpPr>
            <p:spPr>
              <a:xfrm>
                <a:off x="349731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2" name="ph8793">
                <a:extLst>
                  <a:ext uri="{FF2B5EF4-FFF2-40B4-BE49-F238E27FC236}">
                    <a16:creationId xmlns:a16="http://schemas.microsoft.com/office/drawing/2014/main" id="{A64A6F57-2502-380D-DECC-25E7E17A665E}"/>
                  </a:ext>
                </a:extLst>
              </p:cNvPr>
              <p:cNvSpPr/>
              <p:nvPr/>
            </p:nvSpPr>
            <p:spPr>
              <a:xfrm>
                <a:off x="350675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3" name="ph8794">
                <a:extLst>
                  <a:ext uri="{FF2B5EF4-FFF2-40B4-BE49-F238E27FC236}">
                    <a16:creationId xmlns:a16="http://schemas.microsoft.com/office/drawing/2014/main" id="{326FB567-D329-1E94-C1C3-3D26BEDB1575}"/>
                  </a:ext>
                </a:extLst>
              </p:cNvPr>
              <p:cNvSpPr/>
              <p:nvPr/>
            </p:nvSpPr>
            <p:spPr>
              <a:xfrm>
                <a:off x="351619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4" name="ph8795">
                <a:extLst>
                  <a:ext uri="{FF2B5EF4-FFF2-40B4-BE49-F238E27FC236}">
                    <a16:creationId xmlns:a16="http://schemas.microsoft.com/office/drawing/2014/main" id="{F860558C-C03A-E206-F2D4-876EF07AEFC7}"/>
                  </a:ext>
                </a:extLst>
              </p:cNvPr>
              <p:cNvSpPr/>
              <p:nvPr/>
            </p:nvSpPr>
            <p:spPr>
              <a:xfrm>
                <a:off x="352563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5" name="ph8796">
                <a:extLst>
                  <a:ext uri="{FF2B5EF4-FFF2-40B4-BE49-F238E27FC236}">
                    <a16:creationId xmlns:a16="http://schemas.microsoft.com/office/drawing/2014/main" id="{CE84AC0B-6A37-BA5C-EC0D-F512B7B73E8F}"/>
                  </a:ext>
                </a:extLst>
              </p:cNvPr>
              <p:cNvSpPr/>
              <p:nvPr/>
            </p:nvSpPr>
            <p:spPr>
              <a:xfrm>
                <a:off x="353507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6" name="ph8797">
                <a:extLst>
                  <a:ext uri="{FF2B5EF4-FFF2-40B4-BE49-F238E27FC236}">
                    <a16:creationId xmlns:a16="http://schemas.microsoft.com/office/drawing/2014/main" id="{DC400EC3-CF47-3D05-7BAE-6D2DEC47D506}"/>
                  </a:ext>
                </a:extLst>
              </p:cNvPr>
              <p:cNvSpPr/>
              <p:nvPr/>
            </p:nvSpPr>
            <p:spPr>
              <a:xfrm>
                <a:off x="354451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7" name="ph8798">
                <a:extLst>
                  <a:ext uri="{FF2B5EF4-FFF2-40B4-BE49-F238E27FC236}">
                    <a16:creationId xmlns:a16="http://schemas.microsoft.com/office/drawing/2014/main" id="{EFC6746B-9697-C663-4D48-73AEA50B581A}"/>
                  </a:ext>
                </a:extLst>
              </p:cNvPr>
              <p:cNvSpPr/>
              <p:nvPr/>
            </p:nvSpPr>
            <p:spPr>
              <a:xfrm>
                <a:off x="355395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8" name="ph8799">
                <a:extLst>
                  <a:ext uri="{FF2B5EF4-FFF2-40B4-BE49-F238E27FC236}">
                    <a16:creationId xmlns:a16="http://schemas.microsoft.com/office/drawing/2014/main" id="{99D3DDD8-6937-5F82-59BB-7FDC34545822}"/>
                  </a:ext>
                </a:extLst>
              </p:cNvPr>
              <p:cNvSpPr/>
              <p:nvPr/>
            </p:nvSpPr>
            <p:spPr>
              <a:xfrm>
                <a:off x="356339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9" name="ph8800">
                <a:extLst>
                  <a:ext uri="{FF2B5EF4-FFF2-40B4-BE49-F238E27FC236}">
                    <a16:creationId xmlns:a16="http://schemas.microsoft.com/office/drawing/2014/main" id="{B94CD23D-B680-AFBA-9B79-34BF2893C34C}"/>
                  </a:ext>
                </a:extLst>
              </p:cNvPr>
              <p:cNvSpPr/>
              <p:nvPr/>
            </p:nvSpPr>
            <p:spPr>
              <a:xfrm>
                <a:off x="357283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0" name="ph8801">
                <a:extLst>
                  <a:ext uri="{FF2B5EF4-FFF2-40B4-BE49-F238E27FC236}">
                    <a16:creationId xmlns:a16="http://schemas.microsoft.com/office/drawing/2014/main" id="{2E5C3401-57FB-7D81-5E39-F1BC00C88BD5}"/>
                  </a:ext>
                </a:extLst>
              </p:cNvPr>
              <p:cNvSpPr/>
              <p:nvPr/>
            </p:nvSpPr>
            <p:spPr>
              <a:xfrm>
                <a:off x="358227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1" name="ph8802">
                <a:extLst>
                  <a:ext uri="{FF2B5EF4-FFF2-40B4-BE49-F238E27FC236}">
                    <a16:creationId xmlns:a16="http://schemas.microsoft.com/office/drawing/2014/main" id="{9ACAD96C-AE12-0D26-5AFA-2BF03A0DFD6C}"/>
                  </a:ext>
                </a:extLst>
              </p:cNvPr>
              <p:cNvSpPr/>
              <p:nvPr/>
            </p:nvSpPr>
            <p:spPr>
              <a:xfrm>
                <a:off x="359171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2" name="ph8803">
                <a:extLst>
                  <a:ext uri="{FF2B5EF4-FFF2-40B4-BE49-F238E27FC236}">
                    <a16:creationId xmlns:a16="http://schemas.microsoft.com/office/drawing/2014/main" id="{CA3D4772-6E37-C2D9-A88E-ACA684F080C5}"/>
                  </a:ext>
                </a:extLst>
              </p:cNvPr>
              <p:cNvSpPr/>
              <p:nvPr/>
            </p:nvSpPr>
            <p:spPr>
              <a:xfrm>
                <a:off x="360115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3" name="ph8804">
                <a:extLst>
                  <a:ext uri="{FF2B5EF4-FFF2-40B4-BE49-F238E27FC236}">
                    <a16:creationId xmlns:a16="http://schemas.microsoft.com/office/drawing/2014/main" id="{61DBCAE0-CEF0-842E-EA81-9F207EE0EC62}"/>
                  </a:ext>
                </a:extLst>
              </p:cNvPr>
              <p:cNvSpPr/>
              <p:nvPr/>
            </p:nvSpPr>
            <p:spPr>
              <a:xfrm>
                <a:off x="361059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4" name="ph8805">
                <a:extLst>
                  <a:ext uri="{FF2B5EF4-FFF2-40B4-BE49-F238E27FC236}">
                    <a16:creationId xmlns:a16="http://schemas.microsoft.com/office/drawing/2014/main" id="{09E51B93-C46C-E7E4-2937-F04236926C16}"/>
                  </a:ext>
                </a:extLst>
              </p:cNvPr>
              <p:cNvSpPr/>
              <p:nvPr/>
            </p:nvSpPr>
            <p:spPr>
              <a:xfrm>
                <a:off x="362003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5" name="ph8806">
                <a:extLst>
                  <a:ext uri="{FF2B5EF4-FFF2-40B4-BE49-F238E27FC236}">
                    <a16:creationId xmlns:a16="http://schemas.microsoft.com/office/drawing/2014/main" id="{78EF3ADB-6617-3C13-A299-71065CAEDA7B}"/>
                  </a:ext>
                </a:extLst>
              </p:cNvPr>
              <p:cNvSpPr/>
              <p:nvPr/>
            </p:nvSpPr>
            <p:spPr>
              <a:xfrm>
                <a:off x="362947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6" name="ph8807">
                <a:extLst>
                  <a:ext uri="{FF2B5EF4-FFF2-40B4-BE49-F238E27FC236}">
                    <a16:creationId xmlns:a16="http://schemas.microsoft.com/office/drawing/2014/main" id="{9DF4C6CF-320D-5201-5B9C-391FA3116FE6}"/>
                  </a:ext>
                </a:extLst>
              </p:cNvPr>
              <p:cNvSpPr/>
              <p:nvPr/>
            </p:nvSpPr>
            <p:spPr>
              <a:xfrm>
                <a:off x="363891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7" name="ph8808">
                <a:extLst>
                  <a:ext uri="{FF2B5EF4-FFF2-40B4-BE49-F238E27FC236}">
                    <a16:creationId xmlns:a16="http://schemas.microsoft.com/office/drawing/2014/main" id="{9BADF6BE-293F-4A94-2776-20BC796AE04A}"/>
                  </a:ext>
                </a:extLst>
              </p:cNvPr>
              <p:cNvSpPr/>
              <p:nvPr/>
            </p:nvSpPr>
            <p:spPr>
              <a:xfrm>
                <a:off x="364836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8" name="ph8809">
                <a:extLst>
                  <a:ext uri="{FF2B5EF4-FFF2-40B4-BE49-F238E27FC236}">
                    <a16:creationId xmlns:a16="http://schemas.microsoft.com/office/drawing/2014/main" id="{7FF19CE4-D758-3614-EB46-7F31FF7A2739}"/>
                  </a:ext>
                </a:extLst>
              </p:cNvPr>
              <p:cNvSpPr/>
              <p:nvPr/>
            </p:nvSpPr>
            <p:spPr>
              <a:xfrm>
                <a:off x="365780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9" name="ph8810">
                <a:extLst>
                  <a:ext uri="{FF2B5EF4-FFF2-40B4-BE49-F238E27FC236}">
                    <a16:creationId xmlns:a16="http://schemas.microsoft.com/office/drawing/2014/main" id="{4BAD0C1E-5758-6182-D96F-9CAB987D529F}"/>
                  </a:ext>
                </a:extLst>
              </p:cNvPr>
              <p:cNvSpPr/>
              <p:nvPr/>
            </p:nvSpPr>
            <p:spPr>
              <a:xfrm>
                <a:off x="366724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0" name="ph8811">
                <a:extLst>
                  <a:ext uri="{FF2B5EF4-FFF2-40B4-BE49-F238E27FC236}">
                    <a16:creationId xmlns:a16="http://schemas.microsoft.com/office/drawing/2014/main" id="{FC2059BB-BC55-88E6-3F5D-27CD477936FC}"/>
                  </a:ext>
                </a:extLst>
              </p:cNvPr>
              <p:cNvSpPr/>
              <p:nvPr/>
            </p:nvSpPr>
            <p:spPr>
              <a:xfrm>
                <a:off x="367668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1" name="ph8812">
                <a:extLst>
                  <a:ext uri="{FF2B5EF4-FFF2-40B4-BE49-F238E27FC236}">
                    <a16:creationId xmlns:a16="http://schemas.microsoft.com/office/drawing/2014/main" id="{D1FECFD7-3AB7-B073-350E-0F0D9E3D8CDD}"/>
                  </a:ext>
                </a:extLst>
              </p:cNvPr>
              <p:cNvSpPr/>
              <p:nvPr/>
            </p:nvSpPr>
            <p:spPr>
              <a:xfrm>
                <a:off x="368612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2" name="ph8813">
                <a:extLst>
                  <a:ext uri="{FF2B5EF4-FFF2-40B4-BE49-F238E27FC236}">
                    <a16:creationId xmlns:a16="http://schemas.microsoft.com/office/drawing/2014/main" id="{86D36B3A-16CC-6027-814B-EC1A8BCAE764}"/>
                  </a:ext>
                </a:extLst>
              </p:cNvPr>
              <p:cNvSpPr/>
              <p:nvPr/>
            </p:nvSpPr>
            <p:spPr>
              <a:xfrm>
                <a:off x="369556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3" name="ph8814">
                <a:extLst>
                  <a:ext uri="{FF2B5EF4-FFF2-40B4-BE49-F238E27FC236}">
                    <a16:creationId xmlns:a16="http://schemas.microsoft.com/office/drawing/2014/main" id="{623F4CC3-B5F4-32A8-1018-8823EFE6D1F5}"/>
                  </a:ext>
                </a:extLst>
              </p:cNvPr>
              <p:cNvSpPr/>
              <p:nvPr/>
            </p:nvSpPr>
            <p:spPr>
              <a:xfrm>
                <a:off x="370500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4" name="ph8815">
                <a:extLst>
                  <a:ext uri="{FF2B5EF4-FFF2-40B4-BE49-F238E27FC236}">
                    <a16:creationId xmlns:a16="http://schemas.microsoft.com/office/drawing/2014/main" id="{5BED885D-1700-F363-DFA2-EF820613B464}"/>
                  </a:ext>
                </a:extLst>
              </p:cNvPr>
              <p:cNvSpPr/>
              <p:nvPr/>
            </p:nvSpPr>
            <p:spPr>
              <a:xfrm>
                <a:off x="371444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5" name="ph8816">
                <a:extLst>
                  <a:ext uri="{FF2B5EF4-FFF2-40B4-BE49-F238E27FC236}">
                    <a16:creationId xmlns:a16="http://schemas.microsoft.com/office/drawing/2014/main" id="{299A2F3B-6B96-89BE-2F6F-0792443B6240}"/>
                  </a:ext>
                </a:extLst>
              </p:cNvPr>
              <p:cNvSpPr/>
              <p:nvPr/>
            </p:nvSpPr>
            <p:spPr>
              <a:xfrm>
                <a:off x="372388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6" name="ph8817">
                <a:extLst>
                  <a:ext uri="{FF2B5EF4-FFF2-40B4-BE49-F238E27FC236}">
                    <a16:creationId xmlns:a16="http://schemas.microsoft.com/office/drawing/2014/main" id="{58302C75-7981-C905-1E31-2D4CA621A7C2}"/>
                  </a:ext>
                </a:extLst>
              </p:cNvPr>
              <p:cNvSpPr/>
              <p:nvPr/>
            </p:nvSpPr>
            <p:spPr>
              <a:xfrm>
                <a:off x="373332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7" name="ph8818">
                <a:extLst>
                  <a:ext uri="{FF2B5EF4-FFF2-40B4-BE49-F238E27FC236}">
                    <a16:creationId xmlns:a16="http://schemas.microsoft.com/office/drawing/2014/main" id="{4D170BD2-0724-592A-1F5C-0D5452D32EF6}"/>
                  </a:ext>
                </a:extLst>
              </p:cNvPr>
              <p:cNvSpPr/>
              <p:nvPr/>
            </p:nvSpPr>
            <p:spPr>
              <a:xfrm>
                <a:off x="374276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8" name="ph8819">
                <a:extLst>
                  <a:ext uri="{FF2B5EF4-FFF2-40B4-BE49-F238E27FC236}">
                    <a16:creationId xmlns:a16="http://schemas.microsoft.com/office/drawing/2014/main" id="{581B5661-2575-0CD5-CE76-C934C644C969}"/>
                  </a:ext>
                </a:extLst>
              </p:cNvPr>
              <p:cNvSpPr/>
              <p:nvPr/>
            </p:nvSpPr>
            <p:spPr>
              <a:xfrm>
                <a:off x="3761643" y="797348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7239" y="896830"/>
                    </a:lnTo>
                    <a:lnTo>
                      <a:pt x="907952" y="898001"/>
                    </a:lnTo>
                    <a:lnTo>
                      <a:pt x="912155" y="905658"/>
                    </a:lnTo>
                    <a:lnTo>
                      <a:pt x="914400" y="910195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9" name="ph8820">
                <a:extLst>
                  <a:ext uri="{FF2B5EF4-FFF2-40B4-BE49-F238E27FC236}">
                    <a16:creationId xmlns:a16="http://schemas.microsoft.com/office/drawing/2014/main" id="{34C5C7AC-0592-B214-4923-0384E6EF9811}"/>
                  </a:ext>
                </a:extLst>
              </p:cNvPr>
              <p:cNvSpPr/>
              <p:nvPr/>
            </p:nvSpPr>
            <p:spPr>
              <a:xfrm>
                <a:off x="3761643" y="797348"/>
                <a:ext cx="91644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446" h="914399">
                    <a:moveTo>
                      <a:pt x="914400" y="914399"/>
                    </a:moveTo>
                    <a:lnTo>
                      <a:pt x="914400" y="910195"/>
                    </a:lnTo>
                    <a:lnTo>
                      <a:pt x="916139" y="913710"/>
                    </a:lnTo>
                    <a:lnTo>
                      <a:pt x="916446" y="914399"/>
                    </a:lnTo>
                    <a:close/>
                  </a:path>
                </a:pathLst>
              </a:custGeom>
              <a:solidFill>
                <a:srgbClr val="D83429">
                  <a:alpha val="100000"/>
                </a:srgbClr>
              </a:solidFill>
              <a:ln w="5420" cap="flat">
                <a:solidFill>
                  <a:srgbClr val="D834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0" name="ph8821">
                <a:extLst>
                  <a:ext uri="{FF2B5EF4-FFF2-40B4-BE49-F238E27FC236}">
                    <a16:creationId xmlns:a16="http://schemas.microsoft.com/office/drawing/2014/main" id="{775AAEB6-7718-E068-E445-5EB0C6642642}"/>
                  </a:ext>
                </a:extLst>
              </p:cNvPr>
              <p:cNvSpPr/>
              <p:nvPr/>
            </p:nvSpPr>
            <p:spPr>
              <a:xfrm>
                <a:off x="3317951" y="762209"/>
                <a:ext cx="914400" cy="9241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144">
                    <a:moveTo>
                      <a:pt x="914400" y="914400"/>
                    </a:moveTo>
                    <a:lnTo>
                      <a:pt x="914400" y="924144"/>
                    </a:lnTo>
                    <a:lnTo>
                      <a:pt x="914350" y="923939"/>
                    </a:lnTo>
                    <a:lnTo>
                      <a:pt x="912346" y="914400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1" name="ph8822">
                <a:extLst>
                  <a:ext uri="{FF2B5EF4-FFF2-40B4-BE49-F238E27FC236}">
                    <a16:creationId xmlns:a16="http://schemas.microsoft.com/office/drawing/2014/main" id="{9C199D5E-9CC6-8502-618A-47999A06D86A}"/>
                  </a:ext>
                </a:extLst>
              </p:cNvPr>
              <p:cNvSpPr/>
              <p:nvPr/>
            </p:nvSpPr>
            <p:spPr>
              <a:xfrm>
                <a:off x="331795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599" y="931969"/>
                    </a:lnTo>
                    <a:lnTo>
                      <a:pt x="914568" y="928606"/>
                    </a:lnTo>
                    <a:lnTo>
                      <a:pt x="914633" y="925106"/>
                    </a:lnTo>
                    <a:lnTo>
                      <a:pt x="914400" y="924144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2" name="ph8823">
                <a:extLst>
                  <a:ext uri="{FF2B5EF4-FFF2-40B4-BE49-F238E27FC236}">
                    <a16:creationId xmlns:a16="http://schemas.microsoft.com/office/drawing/2014/main" id="{00A24FBB-0D81-3DD4-3882-E65DCA730B7C}"/>
                  </a:ext>
                </a:extLst>
              </p:cNvPr>
              <p:cNvSpPr/>
              <p:nvPr/>
            </p:nvSpPr>
            <p:spPr>
              <a:xfrm>
                <a:off x="332739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3" name="ph8824">
                <a:extLst>
                  <a:ext uri="{FF2B5EF4-FFF2-40B4-BE49-F238E27FC236}">
                    <a16:creationId xmlns:a16="http://schemas.microsoft.com/office/drawing/2014/main" id="{0560C3B5-F697-AB75-DCD6-2494E26F2047}"/>
                  </a:ext>
                </a:extLst>
              </p:cNvPr>
              <p:cNvSpPr/>
              <p:nvPr/>
            </p:nvSpPr>
            <p:spPr>
              <a:xfrm>
                <a:off x="333683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4" name="ph8825">
                <a:extLst>
                  <a:ext uri="{FF2B5EF4-FFF2-40B4-BE49-F238E27FC236}">
                    <a16:creationId xmlns:a16="http://schemas.microsoft.com/office/drawing/2014/main" id="{1DCD8580-9A47-C6C5-FAFB-C3D19D6FF931}"/>
                  </a:ext>
                </a:extLst>
              </p:cNvPr>
              <p:cNvSpPr/>
              <p:nvPr/>
            </p:nvSpPr>
            <p:spPr>
              <a:xfrm>
                <a:off x="334627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5" name="ph8826">
                <a:extLst>
                  <a:ext uri="{FF2B5EF4-FFF2-40B4-BE49-F238E27FC236}">
                    <a16:creationId xmlns:a16="http://schemas.microsoft.com/office/drawing/2014/main" id="{39F65484-D448-7BDC-BE21-A57ACB93ACE3}"/>
                  </a:ext>
                </a:extLst>
              </p:cNvPr>
              <p:cNvSpPr/>
              <p:nvPr/>
            </p:nvSpPr>
            <p:spPr>
              <a:xfrm>
                <a:off x="335571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6" name="ph8827">
                <a:extLst>
                  <a:ext uri="{FF2B5EF4-FFF2-40B4-BE49-F238E27FC236}">
                    <a16:creationId xmlns:a16="http://schemas.microsoft.com/office/drawing/2014/main" id="{FE78B236-E2B0-3EDB-7E8F-13C2C20F1D52}"/>
                  </a:ext>
                </a:extLst>
              </p:cNvPr>
              <p:cNvSpPr/>
              <p:nvPr/>
            </p:nvSpPr>
            <p:spPr>
              <a:xfrm>
                <a:off x="336515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7" name="ph8828">
                <a:extLst>
                  <a:ext uri="{FF2B5EF4-FFF2-40B4-BE49-F238E27FC236}">
                    <a16:creationId xmlns:a16="http://schemas.microsoft.com/office/drawing/2014/main" id="{30E4AB9A-4AD1-BB70-7BD2-7D1DBB786DBF}"/>
                  </a:ext>
                </a:extLst>
              </p:cNvPr>
              <p:cNvSpPr/>
              <p:nvPr/>
            </p:nvSpPr>
            <p:spPr>
              <a:xfrm>
                <a:off x="337459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8" name="ph8829">
                <a:extLst>
                  <a:ext uri="{FF2B5EF4-FFF2-40B4-BE49-F238E27FC236}">
                    <a16:creationId xmlns:a16="http://schemas.microsoft.com/office/drawing/2014/main" id="{76BF799E-709A-14DD-7AA6-AAE925C94115}"/>
                  </a:ext>
                </a:extLst>
              </p:cNvPr>
              <p:cNvSpPr/>
              <p:nvPr/>
            </p:nvSpPr>
            <p:spPr>
              <a:xfrm>
                <a:off x="338403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9" name="ph8830">
                <a:extLst>
                  <a:ext uri="{FF2B5EF4-FFF2-40B4-BE49-F238E27FC236}">
                    <a16:creationId xmlns:a16="http://schemas.microsoft.com/office/drawing/2014/main" id="{20FCFD83-D3AE-6BF5-0947-B1C8A26F6BCA}"/>
                  </a:ext>
                </a:extLst>
              </p:cNvPr>
              <p:cNvSpPr/>
              <p:nvPr/>
            </p:nvSpPr>
            <p:spPr>
              <a:xfrm>
                <a:off x="339347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0" name="ph8831">
                <a:extLst>
                  <a:ext uri="{FF2B5EF4-FFF2-40B4-BE49-F238E27FC236}">
                    <a16:creationId xmlns:a16="http://schemas.microsoft.com/office/drawing/2014/main" id="{C5696064-8AA9-C326-F1F2-1DA04F4DC778}"/>
                  </a:ext>
                </a:extLst>
              </p:cNvPr>
              <p:cNvSpPr/>
              <p:nvPr/>
            </p:nvSpPr>
            <p:spPr>
              <a:xfrm>
                <a:off x="340291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1" name="ph8832">
                <a:extLst>
                  <a:ext uri="{FF2B5EF4-FFF2-40B4-BE49-F238E27FC236}">
                    <a16:creationId xmlns:a16="http://schemas.microsoft.com/office/drawing/2014/main" id="{B91F5403-22B5-9292-E1D3-A85118C10E6A}"/>
                  </a:ext>
                </a:extLst>
              </p:cNvPr>
              <p:cNvSpPr/>
              <p:nvPr/>
            </p:nvSpPr>
            <p:spPr>
              <a:xfrm>
                <a:off x="341235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2" name="ph8833">
                <a:extLst>
                  <a:ext uri="{FF2B5EF4-FFF2-40B4-BE49-F238E27FC236}">
                    <a16:creationId xmlns:a16="http://schemas.microsoft.com/office/drawing/2014/main" id="{01C6A8B7-BDE6-6594-C0BB-CEA4EA808B1D}"/>
                  </a:ext>
                </a:extLst>
              </p:cNvPr>
              <p:cNvSpPr/>
              <p:nvPr/>
            </p:nvSpPr>
            <p:spPr>
              <a:xfrm>
                <a:off x="342179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3" name="ph8834">
                <a:extLst>
                  <a:ext uri="{FF2B5EF4-FFF2-40B4-BE49-F238E27FC236}">
                    <a16:creationId xmlns:a16="http://schemas.microsoft.com/office/drawing/2014/main" id="{344CF1BA-3C38-3424-56B6-3C8D7889262D}"/>
                  </a:ext>
                </a:extLst>
              </p:cNvPr>
              <p:cNvSpPr/>
              <p:nvPr/>
            </p:nvSpPr>
            <p:spPr>
              <a:xfrm>
                <a:off x="343123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4" name="ph8835">
                <a:extLst>
                  <a:ext uri="{FF2B5EF4-FFF2-40B4-BE49-F238E27FC236}">
                    <a16:creationId xmlns:a16="http://schemas.microsoft.com/office/drawing/2014/main" id="{E3F819BE-B1F6-6307-DCFF-B69E2B214BD5}"/>
                  </a:ext>
                </a:extLst>
              </p:cNvPr>
              <p:cNvSpPr/>
              <p:nvPr/>
            </p:nvSpPr>
            <p:spPr>
              <a:xfrm>
                <a:off x="344067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5" name="ph8836">
                <a:extLst>
                  <a:ext uri="{FF2B5EF4-FFF2-40B4-BE49-F238E27FC236}">
                    <a16:creationId xmlns:a16="http://schemas.microsoft.com/office/drawing/2014/main" id="{43446A75-3C9C-D9FB-DE49-BA9B784766E1}"/>
                  </a:ext>
                </a:extLst>
              </p:cNvPr>
              <p:cNvSpPr/>
              <p:nvPr/>
            </p:nvSpPr>
            <p:spPr>
              <a:xfrm>
                <a:off x="345011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6" name="ph8837">
                <a:extLst>
                  <a:ext uri="{FF2B5EF4-FFF2-40B4-BE49-F238E27FC236}">
                    <a16:creationId xmlns:a16="http://schemas.microsoft.com/office/drawing/2014/main" id="{FE06F9E9-7AA3-8DBE-A36B-086DAF96B27D}"/>
                  </a:ext>
                </a:extLst>
              </p:cNvPr>
              <p:cNvSpPr/>
              <p:nvPr/>
            </p:nvSpPr>
            <p:spPr>
              <a:xfrm>
                <a:off x="345955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7" name="ph8838">
                <a:extLst>
                  <a:ext uri="{FF2B5EF4-FFF2-40B4-BE49-F238E27FC236}">
                    <a16:creationId xmlns:a16="http://schemas.microsoft.com/office/drawing/2014/main" id="{78C16299-035C-3E64-5600-8D52B66CA733}"/>
                  </a:ext>
                </a:extLst>
              </p:cNvPr>
              <p:cNvSpPr/>
              <p:nvPr/>
            </p:nvSpPr>
            <p:spPr>
              <a:xfrm>
                <a:off x="346899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8" name="ph8839">
                <a:extLst>
                  <a:ext uri="{FF2B5EF4-FFF2-40B4-BE49-F238E27FC236}">
                    <a16:creationId xmlns:a16="http://schemas.microsoft.com/office/drawing/2014/main" id="{BFD00993-913A-709C-0A5A-5A7DCF66DDA0}"/>
                  </a:ext>
                </a:extLst>
              </p:cNvPr>
              <p:cNvSpPr/>
              <p:nvPr/>
            </p:nvSpPr>
            <p:spPr>
              <a:xfrm>
                <a:off x="347843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9" name="ph8840">
                <a:extLst>
                  <a:ext uri="{FF2B5EF4-FFF2-40B4-BE49-F238E27FC236}">
                    <a16:creationId xmlns:a16="http://schemas.microsoft.com/office/drawing/2014/main" id="{3381948E-035F-923D-E80E-1398020CD6E0}"/>
                  </a:ext>
                </a:extLst>
              </p:cNvPr>
              <p:cNvSpPr/>
              <p:nvPr/>
            </p:nvSpPr>
            <p:spPr>
              <a:xfrm>
                <a:off x="348787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0" name="ph8841">
                <a:extLst>
                  <a:ext uri="{FF2B5EF4-FFF2-40B4-BE49-F238E27FC236}">
                    <a16:creationId xmlns:a16="http://schemas.microsoft.com/office/drawing/2014/main" id="{69E7DBE4-EC38-BCC8-5C99-3EA06134F796}"/>
                  </a:ext>
                </a:extLst>
              </p:cNvPr>
              <p:cNvSpPr/>
              <p:nvPr/>
            </p:nvSpPr>
            <p:spPr>
              <a:xfrm>
                <a:off x="349731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1" name="ph8842">
                <a:extLst>
                  <a:ext uri="{FF2B5EF4-FFF2-40B4-BE49-F238E27FC236}">
                    <a16:creationId xmlns:a16="http://schemas.microsoft.com/office/drawing/2014/main" id="{2C84A7B7-3E56-57FA-2EC8-85C9CEBBDEE2}"/>
                  </a:ext>
                </a:extLst>
              </p:cNvPr>
              <p:cNvSpPr/>
              <p:nvPr/>
            </p:nvSpPr>
            <p:spPr>
              <a:xfrm>
                <a:off x="350675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2" name="ph8843">
                <a:extLst>
                  <a:ext uri="{FF2B5EF4-FFF2-40B4-BE49-F238E27FC236}">
                    <a16:creationId xmlns:a16="http://schemas.microsoft.com/office/drawing/2014/main" id="{A3F26000-4E54-63B6-FF6A-0F7EC81928E2}"/>
                  </a:ext>
                </a:extLst>
              </p:cNvPr>
              <p:cNvSpPr/>
              <p:nvPr/>
            </p:nvSpPr>
            <p:spPr>
              <a:xfrm>
                <a:off x="351619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3" name="ph8844">
                <a:extLst>
                  <a:ext uri="{FF2B5EF4-FFF2-40B4-BE49-F238E27FC236}">
                    <a16:creationId xmlns:a16="http://schemas.microsoft.com/office/drawing/2014/main" id="{EA329CC2-5CBD-C235-E57B-A92A2741A6F0}"/>
                  </a:ext>
                </a:extLst>
              </p:cNvPr>
              <p:cNvSpPr/>
              <p:nvPr/>
            </p:nvSpPr>
            <p:spPr>
              <a:xfrm>
                <a:off x="352563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4" name="ph8845">
                <a:extLst>
                  <a:ext uri="{FF2B5EF4-FFF2-40B4-BE49-F238E27FC236}">
                    <a16:creationId xmlns:a16="http://schemas.microsoft.com/office/drawing/2014/main" id="{810556F6-6B20-3072-0B5C-7C72889E34EF}"/>
                  </a:ext>
                </a:extLst>
              </p:cNvPr>
              <p:cNvSpPr/>
              <p:nvPr/>
            </p:nvSpPr>
            <p:spPr>
              <a:xfrm>
                <a:off x="353507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5" name="ph8846">
                <a:extLst>
                  <a:ext uri="{FF2B5EF4-FFF2-40B4-BE49-F238E27FC236}">
                    <a16:creationId xmlns:a16="http://schemas.microsoft.com/office/drawing/2014/main" id="{0FDA3303-9752-A8EB-D53B-76ABFA37174D}"/>
                  </a:ext>
                </a:extLst>
              </p:cNvPr>
              <p:cNvSpPr/>
              <p:nvPr/>
            </p:nvSpPr>
            <p:spPr>
              <a:xfrm>
                <a:off x="354451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6" name="ph8847">
                <a:extLst>
                  <a:ext uri="{FF2B5EF4-FFF2-40B4-BE49-F238E27FC236}">
                    <a16:creationId xmlns:a16="http://schemas.microsoft.com/office/drawing/2014/main" id="{C0B0A242-D66B-A51F-DA43-CD373DFAEF2B}"/>
                  </a:ext>
                </a:extLst>
              </p:cNvPr>
              <p:cNvSpPr/>
              <p:nvPr/>
            </p:nvSpPr>
            <p:spPr>
              <a:xfrm>
                <a:off x="355395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7" name="ph8848">
                <a:extLst>
                  <a:ext uri="{FF2B5EF4-FFF2-40B4-BE49-F238E27FC236}">
                    <a16:creationId xmlns:a16="http://schemas.microsoft.com/office/drawing/2014/main" id="{53E0E203-82E1-5DB4-A128-F38C7E88CE01}"/>
                  </a:ext>
                </a:extLst>
              </p:cNvPr>
              <p:cNvSpPr/>
              <p:nvPr/>
            </p:nvSpPr>
            <p:spPr>
              <a:xfrm>
                <a:off x="356339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8" name="ph8849">
                <a:extLst>
                  <a:ext uri="{FF2B5EF4-FFF2-40B4-BE49-F238E27FC236}">
                    <a16:creationId xmlns:a16="http://schemas.microsoft.com/office/drawing/2014/main" id="{6DC50C7B-D7C2-AE4D-5804-61E7C47D6647}"/>
                  </a:ext>
                </a:extLst>
              </p:cNvPr>
              <p:cNvSpPr/>
              <p:nvPr/>
            </p:nvSpPr>
            <p:spPr>
              <a:xfrm>
                <a:off x="357283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9" name="ph8850">
                <a:extLst>
                  <a:ext uri="{FF2B5EF4-FFF2-40B4-BE49-F238E27FC236}">
                    <a16:creationId xmlns:a16="http://schemas.microsoft.com/office/drawing/2014/main" id="{540DBCA4-4F6E-97DD-A208-1AC02E2E3621}"/>
                  </a:ext>
                </a:extLst>
              </p:cNvPr>
              <p:cNvSpPr/>
              <p:nvPr/>
            </p:nvSpPr>
            <p:spPr>
              <a:xfrm>
                <a:off x="358227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0" name="ph8851">
                <a:extLst>
                  <a:ext uri="{FF2B5EF4-FFF2-40B4-BE49-F238E27FC236}">
                    <a16:creationId xmlns:a16="http://schemas.microsoft.com/office/drawing/2014/main" id="{E05F62A3-EC7B-F704-465B-0C025FF272A6}"/>
                  </a:ext>
                </a:extLst>
              </p:cNvPr>
              <p:cNvSpPr/>
              <p:nvPr/>
            </p:nvSpPr>
            <p:spPr>
              <a:xfrm>
                <a:off x="359171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1" name="ph8852">
                <a:extLst>
                  <a:ext uri="{FF2B5EF4-FFF2-40B4-BE49-F238E27FC236}">
                    <a16:creationId xmlns:a16="http://schemas.microsoft.com/office/drawing/2014/main" id="{65B1677E-DB13-47D6-A8D0-4B201A5CBDCD}"/>
                  </a:ext>
                </a:extLst>
              </p:cNvPr>
              <p:cNvSpPr/>
              <p:nvPr/>
            </p:nvSpPr>
            <p:spPr>
              <a:xfrm>
                <a:off x="360115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2" name="ph8853">
                <a:extLst>
                  <a:ext uri="{FF2B5EF4-FFF2-40B4-BE49-F238E27FC236}">
                    <a16:creationId xmlns:a16="http://schemas.microsoft.com/office/drawing/2014/main" id="{FDF31138-1B12-1A14-146C-7D97995AFAD6}"/>
                  </a:ext>
                </a:extLst>
              </p:cNvPr>
              <p:cNvSpPr/>
              <p:nvPr/>
            </p:nvSpPr>
            <p:spPr>
              <a:xfrm>
                <a:off x="361059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3" name="ph8854">
                <a:extLst>
                  <a:ext uri="{FF2B5EF4-FFF2-40B4-BE49-F238E27FC236}">
                    <a16:creationId xmlns:a16="http://schemas.microsoft.com/office/drawing/2014/main" id="{31062F12-63E9-F0D1-C0FF-133DDB0C4AB1}"/>
                  </a:ext>
                </a:extLst>
              </p:cNvPr>
              <p:cNvSpPr/>
              <p:nvPr/>
            </p:nvSpPr>
            <p:spPr>
              <a:xfrm>
                <a:off x="362003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4" name="ph8855">
                <a:extLst>
                  <a:ext uri="{FF2B5EF4-FFF2-40B4-BE49-F238E27FC236}">
                    <a16:creationId xmlns:a16="http://schemas.microsoft.com/office/drawing/2014/main" id="{7111313E-DEA2-E1FD-B119-CF6301C1C8B4}"/>
                  </a:ext>
                </a:extLst>
              </p:cNvPr>
              <p:cNvSpPr/>
              <p:nvPr/>
            </p:nvSpPr>
            <p:spPr>
              <a:xfrm>
                <a:off x="362947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5" name="ph8856">
                <a:extLst>
                  <a:ext uri="{FF2B5EF4-FFF2-40B4-BE49-F238E27FC236}">
                    <a16:creationId xmlns:a16="http://schemas.microsoft.com/office/drawing/2014/main" id="{DE7D0DC2-47EF-5D11-146C-A411BC340F15}"/>
                  </a:ext>
                </a:extLst>
              </p:cNvPr>
              <p:cNvSpPr/>
              <p:nvPr/>
            </p:nvSpPr>
            <p:spPr>
              <a:xfrm>
                <a:off x="363891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6" name="ph8857">
                <a:extLst>
                  <a:ext uri="{FF2B5EF4-FFF2-40B4-BE49-F238E27FC236}">
                    <a16:creationId xmlns:a16="http://schemas.microsoft.com/office/drawing/2014/main" id="{92964CD5-D2A0-F03B-3D34-EAA8781FCAD3}"/>
                  </a:ext>
                </a:extLst>
              </p:cNvPr>
              <p:cNvSpPr/>
              <p:nvPr/>
            </p:nvSpPr>
            <p:spPr>
              <a:xfrm>
                <a:off x="364836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7" name="ph8858">
                <a:extLst>
                  <a:ext uri="{FF2B5EF4-FFF2-40B4-BE49-F238E27FC236}">
                    <a16:creationId xmlns:a16="http://schemas.microsoft.com/office/drawing/2014/main" id="{90098C49-0282-01B3-67C5-1C4C0A86A169}"/>
                  </a:ext>
                </a:extLst>
              </p:cNvPr>
              <p:cNvSpPr/>
              <p:nvPr/>
            </p:nvSpPr>
            <p:spPr>
              <a:xfrm>
                <a:off x="365780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8" name="ph8859">
                <a:extLst>
                  <a:ext uri="{FF2B5EF4-FFF2-40B4-BE49-F238E27FC236}">
                    <a16:creationId xmlns:a16="http://schemas.microsoft.com/office/drawing/2014/main" id="{F63FC5A4-8518-6DBA-16DE-A91BAC8F4DDE}"/>
                  </a:ext>
                </a:extLst>
              </p:cNvPr>
              <p:cNvSpPr/>
              <p:nvPr/>
            </p:nvSpPr>
            <p:spPr>
              <a:xfrm>
                <a:off x="366724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9" name="ph8860">
                <a:extLst>
                  <a:ext uri="{FF2B5EF4-FFF2-40B4-BE49-F238E27FC236}">
                    <a16:creationId xmlns:a16="http://schemas.microsoft.com/office/drawing/2014/main" id="{DABD0770-B937-FEA2-3188-516634BF1A5A}"/>
                  </a:ext>
                </a:extLst>
              </p:cNvPr>
              <p:cNvSpPr/>
              <p:nvPr/>
            </p:nvSpPr>
            <p:spPr>
              <a:xfrm>
                <a:off x="367668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0" name="ph8861">
                <a:extLst>
                  <a:ext uri="{FF2B5EF4-FFF2-40B4-BE49-F238E27FC236}">
                    <a16:creationId xmlns:a16="http://schemas.microsoft.com/office/drawing/2014/main" id="{FF53696C-CE0A-3CE9-ACCB-A581FFDB3456}"/>
                  </a:ext>
                </a:extLst>
              </p:cNvPr>
              <p:cNvSpPr/>
              <p:nvPr/>
            </p:nvSpPr>
            <p:spPr>
              <a:xfrm>
                <a:off x="368612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1" name="ph8862">
                <a:extLst>
                  <a:ext uri="{FF2B5EF4-FFF2-40B4-BE49-F238E27FC236}">
                    <a16:creationId xmlns:a16="http://schemas.microsoft.com/office/drawing/2014/main" id="{310ACA13-716E-8654-9881-BB59D17BAA54}"/>
                  </a:ext>
                </a:extLst>
              </p:cNvPr>
              <p:cNvSpPr/>
              <p:nvPr/>
            </p:nvSpPr>
            <p:spPr>
              <a:xfrm>
                <a:off x="369556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2" name="ph8863">
                <a:extLst>
                  <a:ext uri="{FF2B5EF4-FFF2-40B4-BE49-F238E27FC236}">
                    <a16:creationId xmlns:a16="http://schemas.microsoft.com/office/drawing/2014/main" id="{CC99D484-2B57-EA08-3B98-5240B2C0D3DA}"/>
                  </a:ext>
                </a:extLst>
              </p:cNvPr>
              <p:cNvSpPr/>
              <p:nvPr/>
            </p:nvSpPr>
            <p:spPr>
              <a:xfrm>
                <a:off x="370500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3" name="ph8864">
                <a:extLst>
                  <a:ext uri="{FF2B5EF4-FFF2-40B4-BE49-F238E27FC236}">
                    <a16:creationId xmlns:a16="http://schemas.microsoft.com/office/drawing/2014/main" id="{7353608B-3E29-ABFF-B469-E1521A446BF2}"/>
                  </a:ext>
                </a:extLst>
              </p:cNvPr>
              <p:cNvSpPr/>
              <p:nvPr/>
            </p:nvSpPr>
            <p:spPr>
              <a:xfrm>
                <a:off x="371444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4" name="ph8865">
                <a:extLst>
                  <a:ext uri="{FF2B5EF4-FFF2-40B4-BE49-F238E27FC236}">
                    <a16:creationId xmlns:a16="http://schemas.microsoft.com/office/drawing/2014/main" id="{69BEE69B-6A2F-9D15-1055-6B1353E256BB}"/>
                  </a:ext>
                </a:extLst>
              </p:cNvPr>
              <p:cNvSpPr/>
              <p:nvPr/>
            </p:nvSpPr>
            <p:spPr>
              <a:xfrm>
                <a:off x="372388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5" name="ph8866">
                <a:extLst>
                  <a:ext uri="{FF2B5EF4-FFF2-40B4-BE49-F238E27FC236}">
                    <a16:creationId xmlns:a16="http://schemas.microsoft.com/office/drawing/2014/main" id="{565A082D-8CC4-56DE-D424-E0148D95543A}"/>
                  </a:ext>
                </a:extLst>
              </p:cNvPr>
              <p:cNvSpPr/>
              <p:nvPr/>
            </p:nvSpPr>
            <p:spPr>
              <a:xfrm>
                <a:off x="3742762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274" y="896830"/>
                    </a:lnTo>
                    <a:lnTo>
                      <a:pt x="914400" y="896997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6" name="ph8867">
                <a:extLst>
                  <a:ext uri="{FF2B5EF4-FFF2-40B4-BE49-F238E27FC236}">
                    <a16:creationId xmlns:a16="http://schemas.microsoft.com/office/drawing/2014/main" id="{646F4E97-4ABE-7A49-A8F7-AE8BE915A6B8}"/>
                  </a:ext>
                </a:extLst>
              </p:cNvPr>
              <p:cNvSpPr/>
              <p:nvPr/>
            </p:nvSpPr>
            <p:spPr>
              <a:xfrm>
                <a:off x="3752202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997"/>
                    </a:lnTo>
                    <a:lnTo>
                      <a:pt x="908375" y="901525"/>
                    </a:lnTo>
                    <a:lnTo>
                      <a:pt x="912982" y="908330"/>
                    </a:lnTo>
                    <a:lnTo>
                      <a:pt x="914400" y="910657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7" name="ph8868">
                <a:extLst>
                  <a:ext uri="{FF2B5EF4-FFF2-40B4-BE49-F238E27FC236}">
                    <a16:creationId xmlns:a16="http://schemas.microsoft.com/office/drawing/2014/main" id="{55136330-43EB-802A-B654-DEBD8A9A5EDF}"/>
                  </a:ext>
                </a:extLst>
              </p:cNvPr>
              <p:cNvSpPr/>
              <p:nvPr/>
            </p:nvSpPr>
            <p:spPr>
              <a:xfrm>
                <a:off x="3752202" y="779779"/>
                <a:ext cx="9166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79" h="914400">
                    <a:moveTo>
                      <a:pt x="914400" y="914400"/>
                    </a:moveTo>
                    <a:lnTo>
                      <a:pt x="914400" y="910657"/>
                    </a:lnTo>
                    <a:lnTo>
                      <a:pt x="916679" y="914400"/>
                    </a:lnTo>
                    <a:close/>
                  </a:path>
                </a:pathLst>
              </a:custGeom>
              <a:solidFill>
                <a:srgbClr val="D83529">
                  <a:alpha val="100000"/>
                </a:srgbClr>
              </a:solidFill>
              <a:ln w="5420" cap="flat">
                <a:solidFill>
                  <a:srgbClr val="D8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8" name="ph8869">
                <a:extLst>
                  <a:ext uri="{FF2B5EF4-FFF2-40B4-BE49-F238E27FC236}">
                    <a16:creationId xmlns:a16="http://schemas.microsoft.com/office/drawing/2014/main" id="{CE19AD42-2FD6-2F3C-F670-F3DCDB94C237}"/>
                  </a:ext>
                </a:extLst>
              </p:cNvPr>
              <p:cNvSpPr/>
              <p:nvPr/>
            </p:nvSpPr>
            <p:spPr>
              <a:xfrm>
                <a:off x="3317951" y="74463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46" y="931969"/>
                    </a:lnTo>
                    <a:lnTo>
                      <a:pt x="912250" y="931510"/>
                    </a:lnTo>
                    <a:lnTo>
                      <a:pt x="910426" y="921325"/>
                    </a:lnTo>
                    <a:lnTo>
                      <a:pt x="909393" y="914400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9" name="ph8870">
                <a:extLst>
                  <a:ext uri="{FF2B5EF4-FFF2-40B4-BE49-F238E27FC236}">
                    <a16:creationId xmlns:a16="http://schemas.microsoft.com/office/drawing/2014/main" id="{B86881C0-948A-2B7B-BD5F-F8613F6AD66E}"/>
                  </a:ext>
                </a:extLst>
              </p:cNvPr>
              <p:cNvSpPr/>
              <p:nvPr/>
            </p:nvSpPr>
            <p:spPr>
              <a:xfrm>
                <a:off x="331795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0" name="ph8871">
                <a:extLst>
                  <a:ext uri="{FF2B5EF4-FFF2-40B4-BE49-F238E27FC236}">
                    <a16:creationId xmlns:a16="http://schemas.microsoft.com/office/drawing/2014/main" id="{1EA7324C-CDB5-5B7D-0BC6-BEB71B4C86DE}"/>
                  </a:ext>
                </a:extLst>
              </p:cNvPr>
              <p:cNvSpPr/>
              <p:nvPr/>
            </p:nvSpPr>
            <p:spPr>
              <a:xfrm>
                <a:off x="332739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1" name="ph8872">
                <a:extLst>
                  <a:ext uri="{FF2B5EF4-FFF2-40B4-BE49-F238E27FC236}">
                    <a16:creationId xmlns:a16="http://schemas.microsoft.com/office/drawing/2014/main" id="{7C585D9C-C2D9-7388-28BC-655F75811B6F}"/>
                  </a:ext>
                </a:extLst>
              </p:cNvPr>
              <p:cNvSpPr/>
              <p:nvPr/>
            </p:nvSpPr>
            <p:spPr>
              <a:xfrm>
                <a:off x="333683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2" name="ph8873">
                <a:extLst>
                  <a:ext uri="{FF2B5EF4-FFF2-40B4-BE49-F238E27FC236}">
                    <a16:creationId xmlns:a16="http://schemas.microsoft.com/office/drawing/2014/main" id="{248D4F8B-9593-5298-6D3D-9D71FE64BFDC}"/>
                  </a:ext>
                </a:extLst>
              </p:cNvPr>
              <p:cNvSpPr/>
              <p:nvPr/>
            </p:nvSpPr>
            <p:spPr>
              <a:xfrm>
                <a:off x="334627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3" name="ph8874">
                <a:extLst>
                  <a:ext uri="{FF2B5EF4-FFF2-40B4-BE49-F238E27FC236}">
                    <a16:creationId xmlns:a16="http://schemas.microsoft.com/office/drawing/2014/main" id="{057F8DE8-39CB-554D-B0C6-8F466786D850}"/>
                  </a:ext>
                </a:extLst>
              </p:cNvPr>
              <p:cNvSpPr/>
              <p:nvPr/>
            </p:nvSpPr>
            <p:spPr>
              <a:xfrm>
                <a:off x="335571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4" name="ph8875">
                <a:extLst>
                  <a:ext uri="{FF2B5EF4-FFF2-40B4-BE49-F238E27FC236}">
                    <a16:creationId xmlns:a16="http://schemas.microsoft.com/office/drawing/2014/main" id="{9F1DBD18-BCE5-BF75-4A7A-C22166F3BEA3}"/>
                  </a:ext>
                </a:extLst>
              </p:cNvPr>
              <p:cNvSpPr/>
              <p:nvPr/>
            </p:nvSpPr>
            <p:spPr>
              <a:xfrm>
                <a:off x="336515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5" name="ph8876">
                <a:extLst>
                  <a:ext uri="{FF2B5EF4-FFF2-40B4-BE49-F238E27FC236}">
                    <a16:creationId xmlns:a16="http://schemas.microsoft.com/office/drawing/2014/main" id="{DF200AAE-BF31-7FB3-B2B2-59CCF5D74F97}"/>
                  </a:ext>
                </a:extLst>
              </p:cNvPr>
              <p:cNvSpPr/>
              <p:nvPr/>
            </p:nvSpPr>
            <p:spPr>
              <a:xfrm>
                <a:off x="337459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6" name="ph8877">
                <a:extLst>
                  <a:ext uri="{FF2B5EF4-FFF2-40B4-BE49-F238E27FC236}">
                    <a16:creationId xmlns:a16="http://schemas.microsoft.com/office/drawing/2014/main" id="{AB9298FB-5948-7977-61AB-0E8EF3406F67}"/>
                  </a:ext>
                </a:extLst>
              </p:cNvPr>
              <p:cNvSpPr/>
              <p:nvPr/>
            </p:nvSpPr>
            <p:spPr>
              <a:xfrm>
                <a:off x="338403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7" name="ph8878">
                <a:extLst>
                  <a:ext uri="{FF2B5EF4-FFF2-40B4-BE49-F238E27FC236}">
                    <a16:creationId xmlns:a16="http://schemas.microsoft.com/office/drawing/2014/main" id="{CAE4E776-0E69-8505-A109-F7568466AA61}"/>
                  </a:ext>
                </a:extLst>
              </p:cNvPr>
              <p:cNvSpPr/>
              <p:nvPr/>
            </p:nvSpPr>
            <p:spPr>
              <a:xfrm>
                <a:off x="339347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8" name="ph8879">
                <a:extLst>
                  <a:ext uri="{FF2B5EF4-FFF2-40B4-BE49-F238E27FC236}">
                    <a16:creationId xmlns:a16="http://schemas.microsoft.com/office/drawing/2014/main" id="{21739D7D-AE46-B5E5-DC8A-317BADCC4AAA}"/>
                  </a:ext>
                </a:extLst>
              </p:cNvPr>
              <p:cNvSpPr/>
              <p:nvPr/>
            </p:nvSpPr>
            <p:spPr>
              <a:xfrm>
                <a:off x="340291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9" name="ph8880">
                <a:extLst>
                  <a:ext uri="{FF2B5EF4-FFF2-40B4-BE49-F238E27FC236}">
                    <a16:creationId xmlns:a16="http://schemas.microsoft.com/office/drawing/2014/main" id="{0EE42596-F8B2-993B-111B-8366079707D0}"/>
                  </a:ext>
                </a:extLst>
              </p:cNvPr>
              <p:cNvSpPr/>
              <p:nvPr/>
            </p:nvSpPr>
            <p:spPr>
              <a:xfrm>
                <a:off x="341235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0" name="ph8881">
                <a:extLst>
                  <a:ext uri="{FF2B5EF4-FFF2-40B4-BE49-F238E27FC236}">
                    <a16:creationId xmlns:a16="http://schemas.microsoft.com/office/drawing/2014/main" id="{4A1ED591-35BE-9E33-F6B2-CE4DC56FC471}"/>
                  </a:ext>
                </a:extLst>
              </p:cNvPr>
              <p:cNvSpPr/>
              <p:nvPr/>
            </p:nvSpPr>
            <p:spPr>
              <a:xfrm>
                <a:off x="342179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1" name="ph8882">
                <a:extLst>
                  <a:ext uri="{FF2B5EF4-FFF2-40B4-BE49-F238E27FC236}">
                    <a16:creationId xmlns:a16="http://schemas.microsoft.com/office/drawing/2014/main" id="{5DBC5CF2-9B84-2E85-3CD5-1C7D42279735}"/>
                  </a:ext>
                </a:extLst>
              </p:cNvPr>
              <p:cNvSpPr/>
              <p:nvPr/>
            </p:nvSpPr>
            <p:spPr>
              <a:xfrm>
                <a:off x="343123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2" name="ph8883">
                <a:extLst>
                  <a:ext uri="{FF2B5EF4-FFF2-40B4-BE49-F238E27FC236}">
                    <a16:creationId xmlns:a16="http://schemas.microsoft.com/office/drawing/2014/main" id="{F6ED85AA-BB87-0CE8-9A03-A0EE379D87DE}"/>
                  </a:ext>
                </a:extLst>
              </p:cNvPr>
              <p:cNvSpPr/>
              <p:nvPr/>
            </p:nvSpPr>
            <p:spPr>
              <a:xfrm>
                <a:off x="344067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3" name="ph8884">
                <a:extLst>
                  <a:ext uri="{FF2B5EF4-FFF2-40B4-BE49-F238E27FC236}">
                    <a16:creationId xmlns:a16="http://schemas.microsoft.com/office/drawing/2014/main" id="{11E270F2-5758-F12B-613C-80BD12B4E3B2}"/>
                  </a:ext>
                </a:extLst>
              </p:cNvPr>
              <p:cNvSpPr/>
              <p:nvPr/>
            </p:nvSpPr>
            <p:spPr>
              <a:xfrm>
                <a:off x="345011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4" name="ph8885">
                <a:extLst>
                  <a:ext uri="{FF2B5EF4-FFF2-40B4-BE49-F238E27FC236}">
                    <a16:creationId xmlns:a16="http://schemas.microsoft.com/office/drawing/2014/main" id="{3340BF06-5D99-54D5-42E7-5105A0B525E6}"/>
                  </a:ext>
                </a:extLst>
              </p:cNvPr>
              <p:cNvSpPr/>
              <p:nvPr/>
            </p:nvSpPr>
            <p:spPr>
              <a:xfrm>
                <a:off x="345955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5" name="ph8886">
                <a:extLst>
                  <a:ext uri="{FF2B5EF4-FFF2-40B4-BE49-F238E27FC236}">
                    <a16:creationId xmlns:a16="http://schemas.microsoft.com/office/drawing/2014/main" id="{1020E70C-ACCB-725F-3A5B-8B4EDEB7E440}"/>
                  </a:ext>
                </a:extLst>
              </p:cNvPr>
              <p:cNvSpPr/>
              <p:nvPr/>
            </p:nvSpPr>
            <p:spPr>
              <a:xfrm>
                <a:off x="346899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6" name="ph8887">
                <a:extLst>
                  <a:ext uri="{FF2B5EF4-FFF2-40B4-BE49-F238E27FC236}">
                    <a16:creationId xmlns:a16="http://schemas.microsoft.com/office/drawing/2014/main" id="{10C842C9-7456-DC36-7863-62258244E039}"/>
                  </a:ext>
                </a:extLst>
              </p:cNvPr>
              <p:cNvSpPr/>
              <p:nvPr/>
            </p:nvSpPr>
            <p:spPr>
              <a:xfrm>
                <a:off x="347843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7" name="ph8888">
                <a:extLst>
                  <a:ext uri="{FF2B5EF4-FFF2-40B4-BE49-F238E27FC236}">
                    <a16:creationId xmlns:a16="http://schemas.microsoft.com/office/drawing/2014/main" id="{C4D41C16-50A4-AA17-9E74-CA4184F32CD1}"/>
                  </a:ext>
                </a:extLst>
              </p:cNvPr>
              <p:cNvSpPr/>
              <p:nvPr/>
            </p:nvSpPr>
            <p:spPr>
              <a:xfrm>
                <a:off x="348787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8" name="ph8889">
                <a:extLst>
                  <a:ext uri="{FF2B5EF4-FFF2-40B4-BE49-F238E27FC236}">
                    <a16:creationId xmlns:a16="http://schemas.microsoft.com/office/drawing/2014/main" id="{F09D636F-20FD-C686-FCCE-955F558D47B5}"/>
                  </a:ext>
                </a:extLst>
              </p:cNvPr>
              <p:cNvSpPr/>
              <p:nvPr/>
            </p:nvSpPr>
            <p:spPr>
              <a:xfrm>
                <a:off x="349731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9" name="ph8890">
                <a:extLst>
                  <a:ext uri="{FF2B5EF4-FFF2-40B4-BE49-F238E27FC236}">
                    <a16:creationId xmlns:a16="http://schemas.microsoft.com/office/drawing/2014/main" id="{B89D16E7-6B57-AB7C-257D-F4AABEC83DDB}"/>
                  </a:ext>
                </a:extLst>
              </p:cNvPr>
              <p:cNvSpPr/>
              <p:nvPr/>
            </p:nvSpPr>
            <p:spPr>
              <a:xfrm>
                <a:off x="350675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0" name="ph8891">
                <a:extLst>
                  <a:ext uri="{FF2B5EF4-FFF2-40B4-BE49-F238E27FC236}">
                    <a16:creationId xmlns:a16="http://schemas.microsoft.com/office/drawing/2014/main" id="{52800337-4DC8-E695-1385-949FC7A4A73A}"/>
                  </a:ext>
                </a:extLst>
              </p:cNvPr>
              <p:cNvSpPr/>
              <p:nvPr/>
            </p:nvSpPr>
            <p:spPr>
              <a:xfrm>
                <a:off x="351619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1" name="ph8892">
                <a:extLst>
                  <a:ext uri="{FF2B5EF4-FFF2-40B4-BE49-F238E27FC236}">
                    <a16:creationId xmlns:a16="http://schemas.microsoft.com/office/drawing/2014/main" id="{8603E921-E728-69FC-221A-8EBAB5EEDACE}"/>
                  </a:ext>
                </a:extLst>
              </p:cNvPr>
              <p:cNvSpPr/>
              <p:nvPr/>
            </p:nvSpPr>
            <p:spPr>
              <a:xfrm>
                <a:off x="352563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2" name="ph8893">
                <a:extLst>
                  <a:ext uri="{FF2B5EF4-FFF2-40B4-BE49-F238E27FC236}">
                    <a16:creationId xmlns:a16="http://schemas.microsoft.com/office/drawing/2014/main" id="{9F572979-6C2E-B82D-91DC-22E8669D964B}"/>
                  </a:ext>
                </a:extLst>
              </p:cNvPr>
              <p:cNvSpPr/>
              <p:nvPr/>
            </p:nvSpPr>
            <p:spPr>
              <a:xfrm>
                <a:off x="353507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3" name="ph8894">
                <a:extLst>
                  <a:ext uri="{FF2B5EF4-FFF2-40B4-BE49-F238E27FC236}">
                    <a16:creationId xmlns:a16="http://schemas.microsoft.com/office/drawing/2014/main" id="{67E798A2-3C44-8ECF-4627-034BAF3F80FF}"/>
                  </a:ext>
                </a:extLst>
              </p:cNvPr>
              <p:cNvSpPr/>
              <p:nvPr/>
            </p:nvSpPr>
            <p:spPr>
              <a:xfrm>
                <a:off x="354451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4" name="ph8895">
                <a:extLst>
                  <a:ext uri="{FF2B5EF4-FFF2-40B4-BE49-F238E27FC236}">
                    <a16:creationId xmlns:a16="http://schemas.microsoft.com/office/drawing/2014/main" id="{18F0BBB3-C765-8163-B9DF-0BF32992AE61}"/>
                  </a:ext>
                </a:extLst>
              </p:cNvPr>
              <p:cNvSpPr/>
              <p:nvPr/>
            </p:nvSpPr>
            <p:spPr>
              <a:xfrm>
                <a:off x="355395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5" name="ph8896">
                <a:extLst>
                  <a:ext uri="{FF2B5EF4-FFF2-40B4-BE49-F238E27FC236}">
                    <a16:creationId xmlns:a16="http://schemas.microsoft.com/office/drawing/2014/main" id="{7FF73702-124B-B3F5-8773-A9F5B937BC91}"/>
                  </a:ext>
                </a:extLst>
              </p:cNvPr>
              <p:cNvSpPr/>
              <p:nvPr/>
            </p:nvSpPr>
            <p:spPr>
              <a:xfrm>
                <a:off x="356339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6" name="ph8897">
                <a:extLst>
                  <a:ext uri="{FF2B5EF4-FFF2-40B4-BE49-F238E27FC236}">
                    <a16:creationId xmlns:a16="http://schemas.microsoft.com/office/drawing/2014/main" id="{EA090D8F-EC42-3210-3431-0D6787B8D40C}"/>
                  </a:ext>
                </a:extLst>
              </p:cNvPr>
              <p:cNvSpPr/>
              <p:nvPr/>
            </p:nvSpPr>
            <p:spPr>
              <a:xfrm>
                <a:off x="357283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7" name="ph8898">
                <a:extLst>
                  <a:ext uri="{FF2B5EF4-FFF2-40B4-BE49-F238E27FC236}">
                    <a16:creationId xmlns:a16="http://schemas.microsoft.com/office/drawing/2014/main" id="{F1A5A9DB-910B-77FB-142C-72E7B7776708}"/>
                  </a:ext>
                </a:extLst>
              </p:cNvPr>
              <p:cNvSpPr/>
              <p:nvPr/>
            </p:nvSpPr>
            <p:spPr>
              <a:xfrm>
                <a:off x="358227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8" name="ph8899">
                <a:extLst>
                  <a:ext uri="{FF2B5EF4-FFF2-40B4-BE49-F238E27FC236}">
                    <a16:creationId xmlns:a16="http://schemas.microsoft.com/office/drawing/2014/main" id="{F255AF7A-1C2D-3C54-B6E8-2F6A4B9F0734}"/>
                  </a:ext>
                </a:extLst>
              </p:cNvPr>
              <p:cNvSpPr/>
              <p:nvPr/>
            </p:nvSpPr>
            <p:spPr>
              <a:xfrm>
                <a:off x="359171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9" name="ph8900">
                <a:extLst>
                  <a:ext uri="{FF2B5EF4-FFF2-40B4-BE49-F238E27FC236}">
                    <a16:creationId xmlns:a16="http://schemas.microsoft.com/office/drawing/2014/main" id="{081EFC4F-2C30-8122-0A73-0AA99DC61112}"/>
                  </a:ext>
                </a:extLst>
              </p:cNvPr>
              <p:cNvSpPr/>
              <p:nvPr/>
            </p:nvSpPr>
            <p:spPr>
              <a:xfrm>
                <a:off x="360115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0" name="ph8901">
                <a:extLst>
                  <a:ext uri="{FF2B5EF4-FFF2-40B4-BE49-F238E27FC236}">
                    <a16:creationId xmlns:a16="http://schemas.microsoft.com/office/drawing/2014/main" id="{482BBD07-AC13-95DC-1B98-2748E2ECB45D}"/>
                  </a:ext>
                </a:extLst>
              </p:cNvPr>
              <p:cNvSpPr/>
              <p:nvPr/>
            </p:nvSpPr>
            <p:spPr>
              <a:xfrm>
                <a:off x="361059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1" name="ph8902">
                <a:extLst>
                  <a:ext uri="{FF2B5EF4-FFF2-40B4-BE49-F238E27FC236}">
                    <a16:creationId xmlns:a16="http://schemas.microsoft.com/office/drawing/2014/main" id="{58D3FFE0-869E-0CA4-9290-8526BF701538}"/>
                  </a:ext>
                </a:extLst>
              </p:cNvPr>
              <p:cNvSpPr/>
              <p:nvPr/>
            </p:nvSpPr>
            <p:spPr>
              <a:xfrm>
                <a:off x="362003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2" name="ph8903">
                <a:extLst>
                  <a:ext uri="{FF2B5EF4-FFF2-40B4-BE49-F238E27FC236}">
                    <a16:creationId xmlns:a16="http://schemas.microsoft.com/office/drawing/2014/main" id="{7D5FA015-B55E-1F8E-C1B9-A5E20A739CE8}"/>
                  </a:ext>
                </a:extLst>
              </p:cNvPr>
              <p:cNvSpPr/>
              <p:nvPr/>
            </p:nvSpPr>
            <p:spPr>
              <a:xfrm>
                <a:off x="362947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3" name="ph8904">
                <a:extLst>
                  <a:ext uri="{FF2B5EF4-FFF2-40B4-BE49-F238E27FC236}">
                    <a16:creationId xmlns:a16="http://schemas.microsoft.com/office/drawing/2014/main" id="{D4CA8321-AEB2-65DE-AF12-392FE7EAF24E}"/>
                  </a:ext>
                </a:extLst>
              </p:cNvPr>
              <p:cNvSpPr/>
              <p:nvPr/>
            </p:nvSpPr>
            <p:spPr>
              <a:xfrm>
                <a:off x="363891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4" name="ph8905">
                <a:extLst>
                  <a:ext uri="{FF2B5EF4-FFF2-40B4-BE49-F238E27FC236}">
                    <a16:creationId xmlns:a16="http://schemas.microsoft.com/office/drawing/2014/main" id="{2E3BCA02-2A02-CCA7-9946-11D69A5940D0}"/>
                  </a:ext>
                </a:extLst>
              </p:cNvPr>
              <p:cNvSpPr/>
              <p:nvPr/>
            </p:nvSpPr>
            <p:spPr>
              <a:xfrm>
                <a:off x="364836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5" name="ph8906">
                <a:extLst>
                  <a:ext uri="{FF2B5EF4-FFF2-40B4-BE49-F238E27FC236}">
                    <a16:creationId xmlns:a16="http://schemas.microsoft.com/office/drawing/2014/main" id="{4A623D34-FC26-628C-998B-38671ED0F0BA}"/>
                  </a:ext>
                </a:extLst>
              </p:cNvPr>
              <p:cNvSpPr/>
              <p:nvPr/>
            </p:nvSpPr>
            <p:spPr>
              <a:xfrm>
                <a:off x="365780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6" name="ph8907">
                <a:extLst>
                  <a:ext uri="{FF2B5EF4-FFF2-40B4-BE49-F238E27FC236}">
                    <a16:creationId xmlns:a16="http://schemas.microsoft.com/office/drawing/2014/main" id="{37347584-0325-B714-4E6D-51FFD80F00B0}"/>
                  </a:ext>
                </a:extLst>
              </p:cNvPr>
              <p:cNvSpPr/>
              <p:nvPr/>
            </p:nvSpPr>
            <p:spPr>
              <a:xfrm>
                <a:off x="366724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7" name="ph8908">
                <a:extLst>
                  <a:ext uri="{FF2B5EF4-FFF2-40B4-BE49-F238E27FC236}">
                    <a16:creationId xmlns:a16="http://schemas.microsoft.com/office/drawing/2014/main" id="{9D664C14-C926-F534-F06F-A3ED8D222555}"/>
                  </a:ext>
                </a:extLst>
              </p:cNvPr>
              <p:cNvSpPr/>
              <p:nvPr/>
            </p:nvSpPr>
            <p:spPr>
              <a:xfrm>
                <a:off x="367668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8" name="ph8909">
                <a:extLst>
                  <a:ext uri="{FF2B5EF4-FFF2-40B4-BE49-F238E27FC236}">
                    <a16:creationId xmlns:a16="http://schemas.microsoft.com/office/drawing/2014/main" id="{B308A24B-24DA-D293-287F-1AEA15BE9249}"/>
                  </a:ext>
                </a:extLst>
              </p:cNvPr>
              <p:cNvSpPr/>
              <p:nvPr/>
            </p:nvSpPr>
            <p:spPr>
              <a:xfrm>
                <a:off x="368612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9" name="ph8910">
                <a:extLst>
                  <a:ext uri="{FF2B5EF4-FFF2-40B4-BE49-F238E27FC236}">
                    <a16:creationId xmlns:a16="http://schemas.microsoft.com/office/drawing/2014/main" id="{7A0E6714-894D-46CC-FC29-DB32E2B26491}"/>
                  </a:ext>
                </a:extLst>
              </p:cNvPr>
              <p:cNvSpPr/>
              <p:nvPr/>
            </p:nvSpPr>
            <p:spPr>
              <a:xfrm>
                <a:off x="369556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0" name="ph8911">
                <a:extLst>
                  <a:ext uri="{FF2B5EF4-FFF2-40B4-BE49-F238E27FC236}">
                    <a16:creationId xmlns:a16="http://schemas.microsoft.com/office/drawing/2014/main" id="{EE6BE47B-C6F5-809C-0EA5-6AF12DF3EAF1}"/>
                  </a:ext>
                </a:extLst>
              </p:cNvPr>
              <p:cNvSpPr/>
              <p:nvPr/>
            </p:nvSpPr>
            <p:spPr>
              <a:xfrm>
                <a:off x="370500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1" name="ph8912">
                <a:extLst>
                  <a:ext uri="{FF2B5EF4-FFF2-40B4-BE49-F238E27FC236}">
                    <a16:creationId xmlns:a16="http://schemas.microsoft.com/office/drawing/2014/main" id="{9941AC6A-6EDC-8307-C7A0-7FD820207DAB}"/>
                  </a:ext>
                </a:extLst>
              </p:cNvPr>
              <p:cNvSpPr/>
              <p:nvPr/>
            </p:nvSpPr>
            <p:spPr>
              <a:xfrm>
                <a:off x="371444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2" name="ph8913">
                <a:extLst>
                  <a:ext uri="{FF2B5EF4-FFF2-40B4-BE49-F238E27FC236}">
                    <a16:creationId xmlns:a16="http://schemas.microsoft.com/office/drawing/2014/main" id="{462980C3-4824-CACC-4AB8-550602401962}"/>
                  </a:ext>
                </a:extLst>
              </p:cNvPr>
              <p:cNvSpPr/>
              <p:nvPr/>
            </p:nvSpPr>
            <p:spPr>
              <a:xfrm>
                <a:off x="3733322" y="76220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702" y="896834"/>
                    </a:lnTo>
                    <a:lnTo>
                      <a:pt x="908171" y="897298"/>
                    </a:lnTo>
                    <a:lnTo>
                      <a:pt x="908639" y="897762"/>
                    </a:lnTo>
                    <a:lnTo>
                      <a:pt x="909108" y="898226"/>
                    </a:lnTo>
                    <a:lnTo>
                      <a:pt x="909576" y="898689"/>
                    </a:lnTo>
                    <a:lnTo>
                      <a:pt x="910045" y="899153"/>
                    </a:lnTo>
                    <a:lnTo>
                      <a:pt x="910513" y="899617"/>
                    </a:lnTo>
                    <a:lnTo>
                      <a:pt x="910982" y="900081"/>
                    </a:lnTo>
                    <a:lnTo>
                      <a:pt x="911450" y="900545"/>
                    </a:lnTo>
                    <a:lnTo>
                      <a:pt x="911918" y="901009"/>
                    </a:lnTo>
                    <a:lnTo>
                      <a:pt x="912387" y="901473"/>
                    </a:lnTo>
                    <a:lnTo>
                      <a:pt x="914400" y="903593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3" name="ph8914">
                <a:extLst>
                  <a:ext uri="{FF2B5EF4-FFF2-40B4-BE49-F238E27FC236}">
                    <a16:creationId xmlns:a16="http://schemas.microsoft.com/office/drawing/2014/main" id="{57040A6B-832C-E379-6F4D-F6C94EA86F4A}"/>
                  </a:ext>
                </a:extLst>
              </p:cNvPr>
              <p:cNvSpPr/>
              <p:nvPr/>
            </p:nvSpPr>
            <p:spPr>
              <a:xfrm>
                <a:off x="3733322" y="762209"/>
                <a:ext cx="9237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14" h="914400">
                    <a:moveTo>
                      <a:pt x="914400" y="914400"/>
                    </a:moveTo>
                    <a:lnTo>
                      <a:pt x="914400" y="903593"/>
                    </a:lnTo>
                    <a:lnTo>
                      <a:pt x="917505" y="906865"/>
                    </a:lnTo>
                    <a:lnTo>
                      <a:pt x="922465" y="912744"/>
                    </a:lnTo>
                    <a:lnTo>
                      <a:pt x="923714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4" name="ph8915">
                <a:extLst>
                  <a:ext uri="{FF2B5EF4-FFF2-40B4-BE49-F238E27FC236}">
                    <a16:creationId xmlns:a16="http://schemas.microsoft.com/office/drawing/2014/main" id="{E8845267-5F88-4E74-C110-97B86721650C}"/>
                  </a:ext>
                </a:extLst>
              </p:cNvPr>
              <p:cNvSpPr/>
              <p:nvPr/>
            </p:nvSpPr>
            <p:spPr>
              <a:xfrm>
                <a:off x="3317951" y="7270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9393" y="931969"/>
                    </a:lnTo>
                    <a:lnTo>
                      <a:pt x="908884" y="928551"/>
                    </a:lnTo>
                    <a:lnTo>
                      <a:pt x="907626" y="918074"/>
                    </a:lnTo>
                    <a:lnTo>
                      <a:pt x="907289" y="91439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5" name="ph8916">
                <a:extLst>
                  <a:ext uri="{FF2B5EF4-FFF2-40B4-BE49-F238E27FC236}">
                    <a16:creationId xmlns:a16="http://schemas.microsoft.com/office/drawing/2014/main" id="{E1C9605F-C205-14C0-576B-1CC779CEC2FB}"/>
                  </a:ext>
                </a:extLst>
              </p:cNvPr>
              <p:cNvSpPr/>
              <p:nvPr/>
            </p:nvSpPr>
            <p:spPr>
              <a:xfrm>
                <a:off x="331795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6" name="ph8917">
                <a:extLst>
                  <a:ext uri="{FF2B5EF4-FFF2-40B4-BE49-F238E27FC236}">
                    <a16:creationId xmlns:a16="http://schemas.microsoft.com/office/drawing/2014/main" id="{EEDC03AC-AF8B-5C39-5424-D81CA38EC038}"/>
                  </a:ext>
                </a:extLst>
              </p:cNvPr>
              <p:cNvSpPr/>
              <p:nvPr/>
            </p:nvSpPr>
            <p:spPr>
              <a:xfrm>
                <a:off x="332739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7" name="ph8918">
                <a:extLst>
                  <a:ext uri="{FF2B5EF4-FFF2-40B4-BE49-F238E27FC236}">
                    <a16:creationId xmlns:a16="http://schemas.microsoft.com/office/drawing/2014/main" id="{E80849A9-4771-C496-E9B9-E73DDA07D9CA}"/>
                  </a:ext>
                </a:extLst>
              </p:cNvPr>
              <p:cNvSpPr/>
              <p:nvPr/>
            </p:nvSpPr>
            <p:spPr>
              <a:xfrm>
                <a:off x="333683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8" name="ph8919">
                <a:extLst>
                  <a:ext uri="{FF2B5EF4-FFF2-40B4-BE49-F238E27FC236}">
                    <a16:creationId xmlns:a16="http://schemas.microsoft.com/office/drawing/2014/main" id="{7FBFA447-D5D8-E420-90F8-8EDB12F2FC16}"/>
                  </a:ext>
                </a:extLst>
              </p:cNvPr>
              <p:cNvSpPr/>
              <p:nvPr/>
            </p:nvSpPr>
            <p:spPr>
              <a:xfrm>
                <a:off x="334627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9" name="ph8920">
                <a:extLst>
                  <a:ext uri="{FF2B5EF4-FFF2-40B4-BE49-F238E27FC236}">
                    <a16:creationId xmlns:a16="http://schemas.microsoft.com/office/drawing/2014/main" id="{4A3B2210-3253-6260-F81E-AF0F0644CAB7}"/>
                  </a:ext>
                </a:extLst>
              </p:cNvPr>
              <p:cNvSpPr/>
              <p:nvPr/>
            </p:nvSpPr>
            <p:spPr>
              <a:xfrm>
                <a:off x="335571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0" name="ph8921">
                <a:extLst>
                  <a:ext uri="{FF2B5EF4-FFF2-40B4-BE49-F238E27FC236}">
                    <a16:creationId xmlns:a16="http://schemas.microsoft.com/office/drawing/2014/main" id="{A8DCB289-BFAA-3EE2-0CC0-77CD32973873}"/>
                  </a:ext>
                </a:extLst>
              </p:cNvPr>
              <p:cNvSpPr/>
              <p:nvPr/>
            </p:nvSpPr>
            <p:spPr>
              <a:xfrm>
                <a:off x="336515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1" name="ph8922">
                <a:extLst>
                  <a:ext uri="{FF2B5EF4-FFF2-40B4-BE49-F238E27FC236}">
                    <a16:creationId xmlns:a16="http://schemas.microsoft.com/office/drawing/2014/main" id="{83099606-91EE-8343-B307-9AD532DCAD0D}"/>
                  </a:ext>
                </a:extLst>
              </p:cNvPr>
              <p:cNvSpPr/>
              <p:nvPr/>
            </p:nvSpPr>
            <p:spPr>
              <a:xfrm>
                <a:off x="337459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2" name="ph8923">
                <a:extLst>
                  <a:ext uri="{FF2B5EF4-FFF2-40B4-BE49-F238E27FC236}">
                    <a16:creationId xmlns:a16="http://schemas.microsoft.com/office/drawing/2014/main" id="{339DD1B5-6ED2-C02E-D14C-99F4C7F92951}"/>
                  </a:ext>
                </a:extLst>
              </p:cNvPr>
              <p:cNvSpPr/>
              <p:nvPr/>
            </p:nvSpPr>
            <p:spPr>
              <a:xfrm>
                <a:off x="338403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3" name="ph8924">
                <a:extLst>
                  <a:ext uri="{FF2B5EF4-FFF2-40B4-BE49-F238E27FC236}">
                    <a16:creationId xmlns:a16="http://schemas.microsoft.com/office/drawing/2014/main" id="{702BBCBA-7241-F9D4-067F-816578678EC8}"/>
                  </a:ext>
                </a:extLst>
              </p:cNvPr>
              <p:cNvSpPr/>
              <p:nvPr/>
            </p:nvSpPr>
            <p:spPr>
              <a:xfrm>
                <a:off x="339347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4" name="ph8925">
                <a:extLst>
                  <a:ext uri="{FF2B5EF4-FFF2-40B4-BE49-F238E27FC236}">
                    <a16:creationId xmlns:a16="http://schemas.microsoft.com/office/drawing/2014/main" id="{36998C75-F85D-1418-B110-48F50E16D436}"/>
                  </a:ext>
                </a:extLst>
              </p:cNvPr>
              <p:cNvSpPr/>
              <p:nvPr/>
            </p:nvSpPr>
            <p:spPr>
              <a:xfrm>
                <a:off x="340291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5" name="ph8926">
                <a:extLst>
                  <a:ext uri="{FF2B5EF4-FFF2-40B4-BE49-F238E27FC236}">
                    <a16:creationId xmlns:a16="http://schemas.microsoft.com/office/drawing/2014/main" id="{37C2E127-B3AF-2BFB-E0B1-B1AA6A33980F}"/>
                  </a:ext>
                </a:extLst>
              </p:cNvPr>
              <p:cNvSpPr/>
              <p:nvPr/>
            </p:nvSpPr>
            <p:spPr>
              <a:xfrm>
                <a:off x="341235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6" name="ph8927">
                <a:extLst>
                  <a:ext uri="{FF2B5EF4-FFF2-40B4-BE49-F238E27FC236}">
                    <a16:creationId xmlns:a16="http://schemas.microsoft.com/office/drawing/2014/main" id="{B7EEEB18-8EDD-639E-BA89-26FC51754726}"/>
                  </a:ext>
                </a:extLst>
              </p:cNvPr>
              <p:cNvSpPr/>
              <p:nvPr/>
            </p:nvSpPr>
            <p:spPr>
              <a:xfrm>
                <a:off x="342179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7" name="ph8928">
                <a:extLst>
                  <a:ext uri="{FF2B5EF4-FFF2-40B4-BE49-F238E27FC236}">
                    <a16:creationId xmlns:a16="http://schemas.microsoft.com/office/drawing/2014/main" id="{75E3BA6F-B5AB-D130-FF3C-207DD6C09091}"/>
                  </a:ext>
                </a:extLst>
              </p:cNvPr>
              <p:cNvSpPr/>
              <p:nvPr/>
            </p:nvSpPr>
            <p:spPr>
              <a:xfrm>
                <a:off x="343123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8" name="ph8929">
                <a:extLst>
                  <a:ext uri="{FF2B5EF4-FFF2-40B4-BE49-F238E27FC236}">
                    <a16:creationId xmlns:a16="http://schemas.microsoft.com/office/drawing/2014/main" id="{E93484FC-1731-DCE4-9332-5BF5477E2E54}"/>
                  </a:ext>
                </a:extLst>
              </p:cNvPr>
              <p:cNvSpPr/>
              <p:nvPr/>
            </p:nvSpPr>
            <p:spPr>
              <a:xfrm>
                <a:off x="344067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9" name="ph8930">
                <a:extLst>
                  <a:ext uri="{FF2B5EF4-FFF2-40B4-BE49-F238E27FC236}">
                    <a16:creationId xmlns:a16="http://schemas.microsoft.com/office/drawing/2014/main" id="{802C693A-7C20-19C8-87DC-DBDABC9855D7}"/>
                  </a:ext>
                </a:extLst>
              </p:cNvPr>
              <p:cNvSpPr/>
              <p:nvPr/>
            </p:nvSpPr>
            <p:spPr>
              <a:xfrm>
                <a:off x="345011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0" name="ph8931">
                <a:extLst>
                  <a:ext uri="{FF2B5EF4-FFF2-40B4-BE49-F238E27FC236}">
                    <a16:creationId xmlns:a16="http://schemas.microsoft.com/office/drawing/2014/main" id="{FAA6A976-8766-7D6A-4DFA-89054F46C3B4}"/>
                  </a:ext>
                </a:extLst>
              </p:cNvPr>
              <p:cNvSpPr/>
              <p:nvPr/>
            </p:nvSpPr>
            <p:spPr>
              <a:xfrm>
                <a:off x="345955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1" name="ph8932">
                <a:extLst>
                  <a:ext uri="{FF2B5EF4-FFF2-40B4-BE49-F238E27FC236}">
                    <a16:creationId xmlns:a16="http://schemas.microsoft.com/office/drawing/2014/main" id="{6C9E71E7-D6CE-DC37-D43C-D7EAF689055C}"/>
                  </a:ext>
                </a:extLst>
              </p:cNvPr>
              <p:cNvSpPr/>
              <p:nvPr/>
            </p:nvSpPr>
            <p:spPr>
              <a:xfrm>
                <a:off x="346899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2" name="ph8933">
                <a:extLst>
                  <a:ext uri="{FF2B5EF4-FFF2-40B4-BE49-F238E27FC236}">
                    <a16:creationId xmlns:a16="http://schemas.microsoft.com/office/drawing/2014/main" id="{7362EF33-7B76-A46B-BE27-E249753B563E}"/>
                  </a:ext>
                </a:extLst>
              </p:cNvPr>
              <p:cNvSpPr/>
              <p:nvPr/>
            </p:nvSpPr>
            <p:spPr>
              <a:xfrm>
                <a:off x="347843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3" name="ph8934">
                <a:extLst>
                  <a:ext uri="{FF2B5EF4-FFF2-40B4-BE49-F238E27FC236}">
                    <a16:creationId xmlns:a16="http://schemas.microsoft.com/office/drawing/2014/main" id="{ED465DDD-2BF6-0840-844E-CE5369B22963}"/>
                  </a:ext>
                </a:extLst>
              </p:cNvPr>
              <p:cNvSpPr/>
              <p:nvPr/>
            </p:nvSpPr>
            <p:spPr>
              <a:xfrm>
                <a:off x="348787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4" name="ph8935">
                <a:extLst>
                  <a:ext uri="{FF2B5EF4-FFF2-40B4-BE49-F238E27FC236}">
                    <a16:creationId xmlns:a16="http://schemas.microsoft.com/office/drawing/2014/main" id="{551C8FA1-B2DE-1B4D-16D2-6F6F4D54B3CB}"/>
                  </a:ext>
                </a:extLst>
              </p:cNvPr>
              <p:cNvSpPr/>
              <p:nvPr/>
            </p:nvSpPr>
            <p:spPr>
              <a:xfrm>
                <a:off x="349731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5" name="ph8936">
                <a:extLst>
                  <a:ext uri="{FF2B5EF4-FFF2-40B4-BE49-F238E27FC236}">
                    <a16:creationId xmlns:a16="http://schemas.microsoft.com/office/drawing/2014/main" id="{7EF85884-64FD-9C5E-3878-CDEC90FF98EF}"/>
                  </a:ext>
                </a:extLst>
              </p:cNvPr>
              <p:cNvSpPr/>
              <p:nvPr/>
            </p:nvSpPr>
            <p:spPr>
              <a:xfrm>
                <a:off x="350675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6" name="ph8937">
                <a:extLst>
                  <a:ext uri="{FF2B5EF4-FFF2-40B4-BE49-F238E27FC236}">
                    <a16:creationId xmlns:a16="http://schemas.microsoft.com/office/drawing/2014/main" id="{999B1561-D975-E0B3-4F09-A7DC392DAEFD}"/>
                  </a:ext>
                </a:extLst>
              </p:cNvPr>
              <p:cNvSpPr/>
              <p:nvPr/>
            </p:nvSpPr>
            <p:spPr>
              <a:xfrm>
                <a:off x="351619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7" name="ph8938">
                <a:extLst>
                  <a:ext uri="{FF2B5EF4-FFF2-40B4-BE49-F238E27FC236}">
                    <a16:creationId xmlns:a16="http://schemas.microsoft.com/office/drawing/2014/main" id="{5C41CB60-7FA9-2954-D7B2-6F71D81424BB}"/>
                  </a:ext>
                </a:extLst>
              </p:cNvPr>
              <p:cNvSpPr/>
              <p:nvPr/>
            </p:nvSpPr>
            <p:spPr>
              <a:xfrm>
                <a:off x="352563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8" name="ph8939">
                <a:extLst>
                  <a:ext uri="{FF2B5EF4-FFF2-40B4-BE49-F238E27FC236}">
                    <a16:creationId xmlns:a16="http://schemas.microsoft.com/office/drawing/2014/main" id="{00AC6E50-8C25-BD14-EA3E-9E19C7CFB218}"/>
                  </a:ext>
                </a:extLst>
              </p:cNvPr>
              <p:cNvSpPr/>
              <p:nvPr/>
            </p:nvSpPr>
            <p:spPr>
              <a:xfrm>
                <a:off x="353507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9" name="ph8940">
                <a:extLst>
                  <a:ext uri="{FF2B5EF4-FFF2-40B4-BE49-F238E27FC236}">
                    <a16:creationId xmlns:a16="http://schemas.microsoft.com/office/drawing/2014/main" id="{D61C28B0-3FF0-826C-4072-B6B70A1D0B49}"/>
                  </a:ext>
                </a:extLst>
              </p:cNvPr>
              <p:cNvSpPr/>
              <p:nvPr/>
            </p:nvSpPr>
            <p:spPr>
              <a:xfrm>
                <a:off x="354451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0" name="ph8941">
                <a:extLst>
                  <a:ext uri="{FF2B5EF4-FFF2-40B4-BE49-F238E27FC236}">
                    <a16:creationId xmlns:a16="http://schemas.microsoft.com/office/drawing/2014/main" id="{5C0D9C00-C08D-E7B0-5841-7F5B763AAA8C}"/>
                  </a:ext>
                </a:extLst>
              </p:cNvPr>
              <p:cNvSpPr/>
              <p:nvPr/>
            </p:nvSpPr>
            <p:spPr>
              <a:xfrm>
                <a:off x="355395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1" name="ph8942">
                <a:extLst>
                  <a:ext uri="{FF2B5EF4-FFF2-40B4-BE49-F238E27FC236}">
                    <a16:creationId xmlns:a16="http://schemas.microsoft.com/office/drawing/2014/main" id="{464F3194-B915-8C0E-41B4-86D9B660AB69}"/>
                  </a:ext>
                </a:extLst>
              </p:cNvPr>
              <p:cNvSpPr/>
              <p:nvPr/>
            </p:nvSpPr>
            <p:spPr>
              <a:xfrm>
                <a:off x="356339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2" name="ph8943">
                <a:extLst>
                  <a:ext uri="{FF2B5EF4-FFF2-40B4-BE49-F238E27FC236}">
                    <a16:creationId xmlns:a16="http://schemas.microsoft.com/office/drawing/2014/main" id="{E84F4F9E-181E-9F58-DDEB-233DA41476AF}"/>
                  </a:ext>
                </a:extLst>
              </p:cNvPr>
              <p:cNvSpPr/>
              <p:nvPr/>
            </p:nvSpPr>
            <p:spPr>
              <a:xfrm>
                <a:off x="357283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3" name="ph8944">
                <a:extLst>
                  <a:ext uri="{FF2B5EF4-FFF2-40B4-BE49-F238E27FC236}">
                    <a16:creationId xmlns:a16="http://schemas.microsoft.com/office/drawing/2014/main" id="{5E3F2841-5DF1-3734-C205-C87EE46888B8}"/>
                  </a:ext>
                </a:extLst>
              </p:cNvPr>
              <p:cNvSpPr/>
              <p:nvPr/>
            </p:nvSpPr>
            <p:spPr>
              <a:xfrm>
                <a:off x="358227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4" name="ph8945">
                <a:extLst>
                  <a:ext uri="{FF2B5EF4-FFF2-40B4-BE49-F238E27FC236}">
                    <a16:creationId xmlns:a16="http://schemas.microsoft.com/office/drawing/2014/main" id="{17AD988A-E7ED-0216-4015-767E62F30F22}"/>
                  </a:ext>
                </a:extLst>
              </p:cNvPr>
              <p:cNvSpPr/>
              <p:nvPr/>
            </p:nvSpPr>
            <p:spPr>
              <a:xfrm>
                <a:off x="359171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5" name="ph8946">
                <a:extLst>
                  <a:ext uri="{FF2B5EF4-FFF2-40B4-BE49-F238E27FC236}">
                    <a16:creationId xmlns:a16="http://schemas.microsoft.com/office/drawing/2014/main" id="{AC91094A-7647-C517-8347-95DEA437B76C}"/>
                  </a:ext>
                </a:extLst>
              </p:cNvPr>
              <p:cNvSpPr/>
              <p:nvPr/>
            </p:nvSpPr>
            <p:spPr>
              <a:xfrm>
                <a:off x="360115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6" name="ph8947">
                <a:extLst>
                  <a:ext uri="{FF2B5EF4-FFF2-40B4-BE49-F238E27FC236}">
                    <a16:creationId xmlns:a16="http://schemas.microsoft.com/office/drawing/2014/main" id="{04BC7328-3C11-FB83-97AF-1C8F0C1E12DE}"/>
                  </a:ext>
                </a:extLst>
              </p:cNvPr>
              <p:cNvSpPr/>
              <p:nvPr/>
            </p:nvSpPr>
            <p:spPr>
              <a:xfrm>
                <a:off x="361059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7" name="ph8948">
                <a:extLst>
                  <a:ext uri="{FF2B5EF4-FFF2-40B4-BE49-F238E27FC236}">
                    <a16:creationId xmlns:a16="http://schemas.microsoft.com/office/drawing/2014/main" id="{98A49E55-D879-7945-6CBC-4EDE67A7557B}"/>
                  </a:ext>
                </a:extLst>
              </p:cNvPr>
              <p:cNvSpPr/>
              <p:nvPr/>
            </p:nvSpPr>
            <p:spPr>
              <a:xfrm>
                <a:off x="362003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8" name="ph8949">
                <a:extLst>
                  <a:ext uri="{FF2B5EF4-FFF2-40B4-BE49-F238E27FC236}">
                    <a16:creationId xmlns:a16="http://schemas.microsoft.com/office/drawing/2014/main" id="{DAD6AE78-6C96-33E3-1995-C7B5FB23F133}"/>
                  </a:ext>
                </a:extLst>
              </p:cNvPr>
              <p:cNvSpPr/>
              <p:nvPr/>
            </p:nvSpPr>
            <p:spPr>
              <a:xfrm>
                <a:off x="362947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9" name="ph8950">
                <a:extLst>
                  <a:ext uri="{FF2B5EF4-FFF2-40B4-BE49-F238E27FC236}">
                    <a16:creationId xmlns:a16="http://schemas.microsoft.com/office/drawing/2014/main" id="{27DCAA96-1992-672C-5FED-84FAED1F6DC4}"/>
                  </a:ext>
                </a:extLst>
              </p:cNvPr>
              <p:cNvSpPr/>
              <p:nvPr/>
            </p:nvSpPr>
            <p:spPr>
              <a:xfrm>
                <a:off x="363891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0" name="ph8951">
                <a:extLst>
                  <a:ext uri="{FF2B5EF4-FFF2-40B4-BE49-F238E27FC236}">
                    <a16:creationId xmlns:a16="http://schemas.microsoft.com/office/drawing/2014/main" id="{BE9DA5C3-8BCD-E75C-A0FB-87CFBAD65D61}"/>
                  </a:ext>
                </a:extLst>
              </p:cNvPr>
              <p:cNvSpPr/>
              <p:nvPr/>
            </p:nvSpPr>
            <p:spPr>
              <a:xfrm>
                <a:off x="364836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1" name="ph8952">
                <a:extLst>
                  <a:ext uri="{FF2B5EF4-FFF2-40B4-BE49-F238E27FC236}">
                    <a16:creationId xmlns:a16="http://schemas.microsoft.com/office/drawing/2014/main" id="{12256B8F-45A6-F952-E59B-B18E6B97CCA9}"/>
                  </a:ext>
                </a:extLst>
              </p:cNvPr>
              <p:cNvSpPr/>
              <p:nvPr/>
            </p:nvSpPr>
            <p:spPr>
              <a:xfrm>
                <a:off x="365780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2" name="ph8953">
                <a:extLst>
                  <a:ext uri="{FF2B5EF4-FFF2-40B4-BE49-F238E27FC236}">
                    <a16:creationId xmlns:a16="http://schemas.microsoft.com/office/drawing/2014/main" id="{6747CBB4-7253-7D33-E360-35EE934F4BA2}"/>
                  </a:ext>
                </a:extLst>
              </p:cNvPr>
              <p:cNvSpPr/>
              <p:nvPr/>
            </p:nvSpPr>
            <p:spPr>
              <a:xfrm>
                <a:off x="366724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3" name="ph8954">
                <a:extLst>
                  <a:ext uri="{FF2B5EF4-FFF2-40B4-BE49-F238E27FC236}">
                    <a16:creationId xmlns:a16="http://schemas.microsoft.com/office/drawing/2014/main" id="{2D510E44-1835-A03D-5552-83646CF73FD5}"/>
                  </a:ext>
                </a:extLst>
              </p:cNvPr>
              <p:cNvSpPr/>
              <p:nvPr/>
            </p:nvSpPr>
            <p:spPr>
              <a:xfrm>
                <a:off x="367668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4" name="ph8955">
                <a:extLst>
                  <a:ext uri="{FF2B5EF4-FFF2-40B4-BE49-F238E27FC236}">
                    <a16:creationId xmlns:a16="http://schemas.microsoft.com/office/drawing/2014/main" id="{616C0901-9C3C-2FC8-73C1-2D01D84E9D41}"/>
                  </a:ext>
                </a:extLst>
              </p:cNvPr>
              <p:cNvSpPr/>
              <p:nvPr/>
            </p:nvSpPr>
            <p:spPr>
              <a:xfrm>
                <a:off x="368612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5" name="ph8956">
                <a:extLst>
                  <a:ext uri="{FF2B5EF4-FFF2-40B4-BE49-F238E27FC236}">
                    <a16:creationId xmlns:a16="http://schemas.microsoft.com/office/drawing/2014/main" id="{7CBA94E1-4413-6C75-1786-BF65FDB90D7E}"/>
                  </a:ext>
                </a:extLst>
              </p:cNvPr>
              <p:cNvSpPr/>
              <p:nvPr/>
            </p:nvSpPr>
            <p:spPr>
              <a:xfrm>
                <a:off x="369556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6" name="ph8957">
                <a:extLst>
                  <a:ext uri="{FF2B5EF4-FFF2-40B4-BE49-F238E27FC236}">
                    <a16:creationId xmlns:a16="http://schemas.microsoft.com/office/drawing/2014/main" id="{1BF68907-F612-6896-74FE-1CB0AC535D6D}"/>
                  </a:ext>
                </a:extLst>
              </p:cNvPr>
              <p:cNvSpPr/>
              <p:nvPr/>
            </p:nvSpPr>
            <p:spPr>
              <a:xfrm>
                <a:off x="3714441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85" y="896830"/>
                    </a:lnTo>
                    <a:lnTo>
                      <a:pt x="909218" y="897256"/>
                    </a:lnTo>
                    <a:lnTo>
                      <a:pt x="909688" y="897719"/>
                    </a:lnTo>
                    <a:lnTo>
                      <a:pt x="910158" y="898182"/>
                    </a:lnTo>
                    <a:lnTo>
                      <a:pt x="910628" y="898646"/>
                    </a:lnTo>
                    <a:lnTo>
                      <a:pt x="911098" y="899109"/>
                    </a:lnTo>
                    <a:lnTo>
                      <a:pt x="911567" y="899572"/>
                    </a:lnTo>
                    <a:lnTo>
                      <a:pt x="912037" y="900035"/>
                    </a:lnTo>
                    <a:lnTo>
                      <a:pt x="912507" y="900499"/>
                    </a:lnTo>
                    <a:lnTo>
                      <a:pt x="912977" y="900962"/>
                    </a:lnTo>
                    <a:lnTo>
                      <a:pt x="913446" y="901425"/>
                    </a:lnTo>
                    <a:lnTo>
                      <a:pt x="913916" y="901888"/>
                    </a:lnTo>
                    <a:lnTo>
                      <a:pt x="914400" y="902365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7" name="ph8958">
                <a:extLst>
                  <a:ext uri="{FF2B5EF4-FFF2-40B4-BE49-F238E27FC236}">
                    <a16:creationId xmlns:a16="http://schemas.microsoft.com/office/drawing/2014/main" id="{CCF7CF58-4BC9-2588-613A-B2469DBF0663}"/>
                  </a:ext>
                </a:extLst>
              </p:cNvPr>
              <p:cNvSpPr/>
              <p:nvPr/>
            </p:nvSpPr>
            <p:spPr>
              <a:xfrm>
                <a:off x="3723882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2365"/>
                    </a:lnTo>
                    <a:lnTo>
                      <a:pt x="905415" y="902815"/>
                    </a:lnTo>
                    <a:lnTo>
                      <a:pt x="905885" y="903278"/>
                    </a:lnTo>
                    <a:lnTo>
                      <a:pt x="906354" y="903742"/>
                    </a:lnTo>
                    <a:lnTo>
                      <a:pt x="906824" y="904205"/>
                    </a:lnTo>
                    <a:lnTo>
                      <a:pt x="907293" y="904669"/>
                    </a:lnTo>
                    <a:lnTo>
                      <a:pt x="907762" y="905132"/>
                    </a:lnTo>
                    <a:lnTo>
                      <a:pt x="908232" y="905596"/>
                    </a:lnTo>
                    <a:lnTo>
                      <a:pt x="908701" y="906059"/>
                    </a:lnTo>
                    <a:lnTo>
                      <a:pt x="909170" y="906522"/>
                    </a:lnTo>
                    <a:lnTo>
                      <a:pt x="909640" y="906986"/>
                    </a:lnTo>
                    <a:lnTo>
                      <a:pt x="910109" y="907449"/>
                    </a:lnTo>
                    <a:lnTo>
                      <a:pt x="910578" y="907913"/>
                    </a:lnTo>
                    <a:lnTo>
                      <a:pt x="911047" y="908377"/>
                    </a:lnTo>
                    <a:lnTo>
                      <a:pt x="911516" y="908840"/>
                    </a:lnTo>
                    <a:lnTo>
                      <a:pt x="911985" y="909304"/>
                    </a:lnTo>
                    <a:lnTo>
                      <a:pt x="912454" y="909767"/>
                    </a:lnTo>
                    <a:lnTo>
                      <a:pt x="912923" y="910231"/>
                    </a:lnTo>
                    <a:lnTo>
                      <a:pt x="913392" y="910694"/>
                    </a:lnTo>
                    <a:lnTo>
                      <a:pt x="913861" y="911158"/>
                    </a:lnTo>
                    <a:lnTo>
                      <a:pt x="914400" y="911691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8" name="ph8959">
                <a:extLst>
                  <a:ext uri="{FF2B5EF4-FFF2-40B4-BE49-F238E27FC236}">
                    <a16:creationId xmlns:a16="http://schemas.microsoft.com/office/drawing/2014/main" id="{B17B637C-AA45-D03B-E7C1-3439B170C7C4}"/>
                  </a:ext>
                </a:extLst>
              </p:cNvPr>
              <p:cNvSpPr/>
              <p:nvPr/>
            </p:nvSpPr>
            <p:spPr>
              <a:xfrm>
                <a:off x="3723882" y="744639"/>
                <a:ext cx="9171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8" h="914400">
                    <a:moveTo>
                      <a:pt x="914400" y="914400"/>
                    </a:moveTo>
                    <a:lnTo>
                      <a:pt x="914400" y="911691"/>
                    </a:lnTo>
                    <a:lnTo>
                      <a:pt x="914799" y="912085"/>
                    </a:lnTo>
                    <a:lnTo>
                      <a:pt x="915268" y="912549"/>
                    </a:lnTo>
                    <a:lnTo>
                      <a:pt x="915736" y="913013"/>
                    </a:lnTo>
                    <a:lnTo>
                      <a:pt x="916205" y="913477"/>
                    </a:lnTo>
                    <a:lnTo>
                      <a:pt x="916674" y="913940"/>
                    </a:lnTo>
                    <a:lnTo>
                      <a:pt x="917138" y="914400"/>
                    </a:lnTo>
                    <a:close/>
                  </a:path>
                </a:pathLst>
              </a:custGeom>
              <a:solidFill>
                <a:srgbClr val="D93529">
                  <a:alpha val="100000"/>
                </a:srgbClr>
              </a:solidFill>
              <a:ln w="5420" cap="flat">
                <a:solidFill>
                  <a:srgbClr val="D935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9" name="ph8960">
                <a:extLst>
                  <a:ext uri="{FF2B5EF4-FFF2-40B4-BE49-F238E27FC236}">
                    <a16:creationId xmlns:a16="http://schemas.microsoft.com/office/drawing/2014/main" id="{3496F0DD-33D8-C699-84ED-126433E47808}"/>
                  </a:ext>
                </a:extLst>
              </p:cNvPr>
              <p:cNvSpPr/>
              <p:nvPr/>
            </p:nvSpPr>
            <p:spPr>
              <a:xfrm>
                <a:off x="3317951" y="7094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289" y="931969"/>
                    </a:lnTo>
                    <a:lnTo>
                      <a:pt x="906656" y="925061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0" name="ph8961">
                <a:extLst>
                  <a:ext uri="{FF2B5EF4-FFF2-40B4-BE49-F238E27FC236}">
                    <a16:creationId xmlns:a16="http://schemas.microsoft.com/office/drawing/2014/main" id="{D21FFB4B-FE1E-65AF-4773-E064C5F9DBC8}"/>
                  </a:ext>
                </a:extLst>
              </p:cNvPr>
              <p:cNvSpPr/>
              <p:nvPr/>
            </p:nvSpPr>
            <p:spPr>
              <a:xfrm>
                <a:off x="331795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1" name="ph8962">
                <a:extLst>
                  <a:ext uri="{FF2B5EF4-FFF2-40B4-BE49-F238E27FC236}">
                    <a16:creationId xmlns:a16="http://schemas.microsoft.com/office/drawing/2014/main" id="{BFDA55D8-32FB-6178-EADB-8E8ECE6327A2}"/>
                  </a:ext>
                </a:extLst>
              </p:cNvPr>
              <p:cNvSpPr/>
              <p:nvPr/>
            </p:nvSpPr>
            <p:spPr>
              <a:xfrm>
                <a:off x="332739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2" name="ph8963">
                <a:extLst>
                  <a:ext uri="{FF2B5EF4-FFF2-40B4-BE49-F238E27FC236}">
                    <a16:creationId xmlns:a16="http://schemas.microsoft.com/office/drawing/2014/main" id="{B6183ED6-DFA2-FFF4-7DEF-402A125E8550}"/>
                  </a:ext>
                </a:extLst>
              </p:cNvPr>
              <p:cNvSpPr/>
              <p:nvPr/>
            </p:nvSpPr>
            <p:spPr>
              <a:xfrm>
                <a:off x="333683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3" name="ph8964">
                <a:extLst>
                  <a:ext uri="{FF2B5EF4-FFF2-40B4-BE49-F238E27FC236}">
                    <a16:creationId xmlns:a16="http://schemas.microsoft.com/office/drawing/2014/main" id="{4A1E5A66-D339-71CC-CAAA-D43DFCF7F212}"/>
                  </a:ext>
                </a:extLst>
              </p:cNvPr>
              <p:cNvSpPr/>
              <p:nvPr/>
            </p:nvSpPr>
            <p:spPr>
              <a:xfrm>
                <a:off x="334627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4" name="ph8965">
                <a:extLst>
                  <a:ext uri="{FF2B5EF4-FFF2-40B4-BE49-F238E27FC236}">
                    <a16:creationId xmlns:a16="http://schemas.microsoft.com/office/drawing/2014/main" id="{62287B7F-94F9-3047-2D0D-821F1DC7703B}"/>
                  </a:ext>
                </a:extLst>
              </p:cNvPr>
              <p:cNvSpPr/>
              <p:nvPr/>
            </p:nvSpPr>
            <p:spPr>
              <a:xfrm>
                <a:off x="335571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5" name="ph8966">
                <a:extLst>
                  <a:ext uri="{FF2B5EF4-FFF2-40B4-BE49-F238E27FC236}">
                    <a16:creationId xmlns:a16="http://schemas.microsoft.com/office/drawing/2014/main" id="{F16A6314-1937-A707-1F7E-649A1F1BAF60}"/>
                  </a:ext>
                </a:extLst>
              </p:cNvPr>
              <p:cNvSpPr/>
              <p:nvPr/>
            </p:nvSpPr>
            <p:spPr>
              <a:xfrm>
                <a:off x="336515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6" name="ph8967">
                <a:extLst>
                  <a:ext uri="{FF2B5EF4-FFF2-40B4-BE49-F238E27FC236}">
                    <a16:creationId xmlns:a16="http://schemas.microsoft.com/office/drawing/2014/main" id="{CDAEF7CB-14C5-3197-6CD2-1175CEA13343}"/>
                  </a:ext>
                </a:extLst>
              </p:cNvPr>
              <p:cNvSpPr/>
              <p:nvPr/>
            </p:nvSpPr>
            <p:spPr>
              <a:xfrm>
                <a:off x="337459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7" name="ph8968">
                <a:extLst>
                  <a:ext uri="{FF2B5EF4-FFF2-40B4-BE49-F238E27FC236}">
                    <a16:creationId xmlns:a16="http://schemas.microsoft.com/office/drawing/2014/main" id="{7B779BE7-23D1-01C1-FAE9-395BC0C26618}"/>
                  </a:ext>
                </a:extLst>
              </p:cNvPr>
              <p:cNvSpPr/>
              <p:nvPr/>
            </p:nvSpPr>
            <p:spPr>
              <a:xfrm>
                <a:off x="338403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8" name="ph8969">
                <a:extLst>
                  <a:ext uri="{FF2B5EF4-FFF2-40B4-BE49-F238E27FC236}">
                    <a16:creationId xmlns:a16="http://schemas.microsoft.com/office/drawing/2014/main" id="{25ECFAAC-5DBB-31F7-6BC1-25EB4FF1B7A2}"/>
                  </a:ext>
                </a:extLst>
              </p:cNvPr>
              <p:cNvSpPr/>
              <p:nvPr/>
            </p:nvSpPr>
            <p:spPr>
              <a:xfrm>
                <a:off x="339347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9" name="ph8970">
                <a:extLst>
                  <a:ext uri="{FF2B5EF4-FFF2-40B4-BE49-F238E27FC236}">
                    <a16:creationId xmlns:a16="http://schemas.microsoft.com/office/drawing/2014/main" id="{9EBA7DB0-27B1-23CE-544B-C79997BCAD1E}"/>
                  </a:ext>
                </a:extLst>
              </p:cNvPr>
              <p:cNvSpPr/>
              <p:nvPr/>
            </p:nvSpPr>
            <p:spPr>
              <a:xfrm>
                <a:off x="340291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0" name="ph8971">
                <a:extLst>
                  <a:ext uri="{FF2B5EF4-FFF2-40B4-BE49-F238E27FC236}">
                    <a16:creationId xmlns:a16="http://schemas.microsoft.com/office/drawing/2014/main" id="{0BD5BA51-2AE1-F402-8C2E-F5CC244B3C23}"/>
                  </a:ext>
                </a:extLst>
              </p:cNvPr>
              <p:cNvSpPr/>
              <p:nvPr/>
            </p:nvSpPr>
            <p:spPr>
              <a:xfrm>
                <a:off x="341235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1" name="ph8972">
                <a:extLst>
                  <a:ext uri="{FF2B5EF4-FFF2-40B4-BE49-F238E27FC236}">
                    <a16:creationId xmlns:a16="http://schemas.microsoft.com/office/drawing/2014/main" id="{CAC0BFA5-BDA2-32DA-0E86-4126C28013FA}"/>
                  </a:ext>
                </a:extLst>
              </p:cNvPr>
              <p:cNvSpPr/>
              <p:nvPr/>
            </p:nvSpPr>
            <p:spPr>
              <a:xfrm>
                <a:off x="342179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2" name="ph8973">
                <a:extLst>
                  <a:ext uri="{FF2B5EF4-FFF2-40B4-BE49-F238E27FC236}">
                    <a16:creationId xmlns:a16="http://schemas.microsoft.com/office/drawing/2014/main" id="{33F35038-27BE-30F9-6D94-8222ABD6B333}"/>
                  </a:ext>
                </a:extLst>
              </p:cNvPr>
              <p:cNvSpPr/>
              <p:nvPr/>
            </p:nvSpPr>
            <p:spPr>
              <a:xfrm>
                <a:off x="343123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3" name="ph8974">
                <a:extLst>
                  <a:ext uri="{FF2B5EF4-FFF2-40B4-BE49-F238E27FC236}">
                    <a16:creationId xmlns:a16="http://schemas.microsoft.com/office/drawing/2014/main" id="{80F9B735-01AD-9CE6-636A-349021F2FB05}"/>
                  </a:ext>
                </a:extLst>
              </p:cNvPr>
              <p:cNvSpPr/>
              <p:nvPr/>
            </p:nvSpPr>
            <p:spPr>
              <a:xfrm>
                <a:off x="344067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4" name="ph8975">
                <a:extLst>
                  <a:ext uri="{FF2B5EF4-FFF2-40B4-BE49-F238E27FC236}">
                    <a16:creationId xmlns:a16="http://schemas.microsoft.com/office/drawing/2014/main" id="{B0288ACD-82DA-FA81-4B1F-0FCD80010070}"/>
                  </a:ext>
                </a:extLst>
              </p:cNvPr>
              <p:cNvSpPr/>
              <p:nvPr/>
            </p:nvSpPr>
            <p:spPr>
              <a:xfrm>
                <a:off x="345011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5" name="ph8976">
                <a:extLst>
                  <a:ext uri="{FF2B5EF4-FFF2-40B4-BE49-F238E27FC236}">
                    <a16:creationId xmlns:a16="http://schemas.microsoft.com/office/drawing/2014/main" id="{C4E71091-640A-4896-DEAB-A9C4FD0D4AFE}"/>
                  </a:ext>
                </a:extLst>
              </p:cNvPr>
              <p:cNvSpPr/>
              <p:nvPr/>
            </p:nvSpPr>
            <p:spPr>
              <a:xfrm>
                <a:off x="345955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6" name="ph8977">
                <a:extLst>
                  <a:ext uri="{FF2B5EF4-FFF2-40B4-BE49-F238E27FC236}">
                    <a16:creationId xmlns:a16="http://schemas.microsoft.com/office/drawing/2014/main" id="{13838871-85AF-73BA-E667-BF831C954300}"/>
                  </a:ext>
                </a:extLst>
              </p:cNvPr>
              <p:cNvSpPr/>
              <p:nvPr/>
            </p:nvSpPr>
            <p:spPr>
              <a:xfrm>
                <a:off x="346899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7" name="ph8978">
                <a:extLst>
                  <a:ext uri="{FF2B5EF4-FFF2-40B4-BE49-F238E27FC236}">
                    <a16:creationId xmlns:a16="http://schemas.microsoft.com/office/drawing/2014/main" id="{2B703F4B-A1A2-7E14-BD1B-EB64470518A8}"/>
                  </a:ext>
                </a:extLst>
              </p:cNvPr>
              <p:cNvSpPr/>
              <p:nvPr/>
            </p:nvSpPr>
            <p:spPr>
              <a:xfrm>
                <a:off x="347843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8" name="ph8979">
                <a:extLst>
                  <a:ext uri="{FF2B5EF4-FFF2-40B4-BE49-F238E27FC236}">
                    <a16:creationId xmlns:a16="http://schemas.microsoft.com/office/drawing/2014/main" id="{5CBE92A2-FDDE-CF13-2DC3-816B245B1331}"/>
                  </a:ext>
                </a:extLst>
              </p:cNvPr>
              <p:cNvSpPr/>
              <p:nvPr/>
            </p:nvSpPr>
            <p:spPr>
              <a:xfrm>
                <a:off x="348787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9" name="ph8980">
                <a:extLst>
                  <a:ext uri="{FF2B5EF4-FFF2-40B4-BE49-F238E27FC236}">
                    <a16:creationId xmlns:a16="http://schemas.microsoft.com/office/drawing/2014/main" id="{7D216F56-DF4B-6B87-DE01-A475C6A83ED8}"/>
                  </a:ext>
                </a:extLst>
              </p:cNvPr>
              <p:cNvSpPr/>
              <p:nvPr/>
            </p:nvSpPr>
            <p:spPr>
              <a:xfrm>
                <a:off x="349731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0" name="ph8981">
                <a:extLst>
                  <a:ext uri="{FF2B5EF4-FFF2-40B4-BE49-F238E27FC236}">
                    <a16:creationId xmlns:a16="http://schemas.microsoft.com/office/drawing/2014/main" id="{FBA12184-6C1A-6BB3-6CAD-097A0F02AA41}"/>
                  </a:ext>
                </a:extLst>
              </p:cNvPr>
              <p:cNvSpPr/>
              <p:nvPr/>
            </p:nvSpPr>
            <p:spPr>
              <a:xfrm>
                <a:off x="350675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1" name="ph8982">
                <a:extLst>
                  <a:ext uri="{FF2B5EF4-FFF2-40B4-BE49-F238E27FC236}">
                    <a16:creationId xmlns:a16="http://schemas.microsoft.com/office/drawing/2014/main" id="{F1F6AAB4-9423-79AC-3ADB-9C235328F3A8}"/>
                  </a:ext>
                </a:extLst>
              </p:cNvPr>
              <p:cNvSpPr/>
              <p:nvPr/>
            </p:nvSpPr>
            <p:spPr>
              <a:xfrm>
                <a:off x="351619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2" name="ph8983">
                <a:extLst>
                  <a:ext uri="{FF2B5EF4-FFF2-40B4-BE49-F238E27FC236}">
                    <a16:creationId xmlns:a16="http://schemas.microsoft.com/office/drawing/2014/main" id="{2E4F47F0-52D9-BFC9-C238-C5610BBE0813}"/>
                  </a:ext>
                </a:extLst>
              </p:cNvPr>
              <p:cNvSpPr/>
              <p:nvPr/>
            </p:nvSpPr>
            <p:spPr>
              <a:xfrm>
                <a:off x="352563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3" name="ph8984">
                <a:extLst>
                  <a:ext uri="{FF2B5EF4-FFF2-40B4-BE49-F238E27FC236}">
                    <a16:creationId xmlns:a16="http://schemas.microsoft.com/office/drawing/2014/main" id="{84D33B35-3848-0825-6D6E-03915FD4B7BD}"/>
                  </a:ext>
                </a:extLst>
              </p:cNvPr>
              <p:cNvSpPr/>
              <p:nvPr/>
            </p:nvSpPr>
            <p:spPr>
              <a:xfrm>
                <a:off x="353507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4" name="ph8985">
                <a:extLst>
                  <a:ext uri="{FF2B5EF4-FFF2-40B4-BE49-F238E27FC236}">
                    <a16:creationId xmlns:a16="http://schemas.microsoft.com/office/drawing/2014/main" id="{C1C38049-6EF1-8E30-AF1D-965085189E62}"/>
                  </a:ext>
                </a:extLst>
              </p:cNvPr>
              <p:cNvSpPr/>
              <p:nvPr/>
            </p:nvSpPr>
            <p:spPr>
              <a:xfrm>
                <a:off x="354451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5" name="ph8986">
                <a:extLst>
                  <a:ext uri="{FF2B5EF4-FFF2-40B4-BE49-F238E27FC236}">
                    <a16:creationId xmlns:a16="http://schemas.microsoft.com/office/drawing/2014/main" id="{959B8E34-319B-ADDD-6D02-FA72A1A88E14}"/>
                  </a:ext>
                </a:extLst>
              </p:cNvPr>
              <p:cNvSpPr/>
              <p:nvPr/>
            </p:nvSpPr>
            <p:spPr>
              <a:xfrm>
                <a:off x="355395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6" name="ph8987">
                <a:extLst>
                  <a:ext uri="{FF2B5EF4-FFF2-40B4-BE49-F238E27FC236}">
                    <a16:creationId xmlns:a16="http://schemas.microsoft.com/office/drawing/2014/main" id="{FC728EEE-DED0-5747-EFF4-6EA3001E2261}"/>
                  </a:ext>
                </a:extLst>
              </p:cNvPr>
              <p:cNvSpPr/>
              <p:nvPr/>
            </p:nvSpPr>
            <p:spPr>
              <a:xfrm>
                <a:off x="356339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7" name="ph8988">
                <a:extLst>
                  <a:ext uri="{FF2B5EF4-FFF2-40B4-BE49-F238E27FC236}">
                    <a16:creationId xmlns:a16="http://schemas.microsoft.com/office/drawing/2014/main" id="{1DD46990-9453-8E53-1F50-D65361B9D726}"/>
                  </a:ext>
                </a:extLst>
              </p:cNvPr>
              <p:cNvSpPr/>
              <p:nvPr/>
            </p:nvSpPr>
            <p:spPr>
              <a:xfrm>
                <a:off x="357283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8" name="ph8989">
                <a:extLst>
                  <a:ext uri="{FF2B5EF4-FFF2-40B4-BE49-F238E27FC236}">
                    <a16:creationId xmlns:a16="http://schemas.microsoft.com/office/drawing/2014/main" id="{E8D41B7C-4278-A0AF-32F1-8647581A3CCE}"/>
                  </a:ext>
                </a:extLst>
              </p:cNvPr>
              <p:cNvSpPr/>
              <p:nvPr/>
            </p:nvSpPr>
            <p:spPr>
              <a:xfrm>
                <a:off x="358227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9" name="ph8990">
                <a:extLst>
                  <a:ext uri="{FF2B5EF4-FFF2-40B4-BE49-F238E27FC236}">
                    <a16:creationId xmlns:a16="http://schemas.microsoft.com/office/drawing/2014/main" id="{99221A20-3FF2-026E-1852-CD53DE002B26}"/>
                  </a:ext>
                </a:extLst>
              </p:cNvPr>
              <p:cNvSpPr/>
              <p:nvPr/>
            </p:nvSpPr>
            <p:spPr>
              <a:xfrm>
                <a:off x="359171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0" name="ph8991">
                <a:extLst>
                  <a:ext uri="{FF2B5EF4-FFF2-40B4-BE49-F238E27FC236}">
                    <a16:creationId xmlns:a16="http://schemas.microsoft.com/office/drawing/2014/main" id="{8775CBDB-1AEC-F610-765A-5A833A8DB9CC}"/>
                  </a:ext>
                </a:extLst>
              </p:cNvPr>
              <p:cNvSpPr/>
              <p:nvPr/>
            </p:nvSpPr>
            <p:spPr>
              <a:xfrm>
                <a:off x="360115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1" name="ph8992">
                <a:extLst>
                  <a:ext uri="{FF2B5EF4-FFF2-40B4-BE49-F238E27FC236}">
                    <a16:creationId xmlns:a16="http://schemas.microsoft.com/office/drawing/2014/main" id="{D5274F8B-DD1B-CCFE-0E45-4840F4179712}"/>
                  </a:ext>
                </a:extLst>
              </p:cNvPr>
              <p:cNvSpPr/>
              <p:nvPr/>
            </p:nvSpPr>
            <p:spPr>
              <a:xfrm>
                <a:off x="361059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2" name="ph8993">
                <a:extLst>
                  <a:ext uri="{FF2B5EF4-FFF2-40B4-BE49-F238E27FC236}">
                    <a16:creationId xmlns:a16="http://schemas.microsoft.com/office/drawing/2014/main" id="{744FDCFC-45ED-E304-E3B4-18D12D0D83EF}"/>
                  </a:ext>
                </a:extLst>
              </p:cNvPr>
              <p:cNvSpPr/>
              <p:nvPr/>
            </p:nvSpPr>
            <p:spPr>
              <a:xfrm>
                <a:off x="362003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3" name="ph8994">
                <a:extLst>
                  <a:ext uri="{FF2B5EF4-FFF2-40B4-BE49-F238E27FC236}">
                    <a16:creationId xmlns:a16="http://schemas.microsoft.com/office/drawing/2014/main" id="{CEBDFAFA-2C0B-69C8-164D-1F9A8005996D}"/>
                  </a:ext>
                </a:extLst>
              </p:cNvPr>
              <p:cNvSpPr/>
              <p:nvPr/>
            </p:nvSpPr>
            <p:spPr>
              <a:xfrm>
                <a:off x="362947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4" name="ph8995">
                <a:extLst>
                  <a:ext uri="{FF2B5EF4-FFF2-40B4-BE49-F238E27FC236}">
                    <a16:creationId xmlns:a16="http://schemas.microsoft.com/office/drawing/2014/main" id="{D20A7993-8920-111C-D064-D440DC8821B8}"/>
                  </a:ext>
                </a:extLst>
              </p:cNvPr>
              <p:cNvSpPr/>
              <p:nvPr/>
            </p:nvSpPr>
            <p:spPr>
              <a:xfrm>
                <a:off x="363891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5" name="ph8996">
                <a:extLst>
                  <a:ext uri="{FF2B5EF4-FFF2-40B4-BE49-F238E27FC236}">
                    <a16:creationId xmlns:a16="http://schemas.microsoft.com/office/drawing/2014/main" id="{9F99D378-456D-D7CB-05AD-0D24A2E78487}"/>
                  </a:ext>
                </a:extLst>
              </p:cNvPr>
              <p:cNvSpPr/>
              <p:nvPr/>
            </p:nvSpPr>
            <p:spPr>
              <a:xfrm>
                <a:off x="364836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6" name="ph8997">
                <a:extLst>
                  <a:ext uri="{FF2B5EF4-FFF2-40B4-BE49-F238E27FC236}">
                    <a16:creationId xmlns:a16="http://schemas.microsoft.com/office/drawing/2014/main" id="{C316F781-BC9E-4BC2-8307-401E4C0CC763}"/>
                  </a:ext>
                </a:extLst>
              </p:cNvPr>
              <p:cNvSpPr/>
              <p:nvPr/>
            </p:nvSpPr>
            <p:spPr>
              <a:xfrm>
                <a:off x="365780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7" name="ph8998">
                <a:extLst>
                  <a:ext uri="{FF2B5EF4-FFF2-40B4-BE49-F238E27FC236}">
                    <a16:creationId xmlns:a16="http://schemas.microsoft.com/office/drawing/2014/main" id="{03A69F01-1E8D-5E7A-7785-B9DF38DC7C03}"/>
                  </a:ext>
                </a:extLst>
              </p:cNvPr>
              <p:cNvSpPr/>
              <p:nvPr/>
            </p:nvSpPr>
            <p:spPr>
              <a:xfrm>
                <a:off x="366724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8" name="ph8999">
                <a:extLst>
                  <a:ext uri="{FF2B5EF4-FFF2-40B4-BE49-F238E27FC236}">
                    <a16:creationId xmlns:a16="http://schemas.microsoft.com/office/drawing/2014/main" id="{1FB30803-E260-CFAA-2477-24A0A86593D6}"/>
                  </a:ext>
                </a:extLst>
              </p:cNvPr>
              <p:cNvSpPr/>
              <p:nvPr/>
            </p:nvSpPr>
            <p:spPr>
              <a:xfrm>
                <a:off x="367668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9" name="ph9000">
                <a:extLst>
                  <a:ext uri="{FF2B5EF4-FFF2-40B4-BE49-F238E27FC236}">
                    <a16:creationId xmlns:a16="http://schemas.microsoft.com/office/drawing/2014/main" id="{C4C2763F-2327-4798-F901-91513BDEFD64}"/>
                  </a:ext>
                </a:extLst>
              </p:cNvPr>
              <p:cNvSpPr/>
              <p:nvPr/>
            </p:nvSpPr>
            <p:spPr>
              <a:xfrm>
                <a:off x="3695561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122" y="896830"/>
                    </a:lnTo>
                    <a:lnTo>
                      <a:pt x="909106" y="897503"/>
                    </a:lnTo>
                    <a:lnTo>
                      <a:pt x="914400" y="901737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0" name="ph9001">
                <a:extLst>
                  <a:ext uri="{FF2B5EF4-FFF2-40B4-BE49-F238E27FC236}">
                    <a16:creationId xmlns:a16="http://schemas.microsoft.com/office/drawing/2014/main" id="{2646F056-7903-F472-F42E-7EA1E6DE303C}"/>
                  </a:ext>
                </a:extLst>
              </p:cNvPr>
              <p:cNvSpPr/>
              <p:nvPr/>
            </p:nvSpPr>
            <p:spPr>
              <a:xfrm>
                <a:off x="3705001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1737"/>
                    </a:lnTo>
                    <a:lnTo>
                      <a:pt x="905235" y="901957"/>
                    </a:lnTo>
                    <a:lnTo>
                      <a:pt x="910667" y="906959"/>
                    </a:lnTo>
                    <a:lnTo>
                      <a:pt x="911133" y="907418"/>
                    </a:lnTo>
                    <a:lnTo>
                      <a:pt x="911604" y="907880"/>
                    </a:lnTo>
                    <a:lnTo>
                      <a:pt x="912074" y="908343"/>
                    </a:lnTo>
                    <a:lnTo>
                      <a:pt x="912545" y="908806"/>
                    </a:lnTo>
                    <a:lnTo>
                      <a:pt x="913015" y="909269"/>
                    </a:lnTo>
                    <a:lnTo>
                      <a:pt x="913486" y="909732"/>
                    </a:lnTo>
                    <a:lnTo>
                      <a:pt x="913956" y="910195"/>
                    </a:lnTo>
                    <a:lnTo>
                      <a:pt x="914400" y="910632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1" name="ph9002">
                <a:extLst>
                  <a:ext uri="{FF2B5EF4-FFF2-40B4-BE49-F238E27FC236}">
                    <a16:creationId xmlns:a16="http://schemas.microsoft.com/office/drawing/2014/main" id="{9595F18A-B98D-7C94-1222-9A7B58D9D808}"/>
                  </a:ext>
                </a:extLst>
              </p:cNvPr>
              <p:cNvSpPr/>
              <p:nvPr/>
            </p:nvSpPr>
            <p:spPr>
              <a:xfrm>
                <a:off x="3705001" y="727069"/>
                <a:ext cx="91822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225" h="914399">
                    <a:moveTo>
                      <a:pt x="914400" y="914399"/>
                    </a:moveTo>
                    <a:lnTo>
                      <a:pt x="914427" y="910658"/>
                    </a:lnTo>
                    <a:lnTo>
                      <a:pt x="914897" y="911121"/>
                    </a:lnTo>
                    <a:lnTo>
                      <a:pt x="915367" y="911584"/>
                    </a:lnTo>
                    <a:lnTo>
                      <a:pt x="915837" y="912047"/>
                    </a:lnTo>
                    <a:lnTo>
                      <a:pt x="916308" y="912510"/>
                    </a:lnTo>
                    <a:lnTo>
                      <a:pt x="916778" y="912973"/>
                    </a:lnTo>
                    <a:lnTo>
                      <a:pt x="917248" y="913437"/>
                    </a:lnTo>
                    <a:lnTo>
                      <a:pt x="917718" y="913900"/>
                    </a:lnTo>
                    <a:lnTo>
                      <a:pt x="918225" y="914399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2" name="ph9003">
                <a:extLst>
                  <a:ext uri="{FF2B5EF4-FFF2-40B4-BE49-F238E27FC236}">
                    <a16:creationId xmlns:a16="http://schemas.microsoft.com/office/drawing/2014/main" id="{7F8C9B55-734F-F66C-ED0B-237B3A2E95AE}"/>
                  </a:ext>
                </a:extLst>
              </p:cNvPr>
              <p:cNvSpPr/>
              <p:nvPr/>
            </p:nvSpPr>
            <p:spPr>
              <a:xfrm>
                <a:off x="3317951" y="6919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977" y="931969"/>
                    </a:lnTo>
                    <a:lnTo>
                      <a:pt x="905590" y="921259"/>
                    </a:lnTo>
                    <a:lnTo>
                      <a:pt x="905531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3" name="ph9004">
                <a:extLst>
                  <a:ext uri="{FF2B5EF4-FFF2-40B4-BE49-F238E27FC236}">
                    <a16:creationId xmlns:a16="http://schemas.microsoft.com/office/drawing/2014/main" id="{F1607713-8494-627B-DE2B-AA8F5A50ADEC}"/>
                  </a:ext>
                </a:extLst>
              </p:cNvPr>
              <p:cNvSpPr/>
              <p:nvPr/>
            </p:nvSpPr>
            <p:spPr>
              <a:xfrm>
                <a:off x="331795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4" name="ph9005">
                <a:extLst>
                  <a:ext uri="{FF2B5EF4-FFF2-40B4-BE49-F238E27FC236}">
                    <a16:creationId xmlns:a16="http://schemas.microsoft.com/office/drawing/2014/main" id="{39428FE1-E683-4574-30F0-7B93DBE5051B}"/>
                  </a:ext>
                </a:extLst>
              </p:cNvPr>
              <p:cNvSpPr/>
              <p:nvPr/>
            </p:nvSpPr>
            <p:spPr>
              <a:xfrm>
                <a:off x="332739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5" name="ph9006">
                <a:extLst>
                  <a:ext uri="{FF2B5EF4-FFF2-40B4-BE49-F238E27FC236}">
                    <a16:creationId xmlns:a16="http://schemas.microsoft.com/office/drawing/2014/main" id="{BCAF3014-F6B2-6189-0936-32B5E4470278}"/>
                  </a:ext>
                </a:extLst>
              </p:cNvPr>
              <p:cNvSpPr/>
              <p:nvPr/>
            </p:nvSpPr>
            <p:spPr>
              <a:xfrm>
                <a:off x="333683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6" name="ph9007">
                <a:extLst>
                  <a:ext uri="{FF2B5EF4-FFF2-40B4-BE49-F238E27FC236}">
                    <a16:creationId xmlns:a16="http://schemas.microsoft.com/office/drawing/2014/main" id="{41389C3A-6C57-DD13-1E6C-1DC755EF5DD0}"/>
                  </a:ext>
                </a:extLst>
              </p:cNvPr>
              <p:cNvSpPr/>
              <p:nvPr/>
            </p:nvSpPr>
            <p:spPr>
              <a:xfrm>
                <a:off x="334627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7" name="ph9008">
                <a:extLst>
                  <a:ext uri="{FF2B5EF4-FFF2-40B4-BE49-F238E27FC236}">
                    <a16:creationId xmlns:a16="http://schemas.microsoft.com/office/drawing/2014/main" id="{A55ABFD0-D8FD-F7B2-F665-A6A377E4D4CF}"/>
                  </a:ext>
                </a:extLst>
              </p:cNvPr>
              <p:cNvSpPr/>
              <p:nvPr/>
            </p:nvSpPr>
            <p:spPr>
              <a:xfrm>
                <a:off x="3355712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8" name="ph9009">
                <a:extLst>
                  <a:ext uri="{FF2B5EF4-FFF2-40B4-BE49-F238E27FC236}">
                    <a16:creationId xmlns:a16="http://schemas.microsoft.com/office/drawing/2014/main" id="{08AE8D9B-3E3B-63A0-8A9F-BB425F9D36BB}"/>
                  </a:ext>
                </a:extLst>
              </p:cNvPr>
              <p:cNvSpPr/>
              <p:nvPr/>
            </p:nvSpPr>
            <p:spPr>
              <a:xfrm>
                <a:off x="336515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9" name="ph9010">
                <a:extLst>
                  <a:ext uri="{FF2B5EF4-FFF2-40B4-BE49-F238E27FC236}">
                    <a16:creationId xmlns:a16="http://schemas.microsoft.com/office/drawing/2014/main" id="{CA9A7798-001A-C4EB-8ED7-ADE7E225E3F5}"/>
                  </a:ext>
                </a:extLst>
              </p:cNvPr>
              <p:cNvSpPr/>
              <p:nvPr/>
            </p:nvSpPr>
            <p:spPr>
              <a:xfrm>
                <a:off x="337459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0" name="ph9011">
                <a:extLst>
                  <a:ext uri="{FF2B5EF4-FFF2-40B4-BE49-F238E27FC236}">
                    <a16:creationId xmlns:a16="http://schemas.microsoft.com/office/drawing/2014/main" id="{239946C1-B4EF-87FE-E438-41CBCAA6D0AE}"/>
                  </a:ext>
                </a:extLst>
              </p:cNvPr>
              <p:cNvSpPr/>
              <p:nvPr/>
            </p:nvSpPr>
            <p:spPr>
              <a:xfrm>
                <a:off x="338403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B2B">
                  <a:alpha val="100000"/>
                </a:srgbClr>
              </a:solidFill>
              <a:ln w="5420" cap="flat">
                <a:solidFill>
                  <a:srgbClr val="DA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1" name="ph9012">
                <a:extLst>
                  <a:ext uri="{FF2B5EF4-FFF2-40B4-BE49-F238E27FC236}">
                    <a16:creationId xmlns:a16="http://schemas.microsoft.com/office/drawing/2014/main" id="{2FC1CF24-28E8-3079-2F24-6451D95677E3}"/>
                  </a:ext>
                </a:extLst>
              </p:cNvPr>
              <p:cNvSpPr/>
              <p:nvPr/>
            </p:nvSpPr>
            <p:spPr>
              <a:xfrm>
                <a:off x="339347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2" name="ph9013">
                <a:extLst>
                  <a:ext uri="{FF2B5EF4-FFF2-40B4-BE49-F238E27FC236}">
                    <a16:creationId xmlns:a16="http://schemas.microsoft.com/office/drawing/2014/main" id="{A55EA80F-6BB3-53B0-C177-2CDB75A66414}"/>
                  </a:ext>
                </a:extLst>
              </p:cNvPr>
              <p:cNvSpPr/>
              <p:nvPr/>
            </p:nvSpPr>
            <p:spPr>
              <a:xfrm>
                <a:off x="340291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3" name="ph9014">
                <a:extLst>
                  <a:ext uri="{FF2B5EF4-FFF2-40B4-BE49-F238E27FC236}">
                    <a16:creationId xmlns:a16="http://schemas.microsoft.com/office/drawing/2014/main" id="{19D244C3-3A3D-D624-C79C-DDD30D15458A}"/>
                  </a:ext>
                </a:extLst>
              </p:cNvPr>
              <p:cNvSpPr/>
              <p:nvPr/>
            </p:nvSpPr>
            <p:spPr>
              <a:xfrm>
                <a:off x="341235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4" name="ph9015">
                <a:extLst>
                  <a:ext uri="{FF2B5EF4-FFF2-40B4-BE49-F238E27FC236}">
                    <a16:creationId xmlns:a16="http://schemas.microsoft.com/office/drawing/2014/main" id="{51239D17-943F-4EB8-3D7E-7B52887077C6}"/>
                  </a:ext>
                </a:extLst>
              </p:cNvPr>
              <p:cNvSpPr/>
              <p:nvPr/>
            </p:nvSpPr>
            <p:spPr>
              <a:xfrm>
                <a:off x="342179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5" name="ph9016">
                <a:extLst>
                  <a:ext uri="{FF2B5EF4-FFF2-40B4-BE49-F238E27FC236}">
                    <a16:creationId xmlns:a16="http://schemas.microsoft.com/office/drawing/2014/main" id="{7E48BA5B-CC28-FE3B-60CC-FEF70B81DD78}"/>
                  </a:ext>
                </a:extLst>
              </p:cNvPr>
              <p:cNvSpPr/>
              <p:nvPr/>
            </p:nvSpPr>
            <p:spPr>
              <a:xfrm>
                <a:off x="343123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6" name="ph9017">
                <a:extLst>
                  <a:ext uri="{FF2B5EF4-FFF2-40B4-BE49-F238E27FC236}">
                    <a16:creationId xmlns:a16="http://schemas.microsoft.com/office/drawing/2014/main" id="{2CB2EBBD-6371-C8AA-BD49-DF406C58275E}"/>
                  </a:ext>
                </a:extLst>
              </p:cNvPr>
              <p:cNvSpPr/>
              <p:nvPr/>
            </p:nvSpPr>
            <p:spPr>
              <a:xfrm>
                <a:off x="344067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7" name="ph9018">
                <a:extLst>
                  <a:ext uri="{FF2B5EF4-FFF2-40B4-BE49-F238E27FC236}">
                    <a16:creationId xmlns:a16="http://schemas.microsoft.com/office/drawing/2014/main" id="{94507CDA-EE15-BFC0-794B-91009AFD7AA4}"/>
                  </a:ext>
                </a:extLst>
              </p:cNvPr>
              <p:cNvSpPr/>
              <p:nvPr/>
            </p:nvSpPr>
            <p:spPr>
              <a:xfrm>
                <a:off x="345011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8" name="ph9019">
                <a:extLst>
                  <a:ext uri="{FF2B5EF4-FFF2-40B4-BE49-F238E27FC236}">
                    <a16:creationId xmlns:a16="http://schemas.microsoft.com/office/drawing/2014/main" id="{A41CDC2D-EA3D-2805-E273-2BEBEA20532F}"/>
                  </a:ext>
                </a:extLst>
              </p:cNvPr>
              <p:cNvSpPr/>
              <p:nvPr/>
            </p:nvSpPr>
            <p:spPr>
              <a:xfrm>
                <a:off x="345955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9" name="ph9020">
                <a:extLst>
                  <a:ext uri="{FF2B5EF4-FFF2-40B4-BE49-F238E27FC236}">
                    <a16:creationId xmlns:a16="http://schemas.microsoft.com/office/drawing/2014/main" id="{D3170764-0B5A-A978-FCE4-79315D4710DD}"/>
                  </a:ext>
                </a:extLst>
              </p:cNvPr>
              <p:cNvSpPr/>
              <p:nvPr/>
            </p:nvSpPr>
            <p:spPr>
              <a:xfrm>
                <a:off x="346899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0" name="ph9021">
                <a:extLst>
                  <a:ext uri="{FF2B5EF4-FFF2-40B4-BE49-F238E27FC236}">
                    <a16:creationId xmlns:a16="http://schemas.microsoft.com/office/drawing/2014/main" id="{0FEAE274-2E69-5127-070D-8F217E8A0ACC}"/>
                  </a:ext>
                </a:extLst>
              </p:cNvPr>
              <p:cNvSpPr/>
              <p:nvPr/>
            </p:nvSpPr>
            <p:spPr>
              <a:xfrm>
                <a:off x="347843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1" name="ph9022">
                <a:extLst>
                  <a:ext uri="{FF2B5EF4-FFF2-40B4-BE49-F238E27FC236}">
                    <a16:creationId xmlns:a16="http://schemas.microsoft.com/office/drawing/2014/main" id="{79DB33F6-2DD4-BD49-EA3D-C833FDE52FDC}"/>
                  </a:ext>
                </a:extLst>
              </p:cNvPr>
              <p:cNvSpPr/>
              <p:nvPr/>
            </p:nvSpPr>
            <p:spPr>
              <a:xfrm>
                <a:off x="348787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2" name="ph9023">
                <a:extLst>
                  <a:ext uri="{FF2B5EF4-FFF2-40B4-BE49-F238E27FC236}">
                    <a16:creationId xmlns:a16="http://schemas.microsoft.com/office/drawing/2014/main" id="{C9F00626-0296-B33E-DC8B-273C89B1A6C9}"/>
                  </a:ext>
                </a:extLst>
              </p:cNvPr>
              <p:cNvSpPr/>
              <p:nvPr/>
            </p:nvSpPr>
            <p:spPr>
              <a:xfrm>
                <a:off x="349731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3" name="ph9024">
                <a:extLst>
                  <a:ext uri="{FF2B5EF4-FFF2-40B4-BE49-F238E27FC236}">
                    <a16:creationId xmlns:a16="http://schemas.microsoft.com/office/drawing/2014/main" id="{A78DF878-27AF-717C-B73C-A3DAC49229AE}"/>
                  </a:ext>
                </a:extLst>
              </p:cNvPr>
              <p:cNvSpPr/>
              <p:nvPr/>
            </p:nvSpPr>
            <p:spPr>
              <a:xfrm>
                <a:off x="350675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4" name="ph9025">
                <a:extLst>
                  <a:ext uri="{FF2B5EF4-FFF2-40B4-BE49-F238E27FC236}">
                    <a16:creationId xmlns:a16="http://schemas.microsoft.com/office/drawing/2014/main" id="{3E68191E-E22C-82EE-F4D3-A94BEE784773}"/>
                  </a:ext>
                </a:extLst>
              </p:cNvPr>
              <p:cNvSpPr/>
              <p:nvPr/>
            </p:nvSpPr>
            <p:spPr>
              <a:xfrm>
                <a:off x="351619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5" name="ph9026">
                <a:extLst>
                  <a:ext uri="{FF2B5EF4-FFF2-40B4-BE49-F238E27FC236}">
                    <a16:creationId xmlns:a16="http://schemas.microsoft.com/office/drawing/2014/main" id="{307F59BF-F5BC-3CE3-3F73-0C9DA75A489F}"/>
                  </a:ext>
                </a:extLst>
              </p:cNvPr>
              <p:cNvSpPr/>
              <p:nvPr/>
            </p:nvSpPr>
            <p:spPr>
              <a:xfrm>
                <a:off x="352563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6" name="ph9027">
                <a:extLst>
                  <a:ext uri="{FF2B5EF4-FFF2-40B4-BE49-F238E27FC236}">
                    <a16:creationId xmlns:a16="http://schemas.microsoft.com/office/drawing/2014/main" id="{54054FF2-EF5B-CBAF-7DDD-F48A186EB10E}"/>
                  </a:ext>
                </a:extLst>
              </p:cNvPr>
              <p:cNvSpPr/>
              <p:nvPr/>
            </p:nvSpPr>
            <p:spPr>
              <a:xfrm>
                <a:off x="353507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7" name="ph9028">
                <a:extLst>
                  <a:ext uri="{FF2B5EF4-FFF2-40B4-BE49-F238E27FC236}">
                    <a16:creationId xmlns:a16="http://schemas.microsoft.com/office/drawing/2014/main" id="{1084F82D-2491-DB38-98B0-D9451E69906F}"/>
                  </a:ext>
                </a:extLst>
              </p:cNvPr>
              <p:cNvSpPr/>
              <p:nvPr/>
            </p:nvSpPr>
            <p:spPr>
              <a:xfrm>
                <a:off x="354451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8" name="ph9029">
                <a:extLst>
                  <a:ext uri="{FF2B5EF4-FFF2-40B4-BE49-F238E27FC236}">
                    <a16:creationId xmlns:a16="http://schemas.microsoft.com/office/drawing/2014/main" id="{FAFEB236-A811-519F-47C0-62B9C719ADCC}"/>
                  </a:ext>
                </a:extLst>
              </p:cNvPr>
              <p:cNvSpPr/>
              <p:nvPr/>
            </p:nvSpPr>
            <p:spPr>
              <a:xfrm>
                <a:off x="355395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9" name="ph9030">
                <a:extLst>
                  <a:ext uri="{FF2B5EF4-FFF2-40B4-BE49-F238E27FC236}">
                    <a16:creationId xmlns:a16="http://schemas.microsoft.com/office/drawing/2014/main" id="{72714E9F-1BBF-E57D-8F82-1EE8A3B1EB53}"/>
                  </a:ext>
                </a:extLst>
              </p:cNvPr>
              <p:cNvSpPr/>
              <p:nvPr/>
            </p:nvSpPr>
            <p:spPr>
              <a:xfrm>
                <a:off x="356339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0" name="ph9031">
                <a:extLst>
                  <a:ext uri="{FF2B5EF4-FFF2-40B4-BE49-F238E27FC236}">
                    <a16:creationId xmlns:a16="http://schemas.microsoft.com/office/drawing/2014/main" id="{EEC26D4C-B847-6B51-2691-34681A8C0E0D}"/>
                  </a:ext>
                </a:extLst>
              </p:cNvPr>
              <p:cNvSpPr/>
              <p:nvPr/>
            </p:nvSpPr>
            <p:spPr>
              <a:xfrm>
                <a:off x="357283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1" name="ph9032">
                <a:extLst>
                  <a:ext uri="{FF2B5EF4-FFF2-40B4-BE49-F238E27FC236}">
                    <a16:creationId xmlns:a16="http://schemas.microsoft.com/office/drawing/2014/main" id="{73886731-6548-F7CC-0A3D-7C88872865EC}"/>
                  </a:ext>
                </a:extLst>
              </p:cNvPr>
              <p:cNvSpPr/>
              <p:nvPr/>
            </p:nvSpPr>
            <p:spPr>
              <a:xfrm>
                <a:off x="358227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2" name="ph9033">
                <a:extLst>
                  <a:ext uri="{FF2B5EF4-FFF2-40B4-BE49-F238E27FC236}">
                    <a16:creationId xmlns:a16="http://schemas.microsoft.com/office/drawing/2014/main" id="{95C89170-D7F3-1892-2347-7FFF3A1F6B8F}"/>
                  </a:ext>
                </a:extLst>
              </p:cNvPr>
              <p:cNvSpPr/>
              <p:nvPr/>
            </p:nvSpPr>
            <p:spPr>
              <a:xfrm>
                <a:off x="359171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3" name="ph9034">
                <a:extLst>
                  <a:ext uri="{FF2B5EF4-FFF2-40B4-BE49-F238E27FC236}">
                    <a16:creationId xmlns:a16="http://schemas.microsoft.com/office/drawing/2014/main" id="{FDEB51C8-AC10-CA57-6751-4CD4574F0DCA}"/>
                  </a:ext>
                </a:extLst>
              </p:cNvPr>
              <p:cNvSpPr/>
              <p:nvPr/>
            </p:nvSpPr>
            <p:spPr>
              <a:xfrm>
                <a:off x="360115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4" name="ph9035">
                <a:extLst>
                  <a:ext uri="{FF2B5EF4-FFF2-40B4-BE49-F238E27FC236}">
                    <a16:creationId xmlns:a16="http://schemas.microsoft.com/office/drawing/2014/main" id="{80B7023D-C1A3-87EC-52CC-A85BC78C295C}"/>
                  </a:ext>
                </a:extLst>
              </p:cNvPr>
              <p:cNvSpPr/>
              <p:nvPr/>
            </p:nvSpPr>
            <p:spPr>
              <a:xfrm>
                <a:off x="361059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5" name="ph9036">
                <a:extLst>
                  <a:ext uri="{FF2B5EF4-FFF2-40B4-BE49-F238E27FC236}">
                    <a16:creationId xmlns:a16="http://schemas.microsoft.com/office/drawing/2014/main" id="{2B4734AE-4382-B11C-690E-C2C9FB52E26B}"/>
                  </a:ext>
                </a:extLst>
              </p:cNvPr>
              <p:cNvSpPr/>
              <p:nvPr/>
            </p:nvSpPr>
            <p:spPr>
              <a:xfrm>
                <a:off x="362003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6" name="ph9037">
                <a:extLst>
                  <a:ext uri="{FF2B5EF4-FFF2-40B4-BE49-F238E27FC236}">
                    <a16:creationId xmlns:a16="http://schemas.microsoft.com/office/drawing/2014/main" id="{7479492F-8B36-D02E-D3A8-4BA4CD081989}"/>
                  </a:ext>
                </a:extLst>
              </p:cNvPr>
              <p:cNvSpPr/>
              <p:nvPr/>
            </p:nvSpPr>
            <p:spPr>
              <a:xfrm>
                <a:off x="362947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7" name="ph9038">
                <a:extLst>
                  <a:ext uri="{FF2B5EF4-FFF2-40B4-BE49-F238E27FC236}">
                    <a16:creationId xmlns:a16="http://schemas.microsoft.com/office/drawing/2014/main" id="{0419CB45-5906-D8AC-22FD-7A004282A812}"/>
                  </a:ext>
                </a:extLst>
              </p:cNvPr>
              <p:cNvSpPr/>
              <p:nvPr/>
            </p:nvSpPr>
            <p:spPr>
              <a:xfrm>
                <a:off x="363891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8" name="ph9039">
                <a:extLst>
                  <a:ext uri="{FF2B5EF4-FFF2-40B4-BE49-F238E27FC236}">
                    <a16:creationId xmlns:a16="http://schemas.microsoft.com/office/drawing/2014/main" id="{44295463-ECAD-F84C-F836-901BE606B9D2}"/>
                  </a:ext>
                </a:extLst>
              </p:cNvPr>
              <p:cNvSpPr/>
              <p:nvPr/>
            </p:nvSpPr>
            <p:spPr>
              <a:xfrm>
                <a:off x="3657800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95" y="896830"/>
                    </a:lnTo>
                    <a:lnTo>
                      <a:pt x="914400" y="899657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9" name="ph9040">
                <a:extLst>
                  <a:ext uri="{FF2B5EF4-FFF2-40B4-BE49-F238E27FC236}">
                    <a16:creationId xmlns:a16="http://schemas.microsoft.com/office/drawing/2014/main" id="{E757C008-3CB9-7BA0-B9E7-6436443997AB}"/>
                  </a:ext>
                </a:extLst>
              </p:cNvPr>
              <p:cNvSpPr/>
              <p:nvPr/>
            </p:nvSpPr>
            <p:spPr>
              <a:xfrm>
                <a:off x="3667240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657"/>
                    </a:lnTo>
                    <a:lnTo>
                      <a:pt x="905444" y="900278"/>
                    </a:lnTo>
                    <a:lnTo>
                      <a:pt x="914117" y="902967"/>
                    </a:lnTo>
                    <a:lnTo>
                      <a:pt x="914400" y="9030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0" name="ph9041">
                <a:extLst>
                  <a:ext uri="{FF2B5EF4-FFF2-40B4-BE49-F238E27FC236}">
                    <a16:creationId xmlns:a16="http://schemas.microsoft.com/office/drawing/2014/main" id="{9DD53651-9711-2BEE-266F-EA8FC90A209D}"/>
                  </a:ext>
                </a:extLst>
              </p:cNvPr>
              <p:cNvSpPr/>
              <p:nvPr/>
            </p:nvSpPr>
            <p:spPr>
              <a:xfrm>
                <a:off x="3676680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069"/>
                    </a:lnTo>
                    <a:lnTo>
                      <a:pt x="910626" y="905118"/>
                    </a:lnTo>
                    <a:lnTo>
                      <a:pt x="914400" y="906877"/>
                    </a:lnTo>
                    <a:close/>
                  </a:path>
                </a:pathLst>
              </a:custGeom>
              <a:solidFill>
                <a:srgbClr val="D93729">
                  <a:alpha val="100000"/>
                </a:srgbClr>
              </a:solidFill>
              <a:ln w="5420" cap="flat">
                <a:solidFill>
                  <a:srgbClr val="D937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1" name="ph9042">
                <a:extLst>
                  <a:ext uri="{FF2B5EF4-FFF2-40B4-BE49-F238E27FC236}">
                    <a16:creationId xmlns:a16="http://schemas.microsoft.com/office/drawing/2014/main" id="{AB217369-EB1A-B32C-9BCD-A567F29355B3}"/>
                  </a:ext>
                </a:extLst>
              </p:cNvPr>
              <p:cNvSpPr/>
              <p:nvPr/>
            </p:nvSpPr>
            <p:spPr>
              <a:xfrm>
                <a:off x="3686121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877"/>
                    </a:lnTo>
                    <a:lnTo>
                      <a:pt x="907066" y="907858"/>
                    </a:lnTo>
                    <a:lnTo>
                      <a:pt x="912858" y="911180"/>
                    </a:lnTo>
                    <a:lnTo>
                      <a:pt x="914400" y="912235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2" name="ph9043">
                <a:extLst>
                  <a:ext uri="{FF2B5EF4-FFF2-40B4-BE49-F238E27FC236}">
                    <a16:creationId xmlns:a16="http://schemas.microsoft.com/office/drawing/2014/main" id="{E580C351-F4B8-3CB8-12C6-3AB690175800}"/>
                  </a:ext>
                </a:extLst>
              </p:cNvPr>
              <p:cNvSpPr/>
              <p:nvPr/>
            </p:nvSpPr>
            <p:spPr>
              <a:xfrm>
                <a:off x="3686121" y="709499"/>
                <a:ext cx="9175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62" h="914400">
                    <a:moveTo>
                      <a:pt x="914400" y="914400"/>
                    </a:moveTo>
                    <a:lnTo>
                      <a:pt x="914400" y="912235"/>
                    </a:lnTo>
                    <a:lnTo>
                      <a:pt x="917562" y="914400"/>
                    </a:lnTo>
                    <a:close/>
                  </a:path>
                </a:pathLst>
              </a:custGeom>
              <a:solidFill>
                <a:srgbClr val="D93629">
                  <a:alpha val="100000"/>
                </a:srgbClr>
              </a:solidFill>
              <a:ln w="5420" cap="flat">
                <a:solidFill>
                  <a:srgbClr val="D9362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3" name="ph9044">
                <a:extLst>
                  <a:ext uri="{FF2B5EF4-FFF2-40B4-BE49-F238E27FC236}">
                    <a16:creationId xmlns:a16="http://schemas.microsoft.com/office/drawing/2014/main" id="{7E463631-F218-8C11-939C-0945A8EE3BDE}"/>
                  </a:ext>
                </a:extLst>
              </p:cNvPr>
              <p:cNvSpPr/>
              <p:nvPr/>
            </p:nvSpPr>
            <p:spPr>
              <a:xfrm>
                <a:off x="3317951" y="67436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1" y="931969"/>
                    </a:lnTo>
                    <a:lnTo>
                      <a:pt x="905497" y="928095"/>
                    </a:lnTo>
                    <a:lnTo>
                      <a:pt x="905698" y="917366"/>
                    </a:lnTo>
                    <a:lnTo>
                      <a:pt x="905835" y="914400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4" name="ph9045">
                <a:extLst>
                  <a:ext uri="{FF2B5EF4-FFF2-40B4-BE49-F238E27FC236}">
                    <a16:creationId xmlns:a16="http://schemas.microsoft.com/office/drawing/2014/main" id="{437270C9-E6FB-6F90-0355-6E59DD34A3C4}"/>
                  </a:ext>
                </a:extLst>
              </p:cNvPr>
              <p:cNvSpPr/>
              <p:nvPr/>
            </p:nvSpPr>
            <p:spPr>
              <a:xfrm>
                <a:off x="331795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5" name="ph9046">
                <a:extLst>
                  <a:ext uri="{FF2B5EF4-FFF2-40B4-BE49-F238E27FC236}">
                    <a16:creationId xmlns:a16="http://schemas.microsoft.com/office/drawing/2014/main" id="{02271736-2441-B808-2C96-BBACA0FD3D64}"/>
                  </a:ext>
                </a:extLst>
              </p:cNvPr>
              <p:cNvSpPr/>
              <p:nvPr/>
            </p:nvSpPr>
            <p:spPr>
              <a:xfrm>
                <a:off x="332739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C">
                  <a:alpha val="100000"/>
                </a:srgbClr>
              </a:solidFill>
              <a:ln w="5420" cap="flat">
                <a:solidFill>
                  <a:srgbClr val="DB3C2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6" name="ph9047">
                <a:extLst>
                  <a:ext uri="{FF2B5EF4-FFF2-40B4-BE49-F238E27FC236}">
                    <a16:creationId xmlns:a16="http://schemas.microsoft.com/office/drawing/2014/main" id="{6A8D36FE-F6DB-8224-6272-87BD5B1C155D}"/>
                  </a:ext>
                </a:extLst>
              </p:cNvPr>
              <p:cNvSpPr/>
              <p:nvPr/>
            </p:nvSpPr>
            <p:spPr>
              <a:xfrm>
                <a:off x="333683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C2B">
                  <a:alpha val="100000"/>
                </a:srgbClr>
              </a:solidFill>
              <a:ln w="5420" cap="flat">
                <a:solidFill>
                  <a:srgbClr val="DB3C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7" name="ph9048">
                <a:extLst>
                  <a:ext uri="{FF2B5EF4-FFF2-40B4-BE49-F238E27FC236}">
                    <a16:creationId xmlns:a16="http://schemas.microsoft.com/office/drawing/2014/main" id="{A63F4789-380C-C597-BDEB-72326D813348}"/>
                  </a:ext>
                </a:extLst>
              </p:cNvPr>
              <p:cNvSpPr/>
              <p:nvPr/>
            </p:nvSpPr>
            <p:spPr>
              <a:xfrm>
                <a:off x="334627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8" name="ph9049">
                <a:extLst>
                  <a:ext uri="{FF2B5EF4-FFF2-40B4-BE49-F238E27FC236}">
                    <a16:creationId xmlns:a16="http://schemas.microsoft.com/office/drawing/2014/main" id="{8D17AFDB-F47C-78EB-5A3E-C500E18FD5A6}"/>
                  </a:ext>
                </a:extLst>
              </p:cNvPr>
              <p:cNvSpPr/>
              <p:nvPr/>
            </p:nvSpPr>
            <p:spPr>
              <a:xfrm>
                <a:off x="3355712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9" name="ph9050">
                <a:extLst>
                  <a:ext uri="{FF2B5EF4-FFF2-40B4-BE49-F238E27FC236}">
                    <a16:creationId xmlns:a16="http://schemas.microsoft.com/office/drawing/2014/main" id="{1FF78278-7B31-9A0A-C6EC-E0C7EB472C2B}"/>
                  </a:ext>
                </a:extLst>
              </p:cNvPr>
              <p:cNvSpPr/>
              <p:nvPr/>
            </p:nvSpPr>
            <p:spPr>
              <a:xfrm>
                <a:off x="336515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0" name="ph9051">
                <a:extLst>
                  <a:ext uri="{FF2B5EF4-FFF2-40B4-BE49-F238E27FC236}">
                    <a16:creationId xmlns:a16="http://schemas.microsoft.com/office/drawing/2014/main" id="{0D697C6C-7671-5424-5D09-D0E5118B699B}"/>
                  </a:ext>
                </a:extLst>
              </p:cNvPr>
              <p:cNvSpPr/>
              <p:nvPr/>
            </p:nvSpPr>
            <p:spPr>
              <a:xfrm>
                <a:off x="337459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1" name="ph9052">
                <a:extLst>
                  <a:ext uri="{FF2B5EF4-FFF2-40B4-BE49-F238E27FC236}">
                    <a16:creationId xmlns:a16="http://schemas.microsoft.com/office/drawing/2014/main" id="{54AB4A3D-D905-3991-43D2-120487D901AD}"/>
                  </a:ext>
                </a:extLst>
              </p:cNvPr>
              <p:cNvSpPr/>
              <p:nvPr/>
            </p:nvSpPr>
            <p:spPr>
              <a:xfrm>
                <a:off x="338403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2" name="ph9053">
                <a:extLst>
                  <a:ext uri="{FF2B5EF4-FFF2-40B4-BE49-F238E27FC236}">
                    <a16:creationId xmlns:a16="http://schemas.microsoft.com/office/drawing/2014/main" id="{A5001FD9-2E56-113A-E63E-4964504A0CEB}"/>
                  </a:ext>
                </a:extLst>
              </p:cNvPr>
              <p:cNvSpPr/>
              <p:nvPr/>
            </p:nvSpPr>
            <p:spPr>
              <a:xfrm>
                <a:off x="339347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3B2B">
                  <a:alpha val="100000"/>
                </a:srgbClr>
              </a:solidFill>
              <a:ln w="5420" cap="flat">
                <a:solidFill>
                  <a:srgbClr val="DB3B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3" name="ph9054">
                <a:extLst>
                  <a:ext uri="{FF2B5EF4-FFF2-40B4-BE49-F238E27FC236}">
                    <a16:creationId xmlns:a16="http://schemas.microsoft.com/office/drawing/2014/main" id="{F127C135-34B8-79F1-F877-D188385DBD45}"/>
                  </a:ext>
                </a:extLst>
              </p:cNvPr>
              <p:cNvSpPr/>
              <p:nvPr/>
            </p:nvSpPr>
            <p:spPr>
              <a:xfrm>
                <a:off x="340291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4" name="ph9055">
                <a:extLst>
                  <a:ext uri="{FF2B5EF4-FFF2-40B4-BE49-F238E27FC236}">
                    <a16:creationId xmlns:a16="http://schemas.microsoft.com/office/drawing/2014/main" id="{063EBABD-84BD-CB5C-DE01-E4938A55DEBD}"/>
                  </a:ext>
                </a:extLst>
              </p:cNvPr>
              <p:cNvSpPr/>
              <p:nvPr/>
            </p:nvSpPr>
            <p:spPr>
              <a:xfrm>
                <a:off x="341235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5" name="ph9056">
                <a:extLst>
                  <a:ext uri="{FF2B5EF4-FFF2-40B4-BE49-F238E27FC236}">
                    <a16:creationId xmlns:a16="http://schemas.microsoft.com/office/drawing/2014/main" id="{DA17C00F-5CDB-5AE7-F37A-B68990392713}"/>
                  </a:ext>
                </a:extLst>
              </p:cNvPr>
              <p:cNvSpPr/>
              <p:nvPr/>
            </p:nvSpPr>
            <p:spPr>
              <a:xfrm>
                <a:off x="342179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6" name="ph9057">
                <a:extLst>
                  <a:ext uri="{FF2B5EF4-FFF2-40B4-BE49-F238E27FC236}">
                    <a16:creationId xmlns:a16="http://schemas.microsoft.com/office/drawing/2014/main" id="{7622E46E-ADDF-EB06-BF60-12917E729FA7}"/>
                  </a:ext>
                </a:extLst>
              </p:cNvPr>
              <p:cNvSpPr/>
              <p:nvPr/>
            </p:nvSpPr>
            <p:spPr>
              <a:xfrm>
                <a:off x="343123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7" name="ph9058">
                <a:extLst>
                  <a:ext uri="{FF2B5EF4-FFF2-40B4-BE49-F238E27FC236}">
                    <a16:creationId xmlns:a16="http://schemas.microsoft.com/office/drawing/2014/main" id="{1E6DBC49-AF81-8D44-5F36-7C38A2D45183}"/>
                  </a:ext>
                </a:extLst>
              </p:cNvPr>
              <p:cNvSpPr/>
              <p:nvPr/>
            </p:nvSpPr>
            <p:spPr>
              <a:xfrm>
                <a:off x="344067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8" name="ph9059">
                <a:extLst>
                  <a:ext uri="{FF2B5EF4-FFF2-40B4-BE49-F238E27FC236}">
                    <a16:creationId xmlns:a16="http://schemas.microsoft.com/office/drawing/2014/main" id="{8BA9D126-A6BF-9BB9-E6EF-59A48E22E9FE}"/>
                  </a:ext>
                </a:extLst>
              </p:cNvPr>
              <p:cNvSpPr/>
              <p:nvPr/>
            </p:nvSpPr>
            <p:spPr>
              <a:xfrm>
                <a:off x="345011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9" name="ph9060">
                <a:extLst>
                  <a:ext uri="{FF2B5EF4-FFF2-40B4-BE49-F238E27FC236}">
                    <a16:creationId xmlns:a16="http://schemas.microsoft.com/office/drawing/2014/main" id="{2DA5B947-9339-390C-CDA3-B5FDC2FC3B01}"/>
                  </a:ext>
                </a:extLst>
              </p:cNvPr>
              <p:cNvSpPr/>
              <p:nvPr/>
            </p:nvSpPr>
            <p:spPr>
              <a:xfrm>
                <a:off x="345955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A2B">
                  <a:alpha val="100000"/>
                </a:srgbClr>
              </a:solidFill>
              <a:ln w="5420" cap="flat">
                <a:solidFill>
                  <a:srgbClr val="DA3A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0" name="ph9061">
                <a:extLst>
                  <a:ext uri="{FF2B5EF4-FFF2-40B4-BE49-F238E27FC236}">
                    <a16:creationId xmlns:a16="http://schemas.microsoft.com/office/drawing/2014/main" id="{563986F6-EA57-DD74-21AE-9F6C9DC5B937}"/>
                  </a:ext>
                </a:extLst>
              </p:cNvPr>
              <p:cNvSpPr/>
              <p:nvPr/>
            </p:nvSpPr>
            <p:spPr>
              <a:xfrm>
                <a:off x="346899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1" name="ph9062">
                <a:extLst>
                  <a:ext uri="{FF2B5EF4-FFF2-40B4-BE49-F238E27FC236}">
                    <a16:creationId xmlns:a16="http://schemas.microsoft.com/office/drawing/2014/main" id="{C314D1B6-5628-42DA-C117-02DB633B639E}"/>
                  </a:ext>
                </a:extLst>
              </p:cNvPr>
              <p:cNvSpPr/>
              <p:nvPr/>
            </p:nvSpPr>
            <p:spPr>
              <a:xfrm>
                <a:off x="347843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B">
                  <a:alpha val="100000"/>
                </a:srgbClr>
              </a:solidFill>
              <a:ln w="5420" cap="flat">
                <a:solidFill>
                  <a:srgbClr val="DA392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2" name="ph9063">
                <a:extLst>
                  <a:ext uri="{FF2B5EF4-FFF2-40B4-BE49-F238E27FC236}">
                    <a16:creationId xmlns:a16="http://schemas.microsoft.com/office/drawing/2014/main" id="{B63390B3-9841-7F22-374A-28127841A5B3}"/>
                  </a:ext>
                </a:extLst>
              </p:cNvPr>
              <p:cNvSpPr/>
              <p:nvPr/>
            </p:nvSpPr>
            <p:spPr>
              <a:xfrm>
                <a:off x="348787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3" name="ph9064">
                <a:extLst>
                  <a:ext uri="{FF2B5EF4-FFF2-40B4-BE49-F238E27FC236}">
                    <a16:creationId xmlns:a16="http://schemas.microsoft.com/office/drawing/2014/main" id="{89A24B77-C43C-1F93-6D48-CBD269153BF4}"/>
                  </a:ext>
                </a:extLst>
              </p:cNvPr>
              <p:cNvSpPr/>
              <p:nvPr/>
            </p:nvSpPr>
            <p:spPr>
              <a:xfrm>
                <a:off x="349731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4" name="ph9065">
                <a:extLst>
                  <a:ext uri="{FF2B5EF4-FFF2-40B4-BE49-F238E27FC236}">
                    <a16:creationId xmlns:a16="http://schemas.microsoft.com/office/drawing/2014/main" id="{2AF76EAE-A665-C0E7-1519-738B8CB77A31}"/>
                  </a:ext>
                </a:extLst>
              </p:cNvPr>
              <p:cNvSpPr/>
              <p:nvPr/>
            </p:nvSpPr>
            <p:spPr>
              <a:xfrm>
                <a:off x="350675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5" name="ph9066">
                <a:extLst>
                  <a:ext uri="{FF2B5EF4-FFF2-40B4-BE49-F238E27FC236}">
                    <a16:creationId xmlns:a16="http://schemas.microsoft.com/office/drawing/2014/main" id="{43C7BAE8-2538-22E6-39A5-2DB1D6B5E5BD}"/>
                  </a:ext>
                </a:extLst>
              </p:cNvPr>
              <p:cNvSpPr/>
              <p:nvPr/>
            </p:nvSpPr>
            <p:spPr>
              <a:xfrm>
                <a:off x="351619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6" name="ph9067">
                <a:extLst>
                  <a:ext uri="{FF2B5EF4-FFF2-40B4-BE49-F238E27FC236}">
                    <a16:creationId xmlns:a16="http://schemas.microsoft.com/office/drawing/2014/main" id="{80102B2E-F52A-A675-8FFD-962062A35F7B}"/>
                  </a:ext>
                </a:extLst>
              </p:cNvPr>
              <p:cNvSpPr/>
              <p:nvPr/>
            </p:nvSpPr>
            <p:spPr>
              <a:xfrm>
                <a:off x="352563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92A">
                  <a:alpha val="100000"/>
                </a:srgbClr>
              </a:solidFill>
              <a:ln w="5420" cap="flat">
                <a:solidFill>
                  <a:srgbClr val="DA39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7" name="ph9068">
                <a:extLst>
                  <a:ext uri="{FF2B5EF4-FFF2-40B4-BE49-F238E27FC236}">
                    <a16:creationId xmlns:a16="http://schemas.microsoft.com/office/drawing/2014/main" id="{6AB2F635-4397-A40D-16EB-D40077CD714A}"/>
                  </a:ext>
                </a:extLst>
              </p:cNvPr>
              <p:cNvSpPr/>
              <p:nvPr/>
            </p:nvSpPr>
            <p:spPr>
              <a:xfrm>
                <a:off x="353507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8" name="ph9069">
                <a:extLst>
                  <a:ext uri="{FF2B5EF4-FFF2-40B4-BE49-F238E27FC236}">
                    <a16:creationId xmlns:a16="http://schemas.microsoft.com/office/drawing/2014/main" id="{218D373B-E852-AE6A-A59B-76CDCD86896D}"/>
                  </a:ext>
                </a:extLst>
              </p:cNvPr>
              <p:cNvSpPr/>
              <p:nvPr/>
            </p:nvSpPr>
            <p:spPr>
              <a:xfrm>
                <a:off x="354451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9" name="ph9070">
                <a:extLst>
                  <a:ext uri="{FF2B5EF4-FFF2-40B4-BE49-F238E27FC236}">
                    <a16:creationId xmlns:a16="http://schemas.microsoft.com/office/drawing/2014/main" id="{321676C4-45E5-AE5E-3D0F-E4AD144C8E0F}"/>
                  </a:ext>
                </a:extLst>
              </p:cNvPr>
              <p:cNvSpPr/>
              <p:nvPr/>
            </p:nvSpPr>
            <p:spPr>
              <a:xfrm>
                <a:off x="355395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0" name="ph9071">
                <a:extLst>
                  <a:ext uri="{FF2B5EF4-FFF2-40B4-BE49-F238E27FC236}">
                    <a16:creationId xmlns:a16="http://schemas.microsoft.com/office/drawing/2014/main" id="{8600F7F5-8580-7828-B334-EEABE5BC61DA}"/>
                  </a:ext>
                </a:extLst>
              </p:cNvPr>
              <p:cNvSpPr/>
              <p:nvPr/>
            </p:nvSpPr>
            <p:spPr>
              <a:xfrm>
                <a:off x="356339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1" name="ph9072">
                <a:extLst>
                  <a:ext uri="{FF2B5EF4-FFF2-40B4-BE49-F238E27FC236}">
                    <a16:creationId xmlns:a16="http://schemas.microsoft.com/office/drawing/2014/main" id="{4BCA3A18-DC87-77B4-C211-ECDE6CD67414}"/>
                  </a:ext>
                </a:extLst>
              </p:cNvPr>
              <p:cNvSpPr/>
              <p:nvPr/>
            </p:nvSpPr>
            <p:spPr>
              <a:xfrm>
                <a:off x="357283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2" name="ph9073">
                <a:extLst>
                  <a:ext uri="{FF2B5EF4-FFF2-40B4-BE49-F238E27FC236}">
                    <a16:creationId xmlns:a16="http://schemas.microsoft.com/office/drawing/2014/main" id="{E8489B4A-927D-FCAC-8D65-AB26D8900C91}"/>
                  </a:ext>
                </a:extLst>
              </p:cNvPr>
              <p:cNvSpPr/>
              <p:nvPr/>
            </p:nvSpPr>
            <p:spPr>
              <a:xfrm>
                <a:off x="358227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3" name="ph9074">
                <a:extLst>
                  <a:ext uri="{FF2B5EF4-FFF2-40B4-BE49-F238E27FC236}">
                    <a16:creationId xmlns:a16="http://schemas.microsoft.com/office/drawing/2014/main" id="{D5F3B4FC-F701-8760-2709-FE5E565C24F3}"/>
                  </a:ext>
                </a:extLst>
              </p:cNvPr>
              <p:cNvSpPr/>
              <p:nvPr/>
            </p:nvSpPr>
            <p:spPr>
              <a:xfrm>
                <a:off x="359171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382A">
                  <a:alpha val="100000"/>
                </a:srgbClr>
              </a:solidFill>
              <a:ln w="5420" cap="flat">
                <a:solidFill>
                  <a:srgbClr val="DA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4" name="ph9075">
                <a:extLst>
                  <a:ext uri="{FF2B5EF4-FFF2-40B4-BE49-F238E27FC236}">
                    <a16:creationId xmlns:a16="http://schemas.microsoft.com/office/drawing/2014/main" id="{8154EE90-D472-7DF8-F453-EC499EB31291}"/>
                  </a:ext>
                </a:extLst>
              </p:cNvPr>
              <p:cNvSpPr/>
              <p:nvPr/>
            </p:nvSpPr>
            <p:spPr>
              <a:xfrm>
                <a:off x="360115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5" name="ph9076">
                <a:extLst>
                  <a:ext uri="{FF2B5EF4-FFF2-40B4-BE49-F238E27FC236}">
                    <a16:creationId xmlns:a16="http://schemas.microsoft.com/office/drawing/2014/main" id="{F7B68D52-375B-A089-9E5D-411E301F05FC}"/>
                  </a:ext>
                </a:extLst>
              </p:cNvPr>
              <p:cNvSpPr/>
              <p:nvPr/>
            </p:nvSpPr>
            <p:spPr>
              <a:xfrm>
                <a:off x="361059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82A">
                  <a:alpha val="100000"/>
                </a:srgbClr>
              </a:solidFill>
              <a:ln w="5420" cap="flat">
                <a:solidFill>
                  <a:srgbClr val="D938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6" name="ph9077">
                <a:extLst>
                  <a:ext uri="{FF2B5EF4-FFF2-40B4-BE49-F238E27FC236}">
                    <a16:creationId xmlns:a16="http://schemas.microsoft.com/office/drawing/2014/main" id="{C6606A73-220F-AD10-117B-DA5F28B9D329}"/>
                  </a:ext>
                </a:extLst>
              </p:cNvPr>
              <p:cNvSpPr/>
              <p:nvPr/>
            </p:nvSpPr>
            <p:spPr>
              <a:xfrm>
                <a:off x="362003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7" name="ph9078">
                <a:extLst>
                  <a:ext uri="{FF2B5EF4-FFF2-40B4-BE49-F238E27FC236}">
                    <a16:creationId xmlns:a16="http://schemas.microsoft.com/office/drawing/2014/main" id="{C60C088F-163A-6B41-A399-21FD7526A6B5}"/>
                  </a:ext>
                </a:extLst>
              </p:cNvPr>
              <p:cNvSpPr/>
              <p:nvPr/>
            </p:nvSpPr>
            <p:spPr>
              <a:xfrm>
                <a:off x="362947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8" name="ph9079">
                <a:extLst>
                  <a:ext uri="{FF2B5EF4-FFF2-40B4-BE49-F238E27FC236}">
                    <a16:creationId xmlns:a16="http://schemas.microsoft.com/office/drawing/2014/main" id="{29C24840-CA5B-75C0-02B8-683102F457BD}"/>
                  </a:ext>
                </a:extLst>
              </p:cNvPr>
              <p:cNvSpPr/>
              <p:nvPr/>
            </p:nvSpPr>
            <p:spPr>
              <a:xfrm>
                <a:off x="3648360" y="6919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4" y="896830"/>
                    </a:lnTo>
                    <a:lnTo>
                      <a:pt x="914400" y="898115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9" name="ph9080">
                <a:extLst>
                  <a:ext uri="{FF2B5EF4-FFF2-40B4-BE49-F238E27FC236}">
                    <a16:creationId xmlns:a16="http://schemas.microsoft.com/office/drawing/2014/main" id="{57992A2F-08A8-7C14-C042-F66AE08088CA}"/>
                  </a:ext>
                </a:extLst>
              </p:cNvPr>
              <p:cNvSpPr/>
              <p:nvPr/>
            </p:nvSpPr>
            <p:spPr>
              <a:xfrm>
                <a:off x="3648360" y="691930"/>
                <a:ext cx="9216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35" h="914400">
                    <a:moveTo>
                      <a:pt x="914400" y="914400"/>
                    </a:moveTo>
                    <a:lnTo>
                      <a:pt x="914400" y="898115"/>
                    </a:lnTo>
                    <a:lnTo>
                      <a:pt x="915320" y="899948"/>
                    </a:lnTo>
                    <a:lnTo>
                      <a:pt x="919205" y="908568"/>
                    </a:lnTo>
                    <a:lnTo>
                      <a:pt x="921480" y="914201"/>
                    </a:lnTo>
                    <a:lnTo>
                      <a:pt x="921635" y="914400"/>
                    </a:lnTo>
                    <a:close/>
                  </a:path>
                </a:pathLst>
              </a:custGeom>
              <a:solidFill>
                <a:srgbClr val="D9372A">
                  <a:alpha val="100000"/>
                </a:srgbClr>
              </a:solidFill>
              <a:ln w="5420" cap="flat">
                <a:solidFill>
                  <a:srgbClr val="D9372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0" name="ph9081">
                <a:extLst>
                  <a:ext uri="{FF2B5EF4-FFF2-40B4-BE49-F238E27FC236}">
                    <a16:creationId xmlns:a16="http://schemas.microsoft.com/office/drawing/2014/main" id="{3190D131-AB10-B89C-7A4E-25E99E542B11}"/>
                  </a:ext>
                </a:extLst>
              </p:cNvPr>
              <p:cNvSpPr/>
              <p:nvPr/>
            </p:nvSpPr>
            <p:spPr>
              <a:xfrm>
                <a:off x="3760442" y="1793312"/>
                <a:ext cx="930016" cy="1227704"/>
              </a:xfrm>
              <a:custGeom>
                <a:avLst/>
                <a:gdLst/>
                <a:ahLst/>
                <a:cxnLst/>
                <a:rect l="0" t="0" r="0" b="0"/>
                <a:pathLst>
                  <a:path w="930016" h="1227704">
                    <a:moveTo>
                      <a:pt x="914400" y="914400"/>
                    </a:moveTo>
                    <a:lnTo>
                      <a:pt x="905217" y="939176"/>
                    </a:lnTo>
                    <a:lnTo>
                      <a:pt x="892569" y="943362"/>
                    </a:lnTo>
                    <a:lnTo>
                      <a:pt x="880437" y="951615"/>
                    </a:lnTo>
                    <a:lnTo>
                      <a:pt x="876104" y="1030010"/>
                    </a:lnTo>
                    <a:lnTo>
                      <a:pt x="898193" y="1059796"/>
                    </a:lnTo>
                    <a:lnTo>
                      <a:pt x="886060" y="1063966"/>
                    </a:lnTo>
                    <a:lnTo>
                      <a:pt x="874961" y="1072888"/>
                    </a:lnTo>
                    <a:lnTo>
                      <a:pt x="867032" y="1086082"/>
                    </a:lnTo>
                    <a:lnTo>
                      <a:pt x="858920" y="1114479"/>
                    </a:lnTo>
                    <a:lnTo>
                      <a:pt x="828442" y="1130573"/>
                    </a:lnTo>
                    <a:lnTo>
                      <a:pt x="816900" y="1142481"/>
                    </a:lnTo>
                    <a:lnTo>
                      <a:pt x="799881" y="1168973"/>
                    </a:lnTo>
                    <a:lnTo>
                      <a:pt x="791013" y="1207424"/>
                    </a:lnTo>
                    <a:lnTo>
                      <a:pt x="773773" y="1223827"/>
                    </a:lnTo>
                    <a:lnTo>
                      <a:pt x="754413" y="1227704"/>
                    </a:lnTo>
                    <a:lnTo>
                      <a:pt x="765771" y="1196202"/>
                    </a:lnTo>
                    <a:lnTo>
                      <a:pt x="780650" y="1170534"/>
                    </a:lnTo>
                    <a:lnTo>
                      <a:pt x="766343" y="1152930"/>
                    </a:lnTo>
                    <a:lnTo>
                      <a:pt x="757732" y="1125374"/>
                    </a:lnTo>
                    <a:lnTo>
                      <a:pt x="746614" y="1104236"/>
                    </a:lnTo>
                    <a:lnTo>
                      <a:pt x="755464" y="1080626"/>
                    </a:lnTo>
                    <a:lnTo>
                      <a:pt x="751113" y="1041935"/>
                    </a:lnTo>
                    <a:lnTo>
                      <a:pt x="752551" y="1004170"/>
                    </a:lnTo>
                    <a:lnTo>
                      <a:pt x="765458" y="985108"/>
                    </a:lnTo>
                    <a:lnTo>
                      <a:pt x="780245" y="969562"/>
                    </a:lnTo>
                    <a:lnTo>
                      <a:pt x="803274" y="933822"/>
                    </a:lnTo>
                    <a:lnTo>
                      <a:pt x="828239" y="907914"/>
                    </a:lnTo>
                    <a:lnTo>
                      <a:pt x="863068" y="896263"/>
                    </a:lnTo>
                    <a:lnTo>
                      <a:pt x="878796" y="907004"/>
                    </a:lnTo>
                    <a:lnTo>
                      <a:pt x="885581" y="883446"/>
                    </a:lnTo>
                    <a:lnTo>
                      <a:pt x="896810" y="878076"/>
                    </a:lnTo>
                    <a:lnTo>
                      <a:pt x="907356" y="883515"/>
                    </a:lnTo>
                    <a:lnTo>
                      <a:pt x="930016" y="9060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1" name="ph9082">
                <a:extLst>
                  <a:ext uri="{FF2B5EF4-FFF2-40B4-BE49-F238E27FC236}">
                    <a16:creationId xmlns:a16="http://schemas.microsoft.com/office/drawing/2014/main" id="{48F1ED1B-79CB-ED0B-5BD1-1DDE8CBC672C}"/>
                  </a:ext>
                </a:extLst>
              </p:cNvPr>
              <p:cNvSpPr/>
              <p:nvPr/>
            </p:nvSpPr>
            <p:spPr>
              <a:xfrm>
                <a:off x="3285296" y="2345679"/>
                <a:ext cx="10353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5334" h="914400">
                    <a:moveTo>
                      <a:pt x="914400" y="914400"/>
                    </a:moveTo>
                    <a:lnTo>
                      <a:pt x="905807" y="913147"/>
                    </a:lnTo>
                    <a:lnTo>
                      <a:pt x="900073" y="889555"/>
                    </a:lnTo>
                    <a:lnTo>
                      <a:pt x="898727" y="828850"/>
                    </a:lnTo>
                    <a:lnTo>
                      <a:pt x="902157" y="798858"/>
                    </a:lnTo>
                    <a:lnTo>
                      <a:pt x="943329" y="690676"/>
                    </a:lnTo>
                    <a:lnTo>
                      <a:pt x="961711" y="681840"/>
                    </a:lnTo>
                    <a:lnTo>
                      <a:pt x="987561" y="615542"/>
                    </a:lnTo>
                    <a:lnTo>
                      <a:pt x="994531" y="586047"/>
                    </a:lnTo>
                    <a:lnTo>
                      <a:pt x="1005741" y="559486"/>
                    </a:lnTo>
                    <a:lnTo>
                      <a:pt x="1012360" y="535740"/>
                    </a:lnTo>
                    <a:lnTo>
                      <a:pt x="1017910" y="526148"/>
                    </a:lnTo>
                    <a:lnTo>
                      <a:pt x="1029969" y="530644"/>
                    </a:lnTo>
                    <a:lnTo>
                      <a:pt x="1035334" y="535019"/>
                    </a:lnTo>
                    <a:lnTo>
                      <a:pt x="1022630" y="548848"/>
                    </a:lnTo>
                    <a:lnTo>
                      <a:pt x="1024105" y="566847"/>
                    </a:lnTo>
                    <a:lnTo>
                      <a:pt x="1023220" y="574311"/>
                    </a:lnTo>
                    <a:lnTo>
                      <a:pt x="991157" y="652603"/>
                    </a:lnTo>
                    <a:lnTo>
                      <a:pt x="982583" y="703442"/>
                    </a:lnTo>
                    <a:lnTo>
                      <a:pt x="971207" y="715847"/>
                    </a:lnTo>
                    <a:lnTo>
                      <a:pt x="924098" y="89671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2" name="ph9083">
                <a:extLst>
                  <a:ext uri="{FF2B5EF4-FFF2-40B4-BE49-F238E27FC236}">
                    <a16:creationId xmlns:a16="http://schemas.microsoft.com/office/drawing/2014/main" id="{E2453BA5-0037-8863-D166-5E2B44FE38B9}"/>
                  </a:ext>
                </a:extLst>
              </p:cNvPr>
              <p:cNvSpPr/>
              <p:nvPr/>
            </p:nvSpPr>
            <p:spPr>
              <a:xfrm>
                <a:off x="2340055" y="1407686"/>
                <a:ext cx="2334160" cy="2166470"/>
              </a:xfrm>
              <a:custGeom>
                <a:avLst/>
                <a:gdLst/>
                <a:ahLst/>
                <a:cxnLst/>
                <a:rect l="0" t="0" r="0" b="0"/>
                <a:pathLst>
                  <a:path w="2334160" h="2166470">
                    <a:moveTo>
                      <a:pt x="914400" y="914400"/>
                    </a:moveTo>
                    <a:lnTo>
                      <a:pt x="928154" y="920199"/>
                    </a:lnTo>
                    <a:lnTo>
                      <a:pt x="946887" y="908583"/>
                    </a:lnTo>
                    <a:lnTo>
                      <a:pt x="959997" y="876051"/>
                    </a:lnTo>
                    <a:lnTo>
                      <a:pt x="967482" y="827237"/>
                    </a:lnTo>
                    <a:lnTo>
                      <a:pt x="976222" y="780739"/>
                    </a:lnTo>
                    <a:lnTo>
                      <a:pt x="965878" y="730998"/>
                    </a:lnTo>
                    <a:lnTo>
                      <a:pt x="954834" y="687313"/>
                    </a:lnTo>
                    <a:lnTo>
                      <a:pt x="954060" y="674479"/>
                    </a:lnTo>
                    <a:lnTo>
                      <a:pt x="983044" y="637624"/>
                    </a:lnTo>
                    <a:lnTo>
                      <a:pt x="991913" y="607649"/>
                    </a:lnTo>
                    <a:lnTo>
                      <a:pt x="1001519" y="579115"/>
                    </a:lnTo>
                    <a:lnTo>
                      <a:pt x="1012121" y="569404"/>
                    </a:lnTo>
                    <a:lnTo>
                      <a:pt x="1027904" y="567190"/>
                    </a:lnTo>
                    <a:lnTo>
                      <a:pt x="1046286" y="561820"/>
                    </a:lnTo>
                    <a:lnTo>
                      <a:pt x="1069463" y="542723"/>
                    </a:lnTo>
                    <a:lnTo>
                      <a:pt x="1090242" y="517140"/>
                    </a:lnTo>
                    <a:lnTo>
                      <a:pt x="1106117" y="493685"/>
                    </a:lnTo>
                    <a:lnTo>
                      <a:pt x="1111501" y="447273"/>
                    </a:lnTo>
                    <a:lnTo>
                      <a:pt x="1111723" y="423955"/>
                    </a:lnTo>
                    <a:lnTo>
                      <a:pt x="1118711" y="406643"/>
                    </a:lnTo>
                    <a:lnTo>
                      <a:pt x="1125477" y="372825"/>
                    </a:lnTo>
                    <a:lnTo>
                      <a:pt x="1118895" y="339469"/>
                    </a:lnTo>
                    <a:lnTo>
                      <a:pt x="1098410" y="288870"/>
                    </a:lnTo>
                    <a:lnTo>
                      <a:pt x="1073740" y="217716"/>
                    </a:lnTo>
                    <a:lnTo>
                      <a:pt x="1069963" y="179814"/>
                    </a:lnTo>
                    <a:lnTo>
                      <a:pt x="1998100" y="179814"/>
                    </a:lnTo>
                    <a:lnTo>
                      <a:pt x="1998552" y="184790"/>
                    </a:lnTo>
                    <a:lnTo>
                      <a:pt x="1996671" y="196732"/>
                    </a:lnTo>
                    <a:lnTo>
                      <a:pt x="2011016" y="245821"/>
                    </a:lnTo>
                    <a:lnTo>
                      <a:pt x="2007679" y="263031"/>
                    </a:lnTo>
                    <a:lnTo>
                      <a:pt x="2005743" y="284958"/>
                    </a:lnTo>
                    <a:lnTo>
                      <a:pt x="2026301" y="306028"/>
                    </a:lnTo>
                    <a:lnTo>
                      <a:pt x="2044647" y="305685"/>
                    </a:lnTo>
                    <a:lnTo>
                      <a:pt x="2063232" y="305359"/>
                    </a:lnTo>
                    <a:lnTo>
                      <a:pt x="2070331" y="310644"/>
                    </a:lnTo>
                    <a:lnTo>
                      <a:pt x="2077448" y="325554"/>
                    </a:lnTo>
                    <a:lnTo>
                      <a:pt x="2083182" y="343158"/>
                    </a:lnTo>
                    <a:lnTo>
                      <a:pt x="2098486" y="341700"/>
                    </a:lnTo>
                    <a:lnTo>
                      <a:pt x="2122916" y="327373"/>
                    </a:lnTo>
                    <a:lnTo>
                      <a:pt x="2138810" y="323959"/>
                    </a:lnTo>
                    <a:lnTo>
                      <a:pt x="2149301" y="351497"/>
                    </a:lnTo>
                    <a:lnTo>
                      <a:pt x="2177843" y="387872"/>
                    </a:lnTo>
                    <a:lnTo>
                      <a:pt x="2194455" y="404172"/>
                    </a:lnTo>
                    <a:lnTo>
                      <a:pt x="2222684" y="412751"/>
                    </a:lnTo>
                    <a:lnTo>
                      <a:pt x="2252424" y="442109"/>
                    </a:lnTo>
                    <a:lnTo>
                      <a:pt x="2248257" y="477488"/>
                    </a:lnTo>
                    <a:lnTo>
                      <a:pt x="2260666" y="489310"/>
                    </a:lnTo>
                    <a:lnTo>
                      <a:pt x="2295754" y="503277"/>
                    </a:lnTo>
                    <a:lnTo>
                      <a:pt x="2308162" y="522116"/>
                    </a:lnTo>
                    <a:lnTo>
                      <a:pt x="2314118" y="538176"/>
                    </a:lnTo>
                    <a:lnTo>
                      <a:pt x="2323355" y="551491"/>
                    </a:lnTo>
                    <a:lnTo>
                      <a:pt x="2334160" y="591726"/>
                    </a:lnTo>
                    <a:lnTo>
                      <a:pt x="2330399" y="616520"/>
                    </a:lnTo>
                    <a:lnTo>
                      <a:pt x="2316257" y="625047"/>
                    </a:lnTo>
                    <a:lnTo>
                      <a:pt x="2282865" y="651608"/>
                    </a:lnTo>
                    <a:lnTo>
                      <a:pt x="2267986" y="671442"/>
                    </a:lnTo>
                    <a:lnTo>
                      <a:pt x="2256315" y="683796"/>
                    </a:lnTo>
                    <a:lnTo>
                      <a:pt x="2223145" y="710288"/>
                    </a:lnTo>
                    <a:lnTo>
                      <a:pt x="2210994" y="715041"/>
                    </a:lnTo>
                    <a:lnTo>
                      <a:pt x="2199360" y="728819"/>
                    </a:lnTo>
                    <a:lnTo>
                      <a:pt x="2188113" y="734841"/>
                    </a:lnTo>
                    <a:lnTo>
                      <a:pt x="2178046" y="731375"/>
                    </a:lnTo>
                    <a:lnTo>
                      <a:pt x="2140414" y="756323"/>
                    </a:lnTo>
                    <a:lnTo>
                      <a:pt x="2143345" y="766978"/>
                    </a:lnTo>
                    <a:lnTo>
                      <a:pt x="2172201" y="771491"/>
                    </a:lnTo>
                    <a:lnTo>
                      <a:pt x="2186914" y="766137"/>
                    </a:lnTo>
                    <a:lnTo>
                      <a:pt x="2198235" y="753595"/>
                    </a:lnTo>
                    <a:lnTo>
                      <a:pt x="2210607" y="750712"/>
                    </a:lnTo>
                    <a:lnTo>
                      <a:pt x="2221891" y="753080"/>
                    </a:lnTo>
                    <a:lnTo>
                      <a:pt x="2233857" y="743197"/>
                    </a:lnTo>
                    <a:lnTo>
                      <a:pt x="2243242" y="739251"/>
                    </a:lnTo>
                    <a:lnTo>
                      <a:pt x="2252941" y="743986"/>
                    </a:lnTo>
                    <a:lnTo>
                      <a:pt x="2263764" y="767681"/>
                    </a:lnTo>
                    <a:lnTo>
                      <a:pt x="2241306" y="780018"/>
                    </a:lnTo>
                    <a:lnTo>
                      <a:pt x="2225376" y="780584"/>
                    </a:lnTo>
                    <a:lnTo>
                      <a:pt x="2217595" y="819447"/>
                    </a:lnTo>
                    <a:lnTo>
                      <a:pt x="2207952" y="836142"/>
                    </a:lnTo>
                    <a:lnTo>
                      <a:pt x="2201038" y="844172"/>
                    </a:lnTo>
                    <a:lnTo>
                      <a:pt x="2165692" y="860712"/>
                    </a:lnTo>
                    <a:lnTo>
                      <a:pt x="2142368" y="881679"/>
                    </a:lnTo>
                    <a:lnTo>
                      <a:pt x="2114877" y="898563"/>
                    </a:lnTo>
                    <a:lnTo>
                      <a:pt x="2102874" y="894891"/>
                    </a:lnTo>
                    <a:lnTo>
                      <a:pt x="2084786" y="912049"/>
                    </a:lnTo>
                    <a:lnTo>
                      <a:pt x="2044592" y="932364"/>
                    </a:lnTo>
                    <a:lnTo>
                      <a:pt x="2023996" y="959731"/>
                    </a:lnTo>
                    <a:lnTo>
                      <a:pt x="1977772" y="984215"/>
                    </a:lnTo>
                    <a:lnTo>
                      <a:pt x="1954227" y="1004136"/>
                    </a:lnTo>
                    <a:lnTo>
                      <a:pt x="1890266" y="1005182"/>
                    </a:lnTo>
                    <a:lnTo>
                      <a:pt x="1829181" y="1000807"/>
                    </a:lnTo>
                    <a:lnTo>
                      <a:pt x="1810005" y="1010278"/>
                    </a:lnTo>
                    <a:lnTo>
                      <a:pt x="1829605" y="1013212"/>
                    </a:lnTo>
                    <a:lnTo>
                      <a:pt x="1843341" y="1022512"/>
                    </a:lnTo>
                    <a:lnTo>
                      <a:pt x="1859806" y="1018634"/>
                    </a:lnTo>
                    <a:lnTo>
                      <a:pt x="1898508" y="1023284"/>
                    </a:lnTo>
                    <a:lnTo>
                      <a:pt x="1918421" y="1028346"/>
                    </a:lnTo>
                    <a:lnTo>
                      <a:pt x="1943976" y="1060912"/>
                    </a:lnTo>
                    <a:lnTo>
                      <a:pt x="1925187" y="1072493"/>
                    </a:lnTo>
                    <a:lnTo>
                      <a:pt x="1892644" y="1081381"/>
                    </a:lnTo>
                    <a:lnTo>
                      <a:pt x="1904850" y="1127570"/>
                    </a:lnTo>
                    <a:lnTo>
                      <a:pt x="1914917" y="1158712"/>
                    </a:lnTo>
                    <a:lnTo>
                      <a:pt x="1901734" y="1177500"/>
                    </a:lnTo>
                    <a:lnTo>
                      <a:pt x="1900757" y="1262981"/>
                    </a:lnTo>
                    <a:lnTo>
                      <a:pt x="1882264" y="1264611"/>
                    </a:lnTo>
                    <a:lnTo>
                      <a:pt x="1874409" y="1299974"/>
                    </a:lnTo>
                    <a:lnTo>
                      <a:pt x="1880236" y="1318007"/>
                    </a:lnTo>
                    <a:lnTo>
                      <a:pt x="1879775" y="1359890"/>
                    </a:lnTo>
                    <a:lnTo>
                      <a:pt x="1883628" y="1385695"/>
                    </a:lnTo>
                    <a:lnTo>
                      <a:pt x="1892700" y="1409459"/>
                    </a:lnTo>
                    <a:lnTo>
                      <a:pt x="1888662" y="1434235"/>
                    </a:lnTo>
                    <a:lnTo>
                      <a:pt x="1859419" y="1492229"/>
                    </a:lnTo>
                    <a:lnTo>
                      <a:pt x="1860083" y="1519442"/>
                    </a:lnTo>
                    <a:lnTo>
                      <a:pt x="1865338" y="1535605"/>
                    </a:lnTo>
                    <a:lnTo>
                      <a:pt x="1869228" y="1561445"/>
                    </a:lnTo>
                    <a:lnTo>
                      <a:pt x="1855934" y="1611117"/>
                    </a:lnTo>
                    <a:lnTo>
                      <a:pt x="1846549" y="1652622"/>
                    </a:lnTo>
                    <a:lnTo>
                      <a:pt x="1835394" y="1687556"/>
                    </a:lnTo>
                    <a:lnTo>
                      <a:pt x="1810429" y="1729473"/>
                    </a:lnTo>
                    <a:lnTo>
                      <a:pt x="1798002" y="1760803"/>
                    </a:lnTo>
                    <a:lnTo>
                      <a:pt x="1768926" y="1858570"/>
                    </a:lnTo>
                    <a:lnTo>
                      <a:pt x="1754507" y="1877975"/>
                    </a:lnTo>
                    <a:lnTo>
                      <a:pt x="1736825" y="1892886"/>
                    </a:lnTo>
                    <a:lnTo>
                      <a:pt x="1717115" y="1879091"/>
                    </a:lnTo>
                    <a:lnTo>
                      <a:pt x="1699046" y="1871575"/>
                    </a:lnTo>
                    <a:lnTo>
                      <a:pt x="1676975" y="1872485"/>
                    </a:lnTo>
                    <a:lnTo>
                      <a:pt x="1642404" y="1883792"/>
                    </a:lnTo>
                    <a:lnTo>
                      <a:pt x="1590409" y="1876277"/>
                    </a:lnTo>
                    <a:lnTo>
                      <a:pt x="1539594" y="1879897"/>
                    </a:lnTo>
                    <a:lnTo>
                      <a:pt x="1526743" y="1889660"/>
                    </a:lnTo>
                    <a:lnTo>
                      <a:pt x="1534450" y="1925143"/>
                    </a:lnTo>
                    <a:lnTo>
                      <a:pt x="1515717" y="1929792"/>
                    </a:lnTo>
                    <a:lnTo>
                      <a:pt x="1497408" y="1919704"/>
                    </a:lnTo>
                    <a:lnTo>
                      <a:pt x="1481293" y="1931748"/>
                    </a:lnTo>
                    <a:lnTo>
                      <a:pt x="1467834" y="1944960"/>
                    </a:lnTo>
                    <a:lnTo>
                      <a:pt x="1441394" y="1976308"/>
                    </a:lnTo>
                    <a:lnTo>
                      <a:pt x="1432543" y="1995611"/>
                    </a:lnTo>
                    <a:lnTo>
                      <a:pt x="1430257" y="2031968"/>
                    </a:lnTo>
                    <a:lnTo>
                      <a:pt x="1444141" y="2064569"/>
                    </a:lnTo>
                    <a:lnTo>
                      <a:pt x="1456457" y="2102745"/>
                    </a:lnTo>
                    <a:lnTo>
                      <a:pt x="1424744" y="2148814"/>
                    </a:lnTo>
                    <a:lnTo>
                      <a:pt x="1407044" y="2150376"/>
                    </a:lnTo>
                    <a:lnTo>
                      <a:pt x="1355380" y="2137593"/>
                    </a:lnTo>
                    <a:lnTo>
                      <a:pt x="1263817" y="2166470"/>
                    </a:lnTo>
                    <a:lnTo>
                      <a:pt x="1181584" y="2143633"/>
                    </a:lnTo>
                    <a:lnTo>
                      <a:pt x="1191928" y="2118959"/>
                    </a:lnTo>
                    <a:lnTo>
                      <a:pt x="1191577" y="2100823"/>
                    </a:lnTo>
                    <a:lnTo>
                      <a:pt x="1196224" y="2072924"/>
                    </a:lnTo>
                    <a:lnTo>
                      <a:pt x="1198990" y="2044391"/>
                    </a:lnTo>
                    <a:lnTo>
                      <a:pt x="1198215" y="2025294"/>
                    </a:lnTo>
                    <a:lnTo>
                      <a:pt x="1192186" y="2004945"/>
                    </a:lnTo>
                    <a:lnTo>
                      <a:pt x="1171904" y="1978315"/>
                    </a:lnTo>
                    <a:lnTo>
                      <a:pt x="1126215" y="1888442"/>
                    </a:lnTo>
                    <a:lnTo>
                      <a:pt x="1112700" y="1850505"/>
                    </a:lnTo>
                    <a:lnTo>
                      <a:pt x="1103296" y="1834703"/>
                    </a:lnTo>
                    <a:lnTo>
                      <a:pt x="1110063" y="1833845"/>
                    </a:lnTo>
                    <a:lnTo>
                      <a:pt x="1147695" y="1854212"/>
                    </a:lnTo>
                    <a:lnTo>
                      <a:pt x="1156472" y="1851706"/>
                    </a:lnTo>
                    <a:lnTo>
                      <a:pt x="1165691" y="1844054"/>
                    </a:lnTo>
                    <a:lnTo>
                      <a:pt x="1154462" y="1814903"/>
                    </a:lnTo>
                    <a:lnTo>
                      <a:pt x="1144819" y="1801708"/>
                    </a:lnTo>
                    <a:lnTo>
                      <a:pt x="1138273" y="1781976"/>
                    </a:lnTo>
                    <a:lnTo>
                      <a:pt x="1160307" y="1776640"/>
                    </a:lnTo>
                    <a:lnTo>
                      <a:pt x="1176219" y="1777824"/>
                    </a:lnTo>
                    <a:lnTo>
                      <a:pt x="1187945" y="1755622"/>
                    </a:lnTo>
                    <a:lnTo>
                      <a:pt x="1181178" y="1719727"/>
                    </a:lnTo>
                    <a:lnTo>
                      <a:pt x="1164086" y="1708677"/>
                    </a:lnTo>
                    <a:lnTo>
                      <a:pt x="1149815" y="1703873"/>
                    </a:lnTo>
                    <a:lnTo>
                      <a:pt x="1122454" y="1647492"/>
                    </a:lnTo>
                    <a:lnTo>
                      <a:pt x="1093912" y="1618289"/>
                    </a:lnTo>
                    <a:lnTo>
                      <a:pt x="1043004" y="1505647"/>
                    </a:lnTo>
                    <a:lnTo>
                      <a:pt x="1024382" y="1428333"/>
                    </a:lnTo>
                    <a:lnTo>
                      <a:pt x="1007069" y="1435677"/>
                    </a:lnTo>
                    <a:lnTo>
                      <a:pt x="998661" y="1401995"/>
                    </a:lnTo>
                    <a:lnTo>
                      <a:pt x="992632" y="1370099"/>
                    </a:lnTo>
                    <a:lnTo>
                      <a:pt x="991433" y="1346644"/>
                    </a:lnTo>
                    <a:lnTo>
                      <a:pt x="964293" y="1333209"/>
                    </a:lnTo>
                    <a:lnTo>
                      <a:pt x="963186" y="1316772"/>
                    </a:lnTo>
                    <a:lnTo>
                      <a:pt x="958300" y="1243421"/>
                    </a:lnTo>
                    <a:lnTo>
                      <a:pt x="929187" y="1233573"/>
                    </a:lnTo>
                    <a:lnTo>
                      <a:pt x="910362" y="1192410"/>
                    </a:lnTo>
                    <a:lnTo>
                      <a:pt x="907006" y="1114530"/>
                    </a:lnTo>
                    <a:lnTo>
                      <a:pt x="887830" y="1100358"/>
                    </a:lnTo>
                    <a:lnTo>
                      <a:pt x="872398" y="1104287"/>
                    </a:lnTo>
                    <a:lnTo>
                      <a:pt x="873117" y="1084984"/>
                    </a:lnTo>
                    <a:lnTo>
                      <a:pt x="876804" y="1066865"/>
                    </a:lnTo>
                    <a:lnTo>
                      <a:pt x="867788" y="995076"/>
                    </a:lnTo>
                    <a:lnTo>
                      <a:pt x="864783" y="929550"/>
                    </a:lnTo>
                    <a:lnTo>
                      <a:pt x="857463" y="909767"/>
                    </a:lnTo>
                    <a:lnTo>
                      <a:pt x="853315" y="886604"/>
                    </a:lnTo>
                    <a:lnTo>
                      <a:pt x="857039" y="866597"/>
                    </a:lnTo>
                    <a:lnTo>
                      <a:pt x="862497" y="855101"/>
                    </a:lnTo>
                    <a:lnTo>
                      <a:pt x="881285" y="852082"/>
                    </a:lnTo>
                    <a:lnTo>
                      <a:pt x="898838" y="8697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3" name="ph9084">
                <a:extLst>
                  <a:ext uri="{FF2B5EF4-FFF2-40B4-BE49-F238E27FC236}">
                    <a16:creationId xmlns:a16="http://schemas.microsoft.com/office/drawing/2014/main" id="{EACA9F29-F0B8-60A6-F701-5EE3EA38E0DA}"/>
                  </a:ext>
                </a:extLst>
              </p:cNvPr>
              <p:cNvSpPr/>
              <p:nvPr/>
            </p:nvSpPr>
            <p:spPr>
              <a:xfrm>
                <a:off x="3787749" y="1776394"/>
                <a:ext cx="9508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851" h="914400">
                    <a:moveTo>
                      <a:pt x="914400" y="914400"/>
                    </a:moveTo>
                    <a:lnTo>
                      <a:pt x="904609" y="912735"/>
                    </a:lnTo>
                    <a:lnTo>
                      <a:pt x="895685" y="896555"/>
                    </a:lnTo>
                    <a:lnTo>
                      <a:pt x="913736" y="871848"/>
                    </a:lnTo>
                    <a:lnTo>
                      <a:pt x="941356" y="873186"/>
                    </a:lnTo>
                    <a:lnTo>
                      <a:pt x="950851" y="878333"/>
                    </a:lnTo>
                    <a:lnTo>
                      <a:pt x="917792" y="8924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4" name="ph9085">
                <a:extLst>
                  <a:ext uri="{FF2B5EF4-FFF2-40B4-BE49-F238E27FC236}">
                    <a16:creationId xmlns:a16="http://schemas.microsoft.com/office/drawing/2014/main" id="{E057E069-C767-0651-91B9-2D15C93E2C1C}"/>
                  </a:ext>
                </a:extLst>
              </p:cNvPr>
              <p:cNvSpPr/>
              <p:nvPr/>
            </p:nvSpPr>
            <p:spPr>
              <a:xfrm>
                <a:off x="3643029" y="1369012"/>
                <a:ext cx="935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5861" h="914400">
                    <a:moveTo>
                      <a:pt x="914400" y="914400"/>
                    </a:moveTo>
                    <a:lnTo>
                      <a:pt x="910251" y="913336"/>
                    </a:lnTo>
                    <a:lnTo>
                      <a:pt x="915414" y="897018"/>
                    </a:lnTo>
                    <a:lnTo>
                      <a:pt x="919249" y="889967"/>
                    </a:lnTo>
                    <a:lnTo>
                      <a:pt x="931971" y="883378"/>
                    </a:lnTo>
                    <a:lnTo>
                      <a:pt x="935861" y="884527"/>
                    </a:lnTo>
                    <a:lnTo>
                      <a:pt x="922770" y="91105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5" name="ph9086">
                <a:extLst>
                  <a:ext uri="{FF2B5EF4-FFF2-40B4-BE49-F238E27FC236}">
                    <a16:creationId xmlns:a16="http://schemas.microsoft.com/office/drawing/2014/main" id="{6950B3AC-F879-0C33-1BC5-83C000EEF097}"/>
                  </a:ext>
                </a:extLst>
              </p:cNvPr>
              <p:cNvSpPr/>
              <p:nvPr/>
            </p:nvSpPr>
            <p:spPr>
              <a:xfrm>
                <a:off x="3680495" y="1222242"/>
                <a:ext cx="93859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8590" h="914399">
                    <a:moveTo>
                      <a:pt x="914400" y="914399"/>
                    </a:moveTo>
                    <a:lnTo>
                      <a:pt x="909643" y="900141"/>
                    </a:lnTo>
                    <a:lnTo>
                      <a:pt x="911542" y="897344"/>
                    </a:lnTo>
                    <a:lnTo>
                      <a:pt x="914787" y="883275"/>
                    </a:lnTo>
                    <a:lnTo>
                      <a:pt x="923950" y="875554"/>
                    </a:lnTo>
                    <a:lnTo>
                      <a:pt x="938590" y="880186"/>
                    </a:lnTo>
                    <a:lnTo>
                      <a:pt x="938498" y="883704"/>
                    </a:lnTo>
                    <a:lnTo>
                      <a:pt x="924504" y="895097"/>
                    </a:lnTo>
                    <a:lnTo>
                      <a:pt x="919138" y="9027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6" name="ph9087">
                <a:extLst>
                  <a:ext uri="{FF2B5EF4-FFF2-40B4-BE49-F238E27FC236}">
                    <a16:creationId xmlns:a16="http://schemas.microsoft.com/office/drawing/2014/main" id="{BF8D5401-FE9A-C969-2B57-F93C9E4978FB}"/>
                  </a:ext>
                </a:extLst>
              </p:cNvPr>
              <p:cNvSpPr/>
              <p:nvPr/>
            </p:nvSpPr>
            <p:spPr>
              <a:xfrm>
                <a:off x="3936138" y="2980371"/>
                <a:ext cx="928689" cy="915639"/>
              </a:xfrm>
              <a:custGeom>
                <a:avLst/>
                <a:gdLst/>
                <a:ahLst/>
                <a:cxnLst/>
                <a:rect l="0" t="0" r="0" b="0"/>
                <a:pathLst>
                  <a:path w="928689" h="915639">
                    <a:moveTo>
                      <a:pt x="914400" y="914400"/>
                    </a:moveTo>
                    <a:lnTo>
                      <a:pt x="861519" y="909801"/>
                    </a:lnTo>
                    <a:lnTo>
                      <a:pt x="853997" y="905546"/>
                    </a:lnTo>
                    <a:lnTo>
                      <a:pt x="883092" y="875451"/>
                    </a:lnTo>
                    <a:lnTo>
                      <a:pt x="902046" y="844172"/>
                    </a:lnTo>
                    <a:lnTo>
                      <a:pt x="918142" y="803353"/>
                    </a:lnTo>
                    <a:lnTo>
                      <a:pt x="919857" y="775077"/>
                    </a:lnTo>
                    <a:lnTo>
                      <a:pt x="923877" y="743197"/>
                    </a:lnTo>
                    <a:lnTo>
                      <a:pt x="928689" y="740822"/>
                    </a:lnTo>
                    <a:lnTo>
                      <a:pt x="928689" y="91563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7" name="ph9088">
                <a:extLst>
                  <a:ext uri="{FF2B5EF4-FFF2-40B4-BE49-F238E27FC236}">
                    <a16:creationId xmlns:a16="http://schemas.microsoft.com/office/drawing/2014/main" id="{588E305E-EDC2-F0CB-DAB9-C06A40078B22}"/>
                  </a:ext>
                </a:extLst>
              </p:cNvPr>
              <p:cNvSpPr/>
              <p:nvPr/>
            </p:nvSpPr>
            <p:spPr>
              <a:xfrm>
                <a:off x="2952730" y="3126437"/>
                <a:ext cx="1912096" cy="920834"/>
              </a:xfrm>
              <a:custGeom>
                <a:avLst/>
                <a:gdLst/>
                <a:ahLst/>
                <a:cxnLst/>
                <a:rect l="0" t="0" r="0" b="0"/>
                <a:pathLst>
                  <a:path w="1912096" h="920834">
                    <a:moveTo>
                      <a:pt x="914400" y="914400"/>
                    </a:moveTo>
                    <a:lnTo>
                      <a:pt x="1022520" y="871676"/>
                    </a:lnTo>
                    <a:lnTo>
                      <a:pt x="1137997" y="831595"/>
                    </a:lnTo>
                    <a:lnTo>
                      <a:pt x="1164953" y="827237"/>
                    </a:lnTo>
                    <a:lnTo>
                      <a:pt x="1192057" y="818795"/>
                    </a:lnTo>
                    <a:lnTo>
                      <a:pt x="1202069" y="803799"/>
                    </a:lnTo>
                    <a:lnTo>
                      <a:pt x="1212062" y="793762"/>
                    </a:lnTo>
                    <a:lnTo>
                      <a:pt x="1227790" y="767321"/>
                    </a:lnTo>
                    <a:lnTo>
                      <a:pt x="1262564" y="726228"/>
                    </a:lnTo>
                    <a:lnTo>
                      <a:pt x="1324054" y="711266"/>
                    </a:lnTo>
                    <a:lnTo>
                      <a:pt x="1347010" y="691775"/>
                    </a:lnTo>
                    <a:lnTo>
                      <a:pt x="1395133" y="664476"/>
                    </a:lnTo>
                    <a:lnTo>
                      <a:pt x="1504839" y="633849"/>
                    </a:lnTo>
                    <a:lnTo>
                      <a:pt x="1550657" y="627123"/>
                    </a:lnTo>
                    <a:lnTo>
                      <a:pt x="1595553" y="626300"/>
                    </a:lnTo>
                    <a:lnTo>
                      <a:pt x="1635527" y="650458"/>
                    </a:lnTo>
                    <a:lnTo>
                      <a:pt x="1677842" y="680279"/>
                    </a:lnTo>
                    <a:lnTo>
                      <a:pt x="1685457" y="698277"/>
                    </a:lnTo>
                    <a:lnTo>
                      <a:pt x="1662557" y="687056"/>
                    </a:lnTo>
                    <a:lnTo>
                      <a:pt x="1629184" y="660272"/>
                    </a:lnTo>
                    <a:lnTo>
                      <a:pt x="1616849" y="659140"/>
                    </a:lnTo>
                    <a:lnTo>
                      <a:pt x="1645336" y="740606"/>
                    </a:lnTo>
                    <a:lnTo>
                      <a:pt x="1660916" y="769414"/>
                    </a:lnTo>
                    <a:lnTo>
                      <a:pt x="1692408" y="790965"/>
                    </a:lnTo>
                    <a:lnTo>
                      <a:pt x="1718811" y="798223"/>
                    </a:lnTo>
                    <a:lnTo>
                      <a:pt x="1800159" y="785165"/>
                    </a:lnTo>
                    <a:lnTo>
                      <a:pt x="1829052" y="768110"/>
                    </a:lnTo>
                    <a:lnTo>
                      <a:pt x="1837404" y="759480"/>
                    </a:lnTo>
                    <a:lnTo>
                      <a:pt x="1844927" y="763735"/>
                    </a:lnTo>
                    <a:lnTo>
                      <a:pt x="1897807" y="768333"/>
                    </a:lnTo>
                    <a:lnTo>
                      <a:pt x="1912096" y="769573"/>
                    </a:lnTo>
                    <a:lnTo>
                      <a:pt x="1912096" y="920834"/>
                    </a:lnTo>
                    <a:lnTo>
                      <a:pt x="902154" y="92083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8" name="ph9089">
                <a:extLst>
                  <a:ext uri="{FF2B5EF4-FFF2-40B4-BE49-F238E27FC236}">
                    <a16:creationId xmlns:a16="http://schemas.microsoft.com/office/drawing/2014/main" id="{20839CFE-28E4-795E-7F17-B5100F6E6207}"/>
                  </a:ext>
                </a:extLst>
              </p:cNvPr>
              <p:cNvSpPr/>
              <p:nvPr/>
            </p:nvSpPr>
            <p:spPr>
              <a:xfrm>
                <a:off x="2499396" y="711003"/>
                <a:ext cx="966136" cy="1884401"/>
              </a:xfrm>
              <a:custGeom>
                <a:avLst/>
                <a:gdLst/>
                <a:ahLst/>
                <a:cxnLst/>
                <a:rect l="0" t="0" r="0" b="0"/>
                <a:pathLst>
                  <a:path w="966136" h="1884401">
                    <a:moveTo>
                      <a:pt x="914400" y="914400"/>
                    </a:moveTo>
                    <a:lnTo>
                      <a:pt x="939070" y="985554"/>
                    </a:lnTo>
                    <a:lnTo>
                      <a:pt x="959554" y="1036153"/>
                    </a:lnTo>
                    <a:lnTo>
                      <a:pt x="966136" y="1069508"/>
                    </a:lnTo>
                    <a:lnTo>
                      <a:pt x="959370" y="1103326"/>
                    </a:lnTo>
                    <a:lnTo>
                      <a:pt x="952382" y="1120639"/>
                    </a:lnTo>
                    <a:lnTo>
                      <a:pt x="952160" y="1143956"/>
                    </a:lnTo>
                    <a:lnTo>
                      <a:pt x="946777" y="1190369"/>
                    </a:lnTo>
                    <a:lnTo>
                      <a:pt x="930901" y="1213824"/>
                    </a:lnTo>
                    <a:lnTo>
                      <a:pt x="910122" y="1239406"/>
                    </a:lnTo>
                    <a:lnTo>
                      <a:pt x="886945" y="1258503"/>
                    </a:lnTo>
                    <a:lnTo>
                      <a:pt x="868563" y="1263874"/>
                    </a:lnTo>
                    <a:lnTo>
                      <a:pt x="852780" y="1266087"/>
                    </a:lnTo>
                    <a:lnTo>
                      <a:pt x="842178" y="1275798"/>
                    </a:lnTo>
                    <a:lnTo>
                      <a:pt x="832572" y="1304332"/>
                    </a:lnTo>
                    <a:lnTo>
                      <a:pt x="823703" y="1334307"/>
                    </a:lnTo>
                    <a:lnTo>
                      <a:pt x="794719" y="1371162"/>
                    </a:lnTo>
                    <a:lnTo>
                      <a:pt x="795493" y="1383997"/>
                    </a:lnTo>
                    <a:lnTo>
                      <a:pt x="806537" y="1427681"/>
                    </a:lnTo>
                    <a:lnTo>
                      <a:pt x="816881" y="1477422"/>
                    </a:lnTo>
                    <a:lnTo>
                      <a:pt x="808141" y="1523920"/>
                    </a:lnTo>
                    <a:lnTo>
                      <a:pt x="800656" y="1572735"/>
                    </a:lnTo>
                    <a:lnTo>
                      <a:pt x="787546" y="1605266"/>
                    </a:lnTo>
                    <a:lnTo>
                      <a:pt x="768813" y="1616882"/>
                    </a:lnTo>
                    <a:lnTo>
                      <a:pt x="755059" y="1611083"/>
                    </a:lnTo>
                    <a:lnTo>
                      <a:pt x="739497" y="1566455"/>
                    </a:lnTo>
                    <a:lnTo>
                      <a:pt x="739147" y="1556194"/>
                    </a:lnTo>
                    <a:lnTo>
                      <a:pt x="735275" y="1542554"/>
                    </a:lnTo>
                    <a:lnTo>
                      <a:pt x="691134" y="1528965"/>
                    </a:lnTo>
                    <a:lnTo>
                      <a:pt x="683335" y="1529462"/>
                    </a:lnTo>
                    <a:lnTo>
                      <a:pt x="665985" y="1521501"/>
                    </a:lnTo>
                    <a:lnTo>
                      <a:pt x="655807" y="1519253"/>
                    </a:lnTo>
                    <a:lnTo>
                      <a:pt x="634935" y="1514655"/>
                    </a:lnTo>
                    <a:lnTo>
                      <a:pt x="617585" y="1475277"/>
                    </a:lnTo>
                    <a:lnTo>
                      <a:pt x="599147" y="1442523"/>
                    </a:lnTo>
                    <a:lnTo>
                      <a:pt x="596529" y="1428831"/>
                    </a:lnTo>
                    <a:lnTo>
                      <a:pt x="597156" y="1367576"/>
                    </a:lnTo>
                    <a:lnTo>
                      <a:pt x="591514" y="1340330"/>
                    </a:lnTo>
                    <a:lnTo>
                      <a:pt x="589781" y="1310629"/>
                    </a:lnTo>
                    <a:lnTo>
                      <a:pt x="578183" y="1334788"/>
                    </a:lnTo>
                    <a:lnTo>
                      <a:pt x="584913" y="1372981"/>
                    </a:lnTo>
                    <a:lnTo>
                      <a:pt x="570605" y="1389007"/>
                    </a:lnTo>
                    <a:lnTo>
                      <a:pt x="552554" y="1396797"/>
                    </a:lnTo>
                    <a:lnTo>
                      <a:pt x="554251" y="1419171"/>
                    </a:lnTo>
                    <a:lnTo>
                      <a:pt x="561663" y="1423409"/>
                    </a:lnTo>
                    <a:lnTo>
                      <a:pt x="563212" y="1446641"/>
                    </a:lnTo>
                    <a:lnTo>
                      <a:pt x="558823" y="1481025"/>
                    </a:lnTo>
                    <a:lnTo>
                      <a:pt x="523293" y="1557481"/>
                    </a:lnTo>
                    <a:lnTo>
                      <a:pt x="516121" y="1565700"/>
                    </a:lnTo>
                    <a:lnTo>
                      <a:pt x="511253" y="1576029"/>
                    </a:lnTo>
                    <a:lnTo>
                      <a:pt x="493073" y="1569166"/>
                    </a:lnTo>
                    <a:lnTo>
                      <a:pt x="469749" y="1590459"/>
                    </a:lnTo>
                    <a:lnTo>
                      <a:pt x="447661" y="1593873"/>
                    </a:lnTo>
                    <a:lnTo>
                      <a:pt x="439659" y="1569783"/>
                    </a:lnTo>
                    <a:lnTo>
                      <a:pt x="408499" y="1537904"/>
                    </a:lnTo>
                    <a:lnTo>
                      <a:pt x="393785" y="1539688"/>
                    </a:lnTo>
                    <a:lnTo>
                      <a:pt x="406987" y="1555422"/>
                    </a:lnTo>
                    <a:lnTo>
                      <a:pt x="420004" y="1575875"/>
                    </a:lnTo>
                    <a:lnTo>
                      <a:pt x="412610" y="1589412"/>
                    </a:lnTo>
                    <a:lnTo>
                      <a:pt x="405346" y="1598249"/>
                    </a:lnTo>
                    <a:lnTo>
                      <a:pt x="392623" y="1602830"/>
                    </a:lnTo>
                    <a:lnTo>
                      <a:pt x="347100" y="1629596"/>
                    </a:lnTo>
                    <a:lnTo>
                      <a:pt x="363307" y="1647578"/>
                    </a:lnTo>
                    <a:lnTo>
                      <a:pt x="349552" y="1667996"/>
                    </a:lnTo>
                    <a:lnTo>
                      <a:pt x="333640" y="1670998"/>
                    </a:lnTo>
                    <a:lnTo>
                      <a:pt x="325159" y="1680538"/>
                    </a:lnTo>
                    <a:lnTo>
                      <a:pt x="322209" y="1693493"/>
                    </a:lnTo>
                    <a:lnTo>
                      <a:pt x="275063" y="1730399"/>
                    </a:lnTo>
                    <a:lnTo>
                      <a:pt x="198214" y="1825060"/>
                    </a:lnTo>
                    <a:lnTo>
                      <a:pt x="158719" y="1851809"/>
                    </a:lnTo>
                    <a:lnTo>
                      <a:pt x="131136" y="1879623"/>
                    </a:lnTo>
                    <a:lnTo>
                      <a:pt x="106835" y="1878936"/>
                    </a:lnTo>
                    <a:lnTo>
                      <a:pt x="99773" y="1884401"/>
                    </a:lnTo>
                    <a:lnTo>
                      <a:pt x="99773" y="876497"/>
                    </a:lnTo>
                    <a:lnTo>
                      <a:pt x="910622" y="87649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9" name="ph9090">
                <a:extLst>
                  <a:ext uri="{FF2B5EF4-FFF2-40B4-BE49-F238E27FC236}">
                    <a16:creationId xmlns:a16="http://schemas.microsoft.com/office/drawing/2014/main" id="{B37C2474-7594-37D0-1691-947250BABE67}"/>
                  </a:ext>
                </a:extLst>
              </p:cNvPr>
              <p:cNvSpPr/>
              <p:nvPr/>
            </p:nvSpPr>
            <p:spPr>
              <a:xfrm>
                <a:off x="1855358" y="3132768"/>
                <a:ext cx="1322376" cy="914502"/>
              </a:xfrm>
              <a:custGeom>
                <a:avLst/>
                <a:gdLst/>
                <a:ahLst/>
                <a:cxnLst/>
                <a:rect l="0" t="0" r="0" b="0"/>
                <a:pathLst>
                  <a:path w="1322376" h="914502">
                    <a:moveTo>
                      <a:pt x="914400" y="914400"/>
                    </a:moveTo>
                    <a:lnTo>
                      <a:pt x="914990" y="822862"/>
                    </a:lnTo>
                    <a:lnTo>
                      <a:pt x="904591" y="809238"/>
                    </a:lnTo>
                    <a:lnTo>
                      <a:pt x="891149" y="804503"/>
                    </a:lnTo>
                    <a:lnTo>
                      <a:pt x="882778" y="810765"/>
                    </a:lnTo>
                    <a:lnTo>
                      <a:pt x="865576" y="810851"/>
                    </a:lnTo>
                    <a:lnTo>
                      <a:pt x="861962" y="790124"/>
                    </a:lnTo>
                    <a:lnTo>
                      <a:pt x="866166" y="774768"/>
                    </a:lnTo>
                    <a:lnTo>
                      <a:pt x="900737" y="764267"/>
                    </a:lnTo>
                    <a:lnTo>
                      <a:pt x="923526" y="750197"/>
                    </a:lnTo>
                    <a:lnTo>
                      <a:pt x="924540" y="725336"/>
                    </a:lnTo>
                    <a:lnTo>
                      <a:pt x="910140" y="705793"/>
                    </a:lnTo>
                    <a:lnTo>
                      <a:pt x="892901" y="669950"/>
                    </a:lnTo>
                    <a:lnTo>
                      <a:pt x="872638" y="636251"/>
                    </a:lnTo>
                    <a:lnTo>
                      <a:pt x="870443" y="597080"/>
                    </a:lnTo>
                    <a:lnTo>
                      <a:pt x="905660" y="597852"/>
                    </a:lnTo>
                    <a:lnTo>
                      <a:pt x="914289" y="599327"/>
                    </a:lnTo>
                    <a:lnTo>
                      <a:pt x="967704" y="617686"/>
                    </a:lnTo>
                    <a:lnTo>
                      <a:pt x="980758" y="630572"/>
                    </a:lnTo>
                    <a:lnTo>
                      <a:pt x="997186" y="631172"/>
                    </a:lnTo>
                    <a:lnTo>
                      <a:pt x="1026779" y="619179"/>
                    </a:lnTo>
                    <a:lnTo>
                      <a:pt x="1048886" y="613912"/>
                    </a:lnTo>
                    <a:lnTo>
                      <a:pt x="1057460" y="621307"/>
                    </a:lnTo>
                    <a:lnTo>
                      <a:pt x="1069500" y="624412"/>
                    </a:lnTo>
                    <a:lnTo>
                      <a:pt x="1072284" y="624412"/>
                    </a:lnTo>
                    <a:lnTo>
                      <a:pt x="1073445" y="630864"/>
                    </a:lnTo>
                    <a:lnTo>
                      <a:pt x="1101084" y="640198"/>
                    </a:lnTo>
                    <a:lnTo>
                      <a:pt x="1112700" y="655074"/>
                    </a:lnTo>
                    <a:lnTo>
                      <a:pt x="1125606" y="677688"/>
                    </a:lnTo>
                    <a:lnTo>
                      <a:pt x="1126860" y="710237"/>
                    </a:lnTo>
                    <a:lnTo>
                      <a:pt x="1110340" y="733657"/>
                    </a:lnTo>
                    <a:lnTo>
                      <a:pt x="1096622" y="748482"/>
                    </a:lnTo>
                    <a:lnTo>
                      <a:pt x="1148506" y="742871"/>
                    </a:lnTo>
                    <a:lnTo>
                      <a:pt x="1153669" y="756306"/>
                    </a:lnTo>
                    <a:lnTo>
                      <a:pt x="1161524" y="770804"/>
                    </a:lnTo>
                    <a:lnTo>
                      <a:pt x="1189476" y="760475"/>
                    </a:lnTo>
                    <a:lnTo>
                      <a:pt x="1259540" y="803370"/>
                    </a:lnTo>
                    <a:lnTo>
                      <a:pt x="1301910" y="782489"/>
                    </a:lnTo>
                    <a:lnTo>
                      <a:pt x="1312752" y="781271"/>
                    </a:lnTo>
                    <a:lnTo>
                      <a:pt x="1322376" y="815930"/>
                    </a:lnTo>
                    <a:lnTo>
                      <a:pt x="1311848" y="850846"/>
                    </a:lnTo>
                    <a:lnTo>
                      <a:pt x="1274493" y="888096"/>
                    </a:lnTo>
                    <a:lnTo>
                      <a:pt x="1282772" y="911054"/>
                    </a:lnTo>
                    <a:lnTo>
                      <a:pt x="1290845" y="9145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0" name="ph9091">
                <a:extLst>
                  <a:ext uri="{FF2B5EF4-FFF2-40B4-BE49-F238E27FC236}">
                    <a16:creationId xmlns:a16="http://schemas.microsoft.com/office/drawing/2014/main" id="{6219825B-F005-EE88-C4A8-139B7FB3E40F}"/>
                  </a:ext>
                </a:extLst>
              </p:cNvPr>
              <p:cNvSpPr/>
              <p:nvPr/>
            </p:nvSpPr>
            <p:spPr>
              <a:xfrm>
                <a:off x="2270876" y="3129645"/>
                <a:ext cx="922329" cy="917625"/>
              </a:xfrm>
              <a:custGeom>
                <a:avLst/>
                <a:gdLst/>
                <a:ahLst/>
                <a:cxnLst/>
                <a:rect l="0" t="0" r="0" b="0"/>
                <a:pathLst>
                  <a:path w="922329" h="917625">
                    <a:moveTo>
                      <a:pt x="914400" y="914399"/>
                    </a:moveTo>
                    <a:lnTo>
                      <a:pt x="922329" y="917625"/>
                    </a:lnTo>
                    <a:lnTo>
                      <a:pt x="891087" y="91762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1" name="ph9092">
                <a:extLst>
                  <a:ext uri="{FF2B5EF4-FFF2-40B4-BE49-F238E27FC236}">
                    <a16:creationId xmlns:a16="http://schemas.microsoft.com/office/drawing/2014/main" id="{7CF44D9D-BBD2-4F8B-BAD7-9A64BC7F8499}"/>
                  </a:ext>
                </a:extLst>
              </p:cNvPr>
              <p:cNvSpPr/>
              <p:nvPr/>
            </p:nvSpPr>
            <p:spPr>
              <a:xfrm>
                <a:off x="2383458" y="3092978"/>
                <a:ext cx="1315922" cy="954292"/>
              </a:xfrm>
              <a:custGeom>
                <a:avLst/>
                <a:gdLst/>
                <a:ahLst/>
                <a:cxnLst/>
                <a:rect l="0" t="0" r="0" b="0"/>
                <a:pathLst>
                  <a:path w="1315922" h="954292">
                    <a:moveTo>
                      <a:pt x="914400" y="914399"/>
                    </a:moveTo>
                    <a:lnTo>
                      <a:pt x="932469" y="903178"/>
                    </a:lnTo>
                    <a:lnTo>
                      <a:pt x="991950" y="895148"/>
                    </a:lnTo>
                    <a:lnTo>
                      <a:pt x="1002773" y="874919"/>
                    </a:lnTo>
                    <a:lnTo>
                      <a:pt x="1026871" y="854570"/>
                    </a:lnTo>
                    <a:lnTo>
                      <a:pt x="1042396" y="832350"/>
                    </a:lnTo>
                    <a:lnTo>
                      <a:pt x="1079567" y="790056"/>
                    </a:lnTo>
                    <a:lnTo>
                      <a:pt x="1118028" y="797674"/>
                    </a:lnTo>
                    <a:lnTo>
                      <a:pt x="1140486" y="805772"/>
                    </a:lnTo>
                    <a:lnTo>
                      <a:pt x="1165137" y="809856"/>
                    </a:lnTo>
                    <a:lnTo>
                      <a:pt x="1187576" y="854947"/>
                    </a:lnTo>
                    <a:lnTo>
                      <a:pt x="1244328" y="904791"/>
                    </a:lnTo>
                    <a:lnTo>
                      <a:pt x="1296471" y="900450"/>
                    </a:lnTo>
                    <a:lnTo>
                      <a:pt x="1314983" y="947600"/>
                    </a:lnTo>
                    <a:lnTo>
                      <a:pt x="1315922" y="954292"/>
                    </a:lnTo>
                    <a:lnTo>
                      <a:pt x="879902" y="9542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2" name="ph9093">
                <a:extLst>
                  <a:ext uri="{FF2B5EF4-FFF2-40B4-BE49-F238E27FC236}">
                    <a16:creationId xmlns:a16="http://schemas.microsoft.com/office/drawing/2014/main" id="{290FB40B-7365-7466-5D6E-D27DBF446B6D}"/>
                  </a:ext>
                </a:extLst>
              </p:cNvPr>
              <p:cNvSpPr/>
              <p:nvPr/>
            </p:nvSpPr>
            <p:spPr>
              <a:xfrm>
                <a:off x="2767410" y="3022030"/>
                <a:ext cx="914400" cy="9388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850">
                    <a:moveTo>
                      <a:pt x="914400" y="914399"/>
                    </a:moveTo>
                    <a:lnTo>
                      <a:pt x="909329" y="926444"/>
                    </a:lnTo>
                    <a:lnTo>
                      <a:pt x="888107" y="906404"/>
                    </a:lnTo>
                    <a:lnTo>
                      <a:pt x="866793" y="906678"/>
                    </a:lnTo>
                    <a:lnTo>
                      <a:pt x="854052" y="937546"/>
                    </a:lnTo>
                    <a:lnTo>
                      <a:pt x="844575" y="938850"/>
                    </a:lnTo>
                    <a:lnTo>
                      <a:pt x="811663" y="910813"/>
                    </a:lnTo>
                    <a:lnTo>
                      <a:pt x="806390" y="897139"/>
                    </a:lnTo>
                    <a:lnTo>
                      <a:pt x="805302" y="885763"/>
                    </a:lnTo>
                    <a:lnTo>
                      <a:pt x="810004" y="846385"/>
                    </a:lnTo>
                    <a:lnTo>
                      <a:pt x="809137" y="833997"/>
                    </a:lnTo>
                    <a:lnTo>
                      <a:pt x="819481" y="820459"/>
                    </a:lnTo>
                    <a:lnTo>
                      <a:pt x="821085" y="800899"/>
                    </a:lnTo>
                    <a:lnTo>
                      <a:pt x="839375" y="780275"/>
                    </a:lnTo>
                    <a:lnTo>
                      <a:pt x="855601" y="779503"/>
                    </a:lnTo>
                    <a:lnTo>
                      <a:pt x="860763" y="796970"/>
                    </a:lnTo>
                    <a:lnTo>
                      <a:pt x="868526" y="808998"/>
                    </a:lnTo>
                    <a:lnTo>
                      <a:pt x="895869" y="822484"/>
                    </a:lnTo>
                    <a:lnTo>
                      <a:pt x="899944" y="828610"/>
                    </a:lnTo>
                    <a:lnTo>
                      <a:pt x="902415" y="837086"/>
                    </a:lnTo>
                    <a:lnTo>
                      <a:pt x="889693" y="853695"/>
                    </a:lnTo>
                    <a:lnTo>
                      <a:pt x="885378" y="862205"/>
                    </a:lnTo>
                    <a:lnTo>
                      <a:pt x="889416" y="875845"/>
                    </a:lnTo>
                    <a:lnTo>
                      <a:pt x="909679" y="89075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3" name="ph9094">
                <a:extLst>
                  <a:ext uri="{FF2B5EF4-FFF2-40B4-BE49-F238E27FC236}">
                    <a16:creationId xmlns:a16="http://schemas.microsoft.com/office/drawing/2014/main" id="{316EE9BC-EF78-8C5E-6D8A-13E38A9485B8}"/>
                  </a:ext>
                </a:extLst>
              </p:cNvPr>
              <p:cNvSpPr/>
              <p:nvPr/>
            </p:nvSpPr>
            <p:spPr>
              <a:xfrm>
                <a:off x="2793518" y="3120122"/>
                <a:ext cx="959190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59190" h="927148">
                    <a:moveTo>
                      <a:pt x="914400" y="914400"/>
                    </a:moveTo>
                    <a:lnTo>
                      <a:pt x="905844" y="906215"/>
                    </a:lnTo>
                    <a:lnTo>
                      <a:pt x="904572" y="894531"/>
                    </a:lnTo>
                    <a:lnTo>
                      <a:pt x="905955" y="882434"/>
                    </a:lnTo>
                    <a:lnTo>
                      <a:pt x="945818" y="915000"/>
                    </a:lnTo>
                    <a:lnTo>
                      <a:pt x="959190" y="927148"/>
                    </a:lnTo>
                    <a:lnTo>
                      <a:pt x="922903" y="9271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4" name="ph9095">
                <a:extLst>
                  <a:ext uri="{FF2B5EF4-FFF2-40B4-BE49-F238E27FC236}">
                    <a16:creationId xmlns:a16="http://schemas.microsoft.com/office/drawing/2014/main" id="{648A280D-8BEB-E2F3-0FC6-6033CC56CC83}"/>
                  </a:ext>
                </a:extLst>
              </p:cNvPr>
              <p:cNvSpPr/>
              <p:nvPr/>
            </p:nvSpPr>
            <p:spPr>
              <a:xfrm>
                <a:off x="2275596" y="2986685"/>
                <a:ext cx="9433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3384" h="914400">
                    <a:moveTo>
                      <a:pt x="914400" y="914400"/>
                    </a:moveTo>
                    <a:lnTo>
                      <a:pt x="903337" y="900347"/>
                    </a:lnTo>
                    <a:lnTo>
                      <a:pt x="892200" y="896778"/>
                    </a:lnTo>
                    <a:lnTo>
                      <a:pt x="898193" y="879449"/>
                    </a:lnTo>
                    <a:lnTo>
                      <a:pt x="906029" y="873152"/>
                    </a:lnTo>
                    <a:lnTo>
                      <a:pt x="934091" y="884442"/>
                    </a:lnTo>
                    <a:lnTo>
                      <a:pt x="942905" y="906541"/>
                    </a:lnTo>
                    <a:lnTo>
                      <a:pt x="943384" y="9137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5" name="ph9096">
                <a:extLst>
                  <a:ext uri="{FF2B5EF4-FFF2-40B4-BE49-F238E27FC236}">
                    <a16:creationId xmlns:a16="http://schemas.microsoft.com/office/drawing/2014/main" id="{75ED18BB-ADF9-F4B5-43BF-682C6AD45D65}"/>
                  </a:ext>
                </a:extLst>
              </p:cNvPr>
              <p:cNvSpPr/>
              <p:nvPr/>
            </p:nvSpPr>
            <p:spPr>
              <a:xfrm>
                <a:off x="1738516" y="2863319"/>
                <a:ext cx="9795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9522" h="914400">
                    <a:moveTo>
                      <a:pt x="914400" y="914400"/>
                    </a:moveTo>
                    <a:lnTo>
                      <a:pt x="916483" y="864779"/>
                    </a:lnTo>
                    <a:lnTo>
                      <a:pt x="937152" y="811915"/>
                    </a:lnTo>
                    <a:lnTo>
                      <a:pt x="945892" y="813099"/>
                    </a:lnTo>
                    <a:lnTo>
                      <a:pt x="936949" y="827374"/>
                    </a:lnTo>
                    <a:lnTo>
                      <a:pt x="934368" y="837377"/>
                    </a:lnTo>
                    <a:lnTo>
                      <a:pt x="930736" y="857366"/>
                    </a:lnTo>
                    <a:lnTo>
                      <a:pt x="932377" y="867747"/>
                    </a:lnTo>
                    <a:lnTo>
                      <a:pt x="979522" y="870595"/>
                    </a:lnTo>
                    <a:lnTo>
                      <a:pt x="974046" y="879860"/>
                    </a:lnTo>
                    <a:lnTo>
                      <a:pt x="926237" y="886106"/>
                    </a:lnTo>
                    <a:lnTo>
                      <a:pt x="918751" y="9074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6" name="ph9097">
                <a:extLst>
                  <a:ext uri="{FF2B5EF4-FFF2-40B4-BE49-F238E27FC236}">
                    <a16:creationId xmlns:a16="http://schemas.microsoft.com/office/drawing/2014/main" id="{0C713BC4-F9AD-7FC0-54FD-892AB5F80959}"/>
                  </a:ext>
                </a:extLst>
              </p:cNvPr>
              <p:cNvSpPr/>
              <p:nvPr/>
            </p:nvSpPr>
            <p:spPr>
              <a:xfrm>
                <a:off x="1788410" y="2891046"/>
                <a:ext cx="9217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56" h="914399">
                    <a:moveTo>
                      <a:pt x="914400" y="914399"/>
                    </a:moveTo>
                    <a:lnTo>
                      <a:pt x="896441" y="913387"/>
                    </a:lnTo>
                    <a:lnTo>
                      <a:pt x="886355" y="905289"/>
                    </a:lnTo>
                    <a:lnTo>
                      <a:pt x="889619" y="896658"/>
                    </a:lnTo>
                    <a:lnTo>
                      <a:pt x="899151" y="890069"/>
                    </a:lnTo>
                    <a:lnTo>
                      <a:pt x="907043" y="889057"/>
                    </a:lnTo>
                    <a:lnTo>
                      <a:pt x="919027" y="893124"/>
                    </a:lnTo>
                    <a:lnTo>
                      <a:pt x="921756" y="9057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7" name="ph9098">
                <a:extLst>
                  <a:ext uri="{FF2B5EF4-FFF2-40B4-BE49-F238E27FC236}">
                    <a16:creationId xmlns:a16="http://schemas.microsoft.com/office/drawing/2014/main" id="{CD198B06-660F-9771-427C-48BE675BF072}"/>
                  </a:ext>
                </a:extLst>
              </p:cNvPr>
              <p:cNvSpPr/>
              <p:nvPr/>
            </p:nvSpPr>
            <p:spPr>
              <a:xfrm>
                <a:off x="3950427" y="901131"/>
                <a:ext cx="914400" cy="10090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9042">
                    <a:moveTo>
                      <a:pt x="914400" y="914400"/>
                    </a:moveTo>
                    <a:lnTo>
                      <a:pt x="914400" y="1005493"/>
                    </a:lnTo>
                    <a:lnTo>
                      <a:pt x="876602" y="1009042"/>
                    </a:lnTo>
                    <a:lnTo>
                      <a:pt x="866442" y="1002985"/>
                    </a:lnTo>
                    <a:lnTo>
                      <a:pt x="852522" y="955887"/>
                    </a:lnTo>
                    <a:lnTo>
                      <a:pt x="855287" y="943722"/>
                    </a:lnTo>
                    <a:lnTo>
                      <a:pt x="864654" y="938540"/>
                    </a:lnTo>
                    <a:lnTo>
                      <a:pt x="872674" y="937425"/>
                    </a:lnTo>
                    <a:lnTo>
                      <a:pt x="873854" y="962784"/>
                    </a:lnTo>
                    <a:lnTo>
                      <a:pt x="885636" y="960262"/>
                    </a:lnTo>
                    <a:lnTo>
                      <a:pt x="889324" y="943550"/>
                    </a:lnTo>
                    <a:lnTo>
                      <a:pt x="890154" y="931780"/>
                    </a:lnTo>
                    <a:lnTo>
                      <a:pt x="886964" y="925843"/>
                    </a:lnTo>
                    <a:lnTo>
                      <a:pt x="878962" y="921245"/>
                    </a:lnTo>
                    <a:lnTo>
                      <a:pt x="874334" y="913352"/>
                    </a:lnTo>
                    <a:lnTo>
                      <a:pt x="880990" y="900655"/>
                    </a:lnTo>
                    <a:lnTo>
                      <a:pt x="893306" y="895165"/>
                    </a:lnTo>
                    <a:lnTo>
                      <a:pt x="903927" y="912134"/>
                    </a:lnTo>
                    <a:lnTo>
                      <a:pt x="912427" y="9143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8" name="ph9099">
                <a:extLst>
                  <a:ext uri="{FF2B5EF4-FFF2-40B4-BE49-F238E27FC236}">
                    <a16:creationId xmlns:a16="http://schemas.microsoft.com/office/drawing/2014/main" id="{0F27448D-A8F5-637B-F084-9FA4971B3AF6}"/>
                  </a:ext>
                </a:extLst>
              </p:cNvPr>
              <p:cNvSpPr/>
              <p:nvPr/>
            </p:nvSpPr>
            <p:spPr>
              <a:xfrm>
                <a:off x="3887646" y="966605"/>
                <a:ext cx="914400" cy="9248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832">
                    <a:moveTo>
                      <a:pt x="914400" y="914400"/>
                    </a:moveTo>
                    <a:lnTo>
                      <a:pt x="907172" y="912426"/>
                    </a:lnTo>
                    <a:lnTo>
                      <a:pt x="901622" y="915120"/>
                    </a:lnTo>
                    <a:lnTo>
                      <a:pt x="897861" y="924832"/>
                    </a:lnTo>
                    <a:lnTo>
                      <a:pt x="889674" y="921348"/>
                    </a:lnTo>
                    <a:lnTo>
                      <a:pt x="886374" y="907433"/>
                    </a:lnTo>
                    <a:lnTo>
                      <a:pt x="892477" y="886604"/>
                    </a:lnTo>
                    <a:lnTo>
                      <a:pt x="907098" y="885814"/>
                    </a:lnTo>
                    <a:lnTo>
                      <a:pt x="913422" y="90652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9" name="ph9100">
                <a:extLst>
                  <a:ext uri="{FF2B5EF4-FFF2-40B4-BE49-F238E27FC236}">
                    <a16:creationId xmlns:a16="http://schemas.microsoft.com/office/drawing/2014/main" id="{E9F0A549-01DE-0382-4018-9E7968FA798C}"/>
                  </a:ext>
                </a:extLst>
              </p:cNvPr>
              <p:cNvSpPr/>
              <p:nvPr/>
            </p:nvSpPr>
            <p:spPr>
              <a:xfrm>
                <a:off x="2547833" y="2540783"/>
                <a:ext cx="921424" cy="1234997"/>
              </a:xfrm>
              <a:custGeom>
                <a:avLst/>
                <a:gdLst/>
                <a:ahLst/>
                <a:cxnLst/>
                <a:rect l="0" t="0" r="0" b="0"/>
                <a:pathLst>
                  <a:path w="921424" h="1234997">
                    <a:moveTo>
                      <a:pt x="914400" y="914399"/>
                    </a:moveTo>
                    <a:lnTo>
                      <a:pt x="909495" y="924643"/>
                    </a:lnTo>
                    <a:lnTo>
                      <a:pt x="902286" y="931386"/>
                    </a:lnTo>
                    <a:lnTo>
                      <a:pt x="883424" y="938541"/>
                    </a:lnTo>
                    <a:lnTo>
                      <a:pt x="867088" y="948527"/>
                    </a:lnTo>
                    <a:lnTo>
                      <a:pt x="852522" y="966079"/>
                    </a:lnTo>
                    <a:lnTo>
                      <a:pt x="847156" y="991164"/>
                    </a:lnTo>
                    <a:lnTo>
                      <a:pt x="858551" y="1009523"/>
                    </a:lnTo>
                    <a:lnTo>
                      <a:pt x="879275" y="1019578"/>
                    </a:lnTo>
                    <a:lnTo>
                      <a:pt x="884548" y="1054529"/>
                    </a:lnTo>
                    <a:lnTo>
                      <a:pt x="867438" y="1071773"/>
                    </a:lnTo>
                    <a:lnTo>
                      <a:pt x="823537" y="1088982"/>
                    </a:lnTo>
                    <a:lnTo>
                      <a:pt x="818928" y="1130522"/>
                    </a:lnTo>
                    <a:lnTo>
                      <a:pt x="820347" y="1163259"/>
                    </a:lnTo>
                    <a:lnTo>
                      <a:pt x="819555" y="1187057"/>
                    </a:lnTo>
                    <a:lnTo>
                      <a:pt x="816070" y="1219983"/>
                    </a:lnTo>
                    <a:lnTo>
                      <a:pt x="780558" y="1234997"/>
                    </a:lnTo>
                    <a:lnTo>
                      <a:pt x="757640" y="1184844"/>
                    </a:lnTo>
                    <a:lnTo>
                      <a:pt x="757437" y="1164769"/>
                    </a:lnTo>
                    <a:lnTo>
                      <a:pt x="750597" y="1141331"/>
                    </a:lnTo>
                    <a:lnTo>
                      <a:pt x="749306" y="1121359"/>
                    </a:lnTo>
                    <a:lnTo>
                      <a:pt x="741193" y="1089411"/>
                    </a:lnTo>
                    <a:lnTo>
                      <a:pt x="707599" y="1080763"/>
                    </a:lnTo>
                    <a:lnTo>
                      <a:pt x="694564" y="1079631"/>
                    </a:lnTo>
                    <a:lnTo>
                      <a:pt x="676328" y="1085568"/>
                    </a:lnTo>
                    <a:lnTo>
                      <a:pt x="671811" y="1083251"/>
                    </a:lnTo>
                    <a:lnTo>
                      <a:pt x="649981" y="1039619"/>
                    </a:lnTo>
                    <a:lnTo>
                      <a:pt x="653576" y="991473"/>
                    </a:lnTo>
                    <a:lnTo>
                      <a:pt x="641923" y="967177"/>
                    </a:lnTo>
                    <a:lnTo>
                      <a:pt x="640319" y="956179"/>
                    </a:lnTo>
                    <a:lnTo>
                      <a:pt x="640596" y="943997"/>
                    </a:lnTo>
                    <a:lnTo>
                      <a:pt x="631026" y="933960"/>
                    </a:lnTo>
                    <a:lnTo>
                      <a:pt x="619410" y="928641"/>
                    </a:lnTo>
                    <a:lnTo>
                      <a:pt x="613768" y="901548"/>
                    </a:lnTo>
                    <a:lnTo>
                      <a:pt x="627118" y="894977"/>
                    </a:lnTo>
                    <a:lnTo>
                      <a:pt x="660121" y="898151"/>
                    </a:lnTo>
                    <a:lnTo>
                      <a:pt x="669765" y="896298"/>
                    </a:lnTo>
                    <a:lnTo>
                      <a:pt x="678596" y="890653"/>
                    </a:lnTo>
                    <a:lnTo>
                      <a:pt x="705295" y="846111"/>
                    </a:lnTo>
                    <a:lnTo>
                      <a:pt x="704520" y="836296"/>
                    </a:lnTo>
                    <a:lnTo>
                      <a:pt x="707378" y="823565"/>
                    </a:lnTo>
                    <a:lnTo>
                      <a:pt x="736270" y="818847"/>
                    </a:lnTo>
                    <a:lnTo>
                      <a:pt x="749140" y="836056"/>
                    </a:lnTo>
                    <a:lnTo>
                      <a:pt x="746559" y="863612"/>
                    </a:lnTo>
                    <a:lnTo>
                      <a:pt x="748200" y="898923"/>
                    </a:lnTo>
                    <a:lnTo>
                      <a:pt x="765697" y="908531"/>
                    </a:lnTo>
                    <a:lnTo>
                      <a:pt x="772519" y="909938"/>
                    </a:lnTo>
                    <a:lnTo>
                      <a:pt x="779802" y="883858"/>
                    </a:lnTo>
                    <a:lnTo>
                      <a:pt x="784910" y="871179"/>
                    </a:lnTo>
                    <a:lnTo>
                      <a:pt x="791842" y="864109"/>
                    </a:lnTo>
                    <a:lnTo>
                      <a:pt x="794202" y="840277"/>
                    </a:lnTo>
                    <a:lnTo>
                      <a:pt x="790091" y="825727"/>
                    </a:lnTo>
                    <a:lnTo>
                      <a:pt x="781333" y="814883"/>
                    </a:lnTo>
                    <a:lnTo>
                      <a:pt x="814042" y="785371"/>
                    </a:lnTo>
                    <a:lnTo>
                      <a:pt x="847894" y="762002"/>
                    </a:lnTo>
                    <a:lnTo>
                      <a:pt x="867585" y="760784"/>
                    </a:lnTo>
                    <a:lnTo>
                      <a:pt x="887406" y="766498"/>
                    </a:lnTo>
                    <a:lnTo>
                      <a:pt x="905826" y="774390"/>
                    </a:lnTo>
                    <a:lnTo>
                      <a:pt x="915819" y="781185"/>
                    </a:lnTo>
                    <a:lnTo>
                      <a:pt x="921424" y="792097"/>
                    </a:lnTo>
                    <a:lnTo>
                      <a:pt x="909071" y="818109"/>
                    </a:lnTo>
                    <a:lnTo>
                      <a:pt x="905641" y="832350"/>
                    </a:lnTo>
                    <a:lnTo>
                      <a:pt x="913939" y="8792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0" name="ph9101">
                <a:extLst>
                  <a:ext uri="{FF2B5EF4-FFF2-40B4-BE49-F238E27FC236}">
                    <a16:creationId xmlns:a16="http://schemas.microsoft.com/office/drawing/2014/main" id="{FF21F9E2-5794-A8D8-2521-808E1DD1EC78}"/>
                  </a:ext>
                </a:extLst>
              </p:cNvPr>
              <p:cNvSpPr/>
              <p:nvPr/>
            </p:nvSpPr>
            <p:spPr>
              <a:xfrm>
                <a:off x="2010458" y="2734135"/>
                <a:ext cx="1141187" cy="1029805"/>
              </a:xfrm>
              <a:custGeom>
                <a:avLst/>
                <a:gdLst/>
                <a:ahLst/>
                <a:cxnLst/>
                <a:rect l="0" t="0" r="0" b="0"/>
                <a:pathLst>
                  <a:path w="1141187" h="1029805">
                    <a:moveTo>
                      <a:pt x="914400" y="1023045"/>
                    </a:moveTo>
                    <a:lnTo>
                      <a:pt x="902360" y="1019939"/>
                    </a:lnTo>
                    <a:lnTo>
                      <a:pt x="893786" y="1012544"/>
                    </a:lnTo>
                    <a:lnTo>
                      <a:pt x="871679" y="1017812"/>
                    </a:lnTo>
                    <a:lnTo>
                      <a:pt x="842086" y="1029805"/>
                    </a:lnTo>
                    <a:lnTo>
                      <a:pt x="825658" y="1029205"/>
                    </a:lnTo>
                    <a:lnTo>
                      <a:pt x="812603" y="1016319"/>
                    </a:lnTo>
                    <a:lnTo>
                      <a:pt x="759189" y="997960"/>
                    </a:lnTo>
                    <a:lnTo>
                      <a:pt x="750560" y="996484"/>
                    </a:lnTo>
                    <a:lnTo>
                      <a:pt x="715269" y="995678"/>
                    </a:lnTo>
                    <a:lnTo>
                      <a:pt x="713592" y="966681"/>
                    </a:lnTo>
                    <a:lnTo>
                      <a:pt x="709222" y="945731"/>
                    </a:lnTo>
                    <a:lnTo>
                      <a:pt x="696887" y="914555"/>
                    </a:lnTo>
                    <a:lnTo>
                      <a:pt x="715177" y="907040"/>
                    </a:lnTo>
                    <a:lnTo>
                      <a:pt x="711637" y="846283"/>
                    </a:lnTo>
                    <a:lnTo>
                      <a:pt x="704999" y="814781"/>
                    </a:lnTo>
                    <a:lnTo>
                      <a:pt x="653908" y="782421"/>
                    </a:lnTo>
                    <a:lnTo>
                      <a:pt x="613658" y="750971"/>
                    </a:lnTo>
                    <a:lnTo>
                      <a:pt x="622951" y="645071"/>
                    </a:lnTo>
                    <a:lnTo>
                      <a:pt x="626915" y="616538"/>
                    </a:lnTo>
                    <a:lnTo>
                      <a:pt x="611648" y="561186"/>
                    </a:lnTo>
                    <a:lnTo>
                      <a:pt x="613234" y="497478"/>
                    </a:lnTo>
                    <a:lnTo>
                      <a:pt x="619669" y="397087"/>
                    </a:lnTo>
                    <a:lnTo>
                      <a:pt x="632465" y="393158"/>
                    </a:lnTo>
                    <a:lnTo>
                      <a:pt x="641849" y="393638"/>
                    </a:lnTo>
                    <a:lnTo>
                      <a:pt x="678043" y="411654"/>
                    </a:lnTo>
                    <a:lnTo>
                      <a:pt x="693107" y="413456"/>
                    </a:lnTo>
                    <a:lnTo>
                      <a:pt x="703432" y="429550"/>
                    </a:lnTo>
                    <a:lnTo>
                      <a:pt x="715528" y="436173"/>
                    </a:lnTo>
                    <a:lnTo>
                      <a:pt x="724286" y="419084"/>
                    </a:lnTo>
                    <a:lnTo>
                      <a:pt x="727697" y="389863"/>
                    </a:lnTo>
                    <a:lnTo>
                      <a:pt x="756386" y="352047"/>
                    </a:lnTo>
                    <a:lnTo>
                      <a:pt x="776483" y="338081"/>
                    </a:lnTo>
                    <a:lnTo>
                      <a:pt x="790183" y="331389"/>
                    </a:lnTo>
                    <a:lnTo>
                      <a:pt x="804011" y="346642"/>
                    </a:lnTo>
                    <a:lnTo>
                      <a:pt x="814595" y="363783"/>
                    </a:lnTo>
                    <a:lnTo>
                      <a:pt x="817102" y="326276"/>
                    </a:lnTo>
                    <a:lnTo>
                      <a:pt x="825639" y="254830"/>
                    </a:lnTo>
                    <a:lnTo>
                      <a:pt x="798369" y="243609"/>
                    </a:lnTo>
                    <a:lnTo>
                      <a:pt x="776152" y="253286"/>
                    </a:lnTo>
                    <a:lnTo>
                      <a:pt x="754118" y="298566"/>
                    </a:lnTo>
                    <a:lnTo>
                      <a:pt x="734463" y="355479"/>
                    </a:lnTo>
                    <a:lnTo>
                      <a:pt x="702584" y="360712"/>
                    </a:lnTo>
                    <a:lnTo>
                      <a:pt x="677140" y="376823"/>
                    </a:lnTo>
                    <a:lnTo>
                      <a:pt x="654166" y="360111"/>
                    </a:lnTo>
                    <a:lnTo>
                      <a:pt x="639360" y="345390"/>
                    </a:lnTo>
                    <a:lnTo>
                      <a:pt x="638992" y="323839"/>
                    </a:lnTo>
                    <a:lnTo>
                      <a:pt x="642347" y="310834"/>
                    </a:lnTo>
                    <a:lnTo>
                      <a:pt x="669340" y="264421"/>
                    </a:lnTo>
                    <a:lnTo>
                      <a:pt x="705497" y="219845"/>
                    </a:lnTo>
                    <a:lnTo>
                      <a:pt x="741931" y="220274"/>
                    </a:lnTo>
                    <a:lnTo>
                      <a:pt x="768500" y="206033"/>
                    </a:lnTo>
                    <a:lnTo>
                      <a:pt x="784375" y="204334"/>
                    </a:lnTo>
                    <a:lnTo>
                      <a:pt x="833936" y="207457"/>
                    </a:lnTo>
                    <a:lnTo>
                      <a:pt x="859381" y="197694"/>
                    </a:lnTo>
                    <a:lnTo>
                      <a:pt x="882170" y="177259"/>
                    </a:lnTo>
                    <a:lnTo>
                      <a:pt x="931418" y="90834"/>
                    </a:lnTo>
                    <a:lnTo>
                      <a:pt x="959204" y="54802"/>
                    </a:lnTo>
                    <a:lnTo>
                      <a:pt x="1015237" y="42122"/>
                    </a:lnTo>
                    <a:lnTo>
                      <a:pt x="1067011" y="531"/>
                    </a:lnTo>
                    <a:lnTo>
                      <a:pt x="1081484" y="0"/>
                    </a:lnTo>
                    <a:lnTo>
                      <a:pt x="1057128" y="31004"/>
                    </a:lnTo>
                    <a:lnTo>
                      <a:pt x="1053219" y="42997"/>
                    </a:lnTo>
                    <a:lnTo>
                      <a:pt x="1050269" y="61391"/>
                    </a:lnTo>
                    <a:lnTo>
                      <a:pt x="1067730" y="101335"/>
                    </a:lnTo>
                    <a:lnTo>
                      <a:pt x="1064042" y="125647"/>
                    </a:lnTo>
                    <a:lnTo>
                      <a:pt x="1065277" y="173484"/>
                    </a:lnTo>
                    <a:lnTo>
                      <a:pt x="1048812" y="198415"/>
                    </a:lnTo>
                    <a:lnTo>
                      <a:pt x="1030227" y="251450"/>
                    </a:lnTo>
                    <a:lnTo>
                      <a:pt x="1022225" y="259257"/>
                    </a:lnTo>
                    <a:lnTo>
                      <a:pt x="1020510" y="321163"/>
                    </a:lnTo>
                    <a:lnTo>
                      <a:pt x="1022335" y="335936"/>
                    </a:lnTo>
                    <a:lnTo>
                      <a:pt x="1019699" y="392300"/>
                    </a:lnTo>
                    <a:lnTo>
                      <a:pt x="1038745" y="415377"/>
                    </a:lnTo>
                    <a:lnTo>
                      <a:pt x="1058879" y="427439"/>
                    </a:lnTo>
                    <a:lnTo>
                      <a:pt x="1126030" y="427011"/>
                    </a:lnTo>
                    <a:lnTo>
                      <a:pt x="1133000" y="437151"/>
                    </a:lnTo>
                    <a:lnTo>
                      <a:pt x="1141187" y="454583"/>
                    </a:lnTo>
                    <a:lnTo>
                      <a:pt x="1135194" y="484181"/>
                    </a:lnTo>
                    <a:lnTo>
                      <a:pt x="1128022" y="506504"/>
                    </a:lnTo>
                    <a:lnTo>
                      <a:pt x="1108570" y="525309"/>
                    </a:lnTo>
                    <a:lnTo>
                      <a:pt x="1083605" y="539327"/>
                    </a:lnTo>
                    <a:lnTo>
                      <a:pt x="1068080" y="539944"/>
                    </a:lnTo>
                    <a:lnTo>
                      <a:pt x="1046932" y="513298"/>
                    </a:lnTo>
                    <a:lnTo>
                      <a:pt x="1036883" y="521946"/>
                    </a:lnTo>
                    <a:lnTo>
                      <a:pt x="1026502" y="535535"/>
                    </a:lnTo>
                    <a:lnTo>
                      <a:pt x="1009115" y="608456"/>
                    </a:lnTo>
                    <a:lnTo>
                      <a:pt x="1000874" y="657717"/>
                    </a:lnTo>
                    <a:lnTo>
                      <a:pt x="996412" y="661715"/>
                    </a:lnTo>
                    <a:lnTo>
                      <a:pt x="986584" y="654457"/>
                    </a:lnTo>
                    <a:lnTo>
                      <a:pt x="969603" y="653891"/>
                    </a:lnTo>
                    <a:lnTo>
                      <a:pt x="948141" y="665575"/>
                    </a:lnTo>
                    <a:lnTo>
                      <a:pt x="959148" y="676025"/>
                    </a:lnTo>
                    <a:lnTo>
                      <a:pt x="970783" y="694178"/>
                    </a:lnTo>
                    <a:lnTo>
                      <a:pt x="966136" y="703271"/>
                    </a:lnTo>
                    <a:lnTo>
                      <a:pt x="947256" y="713103"/>
                    </a:lnTo>
                    <a:lnTo>
                      <a:pt x="930514" y="732989"/>
                    </a:lnTo>
                    <a:lnTo>
                      <a:pt x="923508" y="748037"/>
                    </a:lnTo>
                    <a:lnTo>
                      <a:pt x="902396" y="765847"/>
                    </a:lnTo>
                    <a:lnTo>
                      <a:pt x="889121" y="788427"/>
                    </a:lnTo>
                    <a:lnTo>
                      <a:pt x="895630" y="816411"/>
                    </a:lnTo>
                    <a:lnTo>
                      <a:pt x="898395" y="840981"/>
                    </a:lnTo>
                    <a:lnTo>
                      <a:pt x="904203" y="868125"/>
                    </a:lnTo>
                    <a:lnTo>
                      <a:pt x="898967" y="889796"/>
                    </a:lnTo>
                    <a:lnTo>
                      <a:pt x="872822" y="920886"/>
                    </a:lnTo>
                    <a:lnTo>
                      <a:pt x="863179" y="947841"/>
                    </a:lnTo>
                    <a:lnTo>
                      <a:pt x="885581" y="947498"/>
                    </a:lnTo>
                    <a:lnTo>
                      <a:pt x="899373" y="953727"/>
                    </a:lnTo>
                    <a:lnTo>
                      <a:pt x="907448" y="961688"/>
                    </a:lnTo>
                    <a:lnTo>
                      <a:pt x="915782" y="972978"/>
                    </a:lnTo>
                    <a:lnTo>
                      <a:pt x="910675" y="986927"/>
                    </a:lnTo>
                    <a:lnTo>
                      <a:pt x="917184" y="10230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1" name="ph9102">
                <a:extLst>
                  <a:ext uri="{FF2B5EF4-FFF2-40B4-BE49-F238E27FC236}">
                    <a16:creationId xmlns:a16="http://schemas.microsoft.com/office/drawing/2014/main" id="{468ACB0E-8255-1041-837A-A0E61E1169C7}"/>
                  </a:ext>
                </a:extLst>
              </p:cNvPr>
              <p:cNvSpPr/>
              <p:nvPr/>
            </p:nvSpPr>
            <p:spPr>
              <a:xfrm>
                <a:off x="2192054" y="2585531"/>
                <a:ext cx="939401" cy="1093203"/>
              </a:xfrm>
              <a:custGeom>
                <a:avLst/>
                <a:gdLst/>
                <a:ahLst/>
                <a:cxnLst/>
                <a:rect l="0" t="0" r="0" b="0"/>
                <a:pathLst>
                  <a:path w="939401" h="1093203">
                    <a:moveTo>
                      <a:pt x="914400" y="914400"/>
                    </a:moveTo>
                    <a:lnTo>
                      <a:pt x="924079" y="953503"/>
                    </a:lnTo>
                    <a:lnTo>
                      <a:pt x="939401" y="997238"/>
                    </a:lnTo>
                    <a:lnTo>
                      <a:pt x="933003" y="1015546"/>
                    </a:lnTo>
                    <a:lnTo>
                      <a:pt x="937355" y="1039001"/>
                    </a:lnTo>
                    <a:lnTo>
                      <a:pt x="932985" y="1063468"/>
                    </a:lnTo>
                    <a:lnTo>
                      <a:pt x="902507" y="1091916"/>
                    </a:lnTo>
                    <a:lnTo>
                      <a:pt x="868323" y="1093203"/>
                    </a:lnTo>
                    <a:lnTo>
                      <a:pt x="832793" y="1079459"/>
                    </a:lnTo>
                    <a:lnTo>
                      <a:pt x="782605" y="1053002"/>
                    </a:lnTo>
                    <a:lnTo>
                      <a:pt x="778567" y="1038143"/>
                    </a:lnTo>
                    <a:lnTo>
                      <a:pt x="771524" y="1029907"/>
                    </a:lnTo>
                    <a:lnTo>
                      <a:pt x="758101" y="984816"/>
                    </a:lnTo>
                    <a:lnTo>
                      <a:pt x="758414" y="929207"/>
                    </a:lnTo>
                    <a:lnTo>
                      <a:pt x="783637" y="922241"/>
                    </a:lnTo>
                    <a:lnTo>
                      <a:pt x="838749" y="895697"/>
                    </a:lnTo>
                    <a:lnTo>
                      <a:pt x="851489" y="899867"/>
                    </a:lnTo>
                    <a:lnTo>
                      <a:pt x="864783" y="913439"/>
                    </a:lnTo>
                    <a:lnTo>
                      <a:pt x="880086" y="914245"/>
                    </a:lnTo>
                    <a:lnTo>
                      <a:pt x="902304" y="894994"/>
                    </a:lnTo>
                    <a:lnTo>
                      <a:pt x="906526" y="8960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2" name="ph9103">
                <a:extLst>
                  <a:ext uri="{FF2B5EF4-FFF2-40B4-BE49-F238E27FC236}">
                    <a16:creationId xmlns:a16="http://schemas.microsoft.com/office/drawing/2014/main" id="{B4E5FC35-F7AB-581F-0193-B490D548BDE6}"/>
                  </a:ext>
                </a:extLst>
              </p:cNvPr>
              <p:cNvSpPr/>
              <p:nvPr/>
            </p:nvSpPr>
            <p:spPr>
              <a:xfrm>
                <a:off x="2352833" y="2841356"/>
                <a:ext cx="957360" cy="984936"/>
              </a:xfrm>
              <a:custGeom>
                <a:avLst/>
                <a:gdLst/>
                <a:ahLst/>
                <a:cxnLst/>
                <a:rect l="0" t="0" r="0" b="0"/>
                <a:pathLst>
                  <a:path w="957360" h="984936">
                    <a:moveTo>
                      <a:pt x="914400" y="914400"/>
                    </a:moveTo>
                    <a:lnTo>
                      <a:pt x="937004" y="913147"/>
                    </a:lnTo>
                    <a:lnTo>
                      <a:pt x="952382" y="922189"/>
                    </a:lnTo>
                    <a:lnTo>
                      <a:pt x="956051" y="936156"/>
                    </a:lnTo>
                    <a:lnTo>
                      <a:pt x="957360" y="967160"/>
                    </a:lnTo>
                    <a:lnTo>
                      <a:pt x="941208" y="976203"/>
                    </a:lnTo>
                    <a:lnTo>
                      <a:pt x="923379" y="973131"/>
                    </a:lnTo>
                    <a:lnTo>
                      <a:pt x="899114" y="984936"/>
                    </a:lnTo>
                    <a:lnTo>
                      <a:pt x="819462" y="934251"/>
                    </a:lnTo>
                    <a:lnTo>
                      <a:pt x="820624" y="891991"/>
                    </a:lnTo>
                    <a:lnTo>
                      <a:pt x="823814" y="875399"/>
                    </a:lnTo>
                    <a:lnTo>
                      <a:pt x="861556" y="871453"/>
                    </a:lnTo>
                    <a:lnTo>
                      <a:pt x="880990" y="8925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3" name="ph9104">
                <a:extLst>
                  <a:ext uri="{FF2B5EF4-FFF2-40B4-BE49-F238E27FC236}">
                    <a16:creationId xmlns:a16="http://schemas.microsoft.com/office/drawing/2014/main" id="{BC9029FE-CE1C-FDD1-A0B2-AD20885CC688}"/>
                  </a:ext>
                </a:extLst>
              </p:cNvPr>
              <p:cNvSpPr/>
              <p:nvPr/>
            </p:nvSpPr>
            <p:spPr>
              <a:xfrm>
                <a:off x="2192607" y="2871057"/>
                <a:ext cx="9637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63740" h="914400">
                    <a:moveTo>
                      <a:pt x="914400" y="914400"/>
                    </a:moveTo>
                    <a:lnTo>
                      <a:pt x="903023" y="885934"/>
                    </a:lnTo>
                    <a:lnTo>
                      <a:pt x="901548" y="877029"/>
                    </a:lnTo>
                    <a:lnTo>
                      <a:pt x="914916" y="858808"/>
                    </a:lnTo>
                    <a:lnTo>
                      <a:pt x="923563" y="838167"/>
                    </a:lnTo>
                    <a:lnTo>
                      <a:pt x="945928" y="806476"/>
                    </a:lnTo>
                    <a:lnTo>
                      <a:pt x="958817" y="769346"/>
                    </a:lnTo>
                    <a:lnTo>
                      <a:pt x="963740" y="769929"/>
                    </a:lnTo>
                    <a:lnTo>
                      <a:pt x="958024" y="802993"/>
                    </a:lnTo>
                    <a:lnTo>
                      <a:pt x="928652" y="895217"/>
                    </a:lnTo>
                    <a:lnTo>
                      <a:pt x="922770" y="9124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4" name="ph9105">
                <a:extLst>
                  <a:ext uri="{FF2B5EF4-FFF2-40B4-BE49-F238E27FC236}">
                    <a16:creationId xmlns:a16="http://schemas.microsoft.com/office/drawing/2014/main" id="{3FDEEB64-1DEA-C4DA-F3B6-4CA9993A6AF2}"/>
                  </a:ext>
                </a:extLst>
              </p:cNvPr>
              <p:cNvSpPr/>
              <p:nvPr/>
            </p:nvSpPr>
            <p:spPr>
              <a:xfrm>
                <a:off x="2536475" y="2798736"/>
                <a:ext cx="921609" cy="934920"/>
              </a:xfrm>
              <a:custGeom>
                <a:avLst/>
                <a:gdLst/>
                <a:ahLst/>
                <a:cxnLst/>
                <a:rect l="0" t="0" r="0" b="0"/>
                <a:pathLst>
                  <a:path w="921609" h="934920">
                    <a:moveTo>
                      <a:pt x="914400" y="914400"/>
                    </a:moveTo>
                    <a:lnTo>
                      <a:pt x="885415" y="910556"/>
                    </a:lnTo>
                    <a:lnTo>
                      <a:pt x="852743" y="934920"/>
                    </a:lnTo>
                    <a:lnTo>
                      <a:pt x="840353" y="927217"/>
                    </a:lnTo>
                    <a:lnTo>
                      <a:pt x="845036" y="911654"/>
                    </a:lnTo>
                    <a:lnTo>
                      <a:pt x="848447" y="905992"/>
                    </a:lnTo>
                    <a:lnTo>
                      <a:pt x="859436" y="899386"/>
                    </a:lnTo>
                    <a:lnTo>
                      <a:pt x="866774" y="889726"/>
                    </a:lnTo>
                    <a:lnTo>
                      <a:pt x="869651" y="874610"/>
                    </a:lnTo>
                    <a:lnTo>
                      <a:pt x="876454" y="882760"/>
                    </a:lnTo>
                    <a:lnTo>
                      <a:pt x="896681" y="886175"/>
                    </a:lnTo>
                    <a:lnTo>
                      <a:pt x="906563" y="890996"/>
                    </a:lnTo>
                    <a:lnTo>
                      <a:pt x="914824" y="898082"/>
                    </a:lnTo>
                    <a:lnTo>
                      <a:pt x="921609" y="9091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5" name="ph9106">
                <a:extLst>
                  <a:ext uri="{FF2B5EF4-FFF2-40B4-BE49-F238E27FC236}">
                    <a16:creationId xmlns:a16="http://schemas.microsoft.com/office/drawing/2014/main" id="{6C0E59F9-EC11-86C9-4DCA-320F3A427C11}"/>
                  </a:ext>
                </a:extLst>
              </p:cNvPr>
              <p:cNvSpPr/>
              <p:nvPr/>
            </p:nvSpPr>
            <p:spPr>
              <a:xfrm>
                <a:off x="2547906" y="2586800"/>
                <a:ext cx="9321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2174" h="914399">
                    <a:moveTo>
                      <a:pt x="914399" y="914399"/>
                    </a:moveTo>
                    <a:lnTo>
                      <a:pt x="910491" y="913610"/>
                    </a:lnTo>
                    <a:lnTo>
                      <a:pt x="904720" y="893106"/>
                    </a:lnTo>
                    <a:lnTo>
                      <a:pt x="914086" y="880633"/>
                    </a:lnTo>
                    <a:lnTo>
                      <a:pt x="919617" y="870046"/>
                    </a:lnTo>
                    <a:lnTo>
                      <a:pt x="923545" y="870355"/>
                    </a:lnTo>
                    <a:lnTo>
                      <a:pt x="928910" y="881799"/>
                    </a:lnTo>
                    <a:lnTo>
                      <a:pt x="932174" y="89945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6" name="ph9107">
                <a:extLst>
                  <a:ext uri="{FF2B5EF4-FFF2-40B4-BE49-F238E27FC236}">
                    <a16:creationId xmlns:a16="http://schemas.microsoft.com/office/drawing/2014/main" id="{535889FB-FAC1-2DC5-EC14-43524F2EC9FE}"/>
                  </a:ext>
                </a:extLst>
              </p:cNvPr>
              <p:cNvSpPr/>
              <p:nvPr/>
            </p:nvSpPr>
            <p:spPr>
              <a:xfrm>
                <a:off x="2141165" y="2838697"/>
                <a:ext cx="93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938" h="914400">
                    <a:moveTo>
                      <a:pt x="914400" y="914400"/>
                    </a:moveTo>
                    <a:lnTo>
                      <a:pt x="899907" y="906747"/>
                    </a:lnTo>
                    <a:lnTo>
                      <a:pt x="876325" y="877922"/>
                    </a:lnTo>
                    <a:lnTo>
                      <a:pt x="873357" y="870269"/>
                    </a:lnTo>
                    <a:lnTo>
                      <a:pt x="885747" y="875159"/>
                    </a:lnTo>
                    <a:lnTo>
                      <a:pt x="901124" y="890224"/>
                    </a:lnTo>
                    <a:lnTo>
                      <a:pt x="913717" y="893432"/>
                    </a:lnTo>
                    <a:lnTo>
                      <a:pt x="930938" y="906181"/>
                    </a:lnTo>
                    <a:lnTo>
                      <a:pt x="927066" y="9107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7" name="ph9108">
                <a:extLst>
                  <a:ext uri="{FF2B5EF4-FFF2-40B4-BE49-F238E27FC236}">
                    <a16:creationId xmlns:a16="http://schemas.microsoft.com/office/drawing/2014/main" id="{6F9C1804-CACD-6B50-CEEF-9660D37D4FB2}"/>
                  </a:ext>
                </a:extLst>
              </p:cNvPr>
              <p:cNvSpPr/>
              <p:nvPr/>
            </p:nvSpPr>
            <p:spPr>
              <a:xfrm>
                <a:off x="2054285" y="2826292"/>
                <a:ext cx="934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4054" h="914400">
                    <a:moveTo>
                      <a:pt x="914400" y="914400"/>
                    </a:moveTo>
                    <a:lnTo>
                      <a:pt x="904351" y="905906"/>
                    </a:lnTo>
                    <a:lnTo>
                      <a:pt x="885913" y="902612"/>
                    </a:lnTo>
                    <a:lnTo>
                      <a:pt x="879294" y="848530"/>
                    </a:lnTo>
                    <a:lnTo>
                      <a:pt x="881193" y="845321"/>
                    </a:lnTo>
                    <a:lnTo>
                      <a:pt x="890467" y="849113"/>
                    </a:lnTo>
                    <a:lnTo>
                      <a:pt x="922273" y="874336"/>
                    </a:lnTo>
                    <a:lnTo>
                      <a:pt x="933391" y="901943"/>
                    </a:lnTo>
                    <a:lnTo>
                      <a:pt x="934054" y="9095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8" name="ph9109">
                <a:extLst>
                  <a:ext uri="{FF2B5EF4-FFF2-40B4-BE49-F238E27FC236}">
                    <a16:creationId xmlns:a16="http://schemas.microsoft.com/office/drawing/2014/main" id="{8394E070-1F7F-92A0-90F8-6EB3D57BE143}"/>
                  </a:ext>
                </a:extLst>
              </p:cNvPr>
              <p:cNvSpPr/>
              <p:nvPr/>
            </p:nvSpPr>
            <p:spPr>
              <a:xfrm>
                <a:off x="2173837" y="2512626"/>
                <a:ext cx="9278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878" h="914400">
                    <a:moveTo>
                      <a:pt x="914400" y="914400"/>
                    </a:moveTo>
                    <a:lnTo>
                      <a:pt x="902433" y="907828"/>
                    </a:lnTo>
                    <a:lnTo>
                      <a:pt x="901179" y="885094"/>
                    </a:lnTo>
                    <a:lnTo>
                      <a:pt x="905715" y="864676"/>
                    </a:lnTo>
                    <a:lnTo>
                      <a:pt x="900387" y="846420"/>
                    </a:lnTo>
                    <a:lnTo>
                      <a:pt x="906250" y="834683"/>
                    </a:lnTo>
                    <a:lnTo>
                      <a:pt x="923084" y="862016"/>
                    </a:lnTo>
                    <a:lnTo>
                      <a:pt x="927878" y="874867"/>
                    </a:lnTo>
                    <a:lnTo>
                      <a:pt x="921387" y="890224"/>
                    </a:lnTo>
                    <a:lnTo>
                      <a:pt x="917608" y="90808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9" name="ph9110">
                <a:extLst>
                  <a:ext uri="{FF2B5EF4-FFF2-40B4-BE49-F238E27FC236}">
                    <a16:creationId xmlns:a16="http://schemas.microsoft.com/office/drawing/2014/main" id="{67E55C02-61BF-798B-F53C-9B13237E6063}"/>
                  </a:ext>
                </a:extLst>
              </p:cNvPr>
              <p:cNvSpPr/>
              <p:nvPr/>
            </p:nvSpPr>
            <p:spPr>
              <a:xfrm>
                <a:off x="2253341" y="1998178"/>
                <a:ext cx="9451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5191" h="914400">
                    <a:moveTo>
                      <a:pt x="914400" y="914400"/>
                    </a:moveTo>
                    <a:lnTo>
                      <a:pt x="888420" y="902749"/>
                    </a:lnTo>
                    <a:lnTo>
                      <a:pt x="899889" y="886466"/>
                    </a:lnTo>
                    <a:lnTo>
                      <a:pt x="928431" y="878968"/>
                    </a:lnTo>
                    <a:lnTo>
                      <a:pt x="945191" y="881439"/>
                    </a:lnTo>
                    <a:lnTo>
                      <a:pt x="926753" y="897602"/>
                    </a:lnTo>
                    <a:lnTo>
                      <a:pt x="922088" y="9061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0" name="ph9111">
                <a:extLst>
                  <a:ext uri="{FF2B5EF4-FFF2-40B4-BE49-F238E27FC236}">
                    <a16:creationId xmlns:a16="http://schemas.microsoft.com/office/drawing/2014/main" id="{EB2C7209-5B87-8340-8F0D-E034226E7584}"/>
                  </a:ext>
                </a:extLst>
              </p:cNvPr>
              <p:cNvSpPr/>
              <p:nvPr/>
            </p:nvSpPr>
            <p:spPr>
              <a:xfrm>
                <a:off x="3015991" y="2779742"/>
                <a:ext cx="9306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99" h="914400">
                    <a:moveTo>
                      <a:pt x="914400" y="914400"/>
                    </a:moveTo>
                    <a:lnTo>
                      <a:pt x="883202" y="904551"/>
                    </a:lnTo>
                    <a:lnTo>
                      <a:pt x="845183" y="880204"/>
                    </a:lnTo>
                    <a:lnTo>
                      <a:pt x="850752" y="832487"/>
                    </a:lnTo>
                    <a:lnTo>
                      <a:pt x="860505" y="811863"/>
                    </a:lnTo>
                    <a:lnTo>
                      <a:pt x="929851" y="865345"/>
                    </a:lnTo>
                    <a:lnTo>
                      <a:pt x="930699" y="885505"/>
                    </a:lnTo>
                    <a:lnTo>
                      <a:pt x="921369" y="90844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1" name="pt9112">
                <a:extLst>
                  <a:ext uri="{FF2B5EF4-FFF2-40B4-BE49-F238E27FC236}">
                    <a16:creationId xmlns:a16="http://schemas.microsoft.com/office/drawing/2014/main" id="{3B7D0833-9C0E-D0E6-5E1E-5814D01A5971}"/>
                  </a:ext>
                </a:extLst>
              </p:cNvPr>
              <p:cNvSpPr/>
              <p:nvPr/>
            </p:nvSpPr>
            <p:spPr>
              <a:xfrm>
                <a:off x="3128716" y="2274708"/>
                <a:ext cx="117405" cy="117405"/>
              </a:xfrm>
              <a:prstGeom prst="ellipse">
                <a:avLst/>
              </a:prstGeom>
              <a:solidFill>
                <a:srgbClr val="FFC37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2" name="pt9113">
                <a:extLst>
                  <a:ext uri="{FF2B5EF4-FFF2-40B4-BE49-F238E27FC236}">
                    <a16:creationId xmlns:a16="http://schemas.microsoft.com/office/drawing/2014/main" id="{80000A17-9817-2923-7375-D89415A7F03C}"/>
                  </a:ext>
                </a:extLst>
              </p:cNvPr>
              <p:cNvSpPr/>
              <p:nvPr/>
            </p:nvSpPr>
            <p:spPr>
              <a:xfrm>
                <a:off x="3214180" y="2564527"/>
                <a:ext cx="117405" cy="117405"/>
              </a:xfrm>
              <a:prstGeom prst="ellipse">
                <a:avLst/>
              </a:prstGeom>
              <a:solidFill>
                <a:srgbClr val="1A985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3" name="pt9114">
                <a:extLst>
                  <a:ext uri="{FF2B5EF4-FFF2-40B4-BE49-F238E27FC236}">
                    <a16:creationId xmlns:a16="http://schemas.microsoft.com/office/drawing/2014/main" id="{42C13141-4D5D-CDCC-0451-B7B56A3BCF36}"/>
                  </a:ext>
                </a:extLst>
              </p:cNvPr>
              <p:cNvSpPr/>
              <p:nvPr/>
            </p:nvSpPr>
            <p:spPr>
              <a:xfrm>
                <a:off x="3399795" y="3216587"/>
                <a:ext cx="117405" cy="117405"/>
              </a:xfrm>
              <a:prstGeom prst="ellipse">
                <a:avLst/>
              </a:prstGeom>
              <a:solidFill>
                <a:srgbClr val="D9EF8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4" name="pt9115">
                <a:extLst>
                  <a:ext uri="{FF2B5EF4-FFF2-40B4-BE49-F238E27FC236}">
                    <a16:creationId xmlns:a16="http://schemas.microsoft.com/office/drawing/2014/main" id="{61956359-780A-FD93-B80E-65FC4BC889BF}"/>
                  </a:ext>
                </a:extLst>
              </p:cNvPr>
              <p:cNvSpPr/>
              <p:nvPr/>
            </p:nvSpPr>
            <p:spPr>
              <a:xfrm>
                <a:off x="3465968" y="3371770"/>
                <a:ext cx="117405" cy="117405"/>
              </a:xfrm>
              <a:prstGeom prst="ellipse">
                <a:avLst/>
              </a:prstGeom>
              <a:solidFill>
                <a:srgbClr val="ECF7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5" name="pt9116">
                <a:extLst>
                  <a:ext uri="{FF2B5EF4-FFF2-40B4-BE49-F238E27FC236}">
                    <a16:creationId xmlns:a16="http://schemas.microsoft.com/office/drawing/2014/main" id="{E9F88AA2-E430-8391-0074-7C9BC72C4CC7}"/>
                  </a:ext>
                </a:extLst>
              </p:cNvPr>
              <p:cNvSpPr/>
              <p:nvPr/>
            </p:nvSpPr>
            <p:spPr>
              <a:xfrm>
                <a:off x="3481255" y="3498030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6" name="pt9117">
                <a:extLst>
                  <a:ext uri="{FF2B5EF4-FFF2-40B4-BE49-F238E27FC236}">
                    <a16:creationId xmlns:a16="http://schemas.microsoft.com/office/drawing/2014/main" id="{6C608526-467B-3793-BA98-5CAF43E629E9}"/>
                  </a:ext>
                </a:extLst>
              </p:cNvPr>
              <p:cNvSpPr/>
              <p:nvPr/>
            </p:nvSpPr>
            <p:spPr>
              <a:xfrm>
                <a:off x="4117347" y="3055813"/>
                <a:ext cx="117405" cy="117405"/>
              </a:xfrm>
              <a:prstGeom prst="ellipse">
                <a:avLst/>
              </a:prstGeom>
              <a:solidFill>
                <a:srgbClr val="FC8D5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7" name="pt9118">
                <a:extLst>
                  <a:ext uri="{FF2B5EF4-FFF2-40B4-BE49-F238E27FC236}">
                    <a16:creationId xmlns:a16="http://schemas.microsoft.com/office/drawing/2014/main" id="{5E9872E4-46D2-F367-79DF-39E1E89330F6}"/>
                  </a:ext>
                </a:extLst>
              </p:cNvPr>
              <p:cNvSpPr/>
              <p:nvPr/>
            </p:nvSpPr>
            <p:spPr>
              <a:xfrm>
                <a:off x="4188851" y="2690108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8" name="pt9119">
                <a:extLst>
                  <a:ext uri="{FF2B5EF4-FFF2-40B4-BE49-F238E27FC236}">
                    <a16:creationId xmlns:a16="http://schemas.microsoft.com/office/drawing/2014/main" id="{49D65680-AB28-E2FA-34FB-97F29E1EE47B}"/>
                  </a:ext>
                </a:extLst>
              </p:cNvPr>
              <p:cNvSpPr/>
              <p:nvPr/>
            </p:nvSpPr>
            <p:spPr>
              <a:xfrm>
                <a:off x="4632175" y="1938229"/>
                <a:ext cx="117405" cy="117405"/>
              </a:xfrm>
              <a:prstGeom prst="ellipse">
                <a:avLst/>
              </a:prstGeom>
              <a:solidFill>
                <a:srgbClr val="D7302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9" name="pl9120">
                <a:extLst>
                  <a:ext uri="{FF2B5EF4-FFF2-40B4-BE49-F238E27FC236}">
                    <a16:creationId xmlns:a16="http://schemas.microsoft.com/office/drawing/2014/main" id="{F21962D6-F744-5FC6-49AA-99F92EF42A5B}"/>
                  </a:ext>
                </a:extLst>
              </p:cNvPr>
              <p:cNvSpPr/>
              <p:nvPr/>
            </p:nvSpPr>
            <p:spPr>
              <a:xfrm>
                <a:off x="3530358" y="3328965"/>
                <a:ext cx="41259" cy="89209"/>
              </a:xfrm>
              <a:custGeom>
                <a:avLst/>
                <a:gdLst/>
                <a:ahLst/>
                <a:cxnLst/>
                <a:rect l="0" t="0" r="0" b="0"/>
                <a:pathLst>
                  <a:path w="41259" h="89209">
                    <a:moveTo>
                      <a:pt x="41259" y="0"/>
                    </a:moveTo>
                    <a:lnTo>
                      <a:pt x="0" y="89209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0" name="pg9123">
                <a:extLst>
                  <a:ext uri="{FF2B5EF4-FFF2-40B4-BE49-F238E27FC236}">
                    <a16:creationId xmlns:a16="http://schemas.microsoft.com/office/drawing/2014/main" id="{27E0C3D8-C50A-D148-0012-E052FCCDB31E}"/>
                  </a:ext>
                </a:extLst>
              </p:cNvPr>
              <p:cNvSpPr/>
              <p:nvPr/>
            </p:nvSpPr>
            <p:spPr>
              <a:xfrm>
                <a:off x="3027943" y="2682680"/>
                <a:ext cx="236829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36829" h="156088">
                    <a:moveTo>
                      <a:pt x="27431" y="156088"/>
                    </a:moveTo>
                    <a:lnTo>
                      <a:pt x="209397" y="156088"/>
                    </a:lnTo>
                    <a:lnTo>
                      <a:pt x="208293" y="156065"/>
                    </a:lnTo>
                    <a:lnTo>
                      <a:pt x="212704" y="155888"/>
                    </a:lnTo>
                    <a:lnTo>
                      <a:pt x="217029" y="155005"/>
                    </a:lnTo>
                    <a:lnTo>
                      <a:pt x="221157" y="153439"/>
                    </a:lnTo>
                    <a:lnTo>
                      <a:pt x="224980" y="151232"/>
                    </a:lnTo>
                    <a:lnTo>
                      <a:pt x="228400" y="148440"/>
                    </a:lnTo>
                    <a:lnTo>
                      <a:pt x="231327" y="145135"/>
                    </a:lnTo>
                    <a:lnTo>
                      <a:pt x="233687" y="141404"/>
                    </a:lnTo>
                    <a:lnTo>
                      <a:pt x="235417" y="137342"/>
                    </a:lnTo>
                    <a:lnTo>
                      <a:pt x="236474" y="133056"/>
                    </a:lnTo>
                    <a:lnTo>
                      <a:pt x="236829" y="128656"/>
                    </a:lnTo>
                    <a:lnTo>
                      <a:pt x="236829" y="27432"/>
                    </a:lnTo>
                    <a:lnTo>
                      <a:pt x="236474" y="23031"/>
                    </a:lnTo>
                    <a:lnTo>
                      <a:pt x="235417" y="18745"/>
                    </a:lnTo>
                    <a:lnTo>
                      <a:pt x="233687" y="14683"/>
                    </a:lnTo>
                    <a:lnTo>
                      <a:pt x="231327" y="10952"/>
                    </a:lnTo>
                    <a:lnTo>
                      <a:pt x="228400" y="7647"/>
                    </a:lnTo>
                    <a:lnTo>
                      <a:pt x="224980" y="4855"/>
                    </a:lnTo>
                    <a:lnTo>
                      <a:pt x="221157" y="2648"/>
                    </a:lnTo>
                    <a:lnTo>
                      <a:pt x="217029" y="1083"/>
                    </a:lnTo>
                    <a:lnTo>
                      <a:pt x="212704" y="200"/>
                    </a:lnTo>
                    <a:lnTo>
                      <a:pt x="209397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1" name="tx9124">
                <a:extLst>
                  <a:ext uri="{FF2B5EF4-FFF2-40B4-BE49-F238E27FC236}">
                    <a16:creationId xmlns:a16="http://schemas.microsoft.com/office/drawing/2014/main" id="{F312565F-A68D-3D52-6EB5-8133780A44E1}"/>
                  </a:ext>
                </a:extLst>
              </p:cNvPr>
              <p:cNvSpPr/>
              <p:nvPr/>
            </p:nvSpPr>
            <p:spPr>
              <a:xfrm>
                <a:off x="3073663" y="2728400"/>
                <a:ext cx="145389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19312" name="pg9125">
                <a:extLst>
                  <a:ext uri="{FF2B5EF4-FFF2-40B4-BE49-F238E27FC236}">
                    <a16:creationId xmlns:a16="http://schemas.microsoft.com/office/drawing/2014/main" id="{DCF33CFD-5954-3AF2-88B4-98AFF4266250}"/>
                  </a:ext>
                </a:extLst>
              </p:cNvPr>
              <p:cNvSpPr/>
              <p:nvPr/>
            </p:nvSpPr>
            <p:spPr>
              <a:xfrm>
                <a:off x="3183243" y="3059750"/>
                <a:ext cx="297088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97088" h="156088">
                    <a:moveTo>
                      <a:pt x="27431" y="156088"/>
                    </a:moveTo>
                    <a:lnTo>
                      <a:pt x="269656" y="156088"/>
                    </a:lnTo>
                    <a:lnTo>
                      <a:pt x="268551" y="156065"/>
                    </a:lnTo>
                    <a:lnTo>
                      <a:pt x="272963" y="155888"/>
                    </a:lnTo>
                    <a:lnTo>
                      <a:pt x="277288" y="155005"/>
                    </a:lnTo>
                    <a:lnTo>
                      <a:pt x="281416" y="153439"/>
                    </a:lnTo>
                    <a:lnTo>
                      <a:pt x="285239" y="151232"/>
                    </a:lnTo>
                    <a:lnTo>
                      <a:pt x="288659" y="148440"/>
                    </a:lnTo>
                    <a:lnTo>
                      <a:pt x="291586" y="145135"/>
                    </a:lnTo>
                    <a:lnTo>
                      <a:pt x="293946" y="141404"/>
                    </a:lnTo>
                    <a:lnTo>
                      <a:pt x="295676" y="137342"/>
                    </a:lnTo>
                    <a:lnTo>
                      <a:pt x="296733" y="133056"/>
                    </a:lnTo>
                    <a:lnTo>
                      <a:pt x="297088" y="128656"/>
                    </a:lnTo>
                    <a:lnTo>
                      <a:pt x="297088" y="27431"/>
                    </a:lnTo>
                    <a:lnTo>
                      <a:pt x="296733" y="23031"/>
                    </a:lnTo>
                    <a:lnTo>
                      <a:pt x="295676" y="18745"/>
                    </a:lnTo>
                    <a:lnTo>
                      <a:pt x="293946" y="14683"/>
                    </a:lnTo>
                    <a:lnTo>
                      <a:pt x="291586" y="10952"/>
                    </a:lnTo>
                    <a:lnTo>
                      <a:pt x="288659" y="7647"/>
                    </a:lnTo>
                    <a:lnTo>
                      <a:pt x="285239" y="4855"/>
                    </a:lnTo>
                    <a:lnTo>
                      <a:pt x="281416" y="2648"/>
                    </a:lnTo>
                    <a:lnTo>
                      <a:pt x="277288" y="1083"/>
                    </a:lnTo>
                    <a:lnTo>
                      <a:pt x="272963" y="200"/>
                    </a:lnTo>
                    <a:lnTo>
                      <a:pt x="269656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3" name="tx9126">
                <a:extLst>
                  <a:ext uri="{FF2B5EF4-FFF2-40B4-BE49-F238E27FC236}">
                    <a16:creationId xmlns:a16="http://schemas.microsoft.com/office/drawing/2014/main" id="{7FE73A44-CC87-8BE9-947C-39B7E595747B}"/>
                  </a:ext>
                </a:extLst>
              </p:cNvPr>
              <p:cNvSpPr/>
              <p:nvPr/>
            </p:nvSpPr>
            <p:spPr>
              <a:xfrm>
                <a:off x="3228963" y="3105470"/>
                <a:ext cx="205648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19314" name="pg9127">
                <a:extLst>
                  <a:ext uri="{FF2B5EF4-FFF2-40B4-BE49-F238E27FC236}">
                    <a16:creationId xmlns:a16="http://schemas.microsoft.com/office/drawing/2014/main" id="{F8CA6F3F-D848-DEB1-D5E9-A7506318264E}"/>
                  </a:ext>
                </a:extLst>
              </p:cNvPr>
              <p:cNvSpPr/>
              <p:nvPr/>
            </p:nvSpPr>
            <p:spPr>
              <a:xfrm>
                <a:off x="3571617" y="3214600"/>
                <a:ext cx="276971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76971" h="156088">
                    <a:moveTo>
                      <a:pt x="27431" y="156088"/>
                    </a:moveTo>
                    <a:lnTo>
                      <a:pt x="249539" y="156088"/>
                    </a:lnTo>
                    <a:lnTo>
                      <a:pt x="248435" y="156065"/>
                    </a:lnTo>
                    <a:lnTo>
                      <a:pt x="252846" y="155888"/>
                    </a:lnTo>
                    <a:lnTo>
                      <a:pt x="257171" y="155005"/>
                    </a:lnTo>
                    <a:lnTo>
                      <a:pt x="261299" y="153439"/>
                    </a:lnTo>
                    <a:lnTo>
                      <a:pt x="265122" y="151232"/>
                    </a:lnTo>
                    <a:lnTo>
                      <a:pt x="268542" y="148440"/>
                    </a:lnTo>
                    <a:lnTo>
                      <a:pt x="271470" y="145135"/>
                    </a:lnTo>
                    <a:lnTo>
                      <a:pt x="273829" y="141404"/>
                    </a:lnTo>
                    <a:lnTo>
                      <a:pt x="275560" y="137342"/>
                    </a:lnTo>
                    <a:lnTo>
                      <a:pt x="276616" y="133056"/>
                    </a:lnTo>
                    <a:lnTo>
                      <a:pt x="276971" y="128656"/>
                    </a:lnTo>
                    <a:lnTo>
                      <a:pt x="276971" y="27431"/>
                    </a:lnTo>
                    <a:lnTo>
                      <a:pt x="276616" y="23031"/>
                    </a:lnTo>
                    <a:lnTo>
                      <a:pt x="275560" y="18745"/>
                    </a:lnTo>
                    <a:lnTo>
                      <a:pt x="273829" y="14683"/>
                    </a:lnTo>
                    <a:lnTo>
                      <a:pt x="271470" y="10952"/>
                    </a:lnTo>
                    <a:lnTo>
                      <a:pt x="268542" y="7647"/>
                    </a:lnTo>
                    <a:lnTo>
                      <a:pt x="265122" y="4855"/>
                    </a:lnTo>
                    <a:lnTo>
                      <a:pt x="261299" y="2648"/>
                    </a:lnTo>
                    <a:lnTo>
                      <a:pt x="257171" y="1083"/>
                    </a:lnTo>
                    <a:lnTo>
                      <a:pt x="252846" y="200"/>
                    </a:lnTo>
                    <a:lnTo>
                      <a:pt x="24953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5" name="tx9128">
                <a:extLst>
                  <a:ext uri="{FF2B5EF4-FFF2-40B4-BE49-F238E27FC236}">
                    <a16:creationId xmlns:a16="http://schemas.microsoft.com/office/drawing/2014/main" id="{9E72FEB8-174F-6FCE-4D14-BF9F74B4D1EC}"/>
                  </a:ext>
                </a:extLst>
              </p:cNvPr>
              <p:cNvSpPr/>
              <p:nvPr/>
            </p:nvSpPr>
            <p:spPr>
              <a:xfrm>
                <a:off x="3617337" y="3260320"/>
                <a:ext cx="185531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19316" name="pg9129">
                <a:extLst>
                  <a:ext uri="{FF2B5EF4-FFF2-40B4-BE49-F238E27FC236}">
                    <a16:creationId xmlns:a16="http://schemas.microsoft.com/office/drawing/2014/main" id="{2F5E1AB3-9BC2-A85E-30B3-723189C9B22A}"/>
                  </a:ext>
                </a:extLst>
              </p:cNvPr>
              <p:cNvSpPr/>
              <p:nvPr/>
            </p:nvSpPr>
            <p:spPr>
              <a:xfrm>
                <a:off x="3525453" y="3616138"/>
                <a:ext cx="282000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82000" h="156088">
                    <a:moveTo>
                      <a:pt x="27432" y="156088"/>
                    </a:moveTo>
                    <a:lnTo>
                      <a:pt x="254568" y="156088"/>
                    </a:lnTo>
                    <a:lnTo>
                      <a:pt x="253464" y="156065"/>
                    </a:lnTo>
                    <a:lnTo>
                      <a:pt x="257875" y="155888"/>
                    </a:lnTo>
                    <a:lnTo>
                      <a:pt x="262201" y="155005"/>
                    </a:lnTo>
                    <a:lnTo>
                      <a:pt x="266328" y="153439"/>
                    </a:lnTo>
                    <a:lnTo>
                      <a:pt x="270152" y="151232"/>
                    </a:lnTo>
                    <a:lnTo>
                      <a:pt x="273571" y="148440"/>
                    </a:lnTo>
                    <a:lnTo>
                      <a:pt x="276499" y="145135"/>
                    </a:lnTo>
                    <a:lnTo>
                      <a:pt x="278858" y="141404"/>
                    </a:lnTo>
                    <a:lnTo>
                      <a:pt x="280589" y="137342"/>
                    </a:lnTo>
                    <a:lnTo>
                      <a:pt x="281645" y="133056"/>
                    </a:lnTo>
                    <a:lnTo>
                      <a:pt x="282000" y="128656"/>
                    </a:lnTo>
                    <a:lnTo>
                      <a:pt x="282000" y="27432"/>
                    </a:lnTo>
                    <a:lnTo>
                      <a:pt x="281645" y="23031"/>
                    </a:lnTo>
                    <a:lnTo>
                      <a:pt x="280589" y="18745"/>
                    </a:lnTo>
                    <a:lnTo>
                      <a:pt x="278858" y="14683"/>
                    </a:lnTo>
                    <a:lnTo>
                      <a:pt x="276499" y="10952"/>
                    </a:lnTo>
                    <a:lnTo>
                      <a:pt x="273571" y="7647"/>
                    </a:lnTo>
                    <a:lnTo>
                      <a:pt x="270152" y="4855"/>
                    </a:lnTo>
                    <a:lnTo>
                      <a:pt x="266328" y="2648"/>
                    </a:lnTo>
                    <a:lnTo>
                      <a:pt x="262201" y="1083"/>
                    </a:lnTo>
                    <a:lnTo>
                      <a:pt x="257875" y="200"/>
                    </a:lnTo>
                    <a:lnTo>
                      <a:pt x="254568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7" name="tx9130">
                <a:extLst>
                  <a:ext uri="{FF2B5EF4-FFF2-40B4-BE49-F238E27FC236}">
                    <a16:creationId xmlns:a16="http://schemas.microsoft.com/office/drawing/2014/main" id="{700EF911-2D90-58F2-470D-274BFFDF8B2E}"/>
                  </a:ext>
                </a:extLst>
              </p:cNvPr>
              <p:cNvSpPr/>
              <p:nvPr/>
            </p:nvSpPr>
            <p:spPr>
              <a:xfrm>
                <a:off x="3571173" y="3661858"/>
                <a:ext cx="190560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19318" name="pg9131">
                <a:extLst>
                  <a:ext uri="{FF2B5EF4-FFF2-40B4-BE49-F238E27FC236}">
                    <a16:creationId xmlns:a16="http://schemas.microsoft.com/office/drawing/2014/main" id="{E4E0CEBB-EFD8-687B-EC3B-4787637CE9C3}"/>
                  </a:ext>
                </a:extLst>
              </p:cNvPr>
              <p:cNvSpPr/>
              <p:nvPr/>
            </p:nvSpPr>
            <p:spPr>
              <a:xfrm>
                <a:off x="3939949" y="3174354"/>
                <a:ext cx="261975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61975" h="156088">
                    <a:moveTo>
                      <a:pt x="27431" y="156088"/>
                    </a:moveTo>
                    <a:lnTo>
                      <a:pt x="234543" y="156088"/>
                    </a:lnTo>
                    <a:lnTo>
                      <a:pt x="233439" y="156065"/>
                    </a:lnTo>
                    <a:lnTo>
                      <a:pt x="237850" y="155888"/>
                    </a:lnTo>
                    <a:lnTo>
                      <a:pt x="242175" y="155005"/>
                    </a:lnTo>
                    <a:lnTo>
                      <a:pt x="246303" y="153439"/>
                    </a:lnTo>
                    <a:lnTo>
                      <a:pt x="250126" y="151232"/>
                    </a:lnTo>
                    <a:lnTo>
                      <a:pt x="253546" y="148440"/>
                    </a:lnTo>
                    <a:lnTo>
                      <a:pt x="256473" y="145135"/>
                    </a:lnTo>
                    <a:lnTo>
                      <a:pt x="258833" y="141404"/>
                    </a:lnTo>
                    <a:lnTo>
                      <a:pt x="260563" y="137342"/>
                    </a:lnTo>
                    <a:lnTo>
                      <a:pt x="261620" y="133056"/>
                    </a:lnTo>
                    <a:lnTo>
                      <a:pt x="261975" y="128656"/>
                    </a:lnTo>
                    <a:lnTo>
                      <a:pt x="261975" y="27432"/>
                    </a:lnTo>
                    <a:lnTo>
                      <a:pt x="261620" y="23031"/>
                    </a:lnTo>
                    <a:lnTo>
                      <a:pt x="260563" y="18745"/>
                    </a:lnTo>
                    <a:lnTo>
                      <a:pt x="258833" y="14683"/>
                    </a:lnTo>
                    <a:lnTo>
                      <a:pt x="256473" y="10952"/>
                    </a:lnTo>
                    <a:lnTo>
                      <a:pt x="253546" y="7647"/>
                    </a:lnTo>
                    <a:lnTo>
                      <a:pt x="250126" y="4855"/>
                    </a:lnTo>
                    <a:lnTo>
                      <a:pt x="246303" y="2648"/>
                    </a:lnTo>
                    <a:lnTo>
                      <a:pt x="242175" y="1083"/>
                    </a:lnTo>
                    <a:lnTo>
                      <a:pt x="237850" y="200"/>
                    </a:lnTo>
                    <a:lnTo>
                      <a:pt x="23454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9" name="tx9132">
                <a:extLst>
                  <a:ext uri="{FF2B5EF4-FFF2-40B4-BE49-F238E27FC236}">
                    <a16:creationId xmlns:a16="http://schemas.microsoft.com/office/drawing/2014/main" id="{B2845C73-BA4A-C6A7-510A-A8010D116996}"/>
                  </a:ext>
                </a:extLst>
              </p:cNvPr>
              <p:cNvSpPr/>
              <p:nvPr/>
            </p:nvSpPr>
            <p:spPr>
              <a:xfrm>
                <a:off x="3985669" y="3220074"/>
                <a:ext cx="170535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19320" name="pg9133">
                <a:extLst>
                  <a:ext uri="{FF2B5EF4-FFF2-40B4-BE49-F238E27FC236}">
                    <a16:creationId xmlns:a16="http://schemas.microsoft.com/office/drawing/2014/main" id="{1781B930-25D4-FF2F-1D60-245029BDF5BE}"/>
                  </a:ext>
                </a:extLst>
              </p:cNvPr>
              <p:cNvSpPr/>
              <p:nvPr/>
            </p:nvSpPr>
            <p:spPr>
              <a:xfrm>
                <a:off x="4227932" y="2533394"/>
                <a:ext cx="292059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92059" h="156088">
                    <a:moveTo>
                      <a:pt x="27431" y="156088"/>
                    </a:moveTo>
                    <a:lnTo>
                      <a:pt x="264627" y="156088"/>
                    </a:lnTo>
                    <a:lnTo>
                      <a:pt x="263522" y="156065"/>
                    </a:lnTo>
                    <a:lnTo>
                      <a:pt x="267933" y="155888"/>
                    </a:lnTo>
                    <a:lnTo>
                      <a:pt x="272259" y="155005"/>
                    </a:lnTo>
                    <a:lnTo>
                      <a:pt x="276387" y="153439"/>
                    </a:lnTo>
                    <a:lnTo>
                      <a:pt x="280210" y="151232"/>
                    </a:lnTo>
                    <a:lnTo>
                      <a:pt x="283630" y="148440"/>
                    </a:lnTo>
                    <a:lnTo>
                      <a:pt x="286557" y="145135"/>
                    </a:lnTo>
                    <a:lnTo>
                      <a:pt x="288917" y="141404"/>
                    </a:lnTo>
                    <a:lnTo>
                      <a:pt x="290647" y="137342"/>
                    </a:lnTo>
                    <a:lnTo>
                      <a:pt x="291704" y="133056"/>
                    </a:lnTo>
                    <a:lnTo>
                      <a:pt x="292059" y="128656"/>
                    </a:lnTo>
                    <a:lnTo>
                      <a:pt x="292059" y="27432"/>
                    </a:lnTo>
                    <a:lnTo>
                      <a:pt x="291704" y="23031"/>
                    </a:lnTo>
                    <a:lnTo>
                      <a:pt x="290647" y="18745"/>
                    </a:lnTo>
                    <a:lnTo>
                      <a:pt x="288917" y="14683"/>
                    </a:lnTo>
                    <a:lnTo>
                      <a:pt x="286557" y="10952"/>
                    </a:lnTo>
                    <a:lnTo>
                      <a:pt x="283630" y="7647"/>
                    </a:lnTo>
                    <a:lnTo>
                      <a:pt x="280210" y="4855"/>
                    </a:lnTo>
                    <a:lnTo>
                      <a:pt x="276387" y="2648"/>
                    </a:lnTo>
                    <a:lnTo>
                      <a:pt x="272259" y="1083"/>
                    </a:lnTo>
                    <a:lnTo>
                      <a:pt x="267933" y="200"/>
                    </a:lnTo>
                    <a:lnTo>
                      <a:pt x="264627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1" name="tx9134">
                <a:extLst>
                  <a:ext uri="{FF2B5EF4-FFF2-40B4-BE49-F238E27FC236}">
                    <a16:creationId xmlns:a16="http://schemas.microsoft.com/office/drawing/2014/main" id="{D44BEC7F-57EB-5039-754B-4A55FF32DE23}"/>
                  </a:ext>
                </a:extLst>
              </p:cNvPr>
              <p:cNvSpPr/>
              <p:nvPr/>
            </p:nvSpPr>
            <p:spPr>
              <a:xfrm>
                <a:off x="4273652" y="2579114"/>
                <a:ext cx="200619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  <p:sp>
            <p:nvSpPr>
              <p:cNvPr id="19322" name="pg9135">
                <a:extLst>
                  <a:ext uri="{FF2B5EF4-FFF2-40B4-BE49-F238E27FC236}">
                    <a16:creationId xmlns:a16="http://schemas.microsoft.com/office/drawing/2014/main" id="{F569B2B6-27C4-61CD-DF61-4BC04592F36E}"/>
                  </a:ext>
                </a:extLst>
              </p:cNvPr>
              <p:cNvSpPr/>
              <p:nvPr/>
            </p:nvSpPr>
            <p:spPr>
              <a:xfrm>
                <a:off x="4665007" y="1781496"/>
                <a:ext cx="267004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67004" h="156088">
                    <a:moveTo>
                      <a:pt x="27432" y="156088"/>
                    </a:moveTo>
                    <a:lnTo>
                      <a:pt x="239572" y="156088"/>
                    </a:lnTo>
                    <a:lnTo>
                      <a:pt x="238468" y="156065"/>
                    </a:lnTo>
                    <a:lnTo>
                      <a:pt x="242879" y="155888"/>
                    </a:lnTo>
                    <a:lnTo>
                      <a:pt x="247204" y="155005"/>
                    </a:lnTo>
                    <a:lnTo>
                      <a:pt x="251332" y="153439"/>
                    </a:lnTo>
                    <a:lnTo>
                      <a:pt x="255155" y="151232"/>
                    </a:lnTo>
                    <a:lnTo>
                      <a:pt x="258575" y="148440"/>
                    </a:lnTo>
                    <a:lnTo>
                      <a:pt x="261503" y="145135"/>
                    </a:lnTo>
                    <a:lnTo>
                      <a:pt x="263862" y="141404"/>
                    </a:lnTo>
                    <a:lnTo>
                      <a:pt x="265593" y="137342"/>
                    </a:lnTo>
                    <a:lnTo>
                      <a:pt x="266649" y="133056"/>
                    </a:lnTo>
                    <a:lnTo>
                      <a:pt x="267004" y="128656"/>
                    </a:lnTo>
                    <a:lnTo>
                      <a:pt x="267004" y="27432"/>
                    </a:lnTo>
                    <a:lnTo>
                      <a:pt x="266649" y="23031"/>
                    </a:lnTo>
                    <a:lnTo>
                      <a:pt x="265593" y="18745"/>
                    </a:lnTo>
                    <a:lnTo>
                      <a:pt x="263862" y="14683"/>
                    </a:lnTo>
                    <a:lnTo>
                      <a:pt x="261503" y="10952"/>
                    </a:lnTo>
                    <a:lnTo>
                      <a:pt x="258575" y="7647"/>
                    </a:lnTo>
                    <a:lnTo>
                      <a:pt x="255155" y="4855"/>
                    </a:lnTo>
                    <a:lnTo>
                      <a:pt x="251332" y="2648"/>
                    </a:lnTo>
                    <a:lnTo>
                      <a:pt x="247204" y="1083"/>
                    </a:lnTo>
                    <a:lnTo>
                      <a:pt x="242879" y="200"/>
                    </a:lnTo>
                    <a:lnTo>
                      <a:pt x="239572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3" name="tx9136">
                <a:extLst>
                  <a:ext uri="{FF2B5EF4-FFF2-40B4-BE49-F238E27FC236}">
                    <a16:creationId xmlns:a16="http://schemas.microsoft.com/office/drawing/2014/main" id="{24BF6BBB-1426-5F2D-A816-692BB6985CE4}"/>
                  </a:ext>
                </a:extLst>
              </p:cNvPr>
              <p:cNvSpPr/>
              <p:nvPr/>
            </p:nvSpPr>
            <p:spPr>
              <a:xfrm>
                <a:off x="4710727" y="1827216"/>
                <a:ext cx="175564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19324" name="tx9137">
                <a:extLst>
                  <a:ext uri="{FF2B5EF4-FFF2-40B4-BE49-F238E27FC236}">
                    <a16:creationId xmlns:a16="http://schemas.microsoft.com/office/drawing/2014/main" id="{504B36AC-21F0-1F74-0FCD-A45718C0508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25" name="tx9138">
                <a:extLst>
                  <a:ext uri="{FF2B5EF4-FFF2-40B4-BE49-F238E27FC236}">
                    <a16:creationId xmlns:a16="http://schemas.microsoft.com/office/drawing/2014/main" id="{1C50953E-02A2-B2C3-0CC4-C67F49F73B8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26" name="tx9139">
                <a:extLst>
                  <a:ext uri="{FF2B5EF4-FFF2-40B4-BE49-F238E27FC236}">
                    <a16:creationId xmlns:a16="http://schemas.microsoft.com/office/drawing/2014/main" id="{869A94BE-AC23-D284-FE23-33389CBD6F3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27" name="tx9140">
                <a:extLst>
                  <a:ext uri="{FF2B5EF4-FFF2-40B4-BE49-F238E27FC236}">
                    <a16:creationId xmlns:a16="http://schemas.microsoft.com/office/drawing/2014/main" id="{1D8CEB3B-0672-4EF7-B0F8-4191D34DB2A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28" name="tx9141">
                <a:extLst>
                  <a:ext uri="{FF2B5EF4-FFF2-40B4-BE49-F238E27FC236}">
                    <a16:creationId xmlns:a16="http://schemas.microsoft.com/office/drawing/2014/main" id="{4BB0D304-1E73-EB0B-1BDD-372DD7D694E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29" name="tx9142">
                <a:extLst>
                  <a:ext uri="{FF2B5EF4-FFF2-40B4-BE49-F238E27FC236}">
                    <a16:creationId xmlns:a16="http://schemas.microsoft.com/office/drawing/2014/main" id="{C56C3E5F-151B-7571-6329-A7F6305A77A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30" name="tx9143">
                <a:extLst>
                  <a:ext uri="{FF2B5EF4-FFF2-40B4-BE49-F238E27FC236}">
                    <a16:creationId xmlns:a16="http://schemas.microsoft.com/office/drawing/2014/main" id="{FA58F706-B92B-03E0-AB90-F0CC217833F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31" name="tx9144">
                <a:extLst>
                  <a:ext uri="{FF2B5EF4-FFF2-40B4-BE49-F238E27FC236}">
                    <a16:creationId xmlns:a16="http://schemas.microsoft.com/office/drawing/2014/main" id="{3845356F-73CC-FDB3-9F28-7EF0965E452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32" name="tx9145">
                <a:extLst>
                  <a:ext uri="{FF2B5EF4-FFF2-40B4-BE49-F238E27FC236}">
                    <a16:creationId xmlns:a16="http://schemas.microsoft.com/office/drawing/2014/main" id="{12500E8A-6B37-415A-0C7E-70DD76A6B83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33" name="tx9146">
                <a:extLst>
                  <a:ext uri="{FF2B5EF4-FFF2-40B4-BE49-F238E27FC236}">
                    <a16:creationId xmlns:a16="http://schemas.microsoft.com/office/drawing/2014/main" id="{44FC50A4-6CD6-4223-E630-09353E73EB6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34" name="tx9147">
                <a:extLst>
                  <a:ext uri="{FF2B5EF4-FFF2-40B4-BE49-F238E27FC236}">
                    <a16:creationId xmlns:a16="http://schemas.microsoft.com/office/drawing/2014/main" id="{7AB225EB-BE31-00AE-60B4-EA8665B6353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35" name="tx9148">
                <a:extLst>
                  <a:ext uri="{FF2B5EF4-FFF2-40B4-BE49-F238E27FC236}">
                    <a16:creationId xmlns:a16="http://schemas.microsoft.com/office/drawing/2014/main" id="{2ABFE5CF-6065-F326-DA00-A6E4135C7FF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36" name="tx9149">
                <a:extLst>
                  <a:ext uri="{FF2B5EF4-FFF2-40B4-BE49-F238E27FC236}">
                    <a16:creationId xmlns:a16="http://schemas.microsoft.com/office/drawing/2014/main" id="{8E0CFF43-E0E5-10CD-5913-4B95E866347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37" name="tx9150">
                <a:extLst>
                  <a:ext uri="{FF2B5EF4-FFF2-40B4-BE49-F238E27FC236}">
                    <a16:creationId xmlns:a16="http://schemas.microsoft.com/office/drawing/2014/main" id="{25F9C1B0-B205-EE4D-AA80-24B07F33324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38" name="tx9151">
                <a:extLst>
                  <a:ext uri="{FF2B5EF4-FFF2-40B4-BE49-F238E27FC236}">
                    <a16:creationId xmlns:a16="http://schemas.microsoft.com/office/drawing/2014/main" id="{2CB2CAD0-3688-0528-8829-E6DBF1C561A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39" name="tx9152">
                <a:extLst>
                  <a:ext uri="{FF2B5EF4-FFF2-40B4-BE49-F238E27FC236}">
                    <a16:creationId xmlns:a16="http://schemas.microsoft.com/office/drawing/2014/main" id="{7F224C6D-9366-D20D-19F1-FDD1B1A4223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40" name="tx9153">
                <a:extLst>
                  <a:ext uri="{FF2B5EF4-FFF2-40B4-BE49-F238E27FC236}">
                    <a16:creationId xmlns:a16="http://schemas.microsoft.com/office/drawing/2014/main" id="{58C1F32F-EC86-34E3-8933-9D5A447128D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41" name="tx9154">
                <a:extLst>
                  <a:ext uri="{FF2B5EF4-FFF2-40B4-BE49-F238E27FC236}">
                    <a16:creationId xmlns:a16="http://schemas.microsoft.com/office/drawing/2014/main" id="{53B5035A-0FFD-E8BC-4B4C-7973F37E0D4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42" name="tx9155">
                <a:extLst>
                  <a:ext uri="{FF2B5EF4-FFF2-40B4-BE49-F238E27FC236}">
                    <a16:creationId xmlns:a16="http://schemas.microsoft.com/office/drawing/2014/main" id="{2FDE9A51-C23D-6AEE-FD2E-EC31185D763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43" name="tx9156">
                <a:extLst>
                  <a:ext uri="{FF2B5EF4-FFF2-40B4-BE49-F238E27FC236}">
                    <a16:creationId xmlns:a16="http://schemas.microsoft.com/office/drawing/2014/main" id="{CDE0FC75-84D6-A20E-31B5-8CBFA5CECFE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44" name="tx9157">
                <a:extLst>
                  <a:ext uri="{FF2B5EF4-FFF2-40B4-BE49-F238E27FC236}">
                    <a16:creationId xmlns:a16="http://schemas.microsoft.com/office/drawing/2014/main" id="{6DDD718C-087B-F7CC-00AD-0652E6D2E10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45" name="tx9158">
                <a:extLst>
                  <a:ext uri="{FF2B5EF4-FFF2-40B4-BE49-F238E27FC236}">
                    <a16:creationId xmlns:a16="http://schemas.microsoft.com/office/drawing/2014/main" id="{F646F2E8-26F1-77FB-28E1-A402B823DA2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46" name="tx9159">
                <a:extLst>
                  <a:ext uri="{FF2B5EF4-FFF2-40B4-BE49-F238E27FC236}">
                    <a16:creationId xmlns:a16="http://schemas.microsoft.com/office/drawing/2014/main" id="{B93BADB3-31D2-7E96-9BE1-3E0C75A135A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47" name="tx9160">
                <a:extLst>
                  <a:ext uri="{FF2B5EF4-FFF2-40B4-BE49-F238E27FC236}">
                    <a16:creationId xmlns:a16="http://schemas.microsoft.com/office/drawing/2014/main" id="{0FC355BF-C4F5-7E19-5327-76C9DD3F0AC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48" name="tx9161">
                <a:extLst>
                  <a:ext uri="{FF2B5EF4-FFF2-40B4-BE49-F238E27FC236}">
                    <a16:creationId xmlns:a16="http://schemas.microsoft.com/office/drawing/2014/main" id="{BAD3957A-1FE5-EC6A-F726-FBCC664932B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49" name="tx9162">
                <a:extLst>
                  <a:ext uri="{FF2B5EF4-FFF2-40B4-BE49-F238E27FC236}">
                    <a16:creationId xmlns:a16="http://schemas.microsoft.com/office/drawing/2014/main" id="{3210CB2F-F9D9-028E-D113-D986D13E157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50" name="tx9163">
                <a:extLst>
                  <a:ext uri="{FF2B5EF4-FFF2-40B4-BE49-F238E27FC236}">
                    <a16:creationId xmlns:a16="http://schemas.microsoft.com/office/drawing/2014/main" id="{A2907A70-A470-1BB2-592C-858DF53F668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51" name="tx9164">
                <a:extLst>
                  <a:ext uri="{FF2B5EF4-FFF2-40B4-BE49-F238E27FC236}">
                    <a16:creationId xmlns:a16="http://schemas.microsoft.com/office/drawing/2014/main" id="{1823AD57-0670-69B6-83D8-A7BD611E2EF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52" name="tx9165">
                <a:extLst>
                  <a:ext uri="{FF2B5EF4-FFF2-40B4-BE49-F238E27FC236}">
                    <a16:creationId xmlns:a16="http://schemas.microsoft.com/office/drawing/2014/main" id="{A716204F-6C0E-00ED-F6A4-0AB03D55474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53" name="tx9166">
                <a:extLst>
                  <a:ext uri="{FF2B5EF4-FFF2-40B4-BE49-F238E27FC236}">
                    <a16:creationId xmlns:a16="http://schemas.microsoft.com/office/drawing/2014/main" id="{D2C17572-774B-71ED-6CC2-F300FD5C926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54" name="tx9167">
                <a:extLst>
                  <a:ext uri="{FF2B5EF4-FFF2-40B4-BE49-F238E27FC236}">
                    <a16:creationId xmlns:a16="http://schemas.microsoft.com/office/drawing/2014/main" id="{E32E9F26-AC4A-83C9-9095-819CA8AA1DD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55" name="tx9168">
                <a:extLst>
                  <a:ext uri="{FF2B5EF4-FFF2-40B4-BE49-F238E27FC236}">
                    <a16:creationId xmlns:a16="http://schemas.microsoft.com/office/drawing/2014/main" id="{E79BD972-971F-244C-9E7D-97828567C81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56" name="tx9169">
                <a:extLst>
                  <a:ext uri="{FF2B5EF4-FFF2-40B4-BE49-F238E27FC236}">
                    <a16:creationId xmlns:a16="http://schemas.microsoft.com/office/drawing/2014/main" id="{3C819A6C-2D71-28A1-A86E-1E57E7D7B80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57" name="tx9170">
                <a:extLst>
                  <a:ext uri="{FF2B5EF4-FFF2-40B4-BE49-F238E27FC236}">
                    <a16:creationId xmlns:a16="http://schemas.microsoft.com/office/drawing/2014/main" id="{A11953F9-1C8E-00C2-BB8F-7283014237B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58" name="tx9171">
                <a:extLst>
                  <a:ext uri="{FF2B5EF4-FFF2-40B4-BE49-F238E27FC236}">
                    <a16:creationId xmlns:a16="http://schemas.microsoft.com/office/drawing/2014/main" id="{F83AD53A-E9D6-0258-AD94-F2D41184452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59" name="tx9172">
                <a:extLst>
                  <a:ext uri="{FF2B5EF4-FFF2-40B4-BE49-F238E27FC236}">
                    <a16:creationId xmlns:a16="http://schemas.microsoft.com/office/drawing/2014/main" id="{62B3B7E2-A3B8-771A-3AAD-33E693797FE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60" name="tx9173">
                <a:extLst>
                  <a:ext uri="{FF2B5EF4-FFF2-40B4-BE49-F238E27FC236}">
                    <a16:creationId xmlns:a16="http://schemas.microsoft.com/office/drawing/2014/main" id="{66495309-F250-4937-5DB8-5DB3DCF7728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61" name="tx9174">
                <a:extLst>
                  <a:ext uri="{FF2B5EF4-FFF2-40B4-BE49-F238E27FC236}">
                    <a16:creationId xmlns:a16="http://schemas.microsoft.com/office/drawing/2014/main" id="{DE6C0DB0-71BF-66AD-EAF9-021B19526E4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62" name="tx9175">
                <a:extLst>
                  <a:ext uri="{FF2B5EF4-FFF2-40B4-BE49-F238E27FC236}">
                    <a16:creationId xmlns:a16="http://schemas.microsoft.com/office/drawing/2014/main" id="{B3A029A2-5CAE-B20F-00E5-12B5DD453DE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63" name="tx9176">
                <a:extLst>
                  <a:ext uri="{FF2B5EF4-FFF2-40B4-BE49-F238E27FC236}">
                    <a16:creationId xmlns:a16="http://schemas.microsoft.com/office/drawing/2014/main" id="{35253252-02E4-76DF-EA14-95A8DACA700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64" name="tx9177">
                <a:extLst>
                  <a:ext uri="{FF2B5EF4-FFF2-40B4-BE49-F238E27FC236}">
                    <a16:creationId xmlns:a16="http://schemas.microsoft.com/office/drawing/2014/main" id="{156257B0-5B61-3075-2E4F-3F5D3ECAF12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65" name="tx9178">
                <a:extLst>
                  <a:ext uri="{FF2B5EF4-FFF2-40B4-BE49-F238E27FC236}">
                    <a16:creationId xmlns:a16="http://schemas.microsoft.com/office/drawing/2014/main" id="{23140AAE-E561-F89A-B3E2-EA402AB14ED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66" name="tx9179">
                <a:extLst>
                  <a:ext uri="{FF2B5EF4-FFF2-40B4-BE49-F238E27FC236}">
                    <a16:creationId xmlns:a16="http://schemas.microsoft.com/office/drawing/2014/main" id="{2EF31A60-113B-634D-B3FB-391F49E1842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67" name="tx9180">
                <a:extLst>
                  <a:ext uri="{FF2B5EF4-FFF2-40B4-BE49-F238E27FC236}">
                    <a16:creationId xmlns:a16="http://schemas.microsoft.com/office/drawing/2014/main" id="{0A62585F-6BFE-6F9C-B778-FA325F22890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68" name="tx9181">
                <a:extLst>
                  <a:ext uri="{FF2B5EF4-FFF2-40B4-BE49-F238E27FC236}">
                    <a16:creationId xmlns:a16="http://schemas.microsoft.com/office/drawing/2014/main" id="{41F24D5D-CF5A-BB13-F038-F23BDB237E5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69" name="tx9182">
                <a:extLst>
                  <a:ext uri="{FF2B5EF4-FFF2-40B4-BE49-F238E27FC236}">
                    <a16:creationId xmlns:a16="http://schemas.microsoft.com/office/drawing/2014/main" id="{18EE39C0-ED1C-AB5F-333B-0E3D46FFE4A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70" name="tx9183">
                <a:extLst>
                  <a:ext uri="{FF2B5EF4-FFF2-40B4-BE49-F238E27FC236}">
                    <a16:creationId xmlns:a16="http://schemas.microsoft.com/office/drawing/2014/main" id="{C20DA2D0-E28E-B3E3-A7E0-915AC23819A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71" name="tx9184">
                <a:extLst>
                  <a:ext uri="{FF2B5EF4-FFF2-40B4-BE49-F238E27FC236}">
                    <a16:creationId xmlns:a16="http://schemas.microsoft.com/office/drawing/2014/main" id="{E1C34EE6-3BBC-723B-B4E6-5A8A4138BF9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72" name="tx9185">
                <a:extLst>
                  <a:ext uri="{FF2B5EF4-FFF2-40B4-BE49-F238E27FC236}">
                    <a16:creationId xmlns:a16="http://schemas.microsoft.com/office/drawing/2014/main" id="{5520EAD5-E0B4-3907-29E3-FD785842D04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73" name="tx9186">
                <a:extLst>
                  <a:ext uri="{FF2B5EF4-FFF2-40B4-BE49-F238E27FC236}">
                    <a16:creationId xmlns:a16="http://schemas.microsoft.com/office/drawing/2014/main" id="{5EA2EF78-10CF-30A5-EEB1-31D92FB56D4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74" name="tx9187">
                <a:extLst>
                  <a:ext uri="{FF2B5EF4-FFF2-40B4-BE49-F238E27FC236}">
                    <a16:creationId xmlns:a16="http://schemas.microsoft.com/office/drawing/2014/main" id="{787DE370-945D-1BDB-424B-6A14D0EF658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75" name="tx9188">
                <a:extLst>
                  <a:ext uri="{FF2B5EF4-FFF2-40B4-BE49-F238E27FC236}">
                    <a16:creationId xmlns:a16="http://schemas.microsoft.com/office/drawing/2014/main" id="{210F8D1E-5159-AAC1-EAB7-FF04130AC30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76" name="tx9189">
                <a:extLst>
                  <a:ext uri="{FF2B5EF4-FFF2-40B4-BE49-F238E27FC236}">
                    <a16:creationId xmlns:a16="http://schemas.microsoft.com/office/drawing/2014/main" id="{5CD05A0E-3F5F-5FAC-A12C-1825987CE79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77" name="tx9190">
                <a:extLst>
                  <a:ext uri="{FF2B5EF4-FFF2-40B4-BE49-F238E27FC236}">
                    <a16:creationId xmlns:a16="http://schemas.microsoft.com/office/drawing/2014/main" id="{2E0C6749-DD19-6C6B-F3A5-56148CB74A3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78" name="tx9191">
                <a:extLst>
                  <a:ext uri="{FF2B5EF4-FFF2-40B4-BE49-F238E27FC236}">
                    <a16:creationId xmlns:a16="http://schemas.microsoft.com/office/drawing/2014/main" id="{0C10D9BF-216A-79E8-462C-15D8BE4144F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79" name="tx9192">
                <a:extLst>
                  <a:ext uri="{FF2B5EF4-FFF2-40B4-BE49-F238E27FC236}">
                    <a16:creationId xmlns:a16="http://schemas.microsoft.com/office/drawing/2014/main" id="{4F7DD1FD-B8B4-46F4-7743-71576336F9A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80" name="tx9193">
                <a:extLst>
                  <a:ext uri="{FF2B5EF4-FFF2-40B4-BE49-F238E27FC236}">
                    <a16:creationId xmlns:a16="http://schemas.microsoft.com/office/drawing/2014/main" id="{A1E5932D-ED7C-6EF2-4099-0A2397FEA6A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81" name="tx9194">
                <a:extLst>
                  <a:ext uri="{FF2B5EF4-FFF2-40B4-BE49-F238E27FC236}">
                    <a16:creationId xmlns:a16="http://schemas.microsoft.com/office/drawing/2014/main" id="{625A97EC-6BDA-A3BD-96E3-B9E33305073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82" name="tx9195">
                <a:extLst>
                  <a:ext uri="{FF2B5EF4-FFF2-40B4-BE49-F238E27FC236}">
                    <a16:creationId xmlns:a16="http://schemas.microsoft.com/office/drawing/2014/main" id="{39F2391E-E26F-0E12-6DD3-F3A9A3D2309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83" name="tx9196">
                <a:extLst>
                  <a:ext uri="{FF2B5EF4-FFF2-40B4-BE49-F238E27FC236}">
                    <a16:creationId xmlns:a16="http://schemas.microsoft.com/office/drawing/2014/main" id="{7469E6D5-A420-6AD8-99BE-2381FEC185C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84" name="tx9197">
                <a:extLst>
                  <a:ext uri="{FF2B5EF4-FFF2-40B4-BE49-F238E27FC236}">
                    <a16:creationId xmlns:a16="http://schemas.microsoft.com/office/drawing/2014/main" id="{A028E1A4-9897-966D-4F78-FFAD1A4AD80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85" name="tx9198">
                <a:extLst>
                  <a:ext uri="{FF2B5EF4-FFF2-40B4-BE49-F238E27FC236}">
                    <a16:creationId xmlns:a16="http://schemas.microsoft.com/office/drawing/2014/main" id="{B2284246-E753-23C1-F6E7-326497B46B9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86" name="tx9199">
                <a:extLst>
                  <a:ext uri="{FF2B5EF4-FFF2-40B4-BE49-F238E27FC236}">
                    <a16:creationId xmlns:a16="http://schemas.microsoft.com/office/drawing/2014/main" id="{18B88272-E782-EA59-230E-E48BC797261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87" name="tx9200">
                <a:extLst>
                  <a:ext uri="{FF2B5EF4-FFF2-40B4-BE49-F238E27FC236}">
                    <a16:creationId xmlns:a16="http://schemas.microsoft.com/office/drawing/2014/main" id="{A3404DBE-FBE6-060E-ABDE-362FD962C29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88" name="tx9201">
                <a:extLst>
                  <a:ext uri="{FF2B5EF4-FFF2-40B4-BE49-F238E27FC236}">
                    <a16:creationId xmlns:a16="http://schemas.microsoft.com/office/drawing/2014/main" id="{5247B5F2-FB0A-542A-EA1D-2407A1F26B3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89" name="tx9202">
                <a:extLst>
                  <a:ext uri="{FF2B5EF4-FFF2-40B4-BE49-F238E27FC236}">
                    <a16:creationId xmlns:a16="http://schemas.microsoft.com/office/drawing/2014/main" id="{2C77422C-3C40-7259-5960-236AFD25729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90" name="tx9203">
                <a:extLst>
                  <a:ext uri="{FF2B5EF4-FFF2-40B4-BE49-F238E27FC236}">
                    <a16:creationId xmlns:a16="http://schemas.microsoft.com/office/drawing/2014/main" id="{74483A88-724C-9C4A-449D-A50B502D56D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91" name="tx9204">
                <a:extLst>
                  <a:ext uri="{FF2B5EF4-FFF2-40B4-BE49-F238E27FC236}">
                    <a16:creationId xmlns:a16="http://schemas.microsoft.com/office/drawing/2014/main" id="{3A5E5EBB-AE9E-8C78-50F2-C46E10E2F16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92" name="tx9205">
                <a:extLst>
                  <a:ext uri="{FF2B5EF4-FFF2-40B4-BE49-F238E27FC236}">
                    <a16:creationId xmlns:a16="http://schemas.microsoft.com/office/drawing/2014/main" id="{4891C41F-1B61-F991-8587-45AF48FB04A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93" name="tx9206">
                <a:extLst>
                  <a:ext uri="{FF2B5EF4-FFF2-40B4-BE49-F238E27FC236}">
                    <a16:creationId xmlns:a16="http://schemas.microsoft.com/office/drawing/2014/main" id="{D81CD45E-6C4C-27CA-5FEA-EFBD65257EE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94" name="tx9207">
                <a:extLst>
                  <a:ext uri="{FF2B5EF4-FFF2-40B4-BE49-F238E27FC236}">
                    <a16:creationId xmlns:a16="http://schemas.microsoft.com/office/drawing/2014/main" id="{208EE764-BCC0-29AE-F53B-1BCC4DFE2DE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95" name="tx9208">
                <a:extLst>
                  <a:ext uri="{FF2B5EF4-FFF2-40B4-BE49-F238E27FC236}">
                    <a16:creationId xmlns:a16="http://schemas.microsoft.com/office/drawing/2014/main" id="{8A4ADE5B-D909-B962-B835-5F9CDF9D9B3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96" name="tx9209">
                <a:extLst>
                  <a:ext uri="{FF2B5EF4-FFF2-40B4-BE49-F238E27FC236}">
                    <a16:creationId xmlns:a16="http://schemas.microsoft.com/office/drawing/2014/main" id="{FBFAFBC6-FC42-2228-508B-EB9D30A5456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97" name="tx9210">
                <a:extLst>
                  <a:ext uri="{FF2B5EF4-FFF2-40B4-BE49-F238E27FC236}">
                    <a16:creationId xmlns:a16="http://schemas.microsoft.com/office/drawing/2014/main" id="{D2C7654F-2C57-5A16-6934-FB5EB0DFA69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398" name="tx9211">
                <a:extLst>
                  <a:ext uri="{FF2B5EF4-FFF2-40B4-BE49-F238E27FC236}">
                    <a16:creationId xmlns:a16="http://schemas.microsoft.com/office/drawing/2014/main" id="{AE625157-2C9F-5C63-CD0A-42EBE680F0E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399" name="tx9212">
                <a:extLst>
                  <a:ext uri="{FF2B5EF4-FFF2-40B4-BE49-F238E27FC236}">
                    <a16:creationId xmlns:a16="http://schemas.microsoft.com/office/drawing/2014/main" id="{406BFF9C-EAF3-04E2-DCD9-704DF5118B9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00" name="tx9213">
                <a:extLst>
                  <a:ext uri="{FF2B5EF4-FFF2-40B4-BE49-F238E27FC236}">
                    <a16:creationId xmlns:a16="http://schemas.microsoft.com/office/drawing/2014/main" id="{82C414C3-49BE-8FD8-F2E0-5E8A63C80F8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01" name="tx9214">
                <a:extLst>
                  <a:ext uri="{FF2B5EF4-FFF2-40B4-BE49-F238E27FC236}">
                    <a16:creationId xmlns:a16="http://schemas.microsoft.com/office/drawing/2014/main" id="{28B913A5-2BD7-70D6-6462-79877E1A364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02" name="tx9215">
                <a:extLst>
                  <a:ext uri="{FF2B5EF4-FFF2-40B4-BE49-F238E27FC236}">
                    <a16:creationId xmlns:a16="http://schemas.microsoft.com/office/drawing/2014/main" id="{2D055A2C-AC62-17E3-5905-7A112EB5F66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03" name="tx9216">
                <a:extLst>
                  <a:ext uri="{FF2B5EF4-FFF2-40B4-BE49-F238E27FC236}">
                    <a16:creationId xmlns:a16="http://schemas.microsoft.com/office/drawing/2014/main" id="{F7401241-F1E6-9C25-0298-A59D7784AE2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04" name="tx9217">
                <a:extLst>
                  <a:ext uri="{FF2B5EF4-FFF2-40B4-BE49-F238E27FC236}">
                    <a16:creationId xmlns:a16="http://schemas.microsoft.com/office/drawing/2014/main" id="{1EC8A75E-A57C-FF93-293D-8CD4F183F2E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05" name="tx9218">
                <a:extLst>
                  <a:ext uri="{FF2B5EF4-FFF2-40B4-BE49-F238E27FC236}">
                    <a16:creationId xmlns:a16="http://schemas.microsoft.com/office/drawing/2014/main" id="{03C67E08-D695-A22E-993D-384EAB98D43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06" name="tx9219">
                <a:extLst>
                  <a:ext uri="{FF2B5EF4-FFF2-40B4-BE49-F238E27FC236}">
                    <a16:creationId xmlns:a16="http://schemas.microsoft.com/office/drawing/2014/main" id="{C9596FDB-3D05-5E89-80B3-B1A4074A8FB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07" name="tx9220">
                <a:extLst>
                  <a:ext uri="{FF2B5EF4-FFF2-40B4-BE49-F238E27FC236}">
                    <a16:creationId xmlns:a16="http://schemas.microsoft.com/office/drawing/2014/main" id="{E31255C1-AA25-43AB-603F-539688319FA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08" name="tx9221">
                <a:extLst>
                  <a:ext uri="{FF2B5EF4-FFF2-40B4-BE49-F238E27FC236}">
                    <a16:creationId xmlns:a16="http://schemas.microsoft.com/office/drawing/2014/main" id="{01000456-8D08-2D81-0EE4-F5741D033DB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09" name="tx9222">
                <a:extLst>
                  <a:ext uri="{FF2B5EF4-FFF2-40B4-BE49-F238E27FC236}">
                    <a16:creationId xmlns:a16="http://schemas.microsoft.com/office/drawing/2014/main" id="{21CFF900-9C83-C424-12B4-5E7B9142BB8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10" name="tx9223">
                <a:extLst>
                  <a:ext uri="{FF2B5EF4-FFF2-40B4-BE49-F238E27FC236}">
                    <a16:creationId xmlns:a16="http://schemas.microsoft.com/office/drawing/2014/main" id="{979326E2-88F3-012B-B3B1-0F78704B2E3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11" name="tx9224">
                <a:extLst>
                  <a:ext uri="{FF2B5EF4-FFF2-40B4-BE49-F238E27FC236}">
                    <a16:creationId xmlns:a16="http://schemas.microsoft.com/office/drawing/2014/main" id="{F9961CF9-4643-F7C1-3432-109EC0D9540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12" name="tx9225">
                <a:extLst>
                  <a:ext uri="{FF2B5EF4-FFF2-40B4-BE49-F238E27FC236}">
                    <a16:creationId xmlns:a16="http://schemas.microsoft.com/office/drawing/2014/main" id="{771B70CF-5C5A-BF89-8A99-6C7520A5950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13" name="tx9226">
                <a:extLst>
                  <a:ext uri="{FF2B5EF4-FFF2-40B4-BE49-F238E27FC236}">
                    <a16:creationId xmlns:a16="http://schemas.microsoft.com/office/drawing/2014/main" id="{C9A46B8B-4199-CAC6-A8B0-2D5D7DD7354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14" name="tx9227">
                <a:extLst>
                  <a:ext uri="{FF2B5EF4-FFF2-40B4-BE49-F238E27FC236}">
                    <a16:creationId xmlns:a16="http://schemas.microsoft.com/office/drawing/2014/main" id="{8B9F2DA3-0316-D7A1-1A21-F3D1317744B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15" name="tx9228">
                <a:extLst>
                  <a:ext uri="{FF2B5EF4-FFF2-40B4-BE49-F238E27FC236}">
                    <a16:creationId xmlns:a16="http://schemas.microsoft.com/office/drawing/2014/main" id="{6207D443-9B4D-A61F-48F0-F89EB6D4CF7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16" name="tx9229">
                <a:extLst>
                  <a:ext uri="{FF2B5EF4-FFF2-40B4-BE49-F238E27FC236}">
                    <a16:creationId xmlns:a16="http://schemas.microsoft.com/office/drawing/2014/main" id="{2856D442-C1BE-5C4F-9873-9FCE93CB968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17" name="tx9230">
                <a:extLst>
                  <a:ext uri="{FF2B5EF4-FFF2-40B4-BE49-F238E27FC236}">
                    <a16:creationId xmlns:a16="http://schemas.microsoft.com/office/drawing/2014/main" id="{B70B3E96-84AB-FB89-69D2-20C0D8925D9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18" name="tx9231">
                <a:extLst>
                  <a:ext uri="{FF2B5EF4-FFF2-40B4-BE49-F238E27FC236}">
                    <a16:creationId xmlns:a16="http://schemas.microsoft.com/office/drawing/2014/main" id="{953D6C26-40A4-FAE0-AFB0-E3EF76E4E34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19" name="tx9232">
                <a:extLst>
                  <a:ext uri="{FF2B5EF4-FFF2-40B4-BE49-F238E27FC236}">
                    <a16:creationId xmlns:a16="http://schemas.microsoft.com/office/drawing/2014/main" id="{2026480D-0AF6-BBFA-1553-D2E7964F3A1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20" name="tx9233">
                <a:extLst>
                  <a:ext uri="{FF2B5EF4-FFF2-40B4-BE49-F238E27FC236}">
                    <a16:creationId xmlns:a16="http://schemas.microsoft.com/office/drawing/2014/main" id="{28B6D87C-A0A2-F405-73A6-91E097BEFBC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21" name="tx9234">
                <a:extLst>
                  <a:ext uri="{FF2B5EF4-FFF2-40B4-BE49-F238E27FC236}">
                    <a16:creationId xmlns:a16="http://schemas.microsoft.com/office/drawing/2014/main" id="{5E9D4530-B3DD-ED52-1CFC-2C28D749B88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22" name="tx9235">
                <a:extLst>
                  <a:ext uri="{FF2B5EF4-FFF2-40B4-BE49-F238E27FC236}">
                    <a16:creationId xmlns:a16="http://schemas.microsoft.com/office/drawing/2014/main" id="{BDEF5579-F430-B695-5468-3B6B95C913F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23" name="tx9236">
                <a:extLst>
                  <a:ext uri="{FF2B5EF4-FFF2-40B4-BE49-F238E27FC236}">
                    <a16:creationId xmlns:a16="http://schemas.microsoft.com/office/drawing/2014/main" id="{43B39033-5D1E-1B63-EB43-5233FE33EC9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24" name="tx9237">
                <a:extLst>
                  <a:ext uri="{FF2B5EF4-FFF2-40B4-BE49-F238E27FC236}">
                    <a16:creationId xmlns:a16="http://schemas.microsoft.com/office/drawing/2014/main" id="{8423C1B6-A951-A3FB-9A5D-D22EEF509BE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25" name="tx9238">
                <a:extLst>
                  <a:ext uri="{FF2B5EF4-FFF2-40B4-BE49-F238E27FC236}">
                    <a16:creationId xmlns:a16="http://schemas.microsoft.com/office/drawing/2014/main" id="{C7F48D64-3F1A-A6C6-C2E1-7E03AB50FFB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26" name="tx9239">
                <a:extLst>
                  <a:ext uri="{FF2B5EF4-FFF2-40B4-BE49-F238E27FC236}">
                    <a16:creationId xmlns:a16="http://schemas.microsoft.com/office/drawing/2014/main" id="{D9AC6222-6179-4EE3-26DD-2FE761F06CC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27" name="tx9240">
                <a:extLst>
                  <a:ext uri="{FF2B5EF4-FFF2-40B4-BE49-F238E27FC236}">
                    <a16:creationId xmlns:a16="http://schemas.microsoft.com/office/drawing/2014/main" id="{CBA3D898-C737-BD9B-C2FD-90D2090706C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28" name="tx9241">
                <a:extLst>
                  <a:ext uri="{FF2B5EF4-FFF2-40B4-BE49-F238E27FC236}">
                    <a16:creationId xmlns:a16="http://schemas.microsoft.com/office/drawing/2014/main" id="{31208A02-2575-6DD2-6D93-6A6A830BE4C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29" name="tx9242">
                <a:extLst>
                  <a:ext uri="{FF2B5EF4-FFF2-40B4-BE49-F238E27FC236}">
                    <a16:creationId xmlns:a16="http://schemas.microsoft.com/office/drawing/2014/main" id="{5C1DF44F-EA31-075A-EAE5-208B1284043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30" name="tx9243">
                <a:extLst>
                  <a:ext uri="{FF2B5EF4-FFF2-40B4-BE49-F238E27FC236}">
                    <a16:creationId xmlns:a16="http://schemas.microsoft.com/office/drawing/2014/main" id="{84922E9F-3DAE-ABE5-98A6-5B4F4D46D71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31" name="tx9244">
                <a:extLst>
                  <a:ext uri="{FF2B5EF4-FFF2-40B4-BE49-F238E27FC236}">
                    <a16:creationId xmlns:a16="http://schemas.microsoft.com/office/drawing/2014/main" id="{024E7B53-5B0D-A2BD-9768-396FD56140F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32" name="tx9245">
                <a:extLst>
                  <a:ext uri="{FF2B5EF4-FFF2-40B4-BE49-F238E27FC236}">
                    <a16:creationId xmlns:a16="http://schemas.microsoft.com/office/drawing/2014/main" id="{602DF6A0-F3E0-798D-A809-F03CF72AC6D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33" name="tx9246">
                <a:extLst>
                  <a:ext uri="{FF2B5EF4-FFF2-40B4-BE49-F238E27FC236}">
                    <a16:creationId xmlns:a16="http://schemas.microsoft.com/office/drawing/2014/main" id="{3447A9A7-C366-1841-BDE1-3224130D981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34" name="tx9247">
                <a:extLst>
                  <a:ext uri="{FF2B5EF4-FFF2-40B4-BE49-F238E27FC236}">
                    <a16:creationId xmlns:a16="http://schemas.microsoft.com/office/drawing/2014/main" id="{03E86C9F-280F-3396-6E66-1D5A819BEB9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35" name="tx9248">
                <a:extLst>
                  <a:ext uri="{FF2B5EF4-FFF2-40B4-BE49-F238E27FC236}">
                    <a16:creationId xmlns:a16="http://schemas.microsoft.com/office/drawing/2014/main" id="{5C3A3FFD-7E7C-D1F3-6CEC-DD1E978B048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36" name="tx9249">
                <a:extLst>
                  <a:ext uri="{FF2B5EF4-FFF2-40B4-BE49-F238E27FC236}">
                    <a16:creationId xmlns:a16="http://schemas.microsoft.com/office/drawing/2014/main" id="{BEA9C825-A901-D0EC-56CE-4B468350EEE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37" name="tx9250">
                <a:extLst>
                  <a:ext uri="{FF2B5EF4-FFF2-40B4-BE49-F238E27FC236}">
                    <a16:creationId xmlns:a16="http://schemas.microsoft.com/office/drawing/2014/main" id="{98E4C4E0-0480-FCB8-1C72-542903EACBA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38" name="tx9251">
                <a:extLst>
                  <a:ext uri="{FF2B5EF4-FFF2-40B4-BE49-F238E27FC236}">
                    <a16:creationId xmlns:a16="http://schemas.microsoft.com/office/drawing/2014/main" id="{B75E529F-D591-F574-C599-A077AEF2243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39" name="tx9252">
                <a:extLst>
                  <a:ext uri="{FF2B5EF4-FFF2-40B4-BE49-F238E27FC236}">
                    <a16:creationId xmlns:a16="http://schemas.microsoft.com/office/drawing/2014/main" id="{C603325F-9CC4-6C35-F0AE-972D2285938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40" name="tx9253">
                <a:extLst>
                  <a:ext uri="{FF2B5EF4-FFF2-40B4-BE49-F238E27FC236}">
                    <a16:creationId xmlns:a16="http://schemas.microsoft.com/office/drawing/2014/main" id="{E8A1E4D4-CF29-ED1C-831D-AA62B9C9960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41" name="tx9254">
                <a:extLst>
                  <a:ext uri="{FF2B5EF4-FFF2-40B4-BE49-F238E27FC236}">
                    <a16:creationId xmlns:a16="http://schemas.microsoft.com/office/drawing/2014/main" id="{9981B0DC-A56B-2E2E-8F50-BCB044F7C78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42" name="tx9255">
                <a:extLst>
                  <a:ext uri="{FF2B5EF4-FFF2-40B4-BE49-F238E27FC236}">
                    <a16:creationId xmlns:a16="http://schemas.microsoft.com/office/drawing/2014/main" id="{A5C1E8C3-F063-D4E7-99B5-C5F86B200A3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43" name="tx9256">
                <a:extLst>
                  <a:ext uri="{FF2B5EF4-FFF2-40B4-BE49-F238E27FC236}">
                    <a16:creationId xmlns:a16="http://schemas.microsoft.com/office/drawing/2014/main" id="{4E85FB3F-2806-AB42-785B-DDFD9F701EF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44" name="tx9257">
                <a:extLst>
                  <a:ext uri="{FF2B5EF4-FFF2-40B4-BE49-F238E27FC236}">
                    <a16:creationId xmlns:a16="http://schemas.microsoft.com/office/drawing/2014/main" id="{6E416A43-49CA-8564-8279-0251D03ACC1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45" name="tx9258">
                <a:extLst>
                  <a:ext uri="{FF2B5EF4-FFF2-40B4-BE49-F238E27FC236}">
                    <a16:creationId xmlns:a16="http://schemas.microsoft.com/office/drawing/2014/main" id="{9A15A0D8-4A6E-387C-F550-0C7DCCA8B95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46" name="tx9259">
                <a:extLst>
                  <a:ext uri="{FF2B5EF4-FFF2-40B4-BE49-F238E27FC236}">
                    <a16:creationId xmlns:a16="http://schemas.microsoft.com/office/drawing/2014/main" id="{AA797AED-D13A-3357-8F9E-09E098B0B39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47" name="tx9260">
                <a:extLst>
                  <a:ext uri="{FF2B5EF4-FFF2-40B4-BE49-F238E27FC236}">
                    <a16:creationId xmlns:a16="http://schemas.microsoft.com/office/drawing/2014/main" id="{F899254D-D0F3-16EF-8702-889E54250AB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48" name="tx9261">
                <a:extLst>
                  <a:ext uri="{FF2B5EF4-FFF2-40B4-BE49-F238E27FC236}">
                    <a16:creationId xmlns:a16="http://schemas.microsoft.com/office/drawing/2014/main" id="{8E8E3151-FC61-3376-13D8-930EC7A9199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49" name="tx9262">
                <a:extLst>
                  <a:ext uri="{FF2B5EF4-FFF2-40B4-BE49-F238E27FC236}">
                    <a16:creationId xmlns:a16="http://schemas.microsoft.com/office/drawing/2014/main" id="{8D50809B-4B22-7A79-81FB-34D3F58A221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50" name="tx9263">
                <a:extLst>
                  <a:ext uri="{FF2B5EF4-FFF2-40B4-BE49-F238E27FC236}">
                    <a16:creationId xmlns:a16="http://schemas.microsoft.com/office/drawing/2014/main" id="{BD530D91-B4DA-AB20-BE19-7578F0E6252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51" name="tx9264">
                <a:extLst>
                  <a:ext uri="{FF2B5EF4-FFF2-40B4-BE49-F238E27FC236}">
                    <a16:creationId xmlns:a16="http://schemas.microsoft.com/office/drawing/2014/main" id="{5B2A4A8D-24B0-7414-600E-4BD6D680440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52" name="tx9265">
                <a:extLst>
                  <a:ext uri="{FF2B5EF4-FFF2-40B4-BE49-F238E27FC236}">
                    <a16:creationId xmlns:a16="http://schemas.microsoft.com/office/drawing/2014/main" id="{2C977D27-241F-F73E-7831-92ADE521CCE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53" name="tx9266">
                <a:extLst>
                  <a:ext uri="{FF2B5EF4-FFF2-40B4-BE49-F238E27FC236}">
                    <a16:creationId xmlns:a16="http://schemas.microsoft.com/office/drawing/2014/main" id="{F2A0BED4-9A8E-4051-A2F0-C4157313472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54" name="tx9267">
                <a:extLst>
                  <a:ext uri="{FF2B5EF4-FFF2-40B4-BE49-F238E27FC236}">
                    <a16:creationId xmlns:a16="http://schemas.microsoft.com/office/drawing/2014/main" id="{F1329ECF-B919-1BEC-3F54-FADF5D55489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55" name="tx9268">
                <a:extLst>
                  <a:ext uri="{FF2B5EF4-FFF2-40B4-BE49-F238E27FC236}">
                    <a16:creationId xmlns:a16="http://schemas.microsoft.com/office/drawing/2014/main" id="{A2796638-B345-8EFF-2890-64305737DE5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56" name="tx9269">
                <a:extLst>
                  <a:ext uri="{FF2B5EF4-FFF2-40B4-BE49-F238E27FC236}">
                    <a16:creationId xmlns:a16="http://schemas.microsoft.com/office/drawing/2014/main" id="{D0C8C9F4-23EF-F42F-C5F4-B6DCF6E4F82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57" name="tx9270">
                <a:extLst>
                  <a:ext uri="{FF2B5EF4-FFF2-40B4-BE49-F238E27FC236}">
                    <a16:creationId xmlns:a16="http://schemas.microsoft.com/office/drawing/2014/main" id="{36848BC6-0D48-8F4C-400D-B136F0D3E3A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58" name="tx9271">
                <a:extLst>
                  <a:ext uri="{FF2B5EF4-FFF2-40B4-BE49-F238E27FC236}">
                    <a16:creationId xmlns:a16="http://schemas.microsoft.com/office/drawing/2014/main" id="{5D271A46-556F-8B4E-D184-31F386591CD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59" name="tx9272">
                <a:extLst>
                  <a:ext uri="{FF2B5EF4-FFF2-40B4-BE49-F238E27FC236}">
                    <a16:creationId xmlns:a16="http://schemas.microsoft.com/office/drawing/2014/main" id="{AD738EC7-A6E8-6503-DD9E-DEE5DDAC8BA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60" name="tx9273">
                <a:extLst>
                  <a:ext uri="{FF2B5EF4-FFF2-40B4-BE49-F238E27FC236}">
                    <a16:creationId xmlns:a16="http://schemas.microsoft.com/office/drawing/2014/main" id="{D1D4FACD-BEA1-C360-C0BB-686F4755DB2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61" name="tx9274">
                <a:extLst>
                  <a:ext uri="{FF2B5EF4-FFF2-40B4-BE49-F238E27FC236}">
                    <a16:creationId xmlns:a16="http://schemas.microsoft.com/office/drawing/2014/main" id="{06FBD97C-8BDD-4606-4038-568AF24B96F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62" name="tx9275">
                <a:extLst>
                  <a:ext uri="{FF2B5EF4-FFF2-40B4-BE49-F238E27FC236}">
                    <a16:creationId xmlns:a16="http://schemas.microsoft.com/office/drawing/2014/main" id="{CB7C43FA-2819-D3D9-21A7-70D9A005869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63" name="tx9276">
                <a:extLst>
                  <a:ext uri="{FF2B5EF4-FFF2-40B4-BE49-F238E27FC236}">
                    <a16:creationId xmlns:a16="http://schemas.microsoft.com/office/drawing/2014/main" id="{0B578649-43AD-F011-81AC-D53CE5B797E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64" name="tx9277">
                <a:extLst>
                  <a:ext uri="{FF2B5EF4-FFF2-40B4-BE49-F238E27FC236}">
                    <a16:creationId xmlns:a16="http://schemas.microsoft.com/office/drawing/2014/main" id="{F2A32E6C-5B67-607A-A988-27D26076821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65" name="tx9278">
                <a:extLst>
                  <a:ext uri="{FF2B5EF4-FFF2-40B4-BE49-F238E27FC236}">
                    <a16:creationId xmlns:a16="http://schemas.microsoft.com/office/drawing/2014/main" id="{FA3A0D74-B5DD-E685-D222-0F6BF1294D6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66" name="tx9279">
                <a:extLst>
                  <a:ext uri="{FF2B5EF4-FFF2-40B4-BE49-F238E27FC236}">
                    <a16:creationId xmlns:a16="http://schemas.microsoft.com/office/drawing/2014/main" id="{17E97BB0-88B6-A570-544F-7AF75ADA414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67" name="tx9280">
                <a:extLst>
                  <a:ext uri="{FF2B5EF4-FFF2-40B4-BE49-F238E27FC236}">
                    <a16:creationId xmlns:a16="http://schemas.microsoft.com/office/drawing/2014/main" id="{F0270CDF-5D31-3256-0464-59531DDB1D7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68" name="tx9281">
                <a:extLst>
                  <a:ext uri="{FF2B5EF4-FFF2-40B4-BE49-F238E27FC236}">
                    <a16:creationId xmlns:a16="http://schemas.microsoft.com/office/drawing/2014/main" id="{8BE7B13B-7447-6677-BF84-991233E44EC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69" name="tx9282">
                <a:extLst>
                  <a:ext uri="{FF2B5EF4-FFF2-40B4-BE49-F238E27FC236}">
                    <a16:creationId xmlns:a16="http://schemas.microsoft.com/office/drawing/2014/main" id="{0BAB2F33-9ADA-F501-1147-53534E9A701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70" name="tx9283">
                <a:extLst>
                  <a:ext uri="{FF2B5EF4-FFF2-40B4-BE49-F238E27FC236}">
                    <a16:creationId xmlns:a16="http://schemas.microsoft.com/office/drawing/2014/main" id="{9BB850E7-1B2D-F39B-0C76-F4B2C6AA391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71" name="tx9284">
                <a:extLst>
                  <a:ext uri="{FF2B5EF4-FFF2-40B4-BE49-F238E27FC236}">
                    <a16:creationId xmlns:a16="http://schemas.microsoft.com/office/drawing/2014/main" id="{0EB0D7ED-6E2D-26E6-8B21-B21276E7343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72" name="tx9285">
                <a:extLst>
                  <a:ext uri="{FF2B5EF4-FFF2-40B4-BE49-F238E27FC236}">
                    <a16:creationId xmlns:a16="http://schemas.microsoft.com/office/drawing/2014/main" id="{D510DBC5-EF1D-5751-2BCB-5EF605FE7CF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73" name="tx9286">
                <a:extLst>
                  <a:ext uri="{FF2B5EF4-FFF2-40B4-BE49-F238E27FC236}">
                    <a16:creationId xmlns:a16="http://schemas.microsoft.com/office/drawing/2014/main" id="{AC7884F5-9CAB-E63D-FCE4-11926B14F8F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74" name="tx9287">
                <a:extLst>
                  <a:ext uri="{FF2B5EF4-FFF2-40B4-BE49-F238E27FC236}">
                    <a16:creationId xmlns:a16="http://schemas.microsoft.com/office/drawing/2014/main" id="{73EA8359-7342-CDAC-82DD-4984145A116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75" name="tx9288">
                <a:extLst>
                  <a:ext uri="{FF2B5EF4-FFF2-40B4-BE49-F238E27FC236}">
                    <a16:creationId xmlns:a16="http://schemas.microsoft.com/office/drawing/2014/main" id="{88B51D54-2632-C97A-88FC-8354DD8FA74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76" name="tx9289">
                <a:extLst>
                  <a:ext uri="{FF2B5EF4-FFF2-40B4-BE49-F238E27FC236}">
                    <a16:creationId xmlns:a16="http://schemas.microsoft.com/office/drawing/2014/main" id="{0EA27CEE-13CB-7120-F6FD-3D00DEFCEF7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77" name="tx9290">
                <a:extLst>
                  <a:ext uri="{FF2B5EF4-FFF2-40B4-BE49-F238E27FC236}">
                    <a16:creationId xmlns:a16="http://schemas.microsoft.com/office/drawing/2014/main" id="{22987779-FBE7-77A3-03E8-553449797DE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78" name="tx9291">
                <a:extLst>
                  <a:ext uri="{FF2B5EF4-FFF2-40B4-BE49-F238E27FC236}">
                    <a16:creationId xmlns:a16="http://schemas.microsoft.com/office/drawing/2014/main" id="{18EC757D-9AD5-E28C-4DE7-86FFBFF86D1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79" name="tx9292">
                <a:extLst>
                  <a:ext uri="{FF2B5EF4-FFF2-40B4-BE49-F238E27FC236}">
                    <a16:creationId xmlns:a16="http://schemas.microsoft.com/office/drawing/2014/main" id="{69F2B83A-3F3C-D9FB-2E5A-120D340C921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80" name="tx9293">
                <a:extLst>
                  <a:ext uri="{FF2B5EF4-FFF2-40B4-BE49-F238E27FC236}">
                    <a16:creationId xmlns:a16="http://schemas.microsoft.com/office/drawing/2014/main" id="{18132C78-109E-6F06-06C3-3B09F35A9D9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81" name="tx9294">
                <a:extLst>
                  <a:ext uri="{FF2B5EF4-FFF2-40B4-BE49-F238E27FC236}">
                    <a16:creationId xmlns:a16="http://schemas.microsoft.com/office/drawing/2014/main" id="{48D20F11-B45E-B823-7103-A83AF815D4A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82" name="tx9295">
                <a:extLst>
                  <a:ext uri="{FF2B5EF4-FFF2-40B4-BE49-F238E27FC236}">
                    <a16:creationId xmlns:a16="http://schemas.microsoft.com/office/drawing/2014/main" id="{2A616461-7BA3-97E0-23EC-5DAEEA8B1F9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83" name="tx9296">
                <a:extLst>
                  <a:ext uri="{FF2B5EF4-FFF2-40B4-BE49-F238E27FC236}">
                    <a16:creationId xmlns:a16="http://schemas.microsoft.com/office/drawing/2014/main" id="{A5D03EC8-4AC9-626D-5B88-F4E9CC992F8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84" name="tx9297">
                <a:extLst>
                  <a:ext uri="{FF2B5EF4-FFF2-40B4-BE49-F238E27FC236}">
                    <a16:creationId xmlns:a16="http://schemas.microsoft.com/office/drawing/2014/main" id="{2F7536A6-AD37-2E86-9BB7-FE78AA880F8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85" name="tx9298">
                <a:extLst>
                  <a:ext uri="{FF2B5EF4-FFF2-40B4-BE49-F238E27FC236}">
                    <a16:creationId xmlns:a16="http://schemas.microsoft.com/office/drawing/2014/main" id="{1124D947-6925-C0AE-4170-9CC62214417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86" name="tx9299">
                <a:extLst>
                  <a:ext uri="{FF2B5EF4-FFF2-40B4-BE49-F238E27FC236}">
                    <a16:creationId xmlns:a16="http://schemas.microsoft.com/office/drawing/2014/main" id="{2AA8B84D-6DB0-5C62-6B43-3287A99A936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87" name="tx9300">
                <a:extLst>
                  <a:ext uri="{FF2B5EF4-FFF2-40B4-BE49-F238E27FC236}">
                    <a16:creationId xmlns:a16="http://schemas.microsoft.com/office/drawing/2014/main" id="{18FA52A1-34B0-84F0-E6B1-7ED728F5D2D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88" name="tx9301">
                <a:extLst>
                  <a:ext uri="{FF2B5EF4-FFF2-40B4-BE49-F238E27FC236}">
                    <a16:creationId xmlns:a16="http://schemas.microsoft.com/office/drawing/2014/main" id="{6FBA756F-B696-622D-82B0-A202508F4B7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89" name="tx9302">
                <a:extLst>
                  <a:ext uri="{FF2B5EF4-FFF2-40B4-BE49-F238E27FC236}">
                    <a16:creationId xmlns:a16="http://schemas.microsoft.com/office/drawing/2014/main" id="{A15EBF83-40DC-91D2-EC86-D56D903AD16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90" name="tx9303">
                <a:extLst>
                  <a:ext uri="{FF2B5EF4-FFF2-40B4-BE49-F238E27FC236}">
                    <a16:creationId xmlns:a16="http://schemas.microsoft.com/office/drawing/2014/main" id="{9AC6A62B-AFF2-2FE6-E971-D6FB407251B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91" name="tx9304">
                <a:extLst>
                  <a:ext uri="{FF2B5EF4-FFF2-40B4-BE49-F238E27FC236}">
                    <a16:creationId xmlns:a16="http://schemas.microsoft.com/office/drawing/2014/main" id="{1C92CC75-485D-6ED1-297B-B3F219FDE53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92" name="tx9305">
                <a:extLst>
                  <a:ext uri="{FF2B5EF4-FFF2-40B4-BE49-F238E27FC236}">
                    <a16:creationId xmlns:a16="http://schemas.microsoft.com/office/drawing/2014/main" id="{08A0E8B2-5F6B-7F65-3A12-E008BF4952F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93" name="tx9306">
                <a:extLst>
                  <a:ext uri="{FF2B5EF4-FFF2-40B4-BE49-F238E27FC236}">
                    <a16:creationId xmlns:a16="http://schemas.microsoft.com/office/drawing/2014/main" id="{BA2DFBEB-FD54-0335-CF2F-117D0B24A48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94" name="tx9307">
                <a:extLst>
                  <a:ext uri="{FF2B5EF4-FFF2-40B4-BE49-F238E27FC236}">
                    <a16:creationId xmlns:a16="http://schemas.microsoft.com/office/drawing/2014/main" id="{58A82CC0-0C05-4042-EF71-B003F1FA9E8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95" name="tx9308">
                <a:extLst>
                  <a:ext uri="{FF2B5EF4-FFF2-40B4-BE49-F238E27FC236}">
                    <a16:creationId xmlns:a16="http://schemas.microsoft.com/office/drawing/2014/main" id="{99BCD327-F2D6-BE21-B56A-9672871775E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96" name="tx9309">
                <a:extLst>
                  <a:ext uri="{FF2B5EF4-FFF2-40B4-BE49-F238E27FC236}">
                    <a16:creationId xmlns:a16="http://schemas.microsoft.com/office/drawing/2014/main" id="{F8C13527-854E-FEF2-D479-3B120B81056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97" name="tx9310">
                <a:extLst>
                  <a:ext uri="{FF2B5EF4-FFF2-40B4-BE49-F238E27FC236}">
                    <a16:creationId xmlns:a16="http://schemas.microsoft.com/office/drawing/2014/main" id="{D76C3BEC-3480-D4F0-CE08-54F3B44ED55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498" name="tx9311">
                <a:extLst>
                  <a:ext uri="{FF2B5EF4-FFF2-40B4-BE49-F238E27FC236}">
                    <a16:creationId xmlns:a16="http://schemas.microsoft.com/office/drawing/2014/main" id="{330439E5-03E7-93E6-67CF-AF01870870E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499" name="tx9312">
                <a:extLst>
                  <a:ext uri="{FF2B5EF4-FFF2-40B4-BE49-F238E27FC236}">
                    <a16:creationId xmlns:a16="http://schemas.microsoft.com/office/drawing/2014/main" id="{18918A3C-2EDA-4F6C-7E66-56576B5ECB3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00" name="tx9313">
                <a:extLst>
                  <a:ext uri="{FF2B5EF4-FFF2-40B4-BE49-F238E27FC236}">
                    <a16:creationId xmlns:a16="http://schemas.microsoft.com/office/drawing/2014/main" id="{D68D7F4E-5154-087C-7543-566E0A9D1B0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01" name="tx9314">
                <a:extLst>
                  <a:ext uri="{FF2B5EF4-FFF2-40B4-BE49-F238E27FC236}">
                    <a16:creationId xmlns:a16="http://schemas.microsoft.com/office/drawing/2014/main" id="{DB4A9BFB-3F3F-F6EB-5B47-1A48DF46309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02" name="tx9315">
                <a:extLst>
                  <a:ext uri="{FF2B5EF4-FFF2-40B4-BE49-F238E27FC236}">
                    <a16:creationId xmlns:a16="http://schemas.microsoft.com/office/drawing/2014/main" id="{BA7EBDC5-5A22-4B16-6A7D-A1B77F02161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03" name="tx9316">
                <a:extLst>
                  <a:ext uri="{FF2B5EF4-FFF2-40B4-BE49-F238E27FC236}">
                    <a16:creationId xmlns:a16="http://schemas.microsoft.com/office/drawing/2014/main" id="{C69D40D2-4A14-DB18-3C01-70CCB7AA216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04" name="tx9317">
                <a:extLst>
                  <a:ext uri="{FF2B5EF4-FFF2-40B4-BE49-F238E27FC236}">
                    <a16:creationId xmlns:a16="http://schemas.microsoft.com/office/drawing/2014/main" id="{46CFF2C7-2B92-528B-13D0-1D768F957C4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05" name="tx9318">
                <a:extLst>
                  <a:ext uri="{FF2B5EF4-FFF2-40B4-BE49-F238E27FC236}">
                    <a16:creationId xmlns:a16="http://schemas.microsoft.com/office/drawing/2014/main" id="{5950D118-354F-6998-846A-C24186B4CC8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06" name="tx9319">
                <a:extLst>
                  <a:ext uri="{FF2B5EF4-FFF2-40B4-BE49-F238E27FC236}">
                    <a16:creationId xmlns:a16="http://schemas.microsoft.com/office/drawing/2014/main" id="{A1FB7457-529E-291E-4FD0-C73F4AFDB03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07" name="tx9320">
                <a:extLst>
                  <a:ext uri="{FF2B5EF4-FFF2-40B4-BE49-F238E27FC236}">
                    <a16:creationId xmlns:a16="http://schemas.microsoft.com/office/drawing/2014/main" id="{B3815D27-D125-5018-4CDC-5E200C88CE6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08" name="tx9321">
                <a:extLst>
                  <a:ext uri="{FF2B5EF4-FFF2-40B4-BE49-F238E27FC236}">
                    <a16:creationId xmlns:a16="http://schemas.microsoft.com/office/drawing/2014/main" id="{9DBC4B22-6ADE-F967-BBCE-1E1C26DCE90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09" name="tx9322">
                <a:extLst>
                  <a:ext uri="{FF2B5EF4-FFF2-40B4-BE49-F238E27FC236}">
                    <a16:creationId xmlns:a16="http://schemas.microsoft.com/office/drawing/2014/main" id="{7E530F01-5DFF-4721-42A3-22B133E93F0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10" name="tx9323">
                <a:extLst>
                  <a:ext uri="{FF2B5EF4-FFF2-40B4-BE49-F238E27FC236}">
                    <a16:creationId xmlns:a16="http://schemas.microsoft.com/office/drawing/2014/main" id="{1AC7F199-583D-FF17-80BB-82C4F0D3EFD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11" name="tx9324">
                <a:extLst>
                  <a:ext uri="{FF2B5EF4-FFF2-40B4-BE49-F238E27FC236}">
                    <a16:creationId xmlns:a16="http://schemas.microsoft.com/office/drawing/2014/main" id="{678D7CA2-3306-9B0F-BD73-143E618B2B7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12" name="tx9325">
                <a:extLst>
                  <a:ext uri="{FF2B5EF4-FFF2-40B4-BE49-F238E27FC236}">
                    <a16:creationId xmlns:a16="http://schemas.microsoft.com/office/drawing/2014/main" id="{8E21BFDD-5002-DD47-DF04-C640BDEBD68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13" name="tx9326">
                <a:extLst>
                  <a:ext uri="{FF2B5EF4-FFF2-40B4-BE49-F238E27FC236}">
                    <a16:creationId xmlns:a16="http://schemas.microsoft.com/office/drawing/2014/main" id="{1468CFAB-EC66-2DBB-5087-8A9696031DD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14" name="tx9327">
                <a:extLst>
                  <a:ext uri="{FF2B5EF4-FFF2-40B4-BE49-F238E27FC236}">
                    <a16:creationId xmlns:a16="http://schemas.microsoft.com/office/drawing/2014/main" id="{118135F0-F3AB-019B-C689-2B078D43D90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15" name="tx9328">
                <a:extLst>
                  <a:ext uri="{FF2B5EF4-FFF2-40B4-BE49-F238E27FC236}">
                    <a16:creationId xmlns:a16="http://schemas.microsoft.com/office/drawing/2014/main" id="{04E431A2-CB0B-CEA2-9670-1F45832354E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16" name="tx9329">
                <a:extLst>
                  <a:ext uri="{FF2B5EF4-FFF2-40B4-BE49-F238E27FC236}">
                    <a16:creationId xmlns:a16="http://schemas.microsoft.com/office/drawing/2014/main" id="{D1EB73D8-39C8-7625-C387-98C795DA064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17" name="tx9330">
                <a:extLst>
                  <a:ext uri="{FF2B5EF4-FFF2-40B4-BE49-F238E27FC236}">
                    <a16:creationId xmlns:a16="http://schemas.microsoft.com/office/drawing/2014/main" id="{10194176-7E0E-AC79-F6D5-BF444A5743D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18" name="tx9331">
                <a:extLst>
                  <a:ext uri="{FF2B5EF4-FFF2-40B4-BE49-F238E27FC236}">
                    <a16:creationId xmlns:a16="http://schemas.microsoft.com/office/drawing/2014/main" id="{8D503A92-6D3C-E1FF-6D28-ABEC0D97C15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19" name="tx9332">
                <a:extLst>
                  <a:ext uri="{FF2B5EF4-FFF2-40B4-BE49-F238E27FC236}">
                    <a16:creationId xmlns:a16="http://schemas.microsoft.com/office/drawing/2014/main" id="{E01B26BA-D1D1-AAF6-57B2-A6FFA5D50F7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20" name="tx9333">
                <a:extLst>
                  <a:ext uri="{FF2B5EF4-FFF2-40B4-BE49-F238E27FC236}">
                    <a16:creationId xmlns:a16="http://schemas.microsoft.com/office/drawing/2014/main" id="{2B4F12F1-27B5-80CA-0630-77CB10A711F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21" name="tx9334">
                <a:extLst>
                  <a:ext uri="{FF2B5EF4-FFF2-40B4-BE49-F238E27FC236}">
                    <a16:creationId xmlns:a16="http://schemas.microsoft.com/office/drawing/2014/main" id="{8D47A9F3-9FC3-1510-7437-F83C9EC385B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22" name="tx9335">
                <a:extLst>
                  <a:ext uri="{FF2B5EF4-FFF2-40B4-BE49-F238E27FC236}">
                    <a16:creationId xmlns:a16="http://schemas.microsoft.com/office/drawing/2014/main" id="{D29705B8-137D-7324-DE56-CE88D287CF8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23" name="tx9336">
                <a:extLst>
                  <a:ext uri="{FF2B5EF4-FFF2-40B4-BE49-F238E27FC236}">
                    <a16:creationId xmlns:a16="http://schemas.microsoft.com/office/drawing/2014/main" id="{1447E519-46EA-10EB-B46D-945349B157B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24" name="tx9337">
                <a:extLst>
                  <a:ext uri="{FF2B5EF4-FFF2-40B4-BE49-F238E27FC236}">
                    <a16:creationId xmlns:a16="http://schemas.microsoft.com/office/drawing/2014/main" id="{938FC279-631F-0027-29B4-72E4FEA3A1A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25" name="tx9338">
                <a:extLst>
                  <a:ext uri="{FF2B5EF4-FFF2-40B4-BE49-F238E27FC236}">
                    <a16:creationId xmlns:a16="http://schemas.microsoft.com/office/drawing/2014/main" id="{83845309-EB60-E8B5-993D-686A73566C4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26" name="tx9339">
                <a:extLst>
                  <a:ext uri="{FF2B5EF4-FFF2-40B4-BE49-F238E27FC236}">
                    <a16:creationId xmlns:a16="http://schemas.microsoft.com/office/drawing/2014/main" id="{429F8161-CC35-274A-1C73-260B63AD74F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27" name="tx9340">
                <a:extLst>
                  <a:ext uri="{FF2B5EF4-FFF2-40B4-BE49-F238E27FC236}">
                    <a16:creationId xmlns:a16="http://schemas.microsoft.com/office/drawing/2014/main" id="{132DC0C9-63DC-849A-EE61-D5A7C155D29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28" name="tx9341">
                <a:extLst>
                  <a:ext uri="{FF2B5EF4-FFF2-40B4-BE49-F238E27FC236}">
                    <a16:creationId xmlns:a16="http://schemas.microsoft.com/office/drawing/2014/main" id="{BCB3050B-56A6-0CFE-665F-DC4A4EC2CA6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29" name="tx9342">
                <a:extLst>
                  <a:ext uri="{FF2B5EF4-FFF2-40B4-BE49-F238E27FC236}">
                    <a16:creationId xmlns:a16="http://schemas.microsoft.com/office/drawing/2014/main" id="{868DE750-D51F-789B-3D6A-2156395343E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30" name="tx9343">
                <a:extLst>
                  <a:ext uri="{FF2B5EF4-FFF2-40B4-BE49-F238E27FC236}">
                    <a16:creationId xmlns:a16="http://schemas.microsoft.com/office/drawing/2014/main" id="{63C25A88-1206-9F52-4CA2-9067B3DE776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31" name="tx9344">
                <a:extLst>
                  <a:ext uri="{FF2B5EF4-FFF2-40B4-BE49-F238E27FC236}">
                    <a16:creationId xmlns:a16="http://schemas.microsoft.com/office/drawing/2014/main" id="{BC5F718E-B36D-2DEF-E191-8AAD7C27323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32" name="tx9345">
                <a:extLst>
                  <a:ext uri="{FF2B5EF4-FFF2-40B4-BE49-F238E27FC236}">
                    <a16:creationId xmlns:a16="http://schemas.microsoft.com/office/drawing/2014/main" id="{2F7346F7-5A6B-5D84-205D-97011B01E0E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33" name="tx9346">
                <a:extLst>
                  <a:ext uri="{FF2B5EF4-FFF2-40B4-BE49-F238E27FC236}">
                    <a16:creationId xmlns:a16="http://schemas.microsoft.com/office/drawing/2014/main" id="{82114D56-209C-DA89-626D-752C4A4D0BC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34" name="tx9347">
                <a:extLst>
                  <a:ext uri="{FF2B5EF4-FFF2-40B4-BE49-F238E27FC236}">
                    <a16:creationId xmlns:a16="http://schemas.microsoft.com/office/drawing/2014/main" id="{6F8C53F6-04F2-05A2-8DA4-7AB20EFF884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35" name="tx9348">
                <a:extLst>
                  <a:ext uri="{FF2B5EF4-FFF2-40B4-BE49-F238E27FC236}">
                    <a16:creationId xmlns:a16="http://schemas.microsoft.com/office/drawing/2014/main" id="{3366EA04-DA84-9134-066E-1DCBBAA19A6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36" name="tx9349">
                <a:extLst>
                  <a:ext uri="{FF2B5EF4-FFF2-40B4-BE49-F238E27FC236}">
                    <a16:creationId xmlns:a16="http://schemas.microsoft.com/office/drawing/2014/main" id="{3D600C7F-67F3-4AB8-6AA1-804C9D925B0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37" name="tx9350">
                <a:extLst>
                  <a:ext uri="{FF2B5EF4-FFF2-40B4-BE49-F238E27FC236}">
                    <a16:creationId xmlns:a16="http://schemas.microsoft.com/office/drawing/2014/main" id="{EA3FF73E-FA6E-D503-B648-1C0DC65019F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38" name="tx9351">
                <a:extLst>
                  <a:ext uri="{FF2B5EF4-FFF2-40B4-BE49-F238E27FC236}">
                    <a16:creationId xmlns:a16="http://schemas.microsoft.com/office/drawing/2014/main" id="{F5375B18-8497-10CE-9002-70A2F365211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39" name="tx9352">
                <a:extLst>
                  <a:ext uri="{FF2B5EF4-FFF2-40B4-BE49-F238E27FC236}">
                    <a16:creationId xmlns:a16="http://schemas.microsoft.com/office/drawing/2014/main" id="{6ADAAF74-5211-33DF-F8B1-070A0DEDF11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40" name="tx9353">
                <a:extLst>
                  <a:ext uri="{FF2B5EF4-FFF2-40B4-BE49-F238E27FC236}">
                    <a16:creationId xmlns:a16="http://schemas.microsoft.com/office/drawing/2014/main" id="{2F13E5D6-7DD6-6330-4E94-8D20AD44BDF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41" name="tx9354">
                <a:extLst>
                  <a:ext uri="{FF2B5EF4-FFF2-40B4-BE49-F238E27FC236}">
                    <a16:creationId xmlns:a16="http://schemas.microsoft.com/office/drawing/2014/main" id="{B54F88D1-75FD-43A0-EFB4-10B8B57617E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42" name="tx9355">
                <a:extLst>
                  <a:ext uri="{FF2B5EF4-FFF2-40B4-BE49-F238E27FC236}">
                    <a16:creationId xmlns:a16="http://schemas.microsoft.com/office/drawing/2014/main" id="{98FF6292-FD7F-AC0C-0EF5-6F78F65CB85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43" name="tx9356">
                <a:extLst>
                  <a:ext uri="{FF2B5EF4-FFF2-40B4-BE49-F238E27FC236}">
                    <a16:creationId xmlns:a16="http://schemas.microsoft.com/office/drawing/2014/main" id="{F998F9DC-11B7-844E-C93C-2D22ABCDE01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44" name="tx9357">
                <a:extLst>
                  <a:ext uri="{FF2B5EF4-FFF2-40B4-BE49-F238E27FC236}">
                    <a16:creationId xmlns:a16="http://schemas.microsoft.com/office/drawing/2014/main" id="{1D628AA1-AF38-909B-C078-66F94BF0AD2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45" name="tx9358">
                <a:extLst>
                  <a:ext uri="{FF2B5EF4-FFF2-40B4-BE49-F238E27FC236}">
                    <a16:creationId xmlns:a16="http://schemas.microsoft.com/office/drawing/2014/main" id="{BAB337E9-F3A6-E4C4-4BBF-5D1E469A343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46" name="tx9359">
                <a:extLst>
                  <a:ext uri="{FF2B5EF4-FFF2-40B4-BE49-F238E27FC236}">
                    <a16:creationId xmlns:a16="http://schemas.microsoft.com/office/drawing/2014/main" id="{DC4DC2A2-3AC8-A566-7D06-12797F9E1F9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47" name="tx9360">
                <a:extLst>
                  <a:ext uri="{FF2B5EF4-FFF2-40B4-BE49-F238E27FC236}">
                    <a16:creationId xmlns:a16="http://schemas.microsoft.com/office/drawing/2014/main" id="{75BD4CCF-7511-AFAE-41DB-2821D3E824D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48" name="tx9361">
                <a:extLst>
                  <a:ext uri="{FF2B5EF4-FFF2-40B4-BE49-F238E27FC236}">
                    <a16:creationId xmlns:a16="http://schemas.microsoft.com/office/drawing/2014/main" id="{EEA566AB-5C48-FF8F-F6C4-95D4C369D7A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49" name="tx9362">
                <a:extLst>
                  <a:ext uri="{FF2B5EF4-FFF2-40B4-BE49-F238E27FC236}">
                    <a16:creationId xmlns:a16="http://schemas.microsoft.com/office/drawing/2014/main" id="{4DEE3667-68B3-D6AF-37DA-2AAD08E407A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50" name="tx9363">
                <a:extLst>
                  <a:ext uri="{FF2B5EF4-FFF2-40B4-BE49-F238E27FC236}">
                    <a16:creationId xmlns:a16="http://schemas.microsoft.com/office/drawing/2014/main" id="{5CA60E74-0EC4-2D07-9D63-F2F379B9E04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51" name="tx9364">
                <a:extLst>
                  <a:ext uri="{FF2B5EF4-FFF2-40B4-BE49-F238E27FC236}">
                    <a16:creationId xmlns:a16="http://schemas.microsoft.com/office/drawing/2014/main" id="{518168A6-5072-0A0D-F84D-5539AEA54A9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52" name="tx9365">
                <a:extLst>
                  <a:ext uri="{FF2B5EF4-FFF2-40B4-BE49-F238E27FC236}">
                    <a16:creationId xmlns:a16="http://schemas.microsoft.com/office/drawing/2014/main" id="{AB277526-1548-CAEB-08B8-C6148F3FAB4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53" name="tx9366">
                <a:extLst>
                  <a:ext uri="{FF2B5EF4-FFF2-40B4-BE49-F238E27FC236}">
                    <a16:creationId xmlns:a16="http://schemas.microsoft.com/office/drawing/2014/main" id="{FCC359B6-88DB-34B0-6B05-1F0027D391E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54" name="tx9367">
                <a:extLst>
                  <a:ext uri="{FF2B5EF4-FFF2-40B4-BE49-F238E27FC236}">
                    <a16:creationId xmlns:a16="http://schemas.microsoft.com/office/drawing/2014/main" id="{52AC2378-BCFB-2863-9EA1-93A01381ADA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55" name="tx9368">
                <a:extLst>
                  <a:ext uri="{FF2B5EF4-FFF2-40B4-BE49-F238E27FC236}">
                    <a16:creationId xmlns:a16="http://schemas.microsoft.com/office/drawing/2014/main" id="{1E6CCD5B-2024-9AD0-7F6C-4117F261E7E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56" name="tx9369">
                <a:extLst>
                  <a:ext uri="{FF2B5EF4-FFF2-40B4-BE49-F238E27FC236}">
                    <a16:creationId xmlns:a16="http://schemas.microsoft.com/office/drawing/2014/main" id="{26705C3D-DF03-F9ED-B87C-B2301FE7032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57" name="tx9370">
                <a:extLst>
                  <a:ext uri="{FF2B5EF4-FFF2-40B4-BE49-F238E27FC236}">
                    <a16:creationId xmlns:a16="http://schemas.microsoft.com/office/drawing/2014/main" id="{856DA8BE-9AEF-1E28-7DC2-D8121A6730D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58" name="tx9371">
                <a:extLst>
                  <a:ext uri="{FF2B5EF4-FFF2-40B4-BE49-F238E27FC236}">
                    <a16:creationId xmlns:a16="http://schemas.microsoft.com/office/drawing/2014/main" id="{C32B5711-BECF-812D-E333-63EB383425C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59" name="tx9372">
                <a:extLst>
                  <a:ext uri="{FF2B5EF4-FFF2-40B4-BE49-F238E27FC236}">
                    <a16:creationId xmlns:a16="http://schemas.microsoft.com/office/drawing/2014/main" id="{D3B9E382-740A-2687-7909-673AAD51DED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60" name="tx9373">
                <a:extLst>
                  <a:ext uri="{FF2B5EF4-FFF2-40B4-BE49-F238E27FC236}">
                    <a16:creationId xmlns:a16="http://schemas.microsoft.com/office/drawing/2014/main" id="{B4B4C5A1-784E-836A-323E-683D347F3BE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61" name="tx9374">
                <a:extLst>
                  <a:ext uri="{FF2B5EF4-FFF2-40B4-BE49-F238E27FC236}">
                    <a16:creationId xmlns:a16="http://schemas.microsoft.com/office/drawing/2014/main" id="{4992421F-4717-6F49-70E9-20BCF383181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62" name="tx9375">
                <a:extLst>
                  <a:ext uri="{FF2B5EF4-FFF2-40B4-BE49-F238E27FC236}">
                    <a16:creationId xmlns:a16="http://schemas.microsoft.com/office/drawing/2014/main" id="{BB3BA49D-E0C9-D489-4ECA-5C68A6175D0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63" name="tx9376">
                <a:extLst>
                  <a:ext uri="{FF2B5EF4-FFF2-40B4-BE49-F238E27FC236}">
                    <a16:creationId xmlns:a16="http://schemas.microsoft.com/office/drawing/2014/main" id="{49DDB5BC-8300-EBD2-A331-602437731CD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64" name="tx9377">
                <a:extLst>
                  <a:ext uri="{FF2B5EF4-FFF2-40B4-BE49-F238E27FC236}">
                    <a16:creationId xmlns:a16="http://schemas.microsoft.com/office/drawing/2014/main" id="{5E7F792A-AFDF-58C1-EB4F-597B5B1B74E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65" name="tx9378">
                <a:extLst>
                  <a:ext uri="{FF2B5EF4-FFF2-40B4-BE49-F238E27FC236}">
                    <a16:creationId xmlns:a16="http://schemas.microsoft.com/office/drawing/2014/main" id="{BC845884-A4BA-E934-EF7C-1410A6F1F63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66" name="tx9379">
                <a:extLst>
                  <a:ext uri="{FF2B5EF4-FFF2-40B4-BE49-F238E27FC236}">
                    <a16:creationId xmlns:a16="http://schemas.microsoft.com/office/drawing/2014/main" id="{9F1F9799-0A48-4DD3-54D9-E53687F6D8F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67" name="tx9380">
                <a:extLst>
                  <a:ext uri="{FF2B5EF4-FFF2-40B4-BE49-F238E27FC236}">
                    <a16:creationId xmlns:a16="http://schemas.microsoft.com/office/drawing/2014/main" id="{E4C70E44-324D-7732-7A19-3708B425772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68" name="tx9381">
                <a:extLst>
                  <a:ext uri="{FF2B5EF4-FFF2-40B4-BE49-F238E27FC236}">
                    <a16:creationId xmlns:a16="http://schemas.microsoft.com/office/drawing/2014/main" id="{BD0E08CF-BC68-217B-1A50-239E61B7039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69" name="tx9382">
                <a:extLst>
                  <a:ext uri="{FF2B5EF4-FFF2-40B4-BE49-F238E27FC236}">
                    <a16:creationId xmlns:a16="http://schemas.microsoft.com/office/drawing/2014/main" id="{EF2026D4-8826-59BD-121F-D9FB583A6D2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70" name="tx9383">
                <a:extLst>
                  <a:ext uri="{FF2B5EF4-FFF2-40B4-BE49-F238E27FC236}">
                    <a16:creationId xmlns:a16="http://schemas.microsoft.com/office/drawing/2014/main" id="{1282BC27-7BF0-6557-1F18-7A413925E4B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71" name="tx9384">
                <a:extLst>
                  <a:ext uri="{FF2B5EF4-FFF2-40B4-BE49-F238E27FC236}">
                    <a16:creationId xmlns:a16="http://schemas.microsoft.com/office/drawing/2014/main" id="{B6D5DEFE-F69E-985A-3C26-8328DB02C56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72" name="tx9385">
                <a:extLst>
                  <a:ext uri="{FF2B5EF4-FFF2-40B4-BE49-F238E27FC236}">
                    <a16:creationId xmlns:a16="http://schemas.microsoft.com/office/drawing/2014/main" id="{2DF527B0-E993-FAAB-ECC1-DAE54700529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73" name="tx9386">
                <a:extLst>
                  <a:ext uri="{FF2B5EF4-FFF2-40B4-BE49-F238E27FC236}">
                    <a16:creationId xmlns:a16="http://schemas.microsoft.com/office/drawing/2014/main" id="{D3D31C47-0A3D-75BC-71FE-C57BD8D5CB6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74" name="tx9387">
                <a:extLst>
                  <a:ext uri="{FF2B5EF4-FFF2-40B4-BE49-F238E27FC236}">
                    <a16:creationId xmlns:a16="http://schemas.microsoft.com/office/drawing/2014/main" id="{308986FC-63C1-710E-49F2-EB243D9C24A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75" name="tx9388">
                <a:extLst>
                  <a:ext uri="{FF2B5EF4-FFF2-40B4-BE49-F238E27FC236}">
                    <a16:creationId xmlns:a16="http://schemas.microsoft.com/office/drawing/2014/main" id="{6F5B1C2A-5170-3A72-6539-10746D90D90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76" name="tx9389">
                <a:extLst>
                  <a:ext uri="{FF2B5EF4-FFF2-40B4-BE49-F238E27FC236}">
                    <a16:creationId xmlns:a16="http://schemas.microsoft.com/office/drawing/2014/main" id="{E66D2ABA-36B8-E2DB-29CB-9878A563B11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77" name="tx9390">
                <a:extLst>
                  <a:ext uri="{FF2B5EF4-FFF2-40B4-BE49-F238E27FC236}">
                    <a16:creationId xmlns:a16="http://schemas.microsoft.com/office/drawing/2014/main" id="{654065B8-2650-B7A1-11A4-5D9B2782283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78" name="tx9391">
                <a:extLst>
                  <a:ext uri="{FF2B5EF4-FFF2-40B4-BE49-F238E27FC236}">
                    <a16:creationId xmlns:a16="http://schemas.microsoft.com/office/drawing/2014/main" id="{489526A3-12C0-F54E-92E8-17C444088D4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79" name="tx9392">
                <a:extLst>
                  <a:ext uri="{FF2B5EF4-FFF2-40B4-BE49-F238E27FC236}">
                    <a16:creationId xmlns:a16="http://schemas.microsoft.com/office/drawing/2014/main" id="{5EA4DB51-22F0-DB5D-8FC1-B7EA847E31F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80" name="tx9393">
                <a:extLst>
                  <a:ext uri="{FF2B5EF4-FFF2-40B4-BE49-F238E27FC236}">
                    <a16:creationId xmlns:a16="http://schemas.microsoft.com/office/drawing/2014/main" id="{F16AD453-74EE-7CF6-ACD2-69B1DD86B92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81" name="tx9394">
                <a:extLst>
                  <a:ext uri="{FF2B5EF4-FFF2-40B4-BE49-F238E27FC236}">
                    <a16:creationId xmlns:a16="http://schemas.microsoft.com/office/drawing/2014/main" id="{1C28915A-2B5A-8A88-1D68-EAE1F3B61F5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82" name="tx9395">
                <a:extLst>
                  <a:ext uri="{FF2B5EF4-FFF2-40B4-BE49-F238E27FC236}">
                    <a16:creationId xmlns:a16="http://schemas.microsoft.com/office/drawing/2014/main" id="{640FED9A-1167-9DD7-8D70-75BA1283440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83" name="tx9396">
                <a:extLst>
                  <a:ext uri="{FF2B5EF4-FFF2-40B4-BE49-F238E27FC236}">
                    <a16:creationId xmlns:a16="http://schemas.microsoft.com/office/drawing/2014/main" id="{D11237AC-7114-06D6-CE50-9C6C2ADB118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84" name="tx9397">
                <a:extLst>
                  <a:ext uri="{FF2B5EF4-FFF2-40B4-BE49-F238E27FC236}">
                    <a16:creationId xmlns:a16="http://schemas.microsoft.com/office/drawing/2014/main" id="{CDF84F06-5322-F98F-C2FC-96B84389874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85" name="tx9398">
                <a:extLst>
                  <a:ext uri="{FF2B5EF4-FFF2-40B4-BE49-F238E27FC236}">
                    <a16:creationId xmlns:a16="http://schemas.microsoft.com/office/drawing/2014/main" id="{A9464A51-C3AB-FA16-F5FE-4FEFF3E42D3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86" name="tx9399">
                <a:extLst>
                  <a:ext uri="{FF2B5EF4-FFF2-40B4-BE49-F238E27FC236}">
                    <a16:creationId xmlns:a16="http://schemas.microsoft.com/office/drawing/2014/main" id="{E736F407-108F-8364-FEEC-4D9C92096C4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87" name="tx9400">
                <a:extLst>
                  <a:ext uri="{FF2B5EF4-FFF2-40B4-BE49-F238E27FC236}">
                    <a16:creationId xmlns:a16="http://schemas.microsoft.com/office/drawing/2014/main" id="{3CD174A2-DBFD-F111-0AEB-F2E976957C2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88" name="tx9401">
                <a:extLst>
                  <a:ext uri="{FF2B5EF4-FFF2-40B4-BE49-F238E27FC236}">
                    <a16:creationId xmlns:a16="http://schemas.microsoft.com/office/drawing/2014/main" id="{718B1B16-4D85-BA80-14D8-456AF93DFDB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89" name="tx9402">
                <a:extLst>
                  <a:ext uri="{FF2B5EF4-FFF2-40B4-BE49-F238E27FC236}">
                    <a16:creationId xmlns:a16="http://schemas.microsoft.com/office/drawing/2014/main" id="{76D20F23-3E1E-8EB5-A7CA-57C279C7B35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90" name="tx9403">
                <a:extLst>
                  <a:ext uri="{FF2B5EF4-FFF2-40B4-BE49-F238E27FC236}">
                    <a16:creationId xmlns:a16="http://schemas.microsoft.com/office/drawing/2014/main" id="{C16E031E-BDE5-8858-4C92-D5C1ACA90E6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91" name="tx9404">
                <a:extLst>
                  <a:ext uri="{FF2B5EF4-FFF2-40B4-BE49-F238E27FC236}">
                    <a16:creationId xmlns:a16="http://schemas.microsoft.com/office/drawing/2014/main" id="{6FBB9867-A533-2723-5086-27EBBA6106F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92" name="tx9405">
                <a:extLst>
                  <a:ext uri="{FF2B5EF4-FFF2-40B4-BE49-F238E27FC236}">
                    <a16:creationId xmlns:a16="http://schemas.microsoft.com/office/drawing/2014/main" id="{CC481A3D-469F-D982-6889-AD36928655B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93" name="tx9406">
                <a:extLst>
                  <a:ext uri="{FF2B5EF4-FFF2-40B4-BE49-F238E27FC236}">
                    <a16:creationId xmlns:a16="http://schemas.microsoft.com/office/drawing/2014/main" id="{C890A559-C026-8118-0123-825C1F37AFF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94" name="tx9407">
                <a:extLst>
                  <a:ext uri="{FF2B5EF4-FFF2-40B4-BE49-F238E27FC236}">
                    <a16:creationId xmlns:a16="http://schemas.microsoft.com/office/drawing/2014/main" id="{CD586CA7-F3EC-C290-415F-8227933937D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95" name="tx9408">
                <a:extLst>
                  <a:ext uri="{FF2B5EF4-FFF2-40B4-BE49-F238E27FC236}">
                    <a16:creationId xmlns:a16="http://schemas.microsoft.com/office/drawing/2014/main" id="{9CDFE774-810D-8989-2C9C-7E86B5993A3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96" name="tx9409">
                <a:extLst>
                  <a:ext uri="{FF2B5EF4-FFF2-40B4-BE49-F238E27FC236}">
                    <a16:creationId xmlns:a16="http://schemas.microsoft.com/office/drawing/2014/main" id="{CCBFD283-82A1-EFA4-BD3D-1F293EF001D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97" name="tx9410">
                <a:extLst>
                  <a:ext uri="{FF2B5EF4-FFF2-40B4-BE49-F238E27FC236}">
                    <a16:creationId xmlns:a16="http://schemas.microsoft.com/office/drawing/2014/main" id="{8DA5C510-C45D-E8A7-29AD-7CD9CF0B98D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598" name="tx9411">
                <a:extLst>
                  <a:ext uri="{FF2B5EF4-FFF2-40B4-BE49-F238E27FC236}">
                    <a16:creationId xmlns:a16="http://schemas.microsoft.com/office/drawing/2014/main" id="{4EE579E1-DCDF-C633-DF72-ED9F830742D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599" name="tx9412">
                <a:extLst>
                  <a:ext uri="{FF2B5EF4-FFF2-40B4-BE49-F238E27FC236}">
                    <a16:creationId xmlns:a16="http://schemas.microsoft.com/office/drawing/2014/main" id="{FC0CDA3E-24B3-BB54-C8E1-D4539DA85B0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00" name="tx9413">
                <a:extLst>
                  <a:ext uri="{FF2B5EF4-FFF2-40B4-BE49-F238E27FC236}">
                    <a16:creationId xmlns:a16="http://schemas.microsoft.com/office/drawing/2014/main" id="{EA64F05A-7899-1416-1C69-B8104D6571E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01" name="tx9414">
                <a:extLst>
                  <a:ext uri="{FF2B5EF4-FFF2-40B4-BE49-F238E27FC236}">
                    <a16:creationId xmlns:a16="http://schemas.microsoft.com/office/drawing/2014/main" id="{CE178B50-44FE-CA50-274C-FCB6B3E0D9F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02" name="tx9415">
                <a:extLst>
                  <a:ext uri="{FF2B5EF4-FFF2-40B4-BE49-F238E27FC236}">
                    <a16:creationId xmlns:a16="http://schemas.microsoft.com/office/drawing/2014/main" id="{E54B1A1B-F049-8CDC-81B0-0BCB5394990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03" name="tx9416">
                <a:extLst>
                  <a:ext uri="{FF2B5EF4-FFF2-40B4-BE49-F238E27FC236}">
                    <a16:creationId xmlns:a16="http://schemas.microsoft.com/office/drawing/2014/main" id="{05486B52-C906-2BD6-558D-9B749BB7340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04" name="tx9417">
                <a:extLst>
                  <a:ext uri="{FF2B5EF4-FFF2-40B4-BE49-F238E27FC236}">
                    <a16:creationId xmlns:a16="http://schemas.microsoft.com/office/drawing/2014/main" id="{76EB1BFB-D995-0D7C-9C37-22101596B27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05" name="tx9418">
                <a:extLst>
                  <a:ext uri="{FF2B5EF4-FFF2-40B4-BE49-F238E27FC236}">
                    <a16:creationId xmlns:a16="http://schemas.microsoft.com/office/drawing/2014/main" id="{CBD6B6F4-C93D-EC6D-5F37-E76AAF02BF2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06" name="tx9419">
                <a:extLst>
                  <a:ext uri="{FF2B5EF4-FFF2-40B4-BE49-F238E27FC236}">
                    <a16:creationId xmlns:a16="http://schemas.microsoft.com/office/drawing/2014/main" id="{003D5CA3-E07E-D35F-9C7E-A641CD05F67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07" name="tx9420">
                <a:extLst>
                  <a:ext uri="{FF2B5EF4-FFF2-40B4-BE49-F238E27FC236}">
                    <a16:creationId xmlns:a16="http://schemas.microsoft.com/office/drawing/2014/main" id="{9E347782-21D1-4FA2-66E6-A0E1A95E7D3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08" name="tx9421">
                <a:extLst>
                  <a:ext uri="{FF2B5EF4-FFF2-40B4-BE49-F238E27FC236}">
                    <a16:creationId xmlns:a16="http://schemas.microsoft.com/office/drawing/2014/main" id="{8C4148F4-F229-CB5D-CE34-88824C14B91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09" name="tx9422">
                <a:extLst>
                  <a:ext uri="{FF2B5EF4-FFF2-40B4-BE49-F238E27FC236}">
                    <a16:creationId xmlns:a16="http://schemas.microsoft.com/office/drawing/2014/main" id="{B21654AD-47DA-61B7-F95B-ABEB18203AD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10" name="tx9423">
                <a:extLst>
                  <a:ext uri="{FF2B5EF4-FFF2-40B4-BE49-F238E27FC236}">
                    <a16:creationId xmlns:a16="http://schemas.microsoft.com/office/drawing/2014/main" id="{E37584C9-4039-741E-91A2-50FD470E4D2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11" name="tx9424">
                <a:extLst>
                  <a:ext uri="{FF2B5EF4-FFF2-40B4-BE49-F238E27FC236}">
                    <a16:creationId xmlns:a16="http://schemas.microsoft.com/office/drawing/2014/main" id="{EEE6B235-981C-F5ED-52FB-88C77B9994B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12" name="tx9425">
                <a:extLst>
                  <a:ext uri="{FF2B5EF4-FFF2-40B4-BE49-F238E27FC236}">
                    <a16:creationId xmlns:a16="http://schemas.microsoft.com/office/drawing/2014/main" id="{00066FF4-2DD3-24E8-ACAD-6A41947BF18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13" name="tx9426">
                <a:extLst>
                  <a:ext uri="{FF2B5EF4-FFF2-40B4-BE49-F238E27FC236}">
                    <a16:creationId xmlns:a16="http://schemas.microsoft.com/office/drawing/2014/main" id="{8B7EDA92-C527-0110-6E42-5E66BACCE90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14" name="tx9427">
                <a:extLst>
                  <a:ext uri="{FF2B5EF4-FFF2-40B4-BE49-F238E27FC236}">
                    <a16:creationId xmlns:a16="http://schemas.microsoft.com/office/drawing/2014/main" id="{0CC87D5B-4240-3FBF-B932-991DEF7AD28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15" name="tx9428">
                <a:extLst>
                  <a:ext uri="{FF2B5EF4-FFF2-40B4-BE49-F238E27FC236}">
                    <a16:creationId xmlns:a16="http://schemas.microsoft.com/office/drawing/2014/main" id="{F30E6DDD-A485-DF2D-BFEB-82A4F65A0C1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16" name="tx9429">
                <a:extLst>
                  <a:ext uri="{FF2B5EF4-FFF2-40B4-BE49-F238E27FC236}">
                    <a16:creationId xmlns:a16="http://schemas.microsoft.com/office/drawing/2014/main" id="{45AD0923-ABCB-C6F4-BE3B-31BF925F39C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17" name="tx9430">
                <a:extLst>
                  <a:ext uri="{FF2B5EF4-FFF2-40B4-BE49-F238E27FC236}">
                    <a16:creationId xmlns:a16="http://schemas.microsoft.com/office/drawing/2014/main" id="{10CDD288-C08D-8EE0-3758-D35688DCC24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18" name="tx9431">
                <a:extLst>
                  <a:ext uri="{FF2B5EF4-FFF2-40B4-BE49-F238E27FC236}">
                    <a16:creationId xmlns:a16="http://schemas.microsoft.com/office/drawing/2014/main" id="{F7F8C2E7-E00E-4126-EF30-88C543FF609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19" name="tx9432">
                <a:extLst>
                  <a:ext uri="{FF2B5EF4-FFF2-40B4-BE49-F238E27FC236}">
                    <a16:creationId xmlns:a16="http://schemas.microsoft.com/office/drawing/2014/main" id="{885BB1E5-3351-FBA6-C82F-7DD23BCB3DF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20" name="tx9433">
                <a:extLst>
                  <a:ext uri="{FF2B5EF4-FFF2-40B4-BE49-F238E27FC236}">
                    <a16:creationId xmlns:a16="http://schemas.microsoft.com/office/drawing/2014/main" id="{D461D306-F563-2F25-A446-FE233F9F3D2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21" name="tx9434">
                <a:extLst>
                  <a:ext uri="{FF2B5EF4-FFF2-40B4-BE49-F238E27FC236}">
                    <a16:creationId xmlns:a16="http://schemas.microsoft.com/office/drawing/2014/main" id="{3E6263B0-4B35-C66E-E781-5C146D75EB8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22" name="tx9435">
                <a:extLst>
                  <a:ext uri="{FF2B5EF4-FFF2-40B4-BE49-F238E27FC236}">
                    <a16:creationId xmlns:a16="http://schemas.microsoft.com/office/drawing/2014/main" id="{4E9B72B5-ED49-DECA-0920-0828F196161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23" name="tx9436">
                <a:extLst>
                  <a:ext uri="{FF2B5EF4-FFF2-40B4-BE49-F238E27FC236}">
                    <a16:creationId xmlns:a16="http://schemas.microsoft.com/office/drawing/2014/main" id="{87F57065-FF14-10C6-BD85-23CE613A181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24" name="tx9437">
                <a:extLst>
                  <a:ext uri="{FF2B5EF4-FFF2-40B4-BE49-F238E27FC236}">
                    <a16:creationId xmlns:a16="http://schemas.microsoft.com/office/drawing/2014/main" id="{935EE86E-077E-A4BA-A7B9-0CDC9F28575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25" name="tx9438">
                <a:extLst>
                  <a:ext uri="{FF2B5EF4-FFF2-40B4-BE49-F238E27FC236}">
                    <a16:creationId xmlns:a16="http://schemas.microsoft.com/office/drawing/2014/main" id="{F79E1F29-2961-26F5-730D-C7F445B9009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26" name="tx9439">
                <a:extLst>
                  <a:ext uri="{FF2B5EF4-FFF2-40B4-BE49-F238E27FC236}">
                    <a16:creationId xmlns:a16="http://schemas.microsoft.com/office/drawing/2014/main" id="{5110C52C-A453-8A74-2A34-A48A6DF92D4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27" name="tx9440">
                <a:extLst>
                  <a:ext uri="{FF2B5EF4-FFF2-40B4-BE49-F238E27FC236}">
                    <a16:creationId xmlns:a16="http://schemas.microsoft.com/office/drawing/2014/main" id="{0F62AA22-8EBC-1525-6D3C-B3EEFC3B7F5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28" name="tx9441">
                <a:extLst>
                  <a:ext uri="{FF2B5EF4-FFF2-40B4-BE49-F238E27FC236}">
                    <a16:creationId xmlns:a16="http://schemas.microsoft.com/office/drawing/2014/main" id="{7708FCED-5433-8537-4D5E-076D0054460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29" name="tx9442">
                <a:extLst>
                  <a:ext uri="{FF2B5EF4-FFF2-40B4-BE49-F238E27FC236}">
                    <a16:creationId xmlns:a16="http://schemas.microsoft.com/office/drawing/2014/main" id="{A074989E-E4E8-E713-F5F6-81E15395DFF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30" name="tx9443">
                <a:extLst>
                  <a:ext uri="{FF2B5EF4-FFF2-40B4-BE49-F238E27FC236}">
                    <a16:creationId xmlns:a16="http://schemas.microsoft.com/office/drawing/2014/main" id="{A3B4EBB3-D880-E409-3994-50ADAF1A954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31" name="tx9444">
                <a:extLst>
                  <a:ext uri="{FF2B5EF4-FFF2-40B4-BE49-F238E27FC236}">
                    <a16:creationId xmlns:a16="http://schemas.microsoft.com/office/drawing/2014/main" id="{1143C5E0-7800-76B1-4119-65D380C9624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32" name="tx9445">
                <a:extLst>
                  <a:ext uri="{FF2B5EF4-FFF2-40B4-BE49-F238E27FC236}">
                    <a16:creationId xmlns:a16="http://schemas.microsoft.com/office/drawing/2014/main" id="{86A588B6-D9C4-20CD-B6D3-643B4C57E6D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33" name="tx9446">
                <a:extLst>
                  <a:ext uri="{FF2B5EF4-FFF2-40B4-BE49-F238E27FC236}">
                    <a16:creationId xmlns:a16="http://schemas.microsoft.com/office/drawing/2014/main" id="{046CF96D-4A13-5D6B-9310-5BF6A6F0695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34" name="tx9447">
                <a:extLst>
                  <a:ext uri="{FF2B5EF4-FFF2-40B4-BE49-F238E27FC236}">
                    <a16:creationId xmlns:a16="http://schemas.microsoft.com/office/drawing/2014/main" id="{DFB340D0-C5CB-D979-7DC7-68C3BCE0BF7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35" name="tx9448">
                <a:extLst>
                  <a:ext uri="{FF2B5EF4-FFF2-40B4-BE49-F238E27FC236}">
                    <a16:creationId xmlns:a16="http://schemas.microsoft.com/office/drawing/2014/main" id="{DD967166-DC6B-B40F-AC2E-12FC7D8AA40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36" name="tx9449">
                <a:extLst>
                  <a:ext uri="{FF2B5EF4-FFF2-40B4-BE49-F238E27FC236}">
                    <a16:creationId xmlns:a16="http://schemas.microsoft.com/office/drawing/2014/main" id="{7326C0B3-470C-B35F-A27B-6F23A4A5902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37" name="tx9450">
                <a:extLst>
                  <a:ext uri="{FF2B5EF4-FFF2-40B4-BE49-F238E27FC236}">
                    <a16:creationId xmlns:a16="http://schemas.microsoft.com/office/drawing/2014/main" id="{8E3064E0-4EDA-E698-F147-1498A7917A0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38" name="tx9451">
                <a:extLst>
                  <a:ext uri="{FF2B5EF4-FFF2-40B4-BE49-F238E27FC236}">
                    <a16:creationId xmlns:a16="http://schemas.microsoft.com/office/drawing/2014/main" id="{64642785-5AD3-B983-F1FF-B9F95688EAA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39" name="tx9452">
                <a:extLst>
                  <a:ext uri="{FF2B5EF4-FFF2-40B4-BE49-F238E27FC236}">
                    <a16:creationId xmlns:a16="http://schemas.microsoft.com/office/drawing/2014/main" id="{1F701CED-A5CE-A8AC-A467-4C25C09C4DB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40" name="tx9453">
                <a:extLst>
                  <a:ext uri="{FF2B5EF4-FFF2-40B4-BE49-F238E27FC236}">
                    <a16:creationId xmlns:a16="http://schemas.microsoft.com/office/drawing/2014/main" id="{408A0C66-760B-C76B-1E17-EB4D8942D21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41" name="tx9454">
                <a:extLst>
                  <a:ext uri="{FF2B5EF4-FFF2-40B4-BE49-F238E27FC236}">
                    <a16:creationId xmlns:a16="http://schemas.microsoft.com/office/drawing/2014/main" id="{7B01F37C-D243-B724-6436-A8FFD2B5DD4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42" name="tx9455">
                <a:extLst>
                  <a:ext uri="{FF2B5EF4-FFF2-40B4-BE49-F238E27FC236}">
                    <a16:creationId xmlns:a16="http://schemas.microsoft.com/office/drawing/2014/main" id="{051AF34E-93A2-CED1-1768-F6315689713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43" name="tx9456">
                <a:extLst>
                  <a:ext uri="{FF2B5EF4-FFF2-40B4-BE49-F238E27FC236}">
                    <a16:creationId xmlns:a16="http://schemas.microsoft.com/office/drawing/2014/main" id="{EE6AE024-01F6-A03E-7A95-0BA21B2E89F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44" name="tx9457">
                <a:extLst>
                  <a:ext uri="{FF2B5EF4-FFF2-40B4-BE49-F238E27FC236}">
                    <a16:creationId xmlns:a16="http://schemas.microsoft.com/office/drawing/2014/main" id="{C18C6CA9-18F3-B484-2714-2F90EE9933C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45" name="tx9458">
                <a:extLst>
                  <a:ext uri="{FF2B5EF4-FFF2-40B4-BE49-F238E27FC236}">
                    <a16:creationId xmlns:a16="http://schemas.microsoft.com/office/drawing/2014/main" id="{F46F26AF-5782-2FF1-A449-6E7F345969B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46" name="tx9459">
                <a:extLst>
                  <a:ext uri="{FF2B5EF4-FFF2-40B4-BE49-F238E27FC236}">
                    <a16:creationId xmlns:a16="http://schemas.microsoft.com/office/drawing/2014/main" id="{9733D059-F435-FA12-4840-37DA97F2BA0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47" name="tx9460">
                <a:extLst>
                  <a:ext uri="{FF2B5EF4-FFF2-40B4-BE49-F238E27FC236}">
                    <a16:creationId xmlns:a16="http://schemas.microsoft.com/office/drawing/2014/main" id="{A12D7539-72A5-8763-27FE-9A9DC091BAE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48" name="tx9461">
                <a:extLst>
                  <a:ext uri="{FF2B5EF4-FFF2-40B4-BE49-F238E27FC236}">
                    <a16:creationId xmlns:a16="http://schemas.microsoft.com/office/drawing/2014/main" id="{2ECDFC68-46BE-DCBD-F227-EE43D270991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49" name="tx9462">
                <a:extLst>
                  <a:ext uri="{FF2B5EF4-FFF2-40B4-BE49-F238E27FC236}">
                    <a16:creationId xmlns:a16="http://schemas.microsoft.com/office/drawing/2014/main" id="{6E379DF7-3205-CF9C-D803-41A36D7B184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50" name="tx9463">
                <a:extLst>
                  <a:ext uri="{FF2B5EF4-FFF2-40B4-BE49-F238E27FC236}">
                    <a16:creationId xmlns:a16="http://schemas.microsoft.com/office/drawing/2014/main" id="{AA56153F-F282-C46B-02EB-57EC951F4F1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51" name="tx9464">
                <a:extLst>
                  <a:ext uri="{FF2B5EF4-FFF2-40B4-BE49-F238E27FC236}">
                    <a16:creationId xmlns:a16="http://schemas.microsoft.com/office/drawing/2014/main" id="{11DD182A-AB84-F0E6-9198-D35195DB482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52" name="tx9465">
                <a:extLst>
                  <a:ext uri="{FF2B5EF4-FFF2-40B4-BE49-F238E27FC236}">
                    <a16:creationId xmlns:a16="http://schemas.microsoft.com/office/drawing/2014/main" id="{02D1891C-2A5B-B031-47B8-5E908159FC0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53" name="tx9466">
                <a:extLst>
                  <a:ext uri="{FF2B5EF4-FFF2-40B4-BE49-F238E27FC236}">
                    <a16:creationId xmlns:a16="http://schemas.microsoft.com/office/drawing/2014/main" id="{8D94D605-CE15-9EE9-7248-6A61310CD47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54" name="tx9467">
                <a:extLst>
                  <a:ext uri="{FF2B5EF4-FFF2-40B4-BE49-F238E27FC236}">
                    <a16:creationId xmlns:a16="http://schemas.microsoft.com/office/drawing/2014/main" id="{44CEA1BD-BCDD-5F85-EFE9-6B97B2EE3E1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55" name="tx9468">
                <a:extLst>
                  <a:ext uri="{FF2B5EF4-FFF2-40B4-BE49-F238E27FC236}">
                    <a16:creationId xmlns:a16="http://schemas.microsoft.com/office/drawing/2014/main" id="{7C672E94-51AF-FFFE-90D5-F2B49C718F9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56" name="tx9469">
                <a:extLst>
                  <a:ext uri="{FF2B5EF4-FFF2-40B4-BE49-F238E27FC236}">
                    <a16:creationId xmlns:a16="http://schemas.microsoft.com/office/drawing/2014/main" id="{324BF394-656E-2713-B9E6-028F08374B2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57" name="tx9470">
                <a:extLst>
                  <a:ext uri="{FF2B5EF4-FFF2-40B4-BE49-F238E27FC236}">
                    <a16:creationId xmlns:a16="http://schemas.microsoft.com/office/drawing/2014/main" id="{3F1017BA-CDF5-C102-3DD3-A26E442D04E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58" name="tx9471">
                <a:extLst>
                  <a:ext uri="{FF2B5EF4-FFF2-40B4-BE49-F238E27FC236}">
                    <a16:creationId xmlns:a16="http://schemas.microsoft.com/office/drawing/2014/main" id="{1454FAAE-25D9-39FD-A133-D093A31EAB8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59" name="tx9472">
                <a:extLst>
                  <a:ext uri="{FF2B5EF4-FFF2-40B4-BE49-F238E27FC236}">
                    <a16:creationId xmlns:a16="http://schemas.microsoft.com/office/drawing/2014/main" id="{88F172F4-399C-33CD-3FB2-90E7304E9FD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60" name="tx9473">
                <a:extLst>
                  <a:ext uri="{FF2B5EF4-FFF2-40B4-BE49-F238E27FC236}">
                    <a16:creationId xmlns:a16="http://schemas.microsoft.com/office/drawing/2014/main" id="{FC2D257A-950F-2CB0-403A-D62243597A7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61" name="tx9474">
                <a:extLst>
                  <a:ext uri="{FF2B5EF4-FFF2-40B4-BE49-F238E27FC236}">
                    <a16:creationId xmlns:a16="http://schemas.microsoft.com/office/drawing/2014/main" id="{8EC5E632-2AD2-A73B-671B-C6E7A3B4891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62" name="tx9475">
                <a:extLst>
                  <a:ext uri="{FF2B5EF4-FFF2-40B4-BE49-F238E27FC236}">
                    <a16:creationId xmlns:a16="http://schemas.microsoft.com/office/drawing/2014/main" id="{63C8BBB8-3482-2E70-81A0-5B3F516BEBC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63" name="tx9476">
                <a:extLst>
                  <a:ext uri="{FF2B5EF4-FFF2-40B4-BE49-F238E27FC236}">
                    <a16:creationId xmlns:a16="http://schemas.microsoft.com/office/drawing/2014/main" id="{DB4372E4-5AE2-E207-6B2D-D417783D616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64" name="tx9477">
                <a:extLst>
                  <a:ext uri="{FF2B5EF4-FFF2-40B4-BE49-F238E27FC236}">
                    <a16:creationId xmlns:a16="http://schemas.microsoft.com/office/drawing/2014/main" id="{5C127949-94CF-788B-A4AC-85EB2DAC721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65" name="tx9478">
                <a:extLst>
                  <a:ext uri="{FF2B5EF4-FFF2-40B4-BE49-F238E27FC236}">
                    <a16:creationId xmlns:a16="http://schemas.microsoft.com/office/drawing/2014/main" id="{85750AA9-A89E-083B-F1E2-FD705ED7425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66" name="tx9479">
                <a:extLst>
                  <a:ext uri="{FF2B5EF4-FFF2-40B4-BE49-F238E27FC236}">
                    <a16:creationId xmlns:a16="http://schemas.microsoft.com/office/drawing/2014/main" id="{FB113704-B453-7F05-03D4-7A13F63E7EB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67" name="tx9480">
                <a:extLst>
                  <a:ext uri="{FF2B5EF4-FFF2-40B4-BE49-F238E27FC236}">
                    <a16:creationId xmlns:a16="http://schemas.microsoft.com/office/drawing/2014/main" id="{EE3118E8-41A7-34DE-B7DC-F0FD8C19D5E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68" name="tx9481">
                <a:extLst>
                  <a:ext uri="{FF2B5EF4-FFF2-40B4-BE49-F238E27FC236}">
                    <a16:creationId xmlns:a16="http://schemas.microsoft.com/office/drawing/2014/main" id="{F32E6927-7E08-CFFE-FD0C-CAC7897C225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69" name="tx9482">
                <a:extLst>
                  <a:ext uri="{FF2B5EF4-FFF2-40B4-BE49-F238E27FC236}">
                    <a16:creationId xmlns:a16="http://schemas.microsoft.com/office/drawing/2014/main" id="{7DE24565-6D7C-44EE-FD95-581430E796E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70" name="tx9483">
                <a:extLst>
                  <a:ext uri="{FF2B5EF4-FFF2-40B4-BE49-F238E27FC236}">
                    <a16:creationId xmlns:a16="http://schemas.microsoft.com/office/drawing/2014/main" id="{3B4917B6-8DEB-7B7E-8C6D-FBF60DD62DD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71" name="tx9484">
                <a:extLst>
                  <a:ext uri="{FF2B5EF4-FFF2-40B4-BE49-F238E27FC236}">
                    <a16:creationId xmlns:a16="http://schemas.microsoft.com/office/drawing/2014/main" id="{1ED7A08E-5C60-E7ED-78AB-143053A9F08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72" name="tx9485">
                <a:extLst>
                  <a:ext uri="{FF2B5EF4-FFF2-40B4-BE49-F238E27FC236}">
                    <a16:creationId xmlns:a16="http://schemas.microsoft.com/office/drawing/2014/main" id="{69D1CE06-4A87-80CE-AD52-8C6C5435617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73" name="tx9486">
                <a:extLst>
                  <a:ext uri="{FF2B5EF4-FFF2-40B4-BE49-F238E27FC236}">
                    <a16:creationId xmlns:a16="http://schemas.microsoft.com/office/drawing/2014/main" id="{BC448F6D-A1F0-F727-D318-4E23B608A9B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74" name="tx9487">
                <a:extLst>
                  <a:ext uri="{FF2B5EF4-FFF2-40B4-BE49-F238E27FC236}">
                    <a16:creationId xmlns:a16="http://schemas.microsoft.com/office/drawing/2014/main" id="{6A4398FE-6296-2158-3C03-3AAE5A98AEC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75" name="tx9488">
                <a:extLst>
                  <a:ext uri="{FF2B5EF4-FFF2-40B4-BE49-F238E27FC236}">
                    <a16:creationId xmlns:a16="http://schemas.microsoft.com/office/drawing/2014/main" id="{73584394-A520-DFE9-9179-CA242A73F29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76" name="tx9489">
                <a:extLst>
                  <a:ext uri="{FF2B5EF4-FFF2-40B4-BE49-F238E27FC236}">
                    <a16:creationId xmlns:a16="http://schemas.microsoft.com/office/drawing/2014/main" id="{E24B447F-215F-EB8C-4443-DCA8FF1F7B1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77" name="tx9490">
                <a:extLst>
                  <a:ext uri="{FF2B5EF4-FFF2-40B4-BE49-F238E27FC236}">
                    <a16:creationId xmlns:a16="http://schemas.microsoft.com/office/drawing/2014/main" id="{E8445074-8791-AC3E-01C9-3469D95DB4B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78" name="tx9491">
                <a:extLst>
                  <a:ext uri="{FF2B5EF4-FFF2-40B4-BE49-F238E27FC236}">
                    <a16:creationId xmlns:a16="http://schemas.microsoft.com/office/drawing/2014/main" id="{652B6CBC-C8B4-C1F1-597E-589CF3E2CE1F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79" name="tx9492">
                <a:extLst>
                  <a:ext uri="{FF2B5EF4-FFF2-40B4-BE49-F238E27FC236}">
                    <a16:creationId xmlns:a16="http://schemas.microsoft.com/office/drawing/2014/main" id="{8F2279DF-3D08-DB8B-6871-7AC779DBBB6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80" name="tx9493">
                <a:extLst>
                  <a:ext uri="{FF2B5EF4-FFF2-40B4-BE49-F238E27FC236}">
                    <a16:creationId xmlns:a16="http://schemas.microsoft.com/office/drawing/2014/main" id="{3079C361-A1B4-F894-E246-FD7006F8FB2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81" name="tx9494">
                <a:extLst>
                  <a:ext uri="{FF2B5EF4-FFF2-40B4-BE49-F238E27FC236}">
                    <a16:creationId xmlns:a16="http://schemas.microsoft.com/office/drawing/2014/main" id="{63085488-6705-5C34-221E-43C78FC29AB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82" name="tx9495">
                <a:extLst>
                  <a:ext uri="{FF2B5EF4-FFF2-40B4-BE49-F238E27FC236}">
                    <a16:creationId xmlns:a16="http://schemas.microsoft.com/office/drawing/2014/main" id="{B33E7E47-B4B2-89D8-BB47-5D1799D7D01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83" name="tx9496">
                <a:extLst>
                  <a:ext uri="{FF2B5EF4-FFF2-40B4-BE49-F238E27FC236}">
                    <a16:creationId xmlns:a16="http://schemas.microsoft.com/office/drawing/2014/main" id="{5D100A18-6806-260D-10EC-E401BF75392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84" name="tx9497">
                <a:extLst>
                  <a:ext uri="{FF2B5EF4-FFF2-40B4-BE49-F238E27FC236}">
                    <a16:creationId xmlns:a16="http://schemas.microsoft.com/office/drawing/2014/main" id="{61961067-7BAC-2594-DCE8-5E3A3B6181B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85" name="tx9498">
                <a:extLst>
                  <a:ext uri="{FF2B5EF4-FFF2-40B4-BE49-F238E27FC236}">
                    <a16:creationId xmlns:a16="http://schemas.microsoft.com/office/drawing/2014/main" id="{FD0D28E5-B5F6-15C7-1B94-7314DA8ED3A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86" name="tx9499">
                <a:extLst>
                  <a:ext uri="{FF2B5EF4-FFF2-40B4-BE49-F238E27FC236}">
                    <a16:creationId xmlns:a16="http://schemas.microsoft.com/office/drawing/2014/main" id="{55DA29D6-C80B-B372-6256-1A96815EEB0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87" name="tx9500">
                <a:extLst>
                  <a:ext uri="{FF2B5EF4-FFF2-40B4-BE49-F238E27FC236}">
                    <a16:creationId xmlns:a16="http://schemas.microsoft.com/office/drawing/2014/main" id="{06FE3974-D5D6-0D4D-7006-618F994F590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88" name="tx9501">
                <a:extLst>
                  <a:ext uri="{FF2B5EF4-FFF2-40B4-BE49-F238E27FC236}">
                    <a16:creationId xmlns:a16="http://schemas.microsoft.com/office/drawing/2014/main" id="{3B118560-11E9-5553-18A5-10EBADC6060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89" name="tx9502">
                <a:extLst>
                  <a:ext uri="{FF2B5EF4-FFF2-40B4-BE49-F238E27FC236}">
                    <a16:creationId xmlns:a16="http://schemas.microsoft.com/office/drawing/2014/main" id="{A549109E-FB69-9358-76A5-6F13EBE01BB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90" name="tx9503">
                <a:extLst>
                  <a:ext uri="{FF2B5EF4-FFF2-40B4-BE49-F238E27FC236}">
                    <a16:creationId xmlns:a16="http://schemas.microsoft.com/office/drawing/2014/main" id="{D0B7DF5F-1031-7189-3596-4633FFC6BC4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91" name="tx9504">
                <a:extLst>
                  <a:ext uri="{FF2B5EF4-FFF2-40B4-BE49-F238E27FC236}">
                    <a16:creationId xmlns:a16="http://schemas.microsoft.com/office/drawing/2014/main" id="{334C4C62-C0E8-8C18-9CD0-6311E166BAA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92" name="tx9505">
                <a:extLst>
                  <a:ext uri="{FF2B5EF4-FFF2-40B4-BE49-F238E27FC236}">
                    <a16:creationId xmlns:a16="http://schemas.microsoft.com/office/drawing/2014/main" id="{76632030-2628-AD01-6DB9-C521047E69C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93" name="tx9506">
                <a:extLst>
                  <a:ext uri="{FF2B5EF4-FFF2-40B4-BE49-F238E27FC236}">
                    <a16:creationId xmlns:a16="http://schemas.microsoft.com/office/drawing/2014/main" id="{F0D3F0B4-2BA9-45A2-88AC-BBB1E152E9E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94" name="tx9507">
                <a:extLst>
                  <a:ext uri="{FF2B5EF4-FFF2-40B4-BE49-F238E27FC236}">
                    <a16:creationId xmlns:a16="http://schemas.microsoft.com/office/drawing/2014/main" id="{29F274FF-AE52-2D91-2097-01DFEC76F79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95" name="tx9508">
                <a:extLst>
                  <a:ext uri="{FF2B5EF4-FFF2-40B4-BE49-F238E27FC236}">
                    <a16:creationId xmlns:a16="http://schemas.microsoft.com/office/drawing/2014/main" id="{D46D75BF-00ED-AFCF-C977-D8C0011A2BA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96" name="tx9509">
                <a:extLst>
                  <a:ext uri="{FF2B5EF4-FFF2-40B4-BE49-F238E27FC236}">
                    <a16:creationId xmlns:a16="http://schemas.microsoft.com/office/drawing/2014/main" id="{EEF94415-AE1C-B0EC-C320-9B7174E08E9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97" name="tx9510">
                <a:extLst>
                  <a:ext uri="{FF2B5EF4-FFF2-40B4-BE49-F238E27FC236}">
                    <a16:creationId xmlns:a16="http://schemas.microsoft.com/office/drawing/2014/main" id="{11FAE066-EBD0-371A-1F72-0E84449DAD6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698" name="tx9511">
                <a:extLst>
                  <a:ext uri="{FF2B5EF4-FFF2-40B4-BE49-F238E27FC236}">
                    <a16:creationId xmlns:a16="http://schemas.microsoft.com/office/drawing/2014/main" id="{34A29E4D-FD02-F950-28F7-942910B9C00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699" name="tx9512">
                <a:extLst>
                  <a:ext uri="{FF2B5EF4-FFF2-40B4-BE49-F238E27FC236}">
                    <a16:creationId xmlns:a16="http://schemas.microsoft.com/office/drawing/2014/main" id="{6094CB90-E855-2451-E9E8-57B7E9A86F5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00" name="tx9513">
                <a:extLst>
                  <a:ext uri="{FF2B5EF4-FFF2-40B4-BE49-F238E27FC236}">
                    <a16:creationId xmlns:a16="http://schemas.microsoft.com/office/drawing/2014/main" id="{0E61CC04-A6DA-7207-BA46-84A66D228B9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01" name="tx9514">
                <a:extLst>
                  <a:ext uri="{FF2B5EF4-FFF2-40B4-BE49-F238E27FC236}">
                    <a16:creationId xmlns:a16="http://schemas.microsoft.com/office/drawing/2014/main" id="{E630BAA3-C66F-0C0E-FC72-AF86B84CB05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02" name="tx9515">
                <a:extLst>
                  <a:ext uri="{FF2B5EF4-FFF2-40B4-BE49-F238E27FC236}">
                    <a16:creationId xmlns:a16="http://schemas.microsoft.com/office/drawing/2014/main" id="{7E11BE6B-7D54-1095-79E8-272CB9930CC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03" name="tx9516">
                <a:extLst>
                  <a:ext uri="{FF2B5EF4-FFF2-40B4-BE49-F238E27FC236}">
                    <a16:creationId xmlns:a16="http://schemas.microsoft.com/office/drawing/2014/main" id="{70F0F8C8-886D-9FA3-D63D-B8FC2CF864A8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04" name="tx9517">
                <a:extLst>
                  <a:ext uri="{FF2B5EF4-FFF2-40B4-BE49-F238E27FC236}">
                    <a16:creationId xmlns:a16="http://schemas.microsoft.com/office/drawing/2014/main" id="{1AA821CC-090C-EAB3-B4EF-1F5CA577AFF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05" name="tx9518">
                <a:extLst>
                  <a:ext uri="{FF2B5EF4-FFF2-40B4-BE49-F238E27FC236}">
                    <a16:creationId xmlns:a16="http://schemas.microsoft.com/office/drawing/2014/main" id="{4438344C-A1A2-F27A-C292-B27874FEB45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06" name="tx9519">
                <a:extLst>
                  <a:ext uri="{FF2B5EF4-FFF2-40B4-BE49-F238E27FC236}">
                    <a16:creationId xmlns:a16="http://schemas.microsoft.com/office/drawing/2014/main" id="{CDE1192C-A748-E37A-F682-F0B9FA00EEA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07" name="tx9520">
                <a:extLst>
                  <a:ext uri="{FF2B5EF4-FFF2-40B4-BE49-F238E27FC236}">
                    <a16:creationId xmlns:a16="http://schemas.microsoft.com/office/drawing/2014/main" id="{5E8BCDD8-059F-72A8-C296-DB330575AC2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08" name="tx9521">
                <a:extLst>
                  <a:ext uri="{FF2B5EF4-FFF2-40B4-BE49-F238E27FC236}">
                    <a16:creationId xmlns:a16="http://schemas.microsoft.com/office/drawing/2014/main" id="{004985AD-A0A3-6128-58B4-E9E44180B8A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09" name="tx9522">
                <a:extLst>
                  <a:ext uri="{FF2B5EF4-FFF2-40B4-BE49-F238E27FC236}">
                    <a16:creationId xmlns:a16="http://schemas.microsoft.com/office/drawing/2014/main" id="{81A7FF9B-7E7E-2B2E-0687-BE70D684FEE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10" name="tx9523">
                <a:extLst>
                  <a:ext uri="{FF2B5EF4-FFF2-40B4-BE49-F238E27FC236}">
                    <a16:creationId xmlns:a16="http://schemas.microsoft.com/office/drawing/2014/main" id="{E9B314C9-EB4B-4E05-F02F-CDA0B8974309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11" name="tx9524">
                <a:extLst>
                  <a:ext uri="{FF2B5EF4-FFF2-40B4-BE49-F238E27FC236}">
                    <a16:creationId xmlns:a16="http://schemas.microsoft.com/office/drawing/2014/main" id="{3B4E0302-4828-65A6-C363-11DCAC19FE7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12" name="tx9525">
                <a:extLst>
                  <a:ext uri="{FF2B5EF4-FFF2-40B4-BE49-F238E27FC236}">
                    <a16:creationId xmlns:a16="http://schemas.microsoft.com/office/drawing/2014/main" id="{510D3661-4581-1846-C500-15D62878823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13" name="tx9526">
                <a:extLst>
                  <a:ext uri="{FF2B5EF4-FFF2-40B4-BE49-F238E27FC236}">
                    <a16:creationId xmlns:a16="http://schemas.microsoft.com/office/drawing/2014/main" id="{4EB9045A-D568-376F-D7B8-6283F556026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14" name="tx9527">
                <a:extLst>
                  <a:ext uri="{FF2B5EF4-FFF2-40B4-BE49-F238E27FC236}">
                    <a16:creationId xmlns:a16="http://schemas.microsoft.com/office/drawing/2014/main" id="{79483C75-27CA-5378-1B1A-09143D74A43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15" name="tx9528">
                <a:extLst>
                  <a:ext uri="{FF2B5EF4-FFF2-40B4-BE49-F238E27FC236}">
                    <a16:creationId xmlns:a16="http://schemas.microsoft.com/office/drawing/2014/main" id="{C8D5C273-3A94-BD00-1697-E9F6CF6F15D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16" name="tx9529">
                <a:extLst>
                  <a:ext uri="{FF2B5EF4-FFF2-40B4-BE49-F238E27FC236}">
                    <a16:creationId xmlns:a16="http://schemas.microsoft.com/office/drawing/2014/main" id="{1AEE0886-7A07-24ED-B7E0-46D9F0B0440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17" name="tx9530">
                <a:extLst>
                  <a:ext uri="{FF2B5EF4-FFF2-40B4-BE49-F238E27FC236}">
                    <a16:creationId xmlns:a16="http://schemas.microsoft.com/office/drawing/2014/main" id="{189540D8-3EDD-6124-2C7B-25C1D28B3CC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18" name="tx9531">
                <a:extLst>
                  <a:ext uri="{FF2B5EF4-FFF2-40B4-BE49-F238E27FC236}">
                    <a16:creationId xmlns:a16="http://schemas.microsoft.com/office/drawing/2014/main" id="{EBE6B3F2-2FD6-F957-4435-A400362AA6E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19" name="tx9532">
                <a:extLst>
                  <a:ext uri="{FF2B5EF4-FFF2-40B4-BE49-F238E27FC236}">
                    <a16:creationId xmlns:a16="http://schemas.microsoft.com/office/drawing/2014/main" id="{47E2DFBB-993C-A03A-7ECB-58DF290C4F7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20" name="tx9533">
                <a:extLst>
                  <a:ext uri="{FF2B5EF4-FFF2-40B4-BE49-F238E27FC236}">
                    <a16:creationId xmlns:a16="http://schemas.microsoft.com/office/drawing/2014/main" id="{AE8E76A0-8C61-FCA8-64E0-05FAA329462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21" name="tx9534">
                <a:extLst>
                  <a:ext uri="{FF2B5EF4-FFF2-40B4-BE49-F238E27FC236}">
                    <a16:creationId xmlns:a16="http://schemas.microsoft.com/office/drawing/2014/main" id="{1ACD523A-B987-AB40-D7C7-F7E17F12679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22" name="tx9535">
                <a:extLst>
                  <a:ext uri="{FF2B5EF4-FFF2-40B4-BE49-F238E27FC236}">
                    <a16:creationId xmlns:a16="http://schemas.microsoft.com/office/drawing/2014/main" id="{B179C847-134C-AB4C-0560-552EF2E1D95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23" name="tx9536">
                <a:extLst>
                  <a:ext uri="{FF2B5EF4-FFF2-40B4-BE49-F238E27FC236}">
                    <a16:creationId xmlns:a16="http://schemas.microsoft.com/office/drawing/2014/main" id="{7F32A728-9EB2-4A40-091E-E05E8DFF277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24" name="tx9537">
                <a:extLst>
                  <a:ext uri="{FF2B5EF4-FFF2-40B4-BE49-F238E27FC236}">
                    <a16:creationId xmlns:a16="http://schemas.microsoft.com/office/drawing/2014/main" id="{287CA2D6-FE43-AF13-2D9E-7A6D3C5BC56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25" name="tx9538">
                <a:extLst>
                  <a:ext uri="{FF2B5EF4-FFF2-40B4-BE49-F238E27FC236}">
                    <a16:creationId xmlns:a16="http://schemas.microsoft.com/office/drawing/2014/main" id="{3DF1792C-CDFB-8C2F-17A0-B9CE91D2018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26" name="tx9539">
                <a:extLst>
                  <a:ext uri="{FF2B5EF4-FFF2-40B4-BE49-F238E27FC236}">
                    <a16:creationId xmlns:a16="http://schemas.microsoft.com/office/drawing/2014/main" id="{AC24519B-0481-8CD9-0F22-E5756CE38C2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27" name="tx9540">
                <a:extLst>
                  <a:ext uri="{FF2B5EF4-FFF2-40B4-BE49-F238E27FC236}">
                    <a16:creationId xmlns:a16="http://schemas.microsoft.com/office/drawing/2014/main" id="{C3498768-7B45-1808-6DFD-91084087069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28" name="tx9541">
                <a:extLst>
                  <a:ext uri="{FF2B5EF4-FFF2-40B4-BE49-F238E27FC236}">
                    <a16:creationId xmlns:a16="http://schemas.microsoft.com/office/drawing/2014/main" id="{BB5622B2-8BCB-734C-316E-4B2035AF26D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29" name="tx9542">
                <a:extLst>
                  <a:ext uri="{FF2B5EF4-FFF2-40B4-BE49-F238E27FC236}">
                    <a16:creationId xmlns:a16="http://schemas.microsoft.com/office/drawing/2014/main" id="{EAE7F2C6-33EE-B2EC-EF80-5310B43703C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30" name="tx9543">
                <a:extLst>
                  <a:ext uri="{FF2B5EF4-FFF2-40B4-BE49-F238E27FC236}">
                    <a16:creationId xmlns:a16="http://schemas.microsoft.com/office/drawing/2014/main" id="{69E788DF-DF99-3CD6-90DE-483B2AE710A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31" name="tx9544">
                <a:extLst>
                  <a:ext uri="{FF2B5EF4-FFF2-40B4-BE49-F238E27FC236}">
                    <a16:creationId xmlns:a16="http://schemas.microsoft.com/office/drawing/2014/main" id="{A74A4DFF-535F-3B96-BD29-45516E05521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32" name="tx9545">
                <a:extLst>
                  <a:ext uri="{FF2B5EF4-FFF2-40B4-BE49-F238E27FC236}">
                    <a16:creationId xmlns:a16="http://schemas.microsoft.com/office/drawing/2014/main" id="{E708D91F-E8E8-3A3B-B15A-978535A93AE7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33" name="tx9546">
                <a:extLst>
                  <a:ext uri="{FF2B5EF4-FFF2-40B4-BE49-F238E27FC236}">
                    <a16:creationId xmlns:a16="http://schemas.microsoft.com/office/drawing/2014/main" id="{1F6E4172-BE8F-8AF5-7B56-E0798F26A68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34" name="tx9547">
                <a:extLst>
                  <a:ext uri="{FF2B5EF4-FFF2-40B4-BE49-F238E27FC236}">
                    <a16:creationId xmlns:a16="http://schemas.microsoft.com/office/drawing/2014/main" id="{1219DA28-7066-49BE-4217-0AE8AE6A193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35" name="tx9548">
                <a:extLst>
                  <a:ext uri="{FF2B5EF4-FFF2-40B4-BE49-F238E27FC236}">
                    <a16:creationId xmlns:a16="http://schemas.microsoft.com/office/drawing/2014/main" id="{90470E5A-96DD-D162-93E2-2D823F2CA03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36" name="tx9549">
                <a:extLst>
                  <a:ext uri="{FF2B5EF4-FFF2-40B4-BE49-F238E27FC236}">
                    <a16:creationId xmlns:a16="http://schemas.microsoft.com/office/drawing/2014/main" id="{84B8FE30-4C5C-A0EB-C677-90D985D91BC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37" name="tx9550">
                <a:extLst>
                  <a:ext uri="{FF2B5EF4-FFF2-40B4-BE49-F238E27FC236}">
                    <a16:creationId xmlns:a16="http://schemas.microsoft.com/office/drawing/2014/main" id="{7A41CBFE-8222-A4C4-33DF-9A09B5192FE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38" name="tx9551">
                <a:extLst>
                  <a:ext uri="{FF2B5EF4-FFF2-40B4-BE49-F238E27FC236}">
                    <a16:creationId xmlns:a16="http://schemas.microsoft.com/office/drawing/2014/main" id="{F1A16421-B3A7-ACFA-4109-297B9BED9E5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39" name="tx9552">
                <a:extLst>
                  <a:ext uri="{FF2B5EF4-FFF2-40B4-BE49-F238E27FC236}">
                    <a16:creationId xmlns:a16="http://schemas.microsoft.com/office/drawing/2014/main" id="{6B47D5D4-46DE-D1C1-FA41-8C79352CDEC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40" name="tx9553">
                <a:extLst>
                  <a:ext uri="{FF2B5EF4-FFF2-40B4-BE49-F238E27FC236}">
                    <a16:creationId xmlns:a16="http://schemas.microsoft.com/office/drawing/2014/main" id="{4F77BE59-8B55-901C-A612-5DE63A3163B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41" name="tx9554">
                <a:extLst>
                  <a:ext uri="{FF2B5EF4-FFF2-40B4-BE49-F238E27FC236}">
                    <a16:creationId xmlns:a16="http://schemas.microsoft.com/office/drawing/2014/main" id="{4751A5BC-0992-4F4C-7B7D-8F43FEE36C4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42" name="tx9555">
                <a:extLst>
                  <a:ext uri="{FF2B5EF4-FFF2-40B4-BE49-F238E27FC236}">
                    <a16:creationId xmlns:a16="http://schemas.microsoft.com/office/drawing/2014/main" id="{BDB2F12C-C059-31E5-F1FC-01D3B586B37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43" name="tx9556">
                <a:extLst>
                  <a:ext uri="{FF2B5EF4-FFF2-40B4-BE49-F238E27FC236}">
                    <a16:creationId xmlns:a16="http://schemas.microsoft.com/office/drawing/2014/main" id="{8EAC6046-362A-6FEA-6B88-75295676C862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44" name="tx9557">
                <a:extLst>
                  <a:ext uri="{FF2B5EF4-FFF2-40B4-BE49-F238E27FC236}">
                    <a16:creationId xmlns:a16="http://schemas.microsoft.com/office/drawing/2014/main" id="{67A73F01-3CD4-73E6-FD2B-F6FE9DCADBF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45" name="tx9558">
                <a:extLst>
                  <a:ext uri="{FF2B5EF4-FFF2-40B4-BE49-F238E27FC236}">
                    <a16:creationId xmlns:a16="http://schemas.microsoft.com/office/drawing/2014/main" id="{86C2DA48-A160-F24D-212E-FB8433C965F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46" name="tx9559">
                <a:extLst>
                  <a:ext uri="{FF2B5EF4-FFF2-40B4-BE49-F238E27FC236}">
                    <a16:creationId xmlns:a16="http://schemas.microsoft.com/office/drawing/2014/main" id="{8D56C090-43D7-2368-6C31-1DE3C1CE1CC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47" name="tx9560">
                <a:extLst>
                  <a:ext uri="{FF2B5EF4-FFF2-40B4-BE49-F238E27FC236}">
                    <a16:creationId xmlns:a16="http://schemas.microsoft.com/office/drawing/2014/main" id="{0B12BC33-5923-AC4F-7133-41DFFECCC22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48" name="tx9561">
                <a:extLst>
                  <a:ext uri="{FF2B5EF4-FFF2-40B4-BE49-F238E27FC236}">
                    <a16:creationId xmlns:a16="http://schemas.microsoft.com/office/drawing/2014/main" id="{44DAB2F3-CDC8-8948-7D6B-F47F27A3FE1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49" name="tx9562">
                <a:extLst>
                  <a:ext uri="{FF2B5EF4-FFF2-40B4-BE49-F238E27FC236}">
                    <a16:creationId xmlns:a16="http://schemas.microsoft.com/office/drawing/2014/main" id="{204C319A-B2E4-1A8C-4DD1-EC3AD9DB16A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50" name="tx9563">
                <a:extLst>
                  <a:ext uri="{FF2B5EF4-FFF2-40B4-BE49-F238E27FC236}">
                    <a16:creationId xmlns:a16="http://schemas.microsoft.com/office/drawing/2014/main" id="{2F26B4E7-B2A0-A1A7-5CFC-D5D9AECEA6D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51" name="tx9564">
                <a:extLst>
                  <a:ext uri="{FF2B5EF4-FFF2-40B4-BE49-F238E27FC236}">
                    <a16:creationId xmlns:a16="http://schemas.microsoft.com/office/drawing/2014/main" id="{A954D6F6-D1FD-93AB-4972-C8A52634DA2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52" name="tx9565">
                <a:extLst>
                  <a:ext uri="{FF2B5EF4-FFF2-40B4-BE49-F238E27FC236}">
                    <a16:creationId xmlns:a16="http://schemas.microsoft.com/office/drawing/2014/main" id="{81725D85-77B6-41D3-F1FA-934A5C9D1B6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53" name="tx9566">
                <a:extLst>
                  <a:ext uri="{FF2B5EF4-FFF2-40B4-BE49-F238E27FC236}">
                    <a16:creationId xmlns:a16="http://schemas.microsoft.com/office/drawing/2014/main" id="{F4AC744A-5AC1-657B-310B-7E13B34AA61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54" name="tx9567">
                <a:extLst>
                  <a:ext uri="{FF2B5EF4-FFF2-40B4-BE49-F238E27FC236}">
                    <a16:creationId xmlns:a16="http://schemas.microsoft.com/office/drawing/2014/main" id="{60CF308C-0311-A192-B139-15422CBE90B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55" name="tx9568">
                <a:extLst>
                  <a:ext uri="{FF2B5EF4-FFF2-40B4-BE49-F238E27FC236}">
                    <a16:creationId xmlns:a16="http://schemas.microsoft.com/office/drawing/2014/main" id="{A26193AA-EFC8-5E11-215B-3585D859410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56" name="tx9569">
                <a:extLst>
                  <a:ext uri="{FF2B5EF4-FFF2-40B4-BE49-F238E27FC236}">
                    <a16:creationId xmlns:a16="http://schemas.microsoft.com/office/drawing/2014/main" id="{35FC77DE-3EBC-7C11-FD1E-0A6995278CE3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57" name="tx9570">
                <a:extLst>
                  <a:ext uri="{FF2B5EF4-FFF2-40B4-BE49-F238E27FC236}">
                    <a16:creationId xmlns:a16="http://schemas.microsoft.com/office/drawing/2014/main" id="{436C6D7D-250B-A62F-E2B3-9EAA3612C5C4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58" name="tx9571">
                <a:extLst>
                  <a:ext uri="{FF2B5EF4-FFF2-40B4-BE49-F238E27FC236}">
                    <a16:creationId xmlns:a16="http://schemas.microsoft.com/office/drawing/2014/main" id="{17711824-CB02-4B37-6C39-CDC30EF4A37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59" name="tx9572">
                <a:extLst>
                  <a:ext uri="{FF2B5EF4-FFF2-40B4-BE49-F238E27FC236}">
                    <a16:creationId xmlns:a16="http://schemas.microsoft.com/office/drawing/2014/main" id="{E170B5EF-46EA-1BE5-CCEB-8080342C55BA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60" name="tx9573">
                <a:extLst>
                  <a:ext uri="{FF2B5EF4-FFF2-40B4-BE49-F238E27FC236}">
                    <a16:creationId xmlns:a16="http://schemas.microsoft.com/office/drawing/2014/main" id="{A1AC2F75-AABD-5101-D046-C47E7A4064E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61" name="tx9574">
                <a:extLst>
                  <a:ext uri="{FF2B5EF4-FFF2-40B4-BE49-F238E27FC236}">
                    <a16:creationId xmlns:a16="http://schemas.microsoft.com/office/drawing/2014/main" id="{B5BD00BA-3AFB-8425-EDB1-300DF14992B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62" name="tx9575">
                <a:extLst>
                  <a:ext uri="{FF2B5EF4-FFF2-40B4-BE49-F238E27FC236}">
                    <a16:creationId xmlns:a16="http://schemas.microsoft.com/office/drawing/2014/main" id="{0D60CE5F-C214-D0F5-A35C-D5C386BE92B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63" name="tx9576">
                <a:extLst>
                  <a:ext uri="{FF2B5EF4-FFF2-40B4-BE49-F238E27FC236}">
                    <a16:creationId xmlns:a16="http://schemas.microsoft.com/office/drawing/2014/main" id="{A77BE386-DCBB-4D68-561F-FF311375026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64" name="tx9577">
                <a:extLst>
                  <a:ext uri="{FF2B5EF4-FFF2-40B4-BE49-F238E27FC236}">
                    <a16:creationId xmlns:a16="http://schemas.microsoft.com/office/drawing/2014/main" id="{4F135FC9-5D11-1A46-F3D1-1729AD18E01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65" name="tx9578">
                <a:extLst>
                  <a:ext uri="{FF2B5EF4-FFF2-40B4-BE49-F238E27FC236}">
                    <a16:creationId xmlns:a16="http://schemas.microsoft.com/office/drawing/2014/main" id="{284F7A7E-C1A0-F1B4-22A1-CC4C20F3DE9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66" name="tx9579">
                <a:extLst>
                  <a:ext uri="{FF2B5EF4-FFF2-40B4-BE49-F238E27FC236}">
                    <a16:creationId xmlns:a16="http://schemas.microsoft.com/office/drawing/2014/main" id="{32CD1381-EEC3-88CF-1569-82B3C000B14E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67" name="tx9580">
                <a:extLst>
                  <a:ext uri="{FF2B5EF4-FFF2-40B4-BE49-F238E27FC236}">
                    <a16:creationId xmlns:a16="http://schemas.microsoft.com/office/drawing/2014/main" id="{02F46F4A-464F-458A-20B6-AC84511F6407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68" name="tx9581">
                <a:extLst>
                  <a:ext uri="{FF2B5EF4-FFF2-40B4-BE49-F238E27FC236}">
                    <a16:creationId xmlns:a16="http://schemas.microsoft.com/office/drawing/2014/main" id="{921A5A1E-7548-0CB3-BB4A-A2E4EEAB941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69" name="tx9582">
                <a:extLst>
                  <a:ext uri="{FF2B5EF4-FFF2-40B4-BE49-F238E27FC236}">
                    <a16:creationId xmlns:a16="http://schemas.microsoft.com/office/drawing/2014/main" id="{39421E24-E576-D7C2-A22D-C5E7C55921C5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70" name="tx9583">
                <a:extLst>
                  <a:ext uri="{FF2B5EF4-FFF2-40B4-BE49-F238E27FC236}">
                    <a16:creationId xmlns:a16="http://schemas.microsoft.com/office/drawing/2014/main" id="{9315C6DB-48AE-F095-C558-ADAEEAD18F0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71" name="tx9584">
                <a:extLst>
                  <a:ext uri="{FF2B5EF4-FFF2-40B4-BE49-F238E27FC236}">
                    <a16:creationId xmlns:a16="http://schemas.microsoft.com/office/drawing/2014/main" id="{C2DDEAFD-A8A2-0EAB-02A1-706D07E2F42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72" name="tx9585">
                <a:extLst>
                  <a:ext uri="{FF2B5EF4-FFF2-40B4-BE49-F238E27FC236}">
                    <a16:creationId xmlns:a16="http://schemas.microsoft.com/office/drawing/2014/main" id="{DF9EFDC4-F8F8-C2B9-1222-FF44105302F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73" name="tx9586">
                <a:extLst>
                  <a:ext uri="{FF2B5EF4-FFF2-40B4-BE49-F238E27FC236}">
                    <a16:creationId xmlns:a16="http://schemas.microsoft.com/office/drawing/2014/main" id="{46C5A6A0-4775-0687-3A2A-CA60EDF1630D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74" name="tx9587">
                <a:extLst>
                  <a:ext uri="{FF2B5EF4-FFF2-40B4-BE49-F238E27FC236}">
                    <a16:creationId xmlns:a16="http://schemas.microsoft.com/office/drawing/2014/main" id="{08357B70-3399-6485-0FD5-27B7D94E6BD5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75" name="tx9588">
                <a:extLst>
                  <a:ext uri="{FF2B5EF4-FFF2-40B4-BE49-F238E27FC236}">
                    <a16:creationId xmlns:a16="http://schemas.microsoft.com/office/drawing/2014/main" id="{237EBC7C-5655-4DA9-832A-6940EFDAD53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76" name="tx9589">
                <a:extLst>
                  <a:ext uri="{FF2B5EF4-FFF2-40B4-BE49-F238E27FC236}">
                    <a16:creationId xmlns:a16="http://schemas.microsoft.com/office/drawing/2014/main" id="{595BCCF3-BC64-7FD8-D579-43E34B577BB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77" name="tx9590">
                <a:extLst>
                  <a:ext uri="{FF2B5EF4-FFF2-40B4-BE49-F238E27FC236}">
                    <a16:creationId xmlns:a16="http://schemas.microsoft.com/office/drawing/2014/main" id="{8D7B10BB-0807-90C6-747B-FAB456E36191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78" name="tx9591">
                <a:extLst>
                  <a:ext uri="{FF2B5EF4-FFF2-40B4-BE49-F238E27FC236}">
                    <a16:creationId xmlns:a16="http://schemas.microsoft.com/office/drawing/2014/main" id="{AA79D55B-80DA-F737-9A02-07F9128B427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79" name="tx9592">
                <a:extLst>
                  <a:ext uri="{FF2B5EF4-FFF2-40B4-BE49-F238E27FC236}">
                    <a16:creationId xmlns:a16="http://schemas.microsoft.com/office/drawing/2014/main" id="{01948D3F-B379-7864-3FF9-ADF74AE97B5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80" name="tx9593">
                <a:extLst>
                  <a:ext uri="{FF2B5EF4-FFF2-40B4-BE49-F238E27FC236}">
                    <a16:creationId xmlns:a16="http://schemas.microsoft.com/office/drawing/2014/main" id="{74E06A02-B879-EB2C-F1AB-132082E130B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81" name="tx9594">
                <a:extLst>
                  <a:ext uri="{FF2B5EF4-FFF2-40B4-BE49-F238E27FC236}">
                    <a16:creationId xmlns:a16="http://schemas.microsoft.com/office/drawing/2014/main" id="{D9A53755-0E86-919A-E52B-FB270B05AD59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82" name="tx9595">
                <a:extLst>
                  <a:ext uri="{FF2B5EF4-FFF2-40B4-BE49-F238E27FC236}">
                    <a16:creationId xmlns:a16="http://schemas.microsoft.com/office/drawing/2014/main" id="{AE288E7D-50A6-F211-3BF0-C9D15A15449A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83" name="tx9596">
                <a:extLst>
                  <a:ext uri="{FF2B5EF4-FFF2-40B4-BE49-F238E27FC236}">
                    <a16:creationId xmlns:a16="http://schemas.microsoft.com/office/drawing/2014/main" id="{F4DD3BDA-B9AB-C5BE-30D0-08592690CEE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84" name="tx9597">
                <a:extLst>
                  <a:ext uri="{FF2B5EF4-FFF2-40B4-BE49-F238E27FC236}">
                    <a16:creationId xmlns:a16="http://schemas.microsoft.com/office/drawing/2014/main" id="{7F3D6AD4-0D31-9083-B4BA-86D95B78E9F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85" name="tx9598">
                <a:extLst>
                  <a:ext uri="{FF2B5EF4-FFF2-40B4-BE49-F238E27FC236}">
                    <a16:creationId xmlns:a16="http://schemas.microsoft.com/office/drawing/2014/main" id="{C4A0E789-7269-1EEC-539B-EC8B43AEA44B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86" name="tx9599">
                <a:extLst>
                  <a:ext uri="{FF2B5EF4-FFF2-40B4-BE49-F238E27FC236}">
                    <a16:creationId xmlns:a16="http://schemas.microsoft.com/office/drawing/2014/main" id="{0799F83B-679D-51A6-67DE-72FFDB15D62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87" name="tx9600">
                <a:extLst>
                  <a:ext uri="{FF2B5EF4-FFF2-40B4-BE49-F238E27FC236}">
                    <a16:creationId xmlns:a16="http://schemas.microsoft.com/office/drawing/2014/main" id="{78352C03-9609-AF12-5618-30E4CA51CB3E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88" name="tx9601">
                <a:extLst>
                  <a:ext uri="{FF2B5EF4-FFF2-40B4-BE49-F238E27FC236}">
                    <a16:creationId xmlns:a16="http://schemas.microsoft.com/office/drawing/2014/main" id="{1BCC3CB0-00F7-47C2-08E0-6B48F5F809CC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89" name="tx9602">
                <a:extLst>
                  <a:ext uri="{FF2B5EF4-FFF2-40B4-BE49-F238E27FC236}">
                    <a16:creationId xmlns:a16="http://schemas.microsoft.com/office/drawing/2014/main" id="{181FC3F7-C485-26FC-8238-2C86CC3D3E30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90" name="tx9603">
                <a:extLst>
                  <a:ext uri="{FF2B5EF4-FFF2-40B4-BE49-F238E27FC236}">
                    <a16:creationId xmlns:a16="http://schemas.microsoft.com/office/drawing/2014/main" id="{A4BCCDB8-1BBD-443C-2B3E-0799CEC6901D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91" name="tx9604">
                <a:extLst>
                  <a:ext uri="{FF2B5EF4-FFF2-40B4-BE49-F238E27FC236}">
                    <a16:creationId xmlns:a16="http://schemas.microsoft.com/office/drawing/2014/main" id="{D71DA928-2686-93C6-3285-E39E42E1323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92" name="tx9605">
                <a:extLst>
                  <a:ext uri="{FF2B5EF4-FFF2-40B4-BE49-F238E27FC236}">
                    <a16:creationId xmlns:a16="http://schemas.microsoft.com/office/drawing/2014/main" id="{07FBC427-3127-86AF-E738-66F557ECE60B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93" name="tx9606">
                <a:extLst>
                  <a:ext uri="{FF2B5EF4-FFF2-40B4-BE49-F238E27FC236}">
                    <a16:creationId xmlns:a16="http://schemas.microsoft.com/office/drawing/2014/main" id="{C46BCC9E-46B7-C71E-B018-97E0DC5B0BB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94" name="tx9607">
                <a:extLst>
                  <a:ext uri="{FF2B5EF4-FFF2-40B4-BE49-F238E27FC236}">
                    <a16:creationId xmlns:a16="http://schemas.microsoft.com/office/drawing/2014/main" id="{CDA0DB6D-1D65-9DD5-F489-759686A754F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95" name="tx9608">
                <a:extLst>
                  <a:ext uri="{FF2B5EF4-FFF2-40B4-BE49-F238E27FC236}">
                    <a16:creationId xmlns:a16="http://schemas.microsoft.com/office/drawing/2014/main" id="{2BD24CC5-9F88-A038-286C-F8828A7D527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96" name="tx9609">
                <a:extLst>
                  <a:ext uri="{FF2B5EF4-FFF2-40B4-BE49-F238E27FC236}">
                    <a16:creationId xmlns:a16="http://schemas.microsoft.com/office/drawing/2014/main" id="{66B4886A-6C6F-2C74-82C7-489155F1DB26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97" name="tx9610">
                <a:extLst>
                  <a:ext uri="{FF2B5EF4-FFF2-40B4-BE49-F238E27FC236}">
                    <a16:creationId xmlns:a16="http://schemas.microsoft.com/office/drawing/2014/main" id="{CE1920D9-B591-94F5-D0C0-0DD33CDB519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798" name="tx9611">
                <a:extLst>
                  <a:ext uri="{FF2B5EF4-FFF2-40B4-BE49-F238E27FC236}">
                    <a16:creationId xmlns:a16="http://schemas.microsoft.com/office/drawing/2014/main" id="{00541441-384F-B7A2-6557-C06B5982EC30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799" name="tx9612">
                <a:extLst>
                  <a:ext uri="{FF2B5EF4-FFF2-40B4-BE49-F238E27FC236}">
                    <a16:creationId xmlns:a16="http://schemas.microsoft.com/office/drawing/2014/main" id="{381516B1-26D2-6F7F-5E4F-1E3BD35BF37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00" name="tx9613">
                <a:extLst>
                  <a:ext uri="{FF2B5EF4-FFF2-40B4-BE49-F238E27FC236}">
                    <a16:creationId xmlns:a16="http://schemas.microsoft.com/office/drawing/2014/main" id="{14703C61-32F4-126B-41A9-72AC6AD8F6F4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801" name="tx9614">
                <a:extLst>
                  <a:ext uri="{FF2B5EF4-FFF2-40B4-BE49-F238E27FC236}">
                    <a16:creationId xmlns:a16="http://schemas.microsoft.com/office/drawing/2014/main" id="{E5677263-C7B5-59D9-8F2C-6040589F6146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02" name="tx9615">
                <a:extLst>
                  <a:ext uri="{FF2B5EF4-FFF2-40B4-BE49-F238E27FC236}">
                    <a16:creationId xmlns:a16="http://schemas.microsoft.com/office/drawing/2014/main" id="{C1A76B5E-A5AB-1173-E351-B18C858A7C52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803" name="tx9616">
                <a:extLst>
                  <a:ext uri="{FF2B5EF4-FFF2-40B4-BE49-F238E27FC236}">
                    <a16:creationId xmlns:a16="http://schemas.microsoft.com/office/drawing/2014/main" id="{A483FB1F-7370-61CC-CDDB-1D6DA058A923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04" name="tx9617">
                <a:extLst>
                  <a:ext uri="{FF2B5EF4-FFF2-40B4-BE49-F238E27FC236}">
                    <a16:creationId xmlns:a16="http://schemas.microsoft.com/office/drawing/2014/main" id="{ADE8D268-42DB-041C-746D-AB101C5ABD21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805" name="tx9618">
                <a:extLst>
                  <a:ext uri="{FF2B5EF4-FFF2-40B4-BE49-F238E27FC236}">
                    <a16:creationId xmlns:a16="http://schemas.microsoft.com/office/drawing/2014/main" id="{53269591-387F-EFBB-3F4B-7B03875C24CF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06" name="tx9619">
                <a:extLst>
                  <a:ext uri="{FF2B5EF4-FFF2-40B4-BE49-F238E27FC236}">
                    <a16:creationId xmlns:a16="http://schemas.microsoft.com/office/drawing/2014/main" id="{584992EC-0C7F-B676-5ADC-A51671A27398}"/>
                  </a:ext>
                </a:extLst>
              </p:cNvPr>
              <p:cNvSpPr/>
              <p:nvPr/>
            </p:nvSpPr>
            <p:spPr>
              <a:xfrm>
                <a:off x="2697078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19807" name="tx9620">
                <a:extLst>
                  <a:ext uri="{FF2B5EF4-FFF2-40B4-BE49-F238E27FC236}">
                    <a16:creationId xmlns:a16="http://schemas.microsoft.com/office/drawing/2014/main" id="{D8A45B61-7486-341D-20B5-E90CE50CF79C}"/>
                  </a:ext>
                </a:extLst>
              </p:cNvPr>
              <p:cNvSpPr/>
              <p:nvPr/>
            </p:nvSpPr>
            <p:spPr>
              <a:xfrm>
                <a:off x="2748238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08" name="tx9621">
                <a:extLst>
                  <a:ext uri="{FF2B5EF4-FFF2-40B4-BE49-F238E27FC236}">
                    <a16:creationId xmlns:a16="http://schemas.microsoft.com/office/drawing/2014/main" id="{77496AD1-6898-315A-4914-9D57F235E79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09" name="tx9622">
                <a:extLst>
                  <a:ext uri="{FF2B5EF4-FFF2-40B4-BE49-F238E27FC236}">
                    <a16:creationId xmlns:a16="http://schemas.microsoft.com/office/drawing/2014/main" id="{31E4FCA1-00AF-D1E6-9B8E-57467BEAAC9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10" name="tx9623">
                <a:extLst>
                  <a:ext uri="{FF2B5EF4-FFF2-40B4-BE49-F238E27FC236}">
                    <a16:creationId xmlns:a16="http://schemas.microsoft.com/office/drawing/2014/main" id="{9C5B501F-2C41-5860-B634-A81E13E3CEE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11" name="tx9624">
                <a:extLst>
                  <a:ext uri="{FF2B5EF4-FFF2-40B4-BE49-F238E27FC236}">
                    <a16:creationId xmlns:a16="http://schemas.microsoft.com/office/drawing/2014/main" id="{59ED6996-88B5-76AD-E66E-8FAE8266F14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12" name="tx9625">
                <a:extLst>
                  <a:ext uri="{FF2B5EF4-FFF2-40B4-BE49-F238E27FC236}">
                    <a16:creationId xmlns:a16="http://schemas.microsoft.com/office/drawing/2014/main" id="{FF73849E-1F6C-86BB-E9D2-EBBEF1A8E28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13" name="tx9626">
                <a:extLst>
                  <a:ext uri="{FF2B5EF4-FFF2-40B4-BE49-F238E27FC236}">
                    <a16:creationId xmlns:a16="http://schemas.microsoft.com/office/drawing/2014/main" id="{93CC9C8C-FBC2-445B-F70B-D72E6014E55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14" name="tx9627">
                <a:extLst>
                  <a:ext uri="{FF2B5EF4-FFF2-40B4-BE49-F238E27FC236}">
                    <a16:creationId xmlns:a16="http://schemas.microsoft.com/office/drawing/2014/main" id="{9BCF9918-9993-0232-75EB-01F33A82AA8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15" name="tx9628">
                <a:extLst>
                  <a:ext uri="{FF2B5EF4-FFF2-40B4-BE49-F238E27FC236}">
                    <a16:creationId xmlns:a16="http://schemas.microsoft.com/office/drawing/2014/main" id="{DD0AA711-8515-B7AF-2850-8CC248B5523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16" name="tx9629">
                <a:extLst>
                  <a:ext uri="{FF2B5EF4-FFF2-40B4-BE49-F238E27FC236}">
                    <a16:creationId xmlns:a16="http://schemas.microsoft.com/office/drawing/2014/main" id="{7F3AACBE-3CB8-DE5C-5F94-220107554AF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17" name="tx9630">
                <a:extLst>
                  <a:ext uri="{FF2B5EF4-FFF2-40B4-BE49-F238E27FC236}">
                    <a16:creationId xmlns:a16="http://schemas.microsoft.com/office/drawing/2014/main" id="{8CE154E5-981A-A826-4841-4BA50A7FBA4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18" name="tx9631">
                <a:extLst>
                  <a:ext uri="{FF2B5EF4-FFF2-40B4-BE49-F238E27FC236}">
                    <a16:creationId xmlns:a16="http://schemas.microsoft.com/office/drawing/2014/main" id="{CD5795BE-D5EA-4AA9-7604-9A243038AE3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19" name="tx9632">
                <a:extLst>
                  <a:ext uri="{FF2B5EF4-FFF2-40B4-BE49-F238E27FC236}">
                    <a16:creationId xmlns:a16="http://schemas.microsoft.com/office/drawing/2014/main" id="{2CF1878B-7C86-42C6-6451-AF400975019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20" name="tx9633">
                <a:extLst>
                  <a:ext uri="{FF2B5EF4-FFF2-40B4-BE49-F238E27FC236}">
                    <a16:creationId xmlns:a16="http://schemas.microsoft.com/office/drawing/2014/main" id="{54CB9084-1DB0-3A80-9F7C-A533F73CB36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21" name="tx9634">
                <a:extLst>
                  <a:ext uri="{FF2B5EF4-FFF2-40B4-BE49-F238E27FC236}">
                    <a16:creationId xmlns:a16="http://schemas.microsoft.com/office/drawing/2014/main" id="{527B6A5E-4BE7-85CB-C5A1-51980DE1896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22" name="tx9635">
                <a:extLst>
                  <a:ext uri="{FF2B5EF4-FFF2-40B4-BE49-F238E27FC236}">
                    <a16:creationId xmlns:a16="http://schemas.microsoft.com/office/drawing/2014/main" id="{3F530A7A-6FE1-3FE9-6D16-F6C6069859D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23" name="tx9636">
                <a:extLst>
                  <a:ext uri="{FF2B5EF4-FFF2-40B4-BE49-F238E27FC236}">
                    <a16:creationId xmlns:a16="http://schemas.microsoft.com/office/drawing/2014/main" id="{5A57A6F9-D7B1-0DCA-7A2C-00D3819598D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24" name="tx9637">
                <a:extLst>
                  <a:ext uri="{FF2B5EF4-FFF2-40B4-BE49-F238E27FC236}">
                    <a16:creationId xmlns:a16="http://schemas.microsoft.com/office/drawing/2014/main" id="{74A21421-2AA6-1EA7-E4A6-4B567CB531C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25" name="tx9638">
                <a:extLst>
                  <a:ext uri="{FF2B5EF4-FFF2-40B4-BE49-F238E27FC236}">
                    <a16:creationId xmlns:a16="http://schemas.microsoft.com/office/drawing/2014/main" id="{40FE0143-E017-1928-3B39-9EC879C7A53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26" name="tx9639">
                <a:extLst>
                  <a:ext uri="{FF2B5EF4-FFF2-40B4-BE49-F238E27FC236}">
                    <a16:creationId xmlns:a16="http://schemas.microsoft.com/office/drawing/2014/main" id="{4EC0DD68-7B02-698E-34F0-5F07255342C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27" name="tx9640">
                <a:extLst>
                  <a:ext uri="{FF2B5EF4-FFF2-40B4-BE49-F238E27FC236}">
                    <a16:creationId xmlns:a16="http://schemas.microsoft.com/office/drawing/2014/main" id="{E16E9D21-42C9-4DB1-FD0C-AA12A7DC8AA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28" name="tx9641">
                <a:extLst>
                  <a:ext uri="{FF2B5EF4-FFF2-40B4-BE49-F238E27FC236}">
                    <a16:creationId xmlns:a16="http://schemas.microsoft.com/office/drawing/2014/main" id="{0EAD055E-837F-B87C-A15A-B560C6F924A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29" name="tx9642">
                <a:extLst>
                  <a:ext uri="{FF2B5EF4-FFF2-40B4-BE49-F238E27FC236}">
                    <a16:creationId xmlns:a16="http://schemas.microsoft.com/office/drawing/2014/main" id="{A80D8157-AD38-5350-F93B-801DD4BCC32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30" name="tx9643">
                <a:extLst>
                  <a:ext uri="{FF2B5EF4-FFF2-40B4-BE49-F238E27FC236}">
                    <a16:creationId xmlns:a16="http://schemas.microsoft.com/office/drawing/2014/main" id="{84D7CB9F-5BC9-0675-2D73-D7E44D2530C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31" name="tx9644">
                <a:extLst>
                  <a:ext uri="{FF2B5EF4-FFF2-40B4-BE49-F238E27FC236}">
                    <a16:creationId xmlns:a16="http://schemas.microsoft.com/office/drawing/2014/main" id="{638737A6-20B1-40CE-E23F-B74D079A65E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32" name="tx9645">
                <a:extLst>
                  <a:ext uri="{FF2B5EF4-FFF2-40B4-BE49-F238E27FC236}">
                    <a16:creationId xmlns:a16="http://schemas.microsoft.com/office/drawing/2014/main" id="{77C76E2E-0A49-2F87-D7A8-D1E44A45C09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33" name="tx9646">
                <a:extLst>
                  <a:ext uri="{FF2B5EF4-FFF2-40B4-BE49-F238E27FC236}">
                    <a16:creationId xmlns:a16="http://schemas.microsoft.com/office/drawing/2014/main" id="{FD4B7C75-8DC4-680A-E8C9-F5B88AEC2EA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34" name="tx9647">
                <a:extLst>
                  <a:ext uri="{FF2B5EF4-FFF2-40B4-BE49-F238E27FC236}">
                    <a16:creationId xmlns:a16="http://schemas.microsoft.com/office/drawing/2014/main" id="{CDDF2F46-201E-17E8-BD9C-7F0D2E555B1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35" name="tx9648">
                <a:extLst>
                  <a:ext uri="{FF2B5EF4-FFF2-40B4-BE49-F238E27FC236}">
                    <a16:creationId xmlns:a16="http://schemas.microsoft.com/office/drawing/2014/main" id="{A6368370-28D5-9EAF-C881-7F28821AFCD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36" name="tx9649">
                <a:extLst>
                  <a:ext uri="{FF2B5EF4-FFF2-40B4-BE49-F238E27FC236}">
                    <a16:creationId xmlns:a16="http://schemas.microsoft.com/office/drawing/2014/main" id="{2D5AF4F5-C2FF-567F-688D-F8086BB610D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37" name="tx9650">
                <a:extLst>
                  <a:ext uri="{FF2B5EF4-FFF2-40B4-BE49-F238E27FC236}">
                    <a16:creationId xmlns:a16="http://schemas.microsoft.com/office/drawing/2014/main" id="{52623F0C-5E04-8050-7E77-4233026BDD5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38" name="tx9651">
                <a:extLst>
                  <a:ext uri="{FF2B5EF4-FFF2-40B4-BE49-F238E27FC236}">
                    <a16:creationId xmlns:a16="http://schemas.microsoft.com/office/drawing/2014/main" id="{8E3ED78D-9B16-9B70-ACDC-392A48FEA56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39" name="tx9652">
                <a:extLst>
                  <a:ext uri="{FF2B5EF4-FFF2-40B4-BE49-F238E27FC236}">
                    <a16:creationId xmlns:a16="http://schemas.microsoft.com/office/drawing/2014/main" id="{A1D42D80-4EDB-3789-5D82-7D18F94700D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40" name="tx9653">
                <a:extLst>
                  <a:ext uri="{FF2B5EF4-FFF2-40B4-BE49-F238E27FC236}">
                    <a16:creationId xmlns:a16="http://schemas.microsoft.com/office/drawing/2014/main" id="{DE7C667E-E57F-E353-2109-4AF06C7B268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41" name="tx9654">
                <a:extLst>
                  <a:ext uri="{FF2B5EF4-FFF2-40B4-BE49-F238E27FC236}">
                    <a16:creationId xmlns:a16="http://schemas.microsoft.com/office/drawing/2014/main" id="{D2DFA734-A3F7-B975-2C91-64A09514CB7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42" name="tx9655">
                <a:extLst>
                  <a:ext uri="{FF2B5EF4-FFF2-40B4-BE49-F238E27FC236}">
                    <a16:creationId xmlns:a16="http://schemas.microsoft.com/office/drawing/2014/main" id="{BD3BF6EF-5E56-6AAE-2FFE-3C31E01C1F8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43" name="tx9656">
                <a:extLst>
                  <a:ext uri="{FF2B5EF4-FFF2-40B4-BE49-F238E27FC236}">
                    <a16:creationId xmlns:a16="http://schemas.microsoft.com/office/drawing/2014/main" id="{66A5CC79-428E-77AB-E72D-BCE09D745A0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44" name="tx9657">
                <a:extLst>
                  <a:ext uri="{FF2B5EF4-FFF2-40B4-BE49-F238E27FC236}">
                    <a16:creationId xmlns:a16="http://schemas.microsoft.com/office/drawing/2014/main" id="{F477E2E1-CC2D-4770-2B96-5208B35ADA4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45" name="tx9658">
                <a:extLst>
                  <a:ext uri="{FF2B5EF4-FFF2-40B4-BE49-F238E27FC236}">
                    <a16:creationId xmlns:a16="http://schemas.microsoft.com/office/drawing/2014/main" id="{12EB1952-B3F2-490C-8E41-2C8E68CF85F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46" name="tx9659">
                <a:extLst>
                  <a:ext uri="{FF2B5EF4-FFF2-40B4-BE49-F238E27FC236}">
                    <a16:creationId xmlns:a16="http://schemas.microsoft.com/office/drawing/2014/main" id="{F55DA81F-6505-D4EF-A557-4E5421E0B2D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47" name="tx9660">
                <a:extLst>
                  <a:ext uri="{FF2B5EF4-FFF2-40B4-BE49-F238E27FC236}">
                    <a16:creationId xmlns:a16="http://schemas.microsoft.com/office/drawing/2014/main" id="{00648F75-91B7-20C4-BA27-1F6586D2B18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48" name="tx9661">
                <a:extLst>
                  <a:ext uri="{FF2B5EF4-FFF2-40B4-BE49-F238E27FC236}">
                    <a16:creationId xmlns:a16="http://schemas.microsoft.com/office/drawing/2014/main" id="{0C774E95-3E9D-5606-67AC-6D0110BBC72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49" name="tx9662">
                <a:extLst>
                  <a:ext uri="{FF2B5EF4-FFF2-40B4-BE49-F238E27FC236}">
                    <a16:creationId xmlns:a16="http://schemas.microsoft.com/office/drawing/2014/main" id="{4FDCBAB6-FFEA-5C6F-E023-0019550DBB1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50" name="tx9663">
                <a:extLst>
                  <a:ext uri="{FF2B5EF4-FFF2-40B4-BE49-F238E27FC236}">
                    <a16:creationId xmlns:a16="http://schemas.microsoft.com/office/drawing/2014/main" id="{A07173F9-6A27-8E77-1FAA-9108F0AA912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51" name="tx9664">
                <a:extLst>
                  <a:ext uri="{FF2B5EF4-FFF2-40B4-BE49-F238E27FC236}">
                    <a16:creationId xmlns:a16="http://schemas.microsoft.com/office/drawing/2014/main" id="{24E38A80-5D8B-914D-CAA3-59AB556D7A6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52" name="tx9665">
                <a:extLst>
                  <a:ext uri="{FF2B5EF4-FFF2-40B4-BE49-F238E27FC236}">
                    <a16:creationId xmlns:a16="http://schemas.microsoft.com/office/drawing/2014/main" id="{552CD25E-6528-32CD-6117-A719472123B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53" name="tx9666">
                <a:extLst>
                  <a:ext uri="{FF2B5EF4-FFF2-40B4-BE49-F238E27FC236}">
                    <a16:creationId xmlns:a16="http://schemas.microsoft.com/office/drawing/2014/main" id="{A1C5E2C8-CA2E-FB1F-5EE5-C79C4474E9E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54" name="tx9667">
                <a:extLst>
                  <a:ext uri="{FF2B5EF4-FFF2-40B4-BE49-F238E27FC236}">
                    <a16:creationId xmlns:a16="http://schemas.microsoft.com/office/drawing/2014/main" id="{D9EB6A26-25C5-1F42-C52A-A78FCDCA859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55" name="tx9668">
                <a:extLst>
                  <a:ext uri="{FF2B5EF4-FFF2-40B4-BE49-F238E27FC236}">
                    <a16:creationId xmlns:a16="http://schemas.microsoft.com/office/drawing/2014/main" id="{2D102510-8296-AA8B-E78B-1EB0CB1D3DA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56" name="tx9669">
                <a:extLst>
                  <a:ext uri="{FF2B5EF4-FFF2-40B4-BE49-F238E27FC236}">
                    <a16:creationId xmlns:a16="http://schemas.microsoft.com/office/drawing/2014/main" id="{17F52070-53DA-8DB9-28FB-B3A9FA23C87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57" name="tx9670">
                <a:extLst>
                  <a:ext uri="{FF2B5EF4-FFF2-40B4-BE49-F238E27FC236}">
                    <a16:creationId xmlns:a16="http://schemas.microsoft.com/office/drawing/2014/main" id="{900AAECB-40D2-B1FC-2833-B0CBEB3599F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58" name="tx9671">
                <a:extLst>
                  <a:ext uri="{FF2B5EF4-FFF2-40B4-BE49-F238E27FC236}">
                    <a16:creationId xmlns:a16="http://schemas.microsoft.com/office/drawing/2014/main" id="{ECDBA405-C470-C8C3-889A-F15A4AEC773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59" name="tx9672">
                <a:extLst>
                  <a:ext uri="{FF2B5EF4-FFF2-40B4-BE49-F238E27FC236}">
                    <a16:creationId xmlns:a16="http://schemas.microsoft.com/office/drawing/2014/main" id="{AC8B0FCE-8174-60E4-19AE-9D4C5B6467D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60" name="tx9673">
                <a:extLst>
                  <a:ext uri="{FF2B5EF4-FFF2-40B4-BE49-F238E27FC236}">
                    <a16:creationId xmlns:a16="http://schemas.microsoft.com/office/drawing/2014/main" id="{8A515109-829A-F27C-5DDF-E055449EBEB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61" name="tx9674">
                <a:extLst>
                  <a:ext uri="{FF2B5EF4-FFF2-40B4-BE49-F238E27FC236}">
                    <a16:creationId xmlns:a16="http://schemas.microsoft.com/office/drawing/2014/main" id="{29ABB496-53DF-4D07-38F4-95E47869744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62" name="tx9675">
                <a:extLst>
                  <a:ext uri="{FF2B5EF4-FFF2-40B4-BE49-F238E27FC236}">
                    <a16:creationId xmlns:a16="http://schemas.microsoft.com/office/drawing/2014/main" id="{D9183A68-DFA5-E5BA-971F-18643FE4C9E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63" name="tx9676">
                <a:extLst>
                  <a:ext uri="{FF2B5EF4-FFF2-40B4-BE49-F238E27FC236}">
                    <a16:creationId xmlns:a16="http://schemas.microsoft.com/office/drawing/2014/main" id="{D2E4FF6B-3FBB-51B5-660E-CDE0EFEB666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64" name="tx9677">
                <a:extLst>
                  <a:ext uri="{FF2B5EF4-FFF2-40B4-BE49-F238E27FC236}">
                    <a16:creationId xmlns:a16="http://schemas.microsoft.com/office/drawing/2014/main" id="{6A503028-9C72-45E1-B795-82EA403F98E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65" name="tx9678">
                <a:extLst>
                  <a:ext uri="{FF2B5EF4-FFF2-40B4-BE49-F238E27FC236}">
                    <a16:creationId xmlns:a16="http://schemas.microsoft.com/office/drawing/2014/main" id="{DBA6090A-758B-11DD-D71B-5C10F801F71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66" name="tx9679">
                <a:extLst>
                  <a:ext uri="{FF2B5EF4-FFF2-40B4-BE49-F238E27FC236}">
                    <a16:creationId xmlns:a16="http://schemas.microsoft.com/office/drawing/2014/main" id="{6C6DA306-7632-D8A7-2E6E-A61240794D2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67" name="tx9680">
                <a:extLst>
                  <a:ext uri="{FF2B5EF4-FFF2-40B4-BE49-F238E27FC236}">
                    <a16:creationId xmlns:a16="http://schemas.microsoft.com/office/drawing/2014/main" id="{D8B35998-2FE7-2D94-F797-5CBBB245D36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68" name="tx9681">
                <a:extLst>
                  <a:ext uri="{FF2B5EF4-FFF2-40B4-BE49-F238E27FC236}">
                    <a16:creationId xmlns:a16="http://schemas.microsoft.com/office/drawing/2014/main" id="{3B568ED9-5ED9-31FD-6CA5-683DFA609D8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69" name="tx9682">
                <a:extLst>
                  <a:ext uri="{FF2B5EF4-FFF2-40B4-BE49-F238E27FC236}">
                    <a16:creationId xmlns:a16="http://schemas.microsoft.com/office/drawing/2014/main" id="{D76A1780-AD5A-25F7-F34D-5CF79B79179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70" name="tx9683">
                <a:extLst>
                  <a:ext uri="{FF2B5EF4-FFF2-40B4-BE49-F238E27FC236}">
                    <a16:creationId xmlns:a16="http://schemas.microsoft.com/office/drawing/2014/main" id="{0866D45E-A433-C2E8-468D-415F7A5A385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71" name="tx9684">
                <a:extLst>
                  <a:ext uri="{FF2B5EF4-FFF2-40B4-BE49-F238E27FC236}">
                    <a16:creationId xmlns:a16="http://schemas.microsoft.com/office/drawing/2014/main" id="{F19D6F11-48D9-80C2-9C42-1263FFF19A6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72" name="tx9685">
                <a:extLst>
                  <a:ext uri="{FF2B5EF4-FFF2-40B4-BE49-F238E27FC236}">
                    <a16:creationId xmlns:a16="http://schemas.microsoft.com/office/drawing/2014/main" id="{B1B672C4-795F-53B1-050F-ED1A71A60C8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73" name="tx9686">
                <a:extLst>
                  <a:ext uri="{FF2B5EF4-FFF2-40B4-BE49-F238E27FC236}">
                    <a16:creationId xmlns:a16="http://schemas.microsoft.com/office/drawing/2014/main" id="{E12233CE-6978-3D8E-1D26-8C2534D8DA6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74" name="tx9687">
                <a:extLst>
                  <a:ext uri="{FF2B5EF4-FFF2-40B4-BE49-F238E27FC236}">
                    <a16:creationId xmlns:a16="http://schemas.microsoft.com/office/drawing/2014/main" id="{C0F832C5-0522-2006-B849-7F0F3A4C352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75" name="tx9688">
                <a:extLst>
                  <a:ext uri="{FF2B5EF4-FFF2-40B4-BE49-F238E27FC236}">
                    <a16:creationId xmlns:a16="http://schemas.microsoft.com/office/drawing/2014/main" id="{266EEA45-0BCD-E5C6-BCD9-C217BAB4EC9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76" name="tx9689">
                <a:extLst>
                  <a:ext uri="{FF2B5EF4-FFF2-40B4-BE49-F238E27FC236}">
                    <a16:creationId xmlns:a16="http://schemas.microsoft.com/office/drawing/2014/main" id="{5E7E7EE4-A804-1B5F-0AFE-87600D89207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77" name="tx9690">
                <a:extLst>
                  <a:ext uri="{FF2B5EF4-FFF2-40B4-BE49-F238E27FC236}">
                    <a16:creationId xmlns:a16="http://schemas.microsoft.com/office/drawing/2014/main" id="{FF530449-4DE5-BE4E-A16E-A4BD29E5877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78" name="tx9691">
                <a:extLst>
                  <a:ext uri="{FF2B5EF4-FFF2-40B4-BE49-F238E27FC236}">
                    <a16:creationId xmlns:a16="http://schemas.microsoft.com/office/drawing/2014/main" id="{3FDCB775-3C54-98D2-759B-0B2C8FFFAA4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79" name="tx9692">
                <a:extLst>
                  <a:ext uri="{FF2B5EF4-FFF2-40B4-BE49-F238E27FC236}">
                    <a16:creationId xmlns:a16="http://schemas.microsoft.com/office/drawing/2014/main" id="{4176A321-00C2-6ACC-13B5-FEE3E822880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80" name="tx9693">
                <a:extLst>
                  <a:ext uri="{FF2B5EF4-FFF2-40B4-BE49-F238E27FC236}">
                    <a16:creationId xmlns:a16="http://schemas.microsoft.com/office/drawing/2014/main" id="{4390C261-C250-44C8-21FF-D31045C8D41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81" name="tx9694">
                <a:extLst>
                  <a:ext uri="{FF2B5EF4-FFF2-40B4-BE49-F238E27FC236}">
                    <a16:creationId xmlns:a16="http://schemas.microsoft.com/office/drawing/2014/main" id="{22DD52A5-E845-A0D6-C507-63AA38E607C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82" name="tx9695">
                <a:extLst>
                  <a:ext uri="{FF2B5EF4-FFF2-40B4-BE49-F238E27FC236}">
                    <a16:creationId xmlns:a16="http://schemas.microsoft.com/office/drawing/2014/main" id="{AF79AE00-5D91-FD71-C2E9-751542FA1E5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83" name="tx9696">
                <a:extLst>
                  <a:ext uri="{FF2B5EF4-FFF2-40B4-BE49-F238E27FC236}">
                    <a16:creationId xmlns:a16="http://schemas.microsoft.com/office/drawing/2014/main" id="{34B36472-CF37-B0BF-E9A6-868095EF44F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84" name="tx9697">
                <a:extLst>
                  <a:ext uri="{FF2B5EF4-FFF2-40B4-BE49-F238E27FC236}">
                    <a16:creationId xmlns:a16="http://schemas.microsoft.com/office/drawing/2014/main" id="{7E97CE6A-A12C-07CC-2017-7C7FB8BE607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85" name="tx9698">
                <a:extLst>
                  <a:ext uri="{FF2B5EF4-FFF2-40B4-BE49-F238E27FC236}">
                    <a16:creationId xmlns:a16="http://schemas.microsoft.com/office/drawing/2014/main" id="{0F8C8633-B242-A22A-71B6-4B2C8863186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86" name="tx9699">
                <a:extLst>
                  <a:ext uri="{FF2B5EF4-FFF2-40B4-BE49-F238E27FC236}">
                    <a16:creationId xmlns:a16="http://schemas.microsoft.com/office/drawing/2014/main" id="{C1F02292-48D0-9CEA-B8C7-B3890D08825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87" name="tx9700">
                <a:extLst>
                  <a:ext uri="{FF2B5EF4-FFF2-40B4-BE49-F238E27FC236}">
                    <a16:creationId xmlns:a16="http://schemas.microsoft.com/office/drawing/2014/main" id="{E592D383-23FC-E24D-AF27-ACFF5305C19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88" name="tx9701">
                <a:extLst>
                  <a:ext uri="{FF2B5EF4-FFF2-40B4-BE49-F238E27FC236}">
                    <a16:creationId xmlns:a16="http://schemas.microsoft.com/office/drawing/2014/main" id="{5FD4FCC5-C247-9937-D699-9EAAB11DAD9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89" name="tx9702">
                <a:extLst>
                  <a:ext uri="{FF2B5EF4-FFF2-40B4-BE49-F238E27FC236}">
                    <a16:creationId xmlns:a16="http://schemas.microsoft.com/office/drawing/2014/main" id="{32A7ECF1-22F6-53FD-2D8F-FFE7F5CBFF2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90" name="tx9703">
                <a:extLst>
                  <a:ext uri="{FF2B5EF4-FFF2-40B4-BE49-F238E27FC236}">
                    <a16:creationId xmlns:a16="http://schemas.microsoft.com/office/drawing/2014/main" id="{66CE5BFF-4E83-0CDC-E5BE-816A1013769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91" name="tx9704">
                <a:extLst>
                  <a:ext uri="{FF2B5EF4-FFF2-40B4-BE49-F238E27FC236}">
                    <a16:creationId xmlns:a16="http://schemas.microsoft.com/office/drawing/2014/main" id="{AD1FBD94-5EA2-C7A0-9875-FF3E60144C5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92" name="tx9705">
                <a:extLst>
                  <a:ext uri="{FF2B5EF4-FFF2-40B4-BE49-F238E27FC236}">
                    <a16:creationId xmlns:a16="http://schemas.microsoft.com/office/drawing/2014/main" id="{92B95D2E-52C6-F03E-7DFE-3019C1D0B30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93" name="tx9706">
                <a:extLst>
                  <a:ext uri="{FF2B5EF4-FFF2-40B4-BE49-F238E27FC236}">
                    <a16:creationId xmlns:a16="http://schemas.microsoft.com/office/drawing/2014/main" id="{DDCFC63D-DC98-799C-83D3-45D9AB58D27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94" name="tx9707">
                <a:extLst>
                  <a:ext uri="{FF2B5EF4-FFF2-40B4-BE49-F238E27FC236}">
                    <a16:creationId xmlns:a16="http://schemas.microsoft.com/office/drawing/2014/main" id="{0CAFA818-9A84-45C0-4741-C7B867CD0E3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95" name="tx9708">
                <a:extLst>
                  <a:ext uri="{FF2B5EF4-FFF2-40B4-BE49-F238E27FC236}">
                    <a16:creationId xmlns:a16="http://schemas.microsoft.com/office/drawing/2014/main" id="{56D1D799-BDFA-5B72-D3D0-9D91EF5DB8B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96" name="tx9709">
                <a:extLst>
                  <a:ext uri="{FF2B5EF4-FFF2-40B4-BE49-F238E27FC236}">
                    <a16:creationId xmlns:a16="http://schemas.microsoft.com/office/drawing/2014/main" id="{37CB4A97-9209-AEDC-8A4E-AF077DB8917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97" name="tx9710">
                <a:extLst>
                  <a:ext uri="{FF2B5EF4-FFF2-40B4-BE49-F238E27FC236}">
                    <a16:creationId xmlns:a16="http://schemas.microsoft.com/office/drawing/2014/main" id="{1A627031-E84F-0811-DAD5-7A180770E74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898" name="tx9711">
                <a:extLst>
                  <a:ext uri="{FF2B5EF4-FFF2-40B4-BE49-F238E27FC236}">
                    <a16:creationId xmlns:a16="http://schemas.microsoft.com/office/drawing/2014/main" id="{E9FD2917-0C2C-F7BA-5B84-FA0A39EC478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899" name="tx9712">
                <a:extLst>
                  <a:ext uri="{FF2B5EF4-FFF2-40B4-BE49-F238E27FC236}">
                    <a16:creationId xmlns:a16="http://schemas.microsoft.com/office/drawing/2014/main" id="{A91A1C56-DD11-92F7-4511-3FCF541FF48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00" name="tx9713">
                <a:extLst>
                  <a:ext uri="{FF2B5EF4-FFF2-40B4-BE49-F238E27FC236}">
                    <a16:creationId xmlns:a16="http://schemas.microsoft.com/office/drawing/2014/main" id="{7B15CBEE-AB6E-8491-0825-E20F774FCDE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01" name="tx9714">
                <a:extLst>
                  <a:ext uri="{FF2B5EF4-FFF2-40B4-BE49-F238E27FC236}">
                    <a16:creationId xmlns:a16="http://schemas.microsoft.com/office/drawing/2014/main" id="{66A50997-9ED9-183A-757F-A8C435A2AAF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02" name="tx9715">
                <a:extLst>
                  <a:ext uri="{FF2B5EF4-FFF2-40B4-BE49-F238E27FC236}">
                    <a16:creationId xmlns:a16="http://schemas.microsoft.com/office/drawing/2014/main" id="{CEF61EC0-F406-3359-EB2C-0163BFE043B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03" name="tx9716">
                <a:extLst>
                  <a:ext uri="{FF2B5EF4-FFF2-40B4-BE49-F238E27FC236}">
                    <a16:creationId xmlns:a16="http://schemas.microsoft.com/office/drawing/2014/main" id="{1D6BE0AB-7CCF-E1BD-88BA-3DBAA3D08D7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04" name="tx9717">
                <a:extLst>
                  <a:ext uri="{FF2B5EF4-FFF2-40B4-BE49-F238E27FC236}">
                    <a16:creationId xmlns:a16="http://schemas.microsoft.com/office/drawing/2014/main" id="{5578F386-2078-01FB-3E10-6C378AAF3C6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05" name="tx9718">
                <a:extLst>
                  <a:ext uri="{FF2B5EF4-FFF2-40B4-BE49-F238E27FC236}">
                    <a16:creationId xmlns:a16="http://schemas.microsoft.com/office/drawing/2014/main" id="{3132FD68-B0B3-58D2-5687-ED941F5C99C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06" name="tx9719">
                <a:extLst>
                  <a:ext uri="{FF2B5EF4-FFF2-40B4-BE49-F238E27FC236}">
                    <a16:creationId xmlns:a16="http://schemas.microsoft.com/office/drawing/2014/main" id="{C27001A0-1E2D-5F5D-8F50-03BE33FD267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07" name="tx9720">
                <a:extLst>
                  <a:ext uri="{FF2B5EF4-FFF2-40B4-BE49-F238E27FC236}">
                    <a16:creationId xmlns:a16="http://schemas.microsoft.com/office/drawing/2014/main" id="{A3B8E4C3-C342-6D8A-4D9F-8826BA2E093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08" name="tx9721">
                <a:extLst>
                  <a:ext uri="{FF2B5EF4-FFF2-40B4-BE49-F238E27FC236}">
                    <a16:creationId xmlns:a16="http://schemas.microsoft.com/office/drawing/2014/main" id="{E5E2C6F1-A521-E6A0-7937-8FEB5FC019D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09" name="tx9722">
                <a:extLst>
                  <a:ext uri="{FF2B5EF4-FFF2-40B4-BE49-F238E27FC236}">
                    <a16:creationId xmlns:a16="http://schemas.microsoft.com/office/drawing/2014/main" id="{50921753-51FA-A3CA-BCF9-1A3270B1BA8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10" name="tx9723">
                <a:extLst>
                  <a:ext uri="{FF2B5EF4-FFF2-40B4-BE49-F238E27FC236}">
                    <a16:creationId xmlns:a16="http://schemas.microsoft.com/office/drawing/2014/main" id="{BB36D371-9E1E-07CB-0DC7-B390750B5C4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11" name="tx9724">
                <a:extLst>
                  <a:ext uri="{FF2B5EF4-FFF2-40B4-BE49-F238E27FC236}">
                    <a16:creationId xmlns:a16="http://schemas.microsoft.com/office/drawing/2014/main" id="{DBE2B0F8-8845-C75F-8C9E-E74E66F336A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12" name="tx9725">
                <a:extLst>
                  <a:ext uri="{FF2B5EF4-FFF2-40B4-BE49-F238E27FC236}">
                    <a16:creationId xmlns:a16="http://schemas.microsoft.com/office/drawing/2014/main" id="{BE5C2389-8E85-64A4-7958-33192C60AA2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13" name="tx9726">
                <a:extLst>
                  <a:ext uri="{FF2B5EF4-FFF2-40B4-BE49-F238E27FC236}">
                    <a16:creationId xmlns:a16="http://schemas.microsoft.com/office/drawing/2014/main" id="{D624CD7F-4652-F02E-E16F-DE3F599D40F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14" name="tx9727">
                <a:extLst>
                  <a:ext uri="{FF2B5EF4-FFF2-40B4-BE49-F238E27FC236}">
                    <a16:creationId xmlns:a16="http://schemas.microsoft.com/office/drawing/2014/main" id="{9A4427EE-8FEE-D803-889D-0276B27D9E7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15" name="tx9728">
                <a:extLst>
                  <a:ext uri="{FF2B5EF4-FFF2-40B4-BE49-F238E27FC236}">
                    <a16:creationId xmlns:a16="http://schemas.microsoft.com/office/drawing/2014/main" id="{773CE051-4EE6-1EC0-E587-A14261E99E8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16" name="tx9729">
                <a:extLst>
                  <a:ext uri="{FF2B5EF4-FFF2-40B4-BE49-F238E27FC236}">
                    <a16:creationId xmlns:a16="http://schemas.microsoft.com/office/drawing/2014/main" id="{AE58DA30-EBDC-21EE-4989-BAAB30C57C2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17" name="tx9730">
                <a:extLst>
                  <a:ext uri="{FF2B5EF4-FFF2-40B4-BE49-F238E27FC236}">
                    <a16:creationId xmlns:a16="http://schemas.microsoft.com/office/drawing/2014/main" id="{90781823-4A33-4DD0-DFE4-A84BD41BC3D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18" name="tx9731">
                <a:extLst>
                  <a:ext uri="{FF2B5EF4-FFF2-40B4-BE49-F238E27FC236}">
                    <a16:creationId xmlns:a16="http://schemas.microsoft.com/office/drawing/2014/main" id="{5942C966-609F-5607-C1AE-0F81AD5587C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19" name="tx9732">
                <a:extLst>
                  <a:ext uri="{FF2B5EF4-FFF2-40B4-BE49-F238E27FC236}">
                    <a16:creationId xmlns:a16="http://schemas.microsoft.com/office/drawing/2014/main" id="{B533834F-25E2-763E-A728-F1CC4F805F5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20" name="tx9733">
                <a:extLst>
                  <a:ext uri="{FF2B5EF4-FFF2-40B4-BE49-F238E27FC236}">
                    <a16:creationId xmlns:a16="http://schemas.microsoft.com/office/drawing/2014/main" id="{D353FBDC-80D7-9776-0B2B-64C74A2E033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21" name="tx9734">
                <a:extLst>
                  <a:ext uri="{FF2B5EF4-FFF2-40B4-BE49-F238E27FC236}">
                    <a16:creationId xmlns:a16="http://schemas.microsoft.com/office/drawing/2014/main" id="{77938D70-2D89-A1EA-C6BF-D06FE369473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22" name="tx9735">
                <a:extLst>
                  <a:ext uri="{FF2B5EF4-FFF2-40B4-BE49-F238E27FC236}">
                    <a16:creationId xmlns:a16="http://schemas.microsoft.com/office/drawing/2014/main" id="{24CF421B-1395-A244-D2F6-02D8514FE4B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23" name="tx9736">
                <a:extLst>
                  <a:ext uri="{FF2B5EF4-FFF2-40B4-BE49-F238E27FC236}">
                    <a16:creationId xmlns:a16="http://schemas.microsoft.com/office/drawing/2014/main" id="{736A07A1-2378-56D5-763F-530046A8632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24" name="tx9737">
                <a:extLst>
                  <a:ext uri="{FF2B5EF4-FFF2-40B4-BE49-F238E27FC236}">
                    <a16:creationId xmlns:a16="http://schemas.microsoft.com/office/drawing/2014/main" id="{8207967D-A5FA-C452-F463-C4AFCDC1C9F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25" name="tx9738">
                <a:extLst>
                  <a:ext uri="{FF2B5EF4-FFF2-40B4-BE49-F238E27FC236}">
                    <a16:creationId xmlns:a16="http://schemas.microsoft.com/office/drawing/2014/main" id="{22719106-ACB1-8EDF-B0B6-A4921761D5C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26" name="tx9739">
                <a:extLst>
                  <a:ext uri="{FF2B5EF4-FFF2-40B4-BE49-F238E27FC236}">
                    <a16:creationId xmlns:a16="http://schemas.microsoft.com/office/drawing/2014/main" id="{9FCD3F99-0749-3CAC-2DF2-6E71965D06E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27" name="tx9740">
                <a:extLst>
                  <a:ext uri="{FF2B5EF4-FFF2-40B4-BE49-F238E27FC236}">
                    <a16:creationId xmlns:a16="http://schemas.microsoft.com/office/drawing/2014/main" id="{84F793D4-A31B-454B-C3CE-6B83EC8F99D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28" name="tx9741">
                <a:extLst>
                  <a:ext uri="{FF2B5EF4-FFF2-40B4-BE49-F238E27FC236}">
                    <a16:creationId xmlns:a16="http://schemas.microsoft.com/office/drawing/2014/main" id="{C0ECBEFA-CBFB-B891-4F3D-F9B977A3C02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29" name="tx9742">
                <a:extLst>
                  <a:ext uri="{FF2B5EF4-FFF2-40B4-BE49-F238E27FC236}">
                    <a16:creationId xmlns:a16="http://schemas.microsoft.com/office/drawing/2014/main" id="{EC7E6874-F7E1-369C-F254-88C253E58C8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30" name="tx9743">
                <a:extLst>
                  <a:ext uri="{FF2B5EF4-FFF2-40B4-BE49-F238E27FC236}">
                    <a16:creationId xmlns:a16="http://schemas.microsoft.com/office/drawing/2014/main" id="{64FC6385-768A-CE6A-E43A-7F47714D8D7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31" name="tx9744">
                <a:extLst>
                  <a:ext uri="{FF2B5EF4-FFF2-40B4-BE49-F238E27FC236}">
                    <a16:creationId xmlns:a16="http://schemas.microsoft.com/office/drawing/2014/main" id="{5A5459C3-3730-3054-2629-1441E09BECA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32" name="tx9745">
                <a:extLst>
                  <a:ext uri="{FF2B5EF4-FFF2-40B4-BE49-F238E27FC236}">
                    <a16:creationId xmlns:a16="http://schemas.microsoft.com/office/drawing/2014/main" id="{8140F07A-53F3-53E1-8902-AE6EFE48322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33" name="tx9746">
                <a:extLst>
                  <a:ext uri="{FF2B5EF4-FFF2-40B4-BE49-F238E27FC236}">
                    <a16:creationId xmlns:a16="http://schemas.microsoft.com/office/drawing/2014/main" id="{1052A03A-D68D-6D25-92B5-D1BBF0EB87A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34" name="tx9747">
                <a:extLst>
                  <a:ext uri="{FF2B5EF4-FFF2-40B4-BE49-F238E27FC236}">
                    <a16:creationId xmlns:a16="http://schemas.microsoft.com/office/drawing/2014/main" id="{214B9101-18BB-1CB0-BA65-D567EC60B49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35" name="tx9748">
                <a:extLst>
                  <a:ext uri="{FF2B5EF4-FFF2-40B4-BE49-F238E27FC236}">
                    <a16:creationId xmlns:a16="http://schemas.microsoft.com/office/drawing/2014/main" id="{2DF1AE83-18C1-0282-D90C-74E04D94DE3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36" name="tx9749">
                <a:extLst>
                  <a:ext uri="{FF2B5EF4-FFF2-40B4-BE49-F238E27FC236}">
                    <a16:creationId xmlns:a16="http://schemas.microsoft.com/office/drawing/2014/main" id="{1CF73335-FC78-3EF4-CB7C-90FAA827B88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37" name="tx9750">
                <a:extLst>
                  <a:ext uri="{FF2B5EF4-FFF2-40B4-BE49-F238E27FC236}">
                    <a16:creationId xmlns:a16="http://schemas.microsoft.com/office/drawing/2014/main" id="{E85E1D43-A187-2FB5-14B7-4DF75B5BA5C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38" name="tx9751">
                <a:extLst>
                  <a:ext uri="{FF2B5EF4-FFF2-40B4-BE49-F238E27FC236}">
                    <a16:creationId xmlns:a16="http://schemas.microsoft.com/office/drawing/2014/main" id="{1B183FE5-D052-5ECF-286D-82C2547F9E4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39" name="tx9752">
                <a:extLst>
                  <a:ext uri="{FF2B5EF4-FFF2-40B4-BE49-F238E27FC236}">
                    <a16:creationId xmlns:a16="http://schemas.microsoft.com/office/drawing/2014/main" id="{66AAEAEF-ACAE-A845-03BE-C751FD7D691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40" name="tx9753">
                <a:extLst>
                  <a:ext uri="{FF2B5EF4-FFF2-40B4-BE49-F238E27FC236}">
                    <a16:creationId xmlns:a16="http://schemas.microsoft.com/office/drawing/2014/main" id="{8CDA89C3-7B38-E5B1-4A90-CAFA79CB624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41" name="tx9754">
                <a:extLst>
                  <a:ext uri="{FF2B5EF4-FFF2-40B4-BE49-F238E27FC236}">
                    <a16:creationId xmlns:a16="http://schemas.microsoft.com/office/drawing/2014/main" id="{4442BAE3-8259-9FB6-D963-BB6671A9F0A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42" name="tx9755">
                <a:extLst>
                  <a:ext uri="{FF2B5EF4-FFF2-40B4-BE49-F238E27FC236}">
                    <a16:creationId xmlns:a16="http://schemas.microsoft.com/office/drawing/2014/main" id="{8597BC9F-64E3-CF0D-3564-3622DFC82D7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43" name="tx9756">
                <a:extLst>
                  <a:ext uri="{FF2B5EF4-FFF2-40B4-BE49-F238E27FC236}">
                    <a16:creationId xmlns:a16="http://schemas.microsoft.com/office/drawing/2014/main" id="{42D1F9FA-86F1-FD56-E3E8-1555168D574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44" name="tx9757">
                <a:extLst>
                  <a:ext uri="{FF2B5EF4-FFF2-40B4-BE49-F238E27FC236}">
                    <a16:creationId xmlns:a16="http://schemas.microsoft.com/office/drawing/2014/main" id="{A856EB5E-300B-7238-918A-317E212BAD1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45" name="tx9758">
                <a:extLst>
                  <a:ext uri="{FF2B5EF4-FFF2-40B4-BE49-F238E27FC236}">
                    <a16:creationId xmlns:a16="http://schemas.microsoft.com/office/drawing/2014/main" id="{F08A0A9B-8697-5A73-3600-A4A5D7C29C4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46" name="tx9759">
                <a:extLst>
                  <a:ext uri="{FF2B5EF4-FFF2-40B4-BE49-F238E27FC236}">
                    <a16:creationId xmlns:a16="http://schemas.microsoft.com/office/drawing/2014/main" id="{C2A71324-3E00-5CB7-16EA-D2D84AD7448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47" name="tx9760">
                <a:extLst>
                  <a:ext uri="{FF2B5EF4-FFF2-40B4-BE49-F238E27FC236}">
                    <a16:creationId xmlns:a16="http://schemas.microsoft.com/office/drawing/2014/main" id="{06787D19-9586-8BC1-31B0-609EC346D86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48" name="tx9761">
                <a:extLst>
                  <a:ext uri="{FF2B5EF4-FFF2-40B4-BE49-F238E27FC236}">
                    <a16:creationId xmlns:a16="http://schemas.microsoft.com/office/drawing/2014/main" id="{6D2D039E-95DA-4C6B-F88F-A150CC6EB93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49" name="tx9762">
                <a:extLst>
                  <a:ext uri="{FF2B5EF4-FFF2-40B4-BE49-F238E27FC236}">
                    <a16:creationId xmlns:a16="http://schemas.microsoft.com/office/drawing/2014/main" id="{0F164BAB-11D7-606B-C636-3A4858F7E8A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50" name="tx9763">
                <a:extLst>
                  <a:ext uri="{FF2B5EF4-FFF2-40B4-BE49-F238E27FC236}">
                    <a16:creationId xmlns:a16="http://schemas.microsoft.com/office/drawing/2014/main" id="{A0BF03A3-E3BE-ADCE-C0F4-CADC82F3B77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51" name="tx9764">
                <a:extLst>
                  <a:ext uri="{FF2B5EF4-FFF2-40B4-BE49-F238E27FC236}">
                    <a16:creationId xmlns:a16="http://schemas.microsoft.com/office/drawing/2014/main" id="{44F969D2-A0A3-C936-7C92-3F50259309B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52" name="tx9765">
                <a:extLst>
                  <a:ext uri="{FF2B5EF4-FFF2-40B4-BE49-F238E27FC236}">
                    <a16:creationId xmlns:a16="http://schemas.microsoft.com/office/drawing/2014/main" id="{A0C1E8BE-B2EF-8758-666C-F987ED06C57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53" name="tx9766">
                <a:extLst>
                  <a:ext uri="{FF2B5EF4-FFF2-40B4-BE49-F238E27FC236}">
                    <a16:creationId xmlns:a16="http://schemas.microsoft.com/office/drawing/2014/main" id="{20902924-E33C-87FD-B674-1A85517068E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54" name="tx9767">
                <a:extLst>
                  <a:ext uri="{FF2B5EF4-FFF2-40B4-BE49-F238E27FC236}">
                    <a16:creationId xmlns:a16="http://schemas.microsoft.com/office/drawing/2014/main" id="{09A52750-B91C-F52A-9D25-788973415B0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55" name="tx9768">
                <a:extLst>
                  <a:ext uri="{FF2B5EF4-FFF2-40B4-BE49-F238E27FC236}">
                    <a16:creationId xmlns:a16="http://schemas.microsoft.com/office/drawing/2014/main" id="{65DACBC0-DA46-3812-04BF-CD5E8C3CBA9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56" name="tx9769">
                <a:extLst>
                  <a:ext uri="{FF2B5EF4-FFF2-40B4-BE49-F238E27FC236}">
                    <a16:creationId xmlns:a16="http://schemas.microsoft.com/office/drawing/2014/main" id="{C67D44A5-7B84-4C27-5B72-CC26479F002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57" name="tx9770">
                <a:extLst>
                  <a:ext uri="{FF2B5EF4-FFF2-40B4-BE49-F238E27FC236}">
                    <a16:creationId xmlns:a16="http://schemas.microsoft.com/office/drawing/2014/main" id="{C93A4FEB-6297-6D52-3917-6289A21F773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58" name="tx9771">
                <a:extLst>
                  <a:ext uri="{FF2B5EF4-FFF2-40B4-BE49-F238E27FC236}">
                    <a16:creationId xmlns:a16="http://schemas.microsoft.com/office/drawing/2014/main" id="{418B5592-E759-007A-898B-6823F439336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59" name="tx9772">
                <a:extLst>
                  <a:ext uri="{FF2B5EF4-FFF2-40B4-BE49-F238E27FC236}">
                    <a16:creationId xmlns:a16="http://schemas.microsoft.com/office/drawing/2014/main" id="{916AA2C3-209C-219A-00C1-DD9631F8B00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60" name="tx9773">
                <a:extLst>
                  <a:ext uri="{FF2B5EF4-FFF2-40B4-BE49-F238E27FC236}">
                    <a16:creationId xmlns:a16="http://schemas.microsoft.com/office/drawing/2014/main" id="{EF47049F-3E08-656E-6377-821D9836118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61" name="tx9774">
                <a:extLst>
                  <a:ext uri="{FF2B5EF4-FFF2-40B4-BE49-F238E27FC236}">
                    <a16:creationId xmlns:a16="http://schemas.microsoft.com/office/drawing/2014/main" id="{045A93FF-8D4C-C6A3-71E1-5AE2379FFCF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62" name="tx9775">
                <a:extLst>
                  <a:ext uri="{FF2B5EF4-FFF2-40B4-BE49-F238E27FC236}">
                    <a16:creationId xmlns:a16="http://schemas.microsoft.com/office/drawing/2014/main" id="{CCC5CA58-1366-363C-083F-324ECE77511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63" name="tx9776">
                <a:extLst>
                  <a:ext uri="{FF2B5EF4-FFF2-40B4-BE49-F238E27FC236}">
                    <a16:creationId xmlns:a16="http://schemas.microsoft.com/office/drawing/2014/main" id="{E27AF472-97A5-BFBF-1685-283162AF7EC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64" name="tx9777">
                <a:extLst>
                  <a:ext uri="{FF2B5EF4-FFF2-40B4-BE49-F238E27FC236}">
                    <a16:creationId xmlns:a16="http://schemas.microsoft.com/office/drawing/2014/main" id="{6FF6791C-CBC8-586C-EE79-83478E507EA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65" name="tx9778">
                <a:extLst>
                  <a:ext uri="{FF2B5EF4-FFF2-40B4-BE49-F238E27FC236}">
                    <a16:creationId xmlns:a16="http://schemas.microsoft.com/office/drawing/2014/main" id="{D236A18C-F28C-FFDC-EC2A-E478D4A1638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66" name="tx9779">
                <a:extLst>
                  <a:ext uri="{FF2B5EF4-FFF2-40B4-BE49-F238E27FC236}">
                    <a16:creationId xmlns:a16="http://schemas.microsoft.com/office/drawing/2014/main" id="{5FF8F8A1-774C-C8B8-722F-B208871E4C7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67" name="tx9780">
                <a:extLst>
                  <a:ext uri="{FF2B5EF4-FFF2-40B4-BE49-F238E27FC236}">
                    <a16:creationId xmlns:a16="http://schemas.microsoft.com/office/drawing/2014/main" id="{1C49CC9C-7506-4EC1-2D90-8483F65CD79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68" name="tx9781">
                <a:extLst>
                  <a:ext uri="{FF2B5EF4-FFF2-40B4-BE49-F238E27FC236}">
                    <a16:creationId xmlns:a16="http://schemas.microsoft.com/office/drawing/2014/main" id="{0BC86DB1-53A9-BAD1-825F-9661D8B6F47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69" name="tx9782">
                <a:extLst>
                  <a:ext uri="{FF2B5EF4-FFF2-40B4-BE49-F238E27FC236}">
                    <a16:creationId xmlns:a16="http://schemas.microsoft.com/office/drawing/2014/main" id="{E14FB15B-494A-71E7-D274-FA02F6BBA82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70" name="tx9783">
                <a:extLst>
                  <a:ext uri="{FF2B5EF4-FFF2-40B4-BE49-F238E27FC236}">
                    <a16:creationId xmlns:a16="http://schemas.microsoft.com/office/drawing/2014/main" id="{D9BBD902-3992-A2BE-6439-6E7C17DB0D0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71" name="tx9784">
                <a:extLst>
                  <a:ext uri="{FF2B5EF4-FFF2-40B4-BE49-F238E27FC236}">
                    <a16:creationId xmlns:a16="http://schemas.microsoft.com/office/drawing/2014/main" id="{5FF86CAB-13B7-08D0-3AAA-A7D0071BB08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72" name="tx9785">
                <a:extLst>
                  <a:ext uri="{FF2B5EF4-FFF2-40B4-BE49-F238E27FC236}">
                    <a16:creationId xmlns:a16="http://schemas.microsoft.com/office/drawing/2014/main" id="{45DF602C-228F-08B7-1B46-5239789EC57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73" name="tx9786">
                <a:extLst>
                  <a:ext uri="{FF2B5EF4-FFF2-40B4-BE49-F238E27FC236}">
                    <a16:creationId xmlns:a16="http://schemas.microsoft.com/office/drawing/2014/main" id="{CC0E0A28-B908-60EE-DAD9-A471BA95219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74" name="tx9787">
                <a:extLst>
                  <a:ext uri="{FF2B5EF4-FFF2-40B4-BE49-F238E27FC236}">
                    <a16:creationId xmlns:a16="http://schemas.microsoft.com/office/drawing/2014/main" id="{E53F1C53-9DF2-D24F-01A7-D33BF3BC5C7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75" name="tx9788">
                <a:extLst>
                  <a:ext uri="{FF2B5EF4-FFF2-40B4-BE49-F238E27FC236}">
                    <a16:creationId xmlns:a16="http://schemas.microsoft.com/office/drawing/2014/main" id="{845F00D3-616F-D4B0-BCC9-6B1D607330D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76" name="tx9789">
                <a:extLst>
                  <a:ext uri="{FF2B5EF4-FFF2-40B4-BE49-F238E27FC236}">
                    <a16:creationId xmlns:a16="http://schemas.microsoft.com/office/drawing/2014/main" id="{34713113-9A30-47DD-DDD3-0CD00169732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77" name="tx9790">
                <a:extLst>
                  <a:ext uri="{FF2B5EF4-FFF2-40B4-BE49-F238E27FC236}">
                    <a16:creationId xmlns:a16="http://schemas.microsoft.com/office/drawing/2014/main" id="{6367BB17-8604-EB71-8973-3A2001B6E2C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78" name="tx9791">
                <a:extLst>
                  <a:ext uri="{FF2B5EF4-FFF2-40B4-BE49-F238E27FC236}">
                    <a16:creationId xmlns:a16="http://schemas.microsoft.com/office/drawing/2014/main" id="{2ACD8F56-9E59-2D96-E349-E07AE6649DD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79" name="tx9792">
                <a:extLst>
                  <a:ext uri="{FF2B5EF4-FFF2-40B4-BE49-F238E27FC236}">
                    <a16:creationId xmlns:a16="http://schemas.microsoft.com/office/drawing/2014/main" id="{72F70362-BB39-1E99-4FA8-2F540363492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80" name="tx9793">
                <a:extLst>
                  <a:ext uri="{FF2B5EF4-FFF2-40B4-BE49-F238E27FC236}">
                    <a16:creationId xmlns:a16="http://schemas.microsoft.com/office/drawing/2014/main" id="{43D619C5-9E0E-7E85-C38F-834BC616257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81" name="tx9794">
                <a:extLst>
                  <a:ext uri="{FF2B5EF4-FFF2-40B4-BE49-F238E27FC236}">
                    <a16:creationId xmlns:a16="http://schemas.microsoft.com/office/drawing/2014/main" id="{53A1B33C-49C5-6103-1B4F-C55CC0557AB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82" name="tx9795">
                <a:extLst>
                  <a:ext uri="{FF2B5EF4-FFF2-40B4-BE49-F238E27FC236}">
                    <a16:creationId xmlns:a16="http://schemas.microsoft.com/office/drawing/2014/main" id="{B020A4BA-4B42-E7B6-5691-71031798A41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83" name="tx9796">
                <a:extLst>
                  <a:ext uri="{FF2B5EF4-FFF2-40B4-BE49-F238E27FC236}">
                    <a16:creationId xmlns:a16="http://schemas.microsoft.com/office/drawing/2014/main" id="{7D7D632D-C74A-82A2-C33A-1859E391E37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84" name="tx9797">
                <a:extLst>
                  <a:ext uri="{FF2B5EF4-FFF2-40B4-BE49-F238E27FC236}">
                    <a16:creationId xmlns:a16="http://schemas.microsoft.com/office/drawing/2014/main" id="{1E8AB14D-DFA9-6337-E0B4-EEE9BA7FA1D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85" name="tx9798">
                <a:extLst>
                  <a:ext uri="{FF2B5EF4-FFF2-40B4-BE49-F238E27FC236}">
                    <a16:creationId xmlns:a16="http://schemas.microsoft.com/office/drawing/2014/main" id="{8CFAF320-FBE0-7937-4878-FA6D630594C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86" name="tx9799">
                <a:extLst>
                  <a:ext uri="{FF2B5EF4-FFF2-40B4-BE49-F238E27FC236}">
                    <a16:creationId xmlns:a16="http://schemas.microsoft.com/office/drawing/2014/main" id="{9F1D6EBC-D6DA-25CD-7798-AFB4287633C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87" name="tx9800">
                <a:extLst>
                  <a:ext uri="{FF2B5EF4-FFF2-40B4-BE49-F238E27FC236}">
                    <a16:creationId xmlns:a16="http://schemas.microsoft.com/office/drawing/2014/main" id="{C32D070A-5013-41A3-436E-61070136D47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88" name="tx9801">
                <a:extLst>
                  <a:ext uri="{FF2B5EF4-FFF2-40B4-BE49-F238E27FC236}">
                    <a16:creationId xmlns:a16="http://schemas.microsoft.com/office/drawing/2014/main" id="{8D3452BE-3AC5-477F-A310-798BFDE2059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89" name="tx9802">
                <a:extLst>
                  <a:ext uri="{FF2B5EF4-FFF2-40B4-BE49-F238E27FC236}">
                    <a16:creationId xmlns:a16="http://schemas.microsoft.com/office/drawing/2014/main" id="{B1FE3C36-2389-BA70-6999-5DA3A56E0A4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90" name="tx9803">
                <a:extLst>
                  <a:ext uri="{FF2B5EF4-FFF2-40B4-BE49-F238E27FC236}">
                    <a16:creationId xmlns:a16="http://schemas.microsoft.com/office/drawing/2014/main" id="{F045F021-19CD-9870-4BFD-0A4B7B66EA3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91" name="tx9804">
                <a:extLst>
                  <a:ext uri="{FF2B5EF4-FFF2-40B4-BE49-F238E27FC236}">
                    <a16:creationId xmlns:a16="http://schemas.microsoft.com/office/drawing/2014/main" id="{DEA68ADE-29D8-16DA-2CA8-828EA1D863E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92" name="tx9805">
                <a:extLst>
                  <a:ext uri="{FF2B5EF4-FFF2-40B4-BE49-F238E27FC236}">
                    <a16:creationId xmlns:a16="http://schemas.microsoft.com/office/drawing/2014/main" id="{9263F9F2-5D2D-4D79-0E69-0D26BD4CDDF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93" name="tx9806">
                <a:extLst>
                  <a:ext uri="{FF2B5EF4-FFF2-40B4-BE49-F238E27FC236}">
                    <a16:creationId xmlns:a16="http://schemas.microsoft.com/office/drawing/2014/main" id="{86BF4E2C-F78E-DB4C-DEBB-15E5664BB2F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94" name="tx9807">
                <a:extLst>
                  <a:ext uri="{FF2B5EF4-FFF2-40B4-BE49-F238E27FC236}">
                    <a16:creationId xmlns:a16="http://schemas.microsoft.com/office/drawing/2014/main" id="{4685A68D-ACA3-C1C5-A347-CDE0D08ABC5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95" name="tx9808">
                <a:extLst>
                  <a:ext uri="{FF2B5EF4-FFF2-40B4-BE49-F238E27FC236}">
                    <a16:creationId xmlns:a16="http://schemas.microsoft.com/office/drawing/2014/main" id="{F0D3ACED-90E7-F3A3-5234-9574661A245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96" name="tx9809">
                <a:extLst>
                  <a:ext uri="{FF2B5EF4-FFF2-40B4-BE49-F238E27FC236}">
                    <a16:creationId xmlns:a16="http://schemas.microsoft.com/office/drawing/2014/main" id="{D570D251-F517-39FF-E17F-46BEFB12D97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97" name="tx9810">
                <a:extLst>
                  <a:ext uri="{FF2B5EF4-FFF2-40B4-BE49-F238E27FC236}">
                    <a16:creationId xmlns:a16="http://schemas.microsoft.com/office/drawing/2014/main" id="{AE20CFA7-1BD7-6FFD-EA9B-3894CF779E7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19998" name="tx9811">
                <a:extLst>
                  <a:ext uri="{FF2B5EF4-FFF2-40B4-BE49-F238E27FC236}">
                    <a16:creationId xmlns:a16="http://schemas.microsoft.com/office/drawing/2014/main" id="{0A100B75-C447-657A-4643-C463D93E454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19999" name="tx9812">
                <a:extLst>
                  <a:ext uri="{FF2B5EF4-FFF2-40B4-BE49-F238E27FC236}">
                    <a16:creationId xmlns:a16="http://schemas.microsoft.com/office/drawing/2014/main" id="{9219DE0A-35C9-3F31-DEB9-A715FF0BF7C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00" name="tx9813">
                <a:extLst>
                  <a:ext uri="{FF2B5EF4-FFF2-40B4-BE49-F238E27FC236}">
                    <a16:creationId xmlns:a16="http://schemas.microsoft.com/office/drawing/2014/main" id="{576F9269-BC47-8600-CABB-6A59A850FAD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01" name="tx9814">
                <a:extLst>
                  <a:ext uri="{FF2B5EF4-FFF2-40B4-BE49-F238E27FC236}">
                    <a16:creationId xmlns:a16="http://schemas.microsoft.com/office/drawing/2014/main" id="{AF3D2B59-3961-B72B-23B6-DF38A4B2546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02" name="tx9815">
                <a:extLst>
                  <a:ext uri="{FF2B5EF4-FFF2-40B4-BE49-F238E27FC236}">
                    <a16:creationId xmlns:a16="http://schemas.microsoft.com/office/drawing/2014/main" id="{8A0CDE92-60C5-047B-DFE4-83B3047F3BF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03" name="tx9816">
                <a:extLst>
                  <a:ext uri="{FF2B5EF4-FFF2-40B4-BE49-F238E27FC236}">
                    <a16:creationId xmlns:a16="http://schemas.microsoft.com/office/drawing/2014/main" id="{0E2CF0B8-73FA-6BB0-BB6D-539BE1C8913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04" name="tx9817">
                <a:extLst>
                  <a:ext uri="{FF2B5EF4-FFF2-40B4-BE49-F238E27FC236}">
                    <a16:creationId xmlns:a16="http://schemas.microsoft.com/office/drawing/2014/main" id="{27AF373B-D135-B626-E5A9-4F2D5E1A5F5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05" name="tx9818">
                <a:extLst>
                  <a:ext uri="{FF2B5EF4-FFF2-40B4-BE49-F238E27FC236}">
                    <a16:creationId xmlns:a16="http://schemas.microsoft.com/office/drawing/2014/main" id="{11DAC914-F90D-2594-2401-A9EA9F85842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06" name="tx9819">
                <a:extLst>
                  <a:ext uri="{FF2B5EF4-FFF2-40B4-BE49-F238E27FC236}">
                    <a16:creationId xmlns:a16="http://schemas.microsoft.com/office/drawing/2014/main" id="{4D74E720-CEA4-C0BB-4C89-2F227AA9C27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07" name="tx9820">
                <a:extLst>
                  <a:ext uri="{FF2B5EF4-FFF2-40B4-BE49-F238E27FC236}">
                    <a16:creationId xmlns:a16="http://schemas.microsoft.com/office/drawing/2014/main" id="{9F2F8CDC-62D7-3849-6D39-D536A7BAE4D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08" name="tx9821">
                <a:extLst>
                  <a:ext uri="{FF2B5EF4-FFF2-40B4-BE49-F238E27FC236}">
                    <a16:creationId xmlns:a16="http://schemas.microsoft.com/office/drawing/2014/main" id="{F10D40A9-F83E-D5C7-4FB2-2097E88E6B6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09" name="tx9822">
                <a:extLst>
                  <a:ext uri="{FF2B5EF4-FFF2-40B4-BE49-F238E27FC236}">
                    <a16:creationId xmlns:a16="http://schemas.microsoft.com/office/drawing/2014/main" id="{DB09407C-CE8F-7164-63BE-9B08BA1F552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10" name="tx9823">
                <a:extLst>
                  <a:ext uri="{FF2B5EF4-FFF2-40B4-BE49-F238E27FC236}">
                    <a16:creationId xmlns:a16="http://schemas.microsoft.com/office/drawing/2014/main" id="{73882947-4418-AB1D-45E3-BC81B1CB0F9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11" name="tx9824">
                <a:extLst>
                  <a:ext uri="{FF2B5EF4-FFF2-40B4-BE49-F238E27FC236}">
                    <a16:creationId xmlns:a16="http://schemas.microsoft.com/office/drawing/2014/main" id="{934D441D-81F2-0588-84A0-7D2CE7F418D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12" name="tx9825">
                <a:extLst>
                  <a:ext uri="{FF2B5EF4-FFF2-40B4-BE49-F238E27FC236}">
                    <a16:creationId xmlns:a16="http://schemas.microsoft.com/office/drawing/2014/main" id="{978567EA-A84F-258F-04E4-94228F4EBFF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13" name="tx9826">
                <a:extLst>
                  <a:ext uri="{FF2B5EF4-FFF2-40B4-BE49-F238E27FC236}">
                    <a16:creationId xmlns:a16="http://schemas.microsoft.com/office/drawing/2014/main" id="{FBE571E8-5512-EE10-E65D-4D396BB1F2B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14" name="tx9827">
                <a:extLst>
                  <a:ext uri="{FF2B5EF4-FFF2-40B4-BE49-F238E27FC236}">
                    <a16:creationId xmlns:a16="http://schemas.microsoft.com/office/drawing/2014/main" id="{A9891DCD-5427-E607-5BAC-05713FF409B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15" name="tx9828">
                <a:extLst>
                  <a:ext uri="{FF2B5EF4-FFF2-40B4-BE49-F238E27FC236}">
                    <a16:creationId xmlns:a16="http://schemas.microsoft.com/office/drawing/2014/main" id="{6D22330F-AB24-A81A-2F6E-08558BCF8A2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16" name="tx9829">
                <a:extLst>
                  <a:ext uri="{FF2B5EF4-FFF2-40B4-BE49-F238E27FC236}">
                    <a16:creationId xmlns:a16="http://schemas.microsoft.com/office/drawing/2014/main" id="{7DAD4BA2-D40E-5C24-BD35-AF57D57C471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17" name="tx9830">
                <a:extLst>
                  <a:ext uri="{FF2B5EF4-FFF2-40B4-BE49-F238E27FC236}">
                    <a16:creationId xmlns:a16="http://schemas.microsoft.com/office/drawing/2014/main" id="{53EB0345-22C3-A8F4-160F-5ABCDE08C08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18" name="tx9831">
                <a:extLst>
                  <a:ext uri="{FF2B5EF4-FFF2-40B4-BE49-F238E27FC236}">
                    <a16:creationId xmlns:a16="http://schemas.microsoft.com/office/drawing/2014/main" id="{17553D96-C489-4D50-C0A0-0904D8918F0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19" name="tx9832">
                <a:extLst>
                  <a:ext uri="{FF2B5EF4-FFF2-40B4-BE49-F238E27FC236}">
                    <a16:creationId xmlns:a16="http://schemas.microsoft.com/office/drawing/2014/main" id="{0F08319B-62D0-7A1C-A327-D92ACEFBB8B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20" name="tx9833">
                <a:extLst>
                  <a:ext uri="{FF2B5EF4-FFF2-40B4-BE49-F238E27FC236}">
                    <a16:creationId xmlns:a16="http://schemas.microsoft.com/office/drawing/2014/main" id="{914F25B6-85DC-23AC-D330-A64E8CC5984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21" name="tx9834">
                <a:extLst>
                  <a:ext uri="{FF2B5EF4-FFF2-40B4-BE49-F238E27FC236}">
                    <a16:creationId xmlns:a16="http://schemas.microsoft.com/office/drawing/2014/main" id="{F038DD79-DF43-35C5-C547-D339E0AFD7F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22" name="tx9835">
                <a:extLst>
                  <a:ext uri="{FF2B5EF4-FFF2-40B4-BE49-F238E27FC236}">
                    <a16:creationId xmlns:a16="http://schemas.microsoft.com/office/drawing/2014/main" id="{BF14FB69-A026-941E-169E-71E3EBE7A5B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23" name="tx9836">
                <a:extLst>
                  <a:ext uri="{FF2B5EF4-FFF2-40B4-BE49-F238E27FC236}">
                    <a16:creationId xmlns:a16="http://schemas.microsoft.com/office/drawing/2014/main" id="{10177FD9-1498-6C20-4B14-325CAE01D5F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24" name="tx9837">
                <a:extLst>
                  <a:ext uri="{FF2B5EF4-FFF2-40B4-BE49-F238E27FC236}">
                    <a16:creationId xmlns:a16="http://schemas.microsoft.com/office/drawing/2014/main" id="{E3E18E78-F61A-E39F-E66E-D235106A631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25" name="tx9838">
                <a:extLst>
                  <a:ext uri="{FF2B5EF4-FFF2-40B4-BE49-F238E27FC236}">
                    <a16:creationId xmlns:a16="http://schemas.microsoft.com/office/drawing/2014/main" id="{E488BFE8-0457-2B18-2879-FADEC1D97C2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26" name="tx9839">
                <a:extLst>
                  <a:ext uri="{FF2B5EF4-FFF2-40B4-BE49-F238E27FC236}">
                    <a16:creationId xmlns:a16="http://schemas.microsoft.com/office/drawing/2014/main" id="{81613FB4-B176-39D1-62AE-7C57E88356C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27" name="tx9840">
                <a:extLst>
                  <a:ext uri="{FF2B5EF4-FFF2-40B4-BE49-F238E27FC236}">
                    <a16:creationId xmlns:a16="http://schemas.microsoft.com/office/drawing/2014/main" id="{BF42EAD0-3381-ECCE-603D-7C3DD02A6E4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28" name="tx9841">
                <a:extLst>
                  <a:ext uri="{FF2B5EF4-FFF2-40B4-BE49-F238E27FC236}">
                    <a16:creationId xmlns:a16="http://schemas.microsoft.com/office/drawing/2014/main" id="{34251FDF-BE5A-E5B9-8954-1534EA37E4E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29" name="tx9842">
                <a:extLst>
                  <a:ext uri="{FF2B5EF4-FFF2-40B4-BE49-F238E27FC236}">
                    <a16:creationId xmlns:a16="http://schemas.microsoft.com/office/drawing/2014/main" id="{97B19B73-E11E-79E7-B6AB-0F57FF68477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30" name="tx9843">
                <a:extLst>
                  <a:ext uri="{FF2B5EF4-FFF2-40B4-BE49-F238E27FC236}">
                    <a16:creationId xmlns:a16="http://schemas.microsoft.com/office/drawing/2014/main" id="{42522E84-C1CC-732D-AA1A-C3B8E71DAB0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31" name="tx9844">
                <a:extLst>
                  <a:ext uri="{FF2B5EF4-FFF2-40B4-BE49-F238E27FC236}">
                    <a16:creationId xmlns:a16="http://schemas.microsoft.com/office/drawing/2014/main" id="{07F3CF7B-7CB9-6AC4-216B-8E33849BD41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32" name="tx9845">
                <a:extLst>
                  <a:ext uri="{FF2B5EF4-FFF2-40B4-BE49-F238E27FC236}">
                    <a16:creationId xmlns:a16="http://schemas.microsoft.com/office/drawing/2014/main" id="{D198B342-D3DD-EF7F-2162-0678D888B59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33" name="tx9846">
                <a:extLst>
                  <a:ext uri="{FF2B5EF4-FFF2-40B4-BE49-F238E27FC236}">
                    <a16:creationId xmlns:a16="http://schemas.microsoft.com/office/drawing/2014/main" id="{2105CED3-9A8C-A4C8-213D-2FD22CB09C7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34" name="tx9847">
                <a:extLst>
                  <a:ext uri="{FF2B5EF4-FFF2-40B4-BE49-F238E27FC236}">
                    <a16:creationId xmlns:a16="http://schemas.microsoft.com/office/drawing/2014/main" id="{36173781-D5E7-F360-67B7-6406FF0F594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35" name="tx9848">
                <a:extLst>
                  <a:ext uri="{FF2B5EF4-FFF2-40B4-BE49-F238E27FC236}">
                    <a16:creationId xmlns:a16="http://schemas.microsoft.com/office/drawing/2014/main" id="{050A3FA1-04AE-077D-47DB-18A70F4CDC7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36" name="tx9849">
                <a:extLst>
                  <a:ext uri="{FF2B5EF4-FFF2-40B4-BE49-F238E27FC236}">
                    <a16:creationId xmlns:a16="http://schemas.microsoft.com/office/drawing/2014/main" id="{2305D3B6-9AF6-10C2-20F1-40F4E7B4E58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37" name="tx9850">
                <a:extLst>
                  <a:ext uri="{FF2B5EF4-FFF2-40B4-BE49-F238E27FC236}">
                    <a16:creationId xmlns:a16="http://schemas.microsoft.com/office/drawing/2014/main" id="{CD5499B6-47B5-E48B-EA79-446FB351FA3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38" name="tx9851">
                <a:extLst>
                  <a:ext uri="{FF2B5EF4-FFF2-40B4-BE49-F238E27FC236}">
                    <a16:creationId xmlns:a16="http://schemas.microsoft.com/office/drawing/2014/main" id="{87A377AD-BAA4-5E14-1F8D-C86AB53CEB8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39" name="tx9852">
                <a:extLst>
                  <a:ext uri="{FF2B5EF4-FFF2-40B4-BE49-F238E27FC236}">
                    <a16:creationId xmlns:a16="http://schemas.microsoft.com/office/drawing/2014/main" id="{FB21B4E2-5F4D-4712-D5AE-E172FCFACE4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40" name="tx9853">
                <a:extLst>
                  <a:ext uri="{FF2B5EF4-FFF2-40B4-BE49-F238E27FC236}">
                    <a16:creationId xmlns:a16="http://schemas.microsoft.com/office/drawing/2014/main" id="{8266B1DF-CFAB-EE5D-22E5-D9B55DC8444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41" name="tx9854">
                <a:extLst>
                  <a:ext uri="{FF2B5EF4-FFF2-40B4-BE49-F238E27FC236}">
                    <a16:creationId xmlns:a16="http://schemas.microsoft.com/office/drawing/2014/main" id="{C142FCDB-9D54-634E-AF31-ACC344C71C5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42" name="tx9855">
                <a:extLst>
                  <a:ext uri="{FF2B5EF4-FFF2-40B4-BE49-F238E27FC236}">
                    <a16:creationId xmlns:a16="http://schemas.microsoft.com/office/drawing/2014/main" id="{FE6A3509-3185-96F6-DBC9-2C042C7A7BF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43" name="tx9856">
                <a:extLst>
                  <a:ext uri="{FF2B5EF4-FFF2-40B4-BE49-F238E27FC236}">
                    <a16:creationId xmlns:a16="http://schemas.microsoft.com/office/drawing/2014/main" id="{7C06757A-6CC8-99D0-ACD8-17CA6DF4E5A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44" name="tx9857">
                <a:extLst>
                  <a:ext uri="{FF2B5EF4-FFF2-40B4-BE49-F238E27FC236}">
                    <a16:creationId xmlns:a16="http://schemas.microsoft.com/office/drawing/2014/main" id="{110DFD1B-B4C3-070E-5535-17E5EE29066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45" name="tx9858">
                <a:extLst>
                  <a:ext uri="{FF2B5EF4-FFF2-40B4-BE49-F238E27FC236}">
                    <a16:creationId xmlns:a16="http://schemas.microsoft.com/office/drawing/2014/main" id="{CFAA4AE0-B100-69B4-7A42-B80BE0F45D8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46" name="tx9859">
                <a:extLst>
                  <a:ext uri="{FF2B5EF4-FFF2-40B4-BE49-F238E27FC236}">
                    <a16:creationId xmlns:a16="http://schemas.microsoft.com/office/drawing/2014/main" id="{349CAD84-C0B8-6F9E-8EF5-F35172897D6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47" name="tx9860">
                <a:extLst>
                  <a:ext uri="{FF2B5EF4-FFF2-40B4-BE49-F238E27FC236}">
                    <a16:creationId xmlns:a16="http://schemas.microsoft.com/office/drawing/2014/main" id="{99570E5A-01D5-4C65-871A-E4F29FC5B3C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48" name="tx9861">
                <a:extLst>
                  <a:ext uri="{FF2B5EF4-FFF2-40B4-BE49-F238E27FC236}">
                    <a16:creationId xmlns:a16="http://schemas.microsoft.com/office/drawing/2014/main" id="{79FE0DFB-7D5D-7152-ACDC-9130580D4F3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49" name="tx9862">
                <a:extLst>
                  <a:ext uri="{FF2B5EF4-FFF2-40B4-BE49-F238E27FC236}">
                    <a16:creationId xmlns:a16="http://schemas.microsoft.com/office/drawing/2014/main" id="{A0624B5B-9CBC-8C4E-5AF1-1440743545E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50" name="tx9863">
                <a:extLst>
                  <a:ext uri="{FF2B5EF4-FFF2-40B4-BE49-F238E27FC236}">
                    <a16:creationId xmlns:a16="http://schemas.microsoft.com/office/drawing/2014/main" id="{37A0B8B3-84DC-E0DE-794F-D1B83EFF2A2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51" name="tx9864">
                <a:extLst>
                  <a:ext uri="{FF2B5EF4-FFF2-40B4-BE49-F238E27FC236}">
                    <a16:creationId xmlns:a16="http://schemas.microsoft.com/office/drawing/2014/main" id="{F0FF43C6-681C-CD85-D3B4-8D6A47B49F8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52" name="tx9865">
                <a:extLst>
                  <a:ext uri="{FF2B5EF4-FFF2-40B4-BE49-F238E27FC236}">
                    <a16:creationId xmlns:a16="http://schemas.microsoft.com/office/drawing/2014/main" id="{E62C23C5-BB90-4A42-94C0-C90BD879C43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53" name="tx9866">
                <a:extLst>
                  <a:ext uri="{FF2B5EF4-FFF2-40B4-BE49-F238E27FC236}">
                    <a16:creationId xmlns:a16="http://schemas.microsoft.com/office/drawing/2014/main" id="{1782A63F-D9F6-F0E8-2964-3E4520AB792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54" name="tx9867">
                <a:extLst>
                  <a:ext uri="{FF2B5EF4-FFF2-40B4-BE49-F238E27FC236}">
                    <a16:creationId xmlns:a16="http://schemas.microsoft.com/office/drawing/2014/main" id="{F09975FF-CEBA-B4BE-24FD-4CCE3B54F1C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55" name="tx9868">
                <a:extLst>
                  <a:ext uri="{FF2B5EF4-FFF2-40B4-BE49-F238E27FC236}">
                    <a16:creationId xmlns:a16="http://schemas.microsoft.com/office/drawing/2014/main" id="{B6602914-7F40-3178-EAE3-9FA9635D25F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56" name="tx9869">
                <a:extLst>
                  <a:ext uri="{FF2B5EF4-FFF2-40B4-BE49-F238E27FC236}">
                    <a16:creationId xmlns:a16="http://schemas.microsoft.com/office/drawing/2014/main" id="{E8A090B5-0A78-F74C-E745-420A6B2FFF5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57" name="tx9870">
                <a:extLst>
                  <a:ext uri="{FF2B5EF4-FFF2-40B4-BE49-F238E27FC236}">
                    <a16:creationId xmlns:a16="http://schemas.microsoft.com/office/drawing/2014/main" id="{C8BBEDB5-BB73-B808-203D-CAAA237E22D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58" name="tx9871">
                <a:extLst>
                  <a:ext uri="{FF2B5EF4-FFF2-40B4-BE49-F238E27FC236}">
                    <a16:creationId xmlns:a16="http://schemas.microsoft.com/office/drawing/2014/main" id="{EFD250E6-24E2-8DEB-4CB7-9FD641BF034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59" name="tx9872">
                <a:extLst>
                  <a:ext uri="{FF2B5EF4-FFF2-40B4-BE49-F238E27FC236}">
                    <a16:creationId xmlns:a16="http://schemas.microsoft.com/office/drawing/2014/main" id="{D9EC1400-E4B1-CB9E-919C-DD4B4D40F5A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60" name="tx9873">
                <a:extLst>
                  <a:ext uri="{FF2B5EF4-FFF2-40B4-BE49-F238E27FC236}">
                    <a16:creationId xmlns:a16="http://schemas.microsoft.com/office/drawing/2014/main" id="{40BE9FDC-D5C3-4FC8-FBDC-522192DD841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61" name="tx9874">
                <a:extLst>
                  <a:ext uri="{FF2B5EF4-FFF2-40B4-BE49-F238E27FC236}">
                    <a16:creationId xmlns:a16="http://schemas.microsoft.com/office/drawing/2014/main" id="{85DC3CDD-56B9-6E29-DBE5-C38176D0F51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62" name="tx9875">
                <a:extLst>
                  <a:ext uri="{FF2B5EF4-FFF2-40B4-BE49-F238E27FC236}">
                    <a16:creationId xmlns:a16="http://schemas.microsoft.com/office/drawing/2014/main" id="{8F671935-954D-8A6F-AFE0-DFEE19CD9A6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63" name="tx9876">
                <a:extLst>
                  <a:ext uri="{FF2B5EF4-FFF2-40B4-BE49-F238E27FC236}">
                    <a16:creationId xmlns:a16="http://schemas.microsoft.com/office/drawing/2014/main" id="{E8925F26-D3CB-3C4B-7812-B25D8DE6579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64" name="tx9877">
                <a:extLst>
                  <a:ext uri="{FF2B5EF4-FFF2-40B4-BE49-F238E27FC236}">
                    <a16:creationId xmlns:a16="http://schemas.microsoft.com/office/drawing/2014/main" id="{C4B16C41-2DF0-69FE-2657-DB9EFE2B261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65" name="tx9878">
                <a:extLst>
                  <a:ext uri="{FF2B5EF4-FFF2-40B4-BE49-F238E27FC236}">
                    <a16:creationId xmlns:a16="http://schemas.microsoft.com/office/drawing/2014/main" id="{6EADF732-EC79-DDCF-D7F8-ACBFA9128E3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66" name="tx9879">
                <a:extLst>
                  <a:ext uri="{FF2B5EF4-FFF2-40B4-BE49-F238E27FC236}">
                    <a16:creationId xmlns:a16="http://schemas.microsoft.com/office/drawing/2014/main" id="{8946DFFC-C383-C581-174C-BCBAFAF690B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67" name="tx9880">
                <a:extLst>
                  <a:ext uri="{FF2B5EF4-FFF2-40B4-BE49-F238E27FC236}">
                    <a16:creationId xmlns:a16="http://schemas.microsoft.com/office/drawing/2014/main" id="{ED37DA9D-755F-B0EE-AD71-5B297AC9E3E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68" name="tx9881">
                <a:extLst>
                  <a:ext uri="{FF2B5EF4-FFF2-40B4-BE49-F238E27FC236}">
                    <a16:creationId xmlns:a16="http://schemas.microsoft.com/office/drawing/2014/main" id="{1B95635E-FA90-7C21-33BE-4B9DB58D6F0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69" name="tx9882">
                <a:extLst>
                  <a:ext uri="{FF2B5EF4-FFF2-40B4-BE49-F238E27FC236}">
                    <a16:creationId xmlns:a16="http://schemas.microsoft.com/office/drawing/2014/main" id="{4D17F25B-61F7-BE2E-27BB-7444ABBD05F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70" name="tx9883">
                <a:extLst>
                  <a:ext uri="{FF2B5EF4-FFF2-40B4-BE49-F238E27FC236}">
                    <a16:creationId xmlns:a16="http://schemas.microsoft.com/office/drawing/2014/main" id="{A100278A-A543-6D64-465C-2032905BDF9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71" name="tx9884">
                <a:extLst>
                  <a:ext uri="{FF2B5EF4-FFF2-40B4-BE49-F238E27FC236}">
                    <a16:creationId xmlns:a16="http://schemas.microsoft.com/office/drawing/2014/main" id="{EE2091D5-C148-687B-8D93-9F75DA2A93C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72" name="tx9885">
                <a:extLst>
                  <a:ext uri="{FF2B5EF4-FFF2-40B4-BE49-F238E27FC236}">
                    <a16:creationId xmlns:a16="http://schemas.microsoft.com/office/drawing/2014/main" id="{FE68E6EF-008F-F752-4DFC-71D413911C2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73" name="tx9886">
                <a:extLst>
                  <a:ext uri="{FF2B5EF4-FFF2-40B4-BE49-F238E27FC236}">
                    <a16:creationId xmlns:a16="http://schemas.microsoft.com/office/drawing/2014/main" id="{D6C3C666-93BC-ADEF-32C8-75246C7E233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74" name="tx9887">
                <a:extLst>
                  <a:ext uri="{FF2B5EF4-FFF2-40B4-BE49-F238E27FC236}">
                    <a16:creationId xmlns:a16="http://schemas.microsoft.com/office/drawing/2014/main" id="{73C0C152-8448-689D-ED43-E2589689DE7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75" name="tx9888">
                <a:extLst>
                  <a:ext uri="{FF2B5EF4-FFF2-40B4-BE49-F238E27FC236}">
                    <a16:creationId xmlns:a16="http://schemas.microsoft.com/office/drawing/2014/main" id="{422263AB-7E09-6877-9E80-BFEEAD19083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76" name="tx9889">
                <a:extLst>
                  <a:ext uri="{FF2B5EF4-FFF2-40B4-BE49-F238E27FC236}">
                    <a16:creationId xmlns:a16="http://schemas.microsoft.com/office/drawing/2014/main" id="{2ED09B3C-2CBD-41B8-DC49-F0B55342F0C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77" name="tx9890">
                <a:extLst>
                  <a:ext uri="{FF2B5EF4-FFF2-40B4-BE49-F238E27FC236}">
                    <a16:creationId xmlns:a16="http://schemas.microsoft.com/office/drawing/2014/main" id="{4C0CABB6-1BBD-06CF-9E9D-5F8EF1770F6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78" name="tx9891">
                <a:extLst>
                  <a:ext uri="{FF2B5EF4-FFF2-40B4-BE49-F238E27FC236}">
                    <a16:creationId xmlns:a16="http://schemas.microsoft.com/office/drawing/2014/main" id="{4FDEA3AA-6F45-CE77-9462-51491483DA0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79" name="tx9892">
                <a:extLst>
                  <a:ext uri="{FF2B5EF4-FFF2-40B4-BE49-F238E27FC236}">
                    <a16:creationId xmlns:a16="http://schemas.microsoft.com/office/drawing/2014/main" id="{F7155678-74A2-C732-DBF0-63EB18D37C7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80" name="tx9893">
                <a:extLst>
                  <a:ext uri="{FF2B5EF4-FFF2-40B4-BE49-F238E27FC236}">
                    <a16:creationId xmlns:a16="http://schemas.microsoft.com/office/drawing/2014/main" id="{4E933D09-4EEA-9711-84EB-FD8C271104B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81" name="tx9894">
                <a:extLst>
                  <a:ext uri="{FF2B5EF4-FFF2-40B4-BE49-F238E27FC236}">
                    <a16:creationId xmlns:a16="http://schemas.microsoft.com/office/drawing/2014/main" id="{F09E7B5D-CCBF-A339-F52A-15C9A679073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82" name="tx9895">
                <a:extLst>
                  <a:ext uri="{FF2B5EF4-FFF2-40B4-BE49-F238E27FC236}">
                    <a16:creationId xmlns:a16="http://schemas.microsoft.com/office/drawing/2014/main" id="{91541E44-F32C-4BC5-FEE0-39132A6009B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83" name="tx9896">
                <a:extLst>
                  <a:ext uri="{FF2B5EF4-FFF2-40B4-BE49-F238E27FC236}">
                    <a16:creationId xmlns:a16="http://schemas.microsoft.com/office/drawing/2014/main" id="{AD400205-553E-BD33-182D-AFC52FCF6BF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84" name="tx9897">
                <a:extLst>
                  <a:ext uri="{FF2B5EF4-FFF2-40B4-BE49-F238E27FC236}">
                    <a16:creationId xmlns:a16="http://schemas.microsoft.com/office/drawing/2014/main" id="{FAF30F10-2E74-BFEA-D53A-54DB44761CA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85" name="tx9898">
                <a:extLst>
                  <a:ext uri="{FF2B5EF4-FFF2-40B4-BE49-F238E27FC236}">
                    <a16:creationId xmlns:a16="http://schemas.microsoft.com/office/drawing/2014/main" id="{6632BBAF-F913-2AE7-783D-98741C84E60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86" name="tx9899">
                <a:extLst>
                  <a:ext uri="{FF2B5EF4-FFF2-40B4-BE49-F238E27FC236}">
                    <a16:creationId xmlns:a16="http://schemas.microsoft.com/office/drawing/2014/main" id="{79F32A63-F675-771F-A92A-44460D62EB4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87" name="tx9900">
                <a:extLst>
                  <a:ext uri="{FF2B5EF4-FFF2-40B4-BE49-F238E27FC236}">
                    <a16:creationId xmlns:a16="http://schemas.microsoft.com/office/drawing/2014/main" id="{8B508AE9-AA78-4C4D-5F12-245DDD31CAF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88" name="tx9901">
                <a:extLst>
                  <a:ext uri="{FF2B5EF4-FFF2-40B4-BE49-F238E27FC236}">
                    <a16:creationId xmlns:a16="http://schemas.microsoft.com/office/drawing/2014/main" id="{755C0DF2-0588-A0AB-A436-04F19E77198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89" name="tx9902">
                <a:extLst>
                  <a:ext uri="{FF2B5EF4-FFF2-40B4-BE49-F238E27FC236}">
                    <a16:creationId xmlns:a16="http://schemas.microsoft.com/office/drawing/2014/main" id="{AF78995D-0A20-8424-FE7B-120F03E3E33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90" name="tx9903">
                <a:extLst>
                  <a:ext uri="{FF2B5EF4-FFF2-40B4-BE49-F238E27FC236}">
                    <a16:creationId xmlns:a16="http://schemas.microsoft.com/office/drawing/2014/main" id="{C5C50347-DA9C-728E-DDD9-B1579CB753C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91" name="tx9904">
                <a:extLst>
                  <a:ext uri="{FF2B5EF4-FFF2-40B4-BE49-F238E27FC236}">
                    <a16:creationId xmlns:a16="http://schemas.microsoft.com/office/drawing/2014/main" id="{28121066-9651-E013-81ED-9AA8686CF42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92" name="tx9905">
                <a:extLst>
                  <a:ext uri="{FF2B5EF4-FFF2-40B4-BE49-F238E27FC236}">
                    <a16:creationId xmlns:a16="http://schemas.microsoft.com/office/drawing/2014/main" id="{5D192A98-7299-3E54-27C3-B0726E43AD0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93" name="tx9906">
                <a:extLst>
                  <a:ext uri="{FF2B5EF4-FFF2-40B4-BE49-F238E27FC236}">
                    <a16:creationId xmlns:a16="http://schemas.microsoft.com/office/drawing/2014/main" id="{ACEED674-BBAD-8B27-4F75-E873F06E23C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94" name="tx9907">
                <a:extLst>
                  <a:ext uri="{FF2B5EF4-FFF2-40B4-BE49-F238E27FC236}">
                    <a16:creationId xmlns:a16="http://schemas.microsoft.com/office/drawing/2014/main" id="{3EF4B547-19C9-30BF-363F-78F429C3140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95" name="tx9908">
                <a:extLst>
                  <a:ext uri="{FF2B5EF4-FFF2-40B4-BE49-F238E27FC236}">
                    <a16:creationId xmlns:a16="http://schemas.microsoft.com/office/drawing/2014/main" id="{BC1FE828-B293-F174-2A23-421949ABDC0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96" name="tx9909">
                <a:extLst>
                  <a:ext uri="{FF2B5EF4-FFF2-40B4-BE49-F238E27FC236}">
                    <a16:creationId xmlns:a16="http://schemas.microsoft.com/office/drawing/2014/main" id="{F8DACBF4-8BFD-76DB-B555-816B11E9D4E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97" name="tx9910">
                <a:extLst>
                  <a:ext uri="{FF2B5EF4-FFF2-40B4-BE49-F238E27FC236}">
                    <a16:creationId xmlns:a16="http://schemas.microsoft.com/office/drawing/2014/main" id="{3711F08E-3DBE-05A2-A335-A06A279A764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098" name="tx9911">
                <a:extLst>
                  <a:ext uri="{FF2B5EF4-FFF2-40B4-BE49-F238E27FC236}">
                    <a16:creationId xmlns:a16="http://schemas.microsoft.com/office/drawing/2014/main" id="{A9ACCB39-A95A-8514-5B6F-E803D408863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099" name="tx9912">
                <a:extLst>
                  <a:ext uri="{FF2B5EF4-FFF2-40B4-BE49-F238E27FC236}">
                    <a16:creationId xmlns:a16="http://schemas.microsoft.com/office/drawing/2014/main" id="{39A1BB09-36BE-36F5-452A-AF93A251BD4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00" name="tx9913">
                <a:extLst>
                  <a:ext uri="{FF2B5EF4-FFF2-40B4-BE49-F238E27FC236}">
                    <a16:creationId xmlns:a16="http://schemas.microsoft.com/office/drawing/2014/main" id="{0A238CE0-32EA-3140-D161-B669A0AA811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01" name="tx9914">
                <a:extLst>
                  <a:ext uri="{FF2B5EF4-FFF2-40B4-BE49-F238E27FC236}">
                    <a16:creationId xmlns:a16="http://schemas.microsoft.com/office/drawing/2014/main" id="{A8E11E39-E5A2-DE91-E148-99AB16EF60C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02" name="tx9915">
                <a:extLst>
                  <a:ext uri="{FF2B5EF4-FFF2-40B4-BE49-F238E27FC236}">
                    <a16:creationId xmlns:a16="http://schemas.microsoft.com/office/drawing/2014/main" id="{BC0583C7-3753-A790-8D3D-8F316D518D1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03" name="tx9916">
                <a:extLst>
                  <a:ext uri="{FF2B5EF4-FFF2-40B4-BE49-F238E27FC236}">
                    <a16:creationId xmlns:a16="http://schemas.microsoft.com/office/drawing/2014/main" id="{471D9031-62A8-BB0B-5C40-3F395C1BB58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04" name="tx9917">
                <a:extLst>
                  <a:ext uri="{FF2B5EF4-FFF2-40B4-BE49-F238E27FC236}">
                    <a16:creationId xmlns:a16="http://schemas.microsoft.com/office/drawing/2014/main" id="{C6586122-4482-4717-E15D-CF348DADFC5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05" name="tx9918">
                <a:extLst>
                  <a:ext uri="{FF2B5EF4-FFF2-40B4-BE49-F238E27FC236}">
                    <a16:creationId xmlns:a16="http://schemas.microsoft.com/office/drawing/2014/main" id="{610E2C7C-5AE2-B807-0D5C-94B792DEC7D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06" name="tx9919">
                <a:extLst>
                  <a:ext uri="{FF2B5EF4-FFF2-40B4-BE49-F238E27FC236}">
                    <a16:creationId xmlns:a16="http://schemas.microsoft.com/office/drawing/2014/main" id="{08517909-C799-BEEF-13C4-FBF4309B1D6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07" name="tx9920">
                <a:extLst>
                  <a:ext uri="{FF2B5EF4-FFF2-40B4-BE49-F238E27FC236}">
                    <a16:creationId xmlns:a16="http://schemas.microsoft.com/office/drawing/2014/main" id="{9F359B3F-4AC5-4D43-AA0A-883BF19EEB4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08" name="tx9921">
                <a:extLst>
                  <a:ext uri="{FF2B5EF4-FFF2-40B4-BE49-F238E27FC236}">
                    <a16:creationId xmlns:a16="http://schemas.microsoft.com/office/drawing/2014/main" id="{073FE774-1289-61A9-EB5B-6F89570A0A5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09" name="tx9922">
                <a:extLst>
                  <a:ext uri="{FF2B5EF4-FFF2-40B4-BE49-F238E27FC236}">
                    <a16:creationId xmlns:a16="http://schemas.microsoft.com/office/drawing/2014/main" id="{6F5F0840-2E88-43DA-AE46-FC5E50FA832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10" name="tx9923">
                <a:extLst>
                  <a:ext uri="{FF2B5EF4-FFF2-40B4-BE49-F238E27FC236}">
                    <a16:creationId xmlns:a16="http://schemas.microsoft.com/office/drawing/2014/main" id="{80A966A0-6183-78DB-B003-0BB66822393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11" name="tx9924">
                <a:extLst>
                  <a:ext uri="{FF2B5EF4-FFF2-40B4-BE49-F238E27FC236}">
                    <a16:creationId xmlns:a16="http://schemas.microsoft.com/office/drawing/2014/main" id="{7BEC1B84-9560-21EE-13D0-FC10F4E8FD6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12" name="tx9925">
                <a:extLst>
                  <a:ext uri="{FF2B5EF4-FFF2-40B4-BE49-F238E27FC236}">
                    <a16:creationId xmlns:a16="http://schemas.microsoft.com/office/drawing/2014/main" id="{90B45915-1012-D83D-9EC8-0D3AF875E67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13" name="tx9926">
                <a:extLst>
                  <a:ext uri="{FF2B5EF4-FFF2-40B4-BE49-F238E27FC236}">
                    <a16:creationId xmlns:a16="http://schemas.microsoft.com/office/drawing/2014/main" id="{6FA541CB-6AB7-98E9-720A-0BC7CB8C064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14" name="tx9927">
                <a:extLst>
                  <a:ext uri="{FF2B5EF4-FFF2-40B4-BE49-F238E27FC236}">
                    <a16:creationId xmlns:a16="http://schemas.microsoft.com/office/drawing/2014/main" id="{D3BE24DF-F870-13F9-F9E5-7B4158C07C8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15" name="tx9928">
                <a:extLst>
                  <a:ext uri="{FF2B5EF4-FFF2-40B4-BE49-F238E27FC236}">
                    <a16:creationId xmlns:a16="http://schemas.microsoft.com/office/drawing/2014/main" id="{E8A70158-A1E9-6586-0A6C-E42FA57A6E7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16" name="tx9929">
                <a:extLst>
                  <a:ext uri="{FF2B5EF4-FFF2-40B4-BE49-F238E27FC236}">
                    <a16:creationId xmlns:a16="http://schemas.microsoft.com/office/drawing/2014/main" id="{52EB88D7-FD8B-D0ED-CB47-8FDBBCA7862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17" name="tx9930">
                <a:extLst>
                  <a:ext uri="{FF2B5EF4-FFF2-40B4-BE49-F238E27FC236}">
                    <a16:creationId xmlns:a16="http://schemas.microsoft.com/office/drawing/2014/main" id="{8EC58A68-D28B-515C-8144-0F327DE8A3A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18" name="tx9931">
                <a:extLst>
                  <a:ext uri="{FF2B5EF4-FFF2-40B4-BE49-F238E27FC236}">
                    <a16:creationId xmlns:a16="http://schemas.microsoft.com/office/drawing/2014/main" id="{618C602D-DAF2-A68D-A7BF-C17FD27A963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19" name="tx9932">
                <a:extLst>
                  <a:ext uri="{FF2B5EF4-FFF2-40B4-BE49-F238E27FC236}">
                    <a16:creationId xmlns:a16="http://schemas.microsoft.com/office/drawing/2014/main" id="{7DA0D2B3-21A8-FA11-FA0C-AFF4AAFF9F9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20" name="tx9933">
                <a:extLst>
                  <a:ext uri="{FF2B5EF4-FFF2-40B4-BE49-F238E27FC236}">
                    <a16:creationId xmlns:a16="http://schemas.microsoft.com/office/drawing/2014/main" id="{422CFFA1-748C-99C4-0A47-D4B16AEA76C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21" name="tx9934">
                <a:extLst>
                  <a:ext uri="{FF2B5EF4-FFF2-40B4-BE49-F238E27FC236}">
                    <a16:creationId xmlns:a16="http://schemas.microsoft.com/office/drawing/2014/main" id="{1C0EA28E-2B4D-D335-0666-04238A6F1BB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22" name="tx9935">
                <a:extLst>
                  <a:ext uri="{FF2B5EF4-FFF2-40B4-BE49-F238E27FC236}">
                    <a16:creationId xmlns:a16="http://schemas.microsoft.com/office/drawing/2014/main" id="{C8B81E05-6311-5096-5EFF-8926A8DBF2F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23" name="tx9936">
                <a:extLst>
                  <a:ext uri="{FF2B5EF4-FFF2-40B4-BE49-F238E27FC236}">
                    <a16:creationId xmlns:a16="http://schemas.microsoft.com/office/drawing/2014/main" id="{788DB3E7-32A1-F5AE-0987-9F5519A50D7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24" name="tx9937">
                <a:extLst>
                  <a:ext uri="{FF2B5EF4-FFF2-40B4-BE49-F238E27FC236}">
                    <a16:creationId xmlns:a16="http://schemas.microsoft.com/office/drawing/2014/main" id="{F972575C-D97F-AD63-0F8F-79D49D1EC81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25" name="tx9938">
                <a:extLst>
                  <a:ext uri="{FF2B5EF4-FFF2-40B4-BE49-F238E27FC236}">
                    <a16:creationId xmlns:a16="http://schemas.microsoft.com/office/drawing/2014/main" id="{0C16A033-633C-D9DC-11BA-15B3C294CBD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26" name="tx9939">
                <a:extLst>
                  <a:ext uri="{FF2B5EF4-FFF2-40B4-BE49-F238E27FC236}">
                    <a16:creationId xmlns:a16="http://schemas.microsoft.com/office/drawing/2014/main" id="{916E5EC0-5C66-D0F8-1A05-521C620DD01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27" name="tx9940">
                <a:extLst>
                  <a:ext uri="{FF2B5EF4-FFF2-40B4-BE49-F238E27FC236}">
                    <a16:creationId xmlns:a16="http://schemas.microsoft.com/office/drawing/2014/main" id="{1AD79222-9515-2AF2-4836-D514DF95659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28" name="tx9941">
                <a:extLst>
                  <a:ext uri="{FF2B5EF4-FFF2-40B4-BE49-F238E27FC236}">
                    <a16:creationId xmlns:a16="http://schemas.microsoft.com/office/drawing/2014/main" id="{61301618-1E81-4946-BC33-3FB677BD5DA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29" name="tx9942">
                <a:extLst>
                  <a:ext uri="{FF2B5EF4-FFF2-40B4-BE49-F238E27FC236}">
                    <a16:creationId xmlns:a16="http://schemas.microsoft.com/office/drawing/2014/main" id="{279CB128-046F-09CB-15E8-2D946D13D56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30" name="tx9943">
                <a:extLst>
                  <a:ext uri="{FF2B5EF4-FFF2-40B4-BE49-F238E27FC236}">
                    <a16:creationId xmlns:a16="http://schemas.microsoft.com/office/drawing/2014/main" id="{F0794E16-DB11-3377-5CFB-DDB375F6E47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31" name="tx9944">
                <a:extLst>
                  <a:ext uri="{FF2B5EF4-FFF2-40B4-BE49-F238E27FC236}">
                    <a16:creationId xmlns:a16="http://schemas.microsoft.com/office/drawing/2014/main" id="{D7DD49BF-3DE3-3A63-FB1C-0FAC016517C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32" name="tx9945">
                <a:extLst>
                  <a:ext uri="{FF2B5EF4-FFF2-40B4-BE49-F238E27FC236}">
                    <a16:creationId xmlns:a16="http://schemas.microsoft.com/office/drawing/2014/main" id="{98B2F95B-60AC-6DE1-3DE6-FD5757BA480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33" name="tx9946">
                <a:extLst>
                  <a:ext uri="{FF2B5EF4-FFF2-40B4-BE49-F238E27FC236}">
                    <a16:creationId xmlns:a16="http://schemas.microsoft.com/office/drawing/2014/main" id="{239AFA31-8A15-FD59-809D-0F5311828DC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34" name="tx9947">
                <a:extLst>
                  <a:ext uri="{FF2B5EF4-FFF2-40B4-BE49-F238E27FC236}">
                    <a16:creationId xmlns:a16="http://schemas.microsoft.com/office/drawing/2014/main" id="{85FC5B0A-36E9-CEF7-6112-586DF3E1B33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35" name="tx9948">
                <a:extLst>
                  <a:ext uri="{FF2B5EF4-FFF2-40B4-BE49-F238E27FC236}">
                    <a16:creationId xmlns:a16="http://schemas.microsoft.com/office/drawing/2014/main" id="{746BA5D8-C950-515F-C7B9-9BC297BE90F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36" name="tx9949">
                <a:extLst>
                  <a:ext uri="{FF2B5EF4-FFF2-40B4-BE49-F238E27FC236}">
                    <a16:creationId xmlns:a16="http://schemas.microsoft.com/office/drawing/2014/main" id="{7677D359-CECD-C145-0A23-BCA4A56F38B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37" name="tx9950">
                <a:extLst>
                  <a:ext uri="{FF2B5EF4-FFF2-40B4-BE49-F238E27FC236}">
                    <a16:creationId xmlns:a16="http://schemas.microsoft.com/office/drawing/2014/main" id="{FEC3ABA1-807C-F84A-80F3-B3987296352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38" name="tx9951">
                <a:extLst>
                  <a:ext uri="{FF2B5EF4-FFF2-40B4-BE49-F238E27FC236}">
                    <a16:creationId xmlns:a16="http://schemas.microsoft.com/office/drawing/2014/main" id="{776DA063-4FC5-A013-3EE5-5EA2D96A7B8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39" name="tx9952">
                <a:extLst>
                  <a:ext uri="{FF2B5EF4-FFF2-40B4-BE49-F238E27FC236}">
                    <a16:creationId xmlns:a16="http://schemas.microsoft.com/office/drawing/2014/main" id="{37F13F50-785F-C774-948D-D65B7BD45ED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40" name="tx9953">
                <a:extLst>
                  <a:ext uri="{FF2B5EF4-FFF2-40B4-BE49-F238E27FC236}">
                    <a16:creationId xmlns:a16="http://schemas.microsoft.com/office/drawing/2014/main" id="{9072A0A0-A606-C8C5-BB8F-588293265AF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41" name="tx9954">
                <a:extLst>
                  <a:ext uri="{FF2B5EF4-FFF2-40B4-BE49-F238E27FC236}">
                    <a16:creationId xmlns:a16="http://schemas.microsoft.com/office/drawing/2014/main" id="{FD675B40-25D4-BFA8-F247-4F157D4DC15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42" name="tx9955">
                <a:extLst>
                  <a:ext uri="{FF2B5EF4-FFF2-40B4-BE49-F238E27FC236}">
                    <a16:creationId xmlns:a16="http://schemas.microsoft.com/office/drawing/2014/main" id="{9A1C3F77-C82C-D684-EE27-DCE0A7B95E0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43" name="tx9956">
                <a:extLst>
                  <a:ext uri="{FF2B5EF4-FFF2-40B4-BE49-F238E27FC236}">
                    <a16:creationId xmlns:a16="http://schemas.microsoft.com/office/drawing/2014/main" id="{BB9A3F90-76EF-3EF8-02C8-508D9EC6483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44" name="tx9957">
                <a:extLst>
                  <a:ext uri="{FF2B5EF4-FFF2-40B4-BE49-F238E27FC236}">
                    <a16:creationId xmlns:a16="http://schemas.microsoft.com/office/drawing/2014/main" id="{0712C88B-E550-C362-29F7-30AA9C11EEA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45" name="tx9958">
                <a:extLst>
                  <a:ext uri="{FF2B5EF4-FFF2-40B4-BE49-F238E27FC236}">
                    <a16:creationId xmlns:a16="http://schemas.microsoft.com/office/drawing/2014/main" id="{7C7EB890-B80F-F82D-B757-316539D2DED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46" name="tx9959">
                <a:extLst>
                  <a:ext uri="{FF2B5EF4-FFF2-40B4-BE49-F238E27FC236}">
                    <a16:creationId xmlns:a16="http://schemas.microsoft.com/office/drawing/2014/main" id="{04E70BC2-3B5D-4659-F5BE-18DD54A413E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47" name="tx9960">
                <a:extLst>
                  <a:ext uri="{FF2B5EF4-FFF2-40B4-BE49-F238E27FC236}">
                    <a16:creationId xmlns:a16="http://schemas.microsoft.com/office/drawing/2014/main" id="{0E30AC4F-C50A-FA14-396D-5477A3F40CB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48" name="tx9961">
                <a:extLst>
                  <a:ext uri="{FF2B5EF4-FFF2-40B4-BE49-F238E27FC236}">
                    <a16:creationId xmlns:a16="http://schemas.microsoft.com/office/drawing/2014/main" id="{92325378-CB16-039C-D6D7-EDA414F3F11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49" name="tx9962">
                <a:extLst>
                  <a:ext uri="{FF2B5EF4-FFF2-40B4-BE49-F238E27FC236}">
                    <a16:creationId xmlns:a16="http://schemas.microsoft.com/office/drawing/2014/main" id="{D4CAC8FB-9DB4-259C-8644-F2C8A304068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50" name="tx9963">
                <a:extLst>
                  <a:ext uri="{FF2B5EF4-FFF2-40B4-BE49-F238E27FC236}">
                    <a16:creationId xmlns:a16="http://schemas.microsoft.com/office/drawing/2014/main" id="{66E146BB-12C0-BD8D-16D7-53E1F50A0E8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51" name="tx9964">
                <a:extLst>
                  <a:ext uri="{FF2B5EF4-FFF2-40B4-BE49-F238E27FC236}">
                    <a16:creationId xmlns:a16="http://schemas.microsoft.com/office/drawing/2014/main" id="{646173B8-2617-2AB6-3F1E-DB32D4BCC49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52" name="tx9965">
                <a:extLst>
                  <a:ext uri="{FF2B5EF4-FFF2-40B4-BE49-F238E27FC236}">
                    <a16:creationId xmlns:a16="http://schemas.microsoft.com/office/drawing/2014/main" id="{6C84EFF2-033B-8DCF-6093-A07274C0806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53" name="tx9966">
                <a:extLst>
                  <a:ext uri="{FF2B5EF4-FFF2-40B4-BE49-F238E27FC236}">
                    <a16:creationId xmlns:a16="http://schemas.microsoft.com/office/drawing/2014/main" id="{F517C257-8531-C162-355F-E31B30681C7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54" name="tx9967">
                <a:extLst>
                  <a:ext uri="{FF2B5EF4-FFF2-40B4-BE49-F238E27FC236}">
                    <a16:creationId xmlns:a16="http://schemas.microsoft.com/office/drawing/2014/main" id="{AB61A7C3-DD2E-3229-661D-570C27C99BF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55" name="tx9968">
                <a:extLst>
                  <a:ext uri="{FF2B5EF4-FFF2-40B4-BE49-F238E27FC236}">
                    <a16:creationId xmlns:a16="http://schemas.microsoft.com/office/drawing/2014/main" id="{7B80BFD3-03DA-0616-C5C3-6155FD693D0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56" name="tx9969">
                <a:extLst>
                  <a:ext uri="{FF2B5EF4-FFF2-40B4-BE49-F238E27FC236}">
                    <a16:creationId xmlns:a16="http://schemas.microsoft.com/office/drawing/2014/main" id="{E8541669-1F26-202B-0AB9-59F5B10A31C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57" name="tx9970">
                <a:extLst>
                  <a:ext uri="{FF2B5EF4-FFF2-40B4-BE49-F238E27FC236}">
                    <a16:creationId xmlns:a16="http://schemas.microsoft.com/office/drawing/2014/main" id="{005583F6-8393-D400-D5C0-1D0B99EFA19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58" name="tx9971">
                <a:extLst>
                  <a:ext uri="{FF2B5EF4-FFF2-40B4-BE49-F238E27FC236}">
                    <a16:creationId xmlns:a16="http://schemas.microsoft.com/office/drawing/2014/main" id="{52F7477B-7009-2E83-54AB-988CBE8ED5C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59" name="tx9972">
                <a:extLst>
                  <a:ext uri="{FF2B5EF4-FFF2-40B4-BE49-F238E27FC236}">
                    <a16:creationId xmlns:a16="http://schemas.microsoft.com/office/drawing/2014/main" id="{4B40F3BB-CF49-041A-646B-676EFDCEA7C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60" name="tx9973">
                <a:extLst>
                  <a:ext uri="{FF2B5EF4-FFF2-40B4-BE49-F238E27FC236}">
                    <a16:creationId xmlns:a16="http://schemas.microsoft.com/office/drawing/2014/main" id="{DBEF949B-E45B-F999-A9BD-26B920DE46E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61" name="tx9974">
                <a:extLst>
                  <a:ext uri="{FF2B5EF4-FFF2-40B4-BE49-F238E27FC236}">
                    <a16:creationId xmlns:a16="http://schemas.microsoft.com/office/drawing/2014/main" id="{305C4E4A-C749-5062-D2D2-EECCB778BE7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62" name="tx9975">
                <a:extLst>
                  <a:ext uri="{FF2B5EF4-FFF2-40B4-BE49-F238E27FC236}">
                    <a16:creationId xmlns:a16="http://schemas.microsoft.com/office/drawing/2014/main" id="{B3500F1F-B645-93A1-A58B-D76FAAD5F15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63" name="tx9976">
                <a:extLst>
                  <a:ext uri="{FF2B5EF4-FFF2-40B4-BE49-F238E27FC236}">
                    <a16:creationId xmlns:a16="http://schemas.microsoft.com/office/drawing/2014/main" id="{6697DFD8-AB28-1F1C-4B20-F0B1F644399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64" name="tx9977">
                <a:extLst>
                  <a:ext uri="{FF2B5EF4-FFF2-40B4-BE49-F238E27FC236}">
                    <a16:creationId xmlns:a16="http://schemas.microsoft.com/office/drawing/2014/main" id="{51803F2D-AC9D-25C7-F044-2B8EBB63A50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65" name="tx9978">
                <a:extLst>
                  <a:ext uri="{FF2B5EF4-FFF2-40B4-BE49-F238E27FC236}">
                    <a16:creationId xmlns:a16="http://schemas.microsoft.com/office/drawing/2014/main" id="{1281898F-C4B0-0764-D0E2-27C52297511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66" name="tx9979">
                <a:extLst>
                  <a:ext uri="{FF2B5EF4-FFF2-40B4-BE49-F238E27FC236}">
                    <a16:creationId xmlns:a16="http://schemas.microsoft.com/office/drawing/2014/main" id="{805D44D4-8607-C1E6-6C10-405CBA89114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67" name="tx9980">
                <a:extLst>
                  <a:ext uri="{FF2B5EF4-FFF2-40B4-BE49-F238E27FC236}">
                    <a16:creationId xmlns:a16="http://schemas.microsoft.com/office/drawing/2014/main" id="{FBC9C399-8441-5AA8-5137-957D23FA9D9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68" name="tx9981">
                <a:extLst>
                  <a:ext uri="{FF2B5EF4-FFF2-40B4-BE49-F238E27FC236}">
                    <a16:creationId xmlns:a16="http://schemas.microsoft.com/office/drawing/2014/main" id="{7AE72031-5E66-053C-6F7D-67562B19AE4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69" name="tx9982">
                <a:extLst>
                  <a:ext uri="{FF2B5EF4-FFF2-40B4-BE49-F238E27FC236}">
                    <a16:creationId xmlns:a16="http://schemas.microsoft.com/office/drawing/2014/main" id="{FA99695E-6A75-A29D-0579-4678EA37D6F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70" name="tx9983">
                <a:extLst>
                  <a:ext uri="{FF2B5EF4-FFF2-40B4-BE49-F238E27FC236}">
                    <a16:creationId xmlns:a16="http://schemas.microsoft.com/office/drawing/2014/main" id="{1651914D-43DD-65CD-21F4-24DB546CF16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71" name="tx9984">
                <a:extLst>
                  <a:ext uri="{FF2B5EF4-FFF2-40B4-BE49-F238E27FC236}">
                    <a16:creationId xmlns:a16="http://schemas.microsoft.com/office/drawing/2014/main" id="{7C3DB0C6-343B-C751-81FD-FC9AB332585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72" name="tx9985">
                <a:extLst>
                  <a:ext uri="{FF2B5EF4-FFF2-40B4-BE49-F238E27FC236}">
                    <a16:creationId xmlns:a16="http://schemas.microsoft.com/office/drawing/2014/main" id="{57914EB3-517F-08A4-B892-900E4BD3F7D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73" name="tx9986">
                <a:extLst>
                  <a:ext uri="{FF2B5EF4-FFF2-40B4-BE49-F238E27FC236}">
                    <a16:creationId xmlns:a16="http://schemas.microsoft.com/office/drawing/2014/main" id="{E2469D0D-DBEC-14F4-E0E4-302B6182885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74" name="tx9987">
                <a:extLst>
                  <a:ext uri="{FF2B5EF4-FFF2-40B4-BE49-F238E27FC236}">
                    <a16:creationId xmlns:a16="http://schemas.microsoft.com/office/drawing/2014/main" id="{04EEE5F6-68BF-FFE8-D914-4E429392450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75" name="tx9988">
                <a:extLst>
                  <a:ext uri="{FF2B5EF4-FFF2-40B4-BE49-F238E27FC236}">
                    <a16:creationId xmlns:a16="http://schemas.microsoft.com/office/drawing/2014/main" id="{85E1B960-0F80-613C-8BDE-5FCC0D87B80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76" name="tx9989">
                <a:extLst>
                  <a:ext uri="{FF2B5EF4-FFF2-40B4-BE49-F238E27FC236}">
                    <a16:creationId xmlns:a16="http://schemas.microsoft.com/office/drawing/2014/main" id="{51F4B72E-8AEC-FAF7-CD82-E408E39BC60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77" name="tx9990">
                <a:extLst>
                  <a:ext uri="{FF2B5EF4-FFF2-40B4-BE49-F238E27FC236}">
                    <a16:creationId xmlns:a16="http://schemas.microsoft.com/office/drawing/2014/main" id="{3494ADED-AABA-E387-AB42-E4104933279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78" name="tx9991">
                <a:extLst>
                  <a:ext uri="{FF2B5EF4-FFF2-40B4-BE49-F238E27FC236}">
                    <a16:creationId xmlns:a16="http://schemas.microsoft.com/office/drawing/2014/main" id="{49615659-33FD-8EA8-413A-A1F978C0C41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79" name="tx9992">
                <a:extLst>
                  <a:ext uri="{FF2B5EF4-FFF2-40B4-BE49-F238E27FC236}">
                    <a16:creationId xmlns:a16="http://schemas.microsoft.com/office/drawing/2014/main" id="{73456014-7572-58ED-DA2C-63D58306133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80" name="tx9993">
                <a:extLst>
                  <a:ext uri="{FF2B5EF4-FFF2-40B4-BE49-F238E27FC236}">
                    <a16:creationId xmlns:a16="http://schemas.microsoft.com/office/drawing/2014/main" id="{9C6A4DF0-FEFD-833F-1582-3F2EC40EEE0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81" name="tx9994">
                <a:extLst>
                  <a:ext uri="{FF2B5EF4-FFF2-40B4-BE49-F238E27FC236}">
                    <a16:creationId xmlns:a16="http://schemas.microsoft.com/office/drawing/2014/main" id="{50545533-A468-2A75-5183-37BDFBEC9BD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82" name="tx9995">
                <a:extLst>
                  <a:ext uri="{FF2B5EF4-FFF2-40B4-BE49-F238E27FC236}">
                    <a16:creationId xmlns:a16="http://schemas.microsoft.com/office/drawing/2014/main" id="{D4F73CAD-0A87-2807-ECF4-E324546F50A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83" name="tx9996">
                <a:extLst>
                  <a:ext uri="{FF2B5EF4-FFF2-40B4-BE49-F238E27FC236}">
                    <a16:creationId xmlns:a16="http://schemas.microsoft.com/office/drawing/2014/main" id="{A73E7F5F-5E77-A153-9CDB-9B251DEE040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84" name="tx9997">
                <a:extLst>
                  <a:ext uri="{FF2B5EF4-FFF2-40B4-BE49-F238E27FC236}">
                    <a16:creationId xmlns:a16="http://schemas.microsoft.com/office/drawing/2014/main" id="{F92F31A1-AB31-7BE5-08EF-24BBFBB87A1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85" name="tx9998">
                <a:extLst>
                  <a:ext uri="{FF2B5EF4-FFF2-40B4-BE49-F238E27FC236}">
                    <a16:creationId xmlns:a16="http://schemas.microsoft.com/office/drawing/2014/main" id="{07ED8F6C-57D9-7236-C9B3-88338FCADF2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86" name="tx9999">
                <a:extLst>
                  <a:ext uri="{FF2B5EF4-FFF2-40B4-BE49-F238E27FC236}">
                    <a16:creationId xmlns:a16="http://schemas.microsoft.com/office/drawing/2014/main" id="{C132A497-87DD-AB0C-AD6C-44CB5BAB1F3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87" name="tx10000">
                <a:extLst>
                  <a:ext uri="{FF2B5EF4-FFF2-40B4-BE49-F238E27FC236}">
                    <a16:creationId xmlns:a16="http://schemas.microsoft.com/office/drawing/2014/main" id="{5B4E69E7-2799-0ECC-0259-14C86ED5547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88" name="tx10001">
                <a:extLst>
                  <a:ext uri="{FF2B5EF4-FFF2-40B4-BE49-F238E27FC236}">
                    <a16:creationId xmlns:a16="http://schemas.microsoft.com/office/drawing/2014/main" id="{5B4D25EC-F5A4-B942-7F3F-69EF88466CF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89" name="tx10002">
                <a:extLst>
                  <a:ext uri="{FF2B5EF4-FFF2-40B4-BE49-F238E27FC236}">
                    <a16:creationId xmlns:a16="http://schemas.microsoft.com/office/drawing/2014/main" id="{5E79BFCB-FD3F-69DC-6090-C9F07154340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90" name="tx10003">
                <a:extLst>
                  <a:ext uri="{FF2B5EF4-FFF2-40B4-BE49-F238E27FC236}">
                    <a16:creationId xmlns:a16="http://schemas.microsoft.com/office/drawing/2014/main" id="{1F3B4B48-4541-9142-8E4B-2C6C30CD12F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91" name="tx10004">
                <a:extLst>
                  <a:ext uri="{FF2B5EF4-FFF2-40B4-BE49-F238E27FC236}">
                    <a16:creationId xmlns:a16="http://schemas.microsoft.com/office/drawing/2014/main" id="{E4D82D3F-40FD-D768-2288-63A511EA58C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92" name="tx10005">
                <a:extLst>
                  <a:ext uri="{FF2B5EF4-FFF2-40B4-BE49-F238E27FC236}">
                    <a16:creationId xmlns:a16="http://schemas.microsoft.com/office/drawing/2014/main" id="{75E9BDBE-01D2-D8BF-F5D2-86765366DA0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93" name="tx10006">
                <a:extLst>
                  <a:ext uri="{FF2B5EF4-FFF2-40B4-BE49-F238E27FC236}">
                    <a16:creationId xmlns:a16="http://schemas.microsoft.com/office/drawing/2014/main" id="{38F029A6-6449-78AA-7AEC-71D052733D3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94" name="tx10007">
                <a:extLst>
                  <a:ext uri="{FF2B5EF4-FFF2-40B4-BE49-F238E27FC236}">
                    <a16:creationId xmlns:a16="http://schemas.microsoft.com/office/drawing/2014/main" id="{B684095D-4935-536A-8CD4-3D8705478DB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95" name="tx10008">
                <a:extLst>
                  <a:ext uri="{FF2B5EF4-FFF2-40B4-BE49-F238E27FC236}">
                    <a16:creationId xmlns:a16="http://schemas.microsoft.com/office/drawing/2014/main" id="{7FA3CB5D-4543-AE16-6750-BED514C2CF8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96" name="tx10009">
                <a:extLst>
                  <a:ext uri="{FF2B5EF4-FFF2-40B4-BE49-F238E27FC236}">
                    <a16:creationId xmlns:a16="http://schemas.microsoft.com/office/drawing/2014/main" id="{769FEE63-6E45-A3C7-F6F9-B6A349E72A0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97" name="tx10010">
                <a:extLst>
                  <a:ext uri="{FF2B5EF4-FFF2-40B4-BE49-F238E27FC236}">
                    <a16:creationId xmlns:a16="http://schemas.microsoft.com/office/drawing/2014/main" id="{45A4A333-D9AA-FA03-BE2B-0AA0A3F841D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198" name="tx10011">
                <a:extLst>
                  <a:ext uri="{FF2B5EF4-FFF2-40B4-BE49-F238E27FC236}">
                    <a16:creationId xmlns:a16="http://schemas.microsoft.com/office/drawing/2014/main" id="{3C2D53C2-04CD-6F53-10CE-7376E36CAA6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199" name="tx10012">
                <a:extLst>
                  <a:ext uri="{FF2B5EF4-FFF2-40B4-BE49-F238E27FC236}">
                    <a16:creationId xmlns:a16="http://schemas.microsoft.com/office/drawing/2014/main" id="{500A7F9B-EBF9-ABE2-A8B2-9324F83645C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00" name="tx10013">
                <a:extLst>
                  <a:ext uri="{FF2B5EF4-FFF2-40B4-BE49-F238E27FC236}">
                    <a16:creationId xmlns:a16="http://schemas.microsoft.com/office/drawing/2014/main" id="{BF60AB34-6E05-5FE4-5277-0C43F049C4B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01" name="tx10014">
                <a:extLst>
                  <a:ext uri="{FF2B5EF4-FFF2-40B4-BE49-F238E27FC236}">
                    <a16:creationId xmlns:a16="http://schemas.microsoft.com/office/drawing/2014/main" id="{B26AA3CE-2EC4-6621-E09E-BBD3EDF5561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02" name="tx10015">
                <a:extLst>
                  <a:ext uri="{FF2B5EF4-FFF2-40B4-BE49-F238E27FC236}">
                    <a16:creationId xmlns:a16="http://schemas.microsoft.com/office/drawing/2014/main" id="{0A2A3305-112F-6ED2-8F7F-66A7304C4D2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03" name="tx10016">
                <a:extLst>
                  <a:ext uri="{FF2B5EF4-FFF2-40B4-BE49-F238E27FC236}">
                    <a16:creationId xmlns:a16="http://schemas.microsoft.com/office/drawing/2014/main" id="{22D95EBD-31B4-CF08-7324-6B41DCEE0B0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04" name="tx10017">
                <a:extLst>
                  <a:ext uri="{FF2B5EF4-FFF2-40B4-BE49-F238E27FC236}">
                    <a16:creationId xmlns:a16="http://schemas.microsoft.com/office/drawing/2014/main" id="{99E99F8C-04B4-C551-11A6-6D56FF0B9FB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05" name="tx10018">
                <a:extLst>
                  <a:ext uri="{FF2B5EF4-FFF2-40B4-BE49-F238E27FC236}">
                    <a16:creationId xmlns:a16="http://schemas.microsoft.com/office/drawing/2014/main" id="{EDB6BF02-4F9D-531B-2785-959629ACE1D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06" name="tx10019">
                <a:extLst>
                  <a:ext uri="{FF2B5EF4-FFF2-40B4-BE49-F238E27FC236}">
                    <a16:creationId xmlns:a16="http://schemas.microsoft.com/office/drawing/2014/main" id="{B013FF26-D93C-7F2C-AB76-F20B6CFC47E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07" name="tx10020">
                <a:extLst>
                  <a:ext uri="{FF2B5EF4-FFF2-40B4-BE49-F238E27FC236}">
                    <a16:creationId xmlns:a16="http://schemas.microsoft.com/office/drawing/2014/main" id="{161749BA-74A8-5BEF-9575-FE18DEFD814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08" name="tx10021">
                <a:extLst>
                  <a:ext uri="{FF2B5EF4-FFF2-40B4-BE49-F238E27FC236}">
                    <a16:creationId xmlns:a16="http://schemas.microsoft.com/office/drawing/2014/main" id="{AAD9D112-3530-943B-DD7B-AF646BCCC8A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09" name="tx10022">
                <a:extLst>
                  <a:ext uri="{FF2B5EF4-FFF2-40B4-BE49-F238E27FC236}">
                    <a16:creationId xmlns:a16="http://schemas.microsoft.com/office/drawing/2014/main" id="{E7ABA429-6E18-9AFE-5205-008EB73D3F3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10" name="tx10023">
                <a:extLst>
                  <a:ext uri="{FF2B5EF4-FFF2-40B4-BE49-F238E27FC236}">
                    <a16:creationId xmlns:a16="http://schemas.microsoft.com/office/drawing/2014/main" id="{580F1CB1-3996-EC88-A14D-49D3FC87398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11" name="tx10024">
                <a:extLst>
                  <a:ext uri="{FF2B5EF4-FFF2-40B4-BE49-F238E27FC236}">
                    <a16:creationId xmlns:a16="http://schemas.microsoft.com/office/drawing/2014/main" id="{C84F82C7-A761-556D-0A57-EE87A02C69F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12" name="tx10025">
                <a:extLst>
                  <a:ext uri="{FF2B5EF4-FFF2-40B4-BE49-F238E27FC236}">
                    <a16:creationId xmlns:a16="http://schemas.microsoft.com/office/drawing/2014/main" id="{9B135479-E095-3876-3026-598A2D04B3C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13" name="tx10026">
                <a:extLst>
                  <a:ext uri="{FF2B5EF4-FFF2-40B4-BE49-F238E27FC236}">
                    <a16:creationId xmlns:a16="http://schemas.microsoft.com/office/drawing/2014/main" id="{7CFDE7BF-A2D3-44C0-37FB-75193998AE0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14" name="tx10027">
                <a:extLst>
                  <a:ext uri="{FF2B5EF4-FFF2-40B4-BE49-F238E27FC236}">
                    <a16:creationId xmlns:a16="http://schemas.microsoft.com/office/drawing/2014/main" id="{53945D1B-3775-DE46-5FE1-F087839598B6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15" name="tx10028">
                <a:extLst>
                  <a:ext uri="{FF2B5EF4-FFF2-40B4-BE49-F238E27FC236}">
                    <a16:creationId xmlns:a16="http://schemas.microsoft.com/office/drawing/2014/main" id="{FE31FE61-52E9-D54E-74B9-BB6CA8B2AB2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16" name="tx10029">
                <a:extLst>
                  <a:ext uri="{FF2B5EF4-FFF2-40B4-BE49-F238E27FC236}">
                    <a16:creationId xmlns:a16="http://schemas.microsoft.com/office/drawing/2014/main" id="{B9FF9C72-2B17-8E2A-EF29-9030736D1E4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17" name="tx10030">
                <a:extLst>
                  <a:ext uri="{FF2B5EF4-FFF2-40B4-BE49-F238E27FC236}">
                    <a16:creationId xmlns:a16="http://schemas.microsoft.com/office/drawing/2014/main" id="{9A6E2C1D-2103-EB7A-7584-542487289FC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18" name="tx10031">
                <a:extLst>
                  <a:ext uri="{FF2B5EF4-FFF2-40B4-BE49-F238E27FC236}">
                    <a16:creationId xmlns:a16="http://schemas.microsoft.com/office/drawing/2014/main" id="{F7441D5C-6B37-7D3D-B212-7543CBE5E2E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19" name="tx10032">
                <a:extLst>
                  <a:ext uri="{FF2B5EF4-FFF2-40B4-BE49-F238E27FC236}">
                    <a16:creationId xmlns:a16="http://schemas.microsoft.com/office/drawing/2014/main" id="{F0F8DC68-AC9E-662D-8807-B7D598B0FD2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20" name="tx10033">
                <a:extLst>
                  <a:ext uri="{FF2B5EF4-FFF2-40B4-BE49-F238E27FC236}">
                    <a16:creationId xmlns:a16="http://schemas.microsoft.com/office/drawing/2014/main" id="{42DEB1DE-BF97-4EE1-00D0-B6985452A024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21" name="tx10034">
                <a:extLst>
                  <a:ext uri="{FF2B5EF4-FFF2-40B4-BE49-F238E27FC236}">
                    <a16:creationId xmlns:a16="http://schemas.microsoft.com/office/drawing/2014/main" id="{E8B3D5C8-8052-1EFB-BDAC-7B5C1997DA3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22" name="tx10035">
                <a:extLst>
                  <a:ext uri="{FF2B5EF4-FFF2-40B4-BE49-F238E27FC236}">
                    <a16:creationId xmlns:a16="http://schemas.microsoft.com/office/drawing/2014/main" id="{A6D54C58-2922-E3B3-9110-7ACEEDE1715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23" name="tx10036">
                <a:extLst>
                  <a:ext uri="{FF2B5EF4-FFF2-40B4-BE49-F238E27FC236}">
                    <a16:creationId xmlns:a16="http://schemas.microsoft.com/office/drawing/2014/main" id="{2E0BC39F-7B64-E89E-3096-C332D96ECA7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24" name="tx10037">
                <a:extLst>
                  <a:ext uri="{FF2B5EF4-FFF2-40B4-BE49-F238E27FC236}">
                    <a16:creationId xmlns:a16="http://schemas.microsoft.com/office/drawing/2014/main" id="{5FDAF84E-4AC6-6118-AA07-97E7814B706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25" name="tx10038">
                <a:extLst>
                  <a:ext uri="{FF2B5EF4-FFF2-40B4-BE49-F238E27FC236}">
                    <a16:creationId xmlns:a16="http://schemas.microsoft.com/office/drawing/2014/main" id="{EB121E82-0201-0FEB-BAE3-68E8ABAAC6F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26" name="tx10039">
                <a:extLst>
                  <a:ext uri="{FF2B5EF4-FFF2-40B4-BE49-F238E27FC236}">
                    <a16:creationId xmlns:a16="http://schemas.microsoft.com/office/drawing/2014/main" id="{0876275D-45C4-2817-EC12-E3737215931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27" name="tx10040">
                <a:extLst>
                  <a:ext uri="{FF2B5EF4-FFF2-40B4-BE49-F238E27FC236}">
                    <a16:creationId xmlns:a16="http://schemas.microsoft.com/office/drawing/2014/main" id="{26E3C4D7-693E-7A10-33F3-35C5EA2243A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28" name="tx10041">
                <a:extLst>
                  <a:ext uri="{FF2B5EF4-FFF2-40B4-BE49-F238E27FC236}">
                    <a16:creationId xmlns:a16="http://schemas.microsoft.com/office/drawing/2014/main" id="{AEC81D54-A8BA-1D37-8C8E-A697A48B2DD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29" name="tx10042">
                <a:extLst>
                  <a:ext uri="{FF2B5EF4-FFF2-40B4-BE49-F238E27FC236}">
                    <a16:creationId xmlns:a16="http://schemas.microsoft.com/office/drawing/2014/main" id="{5A5A0F43-40A2-96ED-44AD-EB6BA3A23B0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30" name="tx10043">
                <a:extLst>
                  <a:ext uri="{FF2B5EF4-FFF2-40B4-BE49-F238E27FC236}">
                    <a16:creationId xmlns:a16="http://schemas.microsoft.com/office/drawing/2014/main" id="{E74EB021-1B3D-BC5F-62FC-C4BD9381A51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31" name="tx10044">
                <a:extLst>
                  <a:ext uri="{FF2B5EF4-FFF2-40B4-BE49-F238E27FC236}">
                    <a16:creationId xmlns:a16="http://schemas.microsoft.com/office/drawing/2014/main" id="{427692C4-6C18-F3D5-CF22-7025080611EF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32" name="tx10045">
                <a:extLst>
                  <a:ext uri="{FF2B5EF4-FFF2-40B4-BE49-F238E27FC236}">
                    <a16:creationId xmlns:a16="http://schemas.microsoft.com/office/drawing/2014/main" id="{615B5601-8253-8951-56E3-43611821287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33" name="tx10046">
                <a:extLst>
                  <a:ext uri="{FF2B5EF4-FFF2-40B4-BE49-F238E27FC236}">
                    <a16:creationId xmlns:a16="http://schemas.microsoft.com/office/drawing/2014/main" id="{7E90C2CA-00F0-E551-8AB9-F982D8E7A23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34" name="tx10047">
                <a:extLst>
                  <a:ext uri="{FF2B5EF4-FFF2-40B4-BE49-F238E27FC236}">
                    <a16:creationId xmlns:a16="http://schemas.microsoft.com/office/drawing/2014/main" id="{FD36A4BD-E6CD-CF16-4CDA-7F810A556ED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35" name="tx10048">
                <a:extLst>
                  <a:ext uri="{FF2B5EF4-FFF2-40B4-BE49-F238E27FC236}">
                    <a16:creationId xmlns:a16="http://schemas.microsoft.com/office/drawing/2014/main" id="{21A92E78-41DB-CCC0-81FF-DBE3E9C494E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36" name="tx10049">
                <a:extLst>
                  <a:ext uri="{FF2B5EF4-FFF2-40B4-BE49-F238E27FC236}">
                    <a16:creationId xmlns:a16="http://schemas.microsoft.com/office/drawing/2014/main" id="{81953D8E-59A0-DD9C-70E6-7AB2ECB3521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37" name="tx10050">
                <a:extLst>
                  <a:ext uri="{FF2B5EF4-FFF2-40B4-BE49-F238E27FC236}">
                    <a16:creationId xmlns:a16="http://schemas.microsoft.com/office/drawing/2014/main" id="{C046EB54-2ACB-6430-D797-0B86DFC7421D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38" name="tx10051">
                <a:extLst>
                  <a:ext uri="{FF2B5EF4-FFF2-40B4-BE49-F238E27FC236}">
                    <a16:creationId xmlns:a16="http://schemas.microsoft.com/office/drawing/2014/main" id="{C8954328-1A56-EA7E-5217-BD254DE49F5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39" name="tx10052">
                <a:extLst>
                  <a:ext uri="{FF2B5EF4-FFF2-40B4-BE49-F238E27FC236}">
                    <a16:creationId xmlns:a16="http://schemas.microsoft.com/office/drawing/2014/main" id="{0BB1AC6C-B2F3-FD45-E338-95A1F79DD83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40" name="tx10053">
                <a:extLst>
                  <a:ext uri="{FF2B5EF4-FFF2-40B4-BE49-F238E27FC236}">
                    <a16:creationId xmlns:a16="http://schemas.microsoft.com/office/drawing/2014/main" id="{F7575670-614D-3B29-BD6C-DD016FE5D8E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41" name="tx10054">
                <a:extLst>
                  <a:ext uri="{FF2B5EF4-FFF2-40B4-BE49-F238E27FC236}">
                    <a16:creationId xmlns:a16="http://schemas.microsoft.com/office/drawing/2014/main" id="{525CCC1D-064F-4F6F-9B23-258D2CD771F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42" name="tx10055">
                <a:extLst>
                  <a:ext uri="{FF2B5EF4-FFF2-40B4-BE49-F238E27FC236}">
                    <a16:creationId xmlns:a16="http://schemas.microsoft.com/office/drawing/2014/main" id="{C91BF351-CD39-1205-BFA3-F16465F569C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43" name="tx10056">
                <a:extLst>
                  <a:ext uri="{FF2B5EF4-FFF2-40B4-BE49-F238E27FC236}">
                    <a16:creationId xmlns:a16="http://schemas.microsoft.com/office/drawing/2014/main" id="{43862126-76CD-8A31-F347-35B980161ED5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44" name="tx10057">
                <a:extLst>
                  <a:ext uri="{FF2B5EF4-FFF2-40B4-BE49-F238E27FC236}">
                    <a16:creationId xmlns:a16="http://schemas.microsoft.com/office/drawing/2014/main" id="{8005A5CC-5A6D-B5AB-3846-AA727865E85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45" name="tx10058">
                <a:extLst>
                  <a:ext uri="{FF2B5EF4-FFF2-40B4-BE49-F238E27FC236}">
                    <a16:creationId xmlns:a16="http://schemas.microsoft.com/office/drawing/2014/main" id="{9F9A9822-7497-8123-4B87-889C6FB1488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46" name="tx10059">
                <a:extLst>
                  <a:ext uri="{FF2B5EF4-FFF2-40B4-BE49-F238E27FC236}">
                    <a16:creationId xmlns:a16="http://schemas.microsoft.com/office/drawing/2014/main" id="{A19842A7-F5B3-E0ED-375B-8F4C2121546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47" name="tx10060">
                <a:extLst>
                  <a:ext uri="{FF2B5EF4-FFF2-40B4-BE49-F238E27FC236}">
                    <a16:creationId xmlns:a16="http://schemas.microsoft.com/office/drawing/2014/main" id="{6CCD12FC-2C33-979E-C43B-27A24C8990A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48" name="tx10061">
                <a:extLst>
                  <a:ext uri="{FF2B5EF4-FFF2-40B4-BE49-F238E27FC236}">
                    <a16:creationId xmlns:a16="http://schemas.microsoft.com/office/drawing/2014/main" id="{B16F70F8-57B8-3845-BD3B-5C2B5CBFC37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49" name="tx10062">
                <a:extLst>
                  <a:ext uri="{FF2B5EF4-FFF2-40B4-BE49-F238E27FC236}">
                    <a16:creationId xmlns:a16="http://schemas.microsoft.com/office/drawing/2014/main" id="{E6C9E55A-9C3D-97CA-E419-204C9299072B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50" name="tx10063">
                <a:extLst>
                  <a:ext uri="{FF2B5EF4-FFF2-40B4-BE49-F238E27FC236}">
                    <a16:creationId xmlns:a16="http://schemas.microsoft.com/office/drawing/2014/main" id="{F2AA6AF0-20A5-E0BA-9325-4E4882E1AE4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51" name="tx10064">
                <a:extLst>
                  <a:ext uri="{FF2B5EF4-FFF2-40B4-BE49-F238E27FC236}">
                    <a16:creationId xmlns:a16="http://schemas.microsoft.com/office/drawing/2014/main" id="{1634B09A-1AB2-F0C6-51D7-D653684BAAA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52" name="tx10065">
                <a:extLst>
                  <a:ext uri="{FF2B5EF4-FFF2-40B4-BE49-F238E27FC236}">
                    <a16:creationId xmlns:a16="http://schemas.microsoft.com/office/drawing/2014/main" id="{73A03364-E02D-1364-14BF-12949D61EAD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53" name="tx10066">
                <a:extLst>
                  <a:ext uri="{FF2B5EF4-FFF2-40B4-BE49-F238E27FC236}">
                    <a16:creationId xmlns:a16="http://schemas.microsoft.com/office/drawing/2014/main" id="{21346A60-9761-B296-21A4-98A10A69BE3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54" name="tx10067">
                <a:extLst>
                  <a:ext uri="{FF2B5EF4-FFF2-40B4-BE49-F238E27FC236}">
                    <a16:creationId xmlns:a16="http://schemas.microsoft.com/office/drawing/2014/main" id="{E88C8B8B-7345-629D-A66D-E7A2EA22FA4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55" name="tx10068">
                <a:extLst>
                  <a:ext uri="{FF2B5EF4-FFF2-40B4-BE49-F238E27FC236}">
                    <a16:creationId xmlns:a16="http://schemas.microsoft.com/office/drawing/2014/main" id="{A9D445EE-FC0F-1B87-7DC0-EBEDB0734B74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56" name="tx10069">
                <a:extLst>
                  <a:ext uri="{FF2B5EF4-FFF2-40B4-BE49-F238E27FC236}">
                    <a16:creationId xmlns:a16="http://schemas.microsoft.com/office/drawing/2014/main" id="{161A33A7-B98B-D28F-F7A4-E5E47F671FA3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57" name="tx10070">
                <a:extLst>
                  <a:ext uri="{FF2B5EF4-FFF2-40B4-BE49-F238E27FC236}">
                    <a16:creationId xmlns:a16="http://schemas.microsoft.com/office/drawing/2014/main" id="{55DB9BA7-D729-84D3-4729-1CDF52E9D9BC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58" name="tx10071">
                <a:extLst>
                  <a:ext uri="{FF2B5EF4-FFF2-40B4-BE49-F238E27FC236}">
                    <a16:creationId xmlns:a16="http://schemas.microsoft.com/office/drawing/2014/main" id="{1F23ABAF-E250-AA98-18E7-21E04411220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59" name="tx10072">
                <a:extLst>
                  <a:ext uri="{FF2B5EF4-FFF2-40B4-BE49-F238E27FC236}">
                    <a16:creationId xmlns:a16="http://schemas.microsoft.com/office/drawing/2014/main" id="{03BC3449-A169-7FC5-97E5-F3B8BC86E16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60" name="tx10073">
                <a:extLst>
                  <a:ext uri="{FF2B5EF4-FFF2-40B4-BE49-F238E27FC236}">
                    <a16:creationId xmlns:a16="http://schemas.microsoft.com/office/drawing/2014/main" id="{342F3A92-9591-050C-AAE4-7EB8F6C2D7D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61" name="tx10074">
                <a:extLst>
                  <a:ext uri="{FF2B5EF4-FFF2-40B4-BE49-F238E27FC236}">
                    <a16:creationId xmlns:a16="http://schemas.microsoft.com/office/drawing/2014/main" id="{CA4A5061-25FA-2A86-4900-D6B6BAAA4AD9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62" name="tx10075">
                <a:extLst>
                  <a:ext uri="{FF2B5EF4-FFF2-40B4-BE49-F238E27FC236}">
                    <a16:creationId xmlns:a16="http://schemas.microsoft.com/office/drawing/2014/main" id="{17470AFE-6C4A-2435-05E9-0BB1685F2C90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63" name="tx10076">
                <a:extLst>
                  <a:ext uri="{FF2B5EF4-FFF2-40B4-BE49-F238E27FC236}">
                    <a16:creationId xmlns:a16="http://schemas.microsoft.com/office/drawing/2014/main" id="{78E597A3-BD4B-A295-4140-0DE723F4C91E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64" name="tx10077">
                <a:extLst>
                  <a:ext uri="{FF2B5EF4-FFF2-40B4-BE49-F238E27FC236}">
                    <a16:creationId xmlns:a16="http://schemas.microsoft.com/office/drawing/2014/main" id="{374DD14D-E474-2A92-0C70-34476540AC9F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65" name="tx10078">
                <a:extLst>
                  <a:ext uri="{FF2B5EF4-FFF2-40B4-BE49-F238E27FC236}">
                    <a16:creationId xmlns:a16="http://schemas.microsoft.com/office/drawing/2014/main" id="{A65569DF-E1D9-C966-A63B-475AD79AA831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66" name="tx10079">
                <a:extLst>
                  <a:ext uri="{FF2B5EF4-FFF2-40B4-BE49-F238E27FC236}">
                    <a16:creationId xmlns:a16="http://schemas.microsoft.com/office/drawing/2014/main" id="{0AD2B71D-787C-DDB2-37A6-2CDD4C86FAB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67" name="tx10080">
                <a:extLst>
                  <a:ext uri="{FF2B5EF4-FFF2-40B4-BE49-F238E27FC236}">
                    <a16:creationId xmlns:a16="http://schemas.microsoft.com/office/drawing/2014/main" id="{48D37EF2-0C7F-71C8-D309-179A0CB0ECB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68" name="tx10081">
                <a:extLst>
                  <a:ext uri="{FF2B5EF4-FFF2-40B4-BE49-F238E27FC236}">
                    <a16:creationId xmlns:a16="http://schemas.microsoft.com/office/drawing/2014/main" id="{B3B79B45-DE0F-B541-DEAE-338C8A3B516D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69" name="tx10082">
                <a:extLst>
                  <a:ext uri="{FF2B5EF4-FFF2-40B4-BE49-F238E27FC236}">
                    <a16:creationId xmlns:a16="http://schemas.microsoft.com/office/drawing/2014/main" id="{604A2EE6-91D1-4655-98E0-D40BE83338A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70" name="tx10083">
                <a:extLst>
                  <a:ext uri="{FF2B5EF4-FFF2-40B4-BE49-F238E27FC236}">
                    <a16:creationId xmlns:a16="http://schemas.microsoft.com/office/drawing/2014/main" id="{569B8B06-7DA0-8079-4A1E-F65CAB1F43C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71" name="tx10084">
                <a:extLst>
                  <a:ext uri="{FF2B5EF4-FFF2-40B4-BE49-F238E27FC236}">
                    <a16:creationId xmlns:a16="http://schemas.microsoft.com/office/drawing/2014/main" id="{573D83C3-F997-F2DB-1D1D-7CEB29005C9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72" name="tx10085">
                <a:extLst>
                  <a:ext uri="{FF2B5EF4-FFF2-40B4-BE49-F238E27FC236}">
                    <a16:creationId xmlns:a16="http://schemas.microsoft.com/office/drawing/2014/main" id="{93601472-E2DA-2E3E-29C1-B68C50222B75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73" name="tx10086">
                <a:extLst>
                  <a:ext uri="{FF2B5EF4-FFF2-40B4-BE49-F238E27FC236}">
                    <a16:creationId xmlns:a16="http://schemas.microsoft.com/office/drawing/2014/main" id="{025A9AB5-EDEC-BB93-828D-F7334881AE22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74" name="tx10087">
                <a:extLst>
                  <a:ext uri="{FF2B5EF4-FFF2-40B4-BE49-F238E27FC236}">
                    <a16:creationId xmlns:a16="http://schemas.microsoft.com/office/drawing/2014/main" id="{032E4360-E604-0009-CCBC-456E7D040747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75" name="tx10088">
                <a:extLst>
                  <a:ext uri="{FF2B5EF4-FFF2-40B4-BE49-F238E27FC236}">
                    <a16:creationId xmlns:a16="http://schemas.microsoft.com/office/drawing/2014/main" id="{0F3F8905-AEAC-541B-5AF1-AA54CD28A573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76" name="tx10089">
                <a:extLst>
                  <a:ext uri="{FF2B5EF4-FFF2-40B4-BE49-F238E27FC236}">
                    <a16:creationId xmlns:a16="http://schemas.microsoft.com/office/drawing/2014/main" id="{A9AC9050-54A2-0130-88F5-ACA54ED3C992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77" name="tx10090">
                <a:extLst>
                  <a:ext uri="{FF2B5EF4-FFF2-40B4-BE49-F238E27FC236}">
                    <a16:creationId xmlns:a16="http://schemas.microsoft.com/office/drawing/2014/main" id="{EFD21C3A-E25E-938D-414F-84DFBFD6E6C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78" name="tx10091">
                <a:extLst>
                  <a:ext uri="{FF2B5EF4-FFF2-40B4-BE49-F238E27FC236}">
                    <a16:creationId xmlns:a16="http://schemas.microsoft.com/office/drawing/2014/main" id="{8D41F1A2-E7DC-1A80-F65C-AE9EA99198DE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79" name="tx10092">
                <a:extLst>
                  <a:ext uri="{FF2B5EF4-FFF2-40B4-BE49-F238E27FC236}">
                    <a16:creationId xmlns:a16="http://schemas.microsoft.com/office/drawing/2014/main" id="{0C6E1894-ACE0-4E93-4D79-794CCE21A9B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80" name="tx10093">
                <a:extLst>
                  <a:ext uri="{FF2B5EF4-FFF2-40B4-BE49-F238E27FC236}">
                    <a16:creationId xmlns:a16="http://schemas.microsoft.com/office/drawing/2014/main" id="{35AFE6D6-4DF5-2465-BA1A-38B5646341D1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81" name="tx10094">
                <a:extLst>
                  <a:ext uri="{FF2B5EF4-FFF2-40B4-BE49-F238E27FC236}">
                    <a16:creationId xmlns:a16="http://schemas.microsoft.com/office/drawing/2014/main" id="{E53CF4E0-F682-3A1B-C6EE-38945530ABC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82" name="tx10095">
                <a:extLst>
                  <a:ext uri="{FF2B5EF4-FFF2-40B4-BE49-F238E27FC236}">
                    <a16:creationId xmlns:a16="http://schemas.microsoft.com/office/drawing/2014/main" id="{FD07A7D1-F742-5298-2CDE-FBCCB12BFB38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83" name="tx10096">
                <a:extLst>
                  <a:ext uri="{FF2B5EF4-FFF2-40B4-BE49-F238E27FC236}">
                    <a16:creationId xmlns:a16="http://schemas.microsoft.com/office/drawing/2014/main" id="{AEE43787-F181-C819-2380-9809E1E37848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84" name="tx10097">
                <a:extLst>
                  <a:ext uri="{FF2B5EF4-FFF2-40B4-BE49-F238E27FC236}">
                    <a16:creationId xmlns:a16="http://schemas.microsoft.com/office/drawing/2014/main" id="{BA4AF804-52D8-7619-A1B6-70DED2C63DDA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85" name="tx10098">
                <a:extLst>
                  <a:ext uri="{FF2B5EF4-FFF2-40B4-BE49-F238E27FC236}">
                    <a16:creationId xmlns:a16="http://schemas.microsoft.com/office/drawing/2014/main" id="{580E847B-B3CB-E2B8-749B-D5A1F320FA17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86" name="tx10099">
                <a:extLst>
                  <a:ext uri="{FF2B5EF4-FFF2-40B4-BE49-F238E27FC236}">
                    <a16:creationId xmlns:a16="http://schemas.microsoft.com/office/drawing/2014/main" id="{114C14A7-58D1-6E87-E8DE-6645B976AC89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87" name="tx10100">
                <a:extLst>
                  <a:ext uri="{FF2B5EF4-FFF2-40B4-BE49-F238E27FC236}">
                    <a16:creationId xmlns:a16="http://schemas.microsoft.com/office/drawing/2014/main" id="{51F708E7-234A-79AB-6ED3-0C8F2C3C89E6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88" name="tx10101">
                <a:extLst>
                  <a:ext uri="{FF2B5EF4-FFF2-40B4-BE49-F238E27FC236}">
                    <a16:creationId xmlns:a16="http://schemas.microsoft.com/office/drawing/2014/main" id="{E2D3BF71-887E-0665-44E4-768A6BE96AEC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89" name="tx10102">
                <a:extLst>
                  <a:ext uri="{FF2B5EF4-FFF2-40B4-BE49-F238E27FC236}">
                    <a16:creationId xmlns:a16="http://schemas.microsoft.com/office/drawing/2014/main" id="{EEEF059C-F2E2-A6E5-C071-997EA266510A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90" name="tx10103">
                <a:extLst>
                  <a:ext uri="{FF2B5EF4-FFF2-40B4-BE49-F238E27FC236}">
                    <a16:creationId xmlns:a16="http://schemas.microsoft.com/office/drawing/2014/main" id="{6E67294A-D3C3-2367-F812-7304D754BF0B}"/>
                  </a:ext>
                </a:extLst>
              </p:cNvPr>
              <p:cNvSpPr/>
              <p:nvPr/>
            </p:nvSpPr>
            <p:spPr>
              <a:xfrm>
                <a:off x="4471888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0291" name="tx10104">
                <a:extLst>
                  <a:ext uri="{FF2B5EF4-FFF2-40B4-BE49-F238E27FC236}">
                    <a16:creationId xmlns:a16="http://schemas.microsoft.com/office/drawing/2014/main" id="{4408E620-4B68-1F93-F741-9F9AA398A000}"/>
                  </a:ext>
                </a:extLst>
              </p:cNvPr>
              <p:cNvSpPr/>
              <p:nvPr/>
            </p:nvSpPr>
            <p:spPr>
              <a:xfrm>
                <a:off x="4523003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0292" name="rc10105">
                <a:extLst>
                  <a:ext uri="{FF2B5EF4-FFF2-40B4-BE49-F238E27FC236}">
                    <a16:creationId xmlns:a16="http://schemas.microsoft.com/office/drawing/2014/main" id="{3855E2EB-4AFA-3E00-C846-2FCFC9E98467}"/>
                  </a:ext>
                </a:extLst>
              </p:cNvPr>
              <p:cNvSpPr/>
              <p:nvPr/>
            </p:nvSpPr>
            <p:spPr>
              <a:xfrm>
                <a:off x="2485887" y="1464512"/>
                <a:ext cx="2492223" cy="2705747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3" name="tx10106">
                <a:extLst>
                  <a:ext uri="{FF2B5EF4-FFF2-40B4-BE49-F238E27FC236}">
                    <a16:creationId xmlns:a16="http://schemas.microsoft.com/office/drawing/2014/main" id="{5486ADA9-D0B4-9BDD-D98F-6864771C424E}"/>
                  </a:ext>
                </a:extLst>
              </p:cNvPr>
              <p:cNvSpPr/>
              <p:nvPr/>
            </p:nvSpPr>
            <p:spPr>
              <a:xfrm>
                <a:off x="2173534" y="40065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20294" name="tx10107">
                <a:extLst>
                  <a:ext uri="{FF2B5EF4-FFF2-40B4-BE49-F238E27FC236}">
                    <a16:creationId xmlns:a16="http://schemas.microsoft.com/office/drawing/2014/main" id="{244E1879-B983-11C0-7AA9-A1152E11E931}"/>
                  </a:ext>
                </a:extLst>
              </p:cNvPr>
              <p:cNvSpPr/>
              <p:nvPr/>
            </p:nvSpPr>
            <p:spPr>
              <a:xfrm>
                <a:off x="2297892" y="39881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295" name="tx10108">
                <a:extLst>
                  <a:ext uri="{FF2B5EF4-FFF2-40B4-BE49-F238E27FC236}">
                    <a16:creationId xmlns:a16="http://schemas.microsoft.com/office/drawing/2014/main" id="{566135FE-D641-0243-EF85-AAE82FA3D5F6}"/>
                  </a:ext>
                </a:extLst>
              </p:cNvPr>
              <p:cNvSpPr/>
              <p:nvPr/>
            </p:nvSpPr>
            <p:spPr>
              <a:xfrm>
                <a:off x="2342607" y="40065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20296" name="tx10109">
                <a:extLst>
                  <a:ext uri="{FF2B5EF4-FFF2-40B4-BE49-F238E27FC236}">
                    <a16:creationId xmlns:a16="http://schemas.microsoft.com/office/drawing/2014/main" id="{E443565C-B807-D0EE-02EA-C005983746EE}"/>
                  </a:ext>
                </a:extLst>
              </p:cNvPr>
              <p:cNvSpPr/>
              <p:nvPr/>
            </p:nvSpPr>
            <p:spPr>
              <a:xfrm>
                <a:off x="2173534" y="36551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20297" name="tx10110">
                <a:extLst>
                  <a:ext uri="{FF2B5EF4-FFF2-40B4-BE49-F238E27FC236}">
                    <a16:creationId xmlns:a16="http://schemas.microsoft.com/office/drawing/2014/main" id="{29ADEC29-F14E-F639-321D-66AB9EDAF0AE}"/>
                  </a:ext>
                </a:extLst>
              </p:cNvPr>
              <p:cNvSpPr/>
              <p:nvPr/>
            </p:nvSpPr>
            <p:spPr>
              <a:xfrm>
                <a:off x="2297892" y="36367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298" name="tx10111">
                <a:extLst>
                  <a:ext uri="{FF2B5EF4-FFF2-40B4-BE49-F238E27FC236}">
                    <a16:creationId xmlns:a16="http://schemas.microsoft.com/office/drawing/2014/main" id="{953D27B6-30CD-ED54-4369-D5EA5D7E4E33}"/>
                  </a:ext>
                </a:extLst>
              </p:cNvPr>
              <p:cNvSpPr/>
              <p:nvPr/>
            </p:nvSpPr>
            <p:spPr>
              <a:xfrm>
                <a:off x="2342607" y="36551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20299" name="tx10112">
                <a:extLst>
                  <a:ext uri="{FF2B5EF4-FFF2-40B4-BE49-F238E27FC236}">
                    <a16:creationId xmlns:a16="http://schemas.microsoft.com/office/drawing/2014/main" id="{1008E6B0-EABA-DC61-FD9D-9B6B7A841F47}"/>
                  </a:ext>
                </a:extLst>
              </p:cNvPr>
              <p:cNvSpPr/>
              <p:nvPr/>
            </p:nvSpPr>
            <p:spPr>
              <a:xfrm>
                <a:off x="2173534" y="330397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20300" name="tx10113">
                <a:extLst>
                  <a:ext uri="{FF2B5EF4-FFF2-40B4-BE49-F238E27FC236}">
                    <a16:creationId xmlns:a16="http://schemas.microsoft.com/office/drawing/2014/main" id="{B6FA2B2B-194F-F8C7-70BF-32086A3705A0}"/>
                  </a:ext>
                </a:extLst>
              </p:cNvPr>
              <p:cNvSpPr/>
              <p:nvPr/>
            </p:nvSpPr>
            <p:spPr>
              <a:xfrm>
                <a:off x="2297892" y="3285501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01" name="tx10114">
                <a:extLst>
                  <a:ext uri="{FF2B5EF4-FFF2-40B4-BE49-F238E27FC236}">
                    <a16:creationId xmlns:a16="http://schemas.microsoft.com/office/drawing/2014/main" id="{04AEEE1D-5F78-31B9-8ED9-ECBD91EC6472}"/>
                  </a:ext>
                </a:extLst>
              </p:cNvPr>
              <p:cNvSpPr/>
              <p:nvPr/>
            </p:nvSpPr>
            <p:spPr>
              <a:xfrm>
                <a:off x="2342607" y="330397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20302" name="tx10115">
                <a:extLst>
                  <a:ext uri="{FF2B5EF4-FFF2-40B4-BE49-F238E27FC236}">
                    <a16:creationId xmlns:a16="http://schemas.microsoft.com/office/drawing/2014/main" id="{AA50B2C0-3F20-3785-7888-257A61658575}"/>
                  </a:ext>
                </a:extLst>
              </p:cNvPr>
              <p:cNvSpPr/>
              <p:nvPr/>
            </p:nvSpPr>
            <p:spPr>
              <a:xfrm>
                <a:off x="2173534" y="29523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20303" name="tx10116">
                <a:extLst>
                  <a:ext uri="{FF2B5EF4-FFF2-40B4-BE49-F238E27FC236}">
                    <a16:creationId xmlns:a16="http://schemas.microsoft.com/office/drawing/2014/main" id="{001F2003-6E71-E66C-DEDD-41AF110FB07F}"/>
                  </a:ext>
                </a:extLst>
              </p:cNvPr>
              <p:cNvSpPr/>
              <p:nvPr/>
            </p:nvSpPr>
            <p:spPr>
              <a:xfrm>
                <a:off x="2297892" y="29339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04" name="tx10117">
                <a:extLst>
                  <a:ext uri="{FF2B5EF4-FFF2-40B4-BE49-F238E27FC236}">
                    <a16:creationId xmlns:a16="http://schemas.microsoft.com/office/drawing/2014/main" id="{06D51E76-2E89-1180-5F3D-266F9E26DA46}"/>
                  </a:ext>
                </a:extLst>
              </p:cNvPr>
              <p:cNvSpPr/>
              <p:nvPr/>
            </p:nvSpPr>
            <p:spPr>
              <a:xfrm>
                <a:off x="2342607" y="29523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20305" name="tx10118">
                <a:extLst>
                  <a:ext uri="{FF2B5EF4-FFF2-40B4-BE49-F238E27FC236}">
                    <a16:creationId xmlns:a16="http://schemas.microsoft.com/office/drawing/2014/main" id="{0C1D35CE-AEDF-E0AD-5B70-C556F2CC37DE}"/>
                  </a:ext>
                </a:extLst>
              </p:cNvPr>
              <p:cNvSpPr/>
              <p:nvPr/>
            </p:nvSpPr>
            <p:spPr>
              <a:xfrm>
                <a:off x="2173534" y="26011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20306" name="tx10119">
                <a:extLst>
                  <a:ext uri="{FF2B5EF4-FFF2-40B4-BE49-F238E27FC236}">
                    <a16:creationId xmlns:a16="http://schemas.microsoft.com/office/drawing/2014/main" id="{8544E807-B1AC-4DA2-EC28-4B4538853849}"/>
                  </a:ext>
                </a:extLst>
              </p:cNvPr>
              <p:cNvSpPr/>
              <p:nvPr/>
            </p:nvSpPr>
            <p:spPr>
              <a:xfrm>
                <a:off x="2297892" y="25827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07" name="tx10120">
                <a:extLst>
                  <a:ext uri="{FF2B5EF4-FFF2-40B4-BE49-F238E27FC236}">
                    <a16:creationId xmlns:a16="http://schemas.microsoft.com/office/drawing/2014/main" id="{18356E28-0826-66B9-0EE3-124FE1D53CB5}"/>
                  </a:ext>
                </a:extLst>
              </p:cNvPr>
              <p:cNvSpPr/>
              <p:nvPr/>
            </p:nvSpPr>
            <p:spPr>
              <a:xfrm>
                <a:off x="2342607" y="26011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20308" name="tx10121">
                <a:extLst>
                  <a:ext uri="{FF2B5EF4-FFF2-40B4-BE49-F238E27FC236}">
                    <a16:creationId xmlns:a16="http://schemas.microsoft.com/office/drawing/2014/main" id="{F62E9C36-3D9E-E010-0B63-3399BAD0B652}"/>
                  </a:ext>
                </a:extLst>
              </p:cNvPr>
              <p:cNvSpPr/>
              <p:nvPr/>
            </p:nvSpPr>
            <p:spPr>
              <a:xfrm>
                <a:off x="2173534" y="22497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20309" name="tx10122">
                <a:extLst>
                  <a:ext uri="{FF2B5EF4-FFF2-40B4-BE49-F238E27FC236}">
                    <a16:creationId xmlns:a16="http://schemas.microsoft.com/office/drawing/2014/main" id="{B48697D5-B039-8553-644B-EA5379841E87}"/>
                  </a:ext>
                </a:extLst>
              </p:cNvPr>
              <p:cNvSpPr/>
              <p:nvPr/>
            </p:nvSpPr>
            <p:spPr>
              <a:xfrm>
                <a:off x="2297892" y="22313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10" name="tx10123">
                <a:extLst>
                  <a:ext uri="{FF2B5EF4-FFF2-40B4-BE49-F238E27FC236}">
                    <a16:creationId xmlns:a16="http://schemas.microsoft.com/office/drawing/2014/main" id="{DE8FF448-E4E4-1929-A7E8-72C1AF75B95C}"/>
                  </a:ext>
                </a:extLst>
              </p:cNvPr>
              <p:cNvSpPr/>
              <p:nvPr/>
            </p:nvSpPr>
            <p:spPr>
              <a:xfrm>
                <a:off x="2342607" y="22497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20311" name="tx10124">
                <a:extLst>
                  <a:ext uri="{FF2B5EF4-FFF2-40B4-BE49-F238E27FC236}">
                    <a16:creationId xmlns:a16="http://schemas.microsoft.com/office/drawing/2014/main" id="{C6D7B6DD-EEE0-B80D-1343-156334B40C4B}"/>
                  </a:ext>
                </a:extLst>
              </p:cNvPr>
              <p:cNvSpPr/>
              <p:nvPr/>
            </p:nvSpPr>
            <p:spPr>
              <a:xfrm>
                <a:off x="2173534" y="1898388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20312" name="tx10125">
                <a:extLst>
                  <a:ext uri="{FF2B5EF4-FFF2-40B4-BE49-F238E27FC236}">
                    <a16:creationId xmlns:a16="http://schemas.microsoft.com/office/drawing/2014/main" id="{273A677F-2AD1-8131-47D2-D234ABE3246A}"/>
                  </a:ext>
                </a:extLst>
              </p:cNvPr>
              <p:cNvSpPr/>
              <p:nvPr/>
            </p:nvSpPr>
            <p:spPr>
              <a:xfrm>
                <a:off x="2297892" y="187991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13" name="tx10126">
                <a:extLst>
                  <a:ext uri="{FF2B5EF4-FFF2-40B4-BE49-F238E27FC236}">
                    <a16:creationId xmlns:a16="http://schemas.microsoft.com/office/drawing/2014/main" id="{57718526-B9DD-0BA6-1A3E-32529D8F8136}"/>
                  </a:ext>
                </a:extLst>
              </p:cNvPr>
              <p:cNvSpPr/>
              <p:nvPr/>
            </p:nvSpPr>
            <p:spPr>
              <a:xfrm>
                <a:off x="2342607" y="1898388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20314" name="tx10127">
                <a:extLst>
                  <a:ext uri="{FF2B5EF4-FFF2-40B4-BE49-F238E27FC236}">
                    <a16:creationId xmlns:a16="http://schemas.microsoft.com/office/drawing/2014/main" id="{BE4ADF13-7CA2-6F68-E66F-B21B669860CF}"/>
                  </a:ext>
                </a:extLst>
              </p:cNvPr>
              <p:cNvSpPr/>
              <p:nvPr/>
            </p:nvSpPr>
            <p:spPr>
              <a:xfrm>
                <a:off x="2173534" y="15469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20315" name="tx10128">
                <a:extLst>
                  <a:ext uri="{FF2B5EF4-FFF2-40B4-BE49-F238E27FC236}">
                    <a16:creationId xmlns:a16="http://schemas.microsoft.com/office/drawing/2014/main" id="{5A76C445-A03D-7EB3-2A8C-9E1DF486AD99}"/>
                  </a:ext>
                </a:extLst>
              </p:cNvPr>
              <p:cNvSpPr/>
              <p:nvPr/>
            </p:nvSpPr>
            <p:spPr>
              <a:xfrm>
                <a:off x="2297892" y="15285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16" name="tx10129">
                <a:extLst>
                  <a:ext uri="{FF2B5EF4-FFF2-40B4-BE49-F238E27FC236}">
                    <a16:creationId xmlns:a16="http://schemas.microsoft.com/office/drawing/2014/main" id="{1402EEF0-A71E-142F-1111-0DE2768470C8}"/>
                  </a:ext>
                </a:extLst>
              </p:cNvPr>
              <p:cNvSpPr/>
              <p:nvPr/>
            </p:nvSpPr>
            <p:spPr>
              <a:xfrm>
                <a:off x="2342607" y="15469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20317" name="pl10130">
                <a:extLst>
                  <a:ext uri="{FF2B5EF4-FFF2-40B4-BE49-F238E27FC236}">
                    <a16:creationId xmlns:a16="http://schemas.microsoft.com/office/drawing/2014/main" id="{DE5B6C5B-F45E-5995-6174-09BD550948AC}"/>
                  </a:ext>
                </a:extLst>
              </p:cNvPr>
              <p:cNvSpPr/>
              <p:nvPr/>
            </p:nvSpPr>
            <p:spPr>
              <a:xfrm>
                <a:off x="2451092" y="404727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8" name="pl10131">
                <a:extLst>
                  <a:ext uri="{FF2B5EF4-FFF2-40B4-BE49-F238E27FC236}">
                    <a16:creationId xmlns:a16="http://schemas.microsoft.com/office/drawing/2014/main" id="{05E01F68-C1C6-D502-CB2B-72207223BEEC}"/>
                  </a:ext>
                </a:extLst>
              </p:cNvPr>
              <p:cNvSpPr/>
              <p:nvPr/>
            </p:nvSpPr>
            <p:spPr>
              <a:xfrm>
                <a:off x="2451092" y="369587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9" name="pl10132">
                <a:extLst>
                  <a:ext uri="{FF2B5EF4-FFF2-40B4-BE49-F238E27FC236}">
                    <a16:creationId xmlns:a16="http://schemas.microsoft.com/office/drawing/2014/main" id="{4DA5CADF-FEE9-8820-5FC6-2EEC9F08DBD1}"/>
                  </a:ext>
                </a:extLst>
              </p:cNvPr>
              <p:cNvSpPr/>
              <p:nvPr/>
            </p:nvSpPr>
            <p:spPr>
              <a:xfrm>
                <a:off x="2451092" y="3344479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0" name="pl10133">
                <a:extLst>
                  <a:ext uri="{FF2B5EF4-FFF2-40B4-BE49-F238E27FC236}">
                    <a16:creationId xmlns:a16="http://schemas.microsoft.com/office/drawing/2014/main" id="{E4B4BA45-B86E-10A2-D4D0-8D3CF38477B5}"/>
                  </a:ext>
                </a:extLst>
              </p:cNvPr>
              <p:cNvSpPr/>
              <p:nvPr/>
            </p:nvSpPr>
            <p:spPr>
              <a:xfrm>
                <a:off x="2451092" y="299308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1" name="pl10134">
                <a:extLst>
                  <a:ext uri="{FF2B5EF4-FFF2-40B4-BE49-F238E27FC236}">
                    <a16:creationId xmlns:a16="http://schemas.microsoft.com/office/drawing/2014/main" id="{25013F89-97F3-B3EB-36BB-3946291D64FC}"/>
                  </a:ext>
                </a:extLst>
              </p:cNvPr>
              <p:cNvSpPr/>
              <p:nvPr/>
            </p:nvSpPr>
            <p:spPr>
              <a:xfrm>
                <a:off x="2451092" y="2641688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2" name="pl10135">
                <a:extLst>
                  <a:ext uri="{FF2B5EF4-FFF2-40B4-BE49-F238E27FC236}">
                    <a16:creationId xmlns:a16="http://schemas.microsoft.com/office/drawing/2014/main" id="{9E77EE94-9513-A124-265D-4EB777DD798A}"/>
                  </a:ext>
                </a:extLst>
              </p:cNvPr>
              <p:cNvSpPr/>
              <p:nvPr/>
            </p:nvSpPr>
            <p:spPr>
              <a:xfrm>
                <a:off x="2451092" y="229029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3" name="pl10136">
                <a:extLst>
                  <a:ext uri="{FF2B5EF4-FFF2-40B4-BE49-F238E27FC236}">
                    <a16:creationId xmlns:a16="http://schemas.microsoft.com/office/drawing/2014/main" id="{A1C10497-CB24-048D-05B5-2AA5A1CF7475}"/>
                  </a:ext>
                </a:extLst>
              </p:cNvPr>
              <p:cNvSpPr/>
              <p:nvPr/>
            </p:nvSpPr>
            <p:spPr>
              <a:xfrm>
                <a:off x="2451092" y="1938896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4" name="pl10137">
                <a:extLst>
                  <a:ext uri="{FF2B5EF4-FFF2-40B4-BE49-F238E27FC236}">
                    <a16:creationId xmlns:a16="http://schemas.microsoft.com/office/drawing/2014/main" id="{F6266F11-E46E-D000-FD1E-D258C249550B}"/>
                  </a:ext>
                </a:extLst>
              </p:cNvPr>
              <p:cNvSpPr/>
              <p:nvPr/>
            </p:nvSpPr>
            <p:spPr>
              <a:xfrm>
                <a:off x="2451092" y="158750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5" name="pl10138">
                <a:extLst>
                  <a:ext uri="{FF2B5EF4-FFF2-40B4-BE49-F238E27FC236}">
                    <a16:creationId xmlns:a16="http://schemas.microsoft.com/office/drawing/2014/main" id="{EBC4EF56-C038-669B-4E22-29B2A5F7D990}"/>
                  </a:ext>
                </a:extLst>
              </p:cNvPr>
              <p:cNvSpPr/>
              <p:nvPr/>
            </p:nvSpPr>
            <p:spPr>
              <a:xfrm>
                <a:off x="2599170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6" name="pl10139">
                <a:extLst>
                  <a:ext uri="{FF2B5EF4-FFF2-40B4-BE49-F238E27FC236}">
                    <a16:creationId xmlns:a16="http://schemas.microsoft.com/office/drawing/2014/main" id="{3C3FEE2D-1FB4-7394-E277-EA5939782762}"/>
                  </a:ext>
                </a:extLst>
              </p:cNvPr>
              <p:cNvSpPr/>
              <p:nvPr/>
            </p:nvSpPr>
            <p:spPr>
              <a:xfrm>
                <a:off x="297677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7" name="pl10140">
                <a:extLst>
                  <a:ext uri="{FF2B5EF4-FFF2-40B4-BE49-F238E27FC236}">
                    <a16:creationId xmlns:a16="http://schemas.microsoft.com/office/drawing/2014/main" id="{C167490D-D67B-511E-2D87-469E0F676446}"/>
                  </a:ext>
                </a:extLst>
              </p:cNvPr>
              <p:cNvSpPr/>
              <p:nvPr/>
            </p:nvSpPr>
            <p:spPr>
              <a:xfrm>
                <a:off x="335438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8" name="pl10141">
                <a:extLst>
                  <a:ext uri="{FF2B5EF4-FFF2-40B4-BE49-F238E27FC236}">
                    <a16:creationId xmlns:a16="http://schemas.microsoft.com/office/drawing/2014/main" id="{DB9675AF-D68B-BF99-B54B-2520BCC4FC4F}"/>
                  </a:ext>
                </a:extLst>
              </p:cNvPr>
              <p:cNvSpPr/>
              <p:nvPr/>
            </p:nvSpPr>
            <p:spPr>
              <a:xfrm>
                <a:off x="373199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9" name="pl10142">
                <a:extLst>
                  <a:ext uri="{FF2B5EF4-FFF2-40B4-BE49-F238E27FC236}">
                    <a16:creationId xmlns:a16="http://schemas.microsoft.com/office/drawing/2014/main" id="{6D4E62C9-3D2F-95DC-5637-5783EF1E26AF}"/>
                  </a:ext>
                </a:extLst>
              </p:cNvPr>
              <p:cNvSpPr/>
              <p:nvPr/>
            </p:nvSpPr>
            <p:spPr>
              <a:xfrm>
                <a:off x="410960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0" name="pl10143">
                <a:extLst>
                  <a:ext uri="{FF2B5EF4-FFF2-40B4-BE49-F238E27FC236}">
                    <a16:creationId xmlns:a16="http://schemas.microsoft.com/office/drawing/2014/main" id="{E6D0A122-8573-B3AF-7AE4-E19578461152}"/>
                  </a:ext>
                </a:extLst>
              </p:cNvPr>
              <p:cNvSpPr/>
              <p:nvPr/>
            </p:nvSpPr>
            <p:spPr>
              <a:xfrm>
                <a:off x="4487218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1" name="pl10144">
                <a:extLst>
                  <a:ext uri="{FF2B5EF4-FFF2-40B4-BE49-F238E27FC236}">
                    <a16:creationId xmlns:a16="http://schemas.microsoft.com/office/drawing/2014/main" id="{7CA4C87C-F582-15E3-1781-C891B3F073A4}"/>
                  </a:ext>
                </a:extLst>
              </p:cNvPr>
              <p:cNvSpPr/>
              <p:nvPr/>
            </p:nvSpPr>
            <p:spPr>
              <a:xfrm>
                <a:off x="4864827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2" name="tx10145">
                <a:extLst>
                  <a:ext uri="{FF2B5EF4-FFF2-40B4-BE49-F238E27FC236}">
                    <a16:creationId xmlns:a16="http://schemas.microsoft.com/office/drawing/2014/main" id="{DE5A9192-FFC5-AA2A-93A4-478C7D3E64B3}"/>
                  </a:ext>
                </a:extLst>
              </p:cNvPr>
              <p:cNvSpPr/>
              <p:nvPr/>
            </p:nvSpPr>
            <p:spPr>
              <a:xfrm>
                <a:off x="2492916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20333" name="tx10146">
                <a:extLst>
                  <a:ext uri="{FF2B5EF4-FFF2-40B4-BE49-F238E27FC236}">
                    <a16:creationId xmlns:a16="http://schemas.microsoft.com/office/drawing/2014/main" id="{BCAEE6C9-091B-0563-F002-893439043123}"/>
                  </a:ext>
                </a:extLst>
              </p:cNvPr>
              <p:cNvSpPr/>
              <p:nvPr/>
            </p:nvSpPr>
            <p:spPr>
              <a:xfrm>
                <a:off x="2586185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34" name="tx10147">
                <a:extLst>
                  <a:ext uri="{FF2B5EF4-FFF2-40B4-BE49-F238E27FC236}">
                    <a16:creationId xmlns:a16="http://schemas.microsoft.com/office/drawing/2014/main" id="{2C752593-4C50-8170-323B-08783DC8B33F}"/>
                  </a:ext>
                </a:extLst>
              </p:cNvPr>
              <p:cNvSpPr/>
              <p:nvPr/>
            </p:nvSpPr>
            <p:spPr>
              <a:xfrm>
                <a:off x="2630899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20335" name="tx10148">
                <a:extLst>
                  <a:ext uri="{FF2B5EF4-FFF2-40B4-BE49-F238E27FC236}">
                    <a16:creationId xmlns:a16="http://schemas.microsoft.com/office/drawing/2014/main" id="{A7900020-A603-3D4E-56F6-1C07E413A891}"/>
                  </a:ext>
                </a:extLst>
              </p:cNvPr>
              <p:cNvSpPr/>
              <p:nvPr/>
            </p:nvSpPr>
            <p:spPr>
              <a:xfrm>
                <a:off x="2854981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20336" name="tx10149">
                <a:extLst>
                  <a:ext uri="{FF2B5EF4-FFF2-40B4-BE49-F238E27FC236}">
                    <a16:creationId xmlns:a16="http://schemas.microsoft.com/office/drawing/2014/main" id="{AAE0A725-BFE9-933C-840E-9786F49D5101}"/>
                  </a:ext>
                </a:extLst>
              </p:cNvPr>
              <p:cNvSpPr/>
              <p:nvPr/>
            </p:nvSpPr>
            <p:spPr>
              <a:xfrm>
                <a:off x="2979340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37" name="tx10150">
                <a:extLst>
                  <a:ext uri="{FF2B5EF4-FFF2-40B4-BE49-F238E27FC236}">
                    <a16:creationId xmlns:a16="http://schemas.microsoft.com/office/drawing/2014/main" id="{C0372E26-F6EB-546D-6FED-E13F7CB0FD11}"/>
                  </a:ext>
                </a:extLst>
              </p:cNvPr>
              <p:cNvSpPr/>
              <p:nvPr/>
            </p:nvSpPr>
            <p:spPr>
              <a:xfrm>
                <a:off x="3024054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20338" name="tx10151">
                <a:extLst>
                  <a:ext uri="{FF2B5EF4-FFF2-40B4-BE49-F238E27FC236}">
                    <a16:creationId xmlns:a16="http://schemas.microsoft.com/office/drawing/2014/main" id="{B04D24B8-20BF-73C7-BC02-77284BFD1CD3}"/>
                  </a:ext>
                </a:extLst>
              </p:cNvPr>
              <p:cNvSpPr/>
              <p:nvPr/>
            </p:nvSpPr>
            <p:spPr>
              <a:xfrm>
                <a:off x="3232591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20339" name="tx10152">
                <a:extLst>
                  <a:ext uri="{FF2B5EF4-FFF2-40B4-BE49-F238E27FC236}">
                    <a16:creationId xmlns:a16="http://schemas.microsoft.com/office/drawing/2014/main" id="{9E25961C-EE41-143C-732A-74EED9BD3F52}"/>
                  </a:ext>
                </a:extLst>
              </p:cNvPr>
              <p:cNvSpPr/>
              <p:nvPr/>
            </p:nvSpPr>
            <p:spPr>
              <a:xfrm>
                <a:off x="3356949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40" name="tx10153">
                <a:extLst>
                  <a:ext uri="{FF2B5EF4-FFF2-40B4-BE49-F238E27FC236}">
                    <a16:creationId xmlns:a16="http://schemas.microsoft.com/office/drawing/2014/main" id="{D7FE843C-459B-CAEA-418A-48A3F03747C9}"/>
                  </a:ext>
                </a:extLst>
              </p:cNvPr>
              <p:cNvSpPr/>
              <p:nvPr/>
            </p:nvSpPr>
            <p:spPr>
              <a:xfrm>
                <a:off x="340166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20341" name="tx10154">
                <a:extLst>
                  <a:ext uri="{FF2B5EF4-FFF2-40B4-BE49-F238E27FC236}">
                    <a16:creationId xmlns:a16="http://schemas.microsoft.com/office/drawing/2014/main" id="{C69174E3-D6F1-2B14-9173-1B23AC7682B5}"/>
                  </a:ext>
                </a:extLst>
              </p:cNvPr>
              <p:cNvSpPr/>
              <p:nvPr/>
            </p:nvSpPr>
            <p:spPr>
              <a:xfrm>
                <a:off x="361020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20342" name="tx10155">
                <a:extLst>
                  <a:ext uri="{FF2B5EF4-FFF2-40B4-BE49-F238E27FC236}">
                    <a16:creationId xmlns:a16="http://schemas.microsoft.com/office/drawing/2014/main" id="{6FDAED58-FDE5-C4F6-A032-021A85129063}"/>
                  </a:ext>
                </a:extLst>
              </p:cNvPr>
              <p:cNvSpPr/>
              <p:nvPr/>
            </p:nvSpPr>
            <p:spPr>
              <a:xfrm>
                <a:off x="3734559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43" name="tx10156">
                <a:extLst>
                  <a:ext uri="{FF2B5EF4-FFF2-40B4-BE49-F238E27FC236}">
                    <a16:creationId xmlns:a16="http://schemas.microsoft.com/office/drawing/2014/main" id="{EE25B8B7-1E92-728A-D163-59FEB9B8FCCF}"/>
                  </a:ext>
                </a:extLst>
              </p:cNvPr>
              <p:cNvSpPr/>
              <p:nvPr/>
            </p:nvSpPr>
            <p:spPr>
              <a:xfrm>
                <a:off x="377927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20344" name="tx10157">
                <a:extLst>
                  <a:ext uri="{FF2B5EF4-FFF2-40B4-BE49-F238E27FC236}">
                    <a16:creationId xmlns:a16="http://schemas.microsoft.com/office/drawing/2014/main" id="{24033C31-B591-7711-B5BF-F5234B0CDE8C}"/>
                  </a:ext>
                </a:extLst>
              </p:cNvPr>
              <p:cNvSpPr/>
              <p:nvPr/>
            </p:nvSpPr>
            <p:spPr>
              <a:xfrm>
                <a:off x="398781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20345" name="tx10158">
                <a:extLst>
                  <a:ext uri="{FF2B5EF4-FFF2-40B4-BE49-F238E27FC236}">
                    <a16:creationId xmlns:a16="http://schemas.microsoft.com/office/drawing/2014/main" id="{ED6A870A-DF2C-96AF-77AB-E0C24C299F99}"/>
                  </a:ext>
                </a:extLst>
              </p:cNvPr>
              <p:cNvSpPr/>
              <p:nvPr/>
            </p:nvSpPr>
            <p:spPr>
              <a:xfrm>
                <a:off x="411216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46" name="tx10159">
                <a:extLst>
                  <a:ext uri="{FF2B5EF4-FFF2-40B4-BE49-F238E27FC236}">
                    <a16:creationId xmlns:a16="http://schemas.microsoft.com/office/drawing/2014/main" id="{82936AAE-4735-50C0-E1A6-84FA65BC1EFA}"/>
                  </a:ext>
                </a:extLst>
              </p:cNvPr>
              <p:cNvSpPr/>
              <p:nvPr/>
            </p:nvSpPr>
            <p:spPr>
              <a:xfrm>
                <a:off x="4156883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20347" name="tx10160">
                <a:extLst>
                  <a:ext uri="{FF2B5EF4-FFF2-40B4-BE49-F238E27FC236}">
                    <a16:creationId xmlns:a16="http://schemas.microsoft.com/office/drawing/2014/main" id="{56AFE7F5-3FB9-43A9-87A1-4789188DF282}"/>
                  </a:ext>
                </a:extLst>
              </p:cNvPr>
              <p:cNvSpPr/>
              <p:nvPr/>
            </p:nvSpPr>
            <p:spPr>
              <a:xfrm>
                <a:off x="4365420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20348" name="tx10161">
                <a:extLst>
                  <a:ext uri="{FF2B5EF4-FFF2-40B4-BE49-F238E27FC236}">
                    <a16:creationId xmlns:a16="http://schemas.microsoft.com/office/drawing/2014/main" id="{CB9E0FA1-AACD-EA5E-EEB0-38C65AABEA29}"/>
                  </a:ext>
                </a:extLst>
              </p:cNvPr>
              <p:cNvSpPr/>
              <p:nvPr/>
            </p:nvSpPr>
            <p:spPr>
              <a:xfrm>
                <a:off x="448977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49" name="tx10162">
                <a:extLst>
                  <a:ext uri="{FF2B5EF4-FFF2-40B4-BE49-F238E27FC236}">
                    <a16:creationId xmlns:a16="http://schemas.microsoft.com/office/drawing/2014/main" id="{1DBD2A8E-B81E-2DF7-AF4B-0CD7E3F72063}"/>
                  </a:ext>
                </a:extLst>
              </p:cNvPr>
              <p:cNvSpPr/>
              <p:nvPr/>
            </p:nvSpPr>
            <p:spPr>
              <a:xfrm>
                <a:off x="4534492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20350" name="tx10163">
                <a:extLst>
                  <a:ext uri="{FF2B5EF4-FFF2-40B4-BE49-F238E27FC236}">
                    <a16:creationId xmlns:a16="http://schemas.microsoft.com/office/drawing/2014/main" id="{910D4E93-36EC-133B-27B2-B9A1A9868A7D}"/>
                  </a:ext>
                </a:extLst>
              </p:cNvPr>
              <p:cNvSpPr/>
              <p:nvPr/>
            </p:nvSpPr>
            <p:spPr>
              <a:xfrm>
                <a:off x="4743029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20351" name="tx10164">
                <a:extLst>
                  <a:ext uri="{FF2B5EF4-FFF2-40B4-BE49-F238E27FC236}">
                    <a16:creationId xmlns:a16="http://schemas.microsoft.com/office/drawing/2014/main" id="{2C7C39F6-EE37-70AD-8634-6A2C4B745468}"/>
                  </a:ext>
                </a:extLst>
              </p:cNvPr>
              <p:cNvSpPr/>
              <p:nvPr/>
            </p:nvSpPr>
            <p:spPr>
              <a:xfrm>
                <a:off x="4867388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20352" name="tx10165">
                <a:extLst>
                  <a:ext uri="{FF2B5EF4-FFF2-40B4-BE49-F238E27FC236}">
                    <a16:creationId xmlns:a16="http://schemas.microsoft.com/office/drawing/2014/main" id="{5CA535B2-CC74-C4D4-550D-FBA9A0D944E5}"/>
                  </a:ext>
                </a:extLst>
              </p:cNvPr>
              <p:cNvSpPr/>
              <p:nvPr/>
            </p:nvSpPr>
            <p:spPr>
              <a:xfrm>
                <a:off x="4912102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20353" name="tx10166">
                <a:extLst>
                  <a:ext uri="{FF2B5EF4-FFF2-40B4-BE49-F238E27FC236}">
                    <a16:creationId xmlns:a16="http://schemas.microsoft.com/office/drawing/2014/main" id="{496162CB-64A6-3482-75BA-7FA4A63A82DA}"/>
                  </a:ext>
                </a:extLst>
              </p:cNvPr>
              <p:cNvSpPr/>
              <p:nvPr/>
            </p:nvSpPr>
            <p:spPr>
              <a:xfrm>
                <a:off x="3425034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20354" name="tx10167">
                <a:extLst>
                  <a:ext uri="{FF2B5EF4-FFF2-40B4-BE49-F238E27FC236}">
                    <a16:creationId xmlns:a16="http://schemas.microsoft.com/office/drawing/2014/main" id="{0EBBE740-9241-1488-080D-BF6AAC0103AE}"/>
                  </a:ext>
                </a:extLst>
              </p:cNvPr>
              <p:cNvSpPr/>
              <p:nvPr/>
            </p:nvSpPr>
            <p:spPr>
              <a:xfrm rot="-5400000">
                <a:off x="1810607" y="2767368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20355" name="rc10168">
                <a:extLst>
                  <a:ext uri="{FF2B5EF4-FFF2-40B4-BE49-F238E27FC236}">
                    <a16:creationId xmlns:a16="http://schemas.microsoft.com/office/drawing/2014/main" id="{C7E2CA97-89D9-6C5E-4C0C-7F9CA3A6A65B}"/>
                  </a:ext>
                </a:extLst>
              </p:cNvPr>
              <p:cNvSpPr/>
              <p:nvPr/>
            </p:nvSpPr>
            <p:spPr>
              <a:xfrm>
                <a:off x="5117288" y="2099623"/>
                <a:ext cx="645850" cy="1435526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6" name="tx10169">
                <a:extLst>
                  <a:ext uri="{FF2B5EF4-FFF2-40B4-BE49-F238E27FC236}">
                    <a16:creationId xmlns:a16="http://schemas.microsoft.com/office/drawing/2014/main" id="{53C3514A-53D2-E8F9-C46C-B7631463DFE5}"/>
                  </a:ext>
                </a:extLst>
              </p:cNvPr>
              <p:cNvSpPr/>
              <p:nvPr/>
            </p:nvSpPr>
            <p:spPr>
              <a:xfrm>
                <a:off x="5186877" y="2183934"/>
                <a:ext cx="496884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Survival</a:t>
                </a:r>
              </a:p>
            </p:txBody>
          </p:sp>
          <p:pic>
            <p:nvPicPr>
              <p:cNvPr id="20357" name="pic10170">
                <a:extLst>
                  <a:ext uri="{FF2B5EF4-FFF2-40B4-BE49-F238E27FC236}">
                    <a16:creationId xmlns:a16="http://schemas.microsoft.com/office/drawing/2014/main" id="{8FBF056D-2C8C-7DD4-F5DB-C3516A95C173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86877" y="2368280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20358" name="pl10171">
                <a:extLst>
                  <a:ext uri="{FF2B5EF4-FFF2-40B4-BE49-F238E27FC236}">
                    <a16:creationId xmlns:a16="http://schemas.microsoft.com/office/drawing/2014/main" id="{7B54120B-29A1-803F-D4B4-09C67DF22300}"/>
                  </a:ext>
                </a:extLst>
              </p:cNvPr>
              <p:cNvSpPr/>
              <p:nvPr/>
            </p:nvSpPr>
            <p:spPr>
              <a:xfrm>
                <a:off x="5362442" y="34637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9" name="pl10172">
                <a:extLst>
                  <a:ext uri="{FF2B5EF4-FFF2-40B4-BE49-F238E27FC236}">
                    <a16:creationId xmlns:a16="http://schemas.microsoft.com/office/drawing/2014/main" id="{44983EDD-2300-DECD-56D2-A8CAA491DD4D}"/>
                  </a:ext>
                </a:extLst>
              </p:cNvPr>
              <p:cNvSpPr/>
              <p:nvPr/>
            </p:nvSpPr>
            <p:spPr>
              <a:xfrm>
                <a:off x="5362442" y="31903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0" name="pl10173">
                <a:extLst>
                  <a:ext uri="{FF2B5EF4-FFF2-40B4-BE49-F238E27FC236}">
                    <a16:creationId xmlns:a16="http://schemas.microsoft.com/office/drawing/2014/main" id="{460BD546-EBF0-0B48-DC29-F39C54962654}"/>
                  </a:ext>
                </a:extLst>
              </p:cNvPr>
              <p:cNvSpPr/>
              <p:nvPr/>
            </p:nvSpPr>
            <p:spPr>
              <a:xfrm>
                <a:off x="5362442" y="2916920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1" name="pl10174">
                <a:extLst>
                  <a:ext uri="{FF2B5EF4-FFF2-40B4-BE49-F238E27FC236}">
                    <a16:creationId xmlns:a16="http://schemas.microsoft.com/office/drawing/2014/main" id="{EC61F58C-F7FD-304C-EB91-BD53475AA45D}"/>
                  </a:ext>
                </a:extLst>
              </p:cNvPr>
              <p:cNvSpPr/>
              <p:nvPr/>
            </p:nvSpPr>
            <p:spPr>
              <a:xfrm>
                <a:off x="5362442" y="26435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2" name="pl10175">
                <a:extLst>
                  <a:ext uri="{FF2B5EF4-FFF2-40B4-BE49-F238E27FC236}">
                    <a16:creationId xmlns:a16="http://schemas.microsoft.com/office/drawing/2014/main" id="{B629B8DB-8530-4B35-46D3-CD8658B0C01A}"/>
                  </a:ext>
                </a:extLst>
              </p:cNvPr>
              <p:cNvSpPr/>
              <p:nvPr/>
            </p:nvSpPr>
            <p:spPr>
              <a:xfrm>
                <a:off x="5362442" y="237010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3" name="pl10176">
                <a:extLst>
                  <a:ext uri="{FF2B5EF4-FFF2-40B4-BE49-F238E27FC236}">
                    <a16:creationId xmlns:a16="http://schemas.microsoft.com/office/drawing/2014/main" id="{67B248CD-D0FC-4829-BBD9-7F879D17D44D}"/>
                  </a:ext>
                </a:extLst>
              </p:cNvPr>
              <p:cNvSpPr/>
              <p:nvPr/>
            </p:nvSpPr>
            <p:spPr>
              <a:xfrm>
                <a:off x="5186877" y="34637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4" name="pl10177">
                <a:extLst>
                  <a:ext uri="{FF2B5EF4-FFF2-40B4-BE49-F238E27FC236}">
                    <a16:creationId xmlns:a16="http://schemas.microsoft.com/office/drawing/2014/main" id="{69FA9EFC-6A7B-31B2-D4C8-11DF91088FA6}"/>
                  </a:ext>
                </a:extLst>
              </p:cNvPr>
              <p:cNvSpPr/>
              <p:nvPr/>
            </p:nvSpPr>
            <p:spPr>
              <a:xfrm>
                <a:off x="5186877" y="31903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5" name="pl10178">
                <a:extLst>
                  <a:ext uri="{FF2B5EF4-FFF2-40B4-BE49-F238E27FC236}">
                    <a16:creationId xmlns:a16="http://schemas.microsoft.com/office/drawing/2014/main" id="{6E351E64-C7CA-46FB-8B73-6A7E293976EC}"/>
                  </a:ext>
                </a:extLst>
              </p:cNvPr>
              <p:cNvSpPr/>
              <p:nvPr/>
            </p:nvSpPr>
            <p:spPr>
              <a:xfrm>
                <a:off x="5186877" y="2916920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6" name="pl10179">
                <a:extLst>
                  <a:ext uri="{FF2B5EF4-FFF2-40B4-BE49-F238E27FC236}">
                    <a16:creationId xmlns:a16="http://schemas.microsoft.com/office/drawing/2014/main" id="{36BBB7A5-0809-024C-739C-6841AB222F2F}"/>
                  </a:ext>
                </a:extLst>
              </p:cNvPr>
              <p:cNvSpPr/>
              <p:nvPr/>
            </p:nvSpPr>
            <p:spPr>
              <a:xfrm>
                <a:off x="5186877" y="26435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7" name="pl10180">
                <a:extLst>
                  <a:ext uri="{FF2B5EF4-FFF2-40B4-BE49-F238E27FC236}">
                    <a16:creationId xmlns:a16="http://schemas.microsoft.com/office/drawing/2014/main" id="{61299006-8CA8-211D-407D-FFC2FE610C66}"/>
                  </a:ext>
                </a:extLst>
              </p:cNvPr>
              <p:cNvSpPr/>
              <p:nvPr/>
            </p:nvSpPr>
            <p:spPr>
              <a:xfrm>
                <a:off x="5186877" y="237010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8" name="tx10181">
                <a:extLst>
                  <a:ext uri="{FF2B5EF4-FFF2-40B4-BE49-F238E27FC236}">
                    <a16:creationId xmlns:a16="http://schemas.microsoft.com/office/drawing/2014/main" id="{73AE7B7A-5644-AE3D-F8B2-068DDB6C896C}"/>
                  </a:ext>
                </a:extLst>
              </p:cNvPr>
              <p:cNvSpPr/>
              <p:nvPr/>
            </p:nvSpPr>
            <p:spPr>
              <a:xfrm>
                <a:off x="5475922" y="3423726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0.00</a:t>
                </a:r>
              </a:p>
            </p:txBody>
          </p:sp>
          <p:sp>
            <p:nvSpPr>
              <p:cNvPr id="20369" name="tx10182">
                <a:extLst>
                  <a:ext uri="{FF2B5EF4-FFF2-40B4-BE49-F238E27FC236}">
                    <a16:creationId xmlns:a16="http://schemas.microsoft.com/office/drawing/2014/main" id="{72556304-5384-DB74-5D25-4CE0BAA519C5}"/>
                  </a:ext>
                </a:extLst>
              </p:cNvPr>
              <p:cNvSpPr/>
              <p:nvPr/>
            </p:nvSpPr>
            <p:spPr>
              <a:xfrm>
                <a:off x="5475922" y="3150320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0.25</a:t>
                </a:r>
              </a:p>
            </p:txBody>
          </p:sp>
          <p:sp>
            <p:nvSpPr>
              <p:cNvPr id="20370" name="tx10183">
                <a:extLst>
                  <a:ext uri="{FF2B5EF4-FFF2-40B4-BE49-F238E27FC236}">
                    <a16:creationId xmlns:a16="http://schemas.microsoft.com/office/drawing/2014/main" id="{DE588C00-2243-8437-87A2-96A90F4058D4}"/>
                  </a:ext>
                </a:extLst>
              </p:cNvPr>
              <p:cNvSpPr/>
              <p:nvPr/>
            </p:nvSpPr>
            <p:spPr>
              <a:xfrm>
                <a:off x="5475922" y="2876915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0.50</a:t>
                </a:r>
              </a:p>
            </p:txBody>
          </p:sp>
          <p:sp>
            <p:nvSpPr>
              <p:cNvPr id="20371" name="tx10184">
                <a:extLst>
                  <a:ext uri="{FF2B5EF4-FFF2-40B4-BE49-F238E27FC236}">
                    <a16:creationId xmlns:a16="http://schemas.microsoft.com/office/drawing/2014/main" id="{824818C9-3F90-82E7-2725-FEFFEF7A0BE1}"/>
                  </a:ext>
                </a:extLst>
              </p:cNvPr>
              <p:cNvSpPr/>
              <p:nvPr/>
            </p:nvSpPr>
            <p:spPr>
              <a:xfrm>
                <a:off x="5475922" y="2603509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0.75</a:t>
                </a:r>
              </a:p>
            </p:txBody>
          </p:sp>
          <p:sp>
            <p:nvSpPr>
              <p:cNvPr id="20372" name="tx10185">
                <a:extLst>
                  <a:ext uri="{FF2B5EF4-FFF2-40B4-BE49-F238E27FC236}">
                    <a16:creationId xmlns:a16="http://schemas.microsoft.com/office/drawing/2014/main" id="{FD1E70C2-1B8C-93FE-A8DA-1B90795B0B36}"/>
                  </a:ext>
                </a:extLst>
              </p:cNvPr>
              <p:cNvSpPr/>
              <p:nvPr/>
            </p:nvSpPr>
            <p:spPr>
              <a:xfrm>
                <a:off x="5475922" y="2330104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1.00</a:t>
                </a:r>
              </a:p>
            </p:txBody>
          </p:sp>
          <p:sp>
            <p:nvSpPr>
              <p:cNvPr id="20373" name="tx10186">
                <a:extLst>
                  <a:ext uri="{FF2B5EF4-FFF2-40B4-BE49-F238E27FC236}">
                    <a16:creationId xmlns:a16="http://schemas.microsoft.com/office/drawing/2014/main" id="{97A7E466-C594-0D45-1F58-229F73CC6351}"/>
                  </a:ext>
                </a:extLst>
              </p:cNvPr>
              <p:cNvSpPr/>
              <p:nvPr/>
            </p:nvSpPr>
            <p:spPr>
              <a:xfrm>
                <a:off x="2826897" y="1265444"/>
                <a:ext cx="1071859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Future Treatment</a:t>
                </a:r>
              </a:p>
            </p:txBody>
          </p:sp>
          <p:sp>
            <p:nvSpPr>
              <p:cNvPr id="20374" name="tx10187">
                <a:extLst>
                  <a:ext uri="{FF2B5EF4-FFF2-40B4-BE49-F238E27FC236}">
                    <a16:creationId xmlns:a16="http://schemas.microsoft.com/office/drawing/2014/main" id="{7F4BA3EB-BC43-99EC-2BA1-3EA25D8EF941}"/>
                  </a:ext>
                </a:extLst>
              </p:cNvPr>
              <p:cNvSpPr/>
              <p:nvPr/>
            </p:nvSpPr>
            <p:spPr>
              <a:xfrm>
                <a:off x="2485887" y="983989"/>
                <a:ext cx="2121590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(B) Absolute Survival</a:t>
                </a:r>
              </a:p>
            </p:txBody>
          </p:sp>
        </p:grpSp>
        <p:sp>
          <p:nvSpPr>
            <p:cNvPr id="10191" name="pg9121">
              <a:extLst>
                <a:ext uri="{FF2B5EF4-FFF2-40B4-BE49-F238E27FC236}">
                  <a16:creationId xmlns:a16="http://schemas.microsoft.com/office/drawing/2014/main" id="{FEF10C2F-4BE0-969A-C467-CEC6DBD74E1E}"/>
                </a:ext>
              </a:extLst>
            </p:cNvPr>
            <p:cNvSpPr/>
            <p:nvPr/>
          </p:nvSpPr>
          <p:spPr>
            <a:xfrm>
              <a:off x="3187577" y="2117420"/>
              <a:ext cx="253563" cy="156088"/>
            </a:xfrm>
            <a:custGeom>
              <a:avLst/>
              <a:gdLst/>
              <a:ahLst/>
              <a:cxnLst/>
              <a:rect l="0" t="0" r="0" b="0"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2" name="tx9122">
              <a:extLst>
                <a:ext uri="{FF2B5EF4-FFF2-40B4-BE49-F238E27FC236}">
                  <a16:creationId xmlns:a16="http://schemas.microsoft.com/office/drawing/2014/main" id="{0ADD69EF-17CD-D922-D100-B09E99342360}"/>
                </a:ext>
              </a:extLst>
            </p:cNvPr>
            <p:cNvSpPr/>
            <p:nvPr/>
          </p:nvSpPr>
          <p:spPr>
            <a:xfrm>
              <a:off x="3233297" y="2163140"/>
              <a:ext cx="162123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</p:grpSp>
      <p:grpSp>
        <p:nvGrpSpPr>
          <p:cNvPr id="20375" name="Group 20374">
            <a:extLst>
              <a:ext uri="{FF2B5EF4-FFF2-40B4-BE49-F238E27FC236}">
                <a16:creationId xmlns:a16="http://schemas.microsoft.com/office/drawing/2014/main" id="{B57E9C71-3966-6FE1-08CF-75BC3C741FE6}"/>
              </a:ext>
            </a:extLst>
          </p:cNvPr>
          <p:cNvGrpSpPr/>
          <p:nvPr/>
        </p:nvGrpSpPr>
        <p:grpSpPr>
          <a:xfrm>
            <a:off x="7248128" y="1340768"/>
            <a:ext cx="4131427" cy="3897640"/>
            <a:chOff x="1719908" y="674360"/>
            <a:chExt cx="4131427" cy="3897640"/>
          </a:xfrm>
        </p:grpSpPr>
        <p:grpSp>
          <p:nvGrpSpPr>
            <p:cNvPr id="20376" name="Group 20375">
              <a:extLst>
                <a:ext uri="{FF2B5EF4-FFF2-40B4-BE49-F238E27FC236}">
                  <a16:creationId xmlns:a16="http://schemas.microsoft.com/office/drawing/2014/main" id="{AD53D270-F1BA-0DE1-CB21-DDFE6EF35035}"/>
                </a:ext>
              </a:extLst>
            </p:cNvPr>
            <p:cNvGrpSpPr/>
            <p:nvPr/>
          </p:nvGrpSpPr>
          <p:grpSpPr>
            <a:xfrm>
              <a:off x="1719908" y="674360"/>
              <a:ext cx="4131427" cy="3897640"/>
              <a:chOff x="1719908" y="674360"/>
              <a:chExt cx="4131427" cy="3897640"/>
            </a:xfrm>
          </p:grpSpPr>
          <p:sp>
            <p:nvSpPr>
              <p:cNvPr id="20379" name="rc4">
                <a:extLst>
                  <a:ext uri="{FF2B5EF4-FFF2-40B4-BE49-F238E27FC236}">
                    <a16:creationId xmlns:a16="http://schemas.microsoft.com/office/drawing/2014/main" id="{E4D9B2CC-F2AF-4F67-3BC4-C2301328CAC9}"/>
                  </a:ext>
                </a:extLst>
              </p:cNvPr>
              <p:cNvSpPr/>
              <p:nvPr/>
            </p:nvSpPr>
            <p:spPr>
              <a:xfrm>
                <a:off x="1921063" y="914400"/>
                <a:ext cx="3930272" cy="3657600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0" name="rc5">
                <a:extLst>
                  <a:ext uri="{FF2B5EF4-FFF2-40B4-BE49-F238E27FC236}">
                    <a16:creationId xmlns:a16="http://schemas.microsoft.com/office/drawing/2014/main" id="{A8BBB755-791F-8242-CC7E-AB9382F00E4E}"/>
                  </a:ext>
                </a:extLst>
              </p:cNvPr>
              <p:cNvSpPr/>
              <p:nvPr/>
            </p:nvSpPr>
            <p:spPr>
              <a:xfrm>
                <a:off x="2467279" y="1464512"/>
                <a:ext cx="2492223" cy="2705747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1" name="pl6">
                <a:extLst>
                  <a:ext uri="{FF2B5EF4-FFF2-40B4-BE49-F238E27FC236}">
                    <a16:creationId xmlns:a16="http://schemas.microsoft.com/office/drawing/2014/main" id="{B80B5F40-ADD3-F324-5298-9FECBB44801C}"/>
                  </a:ext>
                </a:extLst>
              </p:cNvPr>
              <p:cNvSpPr/>
              <p:nvPr/>
            </p:nvSpPr>
            <p:spPr>
              <a:xfrm>
                <a:off x="2580562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2" name="pl7">
                <a:extLst>
                  <a:ext uri="{FF2B5EF4-FFF2-40B4-BE49-F238E27FC236}">
                    <a16:creationId xmlns:a16="http://schemas.microsoft.com/office/drawing/2014/main" id="{1FB7142E-D921-364F-9EBB-30C18FDD6E7C}"/>
                  </a:ext>
                </a:extLst>
              </p:cNvPr>
              <p:cNvSpPr/>
              <p:nvPr/>
            </p:nvSpPr>
            <p:spPr>
              <a:xfrm>
                <a:off x="2958171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3" name="pl8">
                <a:extLst>
                  <a:ext uri="{FF2B5EF4-FFF2-40B4-BE49-F238E27FC236}">
                    <a16:creationId xmlns:a16="http://schemas.microsoft.com/office/drawing/2014/main" id="{EF21B795-88B1-E0CE-55DB-D03D3F0B1299}"/>
                  </a:ext>
                </a:extLst>
              </p:cNvPr>
              <p:cNvSpPr/>
              <p:nvPr/>
            </p:nvSpPr>
            <p:spPr>
              <a:xfrm>
                <a:off x="3335781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4" name="pl9">
                <a:extLst>
                  <a:ext uri="{FF2B5EF4-FFF2-40B4-BE49-F238E27FC236}">
                    <a16:creationId xmlns:a16="http://schemas.microsoft.com/office/drawing/2014/main" id="{952118F1-529A-DE10-B450-A1898D32AE37}"/>
                  </a:ext>
                </a:extLst>
              </p:cNvPr>
              <p:cNvSpPr/>
              <p:nvPr/>
            </p:nvSpPr>
            <p:spPr>
              <a:xfrm>
                <a:off x="3713390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5" name="pl10">
                <a:extLst>
                  <a:ext uri="{FF2B5EF4-FFF2-40B4-BE49-F238E27FC236}">
                    <a16:creationId xmlns:a16="http://schemas.microsoft.com/office/drawing/2014/main" id="{EA68B52C-A635-A8DB-FB0F-E05B73B5A017}"/>
                  </a:ext>
                </a:extLst>
              </p:cNvPr>
              <p:cNvSpPr/>
              <p:nvPr/>
            </p:nvSpPr>
            <p:spPr>
              <a:xfrm>
                <a:off x="4091000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6" name="pl11">
                <a:extLst>
                  <a:ext uri="{FF2B5EF4-FFF2-40B4-BE49-F238E27FC236}">
                    <a16:creationId xmlns:a16="http://schemas.microsoft.com/office/drawing/2014/main" id="{C6A604A7-67A5-0947-3465-57EFFD8C7605}"/>
                  </a:ext>
                </a:extLst>
              </p:cNvPr>
              <p:cNvSpPr/>
              <p:nvPr/>
            </p:nvSpPr>
            <p:spPr>
              <a:xfrm>
                <a:off x="4468610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7" name="pl12">
                <a:extLst>
                  <a:ext uri="{FF2B5EF4-FFF2-40B4-BE49-F238E27FC236}">
                    <a16:creationId xmlns:a16="http://schemas.microsoft.com/office/drawing/2014/main" id="{8E5D845A-B73B-D6FB-9DF1-7CA32A8F305A}"/>
                  </a:ext>
                </a:extLst>
              </p:cNvPr>
              <p:cNvSpPr/>
              <p:nvPr/>
            </p:nvSpPr>
            <p:spPr>
              <a:xfrm>
                <a:off x="4846219" y="1464512"/>
                <a:ext cx="0" cy="2705747"/>
              </a:xfrm>
              <a:custGeom>
                <a:avLst/>
                <a:gdLst/>
                <a:ahLst/>
                <a:cxnLst/>
                <a:rect l="0" t="0" r="0" b="0"/>
                <a:pathLst>
                  <a:path h="2705747">
                    <a:moveTo>
                      <a:pt x="0" y="2705747"/>
                    </a:moveTo>
                    <a:lnTo>
                      <a:pt x="0" y="2678593"/>
                    </a:lnTo>
                    <a:lnTo>
                      <a:pt x="0" y="2646648"/>
                    </a:lnTo>
                    <a:lnTo>
                      <a:pt x="0" y="2614703"/>
                    </a:lnTo>
                    <a:lnTo>
                      <a:pt x="0" y="2582758"/>
                    </a:lnTo>
                    <a:lnTo>
                      <a:pt x="0" y="2550813"/>
                    </a:lnTo>
                    <a:lnTo>
                      <a:pt x="0" y="2518868"/>
                    </a:lnTo>
                    <a:lnTo>
                      <a:pt x="0" y="2486923"/>
                    </a:lnTo>
                    <a:lnTo>
                      <a:pt x="0" y="2454978"/>
                    </a:lnTo>
                    <a:lnTo>
                      <a:pt x="0" y="2423033"/>
                    </a:lnTo>
                    <a:lnTo>
                      <a:pt x="0" y="2391088"/>
                    </a:lnTo>
                    <a:lnTo>
                      <a:pt x="0" y="2359143"/>
                    </a:lnTo>
                    <a:lnTo>
                      <a:pt x="0" y="2327198"/>
                    </a:lnTo>
                    <a:lnTo>
                      <a:pt x="0" y="2295253"/>
                    </a:lnTo>
                    <a:lnTo>
                      <a:pt x="0" y="2263307"/>
                    </a:lnTo>
                    <a:lnTo>
                      <a:pt x="0" y="2231362"/>
                    </a:lnTo>
                    <a:lnTo>
                      <a:pt x="0" y="2199417"/>
                    </a:lnTo>
                    <a:lnTo>
                      <a:pt x="0" y="2167472"/>
                    </a:lnTo>
                    <a:lnTo>
                      <a:pt x="0" y="2135527"/>
                    </a:lnTo>
                    <a:lnTo>
                      <a:pt x="0" y="2103582"/>
                    </a:lnTo>
                    <a:lnTo>
                      <a:pt x="0" y="2071637"/>
                    </a:lnTo>
                    <a:lnTo>
                      <a:pt x="0" y="2039692"/>
                    </a:lnTo>
                    <a:lnTo>
                      <a:pt x="0" y="2007747"/>
                    </a:lnTo>
                    <a:lnTo>
                      <a:pt x="0" y="1975802"/>
                    </a:lnTo>
                    <a:lnTo>
                      <a:pt x="0" y="1943857"/>
                    </a:lnTo>
                    <a:lnTo>
                      <a:pt x="0" y="1911912"/>
                    </a:lnTo>
                    <a:lnTo>
                      <a:pt x="0" y="1879967"/>
                    </a:lnTo>
                    <a:lnTo>
                      <a:pt x="0" y="1848022"/>
                    </a:lnTo>
                    <a:lnTo>
                      <a:pt x="0" y="1816077"/>
                    </a:lnTo>
                    <a:lnTo>
                      <a:pt x="0" y="1784131"/>
                    </a:lnTo>
                    <a:lnTo>
                      <a:pt x="0" y="1752186"/>
                    </a:lnTo>
                    <a:lnTo>
                      <a:pt x="0" y="1720241"/>
                    </a:lnTo>
                    <a:lnTo>
                      <a:pt x="0" y="1688296"/>
                    </a:lnTo>
                    <a:lnTo>
                      <a:pt x="0" y="1656351"/>
                    </a:lnTo>
                    <a:lnTo>
                      <a:pt x="0" y="1624406"/>
                    </a:lnTo>
                    <a:lnTo>
                      <a:pt x="0" y="1592461"/>
                    </a:lnTo>
                    <a:lnTo>
                      <a:pt x="0" y="1560516"/>
                    </a:lnTo>
                    <a:lnTo>
                      <a:pt x="0" y="1528571"/>
                    </a:lnTo>
                    <a:lnTo>
                      <a:pt x="0" y="1496626"/>
                    </a:lnTo>
                    <a:lnTo>
                      <a:pt x="0" y="1464681"/>
                    </a:lnTo>
                    <a:lnTo>
                      <a:pt x="0" y="1432736"/>
                    </a:lnTo>
                    <a:lnTo>
                      <a:pt x="0" y="1400791"/>
                    </a:lnTo>
                    <a:lnTo>
                      <a:pt x="0" y="1368846"/>
                    </a:lnTo>
                    <a:lnTo>
                      <a:pt x="0" y="1336901"/>
                    </a:lnTo>
                    <a:lnTo>
                      <a:pt x="0" y="1304955"/>
                    </a:lnTo>
                    <a:lnTo>
                      <a:pt x="0" y="1273010"/>
                    </a:lnTo>
                    <a:lnTo>
                      <a:pt x="0" y="1241065"/>
                    </a:lnTo>
                    <a:lnTo>
                      <a:pt x="0" y="1209120"/>
                    </a:lnTo>
                    <a:lnTo>
                      <a:pt x="0" y="1177175"/>
                    </a:lnTo>
                    <a:lnTo>
                      <a:pt x="0" y="1145230"/>
                    </a:lnTo>
                    <a:lnTo>
                      <a:pt x="0" y="1113285"/>
                    </a:lnTo>
                    <a:lnTo>
                      <a:pt x="0" y="1081340"/>
                    </a:lnTo>
                    <a:lnTo>
                      <a:pt x="0" y="1049395"/>
                    </a:lnTo>
                    <a:lnTo>
                      <a:pt x="0" y="1017450"/>
                    </a:lnTo>
                    <a:lnTo>
                      <a:pt x="0" y="985505"/>
                    </a:lnTo>
                    <a:lnTo>
                      <a:pt x="0" y="953560"/>
                    </a:lnTo>
                    <a:lnTo>
                      <a:pt x="0" y="921615"/>
                    </a:lnTo>
                    <a:lnTo>
                      <a:pt x="0" y="889670"/>
                    </a:lnTo>
                    <a:lnTo>
                      <a:pt x="0" y="857725"/>
                    </a:lnTo>
                    <a:lnTo>
                      <a:pt x="0" y="825779"/>
                    </a:lnTo>
                    <a:lnTo>
                      <a:pt x="0" y="793834"/>
                    </a:lnTo>
                    <a:lnTo>
                      <a:pt x="0" y="761889"/>
                    </a:lnTo>
                    <a:lnTo>
                      <a:pt x="0" y="729944"/>
                    </a:lnTo>
                    <a:lnTo>
                      <a:pt x="0" y="697999"/>
                    </a:lnTo>
                    <a:lnTo>
                      <a:pt x="0" y="666054"/>
                    </a:lnTo>
                    <a:lnTo>
                      <a:pt x="0" y="634109"/>
                    </a:lnTo>
                    <a:lnTo>
                      <a:pt x="0" y="602164"/>
                    </a:lnTo>
                    <a:lnTo>
                      <a:pt x="0" y="570219"/>
                    </a:lnTo>
                    <a:lnTo>
                      <a:pt x="0" y="538274"/>
                    </a:lnTo>
                    <a:lnTo>
                      <a:pt x="0" y="506329"/>
                    </a:lnTo>
                    <a:lnTo>
                      <a:pt x="0" y="474384"/>
                    </a:lnTo>
                    <a:lnTo>
                      <a:pt x="0" y="442439"/>
                    </a:lnTo>
                    <a:lnTo>
                      <a:pt x="0" y="410494"/>
                    </a:lnTo>
                    <a:lnTo>
                      <a:pt x="0" y="378549"/>
                    </a:lnTo>
                    <a:lnTo>
                      <a:pt x="0" y="346603"/>
                    </a:lnTo>
                    <a:lnTo>
                      <a:pt x="0" y="314658"/>
                    </a:lnTo>
                    <a:lnTo>
                      <a:pt x="0" y="282713"/>
                    </a:lnTo>
                    <a:lnTo>
                      <a:pt x="0" y="250768"/>
                    </a:lnTo>
                    <a:lnTo>
                      <a:pt x="0" y="218823"/>
                    </a:lnTo>
                    <a:lnTo>
                      <a:pt x="0" y="186878"/>
                    </a:lnTo>
                    <a:lnTo>
                      <a:pt x="0" y="154933"/>
                    </a:lnTo>
                    <a:lnTo>
                      <a:pt x="0" y="122988"/>
                    </a:lnTo>
                    <a:lnTo>
                      <a:pt x="0" y="91043"/>
                    </a:lnTo>
                    <a:lnTo>
                      <a:pt x="0" y="59098"/>
                    </a:lnTo>
                    <a:lnTo>
                      <a:pt x="0" y="2715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8" name="pl13">
                <a:extLst>
                  <a:ext uri="{FF2B5EF4-FFF2-40B4-BE49-F238E27FC236}">
                    <a16:creationId xmlns:a16="http://schemas.microsoft.com/office/drawing/2014/main" id="{AEC02A36-ACD3-67E4-B9AB-CDA89905A916}"/>
                  </a:ext>
                </a:extLst>
              </p:cNvPr>
              <p:cNvSpPr/>
              <p:nvPr/>
            </p:nvSpPr>
            <p:spPr>
              <a:xfrm>
                <a:off x="2467279" y="404727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9" name="pl14">
                <a:extLst>
                  <a:ext uri="{FF2B5EF4-FFF2-40B4-BE49-F238E27FC236}">
                    <a16:creationId xmlns:a16="http://schemas.microsoft.com/office/drawing/2014/main" id="{EE05B25D-7ED5-6ADE-F82A-ED4BA87F262F}"/>
                  </a:ext>
                </a:extLst>
              </p:cNvPr>
              <p:cNvSpPr/>
              <p:nvPr/>
            </p:nvSpPr>
            <p:spPr>
              <a:xfrm>
                <a:off x="2467279" y="3695875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0" name="pl15">
                <a:extLst>
                  <a:ext uri="{FF2B5EF4-FFF2-40B4-BE49-F238E27FC236}">
                    <a16:creationId xmlns:a16="http://schemas.microsoft.com/office/drawing/2014/main" id="{3ACF9254-468C-89B1-E0F5-EC042E9B8760}"/>
                  </a:ext>
                </a:extLst>
              </p:cNvPr>
              <p:cNvSpPr/>
              <p:nvPr/>
            </p:nvSpPr>
            <p:spPr>
              <a:xfrm>
                <a:off x="2467279" y="3344479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1" name="pl16">
                <a:extLst>
                  <a:ext uri="{FF2B5EF4-FFF2-40B4-BE49-F238E27FC236}">
                    <a16:creationId xmlns:a16="http://schemas.microsoft.com/office/drawing/2014/main" id="{9320D627-0B3F-FA38-E510-52D16D68D55D}"/>
                  </a:ext>
                </a:extLst>
              </p:cNvPr>
              <p:cNvSpPr/>
              <p:nvPr/>
            </p:nvSpPr>
            <p:spPr>
              <a:xfrm>
                <a:off x="2467279" y="2993084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2" name="pl17">
                <a:extLst>
                  <a:ext uri="{FF2B5EF4-FFF2-40B4-BE49-F238E27FC236}">
                    <a16:creationId xmlns:a16="http://schemas.microsoft.com/office/drawing/2014/main" id="{E4AC727F-C681-6C00-AA9E-4D767D6C2E15}"/>
                  </a:ext>
                </a:extLst>
              </p:cNvPr>
              <p:cNvSpPr/>
              <p:nvPr/>
            </p:nvSpPr>
            <p:spPr>
              <a:xfrm>
                <a:off x="2467279" y="2641688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3" name="pl18">
                <a:extLst>
                  <a:ext uri="{FF2B5EF4-FFF2-40B4-BE49-F238E27FC236}">
                    <a16:creationId xmlns:a16="http://schemas.microsoft.com/office/drawing/2014/main" id="{134DAD9F-E3D8-62DD-BD20-0614E380BB32}"/>
                  </a:ext>
                </a:extLst>
              </p:cNvPr>
              <p:cNvSpPr/>
              <p:nvPr/>
            </p:nvSpPr>
            <p:spPr>
              <a:xfrm>
                <a:off x="2467279" y="2290292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4" name="pl19">
                <a:extLst>
                  <a:ext uri="{FF2B5EF4-FFF2-40B4-BE49-F238E27FC236}">
                    <a16:creationId xmlns:a16="http://schemas.microsoft.com/office/drawing/2014/main" id="{70D1FEAF-2F1A-A096-3489-E8997B2A605C}"/>
                  </a:ext>
                </a:extLst>
              </p:cNvPr>
              <p:cNvSpPr/>
              <p:nvPr/>
            </p:nvSpPr>
            <p:spPr>
              <a:xfrm>
                <a:off x="2467279" y="1938896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5" name="pl20">
                <a:extLst>
                  <a:ext uri="{FF2B5EF4-FFF2-40B4-BE49-F238E27FC236}">
                    <a16:creationId xmlns:a16="http://schemas.microsoft.com/office/drawing/2014/main" id="{B10665CA-84C4-8C7A-A147-A270895F0B13}"/>
                  </a:ext>
                </a:extLst>
              </p:cNvPr>
              <p:cNvSpPr/>
              <p:nvPr/>
            </p:nvSpPr>
            <p:spPr>
              <a:xfrm>
                <a:off x="2467279" y="1587501"/>
                <a:ext cx="2492223" cy="0"/>
              </a:xfrm>
              <a:custGeom>
                <a:avLst/>
                <a:gdLst/>
                <a:ahLst/>
                <a:cxnLst/>
                <a:rect l="0" t="0" r="0" b="0"/>
                <a:pathLst>
                  <a:path w="2492223">
                    <a:moveTo>
                      <a:pt x="0" y="0"/>
                    </a:moveTo>
                    <a:lnTo>
                      <a:pt x="10298" y="0"/>
                    </a:lnTo>
                    <a:lnTo>
                      <a:pt x="40812" y="0"/>
                    </a:lnTo>
                    <a:lnTo>
                      <a:pt x="71326" y="0"/>
                    </a:lnTo>
                    <a:lnTo>
                      <a:pt x="101840" y="0"/>
                    </a:lnTo>
                    <a:lnTo>
                      <a:pt x="132354" y="0"/>
                    </a:lnTo>
                    <a:lnTo>
                      <a:pt x="162867" y="0"/>
                    </a:lnTo>
                    <a:lnTo>
                      <a:pt x="193381" y="0"/>
                    </a:lnTo>
                    <a:lnTo>
                      <a:pt x="223895" y="0"/>
                    </a:lnTo>
                    <a:lnTo>
                      <a:pt x="254409" y="0"/>
                    </a:lnTo>
                    <a:lnTo>
                      <a:pt x="284923" y="0"/>
                    </a:lnTo>
                    <a:lnTo>
                      <a:pt x="315437" y="0"/>
                    </a:lnTo>
                    <a:lnTo>
                      <a:pt x="345951" y="0"/>
                    </a:lnTo>
                    <a:lnTo>
                      <a:pt x="376465" y="0"/>
                    </a:lnTo>
                    <a:lnTo>
                      <a:pt x="406979" y="0"/>
                    </a:lnTo>
                    <a:lnTo>
                      <a:pt x="437493" y="0"/>
                    </a:lnTo>
                    <a:lnTo>
                      <a:pt x="468007" y="0"/>
                    </a:lnTo>
                    <a:lnTo>
                      <a:pt x="498520" y="0"/>
                    </a:lnTo>
                    <a:lnTo>
                      <a:pt x="529034" y="0"/>
                    </a:lnTo>
                    <a:lnTo>
                      <a:pt x="559548" y="0"/>
                    </a:lnTo>
                    <a:lnTo>
                      <a:pt x="590062" y="0"/>
                    </a:lnTo>
                    <a:lnTo>
                      <a:pt x="620576" y="0"/>
                    </a:lnTo>
                    <a:lnTo>
                      <a:pt x="651090" y="0"/>
                    </a:lnTo>
                    <a:lnTo>
                      <a:pt x="681604" y="0"/>
                    </a:lnTo>
                    <a:lnTo>
                      <a:pt x="712118" y="0"/>
                    </a:lnTo>
                    <a:lnTo>
                      <a:pt x="742632" y="0"/>
                    </a:lnTo>
                    <a:lnTo>
                      <a:pt x="773146" y="0"/>
                    </a:lnTo>
                    <a:lnTo>
                      <a:pt x="803659" y="0"/>
                    </a:lnTo>
                    <a:lnTo>
                      <a:pt x="834173" y="0"/>
                    </a:lnTo>
                    <a:lnTo>
                      <a:pt x="864687" y="0"/>
                    </a:lnTo>
                    <a:lnTo>
                      <a:pt x="895201" y="0"/>
                    </a:lnTo>
                    <a:lnTo>
                      <a:pt x="925715" y="0"/>
                    </a:lnTo>
                    <a:lnTo>
                      <a:pt x="956229" y="0"/>
                    </a:lnTo>
                    <a:lnTo>
                      <a:pt x="986743" y="0"/>
                    </a:lnTo>
                    <a:lnTo>
                      <a:pt x="1017257" y="0"/>
                    </a:lnTo>
                    <a:lnTo>
                      <a:pt x="1047771" y="0"/>
                    </a:lnTo>
                    <a:lnTo>
                      <a:pt x="1078285" y="0"/>
                    </a:lnTo>
                    <a:lnTo>
                      <a:pt x="1108799" y="0"/>
                    </a:lnTo>
                    <a:lnTo>
                      <a:pt x="1139312" y="0"/>
                    </a:lnTo>
                    <a:lnTo>
                      <a:pt x="1169826" y="0"/>
                    </a:lnTo>
                    <a:lnTo>
                      <a:pt x="1200340" y="0"/>
                    </a:lnTo>
                    <a:lnTo>
                      <a:pt x="1230854" y="0"/>
                    </a:lnTo>
                    <a:lnTo>
                      <a:pt x="1261368" y="0"/>
                    </a:lnTo>
                    <a:lnTo>
                      <a:pt x="1291882" y="0"/>
                    </a:lnTo>
                    <a:lnTo>
                      <a:pt x="1322396" y="0"/>
                    </a:lnTo>
                    <a:lnTo>
                      <a:pt x="1352910" y="0"/>
                    </a:lnTo>
                    <a:lnTo>
                      <a:pt x="1383424" y="0"/>
                    </a:lnTo>
                    <a:lnTo>
                      <a:pt x="1413938" y="0"/>
                    </a:lnTo>
                    <a:lnTo>
                      <a:pt x="1444452" y="0"/>
                    </a:lnTo>
                    <a:lnTo>
                      <a:pt x="1474965" y="0"/>
                    </a:lnTo>
                    <a:lnTo>
                      <a:pt x="1505479" y="0"/>
                    </a:lnTo>
                    <a:lnTo>
                      <a:pt x="1535993" y="0"/>
                    </a:lnTo>
                    <a:lnTo>
                      <a:pt x="1566507" y="0"/>
                    </a:lnTo>
                    <a:lnTo>
                      <a:pt x="1597021" y="0"/>
                    </a:lnTo>
                    <a:lnTo>
                      <a:pt x="1627535" y="0"/>
                    </a:lnTo>
                    <a:lnTo>
                      <a:pt x="1658049" y="0"/>
                    </a:lnTo>
                    <a:lnTo>
                      <a:pt x="1688563" y="0"/>
                    </a:lnTo>
                    <a:lnTo>
                      <a:pt x="1719077" y="0"/>
                    </a:lnTo>
                    <a:lnTo>
                      <a:pt x="1749591" y="0"/>
                    </a:lnTo>
                    <a:lnTo>
                      <a:pt x="1780104" y="0"/>
                    </a:lnTo>
                    <a:lnTo>
                      <a:pt x="1810618" y="0"/>
                    </a:lnTo>
                    <a:lnTo>
                      <a:pt x="1841132" y="0"/>
                    </a:lnTo>
                    <a:lnTo>
                      <a:pt x="1871646" y="0"/>
                    </a:lnTo>
                    <a:lnTo>
                      <a:pt x="1902160" y="0"/>
                    </a:lnTo>
                    <a:lnTo>
                      <a:pt x="1932674" y="0"/>
                    </a:lnTo>
                    <a:lnTo>
                      <a:pt x="1963188" y="0"/>
                    </a:lnTo>
                    <a:lnTo>
                      <a:pt x="1993702" y="0"/>
                    </a:lnTo>
                    <a:lnTo>
                      <a:pt x="2024216" y="0"/>
                    </a:lnTo>
                    <a:lnTo>
                      <a:pt x="2054730" y="0"/>
                    </a:lnTo>
                    <a:lnTo>
                      <a:pt x="2085244" y="0"/>
                    </a:lnTo>
                    <a:lnTo>
                      <a:pt x="2115757" y="0"/>
                    </a:lnTo>
                    <a:lnTo>
                      <a:pt x="2146271" y="0"/>
                    </a:lnTo>
                    <a:lnTo>
                      <a:pt x="2176785" y="0"/>
                    </a:lnTo>
                    <a:lnTo>
                      <a:pt x="2207299" y="0"/>
                    </a:lnTo>
                    <a:lnTo>
                      <a:pt x="2237813" y="0"/>
                    </a:lnTo>
                    <a:lnTo>
                      <a:pt x="2268327" y="0"/>
                    </a:lnTo>
                    <a:lnTo>
                      <a:pt x="2298841" y="0"/>
                    </a:lnTo>
                    <a:lnTo>
                      <a:pt x="2329355" y="0"/>
                    </a:lnTo>
                    <a:lnTo>
                      <a:pt x="2359869" y="0"/>
                    </a:lnTo>
                    <a:lnTo>
                      <a:pt x="2390383" y="0"/>
                    </a:lnTo>
                    <a:lnTo>
                      <a:pt x="2420897" y="0"/>
                    </a:lnTo>
                    <a:lnTo>
                      <a:pt x="2451410" y="0"/>
                    </a:lnTo>
                    <a:lnTo>
                      <a:pt x="2481924" y="0"/>
                    </a:lnTo>
                    <a:lnTo>
                      <a:pt x="2492223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6" name="ph21">
                <a:extLst>
                  <a:ext uri="{FF2B5EF4-FFF2-40B4-BE49-F238E27FC236}">
                    <a16:creationId xmlns:a16="http://schemas.microsoft.com/office/drawing/2014/main" id="{51534208-89C5-1D87-8F19-5C65757443C4}"/>
                  </a:ext>
                </a:extLst>
              </p:cNvPr>
              <p:cNvSpPr/>
              <p:nvPr/>
            </p:nvSpPr>
            <p:spPr>
              <a:xfrm>
                <a:off x="2600766" y="2853013"/>
                <a:ext cx="914400" cy="91477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76">
                    <a:moveTo>
                      <a:pt x="914400" y="914400"/>
                    </a:moveTo>
                    <a:lnTo>
                      <a:pt x="914400" y="914776"/>
                    </a:lnTo>
                    <a:lnTo>
                      <a:pt x="913595" y="914554"/>
                    </a:lnTo>
                    <a:lnTo>
                      <a:pt x="913038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7" name="ph22">
                <a:extLst>
                  <a:ext uri="{FF2B5EF4-FFF2-40B4-BE49-F238E27FC236}">
                    <a16:creationId xmlns:a16="http://schemas.microsoft.com/office/drawing/2014/main" id="{3E2B8017-0A81-0F13-AEC8-AF9DA9D3F233}"/>
                  </a:ext>
                </a:extLst>
              </p:cNvPr>
              <p:cNvSpPr/>
              <p:nvPr/>
            </p:nvSpPr>
            <p:spPr>
              <a:xfrm>
                <a:off x="2600766" y="2853013"/>
                <a:ext cx="923840" cy="9173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3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22" y="917386"/>
                    </a:lnTo>
                    <a:lnTo>
                      <a:pt x="922544" y="917032"/>
                    </a:lnTo>
                    <a:lnTo>
                      <a:pt x="921266" y="916677"/>
                    </a:lnTo>
                    <a:lnTo>
                      <a:pt x="919987" y="916323"/>
                    </a:lnTo>
                    <a:lnTo>
                      <a:pt x="918709" y="915969"/>
                    </a:lnTo>
                    <a:lnTo>
                      <a:pt x="917431" y="915615"/>
                    </a:lnTo>
                    <a:lnTo>
                      <a:pt x="916152" y="915261"/>
                    </a:lnTo>
                    <a:lnTo>
                      <a:pt x="914873" y="914907"/>
                    </a:lnTo>
                    <a:lnTo>
                      <a:pt x="914400" y="914776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8" name="ph23">
                <a:extLst>
                  <a:ext uri="{FF2B5EF4-FFF2-40B4-BE49-F238E27FC236}">
                    <a16:creationId xmlns:a16="http://schemas.microsoft.com/office/drawing/2014/main" id="{1D6814A5-E66D-A159-402F-9321FE3FCF64}"/>
                  </a:ext>
                </a:extLst>
              </p:cNvPr>
              <p:cNvSpPr/>
              <p:nvPr/>
            </p:nvSpPr>
            <p:spPr>
              <a:xfrm>
                <a:off x="2610206" y="2853013"/>
                <a:ext cx="923840" cy="920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01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0015"/>
                    </a:lnTo>
                    <a:lnTo>
                      <a:pt x="923327" y="919872"/>
                    </a:lnTo>
                    <a:lnTo>
                      <a:pt x="922049" y="919516"/>
                    </a:lnTo>
                    <a:lnTo>
                      <a:pt x="920771" y="919161"/>
                    </a:lnTo>
                    <a:lnTo>
                      <a:pt x="919494" y="918806"/>
                    </a:lnTo>
                    <a:lnTo>
                      <a:pt x="918216" y="918451"/>
                    </a:lnTo>
                    <a:lnTo>
                      <a:pt x="916938" y="918096"/>
                    </a:lnTo>
                    <a:lnTo>
                      <a:pt x="915660" y="917741"/>
                    </a:lnTo>
                    <a:lnTo>
                      <a:pt x="914399" y="917391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9" name="ph24">
                <a:extLst>
                  <a:ext uri="{FF2B5EF4-FFF2-40B4-BE49-F238E27FC236}">
                    <a16:creationId xmlns:a16="http://schemas.microsoft.com/office/drawing/2014/main" id="{A6DC9698-52EA-6A08-C78B-482CB152531C}"/>
                  </a:ext>
                </a:extLst>
              </p:cNvPr>
              <p:cNvSpPr/>
              <p:nvPr/>
            </p:nvSpPr>
            <p:spPr>
              <a:xfrm>
                <a:off x="2619646" y="2853013"/>
                <a:ext cx="923840" cy="92264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64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646"/>
                    </a:lnTo>
                    <a:lnTo>
                      <a:pt x="922829" y="922364"/>
                    </a:lnTo>
                    <a:lnTo>
                      <a:pt x="921551" y="922007"/>
                    </a:lnTo>
                    <a:lnTo>
                      <a:pt x="920274" y="921651"/>
                    </a:lnTo>
                    <a:lnTo>
                      <a:pt x="918997" y="921295"/>
                    </a:lnTo>
                    <a:lnTo>
                      <a:pt x="917719" y="920939"/>
                    </a:lnTo>
                    <a:lnTo>
                      <a:pt x="916442" y="920583"/>
                    </a:lnTo>
                    <a:lnTo>
                      <a:pt x="915164" y="920227"/>
                    </a:lnTo>
                    <a:lnTo>
                      <a:pt x="914400" y="920015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0" name="ph25">
                <a:extLst>
                  <a:ext uri="{FF2B5EF4-FFF2-40B4-BE49-F238E27FC236}">
                    <a16:creationId xmlns:a16="http://schemas.microsoft.com/office/drawing/2014/main" id="{6547472B-BCD7-E0C3-7F3F-0E5C669F899C}"/>
                  </a:ext>
                </a:extLst>
              </p:cNvPr>
              <p:cNvSpPr/>
              <p:nvPr/>
            </p:nvSpPr>
            <p:spPr>
              <a:xfrm>
                <a:off x="2629086" y="2853013"/>
                <a:ext cx="923840" cy="9252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2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286"/>
                    </a:lnTo>
                    <a:lnTo>
                      <a:pt x="923604" y="925220"/>
                    </a:lnTo>
                    <a:lnTo>
                      <a:pt x="922327" y="924862"/>
                    </a:lnTo>
                    <a:lnTo>
                      <a:pt x="921050" y="924505"/>
                    </a:lnTo>
                    <a:lnTo>
                      <a:pt x="919774" y="924148"/>
                    </a:lnTo>
                    <a:lnTo>
                      <a:pt x="918497" y="923791"/>
                    </a:lnTo>
                    <a:lnTo>
                      <a:pt x="917220" y="923434"/>
                    </a:lnTo>
                    <a:lnTo>
                      <a:pt x="915943" y="923077"/>
                    </a:lnTo>
                    <a:lnTo>
                      <a:pt x="914666" y="922720"/>
                    </a:lnTo>
                    <a:lnTo>
                      <a:pt x="914400" y="922646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1" name="ph26">
                <a:extLst>
                  <a:ext uri="{FF2B5EF4-FFF2-40B4-BE49-F238E27FC236}">
                    <a16:creationId xmlns:a16="http://schemas.microsoft.com/office/drawing/2014/main" id="{EFCFF454-AE0B-8FD3-E614-EDE435E4425C}"/>
                  </a:ext>
                </a:extLst>
              </p:cNvPr>
              <p:cNvSpPr/>
              <p:nvPr/>
            </p:nvSpPr>
            <p:spPr>
              <a:xfrm>
                <a:off x="2638527" y="2853013"/>
                <a:ext cx="923840" cy="9279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9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934"/>
                    </a:lnTo>
                    <a:lnTo>
                      <a:pt x="923099" y="927726"/>
                    </a:lnTo>
                    <a:lnTo>
                      <a:pt x="921822" y="927367"/>
                    </a:lnTo>
                    <a:lnTo>
                      <a:pt x="920546" y="927009"/>
                    </a:lnTo>
                    <a:lnTo>
                      <a:pt x="919270" y="926651"/>
                    </a:lnTo>
                    <a:lnTo>
                      <a:pt x="917993" y="926293"/>
                    </a:lnTo>
                    <a:lnTo>
                      <a:pt x="916717" y="925935"/>
                    </a:lnTo>
                    <a:lnTo>
                      <a:pt x="915440" y="925577"/>
                    </a:lnTo>
                    <a:lnTo>
                      <a:pt x="914400" y="925286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2" name="ph27">
                <a:extLst>
                  <a:ext uri="{FF2B5EF4-FFF2-40B4-BE49-F238E27FC236}">
                    <a16:creationId xmlns:a16="http://schemas.microsoft.com/office/drawing/2014/main" id="{C2AE9A49-B0CA-0328-9DF9-A060FA0D6D9E}"/>
                  </a:ext>
                </a:extLst>
              </p:cNvPr>
              <p:cNvSpPr/>
              <p:nvPr/>
            </p:nvSpPr>
            <p:spPr>
              <a:xfrm>
                <a:off x="2647967" y="2853013"/>
                <a:ext cx="923840" cy="9304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1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413"/>
                    </a:lnTo>
                    <a:lnTo>
                      <a:pt x="920358" y="929609"/>
                    </a:lnTo>
                    <a:lnTo>
                      <a:pt x="920040" y="929520"/>
                    </a:lnTo>
                    <a:lnTo>
                      <a:pt x="918763" y="929160"/>
                    </a:lnTo>
                    <a:lnTo>
                      <a:pt x="917487" y="928801"/>
                    </a:lnTo>
                    <a:lnTo>
                      <a:pt x="916211" y="928443"/>
                    </a:lnTo>
                    <a:lnTo>
                      <a:pt x="914935" y="928084"/>
                    </a:lnTo>
                    <a:lnTo>
                      <a:pt x="914400" y="927934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3" name="ph28">
                <a:extLst>
                  <a:ext uri="{FF2B5EF4-FFF2-40B4-BE49-F238E27FC236}">
                    <a16:creationId xmlns:a16="http://schemas.microsoft.com/office/drawing/2014/main" id="{3E1150CF-9610-7266-C509-37F49473CDE5}"/>
                  </a:ext>
                </a:extLst>
              </p:cNvPr>
              <p:cNvSpPr/>
              <p:nvPr/>
            </p:nvSpPr>
            <p:spPr>
              <a:xfrm>
                <a:off x="2657407" y="2853013"/>
                <a:ext cx="923840" cy="93180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0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809"/>
                    </a:lnTo>
                    <a:lnTo>
                      <a:pt x="922946" y="931782"/>
                    </a:lnTo>
                    <a:lnTo>
                      <a:pt x="916917" y="930994"/>
                    </a:lnTo>
                    <a:lnTo>
                      <a:pt x="914400" y="930413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4" name="ph29">
                <a:extLst>
                  <a:ext uri="{FF2B5EF4-FFF2-40B4-BE49-F238E27FC236}">
                    <a16:creationId xmlns:a16="http://schemas.microsoft.com/office/drawing/2014/main" id="{47F06127-9FF8-619C-EF76-DE69F550670F}"/>
                  </a:ext>
                </a:extLst>
              </p:cNvPr>
              <p:cNvSpPr/>
              <p:nvPr/>
            </p:nvSpPr>
            <p:spPr>
              <a:xfrm>
                <a:off x="2666847" y="28530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76"/>
                    </a:lnTo>
                    <a:lnTo>
                      <a:pt x="919550" y="931969"/>
                    </a:lnTo>
                    <a:lnTo>
                      <a:pt x="914400" y="93180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5" name="ph30">
                <a:extLst>
                  <a:ext uri="{FF2B5EF4-FFF2-40B4-BE49-F238E27FC236}">
                    <a16:creationId xmlns:a16="http://schemas.microsoft.com/office/drawing/2014/main" id="{D10ED6B9-6C1F-5F0A-3661-3D8D7FE56CEB}"/>
                  </a:ext>
                </a:extLst>
              </p:cNvPr>
              <p:cNvSpPr/>
              <p:nvPr/>
            </p:nvSpPr>
            <p:spPr>
              <a:xfrm>
                <a:off x="2676287" y="2853013"/>
                <a:ext cx="923840" cy="93167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7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096"/>
                    </a:lnTo>
                    <a:lnTo>
                      <a:pt x="922170" y="930545"/>
                    </a:lnTo>
                    <a:lnTo>
                      <a:pt x="916150" y="931557"/>
                    </a:lnTo>
                    <a:lnTo>
                      <a:pt x="914399" y="931676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6" name="ph31">
                <a:extLst>
                  <a:ext uri="{FF2B5EF4-FFF2-40B4-BE49-F238E27FC236}">
                    <a16:creationId xmlns:a16="http://schemas.microsoft.com/office/drawing/2014/main" id="{84F0222C-1A16-F227-A0AE-46BAB4024BCD}"/>
                  </a:ext>
                </a:extLst>
              </p:cNvPr>
              <p:cNvSpPr/>
              <p:nvPr/>
            </p:nvSpPr>
            <p:spPr>
              <a:xfrm>
                <a:off x="2685728" y="2853013"/>
                <a:ext cx="923840" cy="93009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096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299"/>
                    </a:lnTo>
                    <a:lnTo>
                      <a:pt x="922976" y="927575"/>
                    </a:lnTo>
                    <a:lnTo>
                      <a:pt x="921556" y="928029"/>
                    </a:lnTo>
                    <a:lnTo>
                      <a:pt x="920136" y="928482"/>
                    </a:lnTo>
                    <a:lnTo>
                      <a:pt x="918712" y="928937"/>
                    </a:lnTo>
                    <a:lnTo>
                      <a:pt x="914399" y="930096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7" name="ph32">
                <a:extLst>
                  <a:ext uri="{FF2B5EF4-FFF2-40B4-BE49-F238E27FC236}">
                    <a16:creationId xmlns:a16="http://schemas.microsoft.com/office/drawing/2014/main" id="{508653A4-A448-4C1A-ACC8-0FFBF9CD4F05}"/>
                  </a:ext>
                </a:extLst>
              </p:cNvPr>
              <p:cNvSpPr/>
              <p:nvPr/>
            </p:nvSpPr>
            <p:spPr>
              <a:xfrm>
                <a:off x="2695168" y="2853013"/>
                <a:ext cx="923840" cy="9272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29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290"/>
                    </a:lnTo>
                    <a:lnTo>
                      <a:pt x="923478" y="924405"/>
                    </a:lnTo>
                    <a:lnTo>
                      <a:pt x="922058" y="924857"/>
                    </a:lnTo>
                    <a:lnTo>
                      <a:pt x="920637" y="925310"/>
                    </a:lnTo>
                    <a:lnTo>
                      <a:pt x="919217" y="925763"/>
                    </a:lnTo>
                    <a:lnTo>
                      <a:pt x="917796" y="926215"/>
                    </a:lnTo>
                    <a:lnTo>
                      <a:pt x="916376" y="926668"/>
                    </a:lnTo>
                    <a:lnTo>
                      <a:pt x="914956" y="927122"/>
                    </a:lnTo>
                    <a:lnTo>
                      <a:pt x="914400" y="92729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8" name="ph33">
                <a:extLst>
                  <a:ext uri="{FF2B5EF4-FFF2-40B4-BE49-F238E27FC236}">
                    <a16:creationId xmlns:a16="http://schemas.microsoft.com/office/drawing/2014/main" id="{A18023B8-5A83-8B3B-8130-2B7227FEF27D}"/>
                  </a:ext>
                </a:extLst>
              </p:cNvPr>
              <p:cNvSpPr/>
              <p:nvPr/>
            </p:nvSpPr>
            <p:spPr>
              <a:xfrm>
                <a:off x="2704608" y="2853013"/>
                <a:ext cx="923840" cy="9242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29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1289"/>
                    </a:lnTo>
                    <a:lnTo>
                      <a:pt x="922564" y="921694"/>
                    </a:lnTo>
                    <a:lnTo>
                      <a:pt x="921143" y="922145"/>
                    </a:lnTo>
                    <a:lnTo>
                      <a:pt x="919722" y="922597"/>
                    </a:lnTo>
                    <a:lnTo>
                      <a:pt x="918301" y="923049"/>
                    </a:lnTo>
                    <a:lnTo>
                      <a:pt x="916880" y="923501"/>
                    </a:lnTo>
                    <a:lnTo>
                      <a:pt x="915459" y="923953"/>
                    </a:lnTo>
                    <a:lnTo>
                      <a:pt x="914399" y="924290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9" name="ph34">
                <a:extLst>
                  <a:ext uri="{FF2B5EF4-FFF2-40B4-BE49-F238E27FC236}">
                    <a16:creationId xmlns:a16="http://schemas.microsoft.com/office/drawing/2014/main" id="{C523F540-08FA-F198-1679-7A51A484DD7B}"/>
                  </a:ext>
                </a:extLst>
              </p:cNvPr>
              <p:cNvSpPr/>
              <p:nvPr/>
            </p:nvSpPr>
            <p:spPr>
              <a:xfrm>
                <a:off x="2714048" y="2853013"/>
                <a:ext cx="923840" cy="9212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28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8297"/>
                    </a:lnTo>
                    <a:lnTo>
                      <a:pt x="923075" y="918539"/>
                    </a:lnTo>
                    <a:lnTo>
                      <a:pt x="921653" y="918989"/>
                    </a:lnTo>
                    <a:lnTo>
                      <a:pt x="920231" y="919439"/>
                    </a:lnTo>
                    <a:lnTo>
                      <a:pt x="918810" y="919890"/>
                    </a:lnTo>
                    <a:lnTo>
                      <a:pt x="917388" y="920341"/>
                    </a:lnTo>
                    <a:lnTo>
                      <a:pt x="915967" y="920792"/>
                    </a:lnTo>
                    <a:lnTo>
                      <a:pt x="914545" y="921243"/>
                    </a:lnTo>
                    <a:lnTo>
                      <a:pt x="914400" y="92128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0" name="ph35">
                <a:extLst>
                  <a:ext uri="{FF2B5EF4-FFF2-40B4-BE49-F238E27FC236}">
                    <a16:creationId xmlns:a16="http://schemas.microsoft.com/office/drawing/2014/main" id="{22729FC1-8720-56D1-E0B7-EDB6FDE58DF5}"/>
                  </a:ext>
                </a:extLst>
              </p:cNvPr>
              <p:cNvSpPr/>
              <p:nvPr/>
            </p:nvSpPr>
            <p:spPr>
              <a:xfrm>
                <a:off x="2723489" y="2853013"/>
                <a:ext cx="923840" cy="9182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313"/>
                    </a:lnTo>
                    <a:lnTo>
                      <a:pt x="923591" y="915391"/>
                    </a:lnTo>
                    <a:lnTo>
                      <a:pt x="922168" y="915841"/>
                    </a:lnTo>
                    <a:lnTo>
                      <a:pt x="920746" y="916290"/>
                    </a:lnTo>
                    <a:lnTo>
                      <a:pt x="919323" y="916739"/>
                    </a:lnTo>
                    <a:lnTo>
                      <a:pt x="917901" y="917189"/>
                    </a:lnTo>
                    <a:lnTo>
                      <a:pt x="916479" y="917639"/>
                    </a:lnTo>
                    <a:lnTo>
                      <a:pt x="915057" y="918089"/>
                    </a:lnTo>
                    <a:lnTo>
                      <a:pt x="914400" y="918297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1" name="ph36">
                <a:extLst>
                  <a:ext uri="{FF2B5EF4-FFF2-40B4-BE49-F238E27FC236}">
                    <a16:creationId xmlns:a16="http://schemas.microsoft.com/office/drawing/2014/main" id="{6386F659-A1CC-E1EF-E511-F2F4CD162567}"/>
                  </a:ext>
                </a:extLst>
              </p:cNvPr>
              <p:cNvSpPr/>
              <p:nvPr/>
            </p:nvSpPr>
            <p:spPr>
              <a:xfrm>
                <a:off x="2732929" y="2853013"/>
                <a:ext cx="917295" cy="915313"/>
              </a:xfrm>
              <a:custGeom>
                <a:avLst/>
                <a:gdLst/>
                <a:ahLst/>
                <a:cxnLst/>
                <a:rect l="0" t="0" r="0" b="0"/>
                <a:pathLst>
                  <a:path w="917295" h="915313">
                    <a:moveTo>
                      <a:pt x="914400" y="914400"/>
                    </a:moveTo>
                    <a:lnTo>
                      <a:pt x="917295" y="914400"/>
                    </a:lnTo>
                    <a:lnTo>
                      <a:pt x="916996" y="914494"/>
                    </a:lnTo>
                    <a:lnTo>
                      <a:pt x="915573" y="914943"/>
                    </a:lnTo>
                    <a:lnTo>
                      <a:pt x="914400" y="915313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2" name="ph37">
                <a:extLst>
                  <a:ext uri="{FF2B5EF4-FFF2-40B4-BE49-F238E27FC236}">
                    <a16:creationId xmlns:a16="http://schemas.microsoft.com/office/drawing/2014/main" id="{24FEB470-9BB5-D359-160A-FD97733D2952}"/>
                  </a:ext>
                </a:extLst>
              </p:cNvPr>
              <p:cNvSpPr/>
              <p:nvPr/>
            </p:nvSpPr>
            <p:spPr>
              <a:xfrm>
                <a:off x="2808451" y="2853013"/>
                <a:ext cx="914400" cy="91553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33">
                    <a:moveTo>
                      <a:pt x="914400" y="914400"/>
                    </a:moveTo>
                    <a:lnTo>
                      <a:pt x="914400" y="915533"/>
                    </a:lnTo>
                    <a:lnTo>
                      <a:pt x="911778" y="915324"/>
                    </a:lnTo>
                    <a:lnTo>
                      <a:pt x="906980" y="914400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3" name="ph38">
                <a:extLst>
                  <a:ext uri="{FF2B5EF4-FFF2-40B4-BE49-F238E27FC236}">
                    <a16:creationId xmlns:a16="http://schemas.microsoft.com/office/drawing/2014/main" id="{76E69C45-DE17-36C2-D229-2748317095BA}"/>
                  </a:ext>
                </a:extLst>
              </p:cNvPr>
              <p:cNvSpPr/>
              <p:nvPr/>
            </p:nvSpPr>
            <p:spPr>
              <a:xfrm>
                <a:off x="2808451" y="2853013"/>
                <a:ext cx="923840" cy="9158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8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698"/>
                    </a:lnTo>
                    <a:lnTo>
                      <a:pt x="918607" y="915869"/>
                    </a:lnTo>
                    <a:lnTo>
                      <a:pt x="914400" y="915533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4" name="ph39">
                <a:extLst>
                  <a:ext uri="{FF2B5EF4-FFF2-40B4-BE49-F238E27FC236}">
                    <a16:creationId xmlns:a16="http://schemas.microsoft.com/office/drawing/2014/main" id="{467F725C-B33C-4E5B-1CA2-A7A544C5BF31}"/>
                  </a:ext>
                </a:extLst>
              </p:cNvPr>
              <p:cNvSpPr/>
              <p:nvPr/>
            </p:nvSpPr>
            <p:spPr>
              <a:xfrm>
                <a:off x="2817891" y="2853013"/>
                <a:ext cx="923840" cy="91569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569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51"/>
                    </a:lnTo>
                    <a:lnTo>
                      <a:pt x="922611" y="915060"/>
                    </a:lnTo>
                    <a:lnTo>
                      <a:pt x="920409" y="915255"/>
                    </a:lnTo>
                    <a:lnTo>
                      <a:pt x="918208" y="915450"/>
                    </a:lnTo>
                    <a:lnTo>
                      <a:pt x="916001" y="915646"/>
                    </a:lnTo>
                    <a:lnTo>
                      <a:pt x="914400" y="915698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5" name="ph40">
                <a:extLst>
                  <a:ext uri="{FF2B5EF4-FFF2-40B4-BE49-F238E27FC236}">
                    <a16:creationId xmlns:a16="http://schemas.microsoft.com/office/drawing/2014/main" id="{A3457E35-3CA5-10E1-4314-50A9467E7F06}"/>
                  </a:ext>
                </a:extLst>
              </p:cNvPr>
              <p:cNvSpPr/>
              <p:nvPr/>
            </p:nvSpPr>
            <p:spPr>
              <a:xfrm>
                <a:off x="2827331" y="2853013"/>
                <a:ext cx="920667" cy="914951"/>
              </a:xfrm>
              <a:custGeom>
                <a:avLst/>
                <a:gdLst/>
                <a:ahLst/>
                <a:cxnLst/>
                <a:rect l="0" t="0" r="0" b="0"/>
                <a:pathLst>
                  <a:path w="920667" h="914951">
                    <a:moveTo>
                      <a:pt x="914400" y="914400"/>
                    </a:moveTo>
                    <a:lnTo>
                      <a:pt x="920667" y="914400"/>
                    </a:lnTo>
                    <a:lnTo>
                      <a:pt x="919776" y="914478"/>
                    </a:lnTo>
                    <a:lnTo>
                      <a:pt x="917574" y="914671"/>
                    </a:lnTo>
                    <a:lnTo>
                      <a:pt x="915372" y="914865"/>
                    </a:lnTo>
                    <a:lnTo>
                      <a:pt x="914400" y="914951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6" name="ph41">
                <a:extLst>
                  <a:ext uri="{FF2B5EF4-FFF2-40B4-BE49-F238E27FC236}">
                    <a16:creationId xmlns:a16="http://schemas.microsoft.com/office/drawing/2014/main" id="{A8625493-ADE8-8492-0FFC-42342C5FFD94}"/>
                  </a:ext>
                </a:extLst>
              </p:cNvPr>
              <p:cNvSpPr/>
              <p:nvPr/>
            </p:nvSpPr>
            <p:spPr>
              <a:xfrm>
                <a:off x="2553564" y="2835444"/>
                <a:ext cx="914399" cy="916302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6302">
                    <a:moveTo>
                      <a:pt x="914399" y="914400"/>
                    </a:moveTo>
                    <a:lnTo>
                      <a:pt x="914399" y="916302"/>
                    </a:lnTo>
                    <a:lnTo>
                      <a:pt x="911402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7" name="ph42">
                <a:extLst>
                  <a:ext uri="{FF2B5EF4-FFF2-40B4-BE49-F238E27FC236}">
                    <a16:creationId xmlns:a16="http://schemas.microsoft.com/office/drawing/2014/main" id="{A8F2289E-B1F1-50D9-6EC6-7AB78F9AABA3}"/>
                  </a:ext>
                </a:extLst>
              </p:cNvPr>
              <p:cNvSpPr/>
              <p:nvPr/>
            </p:nvSpPr>
            <p:spPr>
              <a:xfrm>
                <a:off x="2553564" y="2835444"/>
                <a:ext cx="923840" cy="92117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175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1175"/>
                    </a:lnTo>
                    <a:lnTo>
                      <a:pt x="921386" y="920132"/>
                    </a:lnTo>
                    <a:lnTo>
                      <a:pt x="915703" y="917130"/>
                    </a:lnTo>
                    <a:lnTo>
                      <a:pt x="914399" y="916302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8" name="ph43">
                <a:extLst>
                  <a:ext uri="{FF2B5EF4-FFF2-40B4-BE49-F238E27FC236}">
                    <a16:creationId xmlns:a16="http://schemas.microsoft.com/office/drawing/2014/main" id="{8A9EB733-0D3C-AFEB-213B-D5F860660EBE}"/>
                  </a:ext>
                </a:extLst>
              </p:cNvPr>
              <p:cNvSpPr/>
              <p:nvPr/>
            </p:nvSpPr>
            <p:spPr>
              <a:xfrm>
                <a:off x="2563005" y="2835444"/>
                <a:ext cx="923840" cy="92455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5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50"/>
                    </a:lnTo>
                    <a:lnTo>
                      <a:pt x="923526" y="924464"/>
                    </a:lnTo>
                    <a:lnTo>
                      <a:pt x="917706" y="922579"/>
                    </a:lnTo>
                    <a:lnTo>
                      <a:pt x="914400" y="921175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9" name="ph44">
                <a:extLst>
                  <a:ext uri="{FF2B5EF4-FFF2-40B4-BE49-F238E27FC236}">
                    <a16:creationId xmlns:a16="http://schemas.microsoft.com/office/drawing/2014/main" id="{01214A83-77A1-A91E-5C7A-91C77D99C604}"/>
                  </a:ext>
                </a:extLst>
              </p:cNvPr>
              <p:cNvSpPr/>
              <p:nvPr/>
            </p:nvSpPr>
            <p:spPr>
              <a:xfrm>
                <a:off x="2572445" y="2835444"/>
                <a:ext cx="923840" cy="9271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40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140"/>
                    </a:lnTo>
                    <a:lnTo>
                      <a:pt x="923048" y="926923"/>
                    </a:lnTo>
                    <a:lnTo>
                      <a:pt x="921769" y="926571"/>
                    </a:lnTo>
                    <a:lnTo>
                      <a:pt x="920489" y="926220"/>
                    </a:lnTo>
                    <a:lnTo>
                      <a:pt x="919209" y="925869"/>
                    </a:lnTo>
                    <a:lnTo>
                      <a:pt x="917929" y="925517"/>
                    </a:lnTo>
                    <a:lnTo>
                      <a:pt x="916649" y="925166"/>
                    </a:lnTo>
                    <a:lnTo>
                      <a:pt x="915369" y="924815"/>
                    </a:lnTo>
                    <a:lnTo>
                      <a:pt x="914399" y="92455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0" name="ph45">
                <a:extLst>
                  <a:ext uri="{FF2B5EF4-FFF2-40B4-BE49-F238E27FC236}">
                    <a16:creationId xmlns:a16="http://schemas.microsoft.com/office/drawing/2014/main" id="{0BE8B7B7-6312-278A-39CC-115061D5F9E5}"/>
                  </a:ext>
                </a:extLst>
              </p:cNvPr>
              <p:cNvSpPr/>
              <p:nvPr/>
            </p:nvSpPr>
            <p:spPr>
              <a:xfrm>
                <a:off x="2581885" y="2835444"/>
                <a:ext cx="923840" cy="92973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73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9739"/>
                    </a:lnTo>
                    <a:lnTo>
                      <a:pt x="923522" y="929651"/>
                    </a:lnTo>
                    <a:lnTo>
                      <a:pt x="923203" y="929563"/>
                    </a:lnTo>
                    <a:lnTo>
                      <a:pt x="923044" y="929512"/>
                    </a:lnTo>
                    <a:lnTo>
                      <a:pt x="922884" y="929476"/>
                    </a:lnTo>
                    <a:lnTo>
                      <a:pt x="922565" y="929388"/>
                    </a:lnTo>
                    <a:lnTo>
                      <a:pt x="921285" y="929035"/>
                    </a:lnTo>
                    <a:lnTo>
                      <a:pt x="920005" y="928682"/>
                    </a:lnTo>
                    <a:lnTo>
                      <a:pt x="918726" y="928330"/>
                    </a:lnTo>
                    <a:lnTo>
                      <a:pt x="917447" y="927978"/>
                    </a:lnTo>
                    <a:lnTo>
                      <a:pt x="916167" y="927626"/>
                    </a:lnTo>
                    <a:lnTo>
                      <a:pt x="914888" y="927274"/>
                    </a:lnTo>
                    <a:lnTo>
                      <a:pt x="914400" y="92714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1" name="ph46">
                <a:extLst>
                  <a:ext uri="{FF2B5EF4-FFF2-40B4-BE49-F238E27FC236}">
                    <a16:creationId xmlns:a16="http://schemas.microsoft.com/office/drawing/2014/main" id="{07303A90-3D2B-E003-6ED0-E1DD824E5E5C}"/>
                  </a:ext>
                </a:extLst>
              </p:cNvPr>
              <p:cNvSpPr/>
              <p:nvPr/>
            </p:nvSpPr>
            <p:spPr>
              <a:xfrm>
                <a:off x="2591325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78" y="931969"/>
                    </a:lnTo>
                    <a:lnTo>
                      <a:pt x="921756" y="931770"/>
                    </a:lnTo>
                    <a:lnTo>
                      <a:pt x="920478" y="931417"/>
                    </a:lnTo>
                    <a:lnTo>
                      <a:pt x="919199" y="931063"/>
                    </a:lnTo>
                    <a:lnTo>
                      <a:pt x="917920" y="930710"/>
                    </a:lnTo>
                    <a:lnTo>
                      <a:pt x="916641" y="930357"/>
                    </a:lnTo>
                    <a:lnTo>
                      <a:pt x="915362" y="930004"/>
                    </a:lnTo>
                    <a:lnTo>
                      <a:pt x="914399" y="92973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2" name="ph47">
                <a:extLst>
                  <a:ext uri="{FF2B5EF4-FFF2-40B4-BE49-F238E27FC236}">
                    <a16:creationId xmlns:a16="http://schemas.microsoft.com/office/drawing/2014/main" id="{FA47FF87-42A8-77BE-DAE0-E86641DE7327}"/>
                  </a:ext>
                </a:extLst>
              </p:cNvPr>
              <p:cNvSpPr/>
              <p:nvPr/>
            </p:nvSpPr>
            <p:spPr>
              <a:xfrm>
                <a:off x="260076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3" name="ph48">
                <a:extLst>
                  <a:ext uri="{FF2B5EF4-FFF2-40B4-BE49-F238E27FC236}">
                    <a16:creationId xmlns:a16="http://schemas.microsoft.com/office/drawing/2014/main" id="{98327CC8-2263-2FD6-29EA-62BAFB11E688}"/>
                  </a:ext>
                </a:extLst>
              </p:cNvPr>
              <p:cNvSpPr/>
              <p:nvPr/>
            </p:nvSpPr>
            <p:spPr>
              <a:xfrm>
                <a:off x="261020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4" name="ph49">
                <a:extLst>
                  <a:ext uri="{FF2B5EF4-FFF2-40B4-BE49-F238E27FC236}">
                    <a16:creationId xmlns:a16="http://schemas.microsoft.com/office/drawing/2014/main" id="{3F67B6A8-17E8-4105-AE8C-70FECB5B879D}"/>
                  </a:ext>
                </a:extLst>
              </p:cNvPr>
              <p:cNvSpPr/>
              <p:nvPr/>
            </p:nvSpPr>
            <p:spPr>
              <a:xfrm>
                <a:off x="261964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5" name="ph50">
                <a:extLst>
                  <a:ext uri="{FF2B5EF4-FFF2-40B4-BE49-F238E27FC236}">
                    <a16:creationId xmlns:a16="http://schemas.microsoft.com/office/drawing/2014/main" id="{53A8B5F2-F79D-BCED-D0A8-A4AFA4C09900}"/>
                  </a:ext>
                </a:extLst>
              </p:cNvPr>
              <p:cNvSpPr/>
              <p:nvPr/>
            </p:nvSpPr>
            <p:spPr>
              <a:xfrm>
                <a:off x="2629086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6" name="ph51">
                <a:extLst>
                  <a:ext uri="{FF2B5EF4-FFF2-40B4-BE49-F238E27FC236}">
                    <a16:creationId xmlns:a16="http://schemas.microsoft.com/office/drawing/2014/main" id="{668D0E6E-2D85-C5F8-F721-DC11A446FECF}"/>
                  </a:ext>
                </a:extLst>
              </p:cNvPr>
              <p:cNvSpPr/>
              <p:nvPr/>
            </p:nvSpPr>
            <p:spPr>
              <a:xfrm>
                <a:off x="263852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7" name="ph52">
                <a:extLst>
                  <a:ext uri="{FF2B5EF4-FFF2-40B4-BE49-F238E27FC236}">
                    <a16:creationId xmlns:a16="http://schemas.microsoft.com/office/drawing/2014/main" id="{968CF2E5-D491-25A2-9B27-ED0E7F1584E0}"/>
                  </a:ext>
                </a:extLst>
              </p:cNvPr>
              <p:cNvSpPr/>
              <p:nvPr/>
            </p:nvSpPr>
            <p:spPr>
              <a:xfrm>
                <a:off x="264796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8" name="ph53">
                <a:extLst>
                  <a:ext uri="{FF2B5EF4-FFF2-40B4-BE49-F238E27FC236}">
                    <a16:creationId xmlns:a16="http://schemas.microsoft.com/office/drawing/2014/main" id="{5ACDC21E-65CB-34DC-2109-96163F965E5D}"/>
                  </a:ext>
                </a:extLst>
              </p:cNvPr>
              <p:cNvSpPr/>
              <p:nvPr/>
            </p:nvSpPr>
            <p:spPr>
              <a:xfrm>
                <a:off x="265740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9" name="ph54">
                <a:extLst>
                  <a:ext uri="{FF2B5EF4-FFF2-40B4-BE49-F238E27FC236}">
                    <a16:creationId xmlns:a16="http://schemas.microsoft.com/office/drawing/2014/main" id="{4988FBF8-AF2F-B6F5-5B1A-1D2B4E69A032}"/>
                  </a:ext>
                </a:extLst>
              </p:cNvPr>
              <p:cNvSpPr/>
              <p:nvPr/>
            </p:nvSpPr>
            <p:spPr>
              <a:xfrm>
                <a:off x="266684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0" name="ph55">
                <a:extLst>
                  <a:ext uri="{FF2B5EF4-FFF2-40B4-BE49-F238E27FC236}">
                    <a16:creationId xmlns:a16="http://schemas.microsoft.com/office/drawing/2014/main" id="{9A81E030-53D9-61FA-8B90-CE3AC6207C22}"/>
                  </a:ext>
                </a:extLst>
              </p:cNvPr>
              <p:cNvSpPr/>
              <p:nvPr/>
            </p:nvSpPr>
            <p:spPr>
              <a:xfrm>
                <a:off x="2676287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1" name="ph56">
                <a:extLst>
                  <a:ext uri="{FF2B5EF4-FFF2-40B4-BE49-F238E27FC236}">
                    <a16:creationId xmlns:a16="http://schemas.microsoft.com/office/drawing/2014/main" id="{DAD5AF49-3FCF-53E2-1CEA-818D11515649}"/>
                  </a:ext>
                </a:extLst>
              </p:cNvPr>
              <p:cNvSpPr/>
              <p:nvPr/>
            </p:nvSpPr>
            <p:spPr>
              <a:xfrm>
                <a:off x="2685728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2" name="ph57">
                <a:extLst>
                  <a:ext uri="{FF2B5EF4-FFF2-40B4-BE49-F238E27FC236}">
                    <a16:creationId xmlns:a16="http://schemas.microsoft.com/office/drawing/2014/main" id="{777E8384-0D3D-5685-E17D-E2E5B1445631}"/>
                  </a:ext>
                </a:extLst>
              </p:cNvPr>
              <p:cNvSpPr/>
              <p:nvPr/>
            </p:nvSpPr>
            <p:spPr>
              <a:xfrm>
                <a:off x="2695168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3" name="ph58">
                <a:extLst>
                  <a:ext uri="{FF2B5EF4-FFF2-40B4-BE49-F238E27FC236}">
                    <a16:creationId xmlns:a16="http://schemas.microsoft.com/office/drawing/2014/main" id="{0D77E4B3-0D8C-1B71-7D55-A387C315E149}"/>
                  </a:ext>
                </a:extLst>
              </p:cNvPr>
              <p:cNvSpPr/>
              <p:nvPr/>
            </p:nvSpPr>
            <p:spPr>
              <a:xfrm>
                <a:off x="2704608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4" name="ph59">
                <a:extLst>
                  <a:ext uri="{FF2B5EF4-FFF2-40B4-BE49-F238E27FC236}">
                    <a16:creationId xmlns:a16="http://schemas.microsoft.com/office/drawing/2014/main" id="{3071C0E0-F670-7729-943E-541D7F3398A5}"/>
                  </a:ext>
                </a:extLst>
              </p:cNvPr>
              <p:cNvSpPr/>
              <p:nvPr/>
            </p:nvSpPr>
            <p:spPr>
              <a:xfrm>
                <a:off x="2714048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5" name="ph60">
                <a:extLst>
                  <a:ext uri="{FF2B5EF4-FFF2-40B4-BE49-F238E27FC236}">
                    <a16:creationId xmlns:a16="http://schemas.microsoft.com/office/drawing/2014/main" id="{1679D667-24CD-C4BA-A3C0-B727E01FB5D6}"/>
                  </a:ext>
                </a:extLst>
              </p:cNvPr>
              <p:cNvSpPr/>
              <p:nvPr/>
            </p:nvSpPr>
            <p:spPr>
              <a:xfrm>
                <a:off x="2723489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6" name="ph61">
                <a:extLst>
                  <a:ext uri="{FF2B5EF4-FFF2-40B4-BE49-F238E27FC236}">
                    <a16:creationId xmlns:a16="http://schemas.microsoft.com/office/drawing/2014/main" id="{7EAF2343-CFBC-4236-E0CC-FCD8BBBC1B0C}"/>
                  </a:ext>
                </a:extLst>
              </p:cNvPr>
              <p:cNvSpPr/>
              <p:nvPr/>
            </p:nvSpPr>
            <p:spPr>
              <a:xfrm>
                <a:off x="2732929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338"/>
                    </a:lnTo>
                    <a:lnTo>
                      <a:pt x="922688" y="912700"/>
                    </a:lnTo>
                    <a:lnTo>
                      <a:pt x="921265" y="913148"/>
                    </a:lnTo>
                    <a:lnTo>
                      <a:pt x="919842" y="913597"/>
                    </a:lnTo>
                    <a:lnTo>
                      <a:pt x="918419" y="914045"/>
                    </a:lnTo>
                    <a:lnTo>
                      <a:pt x="917295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7" name="ph62">
                <a:extLst>
                  <a:ext uri="{FF2B5EF4-FFF2-40B4-BE49-F238E27FC236}">
                    <a16:creationId xmlns:a16="http://schemas.microsoft.com/office/drawing/2014/main" id="{B8465641-7121-C455-644A-5A3E84ECB0F9}"/>
                  </a:ext>
                </a:extLst>
              </p:cNvPr>
              <p:cNvSpPr/>
              <p:nvPr/>
            </p:nvSpPr>
            <p:spPr>
              <a:xfrm>
                <a:off x="2742369" y="2835444"/>
                <a:ext cx="923840" cy="9299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9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940"/>
                    </a:lnTo>
                    <a:lnTo>
                      <a:pt x="923212" y="927138"/>
                    </a:lnTo>
                    <a:lnTo>
                      <a:pt x="921788" y="927585"/>
                    </a:lnTo>
                    <a:lnTo>
                      <a:pt x="920364" y="928032"/>
                    </a:lnTo>
                    <a:lnTo>
                      <a:pt x="918941" y="928479"/>
                    </a:lnTo>
                    <a:lnTo>
                      <a:pt x="917517" y="928927"/>
                    </a:lnTo>
                    <a:lnTo>
                      <a:pt x="916094" y="929374"/>
                    </a:lnTo>
                    <a:lnTo>
                      <a:pt x="914671" y="929822"/>
                    </a:lnTo>
                    <a:lnTo>
                      <a:pt x="914400" y="929907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8" name="ph63">
                <a:extLst>
                  <a:ext uri="{FF2B5EF4-FFF2-40B4-BE49-F238E27FC236}">
                    <a16:creationId xmlns:a16="http://schemas.microsoft.com/office/drawing/2014/main" id="{888FC06C-72AE-92A5-D95B-634A6D19E4B9}"/>
                  </a:ext>
                </a:extLst>
              </p:cNvPr>
              <p:cNvSpPr/>
              <p:nvPr/>
            </p:nvSpPr>
            <p:spPr>
              <a:xfrm>
                <a:off x="2751809" y="2835444"/>
                <a:ext cx="923840" cy="9269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9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40" y="924013"/>
                    </a:lnTo>
                    <a:lnTo>
                      <a:pt x="922316" y="924459"/>
                    </a:lnTo>
                    <a:lnTo>
                      <a:pt x="920892" y="924905"/>
                    </a:lnTo>
                    <a:lnTo>
                      <a:pt x="919467" y="925351"/>
                    </a:lnTo>
                    <a:lnTo>
                      <a:pt x="918043" y="925798"/>
                    </a:lnTo>
                    <a:lnTo>
                      <a:pt x="916619" y="926244"/>
                    </a:lnTo>
                    <a:lnTo>
                      <a:pt x="915195" y="926691"/>
                    </a:lnTo>
                    <a:lnTo>
                      <a:pt x="914400" y="92694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9" name="ph64">
                <a:extLst>
                  <a:ext uri="{FF2B5EF4-FFF2-40B4-BE49-F238E27FC236}">
                    <a16:creationId xmlns:a16="http://schemas.microsoft.com/office/drawing/2014/main" id="{FCAB0409-C4A0-D64C-8FB1-9510A452B7C9}"/>
                  </a:ext>
                </a:extLst>
              </p:cNvPr>
              <p:cNvSpPr/>
              <p:nvPr/>
            </p:nvSpPr>
            <p:spPr>
              <a:xfrm>
                <a:off x="2761250" y="2835444"/>
                <a:ext cx="923840" cy="92454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54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542"/>
                    </a:lnTo>
                    <a:lnTo>
                      <a:pt x="923281" y="924404"/>
                    </a:lnTo>
                    <a:lnTo>
                      <a:pt x="921674" y="924007"/>
                    </a:lnTo>
                    <a:lnTo>
                      <a:pt x="920068" y="923611"/>
                    </a:lnTo>
                    <a:lnTo>
                      <a:pt x="918462" y="923214"/>
                    </a:lnTo>
                    <a:lnTo>
                      <a:pt x="917563" y="922993"/>
                    </a:lnTo>
                    <a:lnTo>
                      <a:pt x="917149" y="923122"/>
                    </a:lnTo>
                    <a:lnTo>
                      <a:pt x="915724" y="923568"/>
                    </a:lnTo>
                    <a:lnTo>
                      <a:pt x="914400" y="923982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0" name="ph65">
                <a:extLst>
                  <a:ext uri="{FF2B5EF4-FFF2-40B4-BE49-F238E27FC236}">
                    <a16:creationId xmlns:a16="http://schemas.microsoft.com/office/drawing/2014/main" id="{7F40D728-4815-C8E9-F3A2-1411DEE0B7DE}"/>
                  </a:ext>
                </a:extLst>
              </p:cNvPr>
              <p:cNvSpPr/>
              <p:nvPr/>
            </p:nvSpPr>
            <p:spPr>
              <a:xfrm>
                <a:off x="2770690" y="2835444"/>
                <a:ext cx="923840" cy="926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8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880"/>
                    </a:lnTo>
                    <a:lnTo>
                      <a:pt x="923475" y="926790"/>
                    </a:lnTo>
                    <a:lnTo>
                      <a:pt x="921870" y="926391"/>
                    </a:lnTo>
                    <a:lnTo>
                      <a:pt x="920264" y="925994"/>
                    </a:lnTo>
                    <a:lnTo>
                      <a:pt x="918658" y="925596"/>
                    </a:lnTo>
                    <a:lnTo>
                      <a:pt x="917052" y="925198"/>
                    </a:lnTo>
                    <a:lnTo>
                      <a:pt x="915446" y="924801"/>
                    </a:lnTo>
                    <a:lnTo>
                      <a:pt x="914400" y="924542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1" name="ph66">
                <a:extLst>
                  <a:ext uri="{FF2B5EF4-FFF2-40B4-BE49-F238E27FC236}">
                    <a16:creationId xmlns:a16="http://schemas.microsoft.com/office/drawing/2014/main" id="{FB2E3FED-45E0-5FF0-0132-6861C05BB017}"/>
                  </a:ext>
                </a:extLst>
              </p:cNvPr>
              <p:cNvSpPr/>
              <p:nvPr/>
            </p:nvSpPr>
            <p:spPr>
              <a:xfrm>
                <a:off x="2780130" y="2835444"/>
                <a:ext cx="923840" cy="92922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22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9225"/>
                    </a:lnTo>
                    <a:lnTo>
                      <a:pt x="923667" y="929182"/>
                    </a:lnTo>
                    <a:lnTo>
                      <a:pt x="922062" y="928783"/>
                    </a:lnTo>
                    <a:lnTo>
                      <a:pt x="920457" y="928384"/>
                    </a:lnTo>
                    <a:lnTo>
                      <a:pt x="918851" y="927985"/>
                    </a:lnTo>
                    <a:lnTo>
                      <a:pt x="917246" y="927586"/>
                    </a:lnTo>
                    <a:lnTo>
                      <a:pt x="915641" y="927188"/>
                    </a:lnTo>
                    <a:lnTo>
                      <a:pt x="914400" y="926880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2" name="ph67">
                <a:extLst>
                  <a:ext uri="{FF2B5EF4-FFF2-40B4-BE49-F238E27FC236}">
                    <a16:creationId xmlns:a16="http://schemas.microsoft.com/office/drawing/2014/main" id="{25512B0E-0B05-CDE1-2DAA-F1E088A3961D}"/>
                  </a:ext>
                </a:extLst>
              </p:cNvPr>
              <p:cNvSpPr/>
              <p:nvPr/>
            </p:nvSpPr>
            <p:spPr>
              <a:xfrm>
                <a:off x="2789570" y="2835444"/>
                <a:ext cx="923840" cy="931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57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579"/>
                    </a:lnTo>
                    <a:lnTo>
                      <a:pt x="922251" y="931182"/>
                    </a:lnTo>
                    <a:lnTo>
                      <a:pt x="920646" y="930782"/>
                    </a:lnTo>
                    <a:lnTo>
                      <a:pt x="919041" y="930382"/>
                    </a:lnTo>
                    <a:lnTo>
                      <a:pt x="917436" y="929982"/>
                    </a:lnTo>
                    <a:lnTo>
                      <a:pt x="915832" y="929582"/>
                    </a:lnTo>
                    <a:lnTo>
                      <a:pt x="914400" y="929225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3" name="ph68">
                <a:extLst>
                  <a:ext uri="{FF2B5EF4-FFF2-40B4-BE49-F238E27FC236}">
                    <a16:creationId xmlns:a16="http://schemas.microsoft.com/office/drawing/2014/main" id="{B9EF8D79-2DE8-1D1E-4527-F857D119B62A}"/>
                  </a:ext>
                </a:extLst>
              </p:cNvPr>
              <p:cNvSpPr/>
              <p:nvPr/>
            </p:nvSpPr>
            <p:spPr>
              <a:xfrm>
                <a:off x="279901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420" y="931969"/>
                    </a:lnTo>
                    <a:lnTo>
                      <a:pt x="914399" y="93157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4" name="ph69">
                <a:extLst>
                  <a:ext uri="{FF2B5EF4-FFF2-40B4-BE49-F238E27FC236}">
                    <a16:creationId xmlns:a16="http://schemas.microsoft.com/office/drawing/2014/main" id="{DC604049-1162-D3B9-941D-42056D655632}"/>
                  </a:ext>
                </a:extLst>
              </p:cNvPr>
              <p:cNvSpPr/>
              <p:nvPr/>
            </p:nvSpPr>
            <p:spPr>
              <a:xfrm>
                <a:off x="280845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5" name="ph70">
                <a:extLst>
                  <a:ext uri="{FF2B5EF4-FFF2-40B4-BE49-F238E27FC236}">
                    <a16:creationId xmlns:a16="http://schemas.microsoft.com/office/drawing/2014/main" id="{F038DCCA-03E2-B99D-D7EB-9A0F004AD5FA}"/>
                  </a:ext>
                </a:extLst>
              </p:cNvPr>
              <p:cNvSpPr/>
              <p:nvPr/>
            </p:nvSpPr>
            <p:spPr>
              <a:xfrm>
                <a:off x="2817891" y="28354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6" name="ph71">
                <a:extLst>
                  <a:ext uri="{FF2B5EF4-FFF2-40B4-BE49-F238E27FC236}">
                    <a16:creationId xmlns:a16="http://schemas.microsoft.com/office/drawing/2014/main" id="{20036EAD-42C6-A22A-2127-C0D4CBBBD389}"/>
                  </a:ext>
                </a:extLst>
              </p:cNvPr>
              <p:cNvSpPr/>
              <p:nvPr/>
            </p:nvSpPr>
            <p:spPr>
              <a:xfrm>
                <a:off x="2827331" y="285301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121"/>
                    </a:lnTo>
                    <a:lnTo>
                      <a:pt x="921977" y="914285"/>
                    </a:lnTo>
                    <a:lnTo>
                      <a:pt x="920667" y="914400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7" name="ph72">
                <a:extLst>
                  <a:ext uri="{FF2B5EF4-FFF2-40B4-BE49-F238E27FC236}">
                    <a16:creationId xmlns:a16="http://schemas.microsoft.com/office/drawing/2014/main" id="{62AA2C6D-4AEC-4005-03A9-4010727127AA}"/>
                  </a:ext>
                </a:extLst>
              </p:cNvPr>
              <p:cNvSpPr/>
              <p:nvPr/>
            </p:nvSpPr>
            <p:spPr>
              <a:xfrm>
                <a:off x="2836772" y="2835444"/>
                <a:ext cx="923840" cy="93169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91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0110"/>
                    </a:lnTo>
                    <a:lnTo>
                      <a:pt x="920560" y="930872"/>
                    </a:lnTo>
                    <a:lnTo>
                      <a:pt x="914744" y="931661"/>
                    </a:lnTo>
                    <a:lnTo>
                      <a:pt x="914399" y="931691"/>
                    </a:lnTo>
                    <a:close/>
                  </a:path>
                </a:pathLst>
              </a:custGeom>
              <a:solidFill>
                <a:srgbClr val="E1F397">
                  <a:alpha val="100000"/>
                </a:srgbClr>
              </a:solidFill>
              <a:ln w="5420" cap="flat">
                <a:solidFill>
                  <a:srgbClr val="E1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8" name="ph73">
                <a:extLst>
                  <a:ext uri="{FF2B5EF4-FFF2-40B4-BE49-F238E27FC236}">
                    <a16:creationId xmlns:a16="http://schemas.microsoft.com/office/drawing/2014/main" id="{06537749-57A0-E66F-18B9-6D6B2803DA36}"/>
                  </a:ext>
                </a:extLst>
              </p:cNvPr>
              <p:cNvSpPr/>
              <p:nvPr/>
            </p:nvSpPr>
            <p:spPr>
              <a:xfrm>
                <a:off x="2846212" y="2835444"/>
                <a:ext cx="923840" cy="9301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117"/>
                    </a:lnTo>
                    <a:lnTo>
                      <a:pt x="922646" y="927630"/>
                    </a:lnTo>
                    <a:lnTo>
                      <a:pt x="916905" y="929527"/>
                    </a:lnTo>
                    <a:lnTo>
                      <a:pt x="914400" y="930110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9" name="ph74">
                <a:extLst>
                  <a:ext uri="{FF2B5EF4-FFF2-40B4-BE49-F238E27FC236}">
                    <a16:creationId xmlns:a16="http://schemas.microsoft.com/office/drawing/2014/main" id="{919937FF-3C44-6E40-B875-E4487B60142E}"/>
                  </a:ext>
                </a:extLst>
              </p:cNvPr>
              <p:cNvSpPr/>
              <p:nvPr/>
            </p:nvSpPr>
            <p:spPr>
              <a:xfrm>
                <a:off x="2855652" y="2835444"/>
                <a:ext cx="923840" cy="92711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11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549"/>
                    </a:lnTo>
                    <a:lnTo>
                      <a:pt x="918886" y="925186"/>
                    </a:lnTo>
                    <a:lnTo>
                      <a:pt x="914400" y="927117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0" name="ph75">
                <a:extLst>
                  <a:ext uri="{FF2B5EF4-FFF2-40B4-BE49-F238E27FC236}">
                    <a16:creationId xmlns:a16="http://schemas.microsoft.com/office/drawing/2014/main" id="{F357B773-5D88-87A7-BE2F-93E818CCCC55}"/>
                  </a:ext>
                </a:extLst>
              </p:cNvPr>
              <p:cNvSpPr/>
              <p:nvPr/>
            </p:nvSpPr>
            <p:spPr>
              <a:xfrm>
                <a:off x="2865092" y="2835444"/>
                <a:ext cx="923840" cy="9225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54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6240"/>
                    </a:lnTo>
                    <a:lnTo>
                      <a:pt x="920568" y="918683"/>
                    </a:lnTo>
                    <a:lnTo>
                      <a:pt x="915052" y="922201"/>
                    </a:lnTo>
                    <a:lnTo>
                      <a:pt x="914400" y="92254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1" name="ph76">
                <a:extLst>
                  <a:ext uri="{FF2B5EF4-FFF2-40B4-BE49-F238E27FC236}">
                    <a16:creationId xmlns:a16="http://schemas.microsoft.com/office/drawing/2014/main" id="{E8C56DE1-0440-383B-A2FC-9B119D107779}"/>
                  </a:ext>
                </a:extLst>
              </p:cNvPr>
              <p:cNvSpPr/>
              <p:nvPr/>
            </p:nvSpPr>
            <p:spPr>
              <a:xfrm>
                <a:off x="2874533" y="2835444"/>
                <a:ext cx="916821" cy="916240"/>
              </a:xfrm>
              <a:custGeom>
                <a:avLst/>
                <a:gdLst/>
                <a:ahLst/>
                <a:cxnLst/>
                <a:rect l="0" t="0" r="0" b="0"/>
                <a:pathLst>
                  <a:path w="916821" h="916240">
                    <a:moveTo>
                      <a:pt x="914400" y="914400"/>
                    </a:moveTo>
                    <a:lnTo>
                      <a:pt x="916821" y="914400"/>
                    </a:lnTo>
                    <a:lnTo>
                      <a:pt x="916539" y="914642"/>
                    </a:lnTo>
                    <a:lnTo>
                      <a:pt x="914400" y="916240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2" name="ph77">
                <a:extLst>
                  <a:ext uri="{FF2B5EF4-FFF2-40B4-BE49-F238E27FC236}">
                    <a16:creationId xmlns:a16="http://schemas.microsoft.com/office/drawing/2014/main" id="{849A4547-6317-8384-6CF0-FF89DF2A7270}"/>
                  </a:ext>
                </a:extLst>
              </p:cNvPr>
              <p:cNvSpPr/>
              <p:nvPr/>
            </p:nvSpPr>
            <p:spPr>
              <a:xfrm>
                <a:off x="2534684" y="2817874"/>
                <a:ext cx="914400" cy="91877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773">
                    <a:moveTo>
                      <a:pt x="914400" y="914400"/>
                    </a:moveTo>
                    <a:lnTo>
                      <a:pt x="914400" y="918773"/>
                    </a:lnTo>
                    <a:lnTo>
                      <a:pt x="912919" y="917321"/>
                    </a:lnTo>
                    <a:lnTo>
                      <a:pt x="910285" y="914400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3" name="ph78">
                <a:extLst>
                  <a:ext uri="{FF2B5EF4-FFF2-40B4-BE49-F238E27FC236}">
                    <a16:creationId xmlns:a16="http://schemas.microsoft.com/office/drawing/2014/main" id="{10162DAE-AADB-07C3-5D0D-92ED1AFBA08A}"/>
                  </a:ext>
                </a:extLst>
              </p:cNvPr>
              <p:cNvSpPr/>
              <p:nvPr/>
            </p:nvSpPr>
            <p:spPr>
              <a:xfrm>
                <a:off x="2534684" y="2817874"/>
                <a:ext cx="923840" cy="92731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31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7310"/>
                    </a:lnTo>
                    <a:lnTo>
                      <a:pt x="923508" y="927063"/>
                    </a:lnTo>
                    <a:lnTo>
                      <a:pt x="918145" y="922449"/>
                    </a:lnTo>
                    <a:lnTo>
                      <a:pt x="914400" y="918773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4" name="ph79">
                <a:extLst>
                  <a:ext uri="{FF2B5EF4-FFF2-40B4-BE49-F238E27FC236}">
                    <a16:creationId xmlns:a16="http://schemas.microsoft.com/office/drawing/2014/main" id="{DC5A8CE7-6E9E-A20D-9E13-10BDAF320B29}"/>
                  </a:ext>
                </a:extLst>
              </p:cNvPr>
              <p:cNvSpPr/>
              <p:nvPr/>
            </p:nvSpPr>
            <p:spPr>
              <a:xfrm>
                <a:off x="254412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42" y="931969"/>
                    </a:lnTo>
                    <a:lnTo>
                      <a:pt x="919552" y="931150"/>
                    </a:lnTo>
                    <a:lnTo>
                      <a:pt x="914400" y="92731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5" name="ph80">
                <a:extLst>
                  <a:ext uri="{FF2B5EF4-FFF2-40B4-BE49-F238E27FC236}">
                    <a16:creationId xmlns:a16="http://schemas.microsoft.com/office/drawing/2014/main" id="{488E7D92-76AC-F33B-F234-51A24AA1B67A}"/>
                  </a:ext>
                </a:extLst>
              </p:cNvPr>
              <p:cNvSpPr/>
              <p:nvPr/>
            </p:nvSpPr>
            <p:spPr>
              <a:xfrm>
                <a:off x="2553564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6" name="ph81">
                <a:extLst>
                  <a:ext uri="{FF2B5EF4-FFF2-40B4-BE49-F238E27FC236}">
                    <a16:creationId xmlns:a16="http://schemas.microsoft.com/office/drawing/2014/main" id="{8A763163-4479-9727-834F-2D0C9F9F4B58}"/>
                  </a:ext>
                </a:extLst>
              </p:cNvPr>
              <p:cNvSpPr/>
              <p:nvPr/>
            </p:nvSpPr>
            <p:spPr>
              <a:xfrm>
                <a:off x="256300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7" name="ph82">
                <a:extLst>
                  <a:ext uri="{FF2B5EF4-FFF2-40B4-BE49-F238E27FC236}">
                    <a16:creationId xmlns:a16="http://schemas.microsoft.com/office/drawing/2014/main" id="{1548B516-9146-882B-EA8F-9D234988C9E7}"/>
                  </a:ext>
                </a:extLst>
              </p:cNvPr>
              <p:cNvSpPr/>
              <p:nvPr/>
            </p:nvSpPr>
            <p:spPr>
              <a:xfrm>
                <a:off x="257244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8" name="ph83">
                <a:extLst>
                  <a:ext uri="{FF2B5EF4-FFF2-40B4-BE49-F238E27FC236}">
                    <a16:creationId xmlns:a16="http://schemas.microsoft.com/office/drawing/2014/main" id="{C6F0C597-C8F5-AB23-CF18-E42EB7675F5C}"/>
                  </a:ext>
                </a:extLst>
              </p:cNvPr>
              <p:cNvSpPr/>
              <p:nvPr/>
            </p:nvSpPr>
            <p:spPr>
              <a:xfrm>
                <a:off x="258188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9" name="ph84">
                <a:extLst>
                  <a:ext uri="{FF2B5EF4-FFF2-40B4-BE49-F238E27FC236}">
                    <a16:creationId xmlns:a16="http://schemas.microsoft.com/office/drawing/2014/main" id="{91E355AA-67FB-91B9-04ED-0018323BF9E9}"/>
                  </a:ext>
                </a:extLst>
              </p:cNvPr>
              <p:cNvSpPr/>
              <p:nvPr/>
            </p:nvSpPr>
            <p:spPr>
              <a:xfrm>
                <a:off x="2591325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0" name="ph85">
                <a:extLst>
                  <a:ext uri="{FF2B5EF4-FFF2-40B4-BE49-F238E27FC236}">
                    <a16:creationId xmlns:a16="http://schemas.microsoft.com/office/drawing/2014/main" id="{EA065807-DA72-518F-BFAF-38D7C0842E47}"/>
                  </a:ext>
                </a:extLst>
              </p:cNvPr>
              <p:cNvSpPr/>
              <p:nvPr/>
            </p:nvSpPr>
            <p:spPr>
              <a:xfrm>
                <a:off x="260076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1" name="ph86">
                <a:extLst>
                  <a:ext uri="{FF2B5EF4-FFF2-40B4-BE49-F238E27FC236}">
                    <a16:creationId xmlns:a16="http://schemas.microsoft.com/office/drawing/2014/main" id="{146DFFF8-B7F6-0BAD-D7AA-33C708A495B7}"/>
                  </a:ext>
                </a:extLst>
              </p:cNvPr>
              <p:cNvSpPr/>
              <p:nvPr/>
            </p:nvSpPr>
            <p:spPr>
              <a:xfrm>
                <a:off x="261020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2" name="ph87">
                <a:extLst>
                  <a:ext uri="{FF2B5EF4-FFF2-40B4-BE49-F238E27FC236}">
                    <a16:creationId xmlns:a16="http://schemas.microsoft.com/office/drawing/2014/main" id="{E218CD50-1658-F012-C4FA-DA133DD73E3D}"/>
                  </a:ext>
                </a:extLst>
              </p:cNvPr>
              <p:cNvSpPr/>
              <p:nvPr/>
            </p:nvSpPr>
            <p:spPr>
              <a:xfrm>
                <a:off x="261964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3" name="ph88">
                <a:extLst>
                  <a:ext uri="{FF2B5EF4-FFF2-40B4-BE49-F238E27FC236}">
                    <a16:creationId xmlns:a16="http://schemas.microsoft.com/office/drawing/2014/main" id="{98DAE38A-A721-E266-B0B4-F12B7628149E}"/>
                  </a:ext>
                </a:extLst>
              </p:cNvPr>
              <p:cNvSpPr/>
              <p:nvPr/>
            </p:nvSpPr>
            <p:spPr>
              <a:xfrm>
                <a:off x="2629086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4" name="ph89">
                <a:extLst>
                  <a:ext uri="{FF2B5EF4-FFF2-40B4-BE49-F238E27FC236}">
                    <a16:creationId xmlns:a16="http://schemas.microsoft.com/office/drawing/2014/main" id="{2673ED07-76AA-4D48-4B4B-1446151CB73E}"/>
                  </a:ext>
                </a:extLst>
              </p:cNvPr>
              <p:cNvSpPr/>
              <p:nvPr/>
            </p:nvSpPr>
            <p:spPr>
              <a:xfrm>
                <a:off x="263852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5" name="ph90">
                <a:extLst>
                  <a:ext uri="{FF2B5EF4-FFF2-40B4-BE49-F238E27FC236}">
                    <a16:creationId xmlns:a16="http://schemas.microsoft.com/office/drawing/2014/main" id="{915CFD61-681C-0D31-AD70-15F031DCB659}"/>
                  </a:ext>
                </a:extLst>
              </p:cNvPr>
              <p:cNvSpPr/>
              <p:nvPr/>
            </p:nvSpPr>
            <p:spPr>
              <a:xfrm>
                <a:off x="264796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6" name="ph91">
                <a:extLst>
                  <a:ext uri="{FF2B5EF4-FFF2-40B4-BE49-F238E27FC236}">
                    <a16:creationId xmlns:a16="http://schemas.microsoft.com/office/drawing/2014/main" id="{6A8DB1DD-0D00-A832-8831-8A8161110798}"/>
                  </a:ext>
                </a:extLst>
              </p:cNvPr>
              <p:cNvSpPr/>
              <p:nvPr/>
            </p:nvSpPr>
            <p:spPr>
              <a:xfrm>
                <a:off x="265740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7" name="ph92">
                <a:extLst>
                  <a:ext uri="{FF2B5EF4-FFF2-40B4-BE49-F238E27FC236}">
                    <a16:creationId xmlns:a16="http://schemas.microsoft.com/office/drawing/2014/main" id="{BE73DA46-F4B3-D4EE-9704-45B7AB890324}"/>
                  </a:ext>
                </a:extLst>
              </p:cNvPr>
              <p:cNvSpPr/>
              <p:nvPr/>
            </p:nvSpPr>
            <p:spPr>
              <a:xfrm>
                <a:off x="266684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8" name="ph93">
                <a:extLst>
                  <a:ext uri="{FF2B5EF4-FFF2-40B4-BE49-F238E27FC236}">
                    <a16:creationId xmlns:a16="http://schemas.microsoft.com/office/drawing/2014/main" id="{0B2D94D2-D3AC-E90D-8E02-1A622678ABFD}"/>
                  </a:ext>
                </a:extLst>
              </p:cNvPr>
              <p:cNvSpPr/>
              <p:nvPr/>
            </p:nvSpPr>
            <p:spPr>
              <a:xfrm>
                <a:off x="2676287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9" name="ph94">
                <a:extLst>
                  <a:ext uri="{FF2B5EF4-FFF2-40B4-BE49-F238E27FC236}">
                    <a16:creationId xmlns:a16="http://schemas.microsoft.com/office/drawing/2014/main" id="{4FBB1438-5F20-F7B1-B175-BD8B68A3BCBF}"/>
                  </a:ext>
                </a:extLst>
              </p:cNvPr>
              <p:cNvSpPr/>
              <p:nvPr/>
            </p:nvSpPr>
            <p:spPr>
              <a:xfrm>
                <a:off x="268572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0" name="ph95">
                <a:extLst>
                  <a:ext uri="{FF2B5EF4-FFF2-40B4-BE49-F238E27FC236}">
                    <a16:creationId xmlns:a16="http://schemas.microsoft.com/office/drawing/2014/main" id="{8D1E89A0-D159-41A4-558D-214B67989161}"/>
                  </a:ext>
                </a:extLst>
              </p:cNvPr>
              <p:cNvSpPr/>
              <p:nvPr/>
            </p:nvSpPr>
            <p:spPr>
              <a:xfrm>
                <a:off x="269516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1" name="ph96">
                <a:extLst>
                  <a:ext uri="{FF2B5EF4-FFF2-40B4-BE49-F238E27FC236}">
                    <a16:creationId xmlns:a16="http://schemas.microsoft.com/office/drawing/2014/main" id="{875787A1-1837-B5BD-E145-23FAB80881EC}"/>
                  </a:ext>
                </a:extLst>
              </p:cNvPr>
              <p:cNvSpPr/>
              <p:nvPr/>
            </p:nvSpPr>
            <p:spPr>
              <a:xfrm>
                <a:off x="270460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2" name="ph97">
                <a:extLst>
                  <a:ext uri="{FF2B5EF4-FFF2-40B4-BE49-F238E27FC236}">
                    <a16:creationId xmlns:a16="http://schemas.microsoft.com/office/drawing/2014/main" id="{F40B255F-489F-0852-15E4-AAE55307E0AE}"/>
                  </a:ext>
                </a:extLst>
              </p:cNvPr>
              <p:cNvSpPr/>
              <p:nvPr/>
            </p:nvSpPr>
            <p:spPr>
              <a:xfrm>
                <a:off x="2714048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3" name="ph98">
                <a:extLst>
                  <a:ext uri="{FF2B5EF4-FFF2-40B4-BE49-F238E27FC236}">
                    <a16:creationId xmlns:a16="http://schemas.microsoft.com/office/drawing/2014/main" id="{4BDFA034-E4B0-53E7-14C6-97D15C1D2047}"/>
                  </a:ext>
                </a:extLst>
              </p:cNvPr>
              <p:cNvSpPr/>
              <p:nvPr/>
            </p:nvSpPr>
            <p:spPr>
              <a:xfrm>
                <a:off x="272348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4" name="ph99">
                <a:extLst>
                  <a:ext uri="{FF2B5EF4-FFF2-40B4-BE49-F238E27FC236}">
                    <a16:creationId xmlns:a16="http://schemas.microsoft.com/office/drawing/2014/main" id="{C9A24125-12CE-364B-C721-9624ECB73698}"/>
                  </a:ext>
                </a:extLst>
              </p:cNvPr>
              <p:cNvSpPr/>
              <p:nvPr/>
            </p:nvSpPr>
            <p:spPr>
              <a:xfrm>
                <a:off x="273292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5" name="ph100">
                <a:extLst>
                  <a:ext uri="{FF2B5EF4-FFF2-40B4-BE49-F238E27FC236}">
                    <a16:creationId xmlns:a16="http://schemas.microsoft.com/office/drawing/2014/main" id="{7601EB1C-BC4D-A916-6C04-79A946BF8390}"/>
                  </a:ext>
                </a:extLst>
              </p:cNvPr>
              <p:cNvSpPr/>
              <p:nvPr/>
            </p:nvSpPr>
            <p:spPr>
              <a:xfrm>
                <a:off x="274236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6" name="ph101">
                <a:extLst>
                  <a:ext uri="{FF2B5EF4-FFF2-40B4-BE49-F238E27FC236}">
                    <a16:creationId xmlns:a16="http://schemas.microsoft.com/office/drawing/2014/main" id="{052E2158-8F1B-19F0-C3F5-02A3C31367E1}"/>
                  </a:ext>
                </a:extLst>
              </p:cNvPr>
              <p:cNvSpPr/>
              <p:nvPr/>
            </p:nvSpPr>
            <p:spPr>
              <a:xfrm>
                <a:off x="2751809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7" name="ph102">
                <a:extLst>
                  <a:ext uri="{FF2B5EF4-FFF2-40B4-BE49-F238E27FC236}">
                    <a16:creationId xmlns:a16="http://schemas.microsoft.com/office/drawing/2014/main" id="{B653FA6C-7C4E-7779-7915-3A2FF570AACC}"/>
                  </a:ext>
                </a:extLst>
              </p:cNvPr>
              <p:cNvSpPr/>
              <p:nvPr/>
            </p:nvSpPr>
            <p:spPr>
              <a:xfrm>
                <a:off x="276125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8" name="ph103">
                <a:extLst>
                  <a:ext uri="{FF2B5EF4-FFF2-40B4-BE49-F238E27FC236}">
                    <a16:creationId xmlns:a16="http://schemas.microsoft.com/office/drawing/2014/main" id="{64239DA4-22C1-9FA1-B8F0-2ADBF4E0E731}"/>
                  </a:ext>
                </a:extLst>
              </p:cNvPr>
              <p:cNvSpPr/>
              <p:nvPr/>
            </p:nvSpPr>
            <p:spPr>
              <a:xfrm>
                <a:off x="277069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9" name="ph104">
                <a:extLst>
                  <a:ext uri="{FF2B5EF4-FFF2-40B4-BE49-F238E27FC236}">
                    <a16:creationId xmlns:a16="http://schemas.microsoft.com/office/drawing/2014/main" id="{E7B795C3-0127-0C75-1907-DEA856021406}"/>
                  </a:ext>
                </a:extLst>
              </p:cNvPr>
              <p:cNvSpPr/>
              <p:nvPr/>
            </p:nvSpPr>
            <p:spPr>
              <a:xfrm>
                <a:off x="278013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0" name="ph105">
                <a:extLst>
                  <a:ext uri="{FF2B5EF4-FFF2-40B4-BE49-F238E27FC236}">
                    <a16:creationId xmlns:a16="http://schemas.microsoft.com/office/drawing/2014/main" id="{97633372-3756-910C-343D-B5BB9AABEED6}"/>
                  </a:ext>
                </a:extLst>
              </p:cNvPr>
              <p:cNvSpPr/>
              <p:nvPr/>
            </p:nvSpPr>
            <p:spPr>
              <a:xfrm>
                <a:off x="2789570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1" name="ph106">
                <a:extLst>
                  <a:ext uri="{FF2B5EF4-FFF2-40B4-BE49-F238E27FC236}">
                    <a16:creationId xmlns:a16="http://schemas.microsoft.com/office/drawing/2014/main" id="{25BE46D0-DE0D-5050-D070-A978AA63ADD6}"/>
                  </a:ext>
                </a:extLst>
              </p:cNvPr>
              <p:cNvSpPr/>
              <p:nvPr/>
            </p:nvSpPr>
            <p:spPr>
              <a:xfrm>
                <a:off x="279901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2" name="ph107">
                <a:extLst>
                  <a:ext uri="{FF2B5EF4-FFF2-40B4-BE49-F238E27FC236}">
                    <a16:creationId xmlns:a16="http://schemas.microsoft.com/office/drawing/2014/main" id="{8813BCD0-B77E-7F57-888B-64E61C856824}"/>
                  </a:ext>
                </a:extLst>
              </p:cNvPr>
              <p:cNvSpPr/>
              <p:nvPr/>
            </p:nvSpPr>
            <p:spPr>
              <a:xfrm>
                <a:off x="280845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3" name="ph108">
                <a:extLst>
                  <a:ext uri="{FF2B5EF4-FFF2-40B4-BE49-F238E27FC236}">
                    <a16:creationId xmlns:a16="http://schemas.microsoft.com/office/drawing/2014/main" id="{AAD076BE-7312-8797-C347-511A039474E0}"/>
                  </a:ext>
                </a:extLst>
              </p:cNvPr>
              <p:cNvSpPr/>
              <p:nvPr/>
            </p:nvSpPr>
            <p:spPr>
              <a:xfrm>
                <a:off x="281789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4" name="ph109">
                <a:extLst>
                  <a:ext uri="{FF2B5EF4-FFF2-40B4-BE49-F238E27FC236}">
                    <a16:creationId xmlns:a16="http://schemas.microsoft.com/office/drawing/2014/main" id="{73D37131-9B07-0E81-3200-DB28FC6A068D}"/>
                  </a:ext>
                </a:extLst>
              </p:cNvPr>
              <p:cNvSpPr/>
              <p:nvPr/>
            </p:nvSpPr>
            <p:spPr>
              <a:xfrm>
                <a:off x="2827331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5" name="ph110">
                <a:extLst>
                  <a:ext uri="{FF2B5EF4-FFF2-40B4-BE49-F238E27FC236}">
                    <a16:creationId xmlns:a16="http://schemas.microsoft.com/office/drawing/2014/main" id="{9E539183-A880-7381-B887-8695FDDA7C1A}"/>
                  </a:ext>
                </a:extLst>
              </p:cNvPr>
              <p:cNvSpPr/>
              <p:nvPr/>
            </p:nvSpPr>
            <p:spPr>
              <a:xfrm>
                <a:off x="283677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6" name="ph111">
                <a:extLst>
                  <a:ext uri="{FF2B5EF4-FFF2-40B4-BE49-F238E27FC236}">
                    <a16:creationId xmlns:a16="http://schemas.microsoft.com/office/drawing/2014/main" id="{023CC3D5-FDFF-9044-59B0-91E0734E84DD}"/>
                  </a:ext>
                </a:extLst>
              </p:cNvPr>
              <p:cNvSpPr/>
              <p:nvPr/>
            </p:nvSpPr>
            <p:spPr>
              <a:xfrm>
                <a:off x="284621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7" name="ph112">
                <a:extLst>
                  <a:ext uri="{FF2B5EF4-FFF2-40B4-BE49-F238E27FC236}">
                    <a16:creationId xmlns:a16="http://schemas.microsoft.com/office/drawing/2014/main" id="{5FB1C19B-1D4F-0662-5912-17FFC91CD9AE}"/>
                  </a:ext>
                </a:extLst>
              </p:cNvPr>
              <p:cNvSpPr/>
              <p:nvPr/>
            </p:nvSpPr>
            <p:spPr>
              <a:xfrm>
                <a:off x="285565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8" name="ph113">
                <a:extLst>
                  <a:ext uri="{FF2B5EF4-FFF2-40B4-BE49-F238E27FC236}">
                    <a16:creationId xmlns:a16="http://schemas.microsoft.com/office/drawing/2014/main" id="{E0DEEA06-32F5-633A-DCDE-1BB2CE3FAF8D}"/>
                  </a:ext>
                </a:extLst>
              </p:cNvPr>
              <p:cNvSpPr/>
              <p:nvPr/>
            </p:nvSpPr>
            <p:spPr>
              <a:xfrm>
                <a:off x="2865092" y="28178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9" name="ph114">
                <a:extLst>
                  <a:ext uri="{FF2B5EF4-FFF2-40B4-BE49-F238E27FC236}">
                    <a16:creationId xmlns:a16="http://schemas.microsoft.com/office/drawing/2014/main" id="{5A5D200D-0514-FB27-586B-DE2551FF507F}"/>
                  </a:ext>
                </a:extLst>
              </p:cNvPr>
              <p:cNvSpPr/>
              <p:nvPr/>
            </p:nvSpPr>
            <p:spPr>
              <a:xfrm>
                <a:off x="2874533" y="283544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20"/>
                    </a:lnTo>
                    <a:lnTo>
                      <a:pt x="921831" y="910088"/>
                    </a:lnTo>
                    <a:lnTo>
                      <a:pt x="916821" y="914400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0" name="ph115">
                <a:extLst>
                  <a:ext uri="{FF2B5EF4-FFF2-40B4-BE49-F238E27FC236}">
                    <a16:creationId xmlns:a16="http://schemas.microsoft.com/office/drawing/2014/main" id="{E66CF766-E9F5-8CE9-3FA2-E7374E85EE2A}"/>
                  </a:ext>
                </a:extLst>
              </p:cNvPr>
              <p:cNvSpPr/>
              <p:nvPr/>
            </p:nvSpPr>
            <p:spPr>
              <a:xfrm>
                <a:off x="2883973" y="2817874"/>
                <a:ext cx="923840" cy="92569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69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478"/>
                    </a:lnTo>
                    <a:lnTo>
                      <a:pt x="922563" y="917060"/>
                    </a:lnTo>
                    <a:lnTo>
                      <a:pt x="917550" y="922603"/>
                    </a:lnTo>
                    <a:lnTo>
                      <a:pt x="914400" y="925690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1" name="ph116">
                <a:extLst>
                  <a:ext uri="{FF2B5EF4-FFF2-40B4-BE49-F238E27FC236}">
                    <a16:creationId xmlns:a16="http://schemas.microsoft.com/office/drawing/2014/main" id="{52E7B07F-2A37-A4BD-AF26-CB284E426F2F}"/>
                  </a:ext>
                </a:extLst>
              </p:cNvPr>
              <p:cNvSpPr/>
              <p:nvPr/>
            </p:nvSpPr>
            <p:spPr>
              <a:xfrm>
                <a:off x="2893413" y="2817874"/>
                <a:ext cx="915269" cy="915478"/>
              </a:xfrm>
              <a:custGeom>
                <a:avLst/>
                <a:gdLst/>
                <a:ahLst/>
                <a:cxnLst/>
                <a:rect l="0" t="0" r="0" b="0"/>
                <a:pathLst>
                  <a:path w="915269" h="915478">
                    <a:moveTo>
                      <a:pt x="914399" y="914400"/>
                    </a:moveTo>
                    <a:lnTo>
                      <a:pt x="915269" y="914400"/>
                    </a:lnTo>
                    <a:lnTo>
                      <a:pt x="914399" y="915478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2" name="ph117">
                <a:extLst>
                  <a:ext uri="{FF2B5EF4-FFF2-40B4-BE49-F238E27FC236}">
                    <a16:creationId xmlns:a16="http://schemas.microsoft.com/office/drawing/2014/main" id="{0A089AB8-16E7-3C8F-E3D7-CBE043B99C9E}"/>
                  </a:ext>
                </a:extLst>
              </p:cNvPr>
              <p:cNvSpPr/>
              <p:nvPr/>
            </p:nvSpPr>
            <p:spPr>
              <a:xfrm>
                <a:off x="2525244" y="2800304"/>
                <a:ext cx="914400" cy="92567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71">
                    <a:moveTo>
                      <a:pt x="914400" y="914400"/>
                    </a:moveTo>
                    <a:lnTo>
                      <a:pt x="914400" y="925671"/>
                    </a:lnTo>
                    <a:lnTo>
                      <a:pt x="912374" y="923149"/>
                    </a:lnTo>
                    <a:lnTo>
                      <a:pt x="907641" y="916568"/>
                    </a:lnTo>
                    <a:lnTo>
                      <a:pt x="906240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3" name="ph118">
                <a:extLst>
                  <a:ext uri="{FF2B5EF4-FFF2-40B4-BE49-F238E27FC236}">
                    <a16:creationId xmlns:a16="http://schemas.microsoft.com/office/drawing/2014/main" id="{6B13D389-D9E7-696F-1AA7-8DD7182009FA}"/>
                  </a:ext>
                </a:extLst>
              </p:cNvPr>
              <p:cNvSpPr/>
              <p:nvPr/>
            </p:nvSpPr>
            <p:spPr>
              <a:xfrm>
                <a:off x="252524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25" y="931969"/>
                    </a:lnTo>
                    <a:lnTo>
                      <a:pt x="917284" y="929262"/>
                    </a:lnTo>
                    <a:lnTo>
                      <a:pt x="914400" y="925671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4" name="ph119">
                <a:extLst>
                  <a:ext uri="{FF2B5EF4-FFF2-40B4-BE49-F238E27FC236}">
                    <a16:creationId xmlns:a16="http://schemas.microsoft.com/office/drawing/2014/main" id="{5B15F5A8-151F-EA50-5C79-3CD96DF57D99}"/>
                  </a:ext>
                </a:extLst>
              </p:cNvPr>
              <p:cNvSpPr/>
              <p:nvPr/>
            </p:nvSpPr>
            <p:spPr>
              <a:xfrm>
                <a:off x="253468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5" name="ph120">
                <a:extLst>
                  <a:ext uri="{FF2B5EF4-FFF2-40B4-BE49-F238E27FC236}">
                    <a16:creationId xmlns:a16="http://schemas.microsoft.com/office/drawing/2014/main" id="{BCE5DC03-1FD4-37E2-F99C-68680BC5D04C}"/>
                  </a:ext>
                </a:extLst>
              </p:cNvPr>
              <p:cNvSpPr/>
              <p:nvPr/>
            </p:nvSpPr>
            <p:spPr>
              <a:xfrm>
                <a:off x="254412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6" name="ph121">
                <a:extLst>
                  <a:ext uri="{FF2B5EF4-FFF2-40B4-BE49-F238E27FC236}">
                    <a16:creationId xmlns:a16="http://schemas.microsoft.com/office/drawing/2014/main" id="{69722A38-03BF-B89D-1B3B-A7AF63CF89C7}"/>
                  </a:ext>
                </a:extLst>
              </p:cNvPr>
              <p:cNvSpPr/>
              <p:nvPr/>
            </p:nvSpPr>
            <p:spPr>
              <a:xfrm>
                <a:off x="2553564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7" name="ph122">
                <a:extLst>
                  <a:ext uri="{FF2B5EF4-FFF2-40B4-BE49-F238E27FC236}">
                    <a16:creationId xmlns:a16="http://schemas.microsoft.com/office/drawing/2014/main" id="{59BA012D-565A-1795-1071-76D1835546CC}"/>
                  </a:ext>
                </a:extLst>
              </p:cNvPr>
              <p:cNvSpPr/>
              <p:nvPr/>
            </p:nvSpPr>
            <p:spPr>
              <a:xfrm>
                <a:off x="256300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8" name="ph123">
                <a:extLst>
                  <a:ext uri="{FF2B5EF4-FFF2-40B4-BE49-F238E27FC236}">
                    <a16:creationId xmlns:a16="http://schemas.microsoft.com/office/drawing/2014/main" id="{786DF349-B2FE-2524-179A-2D94ECEB8F64}"/>
                  </a:ext>
                </a:extLst>
              </p:cNvPr>
              <p:cNvSpPr/>
              <p:nvPr/>
            </p:nvSpPr>
            <p:spPr>
              <a:xfrm>
                <a:off x="257244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9" name="ph124">
                <a:extLst>
                  <a:ext uri="{FF2B5EF4-FFF2-40B4-BE49-F238E27FC236}">
                    <a16:creationId xmlns:a16="http://schemas.microsoft.com/office/drawing/2014/main" id="{28D002D9-268C-C192-438F-C3A79421A5F9}"/>
                  </a:ext>
                </a:extLst>
              </p:cNvPr>
              <p:cNvSpPr/>
              <p:nvPr/>
            </p:nvSpPr>
            <p:spPr>
              <a:xfrm>
                <a:off x="258188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0" name="ph125">
                <a:extLst>
                  <a:ext uri="{FF2B5EF4-FFF2-40B4-BE49-F238E27FC236}">
                    <a16:creationId xmlns:a16="http://schemas.microsoft.com/office/drawing/2014/main" id="{9563003A-DD3D-AC05-0133-404FD4F5AE34}"/>
                  </a:ext>
                </a:extLst>
              </p:cNvPr>
              <p:cNvSpPr/>
              <p:nvPr/>
            </p:nvSpPr>
            <p:spPr>
              <a:xfrm>
                <a:off x="2591325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1" name="ph126">
                <a:extLst>
                  <a:ext uri="{FF2B5EF4-FFF2-40B4-BE49-F238E27FC236}">
                    <a16:creationId xmlns:a16="http://schemas.microsoft.com/office/drawing/2014/main" id="{61ED21E9-9829-22D7-0D8A-08388C2FA34E}"/>
                  </a:ext>
                </a:extLst>
              </p:cNvPr>
              <p:cNvSpPr/>
              <p:nvPr/>
            </p:nvSpPr>
            <p:spPr>
              <a:xfrm>
                <a:off x="260076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2" name="ph127">
                <a:extLst>
                  <a:ext uri="{FF2B5EF4-FFF2-40B4-BE49-F238E27FC236}">
                    <a16:creationId xmlns:a16="http://schemas.microsoft.com/office/drawing/2014/main" id="{2A630818-CB44-D1EB-BA39-F2DAFDF62CF0}"/>
                  </a:ext>
                </a:extLst>
              </p:cNvPr>
              <p:cNvSpPr/>
              <p:nvPr/>
            </p:nvSpPr>
            <p:spPr>
              <a:xfrm>
                <a:off x="261020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3" name="ph128">
                <a:extLst>
                  <a:ext uri="{FF2B5EF4-FFF2-40B4-BE49-F238E27FC236}">
                    <a16:creationId xmlns:a16="http://schemas.microsoft.com/office/drawing/2014/main" id="{A0B765B7-4F89-EC1E-5737-EA27B5619A4D}"/>
                  </a:ext>
                </a:extLst>
              </p:cNvPr>
              <p:cNvSpPr/>
              <p:nvPr/>
            </p:nvSpPr>
            <p:spPr>
              <a:xfrm>
                <a:off x="261964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4" name="ph129">
                <a:extLst>
                  <a:ext uri="{FF2B5EF4-FFF2-40B4-BE49-F238E27FC236}">
                    <a16:creationId xmlns:a16="http://schemas.microsoft.com/office/drawing/2014/main" id="{1E2830E3-8325-7019-56C2-9329EEB3DEF4}"/>
                  </a:ext>
                </a:extLst>
              </p:cNvPr>
              <p:cNvSpPr/>
              <p:nvPr/>
            </p:nvSpPr>
            <p:spPr>
              <a:xfrm>
                <a:off x="2629086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5" name="ph130">
                <a:extLst>
                  <a:ext uri="{FF2B5EF4-FFF2-40B4-BE49-F238E27FC236}">
                    <a16:creationId xmlns:a16="http://schemas.microsoft.com/office/drawing/2014/main" id="{2B68896C-E797-8B45-11A6-B7201EBE255A}"/>
                  </a:ext>
                </a:extLst>
              </p:cNvPr>
              <p:cNvSpPr/>
              <p:nvPr/>
            </p:nvSpPr>
            <p:spPr>
              <a:xfrm>
                <a:off x="263852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6" name="ph131">
                <a:extLst>
                  <a:ext uri="{FF2B5EF4-FFF2-40B4-BE49-F238E27FC236}">
                    <a16:creationId xmlns:a16="http://schemas.microsoft.com/office/drawing/2014/main" id="{B3392CF0-49B7-1E46-0446-E078184FD7C1}"/>
                  </a:ext>
                </a:extLst>
              </p:cNvPr>
              <p:cNvSpPr/>
              <p:nvPr/>
            </p:nvSpPr>
            <p:spPr>
              <a:xfrm>
                <a:off x="264796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7" name="ph132">
                <a:extLst>
                  <a:ext uri="{FF2B5EF4-FFF2-40B4-BE49-F238E27FC236}">
                    <a16:creationId xmlns:a16="http://schemas.microsoft.com/office/drawing/2014/main" id="{FEEDD0E0-2BAD-B276-361D-CB70B0876668}"/>
                  </a:ext>
                </a:extLst>
              </p:cNvPr>
              <p:cNvSpPr/>
              <p:nvPr/>
            </p:nvSpPr>
            <p:spPr>
              <a:xfrm>
                <a:off x="265740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8" name="ph133">
                <a:extLst>
                  <a:ext uri="{FF2B5EF4-FFF2-40B4-BE49-F238E27FC236}">
                    <a16:creationId xmlns:a16="http://schemas.microsoft.com/office/drawing/2014/main" id="{FB3DCED3-1E29-4B1D-6E53-8BCD96DDDEAD}"/>
                  </a:ext>
                </a:extLst>
              </p:cNvPr>
              <p:cNvSpPr/>
              <p:nvPr/>
            </p:nvSpPr>
            <p:spPr>
              <a:xfrm>
                <a:off x="266684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9" name="ph134">
                <a:extLst>
                  <a:ext uri="{FF2B5EF4-FFF2-40B4-BE49-F238E27FC236}">
                    <a16:creationId xmlns:a16="http://schemas.microsoft.com/office/drawing/2014/main" id="{03017101-1087-A4A6-5861-659EEE440545}"/>
                  </a:ext>
                </a:extLst>
              </p:cNvPr>
              <p:cNvSpPr/>
              <p:nvPr/>
            </p:nvSpPr>
            <p:spPr>
              <a:xfrm>
                <a:off x="2676287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0" name="ph135">
                <a:extLst>
                  <a:ext uri="{FF2B5EF4-FFF2-40B4-BE49-F238E27FC236}">
                    <a16:creationId xmlns:a16="http://schemas.microsoft.com/office/drawing/2014/main" id="{DABD1CB5-ABE4-D5CC-A2E1-607643B00EF7}"/>
                  </a:ext>
                </a:extLst>
              </p:cNvPr>
              <p:cNvSpPr/>
              <p:nvPr/>
            </p:nvSpPr>
            <p:spPr>
              <a:xfrm>
                <a:off x="268572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1" name="ph136">
                <a:extLst>
                  <a:ext uri="{FF2B5EF4-FFF2-40B4-BE49-F238E27FC236}">
                    <a16:creationId xmlns:a16="http://schemas.microsoft.com/office/drawing/2014/main" id="{81607F1A-1F93-0884-1660-1B7C90E74B67}"/>
                  </a:ext>
                </a:extLst>
              </p:cNvPr>
              <p:cNvSpPr/>
              <p:nvPr/>
            </p:nvSpPr>
            <p:spPr>
              <a:xfrm>
                <a:off x="269516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2" name="ph137">
                <a:extLst>
                  <a:ext uri="{FF2B5EF4-FFF2-40B4-BE49-F238E27FC236}">
                    <a16:creationId xmlns:a16="http://schemas.microsoft.com/office/drawing/2014/main" id="{1D4ACA56-8ECB-2762-95D2-A1EF7D9DCF5C}"/>
                  </a:ext>
                </a:extLst>
              </p:cNvPr>
              <p:cNvSpPr/>
              <p:nvPr/>
            </p:nvSpPr>
            <p:spPr>
              <a:xfrm>
                <a:off x="270460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3" name="ph138">
                <a:extLst>
                  <a:ext uri="{FF2B5EF4-FFF2-40B4-BE49-F238E27FC236}">
                    <a16:creationId xmlns:a16="http://schemas.microsoft.com/office/drawing/2014/main" id="{59DC7413-6AC7-8E7B-3D11-225807446527}"/>
                  </a:ext>
                </a:extLst>
              </p:cNvPr>
              <p:cNvSpPr/>
              <p:nvPr/>
            </p:nvSpPr>
            <p:spPr>
              <a:xfrm>
                <a:off x="2714048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4" name="ph139">
                <a:extLst>
                  <a:ext uri="{FF2B5EF4-FFF2-40B4-BE49-F238E27FC236}">
                    <a16:creationId xmlns:a16="http://schemas.microsoft.com/office/drawing/2014/main" id="{F2911185-3659-A1C6-1DBD-880990960201}"/>
                  </a:ext>
                </a:extLst>
              </p:cNvPr>
              <p:cNvSpPr/>
              <p:nvPr/>
            </p:nvSpPr>
            <p:spPr>
              <a:xfrm>
                <a:off x="272348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5" name="ph140">
                <a:extLst>
                  <a:ext uri="{FF2B5EF4-FFF2-40B4-BE49-F238E27FC236}">
                    <a16:creationId xmlns:a16="http://schemas.microsoft.com/office/drawing/2014/main" id="{3A99DBD9-7218-212E-31CF-F8D3F9AFFF30}"/>
                  </a:ext>
                </a:extLst>
              </p:cNvPr>
              <p:cNvSpPr/>
              <p:nvPr/>
            </p:nvSpPr>
            <p:spPr>
              <a:xfrm>
                <a:off x="273292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6" name="ph141">
                <a:extLst>
                  <a:ext uri="{FF2B5EF4-FFF2-40B4-BE49-F238E27FC236}">
                    <a16:creationId xmlns:a16="http://schemas.microsoft.com/office/drawing/2014/main" id="{CF72332D-8AC5-6A41-4555-105C2A9E5A5F}"/>
                  </a:ext>
                </a:extLst>
              </p:cNvPr>
              <p:cNvSpPr/>
              <p:nvPr/>
            </p:nvSpPr>
            <p:spPr>
              <a:xfrm>
                <a:off x="274236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7" name="ph142">
                <a:extLst>
                  <a:ext uri="{FF2B5EF4-FFF2-40B4-BE49-F238E27FC236}">
                    <a16:creationId xmlns:a16="http://schemas.microsoft.com/office/drawing/2014/main" id="{8C00ED24-7F34-288D-7E77-5BC67E0383DB}"/>
                  </a:ext>
                </a:extLst>
              </p:cNvPr>
              <p:cNvSpPr/>
              <p:nvPr/>
            </p:nvSpPr>
            <p:spPr>
              <a:xfrm>
                <a:off x="2751809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8" name="ph143">
                <a:extLst>
                  <a:ext uri="{FF2B5EF4-FFF2-40B4-BE49-F238E27FC236}">
                    <a16:creationId xmlns:a16="http://schemas.microsoft.com/office/drawing/2014/main" id="{1FCEC169-59F6-6299-60DC-47276869C6AF}"/>
                  </a:ext>
                </a:extLst>
              </p:cNvPr>
              <p:cNvSpPr/>
              <p:nvPr/>
            </p:nvSpPr>
            <p:spPr>
              <a:xfrm>
                <a:off x="276125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9" name="ph144">
                <a:extLst>
                  <a:ext uri="{FF2B5EF4-FFF2-40B4-BE49-F238E27FC236}">
                    <a16:creationId xmlns:a16="http://schemas.microsoft.com/office/drawing/2014/main" id="{F5FE4B9F-6EA7-EF67-B2F9-7EE2623532A2}"/>
                  </a:ext>
                </a:extLst>
              </p:cNvPr>
              <p:cNvSpPr/>
              <p:nvPr/>
            </p:nvSpPr>
            <p:spPr>
              <a:xfrm>
                <a:off x="277069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0" name="ph145">
                <a:extLst>
                  <a:ext uri="{FF2B5EF4-FFF2-40B4-BE49-F238E27FC236}">
                    <a16:creationId xmlns:a16="http://schemas.microsoft.com/office/drawing/2014/main" id="{6CE89A8A-DEAC-12D6-2C72-938E36CA282E}"/>
                  </a:ext>
                </a:extLst>
              </p:cNvPr>
              <p:cNvSpPr/>
              <p:nvPr/>
            </p:nvSpPr>
            <p:spPr>
              <a:xfrm>
                <a:off x="278013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1" name="ph146">
                <a:extLst>
                  <a:ext uri="{FF2B5EF4-FFF2-40B4-BE49-F238E27FC236}">
                    <a16:creationId xmlns:a16="http://schemas.microsoft.com/office/drawing/2014/main" id="{47DB9DCB-72F9-52F5-5F55-2BA37DDF71DC}"/>
                  </a:ext>
                </a:extLst>
              </p:cNvPr>
              <p:cNvSpPr/>
              <p:nvPr/>
            </p:nvSpPr>
            <p:spPr>
              <a:xfrm>
                <a:off x="2789570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2" name="ph147">
                <a:extLst>
                  <a:ext uri="{FF2B5EF4-FFF2-40B4-BE49-F238E27FC236}">
                    <a16:creationId xmlns:a16="http://schemas.microsoft.com/office/drawing/2014/main" id="{E91286A1-FBCE-82EF-A3ED-7E81488258A8}"/>
                  </a:ext>
                </a:extLst>
              </p:cNvPr>
              <p:cNvSpPr/>
              <p:nvPr/>
            </p:nvSpPr>
            <p:spPr>
              <a:xfrm>
                <a:off x="279901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3" name="ph148">
                <a:extLst>
                  <a:ext uri="{FF2B5EF4-FFF2-40B4-BE49-F238E27FC236}">
                    <a16:creationId xmlns:a16="http://schemas.microsoft.com/office/drawing/2014/main" id="{89431650-5C2A-72ED-6A99-289F70B45AFF}"/>
                  </a:ext>
                </a:extLst>
              </p:cNvPr>
              <p:cNvSpPr/>
              <p:nvPr/>
            </p:nvSpPr>
            <p:spPr>
              <a:xfrm>
                <a:off x="280845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4" name="ph149">
                <a:extLst>
                  <a:ext uri="{FF2B5EF4-FFF2-40B4-BE49-F238E27FC236}">
                    <a16:creationId xmlns:a16="http://schemas.microsoft.com/office/drawing/2014/main" id="{3EDB77CF-BAA1-9DF9-C88C-477406B887D9}"/>
                  </a:ext>
                </a:extLst>
              </p:cNvPr>
              <p:cNvSpPr/>
              <p:nvPr/>
            </p:nvSpPr>
            <p:spPr>
              <a:xfrm>
                <a:off x="281789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5" name="ph150">
                <a:extLst>
                  <a:ext uri="{FF2B5EF4-FFF2-40B4-BE49-F238E27FC236}">
                    <a16:creationId xmlns:a16="http://schemas.microsoft.com/office/drawing/2014/main" id="{6954BEEC-EA9A-2994-4FF9-4DBE44139E38}"/>
                  </a:ext>
                </a:extLst>
              </p:cNvPr>
              <p:cNvSpPr/>
              <p:nvPr/>
            </p:nvSpPr>
            <p:spPr>
              <a:xfrm>
                <a:off x="2827331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6" name="ph151">
                <a:extLst>
                  <a:ext uri="{FF2B5EF4-FFF2-40B4-BE49-F238E27FC236}">
                    <a16:creationId xmlns:a16="http://schemas.microsoft.com/office/drawing/2014/main" id="{DFC9982A-2ECD-6B92-A993-4BEB65AE9ACE}"/>
                  </a:ext>
                </a:extLst>
              </p:cNvPr>
              <p:cNvSpPr/>
              <p:nvPr/>
            </p:nvSpPr>
            <p:spPr>
              <a:xfrm>
                <a:off x="283677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7" name="ph152">
                <a:extLst>
                  <a:ext uri="{FF2B5EF4-FFF2-40B4-BE49-F238E27FC236}">
                    <a16:creationId xmlns:a16="http://schemas.microsoft.com/office/drawing/2014/main" id="{8EF0E93D-9A17-FFF7-C453-7C1936036472}"/>
                  </a:ext>
                </a:extLst>
              </p:cNvPr>
              <p:cNvSpPr/>
              <p:nvPr/>
            </p:nvSpPr>
            <p:spPr>
              <a:xfrm>
                <a:off x="284621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7">
                  <a:alpha val="100000"/>
                </a:srgbClr>
              </a:solidFill>
              <a:ln w="5420" cap="flat">
                <a:solidFill>
                  <a:srgbClr val="E1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8" name="ph153">
                <a:extLst>
                  <a:ext uri="{FF2B5EF4-FFF2-40B4-BE49-F238E27FC236}">
                    <a16:creationId xmlns:a16="http://schemas.microsoft.com/office/drawing/2014/main" id="{6DE88246-67D6-D47D-8238-28F8EEE3091D}"/>
                  </a:ext>
                </a:extLst>
              </p:cNvPr>
              <p:cNvSpPr/>
              <p:nvPr/>
            </p:nvSpPr>
            <p:spPr>
              <a:xfrm>
                <a:off x="285565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9" name="ph154">
                <a:extLst>
                  <a:ext uri="{FF2B5EF4-FFF2-40B4-BE49-F238E27FC236}">
                    <a16:creationId xmlns:a16="http://schemas.microsoft.com/office/drawing/2014/main" id="{96F457FC-0CBF-3685-7EF6-B53A4B7AAB36}"/>
                  </a:ext>
                </a:extLst>
              </p:cNvPr>
              <p:cNvSpPr/>
              <p:nvPr/>
            </p:nvSpPr>
            <p:spPr>
              <a:xfrm>
                <a:off x="2865092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0" name="ph155">
                <a:extLst>
                  <a:ext uri="{FF2B5EF4-FFF2-40B4-BE49-F238E27FC236}">
                    <a16:creationId xmlns:a16="http://schemas.microsoft.com/office/drawing/2014/main" id="{5E71EA9E-7223-E41F-3B9A-91317C2B93A2}"/>
                  </a:ext>
                </a:extLst>
              </p:cNvPr>
              <p:cNvSpPr/>
              <p:nvPr/>
            </p:nvSpPr>
            <p:spPr>
              <a:xfrm>
                <a:off x="287453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1" name="ph156">
                <a:extLst>
                  <a:ext uri="{FF2B5EF4-FFF2-40B4-BE49-F238E27FC236}">
                    <a16:creationId xmlns:a16="http://schemas.microsoft.com/office/drawing/2014/main" id="{BB138FF3-1B49-A73F-728F-287632DC7E71}"/>
                  </a:ext>
                </a:extLst>
              </p:cNvPr>
              <p:cNvSpPr/>
              <p:nvPr/>
            </p:nvSpPr>
            <p:spPr>
              <a:xfrm>
                <a:off x="2883973" y="28003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2" name="ph157">
                <a:extLst>
                  <a:ext uri="{FF2B5EF4-FFF2-40B4-BE49-F238E27FC236}">
                    <a16:creationId xmlns:a16="http://schemas.microsoft.com/office/drawing/2014/main" id="{EAF54FB0-737A-D357-AE1B-E18DD2E877C1}"/>
                  </a:ext>
                </a:extLst>
              </p:cNvPr>
              <p:cNvSpPr/>
              <p:nvPr/>
            </p:nvSpPr>
            <p:spPr>
              <a:xfrm>
                <a:off x="2893413" y="281787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2847"/>
                    </a:lnTo>
                    <a:lnTo>
                      <a:pt x="923638" y="903141"/>
                    </a:lnTo>
                    <a:lnTo>
                      <a:pt x="922656" y="904574"/>
                    </a:lnTo>
                    <a:lnTo>
                      <a:pt x="917976" y="911045"/>
                    </a:lnTo>
                    <a:lnTo>
                      <a:pt x="915269" y="914400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3" name="ph158">
                <a:extLst>
                  <a:ext uri="{FF2B5EF4-FFF2-40B4-BE49-F238E27FC236}">
                    <a16:creationId xmlns:a16="http://schemas.microsoft.com/office/drawing/2014/main" id="{A48529CC-1188-8E7B-69F6-3DAD7A33D412}"/>
                  </a:ext>
                </a:extLst>
              </p:cNvPr>
              <p:cNvSpPr/>
              <p:nvPr/>
            </p:nvSpPr>
            <p:spPr>
              <a:xfrm>
                <a:off x="2902853" y="2800304"/>
                <a:ext cx="918528" cy="920417"/>
              </a:xfrm>
              <a:custGeom>
                <a:avLst/>
                <a:gdLst/>
                <a:ahLst/>
                <a:cxnLst/>
                <a:rect l="0" t="0" r="0" b="0"/>
                <a:pathLst>
                  <a:path w="918528" h="920417">
                    <a:moveTo>
                      <a:pt x="914400" y="914400"/>
                    </a:moveTo>
                    <a:lnTo>
                      <a:pt x="918528" y="914400"/>
                    </a:lnTo>
                    <a:lnTo>
                      <a:pt x="918106" y="915014"/>
                    </a:lnTo>
                    <a:lnTo>
                      <a:pt x="917129" y="916438"/>
                    </a:lnTo>
                    <a:lnTo>
                      <a:pt x="916151" y="917862"/>
                    </a:lnTo>
                    <a:lnTo>
                      <a:pt x="915175" y="919286"/>
                    </a:lnTo>
                    <a:lnTo>
                      <a:pt x="914400" y="920417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4" name="ph159">
                <a:extLst>
                  <a:ext uri="{FF2B5EF4-FFF2-40B4-BE49-F238E27FC236}">
                    <a16:creationId xmlns:a16="http://schemas.microsoft.com/office/drawing/2014/main" id="{83F9421B-5174-1779-8706-DE755F70DA42}"/>
                  </a:ext>
                </a:extLst>
              </p:cNvPr>
              <p:cNvSpPr/>
              <p:nvPr/>
            </p:nvSpPr>
            <p:spPr>
              <a:xfrm>
                <a:off x="2515803" y="2782734"/>
                <a:ext cx="914399" cy="929987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9987">
                    <a:moveTo>
                      <a:pt x="914399" y="914399"/>
                    </a:moveTo>
                    <a:lnTo>
                      <a:pt x="914399" y="929987"/>
                    </a:lnTo>
                    <a:lnTo>
                      <a:pt x="912539" y="927107"/>
                    </a:lnTo>
                    <a:lnTo>
                      <a:pt x="908200" y="919644"/>
                    </a:lnTo>
                    <a:lnTo>
                      <a:pt x="905453" y="91439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5" name="ph160">
                <a:extLst>
                  <a:ext uri="{FF2B5EF4-FFF2-40B4-BE49-F238E27FC236}">
                    <a16:creationId xmlns:a16="http://schemas.microsoft.com/office/drawing/2014/main" id="{0C431E48-89F0-B352-98CB-37E0E66CCBA5}"/>
                  </a:ext>
                </a:extLst>
              </p:cNvPr>
              <p:cNvSpPr/>
              <p:nvPr/>
            </p:nvSpPr>
            <p:spPr>
              <a:xfrm>
                <a:off x="251580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5680" y="931969"/>
                    </a:lnTo>
                    <a:lnTo>
                      <a:pt x="914399" y="929987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6" name="ph161">
                <a:extLst>
                  <a:ext uri="{FF2B5EF4-FFF2-40B4-BE49-F238E27FC236}">
                    <a16:creationId xmlns:a16="http://schemas.microsoft.com/office/drawing/2014/main" id="{6FC2171A-4857-C7B6-2F7B-16D97528B137}"/>
                  </a:ext>
                </a:extLst>
              </p:cNvPr>
              <p:cNvSpPr/>
              <p:nvPr/>
            </p:nvSpPr>
            <p:spPr>
              <a:xfrm>
                <a:off x="252524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7" name="ph162">
                <a:extLst>
                  <a:ext uri="{FF2B5EF4-FFF2-40B4-BE49-F238E27FC236}">
                    <a16:creationId xmlns:a16="http://schemas.microsoft.com/office/drawing/2014/main" id="{CBAC3F04-A733-B7D9-6299-E9E130D787E6}"/>
                  </a:ext>
                </a:extLst>
              </p:cNvPr>
              <p:cNvSpPr/>
              <p:nvPr/>
            </p:nvSpPr>
            <p:spPr>
              <a:xfrm>
                <a:off x="253468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8" name="ph163">
                <a:extLst>
                  <a:ext uri="{FF2B5EF4-FFF2-40B4-BE49-F238E27FC236}">
                    <a16:creationId xmlns:a16="http://schemas.microsoft.com/office/drawing/2014/main" id="{C9900578-11B8-F6C0-4BCB-DCF279FA2FC5}"/>
                  </a:ext>
                </a:extLst>
              </p:cNvPr>
              <p:cNvSpPr/>
              <p:nvPr/>
            </p:nvSpPr>
            <p:spPr>
              <a:xfrm>
                <a:off x="254412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9" name="ph164">
                <a:extLst>
                  <a:ext uri="{FF2B5EF4-FFF2-40B4-BE49-F238E27FC236}">
                    <a16:creationId xmlns:a16="http://schemas.microsoft.com/office/drawing/2014/main" id="{9ED1EF5F-7AF3-1947-9D13-F329C95AA50D}"/>
                  </a:ext>
                </a:extLst>
              </p:cNvPr>
              <p:cNvSpPr/>
              <p:nvPr/>
            </p:nvSpPr>
            <p:spPr>
              <a:xfrm>
                <a:off x="2553564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0" name="ph165">
                <a:extLst>
                  <a:ext uri="{FF2B5EF4-FFF2-40B4-BE49-F238E27FC236}">
                    <a16:creationId xmlns:a16="http://schemas.microsoft.com/office/drawing/2014/main" id="{1E9829EA-FA8A-E0BA-66C9-D24E693980DA}"/>
                  </a:ext>
                </a:extLst>
              </p:cNvPr>
              <p:cNvSpPr/>
              <p:nvPr/>
            </p:nvSpPr>
            <p:spPr>
              <a:xfrm>
                <a:off x="256300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1" name="ph166">
                <a:extLst>
                  <a:ext uri="{FF2B5EF4-FFF2-40B4-BE49-F238E27FC236}">
                    <a16:creationId xmlns:a16="http://schemas.microsoft.com/office/drawing/2014/main" id="{2334EB2A-FE96-1549-E118-897096252EBB}"/>
                  </a:ext>
                </a:extLst>
              </p:cNvPr>
              <p:cNvSpPr/>
              <p:nvPr/>
            </p:nvSpPr>
            <p:spPr>
              <a:xfrm>
                <a:off x="257244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2" name="ph167">
                <a:extLst>
                  <a:ext uri="{FF2B5EF4-FFF2-40B4-BE49-F238E27FC236}">
                    <a16:creationId xmlns:a16="http://schemas.microsoft.com/office/drawing/2014/main" id="{EF7CD4C1-8757-46B7-7EB6-8CC968BEDEC8}"/>
                  </a:ext>
                </a:extLst>
              </p:cNvPr>
              <p:cNvSpPr/>
              <p:nvPr/>
            </p:nvSpPr>
            <p:spPr>
              <a:xfrm>
                <a:off x="258188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3" name="ph168">
                <a:extLst>
                  <a:ext uri="{FF2B5EF4-FFF2-40B4-BE49-F238E27FC236}">
                    <a16:creationId xmlns:a16="http://schemas.microsoft.com/office/drawing/2014/main" id="{75928D1C-7082-F299-8557-9ADFAF137E94}"/>
                  </a:ext>
                </a:extLst>
              </p:cNvPr>
              <p:cNvSpPr/>
              <p:nvPr/>
            </p:nvSpPr>
            <p:spPr>
              <a:xfrm>
                <a:off x="2591325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4" name="ph169">
                <a:extLst>
                  <a:ext uri="{FF2B5EF4-FFF2-40B4-BE49-F238E27FC236}">
                    <a16:creationId xmlns:a16="http://schemas.microsoft.com/office/drawing/2014/main" id="{381D21A4-97D9-47AD-B837-E08E3D9A31BA}"/>
                  </a:ext>
                </a:extLst>
              </p:cNvPr>
              <p:cNvSpPr/>
              <p:nvPr/>
            </p:nvSpPr>
            <p:spPr>
              <a:xfrm>
                <a:off x="260076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5" name="ph170">
                <a:extLst>
                  <a:ext uri="{FF2B5EF4-FFF2-40B4-BE49-F238E27FC236}">
                    <a16:creationId xmlns:a16="http://schemas.microsoft.com/office/drawing/2014/main" id="{C0A1418C-7D8A-1BAD-9ECA-CB669BBCE627}"/>
                  </a:ext>
                </a:extLst>
              </p:cNvPr>
              <p:cNvSpPr/>
              <p:nvPr/>
            </p:nvSpPr>
            <p:spPr>
              <a:xfrm>
                <a:off x="261020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6" name="ph171">
                <a:extLst>
                  <a:ext uri="{FF2B5EF4-FFF2-40B4-BE49-F238E27FC236}">
                    <a16:creationId xmlns:a16="http://schemas.microsoft.com/office/drawing/2014/main" id="{AF3EB77D-F670-C186-E1EC-80FBA84A4E0E}"/>
                  </a:ext>
                </a:extLst>
              </p:cNvPr>
              <p:cNvSpPr/>
              <p:nvPr/>
            </p:nvSpPr>
            <p:spPr>
              <a:xfrm>
                <a:off x="261964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7" name="ph172">
                <a:extLst>
                  <a:ext uri="{FF2B5EF4-FFF2-40B4-BE49-F238E27FC236}">
                    <a16:creationId xmlns:a16="http://schemas.microsoft.com/office/drawing/2014/main" id="{B04DA46B-6B80-141B-B683-F957D4F99829}"/>
                  </a:ext>
                </a:extLst>
              </p:cNvPr>
              <p:cNvSpPr/>
              <p:nvPr/>
            </p:nvSpPr>
            <p:spPr>
              <a:xfrm>
                <a:off x="2629086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8" name="ph173">
                <a:extLst>
                  <a:ext uri="{FF2B5EF4-FFF2-40B4-BE49-F238E27FC236}">
                    <a16:creationId xmlns:a16="http://schemas.microsoft.com/office/drawing/2014/main" id="{C29EB537-5D32-0BE1-4DBD-FB15510D00D7}"/>
                  </a:ext>
                </a:extLst>
              </p:cNvPr>
              <p:cNvSpPr/>
              <p:nvPr/>
            </p:nvSpPr>
            <p:spPr>
              <a:xfrm>
                <a:off x="263852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9" name="ph174">
                <a:extLst>
                  <a:ext uri="{FF2B5EF4-FFF2-40B4-BE49-F238E27FC236}">
                    <a16:creationId xmlns:a16="http://schemas.microsoft.com/office/drawing/2014/main" id="{DAAFBCAD-EDAA-44A4-3349-6941FA7B805A}"/>
                  </a:ext>
                </a:extLst>
              </p:cNvPr>
              <p:cNvSpPr/>
              <p:nvPr/>
            </p:nvSpPr>
            <p:spPr>
              <a:xfrm>
                <a:off x="264796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0" name="ph175">
                <a:extLst>
                  <a:ext uri="{FF2B5EF4-FFF2-40B4-BE49-F238E27FC236}">
                    <a16:creationId xmlns:a16="http://schemas.microsoft.com/office/drawing/2014/main" id="{DAD49117-1CF0-F49F-64E3-67C604D1ADBF}"/>
                  </a:ext>
                </a:extLst>
              </p:cNvPr>
              <p:cNvSpPr/>
              <p:nvPr/>
            </p:nvSpPr>
            <p:spPr>
              <a:xfrm>
                <a:off x="265740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1" name="ph176">
                <a:extLst>
                  <a:ext uri="{FF2B5EF4-FFF2-40B4-BE49-F238E27FC236}">
                    <a16:creationId xmlns:a16="http://schemas.microsoft.com/office/drawing/2014/main" id="{6F03A066-177F-1881-D1AF-426188B6CAFF}"/>
                  </a:ext>
                </a:extLst>
              </p:cNvPr>
              <p:cNvSpPr/>
              <p:nvPr/>
            </p:nvSpPr>
            <p:spPr>
              <a:xfrm>
                <a:off x="266684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2" name="ph177">
                <a:extLst>
                  <a:ext uri="{FF2B5EF4-FFF2-40B4-BE49-F238E27FC236}">
                    <a16:creationId xmlns:a16="http://schemas.microsoft.com/office/drawing/2014/main" id="{54244318-B326-F6AD-3712-A06500456D02}"/>
                  </a:ext>
                </a:extLst>
              </p:cNvPr>
              <p:cNvSpPr/>
              <p:nvPr/>
            </p:nvSpPr>
            <p:spPr>
              <a:xfrm>
                <a:off x="2676287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3" name="ph178">
                <a:extLst>
                  <a:ext uri="{FF2B5EF4-FFF2-40B4-BE49-F238E27FC236}">
                    <a16:creationId xmlns:a16="http://schemas.microsoft.com/office/drawing/2014/main" id="{D321AD20-5E7A-A228-4BCA-0BEDD0094C69}"/>
                  </a:ext>
                </a:extLst>
              </p:cNvPr>
              <p:cNvSpPr/>
              <p:nvPr/>
            </p:nvSpPr>
            <p:spPr>
              <a:xfrm>
                <a:off x="268572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4" name="ph179">
                <a:extLst>
                  <a:ext uri="{FF2B5EF4-FFF2-40B4-BE49-F238E27FC236}">
                    <a16:creationId xmlns:a16="http://schemas.microsoft.com/office/drawing/2014/main" id="{A08C26AE-6AF0-AF6A-BDF8-1FFD8011AADB}"/>
                  </a:ext>
                </a:extLst>
              </p:cNvPr>
              <p:cNvSpPr/>
              <p:nvPr/>
            </p:nvSpPr>
            <p:spPr>
              <a:xfrm>
                <a:off x="269516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5" name="ph180">
                <a:extLst>
                  <a:ext uri="{FF2B5EF4-FFF2-40B4-BE49-F238E27FC236}">
                    <a16:creationId xmlns:a16="http://schemas.microsoft.com/office/drawing/2014/main" id="{2C410C7D-AD1E-639B-63B6-FCA4D6A69051}"/>
                  </a:ext>
                </a:extLst>
              </p:cNvPr>
              <p:cNvSpPr/>
              <p:nvPr/>
            </p:nvSpPr>
            <p:spPr>
              <a:xfrm>
                <a:off x="270460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6" name="ph181">
                <a:extLst>
                  <a:ext uri="{FF2B5EF4-FFF2-40B4-BE49-F238E27FC236}">
                    <a16:creationId xmlns:a16="http://schemas.microsoft.com/office/drawing/2014/main" id="{EA3CAD15-5CA6-2601-F680-1C238B7B06C8}"/>
                  </a:ext>
                </a:extLst>
              </p:cNvPr>
              <p:cNvSpPr/>
              <p:nvPr/>
            </p:nvSpPr>
            <p:spPr>
              <a:xfrm>
                <a:off x="2714048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7" name="ph182">
                <a:extLst>
                  <a:ext uri="{FF2B5EF4-FFF2-40B4-BE49-F238E27FC236}">
                    <a16:creationId xmlns:a16="http://schemas.microsoft.com/office/drawing/2014/main" id="{344B5E1D-EA0B-6E84-F322-A6D94631DF70}"/>
                  </a:ext>
                </a:extLst>
              </p:cNvPr>
              <p:cNvSpPr/>
              <p:nvPr/>
            </p:nvSpPr>
            <p:spPr>
              <a:xfrm>
                <a:off x="272348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8" name="ph183">
                <a:extLst>
                  <a:ext uri="{FF2B5EF4-FFF2-40B4-BE49-F238E27FC236}">
                    <a16:creationId xmlns:a16="http://schemas.microsoft.com/office/drawing/2014/main" id="{D59DEABD-91FF-D704-7266-B621CC0238BA}"/>
                  </a:ext>
                </a:extLst>
              </p:cNvPr>
              <p:cNvSpPr/>
              <p:nvPr/>
            </p:nvSpPr>
            <p:spPr>
              <a:xfrm>
                <a:off x="273292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9" name="ph184">
                <a:extLst>
                  <a:ext uri="{FF2B5EF4-FFF2-40B4-BE49-F238E27FC236}">
                    <a16:creationId xmlns:a16="http://schemas.microsoft.com/office/drawing/2014/main" id="{7F77EACD-B5F8-C376-C527-4A8E07487A54}"/>
                  </a:ext>
                </a:extLst>
              </p:cNvPr>
              <p:cNvSpPr/>
              <p:nvPr/>
            </p:nvSpPr>
            <p:spPr>
              <a:xfrm>
                <a:off x="274236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0" name="ph185">
                <a:extLst>
                  <a:ext uri="{FF2B5EF4-FFF2-40B4-BE49-F238E27FC236}">
                    <a16:creationId xmlns:a16="http://schemas.microsoft.com/office/drawing/2014/main" id="{4F79F189-2895-53D1-C7A6-8EF2395BEDA0}"/>
                  </a:ext>
                </a:extLst>
              </p:cNvPr>
              <p:cNvSpPr/>
              <p:nvPr/>
            </p:nvSpPr>
            <p:spPr>
              <a:xfrm>
                <a:off x="2751809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1" name="ph186">
                <a:extLst>
                  <a:ext uri="{FF2B5EF4-FFF2-40B4-BE49-F238E27FC236}">
                    <a16:creationId xmlns:a16="http://schemas.microsoft.com/office/drawing/2014/main" id="{E86DEFE5-700F-9F30-8129-1E739FB75D90}"/>
                  </a:ext>
                </a:extLst>
              </p:cNvPr>
              <p:cNvSpPr/>
              <p:nvPr/>
            </p:nvSpPr>
            <p:spPr>
              <a:xfrm>
                <a:off x="276125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2" name="ph187">
                <a:extLst>
                  <a:ext uri="{FF2B5EF4-FFF2-40B4-BE49-F238E27FC236}">
                    <a16:creationId xmlns:a16="http://schemas.microsoft.com/office/drawing/2014/main" id="{8FA2C6AF-6EDE-0262-DDCC-AD214DFF78CB}"/>
                  </a:ext>
                </a:extLst>
              </p:cNvPr>
              <p:cNvSpPr/>
              <p:nvPr/>
            </p:nvSpPr>
            <p:spPr>
              <a:xfrm>
                <a:off x="277069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3" name="ph188">
                <a:extLst>
                  <a:ext uri="{FF2B5EF4-FFF2-40B4-BE49-F238E27FC236}">
                    <a16:creationId xmlns:a16="http://schemas.microsoft.com/office/drawing/2014/main" id="{6B06127C-3C16-F8D7-0226-A97E32435775}"/>
                  </a:ext>
                </a:extLst>
              </p:cNvPr>
              <p:cNvSpPr/>
              <p:nvPr/>
            </p:nvSpPr>
            <p:spPr>
              <a:xfrm>
                <a:off x="278013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4" name="ph189">
                <a:extLst>
                  <a:ext uri="{FF2B5EF4-FFF2-40B4-BE49-F238E27FC236}">
                    <a16:creationId xmlns:a16="http://schemas.microsoft.com/office/drawing/2014/main" id="{C72A31F4-EB0C-3DDF-75F4-5425608D41CC}"/>
                  </a:ext>
                </a:extLst>
              </p:cNvPr>
              <p:cNvSpPr/>
              <p:nvPr/>
            </p:nvSpPr>
            <p:spPr>
              <a:xfrm>
                <a:off x="2789570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5" name="ph190">
                <a:extLst>
                  <a:ext uri="{FF2B5EF4-FFF2-40B4-BE49-F238E27FC236}">
                    <a16:creationId xmlns:a16="http://schemas.microsoft.com/office/drawing/2014/main" id="{38BBF7EC-8AC6-A2C1-4F64-4355ADAD0125}"/>
                  </a:ext>
                </a:extLst>
              </p:cNvPr>
              <p:cNvSpPr/>
              <p:nvPr/>
            </p:nvSpPr>
            <p:spPr>
              <a:xfrm>
                <a:off x="279901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6" name="ph191">
                <a:extLst>
                  <a:ext uri="{FF2B5EF4-FFF2-40B4-BE49-F238E27FC236}">
                    <a16:creationId xmlns:a16="http://schemas.microsoft.com/office/drawing/2014/main" id="{0E0A66A5-D4A3-1400-A0AF-AA8D86B9C3BB}"/>
                  </a:ext>
                </a:extLst>
              </p:cNvPr>
              <p:cNvSpPr/>
              <p:nvPr/>
            </p:nvSpPr>
            <p:spPr>
              <a:xfrm>
                <a:off x="280845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7" name="ph192">
                <a:extLst>
                  <a:ext uri="{FF2B5EF4-FFF2-40B4-BE49-F238E27FC236}">
                    <a16:creationId xmlns:a16="http://schemas.microsoft.com/office/drawing/2014/main" id="{A1A540D7-4BF6-C111-4E3D-94016E642799}"/>
                  </a:ext>
                </a:extLst>
              </p:cNvPr>
              <p:cNvSpPr/>
              <p:nvPr/>
            </p:nvSpPr>
            <p:spPr>
              <a:xfrm>
                <a:off x="281789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8" name="ph193">
                <a:extLst>
                  <a:ext uri="{FF2B5EF4-FFF2-40B4-BE49-F238E27FC236}">
                    <a16:creationId xmlns:a16="http://schemas.microsoft.com/office/drawing/2014/main" id="{A92AC105-9AE5-E80A-4E6F-6CA1BA25A6CC}"/>
                  </a:ext>
                </a:extLst>
              </p:cNvPr>
              <p:cNvSpPr/>
              <p:nvPr/>
            </p:nvSpPr>
            <p:spPr>
              <a:xfrm>
                <a:off x="2827331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9" name="ph194">
                <a:extLst>
                  <a:ext uri="{FF2B5EF4-FFF2-40B4-BE49-F238E27FC236}">
                    <a16:creationId xmlns:a16="http://schemas.microsoft.com/office/drawing/2014/main" id="{D0B610D4-0292-C828-A68C-C7083D360F20}"/>
                  </a:ext>
                </a:extLst>
              </p:cNvPr>
              <p:cNvSpPr/>
              <p:nvPr/>
            </p:nvSpPr>
            <p:spPr>
              <a:xfrm>
                <a:off x="283677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0" name="ph195">
                <a:extLst>
                  <a:ext uri="{FF2B5EF4-FFF2-40B4-BE49-F238E27FC236}">
                    <a16:creationId xmlns:a16="http://schemas.microsoft.com/office/drawing/2014/main" id="{30CFD0E9-B2E8-84A0-FF15-81B93B41FDDA}"/>
                  </a:ext>
                </a:extLst>
              </p:cNvPr>
              <p:cNvSpPr/>
              <p:nvPr/>
            </p:nvSpPr>
            <p:spPr>
              <a:xfrm>
                <a:off x="284621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1" name="ph196">
                <a:extLst>
                  <a:ext uri="{FF2B5EF4-FFF2-40B4-BE49-F238E27FC236}">
                    <a16:creationId xmlns:a16="http://schemas.microsoft.com/office/drawing/2014/main" id="{D8D99022-F002-4D38-3448-A9CDACD4EF1E}"/>
                  </a:ext>
                </a:extLst>
              </p:cNvPr>
              <p:cNvSpPr/>
              <p:nvPr/>
            </p:nvSpPr>
            <p:spPr>
              <a:xfrm>
                <a:off x="285565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2" name="ph197">
                <a:extLst>
                  <a:ext uri="{FF2B5EF4-FFF2-40B4-BE49-F238E27FC236}">
                    <a16:creationId xmlns:a16="http://schemas.microsoft.com/office/drawing/2014/main" id="{F0D694FC-8366-371F-AFD9-E00D8AD4CA87}"/>
                  </a:ext>
                </a:extLst>
              </p:cNvPr>
              <p:cNvSpPr/>
              <p:nvPr/>
            </p:nvSpPr>
            <p:spPr>
              <a:xfrm>
                <a:off x="2865092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3" name="ph198">
                <a:extLst>
                  <a:ext uri="{FF2B5EF4-FFF2-40B4-BE49-F238E27FC236}">
                    <a16:creationId xmlns:a16="http://schemas.microsoft.com/office/drawing/2014/main" id="{88E74CFF-9C88-3F63-3C2D-FAD59E3A8CEF}"/>
                  </a:ext>
                </a:extLst>
              </p:cNvPr>
              <p:cNvSpPr/>
              <p:nvPr/>
            </p:nvSpPr>
            <p:spPr>
              <a:xfrm>
                <a:off x="287453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4" name="ph199">
                <a:extLst>
                  <a:ext uri="{FF2B5EF4-FFF2-40B4-BE49-F238E27FC236}">
                    <a16:creationId xmlns:a16="http://schemas.microsoft.com/office/drawing/2014/main" id="{9EA0B574-2E5C-D243-3D82-61D5D4878F54}"/>
                  </a:ext>
                </a:extLst>
              </p:cNvPr>
              <p:cNvSpPr/>
              <p:nvPr/>
            </p:nvSpPr>
            <p:spPr>
              <a:xfrm>
                <a:off x="288397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5" name="ph200">
                <a:extLst>
                  <a:ext uri="{FF2B5EF4-FFF2-40B4-BE49-F238E27FC236}">
                    <a16:creationId xmlns:a16="http://schemas.microsoft.com/office/drawing/2014/main" id="{862EB8AB-0CAF-A571-95E5-810808360166}"/>
                  </a:ext>
                </a:extLst>
              </p:cNvPr>
              <p:cNvSpPr/>
              <p:nvPr/>
            </p:nvSpPr>
            <p:spPr>
              <a:xfrm>
                <a:off x="2893413" y="278273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6" name="ph201">
                <a:extLst>
                  <a:ext uri="{FF2B5EF4-FFF2-40B4-BE49-F238E27FC236}">
                    <a16:creationId xmlns:a16="http://schemas.microsoft.com/office/drawing/2014/main" id="{D7FDB38E-D021-FAB6-EA36-65C3F2F7ECFA}"/>
                  </a:ext>
                </a:extLst>
              </p:cNvPr>
              <p:cNvSpPr/>
              <p:nvPr/>
            </p:nvSpPr>
            <p:spPr>
              <a:xfrm>
                <a:off x="2902853" y="280030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667"/>
                    </a:lnTo>
                    <a:lnTo>
                      <a:pt x="922996" y="907895"/>
                    </a:lnTo>
                    <a:lnTo>
                      <a:pt x="922017" y="909319"/>
                    </a:lnTo>
                    <a:lnTo>
                      <a:pt x="921039" y="910742"/>
                    </a:lnTo>
                    <a:lnTo>
                      <a:pt x="920061" y="912166"/>
                    </a:lnTo>
                    <a:lnTo>
                      <a:pt x="919083" y="913590"/>
                    </a:lnTo>
                    <a:lnTo>
                      <a:pt x="918528" y="914400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7" name="ph202">
                <a:extLst>
                  <a:ext uri="{FF2B5EF4-FFF2-40B4-BE49-F238E27FC236}">
                    <a16:creationId xmlns:a16="http://schemas.microsoft.com/office/drawing/2014/main" id="{C9D55465-DEF1-23F5-2639-5BBABB4748B6}"/>
                  </a:ext>
                </a:extLst>
              </p:cNvPr>
              <p:cNvSpPr/>
              <p:nvPr/>
            </p:nvSpPr>
            <p:spPr>
              <a:xfrm>
                <a:off x="2912293" y="2782734"/>
                <a:ext cx="921168" cy="924237"/>
              </a:xfrm>
              <a:custGeom>
                <a:avLst/>
                <a:gdLst/>
                <a:ahLst/>
                <a:cxnLst/>
                <a:rect l="0" t="0" r="0" b="0"/>
                <a:pathLst>
                  <a:path w="921168" h="924237">
                    <a:moveTo>
                      <a:pt x="914400" y="914399"/>
                    </a:moveTo>
                    <a:lnTo>
                      <a:pt x="921168" y="914399"/>
                    </a:lnTo>
                    <a:lnTo>
                      <a:pt x="920409" y="915502"/>
                    </a:lnTo>
                    <a:lnTo>
                      <a:pt x="919430" y="916925"/>
                    </a:lnTo>
                    <a:lnTo>
                      <a:pt x="918450" y="918348"/>
                    </a:lnTo>
                    <a:lnTo>
                      <a:pt x="917471" y="919771"/>
                    </a:lnTo>
                    <a:lnTo>
                      <a:pt x="916492" y="921194"/>
                    </a:lnTo>
                    <a:lnTo>
                      <a:pt x="915513" y="922618"/>
                    </a:lnTo>
                    <a:lnTo>
                      <a:pt x="914534" y="924041"/>
                    </a:lnTo>
                    <a:lnTo>
                      <a:pt x="914400" y="924237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8" name="ph203">
                <a:extLst>
                  <a:ext uri="{FF2B5EF4-FFF2-40B4-BE49-F238E27FC236}">
                    <a16:creationId xmlns:a16="http://schemas.microsoft.com/office/drawing/2014/main" id="{CB60A063-EFBF-9267-74E8-0964834254C7}"/>
                  </a:ext>
                </a:extLst>
              </p:cNvPr>
              <p:cNvSpPr/>
              <p:nvPr/>
            </p:nvSpPr>
            <p:spPr>
              <a:xfrm>
                <a:off x="2506363" y="2765164"/>
                <a:ext cx="914400" cy="9310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026">
                    <a:moveTo>
                      <a:pt x="914400" y="914400"/>
                    </a:moveTo>
                    <a:lnTo>
                      <a:pt x="914400" y="931026"/>
                    </a:lnTo>
                    <a:lnTo>
                      <a:pt x="913517" y="929341"/>
                    </a:lnTo>
                    <a:lnTo>
                      <a:pt x="909619" y="921078"/>
                    </a:lnTo>
                    <a:lnTo>
                      <a:pt x="906786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9" name="ph204">
                <a:extLst>
                  <a:ext uri="{FF2B5EF4-FFF2-40B4-BE49-F238E27FC236}">
                    <a16:creationId xmlns:a16="http://schemas.microsoft.com/office/drawing/2014/main" id="{2A720987-7897-AA86-79FF-84E81B506409}"/>
                  </a:ext>
                </a:extLst>
              </p:cNvPr>
              <p:cNvSpPr/>
              <p:nvPr/>
            </p:nvSpPr>
            <p:spPr>
              <a:xfrm>
                <a:off x="250636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893" y="931969"/>
                    </a:lnTo>
                    <a:lnTo>
                      <a:pt x="914400" y="931026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0" name="ph205">
                <a:extLst>
                  <a:ext uri="{FF2B5EF4-FFF2-40B4-BE49-F238E27FC236}">
                    <a16:creationId xmlns:a16="http://schemas.microsoft.com/office/drawing/2014/main" id="{F9DFFC06-160E-CBC9-2791-4FCD208B58E0}"/>
                  </a:ext>
                </a:extLst>
              </p:cNvPr>
              <p:cNvSpPr/>
              <p:nvPr/>
            </p:nvSpPr>
            <p:spPr>
              <a:xfrm>
                <a:off x="251580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1" name="ph206">
                <a:extLst>
                  <a:ext uri="{FF2B5EF4-FFF2-40B4-BE49-F238E27FC236}">
                    <a16:creationId xmlns:a16="http://schemas.microsoft.com/office/drawing/2014/main" id="{6ABFC136-F6E7-9C8A-78A9-B5CF9B869237}"/>
                  </a:ext>
                </a:extLst>
              </p:cNvPr>
              <p:cNvSpPr/>
              <p:nvPr/>
            </p:nvSpPr>
            <p:spPr>
              <a:xfrm>
                <a:off x="252524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2" name="ph207">
                <a:extLst>
                  <a:ext uri="{FF2B5EF4-FFF2-40B4-BE49-F238E27FC236}">
                    <a16:creationId xmlns:a16="http://schemas.microsoft.com/office/drawing/2014/main" id="{ADAB2BAC-2D44-3D9C-D400-D47DA57D47A2}"/>
                  </a:ext>
                </a:extLst>
              </p:cNvPr>
              <p:cNvSpPr/>
              <p:nvPr/>
            </p:nvSpPr>
            <p:spPr>
              <a:xfrm>
                <a:off x="253468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3" name="ph208">
                <a:extLst>
                  <a:ext uri="{FF2B5EF4-FFF2-40B4-BE49-F238E27FC236}">
                    <a16:creationId xmlns:a16="http://schemas.microsoft.com/office/drawing/2014/main" id="{33549B24-BDDE-49B7-0849-3AC566DF275A}"/>
                  </a:ext>
                </a:extLst>
              </p:cNvPr>
              <p:cNvSpPr/>
              <p:nvPr/>
            </p:nvSpPr>
            <p:spPr>
              <a:xfrm>
                <a:off x="254412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4" name="ph209">
                <a:extLst>
                  <a:ext uri="{FF2B5EF4-FFF2-40B4-BE49-F238E27FC236}">
                    <a16:creationId xmlns:a16="http://schemas.microsoft.com/office/drawing/2014/main" id="{C4FBC7AE-C419-EB6A-B548-E45921CC1254}"/>
                  </a:ext>
                </a:extLst>
              </p:cNvPr>
              <p:cNvSpPr/>
              <p:nvPr/>
            </p:nvSpPr>
            <p:spPr>
              <a:xfrm>
                <a:off x="2553564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5" name="ph210">
                <a:extLst>
                  <a:ext uri="{FF2B5EF4-FFF2-40B4-BE49-F238E27FC236}">
                    <a16:creationId xmlns:a16="http://schemas.microsoft.com/office/drawing/2014/main" id="{1F48438E-7BB1-C708-72A4-72783315BDA5}"/>
                  </a:ext>
                </a:extLst>
              </p:cNvPr>
              <p:cNvSpPr/>
              <p:nvPr/>
            </p:nvSpPr>
            <p:spPr>
              <a:xfrm>
                <a:off x="256300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6" name="ph211">
                <a:extLst>
                  <a:ext uri="{FF2B5EF4-FFF2-40B4-BE49-F238E27FC236}">
                    <a16:creationId xmlns:a16="http://schemas.microsoft.com/office/drawing/2014/main" id="{051CBA9B-D971-81B0-AC26-D4BE3D5F4CC3}"/>
                  </a:ext>
                </a:extLst>
              </p:cNvPr>
              <p:cNvSpPr/>
              <p:nvPr/>
            </p:nvSpPr>
            <p:spPr>
              <a:xfrm>
                <a:off x="257244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7" name="ph212">
                <a:extLst>
                  <a:ext uri="{FF2B5EF4-FFF2-40B4-BE49-F238E27FC236}">
                    <a16:creationId xmlns:a16="http://schemas.microsoft.com/office/drawing/2014/main" id="{97C05DFA-D7B5-1CF3-C09A-A3C96F3E348C}"/>
                  </a:ext>
                </a:extLst>
              </p:cNvPr>
              <p:cNvSpPr/>
              <p:nvPr/>
            </p:nvSpPr>
            <p:spPr>
              <a:xfrm>
                <a:off x="258188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8" name="ph213">
                <a:extLst>
                  <a:ext uri="{FF2B5EF4-FFF2-40B4-BE49-F238E27FC236}">
                    <a16:creationId xmlns:a16="http://schemas.microsoft.com/office/drawing/2014/main" id="{05BAB7EA-16E9-E7C0-5C05-48F91A8D9693}"/>
                  </a:ext>
                </a:extLst>
              </p:cNvPr>
              <p:cNvSpPr/>
              <p:nvPr/>
            </p:nvSpPr>
            <p:spPr>
              <a:xfrm>
                <a:off x="2591325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9" name="ph214">
                <a:extLst>
                  <a:ext uri="{FF2B5EF4-FFF2-40B4-BE49-F238E27FC236}">
                    <a16:creationId xmlns:a16="http://schemas.microsoft.com/office/drawing/2014/main" id="{C22C742C-C9D5-F6BB-F590-FA545A46A575}"/>
                  </a:ext>
                </a:extLst>
              </p:cNvPr>
              <p:cNvSpPr/>
              <p:nvPr/>
            </p:nvSpPr>
            <p:spPr>
              <a:xfrm>
                <a:off x="260076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0" name="ph215">
                <a:extLst>
                  <a:ext uri="{FF2B5EF4-FFF2-40B4-BE49-F238E27FC236}">
                    <a16:creationId xmlns:a16="http://schemas.microsoft.com/office/drawing/2014/main" id="{D0E82086-B898-7B6A-C61D-C6DD2F317ACA}"/>
                  </a:ext>
                </a:extLst>
              </p:cNvPr>
              <p:cNvSpPr/>
              <p:nvPr/>
            </p:nvSpPr>
            <p:spPr>
              <a:xfrm>
                <a:off x="261020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1" name="ph216">
                <a:extLst>
                  <a:ext uri="{FF2B5EF4-FFF2-40B4-BE49-F238E27FC236}">
                    <a16:creationId xmlns:a16="http://schemas.microsoft.com/office/drawing/2014/main" id="{89D6C296-F9D9-BEB0-A9AF-C527C7B51749}"/>
                  </a:ext>
                </a:extLst>
              </p:cNvPr>
              <p:cNvSpPr/>
              <p:nvPr/>
            </p:nvSpPr>
            <p:spPr>
              <a:xfrm>
                <a:off x="261964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2" name="ph217">
                <a:extLst>
                  <a:ext uri="{FF2B5EF4-FFF2-40B4-BE49-F238E27FC236}">
                    <a16:creationId xmlns:a16="http://schemas.microsoft.com/office/drawing/2014/main" id="{413B1672-7873-3298-2B6D-71876BF06831}"/>
                  </a:ext>
                </a:extLst>
              </p:cNvPr>
              <p:cNvSpPr/>
              <p:nvPr/>
            </p:nvSpPr>
            <p:spPr>
              <a:xfrm>
                <a:off x="2629086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3" name="ph218">
                <a:extLst>
                  <a:ext uri="{FF2B5EF4-FFF2-40B4-BE49-F238E27FC236}">
                    <a16:creationId xmlns:a16="http://schemas.microsoft.com/office/drawing/2014/main" id="{68E234D5-C63D-7278-BDFC-67C035C99B26}"/>
                  </a:ext>
                </a:extLst>
              </p:cNvPr>
              <p:cNvSpPr/>
              <p:nvPr/>
            </p:nvSpPr>
            <p:spPr>
              <a:xfrm>
                <a:off x="263852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4" name="ph219">
                <a:extLst>
                  <a:ext uri="{FF2B5EF4-FFF2-40B4-BE49-F238E27FC236}">
                    <a16:creationId xmlns:a16="http://schemas.microsoft.com/office/drawing/2014/main" id="{C2478EF4-D870-E114-A842-A8CF43997595}"/>
                  </a:ext>
                </a:extLst>
              </p:cNvPr>
              <p:cNvSpPr/>
              <p:nvPr/>
            </p:nvSpPr>
            <p:spPr>
              <a:xfrm>
                <a:off x="264796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5" name="ph220">
                <a:extLst>
                  <a:ext uri="{FF2B5EF4-FFF2-40B4-BE49-F238E27FC236}">
                    <a16:creationId xmlns:a16="http://schemas.microsoft.com/office/drawing/2014/main" id="{2F71A772-7E4F-3D6A-D530-C57FEEA173DE}"/>
                  </a:ext>
                </a:extLst>
              </p:cNvPr>
              <p:cNvSpPr/>
              <p:nvPr/>
            </p:nvSpPr>
            <p:spPr>
              <a:xfrm>
                <a:off x="265740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6" name="ph221">
                <a:extLst>
                  <a:ext uri="{FF2B5EF4-FFF2-40B4-BE49-F238E27FC236}">
                    <a16:creationId xmlns:a16="http://schemas.microsoft.com/office/drawing/2014/main" id="{44E270D7-911B-6EA5-43A6-A88CB9678B4A}"/>
                  </a:ext>
                </a:extLst>
              </p:cNvPr>
              <p:cNvSpPr/>
              <p:nvPr/>
            </p:nvSpPr>
            <p:spPr>
              <a:xfrm>
                <a:off x="266684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7" name="ph222">
                <a:extLst>
                  <a:ext uri="{FF2B5EF4-FFF2-40B4-BE49-F238E27FC236}">
                    <a16:creationId xmlns:a16="http://schemas.microsoft.com/office/drawing/2014/main" id="{AC5ED30A-C240-5315-F699-F59A859F286F}"/>
                  </a:ext>
                </a:extLst>
              </p:cNvPr>
              <p:cNvSpPr/>
              <p:nvPr/>
            </p:nvSpPr>
            <p:spPr>
              <a:xfrm>
                <a:off x="2676287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8" name="ph223">
                <a:extLst>
                  <a:ext uri="{FF2B5EF4-FFF2-40B4-BE49-F238E27FC236}">
                    <a16:creationId xmlns:a16="http://schemas.microsoft.com/office/drawing/2014/main" id="{DC2CF969-2B21-1545-78F0-F0ECB7D8F4D5}"/>
                  </a:ext>
                </a:extLst>
              </p:cNvPr>
              <p:cNvSpPr/>
              <p:nvPr/>
            </p:nvSpPr>
            <p:spPr>
              <a:xfrm>
                <a:off x="268572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9" name="ph224">
                <a:extLst>
                  <a:ext uri="{FF2B5EF4-FFF2-40B4-BE49-F238E27FC236}">
                    <a16:creationId xmlns:a16="http://schemas.microsoft.com/office/drawing/2014/main" id="{C7CB531F-6824-05DA-97F5-99EAF7CC1C99}"/>
                  </a:ext>
                </a:extLst>
              </p:cNvPr>
              <p:cNvSpPr/>
              <p:nvPr/>
            </p:nvSpPr>
            <p:spPr>
              <a:xfrm>
                <a:off x="269516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0" name="ph225">
                <a:extLst>
                  <a:ext uri="{FF2B5EF4-FFF2-40B4-BE49-F238E27FC236}">
                    <a16:creationId xmlns:a16="http://schemas.microsoft.com/office/drawing/2014/main" id="{CB93A948-780E-FD5C-0E0A-E844DA5F92BB}"/>
                  </a:ext>
                </a:extLst>
              </p:cNvPr>
              <p:cNvSpPr/>
              <p:nvPr/>
            </p:nvSpPr>
            <p:spPr>
              <a:xfrm>
                <a:off x="270460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1" name="ph226">
                <a:extLst>
                  <a:ext uri="{FF2B5EF4-FFF2-40B4-BE49-F238E27FC236}">
                    <a16:creationId xmlns:a16="http://schemas.microsoft.com/office/drawing/2014/main" id="{44050912-2D5D-B678-E639-87FA77952650}"/>
                  </a:ext>
                </a:extLst>
              </p:cNvPr>
              <p:cNvSpPr/>
              <p:nvPr/>
            </p:nvSpPr>
            <p:spPr>
              <a:xfrm>
                <a:off x="2714048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2" name="ph227">
                <a:extLst>
                  <a:ext uri="{FF2B5EF4-FFF2-40B4-BE49-F238E27FC236}">
                    <a16:creationId xmlns:a16="http://schemas.microsoft.com/office/drawing/2014/main" id="{F68F80EE-CCCE-A76C-61AF-3F9F714F178C}"/>
                  </a:ext>
                </a:extLst>
              </p:cNvPr>
              <p:cNvSpPr/>
              <p:nvPr/>
            </p:nvSpPr>
            <p:spPr>
              <a:xfrm>
                <a:off x="272348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3" name="ph228">
                <a:extLst>
                  <a:ext uri="{FF2B5EF4-FFF2-40B4-BE49-F238E27FC236}">
                    <a16:creationId xmlns:a16="http://schemas.microsoft.com/office/drawing/2014/main" id="{3FABBD7B-B45C-6A5B-D07F-95665715D63A}"/>
                  </a:ext>
                </a:extLst>
              </p:cNvPr>
              <p:cNvSpPr/>
              <p:nvPr/>
            </p:nvSpPr>
            <p:spPr>
              <a:xfrm>
                <a:off x="273292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4" name="ph229">
                <a:extLst>
                  <a:ext uri="{FF2B5EF4-FFF2-40B4-BE49-F238E27FC236}">
                    <a16:creationId xmlns:a16="http://schemas.microsoft.com/office/drawing/2014/main" id="{5F83A144-BBC3-DAA4-3E32-3C6AB6FD6BF1}"/>
                  </a:ext>
                </a:extLst>
              </p:cNvPr>
              <p:cNvSpPr/>
              <p:nvPr/>
            </p:nvSpPr>
            <p:spPr>
              <a:xfrm>
                <a:off x="274236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5" name="ph230">
                <a:extLst>
                  <a:ext uri="{FF2B5EF4-FFF2-40B4-BE49-F238E27FC236}">
                    <a16:creationId xmlns:a16="http://schemas.microsoft.com/office/drawing/2014/main" id="{F4015FC5-8F0D-3575-27F7-52B44385F534}"/>
                  </a:ext>
                </a:extLst>
              </p:cNvPr>
              <p:cNvSpPr/>
              <p:nvPr/>
            </p:nvSpPr>
            <p:spPr>
              <a:xfrm>
                <a:off x="2751809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6" name="ph231">
                <a:extLst>
                  <a:ext uri="{FF2B5EF4-FFF2-40B4-BE49-F238E27FC236}">
                    <a16:creationId xmlns:a16="http://schemas.microsoft.com/office/drawing/2014/main" id="{91C53AC2-AEDD-BB2D-16EC-CFF6FC165D8F}"/>
                  </a:ext>
                </a:extLst>
              </p:cNvPr>
              <p:cNvSpPr/>
              <p:nvPr/>
            </p:nvSpPr>
            <p:spPr>
              <a:xfrm>
                <a:off x="276125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7" name="ph232">
                <a:extLst>
                  <a:ext uri="{FF2B5EF4-FFF2-40B4-BE49-F238E27FC236}">
                    <a16:creationId xmlns:a16="http://schemas.microsoft.com/office/drawing/2014/main" id="{D63AB335-B0CD-F99B-91EB-79D267A349E1}"/>
                  </a:ext>
                </a:extLst>
              </p:cNvPr>
              <p:cNvSpPr/>
              <p:nvPr/>
            </p:nvSpPr>
            <p:spPr>
              <a:xfrm>
                <a:off x="277069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8" name="ph233">
                <a:extLst>
                  <a:ext uri="{FF2B5EF4-FFF2-40B4-BE49-F238E27FC236}">
                    <a16:creationId xmlns:a16="http://schemas.microsoft.com/office/drawing/2014/main" id="{3018B282-30DB-27BD-7235-9A2B09A6BC8E}"/>
                  </a:ext>
                </a:extLst>
              </p:cNvPr>
              <p:cNvSpPr/>
              <p:nvPr/>
            </p:nvSpPr>
            <p:spPr>
              <a:xfrm>
                <a:off x="278013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9" name="ph234">
                <a:extLst>
                  <a:ext uri="{FF2B5EF4-FFF2-40B4-BE49-F238E27FC236}">
                    <a16:creationId xmlns:a16="http://schemas.microsoft.com/office/drawing/2014/main" id="{DAA4EB69-B87C-ED83-5078-7FA29AE63FAE}"/>
                  </a:ext>
                </a:extLst>
              </p:cNvPr>
              <p:cNvSpPr/>
              <p:nvPr/>
            </p:nvSpPr>
            <p:spPr>
              <a:xfrm>
                <a:off x="2789570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0" name="ph235">
                <a:extLst>
                  <a:ext uri="{FF2B5EF4-FFF2-40B4-BE49-F238E27FC236}">
                    <a16:creationId xmlns:a16="http://schemas.microsoft.com/office/drawing/2014/main" id="{98E6FF43-9E5A-FDBA-C7CD-32F700F396A2}"/>
                  </a:ext>
                </a:extLst>
              </p:cNvPr>
              <p:cNvSpPr/>
              <p:nvPr/>
            </p:nvSpPr>
            <p:spPr>
              <a:xfrm>
                <a:off x="279901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1" name="ph236">
                <a:extLst>
                  <a:ext uri="{FF2B5EF4-FFF2-40B4-BE49-F238E27FC236}">
                    <a16:creationId xmlns:a16="http://schemas.microsoft.com/office/drawing/2014/main" id="{87444A52-1D40-75C9-CCEA-5EFCD0A076EB}"/>
                  </a:ext>
                </a:extLst>
              </p:cNvPr>
              <p:cNvSpPr/>
              <p:nvPr/>
            </p:nvSpPr>
            <p:spPr>
              <a:xfrm>
                <a:off x="280845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2" name="ph237">
                <a:extLst>
                  <a:ext uri="{FF2B5EF4-FFF2-40B4-BE49-F238E27FC236}">
                    <a16:creationId xmlns:a16="http://schemas.microsoft.com/office/drawing/2014/main" id="{D17E0704-CF97-8BE7-696A-624AF4CAF4D1}"/>
                  </a:ext>
                </a:extLst>
              </p:cNvPr>
              <p:cNvSpPr/>
              <p:nvPr/>
            </p:nvSpPr>
            <p:spPr>
              <a:xfrm>
                <a:off x="281789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3" name="ph238">
                <a:extLst>
                  <a:ext uri="{FF2B5EF4-FFF2-40B4-BE49-F238E27FC236}">
                    <a16:creationId xmlns:a16="http://schemas.microsoft.com/office/drawing/2014/main" id="{16B2A6BD-C556-2E72-B799-4DA9835F2883}"/>
                  </a:ext>
                </a:extLst>
              </p:cNvPr>
              <p:cNvSpPr/>
              <p:nvPr/>
            </p:nvSpPr>
            <p:spPr>
              <a:xfrm>
                <a:off x="2827331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4" name="ph239">
                <a:extLst>
                  <a:ext uri="{FF2B5EF4-FFF2-40B4-BE49-F238E27FC236}">
                    <a16:creationId xmlns:a16="http://schemas.microsoft.com/office/drawing/2014/main" id="{5A974243-7901-F39A-8B5B-661EF6FD6115}"/>
                  </a:ext>
                </a:extLst>
              </p:cNvPr>
              <p:cNvSpPr/>
              <p:nvPr/>
            </p:nvSpPr>
            <p:spPr>
              <a:xfrm>
                <a:off x="283677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5" name="ph240">
                <a:extLst>
                  <a:ext uri="{FF2B5EF4-FFF2-40B4-BE49-F238E27FC236}">
                    <a16:creationId xmlns:a16="http://schemas.microsoft.com/office/drawing/2014/main" id="{A641EC7A-839A-3DCF-29A0-08712F10AB99}"/>
                  </a:ext>
                </a:extLst>
              </p:cNvPr>
              <p:cNvSpPr/>
              <p:nvPr/>
            </p:nvSpPr>
            <p:spPr>
              <a:xfrm>
                <a:off x="284621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6" name="ph241">
                <a:extLst>
                  <a:ext uri="{FF2B5EF4-FFF2-40B4-BE49-F238E27FC236}">
                    <a16:creationId xmlns:a16="http://schemas.microsoft.com/office/drawing/2014/main" id="{F2EB164F-72B0-0241-7588-AF4078F25FF2}"/>
                  </a:ext>
                </a:extLst>
              </p:cNvPr>
              <p:cNvSpPr/>
              <p:nvPr/>
            </p:nvSpPr>
            <p:spPr>
              <a:xfrm>
                <a:off x="285565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7" name="ph242">
                <a:extLst>
                  <a:ext uri="{FF2B5EF4-FFF2-40B4-BE49-F238E27FC236}">
                    <a16:creationId xmlns:a16="http://schemas.microsoft.com/office/drawing/2014/main" id="{8E119FFB-9EF3-B8AF-143B-86E84E9234A0}"/>
                  </a:ext>
                </a:extLst>
              </p:cNvPr>
              <p:cNvSpPr/>
              <p:nvPr/>
            </p:nvSpPr>
            <p:spPr>
              <a:xfrm>
                <a:off x="2865092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8" name="ph243">
                <a:extLst>
                  <a:ext uri="{FF2B5EF4-FFF2-40B4-BE49-F238E27FC236}">
                    <a16:creationId xmlns:a16="http://schemas.microsoft.com/office/drawing/2014/main" id="{5EBAC4B4-E74A-914F-8145-47475EC68F2B}"/>
                  </a:ext>
                </a:extLst>
              </p:cNvPr>
              <p:cNvSpPr/>
              <p:nvPr/>
            </p:nvSpPr>
            <p:spPr>
              <a:xfrm>
                <a:off x="287453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9" name="ph244">
                <a:extLst>
                  <a:ext uri="{FF2B5EF4-FFF2-40B4-BE49-F238E27FC236}">
                    <a16:creationId xmlns:a16="http://schemas.microsoft.com/office/drawing/2014/main" id="{BF8148C0-EC87-0A86-A3DA-E5E60EDFF5B3}"/>
                  </a:ext>
                </a:extLst>
              </p:cNvPr>
              <p:cNvSpPr/>
              <p:nvPr/>
            </p:nvSpPr>
            <p:spPr>
              <a:xfrm>
                <a:off x="288397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0" name="ph245">
                <a:extLst>
                  <a:ext uri="{FF2B5EF4-FFF2-40B4-BE49-F238E27FC236}">
                    <a16:creationId xmlns:a16="http://schemas.microsoft.com/office/drawing/2014/main" id="{0E060B70-DC32-2ACF-8387-C1EB6FD53B6C}"/>
                  </a:ext>
                </a:extLst>
              </p:cNvPr>
              <p:cNvSpPr/>
              <p:nvPr/>
            </p:nvSpPr>
            <p:spPr>
              <a:xfrm>
                <a:off x="289341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1" name="ph246">
                <a:extLst>
                  <a:ext uri="{FF2B5EF4-FFF2-40B4-BE49-F238E27FC236}">
                    <a16:creationId xmlns:a16="http://schemas.microsoft.com/office/drawing/2014/main" id="{5F25C110-9B14-B887-A5D2-218AF519244F}"/>
                  </a:ext>
                </a:extLst>
              </p:cNvPr>
              <p:cNvSpPr/>
              <p:nvPr/>
            </p:nvSpPr>
            <p:spPr>
              <a:xfrm>
                <a:off x="2902853" y="27651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2" name="ph247">
                <a:extLst>
                  <a:ext uri="{FF2B5EF4-FFF2-40B4-BE49-F238E27FC236}">
                    <a16:creationId xmlns:a16="http://schemas.microsoft.com/office/drawing/2014/main" id="{CE779416-8784-2E07-9B20-E3751AD3B6C5}"/>
                  </a:ext>
                </a:extLst>
              </p:cNvPr>
              <p:cNvSpPr/>
              <p:nvPr/>
            </p:nvSpPr>
            <p:spPr>
              <a:xfrm>
                <a:off x="2912293" y="2782734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0522"/>
                    </a:lnTo>
                    <a:lnTo>
                      <a:pt x="923350" y="911233"/>
                    </a:lnTo>
                    <a:lnTo>
                      <a:pt x="922370" y="912656"/>
                    </a:lnTo>
                    <a:lnTo>
                      <a:pt x="921389" y="914079"/>
                    </a:lnTo>
                    <a:lnTo>
                      <a:pt x="921168" y="91439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3" name="ph248">
                <a:extLst>
                  <a:ext uri="{FF2B5EF4-FFF2-40B4-BE49-F238E27FC236}">
                    <a16:creationId xmlns:a16="http://schemas.microsoft.com/office/drawing/2014/main" id="{5286A1A3-6A22-3511-03EF-48343EAF6F5D}"/>
                  </a:ext>
                </a:extLst>
              </p:cNvPr>
              <p:cNvSpPr/>
              <p:nvPr/>
            </p:nvSpPr>
            <p:spPr>
              <a:xfrm>
                <a:off x="2921734" y="2765164"/>
                <a:ext cx="923840" cy="92809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092">
                    <a:moveTo>
                      <a:pt x="914400" y="914400"/>
                    </a:moveTo>
                    <a:lnTo>
                      <a:pt x="923840" y="914412"/>
                    </a:lnTo>
                    <a:lnTo>
                      <a:pt x="923725" y="914578"/>
                    </a:lnTo>
                    <a:lnTo>
                      <a:pt x="922742" y="916000"/>
                    </a:lnTo>
                    <a:lnTo>
                      <a:pt x="921760" y="917422"/>
                    </a:lnTo>
                    <a:lnTo>
                      <a:pt x="920778" y="918845"/>
                    </a:lnTo>
                    <a:lnTo>
                      <a:pt x="919796" y="920267"/>
                    </a:lnTo>
                    <a:lnTo>
                      <a:pt x="918815" y="921689"/>
                    </a:lnTo>
                    <a:lnTo>
                      <a:pt x="917833" y="923112"/>
                    </a:lnTo>
                    <a:lnTo>
                      <a:pt x="916852" y="924534"/>
                    </a:lnTo>
                    <a:lnTo>
                      <a:pt x="915871" y="925957"/>
                    </a:lnTo>
                    <a:lnTo>
                      <a:pt x="914890" y="927380"/>
                    </a:lnTo>
                    <a:lnTo>
                      <a:pt x="914400" y="928092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4" name="ph249">
                <a:extLst>
                  <a:ext uri="{FF2B5EF4-FFF2-40B4-BE49-F238E27FC236}">
                    <a16:creationId xmlns:a16="http://schemas.microsoft.com/office/drawing/2014/main" id="{78AA34C2-F807-E94A-1C76-813A906B6ECF}"/>
                  </a:ext>
                </a:extLst>
              </p:cNvPr>
              <p:cNvSpPr/>
              <p:nvPr/>
            </p:nvSpPr>
            <p:spPr>
              <a:xfrm>
                <a:off x="2496923" y="2747595"/>
                <a:ext cx="914399" cy="927394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394">
                    <a:moveTo>
                      <a:pt x="914399" y="914400"/>
                    </a:moveTo>
                    <a:lnTo>
                      <a:pt x="914399" y="927394"/>
                    </a:lnTo>
                    <a:lnTo>
                      <a:pt x="911984" y="921045"/>
                    </a:lnTo>
                    <a:lnTo>
                      <a:pt x="909725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5" name="ph250">
                <a:extLst>
                  <a:ext uri="{FF2B5EF4-FFF2-40B4-BE49-F238E27FC236}">
                    <a16:creationId xmlns:a16="http://schemas.microsoft.com/office/drawing/2014/main" id="{931F81CD-E5EF-5FA6-60B6-70C23A1437D3}"/>
                  </a:ext>
                </a:extLst>
              </p:cNvPr>
              <p:cNvSpPr/>
              <p:nvPr/>
            </p:nvSpPr>
            <p:spPr>
              <a:xfrm>
                <a:off x="249692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226" y="931969"/>
                    </a:lnTo>
                    <a:lnTo>
                      <a:pt x="915398" y="930018"/>
                    </a:lnTo>
                    <a:lnTo>
                      <a:pt x="914399" y="927394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6" name="ph251">
                <a:extLst>
                  <a:ext uri="{FF2B5EF4-FFF2-40B4-BE49-F238E27FC236}">
                    <a16:creationId xmlns:a16="http://schemas.microsoft.com/office/drawing/2014/main" id="{375185AB-21A5-5DC9-687D-FEE3A6AD7F69}"/>
                  </a:ext>
                </a:extLst>
              </p:cNvPr>
              <p:cNvSpPr/>
              <p:nvPr/>
            </p:nvSpPr>
            <p:spPr>
              <a:xfrm>
                <a:off x="250636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7" name="ph252">
                <a:extLst>
                  <a:ext uri="{FF2B5EF4-FFF2-40B4-BE49-F238E27FC236}">
                    <a16:creationId xmlns:a16="http://schemas.microsoft.com/office/drawing/2014/main" id="{3324FA4B-B60F-F1C7-435E-8A24EA49141B}"/>
                  </a:ext>
                </a:extLst>
              </p:cNvPr>
              <p:cNvSpPr/>
              <p:nvPr/>
            </p:nvSpPr>
            <p:spPr>
              <a:xfrm>
                <a:off x="251580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8" name="ph253">
                <a:extLst>
                  <a:ext uri="{FF2B5EF4-FFF2-40B4-BE49-F238E27FC236}">
                    <a16:creationId xmlns:a16="http://schemas.microsoft.com/office/drawing/2014/main" id="{6CADFFFF-05D2-EC7E-2090-361B210C9D63}"/>
                  </a:ext>
                </a:extLst>
              </p:cNvPr>
              <p:cNvSpPr/>
              <p:nvPr/>
            </p:nvSpPr>
            <p:spPr>
              <a:xfrm>
                <a:off x="252524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9" name="ph254">
                <a:extLst>
                  <a:ext uri="{FF2B5EF4-FFF2-40B4-BE49-F238E27FC236}">
                    <a16:creationId xmlns:a16="http://schemas.microsoft.com/office/drawing/2014/main" id="{79C35401-3AF3-13FE-436E-AB76E8B08DCB}"/>
                  </a:ext>
                </a:extLst>
              </p:cNvPr>
              <p:cNvSpPr/>
              <p:nvPr/>
            </p:nvSpPr>
            <p:spPr>
              <a:xfrm>
                <a:off x="253468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0" name="ph255">
                <a:extLst>
                  <a:ext uri="{FF2B5EF4-FFF2-40B4-BE49-F238E27FC236}">
                    <a16:creationId xmlns:a16="http://schemas.microsoft.com/office/drawing/2014/main" id="{B54CD5DF-D036-00B8-41C1-A907ACA5B305}"/>
                  </a:ext>
                </a:extLst>
              </p:cNvPr>
              <p:cNvSpPr/>
              <p:nvPr/>
            </p:nvSpPr>
            <p:spPr>
              <a:xfrm>
                <a:off x="254412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1" name="ph256">
                <a:extLst>
                  <a:ext uri="{FF2B5EF4-FFF2-40B4-BE49-F238E27FC236}">
                    <a16:creationId xmlns:a16="http://schemas.microsoft.com/office/drawing/2014/main" id="{CD059965-6CB3-A4CF-9AFE-D2CECBEC0487}"/>
                  </a:ext>
                </a:extLst>
              </p:cNvPr>
              <p:cNvSpPr/>
              <p:nvPr/>
            </p:nvSpPr>
            <p:spPr>
              <a:xfrm>
                <a:off x="255356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2" name="ph257">
                <a:extLst>
                  <a:ext uri="{FF2B5EF4-FFF2-40B4-BE49-F238E27FC236}">
                    <a16:creationId xmlns:a16="http://schemas.microsoft.com/office/drawing/2014/main" id="{F7F34937-E5BA-23EA-C109-CC65ED7C482F}"/>
                  </a:ext>
                </a:extLst>
              </p:cNvPr>
              <p:cNvSpPr/>
              <p:nvPr/>
            </p:nvSpPr>
            <p:spPr>
              <a:xfrm>
                <a:off x="256300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3" name="ph258">
                <a:extLst>
                  <a:ext uri="{FF2B5EF4-FFF2-40B4-BE49-F238E27FC236}">
                    <a16:creationId xmlns:a16="http://schemas.microsoft.com/office/drawing/2014/main" id="{A4E5E4D0-2752-E62C-6537-ABC804233253}"/>
                  </a:ext>
                </a:extLst>
              </p:cNvPr>
              <p:cNvSpPr/>
              <p:nvPr/>
            </p:nvSpPr>
            <p:spPr>
              <a:xfrm>
                <a:off x="257244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4" name="ph259">
                <a:extLst>
                  <a:ext uri="{FF2B5EF4-FFF2-40B4-BE49-F238E27FC236}">
                    <a16:creationId xmlns:a16="http://schemas.microsoft.com/office/drawing/2014/main" id="{805AC934-412B-D364-1D69-7D7A1CB56DC0}"/>
                  </a:ext>
                </a:extLst>
              </p:cNvPr>
              <p:cNvSpPr/>
              <p:nvPr/>
            </p:nvSpPr>
            <p:spPr>
              <a:xfrm>
                <a:off x="258188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5" name="ph260">
                <a:extLst>
                  <a:ext uri="{FF2B5EF4-FFF2-40B4-BE49-F238E27FC236}">
                    <a16:creationId xmlns:a16="http://schemas.microsoft.com/office/drawing/2014/main" id="{7121701B-BEFD-F144-CE6A-31C520BBF920}"/>
                  </a:ext>
                </a:extLst>
              </p:cNvPr>
              <p:cNvSpPr/>
              <p:nvPr/>
            </p:nvSpPr>
            <p:spPr>
              <a:xfrm>
                <a:off x="2591325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6" name="ph261">
                <a:extLst>
                  <a:ext uri="{FF2B5EF4-FFF2-40B4-BE49-F238E27FC236}">
                    <a16:creationId xmlns:a16="http://schemas.microsoft.com/office/drawing/2014/main" id="{7C730806-7FED-A953-4CBE-91FA4ADEB400}"/>
                  </a:ext>
                </a:extLst>
              </p:cNvPr>
              <p:cNvSpPr/>
              <p:nvPr/>
            </p:nvSpPr>
            <p:spPr>
              <a:xfrm>
                <a:off x="260076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7" name="ph262">
                <a:extLst>
                  <a:ext uri="{FF2B5EF4-FFF2-40B4-BE49-F238E27FC236}">
                    <a16:creationId xmlns:a16="http://schemas.microsoft.com/office/drawing/2014/main" id="{E4AABCE5-87AD-F431-68C5-3F4F8EBF32E9}"/>
                  </a:ext>
                </a:extLst>
              </p:cNvPr>
              <p:cNvSpPr/>
              <p:nvPr/>
            </p:nvSpPr>
            <p:spPr>
              <a:xfrm>
                <a:off x="261020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8" name="ph263">
                <a:extLst>
                  <a:ext uri="{FF2B5EF4-FFF2-40B4-BE49-F238E27FC236}">
                    <a16:creationId xmlns:a16="http://schemas.microsoft.com/office/drawing/2014/main" id="{560ECFE4-A438-41D2-B2D7-153480D82211}"/>
                  </a:ext>
                </a:extLst>
              </p:cNvPr>
              <p:cNvSpPr/>
              <p:nvPr/>
            </p:nvSpPr>
            <p:spPr>
              <a:xfrm>
                <a:off x="261964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9" name="ph264">
                <a:extLst>
                  <a:ext uri="{FF2B5EF4-FFF2-40B4-BE49-F238E27FC236}">
                    <a16:creationId xmlns:a16="http://schemas.microsoft.com/office/drawing/2014/main" id="{9B7109E7-F861-A298-EA52-F514093DAE38}"/>
                  </a:ext>
                </a:extLst>
              </p:cNvPr>
              <p:cNvSpPr/>
              <p:nvPr/>
            </p:nvSpPr>
            <p:spPr>
              <a:xfrm>
                <a:off x="2629086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0" name="ph265">
                <a:extLst>
                  <a:ext uri="{FF2B5EF4-FFF2-40B4-BE49-F238E27FC236}">
                    <a16:creationId xmlns:a16="http://schemas.microsoft.com/office/drawing/2014/main" id="{C9E3407E-A858-8174-4727-A78D4DA0CB01}"/>
                  </a:ext>
                </a:extLst>
              </p:cNvPr>
              <p:cNvSpPr/>
              <p:nvPr/>
            </p:nvSpPr>
            <p:spPr>
              <a:xfrm>
                <a:off x="263852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1" name="ph266">
                <a:extLst>
                  <a:ext uri="{FF2B5EF4-FFF2-40B4-BE49-F238E27FC236}">
                    <a16:creationId xmlns:a16="http://schemas.microsoft.com/office/drawing/2014/main" id="{732C8E5F-7BD4-6922-D382-4D4D2854A97C}"/>
                  </a:ext>
                </a:extLst>
              </p:cNvPr>
              <p:cNvSpPr/>
              <p:nvPr/>
            </p:nvSpPr>
            <p:spPr>
              <a:xfrm>
                <a:off x="264796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2" name="ph267">
                <a:extLst>
                  <a:ext uri="{FF2B5EF4-FFF2-40B4-BE49-F238E27FC236}">
                    <a16:creationId xmlns:a16="http://schemas.microsoft.com/office/drawing/2014/main" id="{FD0BE31A-E789-0431-4E21-5CD659B46456}"/>
                  </a:ext>
                </a:extLst>
              </p:cNvPr>
              <p:cNvSpPr/>
              <p:nvPr/>
            </p:nvSpPr>
            <p:spPr>
              <a:xfrm>
                <a:off x="265740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3" name="ph268">
                <a:extLst>
                  <a:ext uri="{FF2B5EF4-FFF2-40B4-BE49-F238E27FC236}">
                    <a16:creationId xmlns:a16="http://schemas.microsoft.com/office/drawing/2014/main" id="{B67E7BC4-46E7-DDBC-009F-50FA9BDDA508}"/>
                  </a:ext>
                </a:extLst>
              </p:cNvPr>
              <p:cNvSpPr/>
              <p:nvPr/>
            </p:nvSpPr>
            <p:spPr>
              <a:xfrm>
                <a:off x="266684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4" name="ph269">
                <a:extLst>
                  <a:ext uri="{FF2B5EF4-FFF2-40B4-BE49-F238E27FC236}">
                    <a16:creationId xmlns:a16="http://schemas.microsoft.com/office/drawing/2014/main" id="{082C8DFB-F571-5C99-71C1-7D6A656370A1}"/>
                  </a:ext>
                </a:extLst>
              </p:cNvPr>
              <p:cNvSpPr/>
              <p:nvPr/>
            </p:nvSpPr>
            <p:spPr>
              <a:xfrm>
                <a:off x="2676287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5" name="ph270">
                <a:extLst>
                  <a:ext uri="{FF2B5EF4-FFF2-40B4-BE49-F238E27FC236}">
                    <a16:creationId xmlns:a16="http://schemas.microsoft.com/office/drawing/2014/main" id="{E1B09F7F-0537-4C31-3D3F-5253D5FB3F88}"/>
                  </a:ext>
                </a:extLst>
              </p:cNvPr>
              <p:cNvSpPr/>
              <p:nvPr/>
            </p:nvSpPr>
            <p:spPr>
              <a:xfrm>
                <a:off x="268572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6" name="ph271">
                <a:extLst>
                  <a:ext uri="{FF2B5EF4-FFF2-40B4-BE49-F238E27FC236}">
                    <a16:creationId xmlns:a16="http://schemas.microsoft.com/office/drawing/2014/main" id="{EA50477B-8674-3A83-6BF2-7F8B5E563476}"/>
                  </a:ext>
                </a:extLst>
              </p:cNvPr>
              <p:cNvSpPr/>
              <p:nvPr/>
            </p:nvSpPr>
            <p:spPr>
              <a:xfrm>
                <a:off x="269516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7" name="ph272">
                <a:extLst>
                  <a:ext uri="{FF2B5EF4-FFF2-40B4-BE49-F238E27FC236}">
                    <a16:creationId xmlns:a16="http://schemas.microsoft.com/office/drawing/2014/main" id="{FB42143D-C7E7-7BAC-CC44-5F4D66B95BBE}"/>
                  </a:ext>
                </a:extLst>
              </p:cNvPr>
              <p:cNvSpPr/>
              <p:nvPr/>
            </p:nvSpPr>
            <p:spPr>
              <a:xfrm>
                <a:off x="270460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8" name="ph273">
                <a:extLst>
                  <a:ext uri="{FF2B5EF4-FFF2-40B4-BE49-F238E27FC236}">
                    <a16:creationId xmlns:a16="http://schemas.microsoft.com/office/drawing/2014/main" id="{818116C1-702B-688F-D469-9EBFE20603E3}"/>
                  </a:ext>
                </a:extLst>
              </p:cNvPr>
              <p:cNvSpPr/>
              <p:nvPr/>
            </p:nvSpPr>
            <p:spPr>
              <a:xfrm>
                <a:off x="2714048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9" name="ph274">
                <a:extLst>
                  <a:ext uri="{FF2B5EF4-FFF2-40B4-BE49-F238E27FC236}">
                    <a16:creationId xmlns:a16="http://schemas.microsoft.com/office/drawing/2014/main" id="{1EFAB68B-05BC-1BCA-AA8B-0A13332B6498}"/>
                  </a:ext>
                </a:extLst>
              </p:cNvPr>
              <p:cNvSpPr/>
              <p:nvPr/>
            </p:nvSpPr>
            <p:spPr>
              <a:xfrm>
                <a:off x="272348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0" name="ph275">
                <a:extLst>
                  <a:ext uri="{FF2B5EF4-FFF2-40B4-BE49-F238E27FC236}">
                    <a16:creationId xmlns:a16="http://schemas.microsoft.com/office/drawing/2014/main" id="{8E788C58-263C-9611-22C0-CD3AAC1F8F77}"/>
                  </a:ext>
                </a:extLst>
              </p:cNvPr>
              <p:cNvSpPr/>
              <p:nvPr/>
            </p:nvSpPr>
            <p:spPr>
              <a:xfrm>
                <a:off x="273292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1" name="ph276">
                <a:extLst>
                  <a:ext uri="{FF2B5EF4-FFF2-40B4-BE49-F238E27FC236}">
                    <a16:creationId xmlns:a16="http://schemas.microsoft.com/office/drawing/2014/main" id="{1AB71ED3-98C0-DC34-2789-CFE699CC87DC}"/>
                  </a:ext>
                </a:extLst>
              </p:cNvPr>
              <p:cNvSpPr/>
              <p:nvPr/>
            </p:nvSpPr>
            <p:spPr>
              <a:xfrm>
                <a:off x="274236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2" name="ph277">
                <a:extLst>
                  <a:ext uri="{FF2B5EF4-FFF2-40B4-BE49-F238E27FC236}">
                    <a16:creationId xmlns:a16="http://schemas.microsoft.com/office/drawing/2014/main" id="{8E2E7C63-C4DD-7CFB-99EA-F6AE6D172564}"/>
                  </a:ext>
                </a:extLst>
              </p:cNvPr>
              <p:cNvSpPr/>
              <p:nvPr/>
            </p:nvSpPr>
            <p:spPr>
              <a:xfrm>
                <a:off x="2751809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3" name="ph278">
                <a:extLst>
                  <a:ext uri="{FF2B5EF4-FFF2-40B4-BE49-F238E27FC236}">
                    <a16:creationId xmlns:a16="http://schemas.microsoft.com/office/drawing/2014/main" id="{9B50E696-1980-E07B-C82C-42CB13F729E2}"/>
                  </a:ext>
                </a:extLst>
              </p:cNvPr>
              <p:cNvSpPr/>
              <p:nvPr/>
            </p:nvSpPr>
            <p:spPr>
              <a:xfrm>
                <a:off x="276125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4" name="ph279">
                <a:extLst>
                  <a:ext uri="{FF2B5EF4-FFF2-40B4-BE49-F238E27FC236}">
                    <a16:creationId xmlns:a16="http://schemas.microsoft.com/office/drawing/2014/main" id="{DCC779BB-D2E7-36F2-A82B-E26B60FE04B5}"/>
                  </a:ext>
                </a:extLst>
              </p:cNvPr>
              <p:cNvSpPr/>
              <p:nvPr/>
            </p:nvSpPr>
            <p:spPr>
              <a:xfrm>
                <a:off x="277069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5" name="ph280">
                <a:extLst>
                  <a:ext uri="{FF2B5EF4-FFF2-40B4-BE49-F238E27FC236}">
                    <a16:creationId xmlns:a16="http://schemas.microsoft.com/office/drawing/2014/main" id="{204F7966-00E5-1065-C759-59E35129E8FA}"/>
                  </a:ext>
                </a:extLst>
              </p:cNvPr>
              <p:cNvSpPr/>
              <p:nvPr/>
            </p:nvSpPr>
            <p:spPr>
              <a:xfrm>
                <a:off x="278013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6" name="ph281">
                <a:extLst>
                  <a:ext uri="{FF2B5EF4-FFF2-40B4-BE49-F238E27FC236}">
                    <a16:creationId xmlns:a16="http://schemas.microsoft.com/office/drawing/2014/main" id="{7CF2C18D-D52C-3E1E-ADBA-0D2802446AEC}"/>
                  </a:ext>
                </a:extLst>
              </p:cNvPr>
              <p:cNvSpPr/>
              <p:nvPr/>
            </p:nvSpPr>
            <p:spPr>
              <a:xfrm>
                <a:off x="2789570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7" name="ph282">
                <a:extLst>
                  <a:ext uri="{FF2B5EF4-FFF2-40B4-BE49-F238E27FC236}">
                    <a16:creationId xmlns:a16="http://schemas.microsoft.com/office/drawing/2014/main" id="{EC478BF9-BC3C-E527-BC06-E667845F4768}"/>
                  </a:ext>
                </a:extLst>
              </p:cNvPr>
              <p:cNvSpPr/>
              <p:nvPr/>
            </p:nvSpPr>
            <p:spPr>
              <a:xfrm>
                <a:off x="279901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8" name="ph283">
                <a:extLst>
                  <a:ext uri="{FF2B5EF4-FFF2-40B4-BE49-F238E27FC236}">
                    <a16:creationId xmlns:a16="http://schemas.microsoft.com/office/drawing/2014/main" id="{73481E1F-2875-31C0-3762-2CC1D50B039A}"/>
                  </a:ext>
                </a:extLst>
              </p:cNvPr>
              <p:cNvSpPr/>
              <p:nvPr/>
            </p:nvSpPr>
            <p:spPr>
              <a:xfrm>
                <a:off x="280845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9" name="ph284">
                <a:extLst>
                  <a:ext uri="{FF2B5EF4-FFF2-40B4-BE49-F238E27FC236}">
                    <a16:creationId xmlns:a16="http://schemas.microsoft.com/office/drawing/2014/main" id="{697BB896-8A4D-1EBF-8AC0-32648B4BE642}"/>
                  </a:ext>
                </a:extLst>
              </p:cNvPr>
              <p:cNvSpPr/>
              <p:nvPr/>
            </p:nvSpPr>
            <p:spPr>
              <a:xfrm>
                <a:off x="281789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0" name="ph285">
                <a:extLst>
                  <a:ext uri="{FF2B5EF4-FFF2-40B4-BE49-F238E27FC236}">
                    <a16:creationId xmlns:a16="http://schemas.microsoft.com/office/drawing/2014/main" id="{AE74DC7C-2AB2-4DE9-666E-30C683BD2584}"/>
                  </a:ext>
                </a:extLst>
              </p:cNvPr>
              <p:cNvSpPr/>
              <p:nvPr/>
            </p:nvSpPr>
            <p:spPr>
              <a:xfrm>
                <a:off x="2827331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1" name="ph286">
                <a:extLst>
                  <a:ext uri="{FF2B5EF4-FFF2-40B4-BE49-F238E27FC236}">
                    <a16:creationId xmlns:a16="http://schemas.microsoft.com/office/drawing/2014/main" id="{9D17EACE-3A5B-D0A9-9E04-70E959E20E01}"/>
                  </a:ext>
                </a:extLst>
              </p:cNvPr>
              <p:cNvSpPr/>
              <p:nvPr/>
            </p:nvSpPr>
            <p:spPr>
              <a:xfrm>
                <a:off x="283677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2" name="ph287">
                <a:extLst>
                  <a:ext uri="{FF2B5EF4-FFF2-40B4-BE49-F238E27FC236}">
                    <a16:creationId xmlns:a16="http://schemas.microsoft.com/office/drawing/2014/main" id="{F33BBB5C-36A4-D9D0-1394-7EC7B94DBFEF}"/>
                  </a:ext>
                </a:extLst>
              </p:cNvPr>
              <p:cNvSpPr/>
              <p:nvPr/>
            </p:nvSpPr>
            <p:spPr>
              <a:xfrm>
                <a:off x="284621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3" name="ph288">
                <a:extLst>
                  <a:ext uri="{FF2B5EF4-FFF2-40B4-BE49-F238E27FC236}">
                    <a16:creationId xmlns:a16="http://schemas.microsoft.com/office/drawing/2014/main" id="{790D4FDD-DC28-D73F-FCF2-4429017C5409}"/>
                  </a:ext>
                </a:extLst>
              </p:cNvPr>
              <p:cNvSpPr/>
              <p:nvPr/>
            </p:nvSpPr>
            <p:spPr>
              <a:xfrm>
                <a:off x="285565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4" name="ph289">
                <a:extLst>
                  <a:ext uri="{FF2B5EF4-FFF2-40B4-BE49-F238E27FC236}">
                    <a16:creationId xmlns:a16="http://schemas.microsoft.com/office/drawing/2014/main" id="{45AE94E6-D773-093C-0DCB-71FF92F744EC}"/>
                  </a:ext>
                </a:extLst>
              </p:cNvPr>
              <p:cNvSpPr/>
              <p:nvPr/>
            </p:nvSpPr>
            <p:spPr>
              <a:xfrm>
                <a:off x="2865092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5" name="ph290">
                <a:extLst>
                  <a:ext uri="{FF2B5EF4-FFF2-40B4-BE49-F238E27FC236}">
                    <a16:creationId xmlns:a16="http://schemas.microsoft.com/office/drawing/2014/main" id="{AA95958D-C28E-FC1E-DBC9-CE20EBD606CA}"/>
                  </a:ext>
                </a:extLst>
              </p:cNvPr>
              <p:cNvSpPr/>
              <p:nvPr/>
            </p:nvSpPr>
            <p:spPr>
              <a:xfrm>
                <a:off x="287453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6" name="ph291">
                <a:extLst>
                  <a:ext uri="{FF2B5EF4-FFF2-40B4-BE49-F238E27FC236}">
                    <a16:creationId xmlns:a16="http://schemas.microsoft.com/office/drawing/2014/main" id="{6C8D7379-B6DF-A5D1-2390-E30E02DD5D1A}"/>
                  </a:ext>
                </a:extLst>
              </p:cNvPr>
              <p:cNvSpPr/>
              <p:nvPr/>
            </p:nvSpPr>
            <p:spPr>
              <a:xfrm>
                <a:off x="288397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7" name="ph292">
                <a:extLst>
                  <a:ext uri="{FF2B5EF4-FFF2-40B4-BE49-F238E27FC236}">
                    <a16:creationId xmlns:a16="http://schemas.microsoft.com/office/drawing/2014/main" id="{06B71880-609E-B5C4-D2A5-13DE36597FD7}"/>
                  </a:ext>
                </a:extLst>
              </p:cNvPr>
              <p:cNvSpPr/>
              <p:nvPr/>
            </p:nvSpPr>
            <p:spPr>
              <a:xfrm>
                <a:off x="289341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8" name="ph293">
                <a:extLst>
                  <a:ext uri="{FF2B5EF4-FFF2-40B4-BE49-F238E27FC236}">
                    <a16:creationId xmlns:a16="http://schemas.microsoft.com/office/drawing/2014/main" id="{96147F46-FB0F-2AE9-E436-0DD4E4187E8B}"/>
                  </a:ext>
                </a:extLst>
              </p:cNvPr>
              <p:cNvSpPr/>
              <p:nvPr/>
            </p:nvSpPr>
            <p:spPr>
              <a:xfrm>
                <a:off x="290285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9" name="ph294">
                <a:extLst>
                  <a:ext uri="{FF2B5EF4-FFF2-40B4-BE49-F238E27FC236}">
                    <a16:creationId xmlns:a16="http://schemas.microsoft.com/office/drawing/2014/main" id="{58BE4C95-D2CB-2302-B8C0-52EA21A9CED8}"/>
                  </a:ext>
                </a:extLst>
              </p:cNvPr>
              <p:cNvSpPr/>
              <p:nvPr/>
            </p:nvSpPr>
            <p:spPr>
              <a:xfrm>
                <a:off x="2912293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0" name="ph295">
                <a:extLst>
                  <a:ext uri="{FF2B5EF4-FFF2-40B4-BE49-F238E27FC236}">
                    <a16:creationId xmlns:a16="http://schemas.microsoft.com/office/drawing/2014/main" id="{ED7106C7-CB8E-BFB9-6068-90F2016A9E49}"/>
                  </a:ext>
                </a:extLst>
              </p:cNvPr>
              <p:cNvSpPr/>
              <p:nvPr/>
            </p:nvSpPr>
            <p:spPr>
              <a:xfrm>
                <a:off x="2921734" y="27475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1" name="ph296">
                <a:extLst>
                  <a:ext uri="{FF2B5EF4-FFF2-40B4-BE49-F238E27FC236}">
                    <a16:creationId xmlns:a16="http://schemas.microsoft.com/office/drawing/2014/main" id="{51B8D7C0-5996-6158-0AB1-FA785326F67A}"/>
                  </a:ext>
                </a:extLst>
              </p:cNvPr>
              <p:cNvSpPr/>
              <p:nvPr/>
            </p:nvSpPr>
            <p:spPr>
              <a:xfrm>
                <a:off x="2931174" y="27651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642"/>
                    </a:lnTo>
                    <a:lnTo>
                      <a:pt x="920790" y="904807"/>
                    </a:lnTo>
                    <a:lnTo>
                      <a:pt x="916256" y="911726"/>
                    </a:lnTo>
                    <a:lnTo>
                      <a:pt x="915267" y="913156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2" name="ph297">
                <a:extLst>
                  <a:ext uri="{FF2B5EF4-FFF2-40B4-BE49-F238E27FC236}">
                    <a16:creationId xmlns:a16="http://schemas.microsoft.com/office/drawing/2014/main" id="{10C8DDEA-B50B-4646-A9F1-3D4A8B94A6B2}"/>
                  </a:ext>
                </a:extLst>
              </p:cNvPr>
              <p:cNvSpPr/>
              <p:nvPr/>
            </p:nvSpPr>
            <p:spPr>
              <a:xfrm>
                <a:off x="2940614" y="2747595"/>
                <a:ext cx="916023" cy="917211"/>
              </a:xfrm>
              <a:custGeom>
                <a:avLst/>
                <a:gdLst/>
                <a:ahLst/>
                <a:cxnLst/>
                <a:rect l="0" t="0" r="0" b="0"/>
                <a:pathLst>
                  <a:path w="916023" h="917211">
                    <a:moveTo>
                      <a:pt x="914400" y="914400"/>
                    </a:moveTo>
                    <a:lnTo>
                      <a:pt x="916023" y="914400"/>
                    </a:lnTo>
                    <a:lnTo>
                      <a:pt x="915687" y="915031"/>
                    </a:lnTo>
                    <a:lnTo>
                      <a:pt x="914400" y="917211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3" name="ph298">
                <a:extLst>
                  <a:ext uri="{FF2B5EF4-FFF2-40B4-BE49-F238E27FC236}">
                    <a16:creationId xmlns:a16="http://schemas.microsoft.com/office/drawing/2014/main" id="{E453C189-BDEC-3806-3AA3-01BAC2E8FECF}"/>
                  </a:ext>
                </a:extLst>
              </p:cNvPr>
              <p:cNvSpPr/>
              <p:nvPr/>
            </p:nvSpPr>
            <p:spPr>
              <a:xfrm>
                <a:off x="2487483" y="2730025"/>
                <a:ext cx="914400" cy="91608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080">
                    <a:moveTo>
                      <a:pt x="914400" y="914400"/>
                    </a:moveTo>
                    <a:lnTo>
                      <a:pt x="914400" y="916080"/>
                    </a:lnTo>
                    <a:lnTo>
                      <a:pt x="913952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4" name="ph299">
                <a:extLst>
                  <a:ext uri="{FF2B5EF4-FFF2-40B4-BE49-F238E27FC236}">
                    <a16:creationId xmlns:a16="http://schemas.microsoft.com/office/drawing/2014/main" id="{F176B8C8-BDBF-333C-3ECC-DAAB0481D1C1}"/>
                  </a:ext>
                </a:extLst>
              </p:cNvPr>
              <p:cNvSpPr/>
              <p:nvPr/>
            </p:nvSpPr>
            <p:spPr>
              <a:xfrm>
                <a:off x="248748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165" y="931969"/>
                    </a:lnTo>
                    <a:lnTo>
                      <a:pt x="918266" y="929323"/>
                    </a:lnTo>
                    <a:lnTo>
                      <a:pt x="915372" y="919737"/>
                    </a:lnTo>
                    <a:lnTo>
                      <a:pt x="914400" y="91608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5" name="ph300">
                <a:extLst>
                  <a:ext uri="{FF2B5EF4-FFF2-40B4-BE49-F238E27FC236}">
                    <a16:creationId xmlns:a16="http://schemas.microsoft.com/office/drawing/2014/main" id="{4AFFAE73-1C6A-5F97-72A5-7BD4A2B1C4BA}"/>
                  </a:ext>
                </a:extLst>
              </p:cNvPr>
              <p:cNvSpPr/>
              <p:nvPr/>
            </p:nvSpPr>
            <p:spPr>
              <a:xfrm>
                <a:off x="249692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6" name="ph301">
                <a:extLst>
                  <a:ext uri="{FF2B5EF4-FFF2-40B4-BE49-F238E27FC236}">
                    <a16:creationId xmlns:a16="http://schemas.microsoft.com/office/drawing/2014/main" id="{B15E2C42-E45F-64E9-E159-540F50E45DBC}"/>
                  </a:ext>
                </a:extLst>
              </p:cNvPr>
              <p:cNvSpPr/>
              <p:nvPr/>
            </p:nvSpPr>
            <p:spPr>
              <a:xfrm>
                <a:off x="250636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7" name="ph302">
                <a:extLst>
                  <a:ext uri="{FF2B5EF4-FFF2-40B4-BE49-F238E27FC236}">
                    <a16:creationId xmlns:a16="http://schemas.microsoft.com/office/drawing/2014/main" id="{39E2AC60-77E5-368C-62A9-728F8D980A6C}"/>
                  </a:ext>
                </a:extLst>
              </p:cNvPr>
              <p:cNvSpPr/>
              <p:nvPr/>
            </p:nvSpPr>
            <p:spPr>
              <a:xfrm>
                <a:off x="251580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8" name="ph303">
                <a:extLst>
                  <a:ext uri="{FF2B5EF4-FFF2-40B4-BE49-F238E27FC236}">
                    <a16:creationId xmlns:a16="http://schemas.microsoft.com/office/drawing/2014/main" id="{2C72BC98-5158-B0F4-D4DC-B2585BD347C4}"/>
                  </a:ext>
                </a:extLst>
              </p:cNvPr>
              <p:cNvSpPr/>
              <p:nvPr/>
            </p:nvSpPr>
            <p:spPr>
              <a:xfrm>
                <a:off x="252524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9" name="ph304">
                <a:extLst>
                  <a:ext uri="{FF2B5EF4-FFF2-40B4-BE49-F238E27FC236}">
                    <a16:creationId xmlns:a16="http://schemas.microsoft.com/office/drawing/2014/main" id="{4CE88561-9520-118C-0121-E373852E15BB}"/>
                  </a:ext>
                </a:extLst>
              </p:cNvPr>
              <p:cNvSpPr/>
              <p:nvPr/>
            </p:nvSpPr>
            <p:spPr>
              <a:xfrm>
                <a:off x="253468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0" name="ph305">
                <a:extLst>
                  <a:ext uri="{FF2B5EF4-FFF2-40B4-BE49-F238E27FC236}">
                    <a16:creationId xmlns:a16="http://schemas.microsoft.com/office/drawing/2014/main" id="{0E008695-687A-88A5-00D4-E2D525DA2440}"/>
                  </a:ext>
                </a:extLst>
              </p:cNvPr>
              <p:cNvSpPr/>
              <p:nvPr/>
            </p:nvSpPr>
            <p:spPr>
              <a:xfrm>
                <a:off x="254412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1" name="ph306">
                <a:extLst>
                  <a:ext uri="{FF2B5EF4-FFF2-40B4-BE49-F238E27FC236}">
                    <a16:creationId xmlns:a16="http://schemas.microsoft.com/office/drawing/2014/main" id="{7C04DACE-411D-B9F6-64B3-F44115167A7E}"/>
                  </a:ext>
                </a:extLst>
              </p:cNvPr>
              <p:cNvSpPr/>
              <p:nvPr/>
            </p:nvSpPr>
            <p:spPr>
              <a:xfrm>
                <a:off x="255356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2" name="ph307">
                <a:extLst>
                  <a:ext uri="{FF2B5EF4-FFF2-40B4-BE49-F238E27FC236}">
                    <a16:creationId xmlns:a16="http://schemas.microsoft.com/office/drawing/2014/main" id="{51D0217A-BA39-8BDF-B5DE-C364A9458679}"/>
                  </a:ext>
                </a:extLst>
              </p:cNvPr>
              <p:cNvSpPr/>
              <p:nvPr/>
            </p:nvSpPr>
            <p:spPr>
              <a:xfrm>
                <a:off x="256300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3" name="ph308">
                <a:extLst>
                  <a:ext uri="{FF2B5EF4-FFF2-40B4-BE49-F238E27FC236}">
                    <a16:creationId xmlns:a16="http://schemas.microsoft.com/office/drawing/2014/main" id="{7A9C7C22-4E70-C390-36EF-A6324AEF5240}"/>
                  </a:ext>
                </a:extLst>
              </p:cNvPr>
              <p:cNvSpPr/>
              <p:nvPr/>
            </p:nvSpPr>
            <p:spPr>
              <a:xfrm>
                <a:off x="257244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4" name="ph309">
                <a:extLst>
                  <a:ext uri="{FF2B5EF4-FFF2-40B4-BE49-F238E27FC236}">
                    <a16:creationId xmlns:a16="http://schemas.microsoft.com/office/drawing/2014/main" id="{0E4B2D37-F983-33A3-D36F-A7986DDB8DBF}"/>
                  </a:ext>
                </a:extLst>
              </p:cNvPr>
              <p:cNvSpPr/>
              <p:nvPr/>
            </p:nvSpPr>
            <p:spPr>
              <a:xfrm>
                <a:off x="258188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5" name="ph310">
                <a:extLst>
                  <a:ext uri="{FF2B5EF4-FFF2-40B4-BE49-F238E27FC236}">
                    <a16:creationId xmlns:a16="http://schemas.microsoft.com/office/drawing/2014/main" id="{4DD930CE-AD28-7AB9-3C04-1511546CAB55}"/>
                  </a:ext>
                </a:extLst>
              </p:cNvPr>
              <p:cNvSpPr/>
              <p:nvPr/>
            </p:nvSpPr>
            <p:spPr>
              <a:xfrm>
                <a:off x="2591325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6" name="ph311">
                <a:extLst>
                  <a:ext uri="{FF2B5EF4-FFF2-40B4-BE49-F238E27FC236}">
                    <a16:creationId xmlns:a16="http://schemas.microsoft.com/office/drawing/2014/main" id="{F797F0FD-8EB7-38B1-61AD-538FE8B3C4E7}"/>
                  </a:ext>
                </a:extLst>
              </p:cNvPr>
              <p:cNvSpPr/>
              <p:nvPr/>
            </p:nvSpPr>
            <p:spPr>
              <a:xfrm>
                <a:off x="260076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7" name="ph312">
                <a:extLst>
                  <a:ext uri="{FF2B5EF4-FFF2-40B4-BE49-F238E27FC236}">
                    <a16:creationId xmlns:a16="http://schemas.microsoft.com/office/drawing/2014/main" id="{AE335F10-1ECC-4115-7B0D-88596F258F01}"/>
                  </a:ext>
                </a:extLst>
              </p:cNvPr>
              <p:cNvSpPr/>
              <p:nvPr/>
            </p:nvSpPr>
            <p:spPr>
              <a:xfrm>
                <a:off x="261020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8" name="ph313">
                <a:extLst>
                  <a:ext uri="{FF2B5EF4-FFF2-40B4-BE49-F238E27FC236}">
                    <a16:creationId xmlns:a16="http://schemas.microsoft.com/office/drawing/2014/main" id="{7317BE54-C512-EA19-E0A6-5D082F5367F8}"/>
                  </a:ext>
                </a:extLst>
              </p:cNvPr>
              <p:cNvSpPr/>
              <p:nvPr/>
            </p:nvSpPr>
            <p:spPr>
              <a:xfrm>
                <a:off x="261964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9" name="ph314">
                <a:extLst>
                  <a:ext uri="{FF2B5EF4-FFF2-40B4-BE49-F238E27FC236}">
                    <a16:creationId xmlns:a16="http://schemas.microsoft.com/office/drawing/2014/main" id="{42E30588-6E72-41B7-2215-2593DC818CE6}"/>
                  </a:ext>
                </a:extLst>
              </p:cNvPr>
              <p:cNvSpPr/>
              <p:nvPr/>
            </p:nvSpPr>
            <p:spPr>
              <a:xfrm>
                <a:off x="2629086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0" name="ph315">
                <a:extLst>
                  <a:ext uri="{FF2B5EF4-FFF2-40B4-BE49-F238E27FC236}">
                    <a16:creationId xmlns:a16="http://schemas.microsoft.com/office/drawing/2014/main" id="{3CB0B6B2-789B-C510-0E74-258B0AE5EA5C}"/>
                  </a:ext>
                </a:extLst>
              </p:cNvPr>
              <p:cNvSpPr/>
              <p:nvPr/>
            </p:nvSpPr>
            <p:spPr>
              <a:xfrm>
                <a:off x="263852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1" name="ph316">
                <a:extLst>
                  <a:ext uri="{FF2B5EF4-FFF2-40B4-BE49-F238E27FC236}">
                    <a16:creationId xmlns:a16="http://schemas.microsoft.com/office/drawing/2014/main" id="{933A4AA2-9A1C-3E17-9868-3CF3B640C217}"/>
                  </a:ext>
                </a:extLst>
              </p:cNvPr>
              <p:cNvSpPr/>
              <p:nvPr/>
            </p:nvSpPr>
            <p:spPr>
              <a:xfrm>
                <a:off x="264796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2" name="ph317">
                <a:extLst>
                  <a:ext uri="{FF2B5EF4-FFF2-40B4-BE49-F238E27FC236}">
                    <a16:creationId xmlns:a16="http://schemas.microsoft.com/office/drawing/2014/main" id="{A522B3DA-A9EE-7DB6-52B8-5C6FB01DD72C}"/>
                  </a:ext>
                </a:extLst>
              </p:cNvPr>
              <p:cNvSpPr/>
              <p:nvPr/>
            </p:nvSpPr>
            <p:spPr>
              <a:xfrm>
                <a:off x="265740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3" name="ph318">
                <a:extLst>
                  <a:ext uri="{FF2B5EF4-FFF2-40B4-BE49-F238E27FC236}">
                    <a16:creationId xmlns:a16="http://schemas.microsoft.com/office/drawing/2014/main" id="{7B9A84B1-B97D-8524-89B0-A43BD1FEE315}"/>
                  </a:ext>
                </a:extLst>
              </p:cNvPr>
              <p:cNvSpPr/>
              <p:nvPr/>
            </p:nvSpPr>
            <p:spPr>
              <a:xfrm>
                <a:off x="266684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4" name="ph319">
                <a:extLst>
                  <a:ext uri="{FF2B5EF4-FFF2-40B4-BE49-F238E27FC236}">
                    <a16:creationId xmlns:a16="http://schemas.microsoft.com/office/drawing/2014/main" id="{7C32FB8D-113A-7341-F4BB-DD0E5B6D21A4}"/>
                  </a:ext>
                </a:extLst>
              </p:cNvPr>
              <p:cNvSpPr/>
              <p:nvPr/>
            </p:nvSpPr>
            <p:spPr>
              <a:xfrm>
                <a:off x="2676287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5" name="ph320">
                <a:extLst>
                  <a:ext uri="{FF2B5EF4-FFF2-40B4-BE49-F238E27FC236}">
                    <a16:creationId xmlns:a16="http://schemas.microsoft.com/office/drawing/2014/main" id="{2BB02E11-3E45-281D-D3F7-7EC0213C625D}"/>
                  </a:ext>
                </a:extLst>
              </p:cNvPr>
              <p:cNvSpPr/>
              <p:nvPr/>
            </p:nvSpPr>
            <p:spPr>
              <a:xfrm>
                <a:off x="268572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6" name="ph321">
                <a:extLst>
                  <a:ext uri="{FF2B5EF4-FFF2-40B4-BE49-F238E27FC236}">
                    <a16:creationId xmlns:a16="http://schemas.microsoft.com/office/drawing/2014/main" id="{14081685-255D-2EA5-BE84-D5FFAB27E91A}"/>
                  </a:ext>
                </a:extLst>
              </p:cNvPr>
              <p:cNvSpPr/>
              <p:nvPr/>
            </p:nvSpPr>
            <p:spPr>
              <a:xfrm>
                <a:off x="269516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7" name="ph322">
                <a:extLst>
                  <a:ext uri="{FF2B5EF4-FFF2-40B4-BE49-F238E27FC236}">
                    <a16:creationId xmlns:a16="http://schemas.microsoft.com/office/drawing/2014/main" id="{0D6A657A-C9D1-0F45-9009-A78ACDE2B075}"/>
                  </a:ext>
                </a:extLst>
              </p:cNvPr>
              <p:cNvSpPr/>
              <p:nvPr/>
            </p:nvSpPr>
            <p:spPr>
              <a:xfrm>
                <a:off x="270460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8" name="ph323">
                <a:extLst>
                  <a:ext uri="{FF2B5EF4-FFF2-40B4-BE49-F238E27FC236}">
                    <a16:creationId xmlns:a16="http://schemas.microsoft.com/office/drawing/2014/main" id="{4C93ADC0-BA37-2EDC-27AA-4FCD332D42A0}"/>
                  </a:ext>
                </a:extLst>
              </p:cNvPr>
              <p:cNvSpPr/>
              <p:nvPr/>
            </p:nvSpPr>
            <p:spPr>
              <a:xfrm>
                <a:off x="2714048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9" name="ph324">
                <a:extLst>
                  <a:ext uri="{FF2B5EF4-FFF2-40B4-BE49-F238E27FC236}">
                    <a16:creationId xmlns:a16="http://schemas.microsoft.com/office/drawing/2014/main" id="{FDA78828-173C-6189-30F1-71A98FF3D808}"/>
                  </a:ext>
                </a:extLst>
              </p:cNvPr>
              <p:cNvSpPr/>
              <p:nvPr/>
            </p:nvSpPr>
            <p:spPr>
              <a:xfrm>
                <a:off x="272348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0" name="ph325">
                <a:extLst>
                  <a:ext uri="{FF2B5EF4-FFF2-40B4-BE49-F238E27FC236}">
                    <a16:creationId xmlns:a16="http://schemas.microsoft.com/office/drawing/2014/main" id="{12C4E39C-1162-6898-0FD0-F731E9710CE1}"/>
                  </a:ext>
                </a:extLst>
              </p:cNvPr>
              <p:cNvSpPr/>
              <p:nvPr/>
            </p:nvSpPr>
            <p:spPr>
              <a:xfrm>
                <a:off x="273292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1" name="ph326">
                <a:extLst>
                  <a:ext uri="{FF2B5EF4-FFF2-40B4-BE49-F238E27FC236}">
                    <a16:creationId xmlns:a16="http://schemas.microsoft.com/office/drawing/2014/main" id="{E636C92F-8818-E555-1FC3-C42D68DFE9BC}"/>
                  </a:ext>
                </a:extLst>
              </p:cNvPr>
              <p:cNvSpPr/>
              <p:nvPr/>
            </p:nvSpPr>
            <p:spPr>
              <a:xfrm>
                <a:off x="274236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2" name="ph327">
                <a:extLst>
                  <a:ext uri="{FF2B5EF4-FFF2-40B4-BE49-F238E27FC236}">
                    <a16:creationId xmlns:a16="http://schemas.microsoft.com/office/drawing/2014/main" id="{D779F27C-0382-A086-4D19-143EE6570710}"/>
                  </a:ext>
                </a:extLst>
              </p:cNvPr>
              <p:cNvSpPr/>
              <p:nvPr/>
            </p:nvSpPr>
            <p:spPr>
              <a:xfrm>
                <a:off x="2751809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3" name="ph328">
                <a:extLst>
                  <a:ext uri="{FF2B5EF4-FFF2-40B4-BE49-F238E27FC236}">
                    <a16:creationId xmlns:a16="http://schemas.microsoft.com/office/drawing/2014/main" id="{A09A33CE-E4BD-BB53-AC20-EB4982E95C10}"/>
                  </a:ext>
                </a:extLst>
              </p:cNvPr>
              <p:cNvSpPr/>
              <p:nvPr/>
            </p:nvSpPr>
            <p:spPr>
              <a:xfrm>
                <a:off x="276125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4" name="ph329">
                <a:extLst>
                  <a:ext uri="{FF2B5EF4-FFF2-40B4-BE49-F238E27FC236}">
                    <a16:creationId xmlns:a16="http://schemas.microsoft.com/office/drawing/2014/main" id="{A75A3E4E-FD28-0300-5710-1DB0D321FA62}"/>
                  </a:ext>
                </a:extLst>
              </p:cNvPr>
              <p:cNvSpPr/>
              <p:nvPr/>
            </p:nvSpPr>
            <p:spPr>
              <a:xfrm>
                <a:off x="277069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5" name="ph330">
                <a:extLst>
                  <a:ext uri="{FF2B5EF4-FFF2-40B4-BE49-F238E27FC236}">
                    <a16:creationId xmlns:a16="http://schemas.microsoft.com/office/drawing/2014/main" id="{06D48CC7-1AC6-5DBF-DAF7-38B85EB40369}"/>
                  </a:ext>
                </a:extLst>
              </p:cNvPr>
              <p:cNvSpPr/>
              <p:nvPr/>
            </p:nvSpPr>
            <p:spPr>
              <a:xfrm>
                <a:off x="278013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6" name="ph331">
                <a:extLst>
                  <a:ext uri="{FF2B5EF4-FFF2-40B4-BE49-F238E27FC236}">
                    <a16:creationId xmlns:a16="http://schemas.microsoft.com/office/drawing/2014/main" id="{6876B21F-FEE0-E967-1E34-D0ECB6B4D995}"/>
                  </a:ext>
                </a:extLst>
              </p:cNvPr>
              <p:cNvSpPr/>
              <p:nvPr/>
            </p:nvSpPr>
            <p:spPr>
              <a:xfrm>
                <a:off x="2789570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7" name="ph332">
                <a:extLst>
                  <a:ext uri="{FF2B5EF4-FFF2-40B4-BE49-F238E27FC236}">
                    <a16:creationId xmlns:a16="http://schemas.microsoft.com/office/drawing/2014/main" id="{A44A6E5C-EEA9-23B1-07E2-E324DE6EBAC0}"/>
                  </a:ext>
                </a:extLst>
              </p:cNvPr>
              <p:cNvSpPr/>
              <p:nvPr/>
            </p:nvSpPr>
            <p:spPr>
              <a:xfrm>
                <a:off x="279901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8" name="ph333">
                <a:extLst>
                  <a:ext uri="{FF2B5EF4-FFF2-40B4-BE49-F238E27FC236}">
                    <a16:creationId xmlns:a16="http://schemas.microsoft.com/office/drawing/2014/main" id="{A2038714-D314-174D-CD78-F73CD0399606}"/>
                  </a:ext>
                </a:extLst>
              </p:cNvPr>
              <p:cNvSpPr/>
              <p:nvPr/>
            </p:nvSpPr>
            <p:spPr>
              <a:xfrm>
                <a:off x="280845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9" name="ph334">
                <a:extLst>
                  <a:ext uri="{FF2B5EF4-FFF2-40B4-BE49-F238E27FC236}">
                    <a16:creationId xmlns:a16="http://schemas.microsoft.com/office/drawing/2014/main" id="{34B6759F-B2D7-372F-7618-7DBDEE70F7DF}"/>
                  </a:ext>
                </a:extLst>
              </p:cNvPr>
              <p:cNvSpPr/>
              <p:nvPr/>
            </p:nvSpPr>
            <p:spPr>
              <a:xfrm>
                <a:off x="281789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0" name="ph335">
                <a:extLst>
                  <a:ext uri="{FF2B5EF4-FFF2-40B4-BE49-F238E27FC236}">
                    <a16:creationId xmlns:a16="http://schemas.microsoft.com/office/drawing/2014/main" id="{36FDF25C-3014-1D06-83FA-F1C2784FB55D}"/>
                  </a:ext>
                </a:extLst>
              </p:cNvPr>
              <p:cNvSpPr/>
              <p:nvPr/>
            </p:nvSpPr>
            <p:spPr>
              <a:xfrm>
                <a:off x="2827331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1" name="ph336">
                <a:extLst>
                  <a:ext uri="{FF2B5EF4-FFF2-40B4-BE49-F238E27FC236}">
                    <a16:creationId xmlns:a16="http://schemas.microsoft.com/office/drawing/2014/main" id="{6EDBBB3B-EE82-BD18-487F-1BEFA9DBF5AC}"/>
                  </a:ext>
                </a:extLst>
              </p:cNvPr>
              <p:cNvSpPr/>
              <p:nvPr/>
            </p:nvSpPr>
            <p:spPr>
              <a:xfrm>
                <a:off x="283677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2" name="ph337">
                <a:extLst>
                  <a:ext uri="{FF2B5EF4-FFF2-40B4-BE49-F238E27FC236}">
                    <a16:creationId xmlns:a16="http://schemas.microsoft.com/office/drawing/2014/main" id="{C3511E41-D76D-160C-1A27-6164654EC344}"/>
                  </a:ext>
                </a:extLst>
              </p:cNvPr>
              <p:cNvSpPr/>
              <p:nvPr/>
            </p:nvSpPr>
            <p:spPr>
              <a:xfrm>
                <a:off x="284621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3" name="ph338">
                <a:extLst>
                  <a:ext uri="{FF2B5EF4-FFF2-40B4-BE49-F238E27FC236}">
                    <a16:creationId xmlns:a16="http://schemas.microsoft.com/office/drawing/2014/main" id="{EEF5A694-20C2-C838-BAB8-C5339E80DEBF}"/>
                  </a:ext>
                </a:extLst>
              </p:cNvPr>
              <p:cNvSpPr/>
              <p:nvPr/>
            </p:nvSpPr>
            <p:spPr>
              <a:xfrm>
                <a:off x="285565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4" name="ph339">
                <a:extLst>
                  <a:ext uri="{FF2B5EF4-FFF2-40B4-BE49-F238E27FC236}">
                    <a16:creationId xmlns:a16="http://schemas.microsoft.com/office/drawing/2014/main" id="{3912B324-0D2B-7580-B73C-776575E04E83}"/>
                  </a:ext>
                </a:extLst>
              </p:cNvPr>
              <p:cNvSpPr/>
              <p:nvPr/>
            </p:nvSpPr>
            <p:spPr>
              <a:xfrm>
                <a:off x="2865092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5" name="ph340">
                <a:extLst>
                  <a:ext uri="{FF2B5EF4-FFF2-40B4-BE49-F238E27FC236}">
                    <a16:creationId xmlns:a16="http://schemas.microsoft.com/office/drawing/2014/main" id="{47A7031D-A281-1071-E937-D690AFC24271}"/>
                  </a:ext>
                </a:extLst>
              </p:cNvPr>
              <p:cNvSpPr/>
              <p:nvPr/>
            </p:nvSpPr>
            <p:spPr>
              <a:xfrm>
                <a:off x="287453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6" name="ph341">
                <a:extLst>
                  <a:ext uri="{FF2B5EF4-FFF2-40B4-BE49-F238E27FC236}">
                    <a16:creationId xmlns:a16="http://schemas.microsoft.com/office/drawing/2014/main" id="{30FD955F-251A-FD10-AE5E-AF6B4A4F5A80}"/>
                  </a:ext>
                </a:extLst>
              </p:cNvPr>
              <p:cNvSpPr/>
              <p:nvPr/>
            </p:nvSpPr>
            <p:spPr>
              <a:xfrm>
                <a:off x="288397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7" name="ph342">
                <a:extLst>
                  <a:ext uri="{FF2B5EF4-FFF2-40B4-BE49-F238E27FC236}">
                    <a16:creationId xmlns:a16="http://schemas.microsoft.com/office/drawing/2014/main" id="{660820C9-A2FC-86E5-39FB-1AA349305320}"/>
                  </a:ext>
                </a:extLst>
              </p:cNvPr>
              <p:cNvSpPr/>
              <p:nvPr/>
            </p:nvSpPr>
            <p:spPr>
              <a:xfrm>
                <a:off x="289341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A">
                  <a:alpha val="100000"/>
                </a:srgbClr>
              </a:solidFill>
              <a:ln w="5420" cap="flat">
                <a:solidFill>
                  <a:srgbClr val="E4F3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8" name="ph343">
                <a:extLst>
                  <a:ext uri="{FF2B5EF4-FFF2-40B4-BE49-F238E27FC236}">
                    <a16:creationId xmlns:a16="http://schemas.microsoft.com/office/drawing/2014/main" id="{AF1C3961-4376-5203-0E17-8B3A31B58110}"/>
                  </a:ext>
                </a:extLst>
              </p:cNvPr>
              <p:cNvSpPr/>
              <p:nvPr/>
            </p:nvSpPr>
            <p:spPr>
              <a:xfrm>
                <a:off x="290285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9" name="ph344">
                <a:extLst>
                  <a:ext uri="{FF2B5EF4-FFF2-40B4-BE49-F238E27FC236}">
                    <a16:creationId xmlns:a16="http://schemas.microsoft.com/office/drawing/2014/main" id="{E1802138-853B-D611-F49A-04C5A8F470BD}"/>
                  </a:ext>
                </a:extLst>
              </p:cNvPr>
              <p:cNvSpPr/>
              <p:nvPr/>
            </p:nvSpPr>
            <p:spPr>
              <a:xfrm>
                <a:off x="2912293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0" name="ph345">
                <a:extLst>
                  <a:ext uri="{FF2B5EF4-FFF2-40B4-BE49-F238E27FC236}">
                    <a16:creationId xmlns:a16="http://schemas.microsoft.com/office/drawing/2014/main" id="{ACF897C4-0E02-2887-8355-9A4C72BFA156}"/>
                  </a:ext>
                </a:extLst>
              </p:cNvPr>
              <p:cNvSpPr/>
              <p:nvPr/>
            </p:nvSpPr>
            <p:spPr>
              <a:xfrm>
                <a:off x="292173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1" name="ph346">
                <a:extLst>
                  <a:ext uri="{FF2B5EF4-FFF2-40B4-BE49-F238E27FC236}">
                    <a16:creationId xmlns:a16="http://schemas.microsoft.com/office/drawing/2014/main" id="{108BE8F7-7EE1-F181-DDD1-127605BBD77D}"/>
                  </a:ext>
                </a:extLst>
              </p:cNvPr>
              <p:cNvSpPr/>
              <p:nvPr/>
            </p:nvSpPr>
            <p:spPr>
              <a:xfrm>
                <a:off x="2931174" y="27300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2" name="ph347">
                <a:extLst>
                  <a:ext uri="{FF2B5EF4-FFF2-40B4-BE49-F238E27FC236}">
                    <a16:creationId xmlns:a16="http://schemas.microsoft.com/office/drawing/2014/main" id="{A4510C88-D24F-8706-22D1-6D154514033E}"/>
                  </a:ext>
                </a:extLst>
              </p:cNvPr>
              <p:cNvSpPr/>
              <p:nvPr/>
            </p:nvSpPr>
            <p:spPr>
              <a:xfrm>
                <a:off x="2940614" y="274759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855"/>
                    </a:lnTo>
                    <a:lnTo>
                      <a:pt x="923718" y="899136"/>
                    </a:lnTo>
                    <a:lnTo>
                      <a:pt x="919813" y="907277"/>
                    </a:lnTo>
                    <a:lnTo>
                      <a:pt x="916023" y="914400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3" name="ph348">
                <a:extLst>
                  <a:ext uri="{FF2B5EF4-FFF2-40B4-BE49-F238E27FC236}">
                    <a16:creationId xmlns:a16="http://schemas.microsoft.com/office/drawing/2014/main" id="{AE9938B5-D5B4-EC32-1F09-11BD6A0C3260}"/>
                  </a:ext>
                </a:extLst>
              </p:cNvPr>
              <p:cNvSpPr/>
              <p:nvPr/>
            </p:nvSpPr>
            <p:spPr>
              <a:xfrm>
                <a:off x="2950054" y="2730025"/>
                <a:ext cx="915274" cy="916425"/>
              </a:xfrm>
              <a:custGeom>
                <a:avLst/>
                <a:gdLst/>
                <a:ahLst/>
                <a:cxnLst/>
                <a:rect l="0" t="0" r="0" b="0"/>
                <a:pathLst>
                  <a:path w="915274" h="916425">
                    <a:moveTo>
                      <a:pt x="914400" y="914400"/>
                    </a:moveTo>
                    <a:lnTo>
                      <a:pt x="915274" y="914400"/>
                    </a:lnTo>
                    <a:lnTo>
                      <a:pt x="914400" y="916425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4" name="ph349">
                <a:extLst>
                  <a:ext uri="{FF2B5EF4-FFF2-40B4-BE49-F238E27FC236}">
                    <a16:creationId xmlns:a16="http://schemas.microsoft.com/office/drawing/2014/main" id="{FD678D23-789E-84CA-7992-7A88B72852E7}"/>
                  </a:ext>
                </a:extLst>
              </p:cNvPr>
              <p:cNvSpPr/>
              <p:nvPr/>
            </p:nvSpPr>
            <p:spPr>
              <a:xfrm>
                <a:off x="2487483" y="271245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952" y="931969"/>
                    </a:lnTo>
                    <a:lnTo>
                      <a:pt x="912751" y="927453"/>
                    </a:lnTo>
                    <a:lnTo>
                      <a:pt x="910409" y="917358"/>
                    </a:lnTo>
                    <a:lnTo>
                      <a:pt x="909819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5" name="ph350">
                <a:extLst>
                  <a:ext uri="{FF2B5EF4-FFF2-40B4-BE49-F238E27FC236}">
                    <a16:creationId xmlns:a16="http://schemas.microsoft.com/office/drawing/2014/main" id="{4279B6CD-3670-2107-32EC-26EE1F7A7BD2}"/>
                  </a:ext>
                </a:extLst>
              </p:cNvPr>
              <p:cNvSpPr/>
              <p:nvPr/>
            </p:nvSpPr>
            <p:spPr>
              <a:xfrm>
                <a:off x="248748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6" name="ph351">
                <a:extLst>
                  <a:ext uri="{FF2B5EF4-FFF2-40B4-BE49-F238E27FC236}">
                    <a16:creationId xmlns:a16="http://schemas.microsoft.com/office/drawing/2014/main" id="{FFF25B1B-A1AD-6BE9-6592-9BFC3ED783B3}"/>
                  </a:ext>
                </a:extLst>
              </p:cNvPr>
              <p:cNvSpPr/>
              <p:nvPr/>
            </p:nvSpPr>
            <p:spPr>
              <a:xfrm>
                <a:off x="249692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7" name="ph352">
                <a:extLst>
                  <a:ext uri="{FF2B5EF4-FFF2-40B4-BE49-F238E27FC236}">
                    <a16:creationId xmlns:a16="http://schemas.microsoft.com/office/drawing/2014/main" id="{2B89605E-FD3F-8723-5EE2-A26D7B824BA4}"/>
                  </a:ext>
                </a:extLst>
              </p:cNvPr>
              <p:cNvSpPr/>
              <p:nvPr/>
            </p:nvSpPr>
            <p:spPr>
              <a:xfrm>
                <a:off x="250636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8" name="ph353">
                <a:extLst>
                  <a:ext uri="{FF2B5EF4-FFF2-40B4-BE49-F238E27FC236}">
                    <a16:creationId xmlns:a16="http://schemas.microsoft.com/office/drawing/2014/main" id="{B4FC8BA6-514A-FD4B-E3C0-C3EB0F62881E}"/>
                  </a:ext>
                </a:extLst>
              </p:cNvPr>
              <p:cNvSpPr/>
              <p:nvPr/>
            </p:nvSpPr>
            <p:spPr>
              <a:xfrm>
                <a:off x="251580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9" name="ph354">
                <a:extLst>
                  <a:ext uri="{FF2B5EF4-FFF2-40B4-BE49-F238E27FC236}">
                    <a16:creationId xmlns:a16="http://schemas.microsoft.com/office/drawing/2014/main" id="{15F34903-CC37-8433-B8EE-A88E604A9DD9}"/>
                  </a:ext>
                </a:extLst>
              </p:cNvPr>
              <p:cNvSpPr/>
              <p:nvPr/>
            </p:nvSpPr>
            <p:spPr>
              <a:xfrm>
                <a:off x="252524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0" name="ph355">
                <a:extLst>
                  <a:ext uri="{FF2B5EF4-FFF2-40B4-BE49-F238E27FC236}">
                    <a16:creationId xmlns:a16="http://schemas.microsoft.com/office/drawing/2014/main" id="{98A99509-F8DE-5EC2-6A42-31FA79EE223C}"/>
                  </a:ext>
                </a:extLst>
              </p:cNvPr>
              <p:cNvSpPr/>
              <p:nvPr/>
            </p:nvSpPr>
            <p:spPr>
              <a:xfrm>
                <a:off x="253468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1" name="ph356">
                <a:extLst>
                  <a:ext uri="{FF2B5EF4-FFF2-40B4-BE49-F238E27FC236}">
                    <a16:creationId xmlns:a16="http://schemas.microsoft.com/office/drawing/2014/main" id="{192EFAE5-C1C9-E49C-66DE-959E045680B6}"/>
                  </a:ext>
                </a:extLst>
              </p:cNvPr>
              <p:cNvSpPr/>
              <p:nvPr/>
            </p:nvSpPr>
            <p:spPr>
              <a:xfrm>
                <a:off x="254412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2" name="ph357">
                <a:extLst>
                  <a:ext uri="{FF2B5EF4-FFF2-40B4-BE49-F238E27FC236}">
                    <a16:creationId xmlns:a16="http://schemas.microsoft.com/office/drawing/2014/main" id="{A0A47D27-04AD-321E-FD1D-786A042300D2}"/>
                  </a:ext>
                </a:extLst>
              </p:cNvPr>
              <p:cNvSpPr/>
              <p:nvPr/>
            </p:nvSpPr>
            <p:spPr>
              <a:xfrm>
                <a:off x="255356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3" name="ph358">
                <a:extLst>
                  <a:ext uri="{FF2B5EF4-FFF2-40B4-BE49-F238E27FC236}">
                    <a16:creationId xmlns:a16="http://schemas.microsoft.com/office/drawing/2014/main" id="{90772EAF-D98D-8A85-FF4C-3089A24FB929}"/>
                  </a:ext>
                </a:extLst>
              </p:cNvPr>
              <p:cNvSpPr/>
              <p:nvPr/>
            </p:nvSpPr>
            <p:spPr>
              <a:xfrm>
                <a:off x="256300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4" name="ph359">
                <a:extLst>
                  <a:ext uri="{FF2B5EF4-FFF2-40B4-BE49-F238E27FC236}">
                    <a16:creationId xmlns:a16="http://schemas.microsoft.com/office/drawing/2014/main" id="{A4096163-ADD5-2198-51FB-157AEB39E2EA}"/>
                  </a:ext>
                </a:extLst>
              </p:cNvPr>
              <p:cNvSpPr/>
              <p:nvPr/>
            </p:nvSpPr>
            <p:spPr>
              <a:xfrm>
                <a:off x="257244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5" name="ph360">
                <a:extLst>
                  <a:ext uri="{FF2B5EF4-FFF2-40B4-BE49-F238E27FC236}">
                    <a16:creationId xmlns:a16="http://schemas.microsoft.com/office/drawing/2014/main" id="{899C75D0-3532-B0F4-6C67-CE98D7581E24}"/>
                  </a:ext>
                </a:extLst>
              </p:cNvPr>
              <p:cNvSpPr/>
              <p:nvPr/>
            </p:nvSpPr>
            <p:spPr>
              <a:xfrm>
                <a:off x="258188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6" name="ph361">
                <a:extLst>
                  <a:ext uri="{FF2B5EF4-FFF2-40B4-BE49-F238E27FC236}">
                    <a16:creationId xmlns:a16="http://schemas.microsoft.com/office/drawing/2014/main" id="{CE1F06C9-CCAE-715C-2D36-BB36165B4300}"/>
                  </a:ext>
                </a:extLst>
              </p:cNvPr>
              <p:cNvSpPr/>
              <p:nvPr/>
            </p:nvSpPr>
            <p:spPr>
              <a:xfrm>
                <a:off x="2591325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7" name="ph362">
                <a:extLst>
                  <a:ext uri="{FF2B5EF4-FFF2-40B4-BE49-F238E27FC236}">
                    <a16:creationId xmlns:a16="http://schemas.microsoft.com/office/drawing/2014/main" id="{17E5C6B6-777B-D724-C17B-DFF41819D7DC}"/>
                  </a:ext>
                </a:extLst>
              </p:cNvPr>
              <p:cNvSpPr/>
              <p:nvPr/>
            </p:nvSpPr>
            <p:spPr>
              <a:xfrm>
                <a:off x="260076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8" name="ph363">
                <a:extLst>
                  <a:ext uri="{FF2B5EF4-FFF2-40B4-BE49-F238E27FC236}">
                    <a16:creationId xmlns:a16="http://schemas.microsoft.com/office/drawing/2014/main" id="{FCCAA9C4-9160-0C26-B45D-D230FCDFB4D0}"/>
                  </a:ext>
                </a:extLst>
              </p:cNvPr>
              <p:cNvSpPr/>
              <p:nvPr/>
            </p:nvSpPr>
            <p:spPr>
              <a:xfrm>
                <a:off x="261020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9" name="ph364">
                <a:extLst>
                  <a:ext uri="{FF2B5EF4-FFF2-40B4-BE49-F238E27FC236}">
                    <a16:creationId xmlns:a16="http://schemas.microsoft.com/office/drawing/2014/main" id="{A6F02B15-90B2-7E9D-8BC5-41C63D6B7328}"/>
                  </a:ext>
                </a:extLst>
              </p:cNvPr>
              <p:cNvSpPr/>
              <p:nvPr/>
            </p:nvSpPr>
            <p:spPr>
              <a:xfrm>
                <a:off x="261964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0" name="ph365">
                <a:extLst>
                  <a:ext uri="{FF2B5EF4-FFF2-40B4-BE49-F238E27FC236}">
                    <a16:creationId xmlns:a16="http://schemas.microsoft.com/office/drawing/2014/main" id="{78D4C1D1-F94A-89E1-5301-DB396B748FBE}"/>
                  </a:ext>
                </a:extLst>
              </p:cNvPr>
              <p:cNvSpPr/>
              <p:nvPr/>
            </p:nvSpPr>
            <p:spPr>
              <a:xfrm>
                <a:off x="2629086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1" name="ph366">
                <a:extLst>
                  <a:ext uri="{FF2B5EF4-FFF2-40B4-BE49-F238E27FC236}">
                    <a16:creationId xmlns:a16="http://schemas.microsoft.com/office/drawing/2014/main" id="{3D2A402B-A5DD-646E-2A83-576B82EF6A10}"/>
                  </a:ext>
                </a:extLst>
              </p:cNvPr>
              <p:cNvSpPr/>
              <p:nvPr/>
            </p:nvSpPr>
            <p:spPr>
              <a:xfrm>
                <a:off x="263852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2" name="ph367">
                <a:extLst>
                  <a:ext uri="{FF2B5EF4-FFF2-40B4-BE49-F238E27FC236}">
                    <a16:creationId xmlns:a16="http://schemas.microsoft.com/office/drawing/2014/main" id="{B576DAA6-FCA4-9553-4B01-F3BAC26F6081}"/>
                  </a:ext>
                </a:extLst>
              </p:cNvPr>
              <p:cNvSpPr/>
              <p:nvPr/>
            </p:nvSpPr>
            <p:spPr>
              <a:xfrm>
                <a:off x="264796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3" name="ph368">
                <a:extLst>
                  <a:ext uri="{FF2B5EF4-FFF2-40B4-BE49-F238E27FC236}">
                    <a16:creationId xmlns:a16="http://schemas.microsoft.com/office/drawing/2014/main" id="{B179489A-55C9-B108-F11E-E98318D1AF9F}"/>
                  </a:ext>
                </a:extLst>
              </p:cNvPr>
              <p:cNvSpPr/>
              <p:nvPr/>
            </p:nvSpPr>
            <p:spPr>
              <a:xfrm>
                <a:off x="265740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4" name="ph369">
                <a:extLst>
                  <a:ext uri="{FF2B5EF4-FFF2-40B4-BE49-F238E27FC236}">
                    <a16:creationId xmlns:a16="http://schemas.microsoft.com/office/drawing/2014/main" id="{F0B3CD73-9546-03A9-D95F-38FDF7C03F8E}"/>
                  </a:ext>
                </a:extLst>
              </p:cNvPr>
              <p:cNvSpPr/>
              <p:nvPr/>
            </p:nvSpPr>
            <p:spPr>
              <a:xfrm>
                <a:off x="266684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5" name="ph370">
                <a:extLst>
                  <a:ext uri="{FF2B5EF4-FFF2-40B4-BE49-F238E27FC236}">
                    <a16:creationId xmlns:a16="http://schemas.microsoft.com/office/drawing/2014/main" id="{5A5D3BBF-7FF7-46EC-5AEA-E217CDC19CAF}"/>
                  </a:ext>
                </a:extLst>
              </p:cNvPr>
              <p:cNvSpPr/>
              <p:nvPr/>
            </p:nvSpPr>
            <p:spPr>
              <a:xfrm>
                <a:off x="2676287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6" name="ph371">
                <a:extLst>
                  <a:ext uri="{FF2B5EF4-FFF2-40B4-BE49-F238E27FC236}">
                    <a16:creationId xmlns:a16="http://schemas.microsoft.com/office/drawing/2014/main" id="{23DEC917-E760-630B-2C9C-5C5E1A26ACD1}"/>
                  </a:ext>
                </a:extLst>
              </p:cNvPr>
              <p:cNvSpPr/>
              <p:nvPr/>
            </p:nvSpPr>
            <p:spPr>
              <a:xfrm>
                <a:off x="268572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7" name="ph372">
                <a:extLst>
                  <a:ext uri="{FF2B5EF4-FFF2-40B4-BE49-F238E27FC236}">
                    <a16:creationId xmlns:a16="http://schemas.microsoft.com/office/drawing/2014/main" id="{4B49B2AC-372B-D53B-88EC-85B181862248}"/>
                  </a:ext>
                </a:extLst>
              </p:cNvPr>
              <p:cNvSpPr/>
              <p:nvPr/>
            </p:nvSpPr>
            <p:spPr>
              <a:xfrm>
                <a:off x="269516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8" name="ph373">
                <a:extLst>
                  <a:ext uri="{FF2B5EF4-FFF2-40B4-BE49-F238E27FC236}">
                    <a16:creationId xmlns:a16="http://schemas.microsoft.com/office/drawing/2014/main" id="{7546E2BA-B874-4B48-78EB-85CC61D6BFA7}"/>
                  </a:ext>
                </a:extLst>
              </p:cNvPr>
              <p:cNvSpPr/>
              <p:nvPr/>
            </p:nvSpPr>
            <p:spPr>
              <a:xfrm>
                <a:off x="270460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9" name="ph374">
                <a:extLst>
                  <a:ext uri="{FF2B5EF4-FFF2-40B4-BE49-F238E27FC236}">
                    <a16:creationId xmlns:a16="http://schemas.microsoft.com/office/drawing/2014/main" id="{F2337012-A0DC-4AF1-A26D-C35E9D32F0EB}"/>
                  </a:ext>
                </a:extLst>
              </p:cNvPr>
              <p:cNvSpPr/>
              <p:nvPr/>
            </p:nvSpPr>
            <p:spPr>
              <a:xfrm>
                <a:off x="2714048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0" name="ph375">
                <a:extLst>
                  <a:ext uri="{FF2B5EF4-FFF2-40B4-BE49-F238E27FC236}">
                    <a16:creationId xmlns:a16="http://schemas.microsoft.com/office/drawing/2014/main" id="{8B5451E7-558B-80C7-4249-5A2A1B49E93D}"/>
                  </a:ext>
                </a:extLst>
              </p:cNvPr>
              <p:cNvSpPr/>
              <p:nvPr/>
            </p:nvSpPr>
            <p:spPr>
              <a:xfrm>
                <a:off x="272348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1" name="ph376">
                <a:extLst>
                  <a:ext uri="{FF2B5EF4-FFF2-40B4-BE49-F238E27FC236}">
                    <a16:creationId xmlns:a16="http://schemas.microsoft.com/office/drawing/2014/main" id="{7FE05D41-E6D0-A73A-EF56-E17F3A8E8CE5}"/>
                  </a:ext>
                </a:extLst>
              </p:cNvPr>
              <p:cNvSpPr/>
              <p:nvPr/>
            </p:nvSpPr>
            <p:spPr>
              <a:xfrm>
                <a:off x="273292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2" name="ph377">
                <a:extLst>
                  <a:ext uri="{FF2B5EF4-FFF2-40B4-BE49-F238E27FC236}">
                    <a16:creationId xmlns:a16="http://schemas.microsoft.com/office/drawing/2014/main" id="{5F0506B8-87F8-BE0C-C7E9-9591DB750182}"/>
                  </a:ext>
                </a:extLst>
              </p:cNvPr>
              <p:cNvSpPr/>
              <p:nvPr/>
            </p:nvSpPr>
            <p:spPr>
              <a:xfrm>
                <a:off x="274236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3" name="ph378">
                <a:extLst>
                  <a:ext uri="{FF2B5EF4-FFF2-40B4-BE49-F238E27FC236}">
                    <a16:creationId xmlns:a16="http://schemas.microsoft.com/office/drawing/2014/main" id="{84AE25BC-6FB2-093A-F33A-13150A9CC592}"/>
                  </a:ext>
                </a:extLst>
              </p:cNvPr>
              <p:cNvSpPr/>
              <p:nvPr/>
            </p:nvSpPr>
            <p:spPr>
              <a:xfrm>
                <a:off x="2751809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4" name="ph379">
                <a:extLst>
                  <a:ext uri="{FF2B5EF4-FFF2-40B4-BE49-F238E27FC236}">
                    <a16:creationId xmlns:a16="http://schemas.microsoft.com/office/drawing/2014/main" id="{14AD2C9C-458C-B4A0-3888-18984A9ADD97}"/>
                  </a:ext>
                </a:extLst>
              </p:cNvPr>
              <p:cNvSpPr/>
              <p:nvPr/>
            </p:nvSpPr>
            <p:spPr>
              <a:xfrm>
                <a:off x="276125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5" name="ph380">
                <a:extLst>
                  <a:ext uri="{FF2B5EF4-FFF2-40B4-BE49-F238E27FC236}">
                    <a16:creationId xmlns:a16="http://schemas.microsoft.com/office/drawing/2014/main" id="{BB1578DC-ED31-46DD-60F8-D0C58113913F}"/>
                  </a:ext>
                </a:extLst>
              </p:cNvPr>
              <p:cNvSpPr/>
              <p:nvPr/>
            </p:nvSpPr>
            <p:spPr>
              <a:xfrm>
                <a:off x="277069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6" name="ph381">
                <a:extLst>
                  <a:ext uri="{FF2B5EF4-FFF2-40B4-BE49-F238E27FC236}">
                    <a16:creationId xmlns:a16="http://schemas.microsoft.com/office/drawing/2014/main" id="{27CD346E-854D-BD93-EEA3-23D99EC7903B}"/>
                  </a:ext>
                </a:extLst>
              </p:cNvPr>
              <p:cNvSpPr/>
              <p:nvPr/>
            </p:nvSpPr>
            <p:spPr>
              <a:xfrm>
                <a:off x="278013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7" name="ph382">
                <a:extLst>
                  <a:ext uri="{FF2B5EF4-FFF2-40B4-BE49-F238E27FC236}">
                    <a16:creationId xmlns:a16="http://schemas.microsoft.com/office/drawing/2014/main" id="{944FFFFB-0266-594C-F316-251B80A5A964}"/>
                  </a:ext>
                </a:extLst>
              </p:cNvPr>
              <p:cNvSpPr/>
              <p:nvPr/>
            </p:nvSpPr>
            <p:spPr>
              <a:xfrm>
                <a:off x="2789570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8" name="ph383">
                <a:extLst>
                  <a:ext uri="{FF2B5EF4-FFF2-40B4-BE49-F238E27FC236}">
                    <a16:creationId xmlns:a16="http://schemas.microsoft.com/office/drawing/2014/main" id="{6424CD40-5A49-CC54-E967-53647B97BBC0}"/>
                  </a:ext>
                </a:extLst>
              </p:cNvPr>
              <p:cNvSpPr/>
              <p:nvPr/>
            </p:nvSpPr>
            <p:spPr>
              <a:xfrm>
                <a:off x="279901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9" name="ph384">
                <a:extLst>
                  <a:ext uri="{FF2B5EF4-FFF2-40B4-BE49-F238E27FC236}">
                    <a16:creationId xmlns:a16="http://schemas.microsoft.com/office/drawing/2014/main" id="{8B09A8EB-2B98-4731-4233-9F172E030BC3}"/>
                  </a:ext>
                </a:extLst>
              </p:cNvPr>
              <p:cNvSpPr/>
              <p:nvPr/>
            </p:nvSpPr>
            <p:spPr>
              <a:xfrm>
                <a:off x="280845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0" name="ph385">
                <a:extLst>
                  <a:ext uri="{FF2B5EF4-FFF2-40B4-BE49-F238E27FC236}">
                    <a16:creationId xmlns:a16="http://schemas.microsoft.com/office/drawing/2014/main" id="{230776F0-49C9-6D8A-F006-140B2E6348CD}"/>
                  </a:ext>
                </a:extLst>
              </p:cNvPr>
              <p:cNvSpPr/>
              <p:nvPr/>
            </p:nvSpPr>
            <p:spPr>
              <a:xfrm>
                <a:off x="281789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1" name="ph386">
                <a:extLst>
                  <a:ext uri="{FF2B5EF4-FFF2-40B4-BE49-F238E27FC236}">
                    <a16:creationId xmlns:a16="http://schemas.microsoft.com/office/drawing/2014/main" id="{3C5E1CC0-9D0F-6102-10B8-80EB96A0F356}"/>
                  </a:ext>
                </a:extLst>
              </p:cNvPr>
              <p:cNvSpPr/>
              <p:nvPr/>
            </p:nvSpPr>
            <p:spPr>
              <a:xfrm>
                <a:off x="2827331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2" name="ph387">
                <a:extLst>
                  <a:ext uri="{FF2B5EF4-FFF2-40B4-BE49-F238E27FC236}">
                    <a16:creationId xmlns:a16="http://schemas.microsoft.com/office/drawing/2014/main" id="{34ED4066-E35C-CFCF-9A70-FC52A5623F8C}"/>
                  </a:ext>
                </a:extLst>
              </p:cNvPr>
              <p:cNvSpPr/>
              <p:nvPr/>
            </p:nvSpPr>
            <p:spPr>
              <a:xfrm>
                <a:off x="283677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3" name="ph388">
                <a:extLst>
                  <a:ext uri="{FF2B5EF4-FFF2-40B4-BE49-F238E27FC236}">
                    <a16:creationId xmlns:a16="http://schemas.microsoft.com/office/drawing/2014/main" id="{043BBE73-25B9-2BF0-09E6-17911726F630}"/>
                  </a:ext>
                </a:extLst>
              </p:cNvPr>
              <p:cNvSpPr/>
              <p:nvPr/>
            </p:nvSpPr>
            <p:spPr>
              <a:xfrm>
                <a:off x="284621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4" name="ph389">
                <a:extLst>
                  <a:ext uri="{FF2B5EF4-FFF2-40B4-BE49-F238E27FC236}">
                    <a16:creationId xmlns:a16="http://schemas.microsoft.com/office/drawing/2014/main" id="{3A23F1AF-215F-FCFF-63FC-82A4BE87BC7C}"/>
                  </a:ext>
                </a:extLst>
              </p:cNvPr>
              <p:cNvSpPr/>
              <p:nvPr/>
            </p:nvSpPr>
            <p:spPr>
              <a:xfrm>
                <a:off x="285565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5" name="ph390">
                <a:extLst>
                  <a:ext uri="{FF2B5EF4-FFF2-40B4-BE49-F238E27FC236}">
                    <a16:creationId xmlns:a16="http://schemas.microsoft.com/office/drawing/2014/main" id="{24812275-38CD-66A9-8877-F2978868BEC0}"/>
                  </a:ext>
                </a:extLst>
              </p:cNvPr>
              <p:cNvSpPr/>
              <p:nvPr/>
            </p:nvSpPr>
            <p:spPr>
              <a:xfrm>
                <a:off x="2865092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6" name="ph391">
                <a:extLst>
                  <a:ext uri="{FF2B5EF4-FFF2-40B4-BE49-F238E27FC236}">
                    <a16:creationId xmlns:a16="http://schemas.microsoft.com/office/drawing/2014/main" id="{EDA43120-52A5-68DB-E925-F08771E8C407}"/>
                  </a:ext>
                </a:extLst>
              </p:cNvPr>
              <p:cNvSpPr/>
              <p:nvPr/>
            </p:nvSpPr>
            <p:spPr>
              <a:xfrm>
                <a:off x="287453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7" name="ph392">
                <a:extLst>
                  <a:ext uri="{FF2B5EF4-FFF2-40B4-BE49-F238E27FC236}">
                    <a16:creationId xmlns:a16="http://schemas.microsoft.com/office/drawing/2014/main" id="{D34FC862-1762-D46B-90BC-B5EE0EC0E6F6}"/>
                  </a:ext>
                </a:extLst>
              </p:cNvPr>
              <p:cNvSpPr/>
              <p:nvPr/>
            </p:nvSpPr>
            <p:spPr>
              <a:xfrm>
                <a:off x="288397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8" name="ph393">
                <a:extLst>
                  <a:ext uri="{FF2B5EF4-FFF2-40B4-BE49-F238E27FC236}">
                    <a16:creationId xmlns:a16="http://schemas.microsoft.com/office/drawing/2014/main" id="{2DC8764A-C810-B886-EAD5-818FAE62255F}"/>
                  </a:ext>
                </a:extLst>
              </p:cNvPr>
              <p:cNvSpPr/>
              <p:nvPr/>
            </p:nvSpPr>
            <p:spPr>
              <a:xfrm>
                <a:off x="289341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9" name="ph394">
                <a:extLst>
                  <a:ext uri="{FF2B5EF4-FFF2-40B4-BE49-F238E27FC236}">
                    <a16:creationId xmlns:a16="http://schemas.microsoft.com/office/drawing/2014/main" id="{7FEE7367-B372-A166-2837-FAE2486174B8}"/>
                  </a:ext>
                </a:extLst>
              </p:cNvPr>
              <p:cNvSpPr/>
              <p:nvPr/>
            </p:nvSpPr>
            <p:spPr>
              <a:xfrm>
                <a:off x="290285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0" name="ph395">
                <a:extLst>
                  <a:ext uri="{FF2B5EF4-FFF2-40B4-BE49-F238E27FC236}">
                    <a16:creationId xmlns:a16="http://schemas.microsoft.com/office/drawing/2014/main" id="{7F17C7AB-4D5A-F3B6-DD75-E754D12F2322}"/>
                  </a:ext>
                </a:extLst>
              </p:cNvPr>
              <p:cNvSpPr/>
              <p:nvPr/>
            </p:nvSpPr>
            <p:spPr>
              <a:xfrm>
                <a:off x="2912293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1" name="ph396">
                <a:extLst>
                  <a:ext uri="{FF2B5EF4-FFF2-40B4-BE49-F238E27FC236}">
                    <a16:creationId xmlns:a16="http://schemas.microsoft.com/office/drawing/2014/main" id="{D533D3B2-4DE4-5F17-0505-079E9CC84BD5}"/>
                  </a:ext>
                </a:extLst>
              </p:cNvPr>
              <p:cNvSpPr/>
              <p:nvPr/>
            </p:nvSpPr>
            <p:spPr>
              <a:xfrm>
                <a:off x="292173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2" name="ph397">
                <a:extLst>
                  <a:ext uri="{FF2B5EF4-FFF2-40B4-BE49-F238E27FC236}">
                    <a16:creationId xmlns:a16="http://schemas.microsoft.com/office/drawing/2014/main" id="{849D4E03-5B12-F11A-25B6-E534BEB29353}"/>
                  </a:ext>
                </a:extLst>
              </p:cNvPr>
              <p:cNvSpPr/>
              <p:nvPr/>
            </p:nvSpPr>
            <p:spPr>
              <a:xfrm>
                <a:off x="293117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3" name="ph398">
                <a:extLst>
                  <a:ext uri="{FF2B5EF4-FFF2-40B4-BE49-F238E27FC236}">
                    <a16:creationId xmlns:a16="http://schemas.microsoft.com/office/drawing/2014/main" id="{BE427959-7A8B-8890-78DE-44D752E75D3F}"/>
                  </a:ext>
                </a:extLst>
              </p:cNvPr>
              <p:cNvSpPr/>
              <p:nvPr/>
            </p:nvSpPr>
            <p:spPr>
              <a:xfrm>
                <a:off x="2940614" y="271245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4" name="ph399">
                <a:extLst>
                  <a:ext uri="{FF2B5EF4-FFF2-40B4-BE49-F238E27FC236}">
                    <a16:creationId xmlns:a16="http://schemas.microsoft.com/office/drawing/2014/main" id="{61646D95-511E-2A10-0B5E-5CC999A7FEDF}"/>
                  </a:ext>
                </a:extLst>
              </p:cNvPr>
              <p:cNvSpPr/>
              <p:nvPr/>
            </p:nvSpPr>
            <p:spPr>
              <a:xfrm>
                <a:off x="2950054" y="2730025"/>
                <a:ext cx="9222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5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259" y="896830"/>
                    </a:lnTo>
                    <a:lnTo>
                      <a:pt x="921384" y="899352"/>
                    </a:lnTo>
                    <a:lnTo>
                      <a:pt x="917952" y="908200"/>
                    </a:lnTo>
                    <a:lnTo>
                      <a:pt x="915274" y="914400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5" name="ph400">
                <a:extLst>
                  <a:ext uri="{FF2B5EF4-FFF2-40B4-BE49-F238E27FC236}">
                    <a16:creationId xmlns:a16="http://schemas.microsoft.com/office/drawing/2014/main" id="{28F7FF21-9495-1CFC-E11B-2F6051444CE3}"/>
                  </a:ext>
                </a:extLst>
              </p:cNvPr>
              <p:cNvSpPr/>
              <p:nvPr/>
            </p:nvSpPr>
            <p:spPr>
              <a:xfrm>
                <a:off x="2487483" y="269488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819" y="931969"/>
                    </a:lnTo>
                    <a:lnTo>
                      <a:pt x="908353" y="924620"/>
                    </a:lnTo>
                    <a:lnTo>
                      <a:pt x="906635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6" name="ph401">
                <a:extLst>
                  <a:ext uri="{FF2B5EF4-FFF2-40B4-BE49-F238E27FC236}">
                    <a16:creationId xmlns:a16="http://schemas.microsoft.com/office/drawing/2014/main" id="{812B880D-EBB3-C5D2-585A-FE43D2998A76}"/>
                  </a:ext>
                </a:extLst>
              </p:cNvPr>
              <p:cNvSpPr/>
              <p:nvPr/>
            </p:nvSpPr>
            <p:spPr>
              <a:xfrm>
                <a:off x="248748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7" name="ph402">
                <a:extLst>
                  <a:ext uri="{FF2B5EF4-FFF2-40B4-BE49-F238E27FC236}">
                    <a16:creationId xmlns:a16="http://schemas.microsoft.com/office/drawing/2014/main" id="{4FAE1239-97EF-E489-57BC-5CF679B92BDB}"/>
                  </a:ext>
                </a:extLst>
              </p:cNvPr>
              <p:cNvSpPr/>
              <p:nvPr/>
            </p:nvSpPr>
            <p:spPr>
              <a:xfrm>
                <a:off x="249692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8" name="ph403">
                <a:extLst>
                  <a:ext uri="{FF2B5EF4-FFF2-40B4-BE49-F238E27FC236}">
                    <a16:creationId xmlns:a16="http://schemas.microsoft.com/office/drawing/2014/main" id="{6A9F1B8F-E626-823D-E588-C6B0DBD9F4DB}"/>
                  </a:ext>
                </a:extLst>
              </p:cNvPr>
              <p:cNvSpPr/>
              <p:nvPr/>
            </p:nvSpPr>
            <p:spPr>
              <a:xfrm>
                <a:off x="250636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9" name="ph404">
                <a:extLst>
                  <a:ext uri="{FF2B5EF4-FFF2-40B4-BE49-F238E27FC236}">
                    <a16:creationId xmlns:a16="http://schemas.microsoft.com/office/drawing/2014/main" id="{2DC351D2-0A28-8B92-2F08-C9EA97D1491F}"/>
                  </a:ext>
                </a:extLst>
              </p:cNvPr>
              <p:cNvSpPr/>
              <p:nvPr/>
            </p:nvSpPr>
            <p:spPr>
              <a:xfrm>
                <a:off x="251580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0" name="ph405">
                <a:extLst>
                  <a:ext uri="{FF2B5EF4-FFF2-40B4-BE49-F238E27FC236}">
                    <a16:creationId xmlns:a16="http://schemas.microsoft.com/office/drawing/2014/main" id="{F0E41BB0-8E92-DC4F-1F07-660928919F01}"/>
                  </a:ext>
                </a:extLst>
              </p:cNvPr>
              <p:cNvSpPr/>
              <p:nvPr/>
            </p:nvSpPr>
            <p:spPr>
              <a:xfrm>
                <a:off x="252524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1" name="ph406">
                <a:extLst>
                  <a:ext uri="{FF2B5EF4-FFF2-40B4-BE49-F238E27FC236}">
                    <a16:creationId xmlns:a16="http://schemas.microsoft.com/office/drawing/2014/main" id="{BEE0AAA0-497A-CC9E-0A29-1A51E1337BC2}"/>
                  </a:ext>
                </a:extLst>
              </p:cNvPr>
              <p:cNvSpPr/>
              <p:nvPr/>
            </p:nvSpPr>
            <p:spPr>
              <a:xfrm>
                <a:off x="253468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2" name="ph407">
                <a:extLst>
                  <a:ext uri="{FF2B5EF4-FFF2-40B4-BE49-F238E27FC236}">
                    <a16:creationId xmlns:a16="http://schemas.microsoft.com/office/drawing/2014/main" id="{11541763-10BF-D6C7-5E59-3D49ABA28EA0}"/>
                  </a:ext>
                </a:extLst>
              </p:cNvPr>
              <p:cNvSpPr/>
              <p:nvPr/>
            </p:nvSpPr>
            <p:spPr>
              <a:xfrm>
                <a:off x="254412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3" name="ph408">
                <a:extLst>
                  <a:ext uri="{FF2B5EF4-FFF2-40B4-BE49-F238E27FC236}">
                    <a16:creationId xmlns:a16="http://schemas.microsoft.com/office/drawing/2014/main" id="{E436D069-2266-8E27-AB00-70F6A188E146}"/>
                  </a:ext>
                </a:extLst>
              </p:cNvPr>
              <p:cNvSpPr/>
              <p:nvPr/>
            </p:nvSpPr>
            <p:spPr>
              <a:xfrm>
                <a:off x="255356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4" name="ph409">
                <a:extLst>
                  <a:ext uri="{FF2B5EF4-FFF2-40B4-BE49-F238E27FC236}">
                    <a16:creationId xmlns:a16="http://schemas.microsoft.com/office/drawing/2014/main" id="{4F35D332-041F-9551-666A-EF2C5676F35F}"/>
                  </a:ext>
                </a:extLst>
              </p:cNvPr>
              <p:cNvSpPr/>
              <p:nvPr/>
            </p:nvSpPr>
            <p:spPr>
              <a:xfrm>
                <a:off x="256300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5" name="ph410">
                <a:extLst>
                  <a:ext uri="{FF2B5EF4-FFF2-40B4-BE49-F238E27FC236}">
                    <a16:creationId xmlns:a16="http://schemas.microsoft.com/office/drawing/2014/main" id="{EE24E104-A239-DA16-3BED-FAB5C3CA02C8}"/>
                  </a:ext>
                </a:extLst>
              </p:cNvPr>
              <p:cNvSpPr/>
              <p:nvPr/>
            </p:nvSpPr>
            <p:spPr>
              <a:xfrm>
                <a:off x="257244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6" name="ph411">
                <a:extLst>
                  <a:ext uri="{FF2B5EF4-FFF2-40B4-BE49-F238E27FC236}">
                    <a16:creationId xmlns:a16="http://schemas.microsoft.com/office/drawing/2014/main" id="{4933944C-9194-8957-6443-10AB6A2D8B45}"/>
                  </a:ext>
                </a:extLst>
              </p:cNvPr>
              <p:cNvSpPr/>
              <p:nvPr/>
            </p:nvSpPr>
            <p:spPr>
              <a:xfrm>
                <a:off x="258188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7" name="ph412">
                <a:extLst>
                  <a:ext uri="{FF2B5EF4-FFF2-40B4-BE49-F238E27FC236}">
                    <a16:creationId xmlns:a16="http://schemas.microsoft.com/office/drawing/2014/main" id="{4C0F046C-E976-91B3-8BF8-B05511308BCE}"/>
                  </a:ext>
                </a:extLst>
              </p:cNvPr>
              <p:cNvSpPr/>
              <p:nvPr/>
            </p:nvSpPr>
            <p:spPr>
              <a:xfrm>
                <a:off x="2591325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8" name="ph413">
                <a:extLst>
                  <a:ext uri="{FF2B5EF4-FFF2-40B4-BE49-F238E27FC236}">
                    <a16:creationId xmlns:a16="http://schemas.microsoft.com/office/drawing/2014/main" id="{C42B3CA7-3108-FA97-FA56-A17CB256E0EE}"/>
                  </a:ext>
                </a:extLst>
              </p:cNvPr>
              <p:cNvSpPr/>
              <p:nvPr/>
            </p:nvSpPr>
            <p:spPr>
              <a:xfrm>
                <a:off x="260076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9" name="ph414">
                <a:extLst>
                  <a:ext uri="{FF2B5EF4-FFF2-40B4-BE49-F238E27FC236}">
                    <a16:creationId xmlns:a16="http://schemas.microsoft.com/office/drawing/2014/main" id="{6D0A1E39-C124-57ED-5088-E1F5D83B456B}"/>
                  </a:ext>
                </a:extLst>
              </p:cNvPr>
              <p:cNvSpPr/>
              <p:nvPr/>
            </p:nvSpPr>
            <p:spPr>
              <a:xfrm>
                <a:off x="261020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0" name="ph415">
                <a:extLst>
                  <a:ext uri="{FF2B5EF4-FFF2-40B4-BE49-F238E27FC236}">
                    <a16:creationId xmlns:a16="http://schemas.microsoft.com/office/drawing/2014/main" id="{E0B13630-0E48-9FF2-9485-E2D7D2B2D9CF}"/>
                  </a:ext>
                </a:extLst>
              </p:cNvPr>
              <p:cNvSpPr/>
              <p:nvPr/>
            </p:nvSpPr>
            <p:spPr>
              <a:xfrm>
                <a:off x="261964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1" name="ph416">
                <a:extLst>
                  <a:ext uri="{FF2B5EF4-FFF2-40B4-BE49-F238E27FC236}">
                    <a16:creationId xmlns:a16="http://schemas.microsoft.com/office/drawing/2014/main" id="{44DEAC21-E218-D903-BF51-EFEAC3CF2F01}"/>
                  </a:ext>
                </a:extLst>
              </p:cNvPr>
              <p:cNvSpPr/>
              <p:nvPr/>
            </p:nvSpPr>
            <p:spPr>
              <a:xfrm>
                <a:off x="2629086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2" name="ph417">
                <a:extLst>
                  <a:ext uri="{FF2B5EF4-FFF2-40B4-BE49-F238E27FC236}">
                    <a16:creationId xmlns:a16="http://schemas.microsoft.com/office/drawing/2014/main" id="{D869A02E-B520-ADCC-57A9-F829F726F434}"/>
                  </a:ext>
                </a:extLst>
              </p:cNvPr>
              <p:cNvSpPr/>
              <p:nvPr/>
            </p:nvSpPr>
            <p:spPr>
              <a:xfrm>
                <a:off x="263852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3" name="ph418">
                <a:extLst>
                  <a:ext uri="{FF2B5EF4-FFF2-40B4-BE49-F238E27FC236}">
                    <a16:creationId xmlns:a16="http://schemas.microsoft.com/office/drawing/2014/main" id="{F29DBEC2-E260-704D-902C-370169387E60}"/>
                  </a:ext>
                </a:extLst>
              </p:cNvPr>
              <p:cNvSpPr/>
              <p:nvPr/>
            </p:nvSpPr>
            <p:spPr>
              <a:xfrm>
                <a:off x="264796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4" name="ph419">
                <a:extLst>
                  <a:ext uri="{FF2B5EF4-FFF2-40B4-BE49-F238E27FC236}">
                    <a16:creationId xmlns:a16="http://schemas.microsoft.com/office/drawing/2014/main" id="{903F2063-A8F4-D220-5299-5D4AA5CE7F4D}"/>
                  </a:ext>
                </a:extLst>
              </p:cNvPr>
              <p:cNvSpPr/>
              <p:nvPr/>
            </p:nvSpPr>
            <p:spPr>
              <a:xfrm>
                <a:off x="265740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5" name="ph420">
                <a:extLst>
                  <a:ext uri="{FF2B5EF4-FFF2-40B4-BE49-F238E27FC236}">
                    <a16:creationId xmlns:a16="http://schemas.microsoft.com/office/drawing/2014/main" id="{5B362C0C-6690-78A9-84D2-28056B88DF64}"/>
                  </a:ext>
                </a:extLst>
              </p:cNvPr>
              <p:cNvSpPr/>
              <p:nvPr/>
            </p:nvSpPr>
            <p:spPr>
              <a:xfrm>
                <a:off x="266684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6" name="ph421">
                <a:extLst>
                  <a:ext uri="{FF2B5EF4-FFF2-40B4-BE49-F238E27FC236}">
                    <a16:creationId xmlns:a16="http://schemas.microsoft.com/office/drawing/2014/main" id="{0AF7FC79-CAB6-7CA5-439E-49DCBD7A07B3}"/>
                  </a:ext>
                </a:extLst>
              </p:cNvPr>
              <p:cNvSpPr/>
              <p:nvPr/>
            </p:nvSpPr>
            <p:spPr>
              <a:xfrm>
                <a:off x="2676287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7" name="ph422">
                <a:extLst>
                  <a:ext uri="{FF2B5EF4-FFF2-40B4-BE49-F238E27FC236}">
                    <a16:creationId xmlns:a16="http://schemas.microsoft.com/office/drawing/2014/main" id="{4095C39D-5B0C-706D-9AFE-5830659E64C7}"/>
                  </a:ext>
                </a:extLst>
              </p:cNvPr>
              <p:cNvSpPr/>
              <p:nvPr/>
            </p:nvSpPr>
            <p:spPr>
              <a:xfrm>
                <a:off x="268572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8" name="ph423">
                <a:extLst>
                  <a:ext uri="{FF2B5EF4-FFF2-40B4-BE49-F238E27FC236}">
                    <a16:creationId xmlns:a16="http://schemas.microsoft.com/office/drawing/2014/main" id="{504FBD11-2904-80CA-4F46-999BD77157AE}"/>
                  </a:ext>
                </a:extLst>
              </p:cNvPr>
              <p:cNvSpPr/>
              <p:nvPr/>
            </p:nvSpPr>
            <p:spPr>
              <a:xfrm>
                <a:off x="269516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9" name="ph424">
                <a:extLst>
                  <a:ext uri="{FF2B5EF4-FFF2-40B4-BE49-F238E27FC236}">
                    <a16:creationId xmlns:a16="http://schemas.microsoft.com/office/drawing/2014/main" id="{5B70E4FE-6BE0-4D71-3E5E-AC825A51AAAF}"/>
                  </a:ext>
                </a:extLst>
              </p:cNvPr>
              <p:cNvSpPr/>
              <p:nvPr/>
            </p:nvSpPr>
            <p:spPr>
              <a:xfrm>
                <a:off x="270460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0" name="ph425">
                <a:extLst>
                  <a:ext uri="{FF2B5EF4-FFF2-40B4-BE49-F238E27FC236}">
                    <a16:creationId xmlns:a16="http://schemas.microsoft.com/office/drawing/2014/main" id="{B983A55C-F574-F528-4431-DED209A40EA6}"/>
                  </a:ext>
                </a:extLst>
              </p:cNvPr>
              <p:cNvSpPr/>
              <p:nvPr/>
            </p:nvSpPr>
            <p:spPr>
              <a:xfrm>
                <a:off x="2714048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1" name="ph426">
                <a:extLst>
                  <a:ext uri="{FF2B5EF4-FFF2-40B4-BE49-F238E27FC236}">
                    <a16:creationId xmlns:a16="http://schemas.microsoft.com/office/drawing/2014/main" id="{BF9C4EE4-7B75-E0BC-D4F9-4BDAFC106E05}"/>
                  </a:ext>
                </a:extLst>
              </p:cNvPr>
              <p:cNvSpPr/>
              <p:nvPr/>
            </p:nvSpPr>
            <p:spPr>
              <a:xfrm>
                <a:off x="272348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2" name="ph427">
                <a:extLst>
                  <a:ext uri="{FF2B5EF4-FFF2-40B4-BE49-F238E27FC236}">
                    <a16:creationId xmlns:a16="http://schemas.microsoft.com/office/drawing/2014/main" id="{AD3C0E54-9B2E-73A5-E2B7-5A742C72ED27}"/>
                  </a:ext>
                </a:extLst>
              </p:cNvPr>
              <p:cNvSpPr/>
              <p:nvPr/>
            </p:nvSpPr>
            <p:spPr>
              <a:xfrm>
                <a:off x="273292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3" name="ph428">
                <a:extLst>
                  <a:ext uri="{FF2B5EF4-FFF2-40B4-BE49-F238E27FC236}">
                    <a16:creationId xmlns:a16="http://schemas.microsoft.com/office/drawing/2014/main" id="{0A2E3A87-240E-409D-306F-0ABBE36EBD9A}"/>
                  </a:ext>
                </a:extLst>
              </p:cNvPr>
              <p:cNvSpPr/>
              <p:nvPr/>
            </p:nvSpPr>
            <p:spPr>
              <a:xfrm>
                <a:off x="274236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4" name="ph429">
                <a:extLst>
                  <a:ext uri="{FF2B5EF4-FFF2-40B4-BE49-F238E27FC236}">
                    <a16:creationId xmlns:a16="http://schemas.microsoft.com/office/drawing/2014/main" id="{B21DE938-B869-3B02-D518-8F36E45FFE17}"/>
                  </a:ext>
                </a:extLst>
              </p:cNvPr>
              <p:cNvSpPr/>
              <p:nvPr/>
            </p:nvSpPr>
            <p:spPr>
              <a:xfrm>
                <a:off x="2751809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5" name="ph430">
                <a:extLst>
                  <a:ext uri="{FF2B5EF4-FFF2-40B4-BE49-F238E27FC236}">
                    <a16:creationId xmlns:a16="http://schemas.microsoft.com/office/drawing/2014/main" id="{36221990-B655-496A-7643-EA7F16B4E882}"/>
                  </a:ext>
                </a:extLst>
              </p:cNvPr>
              <p:cNvSpPr/>
              <p:nvPr/>
            </p:nvSpPr>
            <p:spPr>
              <a:xfrm>
                <a:off x="276125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6" name="ph431">
                <a:extLst>
                  <a:ext uri="{FF2B5EF4-FFF2-40B4-BE49-F238E27FC236}">
                    <a16:creationId xmlns:a16="http://schemas.microsoft.com/office/drawing/2014/main" id="{DDBA1773-BF74-8887-5AC9-DD1DB1BF4258}"/>
                  </a:ext>
                </a:extLst>
              </p:cNvPr>
              <p:cNvSpPr/>
              <p:nvPr/>
            </p:nvSpPr>
            <p:spPr>
              <a:xfrm>
                <a:off x="277069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7" name="ph432">
                <a:extLst>
                  <a:ext uri="{FF2B5EF4-FFF2-40B4-BE49-F238E27FC236}">
                    <a16:creationId xmlns:a16="http://schemas.microsoft.com/office/drawing/2014/main" id="{8AEBA74C-5729-9BD9-BA68-14954D9AADCC}"/>
                  </a:ext>
                </a:extLst>
              </p:cNvPr>
              <p:cNvSpPr/>
              <p:nvPr/>
            </p:nvSpPr>
            <p:spPr>
              <a:xfrm>
                <a:off x="278013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8" name="ph433">
                <a:extLst>
                  <a:ext uri="{FF2B5EF4-FFF2-40B4-BE49-F238E27FC236}">
                    <a16:creationId xmlns:a16="http://schemas.microsoft.com/office/drawing/2014/main" id="{4134367D-4303-3C23-80EC-D0500C0A2035}"/>
                  </a:ext>
                </a:extLst>
              </p:cNvPr>
              <p:cNvSpPr/>
              <p:nvPr/>
            </p:nvSpPr>
            <p:spPr>
              <a:xfrm>
                <a:off x="2789570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9" name="ph434">
                <a:extLst>
                  <a:ext uri="{FF2B5EF4-FFF2-40B4-BE49-F238E27FC236}">
                    <a16:creationId xmlns:a16="http://schemas.microsoft.com/office/drawing/2014/main" id="{6CD0960C-E3B3-3804-8F2C-981A31949D95}"/>
                  </a:ext>
                </a:extLst>
              </p:cNvPr>
              <p:cNvSpPr/>
              <p:nvPr/>
            </p:nvSpPr>
            <p:spPr>
              <a:xfrm>
                <a:off x="279901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0" name="ph435">
                <a:extLst>
                  <a:ext uri="{FF2B5EF4-FFF2-40B4-BE49-F238E27FC236}">
                    <a16:creationId xmlns:a16="http://schemas.microsoft.com/office/drawing/2014/main" id="{16F1A87E-C116-8C2B-88EE-25CA9162E1CD}"/>
                  </a:ext>
                </a:extLst>
              </p:cNvPr>
              <p:cNvSpPr/>
              <p:nvPr/>
            </p:nvSpPr>
            <p:spPr>
              <a:xfrm>
                <a:off x="280845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1" name="ph436">
                <a:extLst>
                  <a:ext uri="{FF2B5EF4-FFF2-40B4-BE49-F238E27FC236}">
                    <a16:creationId xmlns:a16="http://schemas.microsoft.com/office/drawing/2014/main" id="{BF54B3F9-A8D4-A46C-F99B-67E2F2100307}"/>
                  </a:ext>
                </a:extLst>
              </p:cNvPr>
              <p:cNvSpPr/>
              <p:nvPr/>
            </p:nvSpPr>
            <p:spPr>
              <a:xfrm>
                <a:off x="281789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2" name="ph437">
                <a:extLst>
                  <a:ext uri="{FF2B5EF4-FFF2-40B4-BE49-F238E27FC236}">
                    <a16:creationId xmlns:a16="http://schemas.microsoft.com/office/drawing/2014/main" id="{689D4FEF-07D9-1A3A-CB90-3A9E60A51DE1}"/>
                  </a:ext>
                </a:extLst>
              </p:cNvPr>
              <p:cNvSpPr/>
              <p:nvPr/>
            </p:nvSpPr>
            <p:spPr>
              <a:xfrm>
                <a:off x="2827331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3" name="ph438">
                <a:extLst>
                  <a:ext uri="{FF2B5EF4-FFF2-40B4-BE49-F238E27FC236}">
                    <a16:creationId xmlns:a16="http://schemas.microsoft.com/office/drawing/2014/main" id="{8CD5A113-3E51-2372-89BD-C9E270D6FE7D}"/>
                  </a:ext>
                </a:extLst>
              </p:cNvPr>
              <p:cNvSpPr/>
              <p:nvPr/>
            </p:nvSpPr>
            <p:spPr>
              <a:xfrm>
                <a:off x="283677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4" name="ph439">
                <a:extLst>
                  <a:ext uri="{FF2B5EF4-FFF2-40B4-BE49-F238E27FC236}">
                    <a16:creationId xmlns:a16="http://schemas.microsoft.com/office/drawing/2014/main" id="{C4A5ED19-3C9D-8DC1-B3D5-ECEEDE0D603E}"/>
                  </a:ext>
                </a:extLst>
              </p:cNvPr>
              <p:cNvSpPr/>
              <p:nvPr/>
            </p:nvSpPr>
            <p:spPr>
              <a:xfrm>
                <a:off x="284621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5" name="ph440">
                <a:extLst>
                  <a:ext uri="{FF2B5EF4-FFF2-40B4-BE49-F238E27FC236}">
                    <a16:creationId xmlns:a16="http://schemas.microsoft.com/office/drawing/2014/main" id="{0BDF97F2-823A-BD3D-4FEE-66887321064A}"/>
                  </a:ext>
                </a:extLst>
              </p:cNvPr>
              <p:cNvSpPr/>
              <p:nvPr/>
            </p:nvSpPr>
            <p:spPr>
              <a:xfrm>
                <a:off x="285565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6" name="ph441">
                <a:extLst>
                  <a:ext uri="{FF2B5EF4-FFF2-40B4-BE49-F238E27FC236}">
                    <a16:creationId xmlns:a16="http://schemas.microsoft.com/office/drawing/2014/main" id="{7731D838-1626-642F-8F07-00387EF623F5}"/>
                  </a:ext>
                </a:extLst>
              </p:cNvPr>
              <p:cNvSpPr/>
              <p:nvPr/>
            </p:nvSpPr>
            <p:spPr>
              <a:xfrm>
                <a:off x="2865092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7" name="ph442">
                <a:extLst>
                  <a:ext uri="{FF2B5EF4-FFF2-40B4-BE49-F238E27FC236}">
                    <a16:creationId xmlns:a16="http://schemas.microsoft.com/office/drawing/2014/main" id="{6A6865A6-EB77-B0D0-0D1C-028EBBC15CE2}"/>
                  </a:ext>
                </a:extLst>
              </p:cNvPr>
              <p:cNvSpPr/>
              <p:nvPr/>
            </p:nvSpPr>
            <p:spPr>
              <a:xfrm>
                <a:off x="287453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8" name="ph443">
                <a:extLst>
                  <a:ext uri="{FF2B5EF4-FFF2-40B4-BE49-F238E27FC236}">
                    <a16:creationId xmlns:a16="http://schemas.microsoft.com/office/drawing/2014/main" id="{D0F7D9A1-D1F1-74AC-D3AB-4FF5A5F8546E}"/>
                  </a:ext>
                </a:extLst>
              </p:cNvPr>
              <p:cNvSpPr/>
              <p:nvPr/>
            </p:nvSpPr>
            <p:spPr>
              <a:xfrm>
                <a:off x="288397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9" name="ph444">
                <a:extLst>
                  <a:ext uri="{FF2B5EF4-FFF2-40B4-BE49-F238E27FC236}">
                    <a16:creationId xmlns:a16="http://schemas.microsoft.com/office/drawing/2014/main" id="{DB7EE129-3307-6ACE-C459-D15B87BD6854}"/>
                  </a:ext>
                </a:extLst>
              </p:cNvPr>
              <p:cNvSpPr/>
              <p:nvPr/>
            </p:nvSpPr>
            <p:spPr>
              <a:xfrm>
                <a:off x="289341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0" name="ph445">
                <a:extLst>
                  <a:ext uri="{FF2B5EF4-FFF2-40B4-BE49-F238E27FC236}">
                    <a16:creationId xmlns:a16="http://schemas.microsoft.com/office/drawing/2014/main" id="{E41BD128-C263-6580-F8B9-9E668C25352E}"/>
                  </a:ext>
                </a:extLst>
              </p:cNvPr>
              <p:cNvSpPr/>
              <p:nvPr/>
            </p:nvSpPr>
            <p:spPr>
              <a:xfrm>
                <a:off x="290285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B">
                  <a:alpha val="100000"/>
                </a:srgbClr>
              </a:solidFill>
              <a:ln w="5420" cap="flat">
                <a:solidFill>
                  <a:srgbClr val="E4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1" name="ph446">
                <a:extLst>
                  <a:ext uri="{FF2B5EF4-FFF2-40B4-BE49-F238E27FC236}">
                    <a16:creationId xmlns:a16="http://schemas.microsoft.com/office/drawing/2014/main" id="{0950FAF2-9535-08EF-5577-0F24F9AAF0D5}"/>
                  </a:ext>
                </a:extLst>
              </p:cNvPr>
              <p:cNvSpPr/>
              <p:nvPr/>
            </p:nvSpPr>
            <p:spPr>
              <a:xfrm>
                <a:off x="2912293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2" name="ph447">
                <a:extLst>
                  <a:ext uri="{FF2B5EF4-FFF2-40B4-BE49-F238E27FC236}">
                    <a16:creationId xmlns:a16="http://schemas.microsoft.com/office/drawing/2014/main" id="{4DA0E47C-4017-A7B7-F339-32A4A2F30C63}"/>
                  </a:ext>
                </a:extLst>
              </p:cNvPr>
              <p:cNvSpPr/>
              <p:nvPr/>
            </p:nvSpPr>
            <p:spPr>
              <a:xfrm>
                <a:off x="292173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3" name="ph448">
                <a:extLst>
                  <a:ext uri="{FF2B5EF4-FFF2-40B4-BE49-F238E27FC236}">
                    <a16:creationId xmlns:a16="http://schemas.microsoft.com/office/drawing/2014/main" id="{F5EBF470-1042-8DE3-D25C-AFB08FABC51B}"/>
                  </a:ext>
                </a:extLst>
              </p:cNvPr>
              <p:cNvSpPr/>
              <p:nvPr/>
            </p:nvSpPr>
            <p:spPr>
              <a:xfrm>
                <a:off x="293117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4" name="ph449">
                <a:extLst>
                  <a:ext uri="{FF2B5EF4-FFF2-40B4-BE49-F238E27FC236}">
                    <a16:creationId xmlns:a16="http://schemas.microsoft.com/office/drawing/2014/main" id="{B71D2B51-7237-13A8-390D-B30B304BDA28}"/>
                  </a:ext>
                </a:extLst>
              </p:cNvPr>
              <p:cNvSpPr/>
              <p:nvPr/>
            </p:nvSpPr>
            <p:spPr>
              <a:xfrm>
                <a:off x="2940614" y="269488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5" name="ph450">
                <a:extLst>
                  <a:ext uri="{FF2B5EF4-FFF2-40B4-BE49-F238E27FC236}">
                    <a16:creationId xmlns:a16="http://schemas.microsoft.com/office/drawing/2014/main" id="{AD1CD544-57DD-7398-39EA-2FB343C5BFF4}"/>
                  </a:ext>
                </a:extLst>
              </p:cNvPr>
              <p:cNvSpPr/>
              <p:nvPr/>
            </p:nvSpPr>
            <p:spPr>
              <a:xfrm>
                <a:off x="2950054" y="271245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846"/>
                    </a:lnTo>
                    <a:lnTo>
                      <a:pt x="922259" y="914400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6" name="ph451">
                <a:extLst>
                  <a:ext uri="{FF2B5EF4-FFF2-40B4-BE49-F238E27FC236}">
                    <a16:creationId xmlns:a16="http://schemas.microsoft.com/office/drawing/2014/main" id="{1212EA60-229E-CD6A-793A-734183E3BA2F}"/>
                  </a:ext>
                </a:extLst>
              </p:cNvPr>
              <p:cNvSpPr/>
              <p:nvPr/>
            </p:nvSpPr>
            <p:spPr>
              <a:xfrm>
                <a:off x="2959495" y="2694885"/>
                <a:ext cx="918447" cy="927415"/>
              </a:xfrm>
              <a:custGeom>
                <a:avLst/>
                <a:gdLst/>
                <a:ahLst/>
                <a:cxnLst/>
                <a:rect l="0" t="0" r="0" b="0"/>
                <a:pathLst>
                  <a:path w="918447" h="927415">
                    <a:moveTo>
                      <a:pt x="914399" y="914400"/>
                    </a:moveTo>
                    <a:lnTo>
                      <a:pt x="918447" y="914400"/>
                    </a:lnTo>
                    <a:lnTo>
                      <a:pt x="918048" y="915863"/>
                    </a:lnTo>
                    <a:lnTo>
                      <a:pt x="915125" y="925324"/>
                    </a:lnTo>
                    <a:lnTo>
                      <a:pt x="914399" y="927415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7" name="ph452">
                <a:extLst>
                  <a:ext uri="{FF2B5EF4-FFF2-40B4-BE49-F238E27FC236}">
                    <a16:creationId xmlns:a16="http://schemas.microsoft.com/office/drawing/2014/main" id="{B792826F-B5EE-48EE-1679-24AFFF0392B2}"/>
                  </a:ext>
                </a:extLst>
              </p:cNvPr>
              <p:cNvSpPr/>
              <p:nvPr/>
            </p:nvSpPr>
            <p:spPr>
              <a:xfrm>
                <a:off x="2478042" y="2677316"/>
                <a:ext cx="914399" cy="91954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9549">
                    <a:moveTo>
                      <a:pt x="914399" y="914400"/>
                    </a:moveTo>
                    <a:lnTo>
                      <a:pt x="914399" y="919549"/>
                    </a:lnTo>
                    <a:lnTo>
                      <a:pt x="913842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8" name="ph453">
                <a:extLst>
                  <a:ext uri="{FF2B5EF4-FFF2-40B4-BE49-F238E27FC236}">
                    <a16:creationId xmlns:a16="http://schemas.microsoft.com/office/drawing/2014/main" id="{2EDC1157-23B1-A963-3E1A-7DCC76141ECF}"/>
                  </a:ext>
                </a:extLst>
              </p:cNvPr>
              <p:cNvSpPr/>
              <p:nvPr/>
            </p:nvSpPr>
            <p:spPr>
              <a:xfrm>
                <a:off x="247804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75" y="931969"/>
                    </a:lnTo>
                    <a:lnTo>
                      <a:pt x="916029" y="931696"/>
                    </a:lnTo>
                    <a:lnTo>
                      <a:pt x="914562" y="921045"/>
                    </a:lnTo>
                    <a:lnTo>
                      <a:pt x="914399" y="91954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9" name="ph454">
                <a:extLst>
                  <a:ext uri="{FF2B5EF4-FFF2-40B4-BE49-F238E27FC236}">
                    <a16:creationId xmlns:a16="http://schemas.microsoft.com/office/drawing/2014/main" id="{39895574-1A71-2DB6-F662-2374536A23A9}"/>
                  </a:ext>
                </a:extLst>
              </p:cNvPr>
              <p:cNvSpPr/>
              <p:nvPr/>
            </p:nvSpPr>
            <p:spPr>
              <a:xfrm>
                <a:off x="248748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0" name="ph455">
                <a:extLst>
                  <a:ext uri="{FF2B5EF4-FFF2-40B4-BE49-F238E27FC236}">
                    <a16:creationId xmlns:a16="http://schemas.microsoft.com/office/drawing/2014/main" id="{4261311A-90BA-BEC0-F7E6-0C8EE470DD0A}"/>
                  </a:ext>
                </a:extLst>
              </p:cNvPr>
              <p:cNvSpPr/>
              <p:nvPr/>
            </p:nvSpPr>
            <p:spPr>
              <a:xfrm>
                <a:off x="249692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1" name="ph456">
                <a:extLst>
                  <a:ext uri="{FF2B5EF4-FFF2-40B4-BE49-F238E27FC236}">
                    <a16:creationId xmlns:a16="http://schemas.microsoft.com/office/drawing/2014/main" id="{10BDBB0F-48FF-6F36-CBA1-7EF4836F0C5C}"/>
                  </a:ext>
                </a:extLst>
              </p:cNvPr>
              <p:cNvSpPr/>
              <p:nvPr/>
            </p:nvSpPr>
            <p:spPr>
              <a:xfrm>
                <a:off x="250636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2" name="ph457">
                <a:extLst>
                  <a:ext uri="{FF2B5EF4-FFF2-40B4-BE49-F238E27FC236}">
                    <a16:creationId xmlns:a16="http://schemas.microsoft.com/office/drawing/2014/main" id="{92D19C5D-3095-CDC1-3AF5-1C71C6FFBFC5}"/>
                  </a:ext>
                </a:extLst>
              </p:cNvPr>
              <p:cNvSpPr/>
              <p:nvPr/>
            </p:nvSpPr>
            <p:spPr>
              <a:xfrm>
                <a:off x="251580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3" name="ph458">
                <a:extLst>
                  <a:ext uri="{FF2B5EF4-FFF2-40B4-BE49-F238E27FC236}">
                    <a16:creationId xmlns:a16="http://schemas.microsoft.com/office/drawing/2014/main" id="{97C24D8F-29CF-090F-C181-04C19F4CDBB3}"/>
                  </a:ext>
                </a:extLst>
              </p:cNvPr>
              <p:cNvSpPr/>
              <p:nvPr/>
            </p:nvSpPr>
            <p:spPr>
              <a:xfrm>
                <a:off x="252524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4" name="ph459">
                <a:extLst>
                  <a:ext uri="{FF2B5EF4-FFF2-40B4-BE49-F238E27FC236}">
                    <a16:creationId xmlns:a16="http://schemas.microsoft.com/office/drawing/2014/main" id="{344DCA4D-3604-5F3D-5145-63B3FD60A2A8}"/>
                  </a:ext>
                </a:extLst>
              </p:cNvPr>
              <p:cNvSpPr/>
              <p:nvPr/>
            </p:nvSpPr>
            <p:spPr>
              <a:xfrm>
                <a:off x="253468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5" name="ph460">
                <a:extLst>
                  <a:ext uri="{FF2B5EF4-FFF2-40B4-BE49-F238E27FC236}">
                    <a16:creationId xmlns:a16="http://schemas.microsoft.com/office/drawing/2014/main" id="{45EB3B02-B3C9-6FEC-04C1-066C6EF77126}"/>
                  </a:ext>
                </a:extLst>
              </p:cNvPr>
              <p:cNvSpPr/>
              <p:nvPr/>
            </p:nvSpPr>
            <p:spPr>
              <a:xfrm>
                <a:off x="254412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6" name="ph461">
                <a:extLst>
                  <a:ext uri="{FF2B5EF4-FFF2-40B4-BE49-F238E27FC236}">
                    <a16:creationId xmlns:a16="http://schemas.microsoft.com/office/drawing/2014/main" id="{9490C9CF-3C37-F5B5-A630-CBCA606A4D91}"/>
                  </a:ext>
                </a:extLst>
              </p:cNvPr>
              <p:cNvSpPr/>
              <p:nvPr/>
            </p:nvSpPr>
            <p:spPr>
              <a:xfrm>
                <a:off x="255356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7" name="ph462">
                <a:extLst>
                  <a:ext uri="{FF2B5EF4-FFF2-40B4-BE49-F238E27FC236}">
                    <a16:creationId xmlns:a16="http://schemas.microsoft.com/office/drawing/2014/main" id="{4C4B8A99-7979-DB35-B905-B3320B8FB1D9}"/>
                  </a:ext>
                </a:extLst>
              </p:cNvPr>
              <p:cNvSpPr/>
              <p:nvPr/>
            </p:nvSpPr>
            <p:spPr>
              <a:xfrm>
                <a:off x="256300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8" name="ph463">
                <a:extLst>
                  <a:ext uri="{FF2B5EF4-FFF2-40B4-BE49-F238E27FC236}">
                    <a16:creationId xmlns:a16="http://schemas.microsoft.com/office/drawing/2014/main" id="{5D06EB27-FBC5-4E9E-93E7-1FDB0F6C90E2}"/>
                  </a:ext>
                </a:extLst>
              </p:cNvPr>
              <p:cNvSpPr/>
              <p:nvPr/>
            </p:nvSpPr>
            <p:spPr>
              <a:xfrm>
                <a:off x="257244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9" name="ph464">
                <a:extLst>
                  <a:ext uri="{FF2B5EF4-FFF2-40B4-BE49-F238E27FC236}">
                    <a16:creationId xmlns:a16="http://schemas.microsoft.com/office/drawing/2014/main" id="{A6A2E741-296C-BCD4-D3DA-6920BBA95907}"/>
                  </a:ext>
                </a:extLst>
              </p:cNvPr>
              <p:cNvSpPr/>
              <p:nvPr/>
            </p:nvSpPr>
            <p:spPr>
              <a:xfrm>
                <a:off x="258188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0" name="ph465">
                <a:extLst>
                  <a:ext uri="{FF2B5EF4-FFF2-40B4-BE49-F238E27FC236}">
                    <a16:creationId xmlns:a16="http://schemas.microsoft.com/office/drawing/2014/main" id="{5ED8DD6F-B0E1-4C97-0B41-13424C56B1A2}"/>
                  </a:ext>
                </a:extLst>
              </p:cNvPr>
              <p:cNvSpPr/>
              <p:nvPr/>
            </p:nvSpPr>
            <p:spPr>
              <a:xfrm>
                <a:off x="2591325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1" name="ph466">
                <a:extLst>
                  <a:ext uri="{FF2B5EF4-FFF2-40B4-BE49-F238E27FC236}">
                    <a16:creationId xmlns:a16="http://schemas.microsoft.com/office/drawing/2014/main" id="{9BAE5C21-3E33-527D-2043-36E841FA0F99}"/>
                  </a:ext>
                </a:extLst>
              </p:cNvPr>
              <p:cNvSpPr/>
              <p:nvPr/>
            </p:nvSpPr>
            <p:spPr>
              <a:xfrm>
                <a:off x="260076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2" name="ph467">
                <a:extLst>
                  <a:ext uri="{FF2B5EF4-FFF2-40B4-BE49-F238E27FC236}">
                    <a16:creationId xmlns:a16="http://schemas.microsoft.com/office/drawing/2014/main" id="{42F4B986-DAC5-87FD-39FA-236E867662F8}"/>
                  </a:ext>
                </a:extLst>
              </p:cNvPr>
              <p:cNvSpPr/>
              <p:nvPr/>
            </p:nvSpPr>
            <p:spPr>
              <a:xfrm>
                <a:off x="261020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3" name="ph468">
                <a:extLst>
                  <a:ext uri="{FF2B5EF4-FFF2-40B4-BE49-F238E27FC236}">
                    <a16:creationId xmlns:a16="http://schemas.microsoft.com/office/drawing/2014/main" id="{BED3B65B-0C9D-102F-14B1-9E59BE32379D}"/>
                  </a:ext>
                </a:extLst>
              </p:cNvPr>
              <p:cNvSpPr/>
              <p:nvPr/>
            </p:nvSpPr>
            <p:spPr>
              <a:xfrm>
                <a:off x="261964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4" name="ph469">
                <a:extLst>
                  <a:ext uri="{FF2B5EF4-FFF2-40B4-BE49-F238E27FC236}">
                    <a16:creationId xmlns:a16="http://schemas.microsoft.com/office/drawing/2014/main" id="{DCD18803-F99C-7C10-36BC-FA756A8DC507}"/>
                  </a:ext>
                </a:extLst>
              </p:cNvPr>
              <p:cNvSpPr/>
              <p:nvPr/>
            </p:nvSpPr>
            <p:spPr>
              <a:xfrm>
                <a:off x="2629086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5" name="ph470">
                <a:extLst>
                  <a:ext uri="{FF2B5EF4-FFF2-40B4-BE49-F238E27FC236}">
                    <a16:creationId xmlns:a16="http://schemas.microsoft.com/office/drawing/2014/main" id="{061AE6BB-91AB-735C-6D93-418005C4DB08}"/>
                  </a:ext>
                </a:extLst>
              </p:cNvPr>
              <p:cNvSpPr/>
              <p:nvPr/>
            </p:nvSpPr>
            <p:spPr>
              <a:xfrm>
                <a:off x="263852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6" name="ph471">
                <a:extLst>
                  <a:ext uri="{FF2B5EF4-FFF2-40B4-BE49-F238E27FC236}">
                    <a16:creationId xmlns:a16="http://schemas.microsoft.com/office/drawing/2014/main" id="{D3DB00C7-76A1-51A2-90D4-F7953F928B75}"/>
                  </a:ext>
                </a:extLst>
              </p:cNvPr>
              <p:cNvSpPr/>
              <p:nvPr/>
            </p:nvSpPr>
            <p:spPr>
              <a:xfrm>
                <a:off x="264796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7" name="ph472">
                <a:extLst>
                  <a:ext uri="{FF2B5EF4-FFF2-40B4-BE49-F238E27FC236}">
                    <a16:creationId xmlns:a16="http://schemas.microsoft.com/office/drawing/2014/main" id="{39CFB569-A7A6-DEA6-280E-9B6437D8725E}"/>
                  </a:ext>
                </a:extLst>
              </p:cNvPr>
              <p:cNvSpPr/>
              <p:nvPr/>
            </p:nvSpPr>
            <p:spPr>
              <a:xfrm>
                <a:off x="265740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8" name="ph473">
                <a:extLst>
                  <a:ext uri="{FF2B5EF4-FFF2-40B4-BE49-F238E27FC236}">
                    <a16:creationId xmlns:a16="http://schemas.microsoft.com/office/drawing/2014/main" id="{29D256FE-48B6-57A6-D733-F738DC8AEF9E}"/>
                  </a:ext>
                </a:extLst>
              </p:cNvPr>
              <p:cNvSpPr/>
              <p:nvPr/>
            </p:nvSpPr>
            <p:spPr>
              <a:xfrm>
                <a:off x="266684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9" name="ph474">
                <a:extLst>
                  <a:ext uri="{FF2B5EF4-FFF2-40B4-BE49-F238E27FC236}">
                    <a16:creationId xmlns:a16="http://schemas.microsoft.com/office/drawing/2014/main" id="{63CE798F-40B9-8318-544B-D09ECDC81B95}"/>
                  </a:ext>
                </a:extLst>
              </p:cNvPr>
              <p:cNvSpPr/>
              <p:nvPr/>
            </p:nvSpPr>
            <p:spPr>
              <a:xfrm>
                <a:off x="2676287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0" name="ph475">
                <a:extLst>
                  <a:ext uri="{FF2B5EF4-FFF2-40B4-BE49-F238E27FC236}">
                    <a16:creationId xmlns:a16="http://schemas.microsoft.com/office/drawing/2014/main" id="{B4590FA8-299F-871C-877D-97EEDBABAFF9}"/>
                  </a:ext>
                </a:extLst>
              </p:cNvPr>
              <p:cNvSpPr/>
              <p:nvPr/>
            </p:nvSpPr>
            <p:spPr>
              <a:xfrm>
                <a:off x="268572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1" name="ph476">
                <a:extLst>
                  <a:ext uri="{FF2B5EF4-FFF2-40B4-BE49-F238E27FC236}">
                    <a16:creationId xmlns:a16="http://schemas.microsoft.com/office/drawing/2014/main" id="{9C48D051-33B8-7001-60E7-360539B6A6BA}"/>
                  </a:ext>
                </a:extLst>
              </p:cNvPr>
              <p:cNvSpPr/>
              <p:nvPr/>
            </p:nvSpPr>
            <p:spPr>
              <a:xfrm>
                <a:off x="269516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2" name="ph477">
                <a:extLst>
                  <a:ext uri="{FF2B5EF4-FFF2-40B4-BE49-F238E27FC236}">
                    <a16:creationId xmlns:a16="http://schemas.microsoft.com/office/drawing/2014/main" id="{360BE752-3C80-05EA-2082-670FD1E8A27F}"/>
                  </a:ext>
                </a:extLst>
              </p:cNvPr>
              <p:cNvSpPr/>
              <p:nvPr/>
            </p:nvSpPr>
            <p:spPr>
              <a:xfrm>
                <a:off x="270460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3" name="ph478">
                <a:extLst>
                  <a:ext uri="{FF2B5EF4-FFF2-40B4-BE49-F238E27FC236}">
                    <a16:creationId xmlns:a16="http://schemas.microsoft.com/office/drawing/2014/main" id="{604D9F4F-1B9B-31B5-882F-D54B14903CCE}"/>
                  </a:ext>
                </a:extLst>
              </p:cNvPr>
              <p:cNvSpPr/>
              <p:nvPr/>
            </p:nvSpPr>
            <p:spPr>
              <a:xfrm>
                <a:off x="2714048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4" name="ph479">
                <a:extLst>
                  <a:ext uri="{FF2B5EF4-FFF2-40B4-BE49-F238E27FC236}">
                    <a16:creationId xmlns:a16="http://schemas.microsoft.com/office/drawing/2014/main" id="{9C10C953-53BE-AD83-F501-FDC2BCBD5319}"/>
                  </a:ext>
                </a:extLst>
              </p:cNvPr>
              <p:cNvSpPr/>
              <p:nvPr/>
            </p:nvSpPr>
            <p:spPr>
              <a:xfrm>
                <a:off x="272348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5" name="ph480">
                <a:extLst>
                  <a:ext uri="{FF2B5EF4-FFF2-40B4-BE49-F238E27FC236}">
                    <a16:creationId xmlns:a16="http://schemas.microsoft.com/office/drawing/2014/main" id="{A4F09717-F5CF-3539-0140-0958A5EB0867}"/>
                  </a:ext>
                </a:extLst>
              </p:cNvPr>
              <p:cNvSpPr/>
              <p:nvPr/>
            </p:nvSpPr>
            <p:spPr>
              <a:xfrm>
                <a:off x="273292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6" name="ph481">
                <a:extLst>
                  <a:ext uri="{FF2B5EF4-FFF2-40B4-BE49-F238E27FC236}">
                    <a16:creationId xmlns:a16="http://schemas.microsoft.com/office/drawing/2014/main" id="{5317EAE1-0216-E1DB-80F6-19F7D0A2FBE1}"/>
                  </a:ext>
                </a:extLst>
              </p:cNvPr>
              <p:cNvSpPr/>
              <p:nvPr/>
            </p:nvSpPr>
            <p:spPr>
              <a:xfrm>
                <a:off x="274236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7" name="ph482">
                <a:extLst>
                  <a:ext uri="{FF2B5EF4-FFF2-40B4-BE49-F238E27FC236}">
                    <a16:creationId xmlns:a16="http://schemas.microsoft.com/office/drawing/2014/main" id="{F068B609-7E86-F2AC-5B3A-9ADCBD3EAC12}"/>
                  </a:ext>
                </a:extLst>
              </p:cNvPr>
              <p:cNvSpPr/>
              <p:nvPr/>
            </p:nvSpPr>
            <p:spPr>
              <a:xfrm>
                <a:off x="2751809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8" name="ph483">
                <a:extLst>
                  <a:ext uri="{FF2B5EF4-FFF2-40B4-BE49-F238E27FC236}">
                    <a16:creationId xmlns:a16="http://schemas.microsoft.com/office/drawing/2014/main" id="{22F404F6-A141-CBAD-9517-E4E0CCF5EB51}"/>
                  </a:ext>
                </a:extLst>
              </p:cNvPr>
              <p:cNvSpPr/>
              <p:nvPr/>
            </p:nvSpPr>
            <p:spPr>
              <a:xfrm>
                <a:off x="276125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9" name="ph484">
                <a:extLst>
                  <a:ext uri="{FF2B5EF4-FFF2-40B4-BE49-F238E27FC236}">
                    <a16:creationId xmlns:a16="http://schemas.microsoft.com/office/drawing/2014/main" id="{C1761CC3-A4C5-B78A-46DD-8A80F2C92080}"/>
                  </a:ext>
                </a:extLst>
              </p:cNvPr>
              <p:cNvSpPr/>
              <p:nvPr/>
            </p:nvSpPr>
            <p:spPr>
              <a:xfrm>
                <a:off x="277069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0" name="ph485">
                <a:extLst>
                  <a:ext uri="{FF2B5EF4-FFF2-40B4-BE49-F238E27FC236}">
                    <a16:creationId xmlns:a16="http://schemas.microsoft.com/office/drawing/2014/main" id="{FE5E98D6-91E1-817E-E9BD-1FFDD9022B21}"/>
                  </a:ext>
                </a:extLst>
              </p:cNvPr>
              <p:cNvSpPr/>
              <p:nvPr/>
            </p:nvSpPr>
            <p:spPr>
              <a:xfrm>
                <a:off x="278013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1" name="ph486">
                <a:extLst>
                  <a:ext uri="{FF2B5EF4-FFF2-40B4-BE49-F238E27FC236}">
                    <a16:creationId xmlns:a16="http://schemas.microsoft.com/office/drawing/2014/main" id="{5581F391-B745-5949-1042-88956934EDF1}"/>
                  </a:ext>
                </a:extLst>
              </p:cNvPr>
              <p:cNvSpPr/>
              <p:nvPr/>
            </p:nvSpPr>
            <p:spPr>
              <a:xfrm>
                <a:off x="2789570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2" name="ph487">
                <a:extLst>
                  <a:ext uri="{FF2B5EF4-FFF2-40B4-BE49-F238E27FC236}">
                    <a16:creationId xmlns:a16="http://schemas.microsoft.com/office/drawing/2014/main" id="{FD0AB2B9-B2C3-51B6-040A-0126EF15F39D}"/>
                  </a:ext>
                </a:extLst>
              </p:cNvPr>
              <p:cNvSpPr/>
              <p:nvPr/>
            </p:nvSpPr>
            <p:spPr>
              <a:xfrm>
                <a:off x="279901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3" name="ph488">
                <a:extLst>
                  <a:ext uri="{FF2B5EF4-FFF2-40B4-BE49-F238E27FC236}">
                    <a16:creationId xmlns:a16="http://schemas.microsoft.com/office/drawing/2014/main" id="{4A79C5E5-8A7A-A315-EAD5-88A302C6CC42}"/>
                  </a:ext>
                </a:extLst>
              </p:cNvPr>
              <p:cNvSpPr/>
              <p:nvPr/>
            </p:nvSpPr>
            <p:spPr>
              <a:xfrm>
                <a:off x="280845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4" name="ph489">
                <a:extLst>
                  <a:ext uri="{FF2B5EF4-FFF2-40B4-BE49-F238E27FC236}">
                    <a16:creationId xmlns:a16="http://schemas.microsoft.com/office/drawing/2014/main" id="{6826490D-9717-9D3D-FA58-206F8AD11328}"/>
                  </a:ext>
                </a:extLst>
              </p:cNvPr>
              <p:cNvSpPr/>
              <p:nvPr/>
            </p:nvSpPr>
            <p:spPr>
              <a:xfrm>
                <a:off x="281789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5" name="ph490">
                <a:extLst>
                  <a:ext uri="{FF2B5EF4-FFF2-40B4-BE49-F238E27FC236}">
                    <a16:creationId xmlns:a16="http://schemas.microsoft.com/office/drawing/2014/main" id="{649FD8CA-214C-5B01-8242-C3F1BEB2DD8F}"/>
                  </a:ext>
                </a:extLst>
              </p:cNvPr>
              <p:cNvSpPr/>
              <p:nvPr/>
            </p:nvSpPr>
            <p:spPr>
              <a:xfrm>
                <a:off x="2827331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6" name="ph491">
                <a:extLst>
                  <a:ext uri="{FF2B5EF4-FFF2-40B4-BE49-F238E27FC236}">
                    <a16:creationId xmlns:a16="http://schemas.microsoft.com/office/drawing/2014/main" id="{F45BC56F-B908-8944-148B-B046FFEE381D}"/>
                  </a:ext>
                </a:extLst>
              </p:cNvPr>
              <p:cNvSpPr/>
              <p:nvPr/>
            </p:nvSpPr>
            <p:spPr>
              <a:xfrm>
                <a:off x="283677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7" name="ph492">
                <a:extLst>
                  <a:ext uri="{FF2B5EF4-FFF2-40B4-BE49-F238E27FC236}">
                    <a16:creationId xmlns:a16="http://schemas.microsoft.com/office/drawing/2014/main" id="{243E7852-4128-9B61-21FD-6FCF4C575DD0}"/>
                  </a:ext>
                </a:extLst>
              </p:cNvPr>
              <p:cNvSpPr/>
              <p:nvPr/>
            </p:nvSpPr>
            <p:spPr>
              <a:xfrm>
                <a:off x="284621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8" name="ph493">
                <a:extLst>
                  <a:ext uri="{FF2B5EF4-FFF2-40B4-BE49-F238E27FC236}">
                    <a16:creationId xmlns:a16="http://schemas.microsoft.com/office/drawing/2014/main" id="{926EDE8A-CC43-9290-33A5-7F78B01C459F}"/>
                  </a:ext>
                </a:extLst>
              </p:cNvPr>
              <p:cNvSpPr/>
              <p:nvPr/>
            </p:nvSpPr>
            <p:spPr>
              <a:xfrm>
                <a:off x="285565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9" name="ph494">
                <a:extLst>
                  <a:ext uri="{FF2B5EF4-FFF2-40B4-BE49-F238E27FC236}">
                    <a16:creationId xmlns:a16="http://schemas.microsoft.com/office/drawing/2014/main" id="{1B38EB16-FB56-7221-7DF0-AA318A07C5B8}"/>
                  </a:ext>
                </a:extLst>
              </p:cNvPr>
              <p:cNvSpPr/>
              <p:nvPr/>
            </p:nvSpPr>
            <p:spPr>
              <a:xfrm>
                <a:off x="2865092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0" name="ph495">
                <a:extLst>
                  <a:ext uri="{FF2B5EF4-FFF2-40B4-BE49-F238E27FC236}">
                    <a16:creationId xmlns:a16="http://schemas.microsoft.com/office/drawing/2014/main" id="{134F680F-FD82-6E69-8858-7DF9D6C527E0}"/>
                  </a:ext>
                </a:extLst>
              </p:cNvPr>
              <p:cNvSpPr/>
              <p:nvPr/>
            </p:nvSpPr>
            <p:spPr>
              <a:xfrm>
                <a:off x="287453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1" name="ph496">
                <a:extLst>
                  <a:ext uri="{FF2B5EF4-FFF2-40B4-BE49-F238E27FC236}">
                    <a16:creationId xmlns:a16="http://schemas.microsoft.com/office/drawing/2014/main" id="{8F9F569F-A5D6-B173-13B8-FAE9517AA2B6}"/>
                  </a:ext>
                </a:extLst>
              </p:cNvPr>
              <p:cNvSpPr/>
              <p:nvPr/>
            </p:nvSpPr>
            <p:spPr>
              <a:xfrm>
                <a:off x="288397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2" name="ph497">
                <a:extLst>
                  <a:ext uri="{FF2B5EF4-FFF2-40B4-BE49-F238E27FC236}">
                    <a16:creationId xmlns:a16="http://schemas.microsoft.com/office/drawing/2014/main" id="{957D69DA-4045-55AF-F5CE-1F6847ABD332}"/>
                  </a:ext>
                </a:extLst>
              </p:cNvPr>
              <p:cNvSpPr/>
              <p:nvPr/>
            </p:nvSpPr>
            <p:spPr>
              <a:xfrm>
                <a:off x="289341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3" name="ph498">
                <a:extLst>
                  <a:ext uri="{FF2B5EF4-FFF2-40B4-BE49-F238E27FC236}">
                    <a16:creationId xmlns:a16="http://schemas.microsoft.com/office/drawing/2014/main" id="{88DB7F34-E3D5-9E47-0C2D-5A0A63B497C2}"/>
                  </a:ext>
                </a:extLst>
              </p:cNvPr>
              <p:cNvSpPr/>
              <p:nvPr/>
            </p:nvSpPr>
            <p:spPr>
              <a:xfrm>
                <a:off x="290285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4" name="ph499">
                <a:extLst>
                  <a:ext uri="{FF2B5EF4-FFF2-40B4-BE49-F238E27FC236}">
                    <a16:creationId xmlns:a16="http://schemas.microsoft.com/office/drawing/2014/main" id="{7F976F91-9F66-D33F-0D85-3FF829B467B3}"/>
                  </a:ext>
                </a:extLst>
              </p:cNvPr>
              <p:cNvSpPr/>
              <p:nvPr/>
            </p:nvSpPr>
            <p:spPr>
              <a:xfrm>
                <a:off x="2912293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5" name="ph500">
                <a:extLst>
                  <a:ext uri="{FF2B5EF4-FFF2-40B4-BE49-F238E27FC236}">
                    <a16:creationId xmlns:a16="http://schemas.microsoft.com/office/drawing/2014/main" id="{E3C2ED63-85A3-AFD2-12F1-9EC88DA07DAF}"/>
                  </a:ext>
                </a:extLst>
              </p:cNvPr>
              <p:cNvSpPr/>
              <p:nvPr/>
            </p:nvSpPr>
            <p:spPr>
              <a:xfrm>
                <a:off x="292173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6" name="ph501">
                <a:extLst>
                  <a:ext uri="{FF2B5EF4-FFF2-40B4-BE49-F238E27FC236}">
                    <a16:creationId xmlns:a16="http://schemas.microsoft.com/office/drawing/2014/main" id="{FE837A14-CFE8-CB16-B0E1-23F977A826D3}"/>
                  </a:ext>
                </a:extLst>
              </p:cNvPr>
              <p:cNvSpPr/>
              <p:nvPr/>
            </p:nvSpPr>
            <p:spPr>
              <a:xfrm>
                <a:off x="293117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D">
                  <a:alpha val="100000"/>
                </a:srgbClr>
              </a:solidFill>
              <a:ln w="5420" cap="flat">
                <a:solidFill>
                  <a:srgbClr val="E7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7" name="ph502">
                <a:extLst>
                  <a:ext uri="{FF2B5EF4-FFF2-40B4-BE49-F238E27FC236}">
                    <a16:creationId xmlns:a16="http://schemas.microsoft.com/office/drawing/2014/main" id="{B426ED8B-2F0A-FBF8-88CF-4F8B96C69C89}"/>
                  </a:ext>
                </a:extLst>
              </p:cNvPr>
              <p:cNvSpPr/>
              <p:nvPr/>
            </p:nvSpPr>
            <p:spPr>
              <a:xfrm>
                <a:off x="294061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8" name="ph503">
                <a:extLst>
                  <a:ext uri="{FF2B5EF4-FFF2-40B4-BE49-F238E27FC236}">
                    <a16:creationId xmlns:a16="http://schemas.microsoft.com/office/drawing/2014/main" id="{C2F4FBA6-D0CC-7221-2890-CD0302BBD3B6}"/>
                  </a:ext>
                </a:extLst>
              </p:cNvPr>
              <p:cNvSpPr/>
              <p:nvPr/>
            </p:nvSpPr>
            <p:spPr>
              <a:xfrm>
                <a:off x="2950054" y="26773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9" name="ph504">
                <a:extLst>
                  <a:ext uri="{FF2B5EF4-FFF2-40B4-BE49-F238E27FC236}">
                    <a16:creationId xmlns:a16="http://schemas.microsoft.com/office/drawing/2014/main" id="{83BE6521-891E-D181-1B19-4F932009178C}"/>
                  </a:ext>
                </a:extLst>
              </p:cNvPr>
              <p:cNvSpPr/>
              <p:nvPr/>
            </p:nvSpPr>
            <p:spPr>
              <a:xfrm>
                <a:off x="2959495" y="2694885"/>
                <a:ext cx="9229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25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2925" y="896830"/>
                    </a:lnTo>
                    <a:lnTo>
                      <a:pt x="920703" y="906133"/>
                    </a:lnTo>
                    <a:lnTo>
                      <a:pt x="918447" y="914400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0" name="ph505">
                <a:extLst>
                  <a:ext uri="{FF2B5EF4-FFF2-40B4-BE49-F238E27FC236}">
                    <a16:creationId xmlns:a16="http://schemas.microsoft.com/office/drawing/2014/main" id="{224C2D2A-744F-3683-6D76-C9230171B3B4}"/>
                  </a:ext>
                </a:extLst>
              </p:cNvPr>
              <p:cNvSpPr/>
              <p:nvPr/>
            </p:nvSpPr>
            <p:spPr>
              <a:xfrm>
                <a:off x="2478042" y="265974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3842" y="931969"/>
                    </a:lnTo>
                    <a:lnTo>
                      <a:pt x="913394" y="927836"/>
                    </a:lnTo>
                    <a:lnTo>
                      <a:pt x="912530" y="916959"/>
                    </a:lnTo>
                    <a:lnTo>
                      <a:pt x="912399" y="91439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1" name="ph506">
                <a:extLst>
                  <a:ext uri="{FF2B5EF4-FFF2-40B4-BE49-F238E27FC236}">
                    <a16:creationId xmlns:a16="http://schemas.microsoft.com/office/drawing/2014/main" id="{E97C086A-9B76-9863-28A4-3B112C198721}"/>
                  </a:ext>
                </a:extLst>
              </p:cNvPr>
              <p:cNvSpPr/>
              <p:nvPr/>
            </p:nvSpPr>
            <p:spPr>
              <a:xfrm>
                <a:off x="247804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2" name="ph507">
                <a:extLst>
                  <a:ext uri="{FF2B5EF4-FFF2-40B4-BE49-F238E27FC236}">
                    <a16:creationId xmlns:a16="http://schemas.microsoft.com/office/drawing/2014/main" id="{D462273F-EDD4-1CE2-18F9-78D349C80F1B}"/>
                  </a:ext>
                </a:extLst>
              </p:cNvPr>
              <p:cNvSpPr/>
              <p:nvPr/>
            </p:nvSpPr>
            <p:spPr>
              <a:xfrm>
                <a:off x="248748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3" name="ph508">
                <a:extLst>
                  <a:ext uri="{FF2B5EF4-FFF2-40B4-BE49-F238E27FC236}">
                    <a16:creationId xmlns:a16="http://schemas.microsoft.com/office/drawing/2014/main" id="{7F940ED5-6A3C-3D3E-D190-D9F5ABF12F45}"/>
                  </a:ext>
                </a:extLst>
              </p:cNvPr>
              <p:cNvSpPr/>
              <p:nvPr/>
            </p:nvSpPr>
            <p:spPr>
              <a:xfrm>
                <a:off x="249692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4" name="ph509">
                <a:extLst>
                  <a:ext uri="{FF2B5EF4-FFF2-40B4-BE49-F238E27FC236}">
                    <a16:creationId xmlns:a16="http://schemas.microsoft.com/office/drawing/2014/main" id="{C258C8DC-F1E4-6B63-F5E0-15F67EC760C8}"/>
                  </a:ext>
                </a:extLst>
              </p:cNvPr>
              <p:cNvSpPr/>
              <p:nvPr/>
            </p:nvSpPr>
            <p:spPr>
              <a:xfrm>
                <a:off x="250636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5" name="ph510">
                <a:extLst>
                  <a:ext uri="{FF2B5EF4-FFF2-40B4-BE49-F238E27FC236}">
                    <a16:creationId xmlns:a16="http://schemas.microsoft.com/office/drawing/2014/main" id="{B8B5DF7F-582E-8DA5-3264-97D58EC43193}"/>
                  </a:ext>
                </a:extLst>
              </p:cNvPr>
              <p:cNvSpPr/>
              <p:nvPr/>
            </p:nvSpPr>
            <p:spPr>
              <a:xfrm>
                <a:off x="251580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6" name="ph511">
                <a:extLst>
                  <a:ext uri="{FF2B5EF4-FFF2-40B4-BE49-F238E27FC236}">
                    <a16:creationId xmlns:a16="http://schemas.microsoft.com/office/drawing/2014/main" id="{61275A54-AEC0-714B-42BB-E3B0EA971020}"/>
                  </a:ext>
                </a:extLst>
              </p:cNvPr>
              <p:cNvSpPr/>
              <p:nvPr/>
            </p:nvSpPr>
            <p:spPr>
              <a:xfrm>
                <a:off x="252524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7" name="ph512">
                <a:extLst>
                  <a:ext uri="{FF2B5EF4-FFF2-40B4-BE49-F238E27FC236}">
                    <a16:creationId xmlns:a16="http://schemas.microsoft.com/office/drawing/2014/main" id="{4E59CC9F-6D62-D0B6-120B-FA7AEBA09BC6}"/>
                  </a:ext>
                </a:extLst>
              </p:cNvPr>
              <p:cNvSpPr/>
              <p:nvPr/>
            </p:nvSpPr>
            <p:spPr>
              <a:xfrm>
                <a:off x="253468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8" name="ph513">
                <a:extLst>
                  <a:ext uri="{FF2B5EF4-FFF2-40B4-BE49-F238E27FC236}">
                    <a16:creationId xmlns:a16="http://schemas.microsoft.com/office/drawing/2014/main" id="{CD65B087-04D2-5B9A-A518-52867A3366BD}"/>
                  </a:ext>
                </a:extLst>
              </p:cNvPr>
              <p:cNvSpPr/>
              <p:nvPr/>
            </p:nvSpPr>
            <p:spPr>
              <a:xfrm>
                <a:off x="254412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9" name="ph514">
                <a:extLst>
                  <a:ext uri="{FF2B5EF4-FFF2-40B4-BE49-F238E27FC236}">
                    <a16:creationId xmlns:a16="http://schemas.microsoft.com/office/drawing/2014/main" id="{5282AB34-F66A-81F0-97FC-96AA8D13B7C2}"/>
                  </a:ext>
                </a:extLst>
              </p:cNvPr>
              <p:cNvSpPr/>
              <p:nvPr/>
            </p:nvSpPr>
            <p:spPr>
              <a:xfrm>
                <a:off x="255356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0" name="ph515">
                <a:extLst>
                  <a:ext uri="{FF2B5EF4-FFF2-40B4-BE49-F238E27FC236}">
                    <a16:creationId xmlns:a16="http://schemas.microsoft.com/office/drawing/2014/main" id="{A8E17317-97FC-A1BE-0488-269608C87976}"/>
                  </a:ext>
                </a:extLst>
              </p:cNvPr>
              <p:cNvSpPr/>
              <p:nvPr/>
            </p:nvSpPr>
            <p:spPr>
              <a:xfrm>
                <a:off x="256300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1" name="ph516">
                <a:extLst>
                  <a:ext uri="{FF2B5EF4-FFF2-40B4-BE49-F238E27FC236}">
                    <a16:creationId xmlns:a16="http://schemas.microsoft.com/office/drawing/2014/main" id="{4C91AA4E-6261-BACD-5DAF-7CC6F0596CA0}"/>
                  </a:ext>
                </a:extLst>
              </p:cNvPr>
              <p:cNvSpPr/>
              <p:nvPr/>
            </p:nvSpPr>
            <p:spPr>
              <a:xfrm>
                <a:off x="257244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2" name="ph517">
                <a:extLst>
                  <a:ext uri="{FF2B5EF4-FFF2-40B4-BE49-F238E27FC236}">
                    <a16:creationId xmlns:a16="http://schemas.microsoft.com/office/drawing/2014/main" id="{5B21B982-262E-9095-C1D8-61E379FAC891}"/>
                  </a:ext>
                </a:extLst>
              </p:cNvPr>
              <p:cNvSpPr/>
              <p:nvPr/>
            </p:nvSpPr>
            <p:spPr>
              <a:xfrm>
                <a:off x="258188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3" name="ph518">
                <a:extLst>
                  <a:ext uri="{FF2B5EF4-FFF2-40B4-BE49-F238E27FC236}">
                    <a16:creationId xmlns:a16="http://schemas.microsoft.com/office/drawing/2014/main" id="{9140671D-C4EA-5ACF-15C8-7239087BCA91}"/>
                  </a:ext>
                </a:extLst>
              </p:cNvPr>
              <p:cNvSpPr/>
              <p:nvPr/>
            </p:nvSpPr>
            <p:spPr>
              <a:xfrm>
                <a:off x="2591325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4" name="ph519">
                <a:extLst>
                  <a:ext uri="{FF2B5EF4-FFF2-40B4-BE49-F238E27FC236}">
                    <a16:creationId xmlns:a16="http://schemas.microsoft.com/office/drawing/2014/main" id="{7948BE60-0A79-077D-76EC-385E026C13ED}"/>
                  </a:ext>
                </a:extLst>
              </p:cNvPr>
              <p:cNvSpPr/>
              <p:nvPr/>
            </p:nvSpPr>
            <p:spPr>
              <a:xfrm>
                <a:off x="260076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5" name="ph520">
                <a:extLst>
                  <a:ext uri="{FF2B5EF4-FFF2-40B4-BE49-F238E27FC236}">
                    <a16:creationId xmlns:a16="http://schemas.microsoft.com/office/drawing/2014/main" id="{7D4F8809-9979-96A4-61AF-356672ABAA02}"/>
                  </a:ext>
                </a:extLst>
              </p:cNvPr>
              <p:cNvSpPr/>
              <p:nvPr/>
            </p:nvSpPr>
            <p:spPr>
              <a:xfrm>
                <a:off x="261020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6" name="ph521">
                <a:extLst>
                  <a:ext uri="{FF2B5EF4-FFF2-40B4-BE49-F238E27FC236}">
                    <a16:creationId xmlns:a16="http://schemas.microsoft.com/office/drawing/2014/main" id="{0C4DCB09-8012-5C33-EDD6-12FB15C7FCA3}"/>
                  </a:ext>
                </a:extLst>
              </p:cNvPr>
              <p:cNvSpPr/>
              <p:nvPr/>
            </p:nvSpPr>
            <p:spPr>
              <a:xfrm>
                <a:off x="261964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7" name="ph522">
                <a:extLst>
                  <a:ext uri="{FF2B5EF4-FFF2-40B4-BE49-F238E27FC236}">
                    <a16:creationId xmlns:a16="http://schemas.microsoft.com/office/drawing/2014/main" id="{141278E2-FA00-46C1-22C2-E618E995AB92}"/>
                  </a:ext>
                </a:extLst>
              </p:cNvPr>
              <p:cNvSpPr/>
              <p:nvPr/>
            </p:nvSpPr>
            <p:spPr>
              <a:xfrm>
                <a:off x="2629086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8" name="ph523">
                <a:extLst>
                  <a:ext uri="{FF2B5EF4-FFF2-40B4-BE49-F238E27FC236}">
                    <a16:creationId xmlns:a16="http://schemas.microsoft.com/office/drawing/2014/main" id="{6BED4CE9-5DB9-3530-B100-F86E081D28AD}"/>
                  </a:ext>
                </a:extLst>
              </p:cNvPr>
              <p:cNvSpPr/>
              <p:nvPr/>
            </p:nvSpPr>
            <p:spPr>
              <a:xfrm>
                <a:off x="263852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9" name="ph524">
                <a:extLst>
                  <a:ext uri="{FF2B5EF4-FFF2-40B4-BE49-F238E27FC236}">
                    <a16:creationId xmlns:a16="http://schemas.microsoft.com/office/drawing/2014/main" id="{87A232BF-D131-06B8-62C3-B65CB7B97630}"/>
                  </a:ext>
                </a:extLst>
              </p:cNvPr>
              <p:cNvSpPr/>
              <p:nvPr/>
            </p:nvSpPr>
            <p:spPr>
              <a:xfrm>
                <a:off x="264796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0" name="ph525">
                <a:extLst>
                  <a:ext uri="{FF2B5EF4-FFF2-40B4-BE49-F238E27FC236}">
                    <a16:creationId xmlns:a16="http://schemas.microsoft.com/office/drawing/2014/main" id="{D7FEDE19-2AFC-E343-CFC3-CF4B312DD27C}"/>
                  </a:ext>
                </a:extLst>
              </p:cNvPr>
              <p:cNvSpPr/>
              <p:nvPr/>
            </p:nvSpPr>
            <p:spPr>
              <a:xfrm>
                <a:off x="265740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1" name="ph526">
                <a:extLst>
                  <a:ext uri="{FF2B5EF4-FFF2-40B4-BE49-F238E27FC236}">
                    <a16:creationId xmlns:a16="http://schemas.microsoft.com/office/drawing/2014/main" id="{8BDFBF92-E1D1-6304-0992-BCCE3D87B597}"/>
                  </a:ext>
                </a:extLst>
              </p:cNvPr>
              <p:cNvSpPr/>
              <p:nvPr/>
            </p:nvSpPr>
            <p:spPr>
              <a:xfrm>
                <a:off x="266684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2" name="ph527">
                <a:extLst>
                  <a:ext uri="{FF2B5EF4-FFF2-40B4-BE49-F238E27FC236}">
                    <a16:creationId xmlns:a16="http://schemas.microsoft.com/office/drawing/2014/main" id="{9A6D91DF-E241-C5FF-E29D-23571469F384}"/>
                  </a:ext>
                </a:extLst>
              </p:cNvPr>
              <p:cNvSpPr/>
              <p:nvPr/>
            </p:nvSpPr>
            <p:spPr>
              <a:xfrm>
                <a:off x="2676287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3" name="ph528">
                <a:extLst>
                  <a:ext uri="{FF2B5EF4-FFF2-40B4-BE49-F238E27FC236}">
                    <a16:creationId xmlns:a16="http://schemas.microsoft.com/office/drawing/2014/main" id="{F2F861E4-DB43-5FBB-B7C9-BC9E171E0E6E}"/>
                  </a:ext>
                </a:extLst>
              </p:cNvPr>
              <p:cNvSpPr/>
              <p:nvPr/>
            </p:nvSpPr>
            <p:spPr>
              <a:xfrm>
                <a:off x="268572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4" name="ph529">
                <a:extLst>
                  <a:ext uri="{FF2B5EF4-FFF2-40B4-BE49-F238E27FC236}">
                    <a16:creationId xmlns:a16="http://schemas.microsoft.com/office/drawing/2014/main" id="{42602F81-458D-44CA-F1AE-23A563657994}"/>
                  </a:ext>
                </a:extLst>
              </p:cNvPr>
              <p:cNvSpPr/>
              <p:nvPr/>
            </p:nvSpPr>
            <p:spPr>
              <a:xfrm>
                <a:off x="269516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5" name="ph530">
                <a:extLst>
                  <a:ext uri="{FF2B5EF4-FFF2-40B4-BE49-F238E27FC236}">
                    <a16:creationId xmlns:a16="http://schemas.microsoft.com/office/drawing/2014/main" id="{0A0CBA81-036F-D7BF-5D35-C6440C730DBF}"/>
                  </a:ext>
                </a:extLst>
              </p:cNvPr>
              <p:cNvSpPr/>
              <p:nvPr/>
            </p:nvSpPr>
            <p:spPr>
              <a:xfrm>
                <a:off x="270460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6" name="ph531">
                <a:extLst>
                  <a:ext uri="{FF2B5EF4-FFF2-40B4-BE49-F238E27FC236}">
                    <a16:creationId xmlns:a16="http://schemas.microsoft.com/office/drawing/2014/main" id="{75D36210-EA34-0CDF-1653-B5F1FFC688A6}"/>
                  </a:ext>
                </a:extLst>
              </p:cNvPr>
              <p:cNvSpPr/>
              <p:nvPr/>
            </p:nvSpPr>
            <p:spPr>
              <a:xfrm>
                <a:off x="2714048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7" name="ph532">
                <a:extLst>
                  <a:ext uri="{FF2B5EF4-FFF2-40B4-BE49-F238E27FC236}">
                    <a16:creationId xmlns:a16="http://schemas.microsoft.com/office/drawing/2014/main" id="{2AE34325-6B95-24F7-A6F3-DB45FE7AEF40}"/>
                  </a:ext>
                </a:extLst>
              </p:cNvPr>
              <p:cNvSpPr/>
              <p:nvPr/>
            </p:nvSpPr>
            <p:spPr>
              <a:xfrm>
                <a:off x="272348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8" name="ph533">
                <a:extLst>
                  <a:ext uri="{FF2B5EF4-FFF2-40B4-BE49-F238E27FC236}">
                    <a16:creationId xmlns:a16="http://schemas.microsoft.com/office/drawing/2014/main" id="{FEEB81A8-5BA2-6457-185A-4A392F875013}"/>
                  </a:ext>
                </a:extLst>
              </p:cNvPr>
              <p:cNvSpPr/>
              <p:nvPr/>
            </p:nvSpPr>
            <p:spPr>
              <a:xfrm>
                <a:off x="273292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9" name="ph534">
                <a:extLst>
                  <a:ext uri="{FF2B5EF4-FFF2-40B4-BE49-F238E27FC236}">
                    <a16:creationId xmlns:a16="http://schemas.microsoft.com/office/drawing/2014/main" id="{8DB06FAB-0BC1-BB0B-7852-C10DB141F275}"/>
                  </a:ext>
                </a:extLst>
              </p:cNvPr>
              <p:cNvSpPr/>
              <p:nvPr/>
            </p:nvSpPr>
            <p:spPr>
              <a:xfrm>
                <a:off x="274236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0" name="ph535">
                <a:extLst>
                  <a:ext uri="{FF2B5EF4-FFF2-40B4-BE49-F238E27FC236}">
                    <a16:creationId xmlns:a16="http://schemas.microsoft.com/office/drawing/2014/main" id="{8E478FEC-D7E8-B8CA-11AA-800430B6705F}"/>
                  </a:ext>
                </a:extLst>
              </p:cNvPr>
              <p:cNvSpPr/>
              <p:nvPr/>
            </p:nvSpPr>
            <p:spPr>
              <a:xfrm>
                <a:off x="2751809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1" name="ph536">
                <a:extLst>
                  <a:ext uri="{FF2B5EF4-FFF2-40B4-BE49-F238E27FC236}">
                    <a16:creationId xmlns:a16="http://schemas.microsoft.com/office/drawing/2014/main" id="{F70ACA8A-8B41-C10E-D651-8DF1019E8D67}"/>
                  </a:ext>
                </a:extLst>
              </p:cNvPr>
              <p:cNvSpPr/>
              <p:nvPr/>
            </p:nvSpPr>
            <p:spPr>
              <a:xfrm>
                <a:off x="276125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2" name="ph537">
                <a:extLst>
                  <a:ext uri="{FF2B5EF4-FFF2-40B4-BE49-F238E27FC236}">
                    <a16:creationId xmlns:a16="http://schemas.microsoft.com/office/drawing/2014/main" id="{F50765ED-AEEB-22A0-FA4F-80F49FE263E7}"/>
                  </a:ext>
                </a:extLst>
              </p:cNvPr>
              <p:cNvSpPr/>
              <p:nvPr/>
            </p:nvSpPr>
            <p:spPr>
              <a:xfrm>
                <a:off x="277069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3" name="ph538">
                <a:extLst>
                  <a:ext uri="{FF2B5EF4-FFF2-40B4-BE49-F238E27FC236}">
                    <a16:creationId xmlns:a16="http://schemas.microsoft.com/office/drawing/2014/main" id="{4EC64BAA-BECD-C918-CCD0-7C7EFD51C095}"/>
                  </a:ext>
                </a:extLst>
              </p:cNvPr>
              <p:cNvSpPr/>
              <p:nvPr/>
            </p:nvSpPr>
            <p:spPr>
              <a:xfrm>
                <a:off x="278013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4" name="ph539">
                <a:extLst>
                  <a:ext uri="{FF2B5EF4-FFF2-40B4-BE49-F238E27FC236}">
                    <a16:creationId xmlns:a16="http://schemas.microsoft.com/office/drawing/2014/main" id="{B779CF1F-7B3B-4EFF-7CEA-A057D2B3C4A0}"/>
                  </a:ext>
                </a:extLst>
              </p:cNvPr>
              <p:cNvSpPr/>
              <p:nvPr/>
            </p:nvSpPr>
            <p:spPr>
              <a:xfrm>
                <a:off x="2789570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5" name="ph540">
                <a:extLst>
                  <a:ext uri="{FF2B5EF4-FFF2-40B4-BE49-F238E27FC236}">
                    <a16:creationId xmlns:a16="http://schemas.microsoft.com/office/drawing/2014/main" id="{37AD5866-EA82-AFC3-9A27-7441DA416A9C}"/>
                  </a:ext>
                </a:extLst>
              </p:cNvPr>
              <p:cNvSpPr/>
              <p:nvPr/>
            </p:nvSpPr>
            <p:spPr>
              <a:xfrm>
                <a:off x="279901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6" name="ph541">
                <a:extLst>
                  <a:ext uri="{FF2B5EF4-FFF2-40B4-BE49-F238E27FC236}">
                    <a16:creationId xmlns:a16="http://schemas.microsoft.com/office/drawing/2014/main" id="{396866EB-489D-0C93-A3D6-C72FB773588F}"/>
                  </a:ext>
                </a:extLst>
              </p:cNvPr>
              <p:cNvSpPr/>
              <p:nvPr/>
            </p:nvSpPr>
            <p:spPr>
              <a:xfrm>
                <a:off x="280845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7" name="ph542">
                <a:extLst>
                  <a:ext uri="{FF2B5EF4-FFF2-40B4-BE49-F238E27FC236}">
                    <a16:creationId xmlns:a16="http://schemas.microsoft.com/office/drawing/2014/main" id="{B787F342-15B0-0B1E-2A40-2496347D1F1D}"/>
                  </a:ext>
                </a:extLst>
              </p:cNvPr>
              <p:cNvSpPr/>
              <p:nvPr/>
            </p:nvSpPr>
            <p:spPr>
              <a:xfrm>
                <a:off x="281789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8" name="ph543">
                <a:extLst>
                  <a:ext uri="{FF2B5EF4-FFF2-40B4-BE49-F238E27FC236}">
                    <a16:creationId xmlns:a16="http://schemas.microsoft.com/office/drawing/2014/main" id="{712E8A0A-0C1E-146F-9BDD-40FF29FD7E41}"/>
                  </a:ext>
                </a:extLst>
              </p:cNvPr>
              <p:cNvSpPr/>
              <p:nvPr/>
            </p:nvSpPr>
            <p:spPr>
              <a:xfrm>
                <a:off x="2827331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9" name="ph544">
                <a:extLst>
                  <a:ext uri="{FF2B5EF4-FFF2-40B4-BE49-F238E27FC236}">
                    <a16:creationId xmlns:a16="http://schemas.microsoft.com/office/drawing/2014/main" id="{9735E80B-1A8D-E85D-016D-77EBB58A91A9}"/>
                  </a:ext>
                </a:extLst>
              </p:cNvPr>
              <p:cNvSpPr/>
              <p:nvPr/>
            </p:nvSpPr>
            <p:spPr>
              <a:xfrm>
                <a:off x="283677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0" name="ph545">
                <a:extLst>
                  <a:ext uri="{FF2B5EF4-FFF2-40B4-BE49-F238E27FC236}">
                    <a16:creationId xmlns:a16="http://schemas.microsoft.com/office/drawing/2014/main" id="{8864778A-57EB-09B5-2B46-92F2902EE8A3}"/>
                  </a:ext>
                </a:extLst>
              </p:cNvPr>
              <p:cNvSpPr/>
              <p:nvPr/>
            </p:nvSpPr>
            <p:spPr>
              <a:xfrm>
                <a:off x="284621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1" name="ph546">
                <a:extLst>
                  <a:ext uri="{FF2B5EF4-FFF2-40B4-BE49-F238E27FC236}">
                    <a16:creationId xmlns:a16="http://schemas.microsoft.com/office/drawing/2014/main" id="{D79743CE-2EDD-9E7A-D134-2DC941701478}"/>
                  </a:ext>
                </a:extLst>
              </p:cNvPr>
              <p:cNvSpPr/>
              <p:nvPr/>
            </p:nvSpPr>
            <p:spPr>
              <a:xfrm>
                <a:off x="285565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2" name="ph547">
                <a:extLst>
                  <a:ext uri="{FF2B5EF4-FFF2-40B4-BE49-F238E27FC236}">
                    <a16:creationId xmlns:a16="http://schemas.microsoft.com/office/drawing/2014/main" id="{5D0AA38D-5BA2-744A-FFFB-6C211A95EA2A}"/>
                  </a:ext>
                </a:extLst>
              </p:cNvPr>
              <p:cNvSpPr/>
              <p:nvPr/>
            </p:nvSpPr>
            <p:spPr>
              <a:xfrm>
                <a:off x="2865092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3" name="ph548">
                <a:extLst>
                  <a:ext uri="{FF2B5EF4-FFF2-40B4-BE49-F238E27FC236}">
                    <a16:creationId xmlns:a16="http://schemas.microsoft.com/office/drawing/2014/main" id="{894262B1-CB09-43F3-FF22-3DB711A0F073}"/>
                  </a:ext>
                </a:extLst>
              </p:cNvPr>
              <p:cNvSpPr/>
              <p:nvPr/>
            </p:nvSpPr>
            <p:spPr>
              <a:xfrm>
                <a:off x="287453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4" name="ph549">
                <a:extLst>
                  <a:ext uri="{FF2B5EF4-FFF2-40B4-BE49-F238E27FC236}">
                    <a16:creationId xmlns:a16="http://schemas.microsoft.com/office/drawing/2014/main" id="{68F1BF71-16A6-779E-9C2B-9B5492E423A9}"/>
                  </a:ext>
                </a:extLst>
              </p:cNvPr>
              <p:cNvSpPr/>
              <p:nvPr/>
            </p:nvSpPr>
            <p:spPr>
              <a:xfrm>
                <a:off x="288397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5" name="ph550">
                <a:extLst>
                  <a:ext uri="{FF2B5EF4-FFF2-40B4-BE49-F238E27FC236}">
                    <a16:creationId xmlns:a16="http://schemas.microsoft.com/office/drawing/2014/main" id="{8FA68AF2-C2D2-778E-1474-709A32B93790}"/>
                  </a:ext>
                </a:extLst>
              </p:cNvPr>
              <p:cNvSpPr/>
              <p:nvPr/>
            </p:nvSpPr>
            <p:spPr>
              <a:xfrm>
                <a:off x="289341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6" name="ph551">
                <a:extLst>
                  <a:ext uri="{FF2B5EF4-FFF2-40B4-BE49-F238E27FC236}">
                    <a16:creationId xmlns:a16="http://schemas.microsoft.com/office/drawing/2014/main" id="{CFD9F928-C5D8-3401-8ECB-F1951D9F709C}"/>
                  </a:ext>
                </a:extLst>
              </p:cNvPr>
              <p:cNvSpPr/>
              <p:nvPr/>
            </p:nvSpPr>
            <p:spPr>
              <a:xfrm>
                <a:off x="290285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7" name="ph552">
                <a:extLst>
                  <a:ext uri="{FF2B5EF4-FFF2-40B4-BE49-F238E27FC236}">
                    <a16:creationId xmlns:a16="http://schemas.microsoft.com/office/drawing/2014/main" id="{D1368591-75B6-BCFD-9005-A9A6614E9004}"/>
                  </a:ext>
                </a:extLst>
              </p:cNvPr>
              <p:cNvSpPr/>
              <p:nvPr/>
            </p:nvSpPr>
            <p:spPr>
              <a:xfrm>
                <a:off x="2912293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8" name="ph553">
                <a:extLst>
                  <a:ext uri="{FF2B5EF4-FFF2-40B4-BE49-F238E27FC236}">
                    <a16:creationId xmlns:a16="http://schemas.microsoft.com/office/drawing/2014/main" id="{370687F1-AE05-0C25-6F47-727EEE517B25}"/>
                  </a:ext>
                </a:extLst>
              </p:cNvPr>
              <p:cNvSpPr/>
              <p:nvPr/>
            </p:nvSpPr>
            <p:spPr>
              <a:xfrm>
                <a:off x="292173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9" name="ph554">
                <a:extLst>
                  <a:ext uri="{FF2B5EF4-FFF2-40B4-BE49-F238E27FC236}">
                    <a16:creationId xmlns:a16="http://schemas.microsoft.com/office/drawing/2014/main" id="{A8CFE346-305E-DB0B-01E5-0D1866916A94}"/>
                  </a:ext>
                </a:extLst>
              </p:cNvPr>
              <p:cNvSpPr/>
              <p:nvPr/>
            </p:nvSpPr>
            <p:spPr>
              <a:xfrm>
                <a:off x="293117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0" name="ph555">
                <a:extLst>
                  <a:ext uri="{FF2B5EF4-FFF2-40B4-BE49-F238E27FC236}">
                    <a16:creationId xmlns:a16="http://schemas.microsoft.com/office/drawing/2014/main" id="{96B17356-50C4-D6AF-A6DA-ECBCBC7E60A5}"/>
                  </a:ext>
                </a:extLst>
              </p:cNvPr>
              <p:cNvSpPr/>
              <p:nvPr/>
            </p:nvSpPr>
            <p:spPr>
              <a:xfrm>
                <a:off x="294061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1" name="ph556">
                <a:extLst>
                  <a:ext uri="{FF2B5EF4-FFF2-40B4-BE49-F238E27FC236}">
                    <a16:creationId xmlns:a16="http://schemas.microsoft.com/office/drawing/2014/main" id="{EE383558-D982-DFBA-5594-08845D2A01D5}"/>
                  </a:ext>
                </a:extLst>
              </p:cNvPr>
              <p:cNvSpPr/>
              <p:nvPr/>
            </p:nvSpPr>
            <p:spPr>
              <a:xfrm>
                <a:off x="2950054" y="26597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2" name="ph557">
                <a:extLst>
                  <a:ext uri="{FF2B5EF4-FFF2-40B4-BE49-F238E27FC236}">
                    <a16:creationId xmlns:a16="http://schemas.microsoft.com/office/drawing/2014/main" id="{1F975D23-FB3E-5926-B8B7-3E564B117EDA}"/>
                  </a:ext>
                </a:extLst>
              </p:cNvPr>
              <p:cNvSpPr/>
              <p:nvPr/>
            </p:nvSpPr>
            <p:spPr>
              <a:xfrm>
                <a:off x="2959495" y="267731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0069"/>
                    </a:lnTo>
                    <a:lnTo>
                      <a:pt x="923085" y="913730"/>
                    </a:lnTo>
                    <a:lnTo>
                      <a:pt x="922925" y="914400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3" name="ph558">
                <a:extLst>
                  <a:ext uri="{FF2B5EF4-FFF2-40B4-BE49-F238E27FC236}">
                    <a16:creationId xmlns:a16="http://schemas.microsoft.com/office/drawing/2014/main" id="{73B89F26-8EDC-058D-C9D2-70A4E9E12F3E}"/>
                  </a:ext>
                </a:extLst>
              </p:cNvPr>
              <p:cNvSpPr/>
              <p:nvPr/>
            </p:nvSpPr>
            <p:spPr>
              <a:xfrm>
                <a:off x="2968935" y="2659746"/>
                <a:ext cx="916920" cy="927639"/>
              </a:xfrm>
              <a:custGeom>
                <a:avLst/>
                <a:gdLst/>
                <a:ahLst/>
                <a:cxnLst/>
                <a:rect l="0" t="0" r="0" b="0"/>
                <a:pathLst>
                  <a:path w="916920" h="927639">
                    <a:moveTo>
                      <a:pt x="914400" y="914399"/>
                    </a:moveTo>
                    <a:lnTo>
                      <a:pt x="916920" y="914399"/>
                    </a:lnTo>
                    <a:lnTo>
                      <a:pt x="915746" y="921111"/>
                    </a:lnTo>
                    <a:lnTo>
                      <a:pt x="914400" y="92763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4" name="ph559">
                <a:extLst>
                  <a:ext uri="{FF2B5EF4-FFF2-40B4-BE49-F238E27FC236}">
                    <a16:creationId xmlns:a16="http://schemas.microsoft.com/office/drawing/2014/main" id="{61AB7497-3DA7-F4A6-813D-B70C85A8A81D}"/>
                  </a:ext>
                </a:extLst>
              </p:cNvPr>
              <p:cNvSpPr/>
              <p:nvPr/>
            </p:nvSpPr>
            <p:spPr>
              <a:xfrm>
                <a:off x="2478042" y="264217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2399" y="931969"/>
                    </a:lnTo>
                    <a:lnTo>
                      <a:pt x="911972" y="923583"/>
                    </a:lnTo>
                    <a:lnTo>
                      <a:pt x="911762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5" name="ph560">
                <a:extLst>
                  <a:ext uri="{FF2B5EF4-FFF2-40B4-BE49-F238E27FC236}">
                    <a16:creationId xmlns:a16="http://schemas.microsoft.com/office/drawing/2014/main" id="{64075DB2-986A-F196-9EBF-55294F76CB11}"/>
                  </a:ext>
                </a:extLst>
              </p:cNvPr>
              <p:cNvSpPr/>
              <p:nvPr/>
            </p:nvSpPr>
            <p:spPr>
              <a:xfrm>
                <a:off x="247804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6" name="ph561">
                <a:extLst>
                  <a:ext uri="{FF2B5EF4-FFF2-40B4-BE49-F238E27FC236}">
                    <a16:creationId xmlns:a16="http://schemas.microsoft.com/office/drawing/2014/main" id="{F8EF2317-8586-A628-2234-7247F8A60B0B}"/>
                  </a:ext>
                </a:extLst>
              </p:cNvPr>
              <p:cNvSpPr/>
              <p:nvPr/>
            </p:nvSpPr>
            <p:spPr>
              <a:xfrm>
                <a:off x="248748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7" name="ph562">
                <a:extLst>
                  <a:ext uri="{FF2B5EF4-FFF2-40B4-BE49-F238E27FC236}">
                    <a16:creationId xmlns:a16="http://schemas.microsoft.com/office/drawing/2014/main" id="{3118D516-5395-6483-8570-08544DB2C93E}"/>
                  </a:ext>
                </a:extLst>
              </p:cNvPr>
              <p:cNvSpPr/>
              <p:nvPr/>
            </p:nvSpPr>
            <p:spPr>
              <a:xfrm>
                <a:off x="249692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8" name="ph563">
                <a:extLst>
                  <a:ext uri="{FF2B5EF4-FFF2-40B4-BE49-F238E27FC236}">
                    <a16:creationId xmlns:a16="http://schemas.microsoft.com/office/drawing/2014/main" id="{073FEFDD-1442-11D5-24DB-CBA220C0FA84}"/>
                  </a:ext>
                </a:extLst>
              </p:cNvPr>
              <p:cNvSpPr/>
              <p:nvPr/>
            </p:nvSpPr>
            <p:spPr>
              <a:xfrm>
                <a:off x="250636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9" name="ph564">
                <a:extLst>
                  <a:ext uri="{FF2B5EF4-FFF2-40B4-BE49-F238E27FC236}">
                    <a16:creationId xmlns:a16="http://schemas.microsoft.com/office/drawing/2014/main" id="{B4074EDC-87D6-90A3-C58F-D89B83B7966B}"/>
                  </a:ext>
                </a:extLst>
              </p:cNvPr>
              <p:cNvSpPr/>
              <p:nvPr/>
            </p:nvSpPr>
            <p:spPr>
              <a:xfrm>
                <a:off x="251580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0" name="ph565">
                <a:extLst>
                  <a:ext uri="{FF2B5EF4-FFF2-40B4-BE49-F238E27FC236}">
                    <a16:creationId xmlns:a16="http://schemas.microsoft.com/office/drawing/2014/main" id="{FE76369E-6907-20F7-6A8A-516080716250}"/>
                  </a:ext>
                </a:extLst>
              </p:cNvPr>
              <p:cNvSpPr/>
              <p:nvPr/>
            </p:nvSpPr>
            <p:spPr>
              <a:xfrm>
                <a:off x="252524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1" name="ph566">
                <a:extLst>
                  <a:ext uri="{FF2B5EF4-FFF2-40B4-BE49-F238E27FC236}">
                    <a16:creationId xmlns:a16="http://schemas.microsoft.com/office/drawing/2014/main" id="{C6EA73B0-F29D-615E-0393-D828CDA5EEBD}"/>
                  </a:ext>
                </a:extLst>
              </p:cNvPr>
              <p:cNvSpPr/>
              <p:nvPr/>
            </p:nvSpPr>
            <p:spPr>
              <a:xfrm>
                <a:off x="253468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2" name="ph567">
                <a:extLst>
                  <a:ext uri="{FF2B5EF4-FFF2-40B4-BE49-F238E27FC236}">
                    <a16:creationId xmlns:a16="http://schemas.microsoft.com/office/drawing/2014/main" id="{B3C41521-C618-5EDA-E7B4-C896162223E4}"/>
                  </a:ext>
                </a:extLst>
              </p:cNvPr>
              <p:cNvSpPr/>
              <p:nvPr/>
            </p:nvSpPr>
            <p:spPr>
              <a:xfrm>
                <a:off x="254412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3" name="ph568">
                <a:extLst>
                  <a:ext uri="{FF2B5EF4-FFF2-40B4-BE49-F238E27FC236}">
                    <a16:creationId xmlns:a16="http://schemas.microsoft.com/office/drawing/2014/main" id="{4B2CD0AB-14E1-76E1-AEF1-22ED62E6BC8D}"/>
                  </a:ext>
                </a:extLst>
              </p:cNvPr>
              <p:cNvSpPr/>
              <p:nvPr/>
            </p:nvSpPr>
            <p:spPr>
              <a:xfrm>
                <a:off x="255356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4" name="ph569">
                <a:extLst>
                  <a:ext uri="{FF2B5EF4-FFF2-40B4-BE49-F238E27FC236}">
                    <a16:creationId xmlns:a16="http://schemas.microsoft.com/office/drawing/2014/main" id="{87EEB9EE-C181-8EF9-C626-82A4B9CDE71F}"/>
                  </a:ext>
                </a:extLst>
              </p:cNvPr>
              <p:cNvSpPr/>
              <p:nvPr/>
            </p:nvSpPr>
            <p:spPr>
              <a:xfrm>
                <a:off x="256300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5" name="ph570">
                <a:extLst>
                  <a:ext uri="{FF2B5EF4-FFF2-40B4-BE49-F238E27FC236}">
                    <a16:creationId xmlns:a16="http://schemas.microsoft.com/office/drawing/2014/main" id="{F92DE6EA-4117-385B-8417-40699B0304B7}"/>
                  </a:ext>
                </a:extLst>
              </p:cNvPr>
              <p:cNvSpPr/>
              <p:nvPr/>
            </p:nvSpPr>
            <p:spPr>
              <a:xfrm>
                <a:off x="257244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6" name="ph571">
                <a:extLst>
                  <a:ext uri="{FF2B5EF4-FFF2-40B4-BE49-F238E27FC236}">
                    <a16:creationId xmlns:a16="http://schemas.microsoft.com/office/drawing/2014/main" id="{5136EA55-EA9D-4C3C-6464-54C6428F3930}"/>
                  </a:ext>
                </a:extLst>
              </p:cNvPr>
              <p:cNvSpPr/>
              <p:nvPr/>
            </p:nvSpPr>
            <p:spPr>
              <a:xfrm>
                <a:off x="258188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7" name="ph572">
                <a:extLst>
                  <a:ext uri="{FF2B5EF4-FFF2-40B4-BE49-F238E27FC236}">
                    <a16:creationId xmlns:a16="http://schemas.microsoft.com/office/drawing/2014/main" id="{C3914014-D9DD-82E6-28DD-FD4E57F69811}"/>
                  </a:ext>
                </a:extLst>
              </p:cNvPr>
              <p:cNvSpPr/>
              <p:nvPr/>
            </p:nvSpPr>
            <p:spPr>
              <a:xfrm>
                <a:off x="259132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8" name="ph573">
                <a:extLst>
                  <a:ext uri="{FF2B5EF4-FFF2-40B4-BE49-F238E27FC236}">
                    <a16:creationId xmlns:a16="http://schemas.microsoft.com/office/drawing/2014/main" id="{CAEE4279-0FA6-A114-C1E7-E188360C3F3C}"/>
                  </a:ext>
                </a:extLst>
              </p:cNvPr>
              <p:cNvSpPr/>
              <p:nvPr/>
            </p:nvSpPr>
            <p:spPr>
              <a:xfrm>
                <a:off x="260076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9" name="ph574">
                <a:extLst>
                  <a:ext uri="{FF2B5EF4-FFF2-40B4-BE49-F238E27FC236}">
                    <a16:creationId xmlns:a16="http://schemas.microsoft.com/office/drawing/2014/main" id="{F3513A73-0C6E-333E-9847-E12972FDAF01}"/>
                  </a:ext>
                </a:extLst>
              </p:cNvPr>
              <p:cNvSpPr/>
              <p:nvPr/>
            </p:nvSpPr>
            <p:spPr>
              <a:xfrm>
                <a:off x="261020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0" name="ph575">
                <a:extLst>
                  <a:ext uri="{FF2B5EF4-FFF2-40B4-BE49-F238E27FC236}">
                    <a16:creationId xmlns:a16="http://schemas.microsoft.com/office/drawing/2014/main" id="{21DA7F3E-CA63-9AA6-7E6D-48D770653076}"/>
                  </a:ext>
                </a:extLst>
              </p:cNvPr>
              <p:cNvSpPr/>
              <p:nvPr/>
            </p:nvSpPr>
            <p:spPr>
              <a:xfrm>
                <a:off x="261964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1" name="ph576">
                <a:extLst>
                  <a:ext uri="{FF2B5EF4-FFF2-40B4-BE49-F238E27FC236}">
                    <a16:creationId xmlns:a16="http://schemas.microsoft.com/office/drawing/2014/main" id="{F3FCB0F5-BF48-8951-DB9C-66898FF849FE}"/>
                  </a:ext>
                </a:extLst>
              </p:cNvPr>
              <p:cNvSpPr/>
              <p:nvPr/>
            </p:nvSpPr>
            <p:spPr>
              <a:xfrm>
                <a:off x="2629086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2" name="ph577">
                <a:extLst>
                  <a:ext uri="{FF2B5EF4-FFF2-40B4-BE49-F238E27FC236}">
                    <a16:creationId xmlns:a16="http://schemas.microsoft.com/office/drawing/2014/main" id="{D21768CF-C4CD-A448-B34D-D57324579E36}"/>
                  </a:ext>
                </a:extLst>
              </p:cNvPr>
              <p:cNvSpPr/>
              <p:nvPr/>
            </p:nvSpPr>
            <p:spPr>
              <a:xfrm>
                <a:off x="263852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3" name="ph578">
                <a:extLst>
                  <a:ext uri="{FF2B5EF4-FFF2-40B4-BE49-F238E27FC236}">
                    <a16:creationId xmlns:a16="http://schemas.microsoft.com/office/drawing/2014/main" id="{5AC6225B-F1C9-025F-3DD2-04170F5A6FCF}"/>
                  </a:ext>
                </a:extLst>
              </p:cNvPr>
              <p:cNvSpPr/>
              <p:nvPr/>
            </p:nvSpPr>
            <p:spPr>
              <a:xfrm>
                <a:off x="264796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4" name="ph579">
                <a:extLst>
                  <a:ext uri="{FF2B5EF4-FFF2-40B4-BE49-F238E27FC236}">
                    <a16:creationId xmlns:a16="http://schemas.microsoft.com/office/drawing/2014/main" id="{CF4B27E6-E14E-9577-1CBF-0B5648F4C6F5}"/>
                  </a:ext>
                </a:extLst>
              </p:cNvPr>
              <p:cNvSpPr/>
              <p:nvPr/>
            </p:nvSpPr>
            <p:spPr>
              <a:xfrm>
                <a:off x="265740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5" name="ph580">
                <a:extLst>
                  <a:ext uri="{FF2B5EF4-FFF2-40B4-BE49-F238E27FC236}">
                    <a16:creationId xmlns:a16="http://schemas.microsoft.com/office/drawing/2014/main" id="{6B8A0787-59B2-829E-6769-9BF67CEA6493}"/>
                  </a:ext>
                </a:extLst>
              </p:cNvPr>
              <p:cNvSpPr/>
              <p:nvPr/>
            </p:nvSpPr>
            <p:spPr>
              <a:xfrm>
                <a:off x="266684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6" name="ph581">
                <a:extLst>
                  <a:ext uri="{FF2B5EF4-FFF2-40B4-BE49-F238E27FC236}">
                    <a16:creationId xmlns:a16="http://schemas.microsoft.com/office/drawing/2014/main" id="{17B59608-A907-5F66-6C05-D086B993067F}"/>
                  </a:ext>
                </a:extLst>
              </p:cNvPr>
              <p:cNvSpPr/>
              <p:nvPr/>
            </p:nvSpPr>
            <p:spPr>
              <a:xfrm>
                <a:off x="2676287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7" name="ph582">
                <a:extLst>
                  <a:ext uri="{FF2B5EF4-FFF2-40B4-BE49-F238E27FC236}">
                    <a16:creationId xmlns:a16="http://schemas.microsoft.com/office/drawing/2014/main" id="{A9959932-574E-34B8-DA91-E9AC0B81A431}"/>
                  </a:ext>
                </a:extLst>
              </p:cNvPr>
              <p:cNvSpPr/>
              <p:nvPr/>
            </p:nvSpPr>
            <p:spPr>
              <a:xfrm>
                <a:off x="268572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8" name="ph583">
                <a:extLst>
                  <a:ext uri="{FF2B5EF4-FFF2-40B4-BE49-F238E27FC236}">
                    <a16:creationId xmlns:a16="http://schemas.microsoft.com/office/drawing/2014/main" id="{E605FCA5-2E10-FF4E-E022-DF876DDAC879}"/>
                  </a:ext>
                </a:extLst>
              </p:cNvPr>
              <p:cNvSpPr/>
              <p:nvPr/>
            </p:nvSpPr>
            <p:spPr>
              <a:xfrm>
                <a:off x="269516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9" name="ph584">
                <a:extLst>
                  <a:ext uri="{FF2B5EF4-FFF2-40B4-BE49-F238E27FC236}">
                    <a16:creationId xmlns:a16="http://schemas.microsoft.com/office/drawing/2014/main" id="{277921AF-2D9B-D524-6BB6-1869D2BA192A}"/>
                  </a:ext>
                </a:extLst>
              </p:cNvPr>
              <p:cNvSpPr/>
              <p:nvPr/>
            </p:nvSpPr>
            <p:spPr>
              <a:xfrm>
                <a:off x="270460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0" name="ph585">
                <a:extLst>
                  <a:ext uri="{FF2B5EF4-FFF2-40B4-BE49-F238E27FC236}">
                    <a16:creationId xmlns:a16="http://schemas.microsoft.com/office/drawing/2014/main" id="{608E6E96-6B3B-C810-D72B-72EE09517FB7}"/>
                  </a:ext>
                </a:extLst>
              </p:cNvPr>
              <p:cNvSpPr/>
              <p:nvPr/>
            </p:nvSpPr>
            <p:spPr>
              <a:xfrm>
                <a:off x="2714048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1" name="ph586">
                <a:extLst>
                  <a:ext uri="{FF2B5EF4-FFF2-40B4-BE49-F238E27FC236}">
                    <a16:creationId xmlns:a16="http://schemas.microsoft.com/office/drawing/2014/main" id="{C1A8FD3D-0174-22D3-63F3-FC9C2A8D8F45}"/>
                  </a:ext>
                </a:extLst>
              </p:cNvPr>
              <p:cNvSpPr/>
              <p:nvPr/>
            </p:nvSpPr>
            <p:spPr>
              <a:xfrm>
                <a:off x="272348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2" name="ph587">
                <a:extLst>
                  <a:ext uri="{FF2B5EF4-FFF2-40B4-BE49-F238E27FC236}">
                    <a16:creationId xmlns:a16="http://schemas.microsoft.com/office/drawing/2014/main" id="{1DC50694-95C5-242F-6F7B-2A82CCA2BF8F}"/>
                  </a:ext>
                </a:extLst>
              </p:cNvPr>
              <p:cNvSpPr/>
              <p:nvPr/>
            </p:nvSpPr>
            <p:spPr>
              <a:xfrm>
                <a:off x="273292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3" name="ph588">
                <a:extLst>
                  <a:ext uri="{FF2B5EF4-FFF2-40B4-BE49-F238E27FC236}">
                    <a16:creationId xmlns:a16="http://schemas.microsoft.com/office/drawing/2014/main" id="{E76C50BD-A491-34BE-EBA3-BAE00E5612B6}"/>
                  </a:ext>
                </a:extLst>
              </p:cNvPr>
              <p:cNvSpPr/>
              <p:nvPr/>
            </p:nvSpPr>
            <p:spPr>
              <a:xfrm>
                <a:off x="274236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4" name="ph589">
                <a:extLst>
                  <a:ext uri="{FF2B5EF4-FFF2-40B4-BE49-F238E27FC236}">
                    <a16:creationId xmlns:a16="http://schemas.microsoft.com/office/drawing/2014/main" id="{25726960-6DA8-45ED-A90D-A2BD150CDB1A}"/>
                  </a:ext>
                </a:extLst>
              </p:cNvPr>
              <p:cNvSpPr/>
              <p:nvPr/>
            </p:nvSpPr>
            <p:spPr>
              <a:xfrm>
                <a:off x="2751809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5" name="ph590">
                <a:extLst>
                  <a:ext uri="{FF2B5EF4-FFF2-40B4-BE49-F238E27FC236}">
                    <a16:creationId xmlns:a16="http://schemas.microsoft.com/office/drawing/2014/main" id="{C923978C-CFC4-ECDD-DDA7-0AABF08C13DD}"/>
                  </a:ext>
                </a:extLst>
              </p:cNvPr>
              <p:cNvSpPr/>
              <p:nvPr/>
            </p:nvSpPr>
            <p:spPr>
              <a:xfrm>
                <a:off x="276125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6" name="ph591">
                <a:extLst>
                  <a:ext uri="{FF2B5EF4-FFF2-40B4-BE49-F238E27FC236}">
                    <a16:creationId xmlns:a16="http://schemas.microsoft.com/office/drawing/2014/main" id="{5E8B0546-B9AB-D8B1-C177-079A0C685EB1}"/>
                  </a:ext>
                </a:extLst>
              </p:cNvPr>
              <p:cNvSpPr/>
              <p:nvPr/>
            </p:nvSpPr>
            <p:spPr>
              <a:xfrm>
                <a:off x="277069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7" name="ph592">
                <a:extLst>
                  <a:ext uri="{FF2B5EF4-FFF2-40B4-BE49-F238E27FC236}">
                    <a16:creationId xmlns:a16="http://schemas.microsoft.com/office/drawing/2014/main" id="{A8BB4532-91A2-BE80-18B5-4AB4B808F7DF}"/>
                  </a:ext>
                </a:extLst>
              </p:cNvPr>
              <p:cNvSpPr/>
              <p:nvPr/>
            </p:nvSpPr>
            <p:spPr>
              <a:xfrm>
                <a:off x="278013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8" name="ph593">
                <a:extLst>
                  <a:ext uri="{FF2B5EF4-FFF2-40B4-BE49-F238E27FC236}">
                    <a16:creationId xmlns:a16="http://schemas.microsoft.com/office/drawing/2014/main" id="{60A49A31-88A2-D88E-F463-155D3F9B0932}"/>
                  </a:ext>
                </a:extLst>
              </p:cNvPr>
              <p:cNvSpPr/>
              <p:nvPr/>
            </p:nvSpPr>
            <p:spPr>
              <a:xfrm>
                <a:off x="2789570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9" name="ph594">
                <a:extLst>
                  <a:ext uri="{FF2B5EF4-FFF2-40B4-BE49-F238E27FC236}">
                    <a16:creationId xmlns:a16="http://schemas.microsoft.com/office/drawing/2014/main" id="{2601EA7F-E4DA-DFF0-AB29-666B0FD7F432}"/>
                  </a:ext>
                </a:extLst>
              </p:cNvPr>
              <p:cNvSpPr/>
              <p:nvPr/>
            </p:nvSpPr>
            <p:spPr>
              <a:xfrm>
                <a:off x="279901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0" name="ph595">
                <a:extLst>
                  <a:ext uri="{FF2B5EF4-FFF2-40B4-BE49-F238E27FC236}">
                    <a16:creationId xmlns:a16="http://schemas.microsoft.com/office/drawing/2014/main" id="{20F7FCE7-1A11-4EC4-848F-48FA32A1D05B}"/>
                  </a:ext>
                </a:extLst>
              </p:cNvPr>
              <p:cNvSpPr/>
              <p:nvPr/>
            </p:nvSpPr>
            <p:spPr>
              <a:xfrm>
                <a:off x="280845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1" name="ph596">
                <a:extLst>
                  <a:ext uri="{FF2B5EF4-FFF2-40B4-BE49-F238E27FC236}">
                    <a16:creationId xmlns:a16="http://schemas.microsoft.com/office/drawing/2014/main" id="{DE14A8DC-4DBC-1DAA-DEBE-BB093775652A}"/>
                  </a:ext>
                </a:extLst>
              </p:cNvPr>
              <p:cNvSpPr/>
              <p:nvPr/>
            </p:nvSpPr>
            <p:spPr>
              <a:xfrm>
                <a:off x="281789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2" name="ph597">
                <a:extLst>
                  <a:ext uri="{FF2B5EF4-FFF2-40B4-BE49-F238E27FC236}">
                    <a16:creationId xmlns:a16="http://schemas.microsoft.com/office/drawing/2014/main" id="{3631E653-D257-1E8E-1192-533A683AB2D5}"/>
                  </a:ext>
                </a:extLst>
              </p:cNvPr>
              <p:cNvSpPr/>
              <p:nvPr/>
            </p:nvSpPr>
            <p:spPr>
              <a:xfrm>
                <a:off x="2827331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3" name="ph598">
                <a:extLst>
                  <a:ext uri="{FF2B5EF4-FFF2-40B4-BE49-F238E27FC236}">
                    <a16:creationId xmlns:a16="http://schemas.microsoft.com/office/drawing/2014/main" id="{F180B1B6-0726-98B6-EBF7-E96776EA5D9D}"/>
                  </a:ext>
                </a:extLst>
              </p:cNvPr>
              <p:cNvSpPr/>
              <p:nvPr/>
            </p:nvSpPr>
            <p:spPr>
              <a:xfrm>
                <a:off x="283677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4" name="ph599">
                <a:extLst>
                  <a:ext uri="{FF2B5EF4-FFF2-40B4-BE49-F238E27FC236}">
                    <a16:creationId xmlns:a16="http://schemas.microsoft.com/office/drawing/2014/main" id="{0748611D-3C0A-17E9-FCF5-E2631578C2FB}"/>
                  </a:ext>
                </a:extLst>
              </p:cNvPr>
              <p:cNvSpPr/>
              <p:nvPr/>
            </p:nvSpPr>
            <p:spPr>
              <a:xfrm>
                <a:off x="284621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5" name="ph600">
                <a:extLst>
                  <a:ext uri="{FF2B5EF4-FFF2-40B4-BE49-F238E27FC236}">
                    <a16:creationId xmlns:a16="http://schemas.microsoft.com/office/drawing/2014/main" id="{E94E6912-DCA9-C6CC-FC26-C6D3D5B4A61E}"/>
                  </a:ext>
                </a:extLst>
              </p:cNvPr>
              <p:cNvSpPr/>
              <p:nvPr/>
            </p:nvSpPr>
            <p:spPr>
              <a:xfrm>
                <a:off x="285565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6" name="ph601">
                <a:extLst>
                  <a:ext uri="{FF2B5EF4-FFF2-40B4-BE49-F238E27FC236}">
                    <a16:creationId xmlns:a16="http://schemas.microsoft.com/office/drawing/2014/main" id="{B85766C4-47A4-DAD6-4484-6E364ED0A752}"/>
                  </a:ext>
                </a:extLst>
              </p:cNvPr>
              <p:cNvSpPr/>
              <p:nvPr/>
            </p:nvSpPr>
            <p:spPr>
              <a:xfrm>
                <a:off x="2865092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7" name="ph602">
                <a:extLst>
                  <a:ext uri="{FF2B5EF4-FFF2-40B4-BE49-F238E27FC236}">
                    <a16:creationId xmlns:a16="http://schemas.microsoft.com/office/drawing/2014/main" id="{0109699B-8DA7-9879-DCDD-DAAE1CBB4BA9}"/>
                  </a:ext>
                </a:extLst>
              </p:cNvPr>
              <p:cNvSpPr/>
              <p:nvPr/>
            </p:nvSpPr>
            <p:spPr>
              <a:xfrm>
                <a:off x="287453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8" name="ph603">
                <a:extLst>
                  <a:ext uri="{FF2B5EF4-FFF2-40B4-BE49-F238E27FC236}">
                    <a16:creationId xmlns:a16="http://schemas.microsoft.com/office/drawing/2014/main" id="{C75C416E-4CC0-A7EE-75DA-BB0D1964551F}"/>
                  </a:ext>
                </a:extLst>
              </p:cNvPr>
              <p:cNvSpPr/>
              <p:nvPr/>
            </p:nvSpPr>
            <p:spPr>
              <a:xfrm>
                <a:off x="288397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9" name="ph604">
                <a:extLst>
                  <a:ext uri="{FF2B5EF4-FFF2-40B4-BE49-F238E27FC236}">
                    <a16:creationId xmlns:a16="http://schemas.microsoft.com/office/drawing/2014/main" id="{DA6837FB-FCF4-075C-F846-AB121F59C155}"/>
                  </a:ext>
                </a:extLst>
              </p:cNvPr>
              <p:cNvSpPr/>
              <p:nvPr/>
            </p:nvSpPr>
            <p:spPr>
              <a:xfrm>
                <a:off x="289341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0" name="ph605">
                <a:extLst>
                  <a:ext uri="{FF2B5EF4-FFF2-40B4-BE49-F238E27FC236}">
                    <a16:creationId xmlns:a16="http://schemas.microsoft.com/office/drawing/2014/main" id="{0670EC27-C55F-5E02-A0E9-43097C6EE070}"/>
                  </a:ext>
                </a:extLst>
              </p:cNvPr>
              <p:cNvSpPr/>
              <p:nvPr/>
            </p:nvSpPr>
            <p:spPr>
              <a:xfrm>
                <a:off x="290285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1" name="ph606">
                <a:extLst>
                  <a:ext uri="{FF2B5EF4-FFF2-40B4-BE49-F238E27FC236}">
                    <a16:creationId xmlns:a16="http://schemas.microsoft.com/office/drawing/2014/main" id="{6BA6B112-6E14-86E5-180D-0752551E03C0}"/>
                  </a:ext>
                </a:extLst>
              </p:cNvPr>
              <p:cNvSpPr/>
              <p:nvPr/>
            </p:nvSpPr>
            <p:spPr>
              <a:xfrm>
                <a:off x="2912293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2" name="ph607">
                <a:extLst>
                  <a:ext uri="{FF2B5EF4-FFF2-40B4-BE49-F238E27FC236}">
                    <a16:creationId xmlns:a16="http://schemas.microsoft.com/office/drawing/2014/main" id="{C5DCBF0C-8389-ECC7-8A1D-F2264871A35D}"/>
                  </a:ext>
                </a:extLst>
              </p:cNvPr>
              <p:cNvSpPr/>
              <p:nvPr/>
            </p:nvSpPr>
            <p:spPr>
              <a:xfrm>
                <a:off x="292173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D">
                  <a:alpha val="100000"/>
                </a:srgbClr>
              </a:solidFill>
              <a:ln w="5420" cap="flat">
                <a:solidFill>
                  <a:srgbClr val="E7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3" name="ph608">
                <a:extLst>
                  <a:ext uri="{FF2B5EF4-FFF2-40B4-BE49-F238E27FC236}">
                    <a16:creationId xmlns:a16="http://schemas.microsoft.com/office/drawing/2014/main" id="{C3C991D7-E89B-3975-B1BF-A5300AD7FB95}"/>
                  </a:ext>
                </a:extLst>
              </p:cNvPr>
              <p:cNvSpPr/>
              <p:nvPr/>
            </p:nvSpPr>
            <p:spPr>
              <a:xfrm>
                <a:off x="293117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4" name="ph609">
                <a:extLst>
                  <a:ext uri="{FF2B5EF4-FFF2-40B4-BE49-F238E27FC236}">
                    <a16:creationId xmlns:a16="http://schemas.microsoft.com/office/drawing/2014/main" id="{213A66E7-A274-14DE-24D2-FB0884811FCD}"/>
                  </a:ext>
                </a:extLst>
              </p:cNvPr>
              <p:cNvSpPr/>
              <p:nvPr/>
            </p:nvSpPr>
            <p:spPr>
              <a:xfrm>
                <a:off x="294061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5" name="ph610">
                <a:extLst>
                  <a:ext uri="{FF2B5EF4-FFF2-40B4-BE49-F238E27FC236}">
                    <a16:creationId xmlns:a16="http://schemas.microsoft.com/office/drawing/2014/main" id="{FC3AB5E7-C6B3-6180-9699-5DC86F4272FC}"/>
                  </a:ext>
                </a:extLst>
              </p:cNvPr>
              <p:cNvSpPr/>
              <p:nvPr/>
            </p:nvSpPr>
            <p:spPr>
              <a:xfrm>
                <a:off x="2950054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6" name="ph611">
                <a:extLst>
                  <a:ext uri="{FF2B5EF4-FFF2-40B4-BE49-F238E27FC236}">
                    <a16:creationId xmlns:a16="http://schemas.microsoft.com/office/drawing/2014/main" id="{174C0CA1-28AE-E9FB-BF80-7FE1E4C1D925}"/>
                  </a:ext>
                </a:extLst>
              </p:cNvPr>
              <p:cNvSpPr/>
              <p:nvPr/>
            </p:nvSpPr>
            <p:spPr>
              <a:xfrm>
                <a:off x="2959495" y="26421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7" name="ph612">
                <a:extLst>
                  <a:ext uri="{FF2B5EF4-FFF2-40B4-BE49-F238E27FC236}">
                    <a16:creationId xmlns:a16="http://schemas.microsoft.com/office/drawing/2014/main" id="{BF870D9E-8B02-33F6-49C3-955664C6089C}"/>
                  </a:ext>
                </a:extLst>
              </p:cNvPr>
              <p:cNvSpPr/>
              <p:nvPr/>
            </p:nvSpPr>
            <p:spPr>
              <a:xfrm>
                <a:off x="2968935" y="2659746"/>
                <a:ext cx="919472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2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72" y="896830"/>
                    </a:lnTo>
                    <a:lnTo>
                      <a:pt x="919085" y="900195"/>
                    </a:lnTo>
                    <a:lnTo>
                      <a:pt x="917561" y="910733"/>
                    </a:lnTo>
                    <a:lnTo>
                      <a:pt x="916920" y="91439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8" name="ph613">
                <a:extLst>
                  <a:ext uri="{FF2B5EF4-FFF2-40B4-BE49-F238E27FC236}">
                    <a16:creationId xmlns:a16="http://schemas.microsoft.com/office/drawing/2014/main" id="{882EE979-FAF1-0239-E5FB-C596520A7430}"/>
                  </a:ext>
                </a:extLst>
              </p:cNvPr>
              <p:cNvSpPr/>
              <p:nvPr/>
            </p:nvSpPr>
            <p:spPr>
              <a:xfrm>
                <a:off x="2478042" y="262460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1762" y="931969"/>
                    </a:lnTo>
                    <a:lnTo>
                      <a:pt x="911721" y="930167"/>
                    </a:lnTo>
                    <a:lnTo>
                      <a:pt x="911778" y="919173"/>
                    </a:lnTo>
                    <a:lnTo>
                      <a:pt x="911937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9" name="ph614">
                <a:extLst>
                  <a:ext uri="{FF2B5EF4-FFF2-40B4-BE49-F238E27FC236}">
                    <a16:creationId xmlns:a16="http://schemas.microsoft.com/office/drawing/2014/main" id="{A3218618-4C7F-720A-2B1B-9E0C681072CF}"/>
                  </a:ext>
                </a:extLst>
              </p:cNvPr>
              <p:cNvSpPr/>
              <p:nvPr/>
            </p:nvSpPr>
            <p:spPr>
              <a:xfrm>
                <a:off x="247804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0" name="ph615">
                <a:extLst>
                  <a:ext uri="{FF2B5EF4-FFF2-40B4-BE49-F238E27FC236}">
                    <a16:creationId xmlns:a16="http://schemas.microsoft.com/office/drawing/2014/main" id="{6057AE32-936C-2DE1-26B4-AB1AB57B39C7}"/>
                  </a:ext>
                </a:extLst>
              </p:cNvPr>
              <p:cNvSpPr/>
              <p:nvPr/>
            </p:nvSpPr>
            <p:spPr>
              <a:xfrm>
                <a:off x="248748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1" name="ph616">
                <a:extLst>
                  <a:ext uri="{FF2B5EF4-FFF2-40B4-BE49-F238E27FC236}">
                    <a16:creationId xmlns:a16="http://schemas.microsoft.com/office/drawing/2014/main" id="{A261F1C1-5A43-A110-0F2B-1D71AE0A6122}"/>
                  </a:ext>
                </a:extLst>
              </p:cNvPr>
              <p:cNvSpPr/>
              <p:nvPr/>
            </p:nvSpPr>
            <p:spPr>
              <a:xfrm>
                <a:off x="249692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2" name="ph617">
                <a:extLst>
                  <a:ext uri="{FF2B5EF4-FFF2-40B4-BE49-F238E27FC236}">
                    <a16:creationId xmlns:a16="http://schemas.microsoft.com/office/drawing/2014/main" id="{A2259E01-37E7-9382-5382-7AF7B94267DC}"/>
                  </a:ext>
                </a:extLst>
              </p:cNvPr>
              <p:cNvSpPr/>
              <p:nvPr/>
            </p:nvSpPr>
            <p:spPr>
              <a:xfrm>
                <a:off x="250636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3" name="ph618">
                <a:extLst>
                  <a:ext uri="{FF2B5EF4-FFF2-40B4-BE49-F238E27FC236}">
                    <a16:creationId xmlns:a16="http://schemas.microsoft.com/office/drawing/2014/main" id="{FA05DD31-4BBC-6DA8-51D9-6F86A53EEE57}"/>
                  </a:ext>
                </a:extLst>
              </p:cNvPr>
              <p:cNvSpPr/>
              <p:nvPr/>
            </p:nvSpPr>
            <p:spPr>
              <a:xfrm>
                <a:off x="251580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4" name="ph619">
                <a:extLst>
                  <a:ext uri="{FF2B5EF4-FFF2-40B4-BE49-F238E27FC236}">
                    <a16:creationId xmlns:a16="http://schemas.microsoft.com/office/drawing/2014/main" id="{9E7A34D7-9EF5-0BE5-A28B-879E9AC93F03}"/>
                  </a:ext>
                </a:extLst>
              </p:cNvPr>
              <p:cNvSpPr/>
              <p:nvPr/>
            </p:nvSpPr>
            <p:spPr>
              <a:xfrm>
                <a:off x="252524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5" name="ph620">
                <a:extLst>
                  <a:ext uri="{FF2B5EF4-FFF2-40B4-BE49-F238E27FC236}">
                    <a16:creationId xmlns:a16="http://schemas.microsoft.com/office/drawing/2014/main" id="{5CBCC2DD-649F-C5E9-FB4B-A354EA104201}"/>
                  </a:ext>
                </a:extLst>
              </p:cNvPr>
              <p:cNvSpPr/>
              <p:nvPr/>
            </p:nvSpPr>
            <p:spPr>
              <a:xfrm>
                <a:off x="253468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6" name="ph621">
                <a:extLst>
                  <a:ext uri="{FF2B5EF4-FFF2-40B4-BE49-F238E27FC236}">
                    <a16:creationId xmlns:a16="http://schemas.microsoft.com/office/drawing/2014/main" id="{B69E1E19-C504-4F58-78DE-6FE284912A2D}"/>
                  </a:ext>
                </a:extLst>
              </p:cNvPr>
              <p:cNvSpPr/>
              <p:nvPr/>
            </p:nvSpPr>
            <p:spPr>
              <a:xfrm>
                <a:off x="254412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7" name="ph622">
                <a:extLst>
                  <a:ext uri="{FF2B5EF4-FFF2-40B4-BE49-F238E27FC236}">
                    <a16:creationId xmlns:a16="http://schemas.microsoft.com/office/drawing/2014/main" id="{AE293D53-B214-C4B5-CEE8-3C2850BBE827}"/>
                  </a:ext>
                </a:extLst>
              </p:cNvPr>
              <p:cNvSpPr/>
              <p:nvPr/>
            </p:nvSpPr>
            <p:spPr>
              <a:xfrm>
                <a:off x="255356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8" name="ph623">
                <a:extLst>
                  <a:ext uri="{FF2B5EF4-FFF2-40B4-BE49-F238E27FC236}">
                    <a16:creationId xmlns:a16="http://schemas.microsoft.com/office/drawing/2014/main" id="{FEEE56F5-1DB4-6834-76F5-E3D10412E8F7}"/>
                  </a:ext>
                </a:extLst>
              </p:cNvPr>
              <p:cNvSpPr/>
              <p:nvPr/>
            </p:nvSpPr>
            <p:spPr>
              <a:xfrm>
                <a:off x="256300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9" name="ph624">
                <a:extLst>
                  <a:ext uri="{FF2B5EF4-FFF2-40B4-BE49-F238E27FC236}">
                    <a16:creationId xmlns:a16="http://schemas.microsoft.com/office/drawing/2014/main" id="{7AD61A40-5ED1-1273-A4B0-20465253EE29}"/>
                  </a:ext>
                </a:extLst>
              </p:cNvPr>
              <p:cNvSpPr/>
              <p:nvPr/>
            </p:nvSpPr>
            <p:spPr>
              <a:xfrm>
                <a:off x="257244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0" name="ph625">
                <a:extLst>
                  <a:ext uri="{FF2B5EF4-FFF2-40B4-BE49-F238E27FC236}">
                    <a16:creationId xmlns:a16="http://schemas.microsoft.com/office/drawing/2014/main" id="{54BD072C-455D-AC6B-B205-1A04B1350DF1}"/>
                  </a:ext>
                </a:extLst>
              </p:cNvPr>
              <p:cNvSpPr/>
              <p:nvPr/>
            </p:nvSpPr>
            <p:spPr>
              <a:xfrm>
                <a:off x="258188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1" name="ph626">
                <a:extLst>
                  <a:ext uri="{FF2B5EF4-FFF2-40B4-BE49-F238E27FC236}">
                    <a16:creationId xmlns:a16="http://schemas.microsoft.com/office/drawing/2014/main" id="{A5F2D298-B9E5-D411-33E7-9655EF73A7FA}"/>
                  </a:ext>
                </a:extLst>
              </p:cNvPr>
              <p:cNvSpPr/>
              <p:nvPr/>
            </p:nvSpPr>
            <p:spPr>
              <a:xfrm>
                <a:off x="259132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2" name="ph627">
                <a:extLst>
                  <a:ext uri="{FF2B5EF4-FFF2-40B4-BE49-F238E27FC236}">
                    <a16:creationId xmlns:a16="http://schemas.microsoft.com/office/drawing/2014/main" id="{E4285FBB-E3B4-DCE6-B69C-F9FBEB1E83E8}"/>
                  </a:ext>
                </a:extLst>
              </p:cNvPr>
              <p:cNvSpPr/>
              <p:nvPr/>
            </p:nvSpPr>
            <p:spPr>
              <a:xfrm>
                <a:off x="260076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3" name="ph628">
                <a:extLst>
                  <a:ext uri="{FF2B5EF4-FFF2-40B4-BE49-F238E27FC236}">
                    <a16:creationId xmlns:a16="http://schemas.microsoft.com/office/drawing/2014/main" id="{4CD3FE3C-3906-3CDC-4C5F-3FB50ECB26D6}"/>
                  </a:ext>
                </a:extLst>
              </p:cNvPr>
              <p:cNvSpPr/>
              <p:nvPr/>
            </p:nvSpPr>
            <p:spPr>
              <a:xfrm>
                <a:off x="261020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4" name="ph629">
                <a:extLst>
                  <a:ext uri="{FF2B5EF4-FFF2-40B4-BE49-F238E27FC236}">
                    <a16:creationId xmlns:a16="http://schemas.microsoft.com/office/drawing/2014/main" id="{A9D2EB50-D9BA-6731-DD72-CF0CF2072152}"/>
                  </a:ext>
                </a:extLst>
              </p:cNvPr>
              <p:cNvSpPr/>
              <p:nvPr/>
            </p:nvSpPr>
            <p:spPr>
              <a:xfrm>
                <a:off x="261964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5" name="ph630">
                <a:extLst>
                  <a:ext uri="{FF2B5EF4-FFF2-40B4-BE49-F238E27FC236}">
                    <a16:creationId xmlns:a16="http://schemas.microsoft.com/office/drawing/2014/main" id="{F97668AE-35DD-3F81-00D1-D30836D2C6D5}"/>
                  </a:ext>
                </a:extLst>
              </p:cNvPr>
              <p:cNvSpPr/>
              <p:nvPr/>
            </p:nvSpPr>
            <p:spPr>
              <a:xfrm>
                <a:off x="2629086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6" name="ph631">
                <a:extLst>
                  <a:ext uri="{FF2B5EF4-FFF2-40B4-BE49-F238E27FC236}">
                    <a16:creationId xmlns:a16="http://schemas.microsoft.com/office/drawing/2014/main" id="{193AEF78-7C68-A8D1-1B2F-8B91C3F0E904}"/>
                  </a:ext>
                </a:extLst>
              </p:cNvPr>
              <p:cNvSpPr/>
              <p:nvPr/>
            </p:nvSpPr>
            <p:spPr>
              <a:xfrm>
                <a:off x="263852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7" name="ph632">
                <a:extLst>
                  <a:ext uri="{FF2B5EF4-FFF2-40B4-BE49-F238E27FC236}">
                    <a16:creationId xmlns:a16="http://schemas.microsoft.com/office/drawing/2014/main" id="{8C2F3CF3-6FAE-F8BE-587A-AA59FF528131}"/>
                  </a:ext>
                </a:extLst>
              </p:cNvPr>
              <p:cNvSpPr/>
              <p:nvPr/>
            </p:nvSpPr>
            <p:spPr>
              <a:xfrm>
                <a:off x="264796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8" name="ph633">
                <a:extLst>
                  <a:ext uri="{FF2B5EF4-FFF2-40B4-BE49-F238E27FC236}">
                    <a16:creationId xmlns:a16="http://schemas.microsoft.com/office/drawing/2014/main" id="{F5D57D06-F3BE-B77B-5D16-B650B8942FD8}"/>
                  </a:ext>
                </a:extLst>
              </p:cNvPr>
              <p:cNvSpPr/>
              <p:nvPr/>
            </p:nvSpPr>
            <p:spPr>
              <a:xfrm>
                <a:off x="265740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9" name="ph634">
                <a:extLst>
                  <a:ext uri="{FF2B5EF4-FFF2-40B4-BE49-F238E27FC236}">
                    <a16:creationId xmlns:a16="http://schemas.microsoft.com/office/drawing/2014/main" id="{119E2112-77A1-2DD3-B49E-39D7736B5FE1}"/>
                  </a:ext>
                </a:extLst>
              </p:cNvPr>
              <p:cNvSpPr/>
              <p:nvPr/>
            </p:nvSpPr>
            <p:spPr>
              <a:xfrm>
                <a:off x="266684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0" name="ph635">
                <a:extLst>
                  <a:ext uri="{FF2B5EF4-FFF2-40B4-BE49-F238E27FC236}">
                    <a16:creationId xmlns:a16="http://schemas.microsoft.com/office/drawing/2014/main" id="{9DAFCA06-E845-409C-6390-F04AB9A65EC4}"/>
                  </a:ext>
                </a:extLst>
              </p:cNvPr>
              <p:cNvSpPr/>
              <p:nvPr/>
            </p:nvSpPr>
            <p:spPr>
              <a:xfrm>
                <a:off x="2676287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1" name="ph636">
                <a:extLst>
                  <a:ext uri="{FF2B5EF4-FFF2-40B4-BE49-F238E27FC236}">
                    <a16:creationId xmlns:a16="http://schemas.microsoft.com/office/drawing/2014/main" id="{68A1354D-00CD-4E3F-DC37-7981045F3FAC}"/>
                  </a:ext>
                </a:extLst>
              </p:cNvPr>
              <p:cNvSpPr/>
              <p:nvPr/>
            </p:nvSpPr>
            <p:spPr>
              <a:xfrm>
                <a:off x="268572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2" name="ph637">
                <a:extLst>
                  <a:ext uri="{FF2B5EF4-FFF2-40B4-BE49-F238E27FC236}">
                    <a16:creationId xmlns:a16="http://schemas.microsoft.com/office/drawing/2014/main" id="{FB09F4A1-B1AD-049A-2475-C32A9121FA52}"/>
                  </a:ext>
                </a:extLst>
              </p:cNvPr>
              <p:cNvSpPr/>
              <p:nvPr/>
            </p:nvSpPr>
            <p:spPr>
              <a:xfrm>
                <a:off x="269516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D">
                  <a:alpha val="100000"/>
                </a:srgbClr>
              </a:solidFill>
              <a:ln w="5420" cap="flat">
                <a:solidFill>
                  <a:srgbClr val="DAEF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3" name="ph638">
                <a:extLst>
                  <a:ext uri="{FF2B5EF4-FFF2-40B4-BE49-F238E27FC236}">
                    <a16:creationId xmlns:a16="http://schemas.microsoft.com/office/drawing/2014/main" id="{CCC2273E-C576-46AB-2361-2E27FC0D9E41}"/>
                  </a:ext>
                </a:extLst>
              </p:cNvPr>
              <p:cNvSpPr/>
              <p:nvPr/>
            </p:nvSpPr>
            <p:spPr>
              <a:xfrm>
                <a:off x="270460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4" name="ph639">
                <a:extLst>
                  <a:ext uri="{FF2B5EF4-FFF2-40B4-BE49-F238E27FC236}">
                    <a16:creationId xmlns:a16="http://schemas.microsoft.com/office/drawing/2014/main" id="{72A15A0C-6132-836C-BE50-3B711E15486C}"/>
                  </a:ext>
                </a:extLst>
              </p:cNvPr>
              <p:cNvSpPr/>
              <p:nvPr/>
            </p:nvSpPr>
            <p:spPr>
              <a:xfrm>
                <a:off x="2714048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5" name="ph640">
                <a:extLst>
                  <a:ext uri="{FF2B5EF4-FFF2-40B4-BE49-F238E27FC236}">
                    <a16:creationId xmlns:a16="http://schemas.microsoft.com/office/drawing/2014/main" id="{A8B65016-DE27-B506-053D-B9D84F3E6A03}"/>
                  </a:ext>
                </a:extLst>
              </p:cNvPr>
              <p:cNvSpPr/>
              <p:nvPr/>
            </p:nvSpPr>
            <p:spPr>
              <a:xfrm>
                <a:off x="272348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6" name="ph641">
                <a:extLst>
                  <a:ext uri="{FF2B5EF4-FFF2-40B4-BE49-F238E27FC236}">
                    <a16:creationId xmlns:a16="http://schemas.microsoft.com/office/drawing/2014/main" id="{A9711224-845B-B06F-8D9A-D383CFDCFC8E}"/>
                  </a:ext>
                </a:extLst>
              </p:cNvPr>
              <p:cNvSpPr/>
              <p:nvPr/>
            </p:nvSpPr>
            <p:spPr>
              <a:xfrm>
                <a:off x="273292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7" name="ph642">
                <a:extLst>
                  <a:ext uri="{FF2B5EF4-FFF2-40B4-BE49-F238E27FC236}">
                    <a16:creationId xmlns:a16="http://schemas.microsoft.com/office/drawing/2014/main" id="{1B626D44-8B5D-568B-720F-B1A5F7D6CD2E}"/>
                  </a:ext>
                </a:extLst>
              </p:cNvPr>
              <p:cNvSpPr/>
              <p:nvPr/>
            </p:nvSpPr>
            <p:spPr>
              <a:xfrm>
                <a:off x="274236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8" name="ph643">
                <a:extLst>
                  <a:ext uri="{FF2B5EF4-FFF2-40B4-BE49-F238E27FC236}">
                    <a16:creationId xmlns:a16="http://schemas.microsoft.com/office/drawing/2014/main" id="{07A736C8-3AFF-A04A-E207-E4DC10A5F062}"/>
                  </a:ext>
                </a:extLst>
              </p:cNvPr>
              <p:cNvSpPr/>
              <p:nvPr/>
            </p:nvSpPr>
            <p:spPr>
              <a:xfrm>
                <a:off x="2751809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9" name="ph644">
                <a:extLst>
                  <a:ext uri="{FF2B5EF4-FFF2-40B4-BE49-F238E27FC236}">
                    <a16:creationId xmlns:a16="http://schemas.microsoft.com/office/drawing/2014/main" id="{DE18247F-A1F7-ED4F-AA58-611035D117DC}"/>
                  </a:ext>
                </a:extLst>
              </p:cNvPr>
              <p:cNvSpPr/>
              <p:nvPr/>
            </p:nvSpPr>
            <p:spPr>
              <a:xfrm>
                <a:off x="276125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0" name="ph645">
                <a:extLst>
                  <a:ext uri="{FF2B5EF4-FFF2-40B4-BE49-F238E27FC236}">
                    <a16:creationId xmlns:a16="http://schemas.microsoft.com/office/drawing/2014/main" id="{FE736A99-936F-5D69-F36B-A121CDF7952C}"/>
                  </a:ext>
                </a:extLst>
              </p:cNvPr>
              <p:cNvSpPr/>
              <p:nvPr/>
            </p:nvSpPr>
            <p:spPr>
              <a:xfrm>
                <a:off x="277069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1" name="ph646">
                <a:extLst>
                  <a:ext uri="{FF2B5EF4-FFF2-40B4-BE49-F238E27FC236}">
                    <a16:creationId xmlns:a16="http://schemas.microsoft.com/office/drawing/2014/main" id="{B667494D-0659-223A-3119-5B57881F0108}"/>
                  </a:ext>
                </a:extLst>
              </p:cNvPr>
              <p:cNvSpPr/>
              <p:nvPr/>
            </p:nvSpPr>
            <p:spPr>
              <a:xfrm>
                <a:off x="278013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2" name="ph647">
                <a:extLst>
                  <a:ext uri="{FF2B5EF4-FFF2-40B4-BE49-F238E27FC236}">
                    <a16:creationId xmlns:a16="http://schemas.microsoft.com/office/drawing/2014/main" id="{D56BFB8A-7A10-970B-CE81-BEF8D0FFB223}"/>
                  </a:ext>
                </a:extLst>
              </p:cNvPr>
              <p:cNvSpPr/>
              <p:nvPr/>
            </p:nvSpPr>
            <p:spPr>
              <a:xfrm>
                <a:off x="2789570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3" name="ph648">
                <a:extLst>
                  <a:ext uri="{FF2B5EF4-FFF2-40B4-BE49-F238E27FC236}">
                    <a16:creationId xmlns:a16="http://schemas.microsoft.com/office/drawing/2014/main" id="{657E0BC9-10D6-BCC0-A651-55E2387CEF3F}"/>
                  </a:ext>
                </a:extLst>
              </p:cNvPr>
              <p:cNvSpPr/>
              <p:nvPr/>
            </p:nvSpPr>
            <p:spPr>
              <a:xfrm>
                <a:off x="279901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4" name="ph649">
                <a:extLst>
                  <a:ext uri="{FF2B5EF4-FFF2-40B4-BE49-F238E27FC236}">
                    <a16:creationId xmlns:a16="http://schemas.microsoft.com/office/drawing/2014/main" id="{A7A85104-CC1E-0723-EB51-6C2649F6F03F}"/>
                  </a:ext>
                </a:extLst>
              </p:cNvPr>
              <p:cNvSpPr/>
              <p:nvPr/>
            </p:nvSpPr>
            <p:spPr>
              <a:xfrm>
                <a:off x="280845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5" name="ph650">
                <a:extLst>
                  <a:ext uri="{FF2B5EF4-FFF2-40B4-BE49-F238E27FC236}">
                    <a16:creationId xmlns:a16="http://schemas.microsoft.com/office/drawing/2014/main" id="{0D1C1530-FA56-C8E4-C859-A302CFFB4CD1}"/>
                  </a:ext>
                </a:extLst>
              </p:cNvPr>
              <p:cNvSpPr/>
              <p:nvPr/>
            </p:nvSpPr>
            <p:spPr>
              <a:xfrm>
                <a:off x="281789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6" name="ph651">
                <a:extLst>
                  <a:ext uri="{FF2B5EF4-FFF2-40B4-BE49-F238E27FC236}">
                    <a16:creationId xmlns:a16="http://schemas.microsoft.com/office/drawing/2014/main" id="{1F6CE341-CB51-7B7B-ED87-C53FA6A72A31}"/>
                  </a:ext>
                </a:extLst>
              </p:cNvPr>
              <p:cNvSpPr/>
              <p:nvPr/>
            </p:nvSpPr>
            <p:spPr>
              <a:xfrm>
                <a:off x="2827331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7" name="ph652">
                <a:extLst>
                  <a:ext uri="{FF2B5EF4-FFF2-40B4-BE49-F238E27FC236}">
                    <a16:creationId xmlns:a16="http://schemas.microsoft.com/office/drawing/2014/main" id="{52B8B15A-AA69-DF94-F0F4-E42E5FFBE85B}"/>
                  </a:ext>
                </a:extLst>
              </p:cNvPr>
              <p:cNvSpPr/>
              <p:nvPr/>
            </p:nvSpPr>
            <p:spPr>
              <a:xfrm>
                <a:off x="283677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8" name="ph653">
                <a:extLst>
                  <a:ext uri="{FF2B5EF4-FFF2-40B4-BE49-F238E27FC236}">
                    <a16:creationId xmlns:a16="http://schemas.microsoft.com/office/drawing/2014/main" id="{77163902-33D5-37C5-9385-DDE0593745B8}"/>
                  </a:ext>
                </a:extLst>
              </p:cNvPr>
              <p:cNvSpPr/>
              <p:nvPr/>
            </p:nvSpPr>
            <p:spPr>
              <a:xfrm>
                <a:off x="284621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9" name="ph654">
                <a:extLst>
                  <a:ext uri="{FF2B5EF4-FFF2-40B4-BE49-F238E27FC236}">
                    <a16:creationId xmlns:a16="http://schemas.microsoft.com/office/drawing/2014/main" id="{1F8853CB-B953-3360-570E-A3F9E829A432}"/>
                  </a:ext>
                </a:extLst>
              </p:cNvPr>
              <p:cNvSpPr/>
              <p:nvPr/>
            </p:nvSpPr>
            <p:spPr>
              <a:xfrm>
                <a:off x="285565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0" name="ph655">
                <a:extLst>
                  <a:ext uri="{FF2B5EF4-FFF2-40B4-BE49-F238E27FC236}">
                    <a16:creationId xmlns:a16="http://schemas.microsoft.com/office/drawing/2014/main" id="{2EB92DD4-13BE-CEFE-7790-A5CC0D5D2576}"/>
                  </a:ext>
                </a:extLst>
              </p:cNvPr>
              <p:cNvSpPr/>
              <p:nvPr/>
            </p:nvSpPr>
            <p:spPr>
              <a:xfrm>
                <a:off x="2865092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1" name="ph656">
                <a:extLst>
                  <a:ext uri="{FF2B5EF4-FFF2-40B4-BE49-F238E27FC236}">
                    <a16:creationId xmlns:a16="http://schemas.microsoft.com/office/drawing/2014/main" id="{4543E00A-E078-DD10-C8CF-3BAC8F592BC9}"/>
                  </a:ext>
                </a:extLst>
              </p:cNvPr>
              <p:cNvSpPr/>
              <p:nvPr/>
            </p:nvSpPr>
            <p:spPr>
              <a:xfrm>
                <a:off x="287453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2" name="ph657">
                <a:extLst>
                  <a:ext uri="{FF2B5EF4-FFF2-40B4-BE49-F238E27FC236}">
                    <a16:creationId xmlns:a16="http://schemas.microsoft.com/office/drawing/2014/main" id="{6B130F38-92B8-26C6-4E9C-674DE4D844FE}"/>
                  </a:ext>
                </a:extLst>
              </p:cNvPr>
              <p:cNvSpPr/>
              <p:nvPr/>
            </p:nvSpPr>
            <p:spPr>
              <a:xfrm>
                <a:off x="288397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3" name="ph658">
                <a:extLst>
                  <a:ext uri="{FF2B5EF4-FFF2-40B4-BE49-F238E27FC236}">
                    <a16:creationId xmlns:a16="http://schemas.microsoft.com/office/drawing/2014/main" id="{1214EC09-6B89-55C0-B46A-85EE61B69E43}"/>
                  </a:ext>
                </a:extLst>
              </p:cNvPr>
              <p:cNvSpPr/>
              <p:nvPr/>
            </p:nvSpPr>
            <p:spPr>
              <a:xfrm>
                <a:off x="289341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4" name="ph659">
                <a:extLst>
                  <a:ext uri="{FF2B5EF4-FFF2-40B4-BE49-F238E27FC236}">
                    <a16:creationId xmlns:a16="http://schemas.microsoft.com/office/drawing/2014/main" id="{5C252300-97F1-883A-365D-22975725E6EF}"/>
                  </a:ext>
                </a:extLst>
              </p:cNvPr>
              <p:cNvSpPr/>
              <p:nvPr/>
            </p:nvSpPr>
            <p:spPr>
              <a:xfrm>
                <a:off x="290285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5" name="ph660">
                <a:extLst>
                  <a:ext uri="{FF2B5EF4-FFF2-40B4-BE49-F238E27FC236}">
                    <a16:creationId xmlns:a16="http://schemas.microsoft.com/office/drawing/2014/main" id="{6623EE05-C002-AC2C-D671-6F53B888C8B5}"/>
                  </a:ext>
                </a:extLst>
              </p:cNvPr>
              <p:cNvSpPr/>
              <p:nvPr/>
            </p:nvSpPr>
            <p:spPr>
              <a:xfrm>
                <a:off x="2912293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6" name="ph661">
                <a:extLst>
                  <a:ext uri="{FF2B5EF4-FFF2-40B4-BE49-F238E27FC236}">
                    <a16:creationId xmlns:a16="http://schemas.microsoft.com/office/drawing/2014/main" id="{3E0D24CB-8D86-2258-1E8F-7F46E49D1F2B}"/>
                  </a:ext>
                </a:extLst>
              </p:cNvPr>
              <p:cNvSpPr/>
              <p:nvPr/>
            </p:nvSpPr>
            <p:spPr>
              <a:xfrm>
                <a:off x="292173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7" name="ph662">
                <a:extLst>
                  <a:ext uri="{FF2B5EF4-FFF2-40B4-BE49-F238E27FC236}">
                    <a16:creationId xmlns:a16="http://schemas.microsoft.com/office/drawing/2014/main" id="{FC98AC60-9E8C-0402-2D94-1B21847769E5}"/>
                  </a:ext>
                </a:extLst>
              </p:cNvPr>
              <p:cNvSpPr/>
              <p:nvPr/>
            </p:nvSpPr>
            <p:spPr>
              <a:xfrm>
                <a:off x="293117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8" name="ph663">
                <a:extLst>
                  <a:ext uri="{FF2B5EF4-FFF2-40B4-BE49-F238E27FC236}">
                    <a16:creationId xmlns:a16="http://schemas.microsoft.com/office/drawing/2014/main" id="{D9214FCC-00FF-29D3-FCF7-D1F22D3717BF}"/>
                  </a:ext>
                </a:extLst>
              </p:cNvPr>
              <p:cNvSpPr/>
              <p:nvPr/>
            </p:nvSpPr>
            <p:spPr>
              <a:xfrm>
                <a:off x="294061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9" name="ph664">
                <a:extLst>
                  <a:ext uri="{FF2B5EF4-FFF2-40B4-BE49-F238E27FC236}">
                    <a16:creationId xmlns:a16="http://schemas.microsoft.com/office/drawing/2014/main" id="{F0D446EE-63FC-D1C7-AA9B-13402B3975CC}"/>
                  </a:ext>
                </a:extLst>
              </p:cNvPr>
              <p:cNvSpPr/>
              <p:nvPr/>
            </p:nvSpPr>
            <p:spPr>
              <a:xfrm>
                <a:off x="2950054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0" name="ph665">
                <a:extLst>
                  <a:ext uri="{FF2B5EF4-FFF2-40B4-BE49-F238E27FC236}">
                    <a16:creationId xmlns:a16="http://schemas.microsoft.com/office/drawing/2014/main" id="{FD8297C7-EC7A-0212-2126-66FF1130EAD5}"/>
                  </a:ext>
                </a:extLst>
              </p:cNvPr>
              <p:cNvSpPr/>
              <p:nvPr/>
            </p:nvSpPr>
            <p:spPr>
              <a:xfrm>
                <a:off x="2959495" y="262460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1" name="ph666">
                <a:extLst>
                  <a:ext uri="{FF2B5EF4-FFF2-40B4-BE49-F238E27FC236}">
                    <a16:creationId xmlns:a16="http://schemas.microsoft.com/office/drawing/2014/main" id="{4223E74D-099B-D5A6-5A90-F545DEF5C44B}"/>
                  </a:ext>
                </a:extLst>
              </p:cNvPr>
              <p:cNvSpPr/>
              <p:nvPr/>
            </p:nvSpPr>
            <p:spPr>
              <a:xfrm>
                <a:off x="2968935" y="2642176"/>
                <a:ext cx="9212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00" y="896830"/>
                    </a:lnTo>
                    <a:lnTo>
                      <a:pt x="920314" y="907094"/>
                    </a:lnTo>
                    <a:lnTo>
                      <a:pt x="919472" y="914400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2" name="ph667">
                <a:extLst>
                  <a:ext uri="{FF2B5EF4-FFF2-40B4-BE49-F238E27FC236}">
                    <a16:creationId xmlns:a16="http://schemas.microsoft.com/office/drawing/2014/main" id="{1CB1507A-A8D1-00AB-57EF-0764B7B3D82D}"/>
                  </a:ext>
                </a:extLst>
              </p:cNvPr>
              <p:cNvSpPr/>
              <p:nvPr/>
            </p:nvSpPr>
            <p:spPr>
              <a:xfrm>
                <a:off x="2478042" y="2607036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1937" y="931969"/>
                    </a:lnTo>
                    <a:lnTo>
                      <a:pt x="912143" y="925768"/>
                    </a:lnTo>
                    <a:lnTo>
                      <a:pt x="912815" y="914844"/>
                    </a:lnTo>
                    <a:lnTo>
                      <a:pt x="912856" y="914400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3" name="ph668">
                <a:extLst>
                  <a:ext uri="{FF2B5EF4-FFF2-40B4-BE49-F238E27FC236}">
                    <a16:creationId xmlns:a16="http://schemas.microsoft.com/office/drawing/2014/main" id="{F47A71E9-4306-7711-1007-57D525B4FE02}"/>
                  </a:ext>
                </a:extLst>
              </p:cNvPr>
              <p:cNvSpPr/>
              <p:nvPr/>
            </p:nvSpPr>
            <p:spPr>
              <a:xfrm>
                <a:off x="247804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4" name="ph669">
                <a:extLst>
                  <a:ext uri="{FF2B5EF4-FFF2-40B4-BE49-F238E27FC236}">
                    <a16:creationId xmlns:a16="http://schemas.microsoft.com/office/drawing/2014/main" id="{87CBBD66-C629-E48B-72D2-D562A6F88F80}"/>
                  </a:ext>
                </a:extLst>
              </p:cNvPr>
              <p:cNvSpPr/>
              <p:nvPr/>
            </p:nvSpPr>
            <p:spPr>
              <a:xfrm>
                <a:off x="248748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5" name="ph670">
                <a:extLst>
                  <a:ext uri="{FF2B5EF4-FFF2-40B4-BE49-F238E27FC236}">
                    <a16:creationId xmlns:a16="http://schemas.microsoft.com/office/drawing/2014/main" id="{D4700CD3-2E1A-EF5D-9AFF-47C91C2E38C1}"/>
                  </a:ext>
                </a:extLst>
              </p:cNvPr>
              <p:cNvSpPr/>
              <p:nvPr/>
            </p:nvSpPr>
            <p:spPr>
              <a:xfrm>
                <a:off x="249692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6" name="ph671">
                <a:extLst>
                  <a:ext uri="{FF2B5EF4-FFF2-40B4-BE49-F238E27FC236}">
                    <a16:creationId xmlns:a16="http://schemas.microsoft.com/office/drawing/2014/main" id="{A2671B2C-6B64-37C5-5DD3-1366A10B9A0F}"/>
                  </a:ext>
                </a:extLst>
              </p:cNvPr>
              <p:cNvSpPr/>
              <p:nvPr/>
            </p:nvSpPr>
            <p:spPr>
              <a:xfrm>
                <a:off x="250636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7" name="ph672">
                <a:extLst>
                  <a:ext uri="{FF2B5EF4-FFF2-40B4-BE49-F238E27FC236}">
                    <a16:creationId xmlns:a16="http://schemas.microsoft.com/office/drawing/2014/main" id="{9FEEAE01-7622-045A-85D9-D4F00EC6DE90}"/>
                  </a:ext>
                </a:extLst>
              </p:cNvPr>
              <p:cNvSpPr/>
              <p:nvPr/>
            </p:nvSpPr>
            <p:spPr>
              <a:xfrm>
                <a:off x="251580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8" name="ph673">
                <a:extLst>
                  <a:ext uri="{FF2B5EF4-FFF2-40B4-BE49-F238E27FC236}">
                    <a16:creationId xmlns:a16="http://schemas.microsoft.com/office/drawing/2014/main" id="{452719CA-E52E-FF0B-8CE9-D9AA1961A931}"/>
                  </a:ext>
                </a:extLst>
              </p:cNvPr>
              <p:cNvSpPr/>
              <p:nvPr/>
            </p:nvSpPr>
            <p:spPr>
              <a:xfrm>
                <a:off x="252524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9" name="ph674">
                <a:extLst>
                  <a:ext uri="{FF2B5EF4-FFF2-40B4-BE49-F238E27FC236}">
                    <a16:creationId xmlns:a16="http://schemas.microsoft.com/office/drawing/2014/main" id="{790F4B56-16A5-F624-2556-ACD6B7881D7F}"/>
                  </a:ext>
                </a:extLst>
              </p:cNvPr>
              <p:cNvSpPr/>
              <p:nvPr/>
            </p:nvSpPr>
            <p:spPr>
              <a:xfrm>
                <a:off x="253468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0" name="ph675">
                <a:extLst>
                  <a:ext uri="{FF2B5EF4-FFF2-40B4-BE49-F238E27FC236}">
                    <a16:creationId xmlns:a16="http://schemas.microsoft.com/office/drawing/2014/main" id="{E2D7CB4D-D7A8-9B9E-C3F6-71023216A730}"/>
                  </a:ext>
                </a:extLst>
              </p:cNvPr>
              <p:cNvSpPr/>
              <p:nvPr/>
            </p:nvSpPr>
            <p:spPr>
              <a:xfrm>
                <a:off x="254412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1" name="ph676">
                <a:extLst>
                  <a:ext uri="{FF2B5EF4-FFF2-40B4-BE49-F238E27FC236}">
                    <a16:creationId xmlns:a16="http://schemas.microsoft.com/office/drawing/2014/main" id="{A21B386F-C204-8394-279A-141D53641421}"/>
                  </a:ext>
                </a:extLst>
              </p:cNvPr>
              <p:cNvSpPr/>
              <p:nvPr/>
            </p:nvSpPr>
            <p:spPr>
              <a:xfrm>
                <a:off x="255356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2" name="ph677">
                <a:extLst>
                  <a:ext uri="{FF2B5EF4-FFF2-40B4-BE49-F238E27FC236}">
                    <a16:creationId xmlns:a16="http://schemas.microsoft.com/office/drawing/2014/main" id="{37D16A15-F76D-8512-888B-F21E76929D0F}"/>
                  </a:ext>
                </a:extLst>
              </p:cNvPr>
              <p:cNvSpPr/>
              <p:nvPr/>
            </p:nvSpPr>
            <p:spPr>
              <a:xfrm>
                <a:off x="256300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3" name="ph678">
                <a:extLst>
                  <a:ext uri="{FF2B5EF4-FFF2-40B4-BE49-F238E27FC236}">
                    <a16:creationId xmlns:a16="http://schemas.microsoft.com/office/drawing/2014/main" id="{E6FB53A4-A318-2548-E680-F2562F40B97A}"/>
                  </a:ext>
                </a:extLst>
              </p:cNvPr>
              <p:cNvSpPr/>
              <p:nvPr/>
            </p:nvSpPr>
            <p:spPr>
              <a:xfrm>
                <a:off x="257244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4" name="ph679">
                <a:extLst>
                  <a:ext uri="{FF2B5EF4-FFF2-40B4-BE49-F238E27FC236}">
                    <a16:creationId xmlns:a16="http://schemas.microsoft.com/office/drawing/2014/main" id="{26C22696-4823-5667-18CA-B54AF375CEE4}"/>
                  </a:ext>
                </a:extLst>
              </p:cNvPr>
              <p:cNvSpPr/>
              <p:nvPr/>
            </p:nvSpPr>
            <p:spPr>
              <a:xfrm>
                <a:off x="258188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5" name="ph680">
                <a:extLst>
                  <a:ext uri="{FF2B5EF4-FFF2-40B4-BE49-F238E27FC236}">
                    <a16:creationId xmlns:a16="http://schemas.microsoft.com/office/drawing/2014/main" id="{337A468C-0F3B-1E49-6080-31C9BA8ECCA3}"/>
                  </a:ext>
                </a:extLst>
              </p:cNvPr>
              <p:cNvSpPr/>
              <p:nvPr/>
            </p:nvSpPr>
            <p:spPr>
              <a:xfrm>
                <a:off x="259132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6" name="ph681">
                <a:extLst>
                  <a:ext uri="{FF2B5EF4-FFF2-40B4-BE49-F238E27FC236}">
                    <a16:creationId xmlns:a16="http://schemas.microsoft.com/office/drawing/2014/main" id="{757C90B9-7511-4BB7-8984-E123782F93D6}"/>
                  </a:ext>
                </a:extLst>
              </p:cNvPr>
              <p:cNvSpPr/>
              <p:nvPr/>
            </p:nvSpPr>
            <p:spPr>
              <a:xfrm>
                <a:off x="260076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7" name="ph682">
                <a:extLst>
                  <a:ext uri="{FF2B5EF4-FFF2-40B4-BE49-F238E27FC236}">
                    <a16:creationId xmlns:a16="http://schemas.microsoft.com/office/drawing/2014/main" id="{6FD0AEE2-35D3-74DE-C9CF-6173F966DD22}"/>
                  </a:ext>
                </a:extLst>
              </p:cNvPr>
              <p:cNvSpPr/>
              <p:nvPr/>
            </p:nvSpPr>
            <p:spPr>
              <a:xfrm>
                <a:off x="261020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8" name="ph683">
                <a:extLst>
                  <a:ext uri="{FF2B5EF4-FFF2-40B4-BE49-F238E27FC236}">
                    <a16:creationId xmlns:a16="http://schemas.microsoft.com/office/drawing/2014/main" id="{32841724-6B3F-A7C4-8831-5B99E1F7233E}"/>
                  </a:ext>
                </a:extLst>
              </p:cNvPr>
              <p:cNvSpPr/>
              <p:nvPr/>
            </p:nvSpPr>
            <p:spPr>
              <a:xfrm>
                <a:off x="261964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9" name="ph684">
                <a:extLst>
                  <a:ext uri="{FF2B5EF4-FFF2-40B4-BE49-F238E27FC236}">
                    <a16:creationId xmlns:a16="http://schemas.microsoft.com/office/drawing/2014/main" id="{A9C434B0-F82B-5CEE-4FD5-0924F3E60EBD}"/>
                  </a:ext>
                </a:extLst>
              </p:cNvPr>
              <p:cNvSpPr/>
              <p:nvPr/>
            </p:nvSpPr>
            <p:spPr>
              <a:xfrm>
                <a:off x="2629086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0" name="ph685">
                <a:extLst>
                  <a:ext uri="{FF2B5EF4-FFF2-40B4-BE49-F238E27FC236}">
                    <a16:creationId xmlns:a16="http://schemas.microsoft.com/office/drawing/2014/main" id="{6581C97F-A07D-54D1-0012-8E86830A986D}"/>
                  </a:ext>
                </a:extLst>
              </p:cNvPr>
              <p:cNvSpPr/>
              <p:nvPr/>
            </p:nvSpPr>
            <p:spPr>
              <a:xfrm>
                <a:off x="263852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1" name="ph686">
                <a:extLst>
                  <a:ext uri="{FF2B5EF4-FFF2-40B4-BE49-F238E27FC236}">
                    <a16:creationId xmlns:a16="http://schemas.microsoft.com/office/drawing/2014/main" id="{17DA9A5E-9EEA-3675-A380-3CB67FA67883}"/>
                  </a:ext>
                </a:extLst>
              </p:cNvPr>
              <p:cNvSpPr/>
              <p:nvPr/>
            </p:nvSpPr>
            <p:spPr>
              <a:xfrm>
                <a:off x="264796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2" name="ph687">
                <a:extLst>
                  <a:ext uri="{FF2B5EF4-FFF2-40B4-BE49-F238E27FC236}">
                    <a16:creationId xmlns:a16="http://schemas.microsoft.com/office/drawing/2014/main" id="{4F67AF7F-5571-8307-E663-919CB6A09EF0}"/>
                  </a:ext>
                </a:extLst>
              </p:cNvPr>
              <p:cNvSpPr/>
              <p:nvPr/>
            </p:nvSpPr>
            <p:spPr>
              <a:xfrm>
                <a:off x="265740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3" name="ph688">
                <a:extLst>
                  <a:ext uri="{FF2B5EF4-FFF2-40B4-BE49-F238E27FC236}">
                    <a16:creationId xmlns:a16="http://schemas.microsoft.com/office/drawing/2014/main" id="{5D907AC7-C009-E550-FFA5-FBDDB967E660}"/>
                  </a:ext>
                </a:extLst>
              </p:cNvPr>
              <p:cNvSpPr/>
              <p:nvPr/>
            </p:nvSpPr>
            <p:spPr>
              <a:xfrm>
                <a:off x="266684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4" name="ph689">
                <a:extLst>
                  <a:ext uri="{FF2B5EF4-FFF2-40B4-BE49-F238E27FC236}">
                    <a16:creationId xmlns:a16="http://schemas.microsoft.com/office/drawing/2014/main" id="{5CE6C47D-E901-60CA-957E-06CF2E70812F}"/>
                  </a:ext>
                </a:extLst>
              </p:cNvPr>
              <p:cNvSpPr/>
              <p:nvPr/>
            </p:nvSpPr>
            <p:spPr>
              <a:xfrm>
                <a:off x="2676287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5" name="ph690">
                <a:extLst>
                  <a:ext uri="{FF2B5EF4-FFF2-40B4-BE49-F238E27FC236}">
                    <a16:creationId xmlns:a16="http://schemas.microsoft.com/office/drawing/2014/main" id="{13E6564B-77EF-BC05-2AF6-FC6E04074428}"/>
                  </a:ext>
                </a:extLst>
              </p:cNvPr>
              <p:cNvSpPr/>
              <p:nvPr/>
            </p:nvSpPr>
            <p:spPr>
              <a:xfrm>
                <a:off x="268572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6" name="ph691">
                <a:extLst>
                  <a:ext uri="{FF2B5EF4-FFF2-40B4-BE49-F238E27FC236}">
                    <a16:creationId xmlns:a16="http://schemas.microsoft.com/office/drawing/2014/main" id="{7E1574FC-25F6-5131-60C9-05251992E580}"/>
                  </a:ext>
                </a:extLst>
              </p:cNvPr>
              <p:cNvSpPr/>
              <p:nvPr/>
            </p:nvSpPr>
            <p:spPr>
              <a:xfrm>
                <a:off x="269516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7" name="ph692">
                <a:extLst>
                  <a:ext uri="{FF2B5EF4-FFF2-40B4-BE49-F238E27FC236}">
                    <a16:creationId xmlns:a16="http://schemas.microsoft.com/office/drawing/2014/main" id="{EE0AFB29-8E7E-DB7C-6132-482B61072C6D}"/>
                  </a:ext>
                </a:extLst>
              </p:cNvPr>
              <p:cNvSpPr/>
              <p:nvPr/>
            </p:nvSpPr>
            <p:spPr>
              <a:xfrm>
                <a:off x="270460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8" name="ph693">
                <a:extLst>
                  <a:ext uri="{FF2B5EF4-FFF2-40B4-BE49-F238E27FC236}">
                    <a16:creationId xmlns:a16="http://schemas.microsoft.com/office/drawing/2014/main" id="{F77D3115-E412-40AC-CD87-4E68AD8B31F6}"/>
                  </a:ext>
                </a:extLst>
              </p:cNvPr>
              <p:cNvSpPr/>
              <p:nvPr/>
            </p:nvSpPr>
            <p:spPr>
              <a:xfrm>
                <a:off x="2714048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9" name="ph694">
                <a:extLst>
                  <a:ext uri="{FF2B5EF4-FFF2-40B4-BE49-F238E27FC236}">
                    <a16:creationId xmlns:a16="http://schemas.microsoft.com/office/drawing/2014/main" id="{A9C5AA7B-AC17-AB11-9992-63473931713E}"/>
                  </a:ext>
                </a:extLst>
              </p:cNvPr>
              <p:cNvSpPr/>
              <p:nvPr/>
            </p:nvSpPr>
            <p:spPr>
              <a:xfrm>
                <a:off x="272348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0" name="ph695">
                <a:extLst>
                  <a:ext uri="{FF2B5EF4-FFF2-40B4-BE49-F238E27FC236}">
                    <a16:creationId xmlns:a16="http://schemas.microsoft.com/office/drawing/2014/main" id="{14297129-0A5C-37D4-8BCF-66A7C43A60E6}"/>
                  </a:ext>
                </a:extLst>
              </p:cNvPr>
              <p:cNvSpPr/>
              <p:nvPr/>
            </p:nvSpPr>
            <p:spPr>
              <a:xfrm>
                <a:off x="273292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1" name="ph696">
                <a:extLst>
                  <a:ext uri="{FF2B5EF4-FFF2-40B4-BE49-F238E27FC236}">
                    <a16:creationId xmlns:a16="http://schemas.microsoft.com/office/drawing/2014/main" id="{3DD74FC0-CB27-0990-7DC7-D44BCFD352C3}"/>
                  </a:ext>
                </a:extLst>
              </p:cNvPr>
              <p:cNvSpPr/>
              <p:nvPr/>
            </p:nvSpPr>
            <p:spPr>
              <a:xfrm>
                <a:off x="274236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2" name="ph697">
                <a:extLst>
                  <a:ext uri="{FF2B5EF4-FFF2-40B4-BE49-F238E27FC236}">
                    <a16:creationId xmlns:a16="http://schemas.microsoft.com/office/drawing/2014/main" id="{6D422CFE-F76B-D892-F662-C7604273D8AD}"/>
                  </a:ext>
                </a:extLst>
              </p:cNvPr>
              <p:cNvSpPr/>
              <p:nvPr/>
            </p:nvSpPr>
            <p:spPr>
              <a:xfrm>
                <a:off x="2751809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3" name="ph698">
                <a:extLst>
                  <a:ext uri="{FF2B5EF4-FFF2-40B4-BE49-F238E27FC236}">
                    <a16:creationId xmlns:a16="http://schemas.microsoft.com/office/drawing/2014/main" id="{FAA66807-AD07-43E8-D3AA-088100494046}"/>
                  </a:ext>
                </a:extLst>
              </p:cNvPr>
              <p:cNvSpPr/>
              <p:nvPr/>
            </p:nvSpPr>
            <p:spPr>
              <a:xfrm>
                <a:off x="276125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4" name="ph699">
                <a:extLst>
                  <a:ext uri="{FF2B5EF4-FFF2-40B4-BE49-F238E27FC236}">
                    <a16:creationId xmlns:a16="http://schemas.microsoft.com/office/drawing/2014/main" id="{18C0A520-342D-6CDB-C2C2-4EBD0DAB7123}"/>
                  </a:ext>
                </a:extLst>
              </p:cNvPr>
              <p:cNvSpPr/>
              <p:nvPr/>
            </p:nvSpPr>
            <p:spPr>
              <a:xfrm>
                <a:off x="277069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5" name="ph700">
                <a:extLst>
                  <a:ext uri="{FF2B5EF4-FFF2-40B4-BE49-F238E27FC236}">
                    <a16:creationId xmlns:a16="http://schemas.microsoft.com/office/drawing/2014/main" id="{52BB4CBA-4C07-5DF0-C5E6-C7B62F18EF00}"/>
                  </a:ext>
                </a:extLst>
              </p:cNvPr>
              <p:cNvSpPr/>
              <p:nvPr/>
            </p:nvSpPr>
            <p:spPr>
              <a:xfrm>
                <a:off x="278013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6" name="ph701">
                <a:extLst>
                  <a:ext uri="{FF2B5EF4-FFF2-40B4-BE49-F238E27FC236}">
                    <a16:creationId xmlns:a16="http://schemas.microsoft.com/office/drawing/2014/main" id="{E0B23587-AEBE-EC16-08AC-644E8305433C}"/>
                  </a:ext>
                </a:extLst>
              </p:cNvPr>
              <p:cNvSpPr/>
              <p:nvPr/>
            </p:nvSpPr>
            <p:spPr>
              <a:xfrm>
                <a:off x="2789570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7" name="ph702">
                <a:extLst>
                  <a:ext uri="{FF2B5EF4-FFF2-40B4-BE49-F238E27FC236}">
                    <a16:creationId xmlns:a16="http://schemas.microsoft.com/office/drawing/2014/main" id="{AF53DF0A-1030-AA7E-F32E-DCC52B278C94}"/>
                  </a:ext>
                </a:extLst>
              </p:cNvPr>
              <p:cNvSpPr/>
              <p:nvPr/>
            </p:nvSpPr>
            <p:spPr>
              <a:xfrm>
                <a:off x="279901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8" name="ph703">
                <a:extLst>
                  <a:ext uri="{FF2B5EF4-FFF2-40B4-BE49-F238E27FC236}">
                    <a16:creationId xmlns:a16="http://schemas.microsoft.com/office/drawing/2014/main" id="{0C29B868-9187-34EC-4F99-2A7DA54817E7}"/>
                  </a:ext>
                </a:extLst>
              </p:cNvPr>
              <p:cNvSpPr/>
              <p:nvPr/>
            </p:nvSpPr>
            <p:spPr>
              <a:xfrm>
                <a:off x="280845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9" name="ph704">
                <a:extLst>
                  <a:ext uri="{FF2B5EF4-FFF2-40B4-BE49-F238E27FC236}">
                    <a16:creationId xmlns:a16="http://schemas.microsoft.com/office/drawing/2014/main" id="{9C195773-084D-38FA-C9A3-79F1C64E581C}"/>
                  </a:ext>
                </a:extLst>
              </p:cNvPr>
              <p:cNvSpPr/>
              <p:nvPr/>
            </p:nvSpPr>
            <p:spPr>
              <a:xfrm>
                <a:off x="281789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0" name="ph705">
                <a:extLst>
                  <a:ext uri="{FF2B5EF4-FFF2-40B4-BE49-F238E27FC236}">
                    <a16:creationId xmlns:a16="http://schemas.microsoft.com/office/drawing/2014/main" id="{577E36DD-B6D4-3F59-A4EC-65031487B164}"/>
                  </a:ext>
                </a:extLst>
              </p:cNvPr>
              <p:cNvSpPr/>
              <p:nvPr/>
            </p:nvSpPr>
            <p:spPr>
              <a:xfrm>
                <a:off x="2827331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1" name="ph706">
                <a:extLst>
                  <a:ext uri="{FF2B5EF4-FFF2-40B4-BE49-F238E27FC236}">
                    <a16:creationId xmlns:a16="http://schemas.microsoft.com/office/drawing/2014/main" id="{9C2C253A-ACF2-168B-0CB7-2C6D9CB1FBAE}"/>
                  </a:ext>
                </a:extLst>
              </p:cNvPr>
              <p:cNvSpPr/>
              <p:nvPr/>
            </p:nvSpPr>
            <p:spPr>
              <a:xfrm>
                <a:off x="283677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2" name="ph707">
                <a:extLst>
                  <a:ext uri="{FF2B5EF4-FFF2-40B4-BE49-F238E27FC236}">
                    <a16:creationId xmlns:a16="http://schemas.microsoft.com/office/drawing/2014/main" id="{E52F08B2-7964-8445-F41B-B03AB78A5D36}"/>
                  </a:ext>
                </a:extLst>
              </p:cNvPr>
              <p:cNvSpPr/>
              <p:nvPr/>
            </p:nvSpPr>
            <p:spPr>
              <a:xfrm>
                <a:off x="284621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3" name="ph708">
                <a:extLst>
                  <a:ext uri="{FF2B5EF4-FFF2-40B4-BE49-F238E27FC236}">
                    <a16:creationId xmlns:a16="http://schemas.microsoft.com/office/drawing/2014/main" id="{589CEF27-F9D5-9576-13CC-058D765D8803}"/>
                  </a:ext>
                </a:extLst>
              </p:cNvPr>
              <p:cNvSpPr/>
              <p:nvPr/>
            </p:nvSpPr>
            <p:spPr>
              <a:xfrm>
                <a:off x="285565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4" name="ph709">
                <a:extLst>
                  <a:ext uri="{FF2B5EF4-FFF2-40B4-BE49-F238E27FC236}">
                    <a16:creationId xmlns:a16="http://schemas.microsoft.com/office/drawing/2014/main" id="{1EF3D051-890D-128F-5D51-512F231ED38D}"/>
                  </a:ext>
                </a:extLst>
              </p:cNvPr>
              <p:cNvSpPr/>
              <p:nvPr/>
            </p:nvSpPr>
            <p:spPr>
              <a:xfrm>
                <a:off x="2865092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5" name="ph710">
                <a:extLst>
                  <a:ext uri="{FF2B5EF4-FFF2-40B4-BE49-F238E27FC236}">
                    <a16:creationId xmlns:a16="http://schemas.microsoft.com/office/drawing/2014/main" id="{F710492B-FB83-057F-29FB-21E9639883F9}"/>
                  </a:ext>
                </a:extLst>
              </p:cNvPr>
              <p:cNvSpPr/>
              <p:nvPr/>
            </p:nvSpPr>
            <p:spPr>
              <a:xfrm>
                <a:off x="287453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6" name="ph711">
                <a:extLst>
                  <a:ext uri="{FF2B5EF4-FFF2-40B4-BE49-F238E27FC236}">
                    <a16:creationId xmlns:a16="http://schemas.microsoft.com/office/drawing/2014/main" id="{8228D054-C3F2-C9B0-1527-F9056FFDEC37}"/>
                  </a:ext>
                </a:extLst>
              </p:cNvPr>
              <p:cNvSpPr/>
              <p:nvPr/>
            </p:nvSpPr>
            <p:spPr>
              <a:xfrm>
                <a:off x="288397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7" name="ph712">
                <a:extLst>
                  <a:ext uri="{FF2B5EF4-FFF2-40B4-BE49-F238E27FC236}">
                    <a16:creationId xmlns:a16="http://schemas.microsoft.com/office/drawing/2014/main" id="{A0B9D2B1-C681-4110-9E95-52A4A7E9446D}"/>
                  </a:ext>
                </a:extLst>
              </p:cNvPr>
              <p:cNvSpPr/>
              <p:nvPr/>
            </p:nvSpPr>
            <p:spPr>
              <a:xfrm>
                <a:off x="289341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8" name="ph713">
                <a:extLst>
                  <a:ext uri="{FF2B5EF4-FFF2-40B4-BE49-F238E27FC236}">
                    <a16:creationId xmlns:a16="http://schemas.microsoft.com/office/drawing/2014/main" id="{852594C1-40B7-C105-D76E-C8F3BA4F20E7}"/>
                  </a:ext>
                </a:extLst>
              </p:cNvPr>
              <p:cNvSpPr/>
              <p:nvPr/>
            </p:nvSpPr>
            <p:spPr>
              <a:xfrm>
                <a:off x="290285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9" name="ph714">
                <a:extLst>
                  <a:ext uri="{FF2B5EF4-FFF2-40B4-BE49-F238E27FC236}">
                    <a16:creationId xmlns:a16="http://schemas.microsoft.com/office/drawing/2014/main" id="{6F7D35CC-DB4C-F8E0-34FC-ECCBC9ABEF5B}"/>
                  </a:ext>
                </a:extLst>
              </p:cNvPr>
              <p:cNvSpPr/>
              <p:nvPr/>
            </p:nvSpPr>
            <p:spPr>
              <a:xfrm>
                <a:off x="2912293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0" name="ph715">
                <a:extLst>
                  <a:ext uri="{FF2B5EF4-FFF2-40B4-BE49-F238E27FC236}">
                    <a16:creationId xmlns:a16="http://schemas.microsoft.com/office/drawing/2014/main" id="{E5465711-E10E-B469-1F01-DD4A119131D3}"/>
                  </a:ext>
                </a:extLst>
              </p:cNvPr>
              <p:cNvSpPr/>
              <p:nvPr/>
            </p:nvSpPr>
            <p:spPr>
              <a:xfrm>
                <a:off x="292173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1" name="ph716">
                <a:extLst>
                  <a:ext uri="{FF2B5EF4-FFF2-40B4-BE49-F238E27FC236}">
                    <a16:creationId xmlns:a16="http://schemas.microsoft.com/office/drawing/2014/main" id="{079AE8ED-B407-0B12-5C6F-0D785F8BB865}"/>
                  </a:ext>
                </a:extLst>
              </p:cNvPr>
              <p:cNvSpPr/>
              <p:nvPr/>
            </p:nvSpPr>
            <p:spPr>
              <a:xfrm>
                <a:off x="293117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2" name="ph717">
                <a:extLst>
                  <a:ext uri="{FF2B5EF4-FFF2-40B4-BE49-F238E27FC236}">
                    <a16:creationId xmlns:a16="http://schemas.microsoft.com/office/drawing/2014/main" id="{C63B5694-04C3-CE2B-337C-063F4B3B509B}"/>
                  </a:ext>
                </a:extLst>
              </p:cNvPr>
              <p:cNvSpPr/>
              <p:nvPr/>
            </p:nvSpPr>
            <p:spPr>
              <a:xfrm>
                <a:off x="294061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3" name="ph718">
                <a:extLst>
                  <a:ext uri="{FF2B5EF4-FFF2-40B4-BE49-F238E27FC236}">
                    <a16:creationId xmlns:a16="http://schemas.microsoft.com/office/drawing/2014/main" id="{F371D5F2-BA50-4086-39EF-6ED5F0574786}"/>
                  </a:ext>
                </a:extLst>
              </p:cNvPr>
              <p:cNvSpPr/>
              <p:nvPr/>
            </p:nvSpPr>
            <p:spPr>
              <a:xfrm>
                <a:off x="2950054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4" name="ph719">
                <a:extLst>
                  <a:ext uri="{FF2B5EF4-FFF2-40B4-BE49-F238E27FC236}">
                    <a16:creationId xmlns:a16="http://schemas.microsoft.com/office/drawing/2014/main" id="{E79380D5-3F81-31B5-087C-5E071C8D5300}"/>
                  </a:ext>
                </a:extLst>
              </p:cNvPr>
              <p:cNvSpPr/>
              <p:nvPr/>
            </p:nvSpPr>
            <p:spPr>
              <a:xfrm>
                <a:off x="2959495" y="26070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5" name="ph720">
                <a:extLst>
                  <a:ext uri="{FF2B5EF4-FFF2-40B4-BE49-F238E27FC236}">
                    <a16:creationId xmlns:a16="http://schemas.microsoft.com/office/drawing/2014/main" id="{7F404613-8980-A1B9-57C2-CC2A74B65D1C}"/>
                  </a:ext>
                </a:extLst>
              </p:cNvPr>
              <p:cNvSpPr/>
              <p:nvPr/>
            </p:nvSpPr>
            <p:spPr>
              <a:xfrm>
                <a:off x="2968935" y="262460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519"/>
                    </a:lnTo>
                    <a:lnTo>
                      <a:pt x="921532" y="908931"/>
                    </a:lnTo>
                    <a:lnTo>
                      <a:pt x="921244" y="913888"/>
                    </a:lnTo>
                    <a:lnTo>
                      <a:pt x="921200" y="914400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6" name="ph721">
                <a:extLst>
                  <a:ext uri="{FF2B5EF4-FFF2-40B4-BE49-F238E27FC236}">
                    <a16:creationId xmlns:a16="http://schemas.microsoft.com/office/drawing/2014/main" id="{7EFB9B4E-0CD6-8684-DED8-458929CC903C}"/>
                  </a:ext>
                </a:extLst>
              </p:cNvPr>
              <p:cNvSpPr/>
              <p:nvPr/>
            </p:nvSpPr>
            <p:spPr>
              <a:xfrm>
                <a:off x="2978375" y="2607036"/>
                <a:ext cx="923840" cy="92508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08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8120"/>
                    </a:lnTo>
                    <a:lnTo>
                      <a:pt x="921337" y="920221"/>
                    </a:lnTo>
                    <a:lnTo>
                      <a:pt x="915742" y="924267"/>
                    </a:lnTo>
                    <a:lnTo>
                      <a:pt x="914400" y="92508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7" name="ph722">
                <a:extLst>
                  <a:ext uri="{FF2B5EF4-FFF2-40B4-BE49-F238E27FC236}">
                    <a16:creationId xmlns:a16="http://schemas.microsoft.com/office/drawing/2014/main" id="{6DA7CEEE-87BE-4200-38C3-63271D85A223}"/>
                  </a:ext>
                </a:extLst>
              </p:cNvPr>
              <p:cNvSpPr/>
              <p:nvPr/>
            </p:nvSpPr>
            <p:spPr>
              <a:xfrm>
                <a:off x="2987815" y="2607036"/>
                <a:ext cx="918648" cy="918120"/>
              </a:xfrm>
              <a:custGeom>
                <a:avLst/>
                <a:gdLst/>
                <a:ahLst/>
                <a:cxnLst/>
                <a:rect l="0" t="0" r="0" b="0"/>
                <a:pathLst>
                  <a:path w="918648" h="918120">
                    <a:moveTo>
                      <a:pt x="914400" y="914400"/>
                    </a:moveTo>
                    <a:lnTo>
                      <a:pt x="918648" y="914400"/>
                    </a:lnTo>
                    <a:lnTo>
                      <a:pt x="917368" y="915629"/>
                    </a:lnTo>
                    <a:lnTo>
                      <a:pt x="914400" y="918120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8" name="ph723">
                <a:extLst>
                  <a:ext uri="{FF2B5EF4-FFF2-40B4-BE49-F238E27FC236}">
                    <a16:creationId xmlns:a16="http://schemas.microsoft.com/office/drawing/2014/main" id="{ABE2C36F-2A68-0B3B-1605-9D33B6DB183D}"/>
                  </a:ext>
                </a:extLst>
              </p:cNvPr>
              <p:cNvSpPr/>
              <p:nvPr/>
            </p:nvSpPr>
            <p:spPr>
              <a:xfrm>
                <a:off x="2478042" y="260703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2856" y="914400"/>
                    </a:lnTo>
                    <a:lnTo>
                      <a:pt x="913793" y="904000"/>
                    </a:lnTo>
                    <a:lnTo>
                      <a:pt x="914399" y="89890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9" name="ph724">
                <a:extLst>
                  <a:ext uri="{FF2B5EF4-FFF2-40B4-BE49-F238E27FC236}">
                    <a16:creationId xmlns:a16="http://schemas.microsoft.com/office/drawing/2014/main" id="{5314D386-60E7-BBDD-76D2-ED47B7499779}"/>
                  </a:ext>
                </a:extLst>
              </p:cNvPr>
              <p:cNvSpPr/>
              <p:nvPr/>
            </p:nvSpPr>
            <p:spPr>
              <a:xfrm>
                <a:off x="2487483" y="258946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479"/>
                    </a:lnTo>
                    <a:lnTo>
                      <a:pt x="905207" y="91439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0" name="ph725">
                <a:extLst>
                  <a:ext uri="{FF2B5EF4-FFF2-40B4-BE49-F238E27FC236}">
                    <a16:creationId xmlns:a16="http://schemas.microsoft.com/office/drawing/2014/main" id="{9DDF4502-62E8-5FBE-F7DB-840EE0CCC771}"/>
                  </a:ext>
                </a:extLst>
              </p:cNvPr>
              <p:cNvSpPr/>
              <p:nvPr/>
            </p:nvSpPr>
            <p:spPr>
              <a:xfrm>
                <a:off x="248748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1" name="ph726">
                <a:extLst>
                  <a:ext uri="{FF2B5EF4-FFF2-40B4-BE49-F238E27FC236}">
                    <a16:creationId xmlns:a16="http://schemas.microsoft.com/office/drawing/2014/main" id="{EA7270D0-80EE-717D-5BD6-52009205DB44}"/>
                  </a:ext>
                </a:extLst>
              </p:cNvPr>
              <p:cNvSpPr/>
              <p:nvPr/>
            </p:nvSpPr>
            <p:spPr>
              <a:xfrm>
                <a:off x="249692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2" name="ph727">
                <a:extLst>
                  <a:ext uri="{FF2B5EF4-FFF2-40B4-BE49-F238E27FC236}">
                    <a16:creationId xmlns:a16="http://schemas.microsoft.com/office/drawing/2014/main" id="{CFF7ACB4-882A-379D-D530-8CFCE20AAED8}"/>
                  </a:ext>
                </a:extLst>
              </p:cNvPr>
              <p:cNvSpPr/>
              <p:nvPr/>
            </p:nvSpPr>
            <p:spPr>
              <a:xfrm>
                <a:off x="250636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3" name="ph728">
                <a:extLst>
                  <a:ext uri="{FF2B5EF4-FFF2-40B4-BE49-F238E27FC236}">
                    <a16:creationId xmlns:a16="http://schemas.microsoft.com/office/drawing/2014/main" id="{AB72CAED-B8E8-B133-31D2-B1BB6D66CB3F}"/>
                  </a:ext>
                </a:extLst>
              </p:cNvPr>
              <p:cNvSpPr/>
              <p:nvPr/>
            </p:nvSpPr>
            <p:spPr>
              <a:xfrm>
                <a:off x="251580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4" name="ph729">
                <a:extLst>
                  <a:ext uri="{FF2B5EF4-FFF2-40B4-BE49-F238E27FC236}">
                    <a16:creationId xmlns:a16="http://schemas.microsoft.com/office/drawing/2014/main" id="{43D30DE4-B7B6-C7D1-03CF-C2ADF7BEAB98}"/>
                  </a:ext>
                </a:extLst>
              </p:cNvPr>
              <p:cNvSpPr/>
              <p:nvPr/>
            </p:nvSpPr>
            <p:spPr>
              <a:xfrm>
                <a:off x="252524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5" name="ph730">
                <a:extLst>
                  <a:ext uri="{FF2B5EF4-FFF2-40B4-BE49-F238E27FC236}">
                    <a16:creationId xmlns:a16="http://schemas.microsoft.com/office/drawing/2014/main" id="{A5607211-5A26-C766-3082-CC0F70849C8E}"/>
                  </a:ext>
                </a:extLst>
              </p:cNvPr>
              <p:cNvSpPr/>
              <p:nvPr/>
            </p:nvSpPr>
            <p:spPr>
              <a:xfrm>
                <a:off x="253468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6" name="ph731">
                <a:extLst>
                  <a:ext uri="{FF2B5EF4-FFF2-40B4-BE49-F238E27FC236}">
                    <a16:creationId xmlns:a16="http://schemas.microsoft.com/office/drawing/2014/main" id="{675D4DDC-60C1-DC5B-03CD-93DCF39650E6}"/>
                  </a:ext>
                </a:extLst>
              </p:cNvPr>
              <p:cNvSpPr/>
              <p:nvPr/>
            </p:nvSpPr>
            <p:spPr>
              <a:xfrm>
                <a:off x="254412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7" name="ph732">
                <a:extLst>
                  <a:ext uri="{FF2B5EF4-FFF2-40B4-BE49-F238E27FC236}">
                    <a16:creationId xmlns:a16="http://schemas.microsoft.com/office/drawing/2014/main" id="{51CBF31B-4768-8AB3-F426-B9824DC97734}"/>
                  </a:ext>
                </a:extLst>
              </p:cNvPr>
              <p:cNvSpPr/>
              <p:nvPr/>
            </p:nvSpPr>
            <p:spPr>
              <a:xfrm>
                <a:off x="255356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8" name="ph733">
                <a:extLst>
                  <a:ext uri="{FF2B5EF4-FFF2-40B4-BE49-F238E27FC236}">
                    <a16:creationId xmlns:a16="http://schemas.microsoft.com/office/drawing/2014/main" id="{79B84172-D975-B007-19C0-C1576EA0A403}"/>
                  </a:ext>
                </a:extLst>
              </p:cNvPr>
              <p:cNvSpPr/>
              <p:nvPr/>
            </p:nvSpPr>
            <p:spPr>
              <a:xfrm>
                <a:off x="256300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9" name="ph734">
                <a:extLst>
                  <a:ext uri="{FF2B5EF4-FFF2-40B4-BE49-F238E27FC236}">
                    <a16:creationId xmlns:a16="http://schemas.microsoft.com/office/drawing/2014/main" id="{17F5BDE2-0B28-1FC4-822F-FED9A985CD50}"/>
                  </a:ext>
                </a:extLst>
              </p:cNvPr>
              <p:cNvSpPr/>
              <p:nvPr/>
            </p:nvSpPr>
            <p:spPr>
              <a:xfrm>
                <a:off x="257244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0" name="ph735">
                <a:extLst>
                  <a:ext uri="{FF2B5EF4-FFF2-40B4-BE49-F238E27FC236}">
                    <a16:creationId xmlns:a16="http://schemas.microsoft.com/office/drawing/2014/main" id="{5FA5684C-2E36-C62C-A35B-73A5F27E6F6F}"/>
                  </a:ext>
                </a:extLst>
              </p:cNvPr>
              <p:cNvSpPr/>
              <p:nvPr/>
            </p:nvSpPr>
            <p:spPr>
              <a:xfrm>
                <a:off x="258188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1" name="ph736">
                <a:extLst>
                  <a:ext uri="{FF2B5EF4-FFF2-40B4-BE49-F238E27FC236}">
                    <a16:creationId xmlns:a16="http://schemas.microsoft.com/office/drawing/2014/main" id="{46587363-6578-C9CB-4F4D-6B01C9BDB182}"/>
                  </a:ext>
                </a:extLst>
              </p:cNvPr>
              <p:cNvSpPr/>
              <p:nvPr/>
            </p:nvSpPr>
            <p:spPr>
              <a:xfrm>
                <a:off x="259132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2" name="ph737">
                <a:extLst>
                  <a:ext uri="{FF2B5EF4-FFF2-40B4-BE49-F238E27FC236}">
                    <a16:creationId xmlns:a16="http://schemas.microsoft.com/office/drawing/2014/main" id="{F0778CA5-D7ED-C304-73BB-69405B02E094}"/>
                  </a:ext>
                </a:extLst>
              </p:cNvPr>
              <p:cNvSpPr/>
              <p:nvPr/>
            </p:nvSpPr>
            <p:spPr>
              <a:xfrm>
                <a:off x="260076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3" name="ph738">
                <a:extLst>
                  <a:ext uri="{FF2B5EF4-FFF2-40B4-BE49-F238E27FC236}">
                    <a16:creationId xmlns:a16="http://schemas.microsoft.com/office/drawing/2014/main" id="{C5EC2DAD-6FFF-C621-88A7-D65D51128430}"/>
                  </a:ext>
                </a:extLst>
              </p:cNvPr>
              <p:cNvSpPr/>
              <p:nvPr/>
            </p:nvSpPr>
            <p:spPr>
              <a:xfrm>
                <a:off x="261020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4" name="ph739">
                <a:extLst>
                  <a:ext uri="{FF2B5EF4-FFF2-40B4-BE49-F238E27FC236}">
                    <a16:creationId xmlns:a16="http://schemas.microsoft.com/office/drawing/2014/main" id="{D444DE64-4347-9AD9-7A20-CA876600C58E}"/>
                  </a:ext>
                </a:extLst>
              </p:cNvPr>
              <p:cNvSpPr/>
              <p:nvPr/>
            </p:nvSpPr>
            <p:spPr>
              <a:xfrm>
                <a:off x="261964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5" name="ph740">
                <a:extLst>
                  <a:ext uri="{FF2B5EF4-FFF2-40B4-BE49-F238E27FC236}">
                    <a16:creationId xmlns:a16="http://schemas.microsoft.com/office/drawing/2014/main" id="{2DCD6EE6-7E5F-43E5-320C-134832D877F9}"/>
                  </a:ext>
                </a:extLst>
              </p:cNvPr>
              <p:cNvSpPr/>
              <p:nvPr/>
            </p:nvSpPr>
            <p:spPr>
              <a:xfrm>
                <a:off x="2629086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6" name="ph741">
                <a:extLst>
                  <a:ext uri="{FF2B5EF4-FFF2-40B4-BE49-F238E27FC236}">
                    <a16:creationId xmlns:a16="http://schemas.microsoft.com/office/drawing/2014/main" id="{201B12C3-46CA-958E-0479-30A913CDDF0A}"/>
                  </a:ext>
                </a:extLst>
              </p:cNvPr>
              <p:cNvSpPr/>
              <p:nvPr/>
            </p:nvSpPr>
            <p:spPr>
              <a:xfrm>
                <a:off x="263852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7" name="ph742">
                <a:extLst>
                  <a:ext uri="{FF2B5EF4-FFF2-40B4-BE49-F238E27FC236}">
                    <a16:creationId xmlns:a16="http://schemas.microsoft.com/office/drawing/2014/main" id="{999ACF50-1D68-A329-C3BB-ACC677D98EF6}"/>
                  </a:ext>
                </a:extLst>
              </p:cNvPr>
              <p:cNvSpPr/>
              <p:nvPr/>
            </p:nvSpPr>
            <p:spPr>
              <a:xfrm>
                <a:off x="264796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8" name="ph743">
                <a:extLst>
                  <a:ext uri="{FF2B5EF4-FFF2-40B4-BE49-F238E27FC236}">
                    <a16:creationId xmlns:a16="http://schemas.microsoft.com/office/drawing/2014/main" id="{34256F1A-FA29-728D-BFD5-CBC8D41B7D7A}"/>
                  </a:ext>
                </a:extLst>
              </p:cNvPr>
              <p:cNvSpPr/>
              <p:nvPr/>
            </p:nvSpPr>
            <p:spPr>
              <a:xfrm>
                <a:off x="265740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9" name="ph744">
                <a:extLst>
                  <a:ext uri="{FF2B5EF4-FFF2-40B4-BE49-F238E27FC236}">
                    <a16:creationId xmlns:a16="http://schemas.microsoft.com/office/drawing/2014/main" id="{C7134AFC-3265-9910-E836-C17C57DBC438}"/>
                  </a:ext>
                </a:extLst>
              </p:cNvPr>
              <p:cNvSpPr/>
              <p:nvPr/>
            </p:nvSpPr>
            <p:spPr>
              <a:xfrm>
                <a:off x="266684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0" name="ph745">
                <a:extLst>
                  <a:ext uri="{FF2B5EF4-FFF2-40B4-BE49-F238E27FC236}">
                    <a16:creationId xmlns:a16="http://schemas.microsoft.com/office/drawing/2014/main" id="{AF642DBD-EFEA-DCB4-629C-D9C53678BF9C}"/>
                  </a:ext>
                </a:extLst>
              </p:cNvPr>
              <p:cNvSpPr/>
              <p:nvPr/>
            </p:nvSpPr>
            <p:spPr>
              <a:xfrm>
                <a:off x="2676287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1" name="ph746">
                <a:extLst>
                  <a:ext uri="{FF2B5EF4-FFF2-40B4-BE49-F238E27FC236}">
                    <a16:creationId xmlns:a16="http://schemas.microsoft.com/office/drawing/2014/main" id="{D3C0CD25-0112-316A-3B96-58A9C16CC23F}"/>
                  </a:ext>
                </a:extLst>
              </p:cNvPr>
              <p:cNvSpPr/>
              <p:nvPr/>
            </p:nvSpPr>
            <p:spPr>
              <a:xfrm>
                <a:off x="268572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2" name="ph747">
                <a:extLst>
                  <a:ext uri="{FF2B5EF4-FFF2-40B4-BE49-F238E27FC236}">
                    <a16:creationId xmlns:a16="http://schemas.microsoft.com/office/drawing/2014/main" id="{0ECB5F77-571E-F855-6475-11E51CEF98EE}"/>
                  </a:ext>
                </a:extLst>
              </p:cNvPr>
              <p:cNvSpPr/>
              <p:nvPr/>
            </p:nvSpPr>
            <p:spPr>
              <a:xfrm>
                <a:off x="269516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3" name="ph748">
                <a:extLst>
                  <a:ext uri="{FF2B5EF4-FFF2-40B4-BE49-F238E27FC236}">
                    <a16:creationId xmlns:a16="http://schemas.microsoft.com/office/drawing/2014/main" id="{6DB169F7-9B35-F271-8359-49D5D53E75EC}"/>
                  </a:ext>
                </a:extLst>
              </p:cNvPr>
              <p:cNvSpPr/>
              <p:nvPr/>
            </p:nvSpPr>
            <p:spPr>
              <a:xfrm>
                <a:off x="270460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4" name="ph749">
                <a:extLst>
                  <a:ext uri="{FF2B5EF4-FFF2-40B4-BE49-F238E27FC236}">
                    <a16:creationId xmlns:a16="http://schemas.microsoft.com/office/drawing/2014/main" id="{28DE7B80-3CF2-371E-59CE-5980A5228E9B}"/>
                  </a:ext>
                </a:extLst>
              </p:cNvPr>
              <p:cNvSpPr/>
              <p:nvPr/>
            </p:nvSpPr>
            <p:spPr>
              <a:xfrm>
                <a:off x="2714048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5" name="ph750">
                <a:extLst>
                  <a:ext uri="{FF2B5EF4-FFF2-40B4-BE49-F238E27FC236}">
                    <a16:creationId xmlns:a16="http://schemas.microsoft.com/office/drawing/2014/main" id="{8F203975-CD10-EEA3-9E9B-359E6048430C}"/>
                  </a:ext>
                </a:extLst>
              </p:cNvPr>
              <p:cNvSpPr/>
              <p:nvPr/>
            </p:nvSpPr>
            <p:spPr>
              <a:xfrm>
                <a:off x="272348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6" name="ph751">
                <a:extLst>
                  <a:ext uri="{FF2B5EF4-FFF2-40B4-BE49-F238E27FC236}">
                    <a16:creationId xmlns:a16="http://schemas.microsoft.com/office/drawing/2014/main" id="{02BB3368-3D9E-79E8-8BBE-084B62D8D4D3}"/>
                  </a:ext>
                </a:extLst>
              </p:cNvPr>
              <p:cNvSpPr/>
              <p:nvPr/>
            </p:nvSpPr>
            <p:spPr>
              <a:xfrm>
                <a:off x="273292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7" name="ph752">
                <a:extLst>
                  <a:ext uri="{FF2B5EF4-FFF2-40B4-BE49-F238E27FC236}">
                    <a16:creationId xmlns:a16="http://schemas.microsoft.com/office/drawing/2014/main" id="{CF5A75DF-6FB6-202B-CDC4-EE238AB85451}"/>
                  </a:ext>
                </a:extLst>
              </p:cNvPr>
              <p:cNvSpPr/>
              <p:nvPr/>
            </p:nvSpPr>
            <p:spPr>
              <a:xfrm>
                <a:off x="274236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8" name="ph753">
                <a:extLst>
                  <a:ext uri="{FF2B5EF4-FFF2-40B4-BE49-F238E27FC236}">
                    <a16:creationId xmlns:a16="http://schemas.microsoft.com/office/drawing/2014/main" id="{8EA70F37-C0FC-FA55-2068-5442E14328F9}"/>
                  </a:ext>
                </a:extLst>
              </p:cNvPr>
              <p:cNvSpPr/>
              <p:nvPr/>
            </p:nvSpPr>
            <p:spPr>
              <a:xfrm>
                <a:off x="2751809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9" name="ph754">
                <a:extLst>
                  <a:ext uri="{FF2B5EF4-FFF2-40B4-BE49-F238E27FC236}">
                    <a16:creationId xmlns:a16="http://schemas.microsoft.com/office/drawing/2014/main" id="{4E6C420E-5F78-D426-2846-5242AEBFD755}"/>
                  </a:ext>
                </a:extLst>
              </p:cNvPr>
              <p:cNvSpPr/>
              <p:nvPr/>
            </p:nvSpPr>
            <p:spPr>
              <a:xfrm>
                <a:off x="276125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0" name="ph755">
                <a:extLst>
                  <a:ext uri="{FF2B5EF4-FFF2-40B4-BE49-F238E27FC236}">
                    <a16:creationId xmlns:a16="http://schemas.microsoft.com/office/drawing/2014/main" id="{88E5BBEC-8C21-0174-4D80-1DB256913676}"/>
                  </a:ext>
                </a:extLst>
              </p:cNvPr>
              <p:cNvSpPr/>
              <p:nvPr/>
            </p:nvSpPr>
            <p:spPr>
              <a:xfrm>
                <a:off x="277069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1" name="ph756">
                <a:extLst>
                  <a:ext uri="{FF2B5EF4-FFF2-40B4-BE49-F238E27FC236}">
                    <a16:creationId xmlns:a16="http://schemas.microsoft.com/office/drawing/2014/main" id="{592FD55C-AEF6-E248-3378-65B159858FE3}"/>
                  </a:ext>
                </a:extLst>
              </p:cNvPr>
              <p:cNvSpPr/>
              <p:nvPr/>
            </p:nvSpPr>
            <p:spPr>
              <a:xfrm>
                <a:off x="278013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2" name="ph757">
                <a:extLst>
                  <a:ext uri="{FF2B5EF4-FFF2-40B4-BE49-F238E27FC236}">
                    <a16:creationId xmlns:a16="http://schemas.microsoft.com/office/drawing/2014/main" id="{E4DC27EB-AE91-9BB2-8467-50917E066EE1}"/>
                  </a:ext>
                </a:extLst>
              </p:cNvPr>
              <p:cNvSpPr/>
              <p:nvPr/>
            </p:nvSpPr>
            <p:spPr>
              <a:xfrm>
                <a:off x="2789570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3" name="ph758">
                <a:extLst>
                  <a:ext uri="{FF2B5EF4-FFF2-40B4-BE49-F238E27FC236}">
                    <a16:creationId xmlns:a16="http://schemas.microsoft.com/office/drawing/2014/main" id="{3994284C-0B69-9E82-15D2-1CBD12CA9BF0}"/>
                  </a:ext>
                </a:extLst>
              </p:cNvPr>
              <p:cNvSpPr/>
              <p:nvPr/>
            </p:nvSpPr>
            <p:spPr>
              <a:xfrm>
                <a:off x="279901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4" name="ph759">
                <a:extLst>
                  <a:ext uri="{FF2B5EF4-FFF2-40B4-BE49-F238E27FC236}">
                    <a16:creationId xmlns:a16="http://schemas.microsoft.com/office/drawing/2014/main" id="{36C89617-D86C-63A7-3397-262DFA73E972}"/>
                  </a:ext>
                </a:extLst>
              </p:cNvPr>
              <p:cNvSpPr/>
              <p:nvPr/>
            </p:nvSpPr>
            <p:spPr>
              <a:xfrm>
                <a:off x="280845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5" name="ph760">
                <a:extLst>
                  <a:ext uri="{FF2B5EF4-FFF2-40B4-BE49-F238E27FC236}">
                    <a16:creationId xmlns:a16="http://schemas.microsoft.com/office/drawing/2014/main" id="{F12829D8-6C07-02C4-1DC2-53A03ADDBD79}"/>
                  </a:ext>
                </a:extLst>
              </p:cNvPr>
              <p:cNvSpPr/>
              <p:nvPr/>
            </p:nvSpPr>
            <p:spPr>
              <a:xfrm>
                <a:off x="281789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6" name="ph761">
                <a:extLst>
                  <a:ext uri="{FF2B5EF4-FFF2-40B4-BE49-F238E27FC236}">
                    <a16:creationId xmlns:a16="http://schemas.microsoft.com/office/drawing/2014/main" id="{C55C615A-96F5-9B5A-F843-20C5B27BDC57}"/>
                  </a:ext>
                </a:extLst>
              </p:cNvPr>
              <p:cNvSpPr/>
              <p:nvPr/>
            </p:nvSpPr>
            <p:spPr>
              <a:xfrm>
                <a:off x="2827331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7" name="ph762">
                <a:extLst>
                  <a:ext uri="{FF2B5EF4-FFF2-40B4-BE49-F238E27FC236}">
                    <a16:creationId xmlns:a16="http://schemas.microsoft.com/office/drawing/2014/main" id="{22DFAFC6-C89A-007C-0B7E-9047F23B55C4}"/>
                  </a:ext>
                </a:extLst>
              </p:cNvPr>
              <p:cNvSpPr/>
              <p:nvPr/>
            </p:nvSpPr>
            <p:spPr>
              <a:xfrm>
                <a:off x="283677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8" name="ph763">
                <a:extLst>
                  <a:ext uri="{FF2B5EF4-FFF2-40B4-BE49-F238E27FC236}">
                    <a16:creationId xmlns:a16="http://schemas.microsoft.com/office/drawing/2014/main" id="{EB3CED6F-A08F-962F-2BF6-7607CC6E6DCB}"/>
                  </a:ext>
                </a:extLst>
              </p:cNvPr>
              <p:cNvSpPr/>
              <p:nvPr/>
            </p:nvSpPr>
            <p:spPr>
              <a:xfrm>
                <a:off x="284621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9" name="ph764">
                <a:extLst>
                  <a:ext uri="{FF2B5EF4-FFF2-40B4-BE49-F238E27FC236}">
                    <a16:creationId xmlns:a16="http://schemas.microsoft.com/office/drawing/2014/main" id="{9E4237BB-F371-6550-1E48-A08231EBDC84}"/>
                  </a:ext>
                </a:extLst>
              </p:cNvPr>
              <p:cNvSpPr/>
              <p:nvPr/>
            </p:nvSpPr>
            <p:spPr>
              <a:xfrm>
                <a:off x="285565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0" name="ph765">
                <a:extLst>
                  <a:ext uri="{FF2B5EF4-FFF2-40B4-BE49-F238E27FC236}">
                    <a16:creationId xmlns:a16="http://schemas.microsoft.com/office/drawing/2014/main" id="{C2A6C700-6FA1-AB39-DB8C-893C5BD299AF}"/>
                  </a:ext>
                </a:extLst>
              </p:cNvPr>
              <p:cNvSpPr/>
              <p:nvPr/>
            </p:nvSpPr>
            <p:spPr>
              <a:xfrm>
                <a:off x="2865092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1" name="ph766">
                <a:extLst>
                  <a:ext uri="{FF2B5EF4-FFF2-40B4-BE49-F238E27FC236}">
                    <a16:creationId xmlns:a16="http://schemas.microsoft.com/office/drawing/2014/main" id="{1AC0F552-2039-4E5D-4240-3AD6E1254A54}"/>
                  </a:ext>
                </a:extLst>
              </p:cNvPr>
              <p:cNvSpPr/>
              <p:nvPr/>
            </p:nvSpPr>
            <p:spPr>
              <a:xfrm>
                <a:off x="287453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2" name="ph767">
                <a:extLst>
                  <a:ext uri="{FF2B5EF4-FFF2-40B4-BE49-F238E27FC236}">
                    <a16:creationId xmlns:a16="http://schemas.microsoft.com/office/drawing/2014/main" id="{05E397BE-0341-52A9-8307-DE3AE93636C3}"/>
                  </a:ext>
                </a:extLst>
              </p:cNvPr>
              <p:cNvSpPr/>
              <p:nvPr/>
            </p:nvSpPr>
            <p:spPr>
              <a:xfrm>
                <a:off x="288397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3" name="ph768">
                <a:extLst>
                  <a:ext uri="{FF2B5EF4-FFF2-40B4-BE49-F238E27FC236}">
                    <a16:creationId xmlns:a16="http://schemas.microsoft.com/office/drawing/2014/main" id="{5B8B6079-46A2-3912-106F-D3456D437A60}"/>
                  </a:ext>
                </a:extLst>
              </p:cNvPr>
              <p:cNvSpPr/>
              <p:nvPr/>
            </p:nvSpPr>
            <p:spPr>
              <a:xfrm>
                <a:off x="289341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4" name="ph769">
                <a:extLst>
                  <a:ext uri="{FF2B5EF4-FFF2-40B4-BE49-F238E27FC236}">
                    <a16:creationId xmlns:a16="http://schemas.microsoft.com/office/drawing/2014/main" id="{85EA1BA9-D15A-1AB3-0DFB-1F16D8D2FC3E}"/>
                  </a:ext>
                </a:extLst>
              </p:cNvPr>
              <p:cNvSpPr/>
              <p:nvPr/>
            </p:nvSpPr>
            <p:spPr>
              <a:xfrm>
                <a:off x="290285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5" name="ph770">
                <a:extLst>
                  <a:ext uri="{FF2B5EF4-FFF2-40B4-BE49-F238E27FC236}">
                    <a16:creationId xmlns:a16="http://schemas.microsoft.com/office/drawing/2014/main" id="{11ACCFB5-29F1-CFD3-647A-5C2FC22AD42A}"/>
                  </a:ext>
                </a:extLst>
              </p:cNvPr>
              <p:cNvSpPr/>
              <p:nvPr/>
            </p:nvSpPr>
            <p:spPr>
              <a:xfrm>
                <a:off x="2912293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6" name="ph771">
                <a:extLst>
                  <a:ext uri="{FF2B5EF4-FFF2-40B4-BE49-F238E27FC236}">
                    <a16:creationId xmlns:a16="http://schemas.microsoft.com/office/drawing/2014/main" id="{396F33B7-5DDD-7911-4B1C-7C030E1B35B2}"/>
                  </a:ext>
                </a:extLst>
              </p:cNvPr>
              <p:cNvSpPr/>
              <p:nvPr/>
            </p:nvSpPr>
            <p:spPr>
              <a:xfrm>
                <a:off x="292173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7" name="ph772">
                <a:extLst>
                  <a:ext uri="{FF2B5EF4-FFF2-40B4-BE49-F238E27FC236}">
                    <a16:creationId xmlns:a16="http://schemas.microsoft.com/office/drawing/2014/main" id="{568BDB77-1132-DD4C-6AAA-35E7503F1679}"/>
                  </a:ext>
                </a:extLst>
              </p:cNvPr>
              <p:cNvSpPr/>
              <p:nvPr/>
            </p:nvSpPr>
            <p:spPr>
              <a:xfrm>
                <a:off x="293117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8" name="ph773">
                <a:extLst>
                  <a:ext uri="{FF2B5EF4-FFF2-40B4-BE49-F238E27FC236}">
                    <a16:creationId xmlns:a16="http://schemas.microsoft.com/office/drawing/2014/main" id="{29D5505F-FCAD-909D-533C-DBC5F2D622C0}"/>
                  </a:ext>
                </a:extLst>
              </p:cNvPr>
              <p:cNvSpPr/>
              <p:nvPr/>
            </p:nvSpPr>
            <p:spPr>
              <a:xfrm>
                <a:off x="294061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9" name="ph774">
                <a:extLst>
                  <a:ext uri="{FF2B5EF4-FFF2-40B4-BE49-F238E27FC236}">
                    <a16:creationId xmlns:a16="http://schemas.microsoft.com/office/drawing/2014/main" id="{64727E17-8C05-4DB6-589F-38FDA8A3E0FB}"/>
                  </a:ext>
                </a:extLst>
              </p:cNvPr>
              <p:cNvSpPr/>
              <p:nvPr/>
            </p:nvSpPr>
            <p:spPr>
              <a:xfrm>
                <a:off x="2950054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0" name="ph775">
                <a:extLst>
                  <a:ext uri="{FF2B5EF4-FFF2-40B4-BE49-F238E27FC236}">
                    <a16:creationId xmlns:a16="http://schemas.microsoft.com/office/drawing/2014/main" id="{5510E258-7DED-57B1-4E1B-0A087CA007F9}"/>
                  </a:ext>
                </a:extLst>
              </p:cNvPr>
              <p:cNvSpPr/>
              <p:nvPr/>
            </p:nvSpPr>
            <p:spPr>
              <a:xfrm>
                <a:off x="295949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1" name="ph776">
                <a:extLst>
                  <a:ext uri="{FF2B5EF4-FFF2-40B4-BE49-F238E27FC236}">
                    <a16:creationId xmlns:a16="http://schemas.microsoft.com/office/drawing/2014/main" id="{FA5388F1-5D2F-FC2D-0DF2-C8E9F122B402}"/>
                  </a:ext>
                </a:extLst>
              </p:cNvPr>
              <p:cNvSpPr/>
              <p:nvPr/>
            </p:nvSpPr>
            <p:spPr>
              <a:xfrm>
                <a:off x="296893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2" name="ph777">
                <a:extLst>
                  <a:ext uri="{FF2B5EF4-FFF2-40B4-BE49-F238E27FC236}">
                    <a16:creationId xmlns:a16="http://schemas.microsoft.com/office/drawing/2014/main" id="{FEC4663D-37AA-2A8D-2FC6-FB84CBE50552}"/>
                  </a:ext>
                </a:extLst>
              </p:cNvPr>
              <p:cNvSpPr/>
              <p:nvPr/>
            </p:nvSpPr>
            <p:spPr>
              <a:xfrm>
                <a:off x="2978375" y="25894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3" name="ph778">
                <a:extLst>
                  <a:ext uri="{FF2B5EF4-FFF2-40B4-BE49-F238E27FC236}">
                    <a16:creationId xmlns:a16="http://schemas.microsoft.com/office/drawing/2014/main" id="{488ECD85-51AA-F476-86B5-7CDBBE52005A}"/>
                  </a:ext>
                </a:extLst>
              </p:cNvPr>
              <p:cNvSpPr/>
              <p:nvPr/>
            </p:nvSpPr>
            <p:spPr>
              <a:xfrm>
                <a:off x="2987815" y="26070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264"/>
                    </a:lnTo>
                    <a:lnTo>
                      <a:pt x="922702" y="910504"/>
                    </a:lnTo>
                    <a:lnTo>
                      <a:pt x="918648" y="914400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4" name="ph779">
                <a:extLst>
                  <a:ext uri="{FF2B5EF4-FFF2-40B4-BE49-F238E27FC236}">
                    <a16:creationId xmlns:a16="http://schemas.microsoft.com/office/drawing/2014/main" id="{C4B5847C-E917-2280-CD1E-46BC2E8235CA}"/>
                  </a:ext>
                </a:extLst>
              </p:cNvPr>
              <p:cNvSpPr/>
              <p:nvPr/>
            </p:nvSpPr>
            <p:spPr>
              <a:xfrm>
                <a:off x="2997256" y="2589467"/>
                <a:ext cx="923840" cy="9268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83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5753"/>
                    </a:lnTo>
                    <a:lnTo>
                      <a:pt x="923454" y="916283"/>
                    </a:lnTo>
                    <a:lnTo>
                      <a:pt x="918441" y="922430"/>
                    </a:lnTo>
                    <a:lnTo>
                      <a:pt x="914400" y="926834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5" name="ph780">
                <a:extLst>
                  <a:ext uri="{FF2B5EF4-FFF2-40B4-BE49-F238E27FC236}">
                    <a16:creationId xmlns:a16="http://schemas.microsoft.com/office/drawing/2014/main" id="{EE650C2F-BAA4-B507-8C64-4E253DB0A34D}"/>
                  </a:ext>
                </a:extLst>
              </p:cNvPr>
              <p:cNvSpPr/>
              <p:nvPr/>
            </p:nvSpPr>
            <p:spPr>
              <a:xfrm>
                <a:off x="3006696" y="2589467"/>
                <a:ext cx="915385" cy="915753"/>
              </a:xfrm>
              <a:custGeom>
                <a:avLst/>
                <a:gdLst/>
                <a:ahLst/>
                <a:cxnLst/>
                <a:rect l="0" t="0" r="0" b="0"/>
                <a:pathLst>
                  <a:path w="915385" h="915753">
                    <a:moveTo>
                      <a:pt x="914400" y="914399"/>
                    </a:moveTo>
                    <a:lnTo>
                      <a:pt x="915385" y="914399"/>
                    </a:lnTo>
                    <a:lnTo>
                      <a:pt x="914400" y="915753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6" name="ph781">
                <a:extLst>
                  <a:ext uri="{FF2B5EF4-FFF2-40B4-BE49-F238E27FC236}">
                    <a16:creationId xmlns:a16="http://schemas.microsoft.com/office/drawing/2014/main" id="{9DF9392B-A44B-2EA1-E091-EB3A8560EE6A}"/>
                  </a:ext>
                </a:extLst>
              </p:cNvPr>
              <p:cNvSpPr/>
              <p:nvPr/>
            </p:nvSpPr>
            <p:spPr>
              <a:xfrm>
                <a:off x="3119979" y="2589467"/>
                <a:ext cx="914400" cy="91715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155">
                    <a:moveTo>
                      <a:pt x="914400" y="914399"/>
                    </a:moveTo>
                    <a:lnTo>
                      <a:pt x="914400" y="917155"/>
                    </a:lnTo>
                    <a:lnTo>
                      <a:pt x="909664" y="915098"/>
                    </a:lnTo>
                    <a:lnTo>
                      <a:pt x="908367" y="91439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7" name="ph782">
                <a:extLst>
                  <a:ext uri="{FF2B5EF4-FFF2-40B4-BE49-F238E27FC236}">
                    <a16:creationId xmlns:a16="http://schemas.microsoft.com/office/drawing/2014/main" id="{7CFC3994-FD57-78AE-976C-74AE421CC479}"/>
                  </a:ext>
                </a:extLst>
              </p:cNvPr>
              <p:cNvSpPr/>
              <p:nvPr/>
            </p:nvSpPr>
            <p:spPr>
              <a:xfrm>
                <a:off x="3119979" y="2589467"/>
                <a:ext cx="923840" cy="9201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4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148"/>
                    </a:lnTo>
                    <a:lnTo>
                      <a:pt x="921293" y="919555"/>
                    </a:lnTo>
                    <a:lnTo>
                      <a:pt x="915447" y="917610"/>
                    </a:lnTo>
                    <a:lnTo>
                      <a:pt x="914400" y="917155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8" name="ph783">
                <a:extLst>
                  <a:ext uri="{FF2B5EF4-FFF2-40B4-BE49-F238E27FC236}">
                    <a16:creationId xmlns:a16="http://schemas.microsoft.com/office/drawing/2014/main" id="{80D927E6-8B84-000F-95A0-AFD1F7B7097E}"/>
                  </a:ext>
                </a:extLst>
              </p:cNvPr>
              <p:cNvSpPr/>
              <p:nvPr/>
            </p:nvSpPr>
            <p:spPr>
              <a:xfrm>
                <a:off x="3129419" y="2589467"/>
                <a:ext cx="92384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2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28"/>
                    </a:lnTo>
                    <a:lnTo>
                      <a:pt x="923669" y="921722"/>
                    </a:lnTo>
                    <a:lnTo>
                      <a:pt x="917746" y="920927"/>
                    </a:lnTo>
                    <a:lnTo>
                      <a:pt x="914400" y="920148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9" name="ph784">
                <a:extLst>
                  <a:ext uri="{FF2B5EF4-FFF2-40B4-BE49-F238E27FC236}">
                    <a16:creationId xmlns:a16="http://schemas.microsoft.com/office/drawing/2014/main" id="{13D675F9-F8D7-567B-E5C5-B8B62D834D0F}"/>
                  </a:ext>
                </a:extLst>
              </p:cNvPr>
              <p:cNvSpPr/>
              <p:nvPr/>
            </p:nvSpPr>
            <p:spPr>
              <a:xfrm>
                <a:off x="3138859" y="2589467"/>
                <a:ext cx="923840" cy="92193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93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1713"/>
                    </a:lnTo>
                    <a:lnTo>
                      <a:pt x="920167" y="921938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0" name="ph785">
                <a:extLst>
                  <a:ext uri="{FF2B5EF4-FFF2-40B4-BE49-F238E27FC236}">
                    <a16:creationId xmlns:a16="http://schemas.microsoft.com/office/drawing/2014/main" id="{993CE981-C3B0-F16D-F4BB-6B569F2BB3A3}"/>
                  </a:ext>
                </a:extLst>
              </p:cNvPr>
              <p:cNvSpPr/>
              <p:nvPr/>
            </p:nvSpPr>
            <p:spPr>
              <a:xfrm>
                <a:off x="3148299" y="2589467"/>
                <a:ext cx="923840" cy="9217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1713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20308"/>
                    </a:lnTo>
                    <a:lnTo>
                      <a:pt x="922579" y="920633"/>
                    </a:lnTo>
                    <a:lnTo>
                      <a:pt x="916662" y="921574"/>
                    </a:lnTo>
                    <a:lnTo>
                      <a:pt x="914399" y="921713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1" name="ph786">
                <a:extLst>
                  <a:ext uri="{FF2B5EF4-FFF2-40B4-BE49-F238E27FC236}">
                    <a16:creationId xmlns:a16="http://schemas.microsoft.com/office/drawing/2014/main" id="{5A48DF57-4610-46E6-C3DE-830E5255FD63}"/>
                  </a:ext>
                </a:extLst>
              </p:cNvPr>
              <p:cNvSpPr/>
              <p:nvPr/>
            </p:nvSpPr>
            <p:spPr>
              <a:xfrm>
                <a:off x="3157740" y="2589467"/>
                <a:ext cx="923840" cy="92030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308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389"/>
                    </a:lnTo>
                    <a:lnTo>
                      <a:pt x="919021" y="919115"/>
                    </a:lnTo>
                    <a:lnTo>
                      <a:pt x="914400" y="920308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2" name="ph787">
                <a:extLst>
                  <a:ext uri="{FF2B5EF4-FFF2-40B4-BE49-F238E27FC236}">
                    <a16:creationId xmlns:a16="http://schemas.microsoft.com/office/drawing/2014/main" id="{AD1C761E-DFA8-A461-C3A8-78F9C49459ED}"/>
                  </a:ext>
                </a:extLst>
              </p:cNvPr>
              <p:cNvSpPr/>
              <p:nvPr/>
            </p:nvSpPr>
            <p:spPr>
              <a:xfrm>
                <a:off x="3167180" y="2589467"/>
                <a:ext cx="921116" cy="917389"/>
              </a:xfrm>
              <a:custGeom>
                <a:avLst/>
                <a:gdLst/>
                <a:ahLst/>
                <a:cxnLst/>
                <a:rect l="0" t="0" r="0" b="0"/>
                <a:pathLst>
                  <a:path w="921116" h="917389">
                    <a:moveTo>
                      <a:pt x="914399" y="914399"/>
                    </a:moveTo>
                    <a:lnTo>
                      <a:pt x="921116" y="914399"/>
                    </a:lnTo>
                    <a:lnTo>
                      <a:pt x="915413" y="917026"/>
                    </a:lnTo>
                    <a:lnTo>
                      <a:pt x="914399" y="91738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3" name="ph788">
                <a:extLst>
                  <a:ext uri="{FF2B5EF4-FFF2-40B4-BE49-F238E27FC236}">
                    <a16:creationId xmlns:a16="http://schemas.microsoft.com/office/drawing/2014/main" id="{1E0FEE7F-2C19-3378-647F-7D64E8C286CC}"/>
                  </a:ext>
                </a:extLst>
              </p:cNvPr>
              <p:cNvSpPr/>
              <p:nvPr/>
            </p:nvSpPr>
            <p:spPr>
              <a:xfrm>
                <a:off x="2478042" y="2571897"/>
                <a:ext cx="914399" cy="92221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2216">
                    <a:moveTo>
                      <a:pt x="914399" y="914400"/>
                    </a:moveTo>
                    <a:lnTo>
                      <a:pt x="914399" y="922216"/>
                    </a:lnTo>
                    <a:lnTo>
                      <a:pt x="913069" y="919596"/>
                    </a:lnTo>
                    <a:lnTo>
                      <a:pt x="911661" y="916823"/>
                    </a:lnTo>
                    <a:lnTo>
                      <a:pt x="910429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4" name="ph789">
                <a:extLst>
                  <a:ext uri="{FF2B5EF4-FFF2-40B4-BE49-F238E27FC236}">
                    <a16:creationId xmlns:a16="http://schemas.microsoft.com/office/drawing/2014/main" id="{E3A93C17-BF1B-DB50-4A01-0C9B5B4FC6BE}"/>
                  </a:ext>
                </a:extLst>
              </p:cNvPr>
              <p:cNvSpPr/>
              <p:nvPr/>
            </p:nvSpPr>
            <p:spPr>
              <a:xfrm>
                <a:off x="247804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7" y="931969"/>
                    </a:lnTo>
                    <a:lnTo>
                      <a:pt x="915072" y="928405"/>
                    </a:lnTo>
                    <a:lnTo>
                      <a:pt x="915632" y="924645"/>
                    </a:lnTo>
                    <a:lnTo>
                      <a:pt x="914477" y="922369"/>
                    </a:lnTo>
                    <a:lnTo>
                      <a:pt x="914399" y="922216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5" name="ph790">
                <a:extLst>
                  <a:ext uri="{FF2B5EF4-FFF2-40B4-BE49-F238E27FC236}">
                    <a16:creationId xmlns:a16="http://schemas.microsoft.com/office/drawing/2014/main" id="{6994E3FE-6EEB-2CCC-C260-FD07A00168DF}"/>
                  </a:ext>
                </a:extLst>
              </p:cNvPr>
              <p:cNvSpPr/>
              <p:nvPr/>
            </p:nvSpPr>
            <p:spPr>
              <a:xfrm>
                <a:off x="248748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6" name="ph791">
                <a:extLst>
                  <a:ext uri="{FF2B5EF4-FFF2-40B4-BE49-F238E27FC236}">
                    <a16:creationId xmlns:a16="http://schemas.microsoft.com/office/drawing/2014/main" id="{DD370020-8E42-D5D4-2021-36E27E25E996}"/>
                  </a:ext>
                </a:extLst>
              </p:cNvPr>
              <p:cNvSpPr/>
              <p:nvPr/>
            </p:nvSpPr>
            <p:spPr>
              <a:xfrm>
                <a:off x="249692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7" name="ph792">
                <a:extLst>
                  <a:ext uri="{FF2B5EF4-FFF2-40B4-BE49-F238E27FC236}">
                    <a16:creationId xmlns:a16="http://schemas.microsoft.com/office/drawing/2014/main" id="{0CD773FA-3174-E567-4367-4592EDC2FD02}"/>
                  </a:ext>
                </a:extLst>
              </p:cNvPr>
              <p:cNvSpPr/>
              <p:nvPr/>
            </p:nvSpPr>
            <p:spPr>
              <a:xfrm>
                <a:off x="250636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8" name="ph793">
                <a:extLst>
                  <a:ext uri="{FF2B5EF4-FFF2-40B4-BE49-F238E27FC236}">
                    <a16:creationId xmlns:a16="http://schemas.microsoft.com/office/drawing/2014/main" id="{158725A9-0297-881A-3441-A8F645591D52}"/>
                  </a:ext>
                </a:extLst>
              </p:cNvPr>
              <p:cNvSpPr/>
              <p:nvPr/>
            </p:nvSpPr>
            <p:spPr>
              <a:xfrm>
                <a:off x="251580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9" name="ph794">
                <a:extLst>
                  <a:ext uri="{FF2B5EF4-FFF2-40B4-BE49-F238E27FC236}">
                    <a16:creationId xmlns:a16="http://schemas.microsoft.com/office/drawing/2014/main" id="{D22CD423-4E10-1D93-CC1A-19696627E21F}"/>
                  </a:ext>
                </a:extLst>
              </p:cNvPr>
              <p:cNvSpPr/>
              <p:nvPr/>
            </p:nvSpPr>
            <p:spPr>
              <a:xfrm>
                <a:off x="252524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0" name="ph795">
                <a:extLst>
                  <a:ext uri="{FF2B5EF4-FFF2-40B4-BE49-F238E27FC236}">
                    <a16:creationId xmlns:a16="http://schemas.microsoft.com/office/drawing/2014/main" id="{6771DDBD-DD37-330E-E5C5-290707563FB3}"/>
                  </a:ext>
                </a:extLst>
              </p:cNvPr>
              <p:cNvSpPr/>
              <p:nvPr/>
            </p:nvSpPr>
            <p:spPr>
              <a:xfrm>
                <a:off x="253468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1" name="ph796">
                <a:extLst>
                  <a:ext uri="{FF2B5EF4-FFF2-40B4-BE49-F238E27FC236}">
                    <a16:creationId xmlns:a16="http://schemas.microsoft.com/office/drawing/2014/main" id="{6FAA964F-E768-6963-4E40-E0A33F5F1B0C}"/>
                  </a:ext>
                </a:extLst>
              </p:cNvPr>
              <p:cNvSpPr/>
              <p:nvPr/>
            </p:nvSpPr>
            <p:spPr>
              <a:xfrm>
                <a:off x="254412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2" name="ph797">
                <a:extLst>
                  <a:ext uri="{FF2B5EF4-FFF2-40B4-BE49-F238E27FC236}">
                    <a16:creationId xmlns:a16="http://schemas.microsoft.com/office/drawing/2014/main" id="{8DCE73C0-C428-6C55-8819-E89973295F25}"/>
                  </a:ext>
                </a:extLst>
              </p:cNvPr>
              <p:cNvSpPr/>
              <p:nvPr/>
            </p:nvSpPr>
            <p:spPr>
              <a:xfrm>
                <a:off x="255356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3" name="ph798">
                <a:extLst>
                  <a:ext uri="{FF2B5EF4-FFF2-40B4-BE49-F238E27FC236}">
                    <a16:creationId xmlns:a16="http://schemas.microsoft.com/office/drawing/2014/main" id="{B3F33D4B-8D32-F067-510F-8DE646617623}"/>
                  </a:ext>
                </a:extLst>
              </p:cNvPr>
              <p:cNvSpPr/>
              <p:nvPr/>
            </p:nvSpPr>
            <p:spPr>
              <a:xfrm>
                <a:off x="256300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4" name="ph799">
                <a:extLst>
                  <a:ext uri="{FF2B5EF4-FFF2-40B4-BE49-F238E27FC236}">
                    <a16:creationId xmlns:a16="http://schemas.microsoft.com/office/drawing/2014/main" id="{3AEB88CC-799B-BE85-A0F4-F10CB44178AC}"/>
                  </a:ext>
                </a:extLst>
              </p:cNvPr>
              <p:cNvSpPr/>
              <p:nvPr/>
            </p:nvSpPr>
            <p:spPr>
              <a:xfrm>
                <a:off x="257244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5" name="ph800">
                <a:extLst>
                  <a:ext uri="{FF2B5EF4-FFF2-40B4-BE49-F238E27FC236}">
                    <a16:creationId xmlns:a16="http://schemas.microsoft.com/office/drawing/2014/main" id="{4E733843-8C77-FEE0-DEA9-A7E64BEE24DD}"/>
                  </a:ext>
                </a:extLst>
              </p:cNvPr>
              <p:cNvSpPr/>
              <p:nvPr/>
            </p:nvSpPr>
            <p:spPr>
              <a:xfrm>
                <a:off x="258188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6" name="ph801">
                <a:extLst>
                  <a:ext uri="{FF2B5EF4-FFF2-40B4-BE49-F238E27FC236}">
                    <a16:creationId xmlns:a16="http://schemas.microsoft.com/office/drawing/2014/main" id="{3FF041ED-B471-2205-515A-7D8918985AB5}"/>
                  </a:ext>
                </a:extLst>
              </p:cNvPr>
              <p:cNvSpPr/>
              <p:nvPr/>
            </p:nvSpPr>
            <p:spPr>
              <a:xfrm>
                <a:off x="259132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7" name="ph802">
                <a:extLst>
                  <a:ext uri="{FF2B5EF4-FFF2-40B4-BE49-F238E27FC236}">
                    <a16:creationId xmlns:a16="http://schemas.microsoft.com/office/drawing/2014/main" id="{72CD49F5-A480-8545-2533-960285C828C4}"/>
                  </a:ext>
                </a:extLst>
              </p:cNvPr>
              <p:cNvSpPr/>
              <p:nvPr/>
            </p:nvSpPr>
            <p:spPr>
              <a:xfrm>
                <a:off x="260076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8" name="ph803">
                <a:extLst>
                  <a:ext uri="{FF2B5EF4-FFF2-40B4-BE49-F238E27FC236}">
                    <a16:creationId xmlns:a16="http://schemas.microsoft.com/office/drawing/2014/main" id="{1326EEC8-D2A6-82C4-9DD2-FCDA31F7330B}"/>
                  </a:ext>
                </a:extLst>
              </p:cNvPr>
              <p:cNvSpPr/>
              <p:nvPr/>
            </p:nvSpPr>
            <p:spPr>
              <a:xfrm>
                <a:off x="261020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9" name="ph804">
                <a:extLst>
                  <a:ext uri="{FF2B5EF4-FFF2-40B4-BE49-F238E27FC236}">
                    <a16:creationId xmlns:a16="http://schemas.microsoft.com/office/drawing/2014/main" id="{FEF0BC5A-7C49-DD1E-6AC3-3DED932B29BF}"/>
                  </a:ext>
                </a:extLst>
              </p:cNvPr>
              <p:cNvSpPr/>
              <p:nvPr/>
            </p:nvSpPr>
            <p:spPr>
              <a:xfrm>
                <a:off x="261964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0" name="ph805">
                <a:extLst>
                  <a:ext uri="{FF2B5EF4-FFF2-40B4-BE49-F238E27FC236}">
                    <a16:creationId xmlns:a16="http://schemas.microsoft.com/office/drawing/2014/main" id="{73ECFAED-216A-A038-48C4-67BEE5F4F600}"/>
                  </a:ext>
                </a:extLst>
              </p:cNvPr>
              <p:cNvSpPr/>
              <p:nvPr/>
            </p:nvSpPr>
            <p:spPr>
              <a:xfrm>
                <a:off x="262908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1" name="ph806">
                <a:extLst>
                  <a:ext uri="{FF2B5EF4-FFF2-40B4-BE49-F238E27FC236}">
                    <a16:creationId xmlns:a16="http://schemas.microsoft.com/office/drawing/2014/main" id="{20DBEF4C-CD31-80B6-32A0-66E335C6CF5D}"/>
                  </a:ext>
                </a:extLst>
              </p:cNvPr>
              <p:cNvSpPr/>
              <p:nvPr/>
            </p:nvSpPr>
            <p:spPr>
              <a:xfrm>
                <a:off x="263852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2" name="ph807">
                <a:extLst>
                  <a:ext uri="{FF2B5EF4-FFF2-40B4-BE49-F238E27FC236}">
                    <a16:creationId xmlns:a16="http://schemas.microsoft.com/office/drawing/2014/main" id="{56CA42A2-6054-27E5-3E77-7EA335A5994E}"/>
                  </a:ext>
                </a:extLst>
              </p:cNvPr>
              <p:cNvSpPr/>
              <p:nvPr/>
            </p:nvSpPr>
            <p:spPr>
              <a:xfrm>
                <a:off x="264796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3" name="ph808">
                <a:extLst>
                  <a:ext uri="{FF2B5EF4-FFF2-40B4-BE49-F238E27FC236}">
                    <a16:creationId xmlns:a16="http://schemas.microsoft.com/office/drawing/2014/main" id="{BDE25E60-39F2-08ED-7928-23F876FD337F}"/>
                  </a:ext>
                </a:extLst>
              </p:cNvPr>
              <p:cNvSpPr/>
              <p:nvPr/>
            </p:nvSpPr>
            <p:spPr>
              <a:xfrm>
                <a:off x="265740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4" name="ph809">
                <a:extLst>
                  <a:ext uri="{FF2B5EF4-FFF2-40B4-BE49-F238E27FC236}">
                    <a16:creationId xmlns:a16="http://schemas.microsoft.com/office/drawing/2014/main" id="{7B74DF9C-96C7-ED31-D11A-D060D29D858B}"/>
                  </a:ext>
                </a:extLst>
              </p:cNvPr>
              <p:cNvSpPr/>
              <p:nvPr/>
            </p:nvSpPr>
            <p:spPr>
              <a:xfrm>
                <a:off x="266684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5" name="ph810">
                <a:extLst>
                  <a:ext uri="{FF2B5EF4-FFF2-40B4-BE49-F238E27FC236}">
                    <a16:creationId xmlns:a16="http://schemas.microsoft.com/office/drawing/2014/main" id="{E4F77702-079F-3253-BED8-2373BF35ABE2}"/>
                  </a:ext>
                </a:extLst>
              </p:cNvPr>
              <p:cNvSpPr/>
              <p:nvPr/>
            </p:nvSpPr>
            <p:spPr>
              <a:xfrm>
                <a:off x="2676287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6" name="ph811">
                <a:extLst>
                  <a:ext uri="{FF2B5EF4-FFF2-40B4-BE49-F238E27FC236}">
                    <a16:creationId xmlns:a16="http://schemas.microsoft.com/office/drawing/2014/main" id="{A39AB47A-8F51-012F-CC79-11A6C69D83C8}"/>
                  </a:ext>
                </a:extLst>
              </p:cNvPr>
              <p:cNvSpPr/>
              <p:nvPr/>
            </p:nvSpPr>
            <p:spPr>
              <a:xfrm>
                <a:off x="268572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7" name="ph812">
                <a:extLst>
                  <a:ext uri="{FF2B5EF4-FFF2-40B4-BE49-F238E27FC236}">
                    <a16:creationId xmlns:a16="http://schemas.microsoft.com/office/drawing/2014/main" id="{35831E10-BCEF-74A6-B293-C4D1301563BB}"/>
                  </a:ext>
                </a:extLst>
              </p:cNvPr>
              <p:cNvSpPr/>
              <p:nvPr/>
            </p:nvSpPr>
            <p:spPr>
              <a:xfrm>
                <a:off x="269516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8" name="ph813">
                <a:extLst>
                  <a:ext uri="{FF2B5EF4-FFF2-40B4-BE49-F238E27FC236}">
                    <a16:creationId xmlns:a16="http://schemas.microsoft.com/office/drawing/2014/main" id="{0BD665CC-6092-B4F7-38AB-FE0E83BA9019}"/>
                  </a:ext>
                </a:extLst>
              </p:cNvPr>
              <p:cNvSpPr/>
              <p:nvPr/>
            </p:nvSpPr>
            <p:spPr>
              <a:xfrm>
                <a:off x="270460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9" name="ph814">
                <a:extLst>
                  <a:ext uri="{FF2B5EF4-FFF2-40B4-BE49-F238E27FC236}">
                    <a16:creationId xmlns:a16="http://schemas.microsoft.com/office/drawing/2014/main" id="{0AACBF77-D8CA-9D89-0DAE-B7B1893B4C54}"/>
                  </a:ext>
                </a:extLst>
              </p:cNvPr>
              <p:cNvSpPr/>
              <p:nvPr/>
            </p:nvSpPr>
            <p:spPr>
              <a:xfrm>
                <a:off x="271404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0" name="ph815">
                <a:extLst>
                  <a:ext uri="{FF2B5EF4-FFF2-40B4-BE49-F238E27FC236}">
                    <a16:creationId xmlns:a16="http://schemas.microsoft.com/office/drawing/2014/main" id="{7818313F-11F5-B564-59EB-D8DAF8DEEA33}"/>
                  </a:ext>
                </a:extLst>
              </p:cNvPr>
              <p:cNvSpPr/>
              <p:nvPr/>
            </p:nvSpPr>
            <p:spPr>
              <a:xfrm>
                <a:off x="272348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1" name="ph816">
                <a:extLst>
                  <a:ext uri="{FF2B5EF4-FFF2-40B4-BE49-F238E27FC236}">
                    <a16:creationId xmlns:a16="http://schemas.microsoft.com/office/drawing/2014/main" id="{79399854-C807-044A-BBCF-1CCB76BD4C78}"/>
                  </a:ext>
                </a:extLst>
              </p:cNvPr>
              <p:cNvSpPr/>
              <p:nvPr/>
            </p:nvSpPr>
            <p:spPr>
              <a:xfrm>
                <a:off x="273292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2" name="ph817">
                <a:extLst>
                  <a:ext uri="{FF2B5EF4-FFF2-40B4-BE49-F238E27FC236}">
                    <a16:creationId xmlns:a16="http://schemas.microsoft.com/office/drawing/2014/main" id="{EE59A089-903C-E795-8E2B-054B2E435EDC}"/>
                  </a:ext>
                </a:extLst>
              </p:cNvPr>
              <p:cNvSpPr/>
              <p:nvPr/>
            </p:nvSpPr>
            <p:spPr>
              <a:xfrm>
                <a:off x="274236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3" name="ph818">
                <a:extLst>
                  <a:ext uri="{FF2B5EF4-FFF2-40B4-BE49-F238E27FC236}">
                    <a16:creationId xmlns:a16="http://schemas.microsoft.com/office/drawing/2014/main" id="{31DBA88D-2074-434A-2027-4382F4539209}"/>
                  </a:ext>
                </a:extLst>
              </p:cNvPr>
              <p:cNvSpPr/>
              <p:nvPr/>
            </p:nvSpPr>
            <p:spPr>
              <a:xfrm>
                <a:off x="275180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4" name="ph819">
                <a:extLst>
                  <a:ext uri="{FF2B5EF4-FFF2-40B4-BE49-F238E27FC236}">
                    <a16:creationId xmlns:a16="http://schemas.microsoft.com/office/drawing/2014/main" id="{1990B7A4-DAC6-3F1E-50B0-4EDB43B02E8C}"/>
                  </a:ext>
                </a:extLst>
              </p:cNvPr>
              <p:cNvSpPr/>
              <p:nvPr/>
            </p:nvSpPr>
            <p:spPr>
              <a:xfrm>
                <a:off x="276125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5" name="ph820">
                <a:extLst>
                  <a:ext uri="{FF2B5EF4-FFF2-40B4-BE49-F238E27FC236}">
                    <a16:creationId xmlns:a16="http://schemas.microsoft.com/office/drawing/2014/main" id="{78A6BE28-4B36-0240-6D31-738EFC9147C1}"/>
                  </a:ext>
                </a:extLst>
              </p:cNvPr>
              <p:cNvSpPr/>
              <p:nvPr/>
            </p:nvSpPr>
            <p:spPr>
              <a:xfrm>
                <a:off x="277069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6" name="ph821">
                <a:extLst>
                  <a:ext uri="{FF2B5EF4-FFF2-40B4-BE49-F238E27FC236}">
                    <a16:creationId xmlns:a16="http://schemas.microsoft.com/office/drawing/2014/main" id="{64C2BCE8-63E5-F0AC-24A7-52615CF8DE13}"/>
                  </a:ext>
                </a:extLst>
              </p:cNvPr>
              <p:cNvSpPr/>
              <p:nvPr/>
            </p:nvSpPr>
            <p:spPr>
              <a:xfrm>
                <a:off x="278013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7" name="ph822">
                <a:extLst>
                  <a:ext uri="{FF2B5EF4-FFF2-40B4-BE49-F238E27FC236}">
                    <a16:creationId xmlns:a16="http://schemas.microsoft.com/office/drawing/2014/main" id="{FD53DB1D-DCD9-C08E-0AE6-D8255B55900A}"/>
                  </a:ext>
                </a:extLst>
              </p:cNvPr>
              <p:cNvSpPr/>
              <p:nvPr/>
            </p:nvSpPr>
            <p:spPr>
              <a:xfrm>
                <a:off x="278957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8" name="ph823">
                <a:extLst>
                  <a:ext uri="{FF2B5EF4-FFF2-40B4-BE49-F238E27FC236}">
                    <a16:creationId xmlns:a16="http://schemas.microsoft.com/office/drawing/2014/main" id="{D8AB3483-DB5C-D922-F4F8-99B700ADA11D}"/>
                  </a:ext>
                </a:extLst>
              </p:cNvPr>
              <p:cNvSpPr/>
              <p:nvPr/>
            </p:nvSpPr>
            <p:spPr>
              <a:xfrm>
                <a:off x="279901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9" name="ph824">
                <a:extLst>
                  <a:ext uri="{FF2B5EF4-FFF2-40B4-BE49-F238E27FC236}">
                    <a16:creationId xmlns:a16="http://schemas.microsoft.com/office/drawing/2014/main" id="{AE855133-2F75-D8AC-A109-0304BD269AC5}"/>
                  </a:ext>
                </a:extLst>
              </p:cNvPr>
              <p:cNvSpPr/>
              <p:nvPr/>
            </p:nvSpPr>
            <p:spPr>
              <a:xfrm>
                <a:off x="280845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0" name="ph825">
                <a:extLst>
                  <a:ext uri="{FF2B5EF4-FFF2-40B4-BE49-F238E27FC236}">
                    <a16:creationId xmlns:a16="http://schemas.microsoft.com/office/drawing/2014/main" id="{CCF98DD5-BD7C-D696-9853-8A94EB9F4424}"/>
                  </a:ext>
                </a:extLst>
              </p:cNvPr>
              <p:cNvSpPr/>
              <p:nvPr/>
            </p:nvSpPr>
            <p:spPr>
              <a:xfrm>
                <a:off x="281789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1" name="ph826">
                <a:extLst>
                  <a:ext uri="{FF2B5EF4-FFF2-40B4-BE49-F238E27FC236}">
                    <a16:creationId xmlns:a16="http://schemas.microsoft.com/office/drawing/2014/main" id="{7FF13F1C-9ED8-08B0-2EC3-3E3CEF01ED8D}"/>
                  </a:ext>
                </a:extLst>
              </p:cNvPr>
              <p:cNvSpPr/>
              <p:nvPr/>
            </p:nvSpPr>
            <p:spPr>
              <a:xfrm>
                <a:off x="2827331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2" name="ph827">
                <a:extLst>
                  <a:ext uri="{FF2B5EF4-FFF2-40B4-BE49-F238E27FC236}">
                    <a16:creationId xmlns:a16="http://schemas.microsoft.com/office/drawing/2014/main" id="{F672D76D-5565-9055-3D53-3E67072BFF6E}"/>
                  </a:ext>
                </a:extLst>
              </p:cNvPr>
              <p:cNvSpPr/>
              <p:nvPr/>
            </p:nvSpPr>
            <p:spPr>
              <a:xfrm>
                <a:off x="283677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3" name="ph828">
                <a:extLst>
                  <a:ext uri="{FF2B5EF4-FFF2-40B4-BE49-F238E27FC236}">
                    <a16:creationId xmlns:a16="http://schemas.microsoft.com/office/drawing/2014/main" id="{18C62807-820D-A392-74D0-782C13AD5D2E}"/>
                  </a:ext>
                </a:extLst>
              </p:cNvPr>
              <p:cNvSpPr/>
              <p:nvPr/>
            </p:nvSpPr>
            <p:spPr>
              <a:xfrm>
                <a:off x="284621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4" name="ph829">
                <a:extLst>
                  <a:ext uri="{FF2B5EF4-FFF2-40B4-BE49-F238E27FC236}">
                    <a16:creationId xmlns:a16="http://schemas.microsoft.com/office/drawing/2014/main" id="{2D198F82-FB3D-8E1B-8448-493B4C7CBD14}"/>
                  </a:ext>
                </a:extLst>
              </p:cNvPr>
              <p:cNvSpPr/>
              <p:nvPr/>
            </p:nvSpPr>
            <p:spPr>
              <a:xfrm>
                <a:off x="285565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5" name="ph830">
                <a:extLst>
                  <a:ext uri="{FF2B5EF4-FFF2-40B4-BE49-F238E27FC236}">
                    <a16:creationId xmlns:a16="http://schemas.microsoft.com/office/drawing/2014/main" id="{E435D46D-C0AD-CA97-8DEB-B69A52E0CFB5}"/>
                  </a:ext>
                </a:extLst>
              </p:cNvPr>
              <p:cNvSpPr/>
              <p:nvPr/>
            </p:nvSpPr>
            <p:spPr>
              <a:xfrm>
                <a:off x="2865092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6" name="ph831">
                <a:extLst>
                  <a:ext uri="{FF2B5EF4-FFF2-40B4-BE49-F238E27FC236}">
                    <a16:creationId xmlns:a16="http://schemas.microsoft.com/office/drawing/2014/main" id="{F5E22369-FBE4-8BE5-D3ED-935FCC7F1081}"/>
                  </a:ext>
                </a:extLst>
              </p:cNvPr>
              <p:cNvSpPr/>
              <p:nvPr/>
            </p:nvSpPr>
            <p:spPr>
              <a:xfrm>
                <a:off x="287453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7" name="ph832">
                <a:extLst>
                  <a:ext uri="{FF2B5EF4-FFF2-40B4-BE49-F238E27FC236}">
                    <a16:creationId xmlns:a16="http://schemas.microsoft.com/office/drawing/2014/main" id="{124291D4-3F51-2E90-BE85-810F34ECAE2F}"/>
                  </a:ext>
                </a:extLst>
              </p:cNvPr>
              <p:cNvSpPr/>
              <p:nvPr/>
            </p:nvSpPr>
            <p:spPr>
              <a:xfrm>
                <a:off x="288397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8" name="ph833">
                <a:extLst>
                  <a:ext uri="{FF2B5EF4-FFF2-40B4-BE49-F238E27FC236}">
                    <a16:creationId xmlns:a16="http://schemas.microsoft.com/office/drawing/2014/main" id="{7884497D-28AB-1033-D751-4A9A190FB031}"/>
                  </a:ext>
                </a:extLst>
              </p:cNvPr>
              <p:cNvSpPr/>
              <p:nvPr/>
            </p:nvSpPr>
            <p:spPr>
              <a:xfrm>
                <a:off x="289341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9" name="ph834">
                <a:extLst>
                  <a:ext uri="{FF2B5EF4-FFF2-40B4-BE49-F238E27FC236}">
                    <a16:creationId xmlns:a16="http://schemas.microsoft.com/office/drawing/2014/main" id="{EA0A6368-D9CC-7B15-CAC7-915E5B4A2AE8}"/>
                  </a:ext>
                </a:extLst>
              </p:cNvPr>
              <p:cNvSpPr/>
              <p:nvPr/>
            </p:nvSpPr>
            <p:spPr>
              <a:xfrm>
                <a:off x="290285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0" name="ph835">
                <a:extLst>
                  <a:ext uri="{FF2B5EF4-FFF2-40B4-BE49-F238E27FC236}">
                    <a16:creationId xmlns:a16="http://schemas.microsoft.com/office/drawing/2014/main" id="{D2DCF382-1A0D-47B8-1A91-18BB8739D05F}"/>
                  </a:ext>
                </a:extLst>
              </p:cNvPr>
              <p:cNvSpPr/>
              <p:nvPr/>
            </p:nvSpPr>
            <p:spPr>
              <a:xfrm>
                <a:off x="2912293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1" name="ph836">
                <a:extLst>
                  <a:ext uri="{FF2B5EF4-FFF2-40B4-BE49-F238E27FC236}">
                    <a16:creationId xmlns:a16="http://schemas.microsoft.com/office/drawing/2014/main" id="{47ABA7D9-192D-7AFB-DF6E-C97EA41514A4}"/>
                  </a:ext>
                </a:extLst>
              </p:cNvPr>
              <p:cNvSpPr/>
              <p:nvPr/>
            </p:nvSpPr>
            <p:spPr>
              <a:xfrm>
                <a:off x="292173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2" name="ph837">
                <a:extLst>
                  <a:ext uri="{FF2B5EF4-FFF2-40B4-BE49-F238E27FC236}">
                    <a16:creationId xmlns:a16="http://schemas.microsoft.com/office/drawing/2014/main" id="{1A3D4982-BCCB-3A52-B088-E441CB90D101}"/>
                  </a:ext>
                </a:extLst>
              </p:cNvPr>
              <p:cNvSpPr/>
              <p:nvPr/>
            </p:nvSpPr>
            <p:spPr>
              <a:xfrm>
                <a:off x="293117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3" name="ph838">
                <a:extLst>
                  <a:ext uri="{FF2B5EF4-FFF2-40B4-BE49-F238E27FC236}">
                    <a16:creationId xmlns:a16="http://schemas.microsoft.com/office/drawing/2014/main" id="{F2073DBB-7B61-14E9-E18B-D5729B73F104}"/>
                  </a:ext>
                </a:extLst>
              </p:cNvPr>
              <p:cNvSpPr/>
              <p:nvPr/>
            </p:nvSpPr>
            <p:spPr>
              <a:xfrm>
                <a:off x="294061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4" name="ph839">
                <a:extLst>
                  <a:ext uri="{FF2B5EF4-FFF2-40B4-BE49-F238E27FC236}">
                    <a16:creationId xmlns:a16="http://schemas.microsoft.com/office/drawing/2014/main" id="{18BEA8EE-78AB-1701-89D0-1C8CD5678DD0}"/>
                  </a:ext>
                </a:extLst>
              </p:cNvPr>
              <p:cNvSpPr/>
              <p:nvPr/>
            </p:nvSpPr>
            <p:spPr>
              <a:xfrm>
                <a:off x="2950054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5" name="ph840">
                <a:extLst>
                  <a:ext uri="{FF2B5EF4-FFF2-40B4-BE49-F238E27FC236}">
                    <a16:creationId xmlns:a16="http://schemas.microsoft.com/office/drawing/2014/main" id="{8208373E-E3D0-1A9F-F834-257942D1D802}"/>
                  </a:ext>
                </a:extLst>
              </p:cNvPr>
              <p:cNvSpPr/>
              <p:nvPr/>
            </p:nvSpPr>
            <p:spPr>
              <a:xfrm>
                <a:off x="295949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6" name="ph841">
                <a:extLst>
                  <a:ext uri="{FF2B5EF4-FFF2-40B4-BE49-F238E27FC236}">
                    <a16:creationId xmlns:a16="http://schemas.microsoft.com/office/drawing/2014/main" id="{A874CA78-A24B-7B81-0099-417BF1D8C3B2}"/>
                  </a:ext>
                </a:extLst>
              </p:cNvPr>
              <p:cNvSpPr/>
              <p:nvPr/>
            </p:nvSpPr>
            <p:spPr>
              <a:xfrm>
                <a:off x="296893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7" name="ph842">
                <a:extLst>
                  <a:ext uri="{FF2B5EF4-FFF2-40B4-BE49-F238E27FC236}">
                    <a16:creationId xmlns:a16="http://schemas.microsoft.com/office/drawing/2014/main" id="{0161E936-BAE4-5EB0-96C3-C7314F63BB7F}"/>
                  </a:ext>
                </a:extLst>
              </p:cNvPr>
              <p:cNvSpPr/>
              <p:nvPr/>
            </p:nvSpPr>
            <p:spPr>
              <a:xfrm>
                <a:off x="297837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8" name="ph843">
                <a:extLst>
                  <a:ext uri="{FF2B5EF4-FFF2-40B4-BE49-F238E27FC236}">
                    <a16:creationId xmlns:a16="http://schemas.microsoft.com/office/drawing/2014/main" id="{BD4FDCCA-273E-032E-9708-7FC90ED3ACEE}"/>
                  </a:ext>
                </a:extLst>
              </p:cNvPr>
              <p:cNvSpPr/>
              <p:nvPr/>
            </p:nvSpPr>
            <p:spPr>
              <a:xfrm>
                <a:off x="2987815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9" name="ph844">
                <a:extLst>
                  <a:ext uri="{FF2B5EF4-FFF2-40B4-BE49-F238E27FC236}">
                    <a16:creationId xmlns:a16="http://schemas.microsoft.com/office/drawing/2014/main" id="{801930C9-BB3D-2985-E194-6C878A304F89}"/>
                  </a:ext>
                </a:extLst>
              </p:cNvPr>
              <p:cNvSpPr/>
              <p:nvPr/>
            </p:nvSpPr>
            <p:spPr>
              <a:xfrm>
                <a:off x="2997256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0" name="ph845">
                <a:extLst>
                  <a:ext uri="{FF2B5EF4-FFF2-40B4-BE49-F238E27FC236}">
                    <a16:creationId xmlns:a16="http://schemas.microsoft.com/office/drawing/2014/main" id="{A9B035E4-9E9D-7982-9B06-627D570385AC}"/>
                  </a:ext>
                </a:extLst>
              </p:cNvPr>
              <p:cNvSpPr/>
              <p:nvPr/>
            </p:nvSpPr>
            <p:spPr>
              <a:xfrm>
                <a:off x="3006696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40"/>
                    </a:lnTo>
                    <a:lnTo>
                      <a:pt x="922798" y="908490"/>
                    </a:lnTo>
                    <a:lnTo>
                      <a:pt x="921181" y="908256"/>
                    </a:lnTo>
                    <a:lnTo>
                      <a:pt x="919878" y="908068"/>
                    </a:lnTo>
                    <a:lnTo>
                      <a:pt x="918844" y="909652"/>
                    </a:lnTo>
                    <a:lnTo>
                      <a:pt x="915385" y="91439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1" name="ph846">
                <a:extLst>
                  <a:ext uri="{FF2B5EF4-FFF2-40B4-BE49-F238E27FC236}">
                    <a16:creationId xmlns:a16="http://schemas.microsoft.com/office/drawing/2014/main" id="{313B8EC6-97C1-F238-BB49-C4BD84F9095B}"/>
                  </a:ext>
                </a:extLst>
              </p:cNvPr>
              <p:cNvSpPr/>
              <p:nvPr/>
            </p:nvSpPr>
            <p:spPr>
              <a:xfrm>
                <a:off x="3016136" y="2571897"/>
                <a:ext cx="923840" cy="92757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7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27579"/>
                    </a:lnTo>
                    <a:lnTo>
                      <a:pt x="923057" y="927466"/>
                    </a:lnTo>
                    <a:lnTo>
                      <a:pt x="921441" y="927231"/>
                    </a:lnTo>
                    <a:lnTo>
                      <a:pt x="919824" y="926996"/>
                    </a:lnTo>
                    <a:lnTo>
                      <a:pt x="918208" y="926762"/>
                    </a:lnTo>
                    <a:lnTo>
                      <a:pt x="916591" y="926527"/>
                    </a:lnTo>
                    <a:lnTo>
                      <a:pt x="914975" y="926293"/>
                    </a:lnTo>
                    <a:lnTo>
                      <a:pt x="914399" y="926210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2" name="ph847">
                <a:extLst>
                  <a:ext uri="{FF2B5EF4-FFF2-40B4-BE49-F238E27FC236}">
                    <a16:creationId xmlns:a16="http://schemas.microsoft.com/office/drawing/2014/main" id="{F5AF1F10-3342-4985-1D1E-D03390C17E1C}"/>
                  </a:ext>
                </a:extLst>
              </p:cNvPr>
              <p:cNvSpPr/>
              <p:nvPr/>
            </p:nvSpPr>
            <p:spPr>
              <a:xfrm>
                <a:off x="3025576" y="2571897"/>
                <a:ext cx="923840" cy="9289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95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956"/>
                    </a:lnTo>
                    <a:lnTo>
                      <a:pt x="923314" y="928879"/>
                    </a:lnTo>
                    <a:lnTo>
                      <a:pt x="921698" y="928643"/>
                    </a:lnTo>
                    <a:lnTo>
                      <a:pt x="920082" y="928407"/>
                    </a:lnTo>
                    <a:lnTo>
                      <a:pt x="918466" y="928172"/>
                    </a:lnTo>
                    <a:lnTo>
                      <a:pt x="916850" y="927936"/>
                    </a:lnTo>
                    <a:lnTo>
                      <a:pt x="915233" y="927701"/>
                    </a:lnTo>
                    <a:lnTo>
                      <a:pt x="914400" y="92757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3" name="ph848">
                <a:extLst>
                  <a:ext uri="{FF2B5EF4-FFF2-40B4-BE49-F238E27FC236}">
                    <a16:creationId xmlns:a16="http://schemas.microsoft.com/office/drawing/2014/main" id="{A826E76D-2363-4E84-5135-252A419A03D0}"/>
                  </a:ext>
                </a:extLst>
              </p:cNvPr>
              <p:cNvSpPr/>
              <p:nvPr/>
            </p:nvSpPr>
            <p:spPr>
              <a:xfrm>
                <a:off x="3035017" y="2571897"/>
                <a:ext cx="923840" cy="93015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5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55"/>
                    </a:lnTo>
                    <a:lnTo>
                      <a:pt x="919937" y="929767"/>
                    </a:lnTo>
                    <a:lnTo>
                      <a:pt x="918723" y="929589"/>
                    </a:lnTo>
                    <a:lnTo>
                      <a:pt x="917106" y="929352"/>
                    </a:lnTo>
                    <a:lnTo>
                      <a:pt x="915490" y="929116"/>
                    </a:lnTo>
                    <a:lnTo>
                      <a:pt x="914400" y="928956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4" name="ph849">
                <a:extLst>
                  <a:ext uri="{FF2B5EF4-FFF2-40B4-BE49-F238E27FC236}">
                    <a16:creationId xmlns:a16="http://schemas.microsoft.com/office/drawing/2014/main" id="{C23D9A39-97A1-6E2A-BA28-57D6A2D4A59D}"/>
                  </a:ext>
                </a:extLst>
              </p:cNvPr>
              <p:cNvSpPr/>
              <p:nvPr/>
            </p:nvSpPr>
            <p:spPr>
              <a:xfrm>
                <a:off x="3044457" y="2571897"/>
                <a:ext cx="923840" cy="93036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6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97"/>
                    </a:lnTo>
                    <a:lnTo>
                      <a:pt x="921969" y="930364"/>
                    </a:lnTo>
                    <a:lnTo>
                      <a:pt x="916229" y="930336"/>
                    </a:lnTo>
                    <a:lnTo>
                      <a:pt x="914400" y="930155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5" name="ph850">
                <a:extLst>
                  <a:ext uri="{FF2B5EF4-FFF2-40B4-BE49-F238E27FC236}">
                    <a16:creationId xmlns:a16="http://schemas.microsoft.com/office/drawing/2014/main" id="{DF0FB688-53A9-B915-AFF6-64BCB47BE8EA}"/>
                  </a:ext>
                </a:extLst>
              </p:cNvPr>
              <p:cNvSpPr/>
              <p:nvPr/>
            </p:nvSpPr>
            <p:spPr>
              <a:xfrm>
                <a:off x="3053897" y="2571897"/>
                <a:ext cx="923840" cy="9301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822"/>
                    </a:lnTo>
                    <a:lnTo>
                      <a:pt x="918263" y="929851"/>
                    </a:lnTo>
                    <a:lnTo>
                      <a:pt x="914400" y="930197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6" name="ph851">
                <a:extLst>
                  <a:ext uri="{FF2B5EF4-FFF2-40B4-BE49-F238E27FC236}">
                    <a16:creationId xmlns:a16="http://schemas.microsoft.com/office/drawing/2014/main" id="{7F197D3F-7677-FE2D-889A-E373A4C961D5}"/>
                  </a:ext>
                </a:extLst>
              </p:cNvPr>
              <p:cNvSpPr/>
              <p:nvPr/>
            </p:nvSpPr>
            <p:spPr>
              <a:xfrm>
                <a:off x="3063337" y="2571897"/>
                <a:ext cx="923840" cy="92882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82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015"/>
                    </a:lnTo>
                    <a:lnTo>
                      <a:pt x="922364" y="926499"/>
                    </a:lnTo>
                    <a:lnTo>
                      <a:pt x="920211" y="927207"/>
                    </a:lnTo>
                    <a:lnTo>
                      <a:pt x="914535" y="928797"/>
                    </a:lnTo>
                    <a:lnTo>
                      <a:pt x="914400" y="928822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7" name="ph852">
                <a:extLst>
                  <a:ext uri="{FF2B5EF4-FFF2-40B4-BE49-F238E27FC236}">
                    <a16:creationId xmlns:a16="http://schemas.microsoft.com/office/drawing/2014/main" id="{D20FA7F7-7C1E-F79E-5B7C-841F69BB911F}"/>
                  </a:ext>
                </a:extLst>
              </p:cNvPr>
              <p:cNvSpPr/>
              <p:nvPr/>
            </p:nvSpPr>
            <p:spPr>
              <a:xfrm>
                <a:off x="3072778" y="2571897"/>
                <a:ext cx="923840" cy="9260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0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919"/>
                    </a:lnTo>
                    <a:lnTo>
                      <a:pt x="923662" y="922977"/>
                    </a:lnTo>
                    <a:lnTo>
                      <a:pt x="921514" y="923681"/>
                    </a:lnTo>
                    <a:lnTo>
                      <a:pt x="919366" y="924385"/>
                    </a:lnTo>
                    <a:lnTo>
                      <a:pt x="917219" y="925089"/>
                    </a:lnTo>
                    <a:lnTo>
                      <a:pt x="915071" y="925794"/>
                    </a:lnTo>
                    <a:lnTo>
                      <a:pt x="914400" y="926015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8" name="ph853">
                <a:extLst>
                  <a:ext uri="{FF2B5EF4-FFF2-40B4-BE49-F238E27FC236}">
                    <a16:creationId xmlns:a16="http://schemas.microsoft.com/office/drawing/2014/main" id="{DC346CB5-2C83-E968-A572-30853B8178C3}"/>
                  </a:ext>
                </a:extLst>
              </p:cNvPr>
              <p:cNvSpPr/>
              <p:nvPr/>
            </p:nvSpPr>
            <p:spPr>
              <a:xfrm>
                <a:off x="3082218" y="2571897"/>
                <a:ext cx="923840" cy="92291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91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9832"/>
                    </a:lnTo>
                    <a:lnTo>
                      <a:pt x="922817" y="920166"/>
                    </a:lnTo>
                    <a:lnTo>
                      <a:pt x="920668" y="920868"/>
                    </a:lnTo>
                    <a:lnTo>
                      <a:pt x="918519" y="921571"/>
                    </a:lnTo>
                    <a:lnTo>
                      <a:pt x="916370" y="922274"/>
                    </a:lnTo>
                    <a:lnTo>
                      <a:pt x="914399" y="92291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9" name="ph854">
                <a:extLst>
                  <a:ext uri="{FF2B5EF4-FFF2-40B4-BE49-F238E27FC236}">
                    <a16:creationId xmlns:a16="http://schemas.microsoft.com/office/drawing/2014/main" id="{8BE35F0C-A821-74D2-692F-DD6BA3AD98F1}"/>
                  </a:ext>
                </a:extLst>
              </p:cNvPr>
              <p:cNvSpPr/>
              <p:nvPr/>
            </p:nvSpPr>
            <p:spPr>
              <a:xfrm>
                <a:off x="3091658" y="2571897"/>
                <a:ext cx="923840" cy="92398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98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986"/>
                    </a:lnTo>
                    <a:lnTo>
                      <a:pt x="923001" y="923398"/>
                    </a:lnTo>
                    <a:lnTo>
                      <a:pt x="921779" y="922542"/>
                    </a:lnTo>
                    <a:lnTo>
                      <a:pt x="920557" y="921686"/>
                    </a:lnTo>
                    <a:lnTo>
                      <a:pt x="919335" y="920830"/>
                    </a:lnTo>
                    <a:lnTo>
                      <a:pt x="918112" y="919974"/>
                    </a:lnTo>
                    <a:lnTo>
                      <a:pt x="916793" y="919051"/>
                    </a:lnTo>
                    <a:lnTo>
                      <a:pt x="915526" y="919464"/>
                    </a:lnTo>
                    <a:lnTo>
                      <a:pt x="914400" y="919832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0" name="ph855">
                <a:extLst>
                  <a:ext uri="{FF2B5EF4-FFF2-40B4-BE49-F238E27FC236}">
                    <a16:creationId xmlns:a16="http://schemas.microsoft.com/office/drawing/2014/main" id="{42715B0A-C9A6-D93D-F03A-E0A66B097079}"/>
                  </a:ext>
                </a:extLst>
              </p:cNvPr>
              <p:cNvSpPr/>
              <p:nvPr/>
            </p:nvSpPr>
            <p:spPr>
              <a:xfrm>
                <a:off x="3101098" y="2571897"/>
                <a:ext cx="923840" cy="93013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34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134"/>
                    </a:lnTo>
                    <a:lnTo>
                      <a:pt x="922840" y="929595"/>
                    </a:lnTo>
                    <a:lnTo>
                      <a:pt x="917230" y="925970"/>
                    </a:lnTo>
                    <a:lnTo>
                      <a:pt x="916004" y="925111"/>
                    </a:lnTo>
                    <a:lnTo>
                      <a:pt x="914782" y="924254"/>
                    </a:lnTo>
                    <a:lnTo>
                      <a:pt x="914400" y="923986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1" name="ph856">
                <a:extLst>
                  <a:ext uri="{FF2B5EF4-FFF2-40B4-BE49-F238E27FC236}">
                    <a16:creationId xmlns:a16="http://schemas.microsoft.com/office/drawing/2014/main" id="{14CFB4FA-3C65-BA4D-ADB7-EEF44B2E93A5}"/>
                  </a:ext>
                </a:extLst>
              </p:cNvPr>
              <p:cNvSpPr/>
              <p:nvPr/>
            </p:nvSpPr>
            <p:spPr>
              <a:xfrm>
                <a:off x="3110538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07" y="931969"/>
                    </a:lnTo>
                    <a:lnTo>
                      <a:pt x="914400" y="930134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2" name="ph857">
                <a:extLst>
                  <a:ext uri="{FF2B5EF4-FFF2-40B4-BE49-F238E27FC236}">
                    <a16:creationId xmlns:a16="http://schemas.microsoft.com/office/drawing/2014/main" id="{3C1AD5BD-0259-A6FA-34E0-10ED786DAEB6}"/>
                  </a:ext>
                </a:extLst>
              </p:cNvPr>
              <p:cNvSpPr/>
              <p:nvPr/>
            </p:nvSpPr>
            <p:spPr>
              <a:xfrm>
                <a:off x="311997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3" name="ph858">
                <a:extLst>
                  <a:ext uri="{FF2B5EF4-FFF2-40B4-BE49-F238E27FC236}">
                    <a16:creationId xmlns:a16="http://schemas.microsoft.com/office/drawing/2014/main" id="{7EF5B364-1D39-3304-8579-E5541EC0DB98}"/>
                  </a:ext>
                </a:extLst>
              </p:cNvPr>
              <p:cNvSpPr/>
              <p:nvPr/>
            </p:nvSpPr>
            <p:spPr>
              <a:xfrm>
                <a:off x="312941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4" name="ph859">
                <a:extLst>
                  <a:ext uri="{FF2B5EF4-FFF2-40B4-BE49-F238E27FC236}">
                    <a16:creationId xmlns:a16="http://schemas.microsoft.com/office/drawing/2014/main" id="{90EF7967-A59D-91D9-EF03-EAF131BA96D4}"/>
                  </a:ext>
                </a:extLst>
              </p:cNvPr>
              <p:cNvSpPr/>
              <p:nvPr/>
            </p:nvSpPr>
            <p:spPr>
              <a:xfrm>
                <a:off x="313885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5" name="ph860">
                <a:extLst>
                  <a:ext uri="{FF2B5EF4-FFF2-40B4-BE49-F238E27FC236}">
                    <a16:creationId xmlns:a16="http://schemas.microsoft.com/office/drawing/2014/main" id="{93109F27-D648-AE16-5C15-DC96726294D0}"/>
                  </a:ext>
                </a:extLst>
              </p:cNvPr>
              <p:cNvSpPr/>
              <p:nvPr/>
            </p:nvSpPr>
            <p:spPr>
              <a:xfrm>
                <a:off x="3148299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6" name="ph861">
                <a:extLst>
                  <a:ext uri="{FF2B5EF4-FFF2-40B4-BE49-F238E27FC236}">
                    <a16:creationId xmlns:a16="http://schemas.microsoft.com/office/drawing/2014/main" id="{3E5570E2-53E9-8060-5AC6-BB887BD9C60D}"/>
                  </a:ext>
                </a:extLst>
              </p:cNvPr>
              <p:cNvSpPr/>
              <p:nvPr/>
            </p:nvSpPr>
            <p:spPr>
              <a:xfrm>
                <a:off x="3157740" y="25718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7" name="ph862">
                <a:extLst>
                  <a:ext uri="{FF2B5EF4-FFF2-40B4-BE49-F238E27FC236}">
                    <a16:creationId xmlns:a16="http://schemas.microsoft.com/office/drawing/2014/main" id="{19A01B09-2C67-4186-394D-2EDDD3E178E2}"/>
                  </a:ext>
                </a:extLst>
              </p:cNvPr>
              <p:cNvSpPr/>
              <p:nvPr/>
            </p:nvSpPr>
            <p:spPr>
              <a:xfrm>
                <a:off x="3167180" y="258946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12865"/>
                    </a:lnTo>
                    <a:lnTo>
                      <a:pt x="921116" y="91439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8" name="ph863">
                <a:extLst>
                  <a:ext uri="{FF2B5EF4-FFF2-40B4-BE49-F238E27FC236}">
                    <a16:creationId xmlns:a16="http://schemas.microsoft.com/office/drawing/2014/main" id="{6388FF7E-AF29-A17C-C450-CA3F29853C16}"/>
                  </a:ext>
                </a:extLst>
              </p:cNvPr>
              <p:cNvSpPr/>
              <p:nvPr/>
            </p:nvSpPr>
            <p:spPr>
              <a:xfrm>
                <a:off x="3176620" y="2571897"/>
                <a:ext cx="923840" cy="93043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43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306"/>
                    </a:lnTo>
                    <a:lnTo>
                      <a:pt x="923003" y="924964"/>
                    </a:lnTo>
                    <a:lnTo>
                      <a:pt x="917419" y="928727"/>
                    </a:lnTo>
                    <a:lnTo>
                      <a:pt x="914400" y="930435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9" name="ph864">
                <a:extLst>
                  <a:ext uri="{FF2B5EF4-FFF2-40B4-BE49-F238E27FC236}">
                    <a16:creationId xmlns:a16="http://schemas.microsoft.com/office/drawing/2014/main" id="{3A9AAD86-B880-9BB1-752F-003B22BE94C1}"/>
                  </a:ext>
                </a:extLst>
              </p:cNvPr>
              <p:cNvSpPr/>
              <p:nvPr/>
            </p:nvSpPr>
            <p:spPr>
              <a:xfrm>
                <a:off x="3186060" y="2571897"/>
                <a:ext cx="923840" cy="92430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306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6602"/>
                    </a:lnTo>
                    <a:lnTo>
                      <a:pt x="923417" y="916959"/>
                    </a:lnTo>
                    <a:lnTo>
                      <a:pt x="922322" y="917883"/>
                    </a:lnTo>
                    <a:lnTo>
                      <a:pt x="921227" y="918807"/>
                    </a:lnTo>
                    <a:lnTo>
                      <a:pt x="920133" y="919732"/>
                    </a:lnTo>
                    <a:lnTo>
                      <a:pt x="919033" y="920661"/>
                    </a:lnTo>
                    <a:lnTo>
                      <a:pt x="914400" y="924306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0" name="ph865">
                <a:extLst>
                  <a:ext uri="{FF2B5EF4-FFF2-40B4-BE49-F238E27FC236}">
                    <a16:creationId xmlns:a16="http://schemas.microsoft.com/office/drawing/2014/main" id="{A7287A30-F83F-7F9A-B6DD-C08ADDE930B9}"/>
                  </a:ext>
                </a:extLst>
              </p:cNvPr>
              <p:cNvSpPr/>
              <p:nvPr/>
            </p:nvSpPr>
            <p:spPr>
              <a:xfrm>
                <a:off x="3195501" y="2571897"/>
                <a:ext cx="917010" cy="91660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1660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6168" y="915110"/>
                    </a:lnTo>
                    <a:lnTo>
                      <a:pt x="915072" y="916034"/>
                    </a:lnTo>
                    <a:lnTo>
                      <a:pt x="914400" y="916602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1" name="ph866">
                <a:extLst>
                  <a:ext uri="{FF2B5EF4-FFF2-40B4-BE49-F238E27FC236}">
                    <a16:creationId xmlns:a16="http://schemas.microsoft.com/office/drawing/2014/main" id="{ED3D9D62-FCCE-2A57-DAE9-5DB3FBEE3A20}"/>
                  </a:ext>
                </a:extLst>
              </p:cNvPr>
              <p:cNvSpPr/>
              <p:nvPr/>
            </p:nvSpPr>
            <p:spPr>
              <a:xfrm>
                <a:off x="2468602" y="2554327"/>
                <a:ext cx="914400" cy="92121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219">
                    <a:moveTo>
                      <a:pt x="914400" y="914400"/>
                    </a:moveTo>
                    <a:lnTo>
                      <a:pt x="914400" y="921219"/>
                    </a:lnTo>
                    <a:lnTo>
                      <a:pt x="914050" y="920532"/>
                    </a:lnTo>
                    <a:lnTo>
                      <a:pt x="912637" y="917760"/>
                    </a:lnTo>
                    <a:lnTo>
                      <a:pt x="911225" y="914989"/>
                    </a:lnTo>
                    <a:lnTo>
                      <a:pt x="910924" y="914400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2" name="ph867">
                <a:extLst>
                  <a:ext uri="{FF2B5EF4-FFF2-40B4-BE49-F238E27FC236}">
                    <a16:creationId xmlns:a16="http://schemas.microsoft.com/office/drawing/2014/main" id="{7A3FAFFB-AF7E-BB6C-FAEB-6CBF4D069528}"/>
                  </a:ext>
                </a:extLst>
              </p:cNvPr>
              <p:cNvSpPr/>
              <p:nvPr/>
            </p:nvSpPr>
            <p:spPr>
              <a:xfrm>
                <a:off x="246860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69" y="931969"/>
                    </a:lnTo>
                    <a:lnTo>
                      <a:pt x="919692" y="931621"/>
                    </a:lnTo>
                    <a:lnTo>
                      <a:pt x="918282" y="928848"/>
                    </a:lnTo>
                    <a:lnTo>
                      <a:pt x="916872" y="926076"/>
                    </a:lnTo>
                    <a:lnTo>
                      <a:pt x="915461" y="923304"/>
                    </a:lnTo>
                    <a:lnTo>
                      <a:pt x="914400" y="92121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3" name="ph868">
                <a:extLst>
                  <a:ext uri="{FF2B5EF4-FFF2-40B4-BE49-F238E27FC236}">
                    <a16:creationId xmlns:a16="http://schemas.microsoft.com/office/drawing/2014/main" id="{7C3494A9-5946-A4F8-A5DC-3BD36DE5BC42}"/>
                  </a:ext>
                </a:extLst>
              </p:cNvPr>
              <p:cNvSpPr/>
              <p:nvPr/>
            </p:nvSpPr>
            <p:spPr>
              <a:xfrm>
                <a:off x="247804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4" name="ph869">
                <a:extLst>
                  <a:ext uri="{FF2B5EF4-FFF2-40B4-BE49-F238E27FC236}">
                    <a16:creationId xmlns:a16="http://schemas.microsoft.com/office/drawing/2014/main" id="{6785580B-2630-CEC4-066C-634B64174264}"/>
                  </a:ext>
                </a:extLst>
              </p:cNvPr>
              <p:cNvSpPr/>
              <p:nvPr/>
            </p:nvSpPr>
            <p:spPr>
              <a:xfrm>
                <a:off x="248748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5" name="ph870">
                <a:extLst>
                  <a:ext uri="{FF2B5EF4-FFF2-40B4-BE49-F238E27FC236}">
                    <a16:creationId xmlns:a16="http://schemas.microsoft.com/office/drawing/2014/main" id="{132CD74C-C4DA-0DA2-97D0-C87F0E386AF0}"/>
                  </a:ext>
                </a:extLst>
              </p:cNvPr>
              <p:cNvSpPr/>
              <p:nvPr/>
            </p:nvSpPr>
            <p:spPr>
              <a:xfrm>
                <a:off x="249692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6" name="ph871">
                <a:extLst>
                  <a:ext uri="{FF2B5EF4-FFF2-40B4-BE49-F238E27FC236}">
                    <a16:creationId xmlns:a16="http://schemas.microsoft.com/office/drawing/2014/main" id="{71A30AE4-D7B7-477F-1F39-D23FDA592B58}"/>
                  </a:ext>
                </a:extLst>
              </p:cNvPr>
              <p:cNvSpPr/>
              <p:nvPr/>
            </p:nvSpPr>
            <p:spPr>
              <a:xfrm>
                <a:off x="250636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7" name="ph872">
                <a:extLst>
                  <a:ext uri="{FF2B5EF4-FFF2-40B4-BE49-F238E27FC236}">
                    <a16:creationId xmlns:a16="http://schemas.microsoft.com/office/drawing/2014/main" id="{EC4ECC00-8047-8F28-2125-63D6DEBE3068}"/>
                  </a:ext>
                </a:extLst>
              </p:cNvPr>
              <p:cNvSpPr/>
              <p:nvPr/>
            </p:nvSpPr>
            <p:spPr>
              <a:xfrm>
                <a:off x="251580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8" name="ph873">
                <a:extLst>
                  <a:ext uri="{FF2B5EF4-FFF2-40B4-BE49-F238E27FC236}">
                    <a16:creationId xmlns:a16="http://schemas.microsoft.com/office/drawing/2014/main" id="{282AA23C-711F-AE57-A799-311225DCA352}"/>
                  </a:ext>
                </a:extLst>
              </p:cNvPr>
              <p:cNvSpPr/>
              <p:nvPr/>
            </p:nvSpPr>
            <p:spPr>
              <a:xfrm>
                <a:off x="252524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9" name="ph874">
                <a:extLst>
                  <a:ext uri="{FF2B5EF4-FFF2-40B4-BE49-F238E27FC236}">
                    <a16:creationId xmlns:a16="http://schemas.microsoft.com/office/drawing/2014/main" id="{B3543961-D424-6CD4-9405-B0486EB42F59}"/>
                  </a:ext>
                </a:extLst>
              </p:cNvPr>
              <p:cNvSpPr/>
              <p:nvPr/>
            </p:nvSpPr>
            <p:spPr>
              <a:xfrm>
                <a:off x="253468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0" name="ph875">
                <a:extLst>
                  <a:ext uri="{FF2B5EF4-FFF2-40B4-BE49-F238E27FC236}">
                    <a16:creationId xmlns:a16="http://schemas.microsoft.com/office/drawing/2014/main" id="{DCA54022-1FA5-5D9E-2E62-B309E164CA0D}"/>
                  </a:ext>
                </a:extLst>
              </p:cNvPr>
              <p:cNvSpPr/>
              <p:nvPr/>
            </p:nvSpPr>
            <p:spPr>
              <a:xfrm>
                <a:off x="254412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1" name="ph876">
                <a:extLst>
                  <a:ext uri="{FF2B5EF4-FFF2-40B4-BE49-F238E27FC236}">
                    <a16:creationId xmlns:a16="http://schemas.microsoft.com/office/drawing/2014/main" id="{407B92E2-4D2F-1BB7-5769-1CA61A61040E}"/>
                  </a:ext>
                </a:extLst>
              </p:cNvPr>
              <p:cNvSpPr/>
              <p:nvPr/>
            </p:nvSpPr>
            <p:spPr>
              <a:xfrm>
                <a:off x="255356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2" name="ph877">
                <a:extLst>
                  <a:ext uri="{FF2B5EF4-FFF2-40B4-BE49-F238E27FC236}">
                    <a16:creationId xmlns:a16="http://schemas.microsoft.com/office/drawing/2014/main" id="{A635D678-2F86-01E0-FDED-C326704AAD50}"/>
                  </a:ext>
                </a:extLst>
              </p:cNvPr>
              <p:cNvSpPr/>
              <p:nvPr/>
            </p:nvSpPr>
            <p:spPr>
              <a:xfrm>
                <a:off x="256300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3" name="ph878">
                <a:extLst>
                  <a:ext uri="{FF2B5EF4-FFF2-40B4-BE49-F238E27FC236}">
                    <a16:creationId xmlns:a16="http://schemas.microsoft.com/office/drawing/2014/main" id="{CC30E1ED-1494-62EC-65AA-DE61751D9AA9}"/>
                  </a:ext>
                </a:extLst>
              </p:cNvPr>
              <p:cNvSpPr/>
              <p:nvPr/>
            </p:nvSpPr>
            <p:spPr>
              <a:xfrm>
                <a:off x="257244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4" name="ph879">
                <a:extLst>
                  <a:ext uri="{FF2B5EF4-FFF2-40B4-BE49-F238E27FC236}">
                    <a16:creationId xmlns:a16="http://schemas.microsoft.com/office/drawing/2014/main" id="{1651FB2C-26B2-D8F3-90F1-102F4579E595}"/>
                  </a:ext>
                </a:extLst>
              </p:cNvPr>
              <p:cNvSpPr/>
              <p:nvPr/>
            </p:nvSpPr>
            <p:spPr>
              <a:xfrm>
                <a:off x="258188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5" name="ph880">
                <a:extLst>
                  <a:ext uri="{FF2B5EF4-FFF2-40B4-BE49-F238E27FC236}">
                    <a16:creationId xmlns:a16="http://schemas.microsoft.com/office/drawing/2014/main" id="{7DCA04A8-0AF8-F93C-B51D-7EDAB4F11ACD}"/>
                  </a:ext>
                </a:extLst>
              </p:cNvPr>
              <p:cNvSpPr/>
              <p:nvPr/>
            </p:nvSpPr>
            <p:spPr>
              <a:xfrm>
                <a:off x="259132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6" name="ph881">
                <a:extLst>
                  <a:ext uri="{FF2B5EF4-FFF2-40B4-BE49-F238E27FC236}">
                    <a16:creationId xmlns:a16="http://schemas.microsoft.com/office/drawing/2014/main" id="{04EBA271-E70D-8044-50FA-56927715889A}"/>
                  </a:ext>
                </a:extLst>
              </p:cNvPr>
              <p:cNvSpPr/>
              <p:nvPr/>
            </p:nvSpPr>
            <p:spPr>
              <a:xfrm>
                <a:off x="260076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7" name="ph882">
                <a:extLst>
                  <a:ext uri="{FF2B5EF4-FFF2-40B4-BE49-F238E27FC236}">
                    <a16:creationId xmlns:a16="http://schemas.microsoft.com/office/drawing/2014/main" id="{2A338A8A-252A-BE3D-29A5-AD675AAD18B2}"/>
                  </a:ext>
                </a:extLst>
              </p:cNvPr>
              <p:cNvSpPr/>
              <p:nvPr/>
            </p:nvSpPr>
            <p:spPr>
              <a:xfrm>
                <a:off x="261020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8" name="ph883">
                <a:extLst>
                  <a:ext uri="{FF2B5EF4-FFF2-40B4-BE49-F238E27FC236}">
                    <a16:creationId xmlns:a16="http://schemas.microsoft.com/office/drawing/2014/main" id="{ECBDB8BD-9F6D-5D22-4BF4-005B951D65F6}"/>
                  </a:ext>
                </a:extLst>
              </p:cNvPr>
              <p:cNvSpPr/>
              <p:nvPr/>
            </p:nvSpPr>
            <p:spPr>
              <a:xfrm>
                <a:off x="261964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9" name="ph884">
                <a:extLst>
                  <a:ext uri="{FF2B5EF4-FFF2-40B4-BE49-F238E27FC236}">
                    <a16:creationId xmlns:a16="http://schemas.microsoft.com/office/drawing/2014/main" id="{EBB368DD-5047-78CC-5332-2A8A461CC7C3}"/>
                  </a:ext>
                </a:extLst>
              </p:cNvPr>
              <p:cNvSpPr/>
              <p:nvPr/>
            </p:nvSpPr>
            <p:spPr>
              <a:xfrm>
                <a:off x="262908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0" name="ph885">
                <a:extLst>
                  <a:ext uri="{FF2B5EF4-FFF2-40B4-BE49-F238E27FC236}">
                    <a16:creationId xmlns:a16="http://schemas.microsoft.com/office/drawing/2014/main" id="{55F1BD60-C496-D84E-F32B-E947E5FB1E61}"/>
                  </a:ext>
                </a:extLst>
              </p:cNvPr>
              <p:cNvSpPr/>
              <p:nvPr/>
            </p:nvSpPr>
            <p:spPr>
              <a:xfrm>
                <a:off x="263852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1" name="ph886">
                <a:extLst>
                  <a:ext uri="{FF2B5EF4-FFF2-40B4-BE49-F238E27FC236}">
                    <a16:creationId xmlns:a16="http://schemas.microsoft.com/office/drawing/2014/main" id="{5858EEFE-3211-D6EF-EDD5-687A36037B1F}"/>
                  </a:ext>
                </a:extLst>
              </p:cNvPr>
              <p:cNvSpPr/>
              <p:nvPr/>
            </p:nvSpPr>
            <p:spPr>
              <a:xfrm>
                <a:off x="264796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2" name="ph887">
                <a:extLst>
                  <a:ext uri="{FF2B5EF4-FFF2-40B4-BE49-F238E27FC236}">
                    <a16:creationId xmlns:a16="http://schemas.microsoft.com/office/drawing/2014/main" id="{20AF81A4-CE08-D934-1AE3-6A7D5F94863E}"/>
                  </a:ext>
                </a:extLst>
              </p:cNvPr>
              <p:cNvSpPr/>
              <p:nvPr/>
            </p:nvSpPr>
            <p:spPr>
              <a:xfrm>
                <a:off x="265740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3" name="ph888">
                <a:extLst>
                  <a:ext uri="{FF2B5EF4-FFF2-40B4-BE49-F238E27FC236}">
                    <a16:creationId xmlns:a16="http://schemas.microsoft.com/office/drawing/2014/main" id="{067E69C8-5CB7-3998-6977-196D411CC03B}"/>
                  </a:ext>
                </a:extLst>
              </p:cNvPr>
              <p:cNvSpPr/>
              <p:nvPr/>
            </p:nvSpPr>
            <p:spPr>
              <a:xfrm>
                <a:off x="266684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4" name="ph889">
                <a:extLst>
                  <a:ext uri="{FF2B5EF4-FFF2-40B4-BE49-F238E27FC236}">
                    <a16:creationId xmlns:a16="http://schemas.microsoft.com/office/drawing/2014/main" id="{AB5306E8-27A7-8C4C-2BD8-F7B4090B1C48}"/>
                  </a:ext>
                </a:extLst>
              </p:cNvPr>
              <p:cNvSpPr/>
              <p:nvPr/>
            </p:nvSpPr>
            <p:spPr>
              <a:xfrm>
                <a:off x="267628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5" name="ph890">
                <a:extLst>
                  <a:ext uri="{FF2B5EF4-FFF2-40B4-BE49-F238E27FC236}">
                    <a16:creationId xmlns:a16="http://schemas.microsoft.com/office/drawing/2014/main" id="{F47A8EBA-ED5C-0C81-7272-B3E3029668C4}"/>
                  </a:ext>
                </a:extLst>
              </p:cNvPr>
              <p:cNvSpPr/>
              <p:nvPr/>
            </p:nvSpPr>
            <p:spPr>
              <a:xfrm>
                <a:off x="268572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6" name="ph891">
                <a:extLst>
                  <a:ext uri="{FF2B5EF4-FFF2-40B4-BE49-F238E27FC236}">
                    <a16:creationId xmlns:a16="http://schemas.microsoft.com/office/drawing/2014/main" id="{CFBE410C-8228-C4C3-3AAA-801A057FE9D1}"/>
                  </a:ext>
                </a:extLst>
              </p:cNvPr>
              <p:cNvSpPr/>
              <p:nvPr/>
            </p:nvSpPr>
            <p:spPr>
              <a:xfrm>
                <a:off x="269516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7" name="ph892">
                <a:extLst>
                  <a:ext uri="{FF2B5EF4-FFF2-40B4-BE49-F238E27FC236}">
                    <a16:creationId xmlns:a16="http://schemas.microsoft.com/office/drawing/2014/main" id="{DA5D2984-54BF-1211-4146-BE9FD91CC8A1}"/>
                  </a:ext>
                </a:extLst>
              </p:cNvPr>
              <p:cNvSpPr/>
              <p:nvPr/>
            </p:nvSpPr>
            <p:spPr>
              <a:xfrm>
                <a:off x="270460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8" name="ph893">
                <a:extLst>
                  <a:ext uri="{FF2B5EF4-FFF2-40B4-BE49-F238E27FC236}">
                    <a16:creationId xmlns:a16="http://schemas.microsoft.com/office/drawing/2014/main" id="{69C91C53-240D-B4F8-EFE3-6FFBD387E04B}"/>
                  </a:ext>
                </a:extLst>
              </p:cNvPr>
              <p:cNvSpPr/>
              <p:nvPr/>
            </p:nvSpPr>
            <p:spPr>
              <a:xfrm>
                <a:off x="271404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9" name="ph894">
                <a:extLst>
                  <a:ext uri="{FF2B5EF4-FFF2-40B4-BE49-F238E27FC236}">
                    <a16:creationId xmlns:a16="http://schemas.microsoft.com/office/drawing/2014/main" id="{4776C2D6-9F4E-BFEE-DB62-A775E6BEDD21}"/>
                  </a:ext>
                </a:extLst>
              </p:cNvPr>
              <p:cNvSpPr/>
              <p:nvPr/>
            </p:nvSpPr>
            <p:spPr>
              <a:xfrm>
                <a:off x="272348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0" name="ph895">
                <a:extLst>
                  <a:ext uri="{FF2B5EF4-FFF2-40B4-BE49-F238E27FC236}">
                    <a16:creationId xmlns:a16="http://schemas.microsoft.com/office/drawing/2014/main" id="{D6E5D8C7-9EE7-06A3-0022-0AD96B463B87}"/>
                  </a:ext>
                </a:extLst>
              </p:cNvPr>
              <p:cNvSpPr/>
              <p:nvPr/>
            </p:nvSpPr>
            <p:spPr>
              <a:xfrm>
                <a:off x="273292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1" name="ph896">
                <a:extLst>
                  <a:ext uri="{FF2B5EF4-FFF2-40B4-BE49-F238E27FC236}">
                    <a16:creationId xmlns:a16="http://schemas.microsoft.com/office/drawing/2014/main" id="{5C53CDC6-E6D8-D90A-070E-4C3B92EC5885}"/>
                  </a:ext>
                </a:extLst>
              </p:cNvPr>
              <p:cNvSpPr/>
              <p:nvPr/>
            </p:nvSpPr>
            <p:spPr>
              <a:xfrm>
                <a:off x="274236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2" name="ph897">
                <a:extLst>
                  <a:ext uri="{FF2B5EF4-FFF2-40B4-BE49-F238E27FC236}">
                    <a16:creationId xmlns:a16="http://schemas.microsoft.com/office/drawing/2014/main" id="{C36A6667-0773-05F3-2062-3D81F81F5A65}"/>
                  </a:ext>
                </a:extLst>
              </p:cNvPr>
              <p:cNvSpPr/>
              <p:nvPr/>
            </p:nvSpPr>
            <p:spPr>
              <a:xfrm>
                <a:off x="275180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3" name="ph898">
                <a:extLst>
                  <a:ext uri="{FF2B5EF4-FFF2-40B4-BE49-F238E27FC236}">
                    <a16:creationId xmlns:a16="http://schemas.microsoft.com/office/drawing/2014/main" id="{6FBFEF12-8F09-2DF3-7E00-0F9A33AF57A7}"/>
                  </a:ext>
                </a:extLst>
              </p:cNvPr>
              <p:cNvSpPr/>
              <p:nvPr/>
            </p:nvSpPr>
            <p:spPr>
              <a:xfrm>
                <a:off x="276125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4" name="ph899">
                <a:extLst>
                  <a:ext uri="{FF2B5EF4-FFF2-40B4-BE49-F238E27FC236}">
                    <a16:creationId xmlns:a16="http://schemas.microsoft.com/office/drawing/2014/main" id="{E726BF02-EBA2-547B-914E-AE32C02A5ED4}"/>
                  </a:ext>
                </a:extLst>
              </p:cNvPr>
              <p:cNvSpPr/>
              <p:nvPr/>
            </p:nvSpPr>
            <p:spPr>
              <a:xfrm>
                <a:off x="277069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5" name="ph900">
                <a:extLst>
                  <a:ext uri="{FF2B5EF4-FFF2-40B4-BE49-F238E27FC236}">
                    <a16:creationId xmlns:a16="http://schemas.microsoft.com/office/drawing/2014/main" id="{392995EE-D6F3-52CF-288E-0C42074309B7}"/>
                  </a:ext>
                </a:extLst>
              </p:cNvPr>
              <p:cNvSpPr/>
              <p:nvPr/>
            </p:nvSpPr>
            <p:spPr>
              <a:xfrm>
                <a:off x="278013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6" name="ph901">
                <a:extLst>
                  <a:ext uri="{FF2B5EF4-FFF2-40B4-BE49-F238E27FC236}">
                    <a16:creationId xmlns:a16="http://schemas.microsoft.com/office/drawing/2014/main" id="{3B761927-3945-AE6E-ADEA-9F761644EAA9}"/>
                  </a:ext>
                </a:extLst>
              </p:cNvPr>
              <p:cNvSpPr/>
              <p:nvPr/>
            </p:nvSpPr>
            <p:spPr>
              <a:xfrm>
                <a:off x="278957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7" name="ph902">
                <a:extLst>
                  <a:ext uri="{FF2B5EF4-FFF2-40B4-BE49-F238E27FC236}">
                    <a16:creationId xmlns:a16="http://schemas.microsoft.com/office/drawing/2014/main" id="{A84DCF11-EAD1-A8FA-01E5-F2DFEABA4ADE}"/>
                  </a:ext>
                </a:extLst>
              </p:cNvPr>
              <p:cNvSpPr/>
              <p:nvPr/>
            </p:nvSpPr>
            <p:spPr>
              <a:xfrm>
                <a:off x="279901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8" name="ph903">
                <a:extLst>
                  <a:ext uri="{FF2B5EF4-FFF2-40B4-BE49-F238E27FC236}">
                    <a16:creationId xmlns:a16="http://schemas.microsoft.com/office/drawing/2014/main" id="{D55781D1-E027-1A0D-A604-A91DCD6B4BB6}"/>
                  </a:ext>
                </a:extLst>
              </p:cNvPr>
              <p:cNvSpPr/>
              <p:nvPr/>
            </p:nvSpPr>
            <p:spPr>
              <a:xfrm>
                <a:off x="280845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9" name="ph904">
                <a:extLst>
                  <a:ext uri="{FF2B5EF4-FFF2-40B4-BE49-F238E27FC236}">
                    <a16:creationId xmlns:a16="http://schemas.microsoft.com/office/drawing/2014/main" id="{81763CB5-CAF5-9BF9-8C4B-5AD83217D37C}"/>
                  </a:ext>
                </a:extLst>
              </p:cNvPr>
              <p:cNvSpPr/>
              <p:nvPr/>
            </p:nvSpPr>
            <p:spPr>
              <a:xfrm>
                <a:off x="281789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0" name="ph905">
                <a:extLst>
                  <a:ext uri="{FF2B5EF4-FFF2-40B4-BE49-F238E27FC236}">
                    <a16:creationId xmlns:a16="http://schemas.microsoft.com/office/drawing/2014/main" id="{8969EE44-71D4-44D5-16F0-D1543A5FB87D}"/>
                  </a:ext>
                </a:extLst>
              </p:cNvPr>
              <p:cNvSpPr/>
              <p:nvPr/>
            </p:nvSpPr>
            <p:spPr>
              <a:xfrm>
                <a:off x="2827331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1" name="ph906">
                <a:extLst>
                  <a:ext uri="{FF2B5EF4-FFF2-40B4-BE49-F238E27FC236}">
                    <a16:creationId xmlns:a16="http://schemas.microsoft.com/office/drawing/2014/main" id="{3F9C3EE8-6740-774A-FB50-ECCF90071C3C}"/>
                  </a:ext>
                </a:extLst>
              </p:cNvPr>
              <p:cNvSpPr/>
              <p:nvPr/>
            </p:nvSpPr>
            <p:spPr>
              <a:xfrm>
                <a:off x="283677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2" name="ph907">
                <a:extLst>
                  <a:ext uri="{FF2B5EF4-FFF2-40B4-BE49-F238E27FC236}">
                    <a16:creationId xmlns:a16="http://schemas.microsoft.com/office/drawing/2014/main" id="{7546329F-BE84-E829-F91A-0BB5F597BE77}"/>
                  </a:ext>
                </a:extLst>
              </p:cNvPr>
              <p:cNvSpPr/>
              <p:nvPr/>
            </p:nvSpPr>
            <p:spPr>
              <a:xfrm>
                <a:off x="284621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3" name="ph908">
                <a:extLst>
                  <a:ext uri="{FF2B5EF4-FFF2-40B4-BE49-F238E27FC236}">
                    <a16:creationId xmlns:a16="http://schemas.microsoft.com/office/drawing/2014/main" id="{7C455C7B-A077-9523-3374-5B8B1526CD27}"/>
                  </a:ext>
                </a:extLst>
              </p:cNvPr>
              <p:cNvSpPr/>
              <p:nvPr/>
            </p:nvSpPr>
            <p:spPr>
              <a:xfrm>
                <a:off x="285565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4" name="ph909">
                <a:extLst>
                  <a:ext uri="{FF2B5EF4-FFF2-40B4-BE49-F238E27FC236}">
                    <a16:creationId xmlns:a16="http://schemas.microsoft.com/office/drawing/2014/main" id="{0AF295DD-0F1E-64E1-C6DC-557B48E75045}"/>
                  </a:ext>
                </a:extLst>
              </p:cNvPr>
              <p:cNvSpPr/>
              <p:nvPr/>
            </p:nvSpPr>
            <p:spPr>
              <a:xfrm>
                <a:off x="2865092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5" name="ph910">
                <a:extLst>
                  <a:ext uri="{FF2B5EF4-FFF2-40B4-BE49-F238E27FC236}">
                    <a16:creationId xmlns:a16="http://schemas.microsoft.com/office/drawing/2014/main" id="{AEA1F16D-A907-11A2-9B9E-BD0F9E2DD9B6}"/>
                  </a:ext>
                </a:extLst>
              </p:cNvPr>
              <p:cNvSpPr/>
              <p:nvPr/>
            </p:nvSpPr>
            <p:spPr>
              <a:xfrm>
                <a:off x="287453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6" name="ph911">
                <a:extLst>
                  <a:ext uri="{FF2B5EF4-FFF2-40B4-BE49-F238E27FC236}">
                    <a16:creationId xmlns:a16="http://schemas.microsoft.com/office/drawing/2014/main" id="{5E06DAAB-FCD9-A62F-CC56-3D395CC9890D}"/>
                  </a:ext>
                </a:extLst>
              </p:cNvPr>
              <p:cNvSpPr/>
              <p:nvPr/>
            </p:nvSpPr>
            <p:spPr>
              <a:xfrm>
                <a:off x="288397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7" name="ph912">
                <a:extLst>
                  <a:ext uri="{FF2B5EF4-FFF2-40B4-BE49-F238E27FC236}">
                    <a16:creationId xmlns:a16="http://schemas.microsoft.com/office/drawing/2014/main" id="{8920F987-FE53-95C6-B157-6FF3F1FFB547}"/>
                  </a:ext>
                </a:extLst>
              </p:cNvPr>
              <p:cNvSpPr/>
              <p:nvPr/>
            </p:nvSpPr>
            <p:spPr>
              <a:xfrm>
                <a:off x="289341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8" name="ph913">
                <a:extLst>
                  <a:ext uri="{FF2B5EF4-FFF2-40B4-BE49-F238E27FC236}">
                    <a16:creationId xmlns:a16="http://schemas.microsoft.com/office/drawing/2014/main" id="{B2D6E74B-4882-39DC-15E2-7B8535578419}"/>
                  </a:ext>
                </a:extLst>
              </p:cNvPr>
              <p:cNvSpPr/>
              <p:nvPr/>
            </p:nvSpPr>
            <p:spPr>
              <a:xfrm>
                <a:off x="290285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9" name="ph914">
                <a:extLst>
                  <a:ext uri="{FF2B5EF4-FFF2-40B4-BE49-F238E27FC236}">
                    <a16:creationId xmlns:a16="http://schemas.microsoft.com/office/drawing/2014/main" id="{B978407D-E471-1102-74E8-B454FABB827D}"/>
                  </a:ext>
                </a:extLst>
              </p:cNvPr>
              <p:cNvSpPr/>
              <p:nvPr/>
            </p:nvSpPr>
            <p:spPr>
              <a:xfrm>
                <a:off x="2912293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0" name="ph915">
                <a:extLst>
                  <a:ext uri="{FF2B5EF4-FFF2-40B4-BE49-F238E27FC236}">
                    <a16:creationId xmlns:a16="http://schemas.microsoft.com/office/drawing/2014/main" id="{57E706B9-8A61-EA41-CB15-E7AF66926EC5}"/>
                  </a:ext>
                </a:extLst>
              </p:cNvPr>
              <p:cNvSpPr/>
              <p:nvPr/>
            </p:nvSpPr>
            <p:spPr>
              <a:xfrm>
                <a:off x="292173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1" name="ph916">
                <a:extLst>
                  <a:ext uri="{FF2B5EF4-FFF2-40B4-BE49-F238E27FC236}">
                    <a16:creationId xmlns:a16="http://schemas.microsoft.com/office/drawing/2014/main" id="{2DD5B403-3777-B196-47FC-B6B4068A0EC9}"/>
                  </a:ext>
                </a:extLst>
              </p:cNvPr>
              <p:cNvSpPr/>
              <p:nvPr/>
            </p:nvSpPr>
            <p:spPr>
              <a:xfrm>
                <a:off x="293117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2" name="ph917">
                <a:extLst>
                  <a:ext uri="{FF2B5EF4-FFF2-40B4-BE49-F238E27FC236}">
                    <a16:creationId xmlns:a16="http://schemas.microsoft.com/office/drawing/2014/main" id="{3EFD62D3-D87B-1D94-27DF-617A8E99CFCD}"/>
                  </a:ext>
                </a:extLst>
              </p:cNvPr>
              <p:cNvSpPr/>
              <p:nvPr/>
            </p:nvSpPr>
            <p:spPr>
              <a:xfrm>
                <a:off x="294061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3" name="ph918">
                <a:extLst>
                  <a:ext uri="{FF2B5EF4-FFF2-40B4-BE49-F238E27FC236}">
                    <a16:creationId xmlns:a16="http://schemas.microsoft.com/office/drawing/2014/main" id="{D9007EB9-FD25-4CA0-E170-74D62FA0409B}"/>
                  </a:ext>
                </a:extLst>
              </p:cNvPr>
              <p:cNvSpPr/>
              <p:nvPr/>
            </p:nvSpPr>
            <p:spPr>
              <a:xfrm>
                <a:off x="2950054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4" name="ph919">
                <a:extLst>
                  <a:ext uri="{FF2B5EF4-FFF2-40B4-BE49-F238E27FC236}">
                    <a16:creationId xmlns:a16="http://schemas.microsoft.com/office/drawing/2014/main" id="{916767D3-C5FF-0751-A274-95D4BBB54EED}"/>
                  </a:ext>
                </a:extLst>
              </p:cNvPr>
              <p:cNvSpPr/>
              <p:nvPr/>
            </p:nvSpPr>
            <p:spPr>
              <a:xfrm>
                <a:off x="295949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5" name="ph920">
                <a:extLst>
                  <a:ext uri="{FF2B5EF4-FFF2-40B4-BE49-F238E27FC236}">
                    <a16:creationId xmlns:a16="http://schemas.microsoft.com/office/drawing/2014/main" id="{8C84904A-C589-2943-7E2A-77F3034D4314}"/>
                  </a:ext>
                </a:extLst>
              </p:cNvPr>
              <p:cNvSpPr/>
              <p:nvPr/>
            </p:nvSpPr>
            <p:spPr>
              <a:xfrm>
                <a:off x="296893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6" name="ph921">
                <a:extLst>
                  <a:ext uri="{FF2B5EF4-FFF2-40B4-BE49-F238E27FC236}">
                    <a16:creationId xmlns:a16="http://schemas.microsoft.com/office/drawing/2014/main" id="{CB02D2C5-B888-6862-C289-B812549D8239}"/>
                  </a:ext>
                </a:extLst>
              </p:cNvPr>
              <p:cNvSpPr/>
              <p:nvPr/>
            </p:nvSpPr>
            <p:spPr>
              <a:xfrm>
                <a:off x="297837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7" name="ph922">
                <a:extLst>
                  <a:ext uri="{FF2B5EF4-FFF2-40B4-BE49-F238E27FC236}">
                    <a16:creationId xmlns:a16="http://schemas.microsoft.com/office/drawing/2014/main" id="{67DB192D-2BBB-8BF4-D42A-0C297590E406}"/>
                  </a:ext>
                </a:extLst>
              </p:cNvPr>
              <p:cNvSpPr/>
              <p:nvPr/>
            </p:nvSpPr>
            <p:spPr>
              <a:xfrm>
                <a:off x="2987815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8" name="ph923">
                <a:extLst>
                  <a:ext uri="{FF2B5EF4-FFF2-40B4-BE49-F238E27FC236}">
                    <a16:creationId xmlns:a16="http://schemas.microsoft.com/office/drawing/2014/main" id="{90972A6F-36B1-7941-BCCA-22F352BAE2B1}"/>
                  </a:ext>
                </a:extLst>
              </p:cNvPr>
              <p:cNvSpPr/>
              <p:nvPr/>
            </p:nvSpPr>
            <p:spPr>
              <a:xfrm>
                <a:off x="299725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9" name="ph924">
                <a:extLst>
                  <a:ext uri="{FF2B5EF4-FFF2-40B4-BE49-F238E27FC236}">
                    <a16:creationId xmlns:a16="http://schemas.microsoft.com/office/drawing/2014/main" id="{19EFB1A1-8DA2-EC3B-BC03-56CB932A515B}"/>
                  </a:ext>
                </a:extLst>
              </p:cNvPr>
              <p:cNvSpPr/>
              <p:nvPr/>
            </p:nvSpPr>
            <p:spPr>
              <a:xfrm>
                <a:off x="300669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0" name="ph925">
                <a:extLst>
                  <a:ext uri="{FF2B5EF4-FFF2-40B4-BE49-F238E27FC236}">
                    <a16:creationId xmlns:a16="http://schemas.microsoft.com/office/drawing/2014/main" id="{B924ACD5-B98D-A18E-C5FA-F073F5573A72}"/>
                  </a:ext>
                </a:extLst>
              </p:cNvPr>
              <p:cNvSpPr/>
              <p:nvPr/>
            </p:nvSpPr>
            <p:spPr>
              <a:xfrm>
                <a:off x="301613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1" name="ph926">
                <a:extLst>
                  <a:ext uri="{FF2B5EF4-FFF2-40B4-BE49-F238E27FC236}">
                    <a16:creationId xmlns:a16="http://schemas.microsoft.com/office/drawing/2014/main" id="{424B2CB2-C2C4-366F-769F-78C86F7D9AC2}"/>
                  </a:ext>
                </a:extLst>
              </p:cNvPr>
              <p:cNvSpPr/>
              <p:nvPr/>
            </p:nvSpPr>
            <p:spPr>
              <a:xfrm>
                <a:off x="3025576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2" name="ph927">
                <a:extLst>
                  <a:ext uri="{FF2B5EF4-FFF2-40B4-BE49-F238E27FC236}">
                    <a16:creationId xmlns:a16="http://schemas.microsoft.com/office/drawing/2014/main" id="{ACD829BC-2F02-6E76-4058-2A5927087915}"/>
                  </a:ext>
                </a:extLst>
              </p:cNvPr>
              <p:cNvSpPr/>
              <p:nvPr/>
            </p:nvSpPr>
            <p:spPr>
              <a:xfrm>
                <a:off x="303501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3" name="ph928">
                <a:extLst>
                  <a:ext uri="{FF2B5EF4-FFF2-40B4-BE49-F238E27FC236}">
                    <a16:creationId xmlns:a16="http://schemas.microsoft.com/office/drawing/2014/main" id="{E4FE1FDA-5618-0983-E785-243AE4A24EB7}"/>
                  </a:ext>
                </a:extLst>
              </p:cNvPr>
              <p:cNvSpPr/>
              <p:nvPr/>
            </p:nvSpPr>
            <p:spPr>
              <a:xfrm>
                <a:off x="304445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4" name="ph929">
                <a:extLst>
                  <a:ext uri="{FF2B5EF4-FFF2-40B4-BE49-F238E27FC236}">
                    <a16:creationId xmlns:a16="http://schemas.microsoft.com/office/drawing/2014/main" id="{E3A69B43-34B6-2E5C-2A0B-9A1A1FA1F035}"/>
                  </a:ext>
                </a:extLst>
              </p:cNvPr>
              <p:cNvSpPr/>
              <p:nvPr/>
            </p:nvSpPr>
            <p:spPr>
              <a:xfrm>
                <a:off x="305389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5" name="ph930">
                <a:extLst>
                  <a:ext uri="{FF2B5EF4-FFF2-40B4-BE49-F238E27FC236}">
                    <a16:creationId xmlns:a16="http://schemas.microsoft.com/office/drawing/2014/main" id="{9EDDE4F4-8E08-3C9B-9BCC-D3FB6F8A6962}"/>
                  </a:ext>
                </a:extLst>
              </p:cNvPr>
              <p:cNvSpPr/>
              <p:nvPr/>
            </p:nvSpPr>
            <p:spPr>
              <a:xfrm>
                <a:off x="3063337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6" name="ph931">
                <a:extLst>
                  <a:ext uri="{FF2B5EF4-FFF2-40B4-BE49-F238E27FC236}">
                    <a16:creationId xmlns:a16="http://schemas.microsoft.com/office/drawing/2014/main" id="{CFD23AB8-B059-887F-F661-1BBD0233E0A0}"/>
                  </a:ext>
                </a:extLst>
              </p:cNvPr>
              <p:cNvSpPr/>
              <p:nvPr/>
            </p:nvSpPr>
            <p:spPr>
              <a:xfrm>
                <a:off x="307277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7" name="ph932">
                <a:extLst>
                  <a:ext uri="{FF2B5EF4-FFF2-40B4-BE49-F238E27FC236}">
                    <a16:creationId xmlns:a16="http://schemas.microsoft.com/office/drawing/2014/main" id="{5888DBBB-F40F-6BEF-FC87-F0564D09F2C0}"/>
                  </a:ext>
                </a:extLst>
              </p:cNvPr>
              <p:cNvSpPr/>
              <p:nvPr/>
            </p:nvSpPr>
            <p:spPr>
              <a:xfrm>
                <a:off x="308221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8" name="ph933">
                <a:extLst>
                  <a:ext uri="{FF2B5EF4-FFF2-40B4-BE49-F238E27FC236}">
                    <a16:creationId xmlns:a16="http://schemas.microsoft.com/office/drawing/2014/main" id="{A185FB32-4C65-9382-7DAC-C6BDAF46A990}"/>
                  </a:ext>
                </a:extLst>
              </p:cNvPr>
              <p:cNvSpPr/>
              <p:nvPr/>
            </p:nvSpPr>
            <p:spPr>
              <a:xfrm>
                <a:off x="309165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9" name="ph934">
                <a:extLst>
                  <a:ext uri="{FF2B5EF4-FFF2-40B4-BE49-F238E27FC236}">
                    <a16:creationId xmlns:a16="http://schemas.microsoft.com/office/drawing/2014/main" id="{A0142377-6F88-1CCC-0859-23F0706D2766}"/>
                  </a:ext>
                </a:extLst>
              </p:cNvPr>
              <p:cNvSpPr/>
              <p:nvPr/>
            </p:nvSpPr>
            <p:spPr>
              <a:xfrm>
                <a:off x="310109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0" name="ph935">
                <a:extLst>
                  <a:ext uri="{FF2B5EF4-FFF2-40B4-BE49-F238E27FC236}">
                    <a16:creationId xmlns:a16="http://schemas.microsoft.com/office/drawing/2014/main" id="{FF966827-E6B1-0819-4172-9B7C137477FF}"/>
                  </a:ext>
                </a:extLst>
              </p:cNvPr>
              <p:cNvSpPr/>
              <p:nvPr/>
            </p:nvSpPr>
            <p:spPr>
              <a:xfrm>
                <a:off x="3110538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1" name="ph936">
                <a:extLst>
                  <a:ext uri="{FF2B5EF4-FFF2-40B4-BE49-F238E27FC236}">
                    <a16:creationId xmlns:a16="http://schemas.microsoft.com/office/drawing/2014/main" id="{49205473-5B92-028C-6F5E-0A43F468957B}"/>
                  </a:ext>
                </a:extLst>
              </p:cNvPr>
              <p:cNvSpPr/>
              <p:nvPr/>
            </p:nvSpPr>
            <p:spPr>
              <a:xfrm>
                <a:off x="311997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2" name="ph937">
                <a:extLst>
                  <a:ext uri="{FF2B5EF4-FFF2-40B4-BE49-F238E27FC236}">
                    <a16:creationId xmlns:a16="http://schemas.microsoft.com/office/drawing/2014/main" id="{356B8DCC-8886-9B68-53C2-016E272C6BB6}"/>
                  </a:ext>
                </a:extLst>
              </p:cNvPr>
              <p:cNvSpPr/>
              <p:nvPr/>
            </p:nvSpPr>
            <p:spPr>
              <a:xfrm>
                <a:off x="312941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3" name="ph938">
                <a:extLst>
                  <a:ext uri="{FF2B5EF4-FFF2-40B4-BE49-F238E27FC236}">
                    <a16:creationId xmlns:a16="http://schemas.microsoft.com/office/drawing/2014/main" id="{50979272-0812-3E08-6564-826639F250BA}"/>
                  </a:ext>
                </a:extLst>
              </p:cNvPr>
              <p:cNvSpPr/>
              <p:nvPr/>
            </p:nvSpPr>
            <p:spPr>
              <a:xfrm>
                <a:off x="313885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4" name="ph939">
                <a:extLst>
                  <a:ext uri="{FF2B5EF4-FFF2-40B4-BE49-F238E27FC236}">
                    <a16:creationId xmlns:a16="http://schemas.microsoft.com/office/drawing/2014/main" id="{BB7E91C1-7ED4-6A93-D79E-539E83E0B107}"/>
                  </a:ext>
                </a:extLst>
              </p:cNvPr>
              <p:cNvSpPr/>
              <p:nvPr/>
            </p:nvSpPr>
            <p:spPr>
              <a:xfrm>
                <a:off x="3148299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5" name="ph940">
                <a:extLst>
                  <a:ext uri="{FF2B5EF4-FFF2-40B4-BE49-F238E27FC236}">
                    <a16:creationId xmlns:a16="http://schemas.microsoft.com/office/drawing/2014/main" id="{52FCD494-C6EC-CEC5-13A6-44E4689DD145}"/>
                  </a:ext>
                </a:extLst>
              </p:cNvPr>
              <p:cNvSpPr/>
              <p:nvPr/>
            </p:nvSpPr>
            <p:spPr>
              <a:xfrm>
                <a:off x="315774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6" name="ph941">
                <a:extLst>
                  <a:ext uri="{FF2B5EF4-FFF2-40B4-BE49-F238E27FC236}">
                    <a16:creationId xmlns:a16="http://schemas.microsoft.com/office/drawing/2014/main" id="{D100210D-E32D-FDFD-24C0-9127FE41D93D}"/>
                  </a:ext>
                </a:extLst>
              </p:cNvPr>
              <p:cNvSpPr/>
              <p:nvPr/>
            </p:nvSpPr>
            <p:spPr>
              <a:xfrm>
                <a:off x="316718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7" name="ph942">
                <a:extLst>
                  <a:ext uri="{FF2B5EF4-FFF2-40B4-BE49-F238E27FC236}">
                    <a16:creationId xmlns:a16="http://schemas.microsoft.com/office/drawing/2014/main" id="{46FCA8B6-63A7-03FA-5CE7-027534BA40B2}"/>
                  </a:ext>
                </a:extLst>
              </p:cNvPr>
              <p:cNvSpPr/>
              <p:nvPr/>
            </p:nvSpPr>
            <p:spPr>
              <a:xfrm>
                <a:off x="317662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8" name="ph943">
                <a:extLst>
                  <a:ext uri="{FF2B5EF4-FFF2-40B4-BE49-F238E27FC236}">
                    <a16:creationId xmlns:a16="http://schemas.microsoft.com/office/drawing/2014/main" id="{8A439148-3460-8EE9-1BA1-C98616512EB3}"/>
                  </a:ext>
                </a:extLst>
              </p:cNvPr>
              <p:cNvSpPr/>
              <p:nvPr/>
            </p:nvSpPr>
            <p:spPr>
              <a:xfrm>
                <a:off x="3186060" y="25543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9" name="ph944">
                <a:extLst>
                  <a:ext uri="{FF2B5EF4-FFF2-40B4-BE49-F238E27FC236}">
                    <a16:creationId xmlns:a16="http://schemas.microsoft.com/office/drawing/2014/main" id="{EB45D32A-55C1-EB3C-1314-C0F33756BD9F}"/>
                  </a:ext>
                </a:extLst>
              </p:cNvPr>
              <p:cNvSpPr/>
              <p:nvPr/>
            </p:nvSpPr>
            <p:spPr>
              <a:xfrm>
                <a:off x="3195501" y="257189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9" y="908643"/>
                    </a:lnTo>
                    <a:lnTo>
                      <a:pt x="922743" y="909567"/>
                    </a:lnTo>
                    <a:lnTo>
                      <a:pt x="921647" y="910490"/>
                    </a:lnTo>
                    <a:lnTo>
                      <a:pt x="920550" y="911414"/>
                    </a:lnTo>
                    <a:lnTo>
                      <a:pt x="919455" y="912338"/>
                    </a:lnTo>
                    <a:lnTo>
                      <a:pt x="918359" y="913262"/>
                    </a:lnTo>
                    <a:lnTo>
                      <a:pt x="917263" y="914186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0" name="ph945">
                <a:extLst>
                  <a:ext uri="{FF2B5EF4-FFF2-40B4-BE49-F238E27FC236}">
                    <a16:creationId xmlns:a16="http://schemas.microsoft.com/office/drawing/2014/main" id="{76FEC9ED-EB6F-E1DE-6754-5398A8687CC1}"/>
                  </a:ext>
                </a:extLst>
              </p:cNvPr>
              <p:cNvSpPr/>
              <p:nvPr/>
            </p:nvSpPr>
            <p:spPr>
              <a:xfrm>
                <a:off x="3204941" y="2554327"/>
                <a:ext cx="923840" cy="92621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13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17796"/>
                    </a:lnTo>
                    <a:lnTo>
                      <a:pt x="922848" y="918805"/>
                    </a:lnTo>
                    <a:lnTo>
                      <a:pt x="917694" y="923439"/>
                    </a:lnTo>
                    <a:lnTo>
                      <a:pt x="916592" y="924366"/>
                    </a:lnTo>
                    <a:lnTo>
                      <a:pt x="915496" y="925290"/>
                    </a:lnTo>
                    <a:lnTo>
                      <a:pt x="914399" y="926213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1" name="ph946">
                <a:extLst>
                  <a:ext uri="{FF2B5EF4-FFF2-40B4-BE49-F238E27FC236}">
                    <a16:creationId xmlns:a16="http://schemas.microsoft.com/office/drawing/2014/main" id="{F1D53604-EB6F-DB02-22C3-84B2D8AAD69E}"/>
                  </a:ext>
                </a:extLst>
              </p:cNvPr>
              <p:cNvSpPr/>
              <p:nvPr/>
            </p:nvSpPr>
            <p:spPr>
              <a:xfrm>
                <a:off x="3214381" y="2554327"/>
                <a:ext cx="917736" cy="917796"/>
              </a:xfrm>
              <a:custGeom>
                <a:avLst/>
                <a:gdLst/>
                <a:ahLst/>
                <a:cxnLst/>
                <a:rect l="0" t="0" r="0" b="0"/>
                <a:pathLst>
                  <a:path w="917736" h="917796">
                    <a:moveTo>
                      <a:pt x="914399" y="914400"/>
                    </a:moveTo>
                    <a:lnTo>
                      <a:pt x="917736" y="914400"/>
                    </a:lnTo>
                    <a:lnTo>
                      <a:pt x="914399" y="917796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2" name="ph947">
                <a:extLst>
                  <a:ext uri="{FF2B5EF4-FFF2-40B4-BE49-F238E27FC236}">
                    <a16:creationId xmlns:a16="http://schemas.microsoft.com/office/drawing/2014/main" id="{85CE5FD8-920D-8DAC-68CF-792E92FFE7D9}"/>
                  </a:ext>
                </a:extLst>
              </p:cNvPr>
              <p:cNvSpPr/>
              <p:nvPr/>
            </p:nvSpPr>
            <p:spPr>
              <a:xfrm>
                <a:off x="2459162" y="2536757"/>
                <a:ext cx="914400" cy="92028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281">
                    <a:moveTo>
                      <a:pt x="914400" y="914399"/>
                    </a:moveTo>
                    <a:lnTo>
                      <a:pt x="914400" y="920281"/>
                    </a:lnTo>
                    <a:lnTo>
                      <a:pt x="913593" y="918703"/>
                    </a:lnTo>
                    <a:lnTo>
                      <a:pt x="912177" y="915932"/>
                    </a:lnTo>
                    <a:lnTo>
                      <a:pt x="911393" y="91439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3" name="ph948">
                <a:extLst>
                  <a:ext uri="{FF2B5EF4-FFF2-40B4-BE49-F238E27FC236}">
                    <a16:creationId xmlns:a16="http://schemas.microsoft.com/office/drawing/2014/main" id="{8CD30403-D10A-F993-6EEE-89A659F10040}"/>
                  </a:ext>
                </a:extLst>
              </p:cNvPr>
              <p:cNvSpPr/>
              <p:nvPr/>
            </p:nvSpPr>
            <p:spPr>
              <a:xfrm>
                <a:off x="245916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0365" y="931969"/>
                    </a:lnTo>
                    <a:lnTo>
                      <a:pt x="919252" y="929787"/>
                    </a:lnTo>
                    <a:lnTo>
                      <a:pt x="917838" y="927016"/>
                    </a:lnTo>
                    <a:lnTo>
                      <a:pt x="916424" y="924245"/>
                    </a:lnTo>
                    <a:lnTo>
                      <a:pt x="915009" y="921474"/>
                    </a:lnTo>
                    <a:lnTo>
                      <a:pt x="914400" y="920281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4" name="ph949">
                <a:extLst>
                  <a:ext uri="{FF2B5EF4-FFF2-40B4-BE49-F238E27FC236}">
                    <a16:creationId xmlns:a16="http://schemas.microsoft.com/office/drawing/2014/main" id="{71B8E1BE-C85A-AF0B-030F-1DDAA791026C}"/>
                  </a:ext>
                </a:extLst>
              </p:cNvPr>
              <p:cNvSpPr/>
              <p:nvPr/>
            </p:nvSpPr>
            <p:spPr>
              <a:xfrm>
                <a:off x="246860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5" name="ph950">
                <a:extLst>
                  <a:ext uri="{FF2B5EF4-FFF2-40B4-BE49-F238E27FC236}">
                    <a16:creationId xmlns:a16="http://schemas.microsoft.com/office/drawing/2014/main" id="{BECBBCA0-C1B0-AFF5-690C-29E5F093ED8D}"/>
                  </a:ext>
                </a:extLst>
              </p:cNvPr>
              <p:cNvSpPr/>
              <p:nvPr/>
            </p:nvSpPr>
            <p:spPr>
              <a:xfrm>
                <a:off x="247804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6" name="ph951">
                <a:extLst>
                  <a:ext uri="{FF2B5EF4-FFF2-40B4-BE49-F238E27FC236}">
                    <a16:creationId xmlns:a16="http://schemas.microsoft.com/office/drawing/2014/main" id="{EF65BD11-D506-0DDF-0A92-C22E52BBD068}"/>
                  </a:ext>
                </a:extLst>
              </p:cNvPr>
              <p:cNvSpPr/>
              <p:nvPr/>
            </p:nvSpPr>
            <p:spPr>
              <a:xfrm>
                <a:off x="248748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7" name="ph952">
                <a:extLst>
                  <a:ext uri="{FF2B5EF4-FFF2-40B4-BE49-F238E27FC236}">
                    <a16:creationId xmlns:a16="http://schemas.microsoft.com/office/drawing/2014/main" id="{9F0832EB-7D5B-DD86-895F-95C72AD708A4}"/>
                  </a:ext>
                </a:extLst>
              </p:cNvPr>
              <p:cNvSpPr/>
              <p:nvPr/>
            </p:nvSpPr>
            <p:spPr>
              <a:xfrm>
                <a:off x="249692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8" name="ph953">
                <a:extLst>
                  <a:ext uri="{FF2B5EF4-FFF2-40B4-BE49-F238E27FC236}">
                    <a16:creationId xmlns:a16="http://schemas.microsoft.com/office/drawing/2014/main" id="{A4370A95-284D-98C7-4BE2-2B13C8CCB2C4}"/>
                  </a:ext>
                </a:extLst>
              </p:cNvPr>
              <p:cNvSpPr/>
              <p:nvPr/>
            </p:nvSpPr>
            <p:spPr>
              <a:xfrm>
                <a:off x="250636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9" name="ph954">
                <a:extLst>
                  <a:ext uri="{FF2B5EF4-FFF2-40B4-BE49-F238E27FC236}">
                    <a16:creationId xmlns:a16="http://schemas.microsoft.com/office/drawing/2014/main" id="{E83005CE-A250-80A8-956F-342BE18CFCC0}"/>
                  </a:ext>
                </a:extLst>
              </p:cNvPr>
              <p:cNvSpPr/>
              <p:nvPr/>
            </p:nvSpPr>
            <p:spPr>
              <a:xfrm>
                <a:off x="251580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0" name="ph955">
                <a:extLst>
                  <a:ext uri="{FF2B5EF4-FFF2-40B4-BE49-F238E27FC236}">
                    <a16:creationId xmlns:a16="http://schemas.microsoft.com/office/drawing/2014/main" id="{FB5DFBE8-4298-2774-8F99-680628028C1F}"/>
                  </a:ext>
                </a:extLst>
              </p:cNvPr>
              <p:cNvSpPr/>
              <p:nvPr/>
            </p:nvSpPr>
            <p:spPr>
              <a:xfrm>
                <a:off x="252524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1" name="ph956">
                <a:extLst>
                  <a:ext uri="{FF2B5EF4-FFF2-40B4-BE49-F238E27FC236}">
                    <a16:creationId xmlns:a16="http://schemas.microsoft.com/office/drawing/2014/main" id="{8281DCD1-887B-9F8B-A4EC-449AF40DC3A8}"/>
                  </a:ext>
                </a:extLst>
              </p:cNvPr>
              <p:cNvSpPr/>
              <p:nvPr/>
            </p:nvSpPr>
            <p:spPr>
              <a:xfrm>
                <a:off x="253468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2" name="ph957">
                <a:extLst>
                  <a:ext uri="{FF2B5EF4-FFF2-40B4-BE49-F238E27FC236}">
                    <a16:creationId xmlns:a16="http://schemas.microsoft.com/office/drawing/2014/main" id="{A69B13B8-846D-A9D9-1E3C-F9C468E93CF2}"/>
                  </a:ext>
                </a:extLst>
              </p:cNvPr>
              <p:cNvSpPr/>
              <p:nvPr/>
            </p:nvSpPr>
            <p:spPr>
              <a:xfrm>
                <a:off x="254412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3" name="ph958">
                <a:extLst>
                  <a:ext uri="{FF2B5EF4-FFF2-40B4-BE49-F238E27FC236}">
                    <a16:creationId xmlns:a16="http://schemas.microsoft.com/office/drawing/2014/main" id="{E1DA5350-51E3-BAA7-695C-303F94ABFF28}"/>
                  </a:ext>
                </a:extLst>
              </p:cNvPr>
              <p:cNvSpPr/>
              <p:nvPr/>
            </p:nvSpPr>
            <p:spPr>
              <a:xfrm>
                <a:off x="255356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4" name="ph959">
                <a:extLst>
                  <a:ext uri="{FF2B5EF4-FFF2-40B4-BE49-F238E27FC236}">
                    <a16:creationId xmlns:a16="http://schemas.microsoft.com/office/drawing/2014/main" id="{1ACE881B-7C90-9D28-8547-91ED52001B9B}"/>
                  </a:ext>
                </a:extLst>
              </p:cNvPr>
              <p:cNvSpPr/>
              <p:nvPr/>
            </p:nvSpPr>
            <p:spPr>
              <a:xfrm>
                <a:off x="256300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5" name="ph960">
                <a:extLst>
                  <a:ext uri="{FF2B5EF4-FFF2-40B4-BE49-F238E27FC236}">
                    <a16:creationId xmlns:a16="http://schemas.microsoft.com/office/drawing/2014/main" id="{51D9960C-B389-74AE-461B-482424C61926}"/>
                  </a:ext>
                </a:extLst>
              </p:cNvPr>
              <p:cNvSpPr/>
              <p:nvPr/>
            </p:nvSpPr>
            <p:spPr>
              <a:xfrm>
                <a:off x="257244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6" name="ph961">
                <a:extLst>
                  <a:ext uri="{FF2B5EF4-FFF2-40B4-BE49-F238E27FC236}">
                    <a16:creationId xmlns:a16="http://schemas.microsoft.com/office/drawing/2014/main" id="{92ABE040-E10B-0A74-98ED-94EB82491DFF}"/>
                  </a:ext>
                </a:extLst>
              </p:cNvPr>
              <p:cNvSpPr/>
              <p:nvPr/>
            </p:nvSpPr>
            <p:spPr>
              <a:xfrm>
                <a:off x="258188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7" name="ph962">
                <a:extLst>
                  <a:ext uri="{FF2B5EF4-FFF2-40B4-BE49-F238E27FC236}">
                    <a16:creationId xmlns:a16="http://schemas.microsoft.com/office/drawing/2014/main" id="{5EE94590-625B-5C31-C29F-160C5CB2B98D}"/>
                  </a:ext>
                </a:extLst>
              </p:cNvPr>
              <p:cNvSpPr/>
              <p:nvPr/>
            </p:nvSpPr>
            <p:spPr>
              <a:xfrm>
                <a:off x="259132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8" name="ph963">
                <a:extLst>
                  <a:ext uri="{FF2B5EF4-FFF2-40B4-BE49-F238E27FC236}">
                    <a16:creationId xmlns:a16="http://schemas.microsoft.com/office/drawing/2014/main" id="{1E3F2BAB-9431-BC10-2406-58B12778FEC3}"/>
                  </a:ext>
                </a:extLst>
              </p:cNvPr>
              <p:cNvSpPr/>
              <p:nvPr/>
            </p:nvSpPr>
            <p:spPr>
              <a:xfrm>
                <a:off x="260076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9" name="ph964">
                <a:extLst>
                  <a:ext uri="{FF2B5EF4-FFF2-40B4-BE49-F238E27FC236}">
                    <a16:creationId xmlns:a16="http://schemas.microsoft.com/office/drawing/2014/main" id="{E20ABA0F-225D-D0F3-9E51-7CD5D20EB8BA}"/>
                  </a:ext>
                </a:extLst>
              </p:cNvPr>
              <p:cNvSpPr/>
              <p:nvPr/>
            </p:nvSpPr>
            <p:spPr>
              <a:xfrm>
                <a:off x="261020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0" name="ph965">
                <a:extLst>
                  <a:ext uri="{FF2B5EF4-FFF2-40B4-BE49-F238E27FC236}">
                    <a16:creationId xmlns:a16="http://schemas.microsoft.com/office/drawing/2014/main" id="{6AD53B83-B9AC-0423-1DF1-08AFFE314918}"/>
                  </a:ext>
                </a:extLst>
              </p:cNvPr>
              <p:cNvSpPr/>
              <p:nvPr/>
            </p:nvSpPr>
            <p:spPr>
              <a:xfrm>
                <a:off x="261964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D">
                  <a:alpha val="100000"/>
                </a:srgbClr>
              </a:solidFill>
              <a:ln w="5420" cap="flat">
                <a:solidFill>
                  <a:srgbClr val="E7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1" name="ph966">
                <a:extLst>
                  <a:ext uri="{FF2B5EF4-FFF2-40B4-BE49-F238E27FC236}">
                    <a16:creationId xmlns:a16="http://schemas.microsoft.com/office/drawing/2014/main" id="{8536E794-05B2-7103-9DCC-93C8DF78D4D2}"/>
                  </a:ext>
                </a:extLst>
              </p:cNvPr>
              <p:cNvSpPr/>
              <p:nvPr/>
            </p:nvSpPr>
            <p:spPr>
              <a:xfrm>
                <a:off x="262908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2" name="ph967">
                <a:extLst>
                  <a:ext uri="{FF2B5EF4-FFF2-40B4-BE49-F238E27FC236}">
                    <a16:creationId xmlns:a16="http://schemas.microsoft.com/office/drawing/2014/main" id="{9CA3CCFC-7DC1-ECF9-AF47-8FBB59A3047F}"/>
                  </a:ext>
                </a:extLst>
              </p:cNvPr>
              <p:cNvSpPr/>
              <p:nvPr/>
            </p:nvSpPr>
            <p:spPr>
              <a:xfrm>
                <a:off x="263852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3" name="ph968">
                <a:extLst>
                  <a:ext uri="{FF2B5EF4-FFF2-40B4-BE49-F238E27FC236}">
                    <a16:creationId xmlns:a16="http://schemas.microsoft.com/office/drawing/2014/main" id="{8928DBA2-CB1F-31E7-59FA-BB29BFD39B92}"/>
                  </a:ext>
                </a:extLst>
              </p:cNvPr>
              <p:cNvSpPr/>
              <p:nvPr/>
            </p:nvSpPr>
            <p:spPr>
              <a:xfrm>
                <a:off x="264796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4" name="ph969">
                <a:extLst>
                  <a:ext uri="{FF2B5EF4-FFF2-40B4-BE49-F238E27FC236}">
                    <a16:creationId xmlns:a16="http://schemas.microsoft.com/office/drawing/2014/main" id="{6AA3152F-ED28-8124-C656-3D50647074B4}"/>
                  </a:ext>
                </a:extLst>
              </p:cNvPr>
              <p:cNvSpPr/>
              <p:nvPr/>
            </p:nvSpPr>
            <p:spPr>
              <a:xfrm>
                <a:off x="265740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5" name="ph970">
                <a:extLst>
                  <a:ext uri="{FF2B5EF4-FFF2-40B4-BE49-F238E27FC236}">
                    <a16:creationId xmlns:a16="http://schemas.microsoft.com/office/drawing/2014/main" id="{BA43F279-EA2A-923D-7702-BA01B81B8F6C}"/>
                  </a:ext>
                </a:extLst>
              </p:cNvPr>
              <p:cNvSpPr/>
              <p:nvPr/>
            </p:nvSpPr>
            <p:spPr>
              <a:xfrm>
                <a:off x="266684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6" name="ph971">
                <a:extLst>
                  <a:ext uri="{FF2B5EF4-FFF2-40B4-BE49-F238E27FC236}">
                    <a16:creationId xmlns:a16="http://schemas.microsoft.com/office/drawing/2014/main" id="{2842332C-C2FD-80C2-F5F2-403A6BC7BA52}"/>
                  </a:ext>
                </a:extLst>
              </p:cNvPr>
              <p:cNvSpPr/>
              <p:nvPr/>
            </p:nvSpPr>
            <p:spPr>
              <a:xfrm>
                <a:off x="267628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7" name="ph972">
                <a:extLst>
                  <a:ext uri="{FF2B5EF4-FFF2-40B4-BE49-F238E27FC236}">
                    <a16:creationId xmlns:a16="http://schemas.microsoft.com/office/drawing/2014/main" id="{D9ABE844-D8D0-77BE-5FBC-EBD7FE7E8322}"/>
                  </a:ext>
                </a:extLst>
              </p:cNvPr>
              <p:cNvSpPr/>
              <p:nvPr/>
            </p:nvSpPr>
            <p:spPr>
              <a:xfrm>
                <a:off x="268572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8" name="ph973">
                <a:extLst>
                  <a:ext uri="{FF2B5EF4-FFF2-40B4-BE49-F238E27FC236}">
                    <a16:creationId xmlns:a16="http://schemas.microsoft.com/office/drawing/2014/main" id="{2E04EB49-349F-23F4-D07A-D8519AD0D086}"/>
                  </a:ext>
                </a:extLst>
              </p:cNvPr>
              <p:cNvSpPr/>
              <p:nvPr/>
            </p:nvSpPr>
            <p:spPr>
              <a:xfrm>
                <a:off x="269516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9" name="ph974">
                <a:extLst>
                  <a:ext uri="{FF2B5EF4-FFF2-40B4-BE49-F238E27FC236}">
                    <a16:creationId xmlns:a16="http://schemas.microsoft.com/office/drawing/2014/main" id="{C5027217-8E1C-E8B7-230F-8BA131FB057C}"/>
                  </a:ext>
                </a:extLst>
              </p:cNvPr>
              <p:cNvSpPr/>
              <p:nvPr/>
            </p:nvSpPr>
            <p:spPr>
              <a:xfrm>
                <a:off x="270460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0" name="ph975">
                <a:extLst>
                  <a:ext uri="{FF2B5EF4-FFF2-40B4-BE49-F238E27FC236}">
                    <a16:creationId xmlns:a16="http://schemas.microsoft.com/office/drawing/2014/main" id="{97160636-3A68-36A8-B867-84BC65123DA2}"/>
                  </a:ext>
                </a:extLst>
              </p:cNvPr>
              <p:cNvSpPr/>
              <p:nvPr/>
            </p:nvSpPr>
            <p:spPr>
              <a:xfrm>
                <a:off x="271404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1" name="ph976">
                <a:extLst>
                  <a:ext uri="{FF2B5EF4-FFF2-40B4-BE49-F238E27FC236}">
                    <a16:creationId xmlns:a16="http://schemas.microsoft.com/office/drawing/2014/main" id="{8C813C61-0B2F-9CAD-FD7A-D8110B3A5216}"/>
                  </a:ext>
                </a:extLst>
              </p:cNvPr>
              <p:cNvSpPr/>
              <p:nvPr/>
            </p:nvSpPr>
            <p:spPr>
              <a:xfrm>
                <a:off x="272348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2" name="ph977">
                <a:extLst>
                  <a:ext uri="{FF2B5EF4-FFF2-40B4-BE49-F238E27FC236}">
                    <a16:creationId xmlns:a16="http://schemas.microsoft.com/office/drawing/2014/main" id="{08CA057D-0701-E45B-B0BC-CB945B91A164}"/>
                  </a:ext>
                </a:extLst>
              </p:cNvPr>
              <p:cNvSpPr/>
              <p:nvPr/>
            </p:nvSpPr>
            <p:spPr>
              <a:xfrm>
                <a:off x="273292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3" name="ph978">
                <a:extLst>
                  <a:ext uri="{FF2B5EF4-FFF2-40B4-BE49-F238E27FC236}">
                    <a16:creationId xmlns:a16="http://schemas.microsoft.com/office/drawing/2014/main" id="{E74CEAD2-8D55-98C8-F229-15A89CD966F4}"/>
                  </a:ext>
                </a:extLst>
              </p:cNvPr>
              <p:cNvSpPr/>
              <p:nvPr/>
            </p:nvSpPr>
            <p:spPr>
              <a:xfrm>
                <a:off x="274236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4" name="ph979">
                <a:extLst>
                  <a:ext uri="{FF2B5EF4-FFF2-40B4-BE49-F238E27FC236}">
                    <a16:creationId xmlns:a16="http://schemas.microsoft.com/office/drawing/2014/main" id="{3DABE00D-F0CD-DECA-0E44-EE19123CB70B}"/>
                  </a:ext>
                </a:extLst>
              </p:cNvPr>
              <p:cNvSpPr/>
              <p:nvPr/>
            </p:nvSpPr>
            <p:spPr>
              <a:xfrm>
                <a:off x="275180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5" name="ph980">
                <a:extLst>
                  <a:ext uri="{FF2B5EF4-FFF2-40B4-BE49-F238E27FC236}">
                    <a16:creationId xmlns:a16="http://schemas.microsoft.com/office/drawing/2014/main" id="{741CAB6E-732E-CD95-A5DB-DC666BF29FEB}"/>
                  </a:ext>
                </a:extLst>
              </p:cNvPr>
              <p:cNvSpPr/>
              <p:nvPr/>
            </p:nvSpPr>
            <p:spPr>
              <a:xfrm>
                <a:off x="276125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6" name="ph981">
                <a:extLst>
                  <a:ext uri="{FF2B5EF4-FFF2-40B4-BE49-F238E27FC236}">
                    <a16:creationId xmlns:a16="http://schemas.microsoft.com/office/drawing/2014/main" id="{A456D83B-7C01-001A-EA05-87FE4CED133D}"/>
                  </a:ext>
                </a:extLst>
              </p:cNvPr>
              <p:cNvSpPr/>
              <p:nvPr/>
            </p:nvSpPr>
            <p:spPr>
              <a:xfrm>
                <a:off x="277069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7" name="ph982">
                <a:extLst>
                  <a:ext uri="{FF2B5EF4-FFF2-40B4-BE49-F238E27FC236}">
                    <a16:creationId xmlns:a16="http://schemas.microsoft.com/office/drawing/2014/main" id="{8D220054-CD93-99A0-8153-153ACA046238}"/>
                  </a:ext>
                </a:extLst>
              </p:cNvPr>
              <p:cNvSpPr/>
              <p:nvPr/>
            </p:nvSpPr>
            <p:spPr>
              <a:xfrm>
                <a:off x="278013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8" name="ph983">
                <a:extLst>
                  <a:ext uri="{FF2B5EF4-FFF2-40B4-BE49-F238E27FC236}">
                    <a16:creationId xmlns:a16="http://schemas.microsoft.com/office/drawing/2014/main" id="{C3A7B3F0-B979-DAFA-810A-4230C77DEE67}"/>
                  </a:ext>
                </a:extLst>
              </p:cNvPr>
              <p:cNvSpPr/>
              <p:nvPr/>
            </p:nvSpPr>
            <p:spPr>
              <a:xfrm>
                <a:off x="278957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9" name="ph984">
                <a:extLst>
                  <a:ext uri="{FF2B5EF4-FFF2-40B4-BE49-F238E27FC236}">
                    <a16:creationId xmlns:a16="http://schemas.microsoft.com/office/drawing/2014/main" id="{BDBC067B-5AFB-8A7A-9558-B05E961731B2}"/>
                  </a:ext>
                </a:extLst>
              </p:cNvPr>
              <p:cNvSpPr/>
              <p:nvPr/>
            </p:nvSpPr>
            <p:spPr>
              <a:xfrm>
                <a:off x="279901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0" name="ph985">
                <a:extLst>
                  <a:ext uri="{FF2B5EF4-FFF2-40B4-BE49-F238E27FC236}">
                    <a16:creationId xmlns:a16="http://schemas.microsoft.com/office/drawing/2014/main" id="{B9D81A83-B9BF-0BD3-AC9E-A8E70ECAD86C}"/>
                  </a:ext>
                </a:extLst>
              </p:cNvPr>
              <p:cNvSpPr/>
              <p:nvPr/>
            </p:nvSpPr>
            <p:spPr>
              <a:xfrm>
                <a:off x="280845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1" name="ph986">
                <a:extLst>
                  <a:ext uri="{FF2B5EF4-FFF2-40B4-BE49-F238E27FC236}">
                    <a16:creationId xmlns:a16="http://schemas.microsoft.com/office/drawing/2014/main" id="{965FD729-A5D1-2F97-B77B-0009C570EEAA}"/>
                  </a:ext>
                </a:extLst>
              </p:cNvPr>
              <p:cNvSpPr/>
              <p:nvPr/>
            </p:nvSpPr>
            <p:spPr>
              <a:xfrm>
                <a:off x="281789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2" name="ph987">
                <a:extLst>
                  <a:ext uri="{FF2B5EF4-FFF2-40B4-BE49-F238E27FC236}">
                    <a16:creationId xmlns:a16="http://schemas.microsoft.com/office/drawing/2014/main" id="{65C925E7-A08A-18C9-C1DE-5A29EE55375F}"/>
                  </a:ext>
                </a:extLst>
              </p:cNvPr>
              <p:cNvSpPr/>
              <p:nvPr/>
            </p:nvSpPr>
            <p:spPr>
              <a:xfrm>
                <a:off x="282733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3" name="ph988">
                <a:extLst>
                  <a:ext uri="{FF2B5EF4-FFF2-40B4-BE49-F238E27FC236}">
                    <a16:creationId xmlns:a16="http://schemas.microsoft.com/office/drawing/2014/main" id="{9E8D8905-8036-8949-B1FA-011B04C24DF9}"/>
                  </a:ext>
                </a:extLst>
              </p:cNvPr>
              <p:cNvSpPr/>
              <p:nvPr/>
            </p:nvSpPr>
            <p:spPr>
              <a:xfrm>
                <a:off x="283677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4" name="ph989">
                <a:extLst>
                  <a:ext uri="{FF2B5EF4-FFF2-40B4-BE49-F238E27FC236}">
                    <a16:creationId xmlns:a16="http://schemas.microsoft.com/office/drawing/2014/main" id="{EE6B9672-03C3-4180-F66C-8161A41435AF}"/>
                  </a:ext>
                </a:extLst>
              </p:cNvPr>
              <p:cNvSpPr/>
              <p:nvPr/>
            </p:nvSpPr>
            <p:spPr>
              <a:xfrm>
                <a:off x="284621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5" name="ph990">
                <a:extLst>
                  <a:ext uri="{FF2B5EF4-FFF2-40B4-BE49-F238E27FC236}">
                    <a16:creationId xmlns:a16="http://schemas.microsoft.com/office/drawing/2014/main" id="{826928A2-054F-AB28-4572-307C5FE8BD4D}"/>
                  </a:ext>
                </a:extLst>
              </p:cNvPr>
              <p:cNvSpPr/>
              <p:nvPr/>
            </p:nvSpPr>
            <p:spPr>
              <a:xfrm>
                <a:off x="285565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6" name="ph991">
                <a:extLst>
                  <a:ext uri="{FF2B5EF4-FFF2-40B4-BE49-F238E27FC236}">
                    <a16:creationId xmlns:a16="http://schemas.microsoft.com/office/drawing/2014/main" id="{F9378817-2E0F-8CE4-9699-A5C03E66B595}"/>
                  </a:ext>
                </a:extLst>
              </p:cNvPr>
              <p:cNvSpPr/>
              <p:nvPr/>
            </p:nvSpPr>
            <p:spPr>
              <a:xfrm>
                <a:off x="2865092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7" name="ph992">
                <a:extLst>
                  <a:ext uri="{FF2B5EF4-FFF2-40B4-BE49-F238E27FC236}">
                    <a16:creationId xmlns:a16="http://schemas.microsoft.com/office/drawing/2014/main" id="{1DB23C8D-7A54-1E68-3875-2A85978C536A}"/>
                  </a:ext>
                </a:extLst>
              </p:cNvPr>
              <p:cNvSpPr/>
              <p:nvPr/>
            </p:nvSpPr>
            <p:spPr>
              <a:xfrm>
                <a:off x="287453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8" name="ph993">
                <a:extLst>
                  <a:ext uri="{FF2B5EF4-FFF2-40B4-BE49-F238E27FC236}">
                    <a16:creationId xmlns:a16="http://schemas.microsoft.com/office/drawing/2014/main" id="{B74151C1-3702-5309-A04B-77B266FAD944}"/>
                  </a:ext>
                </a:extLst>
              </p:cNvPr>
              <p:cNvSpPr/>
              <p:nvPr/>
            </p:nvSpPr>
            <p:spPr>
              <a:xfrm>
                <a:off x="288397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9" name="ph994">
                <a:extLst>
                  <a:ext uri="{FF2B5EF4-FFF2-40B4-BE49-F238E27FC236}">
                    <a16:creationId xmlns:a16="http://schemas.microsoft.com/office/drawing/2014/main" id="{43B0514D-46B3-FB00-0C17-B0530FAF953A}"/>
                  </a:ext>
                </a:extLst>
              </p:cNvPr>
              <p:cNvSpPr/>
              <p:nvPr/>
            </p:nvSpPr>
            <p:spPr>
              <a:xfrm>
                <a:off x="289341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0" name="ph995">
                <a:extLst>
                  <a:ext uri="{FF2B5EF4-FFF2-40B4-BE49-F238E27FC236}">
                    <a16:creationId xmlns:a16="http://schemas.microsoft.com/office/drawing/2014/main" id="{0EEC9992-963B-DDB5-B584-70086CF8BEA5}"/>
                  </a:ext>
                </a:extLst>
              </p:cNvPr>
              <p:cNvSpPr/>
              <p:nvPr/>
            </p:nvSpPr>
            <p:spPr>
              <a:xfrm>
                <a:off x="290285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1" name="ph996">
                <a:extLst>
                  <a:ext uri="{FF2B5EF4-FFF2-40B4-BE49-F238E27FC236}">
                    <a16:creationId xmlns:a16="http://schemas.microsoft.com/office/drawing/2014/main" id="{40A9A240-96BA-7E8A-C356-AF53F3DFA73F}"/>
                  </a:ext>
                </a:extLst>
              </p:cNvPr>
              <p:cNvSpPr/>
              <p:nvPr/>
            </p:nvSpPr>
            <p:spPr>
              <a:xfrm>
                <a:off x="2912293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2" name="ph997">
                <a:extLst>
                  <a:ext uri="{FF2B5EF4-FFF2-40B4-BE49-F238E27FC236}">
                    <a16:creationId xmlns:a16="http://schemas.microsoft.com/office/drawing/2014/main" id="{130765EC-4B41-79D6-260A-229AAB8FC83B}"/>
                  </a:ext>
                </a:extLst>
              </p:cNvPr>
              <p:cNvSpPr/>
              <p:nvPr/>
            </p:nvSpPr>
            <p:spPr>
              <a:xfrm>
                <a:off x="292173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3" name="ph998">
                <a:extLst>
                  <a:ext uri="{FF2B5EF4-FFF2-40B4-BE49-F238E27FC236}">
                    <a16:creationId xmlns:a16="http://schemas.microsoft.com/office/drawing/2014/main" id="{B1BAD35B-43E1-A29F-5751-53B3413703B2}"/>
                  </a:ext>
                </a:extLst>
              </p:cNvPr>
              <p:cNvSpPr/>
              <p:nvPr/>
            </p:nvSpPr>
            <p:spPr>
              <a:xfrm>
                <a:off x="293117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4" name="ph999">
                <a:extLst>
                  <a:ext uri="{FF2B5EF4-FFF2-40B4-BE49-F238E27FC236}">
                    <a16:creationId xmlns:a16="http://schemas.microsoft.com/office/drawing/2014/main" id="{0778D3BB-4362-E15F-4342-D2CB9BABE778}"/>
                  </a:ext>
                </a:extLst>
              </p:cNvPr>
              <p:cNvSpPr/>
              <p:nvPr/>
            </p:nvSpPr>
            <p:spPr>
              <a:xfrm>
                <a:off x="294061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5" name="ph1000">
                <a:extLst>
                  <a:ext uri="{FF2B5EF4-FFF2-40B4-BE49-F238E27FC236}">
                    <a16:creationId xmlns:a16="http://schemas.microsoft.com/office/drawing/2014/main" id="{C070990B-A445-070F-A2A5-DDACE9C07338}"/>
                  </a:ext>
                </a:extLst>
              </p:cNvPr>
              <p:cNvSpPr/>
              <p:nvPr/>
            </p:nvSpPr>
            <p:spPr>
              <a:xfrm>
                <a:off x="2950054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6" name="ph1001">
                <a:extLst>
                  <a:ext uri="{FF2B5EF4-FFF2-40B4-BE49-F238E27FC236}">
                    <a16:creationId xmlns:a16="http://schemas.microsoft.com/office/drawing/2014/main" id="{7AA44A6C-084C-C088-BD1F-F681196ABFEF}"/>
                  </a:ext>
                </a:extLst>
              </p:cNvPr>
              <p:cNvSpPr/>
              <p:nvPr/>
            </p:nvSpPr>
            <p:spPr>
              <a:xfrm>
                <a:off x="295949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7" name="ph1002">
                <a:extLst>
                  <a:ext uri="{FF2B5EF4-FFF2-40B4-BE49-F238E27FC236}">
                    <a16:creationId xmlns:a16="http://schemas.microsoft.com/office/drawing/2014/main" id="{A4522A1E-7272-0372-1935-82DEEF4EA62F}"/>
                  </a:ext>
                </a:extLst>
              </p:cNvPr>
              <p:cNvSpPr/>
              <p:nvPr/>
            </p:nvSpPr>
            <p:spPr>
              <a:xfrm>
                <a:off x="296893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8" name="ph1003">
                <a:extLst>
                  <a:ext uri="{FF2B5EF4-FFF2-40B4-BE49-F238E27FC236}">
                    <a16:creationId xmlns:a16="http://schemas.microsoft.com/office/drawing/2014/main" id="{187F9B72-3227-648E-F2D0-1DADB4ECF9E7}"/>
                  </a:ext>
                </a:extLst>
              </p:cNvPr>
              <p:cNvSpPr/>
              <p:nvPr/>
            </p:nvSpPr>
            <p:spPr>
              <a:xfrm>
                <a:off x="297837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9" name="ph1004">
                <a:extLst>
                  <a:ext uri="{FF2B5EF4-FFF2-40B4-BE49-F238E27FC236}">
                    <a16:creationId xmlns:a16="http://schemas.microsoft.com/office/drawing/2014/main" id="{60D9CCFA-80E4-D14B-9915-6D850DCD4F37}"/>
                  </a:ext>
                </a:extLst>
              </p:cNvPr>
              <p:cNvSpPr/>
              <p:nvPr/>
            </p:nvSpPr>
            <p:spPr>
              <a:xfrm>
                <a:off x="2987815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0" name="ph1005">
                <a:extLst>
                  <a:ext uri="{FF2B5EF4-FFF2-40B4-BE49-F238E27FC236}">
                    <a16:creationId xmlns:a16="http://schemas.microsoft.com/office/drawing/2014/main" id="{A3435BEA-EC91-73AE-A729-BD76D2BB2066}"/>
                  </a:ext>
                </a:extLst>
              </p:cNvPr>
              <p:cNvSpPr/>
              <p:nvPr/>
            </p:nvSpPr>
            <p:spPr>
              <a:xfrm>
                <a:off x="299725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1" name="ph1006">
                <a:extLst>
                  <a:ext uri="{FF2B5EF4-FFF2-40B4-BE49-F238E27FC236}">
                    <a16:creationId xmlns:a16="http://schemas.microsoft.com/office/drawing/2014/main" id="{E7EC364D-6A44-8B01-8E21-48A71C5FCC97}"/>
                  </a:ext>
                </a:extLst>
              </p:cNvPr>
              <p:cNvSpPr/>
              <p:nvPr/>
            </p:nvSpPr>
            <p:spPr>
              <a:xfrm>
                <a:off x="300669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2" name="ph1007">
                <a:extLst>
                  <a:ext uri="{FF2B5EF4-FFF2-40B4-BE49-F238E27FC236}">
                    <a16:creationId xmlns:a16="http://schemas.microsoft.com/office/drawing/2014/main" id="{DC1F5C44-41FC-5B3F-304D-07E25945FD28}"/>
                  </a:ext>
                </a:extLst>
              </p:cNvPr>
              <p:cNvSpPr/>
              <p:nvPr/>
            </p:nvSpPr>
            <p:spPr>
              <a:xfrm>
                <a:off x="301613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3" name="ph1008">
                <a:extLst>
                  <a:ext uri="{FF2B5EF4-FFF2-40B4-BE49-F238E27FC236}">
                    <a16:creationId xmlns:a16="http://schemas.microsoft.com/office/drawing/2014/main" id="{5059B4A5-DB63-20CD-1652-CCB7D571B374}"/>
                  </a:ext>
                </a:extLst>
              </p:cNvPr>
              <p:cNvSpPr/>
              <p:nvPr/>
            </p:nvSpPr>
            <p:spPr>
              <a:xfrm>
                <a:off x="3025576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4" name="ph1009">
                <a:extLst>
                  <a:ext uri="{FF2B5EF4-FFF2-40B4-BE49-F238E27FC236}">
                    <a16:creationId xmlns:a16="http://schemas.microsoft.com/office/drawing/2014/main" id="{2C66199E-D749-4ADC-5C4E-4B30A8643DE1}"/>
                  </a:ext>
                </a:extLst>
              </p:cNvPr>
              <p:cNvSpPr/>
              <p:nvPr/>
            </p:nvSpPr>
            <p:spPr>
              <a:xfrm>
                <a:off x="303501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C">
                  <a:alpha val="100000"/>
                </a:srgbClr>
              </a:solidFill>
              <a:ln w="5420" cap="flat">
                <a:solidFill>
                  <a:srgbClr val="F2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5" name="ph1010">
                <a:extLst>
                  <a:ext uri="{FF2B5EF4-FFF2-40B4-BE49-F238E27FC236}">
                    <a16:creationId xmlns:a16="http://schemas.microsoft.com/office/drawing/2014/main" id="{A5D3D705-EB05-17B4-DCF6-9FB023426126}"/>
                  </a:ext>
                </a:extLst>
              </p:cNvPr>
              <p:cNvSpPr/>
              <p:nvPr/>
            </p:nvSpPr>
            <p:spPr>
              <a:xfrm>
                <a:off x="304445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6" name="ph1011">
                <a:extLst>
                  <a:ext uri="{FF2B5EF4-FFF2-40B4-BE49-F238E27FC236}">
                    <a16:creationId xmlns:a16="http://schemas.microsoft.com/office/drawing/2014/main" id="{746B5D3E-7A2D-6927-2B35-BA88E69C9E9C}"/>
                  </a:ext>
                </a:extLst>
              </p:cNvPr>
              <p:cNvSpPr/>
              <p:nvPr/>
            </p:nvSpPr>
            <p:spPr>
              <a:xfrm>
                <a:off x="305389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7" name="ph1012">
                <a:extLst>
                  <a:ext uri="{FF2B5EF4-FFF2-40B4-BE49-F238E27FC236}">
                    <a16:creationId xmlns:a16="http://schemas.microsoft.com/office/drawing/2014/main" id="{E8483ECB-CE9B-45E4-09EA-1E67C494FC5B}"/>
                  </a:ext>
                </a:extLst>
              </p:cNvPr>
              <p:cNvSpPr/>
              <p:nvPr/>
            </p:nvSpPr>
            <p:spPr>
              <a:xfrm>
                <a:off x="3063337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8" name="ph1013">
                <a:extLst>
                  <a:ext uri="{FF2B5EF4-FFF2-40B4-BE49-F238E27FC236}">
                    <a16:creationId xmlns:a16="http://schemas.microsoft.com/office/drawing/2014/main" id="{ADE5EEFD-D2A5-2261-7426-E02727FFA827}"/>
                  </a:ext>
                </a:extLst>
              </p:cNvPr>
              <p:cNvSpPr/>
              <p:nvPr/>
            </p:nvSpPr>
            <p:spPr>
              <a:xfrm>
                <a:off x="307277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9" name="ph1014">
                <a:extLst>
                  <a:ext uri="{FF2B5EF4-FFF2-40B4-BE49-F238E27FC236}">
                    <a16:creationId xmlns:a16="http://schemas.microsoft.com/office/drawing/2014/main" id="{0CE18991-E676-3272-28D3-FBD0B7A127EF}"/>
                  </a:ext>
                </a:extLst>
              </p:cNvPr>
              <p:cNvSpPr/>
              <p:nvPr/>
            </p:nvSpPr>
            <p:spPr>
              <a:xfrm>
                <a:off x="308221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0" name="ph1015">
                <a:extLst>
                  <a:ext uri="{FF2B5EF4-FFF2-40B4-BE49-F238E27FC236}">
                    <a16:creationId xmlns:a16="http://schemas.microsoft.com/office/drawing/2014/main" id="{69F6AFED-65DB-40EB-7B0E-098E4B0A445E}"/>
                  </a:ext>
                </a:extLst>
              </p:cNvPr>
              <p:cNvSpPr/>
              <p:nvPr/>
            </p:nvSpPr>
            <p:spPr>
              <a:xfrm>
                <a:off x="309165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1" name="ph1016">
                <a:extLst>
                  <a:ext uri="{FF2B5EF4-FFF2-40B4-BE49-F238E27FC236}">
                    <a16:creationId xmlns:a16="http://schemas.microsoft.com/office/drawing/2014/main" id="{62771F69-21BF-2716-0D41-D3B925FCBB19}"/>
                  </a:ext>
                </a:extLst>
              </p:cNvPr>
              <p:cNvSpPr/>
              <p:nvPr/>
            </p:nvSpPr>
            <p:spPr>
              <a:xfrm>
                <a:off x="310109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2" name="ph1017">
                <a:extLst>
                  <a:ext uri="{FF2B5EF4-FFF2-40B4-BE49-F238E27FC236}">
                    <a16:creationId xmlns:a16="http://schemas.microsoft.com/office/drawing/2014/main" id="{A9D22D88-906E-87DC-A452-E17848527E3E}"/>
                  </a:ext>
                </a:extLst>
              </p:cNvPr>
              <p:cNvSpPr/>
              <p:nvPr/>
            </p:nvSpPr>
            <p:spPr>
              <a:xfrm>
                <a:off x="3110538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3" name="ph1018">
                <a:extLst>
                  <a:ext uri="{FF2B5EF4-FFF2-40B4-BE49-F238E27FC236}">
                    <a16:creationId xmlns:a16="http://schemas.microsoft.com/office/drawing/2014/main" id="{501696F1-A145-2A99-6B71-BF2713741D96}"/>
                  </a:ext>
                </a:extLst>
              </p:cNvPr>
              <p:cNvSpPr/>
              <p:nvPr/>
            </p:nvSpPr>
            <p:spPr>
              <a:xfrm>
                <a:off x="311997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4" name="ph1019">
                <a:extLst>
                  <a:ext uri="{FF2B5EF4-FFF2-40B4-BE49-F238E27FC236}">
                    <a16:creationId xmlns:a16="http://schemas.microsoft.com/office/drawing/2014/main" id="{AD0426BA-5F4D-DEF8-2347-C52E06EC0784}"/>
                  </a:ext>
                </a:extLst>
              </p:cNvPr>
              <p:cNvSpPr/>
              <p:nvPr/>
            </p:nvSpPr>
            <p:spPr>
              <a:xfrm>
                <a:off x="312941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5" name="ph1020">
                <a:extLst>
                  <a:ext uri="{FF2B5EF4-FFF2-40B4-BE49-F238E27FC236}">
                    <a16:creationId xmlns:a16="http://schemas.microsoft.com/office/drawing/2014/main" id="{183D5FA7-BAC7-52CB-BA77-DB7B8D7B2651}"/>
                  </a:ext>
                </a:extLst>
              </p:cNvPr>
              <p:cNvSpPr/>
              <p:nvPr/>
            </p:nvSpPr>
            <p:spPr>
              <a:xfrm>
                <a:off x="313885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6" name="ph1021">
                <a:extLst>
                  <a:ext uri="{FF2B5EF4-FFF2-40B4-BE49-F238E27FC236}">
                    <a16:creationId xmlns:a16="http://schemas.microsoft.com/office/drawing/2014/main" id="{01776227-4040-06AE-3EBA-94026CAB58E9}"/>
                  </a:ext>
                </a:extLst>
              </p:cNvPr>
              <p:cNvSpPr/>
              <p:nvPr/>
            </p:nvSpPr>
            <p:spPr>
              <a:xfrm>
                <a:off x="3148299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7" name="ph1022">
                <a:extLst>
                  <a:ext uri="{FF2B5EF4-FFF2-40B4-BE49-F238E27FC236}">
                    <a16:creationId xmlns:a16="http://schemas.microsoft.com/office/drawing/2014/main" id="{71ABD955-8438-821B-15F7-5AE60CB26DEF}"/>
                  </a:ext>
                </a:extLst>
              </p:cNvPr>
              <p:cNvSpPr/>
              <p:nvPr/>
            </p:nvSpPr>
            <p:spPr>
              <a:xfrm>
                <a:off x="315774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8" name="ph1023">
                <a:extLst>
                  <a:ext uri="{FF2B5EF4-FFF2-40B4-BE49-F238E27FC236}">
                    <a16:creationId xmlns:a16="http://schemas.microsoft.com/office/drawing/2014/main" id="{18DAF964-6D77-7382-C9A6-9CB69DB83865}"/>
                  </a:ext>
                </a:extLst>
              </p:cNvPr>
              <p:cNvSpPr/>
              <p:nvPr/>
            </p:nvSpPr>
            <p:spPr>
              <a:xfrm>
                <a:off x="316718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9" name="ph1024">
                <a:extLst>
                  <a:ext uri="{FF2B5EF4-FFF2-40B4-BE49-F238E27FC236}">
                    <a16:creationId xmlns:a16="http://schemas.microsoft.com/office/drawing/2014/main" id="{17D89523-BC6D-0B9C-D706-D83F4A0547C7}"/>
                  </a:ext>
                </a:extLst>
              </p:cNvPr>
              <p:cNvSpPr/>
              <p:nvPr/>
            </p:nvSpPr>
            <p:spPr>
              <a:xfrm>
                <a:off x="317662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0" name="ph1025">
                <a:extLst>
                  <a:ext uri="{FF2B5EF4-FFF2-40B4-BE49-F238E27FC236}">
                    <a16:creationId xmlns:a16="http://schemas.microsoft.com/office/drawing/2014/main" id="{95649890-A979-2D83-2877-49E93EFF0B17}"/>
                  </a:ext>
                </a:extLst>
              </p:cNvPr>
              <p:cNvSpPr/>
              <p:nvPr/>
            </p:nvSpPr>
            <p:spPr>
              <a:xfrm>
                <a:off x="3186060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1" name="ph1026">
                <a:extLst>
                  <a:ext uri="{FF2B5EF4-FFF2-40B4-BE49-F238E27FC236}">
                    <a16:creationId xmlns:a16="http://schemas.microsoft.com/office/drawing/2014/main" id="{AEE1914A-BBB8-DEC6-36BB-ADBA9CCB809B}"/>
                  </a:ext>
                </a:extLst>
              </p:cNvPr>
              <p:cNvSpPr/>
              <p:nvPr/>
            </p:nvSpPr>
            <p:spPr>
              <a:xfrm>
                <a:off x="319550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2" name="ph1027">
                <a:extLst>
                  <a:ext uri="{FF2B5EF4-FFF2-40B4-BE49-F238E27FC236}">
                    <a16:creationId xmlns:a16="http://schemas.microsoft.com/office/drawing/2014/main" id="{0BB1D251-AB72-8E38-C027-0E6CA4D949D2}"/>
                  </a:ext>
                </a:extLst>
              </p:cNvPr>
              <p:cNvSpPr/>
              <p:nvPr/>
            </p:nvSpPr>
            <p:spPr>
              <a:xfrm>
                <a:off x="3204941" y="253675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3" name="ph1028">
                <a:extLst>
                  <a:ext uri="{FF2B5EF4-FFF2-40B4-BE49-F238E27FC236}">
                    <a16:creationId xmlns:a16="http://schemas.microsoft.com/office/drawing/2014/main" id="{5E937F63-B16C-42EE-70B0-04C687819414}"/>
                  </a:ext>
                </a:extLst>
              </p:cNvPr>
              <p:cNvSpPr/>
              <p:nvPr/>
            </p:nvSpPr>
            <p:spPr>
              <a:xfrm>
                <a:off x="3214381" y="255432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7434"/>
                    </a:lnTo>
                    <a:lnTo>
                      <a:pt x="923307" y="908115"/>
                    </a:lnTo>
                    <a:lnTo>
                      <a:pt x="918430" y="913693"/>
                    </a:lnTo>
                    <a:lnTo>
                      <a:pt x="917736" y="914400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4" name="ph1029">
                <a:extLst>
                  <a:ext uri="{FF2B5EF4-FFF2-40B4-BE49-F238E27FC236}">
                    <a16:creationId xmlns:a16="http://schemas.microsoft.com/office/drawing/2014/main" id="{83FAE28C-D12C-C012-201D-DF57D8DC1150}"/>
                  </a:ext>
                </a:extLst>
              </p:cNvPr>
              <p:cNvSpPr/>
              <p:nvPr/>
            </p:nvSpPr>
            <p:spPr>
              <a:xfrm>
                <a:off x="3223821" y="2536757"/>
                <a:ext cx="922485" cy="925003"/>
              </a:xfrm>
              <a:custGeom>
                <a:avLst/>
                <a:gdLst/>
                <a:ahLst/>
                <a:cxnLst/>
                <a:rect l="0" t="0" r="0" b="0"/>
                <a:pathLst>
                  <a:path w="922485" h="925003">
                    <a:moveTo>
                      <a:pt x="914400" y="914399"/>
                    </a:moveTo>
                    <a:lnTo>
                      <a:pt x="922485" y="914399"/>
                    </a:lnTo>
                    <a:lnTo>
                      <a:pt x="922156" y="914843"/>
                    </a:lnTo>
                    <a:lnTo>
                      <a:pt x="920376" y="917242"/>
                    </a:lnTo>
                    <a:lnTo>
                      <a:pt x="918586" y="919655"/>
                    </a:lnTo>
                    <a:lnTo>
                      <a:pt x="914400" y="925003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5" name="ph1030">
                <a:extLst>
                  <a:ext uri="{FF2B5EF4-FFF2-40B4-BE49-F238E27FC236}">
                    <a16:creationId xmlns:a16="http://schemas.microsoft.com/office/drawing/2014/main" id="{DB1DCEB8-4C88-4B59-7738-0E4552F73AA8}"/>
                  </a:ext>
                </a:extLst>
              </p:cNvPr>
              <p:cNvSpPr/>
              <p:nvPr/>
            </p:nvSpPr>
            <p:spPr>
              <a:xfrm>
                <a:off x="2449722" y="2519187"/>
                <a:ext cx="914400" cy="9192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17">
                    <a:moveTo>
                      <a:pt x="914400" y="914400"/>
                    </a:moveTo>
                    <a:lnTo>
                      <a:pt x="914400" y="919217"/>
                    </a:lnTo>
                    <a:lnTo>
                      <a:pt x="912074" y="914400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6" name="ph1031">
                <a:extLst>
                  <a:ext uri="{FF2B5EF4-FFF2-40B4-BE49-F238E27FC236}">
                    <a16:creationId xmlns:a16="http://schemas.microsoft.com/office/drawing/2014/main" id="{F653CB24-4DA6-1424-F4F1-9553CBA48C5A}"/>
                  </a:ext>
                </a:extLst>
              </p:cNvPr>
              <p:cNvSpPr/>
              <p:nvPr/>
            </p:nvSpPr>
            <p:spPr>
              <a:xfrm>
                <a:off x="244972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833" y="931969"/>
                    </a:lnTo>
                    <a:lnTo>
                      <a:pt x="920201" y="930732"/>
                    </a:lnTo>
                    <a:lnTo>
                      <a:pt x="918783" y="927962"/>
                    </a:lnTo>
                    <a:lnTo>
                      <a:pt x="917365" y="925192"/>
                    </a:lnTo>
                    <a:lnTo>
                      <a:pt x="915938" y="922404"/>
                    </a:lnTo>
                    <a:lnTo>
                      <a:pt x="914400" y="919217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7" name="ph1032">
                <a:extLst>
                  <a:ext uri="{FF2B5EF4-FFF2-40B4-BE49-F238E27FC236}">
                    <a16:creationId xmlns:a16="http://schemas.microsoft.com/office/drawing/2014/main" id="{E6EFAEF2-5965-5AC2-F3D2-6F4DCA78BCFB}"/>
                  </a:ext>
                </a:extLst>
              </p:cNvPr>
              <p:cNvSpPr/>
              <p:nvPr/>
            </p:nvSpPr>
            <p:spPr>
              <a:xfrm>
                <a:off x="245916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8" name="ph1033">
                <a:extLst>
                  <a:ext uri="{FF2B5EF4-FFF2-40B4-BE49-F238E27FC236}">
                    <a16:creationId xmlns:a16="http://schemas.microsoft.com/office/drawing/2014/main" id="{EDDB9EE4-B100-3F64-1621-904C26BA8B98}"/>
                  </a:ext>
                </a:extLst>
              </p:cNvPr>
              <p:cNvSpPr/>
              <p:nvPr/>
            </p:nvSpPr>
            <p:spPr>
              <a:xfrm>
                <a:off x="246860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9" name="ph1034">
                <a:extLst>
                  <a:ext uri="{FF2B5EF4-FFF2-40B4-BE49-F238E27FC236}">
                    <a16:creationId xmlns:a16="http://schemas.microsoft.com/office/drawing/2014/main" id="{F61B2E18-CE39-FA6E-06DC-9FBDCB0E3962}"/>
                  </a:ext>
                </a:extLst>
              </p:cNvPr>
              <p:cNvSpPr/>
              <p:nvPr/>
            </p:nvSpPr>
            <p:spPr>
              <a:xfrm>
                <a:off x="247804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0" name="ph1035">
                <a:extLst>
                  <a:ext uri="{FF2B5EF4-FFF2-40B4-BE49-F238E27FC236}">
                    <a16:creationId xmlns:a16="http://schemas.microsoft.com/office/drawing/2014/main" id="{AD1229F1-C464-AAA8-9807-06A54DFA7BC0}"/>
                  </a:ext>
                </a:extLst>
              </p:cNvPr>
              <p:cNvSpPr/>
              <p:nvPr/>
            </p:nvSpPr>
            <p:spPr>
              <a:xfrm>
                <a:off x="248748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1" name="ph1036">
                <a:extLst>
                  <a:ext uri="{FF2B5EF4-FFF2-40B4-BE49-F238E27FC236}">
                    <a16:creationId xmlns:a16="http://schemas.microsoft.com/office/drawing/2014/main" id="{A8A58179-6C4F-33F8-FC1A-B3CDB9CAA779}"/>
                  </a:ext>
                </a:extLst>
              </p:cNvPr>
              <p:cNvSpPr/>
              <p:nvPr/>
            </p:nvSpPr>
            <p:spPr>
              <a:xfrm>
                <a:off x="249692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2" name="ph1037">
                <a:extLst>
                  <a:ext uri="{FF2B5EF4-FFF2-40B4-BE49-F238E27FC236}">
                    <a16:creationId xmlns:a16="http://schemas.microsoft.com/office/drawing/2014/main" id="{9CA2A9A5-29A0-BBA5-C534-98DD4ECB87EA}"/>
                  </a:ext>
                </a:extLst>
              </p:cNvPr>
              <p:cNvSpPr/>
              <p:nvPr/>
            </p:nvSpPr>
            <p:spPr>
              <a:xfrm>
                <a:off x="250636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3" name="ph1038">
                <a:extLst>
                  <a:ext uri="{FF2B5EF4-FFF2-40B4-BE49-F238E27FC236}">
                    <a16:creationId xmlns:a16="http://schemas.microsoft.com/office/drawing/2014/main" id="{F6F88346-64CA-14E4-A1A7-C3C75CC926AF}"/>
                  </a:ext>
                </a:extLst>
              </p:cNvPr>
              <p:cNvSpPr/>
              <p:nvPr/>
            </p:nvSpPr>
            <p:spPr>
              <a:xfrm>
                <a:off x="251580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4" name="ph1039">
                <a:extLst>
                  <a:ext uri="{FF2B5EF4-FFF2-40B4-BE49-F238E27FC236}">
                    <a16:creationId xmlns:a16="http://schemas.microsoft.com/office/drawing/2014/main" id="{298F3E09-9589-2635-63D3-138FDCB34909}"/>
                  </a:ext>
                </a:extLst>
              </p:cNvPr>
              <p:cNvSpPr/>
              <p:nvPr/>
            </p:nvSpPr>
            <p:spPr>
              <a:xfrm>
                <a:off x="252524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5" name="ph1040">
                <a:extLst>
                  <a:ext uri="{FF2B5EF4-FFF2-40B4-BE49-F238E27FC236}">
                    <a16:creationId xmlns:a16="http://schemas.microsoft.com/office/drawing/2014/main" id="{F0447BD6-0D23-012D-D846-A373D75031B4}"/>
                  </a:ext>
                </a:extLst>
              </p:cNvPr>
              <p:cNvSpPr/>
              <p:nvPr/>
            </p:nvSpPr>
            <p:spPr>
              <a:xfrm>
                <a:off x="253468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6" name="ph1041">
                <a:extLst>
                  <a:ext uri="{FF2B5EF4-FFF2-40B4-BE49-F238E27FC236}">
                    <a16:creationId xmlns:a16="http://schemas.microsoft.com/office/drawing/2014/main" id="{36393A5B-A65B-406A-1EA2-66EC04BFF3DD}"/>
                  </a:ext>
                </a:extLst>
              </p:cNvPr>
              <p:cNvSpPr/>
              <p:nvPr/>
            </p:nvSpPr>
            <p:spPr>
              <a:xfrm>
                <a:off x="254412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7" name="ph1042">
                <a:extLst>
                  <a:ext uri="{FF2B5EF4-FFF2-40B4-BE49-F238E27FC236}">
                    <a16:creationId xmlns:a16="http://schemas.microsoft.com/office/drawing/2014/main" id="{F45FB7A0-F811-2EDD-26FE-2F8F20E85929}"/>
                  </a:ext>
                </a:extLst>
              </p:cNvPr>
              <p:cNvSpPr/>
              <p:nvPr/>
            </p:nvSpPr>
            <p:spPr>
              <a:xfrm>
                <a:off x="255356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8" name="ph1043">
                <a:extLst>
                  <a:ext uri="{FF2B5EF4-FFF2-40B4-BE49-F238E27FC236}">
                    <a16:creationId xmlns:a16="http://schemas.microsoft.com/office/drawing/2014/main" id="{4E052D1A-CB76-BE02-0EC9-35B55ABD38DC}"/>
                  </a:ext>
                </a:extLst>
              </p:cNvPr>
              <p:cNvSpPr/>
              <p:nvPr/>
            </p:nvSpPr>
            <p:spPr>
              <a:xfrm>
                <a:off x="256300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1">
                  <a:alpha val="100000"/>
                </a:srgbClr>
              </a:solidFill>
              <a:ln w="5420" cap="flat">
                <a:solidFill>
                  <a:srgbClr val="EA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9" name="ph1044">
                <a:extLst>
                  <a:ext uri="{FF2B5EF4-FFF2-40B4-BE49-F238E27FC236}">
                    <a16:creationId xmlns:a16="http://schemas.microsoft.com/office/drawing/2014/main" id="{739B7C0A-B68A-41C4-BD35-9CD66C6B0AF3}"/>
                  </a:ext>
                </a:extLst>
              </p:cNvPr>
              <p:cNvSpPr/>
              <p:nvPr/>
            </p:nvSpPr>
            <p:spPr>
              <a:xfrm>
                <a:off x="257244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0" name="ph1045">
                <a:extLst>
                  <a:ext uri="{FF2B5EF4-FFF2-40B4-BE49-F238E27FC236}">
                    <a16:creationId xmlns:a16="http://schemas.microsoft.com/office/drawing/2014/main" id="{E4CDC26D-6710-DB5B-8607-0F14F2772ED5}"/>
                  </a:ext>
                </a:extLst>
              </p:cNvPr>
              <p:cNvSpPr/>
              <p:nvPr/>
            </p:nvSpPr>
            <p:spPr>
              <a:xfrm>
                <a:off x="258188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1" name="ph1046">
                <a:extLst>
                  <a:ext uri="{FF2B5EF4-FFF2-40B4-BE49-F238E27FC236}">
                    <a16:creationId xmlns:a16="http://schemas.microsoft.com/office/drawing/2014/main" id="{51090303-8C7D-66C2-AE65-5BA10CA9C687}"/>
                  </a:ext>
                </a:extLst>
              </p:cNvPr>
              <p:cNvSpPr/>
              <p:nvPr/>
            </p:nvSpPr>
            <p:spPr>
              <a:xfrm>
                <a:off x="259132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2" name="ph1047">
                <a:extLst>
                  <a:ext uri="{FF2B5EF4-FFF2-40B4-BE49-F238E27FC236}">
                    <a16:creationId xmlns:a16="http://schemas.microsoft.com/office/drawing/2014/main" id="{FA8EBE09-C02B-67FD-60B9-7945FC376518}"/>
                  </a:ext>
                </a:extLst>
              </p:cNvPr>
              <p:cNvSpPr/>
              <p:nvPr/>
            </p:nvSpPr>
            <p:spPr>
              <a:xfrm>
                <a:off x="260076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3" name="ph1048">
                <a:extLst>
                  <a:ext uri="{FF2B5EF4-FFF2-40B4-BE49-F238E27FC236}">
                    <a16:creationId xmlns:a16="http://schemas.microsoft.com/office/drawing/2014/main" id="{E847F656-D9B4-C928-3D41-27CF7DF3D49A}"/>
                  </a:ext>
                </a:extLst>
              </p:cNvPr>
              <p:cNvSpPr/>
              <p:nvPr/>
            </p:nvSpPr>
            <p:spPr>
              <a:xfrm>
                <a:off x="261020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4" name="ph1049">
                <a:extLst>
                  <a:ext uri="{FF2B5EF4-FFF2-40B4-BE49-F238E27FC236}">
                    <a16:creationId xmlns:a16="http://schemas.microsoft.com/office/drawing/2014/main" id="{75252EE0-8AB9-B0C0-F627-4948C4CD760D}"/>
                  </a:ext>
                </a:extLst>
              </p:cNvPr>
              <p:cNvSpPr/>
              <p:nvPr/>
            </p:nvSpPr>
            <p:spPr>
              <a:xfrm>
                <a:off x="261964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5" name="ph1050">
                <a:extLst>
                  <a:ext uri="{FF2B5EF4-FFF2-40B4-BE49-F238E27FC236}">
                    <a16:creationId xmlns:a16="http://schemas.microsoft.com/office/drawing/2014/main" id="{9B735B5A-EF82-8C4B-0610-FC60958B2E1E}"/>
                  </a:ext>
                </a:extLst>
              </p:cNvPr>
              <p:cNvSpPr/>
              <p:nvPr/>
            </p:nvSpPr>
            <p:spPr>
              <a:xfrm>
                <a:off x="262908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6" name="ph1051">
                <a:extLst>
                  <a:ext uri="{FF2B5EF4-FFF2-40B4-BE49-F238E27FC236}">
                    <a16:creationId xmlns:a16="http://schemas.microsoft.com/office/drawing/2014/main" id="{7E99CD3D-64F1-562C-F2CF-585BD6FC6D37}"/>
                  </a:ext>
                </a:extLst>
              </p:cNvPr>
              <p:cNvSpPr/>
              <p:nvPr/>
            </p:nvSpPr>
            <p:spPr>
              <a:xfrm>
                <a:off x="263852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7" name="ph1052">
                <a:extLst>
                  <a:ext uri="{FF2B5EF4-FFF2-40B4-BE49-F238E27FC236}">
                    <a16:creationId xmlns:a16="http://schemas.microsoft.com/office/drawing/2014/main" id="{8B4D5ADC-BF26-D564-1109-577094313AE7}"/>
                  </a:ext>
                </a:extLst>
              </p:cNvPr>
              <p:cNvSpPr/>
              <p:nvPr/>
            </p:nvSpPr>
            <p:spPr>
              <a:xfrm>
                <a:off x="264796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8" name="ph1053">
                <a:extLst>
                  <a:ext uri="{FF2B5EF4-FFF2-40B4-BE49-F238E27FC236}">
                    <a16:creationId xmlns:a16="http://schemas.microsoft.com/office/drawing/2014/main" id="{E10F001C-2D66-5EE6-25A8-7D601321C36C}"/>
                  </a:ext>
                </a:extLst>
              </p:cNvPr>
              <p:cNvSpPr/>
              <p:nvPr/>
            </p:nvSpPr>
            <p:spPr>
              <a:xfrm>
                <a:off x="265740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9" name="ph1054">
                <a:extLst>
                  <a:ext uri="{FF2B5EF4-FFF2-40B4-BE49-F238E27FC236}">
                    <a16:creationId xmlns:a16="http://schemas.microsoft.com/office/drawing/2014/main" id="{A20AF73A-BC36-2B81-0132-9B5C17C28D52}"/>
                  </a:ext>
                </a:extLst>
              </p:cNvPr>
              <p:cNvSpPr/>
              <p:nvPr/>
            </p:nvSpPr>
            <p:spPr>
              <a:xfrm>
                <a:off x="266684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0" name="ph1055">
                <a:extLst>
                  <a:ext uri="{FF2B5EF4-FFF2-40B4-BE49-F238E27FC236}">
                    <a16:creationId xmlns:a16="http://schemas.microsoft.com/office/drawing/2014/main" id="{864AA1AA-E3AA-E7AD-082D-A9A37CE5AD90}"/>
                  </a:ext>
                </a:extLst>
              </p:cNvPr>
              <p:cNvSpPr/>
              <p:nvPr/>
            </p:nvSpPr>
            <p:spPr>
              <a:xfrm>
                <a:off x="267628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E">
                  <a:alpha val="100000"/>
                </a:srgbClr>
              </a:solidFill>
              <a:ln w="5420" cap="flat">
                <a:solidFill>
                  <a:srgbClr val="DC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1" name="ph1056">
                <a:extLst>
                  <a:ext uri="{FF2B5EF4-FFF2-40B4-BE49-F238E27FC236}">
                    <a16:creationId xmlns:a16="http://schemas.microsoft.com/office/drawing/2014/main" id="{FDCD340C-6633-A0ED-EC0C-4F078C0F9B9D}"/>
                  </a:ext>
                </a:extLst>
              </p:cNvPr>
              <p:cNvSpPr/>
              <p:nvPr/>
            </p:nvSpPr>
            <p:spPr>
              <a:xfrm>
                <a:off x="268572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2" name="ph1057">
                <a:extLst>
                  <a:ext uri="{FF2B5EF4-FFF2-40B4-BE49-F238E27FC236}">
                    <a16:creationId xmlns:a16="http://schemas.microsoft.com/office/drawing/2014/main" id="{57B30557-821B-EE24-492C-5D3A81180B8E}"/>
                  </a:ext>
                </a:extLst>
              </p:cNvPr>
              <p:cNvSpPr/>
              <p:nvPr/>
            </p:nvSpPr>
            <p:spPr>
              <a:xfrm>
                <a:off x="269516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3" name="ph1058">
                <a:extLst>
                  <a:ext uri="{FF2B5EF4-FFF2-40B4-BE49-F238E27FC236}">
                    <a16:creationId xmlns:a16="http://schemas.microsoft.com/office/drawing/2014/main" id="{87CE46D0-61A2-6CD9-56F1-482F1CD81CF5}"/>
                  </a:ext>
                </a:extLst>
              </p:cNvPr>
              <p:cNvSpPr/>
              <p:nvPr/>
            </p:nvSpPr>
            <p:spPr>
              <a:xfrm>
                <a:off x="270460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4" name="ph1059">
                <a:extLst>
                  <a:ext uri="{FF2B5EF4-FFF2-40B4-BE49-F238E27FC236}">
                    <a16:creationId xmlns:a16="http://schemas.microsoft.com/office/drawing/2014/main" id="{5403B005-4FAF-EEEF-6615-C9FB2DBAF49D}"/>
                  </a:ext>
                </a:extLst>
              </p:cNvPr>
              <p:cNvSpPr/>
              <p:nvPr/>
            </p:nvSpPr>
            <p:spPr>
              <a:xfrm>
                <a:off x="271404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5" name="ph1060">
                <a:extLst>
                  <a:ext uri="{FF2B5EF4-FFF2-40B4-BE49-F238E27FC236}">
                    <a16:creationId xmlns:a16="http://schemas.microsoft.com/office/drawing/2014/main" id="{D2F6FD8B-9934-73E0-5D04-F58706124736}"/>
                  </a:ext>
                </a:extLst>
              </p:cNvPr>
              <p:cNvSpPr/>
              <p:nvPr/>
            </p:nvSpPr>
            <p:spPr>
              <a:xfrm>
                <a:off x="272348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6" name="ph1061">
                <a:extLst>
                  <a:ext uri="{FF2B5EF4-FFF2-40B4-BE49-F238E27FC236}">
                    <a16:creationId xmlns:a16="http://schemas.microsoft.com/office/drawing/2014/main" id="{FCC1EE96-D7B1-C980-9CAF-304742C02377}"/>
                  </a:ext>
                </a:extLst>
              </p:cNvPr>
              <p:cNvSpPr/>
              <p:nvPr/>
            </p:nvSpPr>
            <p:spPr>
              <a:xfrm>
                <a:off x="273292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7" name="ph1062">
                <a:extLst>
                  <a:ext uri="{FF2B5EF4-FFF2-40B4-BE49-F238E27FC236}">
                    <a16:creationId xmlns:a16="http://schemas.microsoft.com/office/drawing/2014/main" id="{66E793B7-23F0-D80A-767B-F8F75FF2655F}"/>
                  </a:ext>
                </a:extLst>
              </p:cNvPr>
              <p:cNvSpPr/>
              <p:nvPr/>
            </p:nvSpPr>
            <p:spPr>
              <a:xfrm>
                <a:off x="274236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8" name="ph1063">
                <a:extLst>
                  <a:ext uri="{FF2B5EF4-FFF2-40B4-BE49-F238E27FC236}">
                    <a16:creationId xmlns:a16="http://schemas.microsoft.com/office/drawing/2014/main" id="{EFC8E153-5A6C-4AF1-21C4-6FDD0821CC1C}"/>
                  </a:ext>
                </a:extLst>
              </p:cNvPr>
              <p:cNvSpPr/>
              <p:nvPr/>
            </p:nvSpPr>
            <p:spPr>
              <a:xfrm>
                <a:off x="275180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9" name="ph1064">
                <a:extLst>
                  <a:ext uri="{FF2B5EF4-FFF2-40B4-BE49-F238E27FC236}">
                    <a16:creationId xmlns:a16="http://schemas.microsoft.com/office/drawing/2014/main" id="{2E7E112F-69B2-4BE9-3082-BA93E2432D50}"/>
                  </a:ext>
                </a:extLst>
              </p:cNvPr>
              <p:cNvSpPr/>
              <p:nvPr/>
            </p:nvSpPr>
            <p:spPr>
              <a:xfrm>
                <a:off x="276125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0" name="ph1065">
                <a:extLst>
                  <a:ext uri="{FF2B5EF4-FFF2-40B4-BE49-F238E27FC236}">
                    <a16:creationId xmlns:a16="http://schemas.microsoft.com/office/drawing/2014/main" id="{E2B021CC-C6F7-3407-DDE4-A59691CD406C}"/>
                  </a:ext>
                </a:extLst>
              </p:cNvPr>
              <p:cNvSpPr/>
              <p:nvPr/>
            </p:nvSpPr>
            <p:spPr>
              <a:xfrm>
                <a:off x="277069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1" name="ph1066">
                <a:extLst>
                  <a:ext uri="{FF2B5EF4-FFF2-40B4-BE49-F238E27FC236}">
                    <a16:creationId xmlns:a16="http://schemas.microsoft.com/office/drawing/2014/main" id="{A65875DE-75D8-9381-27B2-46226CE90EA8}"/>
                  </a:ext>
                </a:extLst>
              </p:cNvPr>
              <p:cNvSpPr/>
              <p:nvPr/>
            </p:nvSpPr>
            <p:spPr>
              <a:xfrm>
                <a:off x="278013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2" name="ph1067">
                <a:extLst>
                  <a:ext uri="{FF2B5EF4-FFF2-40B4-BE49-F238E27FC236}">
                    <a16:creationId xmlns:a16="http://schemas.microsoft.com/office/drawing/2014/main" id="{30D4ECD0-22E2-7EC5-C9D0-A2ADE2034D60}"/>
                  </a:ext>
                </a:extLst>
              </p:cNvPr>
              <p:cNvSpPr/>
              <p:nvPr/>
            </p:nvSpPr>
            <p:spPr>
              <a:xfrm>
                <a:off x="278957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3" name="ph1068">
                <a:extLst>
                  <a:ext uri="{FF2B5EF4-FFF2-40B4-BE49-F238E27FC236}">
                    <a16:creationId xmlns:a16="http://schemas.microsoft.com/office/drawing/2014/main" id="{87C02A28-7EAB-99FB-7FFB-CA9A380002FA}"/>
                  </a:ext>
                </a:extLst>
              </p:cNvPr>
              <p:cNvSpPr/>
              <p:nvPr/>
            </p:nvSpPr>
            <p:spPr>
              <a:xfrm>
                <a:off x="279901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4" name="ph1069">
                <a:extLst>
                  <a:ext uri="{FF2B5EF4-FFF2-40B4-BE49-F238E27FC236}">
                    <a16:creationId xmlns:a16="http://schemas.microsoft.com/office/drawing/2014/main" id="{A06369BF-1E1A-0AEE-4A22-E77C266F9C7C}"/>
                  </a:ext>
                </a:extLst>
              </p:cNvPr>
              <p:cNvSpPr/>
              <p:nvPr/>
            </p:nvSpPr>
            <p:spPr>
              <a:xfrm>
                <a:off x="280845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5" name="ph1070">
                <a:extLst>
                  <a:ext uri="{FF2B5EF4-FFF2-40B4-BE49-F238E27FC236}">
                    <a16:creationId xmlns:a16="http://schemas.microsoft.com/office/drawing/2014/main" id="{7E756F13-9BE8-DBD8-5597-7CFD33597419}"/>
                  </a:ext>
                </a:extLst>
              </p:cNvPr>
              <p:cNvSpPr/>
              <p:nvPr/>
            </p:nvSpPr>
            <p:spPr>
              <a:xfrm>
                <a:off x="281789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6" name="ph1071">
                <a:extLst>
                  <a:ext uri="{FF2B5EF4-FFF2-40B4-BE49-F238E27FC236}">
                    <a16:creationId xmlns:a16="http://schemas.microsoft.com/office/drawing/2014/main" id="{D73E5486-2542-5130-4ACB-5CA379B1D59E}"/>
                  </a:ext>
                </a:extLst>
              </p:cNvPr>
              <p:cNvSpPr/>
              <p:nvPr/>
            </p:nvSpPr>
            <p:spPr>
              <a:xfrm>
                <a:off x="282733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7" name="ph1072">
                <a:extLst>
                  <a:ext uri="{FF2B5EF4-FFF2-40B4-BE49-F238E27FC236}">
                    <a16:creationId xmlns:a16="http://schemas.microsoft.com/office/drawing/2014/main" id="{E86AD96F-B3C6-CC27-9B1D-36033109E101}"/>
                  </a:ext>
                </a:extLst>
              </p:cNvPr>
              <p:cNvSpPr/>
              <p:nvPr/>
            </p:nvSpPr>
            <p:spPr>
              <a:xfrm>
                <a:off x="283677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8" name="ph1073">
                <a:extLst>
                  <a:ext uri="{FF2B5EF4-FFF2-40B4-BE49-F238E27FC236}">
                    <a16:creationId xmlns:a16="http://schemas.microsoft.com/office/drawing/2014/main" id="{C2EC8123-2675-145B-1793-FD3950363F83}"/>
                  </a:ext>
                </a:extLst>
              </p:cNvPr>
              <p:cNvSpPr/>
              <p:nvPr/>
            </p:nvSpPr>
            <p:spPr>
              <a:xfrm>
                <a:off x="284621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9" name="ph1074">
                <a:extLst>
                  <a:ext uri="{FF2B5EF4-FFF2-40B4-BE49-F238E27FC236}">
                    <a16:creationId xmlns:a16="http://schemas.microsoft.com/office/drawing/2014/main" id="{94F59776-BAAA-1F1D-6CB1-39192A8FC3D8}"/>
                  </a:ext>
                </a:extLst>
              </p:cNvPr>
              <p:cNvSpPr/>
              <p:nvPr/>
            </p:nvSpPr>
            <p:spPr>
              <a:xfrm>
                <a:off x="285565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0" name="ph1075">
                <a:extLst>
                  <a:ext uri="{FF2B5EF4-FFF2-40B4-BE49-F238E27FC236}">
                    <a16:creationId xmlns:a16="http://schemas.microsoft.com/office/drawing/2014/main" id="{BBA21492-95EB-03C4-D412-1A3D4A4FA5CB}"/>
                  </a:ext>
                </a:extLst>
              </p:cNvPr>
              <p:cNvSpPr/>
              <p:nvPr/>
            </p:nvSpPr>
            <p:spPr>
              <a:xfrm>
                <a:off x="2865092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1" name="ph1076">
                <a:extLst>
                  <a:ext uri="{FF2B5EF4-FFF2-40B4-BE49-F238E27FC236}">
                    <a16:creationId xmlns:a16="http://schemas.microsoft.com/office/drawing/2014/main" id="{CEC9E0B5-D43E-F52C-3152-5F59B088995C}"/>
                  </a:ext>
                </a:extLst>
              </p:cNvPr>
              <p:cNvSpPr/>
              <p:nvPr/>
            </p:nvSpPr>
            <p:spPr>
              <a:xfrm>
                <a:off x="287453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2" name="ph1077">
                <a:extLst>
                  <a:ext uri="{FF2B5EF4-FFF2-40B4-BE49-F238E27FC236}">
                    <a16:creationId xmlns:a16="http://schemas.microsoft.com/office/drawing/2014/main" id="{B8DEA0C7-EABD-3DD3-260A-BBBE15FA8C0C}"/>
                  </a:ext>
                </a:extLst>
              </p:cNvPr>
              <p:cNvSpPr/>
              <p:nvPr/>
            </p:nvSpPr>
            <p:spPr>
              <a:xfrm>
                <a:off x="288397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3" name="ph1078">
                <a:extLst>
                  <a:ext uri="{FF2B5EF4-FFF2-40B4-BE49-F238E27FC236}">
                    <a16:creationId xmlns:a16="http://schemas.microsoft.com/office/drawing/2014/main" id="{3C697ABF-A7DF-7F8A-3764-E0673E4B6CB9}"/>
                  </a:ext>
                </a:extLst>
              </p:cNvPr>
              <p:cNvSpPr/>
              <p:nvPr/>
            </p:nvSpPr>
            <p:spPr>
              <a:xfrm>
                <a:off x="289341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4" name="ph1079">
                <a:extLst>
                  <a:ext uri="{FF2B5EF4-FFF2-40B4-BE49-F238E27FC236}">
                    <a16:creationId xmlns:a16="http://schemas.microsoft.com/office/drawing/2014/main" id="{565B6828-6215-3566-4E2E-1600972C6960}"/>
                  </a:ext>
                </a:extLst>
              </p:cNvPr>
              <p:cNvSpPr/>
              <p:nvPr/>
            </p:nvSpPr>
            <p:spPr>
              <a:xfrm>
                <a:off x="290285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5" name="ph1080">
                <a:extLst>
                  <a:ext uri="{FF2B5EF4-FFF2-40B4-BE49-F238E27FC236}">
                    <a16:creationId xmlns:a16="http://schemas.microsoft.com/office/drawing/2014/main" id="{4388DA0B-6448-314C-96C9-218F7BFF96CC}"/>
                  </a:ext>
                </a:extLst>
              </p:cNvPr>
              <p:cNvSpPr/>
              <p:nvPr/>
            </p:nvSpPr>
            <p:spPr>
              <a:xfrm>
                <a:off x="2912293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6" name="ph1081">
                <a:extLst>
                  <a:ext uri="{FF2B5EF4-FFF2-40B4-BE49-F238E27FC236}">
                    <a16:creationId xmlns:a16="http://schemas.microsoft.com/office/drawing/2014/main" id="{40529DCC-BAFC-438B-9170-2A822F7C675E}"/>
                  </a:ext>
                </a:extLst>
              </p:cNvPr>
              <p:cNvSpPr/>
              <p:nvPr/>
            </p:nvSpPr>
            <p:spPr>
              <a:xfrm>
                <a:off x="292173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7" name="ph1082">
                <a:extLst>
                  <a:ext uri="{FF2B5EF4-FFF2-40B4-BE49-F238E27FC236}">
                    <a16:creationId xmlns:a16="http://schemas.microsoft.com/office/drawing/2014/main" id="{CA7A079F-C821-CE60-C1E8-2DB1B1F0820B}"/>
                  </a:ext>
                </a:extLst>
              </p:cNvPr>
              <p:cNvSpPr/>
              <p:nvPr/>
            </p:nvSpPr>
            <p:spPr>
              <a:xfrm>
                <a:off x="293117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8" name="ph1083">
                <a:extLst>
                  <a:ext uri="{FF2B5EF4-FFF2-40B4-BE49-F238E27FC236}">
                    <a16:creationId xmlns:a16="http://schemas.microsoft.com/office/drawing/2014/main" id="{35D1C8DD-8021-875E-0C49-54EFA95F78D6}"/>
                  </a:ext>
                </a:extLst>
              </p:cNvPr>
              <p:cNvSpPr/>
              <p:nvPr/>
            </p:nvSpPr>
            <p:spPr>
              <a:xfrm>
                <a:off x="294061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9" name="ph1084">
                <a:extLst>
                  <a:ext uri="{FF2B5EF4-FFF2-40B4-BE49-F238E27FC236}">
                    <a16:creationId xmlns:a16="http://schemas.microsoft.com/office/drawing/2014/main" id="{C568CFAE-8EC7-3FCD-096B-6F17D349EC26}"/>
                  </a:ext>
                </a:extLst>
              </p:cNvPr>
              <p:cNvSpPr/>
              <p:nvPr/>
            </p:nvSpPr>
            <p:spPr>
              <a:xfrm>
                <a:off x="2950054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0" name="ph1085">
                <a:extLst>
                  <a:ext uri="{FF2B5EF4-FFF2-40B4-BE49-F238E27FC236}">
                    <a16:creationId xmlns:a16="http://schemas.microsoft.com/office/drawing/2014/main" id="{500FC807-85E1-4B6E-7314-67E8B0924BB7}"/>
                  </a:ext>
                </a:extLst>
              </p:cNvPr>
              <p:cNvSpPr/>
              <p:nvPr/>
            </p:nvSpPr>
            <p:spPr>
              <a:xfrm>
                <a:off x="295949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7A7">
                  <a:alpha val="100000"/>
                </a:srgbClr>
              </a:solidFill>
              <a:ln w="5420" cap="flat">
                <a:solidFill>
                  <a:srgbClr val="EDF7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1" name="ph1086">
                <a:extLst>
                  <a:ext uri="{FF2B5EF4-FFF2-40B4-BE49-F238E27FC236}">
                    <a16:creationId xmlns:a16="http://schemas.microsoft.com/office/drawing/2014/main" id="{058D51A3-79BE-91E9-AA1C-33B3E5CB890F}"/>
                  </a:ext>
                </a:extLst>
              </p:cNvPr>
              <p:cNvSpPr/>
              <p:nvPr/>
            </p:nvSpPr>
            <p:spPr>
              <a:xfrm>
                <a:off x="296893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2" name="ph1087">
                <a:extLst>
                  <a:ext uri="{FF2B5EF4-FFF2-40B4-BE49-F238E27FC236}">
                    <a16:creationId xmlns:a16="http://schemas.microsoft.com/office/drawing/2014/main" id="{582940F1-1B6E-D7E1-1ACD-8A8B177D1710}"/>
                  </a:ext>
                </a:extLst>
              </p:cNvPr>
              <p:cNvSpPr/>
              <p:nvPr/>
            </p:nvSpPr>
            <p:spPr>
              <a:xfrm>
                <a:off x="297837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3" name="ph1088">
                <a:extLst>
                  <a:ext uri="{FF2B5EF4-FFF2-40B4-BE49-F238E27FC236}">
                    <a16:creationId xmlns:a16="http://schemas.microsoft.com/office/drawing/2014/main" id="{DEDAF8A8-5CA2-5012-8377-399019AB0F99}"/>
                  </a:ext>
                </a:extLst>
              </p:cNvPr>
              <p:cNvSpPr/>
              <p:nvPr/>
            </p:nvSpPr>
            <p:spPr>
              <a:xfrm>
                <a:off x="2987815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4" name="ph1089">
                <a:extLst>
                  <a:ext uri="{FF2B5EF4-FFF2-40B4-BE49-F238E27FC236}">
                    <a16:creationId xmlns:a16="http://schemas.microsoft.com/office/drawing/2014/main" id="{90F5FD96-2B99-CAFF-CA44-E55D53E2B5C3}"/>
                  </a:ext>
                </a:extLst>
              </p:cNvPr>
              <p:cNvSpPr/>
              <p:nvPr/>
            </p:nvSpPr>
            <p:spPr>
              <a:xfrm>
                <a:off x="299725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5" name="ph1090">
                <a:extLst>
                  <a:ext uri="{FF2B5EF4-FFF2-40B4-BE49-F238E27FC236}">
                    <a16:creationId xmlns:a16="http://schemas.microsoft.com/office/drawing/2014/main" id="{83E8FC1F-CC73-3D66-A84A-3FF5AA4D5E9A}"/>
                  </a:ext>
                </a:extLst>
              </p:cNvPr>
              <p:cNvSpPr/>
              <p:nvPr/>
            </p:nvSpPr>
            <p:spPr>
              <a:xfrm>
                <a:off x="300669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6" name="ph1091">
                <a:extLst>
                  <a:ext uri="{FF2B5EF4-FFF2-40B4-BE49-F238E27FC236}">
                    <a16:creationId xmlns:a16="http://schemas.microsoft.com/office/drawing/2014/main" id="{20A49460-2FEE-A691-86DD-CF36A3E09CDC}"/>
                  </a:ext>
                </a:extLst>
              </p:cNvPr>
              <p:cNvSpPr/>
              <p:nvPr/>
            </p:nvSpPr>
            <p:spPr>
              <a:xfrm>
                <a:off x="301613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7" name="ph1092">
                <a:extLst>
                  <a:ext uri="{FF2B5EF4-FFF2-40B4-BE49-F238E27FC236}">
                    <a16:creationId xmlns:a16="http://schemas.microsoft.com/office/drawing/2014/main" id="{084AF26C-3212-E718-BEE5-98005B238B72}"/>
                  </a:ext>
                </a:extLst>
              </p:cNvPr>
              <p:cNvSpPr/>
              <p:nvPr/>
            </p:nvSpPr>
            <p:spPr>
              <a:xfrm>
                <a:off x="3025576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8" name="ph1093">
                <a:extLst>
                  <a:ext uri="{FF2B5EF4-FFF2-40B4-BE49-F238E27FC236}">
                    <a16:creationId xmlns:a16="http://schemas.microsoft.com/office/drawing/2014/main" id="{6AC141DC-E6BC-C9D1-CB76-59E6372745FA}"/>
                  </a:ext>
                </a:extLst>
              </p:cNvPr>
              <p:cNvSpPr/>
              <p:nvPr/>
            </p:nvSpPr>
            <p:spPr>
              <a:xfrm>
                <a:off x="303501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9" name="ph1094">
                <a:extLst>
                  <a:ext uri="{FF2B5EF4-FFF2-40B4-BE49-F238E27FC236}">
                    <a16:creationId xmlns:a16="http://schemas.microsoft.com/office/drawing/2014/main" id="{328D2C69-65C8-EF28-1617-81D68D1397A3}"/>
                  </a:ext>
                </a:extLst>
              </p:cNvPr>
              <p:cNvSpPr/>
              <p:nvPr/>
            </p:nvSpPr>
            <p:spPr>
              <a:xfrm>
                <a:off x="304445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0" name="ph1095">
                <a:extLst>
                  <a:ext uri="{FF2B5EF4-FFF2-40B4-BE49-F238E27FC236}">
                    <a16:creationId xmlns:a16="http://schemas.microsoft.com/office/drawing/2014/main" id="{AB4C72A2-0117-CD25-0521-9DE2F16F047F}"/>
                  </a:ext>
                </a:extLst>
              </p:cNvPr>
              <p:cNvSpPr/>
              <p:nvPr/>
            </p:nvSpPr>
            <p:spPr>
              <a:xfrm>
                <a:off x="305389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1" name="ph1096">
                <a:extLst>
                  <a:ext uri="{FF2B5EF4-FFF2-40B4-BE49-F238E27FC236}">
                    <a16:creationId xmlns:a16="http://schemas.microsoft.com/office/drawing/2014/main" id="{A4190E68-E3BE-C18D-ADC6-A3D3C418F538}"/>
                  </a:ext>
                </a:extLst>
              </p:cNvPr>
              <p:cNvSpPr/>
              <p:nvPr/>
            </p:nvSpPr>
            <p:spPr>
              <a:xfrm>
                <a:off x="3063337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2" name="ph1097">
                <a:extLst>
                  <a:ext uri="{FF2B5EF4-FFF2-40B4-BE49-F238E27FC236}">
                    <a16:creationId xmlns:a16="http://schemas.microsoft.com/office/drawing/2014/main" id="{380E0646-903C-32F8-3C3D-09C3D1FB5772}"/>
                  </a:ext>
                </a:extLst>
              </p:cNvPr>
              <p:cNvSpPr/>
              <p:nvPr/>
            </p:nvSpPr>
            <p:spPr>
              <a:xfrm>
                <a:off x="307277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3" name="ph1098">
                <a:extLst>
                  <a:ext uri="{FF2B5EF4-FFF2-40B4-BE49-F238E27FC236}">
                    <a16:creationId xmlns:a16="http://schemas.microsoft.com/office/drawing/2014/main" id="{CB541A13-93AD-9A1E-81BB-9E7A5A68899B}"/>
                  </a:ext>
                </a:extLst>
              </p:cNvPr>
              <p:cNvSpPr/>
              <p:nvPr/>
            </p:nvSpPr>
            <p:spPr>
              <a:xfrm>
                <a:off x="308221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4" name="ph1099">
                <a:extLst>
                  <a:ext uri="{FF2B5EF4-FFF2-40B4-BE49-F238E27FC236}">
                    <a16:creationId xmlns:a16="http://schemas.microsoft.com/office/drawing/2014/main" id="{C79BDFEC-36DB-4CEB-0972-4976ACF05D3B}"/>
                  </a:ext>
                </a:extLst>
              </p:cNvPr>
              <p:cNvSpPr/>
              <p:nvPr/>
            </p:nvSpPr>
            <p:spPr>
              <a:xfrm>
                <a:off x="309165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5" name="ph1100">
                <a:extLst>
                  <a:ext uri="{FF2B5EF4-FFF2-40B4-BE49-F238E27FC236}">
                    <a16:creationId xmlns:a16="http://schemas.microsoft.com/office/drawing/2014/main" id="{CBB96458-68A6-46C0-5B4E-66A5C72BF070}"/>
                  </a:ext>
                </a:extLst>
              </p:cNvPr>
              <p:cNvSpPr/>
              <p:nvPr/>
            </p:nvSpPr>
            <p:spPr>
              <a:xfrm>
                <a:off x="310109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6" name="ph1101">
                <a:extLst>
                  <a:ext uri="{FF2B5EF4-FFF2-40B4-BE49-F238E27FC236}">
                    <a16:creationId xmlns:a16="http://schemas.microsoft.com/office/drawing/2014/main" id="{C1E0E506-9D7F-5FAA-3BEF-D7A1CF809B53}"/>
                  </a:ext>
                </a:extLst>
              </p:cNvPr>
              <p:cNvSpPr/>
              <p:nvPr/>
            </p:nvSpPr>
            <p:spPr>
              <a:xfrm>
                <a:off x="3110538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7" name="ph1102">
                <a:extLst>
                  <a:ext uri="{FF2B5EF4-FFF2-40B4-BE49-F238E27FC236}">
                    <a16:creationId xmlns:a16="http://schemas.microsoft.com/office/drawing/2014/main" id="{B56A6B76-801D-16C8-D16E-C7880C7B1A79}"/>
                  </a:ext>
                </a:extLst>
              </p:cNvPr>
              <p:cNvSpPr/>
              <p:nvPr/>
            </p:nvSpPr>
            <p:spPr>
              <a:xfrm>
                <a:off x="311997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8" name="ph1103">
                <a:extLst>
                  <a:ext uri="{FF2B5EF4-FFF2-40B4-BE49-F238E27FC236}">
                    <a16:creationId xmlns:a16="http://schemas.microsoft.com/office/drawing/2014/main" id="{9EE7F579-C491-8350-CFE9-48333F82EA66}"/>
                  </a:ext>
                </a:extLst>
              </p:cNvPr>
              <p:cNvSpPr/>
              <p:nvPr/>
            </p:nvSpPr>
            <p:spPr>
              <a:xfrm>
                <a:off x="312941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9" name="ph1104">
                <a:extLst>
                  <a:ext uri="{FF2B5EF4-FFF2-40B4-BE49-F238E27FC236}">
                    <a16:creationId xmlns:a16="http://schemas.microsoft.com/office/drawing/2014/main" id="{43EF778E-3119-9185-4968-C83C25563710}"/>
                  </a:ext>
                </a:extLst>
              </p:cNvPr>
              <p:cNvSpPr/>
              <p:nvPr/>
            </p:nvSpPr>
            <p:spPr>
              <a:xfrm>
                <a:off x="313885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0" name="ph1105">
                <a:extLst>
                  <a:ext uri="{FF2B5EF4-FFF2-40B4-BE49-F238E27FC236}">
                    <a16:creationId xmlns:a16="http://schemas.microsoft.com/office/drawing/2014/main" id="{4FEBEC88-2653-DE24-E10F-5F32570E217E}"/>
                  </a:ext>
                </a:extLst>
              </p:cNvPr>
              <p:cNvSpPr/>
              <p:nvPr/>
            </p:nvSpPr>
            <p:spPr>
              <a:xfrm>
                <a:off x="3148299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1" name="ph1106">
                <a:extLst>
                  <a:ext uri="{FF2B5EF4-FFF2-40B4-BE49-F238E27FC236}">
                    <a16:creationId xmlns:a16="http://schemas.microsoft.com/office/drawing/2014/main" id="{75489859-84A9-DD67-3B3D-DCCEA97B42ED}"/>
                  </a:ext>
                </a:extLst>
              </p:cNvPr>
              <p:cNvSpPr/>
              <p:nvPr/>
            </p:nvSpPr>
            <p:spPr>
              <a:xfrm>
                <a:off x="315774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2" name="ph1107">
                <a:extLst>
                  <a:ext uri="{FF2B5EF4-FFF2-40B4-BE49-F238E27FC236}">
                    <a16:creationId xmlns:a16="http://schemas.microsoft.com/office/drawing/2014/main" id="{F8B153C5-5DDE-F843-819C-C80C0ED10AFE}"/>
                  </a:ext>
                </a:extLst>
              </p:cNvPr>
              <p:cNvSpPr/>
              <p:nvPr/>
            </p:nvSpPr>
            <p:spPr>
              <a:xfrm>
                <a:off x="316718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3" name="ph1108">
                <a:extLst>
                  <a:ext uri="{FF2B5EF4-FFF2-40B4-BE49-F238E27FC236}">
                    <a16:creationId xmlns:a16="http://schemas.microsoft.com/office/drawing/2014/main" id="{FD33954D-B9B6-B565-899D-062B0E23A206}"/>
                  </a:ext>
                </a:extLst>
              </p:cNvPr>
              <p:cNvSpPr/>
              <p:nvPr/>
            </p:nvSpPr>
            <p:spPr>
              <a:xfrm>
                <a:off x="317662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4" name="ph1109">
                <a:extLst>
                  <a:ext uri="{FF2B5EF4-FFF2-40B4-BE49-F238E27FC236}">
                    <a16:creationId xmlns:a16="http://schemas.microsoft.com/office/drawing/2014/main" id="{05D27A4D-496C-E7C3-F633-9B0FE51E2F63}"/>
                  </a:ext>
                </a:extLst>
              </p:cNvPr>
              <p:cNvSpPr/>
              <p:nvPr/>
            </p:nvSpPr>
            <p:spPr>
              <a:xfrm>
                <a:off x="3186060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5" name="ph1110">
                <a:extLst>
                  <a:ext uri="{FF2B5EF4-FFF2-40B4-BE49-F238E27FC236}">
                    <a16:creationId xmlns:a16="http://schemas.microsoft.com/office/drawing/2014/main" id="{C44EC054-D232-D0B3-42B6-7DD4002E1245}"/>
                  </a:ext>
                </a:extLst>
              </p:cNvPr>
              <p:cNvSpPr/>
              <p:nvPr/>
            </p:nvSpPr>
            <p:spPr>
              <a:xfrm>
                <a:off x="319550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6" name="ph1111">
                <a:extLst>
                  <a:ext uri="{FF2B5EF4-FFF2-40B4-BE49-F238E27FC236}">
                    <a16:creationId xmlns:a16="http://schemas.microsoft.com/office/drawing/2014/main" id="{A3AC4B94-202D-969D-A845-53643FC1A2D0}"/>
                  </a:ext>
                </a:extLst>
              </p:cNvPr>
              <p:cNvSpPr/>
              <p:nvPr/>
            </p:nvSpPr>
            <p:spPr>
              <a:xfrm>
                <a:off x="320494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7" name="ph1112">
                <a:extLst>
                  <a:ext uri="{FF2B5EF4-FFF2-40B4-BE49-F238E27FC236}">
                    <a16:creationId xmlns:a16="http://schemas.microsoft.com/office/drawing/2014/main" id="{17E8835B-BC13-3B18-F2D2-9A443AC81D2D}"/>
                  </a:ext>
                </a:extLst>
              </p:cNvPr>
              <p:cNvSpPr/>
              <p:nvPr/>
            </p:nvSpPr>
            <p:spPr>
              <a:xfrm>
                <a:off x="3214381" y="25191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8" name="ph1113">
                <a:extLst>
                  <a:ext uri="{FF2B5EF4-FFF2-40B4-BE49-F238E27FC236}">
                    <a16:creationId xmlns:a16="http://schemas.microsoft.com/office/drawing/2014/main" id="{58126B27-40F2-1A6A-03D0-D9FC8FCC911F}"/>
                  </a:ext>
                </a:extLst>
              </p:cNvPr>
              <p:cNvSpPr/>
              <p:nvPr/>
            </p:nvSpPr>
            <p:spPr>
              <a:xfrm>
                <a:off x="3223821" y="2536757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575"/>
                    </a:lnTo>
                    <a:lnTo>
                      <a:pt x="922485" y="91439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9" name="ph1114">
                <a:extLst>
                  <a:ext uri="{FF2B5EF4-FFF2-40B4-BE49-F238E27FC236}">
                    <a16:creationId xmlns:a16="http://schemas.microsoft.com/office/drawing/2014/main" id="{F77CAF56-65A8-B6BA-EB58-97842927721A}"/>
                  </a:ext>
                </a:extLst>
              </p:cNvPr>
              <p:cNvSpPr/>
              <p:nvPr/>
            </p:nvSpPr>
            <p:spPr>
              <a:xfrm>
                <a:off x="3233262" y="2519187"/>
                <a:ext cx="923840" cy="93014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14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415"/>
                    </a:lnTo>
                    <a:lnTo>
                      <a:pt x="923422" y="918010"/>
                    </a:lnTo>
                    <a:lnTo>
                      <a:pt x="921627" y="920422"/>
                    </a:lnTo>
                    <a:lnTo>
                      <a:pt x="919844" y="922819"/>
                    </a:lnTo>
                    <a:lnTo>
                      <a:pt x="918061" y="925217"/>
                    </a:lnTo>
                    <a:lnTo>
                      <a:pt x="916278" y="927615"/>
                    </a:lnTo>
                    <a:lnTo>
                      <a:pt x="914497" y="930014"/>
                    </a:lnTo>
                    <a:lnTo>
                      <a:pt x="914400" y="930145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0" name="ph1115">
                <a:extLst>
                  <a:ext uri="{FF2B5EF4-FFF2-40B4-BE49-F238E27FC236}">
                    <a16:creationId xmlns:a16="http://schemas.microsoft.com/office/drawing/2014/main" id="{91295742-4B0E-8627-CDBC-A331FBAC2803}"/>
                  </a:ext>
                </a:extLst>
              </p:cNvPr>
              <p:cNvSpPr/>
              <p:nvPr/>
            </p:nvSpPr>
            <p:spPr>
              <a:xfrm>
                <a:off x="3242702" y="2519187"/>
                <a:ext cx="916518" cy="917415"/>
              </a:xfrm>
              <a:custGeom>
                <a:avLst/>
                <a:gdLst/>
                <a:ahLst/>
                <a:cxnLst/>
                <a:rect l="0" t="0" r="0" b="0"/>
                <a:pathLst>
                  <a:path w="916518" h="917415">
                    <a:moveTo>
                      <a:pt x="914400" y="914400"/>
                    </a:moveTo>
                    <a:lnTo>
                      <a:pt x="916518" y="914400"/>
                    </a:lnTo>
                    <a:lnTo>
                      <a:pt x="914400" y="917415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1" name="ph1116">
                <a:extLst>
                  <a:ext uri="{FF2B5EF4-FFF2-40B4-BE49-F238E27FC236}">
                    <a16:creationId xmlns:a16="http://schemas.microsoft.com/office/drawing/2014/main" id="{1DD63702-7250-6CED-0E42-C6596D9C6A73}"/>
                  </a:ext>
                </a:extLst>
              </p:cNvPr>
              <p:cNvSpPr/>
              <p:nvPr/>
            </p:nvSpPr>
            <p:spPr>
              <a:xfrm>
                <a:off x="2440281" y="2501618"/>
                <a:ext cx="914400" cy="9147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794">
                    <a:moveTo>
                      <a:pt x="914400" y="914400"/>
                    </a:moveTo>
                    <a:lnTo>
                      <a:pt x="914400" y="914794"/>
                    </a:lnTo>
                    <a:lnTo>
                      <a:pt x="914250" y="914400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2" name="ph1117">
                <a:extLst>
                  <a:ext uri="{FF2B5EF4-FFF2-40B4-BE49-F238E27FC236}">
                    <a16:creationId xmlns:a16="http://schemas.microsoft.com/office/drawing/2014/main" id="{1815B02A-62E7-CFDB-ADEF-05EEACDF532C}"/>
                  </a:ext>
                </a:extLst>
              </p:cNvPr>
              <p:cNvSpPr/>
              <p:nvPr/>
            </p:nvSpPr>
            <p:spPr>
              <a:xfrm>
                <a:off x="244028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515" y="931969"/>
                    </a:lnTo>
                    <a:lnTo>
                      <a:pt x="920907" y="930710"/>
                    </a:lnTo>
                    <a:lnTo>
                      <a:pt x="916738" y="920972"/>
                    </a:lnTo>
                    <a:lnTo>
                      <a:pt x="914400" y="914794"/>
                    </a:lnTo>
                    <a:close/>
                  </a:path>
                </a:pathLst>
              </a:custGeom>
              <a:solidFill>
                <a:srgbClr val="D9EF8C">
                  <a:alpha val="100000"/>
                </a:srgbClr>
              </a:solidFill>
              <a:ln w="5420" cap="flat">
                <a:solidFill>
                  <a:srgbClr val="D9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3" name="ph1118">
                <a:extLst>
                  <a:ext uri="{FF2B5EF4-FFF2-40B4-BE49-F238E27FC236}">
                    <a16:creationId xmlns:a16="http://schemas.microsoft.com/office/drawing/2014/main" id="{4E0BCA1B-7219-15CE-0473-B15FFCE3367D}"/>
                  </a:ext>
                </a:extLst>
              </p:cNvPr>
              <p:cNvSpPr/>
              <p:nvPr/>
            </p:nvSpPr>
            <p:spPr>
              <a:xfrm>
                <a:off x="244972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4" name="ph1119">
                <a:extLst>
                  <a:ext uri="{FF2B5EF4-FFF2-40B4-BE49-F238E27FC236}">
                    <a16:creationId xmlns:a16="http://schemas.microsoft.com/office/drawing/2014/main" id="{2D31EDCC-17DA-B65E-A55E-245B33C769E7}"/>
                  </a:ext>
                </a:extLst>
              </p:cNvPr>
              <p:cNvSpPr/>
              <p:nvPr/>
            </p:nvSpPr>
            <p:spPr>
              <a:xfrm>
                <a:off x="245916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5" name="ph1120">
                <a:extLst>
                  <a:ext uri="{FF2B5EF4-FFF2-40B4-BE49-F238E27FC236}">
                    <a16:creationId xmlns:a16="http://schemas.microsoft.com/office/drawing/2014/main" id="{BE9536C0-3885-6AEA-12EE-5382A264FDFE}"/>
                  </a:ext>
                </a:extLst>
              </p:cNvPr>
              <p:cNvSpPr/>
              <p:nvPr/>
            </p:nvSpPr>
            <p:spPr>
              <a:xfrm>
                <a:off x="246860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6" name="ph1121">
                <a:extLst>
                  <a:ext uri="{FF2B5EF4-FFF2-40B4-BE49-F238E27FC236}">
                    <a16:creationId xmlns:a16="http://schemas.microsoft.com/office/drawing/2014/main" id="{7C4B1642-D9AB-34E7-9DFE-E571EFDE73BF}"/>
                  </a:ext>
                </a:extLst>
              </p:cNvPr>
              <p:cNvSpPr/>
              <p:nvPr/>
            </p:nvSpPr>
            <p:spPr>
              <a:xfrm>
                <a:off x="247804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7" name="ph1122">
                <a:extLst>
                  <a:ext uri="{FF2B5EF4-FFF2-40B4-BE49-F238E27FC236}">
                    <a16:creationId xmlns:a16="http://schemas.microsoft.com/office/drawing/2014/main" id="{F960B8A9-76EF-A059-052B-681F0A79A53F}"/>
                  </a:ext>
                </a:extLst>
              </p:cNvPr>
              <p:cNvSpPr/>
              <p:nvPr/>
            </p:nvSpPr>
            <p:spPr>
              <a:xfrm>
                <a:off x="248748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8" name="ph1123">
                <a:extLst>
                  <a:ext uri="{FF2B5EF4-FFF2-40B4-BE49-F238E27FC236}">
                    <a16:creationId xmlns:a16="http://schemas.microsoft.com/office/drawing/2014/main" id="{3056BDDB-1DB6-DF86-7F05-20070E0ADD9D}"/>
                  </a:ext>
                </a:extLst>
              </p:cNvPr>
              <p:cNvSpPr/>
              <p:nvPr/>
            </p:nvSpPr>
            <p:spPr>
              <a:xfrm>
                <a:off x="249692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9" name="ph1124">
                <a:extLst>
                  <a:ext uri="{FF2B5EF4-FFF2-40B4-BE49-F238E27FC236}">
                    <a16:creationId xmlns:a16="http://schemas.microsoft.com/office/drawing/2014/main" id="{BEDA0C42-B714-44D1-8290-CF5A4D63D935}"/>
                  </a:ext>
                </a:extLst>
              </p:cNvPr>
              <p:cNvSpPr/>
              <p:nvPr/>
            </p:nvSpPr>
            <p:spPr>
              <a:xfrm>
                <a:off x="250636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0" name="ph1125">
                <a:extLst>
                  <a:ext uri="{FF2B5EF4-FFF2-40B4-BE49-F238E27FC236}">
                    <a16:creationId xmlns:a16="http://schemas.microsoft.com/office/drawing/2014/main" id="{A04A9DE8-A672-02E6-69CB-9A2384B489FF}"/>
                  </a:ext>
                </a:extLst>
              </p:cNvPr>
              <p:cNvSpPr/>
              <p:nvPr/>
            </p:nvSpPr>
            <p:spPr>
              <a:xfrm>
                <a:off x="251580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1" name="ph1126">
                <a:extLst>
                  <a:ext uri="{FF2B5EF4-FFF2-40B4-BE49-F238E27FC236}">
                    <a16:creationId xmlns:a16="http://schemas.microsoft.com/office/drawing/2014/main" id="{859AAF4D-DA49-CE6E-55C7-22498879219A}"/>
                  </a:ext>
                </a:extLst>
              </p:cNvPr>
              <p:cNvSpPr/>
              <p:nvPr/>
            </p:nvSpPr>
            <p:spPr>
              <a:xfrm>
                <a:off x="252524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2" name="ph1127">
                <a:extLst>
                  <a:ext uri="{FF2B5EF4-FFF2-40B4-BE49-F238E27FC236}">
                    <a16:creationId xmlns:a16="http://schemas.microsoft.com/office/drawing/2014/main" id="{F7CC7ED7-1B05-E8D5-57B6-B3E24C0AA5A0}"/>
                  </a:ext>
                </a:extLst>
              </p:cNvPr>
              <p:cNvSpPr/>
              <p:nvPr/>
            </p:nvSpPr>
            <p:spPr>
              <a:xfrm>
                <a:off x="253468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3" name="ph1128">
                <a:extLst>
                  <a:ext uri="{FF2B5EF4-FFF2-40B4-BE49-F238E27FC236}">
                    <a16:creationId xmlns:a16="http://schemas.microsoft.com/office/drawing/2014/main" id="{8B48FBD9-86F1-781B-A6F3-39BF858201A8}"/>
                  </a:ext>
                </a:extLst>
              </p:cNvPr>
              <p:cNvSpPr/>
              <p:nvPr/>
            </p:nvSpPr>
            <p:spPr>
              <a:xfrm>
                <a:off x="254412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4" name="ph1129">
                <a:extLst>
                  <a:ext uri="{FF2B5EF4-FFF2-40B4-BE49-F238E27FC236}">
                    <a16:creationId xmlns:a16="http://schemas.microsoft.com/office/drawing/2014/main" id="{BBF21331-8D1F-5085-5AA3-C9BB9D8890B8}"/>
                  </a:ext>
                </a:extLst>
              </p:cNvPr>
              <p:cNvSpPr/>
              <p:nvPr/>
            </p:nvSpPr>
            <p:spPr>
              <a:xfrm>
                <a:off x="255356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5" name="ph1130">
                <a:extLst>
                  <a:ext uri="{FF2B5EF4-FFF2-40B4-BE49-F238E27FC236}">
                    <a16:creationId xmlns:a16="http://schemas.microsoft.com/office/drawing/2014/main" id="{AB1CE37D-8C59-59CF-557E-7929EC62A035}"/>
                  </a:ext>
                </a:extLst>
              </p:cNvPr>
              <p:cNvSpPr/>
              <p:nvPr/>
            </p:nvSpPr>
            <p:spPr>
              <a:xfrm>
                <a:off x="256300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6" name="ph1131">
                <a:extLst>
                  <a:ext uri="{FF2B5EF4-FFF2-40B4-BE49-F238E27FC236}">
                    <a16:creationId xmlns:a16="http://schemas.microsoft.com/office/drawing/2014/main" id="{1FD8B252-FDBF-9D99-13D6-041188BC2C3C}"/>
                  </a:ext>
                </a:extLst>
              </p:cNvPr>
              <p:cNvSpPr/>
              <p:nvPr/>
            </p:nvSpPr>
            <p:spPr>
              <a:xfrm>
                <a:off x="257244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7" name="ph1132">
                <a:extLst>
                  <a:ext uri="{FF2B5EF4-FFF2-40B4-BE49-F238E27FC236}">
                    <a16:creationId xmlns:a16="http://schemas.microsoft.com/office/drawing/2014/main" id="{D496D9BC-145E-D096-FD09-B8E183C7751E}"/>
                  </a:ext>
                </a:extLst>
              </p:cNvPr>
              <p:cNvSpPr/>
              <p:nvPr/>
            </p:nvSpPr>
            <p:spPr>
              <a:xfrm>
                <a:off x="258188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8" name="ph1133">
                <a:extLst>
                  <a:ext uri="{FF2B5EF4-FFF2-40B4-BE49-F238E27FC236}">
                    <a16:creationId xmlns:a16="http://schemas.microsoft.com/office/drawing/2014/main" id="{77E1DF3B-894D-7BAC-24AC-B3B3381D6F3D}"/>
                  </a:ext>
                </a:extLst>
              </p:cNvPr>
              <p:cNvSpPr/>
              <p:nvPr/>
            </p:nvSpPr>
            <p:spPr>
              <a:xfrm>
                <a:off x="259132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9" name="ph1134">
                <a:extLst>
                  <a:ext uri="{FF2B5EF4-FFF2-40B4-BE49-F238E27FC236}">
                    <a16:creationId xmlns:a16="http://schemas.microsoft.com/office/drawing/2014/main" id="{1DDD873A-96FB-0BFD-D72E-F6D9A7BD2673}"/>
                  </a:ext>
                </a:extLst>
              </p:cNvPr>
              <p:cNvSpPr/>
              <p:nvPr/>
            </p:nvSpPr>
            <p:spPr>
              <a:xfrm>
                <a:off x="260076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0" name="ph1135">
                <a:extLst>
                  <a:ext uri="{FF2B5EF4-FFF2-40B4-BE49-F238E27FC236}">
                    <a16:creationId xmlns:a16="http://schemas.microsoft.com/office/drawing/2014/main" id="{76775E19-B6DA-93D5-FE8F-C1444A426FD1}"/>
                  </a:ext>
                </a:extLst>
              </p:cNvPr>
              <p:cNvSpPr/>
              <p:nvPr/>
            </p:nvSpPr>
            <p:spPr>
              <a:xfrm>
                <a:off x="261020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1" name="ph1136">
                <a:extLst>
                  <a:ext uri="{FF2B5EF4-FFF2-40B4-BE49-F238E27FC236}">
                    <a16:creationId xmlns:a16="http://schemas.microsoft.com/office/drawing/2014/main" id="{C5FE1289-3751-7DF6-5D72-5999AC387FAC}"/>
                  </a:ext>
                </a:extLst>
              </p:cNvPr>
              <p:cNvSpPr/>
              <p:nvPr/>
            </p:nvSpPr>
            <p:spPr>
              <a:xfrm>
                <a:off x="261964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2" name="ph1137">
                <a:extLst>
                  <a:ext uri="{FF2B5EF4-FFF2-40B4-BE49-F238E27FC236}">
                    <a16:creationId xmlns:a16="http://schemas.microsoft.com/office/drawing/2014/main" id="{2595A5E9-7B0E-2216-3D72-FF8834B40EBF}"/>
                  </a:ext>
                </a:extLst>
              </p:cNvPr>
              <p:cNvSpPr/>
              <p:nvPr/>
            </p:nvSpPr>
            <p:spPr>
              <a:xfrm>
                <a:off x="262908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3" name="ph1138">
                <a:extLst>
                  <a:ext uri="{FF2B5EF4-FFF2-40B4-BE49-F238E27FC236}">
                    <a16:creationId xmlns:a16="http://schemas.microsoft.com/office/drawing/2014/main" id="{55F81B8F-7A86-3AAA-0492-F9533D798ED7}"/>
                  </a:ext>
                </a:extLst>
              </p:cNvPr>
              <p:cNvSpPr/>
              <p:nvPr/>
            </p:nvSpPr>
            <p:spPr>
              <a:xfrm>
                <a:off x="263852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4" name="ph1139">
                <a:extLst>
                  <a:ext uri="{FF2B5EF4-FFF2-40B4-BE49-F238E27FC236}">
                    <a16:creationId xmlns:a16="http://schemas.microsoft.com/office/drawing/2014/main" id="{503DCE4C-BB30-0253-92B2-C202B7DA8534}"/>
                  </a:ext>
                </a:extLst>
              </p:cNvPr>
              <p:cNvSpPr/>
              <p:nvPr/>
            </p:nvSpPr>
            <p:spPr>
              <a:xfrm>
                <a:off x="264796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5" name="ph1140">
                <a:extLst>
                  <a:ext uri="{FF2B5EF4-FFF2-40B4-BE49-F238E27FC236}">
                    <a16:creationId xmlns:a16="http://schemas.microsoft.com/office/drawing/2014/main" id="{8B13EA18-7DEF-F97B-37A9-45EE05410CF8}"/>
                  </a:ext>
                </a:extLst>
              </p:cNvPr>
              <p:cNvSpPr/>
              <p:nvPr/>
            </p:nvSpPr>
            <p:spPr>
              <a:xfrm>
                <a:off x="265740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6" name="ph1141">
                <a:extLst>
                  <a:ext uri="{FF2B5EF4-FFF2-40B4-BE49-F238E27FC236}">
                    <a16:creationId xmlns:a16="http://schemas.microsoft.com/office/drawing/2014/main" id="{60DE28BB-055F-8DFD-44DB-D0797C1D5D61}"/>
                  </a:ext>
                </a:extLst>
              </p:cNvPr>
              <p:cNvSpPr/>
              <p:nvPr/>
            </p:nvSpPr>
            <p:spPr>
              <a:xfrm>
                <a:off x="266684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7" name="ph1142">
                <a:extLst>
                  <a:ext uri="{FF2B5EF4-FFF2-40B4-BE49-F238E27FC236}">
                    <a16:creationId xmlns:a16="http://schemas.microsoft.com/office/drawing/2014/main" id="{06989EFB-D6F2-CFE1-678C-7F33ADFCCC38}"/>
                  </a:ext>
                </a:extLst>
              </p:cNvPr>
              <p:cNvSpPr/>
              <p:nvPr/>
            </p:nvSpPr>
            <p:spPr>
              <a:xfrm>
                <a:off x="267628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8" name="ph1143">
                <a:extLst>
                  <a:ext uri="{FF2B5EF4-FFF2-40B4-BE49-F238E27FC236}">
                    <a16:creationId xmlns:a16="http://schemas.microsoft.com/office/drawing/2014/main" id="{07D18254-BA85-B9A0-75E2-2DE8528E9FF0}"/>
                  </a:ext>
                </a:extLst>
              </p:cNvPr>
              <p:cNvSpPr/>
              <p:nvPr/>
            </p:nvSpPr>
            <p:spPr>
              <a:xfrm>
                <a:off x="268572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9" name="ph1144">
                <a:extLst>
                  <a:ext uri="{FF2B5EF4-FFF2-40B4-BE49-F238E27FC236}">
                    <a16:creationId xmlns:a16="http://schemas.microsoft.com/office/drawing/2014/main" id="{10B5B689-DBBF-F493-6CE7-BD09D81B3E1C}"/>
                  </a:ext>
                </a:extLst>
              </p:cNvPr>
              <p:cNvSpPr/>
              <p:nvPr/>
            </p:nvSpPr>
            <p:spPr>
              <a:xfrm>
                <a:off x="269516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0" name="ph1145">
                <a:extLst>
                  <a:ext uri="{FF2B5EF4-FFF2-40B4-BE49-F238E27FC236}">
                    <a16:creationId xmlns:a16="http://schemas.microsoft.com/office/drawing/2014/main" id="{67DC6AF2-A047-0088-249E-D0CE3F235ACE}"/>
                  </a:ext>
                </a:extLst>
              </p:cNvPr>
              <p:cNvSpPr/>
              <p:nvPr/>
            </p:nvSpPr>
            <p:spPr>
              <a:xfrm>
                <a:off x="270460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1" name="ph1146">
                <a:extLst>
                  <a:ext uri="{FF2B5EF4-FFF2-40B4-BE49-F238E27FC236}">
                    <a16:creationId xmlns:a16="http://schemas.microsoft.com/office/drawing/2014/main" id="{615756A4-87A7-53AB-DEC4-D00A34A3E554}"/>
                  </a:ext>
                </a:extLst>
              </p:cNvPr>
              <p:cNvSpPr/>
              <p:nvPr/>
            </p:nvSpPr>
            <p:spPr>
              <a:xfrm>
                <a:off x="271404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2" name="ph1147">
                <a:extLst>
                  <a:ext uri="{FF2B5EF4-FFF2-40B4-BE49-F238E27FC236}">
                    <a16:creationId xmlns:a16="http://schemas.microsoft.com/office/drawing/2014/main" id="{512F443A-B258-A1E0-4562-66EAE8F6AA14}"/>
                  </a:ext>
                </a:extLst>
              </p:cNvPr>
              <p:cNvSpPr/>
              <p:nvPr/>
            </p:nvSpPr>
            <p:spPr>
              <a:xfrm>
                <a:off x="272348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3" name="ph1148">
                <a:extLst>
                  <a:ext uri="{FF2B5EF4-FFF2-40B4-BE49-F238E27FC236}">
                    <a16:creationId xmlns:a16="http://schemas.microsoft.com/office/drawing/2014/main" id="{52C02316-8063-3F29-DD6D-AE0ABF7966D3}"/>
                  </a:ext>
                </a:extLst>
              </p:cNvPr>
              <p:cNvSpPr/>
              <p:nvPr/>
            </p:nvSpPr>
            <p:spPr>
              <a:xfrm>
                <a:off x="273292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4" name="ph1149">
                <a:extLst>
                  <a:ext uri="{FF2B5EF4-FFF2-40B4-BE49-F238E27FC236}">
                    <a16:creationId xmlns:a16="http://schemas.microsoft.com/office/drawing/2014/main" id="{62F26FF6-90A6-CEAF-27B3-DB11AE848A6F}"/>
                  </a:ext>
                </a:extLst>
              </p:cNvPr>
              <p:cNvSpPr/>
              <p:nvPr/>
            </p:nvSpPr>
            <p:spPr>
              <a:xfrm>
                <a:off x="274236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5" name="ph1150">
                <a:extLst>
                  <a:ext uri="{FF2B5EF4-FFF2-40B4-BE49-F238E27FC236}">
                    <a16:creationId xmlns:a16="http://schemas.microsoft.com/office/drawing/2014/main" id="{74596ECF-AB15-CFA8-DBB5-B259C77BDDF7}"/>
                  </a:ext>
                </a:extLst>
              </p:cNvPr>
              <p:cNvSpPr/>
              <p:nvPr/>
            </p:nvSpPr>
            <p:spPr>
              <a:xfrm>
                <a:off x="275180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6" name="ph1151">
                <a:extLst>
                  <a:ext uri="{FF2B5EF4-FFF2-40B4-BE49-F238E27FC236}">
                    <a16:creationId xmlns:a16="http://schemas.microsoft.com/office/drawing/2014/main" id="{1E848B6B-834B-C792-8CA5-BB5972E66B8D}"/>
                  </a:ext>
                </a:extLst>
              </p:cNvPr>
              <p:cNvSpPr/>
              <p:nvPr/>
            </p:nvSpPr>
            <p:spPr>
              <a:xfrm>
                <a:off x="276125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7" name="ph1152">
                <a:extLst>
                  <a:ext uri="{FF2B5EF4-FFF2-40B4-BE49-F238E27FC236}">
                    <a16:creationId xmlns:a16="http://schemas.microsoft.com/office/drawing/2014/main" id="{CB4B3959-910D-7BBA-CE78-420952EC6CD3}"/>
                  </a:ext>
                </a:extLst>
              </p:cNvPr>
              <p:cNvSpPr/>
              <p:nvPr/>
            </p:nvSpPr>
            <p:spPr>
              <a:xfrm>
                <a:off x="277069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8" name="ph1153">
                <a:extLst>
                  <a:ext uri="{FF2B5EF4-FFF2-40B4-BE49-F238E27FC236}">
                    <a16:creationId xmlns:a16="http://schemas.microsoft.com/office/drawing/2014/main" id="{E7C7E91E-F987-8CB2-9E61-63EE2F156638}"/>
                  </a:ext>
                </a:extLst>
              </p:cNvPr>
              <p:cNvSpPr/>
              <p:nvPr/>
            </p:nvSpPr>
            <p:spPr>
              <a:xfrm>
                <a:off x="278013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9" name="ph1154">
                <a:extLst>
                  <a:ext uri="{FF2B5EF4-FFF2-40B4-BE49-F238E27FC236}">
                    <a16:creationId xmlns:a16="http://schemas.microsoft.com/office/drawing/2014/main" id="{57F304E9-C96D-346E-BEE5-A65A57BEC7B7}"/>
                  </a:ext>
                </a:extLst>
              </p:cNvPr>
              <p:cNvSpPr/>
              <p:nvPr/>
            </p:nvSpPr>
            <p:spPr>
              <a:xfrm>
                <a:off x="278957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0" name="ph1155">
                <a:extLst>
                  <a:ext uri="{FF2B5EF4-FFF2-40B4-BE49-F238E27FC236}">
                    <a16:creationId xmlns:a16="http://schemas.microsoft.com/office/drawing/2014/main" id="{0B9A3443-F69F-94F9-1165-AF890D982B29}"/>
                  </a:ext>
                </a:extLst>
              </p:cNvPr>
              <p:cNvSpPr/>
              <p:nvPr/>
            </p:nvSpPr>
            <p:spPr>
              <a:xfrm>
                <a:off x="279901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1" name="ph1156">
                <a:extLst>
                  <a:ext uri="{FF2B5EF4-FFF2-40B4-BE49-F238E27FC236}">
                    <a16:creationId xmlns:a16="http://schemas.microsoft.com/office/drawing/2014/main" id="{27197E03-7980-46CC-2497-94BBBF74179E}"/>
                  </a:ext>
                </a:extLst>
              </p:cNvPr>
              <p:cNvSpPr/>
              <p:nvPr/>
            </p:nvSpPr>
            <p:spPr>
              <a:xfrm>
                <a:off x="280845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2" name="ph1157">
                <a:extLst>
                  <a:ext uri="{FF2B5EF4-FFF2-40B4-BE49-F238E27FC236}">
                    <a16:creationId xmlns:a16="http://schemas.microsoft.com/office/drawing/2014/main" id="{FFE4D6AC-BC17-0C97-DA7C-5574028321A7}"/>
                  </a:ext>
                </a:extLst>
              </p:cNvPr>
              <p:cNvSpPr/>
              <p:nvPr/>
            </p:nvSpPr>
            <p:spPr>
              <a:xfrm>
                <a:off x="281789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3" name="ph1158">
                <a:extLst>
                  <a:ext uri="{FF2B5EF4-FFF2-40B4-BE49-F238E27FC236}">
                    <a16:creationId xmlns:a16="http://schemas.microsoft.com/office/drawing/2014/main" id="{67FC249B-6537-2B60-42DC-A3AE9167F9D0}"/>
                  </a:ext>
                </a:extLst>
              </p:cNvPr>
              <p:cNvSpPr/>
              <p:nvPr/>
            </p:nvSpPr>
            <p:spPr>
              <a:xfrm>
                <a:off x="282733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4" name="ph1159">
                <a:extLst>
                  <a:ext uri="{FF2B5EF4-FFF2-40B4-BE49-F238E27FC236}">
                    <a16:creationId xmlns:a16="http://schemas.microsoft.com/office/drawing/2014/main" id="{CB434C69-A542-FBD8-A32A-7FDD8B380FAC}"/>
                  </a:ext>
                </a:extLst>
              </p:cNvPr>
              <p:cNvSpPr/>
              <p:nvPr/>
            </p:nvSpPr>
            <p:spPr>
              <a:xfrm>
                <a:off x="283677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5" name="ph1160">
                <a:extLst>
                  <a:ext uri="{FF2B5EF4-FFF2-40B4-BE49-F238E27FC236}">
                    <a16:creationId xmlns:a16="http://schemas.microsoft.com/office/drawing/2014/main" id="{91E2890A-F015-B961-66BC-C1160B0FD54E}"/>
                  </a:ext>
                </a:extLst>
              </p:cNvPr>
              <p:cNvSpPr/>
              <p:nvPr/>
            </p:nvSpPr>
            <p:spPr>
              <a:xfrm>
                <a:off x="284621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6" name="ph1161">
                <a:extLst>
                  <a:ext uri="{FF2B5EF4-FFF2-40B4-BE49-F238E27FC236}">
                    <a16:creationId xmlns:a16="http://schemas.microsoft.com/office/drawing/2014/main" id="{ABAC93A5-ABD1-6242-0A4F-E3E41E8FBEAB}"/>
                  </a:ext>
                </a:extLst>
              </p:cNvPr>
              <p:cNvSpPr/>
              <p:nvPr/>
            </p:nvSpPr>
            <p:spPr>
              <a:xfrm>
                <a:off x="285565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7" name="ph1162">
                <a:extLst>
                  <a:ext uri="{FF2B5EF4-FFF2-40B4-BE49-F238E27FC236}">
                    <a16:creationId xmlns:a16="http://schemas.microsoft.com/office/drawing/2014/main" id="{C8E96188-1481-0517-CE4C-D0E2034C8DA8}"/>
                  </a:ext>
                </a:extLst>
              </p:cNvPr>
              <p:cNvSpPr/>
              <p:nvPr/>
            </p:nvSpPr>
            <p:spPr>
              <a:xfrm>
                <a:off x="286509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8" name="ph1163">
                <a:extLst>
                  <a:ext uri="{FF2B5EF4-FFF2-40B4-BE49-F238E27FC236}">
                    <a16:creationId xmlns:a16="http://schemas.microsoft.com/office/drawing/2014/main" id="{5B5BCDE3-B83F-6DCE-99FB-E8773D80EEAE}"/>
                  </a:ext>
                </a:extLst>
              </p:cNvPr>
              <p:cNvSpPr/>
              <p:nvPr/>
            </p:nvSpPr>
            <p:spPr>
              <a:xfrm>
                <a:off x="287453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9" name="ph1164">
                <a:extLst>
                  <a:ext uri="{FF2B5EF4-FFF2-40B4-BE49-F238E27FC236}">
                    <a16:creationId xmlns:a16="http://schemas.microsoft.com/office/drawing/2014/main" id="{CA92131D-6EAB-00D8-07AB-D79A2BAE4D79}"/>
                  </a:ext>
                </a:extLst>
              </p:cNvPr>
              <p:cNvSpPr/>
              <p:nvPr/>
            </p:nvSpPr>
            <p:spPr>
              <a:xfrm>
                <a:off x="288397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0" name="ph1165">
                <a:extLst>
                  <a:ext uri="{FF2B5EF4-FFF2-40B4-BE49-F238E27FC236}">
                    <a16:creationId xmlns:a16="http://schemas.microsoft.com/office/drawing/2014/main" id="{A97A170E-5F2C-CBC2-3BDF-E9BA9A638D81}"/>
                  </a:ext>
                </a:extLst>
              </p:cNvPr>
              <p:cNvSpPr/>
              <p:nvPr/>
            </p:nvSpPr>
            <p:spPr>
              <a:xfrm>
                <a:off x="289341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1" name="ph1166">
                <a:extLst>
                  <a:ext uri="{FF2B5EF4-FFF2-40B4-BE49-F238E27FC236}">
                    <a16:creationId xmlns:a16="http://schemas.microsoft.com/office/drawing/2014/main" id="{4648130A-1297-80F3-9800-C1C5390F7206}"/>
                  </a:ext>
                </a:extLst>
              </p:cNvPr>
              <p:cNvSpPr/>
              <p:nvPr/>
            </p:nvSpPr>
            <p:spPr>
              <a:xfrm>
                <a:off x="290285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2" name="ph1167">
                <a:extLst>
                  <a:ext uri="{FF2B5EF4-FFF2-40B4-BE49-F238E27FC236}">
                    <a16:creationId xmlns:a16="http://schemas.microsoft.com/office/drawing/2014/main" id="{D200A0CE-73A3-0F93-BA70-4B7F9DD6577B}"/>
                  </a:ext>
                </a:extLst>
              </p:cNvPr>
              <p:cNvSpPr/>
              <p:nvPr/>
            </p:nvSpPr>
            <p:spPr>
              <a:xfrm>
                <a:off x="2912293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3" name="ph1168">
                <a:extLst>
                  <a:ext uri="{FF2B5EF4-FFF2-40B4-BE49-F238E27FC236}">
                    <a16:creationId xmlns:a16="http://schemas.microsoft.com/office/drawing/2014/main" id="{715F1BFF-E967-B3C0-FE6D-6CFCD81B11A1}"/>
                  </a:ext>
                </a:extLst>
              </p:cNvPr>
              <p:cNvSpPr/>
              <p:nvPr/>
            </p:nvSpPr>
            <p:spPr>
              <a:xfrm>
                <a:off x="292173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4" name="ph1169">
                <a:extLst>
                  <a:ext uri="{FF2B5EF4-FFF2-40B4-BE49-F238E27FC236}">
                    <a16:creationId xmlns:a16="http://schemas.microsoft.com/office/drawing/2014/main" id="{216500F3-F8E0-303A-19DF-F887210593E5}"/>
                  </a:ext>
                </a:extLst>
              </p:cNvPr>
              <p:cNvSpPr/>
              <p:nvPr/>
            </p:nvSpPr>
            <p:spPr>
              <a:xfrm>
                <a:off x="293117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5" name="ph1170">
                <a:extLst>
                  <a:ext uri="{FF2B5EF4-FFF2-40B4-BE49-F238E27FC236}">
                    <a16:creationId xmlns:a16="http://schemas.microsoft.com/office/drawing/2014/main" id="{8EE03B6C-93F2-AF9D-77A9-C393E1DA65AD}"/>
                  </a:ext>
                </a:extLst>
              </p:cNvPr>
              <p:cNvSpPr/>
              <p:nvPr/>
            </p:nvSpPr>
            <p:spPr>
              <a:xfrm>
                <a:off x="294061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6" name="ph1171">
                <a:extLst>
                  <a:ext uri="{FF2B5EF4-FFF2-40B4-BE49-F238E27FC236}">
                    <a16:creationId xmlns:a16="http://schemas.microsoft.com/office/drawing/2014/main" id="{674D11DB-0144-E07B-E79E-14A43A49D247}"/>
                  </a:ext>
                </a:extLst>
              </p:cNvPr>
              <p:cNvSpPr/>
              <p:nvPr/>
            </p:nvSpPr>
            <p:spPr>
              <a:xfrm>
                <a:off x="2950054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7" name="ph1172">
                <a:extLst>
                  <a:ext uri="{FF2B5EF4-FFF2-40B4-BE49-F238E27FC236}">
                    <a16:creationId xmlns:a16="http://schemas.microsoft.com/office/drawing/2014/main" id="{FA2E0D61-E29C-B4F0-DAD1-F55B19A89F74}"/>
                  </a:ext>
                </a:extLst>
              </p:cNvPr>
              <p:cNvSpPr/>
              <p:nvPr/>
            </p:nvSpPr>
            <p:spPr>
              <a:xfrm>
                <a:off x="295949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8" name="ph1173">
                <a:extLst>
                  <a:ext uri="{FF2B5EF4-FFF2-40B4-BE49-F238E27FC236}">
                    <a16:creationId xmlns:a16="http://schemas.microsoft.com/office/drawing/2014/main" id="{0D200B29-55F2-634D-449C-1641C756B14D}"/>
                  </a:ext>
                </a:extLst>
              </p:cNvPr>
              <p:cNvSpPr/>
              <p:nvPr/>
            </p:nvSpPr>
            <p:spPr>
              <a:xfrm>
                <a:off x="296893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9" name="ph1174">
                <a:extLst>
                  <a:ext uri="{FF2B5EF4-FFF2-40B4-BE49-F238E27FC236}">
                    <a16:creationId xmlns:a16="http://schemas.microsoft.com/office/drawing/2014/main" id="{201C460C-4347-C848-6691-29F824452ED3}"/>
                  </a:ext>
                </a:extLst>
              </p:cNvPr>
              <p:cNvSpPr/>
              <p:nvPr/>
            </p:nvSpPr>
            <p:spPr>
              <a:xfrm>
                <a:off x="297837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0" name="ph1175">
                <a:extLst>
                  <a:ext uri="{FF2B5EF4-FFF2-40B4-BE49-F238E27FC236}">
                    <a16:creationId xmlns:a16="http://schemas.microsoft.com/office/drawing/2014/main" id="{78A8CB8A-B3C9-D04A-8F35-9615B01D738F}"/>
                  </a:ext>
                </a:extLst>
              </p:cNvPr>
              <p:cNvSpPr/>
              <p:nvPr/>
            </p:nvSpPr>
            <p:spPr>
              <a:xfrm>
                <a:off x="2987815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1" name="ph1176">
                <a:extLst>
                  <a:ext uri="{FF2B5EF4-FFF2-40B4-BE49-F238E27FC236}">
                    <a16:creationId xmlns:a16="http://schemas.microsoft.com/office/drawing/2014/main" id="{494DF07E-363D-F668-D67F-03CA85B201E1}"/>
                  </a:ext>
                </a:extLst>
              </p:cNvPr>
              <p:cNvSpPr/>
              <p:nvPr/>
            </p:nvSpPr>
            <p:spPr>
              <a:xfrm>
                <a:off x="299725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2" name="ph1177">
                <a:extLst>
                  <a:ext uri="{FF2B5EF4-FFF2-40B4-BE49-F238E27FC236}">
                    <a16:creationId xmlns:a16="http://schemas.microsoft.com/office/drawing/2014/main" id="{54CF1A74-45A2-42E2-3DF8-F66186E58FEC}"/>
                  </a:ext>
                </a:extLst>
              </p:cNvPr>
              <p:cNvSpPr/>
              <p:nvPr/>
            </p:nvSpPr>
            <p:spPr>
              <a:xfrm>
                <a:off x="300669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3" name="ph1178">
                <a:extLst>
                  <a:ext uri="{FF2B5EF4-FFF2-40B4-BE49-F238E27FC236}">
                    <a16:creationId xmlns:a16="http://schemas.microsoft.com/office/drawing/2014/main" id="{6C0C910F-AEEE-3AEF-595C-D8F9D1433FE5}"/>
                  </a:ext>
                </a:extLst>
              </p:cNvPr>
              <p:cNvSpPr/>
              <p:nvPr/>
            </p:nvSpPr>
            <p:spPr>
              <a:xfrm>
                <a:off x="301613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4" name="ph1179">
                <a:extLst>
                  <a:ext uri="{FF2B5EF4-FFF2-40B4-BE49-F238E27FC236}">
                    <a16:creationId xmlns:a16="http://schemas.microsoft.com/office/drawing/2014/main" id="{3BA0B31F-9F52-7340-11AA-DB0EF52D735B}"/>
                  </a:ext>
                </a:extLst>
              </p:cNvPr>
              <p:cNvSpPr/>
              <p:nvPr/>
            </p:nvSpPr>
            <p:spPr>
              <a:xfrm>
                <a:off x="3025576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5" name="ph1180">
                <a:extLst>
                  <a:ext uri="{FF2B5EF4-FFF2-40B4-BE49-F238E27FC236}">
                    <a16:creationId xmlns:a16="http://schemas.microsoft.com/office/drawing/2014/main" id="{61A7776D-87D9-AE7C-AC25-A96E98FDAA08}"/>
                  </a:ext>
                </a:extLst>
              </p:cNvPr>
              <p:cNvSpPr/>
              <p:nvPr/>
            </p:nvSpPr>
            <p:spPr>
              <a:xfrm>
                <a:off x="303501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6" name="ph1181">
                <a:extLst>
                  <a:ext uri="{FF2B5EF4-FFF2-40B4-BE49-F238E27FC236}">
                    <a16:creationId xmlns:a16="http://schemas.microsoft.com/office/drawing/2014/main" id="{CE9CAC83-380A-4CD6-C9D8-A7D6B288BC3A}"/>
                  </a:ext>
                </a:extLst>
              </p:cNvPr>
              <p:cNvSpPr/>
              <p:nvPr/>
            </p:nvSpPr>
            <p:spPr>
              <a:xfrm>
                <a:off x="304445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7" name="ph1182">
                <a:extLst>
                  <a:ext uri="{FF2B5EF4-FFF2-40B4-BE49-F238E27FC236}">
                    <a16:creationId xmlns:a16="http://schemas.microsoft.com/office/drawing/2014/main" id="{81063A3B-54E7-223D-28FD-219469F1D54E}"/>
                  </a:ext>
                </a:extLst>
              </p:cNvPr>
              <p:cNvSpPr/>
              <p:nvPr/>
            </p:nvSpPr>
            <p:spPr>
              <a:xfrm>
                <a:off x="305389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8" name="ph1183">
                <a:extLst>
                  <a:ext uri="{FF2B5EF4-FFF2-40B4-BE49-F238E27FC236}">
                    <a16:creationId xmlns:a16="http://schemas.microsoft.com/office/drawing/2014/main" id="{E6D703A8-58D6-C6AD-4FB9-BDD6AB3D70AA}"/>
                  </a:ext>
                </a:extLst>
              </p:cNvPr>
              <p:cNvSpPr/>
              <p:nvPr/>
            </p:nvSpPr>
            <p:spPr>
              <a:xfrm>
                <a:off x="3063337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9" name="ph1184">
                <a:extLst>
                  <a:ext uri="{FF2B5EF4-FFF2-40B4-BE49-F238E27FC236}">
                    <a16:creationId xmlns:a16="http://schemas.microsoft.com/office/drawing/2014/main" id="{22B51B35-B953-C465-FE25-95EBE62DDF04}"/>
                  </a:ext>
                </a:extLst>
              </p:cNvPr>
              <p:cNvSpPr/>
              <p:nvPr/>
            </p:nvSpPr>
            <p:spPr>
              <a:xfrm>
                <a:off x="307277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0" name="ph1185">
                <a:extLst>
                  <a:ext uri="{FF2B5EF4-FFF2-40B4-BE49-F238E27FC236}">
                    <a16:creationId xmlns:a16="http://schemas.microsoft.com/office/drawing/2014/main" id="{582AD5BC-A0EC-E93A-E883-F18E518F89C2}"/>
                  </a:ext>
                </a:extLst>
              </p:cNvPr>
              <p:cNvSpPr/>
              <p:nvPr/>
            </p:nvSpPr>
            <p:spPr>
              <a:xfrm>
                <a:off x="308221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1" name="ph1186">
                <a:extLst>
                  <a:ext uri="{FF2B5EF4-FFF2-40B4-BE49-F238E27FC236}">
                    <a16:creationId xmlns:a16="http://schemas.microsoft.com/office/drawing/2014/main" id="{3758F984-D055-A90A-1010-68CB4C5B567D}"/>
                  </a:ext>
                </a:extLst>
              </p:cNvPr>
              <p:cNvSpPr/>
              <p:nvPr/>
            </p:nvSpPr>
            <p:spPr>
              <a:xfrm>
                <a:off x="309165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2" name="ph1187">
                <a:extLst>
                  <a:ext uri="{FF2B5EF4-FFF2-40B4-BE49-F238E27FC236}">
                    <a16:creationId xmlns:a16="http://schemas.microsoft.com/office/drawing/2014/main" id="{F11A2D80-AD28-6B38-8384-B1A21B36842C}"/>
                  </a:ext>
                </a:extLst>
              </p:cNvPr>
              <p:cNvSpPr/>
              <p:nvPr/>
            </p:nvSpPr>
            <p:spPr>
              <a:xfrm>
                <a:off x="310109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3" name="ph1188">
                <a:extLst>
                  <a:ext uri="{FF2B5EF4-FFF2-40B4-BE49-F238E27FC236}">
                    <a16:creationId xmlns:a16="http://schemas.microsoft.com/office/drawing/2014/main" id="{19EEB984-1A46-6B7E-1727-3B92884CB52B}"/>
                  </a:ext>
                </a:extLst>
              </p:cNvPr>
              <p:cNvSpPr/>
              <p:nvPr/>
            </p:nvSpPr>
            <p:spPr>
              <a:xfrm>
                <a:off x="3110538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4" name="ph1189">
                <a:extLst>
                  <a:ext uri="{FF2B5EF4-FFF2-40B4-BE49-F238E27FC236}">
                    <a16:creationId xmlns:a16="http://schemas.microsoft.com/office/drawing/2014/main" id="{37C47243-3B6B-6FEC-3372-934C136D92EF}"/>
                  </a:ext>
                </a:extLst>
              </p:cNvPr>
              <p:cNvSpPr/>
              <p:nvPr/>
            </p:nvSpPr>
            <p:spPr>
              <a:xfrm>
                <a:off x="311997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5" name="ph1190">
                <a:extLst>
                  <a:ext uri="{FF2B5EF4-FFF2-40B4-BE49-F238E27FC236}">
                    <a16:creationId xmlns:a16="http://schemas.microsoft.com/office/drawing/2014/main" id="{3C6B227A-269B-D704-9181-BB84A32481BF}"/>
                  </a:ext>
                </a:extLst>
              </p:cNvPr>
              <p:cNvSpPr/>
              <p:nvPr/>
            </p:nvSpPr>
            <p:spPr>
              <a:xfrm>
                <a:off x="312941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6" name="ph1191">
                <a:extLst>
                  <a:ext uri="{FF2B5EF4-FFF2-40B4-BE49-F238E27FC236}">
                    <a16:creationId xmlns:a16="http://schemas.microsoft.com/office/drawing/2014/main" id="{8F1ECEE4-44E2-F55C-294F-67A62C3F098C}"/>
                  </a:ext>
                </a:extLst>
              </p:cNvPr>
              <p:cNvSpPr/>
              <p:nvPr/>
            </p:nvSpPr>
            <p:spPr>
              <a:xfrm>
                <a:off x="313885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7" name="ph1192">
                <a:extLst>
                  <a:ext uri="{FF2B5EF4-FFF2-40B4-BE49-F238E27FC236}">
                    <a16:creationId xmlns:a16="http://schemas.microsoft.com/office/drawing/2014/main" id="{A4C7A971-A260-88EB-952E-45B9A489D872}"/>
                  </a:ext>
                </a:extLst>
              </p:cNvPr>
              <p:cNvSpPr/>
              <p:nvPr/>
            </p:nvSpPr>
            <p:spPr>
              <a:xfrm>
                <a:off x="3148299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8" name="ph1193">
                <a:extLst>
                  <a:ext uri="{FF2B5EF4-FFF2-40B4-BE49-F238E27FC236}">
                    <a16:creationId xmlns:a16="http://schemas.microsoft.com/office/drawing/2014/main" id="{24031449-F5FE-50FE-02E1-0317D9FF0F87}"/>
                  </a:ext>
                </a:extLst>
              </p:cNvPr>
              <p:cNvSpPr/>
              <p:nvPr/>
            </p:nvSpPr>
            <p:spPr>
              <a:xfrm>
                <a:off x="315774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9" name="ph1194">
                <a:extLst>
                  <a:ext uri="{FF2B5EF4-FFF2-40B4-BE49-F238E27FC236}">
                    <a16:creationId xmlns:a16="http://schemas.microsoft.com/office/drawing/2014/main" id="{C9BD7A5C-F4D4-DFB9-E6E6-24C008D11B4F}"/>
                  </a:ext>
                </a:extLst>
              </p:cNvPr>
              <p:cNvSpPr/>
              <p:nvPr/>
            </p:nvSpPr>
            <p:spPr>
              <a:xfrm>
                <a:off x="316718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0" name="ph1195">
                <a:extLst>
                  <a:ext uri="{FF2B5EF4-FFF2-40B4-BE49-F238E27FC236}">
                    <a16:creationId xmlns:a16="http://schemas.microsoft.com/office/drawing/2014/main" id="{AC4D342B-43EA-FB79-62DB-8B5F294ED0D7}"/>
                  </a:ext>
                </a:extLst>
              </p:cNvPr>
              <p:cNvSpPr/>
              <p:nvPr/>
            </p:nvSpPr>
            <p:spPr>
              <a:xfrm>
                <a:off x="317662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1" name="ph1196">
                <a:extLst>
                  <a:ext uri="{FF2B5EF4-FFF2-40B4-BE49-F238E27FC236}">
                    <a16:creationId xmlns:a16="http://schemas.microsoft.com/office/drawing/2014/main" id="{E1C8DEFE-4F04-BE26-5BF9-4B9A38285500}"/>
                  </a:ext>
                </a:extLst>
              </p:cNvPr>
              <p:cNvSpPr/>
              <p:nvPr/>
            </p:nvSpPr>
            <p:spPr>
              <a:xfrm>
                <a:off x="3186060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2" name="ph1197">
                <a:extLst>
                  <a:ext uri="{FF2B5EF4-FFF2-40B4-BE49-F238E27FC236}">
                    <a16:creationId xmlns:a16="http://schemas.microsoft.com/office/drawing/2014/main" id="{328C1769-794C-FB63-10F9-D92ED3F8274F}"/>
                  </a:ext>
                </a:extLst>
              </p:cNvPr>
              <p:cNvSpPr/>
              <p:nvPr/>
            </p:nvSpPr>
            <p:spPr>
              <a:xfrm>
                <a:off x="319550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3" name="ph1198">
                <a:extLst>
                  <a:ext uri="{FF2B5EF4-FFF2-40B4-BE49-F238E27FC236}">
                    <a16:creationId xmlns:a16="http://schemas.microsoft.com/office/drawing/2014/main" id="{FC0B0E24-DEAF-21CB-F27B-BB99A9403CAE}"/>
                  </a:ext>
                </a:extLst>
              </p:cNvPr>
              <p:cNvSpPr/>
              <p:nvPr/>
            </p:nvSpPr>
            <p:spPr>
              <a:xfrm>
                <a:off x="320494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4" name="ph1199">
                <a:extLst>
                  <a:ext uri="{FF2B5EF4-FFF2-40B4-BE49-F238E27FC236}">
                    <a16:creationId xmlns:a16="http://schemas.microsoft.com/office/drawing/2014/main" id="{D6A01FED-9F86-4A70-DB76-29FBFFD33A0A}"/>
                  </a:ext>
                </a:extLst>
              </p:cNvPr>
              <p:cNvSpPr/>
              <p:nvPr/>
            </p:nvSpPr>
            <p:spPr>
              <a:xfrm>
                <a:off x="321438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5" name="ph1200">
                <a:extLst>
                  <a:ext uri="{FF2B5EF4-FFF2-40B4-BE49-F238E27FC236}">
                    <a16:creationId xmlns:a16="http://schemas.microsoft.com/office/drawing/2014/main" id="{C38360A0-6A77-98B7-B829-73D8C75443CB}"/>
                  </a:ext>
                </a:extLst>
              </p:cNvPr>
              <p:cNvSpPr/>
              <p:nvPr/>
            </p:nvSpPr>
            <p:spPr>
              <a:xfrm>
                <a:off x="3223821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6" name="ph1201">
                <a:extLst>
                  <a:ext uri="{FF2B5EF4-FFF2-40B4-BE49-F238E27FC236}">
                    <a16:creationId xmlns:a16="http://schemas.microsoft.com/office/drawing/2014/main" id="{F20038D6-C85B-62E4-691B-BC04C6974BD3}"/>
                  </a:ext>
                </a:extLst>
              </p:cNvPr>
              <p:cNvSpPr/>
              <p:nvPr/>
            </p:nvSpPr>
            <p:spPr>
              <a:xfrm>
                <a:off x="3233262" y="25016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7" name="ph1202">
                <a:extLst>
                  <a:ext uri="{FF2B5EF4-FFF2-40B4-BE49-F238E27FC236}">
                    <a16:creationId xmlns:a16="http://schemas.microsoft.com/office/drawing/2014/main" id="{3727D1D2-946B-3BB2-C317-FCCE6F082A88}"/>
                  </a:ext>
                </a:extLst>
              </p:cNvPr>
              <p:cNvSpPr/>
              <p:nvPr/>
            </p:nvSpPr>
            <p:spPr>
              <a:xfrm>
                <a:off x="3242702" y="25191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121"/>
                    </a:lnTo>
                    <a:lnTo>
                      <a:pt x="923728" y="903321"/>
                    </a:lnTo>
                    <a:lnTo>
                      <a:pt x="918964" y="910917"/>
                    </a:lnTo>
                    <a:lnTo>
                      <a:pt x="916518" y="914400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8" name="ph1203">
                <a:extLst>
                  <a:ext uri="{FF2B5EF4-FFF2-40B4-BE49-F238E27FC236}">
                    <a16:creationId xmlns:a16="http://schemas.microsoft.com/office/drawing/2014/main" id="{5CA897C4-845A-AAFB-1CD8-2E3EBDDFBFF8}"/>
                  </a:ext>
                </a:extLst>
              </p:cNvPr>
              <p:cNvSpPr/>
              <p:nvPr/>
            </p:nvSpPr>
            <p:spPr>
              <a:xfrm>
                <a:off x="3252142" y="2501618"/>
                <a:ext cx="917929" cy="920691"/>
              </a:xfrm>
              <a:custGeom>
                <a:avLst/>
                <a:gdLst/>
                <a:ahLst/>
                <a:cxnLst/>
                <a:rect l="0" t="0" r="0" b="0"/>
                <a:pathLst>
                  <a:path w="917929" h="920691">
                    <a:moveTo>
                      <a:pt x="914400" y="914400"/>
                    </a:moveTo>
                    <a:lnTo>
                      <a:pt x="917929" y="914400"/>
                    </a:lnTo>
                    <a:lnTo>
                      <a:pt x="914400" y="920691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9" name="ph1204">
                <a:extLst>
                  <a:ext uri="{FF2B5EF4-FFF2-40B4-BE49-F238E27FC236}">
                    <a16:creationId xmlns:a16="http://schemas.microsoft.com/office/drawing/2014/main" id="{F9CD2880-C569-09A6-BCD0-AE535AD69806}"/>
                  </a:ext>
                </a:extLst>
              </p:cNvPr>
              <p:cNvSpPr/>
              <p:nvPr/>
            </p:nvSpPr>
            <p:spPr>
              <a:xfrm>
                <a:off x="2440281" y="24840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250" y="931969"/>
                    </a:lnTo>
                    <a:lnTo>
                      <a:pt x="912885" y="928363"/>
                    </a:lnTo>
                    <a:lnTo>
                      <a:pt x="912048" y="926007"/>
                    </a:lnTo>
                    <a:lnTo>
                      <a:pt x="911216" y="923666"/>
                    </a:lnTo>
                    <a:lnTo>
                      <a:pt x="910384" y="921325"/>
                    </a:lnTo>
                    <a:lnTo>
                      <a:pt x="909551" y="918984"/>
                    </a:lnTo>
                    <a:lnTo>
                      <a:pt x="908718" y="916643"/>
                    </a:lnTo>
                    <a:lnTo>
                      <a:pt x="907920" y="914400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0" name="ph1205">
                <a:extLst>
                  <a:ext uri="{FF2B5EF4-FFF2-40B4-BE49-F238E27FC236}">
                    <a16:creationId xmlns:a16="http://schemas.microsoft.com/office/drawing/2014/main" id="{FB97C49E-7014-F6F1-3639-5B1F527D7A55}"/>
                  </a:ext>
                </a:extLst>
              </p:cNvPr>
              <p:cNvSpPr/>
              <p:nvPr/>
            </p:nvSpPr>
            <p:spPr>
              <a:xfrm>
                <a:off x="244028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1" name="ph1206">
                <a:extLst>
                  <a:ext uri="{FF2B5EF4-FFF2-40B4-BE49-F238E27FC236}">
                    <a16:creationId xmlns:a16="http://schemas.microsoft.com/office/drawing/2014/main" id="{BEA80418-560E-DC86-84B5-40C3E4D91E8C}"/>
                  </a:ext>
                </a:extLst>
              </p:cNvPr>
              <p:cNvSpPr/>
              <p:nvPr/>
            </p:nvSpPr>
            <p:spPr>
              <a:xfrm>
                <a:off x="244972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2" name="ph1207">
                <a:extLst>
                  <a:ext uri="{FF2B5EF4-FFF2-40B4-BE49-F238E27FC236}">
                    <a16:creationId xmlns:a16="http://schemas.microsoft.com/office/drawing/2014/main" id="{00A542A8-A2B9-FCAC-9BCE-F45FD93C2337}"/>
                  </a:ext>
                </a:extLst>
              </p:cNvPr>
              <p:cNvSpPr/>
              <p:nvPr/>
            </p:nvSpPr>
            <p:spPr>
              <a:xfrm>
                <a:off x="245916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3" name="ph1208">
                <a:extLst>
                  <a:ext uri="{FF2B5EF4-FFF2-40B4-BE49-F238E27FC236}">
                    <a16:creationId xmlns:a16="http://schemas.microsoft.com/office/drawing/2014/main" id="{5EAF5256-0EC8-AA13-1B50-F700978506D7}"/>
                  </a:ext>
                </a:extLst>
              </p:cNvPr>
              <p:cNvSpPr/>
              <p:nvPr/>
            </p:nvSpPr>
            <p:spPr>
              <a:xfrm>
                <a:off x="246860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4" name="ph1209">
                <a:extLst>
                  <a:ext uri="{FF2B5EF4-FFF2-40B4-BE49-F238E27FC236}">
                    <a16:creationId xmlns:a16="http://schemas.microsoft.com/office/drawing/2014/main" id="{4F831D32-0EB6-F6FA-84FB-6EE92D2A5614}"/>
                  </a:ext>
                </a:extLst>
              </p:cNvPr>
              <p:cNvSpPr/>
              <p:nvPr/>
            </p:nvSpPr>
            <p:spPr>
              <a:xfrm>
                <a:off x="247804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5" name="ph1210">
                <a:extLst>
                  <a:ext uri="{FF2B5EF4-FFF2-40B4-BE49-F238E27FC236}">
                    <a16:creationId xmlns:a16="http://schemas.microsoft.com/office/drawing/2014/main" id="{03657060-824A-5292-7097-3BA2E98BDE74}"/>
                  </a:ext>
                </a:extLst>
              </p:cNvPr>
              <p:cNvSpPr/>
              <p:nvPr/>
            </p:nvSpPr>
            <p:spPr>
              <a:xfrm>
                <a:off x="248748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6" name="ph1211">
                <a:extLst>
                  <a:ext uri="{FF2B5EF4-FFF2-40B4-BE49-F238E27FC236}">
                    <a16:creationId xmlns:a16="http://schemas.microsoft.com/office/drawing/2014/main" id="{454CB297-D4E5-0B1E-6F69-A61BE7D8F0F7}"/>
                  </a:ext>
                </a:extLst>
              </p:cNvPr>
              <p:cNvSpPr/>
              <p:nvPr/>
            </p:nvSpPr>
            <p:spPr>
              <a:xfrm>
                <a:off x="249692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7" name="ph1212">
                <a:extLst>
                  <a:ext uri="{FF2B5EF4-FFF2-40B4-BE49-F238E27FC236}">
                    <a16:creationId xmlns:a16="http://schemas.microsoft.com/office/drawing/2014/main" id="{6BEAC38F-CAFB-B9A1-FC32-523A3A33D384}"/>
                  </a:ext>
                </a:extLst>
              </p:cNvPr>
              <p:cNvSpPr/>
              <p:nvPr/>
            </p:nvSpPr>
            <p:spPr>
              <a:xfrm>
                <a:off x="250636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8" name="ph1213">
                <a:extLst>
                  <a:ext uri="{FF2B5EF4-FFF2-40B4-BE49-F238E27FC236}">
                    <a16:creationId xmlns:a16="http://schemas.microsoft.com/office/drawing/2014/main" id="{359C43A9-BB09-4A9F-2A5C-EFE3C05B7B1D}"/>
                  </a:ext>
                </a:extLst>
              </p:cNvPr>
              <p:cNvSpPr/>
              <p:nvPr/>
            </p:nvSpPr>
            <p:spPr>
              <a:xfrm>
                <a:off x="251580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9" name="ph1214">
                <a:extLst>
                  <a:ext uri="{FF2B5EF4-FFF2-40B4-BE49-F238E27FC236}">
                    <a16:creationId xmlns:a16="http://schemas.microsoft.com/office/drawing/2014/main" id="{522C46C5-8A9A-2C3C-1A34-1263BAD2B8D3}"/>
                  </a:ext>
                </a:extLst>
              </p:cNvPr>
              <p:cNvSpPr/>
              <p:nvPr/>
            </p:nvSpPr>
            <p:spPr>
              <a:xfrm>
                <a:off x="252524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0" name="ph1215">
                <a:extLst>
                  <a:ext uri="{FF2B5EF4-FFF2-40B4-BE49-F238E27FC236}">
                    <a16:creationId xmlns:a16="http://schemas.microsoft.com/office/drawing/2014/main" id="{8DF03029-9586-D553-F191-D44973E65548}"/>
                  </a:ext>
                </a:extLst>
              </p:cNvPr>
              <p:cNvSpPr/>
              <p:nvPr/>
            </p:nvSpPr>
            <p:spPr>
              <a:xfrm>
                <a:off x="253468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1" name="ph1216">
                <a:extLst>
                  <a:ext uri="{FF2B5EF4-FFF2-40B4-BE49-F238E27FC236}">
                    <a16:creationId xmlns:a16="http://schemas.microsoft.com/office/drawing/2014/main" id="{9029A321-C1C5-A427-8C4E-B31A9062349F}"/>
                  </a:ext>
                </a:extLst>
              </p:cNvPr>
              <p:cNvSpPr/>
              <p:nvPr/>
            </p:nvSpPr>
            <p:spPr>
              <a:xfrm>
                <a:off x="254412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2" name="ph1217">
                <a:extLst>
                  <a:ext uri="{FF2B5EF4-FFF2-40B4-BE49-F238E27FC236}">
                    <a16:creationId xmlns:a16="http://schemas.microsoft.com/office/drawing/2014/main" id="{6795C87B-6AD3-8484-55F9-B4D8C4B1D73E}"/>
                  </a:ext>
                </a:extLst>
              </p:cNvPr>
              <p:cNvSpPr/>
              <p:nvPr/>
            </p:nvSpPr>
            <p:spPr>
              <a:xfrm>
                <a:off x="255356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3" name="ph1218">
                <a:extLst>
                  <a:ext uri="{FF2B5EF4-FFF2-40B4-BE49-F238E27FC236}">
                    <a16:creationId xmlns:a16="http://schemas.microsoft.com/office/drawing/2014/main" id="{59655B26-4F3B-62B5-3035-A4E05D54CA10}"/>
                  </a:ext>
                </a:extLst>
              </p:cNvPr>
              <p:cNvSpPr/>
              <p:nvPr/>
            </p:nvSpPr>
            <p:spPr>
              <a:xfrm>
                <a:off x="256300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4" name="ph1219">
                <a:extLst>
                  <a:ext uri="{FF2B5EF4-FFF2-40B4-BE49-F238E27FC236}">
                    <a16:creationId xmlns:a16="http://schemas.microsoft.com/office/drawing/2014/main" id="{98D1FB94-CB2A-EBB7-806C-30405E0EDCDF}"/>
                  </a:ext>
                </a:extLst>
              </p:cNvPr>
              <p:cNvSpPr/>
              <p:nvPr/>
            </p:nvSpPr>
            <p:spPr>
              <a:xfrm>
                <a:off x="257244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5" name="ph1220">
                <a:extLst>
                  <a:ext uri="{FF2B5EF4-FFF2-40B4-BE49-F238E27FC236}">
                    <a16:creationId xmlns:a16="http://schemas.microsoft.com/office/drawing/2014/main" id="{96318894-4BB6-CFED-90A2-7765D5F217B4}"/>
                  </a:ext>
                </a:extLst>
              </p:cNvPr>
              <p:cNvSpPr/>
              <p:nvPr/>
            </p:nvSpPr>
            <p:spPr>
              <a:xfrm>
                <a:off x="258188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6" name="ph1221">
                <a:extLst>
                  <a:ext uri="{FF2B5EF4-FFF2-40B4-BE49-F238E27FC236}">
                    <a16:creationId xmlns:a16="http://schemas.microsoft.com/office/drawing/2014/main" id="{BC8511AE-D2DC-0BC5-5173-EE59BD543F5A}"/>
                  </a:ext>
                </a:extLst>
              </p:cNvPr>
              <p:cNvSpPr/>
              <p:nvPr/>
            </p:nvSpPr>
            <p:spPr>
              <a:xfrm>
                <a:off x="259132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7" name="ph1222">
                <a:extLst>
                  <a:ext uri="{FF2B5EF4-FFF2-40B4-BE49-F238E27FC236}">
                    <a16:creationId xmlns:a16="http://schemas.microsoft.com/office/drawing/2014/main" id="{FB289A57-239B-EB62-7A7C-9286199E26B7}"/>
                  </a:ext>
                </a:extLst>
              </p:cNvPr>
              <p:cNvSpPr/>
              <p:nvPr/>
            </p:nvSpPr>
            <p:spPr>
              <a:xfrm>
                <a:off x="260076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8" name="ph1223">
                <a:extLst>
                  <a:ext uri="{FF2B5EF4-FFF2-40B4-BE49-F238E27FC236}">
                    <a16:creationId xmlns:a16="http://schemas.microsoft.com/office/drawing/2014/main" id="{AD0C5495-0920-8309-BFD4-F4738EC94241}"/>
                  </a:ext>
                </a:extLst>
              </p:cNvPr>
              <p:cNvSpPr/>
              <p:nvPr/>
            </p:nvSpPr>
            <p:spPr>
              <a:xfrm>
                <a:off x="261020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9" name="ph1224">
                <a:extLst>
                  <a:ext uri="{FF2B5EF4-FFF2-40B4-BE49-F238E27FC236}">
                    <a16:creationId xmlns:a16="http://schemas.microsoft.com/office/drawing/2014/main" id="{76F9102C-860E-BB75-64F5-3BE8FE838F2A}"/>
                  </a:ext>
                </a:extLst>
              </p:cNvPr>
              <p:cNvSpPr/>
              <p:nvPr/>
            </p:nvSpPr>
            <p:spPr>
              <a:xfrm>
                <a:off x="261964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0" name="ph1225">
                <a:extLst>
                  <a:ext uri="{FF2B5EF4-FFF2-40B4-BE49-F238E27FC236}">
                    <a16:creationId xmlns:a16="http://schemas.microsoft.com/office/drawing/2014/main" id="{B2627250-A5CD-B721-8AD2-6BFBFC0C5613}"/>
                  </a:ext>
                </a:extLst>
              </p:cNvPr>
              <p:cNvSpPr/>
              <p:nvPr/>
            </p:nvSpPr>
            <p:spPr>
              <a:xfrm>
                <a:off x="262908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1" name="ph1226">
                <a:extLst>
                  <a:ext uri="{FF2B5EF4-FFF2-40B4-BE49-F238E27FC236}">
                    <a16:creationId xmlns:a16="http://schemas.microsoft.com/office/drawing/2014/main" id="{4D0CD188-AF1C-B2C9-45E1-926E183C47B9}"/>
                  </a:ext>
                </a:extLst>
              </p:cNvPr>
              <p:cNvSpPr/>
              <p:nvPr/>
            </p:nvSpPr>
            <p:spPr>
              <a:xfrm>
                <a:off x="263852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2" name="ph1227">
                <a:extLst>
                  <a:ext uri="{FF2B5EF4-FFF2-40B4-BE49-F238E27FC236}">
                    <a16:creationId xmlns:a16="http://schemas.microsoft.com/office/drawing/2014/main" id="{CD5A1B50-6888-85BB-DB65-F0FC95628F93}"/>
                  </a:ext>
                </a:extLst>
              </p:cNvPr>
              <p:cNvSpPr/>
              <p:nvPr/>
            </p:nvSpPr>
            <p:spPr>
              <a:xfrm>
                <a:off x="264796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3" name="ph1228">
                <a:extLst>
                  <a:ext uri="{FF2B5EF4-FFF2-40B4-BE49-F238E27FC236}">
                    <a16:creationId xmlns:a16="http://schemas.microsoft.com/office/drawing/2014/main" id="{AEDB1A0E-3747-6F9B-9B9D-EE32C61AE117}"/>
                  </a:ext>
                </a:extLst>
              </p:cNvPr>
              <p:cNvSpPr/>
              <p:nvPr/>
            </p:nvSpPr>
            <p:spPr>
              <a:xfrm>
                <a:off x="265740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4" name="ph1229">
                <a:extLst>
                  <a:ext uri="{FF2B5EF4-FFF2-40B4-BE49-F238E27FC236}">
                    <a16:creationId xmlns:a16="http://schemas.microsoft.com/office/drawing/2014/main" id="{75E32D03-5ECE-A7E1-BB86-BBD56DF7A4FF}"/>
                  </a:ext>
                </a:extLst>
              </p:cNvPr>
              <p:cNvSpPr/>
              <p:nvPr/>
            </p:nvSpPr>
            <p:spPr>
              <a:xfrm>
                <a:off x="266684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5" name="ph1230">
                <a:extLst>
                  <a:ext uri="{FF2B5EF4-FFF2-40B4-BE49-F238E27FC236}">
                    <a16:creationId xmlns:a16="http://schemas.microsoft.com/office/drawing/2014/main" id="{AC38A18B-DB38-F120-A9D1-ADBE57930509}"/>
                  </a:ext>
                </a:extLst>
              </p:cNvPr>
              <p:cNvSpPr/>
              <p:nvPr/>
            </p:nvSpPr>
            <p:spPr>
              <a:xfrm>
                <a:off x="267628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6" name="ph1231">
                <a:extLst>
                  <a:ext uri="{FF2B5EF4-FFF2-40B4-BE49-F238E27FC236}">
                    <a16:creationId xmlns:a16="http://schemas.microsoft.com/office/drawing/2014/main" id="{C29A8FAC-89AC-4C84-E1C9-16EA2736D036}"/>
                  </a:ext>
                </a:extLst>
              </p:cNvPr>
              <p:cNvSpPr/>
              <p:nvPr/>
            </p:nvSpPr>
            <p:spPr>
              <a:xfrm>
                <a:off x="268572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7" name="ph1232">
                <a:extLst>
                  <a:ext uri="{FF2B5EF4-FFF2-40B4-BE49-F238E27FC236}">
                    <a16:creationId xmlns:a16="http://schemas.microsoft.com/office/drawing/2014/main" id="{60F77E4F-5990-3A2D-B3CE-AB22DB79DD6F}"/>
                  </a:ext>
                </a:extLst>
              </p:cNvPr>
              <p:cNvSpPr/>
              <p:nvPr/>
            </p:nvSpPr>
            <p:spPr>
              <a:xfrm>
                <a:off x="269516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1">
                  <a:alpha val="100000"/>
                </a:srgbClr>
              </a:solidFill>
              <a:ln w="5420" cap="flat">
                <a:solidFill>
                  <a:srgbClr val="DD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8" name="ph1233">
                <a:extLst>
                  <a:ext uri="{FF2B5EF4-FFF2-40B4-BE49-F238E27FC236}">
                    <a16:creationId xmlns:a16="http://schemas.microsoft.com/office/drawing/2014/main" id="{66B3006D-C230-57F4-B7A3-6CB99785B381}"/>
                  </a:ext>
                </a:extLst>
              </p:cNvPr>
              <p:cNvSpPr/>
              <p:nvPr/>
            </p:nvSpPr>
            <p:spPr>
              <a:xfrm>
                <a:off x="270460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9" name="ph1234">
                <a:extLst>
                  <a:ext uri="{FF2B5EF4-FFF2-40B4-BE49-F238E27FC236}">
                    <a16:creationId xmlns:a16="http://schemas.microsoft.com/office/drawing/2014/main" id="{6CC1CA9D-BBBD-38DA-6172-D0B8DC8F0FCB}"/>
                  </a:ext>
                </a:extLst>
              </p:cNvPr>
              <p:cNvSpPr/>
              <p:nvPr/>
            </p:nvSpPr>
            <p:spPr>
              <a:xfrm>
                <a:off x="271404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0" name="ph1235">
                <a:extLst>
                  <a:ext uri="{FF2B5EF4-FFF2-40B4-BE49-F238E27FC236}">
                    <a16:creationId xmlns:a16="http://schemas.microsoft.com/office/drawing/2014/main" id="{F209381C-2F92-BD27-613E-66BA243386AF}"/>
                  </a:ext>
                </a:extLst>
              </p:cNvPr>
              <p:cNvSpPr/>
              <p:nvPr/>
            </p:nvSpPr>
            <p:spPr>
              <a:xfrm>
                <a:off x="272348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1" name="ph1236">
                <a:extLst>
                  <a:ext uri="{FF2B5EF4-FFF2-40B4-BE49-F238E27FC236}">
                    <a16:creationId xmlns:a16="http://schemas.microsoft.com/office/drawing/2014/main" id="{A7C1D65F-FD51-0ECB-16E0-4D64761AF41B}"/>
                  </a:ext>
                </a:extLst>
              </p:cNvPr>
              <p:cNvSpPr/>
              <p:nvPr/>
            </p:nvSpPr>
            <p:spPr>
              <a:xfrm>
                <a:off x="273292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2" name="ph1237">
                <a:extLst>
                  <a:ext uri="{FF2B5EF4-FFF2-40B4-BE49-F238E27FC236}">
                    <a16:creationId xmlns:a16="http://schemas.microsoft.com/office/drawing/2014/main" id="{940943FC-2B53-7DDA-D473-D2D492508EF3}"/>
                  </a:ext>
                </a:extLst>
              </p:cNvPr>
              <p:cNvSpPr/>
              <p:nvPr/>
            </p:nvSpPr>
            <p:spPr>
              <a:xfrm>
                <a:off x="274236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3" name="ph1238">
                <a:extLst>
                  <a:ext uri="{FF2B5EF4-FFF2-40B4-BE49-F238E27FC236}">
                    <a16:creationId xmlns:a16="http://schemas.microsoft.com/office/drawing/2014/main" id="{E17F3EBE-D9BA-41A3-5BAC-D785F1A7B267}"/>
                  </a:ext>
                </a:extLst>
              </p:cNvPr>
              <p:cNvSpPr/>
              <p:nvPr/>
            </p:nvSpPr>
            <p:spPr>
              <a:xfrm>
                <a:off x="275180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4" name="ph1239">
                <a:extLst>
                  <a:ext uri="{FF2B5EF4-FFF2-40B4-BE49-F238E27FC236}">
                    <a16:creationId xmlns:a16="http://schemas.microsoft.com/office/drawing/2014/main" id="{68FBE6DC-5BD4-B16D-B5BC-F3D11666A686}"/>
                  </a:ext>
                </a:extLst>
              </p:cNvPr>
              <p:cNvSpPr/>
              <p:nvPr/>
            </p:nvSpPr>
            <p:spPr>
              <a:xfrm>
                <a:off x="276125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5" name="ph1240">
                <a:extLst>
                  <a:ext uri="{FF2B5EF4-FFF2-40B4-BE49-F238E27FC236}">
                    <a16:creationId xmlns:a16="http://schemas.microsoft.com/office/drawing/2014/main" id="{778A90EC-E720-986E-4CED-48C63F65A37A}"/>
                  </a:ext>
                </a:extLst>
              </p:cNvPr>
              <p:cNvSpPr/>
              <p:nvPr/>
            </p:nvSpPr>
            <p:spPr>
              <a:xfrm>
                <a:off x="277069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6" name="ph1241">
                <a:extLst>
                  <a:ext uri="{FF2B5EF4-FFF2-40B4-BE49-F238E27FC236}">
                    <a16:creationId xmlns:a16="http://schemas.microsoft.com/office/drawing/2014/main" id="{F46703AE-ED64-05A5-9AA3-15CECA8AC9C6}"/>
                  </a:ext>
                </a:extLst>
              </p:cNvPr>
              <p:cNvSpPr/>
              <p:nvPr/>
            </p:nvSpPr>
            <p:spPr>
              <a:xfrm>
                <a:off x="278013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7" name="ph1242">
                <a:extLst>
                  <a:ext uri="{FF2B5EF4-FFF2-40B4-BE49-F238E27FC236}">
                    <a16:creationId xmlns:a16="http://schemas.microsoft.com/office/drawing/2014/main" id="{9C18D075-16D8-CA28-D26D-D1D726E3BA96}"/>
                  </a:ext>
                </a:extLst>
              </p:cNvPr>
              <p:cNvSpPr/>
              <p:nvPr/>
            </p:nvSpPr>
            <p:spPr>
              <a:xfrm>
                <a:off x="278957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8" name="ph1243">
                <a:extLst>
                  <a:ext uri="{FF2B5EF4-FFF2-40B4-BE49-F238E27FC236}">
                    <a16:creationId xmlns:a16="http://schemas.microsoft.com/office/drawing/2014/main" id="{DDA9AA67-80FC-CD80-033C-5B424CC8081E}"/>
                  </a:ext>
                </a:extLst>
              </p:cNvPr>
              <p:cNvSpPr/>
              <p:nvPr/>
            </p:nvSpPr>
            <p:spPr>
              <a:xfrm>
                <a:off x="279901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9" name="ph1244">
                <a:extLst>
                  <a:ext uri="{FF2B5EF4-FFF2-40B4-BE49-F238E27FC236}">
                    <a16:creationId xmlns:a16="http://schemas.microsoft.com/office/drawing/2014/main" id="{78303C17-40F6-9711-7D17-A928E0DE405C}"/>
                  </a:ext>
                </a:extLst>
              </p:cNvPr>
              <p:cNvSpPr/>
              <p:nvPr/>
            </p:nvSpPr>
            <p:spPr>
              <a:xfrm>
                <a:off x="280845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0" name="ph1245">
                <a:extLst>
                  <a:ext uri="{FF2B5EF4-FFF2-40B4-BE49-F238E27FC236}">
                    <a16:creationId xmlns:a16="http://schemas.microsoft.com/office/drawing/2014/main" id="{645FE26B-DDB3-2BF6-9231-D9442844597B}"/>
                  </a:ext>
                </a:extLst>
              </p:cNvPr>
              <p:cNvSpPr/>
              <p:nvPr/>
            </p:nvSpPr>
            <p:spPr>
              <a:xfrm>
                <a:off x="281789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1" name="ph1246">
                <a:extLst>
                  <a:ext uri="{FF2B5EF4-FFF2-40B4-BE49-F238E27FC236}">
                    <a16:creationId xmlns:a16="http://schemas.microsoft.com/office/drawing/2014/main" id="{6625CC62-A3C7-B8BA-CF7E-DF67C2C8292F}"/>
                  </a:ext>
                </a:extLst>
              </p:cNvPr>
              <p:cNvSpPr/>
              <p:nvPr/>
            </p:nvSpPr>
            <p:spPr>
              <a:xfrm>
                <a:off x="282733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2" name="ph1247">
                <a:extLst>
                  <a:ext uri="{FF2B5EF4-FFF2-40B4-BE49-F238E27FC236}">
                    <a16:creationId xmlns:a16="http://schemas.microsoft.com/office/drawing/2014/main" id="{9384CF7E-F87E-D8B7-291D-1844708B3A90}"/>
                  </a:ext>
                </a:extLst>
              </p:cNvPr>
              <p:cNvSpPr/>
              <p:nvPr/>
            </p:nvSpPr>
            <p:spPr>
              <a:xfrm>
                <a:off x="283677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3" name="ph1248">
                <a:extLst>
                  <a:ext uri="{FF2B5EF4-FFF2-40B4-BE49-F238E27FC236}">
                    <a16:creationId xmlns:a16="http://schemas.microsoft.com/office/drawing/2014/main" id="{EE99B7F6-4ECD-D668-DD04-10C93978E2D9}"/>
                  </a:ext>
                </a:extLst>
              </p:cNvPr>
              <p:cNvSpPr/>
              <p:nvPr/>
            </p:nvSpPr>
            <p:spPr>
              <a:xfrm>
                <a:off x="284621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4" name="ph1249">
                <a:extLst>
                  <a:ext uri="{FF2B5EF4-FFF2-40B4-BE49-F238E27FC236}">
                    <a16:creationId xmlns:a16="http://schemas.microsoft.com/office/drawing/2014/main" id="{22FCB87B-FA2D-5407-CFF1-1F60E13FAB6B}"/>
                  </a:ext>
                </a:extLst>
              </p:cNvPr>
              <p:cNvSpPr/>
              <p:nvPr/>
            </p:nvSpPr>
            <p:spPr>
              <a:xfrm>
                <a:off x="285565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5" name="ph1250">
                <a:extLst>
                  <a:ext uri="{FF2B5EF4-FFF2-40B4-BE49-F238E27FC236}">
                    <a16:creationId xmlns:a16="http://schemas.microsoft.com/office/drawing/2014/main" id="{F8D43CBB-E4EE-E60D-7C4A-2459757EE10D}"/>
                  </a:ext>
                </a:extLst>
              </p:cNvPr>
              <p:cNvSpPr/>
              <p:nvPr/>
            </p:nvSpPr>
            <p:spPr>
              <a:xfrm>
                <a:off x="286509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6" name="ph1251">
                <a:extLst>
                  <a:ext uri="{FF2B5EF4-FFF2-40B4-BE49-F238E27FC236}">
                    <a16:creationId xmlns:a16="http://schemas.microsoft.com/office/drawing/2014/main" id="{880727A6-ACF8-BD89-7E0C-8DBE9F62C9E5}"/>
                  </a:ext>
                </a:extLst>
              </p:cNvPr>
              <p:cNvSpPr/>
              <p:nvPr/>
            </p:nvSpPr>
            <p:spPr>
              <a:xfrm>
                <a:off x="287453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7" name="ph1252">
                <a:extLst>
                  <a:ext uri="{FF2B5EF4-FFF2-40B4-BE49-F238E27FC236}">
                    <a16:creationId xmlns:a16="http://schemas.microsoft.com/office/drawing/2014/main" id="{867BA0F4-E1AC-3EC9-553C-EF993A3E669D}"/>
                  </a:ext>
                </a:extLst>
              </p:cNvPr>
              <p:cNvSpPr/>
              <p:nvPr/>
            </p:nvSpPr>
            <p:spPr>
              <a:xfrm>
                <a:off x="288397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8" name="ph1253">
                <a:extLst>
                  <a:ext uri="{FF2B5EF4-FFF2-40B4-BE49-F238E27FC236}">
                    <a16:creationId xmlns:a16="http://schemas.microsoft.com/office/drawing/2014/main" id="{BC1D8F5F-C49F-CFB2-CE9C-63CB0D6E82DB}"/>
                  </a:ext>
                </a:extLst>
              </p:cNvPr>
              <p:cNvSpPr/>
              <p:nvPr/>
            </p:nvSpPr>
            <p:spPr>
              <a:xfrm>
                <a:off x="289341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9" name="ph1254">
                <a:extLst>
                  <a:ext uri="{FF2B5EF4-FFF2-40B4-BE49-F238E27FC236}">
                    <a16:creationId xmlns:a16="http://schemas.microsoft.com/office/drawing/2014/main" id="{695F7CAC-93D5-7B70-E347-E3C844DA380F}"/>
                  </a:ext>
                </a:extLst>
              </p:cNvPr>
              <p:cNvSpPr/>
              <p:nvPr/>
            </p:nvSpPr>
            <p:spPr>
              <a:xfrm>
                <a:off x="290285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0" name="ph1255">
                <a:extLst>
                  <a:ext uri="{FF2B5EF4-FFF2-40B4-BE49-F238E27FC236}">
                    <a16:creationId xmlns:a16="http://schemas.microsoft.com/office/drawing/2014/main" id="{B018291F-3C3B-5939-C05E-FD7DF87087E7}"/>
                  </a:ext>
                </a:extLst>
              </p:cNvPr>
              <p:cNvSpPr/>
              <p:nvPr/>
            </p:nvSpPr>
            <p:spPr>
              <a:xfrm>
                <a:off x="2912293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1" name="ph1256">
                <a:extLst>
                  <a:ext uri="{FF2B5EF4-FFF2-40B4-BE49-F238E27FC236}">
                    <a16:creationId xmlns:a16="http://schemas.microsoft.com/office/drawing/2014/main" id="{48025448-CE17-F917-81B0-9DCC8CA9D8D4}"/>
                  </a:ext>
                </a:extLst>
              </p:cNvPr>
              <p:cNvSpPr/>
              <p:nvPr/>
            </p:nvSpPr>
            <p:spPr>
              <a:xfrm>
                <a:off x="292173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2" name="ph1257">
                <a:extLst>
                  <a:ext uri="{FF2B5EF4-FFF2-40B4-BE49-F238E27FC236}">
                    <a16:creationId xmlns:a16="http://schemas.microsoft.com/office/drawing/2014/main" id="{A25F5A4E-5D30-C803-178F-F64EB83AB86E}"/>
                  </a:ext>
                </a:extLst>
              </p:cNvPr>
              <p:cNvSpPr/>
              <p:nvPr/>
            </p:nvSpPr>
            <p:spPr>
              <a:xfrm>
                <a:off x="293117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3" name="ph1258">
                <a:extLst>
                  <a:ext uri="{FF2B5EF4-FFF2-40B4-BE49-F238E27FC236}">
                    <a16:creationId xmlns:a16="http://schemas.microsoft.com/office/drawing/2014/main" id="{3265C902-E709-EA86-289B-379171D72033}"/>
                  </a:ext>
                </a:extLst>
              </p:cNvPr>
              <p:cNvSpPr/>
              <p:nvPr/>
            </p:nvSpPr>
            <p:spPr>
              <a:xfrm>
                <a:off x="294061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4" name="ph1259">
                <a:extLst>
                  <a:ext uri="{FF2B5EF4-FFF2-40B4-BE49-F238E27FC236}">
                    <a16:creationId xmlns:a16="http://schemas.microsoft.com/office/drawing/2014/main" id="{D1091A5B-B586-103F-089A-CB863BEB09B5}"/>
                  </a:ext>
                </a:extLst>
              </p:cNvPr>
              <p:cNvSpPr/>
              <p:nvPr/>
            </p:nvSpPr>
            <p:spPr>
              <a:xfrm>
                <a:off x="2950054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5" name="ph1260">
                <a:extLst>
                  <a:ext uri="{FF2B5EF4-FFF2-40B4-BE49-F238E27FC236}">
                    <a16:creationId xmlns:a16="http://schemas.microsoft.com/office/drawing/2014/main" id="{ED1641D6-AE02-339D-4C1C-8DDF4F15772C}"/>
                  </a:ext>
                </a:extLst>
              </p:cNvPr>
              <p:cNvSpPr/>
              <p:nvPr/>
            </p:nvSpPr>
            <p:spPr>
              <a:xfrm>
                <a:off x="295949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6" name="ph1261">
                <a:extLst>
                  <a:ext uri="{FF2B5EF4-FFF2-40B4-BE49-F238E27FC236}">
                    <a16:creationId xmlns:a16="http://schemas.microsoft.com/office/drawing/2014/main" id="{893BD2A1-21A9-5E83-9E0A-C4B2F1703D7E}"/>
                  </a:ext>
                </a:extLst>
              </p:cNvPr>
              <p:cNvSpPr/>
              <p:nvPr/>
            </p:nvSpPr>
            <p:spPr>
              <a:xfrm>
                <a:off x="296893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A">
                  <a:alpha val="100000"/>
                </a:srgbClr>
              </a:solidFill>
              <a:ln w="5420" cap="flat">
                <a:solidFill>
                  <a:srgbClr val="EF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7" name="ph1262">
                <a:extLst>
                  <a:ext uri="{FF2B5EF4-FFF2-40B4-BE49-F238E27FC236}">
                    <a16:creationId xmlns:a16="http://schemas.microsoft.com/office/drawing/2014/main" id="{33C8AE3C-F76A-FF0C-24D0-6FA42BCB02B4}"/>
                  </a:ext>
                </a:extLst>
              </p:cNvPr>
              <p:cNvSpPr/>
              <p:nvPr/>
            </p:nvSpPr>
            <p:spPr>
              <a:xfrm>
                <a:off x="297837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8" name="ph1263">
                <a:extLst>
                  <a:ext uri="{FF2B5EF4-FFF2-40B4-BE49-F238E27FC236}">
                    <a16:creationId xmlns:a16="http://schemas.microsoft.com/office/drawing/2014/main" id="{BEC168BD-552D-057C-7B64-BE8E6A3290DD}"/>
                  </a:ext>
                </a:extLst>
              </p:cNvPr>
              <p:cNvSpPr/>
              <p:nvPr/>
            </p:nvSpPr>
            <p:spPr>
              <a:xfrm>
                <a:off x="2987815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9" name="ph1264">
                <a:extLst>
                  <a:ext uri="{FF2B5EF4-FFF2-40B4-BE49-F238E27FC236}">
                    <a16:creationId xmlns:a16="http://schemas.microsoft.com/office/drawing/2014/main" id="{3EE22749-DD7F-C09F-F968-E7533C9E7C13}"/>
                  </a:ext>
                </a:extLst>
              </p:cNvPr>
              <p:cNvSpPr/>
              <p:nvPr/>
            </p:nvSpPr>
            <p:spPr>
              <a:xfrm>
                <a:off x="299725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0" name="ph1265">
                <a:extLst>
                  <a:ext uri="{FF2B5EF4-FFF2-40B4-BE49-F238E27FC236}">
                    <a16:creationId xmlns:a16="http://schemas.microsoft.com/office/drawing/2014/main" id="{2FDFA7A5-5D5B-08DC-DA2C-1E85EE5D9A55}"/>
                  </a:ext>
                </a:extLst>
              </p:cNvPr>
              <p:cNvSpPr/>
              <p:nvPr/>
            </p:nvSpPr>
            <p:spPr>
              <a:xfrm>
                <a:off x="300669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1" name="ph1266">
                <a:extLst>
                  <a:ext uri="{FF2B5EF4-FFF2-40B4-BE49-F238E27FC236}">
                    <a16:creationId xmlns:a16="http://schemas.microsoft.com/office/drawing/2014/main" id="{6225C06E-4D4F-D338-23BE-F07E0B3A0CA4}"/>
                  </a:ext>
                </a:extLst>
              </p:cNvPr>
              <p:cNvSpPr/>
              <p:nvPr/>
            </p:nvSpPr>
            <p:spPr>
              <a:xfrm>
                <a:off x="301613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2" name="ph1267">
                <a:extLst>
                  <a:ext uri="{FF2B5EF4-FFF2-40B4-BE49-F238E27FC236}">
                    <a16:creationId xmlns:a16="http://schemas.microsoft.com/office/drawing/2014/main" id="{51CB1B89-0660-D523-F144-354B0D7C34D5}"/>
                  </a:ext>
                </a:extLst>
              </p:cNvPr>
              <p:cNvSpPr/>
              <p:nvPr/>
            </p:nvSpPr>
            <p:spPr>
              <a:xfrm>
                <a:off x="3025576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3" name="ph1268">
                <a:extLst>
                  <a:ext uri="{FF2B5EF4-FFF2-40B4-BE49-F238E27FC236}">
                    <a16:creationId xmlns:a16="http://schemas.microsoft.com/office/drawing/2014/main" id="{C44B335E-C3CE-BB64-090D-BD7909DB7506}"/>
                  </a:ext>
                </a:extLst>
              </p:cNvPr>
              <p:cNvSpPr/>
              <p:nvPr/>
            </p:nvSpPr>
            <p:spPr>
              <a:xfrm>
                <a:off x="303501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4" name="ph1269">
                <a:extLst>
                  <a:ext uri="{FF2B5EF4-FFF2-40B4-BE49-F238E27FC236}">
                    <a16:creationId xmlns:a16="http://schemas.microsoft.com/office/drawing/2014/main" id="{D7A856DA-3E41-6C28-833D-C355F5577649}"/>
                  </a:ext>
                </a:extLst>
              </p:cNvPr>
              <p:cNvSpPr/>
              <p:nvPr/>
            </p:nvSpPr>
            <p:spPr>
              <a:xfrm>
                <a:off x="304445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5" name="ph1270">
                <a:extLst>
                  <a:ext uri="{FF2B5EF4-FFF2-40B4-BE49-F238E27FC236}">
                    <a16:creationId xmlns:a16="http://schemas.microsoft.com/office/drawing/2014/main" id="{67AB4390-DD33-343B-851C-91CCA9135FA3}"/>
                  </a:ext>
                </a:extLst>
              </p:cNvPr>
              <p:cNvSpPr/>
              <p:nvPr/>
            </p:nvSpPr>
            <p:spPr>
              <a:xfrm>
                <a:off x="305389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6" name="ph1271">
                <a:extLst>
                  <a:ext uri="{FF2B5EF4-FFF2-40B4-BE49-F238E27FC236}">
                    <a16:creationId xmlns:a16="http://schemas.microsoft.com/office/drawing/2014/main" id="{961AC9B8-AEDF-5A28-7779-C7DA7602440B}"/>
                  </a:ext>
                </a:extLst>
              </p:cNvPr>
              <p:cNvSpPr/>
              <p:nvPr/>
            </p:nvSpPr>
            <p:spPr>
              <a:xfrm>
                <a:off x="3063337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7" name="ph1272">
                <a:extLst>
                  <a:ext uri="{FF2B5EF4-FFF2-40B4-BE49-F238E27FC236}">
                    <a16:creationId xmlns:a16="http://schemas.microsoft.com/office/drawing/2014/main" id="{37FAA59C-7A2F-BF57-37E0-C8EB366E1EC8}"/>
                  </a:ext>
                </a:extLst>
              </p:cNvPr>
              <p:cNvSpPr/>
              <p:nvPr/>
            </p:nvSpPr>
            <p:spPr>
              <a:xfrm>
                <a:off x="307277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8" name="ph1273">
                <a:extLst>
                  <a:ext uri="{FF2B5EF4-FFF2-40B4-BE49-F238E27FC236}">
                    <a16:creationId xmlns:a16="http://schemas.microsoft.com/office/drawing/2014/main" id="{5DB2753F-D8B5-A066-44F2-9F30B96FAA95}"/>
                  </a:ext>
                </a:extLst>
              </p:cNvPr>
              <p:cNvSpPr/>
              <p:nvPr/>
            </p:nvSpPr>
            <p:spPr>
              <a:xfrm>
                <a:off x="308221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9" name="ph1274">
                <a:extLst>
                  <a:ext uri="{FF2B5EF4-FFF2-40B4-BE49-F238E27FC236}">
                    <a16:creationId xmlns:a16="http://schemas.microsoft.com/office/drawing/2014/main" id="{F826A6FC-5D34-A381-48FB-3602AE6DDF0B}"/>
                  </a:ext>
                </a:extLst>
              </p:cNvPr>
              <p:cNvSpPr/>
              <p:nvPr/>
            </p:nvSpPr>
            <p:spPr>
              <a:xfrm>
                <a:off x="309165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0" name="ph1275">
                <a:extLst>
                  <a:ext uri="{FF2B5EF4-FFF2-40B4-BE49-F238E27FC236}">
                    <a16:creationId xmlns:a16="http://schemas.microsoft.com/office/drawing/2014/main" id="{818BD100-8B55-99D9-DBA7-74DB78983405}"/>
                  </a:ext>
                </a:extLst>
              </p:cNvPr>
              <p:cNvSpPr/>
              <p:nvPr/>
            </p:nvSpPr>
            <p:spPr>
              <a:xfrm>
                <a:off x="310109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1" name="ph1276">
                <a:extLst>
                  <a:ext uri="{FF2B5EF4-FFF2-40B4-BE49-F238E27FC236}">
                    <a16:creationId xmlns:a16="http://schemas.microsoft.com/office/drawing/2014/main" id="{A4E66193-3063-AB6C-55D8-1F5790B7C533}"/>
                  </a:ext>
                </a:extLst>
              </p:cNvPr>
              <p:cNvSpPr/>
              <p:nvPr/>
            </p:nvSpPr>
            <p:spPr>
              <a:xfrm>
                <a:off x="3110538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2" name="ph1277">
                <a:extLst>
                  <a:ext uri="{FF2B5EF4-FFF2-40B4-BE49-F238E27FC236}">
                    <a16:creationId xmlns:a16="http://schemas.microsoft.com/office/drawing/2014/main" id="{3C2087FC-20C1-27AC-788A-0E7EDD4BDAB8}"/>
                  </a:ext>
                </a:extLst>
              </p:cNvPr>
              <p:cNvSpPr/>
              <p:nvPr/>
            </p:nvSpPr>
            <p:spPr>
              <a:xfrm>
                <a:off x="311997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3" name="ph1278">
                <a:extLst>
                  <a:ext uri="{FF2B5EF4-FFF2-40B4-BE49-F238E27FC236}">
                    <a16:creationId xmlns:a16="http://schemas.microsoft.com/office/drawing/2014/main" id="{0D551F01-D319-994A-6F2C-B69A7B40FBC5}"/>
                  </a:ext>
                </a:extLst>
              </p:cNvPr>
              <p:cNvSpPr/>
              <p:nvPr/>
            </p:nvSpPr>
            <p:spPr>
              <a:xfrm>
                <a:off x="312941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4" name="ph1279">
                <a:extLst>
                  <a:ext uri="{FF2B5EF4-FFF2-40B4-BE49-F238E27FC236}">
                    <a16:creationId xmlns:a16="http://schemas.microsoft.com/office/drawing/2014/main" id="{7D40F3B4-C19C-5A56-B5D2-6E33BA0C0A8F}"/>
                  </a:ext>
                </a:extLst>
              </p:cNvPr>
              <p:cNvSpPr/>
              <p:nvPr/>
            </p:nvSpPr>
            <p:spPr>
              <a:xfrm>
                <a:off x="313885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5" name="ph1280">
                <a:extLst>
                  <a:ext uri="{FF2B5EF4-FFF2-40B4-BE49-F238E27FC236}">
                    <a16:creationId xmlns:a16="http://schemas.microsoft.com/office/drawing/2014/main" id="{54F06779-6C70-1394-C53F-FC6061BFB2C5}"/>
                  </a:ext>
                </a:extLst>
              </p:cNvPr>
              <p:cNvSpPr/>
              <p:nvPr/>
            </p:nvSpPr>
            <p:spPr>
              <a:xfrm>
                <a:off x="3148299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6" name="ph1281">
                <a:extLst>
                  <a:ext uri="{FF2B5EF4-FFF2-40B4-BE49-F238E27FC236}">
                    <a16:creationId xmlns:a16="http://schemas.microsoft.com/office/drawing/2014/main" id="{E03A541F-8A5D-E8AF-DE84-B9829F5982A9}"/>
                  </a:ext>
                </a:extLst>
              </p:cNvPr>
              <p:cNvSpPr/>
              <p:nvPr/>
            </p:nvSpPr>
            <p:spPr>
              <a:xfrm>
                <a:off x="315774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7" name="ph1282">
                <a:extLst>
                  <a:ext uri="{FF2B5EF4-FFF2-40B4-BE49-F238E27FC236}">
                    <a16:creationId xmlns:a16="http://schemas.microsoft.com/office/drawing/2014/main" id="{F7FACD56-736F-43B1-19ED-90A43B54D0AD}"/>
                  </a:ext>
                </a:extLst>
              </p:cNvPr>
              <p:cNvSpPr/>
              <p:nvPr/>
            </p:nvSpPr>
            <p:spPr>
              <a:xfrm>
                <a:off x="316718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8" name="ph1283">
                <a:extLst>
                  <a:ext uri="{FF2B5EF4-FFF2-40B4-BE49-F238E27FC236}">
                    <a16:creationId xmlns:a16="http://schemas.microsoft.com/office/drawing/2014/main" id="{484BF001-93F0-82FE-B951-9E2C8BB60139}"/>
                  </a:ext>
                </a:extLst>
              </p:cNvPr>
              <p:cNvSpPr/>
              <p:nvPr/>
            </p:nvSpPr>
            <p:spPr>
              <a:xfrm>
                <a:off x="317662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9" name="ph1284">
                <a:extLst>
                  <a:ext uri="{FF2B5EF4-FFF2-40B4-BE49-F238E27FC236}">
                    <a16:creationId xmlns:a16="http://schemas.microsoft.com/office/drawing/2014/main" id="{347F2E6B-3BA8-A647-4154-23BFC0995966}"/>
                  </a:ext>
                </a:extLst>
              </p:cNvPr>
              <p:cNvSpPr/>
              <p:nvPr/>
            </p:nvSpPr>
            <p:spPr>
              <a:xfrm>
                <a:off x="3186060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0" name="ph1285">
                <a:extLst>
                  <a:ext uri="{FF2B5EF4-FFF2-40B4-BE49-F238E27FC236}">
                    <a16:creationId xmlns:a16="http://schemas.microsoft.com/office/drawing/2014/main" id="{ADE33E8E-7B50-F887-C562-59C70A6AF764}"/>
                  </a:ext>
                </a:extLst>
              </p:cNvPr>
              <p:cNvSpPr/>
              <p:nvPr/>
            </p:nvSpPr>
            <p:spPr>
              <a:xfrm>
                <a:off x="319550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1" name="ph1286">
                <a:extLst>
                  <a:ext uri="{FF2B5EF4-FFF2-40B4-BE49-F238E27FC236}">
                    <a16:creationId xmlns:a16="http://schemas.microsoft.com/office/drawing/2014/main" id="{4ABC3337-B69F-A549-A626-9C3D3B59225C}"/>
                  </a:ext>
                </a:extLst>
              </p:cNvPr>
              <p:cNvSpPr/>
              <p:nvPr/>
            </p:nvSpPr>
            <p:spPr>
              <a:xfrm>
                <a:off x="320494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2" name="ph1287">
                <a:extLst>
                  <a:ext uri="{FF2B5EF4-FFF2-40B4-BE49-F238E27FC236}">
                    <a16:creationId xmlns:a16="http://schemas.microsoft.com/office/drawing/2014/main" id="{4326F824-BCF7-0671-DF3E-727775A6051D}"/>
                  </a:ext>
                </a:extLst>
              </p:cNvPr>
              <p:cNvSpPr/>
              <p:nvPr/>
            </p:nvSpPr>
            <p:spPr>
              <a:xfrm>
                <a:off x="321438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3" name="ph1288">
                <a:extLst>
                  <a:ext uri="{FF2B5EF4-FFF2-40B4-BE49-F238E27FC236}">
                    <a16:creationId xmlns:a16="http://schemas.microsoft.com/office/drawing/2014/main" id="{4D8A3862-6015-7858-F07C-A62FD588C52A}"/>
                  </a:ext>
                </a:extLst>
              </p:cNvPr>
              <p:cNvSpPr/>
              <p:nvPr/>
            </p:nvSpPr>
            <p:spPr>
              <a:xfrm>
                <a:off x="3223821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4" name="ph1289">
                <a:extLst>
                  <a:ext uri="{FF2B5EF4-FFF2-40B4-BE49-F238E27FC236}">
                    <a16:creationId xmlns:a16="http://schemas.microsoft.com/office/drawing/2014/main" id="{6D8CD675-0D25-7AE7-1AD3-2496292FB1B1}"/>
                  </a:ext>
                </a:extLst>
              </p:cNvPr>
              <p:cNvSpPr/>
              <p:nvPr/>
            </p:nvSpPr>
            <p:spPr>
              <a:xfrm>
                <a:off x="323326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5" name="ph1290">
                <a:extLst>
                  <a:ext uri="{FF2B5EF4-FFF2-40B4-BE49-F238E27FC236}">
                    <a16:creationId xmlns:a16="http://schemas.microsoft.com/office/drawing/2014/main" id="{2D60FE72-7D42-ECD7-E96F-5A4ABFE07B9D}"/>
                  </a:ext>
                </a:extLst>
              </p:cNvPr>
              <p:cNvSpPr/>
              <p:nvPr/>
            </p:nvSpPr>
            <p:spPr>
              <a:xfrm>
                <a:off x="3242702" y="24840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6" name="ph1291">
                <a:extLst>
                  <a:ext uri="{FF2B5EF4-FFF2-40B4-BE49-F238E27FC236}">
                    <a16:creationId xmlns:a16="http://schemas.microsoft.com/office/drawing/2014/main" id="{66792BB9-F184-ABC4-595A-A8F091651EB1}"/>
                  </a:ext>
                </a:extLst>
              </p:cNvPr>
              <p:cNvSpPr/>
              <p:nvPr/>
            </p:nvSpPr>
            <p:spPr>
              <a:xfrm>
                <a:off x="3252142" y="250161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42"/>
                    </a:lnTo>
                    <a:lnTo>
                      <a:pt x="923102" y="904286"/>
                    </a:lnTo>
                    <a:lnTo>
                      <a:pt x="918818" y="912815"/>
                    </a:lnTo>
                    <a:lnTo>
                      <a:pt x="917929" y="914400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7" name="ph1292">
                <a:extLst>
                  <a:ext uri="{FF2B5EF4-FFF2-40B4-BE49-F238E27FC236}">
                    <a16:creationId xmlns:a16="http://schemas.microsoft.com/office/drawing/2014/main" id="{30BDFBB8-DB78-8D17-A303-0009E4303729}"/>
                  </a:ext>
                </a:extLst>
              </p:cNvPr>
              <p:cNvSpPr/>
              <p:nvPr/>
            </p:nvSpPr>
            <p:spPr>
              <a:xfrm>
                <a:off x="3261582" y="2484048"/>
                <a:ext cx="917010" cy="920212"/>
              </a:xfrm>
              <a:custGeom>
                <a:avLst/>
                <a:gdLst/>
                <a:ahLst/>
                <a:cxnLst/>
                <a:rect l="0" t="0" r="0" b="0"/>
                <a:pathLst>
                  <a:path w="917010" h="920212">
                    <a:moveTo>
                      <a:pt x="914400" y="914400"/>
                    </a:moveTo>
                    <a:lnTo>
                      <a:pt x="917010" y="914400"/>
                    </a:lnTo>
                    <a:lnTo>
                      <a:pt x="914400" y="920212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8" name="ph1293">
                <a:extLst>
                  <a:ext uri="{FF2B5EF4-FFF2-40B4-BE49-F238E27FC236}">
                    <a16:creationId xmlns:a16="http://schemas.microsoft.com/office/drawing/2014/main" id="{2E890B16-93D1-D001-6C8A-7D45495D8D96}"/>
                  </a:ext>
                </a:extLst>
              </p:cNvPr>
              <p:cNvSpPr/>
              <p:nvPr/>
            </p:nvSpPr>
            <p:spPr>
              <a:xfrm>
                <a:off x="2430841" y="2466478"/>
                <a:ext cx="914400" cy="92605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54">
                    <a:moveTo>
                      <a:pt x="914400" y="914399"/>
                    </a:moveTo>
                    <a:lnTo>
                      <a:pt x="914400" y="926054"/>
                    </a:lnTo>
                    <a:lnTo>
                      <a:pt x="913765" y="924932"/>
                    </a:lnTo>
                    <a:lnTo>
                      <a:pt x="909713" y="916980"/>
                    </a:lnTo>
                    <a:lnTo>
                      <a:pt x="908528" y="91439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9" name="ph1294">
                <a:extLst>
                  <a:ext uri="{FF2B5EF4-FFF2-40B4-BE49-F238E27FC236}">
                    <a16:creationId xmlns:a16="http://schemas.microsoft.com/office/drawing/2014/main" id="{DBDFE556-9067-295A-A8CB-FA517EB15054}"/>
                  </a:ext>
                </a:extLst>
              </p:cNvPr>
              <p:cNvSpPr/>
              <p:nvPr/>
            </p:nvSpPr>
            <p:spPr>
              <a:xfrm>
                <a:off x="243084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325" y="931872"/>
                    </a:lnTo>
                    <a:lnTo>
                      <a:pt x="916706" y="930132"/>
                    </a:lnTo>
                    <a:lnTo>
                      <a:pt x="914400" y="926054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0" name="ph1295">
                <a:extLst>
                  <a:ext uri="{FF2B5EF4-FFF2-40B4-BE49-F238E27FC236}">
                    <a16:creationId xmlns:a16="http://schemas.microsoft.com/office/drawing/2014/main" id="{28F62D60-D064-8800-C4AD-4A3C0769D4C5}"/>
                  </a:ext>
                </a:extLst>
              </p:cNvPr>
              <p:cNvSpPr/>
              <p:nvPr/>
            </p:nvSpPr>
            <p:spPr>
              <a:xfrm>
                <a:off x="244028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1" name="ph1296">
                <a:extLst>
                  <a:ext uri="{FF2B5EF4-FFF2-40B4-BE49-F238E27FC236}">
                    <a16:creationId xmlns:a16="http://schemas.microsoft.com/office/drawing/2014/main" id="{4B95DA6B-EAEE-5788-47AB-73A84BC7C0DC}"/>
                  </a:ext>
                </a:extLst>
              </p:cNvPr>
              <p:cNvSpPr/>
              <p:nvPr/>
            </p:nvSpPr>
            <p:spPr>
              <a:xfrm>
                <a:off x="244972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2" name="ph1297">
                <a:extLst>
                  <a:ext uri="{FF2B5EF4-FFF2-40B4-BE49-F238E27FC236}">
                    <a16:creationId xmlns:a16="http://schemas.microsoft.com/office/drawing/2014/main" id="{D2195B54-549F-8E98-E328-10E68E821D18}"/>
                  </a:ext>
                </a:extLst>
              </p:cNvPr>
              <p:cNvSpPr/>
              <p:nvPr/>
            </p:nvSpPr>
            <p:spPr>
              <a:xfrm>
                <a:off x="245916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3" name="ph1298">
                <a:extLst>
                  <a:ext uri="{FF2B5EF4-FFF2-40B4-BE49-F238E27FC236}">
                    <a16:creationId xmlns:a16="http://schemas.microsoft.com/office/drawing/2014/main" id="{4C78C089-0105-5E01-4487-103056B0B946}"/>
                  </a:ext>
                </a:extLst>
              </p:cNvPr>
              <p:cNvSpPr/>
              <p:nvPr/>
            </p:nvSpPr>
            <p:spPr>
              <a:xfrm>
                <a:off x="246860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4" name="ph1299">
                <a:extLst>
                  <a:ext uri="{FF2B5EF4-FFF2-40B4-BE49-F238E27FC236}">
                    <a16:creationId xmlns:a16="http://schemas.microsoft.com/office/drawing/2014/main" id="{2C4183BA-0AA1-ED4F-23AD-69B280A9F88B}"/>
                  </a:ext>
                </a:extLst>
              </p:cNvPr>
              <p:cNvSpPr/>
              <p:nvPr/>
            </p:nvSpPr>
            <p:spPr>
              <a:xfrm>
                <a:off x="247804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5" name="ph1300">
                <a:extLst>
                  <a:ext uri="{FF2B5EF4-FFF2-40B4-BE49-F238E27FC236}">
                    <a16:creationId xmlns:a16="http://schemas.microsoft.com/office/drawing/2014/main" id="{AA881045-4C59-1125-E026-D043F8B224E2}"/>
                  </a:ext>
                </a:extLst>
              </p:cNvPr>
              <p:cNvSpPr/>
              <p:nvPr/>
            </p:nvSpPr>
            <p:spPr>
              <a:xfrm>
                <a:off x="248748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6" name="ph1301">
                <a:extLst>
                  <a:ext uri="{FF2B5EF4-FFF2-40B4-BE49-F238E27FC236}">
                    <a16:creationId xmlns:a16="http://schemas.microsoft.com/office/drawing/2014/main" id="{4AE1FC26-ECDE-2A09-0564-3DDD56F1C1C7}"/>
                  </a:ext>
                </a:extLst>
              </p:cNvPr>
              <p:cNvSpPr/>
              <p:nvPr/>
            </p:nvSpPr>
            <p:spPr>
              <a:xfrm>
                <a:off x="249692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7" name="ph1302">
                <a:extLst>
                  <a:ext uri="{FF2B5EF4-FFF2-40B4-BE49-F238E27FC236}">
                    <a16:creationId xmlns:a16="http://schemas.microsoft.com/office/drawing/2014/main" id="{948A6F1F-D82D-A288-641E-6FE55595BA7C}"/>
                  </a:ext>
                </a:extLst>
              </p:cNvPr>
              <p:cNvSpPr/>
              <p:nvPr/>
            </p:nvSpPr>
            <p:spPr>
              <a:xfrm>
                <a:off x="250636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8" name="ph1303">
                <a:extLst>
                  <a:ext uri="{FF2B5EF4-FFF2-40B4-BE49-F238E27FC236}">
                    <a16:creationId xmlns:a16="http://schemas.microsoft.com/office/drawing/2014/main" id="{1321F961-A246-5837-FC08-1F99907D8ABA}"/>
                  </a:ext>
                </a:extLst>
              </p:cNvPr>
              <p:cNvSpPr/>
              <p:nvPr/>
            </p:nvSpPr>
            <p:spPr>
              <a:xfrm>
                <a:off x="251580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9" name="ph1304">
                <a:extLst>
                  <a:ext uri="{FF2B5EF4-FFF2-40B4-BE49-F238E27FC236}">
                    <a16:creationId xmlns:a16="http://schemas.microsoft.com/office/drawing/2014/main" id="{0822BACE-9D90-AA71-2606-686AEA4A8635}"/>
                  </a:ext>
                </a:extLst>
              </p:cNvPr>
              <p:cNvSpPr/>
              <p:nvPr/>
            </p:nvSpPr>
            <p:spPr>
              <a:xfrm>
                <a:off x="252524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0" name="ph1305">
                <a:extLst>
                  <a:ext uri="{FF2B5EF4-FFF2-40B4-BE49-F238E27FC236}">
                    <a16:creationId xmlns:a16="http://schemas.microsoft.com/office/drawing/2014/main" id="{CEA3BE0C-347B-310B-369D-0AE8E51D4C79}"/>
                  </a:ext>
                </a:extLst>
              </p:cNvPr>
              <p:cNvSpPr/>
              <p:nvPr/>
            </p:nvSpPr>
            <p:spPr>
              <a:xfrm>
                <a:off x="253468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1" name="ph1306">
                <a:extLst>
                  <a:ext uri="{FF2B5EF4-FFF2-40B4-BE49-F238E27FC236}">
                    <a16:creationId xmlns:a16="http://schemas.microsoft.com/office/drawing/2014/main" id="{E6385F2E-F5D6-4485-4674-532D42478336}"/>
                  </a:ext>
                </a:extLst>
              </p:cNvPr>
              <p:cNvSpPr/>
              <p:nvPr/>
            </p:nvSpPr>
            <p:spPr>
              <a:xfrm>
                <a:off x="254412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2" name="ph1307">
                <a:extLst>
                  <a:ext uri="{FF2B5EF4-FFF2-40B4-BE49-F238E27FC236}">
                    <a16:creationId xmlns:a16="http://schemas.microsoft.com/office/drawing/2014/main" id="{E8663012-C42F-FE57-9CB4-AFA50A8E6107}"/>
                  </a:ext>
                </a:extLst>
              </p:cNvPr>
              <p:cNvSpPr/>
              <p:nvPr/>
            </p:nvSpPr>
            <p:spPr>
              <a:xfrm>
                <a:off x="255356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3" name="ph1308">
                <a:extLst>
                  <a:ext uri="{FF2B5EF4-FFF2-40B4-BE49-F238E27FC236}">
                    <a16:creationId xmlns:a16="http://schemas.microsoft.com/office/drawing/2014/main" id="{B57B416F-DDE4-0545-E124-279E41E5F050}"/>
                  </a:ext>
                </a:extLst>
              </p:cNvPr>
              <p:cNvSpPr/>
              <p:nvPr/>
            </p:nvSpPr>
            <p:spPr>
              <a:xfrm>
                <a:off x="256300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D">
                  <a:alpha val="100000"/>
                </a:srgbClr>
              </a:solidFill>
              <a:ln w="5420" cap="flat">
                <a:solidFill>
                  <a:srgbClr val="E7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4" name="ph1309">
                <a:extLst>
                  <a:ext uri="{FF2B5EF4-FFF2-40B4-BE49-F238E27FC236}">
                    <a16:creationId xmlns:a16="http://schemas.microsoft.com/office/drawing/2014/main" id="{97130144-1344-11AB-6DE9-10088E820159}"/>
                  </a:ext>
                </a:extLst>
              </p:cNvPr>
              <p:cNvSpPr/>
              <p:nvPr/>
            </p:nvSpPr>
            <p:spPr>
              <a:xfrm>
                <a:off x="257244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5" name="ph1310">
                <a:extLst>
                  <a:ext uri="{FF2B5EF4-FFF2-40B4-BE49-F238E27FC236}">
                    <a16:creationId xmlns:a16="http://schemas.microsoft.com/office/drawing/2014/main" id="{8788B4F7-4AFA-E162-1112-736B98BA0B77}"/>
                  </a:ext>
                </a:extLst>
              </p:cNvPr>
              <p:cNvSpPr/>
              <p:nvPr/>
            </p:nvSpPr>
            <p:spPr>
              <a:xfrm>
                <a:off x="258188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6" name="ph1311">
                <a:extLst>
                  <a:ext uri="{FF2B5EF4-FFF2-40B4-BE49-F238E27FC236}">
                    <a16:creationId xmlns:a16="http://schemas.microsoft.com/office/drawing/2014/main" id="{3C2AF421-FC28-F55E-DF06-D7E21A6EDC92}"/>
                  </a:ext>
                </a:extLst>
              </p:cNvPr>
              <p:cNvSpPr/>
              <p:nvPr/>
            </p:nvSpPr>
            <p:spPr>
              <a:xfrm>
                <a:off x="259132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7" name="ph1312">
                <a:extLst>
                  <a:ext uri="{FF2B5EF4-FFF2-40B4-BE49-F238E27FC236}">
                    <a16:creationId xmlns:a16="http://schemas.microsoft.com/office/drawing/2014/main" id="{25BDF782-69A0-5BEE-4F67-A5FEE0FB405A}"/>
                  </a:ext>
                </a:extLst>
              </p:cNvPr>
              <p:cNvSpPr/>
              <p:nvPr/>
            </p:nvSpPr>
            <p:spPr>
              <a:xfrm>
                <a:off x="260076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8" name="ph1313">
                <a:extLst>
                  <a:ext uri="{FF2B5EF4-FFF2-40B4-BE49-F238E27FC236}">
                    <a16:creationId xmlns:a16="http://schemas.microsoft.com/office/drawing/2014/main" id="{4129EA79-47E8-E0CB-5528-7F011B32F767}"/>
                  </a:ext>
                </a:extLst>
              </p:cNvPr>
              <p:cNvSpPr/>
              <p:nvPr/>
            </p:nvSpPr>
            <p:spPr>
              <a:xfrm>
                <a:off x="261020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9" name="ph1314">
                <a:extLst>
                  <a:ext uri="{FF2B5EF4-FFF2-40B4-BE49-F238E27FC236}">
                    <a16:creationId xmlns:a16="http://schemas.microsoft.com/office/drawing/2014/main" id="{694FD9C9-B2E9-E35F-3005-C283B57FCB3E}"/>
                  </a:ext>
                </a:extLst>
              </p:cNvPr>
              <p:cNvSpPr/>
              <p:nvPr/>
            </p:nvSpPr>
            <p:spPr>
              <a:xfrm>
                <a:off x="261964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0" name="ph1315">
                <a:extLst>
                  <a:ext uri="{FF2B5EF4-FFF2-40B4-BE49-F238E27FC236}">
                    <a16:creationId xmlns:a16="http://schemas.microsoft.com/office/drawing/2014/main" id="{634FDDDD-C109-6C92-27DB-3214AFF95EA3}"/>
                  </a:ext>
                </a:extLst>
              </p:cNvPr>
              <p:cNvSpPr/>
              <p:nvPr/>
            </p:nvSpPr>
            <p:spPr>
              <a:xfrm>
                <a:off x="262908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1" name="ph1316">
                <a:extLst>
                  <a:ext uri="{FF2B5EF4-FFF2-40B4-BE49-F238E27FC236}">
                    <a16:creationId xmlns:a16="http://schemas.microsoft.com/office/drawing/2014/main" id="{C0F7CE06-6700-3DD8-0E45-FFEEC7C42DDB}"/>
                  </a:ext>
                </a:extLst>
              </p:cNvPr>
              <p:cNvSpPr/>
              <p:nvPr/>
            </p:nvSpPr>
            <p:spPr>
              <a:xfrm>
                <a:off x="263852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2" name="ph1317">
                <a:extLst>
                  <a:ext uri="{FF2B5EF4-FFF2-40B4-BE49-F238E27FC236}">
                    <a16:creationId xmlns:a16="http://schemas.microsoft.com/office/drawing/2014/main" id="{F789B33A-1625-DB04-83E5-7F17DF6D0E2F}"/>
                  </a:ext>
                </a:extLst>
              </p:cNvPr>
              <p:cNvSpPr/>
              <p:nvPr/>
            </p:nvSpPr>
            <p:spPr>
              <a:xfrm>
                <a:off x="264796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3" name="ph1318">
                <a:extLst>
                  <a:ext uri="{FF2B5EF4-FFF2-40B4-BE49-F238E27FC236}">
                    <a16:creationId xmlns:a16="http://schemas.microsoft.com/office/drawing/2014/main" id="{19EA9642-A3AA-135E-2A71-142329A1B2B9}"/>
                  </a:ext>
                </a:extLst>
              </p:cNvPr>
              <p:cNvSpPr/>
              <p:nvPr/>
            </p:nvSpPr>
            <p:spPr>
              <a:xfrm>
                <a:off x="265740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4" name="ph1319">
                <a:extLst>
                  <a:ext uri="{FF2B5EF4-FFF2-40B4-BE49-F238E27FC236}">
                    <a16:creationId xmlns:a16="http://schemas.microsoft.com/office/drawing/2014/main" id="{A0EB7A0B-B054-36B8-F369-C5F286F122CC}"/>
                  </a:ext>
                </a:extLst>
              </p:cNvPr>
              <p:cNvSpPr/>
              <p:nvPr/>
            </p:nvSpPr>
            <p:spPr>
              <a:xfrm>
                <a:off x="266684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5" name="ph1320">
                <a:extLst>
                  <a:ext uri="{FF2B5EF4-FFF2-40B4-BE49-F238E27FC236}">
                    <a16:creationId xmlns:a16="http://schemas.microsoft.com/office/drawing/2014/main" id="{D0E47285-B34D-F4D3-21A2-05B438EC9783}"/>
                  </a:ext>
                </a:extLst>
              </p:cNvPr>
              <p:cNvSpPr/>
              <p:nvPr/>
            </p:nvSpPr>
            <p:spPr>
              <a:xfrm>
                <a:off x="267628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6" name="ph1321">
                <a:extLst>
                  <a:ext uri="{FF2B5EF4-FFF2-40B4-BE49-F238E27FC236}">
                    <a16:creationId xmlns:a16="http://schemas.microsoft.com/office/drawing/2014/main" id="{66C5480E-B55D-B1A9-AB3E-B3EA010CD01C}"/>
                  </a:ext>
                </a:extLst>
              </p:cNvPr>
              <p:cNvSpPr/>
              <p:nvPr/>
            </p:nvSpPr>
            <p:spPr>
              <a:xfrm>
                <a:off x="268572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7" name="ph1322">
                <a:extLst>
                  <a:ext uri="{FF2B5EF4-FFF2-40B4-BE49-F238E27FC236}">
                    <a16:creationId xmlns:a16="http://schemas.microsoft.com/office/drawing/2014/main" id="{1DF2866C-41A7-D170-1A23-1EA2B082307C}"/>
                  </a:ext>
                </a:extLst>
              </p:cNvPr>
              <p:cNvSpPr/>
              <p:nvPr/>
            </p:nvSpPr>
            <p:spPr>
              <a:xfrm>
                <a:off x="269516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8" name="ph1323">
                <a:extLst>
                  <a:ext uri="{FF2B5EF4-FFF2-40B4-BE49-F238E27FC236}">
                    <a16:creationId xmlns:a16="http://schemas.microsoft.com/office/drawing/2014/main" id="{5D55447D-B9B6-E627-37D7-8DAAA6FF599F}"/>
                  </a:ext>
                </a:extLst>
              </p:cNvPr>
              <p:cNvSpPr/>
              <p:nvPr/>
            </p:nvSpPr>
            <p:spPr>
              <a:xfrm>
                <a:off x="270460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2">
                  <a:alpha val="100000"/>
                </a:srgbClr>
              </a:solidFill>
              <a:ln w="5420" cap="flat">
                <a:solidFill>
                  <a:srgbClr val="DF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9" name="ph1324">
                <a:extLst>
                  <a:ext uri="{FF2B5EF4-FFF2-40B4-BE49-F238E27FC236}">
                    <a16:creationId xmlns:a16="http://schemas.microsoft.com/office/drawing/2014/main" id="{3EDB7D93-907F-0B9C-9393-49851D3A6554}"/>
                  </a:ext>
                </a:extLst>
              </p:cNvPr>
              <p:cNvSpPr/>
              <p:nvPr/>
            </p:nvSpPr>
            <p:spPr>
              <a:xfrm>
                <a:off x="271404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0" name="ph1325">
                <a:extLst>
                  <a:ext uri="{FF2B5EF4-FFF2-40B4-BE49-F238E27FC236}">
                    <a16:creationId xmlns:a16="http://schemas.microsoft.com/office/drawing/2014/main" id="{F299DA29-E406-5F90-55B2-22F6B65C7DE1}"/>
                  </a:ext>
                </a:extLst>
              </p:cNvPr>
              <p:cNvSpPr/>
              <p:nvPr/>
            </p:nvSpPr>
            <p:spPr>
              <a:xfrm>
                <a:off x="272348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1" name="ph1326">
                <a:extLst>
                  <a:ext uri="{FF2B5EF4-FFF2-40B4-BE49-F238E27FC236}">
                    <a16:creationId xmlns:a16="http://schemas.microsoft.com/office/drawing/2014/main" id="{982A69B6-37BE-CE4E-FB2C-13AF7598248A}"/>
                  </a:ext>
                </a:extLst>
              </p:cNvPr>
              <p:cNvSpPr/>
              <p:nvPr/>
            </p:nvSpPr>
            <p:spPr>
              <a:xfrm>
                <a:off x="273292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2" name="ph1327">
                <a:extLst>
                  <a:ext uri="{FF2B5EF4-FFF2-40B4-BE49-F238E27FC236}">
                    <a16:creationId xmlns:a16="http://schemas.microsoft.com/office/drawing/2014/main" id="{B812730D-A206-DE17-8352-5A673619D11C}"/>
                  </a:ext>
                </a:extLst>
              </p:cNvPr>
              <p:cNvSpPr/>
              <p:nvPr/>
            </p:nvSpPr>
            <p:spPr>
              <a:xfrm>
                <a:off x="274236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3" name="ph1328">
                <a:extLst>
                  <a:ext uri="{FF2B5EF4-FFF2-40B4-BE49-F238E27FC236}">
                    <a16:creationId xmlns:a16="http://schemas.microsoft.com/office/drawing/2014/main" id="{9244935B-8463-8366-0922-E30CD85126A4}"/>
                  </a:ext>
                </a:extLst>
              </p:cNvPr>
              <p:cNvSpPr/>
              <p:nvPr/>
            </p:nvSpPr>
            <p:spPr>
              <a:xfrm>
                <a:off x="275180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4" name="ph1329">
                <a:extLst>
                  <a:ext uri="{FF2B5EF4-FFF2-40B4-BE49-F238E27FC236}">
                    <a16:creationId xmlns:a16="http://schemas.microsoft.com/office/drawing/2014/main" id="{0821E14D-C21E-AD0D-8EB1-37F01E2912CE}"/>
                  </a:ext>
                </a:extLst>
              </p:cNvPr>
              <p:cNvSpPr/>
              <p:nvPr/>
            </p:nvSpPr>
            <p:spPr>
              <a:xfrm>
                <a:off x="276125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5" name="ph1330">
                <a:extLst>
                  <a:ext uri="{FF2B5EF4-FFF2-40B4-BE49-F238E27FC236}">
                    <a16:creationId xmlns:a16="http://schemas.microsoft.com/office/drawing/2014/main" id="{BDC32490-11BD-116F-438A-EDE8D12014D7}"/>
                  </a:ext>
                </a:extLst>
              </p:cNvPr>
              <p:cNvSpPr/>
              <p:nvPr/>
            </p:nvSpPr>
            <p:spPr>
              <a:xfrm>
                <a:off x="277069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6" name="ph1331">
                <a:extLst>
                  <a:ext uri="{FF2B5EF4-FFF2-40B4-BE49-F238E27FC236}">
                    <a16:creationId xmlns:a16="http://schemas.microsoft.com/office/drawing/2014/main" id="{D5F1F163-A7CF-6CE3-D6F5-EF76C2D0D736}"/>
                  </a:ext>
                </a:extLst>
              </p:cNvPr>
              <p:cNvSpPr/>
              <p:nvPr/>
            </p:nvSpPr>
            <p:spPr>
              <a:xfrm>
                <a:off x="278013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7" name="ph1332">
                <a:extLst>
                  <a:ext uri="{FF2B5EF4-FFF2-40B4-BE49-F238E27FC236}">
                    <a16:creationId xmlns:a16="http://schemas.microsoft.com/office/drawing/2014/main" id="{D76D0A6E-0C7F-A6A5-4A05-84D610033F49}"/>
                  </a:ext>
                </a:extLst>
              </p:cNvPr>
              <p:cNvSpPr/>
              <p:nvPr/>
            </p:nvSpPr>
            <p:spPr>
              <a:xfrm>
                <a:off x="278957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8" name="ph1333">
                <a:extLst>
                  <a:ext uri="{FF2B5EF4-FFF2-40B4-BE49-F238E27FC236}">
                    <a16:creationId xmlns:a16="http://schemas.microsoft.com/office/drawing/2014/main" id="{07800EE9-7419-7FE4-6E61-2EF728915C80}"/>
                  </a:ext>
                </a:extLst>
              </p:cNvPr>
              <p:cNvSpPr/>
              <p:nvPr/>
            </p:nvSpPr>
            <p:spPr>
              <a:xfrm>
                <a:off x="279901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9" name="ph1334">
                <a:extLst>
                  <a:ext uri="{FF2B5EF4-FFF2-40B4-BE49-F238E27FC236}">
                    <a16:creationId xmlns:a16="http://schemas.microsoft.com/office/drawing/2014/main" id="{776C4D79-9BF1-ECB1-028B-0A3205FD792C}"/>
                  </a:ext>
                </a:extLst>
              </p:cNvPr>
              <p:cNvSpPr/>
              <p:nvPr/>
            </p:nvSpPr>
            <p:spPr>
              <a:xfrm>
                <a:off x="280845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0" name="ph1335">
                <a:extLst>
                  <a:ext uri="{FF2B5EF4-FFF2-40B4-BE49-F238E27FC236}">
                    <a16:creationId xmlns:a16="http://schemas.microsoft.com/office/drawing/2014/main" id="{0CA431DB-6889-844C-7B01-991F51711D53}"/>
                  </a:ext>
                </a:extLst>
              </p:cNvPr>
              <p:cNvSpPr/>
              <p:nvPr/>
            </p:nvSpPr>
            <p:spPr>
              <a:xfrm>
                <a:off x="281789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1" name="ph1336">
                <a:extLst>
                  <a:ext uri="{FF2B5EF4-FFF2-40B4-BE49-F238E27FC236}">
                    <a16:creationId xmlns:a16="http://schemas.microsoft.com/office/drawing/2014/main" id="{1438FBF6-C74E-F13A-A632-7974142824E8}"/>
                  </a:ext>
                </a:extLst>
              </p:cNvPr>
              <p:cNvSpPr/>
              <p:nvPr/>
            </p:nvSpPr>
            <p:spPr>
              <a:xfrm>
                <a:off x="282733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2" name="ph1337">
                <a:extLst>
                  <a:ext uri="{FF2B5EF4-FFF2-40B4-BE49-F238E27FC236}">
                    <a16:creationId xmlns:a16="http://schemas.microsoft.com/office/drawing/2014/main" id="{BEE5113F-14CB-1F06-A688-F0E5CB8C3B15}"/>
                  </a:ext>
                </a:extLst>
              </p:cNvPr>
              <p:cNvSpPr/>
              <p:nvPr/>
            </p:nvSpPr>
            <p:spPr>
              <a:xfrm>
                <a:off x="283677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3" name="ph1338">
                <a:extLst>
                  <a:ext uri="{FF2B5EF4-FFF2-40B4-BE49-F238E27FC236}">
                    <a16:creationId xmlns:a16="http://schemas.microsoft.com/office/drawing/2014/main" id="{8E029AE7-0C83-F128-8CA0-E7260FAFC5FC}"/>
                  </a:ext>
                </a:extLst>
              </p:cNvPr>
              <p:cNvSpPr/>
              <p:nvPr/>
            </p:nvSpPr>
            <p:spPr>
              <a:xfrm>
                <a:off x="284621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4" name="ph1339">
                <a:extLst>
                  <a:ext uri="{FF2B5EF4-FFF2-40B4-BE49-F238E27FC236}">
                    <a16:creationId xmlns:a16="http://schemas.microsoft.com/office/drawing/2014/main" id="{A6C91BD8-08C6-5786-A2BD-60083D6CB1AE}"/>
                  </a:ext>
                </a:extLst>
              </p:cNvPr>
              <p:cNvSpPr/>
              <p:nvPr/>
            </p:nvSpPr>
            <p:spPr>
              <a:xfrm>
                <a:off x="285565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5" name="ph1340">
                <a:extLst>
                  <a:ext uri="{FF2B5EF4-FFF2-40B4-BE49-F238E27FC236}">
                    <a16:creationId xmlns:a16="http://schemas.microsoft.com/office/drawing/2014/main" id="{0804599C-6B98-8FE7-05FF-B3C8C98FED7E}"/>
                  </a:ext>
                </a:extLst>
              </p:cNvPr>
              <p:cNvSpPr/>
              <p:nvPr/>
            </p:nvSpPr>
            <p:spPr>
              <a:xfrm>
                <a:off x="286509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6" name="ph1341">
                <a:extLst>
                  <a:ext uri="{FF2B5EF4-FFF2-40B4-BE49-F238E27FC236}">
                    <a16:creationId xmlns:a16="http://schemas.microsoft.com/office/drawing/2014/main" id="{D51C3076-DB3C-EBA5-5352-60EC85AFC9D9}"/>
                  </a:ext>
                </a:extLst>
              </p:cNvPr>
              <p:cNvSpPr/>
              <p:nvPr/>
            </p:nvSpPr>
            <p:spPr>
              <a:xfrm>
                <a:off x="287453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7" name="ph1342">
                <a:extLst>
                  <a:ext uri="{FF2B5EF4-FFF2-40B4-BE49-F238E27FC236}">
                    <a16:creationId xmlns:a16="http://schemas.microsoft.com/office/drawing/2014/main" id="{5C3A0890-584E-C82C-259F-7669DE18B832}"/>
                  </a:ext>
                </a:extLst>
              </p:cNvPr>
              <p:cNvSpPr/>
              <p:nvPr/>
            </p:nvSpPr>
            <p:spPr>
              <a:xfrm>
                <a:off x="288397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8" name="ph1343">
                <a:extLst>
                  <a:ext uri="{FF2B5EF4-FFF2-40B4-BE49-F238E27FC236}">
                    <a16:creationId xmlns:a16="http://schemas.microsoft.com/office/drawing/2014/main" id="{B0B68DDA-4403-A51D-98B0-FB9450DA1207}"/>
                  </a:ext>
                </a:extLst>
              </p:cNvPr>
              <p:cNvSpPr/>
              <p:nvPr/>
            </p:nvSpPr>
            <p:spPr>
              <a:xfrm>
                <a:off x="289341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9" name="ph1344">
                <a:extLst>
                  <a:ext uri="{FF2B5EF4-FFF2-40B4-BE49-F238E27FC236}">
                    <a16:creationId xmlns:a16="http://schemas.microsoft.com/office/drawing/2014/main" id="{B54B0694-3761-3185-ED66-D218E4429E62}"/>
                  </a:ext>
                </a:extLst>
              </p:cNvPr>
              <p:cNvSpPr/>
              <p:nvPr/>
            </p:nvSpPr>
            <p:spPr>
              <a:xfrm>
                <a:off x="290285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0" name="ph1345">
                <a:extLst>
                  <a:ext uri="{FF2B5EF4-FFF2-40B4-BE49-F238E27FC236}">
                    <a16:creationId xmlns:a16="http://schemas.microsoft.com/office/drawing/2014/main" id="{8EE32072-C4FE-2C8E-CFAD-769E768952A4}"/>
                  </a:ext>
                </a:extLst>
              </p:cNvPr>
              <p:cNvSpPr/>
              <p:nvPr/>
            </p:nvSpPr>
            <p:spPr>
              <a:xfrm>
                <a:off x="2912293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1" name="ph1346">
                <a:extLst>
                  <a:ext uri="{FF2B5EF4-FFF2-40B4-BE49-F238E27FC236}">
                    <a16:creationId xmlns:a16="http://schemas.microsoft.com/office/drawing/2014/main" id="{450C18A2-4242-2577-ABC6-1F63AD344119}"/>
                  </a:ext>
                </a:extLst>
              </p:cNvPr>
              <p:cNvSpPr/>
              <p:nvPr/>
            </p:nvSpPr>
            <p:spPr>
              <a:xfrm>
                <a:off x="292173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2" name="ph1347">
                <a:extLst>
                  <a:ext uri="{FF2B5EF4-FFF2-40B4-BE49-F238E27FC236}">
                    <a16:creationId xmlns:a16="http://schemas.microsoft.com/office/drawing/2014/main" id="{CB21864D-445C-6FF5-C772-EA26936B0B42}"/>
                  </a:ext>
                </a:extLst>
              </p:cNvPr>
              <p:cNvSpPr/>
              <p:nvPr/>
            </p:nvSpPr>
            <p:spPr>
              <a:xfrm>
                <a:off x="293117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3" name="ph1348">
                <a:extLst>
                  <a:ext uri="{FF2B5EF4-FFF2-40B4-BE49-F238E27FC236}">
                    <a16:creationId xmlns:a16="http://schemas.microsoft.com/office/drawing/2014/main" id="{47643072-7821-F805-C926-295B035DE6B9}"/>
                  </a:ext>
                </a:extLst>
              </p:cNvPr>
              <p:cNvSpPr/>
              <p:nvPr/>
            </p:nvSpPr>
            <p:spPr>
              <a:xfrm>
                <a:off x="294061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4" name="ph1349">
                <a:extLst>
                  <a:ext uri="{FF2B5EF4-FFF2-40B4-BE49-F238E27FC236}">
                    <a16:creationId xmlns:a16="http://schemas.microsoft.com/office/drawing/2014/main" id="{A7607BCF-35F2-DE7C-7838-FD4A74F893B3}"/>
                  </a:ext>
                </a:extLst>
              </p:cNvPr>
              <p:cNvSpPr/>
              <p:nvPr/>
            </p:nvSpPr>
            <p:spPr>
              <a:xfrm>
                <a:off x="2950054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5" name="ph1350">
                <a:extLst>
                  <a:ext uri="{FF2B5EF4-FFF2-40B4-BE49-F238E27FC236}">
                    <a16:creationId xmlns:a16="http://schemas.microsoft.com/office/drawing/2014/main" id="{5AA0276D-528A-59C9-E584-7F979DFA06D5}"/>
                  </a:ext>
                </a:extLst>
              </p:cNvPr>
              <p:cNvSpPr/>
              <p:nvPr/>
            </p:nvSpPr>
            <p:spPr>
              <a:xfrm>
                <a:off x="295949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6" name="ph1351">
                <a:extLst>
                  <a:ext uri="{FF2B5EF4-FFF2-40B4-BE49-F238E27FC236}">
                    <a16:creationId xmlns:a16="http://schemas.microsoft.com/office/drawing/2014/main" id="{1EC962DA-B2AD-16FA-ADC3-B0114E7A9809}"/>
                  </a:ext>
                </a:extLst>
              </p:cNvPr>
              <p:cNvSpPr/>
              <p:nvPr/>
            </p:nvSpPr>
            <p:spPr>
              <a:xfrm>
                <a:off x="296893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7" name="ph1352">
                <a:extLst>
                  <a:ext uri="{FF2B5EF4-FFF2-40B4-BE49-F238E27FC236}">
                    <a16:creationId xmlns:a16="http://schemas.microsoft.com/office/drawing/2014/main" id="{2C14193F-163D-F228-17C2-EA51D02D04C8}"/>
                  </a:ext>
                </a:extLst>
              </p:cNvPr>
              <p:cNvSpPr/>
              <p:nvPr/>
            </p:nvSpPr>
            <p:spPr>
              <a:xfrm>
                <a:off x="297837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8" name="ph1353">
                <a:extLst>
                  <a:ext uri="{FF2B5EF4-FFF2-40B4-BE49-F238E27FC236}">
                    <a16:creationId xmlns:a16="http://schemas.microsoft.com/office/drawing/2014/main" id="{24204C77-CB20-F6B0-2A94-B04DE9843D85}"/>
                  </a:ext>
                </a:extLst>
              </p:cNvPr>
              <p:cNvSpPr/>
              <p:nvPr/>
            </p:nvSpPr>
            <p:spPr>
              <a:xfrm>
                <a:off x="2987815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C">
                  <a:alpha val="100000"/>
                </a:srgbClr>
              </a:solidFill>
              <a:ln w="5420" cap="flat">
                <a:solidFill>
                  <a:srgbClr val="F2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9" name="ph1354">
                <a:extLst>
                  <a:ext uri="{FF2B5EF4-FFF2-40B4-BE49-F238E27FC236}">
                    <a16:creationId xmlns:a16="http://schemas.microsoft.com/office/drawing/2014/main" id="{7107F96B-4AE4-8027-0C89-3C1C1FEFC913}"/>
                  </a:ext>
                </a:extLst>
              </p:cNvPr>
              <p:cNvSpPr/>
              <p:nvPr/>
            </p:nvSpPr>
            <p:spPr>
              <a:xfrm>
                <a:off x="299725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0" name="ph1355">
                <a:extLst>
                  <a:ext uri="{FF2B5EF4-FFF2-40B4-BE49-F238E27FC236}">
                    <a16:creationId xmlns:a16="http://schemas.microsoft.com/office/drawing/2014/main" id="{07F4BAC0-08C0-75DE-05E7-04ADB3DA05E4}"/>
                  </a:ext>
                </a:extLst>
              </p:cNvPr>
              <p:cNvSpPr/>
              <p:nvPr/>
            </p:nvSpPr>
            <p:spPr>
              <a:xfrm>
                <a:off x="300669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1" name="ph1356">
                <a:extLst>
                  <a:ext uri="{FF2B5EF4-FFF2-40B4-BE49-F238E27FC236}">
                    <a16:creationId xmlns:a16="http://schemas.microsoft.com/office/drawing/2014/main" id="{01FCF1EC-F07B-C6A5-248F-A533D7DD2DF8}"/>
                  </a:ext>
                </a:extLst>
              </p:cNvPr>
              <p:cNvSpPr/>
              <p:nvPr/>
            </p:nvSpPr>
            <p:spPr>
              <a:xfrm>
                <a:off x="301613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2" name="ph1357">
                <a:extLst>
                  <a:ext uri="{FF2B5EF4-FFF2-40B4-BE49-F238E27FC236}">
                    <a16:creationId xmlns:a16="http://schemas.microsoft.com/office/drawing/2014/main" id="{6A97CE67-E5B8-325F-7EE8-38ABB6629DA2}"/>
                  </a:ext>
                </a:extLst>
              </p:cNvPr>
              <p:cNvSpPr/>
              <p:nvPr/>
            </p:nvSpPr>
            <p:spPr>
              <a:xfrm>
                <a:off x="3025576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3" name="ph1358">
                <a:extLst>
                  <a:ext uri="{FF2B5EF4-FFF2-40B4-BE49-F238E27FC236}">
                    <a16:creationId xmlns:a16="http://schemas.microsoft.com/office/drawing/2014/main" id="{A47154D4-3F0E-0538-3F64-315A995D9BC6}"/>
                  </a:ext>
                </a:extLst>
              </p:cNvPr>
              <p:cNvSpPr/>
              <p:nvPr/>
            </p:nvSpPr>
            <p:spPr>
              <a:xfrm>
                <a:off x="303501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4" name="ph1359">
                <a:extLst>
                  <a:ext uri="{FF2B5EF4-FFF2-40B4-BE49-F238E27FC236}">
                    <a16:creationId xmlns:a16="http://schemas.microsoft.com/office/drawing/2014/main" id="{EBAFF578-0285-3A10-95D1-C8D8988657D5}"/>
                  </a:ext>
                </a:extLst>
              </p:cNvPr>
              <p:cNvSpPr/>
              <p:nvPr/>
            </p:nvSpPr>
            <p:spPr>
              <a:xfrm>
                <a:off x="304445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5" name="ph1360">
                <a:extLst>
                  <a:ext uri="{FF2B5EF4-FFF2-40B4-BE49-F238E27FC236}">
                    <a16:creationId xmlns:a16="http://schemas.microsoft.com/office/drawing/2014/main" id="{B7230940-8FA1-3767-AC44-3AFAD342836B}"/>
                  </a:ext>
                </a:extLst>
              </p:cNvPr>
              <p:cNvSpPr/>
              <p:nvPr/>
            </p:nvSpPr>
            <p:spPr>
              <a:xfrm>
                <a:off x="305389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6" name="ph1361">
                <a:extLst>
                  <a:ext uri="{FF2B5EF4-FFF2-40B4-BE49-F238E27FC236}">
                    <a16:creationId xmlns:a16="http://schemas.microsoft.com/office/drawing/2014/main" id="{1EB23CE3-0E0A-8121-846A-33781040F2BC}"/>
                  </a:ext>
                </a:extLst>
              </p:cNvPr>
              <p:cNvSpPr/>
              <p:nvPr/>
            </p:nvSpPr>
            <p:spPr>
              <a:xfrm>
                <a:off x="3063337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7" name="ph1362">
                <a:extLst>
                  <a:ext uri="{FF2B5EF4-FFF2-40B4-BE49-F238E27FC236}">
                    <a16:creationId xmlns:a16="http://schemas.microsoft.com/office/drawing/2014/main" id="{F247E1F3-BC2C-5860-574A-BB79C26F1D39}"/>
                  </a:ext>
                </a:extLst>
              </p:cNvPr>
              <p:cNvSpPr/>
              <p:nvPr/>
            </p:nvSpPr>
            <p:spPr>
              <a:xfrm>
                <a:off x="307277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8" name="ph1363">
                <a:extLst>
                  <a:ext uri="{FF2B5EF4-FFF2-40B4-BE49-F238E27FC236}">
                    <a16:creationId xmlns:a16="http://schemas.microsoft.com/office/drawing/2014/main" id="{B606B826-9757-BF5E-CE01-5F931CFE7B2E}"/>
                  </a:ext>
                </a:extLst>
              </p:cNvPr>
              <p:cNvSpPr/>
              <p:nvPr/>
            </p:nvSpPr>
            <p:spPr>
              <a:xfrm>
                <a:off x="308221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9" name="ph1364">
                <a:extLst>
                  <a:ext uri="{FF2B5EF4-FFF2-40B4-BE49-F238E27FC236}">
                    <a16:creationId xmlns:a16="http://schemas.microsoft.com/office/drawing/2014/main" id="{99AB973F-5AA2-CADF-F7ED-BDDF075D819D}"/>
                  </a:ext>
                </a:extLst>
              </p:cNvPr>
              <p:cNvSpPr/>
              <p:nvPr/>
            </p:nvSpPr>
            <p:spPr>
              <a:xfrm>
                <a:off x="309165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0" name="ph1365">
                <a:extLst>
                  <a:ext uri="{FF2B5EF4-FFF2-40B4-BE49-F238E27FC236}">
                    <a16:creationId xmlns:a16="http://schemas.microsoft.com/office/drawing/2014/main" id="{37B7348B-C17B-F5B3-1386-BCB73A4766F8}"/>
                  </a:ext>
                </a:extLst>
              </p:cNvPr>
              <p:cNvSpPr/>
              <p:nvPr/>
            </p:nvSpPr>
            <p:spPr>
              <a:xfrm>
                <a:off x="310109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1" name="ph1366">
                <a:extLst>
                  <a:ext uri="{FF2B5EF4-FFF2-40B4-BE49-F238E27FC236}">
                    <a16:creationId xmlns:a16="http://schemas.microsoft.com/office/drawing/2014/main" id="{5910ED2C-EFC6-44D3-8A8E-DC3FC0C5D116}"/>
                  </a:ext>
                </a:extLst>
              </p:cNvPr>
              <p:cNvSpPr/>
              <p:nvPr/>
            </p:nvSpPr>
            <p:spPr>
              <a:xfrm>
                <a:off x="3110538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2" name="ph1367">
                <a:extLst>
                  <a:ext uri="{FF2B5EF4-FFF2-40B4-BE49-F238E27FC236}">
                    <a16:creationId xmlns:a16="http://schemas.microsoft.com/office/drawing/2014/main" id="{C27FFA06-5028-509E-DF78-07B3C1BE0124}"/>
                  </a:ext>
                </a:extLst>
              </p:cNvPr>
              <p:cNvSpPr/>
              <p:nvPr/>
            </p:nvSpPr>
            <p:spPr>
              <a:xfrm>
                <a:off x="311997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3" name="ph1368">
                <a:extLst>
                  <a:ext uri="{FF2B5EF4-FFF2-40B4-BE49-F238E27FC236}">
                    <a16:creationId xmlns:a16="http://schemas.microsoft.com/office/drawing/2014/main" id="{45D1B8CE-F3BD-51A5-1168-A941256D04CE}"/>
                  </a:ext>
                </a:extLst>
              </p:cNvPr>
              <p:cNvSpPr/>
              <p:nvPr/>
            </p:nvSpPr>
            <p:spPr>
              <a:xfrm>
                <a:off x="312941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4" name="ph1369">
                <a:extLst>
                  <a:ext uri="{FF2B5EF4-FFF2-40B4-BE49-F238E27FC236}">
                    <a16:creationId xmlns:a16="http://schemas.microsoft.com/office/drawing/2014/main" id="{3079B063-85DC-C7D9-FF6F-10B5424F2BF9}"/>
                  </a:ext>
                </a:extLst>
              </p:cNvPr>
              <p:cNvSpPr/>
              <p:nvPr/>
            </p:nvSpPr>
            <p:spPr>
              <a:xfrm>
                <a:off x="313885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5" name="ph1370">
                <a:extLst>
                  <a:ext uri="{FF2B5EF4-FFF2-40B4-BE49-F238E27FC236}">
                    <a16:creationId xmlns:a16="http://schemas.microsoft.com/office/drawing/2014/main" id="{6AF3E4E1-C440-0981-C1C9-26BF32F47E27}"/>
                  </a:ext>
                </a:extLst>
              </p:cNvPr>
              <p:cNvSpPr/>
              <p:nvPr/>
            </p:nvSpPr>
            <p:spPr>
              <a:xfrm>
                <a:off x="3148299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6" name="ph1371">
                <a:extLst>
                  <a:ext uri="{FF2B5EF4-FFF2-40B4-BE49-F238E27FC236}">
                    <a16:creationId xmlns:a16="http://schemas.microsoft.com/office/drawing/2014/main" id="{05721694-E942-6A9A-1E6E-7E141C157D27}"/>
                  </a:ext>
                </a:extLst>
              </p:cNvPr>
              <p:cNvSpPr/>
              <p:nvPr/>
            </p:nvSpPr>
            <p:spPr>
              <a:xfrm>
                <a:off x="315774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7" name="ph1372">
                <a:extLst>
                  <a:ext uri="{FF2B5EF4-FFF2-40B4-BE49-F238E27FC236}">
                    <a16:creationId xmlns:a16="http://schemas.microsoft.com/office/drawing/2014/main" id="{865E72A5-F24A-633E-2000-393E646C6932}"/>
                  </a:ext>
                </a:extLst>
              </p:cNvPr>
              <p:cNvSpPr/>
              <p:nvPr/>
            </p:nvSpPr>
            <p:spPr>
              <a:xfrm>
                <a:off x="316718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8" name="ph1373">
                <a:extLst>
                  <a:ext uri="{FF2B5EF4-FFF2-40B4-BE49-F238E27FC236}">
                    <a16:creationId xmlns:a16="http://schemas.microsoft.com/office/drawing/2014/main" id="{7F8628B5-6E9D-9FAA-0B57-2BCF83517EB6}"/>
                  </a:ext>
                </a:extLst>
              </p:cNvPr>
              <p:cNvSpPr/>
              <p:nvPr/>
            </p:nvSpPr>
            <p:spPr>
              <a:xfrm>
                <a:off x="317662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9" name="ph1374">
                <a:extLst>
                  <a:ext uri="{FF2B5EF4-FFF2-40B4-BE49-F238E27FC236}">
                    <a16:creationId xmlns:a16="http://schemas.microsoft.com/office/drawing/2014/main" id="{7FC36694-AA7E-6E90-4166-CFDEFB4F5249}"/>
                  </a:ext>
                </a:extLst>
              </p:cNvPr>
              <p:cNvSpPr/>
              <p:nvPr/>
            </p:nvSpPr>
            <p:spPr>
              <a:xfrm>
                <a:off x="3186060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0" name="ph1375">
                <a:extLst>
                  <a:ext uri="{FF2B5EF4-FFF2-40B4-BE49-F238E27FC236}">
                    <a16:creationId xmlns:a16="http://schemas.microsoft.com/office/drawing/2014/main" id="{21650AF1-B2F8-9175-908A-0A3067F955FD}"/>
                  </a:ext>
                </a:extLst>
              </p:cNvPr>
              <p:cNvSpPr/>
              <p:nvPr/>
            </p:nvSpPr>
            <p:spPr>
              <a:xfrm>
                <a:off x="319550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1" name="ph1376">
                <a:extLst>
                  <a:ext uri="{FF2B5EF4-FFF2-40B4-BE49-F238E27FC236}">
                    <a16:creationId xmlns:a16="http://schemas.microsoft.com/office/drawing/2014/main" id="{B2318366-7EAA-8B52-2A91-3927AC0F8E00}"/>
                  </a:ext>
                </a:extLst>
              </p:cNvPr>
              <p:cNvSpPr/>
              <p:nvPr/>
            </p:nvSpPr>
            <p:spPr>
              <a:xfrm>
                <a:off x="320494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2" name="ph1377">
                <a:extLst>
                  <a:ext uri="{FF2B5EF4-FFF2-40B4-BE49-F238E27FC236}">
                    <a16:creationId xmlns:a16="http://schemas.microsoft.com/office/drawing/2014/main" id="{53016C92-C56C-12DA-7366-52277B27C0C6}"/>
                  </a:ext>
                </a:extLst>
              </p:cNvPr>
              <p:cNvSpPr/>
              <p:nvPr/>
            </p:nvSpPr>
            <p:spPr>
              <a:xfrm>
                <a:off x="321438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3" name="ph1378">
                <a:extLst>
                  <a:ext uri="{FF2B5EF4-FFF2-40B4-BE49-F238E27FC236}">
                    <a16:creationId xmlns:a16="http://schemas.microsoft.com/office/drawing/2014/main" id="{A661FC82-2C68-0C5B-BB1D-FECFB7E5A532}"/>
                  </a:ext>
                </a:extLst>
              </p:cNvPr>
              <p:cNvSpPr/>
              <p:nvPr/>
            </p:nvSpPr>
            <p:spPr>
              <a:xfrm>
                <a:off x="3223821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4" name="ph1379">
                <a:extLst>
                  <a:ext uri="{FF2B5EF4-FFF2-40B4-BE49-F238E27FC236}">
                    <a16:creationId xmlns:a16="http://schemas.microsoft.com/office/drawing/2014/main" id="{3B791DC2-765C-5218-A92E-205CBEF5DD27}"/>
                  </a:ext>
                </a:extLst>
              </p:cNvPr>
              <p:cNvSpPr/>
              <p:nvPr/>
            </p:nvSpPr>
            <p:spPr>
              <a:xfrm>
                <a:off x="323326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5" name="ph1380">
                <a:extLst>
                  <a:ext uri="{FF2B5EF4-FFF2-40B4-BE49-F238E27FC236}">
                    <a16:creationId xmlns:a16="http://schemas.microsoft.com/office/drawing/2014/main" id="{7E70A3B3-7BAD-8815-327F-67B7068FD4D8}"/>
                  </a:ext>
                </a:extLst>
              </p:cNvPr>
              <p:cNvSpPr/>
              <p:nvPr/>
            </p:nvSpPr>
            <p:spPr>
              <a:xfrm>
                <a:off x="324270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6" name="ph1381">
                <a:extLst>
                  <a:ext uri="{FF2B5EF4-FFF2-40B4-BE49-F238E27FC236}">
                    <a16:creationId xmlns:a16="http://schemas.microsoft.com/office/drawing/2014/main" id="{52136D8C-6B9C-48D3-5362-A2D0C98DA6B7}"/>
                  </a:ext>
                </a:extLst>
              </p:cNvPr>
              <p:cNvSpPr/>
              <p:nvPr/>
            </p:nvSpPr>
            <p:spPr>
              <a:xfrm>
                <a:off x="3252142" y="246647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7" name="ph1382">
                <a:extLst>
                  <a:ext uri="{FF2B5EF4-FFF2-40B4-BE49-F238E27FC236}">
                    <a16:creationId xmlns:a16="http://schemas.microsoft.com/office/drawing/2014/main" id="{EE29CCA5-C236-D9C1-B424-D8CEEB3D0906}"/>
                  </a:ext>
                </a:extLst>
              </p:cNvPr>
              <p:cNvSpPr/>
              <p:nvPr/>
            </p:nvSpPr>
            <p:spPr>
              <a:xfrm>
                <a:off x="3261582" y="2484048"/>
                <a:ext cx="92382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2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26" y="896830"/>
                    </a:lnTo>
                    <a:lnTo>
                      <a:pt x="921435" y="903539"/>
                    </a:lnTo>
                    <a:lnTo>
                      <a:pt x="917685" y="912898"/>
                    </a:lnTo>
                    <a:lnTo>
                      <a:pt x="917010" y="914400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8" name="ph1383">
                <a:extLst>
                  <a:ext uri="{FF2B5EF4-FFF2-40B4-BE49-F238E27FC236}">
                    <a16:creationId xmlns:a16="http://schemas.microsoft.com/office/drawing/2014/main" id="{24418CE1-E2D4-1A4E-A82E-65D6BA3E623A}"/>
                  </a:ext>
                </a:extLst>
              </p:cNvPr>
              <p:cNvSpPr/>
              <p:nvPr/>
            </p:nvSpPr>
            <p:spPr>
              <a:xfrm>
                <a:off x="2421401" y="2448908"/>
                <a:ext cx="914399" cy="923967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3967">
                    <a:moveTo>
                      <a:pt x="914399" y="914400"/>
                    </a:moveTo>
                    <a:lnTo>
                      <a:pt x="914399" y="923967"/>
                    </a:lnTo>
                    <a:lnTo>
                      <a:pt x="911740" y="917524"/>
                    </a:lnTo>
                    <a:lnTo>
                      <a:pt x="910584" y="91440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9" name="ph1384">
                <a:extLst>
                  <a:ext uri="{FF2B5EF4-FFF2-40B4-BE49-F238E27FC236}">
                    <a16:creationId xmlns:a16="http://schemas.microsoft.com/office/drawing/2014/main" id="{EB02893C-873B-826B-C3D4-42D34F9DD0A1}"/>
                  </a:ext>
                </a:extLst>
              </p:cNvPr>
              <p:cNvSpPr/>
              <p:nvPr/>
            </p:nvSpPr>
            <p:spPr>
              <a:xfrm>
                <a:off x="242140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968" y="931969"/>
                    </a:lnTo>
                    <a:lnTo>
                      <a:pt x="915328" y="926216"/>
                    </a:lnTo>
                    <a:lnTo>
                      <a:pt x="914399" y="923967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0" name="ph1385">
                <a:extLst>
                  <a:ext uri="{FF2B5EF4-FFF2-40B4-BE49-F238E27FC236}">
                    <a16:creationId xmlns:a16="http://schemas.microsoft.com/office/drawing/2014/main" id="{09CD3AA7-65A5-AB5D-6E90-A04291A32759}"/>
                  </a:ext>
                </a:extLst>
              </p:cNvPr>
              <p:cNvSpPr/>
              <p:nvPr/>
            </p:nvSpPr>
            <p:spPr>
              <a:xfrm>
                <a:off x="243084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1" name="ph1386">
                <a:extLst>
                  <a:ext uri="{FF2B5EF4-FFF2-40B4-BE49-F238E27FC236}">
                    <a16:creationId xmlns:a16="http://schemas.microsoft.com/office/drawing/2014/main" id="{160AE828-6B4C-20C6-5FB9-6BE697FD2B1F}"/>
                  </a:ext>
                </a:extLst>
              </p:cNvPr>
              <p:cNvSpPr/>
              <p:nvPr/>
            </p:nvSpPr>
            <p:spPr>
              <a:xfrm>
                <a:off x="244028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2" name="ph1387">
                <a:extLst>
                  <a:ext uri="{FF2B5EF4-FFF2-40B4-BE49-F238E27FC236}">
                    <a16:creationId xmlns:a16="http://schemas.microsoft.com/office/drawing/2014/main" id="{DAB4AF28-7BEA-4F73-BC7E-DBA899AC1ECD}"/>
                  </a:ext>
                </a:extLst>
              </p:cNvPr>
              <p:cNvSpPr/>
              <p:nvPr/>
            </p:nvSpPr>
            <p:spPr>
              <a:xfrm>
                <a:off x="244972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3" name="ph1388">
                <a:extLst>
                  <a:ext uri="{FF2B5EF4-FFF2-40B4-BE49-F238E27FC236}">
                    <a16:creationId xmlns:a16="http://schemas.microsoft.com/office/drawing/2014/main" id="{D956B5B0-CF76-67C3-1967-E9E0DE432D3D}"/>
                  </a:ext>
                </a:extLst>
              </p:cNvPr>
              <p:cNvSpPr/>
              <p:nvPr/>
            </p:nvSpPr>
            <p:spPr>
              <a:xfrm>
                <a:off x="245916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4" name="ph1389">
                <a:extLst>
                  <a:ext uri="{FF2B5EF4-FFF2-40B4-BE49-F238E27FC236}">
                    <a16:creationId xmlns:a16="http://schemas.microsoft.com/office/drawing/2014/main" id="{2042E82D-F723-5705-DB12-B1B2F869C6A9}"/>
                  </a:ext>
                </a:extLst>
              </p:cNvPr>
              <p:cNvSpPr/>
              <p:nvPr/>
            </p:nvSpPr>
            <p:spPr>
              <a:xfrm>
                <a:off x="246860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5" name="ph1390">
                <a:extLst>
                  <a:ext uri="{FF2B5EF4-FFF2-40B4-BE49-F238E27FC236}">
                    <a16:creationId xmlns:a16="http://schemas.microsoft.com/office/drawing/2014/main" id="{1DA7F404-A0CF-0EDC-7EE7-4D459FA505E5}"/>
                  </a:ext>
                </a:extLst>
              </p:cNvPr>
              <p:cNvSpPr/>
              <p:nvPr/>
            </p:nvSpPr>
            <p:spPr>
              <a:xfrm>
                <a:off x="247804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5">
                  <a:alpha val="100000"/>
                </a:srgbClr>
              </a:solidFill>
              <a:ln w="5420" cap="flat">
                <a:solidFill>
                  <a:srgbClr val="D0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6" name="ph1391">
                <a:extLst>
                  <a:ext uri="{FF2B5EF4-FFF2-40B4-BE49-F238E27FC236}">
                    <a16:creationId xmlns:a16="http://schemas.microsoft.com/office/drawing/2014/main" id="{DBAE4C25-49F6-1F1C-EFBC-1825DCF78568}"/>
                  </a:ext>
                </a:extLst>
              </p:cNvPr>
              <p:cNvSpPr/>
              <p:nvPr/>
            </p:nvSpPr>
            <p:spPr>
              <a:xfrm>
                <a:off x="248748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7" name="ph1392">
                <a:extLst>
                  <a:ext uri="{FF2B5EF4-FFF2-40B4-BE49-F238E27FC236}">
                    <a16:creationId xmlns:a16="http://schemas.microsoft.com/office/drawing/2014/main" id="{A2E1E0D5-2CF7-C847-42E4-EBE24ECA9550}"/>
                  </a:ext>
                </a:extLst>
              </p:cNvPr>
              <p:cNvSpPr/>
              <p:nvPr/>
            </p:nvSpPr>
            <p:spPr>
              <a:xfrm>
                <a:off x="249692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8" name="ph1393">
                <a:extLst>
                  <a:ext uri="{FF2B5EF4-FFF2-40B4-BE49-F238E27FC236}">
                    <a16:creationId xmlns:a16="http://schemas.microsoft.com/office/drawing/2014/main" id="{7C9BA776-9F2C-7608-7DF3-54B967787273}"/>
                  </a:ext>
                </a:extLst>
              </p:cNvPr>
              <p:cNvSpPr/>
              <p:nvPr/>
            </p:nvSpPr>
            <p:spPr>
              <a:xfrm>
                <a:off x="250636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9" name="ph1394">
                <a:extLst>
                  <a:ext uri="{FF2B5EF4-FFF2-40B4-BE49-F238E27FC236}">
                    <a16:creationId xmlns:a16="http://schemas.microsoft.com/office/drawing/2014/main" id="{8FB50141-4832-B42A-2CE8-FDB236BEA055}"/>
                  </a:ext>
                </a:extLst>
              </p:cNvPr>
              <p:cNvSpPr/>
              <p:nvPr/>
            </p:nvSpPr>
            <p:spPr>
              <a:xfrm>
                <a:off x="251580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0" name="ph1395">
                <a:extLst>
                  <a:ext uri="{FF2B5EF4-FFF2-40B4-BE49-F238E27FC236}">
                    <a16:creationId xmlns:a16="http://schemas.microsoft.com/office/drawing/2014/main" id="{5A849449-5FDA-A512-3B9D-0C6504CD46B2}"/>
                  </a:ext>
                </a:extLst>
              </p:cNvPr>
              <p:cNvSpPr/>
              <p:nvPr/>
            </p:nvSpPr>
            <p:spPr>
              <a:xfrm>
                <a:off x="252524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1" name="ph1396">
                <a:extLst>
                  <a:ext uri="{FF2B5EF4-FFF2-40B4-BE49-F238E27FC236}">
                    <a16:creationId xmlns:a16="http://schemas.microsoft.com/office/drawing/2014/main" id="{5C5A3F8F-49A9-C384-CDCF-44A1EC03C54D}"/>
                  </a:ext>
                </a:extLst>
              </p:cNvPr>
              <p:cNvSpPr/>
              <p:nvPr/>
            </p:nvSpPr>
            <p:spPr>
              <a:xfrm>
                <a:off x="253468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2" name="ph1397">
                <a:extLst>
                  <a:ext uri="{FF2B5EF4-FFF2-40B4-BE49-F238E27FC236}">
                    <a16:creationId xmlns:a16="http://schemas.microsoft.com/office/drawing/2014/main" id="{C1D684FC-46DE-6E54-B536-27CAEFCD5B01}"/>
                  </a:ext>
                </a:extLst>
              </p:cNvPr>
              <p:cNvSpPr/>
              <p:nvPr/>
            </p:nvSpPr>
            <p:spPr>
              <a:xfrm>
                <a:off x="254412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3" name="ph1398">
                <a:extLst>
                  <a:ext uri="{FF2B5EF4-FFF2-40B4-BE49-F238E27FC236}">
                    <a16:creationId xmlns:a16="http://schemas.microsoft.com/office/drawing/2014/main" id="{57416B8C-1D88-B827-8E3D-710939EA3FE8}"/>
                  </a:ext>
                </a:extLst>
              </p:cNvPr>
              <p:cNvSpPr/>
              <p:nvPr/>
            </p:nvSpPr>
            <p:spPr>
              <a:xfrm>
                <a:off x="255356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4" name="ph1399">
                <a:extLst>
                  <a:ext uri="{FF2B5EF4-FFF2-40B4-BE49-F238E27FC236}">
                    <a16:creationId xmlns:a16="http://schemas.microsoft.com/office/drawing/2014/main" id="{79CEED50-8F99-2A52-5F61-63846CB37686}"/>
                  </a:ext>
                </a:extLst>
              </p:cNvPr>
              <p:cNvSpPr/>
              <p:nvPr/>
            </p:nvSpPr>
            <p:spPr>
              <a:xfrm>
                <a:off x="256300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5" name="ph1400">
                <a:extLst>
                  <a:ext uri="{FF2B5EF4-FFF2-40B4-BE49-F238E27FC236}">
                    <a16:creationId xmlns:a16="http://schemas.microsoft.com/office/drawing/2014/main" id="{AA373953-3FF2-31AB-9D19-02A022DD0B41}"/>
                  </a:ext>
                </a:extLst>
              </p:cNvPr>
              <p:cNvSpPr/>
              <p:nvPr/>
            </p:nvSpPr>
            <p:spPr>
              <a:xfrm>
                <a:off x="257244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6" name="ph1401">
                <a:extLst>
                  <a:ext uri="{FF2B5EF4-FFF2-40B4-BE49-F238E27FC236}">
                    <a16:creationId xmlns:a16="http://schemas.microsoft.com/office/drawing/2014/main" id="{2A371DE7-E55D-5D0D-15C0-F15C1CEE053D}"/>
                  </a:ext>
                </a:extLst>
              </p:cNvPr>
              <p:cNvSpPr/>
              <p:nvPr/>
            </p:nvSpPr>
            <p:spPr>
              <a:xfrm>
                <a:off x="258188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7" name="ph1402">
                <a:extLst>
                  <a:ext uri="{FF2B5EF4-FFF2-40B4-BE49-F238E27FC236}">
                    <a16:creationId xmlns:a16="http://schemas.microsoft.com/office/drawing/2014/main" id="{F259537E-CA32-93CF-3A18-BBF6BD40F3C5}"/>
                  </a:ext>
                </a:extLst>
              </p:cNvPr>
              <p:cNvSpPr/>
              <p:nvPr/>
            </p:nvSpPr>
            <p:spPr>
              <a:xfrm>
                <a:off x="259132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8" name="ph1403">
                <a:extLst>
                  <a:ext uri="{FF2B5EF4-FFF2-40B4-BE49-F238E27FC236}">
                    <a16:creationId xmlns:a16="http://schemas.microsoft.com/office/drawing/2014/main" id="{46466DCA-2464-F712-8ABC-349D2A1CDEFF}"/>
                  </a:ext>
                </a:extLst>
              </p:cNvPr>
              <p:cNvSpPr/>
              <p:nvPr/>
            </p:nvSpPr>
            <p:spPr>
              <a:xfrm>
                <a:off x="260076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9" name="ph1404">
                <a:extLst>
                  <a:ext uri="{FF2B5EF4-FFF2-40B4-BE49-F238E27FC236}">
                    <a16:creationId xmlns:a16="http://schemas.microsoft.com/office/drawing/2014/main" id="{71ACF844-AE26-CDEB-BA4D-F0BC45F07F40}"/>
                  </a:ext>
                </a:extLst>
              </p:cNvPr>
              <p:cNvSpPr/>
              <p:nvPr/>
            </p:nvSpPr>
            <p:spPr>
              <a:xfrm>
                <a:off x="261020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0" name="ph1405">
                <a:extLst>
                  <a:ext uri="{FF2B5EF4-FFF2-40B4-BE49-F238E27FC236}">
                    <a16:creationId xmlns:a16="http://schemas.microsoft.com/office/drawing/2014/main" id="{449902C0-96DA-7DF6-C120-0CB6B17D3C6E}"/>
                  </a:ext>
                </a:extLst>
              </p:cNvPr>
              <p:cNvSpPr/>
              <p:nvPr/>
            </p:nvSpPr>
            <p:spPr>
              <a:xfrm>
                <a:off x="261964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1" name="ph1406">
                <a:extLst>
                  <a:ext uri="{FF2B5EF4-FFF2-40B4-BE49-F238E27FC236}">
                    <a16:creationId xmlns:a16="http://schemas.microsoft.com/office/drawing/2014/main" id="{AF3A6E9C-BA57-E286-C955-DD98022E454A}"/>
                  </a:ext>
                </a:extLst>
              </p:cNvPr>
              <p:cNvSpPr/>
              <p:nvPr/>
            </p:nvSpPr>
            <p:spPr>
              <a:xfrm>
                <a:off x="262908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2" name="ph1407">
                <a:extLst>
                  <a:ext uri="{FF2B5EF4-FFF2-40B4-BE49-F238E27FC236}">
                    <a16:creationId xmlns:a16="http://schemas.microsoft.com/office/drawing/2014/main" id="{5567EC21-2B50-A885-8D70-57F38756DC2C}"/>
                  </a:ext>
                </a:extLst>
              </p:cNvPr>
              <p:cNvSpPr/>
              <p:nvPr/>
            </p:nvSpPr>
            <p:spPr>
              <a:xfrm>
                <a:off x="263852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3" name="ph1408">
                <a:extLst>
                  <a:ext uri="{FF2B5EF4-FFF2-40B4-BE49-F238E27FC236}">
                    <a16:creationId xmlns:a16="http://schemas.microsoft.com/office/drawing/2014/main" id="{56B07D56-7D4B-6D39-2332-D85C3E9F3CD5}"/>
                  </a:ext>
                </a:extLst>
              </p:cNvPr>
              <p:cNvSpPr/>
              <p:nvPr/>
            </p:nvSpPr>
            <p:spPr>
              <a:xfrm>
                <a:off x="264796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4" name="ph1409">
                <a:extLst>
                  <a:ext uri="{FF2B5EF4-FFF2-40B4-BE49-F238E27FC236}">
                    <a16:creationId xmlns:a16="http://schemas.microsoft.com/office/drawing/2014/main" id="{E6BF0F5E-662A-8BAF-525C-77E49560A302}"/>
                  </a:ext>
                </a:extLst>
              </p:cNvPr>
              <p:cNvSpPr/>
              <p:nvPr/>
            </p:nvSpPr>
            <p:spPr>
              <a:xfrm>
                <a:off x="265740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8">
                  <a:alpha val="100000"/>
                </a:srgbClr>
              </a:solidFill>
              <a:ln w="5420" cap="flat">
                <a:solidFill>
                  <a:srgbClr val="E2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5" name="ph1410">
                <a:extLst>
                  <a:ext uri="{FF2B5EF4-FFF2-40B4-BE49-F238E27FC236}">
                    <a16:creationId xmlns:a16="http://schemas.microsoft.com/office/drawing/2014/main" id="{4CA2F4B8-DEC8-F5A2-9E53-9B3022C2297E}"/>
                  </a:ext>
                </a:extLst>
              </p:cNvPr>
              <p:cNvSpPr/>
              <p:nvPr/>
            </p:nvSpPr>
            <p:spPr>
              <a:xfrm>
                <a:off x="266684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6" name="ph1411">
                <a:extLst>
                  <a:ext uri="{FF2B5EF4-FFF2-40B4-BE49-F238E27FC236}">
                    <a16:creationId xmlns:a16="http://schemas.microsoft.com/office/drawing/2014/main" id="{2C542F5C-86DE-2059-4368-B04127466A5A}"/>
                  </a:ext>
                </a:extLst>
              </p:cNvPr>
              <p:cNvSpPr/>
              <p:nvPr/>
            </p:nvSpPr>
            <p:spPr>
              <a:xfrm>
                <a:off x="267628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7" name="ph1412">
                <a:extLst>
                  <a:ext uri="{FF2B5EF4-FFF2-40B4-BE49-F238E27FC236}">
                    <a16:creationId xmlns:a16="http://schemas.microsoft.com/office/drawing/2014/main" id="{8434939E-E1B3-B76F-1EC4-5DEC3780148A}"/>
                  </a:ext>
                </a:extLst>
              </p:cNvPr>
              <p:cNvSpPr/>
              <p:nvPr/>
            </p:nvSpPr>
            <p:spPr>
              <a:xfrm>
                <a:off x="268572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8" name="ph1413">
                <a:extLst>
                  <a:ext uri="{FF2B5EF4-FFF2-40B4-BE49-F238E27FC236}">
                    <a16:creationId xmlns:a16="http://schemas.microsoft.com/office/drawing/2014/main" id="{20C14A89-70F4-1C5D-F5E5-073DA4E782A4}"/>
                  </a:ext>
                </a:extLst>
              </p:cNvPr>
              <p:cNvSpPr/>
              <p:nvPr/>
            </p:nvSpPr>
            <p:spPr>
              <a:xfrm>
                <a:off x="269516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9" name="ph1414">
                <a:extLst>
                  <a:ext uri="{FF2B5EF4-FFF2-40B4-BE49-F238E27FC236}">
                    <a16:creationId xmlns:a16="http://schemas.microsoft.com/office/drawing/2014/main" id="{93F8392B-C2BF-1982-C469-F18D47C2C4D6}"/>
                  </a:ext>
                </a:extLst>
              </p:cNvPr>
              <p:cNvSpPr/>
              <p:nvPr/>
            </p:nvSpPr>
            <p:spPr>
              <a:xfrm>
                <a:off x="270460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0" name="ph1415">
                <a:extLst>
                  <a:ext uri="{FF2B5EF4-FFF2-40B4-BE49-F238E27FC236}">
                    <a16:creationId xmlns:a16="http://schemas.microsoft.com/office/drawing/2014/main" id="{DE5F5640-6525-7480-F12D-A236B7C17790}"/>
                  </a:ext>
                </a:extLst>
              </p:cNvPr>
              <p:cNvSpPr/>
              <p:nvPr/>
            </p:nvSpPr>
            <p:spPr>
              <a:xfrm>
                <a:off x="271404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1" name="ph1416">
                <a:extLst>
                  <a:ext uri="{FF2B5EF4-FFF2-40B4-BE49-F238E27FC236}">
                    <a16:creationId xmlns:a16="http://schemas.microsoft.com/office/drawing/2014/main" id="{A45ACBEC-C0C5-29C8-235D-AE7931FE4968}"/>
                  </a:ext>
                </a:extLst>
              </p:cNvPr>
              <p:cNvSpPr/>
              <p:nvPr/>
            </p:nvSpPr>
            <p:spPr>
              <a:xfrm>
                <a:off x="272348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2" name="ph1417">
                <a:extLst>
                  <a:ext uri="{FF2B5EF4-FFF2-40B4-BE49-F238E27FC236}">
                    <a16:creationId xmlns:a16="http://schemas.microsoft.com/office/drawing/2014/main" id="{27BBC1C3-C34E-31D8-9644-0743EABDB463}"/>
                  </a:ext>
                </a:extLst>
              </p:cNvPr>
              <p:cNvSpPr/>
              <p:nvPr/>
            </p:nvSpPr>
            <p:spPr>
              <a:xfrm>
                <a:off x="273292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3" name="ph1418">
                <a:extLst>
                  <a:ext uri="{FF2B5EF4-FFF2-40B4-BE49-F238E27FC236}">
                    <a16:creationId xmlns:a16="http://schemas.microsoft.com/office/drawing/2014/main" id="{50E3C9F3-D9C7-AF7E-D59B-597BB7355A69}"/>
                  </a:ext>
                </a:extLst>
              </p:cNvPr>
              <p:cNvSpPr/>
              <p:nvPr/>
            </p:nvSpPr>
            <p:spPr>
              <a:xfrm>
                <a:off x="274236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4" name="ph1419">
                <a:extLst>
                  <a:ext uri="{FF2B5EF4-FFF2-40B4-BE49-F238E27FC236}">
                    <a16:creationId xmlns:a16="http://schemas.microsoft.com/office/drawing/2014/main" id="{BA3DC78B-0CD9-7D4D-1A48-1CC5A3C888EA}"/>
                  </a:ext>
                </a:extLst>
              </p:cNvPr>
              <p:cNvSpPr/>
              <p:nvPr/>
            </p:nvSpPr>
            <p:spPr>
              <a:xfrm>
                <a:off x="275180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5" name="ph1420">
                <a:extLst>
                  <a:ext uri="{FF2B5EF4-FFF2-40B4-BE49-F238E27FC236}">
                    <a16:creationId xmlns:a16="http://schemas.microsoft.com/office/drawing/2014/main" id="{AC5E3632-1899-04FB-7687-FCEAF7962F95}"/>
                  </a:ext>
                </a:extLst>
              </p:cNvPr>
              <p:cNvSpPr/>
              <p:nvPr/>
            </p:nvSpPr>
            <p:spPr>
              <a:xfrm>
                <a:off x="276125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6" name="ph1421">
                <a:extLst>
                  <a:ext uri="{FF2B5EF4-FFF2-40B4-BE49-F238E27FC236}">
                    <a16:creationId xmlns:a16="http://schemas.microsoft.com/office/drawing/2014/main" id="{87A9A7C1-B58A-04D0-37BE-CF4FC964AB78}"/>
                  </a:ext>
                </a:extLst>
              </p:cNvPr>
              <p:cNvSpPr/>
              <p:nvPr/>
            </p:nvSpPr>
            <p:spPr>
              <a:xfrm>
                <a:off x="277069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7" name="ph1422">
                <a:extLst>
                  <a:ext uri="{FF2B5EF4-FFF2-40B4-BE49-F238E27FC236}">
                    <a16:creationId xmlns:a16="http://schemas.microsoft.com/office/drawing/2014/main" id="{C83E6689-95AA-F589-75A9-B9B646A0E3CA}"/>
                  </a:ext>
                </a:extLst>
              </p:cNvPr>
              <p:cNvSpPr/>
              <p:nvPr/>
            </p:nvSpPr>
            <p:spPr>
              <a:xfrm>
                <a:off x="278013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8" name="ph1423">
                <a:extLst>
                  <a:ext uri="{FF2B5EF4-FFF2-40B4-BE49-F238E27FC236}">
                    <a16:creationId xmlns:a16="http://schemas.microsoft.com/office/drawing/2014/main" id="{77589284-046F-8F2F-B8D6-B0D46B6C7D79}"/>
                  </a:ext>
                </a:extLst>
              </p:cNvPr>
              <p:cNvSpPr/>
              <p:nvPr/>
            </p:nvSpPr>
            <p:spPr>
              <a:xfrm>
                <a:off x="278957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9" name="ph1424">
                <a:extLst>
                  <a:ext uri="{FF2B5EF4-FFF2-40B4-BE49-F238E27FC236}">
                    <a16:creationId xmlns:a16="http://schemas.microsoft.com/office/drawing/2014/main" id="{86D9AFEB-E2E2-C112-62D4-DC1D073E21AD}"/>
                  </a:ext>
                </a:extLst>
              </p:cNvPr>
              <p:cNvSpPr/>
              <p:nvPr/>
            </p:nvSpPr>
            <p:spPr>
              <a:xfrm>
                <a:off x="279901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4F49B">
                  <a:alpha val="100000"/>
                </a:srgbClr>
              </a:solidFill>
              <a:ln w="5420" cap="flat">
                <a:solidFill>
                  <a:srgbClr val="E4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0" name="ph1425">
                <a:extLst>
                  <a:ext uri="{FF2B5EF4-FFF2-40B4-BE49-F238E27FC236}">
                    <a16:creationId xmlns:a16="http://schemas.microsoft.com/office/drawing/2014/main" id="{99A4DDE3-28DB-2445-EFBD-2E09AD954B04}"/>
                  </a:ext>
                </a:extLst>
              </p:cNvPr>
              <p:cNvSpPr/>
              <p:nvPr/>
            </p:nvSpPr>
            <p:spPr>
              <a:xfrm>
                <a:off x="280845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1" name="ph1426">
                <a:extLst>
                  <a:ext uri="{FF2B5EF4-FFF2-40B4-BE49-F238E27FC236}">
                    <a16:creationId xmlns:a16="http://schemas.microsoft.com/office/drawing/2014/main" id="{4838A722-41CB-24D5-A547-CD8561340737}"/>
                  </a:ext>
                </a:extLst>
              </p:cNvPr>
              <p:cNvSpPr/>
              <p:nvPr/>
            </p:nvSpPr>
            <p:spPr>
              <a:xfrm>
                <a:off x="281789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2" name="ph1427">
                <a:extLst>
                  <a:ext uri="{FF2B5EF4-FFF2-40B4-BE49-F238E27FC236}">
                    <a16:creationId xmlns:a16="http://schemas.microsoft.com/office/drawing/2014/main" id="{03981B22-69CF-73C6-0C7A-C14AF527B338}"/>
                  </a:ext>
                </a:extLst>
              </p:cNvPr>
              <p:cNvSpPr/>
              <p:nvPr/>
            </p:nvSpPr>
            <p:spPr>
              <a:xfrm>
                <a:off x="282733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3" name="ph1428">
                <a:extLst>
                  <a:ext uri="{FF2B5EF4-FFF2-40B4-BE49-F238E27FC236}">
                    <a16:creationId xmlns:a16="http://schemas.microsoft.com/office/drawing/2014/main" id="{06229695-E7A6-77D4-D45A-485ECC5904D1}"/>
                  </a:ext>
                </a:extLst>
              </p:cNvPr>
              <p:cNvSpPr/>
              <p:nvPr/>
            </p:nvSpPr>
            <p:spPr>
              <a:xfrm>
                <a:off x="283677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4" name="ph1429">
                <a:extLst>
                  <a:ext uri="{FF2B5EF4-FFF2-40B4-BE49-F238E27FC236}">
                    <a16:creationId xmlns:a16="http://schemas.microsoft.com/office/drawing/2014/main" id="{977E2240-BD2C-1566-843B-A05BDB630FC5}"/>
                  </a:ext>
                </a:extLst>
              </p:cNvPr>
              <p:cNvSpPr/>
              <p:nvPr/>
            </p:nvSpPr>
            <p:spPr>
              <a:xfrm>
                <a:off x="284621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5" name="ph1430">
                <a:extLst>
                  <a:ext uri="{FF2B5EF4-FFF2-40B4-BE49-F238E27FC236}">
                    <a16:creationId xmlns:a16="http://schemas.microsoft.com/office/drawing/2014/main" id="{6E31BEAA-15DF-48D7-A6A4-A65DBF323F26}"/>
                  </a:ext>
                </a:extLst>
              </p:cNvPr>
              <p:cNvSpPr/>
              <p:nvPr/>
            </p:nvSpPr>
            <p:spPr>
              <a:xfrm>
                <a:off x="285565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6" name="ph1431">
                <a:extLst>
                  <a:ext uri="{FF2B5EF4-FFF2-40B4-BE49-F238E27FC236}">
                    <a16:creationId xmlns:a16="http://schemas.microsoft.com/office/drawing/2014/main" id="{56C46365-2351-0676-AAE6-019A5B990A04}"/>
                  </a:ext>
                </a:extLst>
              </p:cNvPr>
              <p:cNvSpPr/>
              <p:nvPr/>
            </p:nvSpPr>
            <p:spPr>
              <a:xfrm>
                <a:off x="286509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7" name="ph1432">
                <a:extLst>
                  <a:ext uri="{FF2B5EF4-FFF2-40B4-BE49-F238E27FC236}">
                    <a16:creationId xmlns:a16="http://schemas.microsoft.com/office/drawing/2014/main" id="{D1D4D885-831B-3806-235A-F762FE56F6D8}"/>
                  </a:ext>
                </a:extLst>
              </p:cNvPr>
              <p:cNvSpPr/>
              <p:nvPr/>
            </p:nvSpPr>
            <p:spPr>
              <a:xfrm>
                <a:off x="287453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8" name="ph1433">
                <a:extLst>
                  <a:ext uri="{FF2B5EF4-FFF2-40B4-BE49-F238E27FC236}">
                    <a16:creationId xmlns:a16="http://schemas.microsoft.com/office/drawing/2014/main" id="{944E1E96-EB65-4A12-0AEB-4DDA2606A853}"/>
                  </a:ext>
                </a:extLst>
              </p:cNvPr>
              <p:cNvSpPr/>
              <p:nvPr/>
            </p:nvSpPr>
            <p:spPr>
              <a:xfrm>
                <a:off x="288397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9" name="ph1434">
                <a:extLst>
                  <a:ext uri="{FF2B5EF4-FFF2-40B4-BE49-F238E27FC236}">
                    <a16:creationId xmlns:a16="http://schemas.microsoft.com/office/drawing/2014/main" id="{6F3A1A7E-5E67-AC02-A3D3-84D0DACA983B}"/>
                  </a:ext>
                </a:extLst>
              </p:cNvPr>
              <p:cNvSpPr/>
              <p:nvPr/>
            </p:nvSpPr>
            <p:spPr>
              <a:xfrm>
                <a:off x="289341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0" name="ph1435">
                <a:extLst>
                  <a:ext uri="{FF2B5EF4-FFF2-40B4-BE49-F238E27FC236}">
                    <a16:creationId xmlns:a16="http://schemas.microsoft.com/office/drawing/2014/main" id="{CD19B447-726F-1DD5-10CA-A5ECD2FAEDA5}"/>
                  </a:ext>
                </a:extLst>
              </p:cNvPr>
              <p:cNvSpPr/>
              <p:nvPr/>
            </p:nvSpPr>
            <p:spPr>
              <a:xfrm>
                <a:off x="290285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1" name="ph1436">
                <a:extLst>
                  <a:ext uri="{FF2B5EF4-FFF2-40B4-BE49-F238E27FC236}">
                    <a16:creationId xmlns:a16="http://schemas.microsoft.com/office/drawing/2014/main" id="{7BF64E79-01CA-6B6F-4D23-389F92919AB8}"/>
                  </a:ext>
                </a:extLst>
              </p:cNvPr>
              <p:cNvSpPr/>
              <p:nvPr/>
            </p:nvSpPr>
            <p:spPr>
              <a:xfrm>
                <a:off x="2912293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2" name="ph1437">
                <a:extLst>
                  <a:ext uri="{FF2B5EF4-FFF2-40B4-BE49-F238E27FC236}">
                    <a16:creationId xmlns:a16="http://schemas.microsoft.com/office/drawing/2014/main" id="{FAD784C9-0743-6570-1BE3-26A5E4E42572}"/>
                  </a:ext>
                </a:extLst>
              </p:cNvPr>
              <p:cNvSpPr/>
              <p:nvPr/>
            </p:nvSpPr>
            <p:spPr>
              <a:xfrm>
                <a:off x="292173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3" name="ph1438">
                <a:extLst>
                  <a:ext uri="{FF2B5EF4-FFF2-40B4-BE49-F238E27FC236}">
                    <a16:creationId xmlns:a16="http://schemas.microsoft.com/office/drawing/2014/main" id="{BEE3EEFD-7104-A5B0-EE49-0C356628208F}"/>
                  </a:ext>
                </a:extLst>
              </p:cNvPr>
              <p:cNvSpPr/>
              <p:nvPr/>
            </p:nvSpPr>
            <p:spPr>
              <a:xfrm>
                <a:off x="293117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4" name="ph1439">
                <a:extLst>
                  <a:ext uri="{FF2B5EF4-FFF2-40B4-BE49-F238E27FC236}">
                    <a16:creationId xmlns:a16="http://schemas.microsoft.com/office/drawing/2014/main" id="{D1D57E8E-1D20-D6F3-6452-19DDEF18E248}"/>
                  </a:ext>
                </a:extLst>
              </p:cNvPr>
              <p:cNvSpPr/>
              <p:nvPr/>
            </p:nvSpPr>
            <p:spPr>
              <a:xfrm>
                <a:off x="294061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5" name="ph1440">
                <a:extLst>
                  <a:ext uri="{FF2B5EF4-FFF2-40B4-BE49-F238E27FC236}">
                    <a16:creationId xmlns:a16="http://schemas.microsoft.com/office/drawing/2014/main" id="{00B0E4F3-F2B1-2E09-DAD5-013C2EF91372}"/>
                  </a:ext>
                </a:extLst>
              </p:cNvPr>
              <p:cNvSpPr/>
              <p:nvPr/>
            </p:nvSpPr>
            <p:spPr>
              <a:xfrm>
                <a:off x="2950054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6" name="ph1441">
                <a:extLst>
                  <a:ext uri="{FF2B5EF4-FFF2-40B4-BE49-F238E27FC236}">
                    <a16:creationId xmlns:a16="http://schemas.microsoft.com/office/drawing/2014/main" id="{C7364DC6-91A0-0AB0-AEBE-62BAA5BF0053}"/>
                  </a:ext>
                </a:extLst>
              </p:cNvPr>
              <p:cNvSpPr/>
              <p:nvPr/>
            </p:nvSpPr>
            <p:spPr>
              <a:xfrm>
                <a:off x="295949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7" name="ph1442">
                <a:extLst>
                  <a:ext uri="{FF2B5EF4-FFF2-40B4-BE49-F238E27FC236}">
                    <a16:creationId xmlns:a16="http://schemas.microsoft.com/office/drawing/2014/main" id="{023AFB08-D5BD-FE0E-0D81-778B07E0ABF4}"/>
                  </a:ext>
                </a:extLst>
              </p:cNvPr>
              <p:cNvSpPr/>
              <p:nvPr/>
            </p:nvSpPr>
            <p:spPr>
              <a:xfrm>
                <a:off x="296893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8" name="ph1443">
                <a:extLst>
                  <a:ext uri="{FF2B5EF4-FFF2-40B4-BE49-F238E27FC236}">
                    <a16:creationId xmlns:a16="http://schemas.microsoft.com/office/drawing/2014/main" id="{282B2289-A442-7C03-B18A-12AF4A7D6830}"/>
                  </a:ext>
                </a:extLst>
              </p:cNvPr>
              <p:cNvSpPr/>
              <p:nvPr/>
            </p:nvSpPr>
            <p:spPr>
              <a:xfrm>
                <a:off x="297837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9" name="ph1444">
                <a:extLst>
                  <a:ext uri="{FF2B5EF4-FFF2-40B4-BE49-F238E27FC236}">
                    <a16:creationId xmlns:a16="http://schemas.microsoft.com/office/drawing/2014/main" id="{92C04D69-DD66-982E-23B7-A6052F1A5A7C}"/>
                  </a:ext>
                </a:extLst>
              </p:cNvPr>
              <p:cNvSpPr/>
              <p:nvPr/>
            </p:nvSpPr>
            <p:spPr>
              <a:xfrm>
                <a:off x="2987815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0" name="ph1445">
                <a:extLst>
                  <a:ext uri="{FF2B5EF4-FFF2-40B4-BE49-F238E27FC236}">
                    <a16:creationId xmlns:a16="http://schemas.microsoft.com/office/drawing/2014/main" id="{585514A6-0371-F592-3220-252889D0C6A8}"/>
                  </a:ext>
                </a:extLst>
              </p:cNvPr>
              <p:cNvSpPr/>
              <p:nvPr/>
            </p:nvSpPr>
            <p:spPr>
              <a:xfrm>
                <a:off x="299725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1" name="ph1446">
                <a:extLst>
                  <a:ext uri="{FF2B5EF4-FFF2-40B4-BE49-F238E27FC236}">
                    <a16:creationId xmlns:a16="http://schemas.microsoft.com/office/drawing/2014/main" id="{5CAB1463-0EE1-6390-3108-78BF0D0A5BF7}"/>
                  </a:ext>
                </a:extLst>
              </p:cNvPr>
              <p:cNvSpPr/>
              <p:nvPr/>
            </p:nvSpPr>
            <p:spPr>
              <a:xfrm>
                <a:off x="300669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2" name="ph1447">
                <a:extLst>
                  <a:ext uri="{FF2B5EF4-FFF2-40B4-BE49-F238E27FC236}">
                    <a16:creationId xmlns:a16="http://schemas.microsoft.com/office/drawing/2014/main" id="{A9A6E454-410C-FFC1-2048-62A928E3E110}"/>
                  </a:ext>
                </a:extLst>
              </p:cNvPr>
              <p:cNvSpPr/>
              <p:nvPr/>
            </p:nvSpPr>
            <p:spPr>
              <a:xfrm>
                <a:off x="301613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3" name="ph1448">
                <a:extLst>
                  <a:ext uri="{FF2B5EF4-FFF2-40B4-BE49-F238E27FC236}">
                    <a16:creationId xmlns:a16="http://schemas.microsoft.com/office/drawing/2014/main" id="{BCACBAB0-4844-EF70-D3EF-BEFDBBABADC8}"/>
                  </a:ext>
                </a:extLst>
              </p:cNvPr>
              <p:cNvSpPr/>
              <p:nvPr/>
            </p:nvSpPr>
            <p:spPr>
              <a:xfrm>
                <a:off x="3025576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4" name="ph1449">
                <a:extLst>
                  <a:ext uri="{FF2B5EF4-FFF2-40B4-BE49-F238E27FC236}">
                    <a16:creationId xmlns:a16="http://schemas.microsoft.com/office/drawing/2014/main" id="{F9187F3F-0CF6-DF69-68D0-622253DE58FB}"/>
                  </a:ext>
                </a:extLst>
              </p:cNvPr>
              <p:cNvSpPr/>
              <p:nvPr/>
            </p:nvSpPr>
            <p:spPr>
              <a:xfrm>
                <a:off x="303501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5" name="ph1450">
                <a:extLst>
                  <a:ext uri="{FF2B5EF4-FFF2-40B4-BE49-F238E27FC236}">
                    <a16:creationId xmlns:a16="http://schemas.microsoft.com/office/drawing/2014/main" id="{5EEA93D1-B512-8656-3CA3-7E0561775697}"/>
                  </a:ext>
                </a:extLst>
              </p:cNvPr>
              <p:cNvSpPr/>
              <p:nvPr/>
            </p:nvSpPr>
            <p:spPr>
              <a:xfrm>
                <a:off x="304445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6" name="ph1451">
                <a:extLst>
                  <a:ext uri="{FF2B5EF4-FFF2-40B4-BE49-F238E27FC236}">
                    <a16:creationId xmlns:a16="http://schemas.microsoft.com/office/drawing/2014/main" id="{ADBD2220-B473-E925-1912-71A18C39F7F4}"/>
                  </a:ext>
                </a:extLst>
              </p:cNvPr>
              <p:cNvSpPr/>
              <p:nvPr/>
            </p:nvSpPr>
            <p:spPr>
              <a:xfrm>
                <a:off x="305389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7" name="ph1452">
                <a:extLst>
                  <a:ext uri="{FF2B5EF4-FFF2-40B4-BE49-F238E27FC236}">
                    <a16:creationId xmlns:a16="http://schemas.microsoft.com/office/drawing/2014/main" id="{8C456D4E-7711-2124-F0B3-1047073E7F01}"/>
                  </a:ext>
                </a:extLst>
              </p:cNvPr>
              <p:cNvSpPr/>
              <p:nvPr/>
            </p:nvSpPr>
            <p:spPr>
              <a:xfrm>
                <a:off x="3063337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8" name="ph1453">
                <a:extLst>
                  <a:ext uri="{FF2B5EF4-FFF2-40B4-BE49-F238E27FC236}">
                    <a16:creationId xmlns:a16="http://schemas.microsoft.com/office/drawing/2014/main" id="{6B558AFA-6003-BAAC-2CAB-B04A5F137F4D}"/>
                  </a:ext>
                </a:extLst>
              </p:cNvPr>
              <p:cNvSpPr/>
              <p:nvPr/>
            </p:nvSpPr>
            <p:spPr>
              <a:xfrm>
                <a:off x="307277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9" name="ph1454">
                <a:extLst>
                  <a:ext uri="{FF2B5EF4-FFF2-40B4-BE49-F238E27FC236}">
                    <a16:creationId xmlns:a16="http://schemas.microsoft.com/office/drawing/2014/main" id="{E4B37EDA-7203-7D4C-BC38-2577183C5C1F}"/>
                  </a:ext>
                </a:extLst>
              </p:cNvPr>
              <p:cNvSpPr/>
              <p:nvPr/>
            </p:nvSpPr>
            <p:spPr>
              <a:xfrm>
                <a:off x="308221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0" name="ph1455">
                <a:extLst>
                  <a:ext uri="{FF2B5EF4-FFF2-40B4-BE49-F238E27FC236}">
                    <a16:creationId xmlns:a16="http://schemas.microsoft.com/office/drawing/2014/main" id="{99972A12-AFAE-BCA0-2197-87BD95B98C1C}"/>
                  </a:ext>
                </a:extLst>
              </p:cNvPr>
              <p:cNvSpPr/>
              <p:nvPr/>
            </p:nvSpPr>
            <p:spPr>
              <a:xfrm>
                <a:off x="309165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1" name="ph1456">
                <a:extLst>
                  <a:ext uri="{FF2B5EF4-FFF2-40B4-BE49-F238E27FC236}">
                    <a16:creationId xmlns:a16="http://schemas.microsoft.com/office/drawing/2014/main" id="{C85E53CF-3490-8CFF-11EC-69EE725D3487}"/>
                  </a:ext>
                </a:extLst>
              </p:cNvPr>
              <p:cNvSpPr/>
              <p:nvPr/>
            </p:nvSpPr>
            <p:spPr>
              <a:xfrm>
                <a:off x="310109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2" name="ph1457">
                <a:extLst>
                  <a:ext uri="{FF2B5EF4-FFF2-40B4-BE49-F238E27FC236}">
                    <a16:creationId xmlns:a16="http://schemas.microsoft.com/office/drawing/2014/main" id="{182A5FA2-AE56-C409-EB33-44BDEFED5718}"/>
                  </a:ext>
                </a:extLst>
              </p:cNvPr>
              <p:cNvSpPr/>
              <p:nvPr/>
            </p:nvSpPr>
            <p:spPr>
              <a:xfrm>
                <a:off x="3110538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3" name="ph1458">
                <a:extLst>
                  <a:ext uri="{FF2B5EF4-FFF2-40B4-BE49-F238E27FC236}">
                    <a16:creationId xmlns:a16="http://schemas.microsoft.com/office/drawing/2014/main" id="{D32C6092-5419-C164-EE06-EB5581A9C6C7}"/>
                  </a:ext>
                </a:extLst>
              </p:cNvPr>
              <p:cNvSpPr/>
              <p:nvPr/>
            </p:nvSpPr>
            <p:spPr>
              <a:xfrm>
                <a:off x="311997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4" name="ph1459">
                <a:extLst>
                  <a:ext uri="{FF2B5EF4-FFF2-40B4-BE49-F238E27FC236}">
                    <a16:creationId xmlns:a16="http://schemas.microsoft.com/office/drawing/2014/main" id="{7DDD1907-1385-3683-DB7D-7165D43DD18F}"/>
                  </a:ext>
                </a:extLst>
              </p:cNvPr>
              <p:cNvSpPr/>
              <p:nvPr/>
            </p:nvSpPr>
            <p:spPr>
              <a:xfrm>
                <a:off x="312941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5" name="ph1460">
                <a:extLst>
                  <a:ext uri="{FF2B5EF4-FFF2-40B4-BE49-F238E27FC236}">
                    <a16:creationId xmlns:a16="http://schemas.microsoft.com/office/drawing/2014/main" id="{BF6777AF-6367-CA21-B914-0894AD45E07E}"/>
                  </a:ext>
                </a:extLst>
              </p:cNvPr>
              <p:cNvSpPr/>
              <p:nvPr/>
            </p:nvSpPr>
            <p:spPr>
              <a:xfrm>
                <a:off x="313885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6" name="ph1461">
                <a:extLst>
                  <a:ext uri="{FF2B5EF4-FFF2-40B4-BE49-F238E27FC236}">
                    <a16:creationId xmlns:a16="http://schemas.microsoft.com/office/drawing/2014/main" id="{5750845C-3A35-839F-FBB5-FEEFD7EE4BD3}"/>
                  </a:ext>
                </a:extLst>
              </p:cNvPr>
              <p:cNvSpPr/>
              <p:nvPr/>
            </p:nvSpPr>
            <p:spPr>
              <a:xfrm>
                <a:off x="3148299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7" name="ph1462">
                <a:extLst>
                  <a:ext uri="{FF2B5EF4-FFF2-40B4-BE49-F238E27FC236}">
                    <a16:creationId xmlns:a16="http://schemas.microsoft.com/office/drawing/2014/main" id="{16F76EC9-0315-9FF9-0850-6C5D767CD0C1}"/>
                  </a:ext>
                </a:extLst>
              </p:cNvPr>
              <p:cNvSpPr/>
              <p:nvPr/>
            </p:nvSpPr>
            <p:spPr>
              <a:xfrm>
                <a:off x="315774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8" name="ph1463">
                <a:extLst>
                  <a:ext uri="{FF2B5EF4-FFF2-40B4-BE49-F238E27FC236}">
                    <a16:creationId xmlns:a16="http://schemas.microsoft.com/office/drawing/2014/main" id="{9E17DCEB-F477-2C65-6489-55048B753865}"/>
                  </a:ext>
                </a:extLst>
              </p:cNvPr>
              <p:cNvSpPr/>
              <p:nvPr/>
            </p:nvSpPr>
            <p:spPr>
              <a:xfrm>
                <a:off x="316718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9" name="ph1464">
                <a:extLst>
                  <a:ext uri="{FF2B5EF4-FFF2-40B4-BE49-F238E27FC236}">
                    <a16:creationId xmlns:a16="http://schemas.microsoft.com/office/drawing/2014/main" id="{2989F03F-F589-69ED-D008-518C7A728FEA}"/>
                  </a:ext>
                </a:extLst>
              </p:cNvPr>
              <p:cNvSpPr/>
              <p:nvPr/>
            </p:nvSpPr>
            <p:spPr>
              <a:xfrm>
                <a:off x="317662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0" name="ph1465">
                <a:extLst>
                  <a:ext uri="{FF2B5EF4-FFF2-40B4-BE49-F238E27FC236}">
                    <a16:creationId xmlns:a16="http://schemas.microsoft.com/office/drawing/2014/main" id="{DE2B7075-BF76-E4CF-E9BB-C4E94A30BF40}"/>
                  </a:ext>
                </a:extLst>
              </p:cNvPr>
              <p:cNvSpPr/>
              <p:nvPr/>
            </p:nvSpPr>
            <p:spPr>
              <a:xfrm>
                <a:off x="3186060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1" name="ph1466">
                <a:extLst>
                  <a:ext uri="{FF2B5EF4-FFF2-40B4-BE49-F238E27FC236}">
                    <a16:creationId xmlns:a16="http://schemas.microsoft.com/office/drawing/2014/main" id="{175244DC-69D2-DC91-4CC6-10F68F625B8A}"/>
                  </a:ext>
                </a:extLst>
              </p:cNvPr>
              <p:cNvSpPr/>
              <p:nvPr/>
            </p:nvSpPr>
            <p:spPr>
              <a:xfrm>
                <a:off x="319550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2" name="ph1467">
                <a:extLst>
                  <a:ext uri="{FF2B5EF4-FFF2-40B4-BE49-F238E27FC236}">
                    <a16:creationId xmlns:a16="http://schemas.microsoft.com/office/drawing/2014/main" id="{35BC9C38-4787-3878-6C1F-BE082012DCA8}"/>
                  </a:ext>
                </a:extLst>
              </p:cNvPr>
              <p:cNvSpPr/>
              <p:nvPr/>
            </p:nvSpPr>
            <p:spPr>
              <a:xfrm>
                <a:off x="320494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3" name="ph1468">
                <a:extLst>
                  <a:ext uri="{FF2B5EF4-FFF2-40B4-BE49-F238E27FC236}">
                    <a16:creationId xmlns:a16="http://schemas.microsoft.com/office/drawing/2014/main" id="{5A250007-F776-0026-25F9-C39FA32B91B2}"/>
                  </a:ext>
                </a:extLst>
              </p:cNvPr>
              <p:cNvSpPr/>
              <p:nvPr/>
            </p:nvSpPr>
            <p:spPr>
              <a:xfrm>
                <a:off x="321438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4" name="ph1469">
                <a:extLst>
                  <a:ext uri="{FF2B5EF4-FFF2-40B4-BE49-F238E27FC236}">
                    <a16:creationId xmlns:a16="http://schemas.microsoft.com/office/drawing/2014/main" id="{E47E6C65-69A0-D4B7-3DBE-64EA6BAA3E53}"/>
                  </a:ext>
                </a:extLst>
              </p:cNvPr>
              <p:cNvSpPr/>
              <p:nvPr/>
            </p:nvSpPr>
            <p:spPr>
              <a:xfrm>
                <a:off x="3223821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5" name="ph1470">
                <a:extLst>
                  <a:ext uri="{FF2B5EF4-FFF2-40B4-BE49-F238E27FC236}">
                    <a16:creationId xmlns:a16="http://schemas.microsoft.com/office/drawing/2014/main" id="{7CA0F139-D9A7-5784-EC83-4272389B9366}"/>
                  </a:ext>
                </a:extLst>
              </p:cNvPr>
              <p:cNvSpPr/>
              <p:nvPr/>
            </p:nvSpPr>
            <p:spPr>
              <a:xfrm>
                <a:off x="323326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6" name="ph1471">
                <a:extLst>
                  <a:ext uri="{FF2B5EF4-FFF2-40B4-BE49-F238E27FC236}">
                    <a16:creationId xmlns:a16="http://schemas.microsoft.com/office/drawing/2014/main" id="{F4026DA8-B86B-91E4-8597-E0FB46238540}"/>
                  </a:ext>
                </a:extLst>
              </p:cNvPr>
              <p:cNvSpPr/>
              <p:nvPr/>
            </p:nvSpPr>
            <p:spPr>
              <a:xfrm>
                <a:off x="324270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7" name="ph1472">
                <a:extLst>
                  <a:ext uri="{FF2B5EF4-FFF2-40B4-BE49-F238E27FC236}">
                    <a16:creationId xmlns:a16="http://schemas.microsoft.com/office/drawing/2014/main" id="{B1DE3641-2CA3-2AFD-3DE6-569081EE2A78}"/>
                  </a:ext>
                </a:extLst>
              </p:cNvPr>
              <p:cNvSpPr/>
              <p:nvPr/>
            </p:nvSpPr>
            <p:spPr>
              <a:xfrm>
                <a:off x="3252142" y="244890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8" name="ph1473">
                <a:extLst>
                  <a:ext uri="{FF2B5EF4-FFF2-40B4-BE49-F238E27FC236}">
                    <a16:creationId xmlns:a16="http://schemas.microsoft.com/office/drawing/2014/main" id="{F443B1A0-EB10-F4C5-6C96-D43F00E21B56}"/>
                  </a:ext>
                </a:extLst>
              </p:cNvPr>
              <p:cNvSpPr/>
              <p:nvPr/>
            </p:nvSpPr>
            <p:spPr>
              <a:xfrm>
                <a:off x="3261582" y="2466478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26" y="91439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9" name="ph1474">
                <a:extLst>
                  <a:ext uri="{FF2B5EF4-FFF2-40B4-BE49-F238E27FC236}">
                    <a16:creationId xmlns:a16="http://schemas.microsoft.com/office/drawing/2014/main" id="{02279FB6-1B2C-D39C-BEF8-E1464F194EA0}"/>
                  </a:ext>
                </a:extLst>
              </p:cNvPr>
              <p:cNvSpPr/>
              <p:nvPr/>
            </p:nvSpPr>
            <p:spPr>
              <a:xfrm>
                <a:off x="3271023" y="2448908"/>
                <a:ext cx="919955" cy="931930"/>
              </a:xfrm>
              <a:custGeom>
                <a:avLst/>
                <a:gdLst/>
                <a:ahLst/>
                <a:cxnLst/>
                <a:rect l="0" t="0" r="0" b="0"/>
                <a:pathLst>
                  <a:path w="919955" h="931930">
                    <a:moveTo>
                      <a:pt x="914400" y="914400"/>
                    </a:moveTo>
                    <a:lnTo>
                      <a:pt x="919955" y="914400"/>
                    </a:lnTo>
                    <a:lnTo>
                      <a:pt x="919530" y="915838"/>
                    </a:lnTo>
                    <a:lnTo>
                      <a:pt x="918633" y="918875"/>
                    </a:lnTo>
                    <a:lnTo>
                      <a:pt x="915462" y="928948"/>
                    </a:lnTo>
                    <a:lnTo>
                      <a:pt x="914400" y="931930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0" name="ph1475">
                <a:extLst>
                  <a:ext uri="{FF2B5EF4-FFF2-40B4-BE49-F238E27FC236}">
                    <a16:creationId xmlns:a16="http://schemas.microsoft.com/office/drawing/2014/main" id="{D5BBD285-A71C-E507-84A4-63F3282E27BE}"/>
                  </a:ext>
                </a:extLst>
              </p:cNvPr>
              <p:cNvSpPr/>
              <p:nvPr/>
            </p:nvSpPr>
            <p:spPr>
              <a:xfrm>
                <a:off x="2411961" y="2431338"/>
                <a:ext cx="914400" cy="9155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506">
                    <a:moveTo>
                      <a:pt x="914400" y="914400"/>
                    </a:moveTo>
                    <a:lnTo>
                      <a:pt x="914400" y="915506"/>
                    </a:lnTo>
                    <a:lnTo>
                      <a:pt x="914076" y="914400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1" name="ph1476">
                <a:extLst>
                  <a:ext uri="{FF2B5EF4-FFF2-40B4-BE49-F238E27FC236}">
                    <a16:creationId xmlns:a16="http://schemas.microsoft.com/office/drawing/2014/main" id="{37908368-61C8-B095-656F-688E3F7AE31C}"/>
                  </a:ext>
                </a:extLst>
              </p:cNvPr>
              <p:cNvSpPr/>
              <p:nvPr/>
            </p:nvSpPr>
            <p:spPr>
              <a:xfrm>
                <a:off x="241196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25" y="931969"/>
                    </a:lnTo>
                    <a:lnTo>
                      <a:pt x="917841" y="926066"/>
                    </a:lnTo>
                    <a:lnTo>
                      <a:pt x="914757" y="916728"/>
                    </a:lnTo>
                    <a:lnTo>
                      <a:pt x="914400" y="915506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2" name="ph1477">
                <a:extLst>
                  <a:ext uri="{FF2B5EF4-FFF2-40B4-BE49-F238E27FC236}">
                    <a16:creationId xmlns:a16="http://schemas.microsoft.com/office/drawing/2014/main" id="{93A8950C-2FB9-DF9F-BB8E-B23196D25837}"/>
                  </a:ext>
                </a:extLst>
              </p:cNvPr>
              <p:cNvSpPr/>
              <p:nvPr/>
            </p:nvSpPr>
            <p:spPr>
              <a:xfrm>
                <a:off x="242140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3" name="ph1478">
                <a:extLst>
                  <a:ext uri="{FF2B5EF4-FFF2-40B4-BE49-F238E27FC236}">
                    <a16:creationId xmlns:a16="http://schemas.microsoft.com/office/drawing/2014/main" id="{9CC55AC3-2110-B4D9-1786-1F7C5E18B170}"/>
                  </a:ext>
                </a:extLst>
              </p:cNvPr>
              <p:cNvSpPr/>
              <p:nvPr/>
            </p:nvSpPr>
            <p:spPr>
              <a:xfrm>
                <a:off x="243084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4" name="ph1479">
                <a:extLst>
                  <a:ext uri="{FF2B5EF4-FFF2-40B4-BE49-F238E27FC236}">
                    <a16:creationId xmlns:a16="http://schemas.microsoft.com/office/drawing/2014/main" id="{180FF619-77FB-D80D-CBDB-1CDD83051114}"/>
                  </a:ext>
                </a:extLst>
              </p:cNvPr>
              <p:cNvSpPr/>
              <p:nvPr/>
            </p:nvSpPr>
            <p:spPr>
              <a:xfrm>
                <a:off x="244028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5" name="ph1480">
                <a:extLst>
                  <a:ext uri="{FF2B5EF4-FFF2-40B4-BE49-F238E27FC236}">
                    <a16:creationId xmlns:a16="http://schemas.microsoft.com/office/drawing/2014/main" id="{72F0F205-EAC7-99E4-4AFA-3E9335542C42}"/>
                  </a:ext>
                </a:extLst>
              </p:cNvPr>
              <p:cNvSpPr/>
              <p:nvPr/>
            </p:nvSpPr>
            <p:spPr>
              <a:xfrm>
                <a:off x="244972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6" name="ph1481">
                <a:extLst>
                  <a:ext uri="{FF2B5EF4-FFF2-40B4-BE49-F238E27FC236}">
                    <a16:creationId xmlns:a16="http://schemas.microsoft.com/office/drawing/2014/main" id="{8939ABE5-5301-9679-98A4-1E5162A3EDBF}"/>
                  </a:ext>
                </a:extLst>
              </p:cNvPr>
              <p:cNvSpPr/>
              <p:nvPr/>
            </p:nvSpPr>
            <p:spPr>
              <a:xfrm>
                <a:off x="245916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7" name="ph1482">
                <a:extLst>
                  <a:ext uri="{FF2B5EF4-FFF2-40B4-BE49-F238E27FC236}">
                    <a16:creationId xmlns:a16="http://schemas.microsoft.com/office/drawing/2014/main" id="{C2644E46-E5BD-1E24-F8B7-274A1BF07CE5}"/>
                  </a:ext>
                </a:extLst>
              </p:cNvPr>
              <p:cNvSpPr/>
              <p:nvPr/>
            </p:nvSpPr>
            <p:spPr>
              <a:xfrm>
                <a:off x="246860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8" name="ph1483">
                <a:extLst>
                  <a:ext uri="{FF2B5EF4-FFF2-40B4-BE49-F238E27FC236}">
                    <a16:creationId xmlns:a16="http://schemas.microsoft.com/office/drawing/2014/main" id="{95B5E442-521B-A8E7-24F9-CE240DA719C9}"/>
                  </a:ext>
                </a:extLst>
              </p:cNvPr>
              <p:cNvSpPr/>
              <p:nvPr/>
            </p:nvSpPr>
            <p:spPr>
              <a:xfrm>
                <a:off x="247804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9" name="ph1484">
                <a:extLst>
                  <a:ext uri="{FF2B5EF4-FFF2-40B4-BE49-F238E27FC236}">
                    <a16:creationId xmlns:a16="http://schemas.microsoft.com/office/drawing/2014/main" id="{39AE8987-EFF8-43B8-4A32-BC630BB2F36E}"/>
                  </a:ext>
                </a:extLst>
              </p:cNvPr>
              <p:cNvSpPr/>
              <p:nvPr/>
            </p:nvSpPr>
            <p:spPr>
              <a:xfrm>
                <a:off x="248748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0" name="ph1485">
                <a:extLst>
                  <a:ext uri="{FF2B5EF4-FFF2-40B4-BE49-F238E27FC236}">
                    <a16:creationId xmlns:a16="http://schemas.microsoft.com/office/drawing/2014/main" id="{915897B7-4146-1724-9BD1-9860E32BF7CA}"/>
                  </a:ext>
                </a:extLst>
              </p:cNvPr>
              <p:cNvSpPr/>
              <p:nvPr/>
            </p:nvSpPr>
            <p:spPr>
              <a:xfrm>
                <a:off x="249692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1" name="ph1486">
                <a:extLst>
                  <a:ext uri="{FF2B5EF4-FFF2-40B4-BE49-F238E27FC236}">
                    <a16:creationId xmlns:a16="http://schemas.microsoft.com/office/drawing/2014/main" id="{D35C7E8E-6E42-F42A-EAF8-B484796383D7}"/>
                  </a:ext>
                </a:extLst>
              </p:cNvPr>
              <p:cNvSpPr/>
              <p:nvPr/>
            </p:nvSpPr>
            <p:spPr>
              <a:xfrm>
                <a:off x="250636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2" name="ph1487">
                <a:extLst>
                  <a:ext uri="{FF2B5EF4-FFF2-40B4-BE49-F238E27FC236}">
                    <a16:creationId xmlns:a16="http://schemas.microsoft.com/office/drawing/2014/main" id="{C3AFBA90-2E39-5CF7-24AD-3CBEAE1A1BF6}"/>
                  </a:ext>
                </a:extLst>
              </p:cNvPr>
              <p:cNvSpPr/>
              <p:nvPr/>
            </p:nvSpPr>
            <p:spPr>
              <a:xfrm>
                <a:off x="251580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983">
                  <a:alpha val="100000"/>
                </a:srgbClr>
              </a:solidFill>
              <a:ln w="5420" cap="flat">
                <a:solidFill>
                  <a:srgbClr val="CD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3" name="ph1488">
                <a:extLst>
                  <a:ext uri="{FF2B5EF4-FFF2-40B4-BE49-F238E27FC236}">
                    <a16:creationId xmlns:a16="http://schemas.microsoft.com/office/drawing/2014/main" id="{E4E72AC0-E4D3-E4FC-1966-9CA31CEDE110}"/>
                  </a:ext>
                </a:extLst>
              </p:cNvPr>
              <p:cNvSpPr/>
              <p:nvPr/>
            </p:nvSpPr>
            <p:spPr>
              <a:xfrm>
                <a:off x="252524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4" name="ph1489">
                <a:extLst>
                  <a:ext uri="{FF2B5EF4-FFF2-40B4-BE49-F238E27FC236}">
                    <a16:creationId xmlns:a16="http://schemas.microsoft.com/office/drawing/2014/main" id="{AA8CE207-EF6A-345D-59E5-5907C24C39E4}"/>
                  </a:ext>
                </a:extLst>
              </p:cNvPr>
              <p:cNvSpPr/>
              <p:nvPr/>
            </p:nvSpPr>
            <p:spPr>
              <a:xfrm>
                <a:off x="253468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6">
                  <a:alpha val="100000"/>
                </a:srgbClr>
              </a:solidFill>
              <a:ln w="5420" cap="flat">
                <a:solidFill>
                  <a:srgbClr val="D2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5" name="ph1490">
                <a:extLst>
                  <a:ext uri="{FF2B5EF4-FFF2-40B4-BE49-F238E27FC236}">
                    <a16:creationId xmlns:a16="http://schemas.microsoft.com/office/drawing/2014/main" id="{2299722C-D142-6B14-147B-9E086C130052}"/>
                  </a:ext>
                </a:extLst>
              </p:cNvPr>
              <p:cNvSpPr/>
              <p:nvPr/>
            </p:nvSpPr>
            <p:spPr>
              <a:xfrm>
                <a:off x="254412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6" name="ph1491">
                <a:extLst>
                  <a:ext uri="{FF2B5EF4-FFF2-40B4-BE49-F238E27FC236}">
                    <a16:creationId xmlns:a16="http://schemas.microsoft.com/office/drawing/2014/main" id="{452C99D7-0B7A-3924-7E95-8C0502211117}"/>
                  </a:ext>
                </a:extLst>
              </p:cNvPr>
              <p:cNvSpPr/>
              <p:nvPr/>
            </p:nvSpPr>
            <p:spPr>
              <a:xfrm>
                <a:off x="255356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F8A">
                  <a:alpha val="100000"/>
                </a:srgbClr>
              </a:solidFill>
              <a:ln w="5420" cap="flat">
                <a:solidFill>
                  <a:srgbClr val="D8EF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7" name="ph1492">
                <a:extLst>
                  <a:ext uri="{FF2B5EF4-FFF2-40B4-BE49-F238E27FC236}">
                    <a16:creationId xmlns:a16="http://schemas.microsoft.com/office/drawing/2014/main" id="{0EBDA3EB-9D05-1D19-BE11-12B30C4FDB3A}"/>
                  </a:ext>
                </a:extLst>
              </p:cNvPr>
              <p:cNvSpPr/>
              <p:nvPr/>
            </p:nvSpPr>
            <p:spPr>
              <a:xfrm>
                <a:off x="256300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8" name="ph1493">
                <a:extLst>
                  <a:ext uri="{FF2B5EF4-FFF2-40B4-BE49-F238E27FC236}">
                    <a16:creationId xmlns:a16="http://schemas.microsoft.com/office/drawing/2014/main" id="{FC012E98-9FA0-1ADC-356E-BF16418BDA77}"/>
                  </a:ext>
                </a:extLst>
              </p:cNvPr>
              <p:cNvSpPr/>
              <p:nvPr/>
            </p:nvSpPr>
            <p:spPr>
              <a:xfrm>
                <a:off x="257244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9" name="ph1494">
                <a:extLst>
                  <a:ext uri="{FF2B5EF4-FFF2-40B4-BE49-F238E27FC236}">
                    <a16:creationId xmlns:a16="http://schemas.microsoft.com/office/drawing/2014/main" id="{B90F6A64-38A6-7D40-FEDC-C8AC2903F86C}"/>
                  </a:ext>
                </a:extLst>
              </p:cNvPr>
              <p:cNvSpPr/>
              <p:nvPr/>
            </p:nvSpPr>
            <p:spPr>
              <a:xfrm>
                <a:off x="258188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1">
                  <a:alpha val="100000"/>
                </a:srgbClr>
              </a:solidFill>
              <a:ln w="5420" cap="flat">
                <a:solidFill>
                  <a:srgbClr val="DEF1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0" name="ph1495">
                <a:extLst>
                  <a:ext uri="{FF2B5EF4-FFF2-40B4-BE49-F238E27FC236}">
                    <a16:creationId xmlns:a16="http://schemas.microsoft.com/office/drawing/2014/main" id="{8904FC83-DF1A-A870-FB09-2A08334DE985}"/>
                  </a:ext>
                </a:extLst>
              </p:cNvPr>
              <p:cNvSpPr/>
              <p:nvPr/>
            </p:nvSpPr>
            <p:spPr>
              <a:xfrm>
                <a:off x="259132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1" name="ph1496">
                <a:extLst>
                  <a:ext uri="{FF2B5EF4-FFF2-40B4-BE49-F238E27FC236}">
                    <a16:creationId xmlns:a16="http://schemas.microsoft.com/office/drawing/2014/main" id="{4D50C1B0-D631-9223-B60E-A838116FA37C}"/>
                  </a:ext>
                </a:extLst>
              </p:cNvPr>
              <p:cNvSpPr/>
              <p:nvPr/>
            </p:nvSpPr>
            <p:spPr>
              <a:xfrm>
                <a:off x="260076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2" name="ph1497">
                <a:extLst>
                  <a:ext uri="{FF2B5EF4-FFF2-40B4-BE49-F238E27FC236}">
                    <a16:creationId xmlns:a16="http://schemas.microsoft.com/office/drawing/2014/main" id="{ED38AE3E-A8E0-93DD-F359-287BC8D7B2B4}"/>
                  </a:ext>
                </a:extLst>
              </p:cNvPr>
              <p:cNvSpPr/>
              <p:nvPr/>
            </p:nvSpPr>
            <p:spPr>
              <a:xfrm>
                <a:off x="261020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3" name="ph1498">
                <a:extLst>
                  <a:ext uri="{FF2B5EF4-FFF2-40B4-BE49-F238E27FC236}">
                    <a16:creationId xmlns:a16="http://schemas.microsoft.com/office/drawing/2014/main" id="{6C59C14D-437C-204A-B2DD-728BDA244C31}"/>
                  </a:ext>
                </a:extLst>
              </p:cNvPr>
              <p:cNvSpPr/>
              <p:nvPr/>
            </p:nvSpPr>
            <p:spPr>
              <a:xfrm>
                <a:off x="261964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4" name="ph1499">
                <a:extLst>
                  <a:ext uri="{FF2B5EF4-FFF2-40B4-BE49-F238E27FC236}">
                    <a16:creationId xmlns:a16="http://schemas.microsoft.com/office/drawing/2014/main" id="{AEC8C80E-30DC-F2BA-950A-33161F494623}"/>
                  </a:ext>
                </a:extLst>
              </p:cNvPr>
              <p:cNvSpPr/>
              <p:nvPr/>
            </p:nvSpPr>
            <p:spPr>
              <a:xfrm>
                <a:off x="262908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5" name="ph1500">
                <a:extLst>
                  <a:ext uri="{FF2B5EF4-FFF2-40B4-BE49-F238E27FC236}">
                    <a16:creationId xmlns:a16="http://schemas.microsoft.com/office/drawing/2014/main" id="{FF9165A3-2D24-8839-70B4-BF14E17A1245}"/>
                  </a:ext>
                </a:extLst>
              </p:cNvPr>
              <p:cNvSpPr/>
              <p:nvPr/>
            </p:nvSpPr>
            <p:spPr>
              <a:xfrm>
                <a:off x="263852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6" name="ph1501">
                <a:extLst>
                  <a:ext uri="{FF2B5EF4-FFF2-40B4-BE49-F238E27FC236}">
                    <a16:creationId xmlns:a16="http://schemas.microsoft.com/office/drawing/2014/main" id="{A328D359-3BD6-524B-02EC-544B939B69C7}"/>
                  </a:ext>
                </a:extLst>
              </p:cNvPr>
              <p:cNvSpPr/>
              <p:nvPr/>
            </p:nvSpPr>
            <p:spPr>
              <a:xfrm>
                <a:off x="264796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7" name="ph1502">
                <a:extLst>
                  <a:ext uri="{FF2B5EF4-FFF2-40B4-BE49-F238E27FC236}">
                    <a16:creationId xmlns:a16="http://schemas.microsoft.com/office/drawing/2014/main" id="{876A5696-A3A0-BD51-E81C-C5CE06B59075}"/>
                  </a:ext>
                </a:extLst>
              </p:cNvPr>
              <p:cNvSpPr/>
              <p:nvPr/>
            </p:nvSpPr>
            <p:spPr>
              <a:xfrm>
                <a:off x="265740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8" name="ph1503">
                <a:extLst>
                  <a:ext uri="{FF2B5EF4-FFF2-40B4-BE49-F238E27FC236}">
                    <a16:creationId xmlns:a16="http://schemas.microsoft.com/office/drawing/2014/main" id="{9ACB6344-CAA2-7827-64CF-89846270739B}"/>
                  </a:ext>
                </a:extLst>
              </p:cNvPr>
              <p:cNvSpPr/>
              <p:nvPr/>
            </p:nvSpPr>
            <p:spPr>
              <a:xfrm>
                <a:off x="266684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4">
                  <a:alpha val="100000"/>
                </a:srgbClr>
              </a:solidFill>
              <a:ln w="5420" cap="flat">
                <a:solidFill>
                  <a:srgbClr val="DF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9" name="ph1504">
                <a:extLst>
                  <a:ext uri="{FF2B5EF4-FFF2-40B4-BE49-F238E27FC236}">
                    <a16:creationId xmlns:a16="http://schemas.microsoft.com/office/drawing/2014/main" id="{62AAF9C3-F8E7-28B4-4E01-72F88A2CEF5F}"/>
                  </a:ext>
                </a:extLst>
              </p:cNvPr>
              <p:cNvSpPr/>
              <p:nvPr/>
            </p:nvSpPr>
            <p:spPr>
              <a:xfrm>
                <a:off x="267628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0" name="ph1505">
                <a:extLst>
                  <a:ext uri="{FF2B5EF4-FFF2-40B4-BE49-F238E27FC236}">
                    <a16:creationId xmlns:a16="http://schemas.microsoft.com/office/drawing/2014/main" id="{DFF7FE57-05C3-D933-5849-81628C0B4920}"/>
                  </a:ext>
                </a:extLst>
              </p:cNvPr>
              <p:cNvSpPr/>
              <p:nvPr/>
            </p:nvSpPr>
            <p:spPr>
              <a:xfrm>
                <a:off x="268572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1" name="ph1506">
                <a:extLst>
                  <a:ext uri="{FF2B5EF4-FFF2-40B4-BE49-F238E27FC236}">
                    <a16:creationId xmlns:a16="http://schemas.microsoft.com/office/drawing/2014/main" id="{F32A46A9-8BEB-FF91-6259-F49A930D85B1}"/>
                  </a:ext>
                </a:extLst>
              </p:cNvPr>
              <p:cNvSpPr/>
              <p:nvPr/>
            </p:nvSpPr>
            <p:spPr>
              <a:xfrm>
                <a:off x="269516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2" name="ph1507">
                <a:extLst>
                  <a:ext uri="{FF2B5EF4-FFF2-40B4-BE49-F238E27FC236}">
                    <a16:creationId xmlns:a16="http://schemas.microsoft.com/office/drawing/2014/main" id="{83D7FE88-F0B5-280D-6261-FD481AEDF588}"/>
                  </a:ext>
                </a:extLst>
              </p:cNvPr>
              <p:cNvSpPr/>
              <p:nvPr/>
            </p:nvSpPr>
            <p:spPr>
              <a:xfrm>
                <a:off x="2714048" y="244890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00" y="896830"/>
                    </a:lnTo>
                    <a:lnTo>
                      <a:pt x="909298" y="899301"/>
                    </a:lnTo>
                    <a:lnTo>
                      <a:pt x="909534" y="899227"/>
                    </a:lnTo>
                    <a:lnTo>
                      <a:pt x="909894" y="899114"/>
                    </a:lnTo>
                    <a:lnTo>
                      <a:pt x="910254" y="899001"/>
                    </a:lnTo>
                    <a:lnTo>
                      <a:pt x="910614" y="898887"/>
                    </a:lnTo>
                    <a:lnTo>
                      <a:pt x="910974" y="898774"/>
                    </a:lnTo>
                    <a:lnTo>
                      <a:pt x="911334" y="898661"/>
                    </a:lnTo>
                    <a:lnTo>
                      <a:pt x="911693" y="898548"/>
                    </a:lnTo>
                    <a:lnTo>
                      <a:pt x="912053" y="898435"/>
                    </a:lnTo>
                    <a:lnTo>
                      <a:pt x="912413" y="898322"/>
                    </a:lnTo>
                    <a:lnTo>
                      <a:pt x="912773" y="898209"/>
                    </a:lnTo>
                    <a:lnTo>
                      <a:pt x="913133" y="898096"/>
                    </a:lnTo>
                    <a:lnTo>
                      <a:pt x="913493" y="897983"/>
                    </a:lnTo>
                    <a:lnTo>
                      <a:pt x="913853" y="897870"/>
                    </a:lnTo>
                    <a:lnTo>
                      <a:pt x="914213" y="897757"/>
                    </a:lnTo>
                    <a:lnTo>
                      <a:pt x="914400" y="89769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3" name="ph1508">
                <a:extLst>
                  <a:ext uri="{FF2B5EF4-FFF2-40B4-BE49-F238E27FC236}">
                    <a16:creationId xmlns:a16="http://schemas.microsoft.com/office/drawing/2014/main" id="{ECD6C42F-B06E-9900-7F8E-3171B5423F29}"/>
                  </a:ext>
                </a:extLst>
              </p:cNvPr>
              <p:cNvSpPr/>
              <p:nvPr/>
            </p:nvSpPr>
            <p:spPr>
              <a:xfrm>
                <a:off x="2723489" y="243133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268"/>
                    </a:lnTo>
                    <a:lnTo>
                      <a:pt x="905132" y="915214"/>
                    </a:lnTo>
                    <a:lnTo>
                      <a:pt x="905492" y="915101"/>
                    </a:lnTo>
                    <a:lnTo>
                      <a:pt x="905852" y="914988"/>
                    </a:lnTo>
                    <a:lnTo>
                      <a:pt x="906212" y="914875"/>
                    </a:lnTo>
                    <a:lnTo>
                      <a:pt x="906572" y="914762"/>
                    </a:lnTo>
                    <a:lnTo>
                      <a:pt x="906932" y="914650"/>
                    </a:lnTo>
                    <a:lnTo>
                      <a:pt x="907292" y="914537"/>
                    </a:lnTo>
                    <a:lnTo>
                      <a:pt x="907729" y="914400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4" name="ph1509">
                <a:extLst>
                  <a:ext uri="{FF2B5EF4-FFF2-40B4-BE49-F238E27FC236}">
                    <a16:creationId xmlns:a16="http://schemas.microsoft.com/office/drawing/2014/main" id="{87F4C9BF-4B2D-C24F-6A05-E26F1BC6A4A8}"/>
                  </a:ext>
                </a:extLst>
              </p:cNvPr>
              <p:cNvSpPr/>
              <p:nvPr/>
            </p:nvSpPr>
            <p:spPr>
              <a:xfrm>
                <a:off x="272348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5" name="ph1510">
                <a:extLst>
                  <a:ext uri="{FF2B5EF4-FFF2-40B4-BE49-F238E27FC236}">
                    <a16:creationId xmlns:a16="http://schemas.microsoft.com/office/drawing/2014/main" id="{13CCBDDD-6527-C2C4-9DBC-0248F810F3E3}"/>
                  </a:ext>
                </a:extLst>
              </p:cNvPr>
              <p:cNvSpPr/>
              <p:nvPr/>
            </p:nvSpPr>
            <p:spPr>
              <a:xfrm>
                <a:off x="273292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6" name="ph1511">
                <a:extLst>
                  <a:ext uri="{FF2B5EF4-FFF2-40B4-BE49-F238E27FC236}">
                    <a16:creationId xmlns:a16="http://schemas.microsoft.com/office/drawing/2014/main" id="{A5F7EB41-AE99-2370-6E67-F4D10504A587}"/>
                  </a:ext>
                </a:extLst>
              </p:cNvPr>
              <p:cNvSpPr/>
              <p:nvPr/>
            </p:nvSpPr>
            <p:spPr>
              <a:xfrm>
                <a:off x="274236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7" name="ph1512">
                <a:extLst>
                  <a:ext uri="{FF2B5EF4-FFF2-40B4-BE49-F238E27FC236}">
                    <a16:creationId xmlns:a16="http://schemas.microsoft.com/office/drawing/2014/main" id="{1CE973B8-8DC9-914E-F59B-276447F5D5DF}"/>
                  </a:ext>
                </a:extLst>
              </p:cNvPr>
              <p:cNvSpPr/>
              <p:nvPr/>
            </p:nvSpPr>
            <p:spPr>
              <a:xfrm>
                <a:off x="275180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8" name="ph1513">
                <a:extLst>
                  <a:ext uri="{FF2B5EF4-FFF2-40B4-BE49-F238E27FC236}">
                    <a16:creationId xmlns:a16="http://schemas.microsoft.com/office/drawing/2014/main" id="{DCA1BB1A-9752-40D1-FEAB-35D79AF21FDB}"/>
                  </a:ext>
                </a:extLst>
              </p:cNvPr>
              <p:cNvSpPr/>
              <p:nvPr/>
            </p:nvSpPr>
            <p:spPr>
              <a:xfrm>
                <a:off x="276125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9" name="ph1514">
                <a:extLst>
                  <a:ext uri="{FF2B5EF4-FFF2-40B4-BE49-F238E27FC236}">
                    <a16:creationId xmlns:a16="http://schemas.microsoft.com/office/drawing/2014/main" id="{F7413EA3-090B-9D14-97EE-D3EF925CC53B}"/>
                  </a:ext>
                </a:extLst>
              </p:cNvPr>
              <p:cNvSpPr/>
              <p:nvPr/>
            </p:nvSpPr>
            <p:spPr>
              <a:xfrm>
                <a:off x="277069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0" name="ph1515">
                <a:extLst>
                  <a:ext uri="{FF2B5EF4-FFF2-40B4-BE49-F238E27FC236}">
                    <a16:creationId xmlns:a16="http://schemas.microsoft.com/office/drawing/2014/main" id="{391CDE03-2462-F175-532F-4CA02E208358}"/>
                  </a:ext>
                </a:extLst>
              </p:cNvPr>
              <p:cNvSpPr/>
              <p:nvPr/>
            </p:nvSpPr>
            <p:spPr>
              <a:xfrm>
                <a:off x="278013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1" name="ph1516">
                <a:extLst>
                  <a:ext uri="{FF2B5EF4-FFF2-40B4-BE49-F238E27FC236}">
                    <a16:creationId xmlns:a16="http://schemas.microsoft.com/office/drawing/2014/main" id="{0ACADBE9-7C84-AD69-0729-EF24EDB505CD}"/>
                  </a:ext>
                </a:extLst>
              </p:cNvPr>
              <p:cNvSpPr/>
              <p:nvPr/>
            </p:nvSpPr>
            <p:spPr>
              <a:xfrm>
                <a:off x="278957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2" name="ph1517">
                <a:extLst>
                  <a:ext uri="{FF2B5EF4-FFF2-40B4-BE49-F238E27FC236}">
                    <a16:creationId xmlns:a16="http://schemas.microsoft.com/office/drawing/2014/main" id="{C3909F38-37E1-C7F8-F54E-AD5E156E88B6}"/>
                  </a:ext>
                </a:extLst>
              </p:cNvPr>
              <p:cNvSpPr/>
              <p:nvPr/>
            </p:nvSpPr>
            <p:spPr>
              <a:xfrm>
                <a:off x="279901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3" name="ph1518">
                <a:extLst>
                  <a:ext uri="{FF2B5EF4-FFF2-40B4-BE49-F238E27FC236}">
                    <a16:creationId xmlns:a16="http://schemas.microsoft.com/office/drawing/2014/main" id="{262A8BB0-B211-8C59-EBCC-D5DD548E0DBB}"/>
                  </a:ext>
                </a:extLst>
              </p:cNvPr>
              <p:cNvSpPr/>
              <p:nvPr/>
            </p:nvSpPr>
            <p:spPr>
              <a:xfrm>
                <a:off x="280845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D">
                  <a:alpha val="100000"/>
                </a:srgbClr>
              </a:solidFill>
              <a:ln w="5420" cap="flat">
                <a:solidFill>
                  <a:srgbClr val="E6F4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4" name="ph1519">
                <a:extLst>
                  <a:ext uri="{FF2B5EF4-FFF2-40B4-BE49-F238E27FC236}">
                    <a16:creationId xmlns:a16="http://schemas.microsoft.com/office/drawing/2014/main" id="{B7FB8F68-8A8B-93EE-8067-3BBAF60569C4}"/>
                  </a:ext>
                </a:extLst>
              </p:cNvPr>
              <p:cNvSpPr/>
              <p:nvPr/>
            </p:nvSpPr>
            <p:spPr>
              <a:xfrm>
                <a:off x="281789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5" name="ph1520">
                <a:extLst>
                  <a:ext uri="{FF2B5EF4-FFF2-40B4-BE49-F238E27FC236}">
                    <a16:creationId xmlns:a16="http://schemas.microsoft.com/office/drawing/2014/main" id="{8FD71951-4DA0-43E6-3F8B-FCA548CA909A}"/>
                  </a:ext>
                </a:extLst>
              </p:cNvPr>
              <p:cNvSpPr/>
              <p:nvPr/>
            </p:nvSpPr>
            <p:spPr>
              <a:xfrm>
                <a:off x="282733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6" name="ph1521">
                <a:extLst>
                  <a:ext uri="{FF2B5EF4-FFF2-40B4-BE49-F238E27FC236}">
                    <a16:creationId xmlns:a16="http://schemas.microsoft.com/office/drawing/2014/main" id="{760ADD22-5EC4-0A0A-35C4-A01C241CE6B7}"/>
                  </a:ext>
                </a:extLst>
              </p:cNvPr>
              <p:cNvSpPr/>
              <p:nvPr/>
            </p:nvSpPr>
            <p:spPr>
              <a:xfrm>
                <a:off x="283677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7" name="ph1522">
                <a:extLst>
                  <a:ext uri="{FF2B5EF4-FFF2-40B4-BE49-F238E27FC236}">
                    <a16:creationId xmlns:a16="http://schemas.microsoft.com/office/drawing/2014/main" id="{3B79B5FF-5705-81A9-A89B-B43565ED73A4}"/>
                  </a:ext>
                </a:extLst>
              </p:cNvPr>
              <p:cNvSpPr/>
              <p:nvPr/>
            </p:nvSpPr>
            <p:spPr>
              <a:xfrm>
                <a:off x="284621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8" name="ph1523">
                <a:extLst>
                  <a:ext uri="{FF2B5EF4-FFF2-40B4-BE49-F238E27FC236}">
                    <a16:creationId xmlns:a16="http://schemas.microsoft.com/office/drawing/2014/main" id="{8D2EED20-793D-05BA-56FC-FF5010CD656B}"/>
                  </a:ext>
                </a:extLst>
              </p:cNvPr>
              <p:cNvSpPr/>
              <p:nvPr/>
            </p:nvSpPr>
            <p:spPr>
              <a:xfrm>
                <a:off x="285565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1">
                  <a:alpha val="100000"/>
                </a:srgbClr>
              </a:solidFill>
              <a:ln w="5420" cap="flat">
                <a:solidFill>
                  <a:srgbClr val="EA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9" name="ph1524">
                <a:extLst>
                  <a:ext uri="{FF2B5EF4-FFF2-40B4-BE49-F238E27FC236}">
                    <a16:creationId xmlns:a16="http://schemas.microsoft.com/office/drawing/2014/main" id="{5E3A0D0D-85B8-1747-13E0-4629DC6DCAE4}"/>
                  </a:ext>
                </a:extLst>
              </p:cNvPr>
              <p:cNvSpPr/>
              <p:nvPr/>
            </p:nvSpPr>
            <p:spPr>
              <a:xfrm>
                <a:off x="286509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0" name="ph1525">
                <a:extLst>
                  <a:ext uri="{FF2B5EF4-FFF2-40B4-BE49-F238E27FC236}">
                    <a16:creationId xmlns:a16="http://schemas.microsoft.com/office/drawing/2014/main" id="{D39DC827-4877-F992-D66D-87D839C0B9E5}"/>
                  </a:ext>
                </a:extLst>
              </p:cNvPr>
              <p:cNvSpPr/>
              <p:nvPr/>
            </p:nvSpPr>
            <p:spPr>
              <a:xfrm>
                <a:off x="287453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1" name="ph1526">
                <a:extLst>
                  <a:ext uri="{FF2B5EF4-FFF2-40B4-BE49-F238E27FC236}">
                    <a16:creationId xmlns:a16="http://schemas.microsoft.com/office/drawing/2014/main" id="{ED661E82-F404-6B89-3328-455F9607FC07}"/>
                  </a:ext>
                </a:extLst>
              </p:cNvPr>
              <p:cNvSpPr/>
              <p:nvPr/>
            </p:nvSpPr>
            <p:spPr>
              <a:xfrm>
                <a:off x="288397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2" name="ph1527">
                <a:extLst>
                  <a:ext uri="{FF2B5EF4-FFF2-40B4-BE49-F238E27FC236}">
                    <a16:creationId xmlns:a16="http://schemas.microsoft.com/office/drawing/2014/main" id="{9DA27D7D-0CBD-AA40-29C3-ED793AD468B3}"/>
                  </a:ext>
                </a:extLst>
              </p:cNvPr>
              <p:cNvSpPr/>
              <p:nvPr/>
            </p:nvSpPr>
            <p:spPr>
              <a:xfrm>
                <a:off x="289341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3" name="ph1528">
                <a:extLst>
                  <a:ext uri="{FF2B5EF4-FFF2-40B4-BE49-F238E27FC236}">
                    <a16:creationId xmlns:a16="http://schemas.microsoft.com/office/drawing/2014/main" id="{6D77390B-6FA3-B083-C4DC-E7A9A27C141E}"/>
                  </a:ext>
                </a:extLst>
              </p:cNvPr>
              <p:cNvSpPr/>
              <p:nvPr/>
            </p:nvSpPr>
            <p:spPr>
              <a:xfrm>
                <a:off x="290285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4" name="ph1529">
                <a:extLst>
                  <a:ext uri="{FF2B5EF4-FFF2-40B4-BE49-F238E27FC236}">
                    <a16:creationId xmlns:a16="http://schemas.microsoft.com/office/drawing/2014/main" id="{8B5B21E8-C860-414D-F545-570E858D0263}"/>
                  </a:ext>
                </a:extLst>
              </p:cNvPr>
              <p:cNvSpPr/>
              <p:nvPr/>
            </p:nvSpPr>
            <p:spPr>
              <a:xfrm>
                <a:off x="2912293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5" name="ph1530">
                <a:extLst>
                  <a:ext uri="{FF2B5EF4-FFF2-40B4-BE49-F238E27FC236}">
                    <a16:creationId xmlns:a16="http://schemas.microsoft.com/office/drawing/2014/main" id="{99AF5248-623F-084D-9FD7-7B12459427E1}"/>
                  </a:ext>
                </a:extLst>
              </p:cNvPr>
              <p:cNvSpPr/>
              <p:nvPr/>
            </p:nvSpPr>
            <p:spPr>
              <a:xfrm>
                <a:off x="292173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6" name="ph1531">
                <a:extLst>
                  <a:ext uri="{FF2B5EF4-FFF2-40B4-BE49-F238E27FC236}">
                    <a16:creationId xmlns:a16="http://schemas.microsoft.com/office/drawing/2014/main" id="{04837A32-1C9C-1DF6-DB37-F5C9F7BF7324}"/>
                  </a:ext>
                </a:extLst>
              </p:cNvPr>
              <p:cNvSpPr/>
              <p:nvPr/>
            </p:nvSpPr>
            <p:spPr>
              <a:xfrm>
                <a:off x="293117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7" name="ph1532">
                <a:extLst>
                  <a:ext uri="{FF2B5EF4-FFF2-40B4-BE49-F238E27FC236}">
                    <a16:creationId xmlns:a16="http://schemas.microsoft.com/office/drawing/2014/main" id="{12F752D1-6349-B316-A2FC-57EAB8BC0138}"/>
                  </a:ext>
                </a:extLst>
              </p:cNvPr>
              <p:cNvSpPr/>
              <p:nvPr/>
            </p:nvSpPr>
            <p:spPr>
              <a:xfrm>
                <a:off x="294061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8" name="ph1533">
                <a:extLst>
                  <a:ext uri="{FF2B5EF4-FFF2-40B4-BE49-F238E27FC236}">
                    <a16:creationId xmlns:a16="http://schemas.microsoft.com/office/drawing/2014/main" id="{2DE96A93-1FA8-D86C-54C8-0D2EE8FE8817}"/>
                  </a:ext>
                </a:extLst>
              </p:cNvPr>
              <p:cNvSpPr/>
              <p:nvPr/>
            </p:nvSpPr>
            <p:spPr>
              <a:xfrm>
                <a:off x="2950054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9" name="ph1534">
                <a:extLst>
                  <a:ext uri="{FF2B5EF4-FFF2-40B4-BE49-F238E27FC236}">
                    <a16:creationId xmlns:a16="http://schemas.microsoft.com/office/drawing/2014/main" id="{8D975237-110A-CB69-E653-329B63504853}"/>
                  </a:ext>
                </a:extLst>
              </p:cNvPr>
              <p:cNvSpPr/>
              <p:nvPr/>
            </p:nvSpPr>
            <p:spPr>
              <a:xfrm>
                <a:off x="295949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0" name="ph1535">
                <a:extLst>
                  <a:ext uri="{FF2B5EF4-FFF2-40B4-BE49-F238E27FC236}">
                    <a16:creationId xmlns:a16="http://schemas.microsoft.com/office/drawing/2014/main" id="{735753C0-F92A-2668-2C8E-558C3B33E2F3}"/>
                  </a:ext>
                </a:extLst>
              </p:cNvPr>
              <p:cNvSpPr/>
              <p:nvPr/>
            </p:nvSpPr>
            <p:spPr>
              <a:xfrm>
                <a:off x="296893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1" name="ph1536">
                <a:extLst>
                  <a:ext uri="{FF2B5EF4-FFF2-40B4-BE49-F238E27FC236}">
                    <a16:creationId xmlns:a16="http://schemas.microsoft.com/office/drawing/2014/main" id="{946B793B-FC93-8270-768C-652B3A953176}"/>
                  </a:ext>
                </a:extLst>
              </p:cNvPr>
              <p:cNvSpPr/>
              <p:nvPr/>
            </p:nvSpPr>
            <p:spPr>
              <a:xfrm>
                <a:off x="297837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2" name="ph1537">
                <a:extLst>
                  <a:ext uri="{FF2B5EF4-FFF2-40B4-BE49-F238E27FC236}">
                    <a16:creationId xmlns:a16="http://schemas.microsoft.com/office/drawing/2014/main" id="{D0B8D40F-256C-463F-762D-D74FF4A9349B}"/>
                  </a:ext>
                </a:extLst>
              </p:cNvPr>
              <p:cNvSpPr/>
              <p:nvPr/>
            </p:nvSpPr>
            <p:spPr>
              <a:xfrm>
                <a:off x="2987815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3" name="ph1538">
                <a:extLst>
                  <a:ext uri="{FF2B5EF4-FFF2-40B4-BE49-F238E27FC236}">
                    <a16:creationId xmlns:a16="http://schemas.microsoft.com/office/drawing/2014/main" id="{C2151A9D-4734-C60D-A9F5-85403814FF59}"/>
                  </a:ext>
                </a:extLst>
              </p:cNvPr>
              <p:cNvSpPr/>
              <p:nvPr/>
            </p:nvSpPr>
            <p:spPr>
              <a:xfrm>
                <a:off x="299725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4" name="ph1539">
                <a:extLst>
                  <a:ext uri="{FF2B5EF4-FFF2-40B4-BE49-F238E27FC236}">
                    <a16:creationId xmlns:a16="http://schemas.microsoft.com/office/drawing/2014/main" id="{982BBD97-A7BA-D5D6-3ADD-C065C0C82752}"/>
                  </a:ext>
                </a:extLst>
              </p:cNvPr>
              <p:cNvSpPr/>
              <p:nvPr/>
            </p:nvSpPr>
            <p:spPr>
              <a:xfrm>
                <a:off x="300669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5" name="ph1540">
                <a:extLst>
                  <a:ext uri="{FF2B5EF4-FFF2-40B4-BE49-F238E27FC236}">
                    <a16:creationId xmlns:a16="http://schemas.microsoft.com/office/drawing/2014/main" id="{9D333D95-6894-C54D-454E-4021D5380E63}"/>
                  </a:ext>
                </a:extLst>
              </p:cNvPr>
              <p:cNvSpPr/>
              <p:nvPr/>
            </p:nvSpPr>
            <p:spPr>
              <a:xfrm>
                <a:off x="301613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6" name="ph1541">
                <a:extLst>
                  <a:ext uri="{FF2B5EF4-FFF2-40B4-BE49-F238E27FC236}">
                    <a16:creationId xmlns:a16="http://schemas.microsoft.com/office/drawing/2014/main" id="{ABB29F41-250F-8E89-2A6F-EF38329A20EC}"/>
                  </a:ext>
                </a:extLst>
              </p:cNvPr>
              <p:cNvSpPr/>
              <p:nvPr/>
            </p:nvSpPr>
            <p:spPr>
              <a:xfrm>
                <a:off x="3025576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7" name="ph1542">
                <a:extLst>
                  <a:ext uri="{FF2B5EF4-FFF2-40B4-BE49-F238E27FC236}">
                    <a16:creationId xmlns:a16="http://schemas.microsoft.com/office/drawing/2014/main" id="{E90FF67D-9637-956B-A31B-04A38B3FE2AC}"/>
                  </a:ext>
                </a:extLst>
              </p:cNvPr>
              <p:cNvSpPr/>
              <p:nvPr/>
            </p:nvSpPr>
            <p:spPr>
              <a:xfrm>
                <a:off x="303501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8" name="ph1543">
                <a:extLst>
                  <a:ext uri="{FF2B5EF4-FFF2-40B4-BE49-F238E27FC236}">
                    <a16:creationId xmlns:a16="http://schemas.microsoft.com/office/drawing/2014/main" id="{C15884D9-91C0-84E6-E6DB-5D6BA24D8910}"/>
                  </a:ext>
                </a:extLst>
              </p:cNvPr>
              <p:cNvSpPr/>
              <p:nvPr/>
            </p:nvSpPr>
            <p:spPr>
              <a:xfrm>
                <a:off x="304445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9" name="ph1544">
                <a:extLst>
                  <a:ext uri="{FF2B5EF4-FFF2-40B4-BE49-F238E27FC236}">
                    <a16:creationId xmlns:a16="http://schemas.microsoft.com/office/drawing/2014/main" id="{4C99A22B-A3B2-2BD9-2CDB-B2EEEFA9C318}"/>
                  </a:ext>
                </a:extLst>
              </p:cNvPr>
              <p:cNvSpPr/>
              <p:nvPr/>
            </p:nvSpPr>
            <p:spPr>
              <a:xfrm>
                <a:off x="305389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0" name="ph1545">
                <a:extLst>
                  <a:ext uri="{FF2B5EF4-FFF2-40B4-BE49-F238E27FC236}">
                    <a16:creationId xmlns:a16="http://schemas.microsoft.com/office/drawing/2014/main" id="{B61CCDB3-D7E7-B2FB-4E7A-2044B51CE56D}"/>
                  </a:ext>
                </a:extLst>
              </p:cNvPr>
              <p:cNvSpPr/>
              <p:nvPr/>
            </p:nvSpPr>
            <p:spPr>
              <a:xfrm>
                <a:off x="3063337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1" name="ph1546">
                <a:extLst>
                  <a:ext uri="{FF2B5EF4-FFF2-40B4-BE49-F238E27FC236}">
                    <a16:creationId xmlns:a16="http://schemas.microsoft.com/office/drawing/2014/main" id="{956154A3-4161-7B36-05D8-8C061B504CFD}"/>
                  </a:ext>
                </a:extLst>
              </p:cNvPr>
              <p:cNvSpPr/>
              <p:nvPr/>
            </p:nvSpPr>
            <p:spPr>
              <a:xfrm>
                <a:off x="307277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2" name="ph1547">
                <a:extLst>
                  <a:ext uri="{FF2B5EF4-FFF2-40B4-BE49-F238E27FC236}">
                    <a16:creationId xmlns:a16="http://schemas.microsoft.com/office/drawing/2014/main" id="{6ED38291-1BF5-141D-2A8E-0E4E3D26C3A0}"/>
                  </a:ext>
                </a:extLst>
              </p:cNvPr>
              <p:cNvSpPr/>
              <p:nvPr/>
            </p:nvSpPr>
            <p:spPr>
              <a:xfrm>
                <a:off x="308221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3" name="ph1548">
                <a:extLst>
                  <a:ext uri="{FF2B5EF4-FFF2-40B4-BE49-F238E27FC236}">
                    <a16:creationId xmlns:a16="http://schemas.microsoft.com/office/drawing/2014/main" id="{B2F294F1-D8A5-F690-0472-23BA1B666E3B}"/>
                  </a:ext>
                </a:extLst>
              </p:cNvPr>
              <p:cNvSpPr/>
              <p:nvPr/>
            </p:nvSpPr>
            <p:spPr>
              <a:xfrm>
                <a:off x="309165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4" name="ph1549">
                <a:extLst>
                  <a:ext uri="{FF2B5EF4-FFF2-40B4-BE49-F238E27FC236}">
                    <a16:creationId xmlns:a16="http://schemas.microsoft.com/office/drawing/2014/main" id="{DC6EA522-83B2-2952-F96B-DA87257F4B62}"/>
                  </a:ext>
                </a:extLst>
              </p:cNvPr>
              <p:cNvSpPr/>
              <p:nvPr/>
            </p:nvSpPr>
            <p:spPr>
              <a:xfrm>
                <a:off x="310109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5" name="ph1550">
                <a:extLst>
                  <a:ext uri="{FF2B5EF4-FFF2-40B4-BE49-F238E27FC236}">
                    <a16:creationId xmlns:a16="http://schemas.microsoft.com/office/drawing/2014/main" id="{A46AF5C0-BD67-5B9F-7F3B-7EDF54C21401}"/>
                  </a:ext>
                </a:extLst>
              </p:cNvPr>
              <p:cNvSpPr/>
              <p:nvPr/>
            </p:nvSpPr>
            <p:spPr>
              <a:xfrm>
                <a:off x="3110538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6" name="ph1551">
                <a:extLst>
                  <a:ext uri="{FF2B5EF4-FFF2-40B4-BE49-F238E27FC236}">
                    <a16:creationId xmlns:a16="http://schemas.microsoft.com/office/drawing/2014/main" id="{631919FD-8537-2C68-DE00-71CEB9E9ABCE}"/>
                  </a:ext>
                </a:extLst>
              </p:cNvPr>
              <p:cNvSpPr/>
              <p:nvPr/>
            </p:nvSpPr>
            <p:spPr>
              <a:xfrm>
                <a:off x="311997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7" name="ph1552">
                <a:extLst>
                  <a:ext uri="{FF2B5EF4-FFF2-40B4-BE49-F238E27FC236}">
                    <a16:creationId xmlns:a16="http://schemas.microsoft.com/office/drawing/2014/main" id="{A38DF54F-26C5-FAFE-AE6A-A63132F8058D}"/>
                  </a:ext>
                </a:extLst>
              </p:cNvPr>
              <p:cNvSpPr/>
              <p:nvPr/>
            </p:nvSpPr>
            <p:spPr>
              <a:xfrm>
                <a:off x="312941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8" name="ph1553">
                <a:extLst>
                  <a:ext uri="{FF2B5EF4-FFF2-40B4-BE49-F238E27FC236}">
                    <a16:creationId xmlns:a16="http://schemas.microsoft.com/office/drawing/2014/main" id="{0258F36C-B365-C464-33FF-979E83CA9F14}"/>
                  </a:ext>
                </a:extLst>
              </p:cNvPr>
              <p:cNvSpPr/>
              <p:nvPr/>
            </p:nvSpPr>
            <p:spPr>
              <a:xfrm>
                <a:off x="313885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9" name="ph1554">
                <a:extLst>
                  <a:ext uri="{FF2B5EF4-FFF2-40B4-BE49-F238E27FC236}">
                    <a16:creationId xmlns:a16="http://schemas.microsoft.com/office/drawing/2014/main" id="{7726A7AC-A1A4-2762-E313-3D7B3BB544D2}"/>
                  </a:ext>
                </a:extLst>
              </p:cNvPr>
              <p:cNvSpPr/>
              <p:nvPr/>
            </p:nvSpPr>
            <p:spPr>
              <a:xfrm>
                <a:off x="3148299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0" name="ph1555">
                <a:extLst>
                  <a:ext uri="{FF2B5EF4-FFF2-40B4-BE49-F238E27FC236}">
                    <a16:creationId xmlns:a16="http://schemas.microsoft.com/office/drawing/2014/main" id="{E674337B-6217-4363-CB15-31BFA582FAFF}"/>
                  </a:ext>
                </a:extLst>
              </p:cNvPr>
              <p:cNvSpPr/>
              <p:nvPr/>
            </p:nvSpPr>
            <p:spPr>
              <a:xfrm>
                <a:off x="315774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1" name="ph1556">
                <a:extLst>
                  <a:ext uri="{FF2B5EF4-FFF2-40B4-BE49-F238E27FC236}">
                    <a16:creationId xmlns:a16="http://schemas.microsoft.com/office/drawing/2014/main" id="{99589F70-F57F-FD28-01DB-E5A547BA7F5A}"/>
                  </a:ext>
                </a:extLst>
              </p:cNvPr>
              <p:cNvSpPr/>
              <p:nvPr/>
            </p:nvSpPr>
            <p:spPr>
              <a:xfrm>
                <a:off x="316718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2" name="ph1557">
                <a:extLst>
                  <a:ext uri="{FF2B5EF4-FFF2-40B4-BE49-F238E27FC236}">
                    <a16:creationId xmlns:a16="http://schemas.microsoft.com/office/drawing/2014/main" id="{84116970-0F20-EE82-BE16-41683EB30536}"/>
                  </a:ext>
                </a:extLst>
              </p:cNvPr>
              <p:cNvSpPr/>
              <p:nvPr/>
            </p:nvSpPr>
            <p:spPr>
              <a:xfrm>
                <a:off x="317662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3" name="ph1558">
                <a:extLst>
                  <a:ext uri="{FF2B5EF4-FFF2-40B4-BE49-F238E27FC236}">
                    <a16:creationId xmlns:a16="http://schemas.microsoft.com/office/drawing/2014/main" id="{8C1CBAB0-062E-4D67-4F52-7D5F7C941C07}"/>
                  </a:ext>
                </a:extLst>
              </p:cNvPr>
              <p:cNvSpPr/>
              <p:nvPr/>
            </p:nvSpPr>
            <p:spPr>
              <a:xfrm>
                <a:off x="3186060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4" name="ph1559">
                <a:extLst>
                  <a:ext uri="{FF2B5EF4-FFF2-40B4-BE49-F238E27FC236}">
                    <a16:creationId xmlns:a16="http://schemas.microsoft.com/office/drawing/2014/main" id="{BD375933-D919-A401-8765-220DF72DAB63}"/>
                  </a:ext>
                </a:extLst>
              </p:cNvPr>
              <p:cNvSpPr/>
              <p:nvPr/>
            </p:nvSpPr>
            <p:spPr>
              <a:xfrm>
                <a:off x="319550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5" name="ph1560">
                <a:extLst>
                  <a:ext uri="{FF2B5EF4-FFF2-40B4-BE49-F238E27FC236}">
                    <a16:creationId xmlns:a16="http://schemas.microsoft.com/office/drawing/2014/main" id="{D48BC494-A57B-7E80-404D-8752EAC3D8B6}"/>
                  </a:ext>
                </a:extLst>
              </p:cNvPr>
              <p:cNvSpPr/>
              <p:nvPr/>
            </p:nvSpPr>
            <p:spPr>
              <a:xfrm>
                <a:off x="320494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6" name="ph1561">
                <a:extLst>
                  <a:ext uri="{FF2B5EF4-FFF2-40B4-BE49-F238E27FC236}">
                    <a16:creationId xmlns:a16="http://schemas.microsoft.com/office/drawing/2014/main" id="{E0FC67AC-A7A1-2A97-20EF-76E28BCB5761}"/>
                  </a:ext>
                </a:extLst>
              </p:cNvPr>
              <p:cNvSpPr/>
              <p:nvPr/>
            </p:nvSpPr>
            <p:spPr>
              <a:xfrm>
                <a:off x="321438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7" name="ph1562">
                <a:extLst>
                  <a:ext uri="{FF2B5EF4-FFF2-40B4-BE49-F238E27FC236}">
                    <a16:creationId xmlns:a16="http://schemas.microsoft.com/office/drawing/2014/main" id="{ED370143-B783-19F5-A7BF-5B9337146F26}"/>
                  </a:ext>
                </a:extLst>
              </p:cNvPr>
              <p:cNvSpPr/>
              <p:nvPr/>
            </p:nvSpPr>
            <p:spPr>
              <a:xfrm>
                <a:off x="3223821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8" name="ph1563">
                <a:extLst>
                  <a:ext uri="{FF2B5EF4-FFF2-40B4-BE49-F238E27FC236}">
                    <a16:creationId xmlns:a16="http://schemas.microsoft.com/office/drawing/2014/main" id="{2BC35AAA-3B96-E993-81FE-EA6181F1CEEE}"/>
                  </a:ext>
                </a:extLst>
              </p:cNvPr>
              <p:cNvSpPr/>
              <p:nvPr/>
            </p:nvSpPr>
            <p:spPr>
              <a:xfrm>
                <a:off x="323326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9" name="ph1564">
                <a:extLst>
                  <a:ext uri="{FF2B5EF4-FFF2-40B4-BE49-F238E27FC236}">
                    <a16:creationId xmlns:a16="http://schemas.microsoft.com/office/drawing/2014/main" id="{65507322-5E45-E3B6-CFF0-0FC1AA0787D3}"/>
                  </a:ext>
                </a:extLst>
              </p:cNvPr>
              <p:cNvSpPr/>
              <p:nvPr/>
            </p:nvSpPr>
            <p:spPr>
              <a:xfrm>
                <a:off x="324270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0" name="ph1565">
                <a:extLst>
                  <a:ext uri="{FF2B5EF4-FFF2-40B4-BE49-F238E27FC236}">
                    <a16:creationId xmlns:a16="http://schemas.microsoft.com/office/drawing/2014/main" id="{F301CA6C-2F4F-3640-260D-63D685649CD0}"/>
                  </a:ext>
                </a:extLst>
              </p:cNvPr>
              <p:cNvSpPr/>
              <p:nvPr/>
            </p:nvSpPr>
            <p:spPr>
              <a:xfrm>
                <a:off x="325214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1" name="ph1566">
                <a:extLst>
                  <a:ext uri="{FF2B5EF4-FFF2-40B4-BE49-F238E27FC236}">
                    <a16:creationId xmlns:a16="http://schemas.microsoft.com/office/drawing/2014/main" id="{1BDAA266-AEB3-685B-C570-ED3EB4554FFD}"/>
                  </a:ext>
                </a:extLst>
              </p:cNvPr>
              <p:cNvSpPr/>
              <p:nvPr/>
            </p:nvSpPr>
            <p:spPr>
              <a:xfrm>
                <a:off x="3261582" y="24313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2" name="ph1567">
                <a:extLst>
                  <a:ext uri="{FF2B5EF4-FFF2-40B4-BE49-F238E27FC236}">
                    <a16:creationId xmlns:a16="http://schemas.microsoft.com/office/drawing/2014/main" id="{75CE939C-9323-B699-8785-96BCB2531B24}"/>
                  </a:ext>
                </a:extLst>
              </p:cNvPr>
              <p:cNvSpPr/>
              <p:nvPr/>
            </p:nvSpPr>
            <p:spPr>
              <a:xfrm>
                <a:off x="3271023" y="244890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60"/>
                    </a:lnTo>
                    <a:lnTo>
                      <a:pt x="923099" y="903762"/>
                    </a:lnTo>
                    <a:lnTo>
                      <a:pt x="922207" y="906781"/>
                    </a:lnTo>
                    <a:lnTo>
                      <a:pt x="921314" y="909800"/>
                    </a:lnTo>
                    <a:lnTo>
                      <a:pt x="920422" y="912819"/>
                    </a:lnTo>
                    <a:lnTo>
                      <a:pt x="919955" y="914400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3" name="ph1568">
                <a:extLst>
                  <a:ext uri="{FF2B5EF4-FFF2-40B4-BE49-F238E27FC236}">
                    <a16:creationId xmlns:a16="http://schemas.microsoft.com/office/drawing/2014/main" id="{D1E74514-EB48-803B-B3A3-0C20D477A92F}"/>
                  </a:ext>
                </a:extLst>
              </p:cNvPr>
              <p:cNvSpPr/>
              <p:nvPr/>
            </p:nvSpPr>
            <p:spPr>
              <a:xfrm>
                <a:off x="3280463" y="2431338"/>
                <a:ext cx="915711" cy="918830"/>
              </a:xfrm>
              <a:custGeom>
                <a:avLst/>
                <a:gdLst/>
                <a:ahLst/>
                <a:cxnLst/>
                <a:rect l="0" t="0" r="0" b="0"/>
                <a:pathLst>
                  <a:path w="915711" h="918830">
                    <a:moveTo>
                      <a:pt x="914400" y="914400"/>
                    </a:moveTo>
                    <a:lnTo>
                      <a:pt x="915711" y="914400"/>
                    </a:lnTo>
                    <a:lnTo>
                      <a:pt x="915446" y="915294"/>
                    </a:lnTo>
                    <a:lnTo>
                      <a:pt x="914553" y="918313"/>
                    </a:lnTo>
                    <a:lnTo>
                      <a:pt x="914400" y="918830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4" name="ph1569">
                <a:extLst>
                  <a:ext uri="{FF2B5EF4-FFF2-40B4-BE49-F238E27FC236}">
                    <a16:creationId xmlns:a16="http://schemas.microsoft.com/office/drawing/2014/main" id="{945D84BB-BB98-D44A-3CFB-538F74DC5F0E}"/>
                  </a:ext>
                </a:extLst>
              </p:cNvPr>
              <p:cNvSpPr/>
              <p:nvPr/>
            </p:nvSpPr>
            <p:spPr>
              <a:xfrm>
                <a:off x="2411961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076" y="931969"/>
                    </a:lnTo>
                    <a:lnTo>
                      <a:pt x="911939" y="924674"/>
                    </a:lnTo>
                    <a:lnTo>
                      <a:pt x="909393" y="914791"/>
                    </a:lnTo>
                    <a:lnTo>
                      <a:pt x="909306" y="914400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5" name="ph1570">
                <a:extLst>
                  <a:ext uri="{FF2B5EF4-FFF2-40B4-BE49-F238E27FC236}">
                    <a16:creationId xmlns:a16="http://schemas.microsoft.com/office/drawing/2014/main" id="{DFDE6E95-7936-C44B-55A2-D3FD9CBD3066}"/>
                  </a:ext>
                </a:extLst>
              </p:cNvPr>
              <p:cNvSpPr/>
              <p:nvPr/>
            </p:nvSpPr>
            <p:spPr>
              <a:xfrm>
                <a:off x="241196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6" name="ph1571">
                <a:extLst>
                  <a:ext uri="{FF2B5EF4-FFF2-40B4-BE49-F238E27FC236}">
                    <a16:creationId xmlns:a16="http://schemas.microsoft.com/office/drawing/2014/main" id="{7CFFA43A-9743-8681-C87C-1D2D6DCB1729}"/>
                  </a:ext>
                </a:extLst>
              </p:cNvPr>
              <p:cNvSpPr/>
              <p:nvPr/>
            </p:nvSpPr>
            <p:spPr>
              <a:xfrm>
                <a:off x="242140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7" name="ph1572">
                <a:extLst>
                  <a:ext uri="{FF2B5EF4-FFF2-40B4-BE49-F238E27FC236}">
                    <a16:creationId xmlns:a16="http://schemas.microsoft.com/office/drawing/2014/main" id="{4235056A-4798-7767-4F4C-A81B25E932EC}"/>
                  </a:ext>
                </a:extLst>
              </p:cNvPr>
              <p:cNvSpPr/>
              <p:nvPr/>
            </p:nvSpPr>
            <p:spPr>
              <a:xfrm>
                <a:off x="243084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8" name="ph1573">
                <a:extLst>
                  <a:ext uri="{FF2B5EF4-FFF2-40B4-BE49-F238E27FC236}">
                    <a16:creationId xmlns:a16="http://schemas.microsoft.com/office/drawing/2014/main" id="{F31FF219-32B4-E531-02D5-5AA3E46765F9}"/>
                  </a:ext>
                </a:extLst>
              </p:cNvPr>
              <p:cNvSpPr/>
              <p:nvPr/>
            </p:nvSpPr>
            <p:spPr>
              <a:xfrm>
                <a:off x="244028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9" name="ph1574">
                <a:extLst>
                  <a:ext uri="{FF2B5EF4-FFF2-40B4-BE49-F238E27FC236}">
                    <a16:creationId xmlns:a16="http://schemas.microsoft.com/office/drawing/2014/main" id="{555052E0-7954-CAB7-280C-F4E0093B2E80}"/>
                  </a:ext>
                </a:extLst>
              </p:cNvPr>
              <p:cNvSpPr/>
              <p:nvPr/>
            </p:nvSpPr>
            <p:spPr>
              <a:xfrm>
                <a:off x="244972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0" name="ph1575">
                <a:extLst>
                  <a:ext uri="{FF2B5EF4-FFF2-40B4-BE49-F238E27FC236}">
                    <a16:creationId xmlns:a16="http://schemas.microsoft.com/office/drawing/2014/main" id="{9C869E40-3652-2E16-D09B-229B74FAAE57}"/>
                  </a:ext>
                </a:extLst>
              </p:cNvPr>
              <p:cNvSpPr/>
              <p:nvPr/>
            </p:nvSpPr>
            <p:spPr>
              <a:xfrm>
                <a:off x="245916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1" name="ph1576">
                <a:extLst>
                  <a:ext uri="{FF2B5EF4-FFF2-40B4-BE49-F238E27FC236}">
                    <a16:creationId xmlns:a16="http://schemas.microsoft.com/office/drawing/2014/main" id="{1F6206D0-CD6B-F29D-530A-C1C148500A01}"/>
                  </a:ext>
                </a:extLst>
              </p:cNvPr>
              <p:cNvSpPr/>
              <p:nvPr/>
            </p:nvSpPr>
            <p:spPr>
              <a:xfrm>
                <a:off x="246860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2" name="ph1577">
                <a:extLst>
                  <a:ext uri="{FF2B5EF4-FFF2-40B4-BE49-F238E27FC236}">
                    <a16:creationId xmlns:a16="http://schemas.microsoft.com/office/drawing/2014/main" id="{88AA38A3-C5C0-B6A4-93A4-B933D7286776}"/>
                  </a:ext>
                </a:extLst>
              </p:cNvPr>
              <p:cNvSpPr/>
              <p:nvPr/>
            </p:nvSpPr>
            <p:spPr>
              <a:xfrm>
                <a:off x="247804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3" name="ph1578">
                <a:extLst>
                  <a:ext uri="{FF2B5EF4-FFF2-40B4-BE49-F238E27FC236}">
                    <a16:creationId xmlns:a16="http://schemas.microsoft.com/office/drawing/2014/main" id="{BC0DBAB1-E896-C4B9-7499-964C0C71A598}"/>
                  </a:ext>
                </a:extLst>
              </p:cNvPr>
              <p:cNvSpPr/>
              <p:nvPr/>
            </p:nvSpPr>
            <p:spPr>
              <a:xfrm>
                <a:off x="248748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4" name="ph1579">
                <a:extLst>
                  <a:ext uri="{FF2B5EF4-FFF2-40B4-BE49-F238E27FC236}">
                    <a16:creationId xmlns:a16="http://schemas.microsoft.com/office/drawing/2014/main" id="{8FA02AF9-CA95-2D50-9C71-9007D73B248B}"/>
                  </a:ext>
                </a:extLst>
              </p:cNvPr>
              <p:cNvSpPr/>
              <p:nvPr/>
            </p:nvSpPr>
            <p:spPr>
              <a:xfrm>
                <a:off x="249692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5" name="ph1580">
                <a:extLst>
                  <a:ext uri="{FF2B5EF4-FFF2-40B4-BE49-F238E27FC236}">
                    <a16:creationId xmlns:a16="http://schemas.microsoft.com/office/drawing/2014/main" id="{510B36FE-D7BD-D8C5-EC90-B922BC98BE08}"/>
                  </a:ext>
                </a:extLst>
              </p:cNvPr>
              <p:cNvSpPr/>
              <p:nvPr/>
            </p:nvSpPr>
            <p:spPr>
              <a:xfrm>
                <a:off x="250636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6" name="ph1581">
                <a:extLst>
                  <a:ext uri="{FF2B5EF4-FFF2-40B4-BE49-F238E27FC236}">
                    <a16:creationId xmlns:a16="http://schemas.microsoft.com/office/drawing/2014/main" id="{E6C4DE11-EC8C-9A87-0356-40146CC1CEED}"/>
                  </a:ext>
                </a:extLst>
              </p:cNvPr>
              <p:cNvSpPr/>
              <p:nvPr/>
            </p:nvSpPr>
            <p:spPr>
              <a:xfrm>
                <a:off x="251580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7" name="ph1582">
                <a:extLst>
                  <a:ext uri="{FF2B5EF4-FFF2-40B4-BE49-F238E27FC236}">
                    <a16:creationId xmlns:a16="http://schemas.microsoft.com/office/drawing/2014/main" id="{E824BCE7-AE71-38C7-AD0F-1091BC6FA6D2}"/>
                  </a:ext>
                </a:extLst>
              </p:cNvPr>
              <p:cNvSpPr/>
              <p:nvPr/>
            </p:nvSpPr>
            <p:spPr>
              <a:xfrm>
                <a:off x="252524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8" name="ph1583">
                <a:extLst>
                  <a:ext uri="{FF2B5EF4-FFF2-40B4-BE49-F238E27FC236}">
                    <a16:creationId xmlns:a16="http://schemas.microsoft.com/office/drawing/2014/main" id="{BCB934E1-6B40-FDC0-5B3F-FE9F87E7E5D7}"/>
                  </a:ext>
                </a:extLst>
              </p:cNvPr>
              <p:cNvSpPr/>
              <p:nvPr/>
            </p:nvSpPr>
            <p:spPr>
              <a:xfrm>
                <a:off x="253468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9" name="ph1584">
                <a:extLst>
                  <a:ext uri="{FF2B5EF4-FFF2-40B4-BE49-F238E27FC236}">
                    <a16:creationId xmlns:a16="http://schemas.microsoft.com/office/drawing/2014/main" id="{1ADB0029-CD2B-BBFF-7385-9A2E62A40A0E}"/>
                  </a:ext>
                </a:extLst>
              </p:cNvPr>
              <p:cNvSpPr/>
              <p:nvPr/>
            </p:nvSpPr>
            <p:spPr>
              <a:xfrm>
                <a:off x="254412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0" name="ph1585">
                <a:extLst>
                  <a:ext uri="{FF2B5EF4-FFF2-40B4-BE49-F238E27FC236}">
                    <a16:creationId xmlns:a16="http://schemas.microsoft.com/office/drawing/2014/main" id="{D52E0C7F-0BA1-2243-D5A7-16F72135C785}"/>
                  </a:ext>
                </a:extLst>
              </p:cNvPr>
              <p:cNvSpPr/>
              <p:nvPr/>
            </p:nvSpPr>
            <p:spPr>
              <a:xfrm>
                <a:off x="255356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1" name="ph1586">
                <a:extLst>
                  <a:ext uri="{FF2B5EF4-FFF2-40B4-BE49-F238E27FC236}">
                    <a16:creationId xmlns:a16="http://schemas.microsoft.com/office/drawing/2014/main" id="{F8300BF7-9A25-5ABF-0F35-A83B220FAFC8}"/>
                  </a:ext>
                </a:extLst>
              </p:cNvPr>
              <p:cNvSpPr/>
              <p:nvPr/>
            </p:nvSpPr>
            <p:spPr>
              <a:xfrm>
                <a:off x="256300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2" name="ph1587">
                <a:extLst>
                  <a:ext uri="{FF2B5EF4-FFF2-40B4-BE49-F238E27FC236}">
                    <a16:creationId xmlns:a16="http://schemas.microsoft.com/office/drawing/2014/main" id="{AA2F9CC8-B782-4D66-7C1A-08EF9527AEBF}"/>
                  </a:ext>
                </a:extLst>
              </p:cNvPr>
              <p:cNvSpPr/>
              <p:nvPr/>
            </p:nvSpPr>
            <p:spPr>
              <a:xfrm>
                <a:off x="257244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3" name="ph1588">
                <a:extLst>
                  <a:ext uri="{FF2B5EF4-FFF2-40B4-BE49-F238E27FC236}">
                    <a16:creationId xmlns:a16="http://schemas.microsoft.com/office/drawing/2014/main" id="{D2135094-54B2-A782-4674-452D13948793}"/>
                  </a:ext>
                </a:extLst>
              </p:cNvPr>
              <p:cNvSpPr/>
              <p:nvPr/>
            </p:nvSpPr>
            <p:spPr>
              <a:xfrm>
                <a:off x="258188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4" name="ph1589">
                <a:extLst>
                  <a:ext uri="{FF2B5EF4-FFF2-40B4-BE49-F238E27FC236}">
                    <a16:creationId xmlns:a16="http://schemas.microsoft.com/office/drawing/2014/main" id="{AD39BD21-3050-3083-A27E-B8491BA41F79}"/>
                  </a:ext>
                </a:extLst>
              </p:cNvPr>
              <p:cNvSpPr/>
              <p:nvPr/>
            </p:nvSpPr>
            <p:spPr>
              <a:xfrm>
                <a:off x="259132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5" name="ph1590">
                <a:extLst>
                  <a:ext uri="{FF2B5EF4-FFF2-40B4-BE49-F238E27FC236}">
                    <a16:creationId xmlns:a16="http://schemas.microsoft.com/office/drawing/2014/main" id="{1DED973B-5975-A4BD-6AA7-0FEFC318C9C6}"/>
                  </a:ext>
                </a:extLst>
              </p:cNvPr>
              <p:cNvSpPr/>
              <p:nvPr/>
            </p:nvSpPr>
            <p:spPr>
              <a:xfrm>
                <a:off x="260076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6" name="ph1591">
                <a:extLst>
                  <a:ext uri="{FF2B5EF4-FFF2-40B4-BE49-F238E27FC236}">
                    <a16:creationId xmlns:a16="http://schemas.microsoft.com/office/drawing/2014/main" id="{278D0BFA-F0E3-F042-B04A-9B8802531746}"/>
                  </a:ext>
                </a:extLst>
              </p:cNvPr>
              <p:cNvSpPr/>
              <p:nvPr/>
            </p:nvSpPr>
            <p:spPr>
              <a:xfrm>
                <a:off x="261020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7" name="ph1592">
                <a:extLst>
                  <a:ext uri="{FF2B5EF4-FFF2-40B4-BE49-F238E27FC236}">
                    <a16:creationId xmlns:a16="http://schemas.microsoft.com/office/drawing/2014/main" id="{CC5051EC-C667-B1FD-DF68-A51E1021B005}"/>
                  </a:ext>
                </a:extLst>
              </p:cNvPr>
              <p:cNvSpPr/>
              <p:nvPr/>
            </p:nvSpPr>
            <p:spPr>
              <a:xfrm>
                <a:off x="261964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8" name="ph1593">
                <a:extLst>
                  <a:ext uri="{FF2B5EF4-FFF2-40B4-BE49-F238E27FC236}">
                    <a16:creationId xmlns:a16="http://schemas.microsoft.com/office/drawing/2014/main" id="{4B98A89C-80D5-C2ED-259F-CE1938F4984D}"/>
                  </a:ext>
                </a:extLst>
              </p:cNvPr>
              <p:cNvSpPr/>
              <p:nvPr/>
            </p:nvSpPr>
            <p:spPr>
              <a:xfrm>
                <a:off x="262908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9" name="ph1594">
                <a:extLst>
                  <a:ext uri="{FF2B5EF4-FFF2-40B4-BE49-F238E27FC236}">
                    <a16:creationId xmlns:a16="http://schemas.microsoft.com/office/drawing/2014/main" id="{72419D9B-DDC4-2354-3258-931426AE2C3E}"/>
                  </a:ext>
                </a:extLst>
              </p:cNvPr>
              <p:cNvSpPr/>
              <p:nvPr/>
            </p:nvSpPr>
            <p:spPr>
              <a:xfrm>
                <a:off x="263852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0" name="ph1595">
                <a:extLst>
                  <a:ext uri="{FF2B5EF4-FFF2-40B4-BE49-F238E27FC236}">
                    <a16:creationId xmlns:a16="http://schemas.microsoft.com/office/drawing/2014/main" id="{B97254E3-4076-97E7-F929-712FCE617BC1}"/>
                  </a:ext>
                </a:extLst>
              </p:cNvPr>
              <p:cNvSpPr/>
              <p:nvPr/>
            </p:nvSpPr>
            <p:spPr>
              <a:xfrm>
                <a:off x="264796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1" name="ph1596">
                <a:extLst>
                  <a:ext uri="{FF2B5EF4-FFF2-40B4-BE49-F238E27FC236}">
                    <a16:creationId xmlns:a16="http://schemas.microsoft.com/office/drawing/2014/main" id="{740079F9-2036-ED1F-E678-229F0B5CC7F2}"/>
                  </a:ext>
                </a:extLst>
              </p:cNvPr>
              <p:cNvSpPr/>
              <p:nvPr/>
            </p:nvSpPr>
            <p:spPr>
              <a:xfrm>
                <a:off x="265740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2" name="ph1597">
                <a:extLst>
                  <a:ext uri="{FF2B5EF4-FFF2-40B4-BE49-F238E27FC236}">
                    <a16:creationId xmlns:a16="http://schemas.microsoft.com/office/drawing/2014/main" id="{C8FC7387-0311-7BC9-8EC1-FD0E4C25C433}"/>
                  </a:ext>
                </a:extLst>
              </p:cNvPr>
              <p:cNvSpPr/>
              <p:nvPr/>
            </p:nvSpPr>
            <p:spPr>
              <a:xfrm>
                <a:off x="266684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3" name="ph1598">
                <a:extLst>
                  <a:ext uri="{FF2B5EF4-FFF2-40B4-BE49-F238E27FC236}">
                    <a16:creationId xmlns:a16="http://schemas.microsoft.com/office/drawing/2014/main" id="{060D1B85-DCA0-7B79-6E18-993CE1B46514}"/>
                  </a:ext>
                </a:extLst>
              </p:cNvPr>
              <p:cNvSpPr/>
              <p:nvPr/>
            </p:nvSpPr>
            <p:spPr>
              <a:xfrm>
                <a:off x="267628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4" name="ph1599">
                <a:extLst>
                  <a:ext uri="{FF2B5EF4-FFF2-40B4-BE49-F238E27FC236}">
                    <a16:creationId xmlns:a16="http://schemas.microsoft.com/office/drawing/2014/main" id="{35D1C7E7-D5D3-21C6-406A-818CD3F420D0}"/>
                  </a:ext>
                </a:extLst>
              </p:cNvPr>
              <p:cNvSpPr/>
              <p:nvPr/>
            </p:nvSpPr>
            <p:spPr>
              <a:xfrm>
                <a:off x="268572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DF090">
                  <a:alpha val="100000"/>
                </a:srgbClr>
              </a:solidFill>
              <a:ln w="5420" cap="flat">
                <a:solidFill>
                  <a:srgbClr val="DD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5" name="ph1600">
                <a:extLst>
                  <a:ext uri="{FF2B5EF4-FFF2-40B4-BE49-F238E27FC236}">
                    <a16:creationId xmlns:a16="http://schemas.microsoft.com/office/drawing/2014/main" id="{EA132573-166D-4184-64C7-5B8F4A47F457}"/>
                  </a:ext>
                </a:extLst>
              </p:cNvPr>
              <p:cNvSpPr/>
              <p:nvPr/>
            </p:nvSpPr>
            <p:spPr>
              <a:xfrm>
                <a:off x="2704608" y="2431338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66" y="896830"/>
                    </a:lnTo>
                    <a:lnTo>
                      <a:pt x="913433" y="897055"/>
                    </a:lnTo>
                    <a:lnTo>
                      <a:pt x="913528" y="897377"/>
                    </a:lnTo>
                    <a:lnTo>
                      <a:pt x="913623" y="897699"/>
                    </a:lnTo>
                    <a:lnTo>
                      <a:pt x="913718" y="898021"/>
                    </a:lnTo>
                    <a:lnTo>
                      <a:pt x="913814" y="898342"/>
                    </a:lnTo>
                    <a:lnTo>
                      <a:pt x="913909" y="898664"/>
                    </a:lnTo>
                    <a:lnTo>
                      <a:pt x="914004" y="898986"/>
                    </a:lnTo>
                    <a:lnTo>
                      <a:pt x="914099" y="899308"/>
                    </a:lnTo>
                    <a:lnTo>
                      <a:pt x="914194" y="899630"/>
                    </a:lnTo>
                    <a:lnTo>
                      <a:pt x="914290" y="899951"/>
                    </a:lnTo>
                    <a:lnTo>
                      <a:pt x="914399" y="900348"/>
                    </a:lnTo>
                    <a:close/>
                  </a:path>
                </a:pathLst>
              </a:custGeom>
              <a:solidFill>
                <a:srgbClr val="DCF090">
                  <a:alpha val="100000"/>
                </a:srgbClr>
              </a:solidFill>
              <a:ln w="5420" cap="flat">
                <a:solidFill>
                  <a:srgbClr val="DCF0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6" name="ph1601">
                <a:extLst>
                  <a:ext uri="{FF2B5EF4-FFF2-40B4-BE49-F238E27FC236}">
                    <a16:creationId xmlns:a16="http://schemas.microsoft.com/office/drawing/2014/main" id="{35E242BA-5A5F-9759-760A-F7A2E1EA430B}"/>
                  </a:ext>
                </a:extLst>
              </p:cNvPr>
              <p:cNvSpPr/>
              <p:nvPr/>
            </p:nvSpPr>
            <p:spPr>
              <a:xfrm>
                <a:off x="2704608" y="2431338"/>
                <a:ext cx="9181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40" h="914400">
                    <a:moveTo>
                      <a:pt x="914399" y="914400"/>
                    </a:moveTo>
                    <a:lnTo>
                      <a:pt x="914399" y="900348"/>
                    </a:lnTo>
                    <a:lnTo>
                      <a:pt x="917069" y="909970"/>
                    </a:lnTo>
                    <a:lnTo>
                      <a:pt x="918140" y="914400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7" name="ph1602">
                <a:extLst>
                  <a:ext uri="{FF2B5EF4-FFF2-40B4-BE49-F238E27FC236}">
                    <a16:creationId xmlns:a16="http://schemas.microsoft.com/office/drawing/2014/main" id="{3B21E53C-A6B2-93F3-6B0E-4D86375B6B62}"/>
                  </a:ext>
                </a:extLst>
              </p:cNvPr>
              <p:cNvSpPr/>
              <p:nvPr/>
            </p:nvSpPr>
            <p:spPr>
              <a:xfrm>
                <a:off x="2723489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729" y="914400"/>
                    </a:lnTo>
                    <a:lnTo>
                      <a:pt x="908012" y="914311"/>
                    </a:lnTo>
                    <a:lnTo>
                      <a:pt x="908372" y="914198"/>
                    </a:lnTo>
                    <a:lnTo>
                      <a:pt x="908732" y="914085"/>
                    </a:lnTo>
                    <a:lnTo>
                      <a:pt x="909092" y="913972"/>
                    </a:lnTo>
                    <a:lnTo>
                      <a:pt x="909452" y="913860"/>
                    </a:lnTo>
                    <a:lnTo>
                      <a:pt x="909812" y="913747"/>
                    </a:lnTo>
                    <a:lnTo>
                      <a:pt x="910172" y="913634"/>
                    </a:lnTo>
                    <a:lnTo>
                      <a:pt x="910532" y="913521"/>
                    </a:lnTo>
                    <a:lnTo>
                      <a:pt x="910892" y="913408"/>
                    </a:lnTo>
                    <a:lnTo>
                      <a:pt x="911252" y="913296"/>
                    </a:lnTo>
                    <a:lnTo>
                      <a:pt x="911612" y="913183"/>
                    </a:lnTo>
                    <a:lnTo>
                      <a:pt x="911972" y="913070"/>
                    </a:lnTo>
                    <a:lnTo>
                      <a:pt x="912332" y="912957"/>
                    </a:lnTo>
                    <a:lnTo>
                      <a:pt x="912692" y="912845"/>
                    </a:lnTo>
                    <a:lnTo>
                      <a:pt x="913052" y="912732"/>
                    </a:lnTo>
                    <a:lnTo>
                      <a:pt x="913412" y="912619"/>
                    </a:lnTo>
                    <a:lnTo>
                      <a:pt x="913772" y="912506"/>
                    </a:lnTo>
                    <a:lnTo>
                      <a:pt x="914132" y="912394"/>
                    </a:lnTo>
                    <a:lnTo>
                      <a:pt x="914400" y="912310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8" name="ph1603">
                <a:extLst>
                  <a:ext uri="{FF2B5EF4-FFF2-40B4-BE49-F238E27FC236}">
                    <a16:creationId xmlns:a16="http://schemas.microsoft.com/office/drawing/2014/main" id="{1C5E1C50-5039-DB17-BBC2-E1A399D54C47}"/>
                  </a:ext>
                </a:extLst>
              </p:cNvPr>
              <p:cNvSpPr/>
              <p:nvPr/>
            </p:nvSpPr>
            <p:spPr>
              <a:xfrm>
                <a:off x="2732929" y="243133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52" y="912281"/>
                    </a:lnTo>
                    <a:lnTo>
                      <a:pt x="905412" y="912168"/>
                    </a:lnTo>
                    <a:lnTo>
                      <a:pt x="905772" y="912056"/>
                    </a:lnTo>
                    <a:lnTo>
                      <a:pt x="906132" y="911943"/>
                    </a:lnTo>
                    <a:lnTo>
                      <a:pt x="906492" y="911830"/>
                    </a:lnTo>
                    <a:lnTo>
                      <a:pt x="906852" y="911718"/>
                    </a:lnTo>
                    <a:lnTo>
                      <a:pt x="907212" y="911605"/>
                    </a:lnTo>
                    <a:lnTo>
                      <a:pt x="907572" y="911493"/>
                    </a:lnTo>
                    <a:lnTo>
                      <a:pt x="907932" y="911380"/>
                    </a:lnTo>
                    <a:lnTo>
                      <a:pt x="908292" y="911267"/>
                    </a:lnTo>
                    <a:lnTo>
                      <a:pt x="908653" y="911155"/>
                    </a:lnTo>
                    <a:lnTo>
                      <a:pt x="909013" y="911042"/>
                    </a:lnTo>
                    <a:lnTo>
                      <a:pt x="909373" y="910930"/>
                    </a:lnTo>
                    <a:lnTo>
                      <a:pt x="909733" y="910817"/>
                    </a:lnTo>
                    <a:lnTo>
                      <a:pt x="910093" y="910705"/>
                    </a:lnTo>
                    <a:lnTo>
                      <a:pt x="910453" y="910592"/>
                    </a:lnTo>
                    <a:lnTo>
                      <a:pt x="910813" y="910480"/>
                    </a:lnTo>
                    <a:lnTo>
                      <a:pt x="911174" y="910367"/>
                    </a:lnTo>
                    <a:lnTo>
                      <a:pt x="911534" y="910255"/>
                    </a:lnTo>
                    <a:lnTo>
                      <a:pt x="911894" y="910142"/>
                    </a:lnTo>
                    <a:lnTo>
                      <a:pt x="912254" y="910030"/>
                    </a:lnTo>
                    <a:lnTo>
                      <a:pt x="912614" y="909917"/>
                    </a:lnTo>
                    <a:lnTo>
                      <a:pt x="912847" y="909844"/>
                    </a:lnTo>
                    <a:lnTo>
                      <a:pt x="913925" y="903451"/>
                    </a:lnTo>
                    <a:lnTo>
                      <a:pt x="914400" y="901090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9" name="ph1604">
                <a:extLst>
                  <a:ext uri="{FF2B5EF4-FFF2-40B4-BE49-F238E27FC236}">
                    <a16:creationId xmlns:a16="http://schemas.microsoft.com/office/drawing/2014/main" id="{31634B6A-4E29-EE79-A75E-33BBABB6D383}"/>
                  </a:ext>
                </a:extLst>
              </p:cNvPr>
              <p:cNvSpPr/>
              <p:nvPr/>
            </p:nvSpPr>
            <p:spPr>
              <a:xfrm>
                <a:off x="2742369" y="24137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660"/>
                    </a:lnTo>
                    <a:lnTo>
                      <a:pt x="905815" y="914400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0" name="ph1605">
                <a:extLst>
                  <a:ext uri="{FF2B5EF4-FFF2-40B4-BE49-F238E27FC236}">
                    <a16:creationId xmlns:a16="http://schemas.microsoft.com/office/drawing/2014/main" id="{0EA6FE64-E88C-BF3C-B700-AAA14553727B}"/>
                  </a:ext>
                </a:extLst>
              </p:cNvPr>
              <p:cNvSpPr/>
              <p:nvPr/>
            </p:nvSpPr>
            <p:spPr>
              <a:xfrm>
                <a:off x="274236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3F399">
                  <a:alpha val="100000"/>
                </a:srgbClr>
              </a:solidFill>
              <a:ln w="5420" cap="flat">
                <a:solidFill>
                  <a:srgbClr val="E3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1" name="ph1606">
                <a:extLst>
                  <a:ext uri="{FF2B5EF4-FFF2-40B4-BE49-F238E27FC236}">
                    <a16:creationId xmlns:a16="http://schemas.microsoft.com/office/drawing/2014/main" id="{E194B08B-A377-370E-80AD-A7205328A7AD}"/>
                  </a:ext>
                </a:extLst>
              </p:cNvPr>
              <p:cNvSpPr/>
              <p:nvPr/>
            </p:nvSpPr>
            <p:spPr>
              <a:xfrm>
                <a:off x="275180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2" name="ph1607">
                <a:extLst>
                  <a:ext uri="{FF2B5EF4-FFF2-40B4-BE49-F238E27FC236}">
                    <a16:creationId xmlns:a16="http://schemas.microsoft.com/office/drawing/2014/main" id="{F48F1A26-FB7B-8550-6147-FCF42080ACA2}"/>
                  </a:ext>
                </a:extLst>
              </p:cNvPr>
              <p:cNvSpPr/>
              <p:nvPr/>
            </p:nvSpPr>
            <p:spPr>
              <a:xfrm>
                <a:off x="276125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3" name="ph1608">
                <a:extLst>
                  <a:ext uri="{FF2B5EF4-FFF2-40B4-BE49-F238E27FC236}">
                    <a16:creationId xmlns:a16="http://schemas.microsoft.com/office/drawing/2014/main" id="{72C5C5B8-949E-3553-37D8-2FA82DE9FA96}"/>
                  </a:ext>
                </a:extLst>
              </p:cNvPr>
              <p:cNvSpPr/>
              <p:nvPr/>
            </p:nvSpPr>
            <p:spPr>
              <a:xfrm>
                <a:off x="277069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4" name="ph1609">
                <a:extLst>
                  <a:ext uri="{FF2B5EF4-FFF2-40B4-BE49-F238E27FC236}">
                    <a16:creationId xmlns:a16="http://schemas.microsoft.com/office/drawing/2014/main" id="{2CA23069-B801-FC3F-9C02-12FA460C74FE}"/>
                  </a:ext>
                </a:extLst>
              </p:cNvPr>
              <p:cNvSpPr/>
              <p:nvPr/>
            </p:nvSpPr>
            <p:spPr>
              <a:xfrm>
                <a:off x="278013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5" name="ph1610">
                <a:extLst>
                  <a:ext uri="{FF2B5EF4-FFF2-40B4-BE49-F238E27FC236}">
                    <a16:creationId xmlns:a16="http://schemas.microsoft.com/office/drawing/2014/main" id="{AB4D5292-2D68-C240-478C-8E8A6AE4E2EF}"/>
                  </a:ext>
                </a:extLst>
              </p:cNvPr>
              <p:cNvSpPr/>
              <p:nvPr/>
            </p:nvSpPr>
            <p:spPr>
              <a:xfrm>
                <a:off x="278957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6" name="ph1611">
                <a:extLst>
                  <a:ext uri="{FF2B5EF4-FFF2-40B4-BE49-F238E27FC236}">
                    <a16:creationId xmlns:a16="http://schemas.microsoft.com/office/drawing/2014/main" id="{6379D967-ACF3-8104-7FAC-D22A3B5E8EA1}"/>
                  </a:ext>
                </a:extLst>
              </p:cNvPr>
              <p:cNvSpPr/>
              <p:nvPr/>
            </p:nvSpPr>
            <p:spPr>
              <a:xfrm>
                <a:off x="279901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7" name="ph1612">
                <a:extLst>
                  <a:ext uri="{FF2B5EF4-FFF2-40B4-BE49-F238E27FC236}">
                    <a16:creationId xmlns:a16="http://schemas.microsoft.com/office/drawing/2014/main" id="{10DF2F20-B771-5459-80E9-BE6EA7EE2ED8}"/>
                  </a:ext>
                </a:extLst>
              </p:cNvPr>
              <p:cNvSpPr/>
              <p:nvPr/>
            </p:nvSpPr>
            <p:spPr>
              <a:xfrm>
                <a:off x="280845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8" name="ph1613">
                <a:extLst>
                  <a:ext uri="{FF2B5EF4-FFF2-40B4-BE49-F238E27FC236}">
                    <a16:creationId xmlns:a16="http://schemas.microsoft.com/office/drawing/2014/main" id="{E6F794E7-0CAB-297F-78F4-543CA2882D77}"/>
                  </a:ext>
                </a:extLst>
              </p:cNvPr>
              <p:cNvSpPr/>
              <p:nvPr/>
            </p:nvSpPr>
            <p:spPr>
              <a:xfrm>
                <a:off x="281789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9" name="ph1614">
                <a:extLst>
                  <a:ext uri="{FF2B5EF4-FFF2-40B4-BE49-F238E27FC236}">
                    <a16:creationId xmlns:a16="http://schemas.microsoft.com/office/drawing/2014/main" id="{505E4057-6D10-2DF3-FB50-9053F153FEF1}"/>
                  </a:ext>
                </a:extLst>
              </p:cNvPr>
              <p:cNvSpPr/>
              <p:nvPr/>
            </p:nvSpPr>
            <p:spPr>
              <a:xfrm>
                <a:off x="282733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0" name="ph1615">
                <a:extLst>
                  <a:ext uri="{FF2B5EF4-FFF2-40B4-BE49-F238E27FC236}">
                    <a16:creationId xmlns:a16="http://schemas.microsoft.com/office/drawing/2014/main" id="{90C199F7-BF45-F856-AF3E-82DB65C87C51}"/>
                  </a:ext>
                </a:extLst>
              </p:cNvPr>
              <p:cNvSpPr/>
              <p:nvPr/>
            </p:nvSpPr>
            <p:spPr>
              <a:xfrm>
                <a:off x="283677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1" name="ph1616">
                <a:extLst>
                  <a:ext uri="{FF2B5EF4-FFF2-40B4-BE49-F238E27FC236}">
                    <a16:creationId xmlns:a16="http://schemas.microsoft.com/office/drawing/2014/main" id="{05C2BBFB-0A8F-C405-5E69-86B4E96F2F26}"/>
                  </a:ext>
                </a:extLst>
              </p:cNvPr>
              <p:cNvSpPr/>
              <p:nvPr/>
            </p:nvSpPr>
            <p:spPr>
              <a:xfrm>
                <a:off x="284621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2" name="ph1617">
                <a:extLst>
                  <a:ext uri="{FF2B5EF4-FFF2-40B4-BE49-F238E27FC236}">
                    <a16:creationId xmlns:a16="http://schemas.microsoft.com/office/drawing/2014/main" id="{D192DCC6-CB8E-BB52-FC0D-0807BCB38949}"/>
                  </a:ext>
                </a:extLst>
              </p:cNvPr>
              <p:cNvSpPr/>
              <p:nvPr/>
            </p:nvSpPr>
            <p:spPr>
              <a:xfrm>
                <a:off x="285565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3" name="ph1618">
                <a:extLst>
                  <a:ext uri="{FF2B5EF4-FFF2-40B4-BE49-F238E27FC236}">
                    <a16:creationId xmlns:a16="http://schemas.microsoft.com/office/drawing/2014/main" id="{BE722448-5D63-6C6A-1C3D-553F49A265F9}"/>
                  </a:ext>
                </a:extLst>
              </p:cNvPr>
              <p:cNvSpPr/>
              <p:nvPr/>
            </p:nvSpPr>
            <p:spPr>
              <a:xfrm>
                <a:off x="286509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4" name="ph1619">
                <a:extLst>
                  <a:ext uri="{FF2B5EF4-FFF2-40B4-BE49-F238E27FC236}">
                    <a16:creationId xmlns:a16="http://schemas.microsoft.com/office/drawing/2014/main" id="{CDA53134-4066-CD97-D7A0-8D2A52546DBC}"/>
                  </a:ext>
                </a:extLst>
              </p:cNvPr>
              <p:cNvSpPr/>
              <p:nvPr/>
            </p:nvSpPr>
            <p:spPr>
              <a:xfrm>
                <a:off x="287453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5" name="ph1620">
                <a:extLst>
                  <a:ext uri="{FF2B5EF4-FFF2-40B4-BE49-F238E27FC236}">
                    <a16:creationId xmlns:a16="http://schemas.microsoft.com/office/drawing/2014/main" id="{A772B0EA-339F-CB48-495F-3F6BFCE6DEFA}"/>
                  </a:ext>
                </a:extLst>
              </p:cNvPr>
              <p:cNvSpPr/>
              <p:nvPr/>
            </p:nvSpPr>
            <p:spPr>
              <a:xfrm>
                <a:off x="288397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6" name="ph1621">
                <a:extLst>
                  <a:ext uri="{FF2B5EF4-FFF2-40B4-BE49-F238E27FC236}">
                    <a16:creationId xmlns:a16="http://schemas.microsoft.com/office/drawing/2014/main" id="{90FA0B60-D4E8-F06E-512A-302BE0D2D31D}"/>
                  </a:ext>
                </a:extLst>
              </p:cNvPr>
              <p:cNvSpPr/>
              <p:nvPr/>
            </p:nvSpPr>
            <p:spPr>
              <a:xfrm>
                <a:off x="289341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7" name="ph1622">
                <a:extLst>
                  <a:ext uri="{FF2B5EF4-FFF2-40B4-BE49-F238E27FC236}">
                    <a16:creationId xmlns:a16="http://schemas.microsoft.com/office/drawing/2014/main" id="{12EB3606-5D45-3D9A-91E8-5F98D1A8291C}"/>
                  </a:ext>
                </a:extLst>
              </p:cNvPr>
              <p:cNvSpPr/>
              <p:nvPr/>
            </p:nvSpPr>
            <p:spPr>
              <a:xfrm>
                <a:off x="290285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8" name="ph1623">
                <a:extLst>
                  <a:ext uri="{FF2B5EF4-FFF2-40B4-BE49-F238E27FC236}">
                    <a16:creationId xmlns:a16="http://schemas.microsoft.com/office/drawing/2014/main" id="{50756A31-DC33-76F7-63B6-05675A09BC35}"/>
                  </a:ext>
                </a:extLst>
              </p:cNvPr>
              <p:cNvSpPr/>
              <p:nvPr/>
            </p:nvSpPr>
            <p:spPr>
              <a:xfrm>
                <a:off x="291229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9" name="ph1624">
                <a:extLst>
                  <a:ext uri="{FF2B5EF4-FFF2-40B4-BE49-F238E27FC236}">
                    <a16:creationId xmlns:a16="http://schemas.microsoft.com/office/drawing/2014/main" id="{69F9E580-DFF3-A3C7-6D04-19DDD38FFE10}"/>
                  </a:ext>
                </a:extLst>
              </p:cNvPr>
              <p:cNvSpPr/>
              <p:nvPr/>
            </p:nvSpPr>
            <p:spPr>
              <a:xfrm>
                <a:off x="292173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0" name="ph1625">
                <a:extLst>
                  <a:ext uri="{FF2B5EF4-FFF2-40B4-BE49-F238E27FC236}">
                    <a16:creationId xmlns:a16="http://schemas.microsoft.com/office/drawing/2014/main" id="{1AD5F5D2-6E7C-0985-747A-C9EE27D3C088}"/>
                  </a:ext>
                </a:extLst>
              </p:cNvPr>
              <p:cNvSpPr/>
              <p:nvPr/>
            </p:nvSpPr>
            <p:spPr>
              <a:xfrm>
                <a:off x="293117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1" name="ph1626">
                <a:extLst>
                  <a:ext uri="{FF2B5EF4-FFF2-40B4-BE49-F238E27FC236}">
                    <a16:creationId xmlns:a16="http://schemas.microsoft.com/office/drawing/2014/main" id="{65DA003E-7495-73A2-9085-30AE3D9220ED}"/>
                  </a:ext>
                </a:extLst>
              </p:cNvPr>
              <p:cNvSpPr/>
              <p:nvPr/>
            </p:nvSpPr>
            <p:spPr>
              <a:xfrm>
                <a:off x="294061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2" name="ph1627">
                <a:extLst>
                  <a:ext uri="{FF2B5EF4-FFF2-40B4-BE49-F238E27FC236}">
                    <a16:creationId xmlns:a16="http://schemas.microsoft.com/office/drawing/2014/main" id="{4E5D2677-DC7B-5FC6-F45C-CA195B4A4168}"/>
                  </a:ext>
                </a:extLst>
              </p:cNvPr>
              <p:cNvSpPr/>
              <p:nvPr/>
            </p:nvSpPr>
            <p:spPr>
              <a:xfrm>
                <a:off x="2950054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3" name="ph1628">
                <a:extLst>
                  <a:ext uri="{FF2B5EF4-FFF2-40B4-BE49-F238E27FC236}">
                    <a16:creationId xmlns:a16="http://schemas.microsoft.com/office/drawing/2014/main" id="{51342744-8591-0452-E4AB-6A2CF7530A12}"/>
                  </a:ext>
                </a:extLst>
              </p:cNvPr>
              <p:cNvSpPr/>
              <p:nvPr/>
            </p:nvSpPr>
            <p:spPr>
              <a:xfrm>
                <a:off x="295949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4" name="ph1629">
                <a:extLst>
                  <a:ext uri="{FF2B5EF4-FFF2-40B4-BE49-F238E27FC236}">
                    <a16:creationId xmlns:a16="http://schemas.microsoft.com/office/drawing/2014/main" id="{8171B6E7-871B-0F28-9265-31E2EC9BCF2C}"/>
                  </a:ext>
                </a:extLst>
              </p:cNvPr>
              <p:cNvSpPr/>
              <p:nvPr/>
            </p:nvSpPr>
            <p:spPr>
              <a:xfrm>
                <a:off x="296893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5" name="ph1630">
                <a:extLst>
                  <a:ext uri="{FF2B5EF4-FFF2-40B4-BE49-F238E27FC236}">
                    <a16:creationId xmlns:a16="http://schemas.microsoft.com/office/drawing/2014/main" id="{09CF82F0-AE0C-DACA-F15D-0E767650097D}"/>
                  </a:ext>
                </a:extLst>
              </p:cNvPr>
              <p:cNvSpPr/>
              <p:nvPr/>
            </p:nvSpPr>
            <p:spPr>
              <a:xfrm>
                <a:off x="297837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6" name="ph1631">
                <a:extLst>
                  <a:ext uri="{FF2B5EF4-FFF2-40B4-BE49-F238E27FC236}">
                    <a16:creationId xmlns:a16="http://schemas.microsoft.com/office/drawing/2014/main" id="{06B5C28C-A38A-87B3-9B6E-7BC68FF8192A}"/>
                  </a:ext>
                </a:extLst>
              </p:cNvPr>
              <p:cNvSpPr/>
              <p:nvPr/>
            </p:nvSpPr>
            <p:spPr>
              <a:xfrm>
                <a:off x="2987815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7" name="ph1632">
                <a:extLst>
                  <a:ext uri="{FF2B5EF4-FFF2-40B4-BE49-F238E27FC236}">
                    <a16:creationId xmlns:a16="http://schemas.microsoft.com/office/drawing/2014/main" id="{E79379EF-6C7C-69DC-D6A1-1602C097BA21}"/>
                  </a:ext>
                </a:extLst>
              </p:cNvPr>
              <p:cNvSpPr/>
              <p:nvPr/>
            </p:nvSpPr>
            <p:spPr>
              <a:xfrm>
                <a:off x="299725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8" name="ph1633">
                <a:extLst>
                  <a:ext uri="{FF2B5EF4-FFF2-40B4-BE49-F238E27FC236}">
                    <a16:creationId xmlns:a16="http://schemas.microsoft.com/office/drawing/2014/main" id="{C99D671F-C00D-0288-8C1A-F967CFDADB59}"/>
                  </a:ext>
                </a:extLst>
              </p:cNvPr>
              <p:cNvSpPr/>
              <p:nvPr/>
            </p:nvSpPr>
            <p:spPr>
              <a:xfrm>
                <a:off x="300669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9" name="ph1634">
                <a:extLst>
                  <a:ext uri="{FF2B5EF4-FFF2-40B4-BE49-F238E27FC236}">
                    <a16:creationId xmlns:a16="http://schemas.microsoft.com/office/drawing/2014/main" id="{21E63A7D-15B9-E700-B9CA-6298A76E81C8}"/>
                  </a:ext>
                </a:extLst>
              </p:cNvPr>
              <p:cNvSpPr/>
              <p:nvPr/>
            </p:nvSpPr>
            <p:spPr>
              <a:xfrm>
                <a:off x="301613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0" name="ph1635">
                <a:extLst>
                  <a:ext uri="{FF2B5EF4-FFF2-40B4-BE49-F238E27FC236}">
                    <a16:creationId xmlns:a16="http://schemas.microsoft.com/office/drawing/2014/main" id="{602F9C7C-30FF-3F76-E698-9974456ACBAB}"/>
                  </a:ext>
                </a:extLst>
              </p:cNvPr>
              <p:cNvSpPr/>
              <p:nvPr/>
            </p:nvSpPr>
            <p:spPr>
              <a:xfrm>
                <a:off x="3025576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1" name="ph1636">
                <a:extLst>
                  <a:ext uri="{FF2B5EF4-FFF2-40B4-BE49-F238E27FC236}">
                    <a16:creationId xmlns:a16="http://schemas.microsoft.com/office/drawing/2014/main" id="{6FF99F9A-6805-C0DB-4BC4-7D9C4564DFA2}"/>
                  </a:ext>
                </a:extLst>
              </p:cNvPr>
              <p:cNvSpPr/>
              <p:nvPr/>
            </p:nvSpPr>
            <p:spPr>
              <a:xfrm>
                <a:off x="303501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2" name="ph1637">
                <a:extLst>
                  <a:ext uri="{FF2B5EF4-FFF2-40B4-BE49-F238E27FC236}">
                    <a16:creationId xmlns:a16="http://schemas.microsoft.com/office/drawing/2014/main" id="{6FDD1774-A300-51E5-6150-EE27F11AE7D4}"/>
                  </a:ext>
                </a:extLst>
              </p:cNvPr>
              <p:cNvSpPr/>
              <p:nvPr/>
            </p:nvSpPr>
            <p:spPr>
              <a:xfrm>
                <a:off x="304445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3" name="ph1638">
                <a:extLst>
                  <a:ext uri="{FF2B5EF4-FFF2-40B4-BE49-F238E27FC236}">
                    <a16:creationId xmlns:a16="http://schemas.microsoft.com/office/drawing/2014/main" id="{F27FBC07-B933-B903-2715-4E951BA2FE9B}"/>
                  </a:ext>
                </a:extLst>
              </p:cNvPr>
              <p:cNvSpPr/>
              <p:nvPr/>
            </p:nvSpPr>
            <p:spPr>
              <a:xfrm>
                <a:off x="305389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4" name="ph1639">
                <a:extLst>
                  <a:ext uri="{FF2B5EF4-FFF2-40B4-BE49-F238E27FC236}">
                    <a16:creationId xmlns:a16="http://schemas.microsoft.com/office/drawing/2014/main" id="{F23BA7C5-DA4B-7BFC-2F90-51B95DCE8C18}"/>
                  </a:ext>
                </a:extLst>
              </p:cNvPr>
              <p:cNvSpPr/>
              <p:nvPr/>
            </p:nvSpPr>
            <p:spPr>
              <a:xfrm>
                <a:off x="3063337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5" name="ph1640">
                <a:extLst>
                  <a:ext uri="{FF2B5EF4-FFF2-40B4-BE49-F238E27FC236}">
                    <a16:creationId xmlns:a16="http://schemas.microsoft.com/office/drawing/2014/main" id="{54972384-98FE-E5C7-280C-FF33CBB9E51C}"/>
                  </a:ext>
                </a:extLst>
              </p:cNvPr>
              <p:cNvSpPr/>
              <p:nvPr/>
            </p:nvSpPr>
            <p:spPr>
              <a:xfrm>
                <a:off x="307277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6" name="ph1641">
                <a:extLst>
                  <a:ext uri="{FF2B5EF4-FFF2-40B4-BE49-F238E27FC236}">
                    <a16:creationId xmlns:a16="http://schemas.microsoft.com/office/drawing/2014/main" id="{FB31D000-EA7D-0C4F-4DC2-226C628A84E3}"/>
                  </a:ext>
                </a:extLst>
              </p:cNvPr>
              <p:cNvSpPr/>
              <p:nvPr/>
            </p:nvSpPr>
            <p:spPr>
              <a:xfrm>
                <a:off x="308221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7" name="ph1642">
                <a:extLst>
                  <a:ext uri="{FF2B5EF4-FFF2-40B4-BE49-F238E27FC236}">
                    <a16:creationId xmlns:a16="http://schemas.microsoft.com/office/drawing/2014/main" id="{C21842EC-805E-4E04-8D8E-E1466599F2BC}"/>
                  </a:ext>
                </a:extLst>
              </p:cNvPr>
              <p:cNvSpPr/>
              <p:nvPr/>
            </p:nvSpPr>
            <p:spPr>
              <a:xfrm>
                <a:off x="309165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8" name="ph1643">
                <a:extLst>
                  <a:ext uri="{FF2B5EF4-FFF2-40B4-BE49-F238E27FC236}">
                    <a16:creationId xmlns:a16="http://schemas.microsoft.com/office/drawing/2014/main" id="{CE05BC2C-F256-ABAB-A7AB-737B537CF15B}"/>
                  </a:ext>
                </a:extLst>
              </p:cNvPr>
              <p:cNvSpPr/>
              <p:nvPr/>
            </p:nvSpPr>
            <p:spPr>
              <a:xfrm>
                <a:off x="310109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9" name="ph1644">
                <a:extLst>
                  <a:ext uri="{FF2B5EF4-FFF2-40B4-BE49-F238E27FC236}">
                    <a16:creationId xmlns:a16="http://schemas.microsoft.com/office/drawing/2014/main" id="{7FB79B0A-DF54-9C8E-13E3-7C5E3C417DDA}"/>
                  </a:ext>
                </a:extLst>
              </p:cNvPr>
              <p:cNvSpPr/>
              <p:nvPr/>
            </p:nvSpPr>
            <p:spPr>
              <a:xfrm>
                <a:off x="3110538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0" name="ph1645">
                <a:extLst>
                  <a:ext uri="{FF2B5EF4-FFF2-40B4-BE49-F238E27FC236}">
                    <a16:creationId xmlns:a16="http://schemas.microsoft.com/office/drawing/2014/main" id="{31EA7BA5-24A2-821D-207B-C37C8D819E30}"/>
                  </a:ext>
                </a:extLst>
              </p:cNvPr>
              <p:cNvSpPr/>
              <p:nvPr/>
            </p:nvSpPr>
            <p:spPr>
              <a:xfrm>
                <a:off x="311997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1" name="ph1646">
                <a:extLst>
                  <a:ext uri="{FF2B5EF4-FFF2-40B4-BE49-F238E27FC236}">
                    <a16:creationId xmlns:a16="http://schemas.microsoft.com/office/drawing/2014/main" id="{2709DEFC-E375-DB58-216C-B0338C603393}"/>
                  </a:ext>
                </a:extLst>
              </p:cNvPr>
              <p:cNvSpPr/>
              <p:nvPr/>
            </p:nvSpPr>
            <p:spPr>
              <a:xfrm>
                <a:off x="312941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2" name="ph1647">
                <a:extLst>
                  <a:ext uri="{FF2B5EF4-FFF2-40B4-BE49-F238E27FC236}">
                    <a16:creationId xmlns:a16="http://schemas.microsoft.com/office/drawing/2014/main" id="{4D2C61FB-60ED-92AB-1D66-999A3F52B1AD}"/>
                  </a:ext>
                </a:extLst>
              </p:cNvPr>
              <p:cNvSpPr/>
              <p:nvPr/>
            </p:nvSpPr>
            <p:spPr>
              <a:xfrm>
                <a:off x="313885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3" name="ph1648">
                <a:extLst>
                  <a:ext uri="{FF2B5EF4-FFF2-40B4-BE49-F238E27FC236}">
                    <a16:creationId xmlns:a16="http://schemas.microsoft.com/office/drawing/2014/main" id="{CC90363F-0891-6106-0996-1E8A4FE9563B}"/>
                  </a:ext>
                </a:extLst>
              </p:cNvPr>
              <p:cNvSpPr/>
              <p:nvPr/>
            </p:nvSpPr>
            <p:spPr>
              <a:xfrm>
                <a:off x="3148299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4" name="ph1649">
                <a:extLst>
                  <a:ext uri="{FF2B5EF4-FFF2-40B4-BE49-F238E27FC236}">
                    <a16:creationId xmlns:a16="http://schemas.microsoft.com/office/drawing/2014/main" id="{7387CDF9-2A58-BF8B-FBD2-5A3C179FC1AF}"/>
                  </a:ext>
                </a:extLst>
              </p:cNvPr>
              <p:cNvSpPr/>
              <p:nvPr/>
            </p:nvSpPr>
            <p:spPr>
              <a:xfrm>
                <a:off x="315774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5" name="ph1650">
                <a:extLst>
                  <a:ext uri="{FF2B5EF4-FFF2-40B4-BE49-F238E27FC236}">
                    <a16:creationId xmlns:a16="http://schemas.microsoft.com/office/drawing/2014/main" id="{302215C4-1B10-6FA3-8FC7-468F0C222803}"/>
                  </a:ext>
                </a:extLst>
              </p:cNvPr>
              <p:cNvSpPr/>
              <p:nvPr/>
            </p:nvSpPr>
            <p:spPr>
              <a:xfrm>
                <a:off x="316718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6" name="ph1651">
                <a:extLst>
                  <a:ext uri="{FF2B5EF4-FFF2-40B4-BE49-F238E27FC236}">
                    <a16:creationId xmlns:a16="http://schemas.microsoft.com/office/drawing/2014/main" id="{67D87544-23EA-4457-4650-DBDB9A03EAC4}"/>
                  </a:ext>
                </a:extLst>
              </p:cNvPr>
              <p:cNvSpPr/>
              <p:nvPr/>
            </p:nvSpPr>
            <p:spPr>
              <a:xfrm>
                <a:off x="317662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7" name="ph1652">
                <a:extLst>
                  <a:ext uri="{FF2B5EF4-FFF2-40B4-BE49-F238E27FC236}">
                    <a16:creationId xmlns:a16="http://schemas.microsoft.com/office/drawing/2014/main" id="{202CF6BB-C373-708E-BAEA-71207D3F6A06}"/>
                  </a:ext>
                </a:extLst>
              </p:cNvPr>
              <p:cNvSpPr/>
              <p:nvPr/>
            </p:nvSpPr>
            <p:spPr>
              <a:xfrm>
                <a:off x="3186060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8" name="ph1653">
                <a:extLst>
                  <a:ext uri="{FF2B5EF4-FFF2-40B4-BE49-F238E27FC236}">
                    <a16:creationId xmlns:a16="http://schemas.microsoft.com/office/drawing/2014/main" id="{66E3B161-D15F-CCEA-BFAA-8E953705B8A2}"/>
                  </a:ext>
                </a:extLst>
              </p:cNvPr>
              <p:cNvSpPr/>
              <p:nvPr/>
            </p:nvSpPr>
            <p:spPr>
              <a:xfrm>
                <a:off x="319550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9" name="ph1654">
                <a:extLst>
                  <a:ext uri="{FF2B5EF4-FFF2-40B4-BE49-F238E27FC236}">
                    <a16:creationId xmlns:a16="http://schemas.microsoft.com/office/drawing/2014/main" id="{8F5D344B-68FA-390F-D255-9B551EDF09E1}"/>
                  </a:ext>
                </a:extLst>
              </p:cNvPr>
              <p:cNvSpPr/>
              <p:nvPr/>
            </p:nvSpPr>
            <p:spPr>
              <a:xfrm>
                <a:off x="320494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0" name="ph1655">
                <a:extLst>
                  <a:ext uri="{FF2B5EF4-FFF2-40B4-BE49-F238E27FC236}">
                    <a16:creationId xmlns:a16="http://schemas.microsoft.com/office/drawing/2014/main" id="{B9E5590D-07AF-1D90-D26E-FB7361EFB2AC}"/>
                  </a:ext>
                </a:extLst>
              </p:cNvPr>
              <p:cNvSpPr/>
              <p:nvPr/>
            </p:nvSpPr>
            <p:spPr>
              <a:xfrm>
                <a:off x="321438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1" name="ph1656">
                <a:extLst>
                  <a:ext uri="{FF2B5EF4-FFF2-40B4-BE49-F238E27FC236}">
                    <a16:creationId xmlns:a16="http://schemas.microsoft.com/office/drawing/2014/main" id="{7B72E9B3-E9FD-0CF7-8C07-F77B0D077F45}"/>
                  </a:ext>
                </a:extLst>
              </p:cNvPr>
              <p:cNvSpPr/>
              <p:nvPr/>
            </p:nvSpPr>
            <p:spPr>
              <a:xfrm>
                <a:off x="3223821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2" name="ph1657">
                <a:extLst>
                  <a:ext uri="{FF2B5EF4-FFF2-40B4-BE49-F238E27FC236}">
                    <a16:creationId xmlns:a16="http://schemas.microsoft.com/office/drawing/2014/main" id="{A7C7AA30-B1AD-3B48-46DF-49AA10DF5A65}"/>
                  </a:ext>
                </a:extLst>
              </p:cNvPr>
              <p:cNvSpPr/>
              <p:nvPr/>
            </p:nvSpPr>
            <p:spPr>
              <a:xfrm>
                <a:off x="323326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3" name="ph1658">
                <a:extLst>
                  <a:ext uri="{FF2B5EF4-FFF2-40B4-BE49-F238E27FC236}">
                    <a16:creationId xmlns:a16="http://schemas.microsoft.com/office/drawing/2014/main" id="{25F25622-A27C-BDC3-A06C-07E93B794611}"/>
                  </a:ext>
                </a:extLst>
              </p:cNvPr>
              <p:cNvSpPr/>
              <p:nvPr/>
            </p:nvSpPr>
            <p:spPr>
              <a:xfrm>
                <a:off x="324270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4" name="ph1659">
                <a:extLst>
                  <a:ext uri="{FF2B5EF4-FFF2-40B4-BE49-F238E27FC236}">
                    <a16:creationId xmlns:a16="http://schemas.microsoft.com/office/drawing/2014/main" id="{91566FC4-67D1-3284-7F22-3E1A469F8AFE}"/>
                  </a:ext>
                </a:extLst>
              </p:cNvPr>
              <p:cNvSpPr/>
              <p:nvPr/>
            </p:nvSpPr>
            <p:spPr>
              <a:xfrm>
                <a:off x="325214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5" name="ph1660">
                <a:extLst>
                  <a:ext uri="{FF2B5EF4-FFF2-40B4-BE49-F238E27FC236}">
                    <a16:creationId xmlns:a16="http://schemas.microsoft.com/office/drawing/2014/main" id="{E263D211-1B2D-7810-6613-CA2638D4EC9E}"/>
                  </a:ext>
                </a:extLst>
              </p:cNvPr>
              <p:cNvSpPr/>
              <p:nvPr/>
            </p:nvSpPr>
            <p:spPr>
              <a:xfrm>
                <a:off x="3261582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6" name="ph1661">
                <a:extLst>
                  <a:ext uri="{FF2B5EF4-FFF2-40B4-BE49-F238E27FC236}">
                    <a16:creationId xmlns:a16="http://schemas.microsoft.com/office/drawing/2014/main" id="{2CEDD061-40AD-1859-F813-83DB00685FE9}"/>
                  </a:ext>
                </a:extLst>
              </p:cNvPr>
              <p:cNvSpPr/>
              <p:nvPr/>
            </p:nvSpPr>
            <p:spPr>
              <a:xfrm>
                <a:off x="3271023" y="24137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7" name="ph1662">
                <a:extLst>
                  <a:ext uri="{FF2B5EF4-FFF2-40B4-BE49-F238E27FC236}">
                    <a16:creationId xmlns:a16="http://schemas.microsoft.com/office/drawing/2014/main" id="{B5FEA948-6E19-909B-080A-4375F275696C}"/>
                  </a:ext>
                </a:extLst>
              </p:cNvPr>
              <p:cNvSpPr/>
              <p:nvPr/>
            </p:nvSpPr>
            <p:spPr>
              <a:xfrm>
                <a:off x="3280463" y="2431338"/>
                <a:ext cx="9209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2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22" y="896830"/>
                    </a:lnTo>
                    <a:lnTo>
                      <a:pt x="920817" y="897184"/>
                    </a:lnTo>
                    <a:lnTo>
                      <a:pt x="919921" y="900202"/>
                    </a:lnTo>
                    <a:lnTo>
                      <a:pt x="919025" y="903220"/>
                    </a:lnTo>
                    <a:lnTo>
                      <a:pt x="918130" y="906239"/>
                    </a:lnTo>
                    <a:lnTo>
                      <a:pt x="917235" y="909257"/>
                    </a:lnTo>
                    <a:lnTo>
                      <a:pt x="916340" y="912276"/>
                    </a:lnTo>
                    <a:lnTo>
                      <a:pt x="915711" y="914400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8" name="ph1663">
                <a:extLst>
                  <a:ext uri="{FF2B5EF4-FFF2-40B4-BE49-F238E27FC236}">
                    <a16:creationId xmlns:a16="http://schemas.microsoft.com/office/drawing/2014/main" id="{6B95148C-5B60-A112-B91C-ABF5DEE745BD}"/>
                  </a:ext>
                </a:extLst>
              </p:cNvPr>
              <p:cNvSpPr/>
              <p:nvPr/>
            </p:nvSpPr>
            <p:spPr>
              <a:xfrm>
                <a:off x="2411961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306" y="931969"/>
                    </a:lnTo>
                    <a:lnTo>
                      <a:pt x="907127" y="922244"/>
                    </a:lnTo>
                    <a:lnTo>
                      <a:pt x="905622" y="914400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9" name="ph1664">
                <a:extLst>
                  <a:ext uri="{FF2B5EF4-FFF2-40B4-BE49-F238E27FC236}">
                    <a16:creationId xmlns:a16="http://schemas.microsoft.com/office/drawing/2014/main" id="{933DBE1A-71AB-48D9-7990-3A942C48A65C}"/>
                  </a:ext>
                </a:extLst>
              </p:cNvPr>
              <p:cNvSpPr/>
              <p:nvPr/>
            </p:nvSpPr>
            <p:spPr>
              <a:xfrm>
                <a:off x="241196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0" name="ph1665">
                <a:extLst>
                  <a:ext uri="{FF2B5EF4-FFF2-40B4-BE49-F238E27FC236}">
                    <a16:creationId xmlns:a16="http://schemas.microsoft.com/office/drawing/2014/main" id="{833E5321-E17C-835D-B005-AAB9BD9B468B}"/>
                  </a:ext>
                </a:extLst>
              </p:cNvPr>
              <p:cNvSpPr/>
              <p:nvPr/>
            </p:nvSpPr>
            <p:spPr>
              <a:xfrm>
                <a:off x="242140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1" name="ph1666">
                <a:extLst>
                  <a:ext uri="{FF2B5EF4-FFF2-40B4-BE49-F238E27FC236}">
                    <a16:creationId xmlns:a16="http://schemas.microsoft.com/office/drawing/2014/main" id="{02F3EBD2-CEA2-2D33-D96A-4741B2E721DB}"/>
                  </a:ext>
                </a:extLst>
              </p:cNvPr>
              <p:cNvSpPr/>
              <p:nvPr/>
            </p:nvSpPr>
            <p:spPr>
              <a:xfrm>
                <a:off x="243084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2" name="ph1667">
                <a:extLst>
                  <a:ext uri="{FF2B5EF4-FFF2-40B4-BE49-F238E27FC236}">
                    <a16:creationId xmlns:a16="http://schemas.microsoft.com/office/drawing/2014/main" id="{E81C9B8B-18A8-E80D-81A3-20C8A0839816}"/>
                  </a:ext>
                </a:extLst>
              </p:cNvPr>
              <p:cNvSpPr/>
              <p:nvPr/>
            </p:nvSpPr>
            <p:spPr>
              <a:xfrm>
                <a:off x="244028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3" name="ph1668">
                <a:extLst>
                  <a:ext uri="{FF2B5EF4-FFF2-40B4-BE49-F238E27FC236}">
                    <a16:creationId xmlns:a16="http://schemas.microsoft.com/office/drawing/2014/main" id="{E3F8608D-316B-4689-59F2-E6136A7B0431}"/>
                  </a:ext>
                </a:extLst>
              </p:cNvPr>
              <p:cNvSpPr/>
              <p:nvPr/>
            </p:nvSpPr>
            <p:spPr>
              <a:xfrm>
                <a:off x="244972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4" name="ph1669">
                <a:extLst>
                  <a:ext uri="{FF2B5EF4-FFF2-40B4-BE49-F238E27FC236}">
                    <a16:creationId xmlns:a16="http://schemas.microsoft.com/office/drawing/2014/main" id="{3BE0DA27-868C-97A0-2B23-D1A50B119BD8}"/>
                  </a:ext>
                </a:extLst>
              </p:cNvPr>
              <p:cNvSpPr/>
              <p:nvPr/>
            </p:nvSpPr>
            <p:spPr>
              <a:xfrm>
                <a:off x="245916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5" name="ph1670">
                <a:extLst>
                  <a:ext uri="{FF2B5EF4-FFF2-40B4-BE49-F238E27FC236}">
                    <a16:creationId xmlns:a16="http://schemas.microsoft.com/office/drawing/2014/main" id="{8DE5B180-5EEF-81B5-6014-4DD894DD814F}"/>
                  </a:ext>
                </a:extLst>
              </p:cNvPr>
              <p:cNvSpPr/>
              <p:nvPr/>
            </p:nvSpPr>
            <p:spPr>
              <a:xfrm>
                <a:off x="246860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6" name="ph1671">
                <a:extLst>
                  <a:ext uri="{FF2B5EF4-FFF2-40B4-BE49-F238E27FC236}">
                    <a16:creationId xmlns:a16="http://schemas.microsoft.com/office/drawing/2014/main" id="{D2EADA4B-4444-8AD7-2E15-67C8D8FDD26B}"/>
                  </a:ext>
                </a:extLst>
              </p:cNvPr>
              <p:cNvSpPr/>
              <p:nvPr/>
            </p:nvSpPr>
            <p:spPr>
              <a:xfrm>
                <a:off x="247804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7" name="ph1672">
                <a:extLst>
                  <a:ext uri="{FF2B5EF4-FFF2-40B4-BE49-F238E27FC236}">
                    <a16:creationId xmlns:a16="http://schemas.microsoft.com/office/drawing/2014/main" id="{C8761274-084D-AF46-61FF-EF5660DD8E63}"/>
                  </a:ext>
                </a:extLst>
              </p:cNvPr>
              <p:cNvSpPr/>
              <p:nvPr/>
            </p:nvSpPr>
            <p:spPr>
              <a:xfrm>
                <a:off x="248748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8" name="ph1673">
                <a:extLst>
                  <a:ext uri="{FF2B5EF4-FFF2-40B4-BE49-F238E27FC236}">
                    <a16:creationId xmlns:a16="http://schemas.microsoft.com/office/drawing/2014/main" id="{5B7F184F-AE43-32BF-16C4-F87FD8DCE786}"/>
                  </a:ext>
                </a:extLst>
              </p:cNvPr>
              <p:cNvSpPr/>
              <p:nvPr/>
            </p:nvSpPr>
            <p:spPr>
              <a:xfrm>
                <a:off x="249692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9" name="ph1674">
                <a:extLst>
                  <a:ext uri="{FF2B5EF4-FFF2-40B4-BE49-F238E27FC236}">
                    <a16:creationId xmlns:a16="http://schemas.microsoft.com/office/drawing/2014/main" id="{23143241-DC17-3B67-A971-D690F579BFA5}"/>
                  </a:ext>
                </a:extLst>
              </p:cNvPr>
              <p:cNvSpPr/>
              <p:nvPr/>
            </p:nvSpPr>
            <p:spPr>
              <a:xfrm>
                <a:off x="250636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0" name="ph1675">
                <a:extLst>
                  <a:ext uri="{FF2B5EF4-FFF2-40B4-BE49-F238E27FC236}">
                    <a16:creationId xmlns:a16="http://schemas.microsoft.com/office/drawing/2014/main" id="{31B70123-92AE-753A-204A-AE80C976E988}"/>
                  </a:ext>
                </a:extLst>
              </p:cNvPr>
              <p:cNvSpPr/>
              <p:nvPr/>
            </p:nvSpPr>
            <p:spPr>
              <a:xfrm>
                <a:off x="251580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1" name="ph1676">
                <a:extLst>
                  <a:ext uri="{FF2B5EF4-FFF2-40B4-BE49-F238E27FC236}">
                    <a16:creationId xmlns:a16="http://schemas.microsoft.com/office/drawing/2014/main" id="{1C820212-103A-2989-9D91-E67B9AB962EE}"/>
                  </a:ext>
                </a:extLst>
              </p:cNvPr>
              <p:cNvSpPr/>
              <p:nvPr/>
            </p:nvSpPr>
            <p:spPr>
              <a:xfrm>
                <a:off x="252524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2" name="ph1677">
                <a:extLst>
                  <a:ext uri="{FF2B5EF4-FFF2-40B4-BE49-F238E27FC236}">
                    <a16:creationId xmlns:a16="http://schemas.microsoft.com/office/drawing/2014/main" id="{61F28DE7-7DBE-5F54-17C5-5A732278E37A}"/>
                  </a:ext>
                </a:extLst>
              </p:cNvPr>
              <p:cNvSpPr/>
              <p:nvPr/>
            </p:nvSpPr>
            <p:spPr>
              <a:xfrm>
                <a:off x="253468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3" name="ph1678">
                <a:extLst>
                  <a:ext uri="{FF2B5EF4-FFF2-40B4-BE49-F238E27FC236}">
                    <a16:creationId xmlns:a16="http://schemas.microsoft.com/office/drawing/2014/main" id="{B10180F0-8D12-478B-711B-52B557752C2B}"/>
                  </a:ext>
                </a:extLst>
              </p:cNvPr>
              <p:cNvSpPr/>
              <p:nvPr/>
            </p:nvSpPr>
            <p:spPr>
              <a:xfrm>
                <a:off x="254412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4" name="ph1679">
                <a:extLst>
                  <a:ext uri="{FF2B5EF4-FFF2-40B4-BE49-F238E27FC236}">
                    <a16:creationId xmlns:a16="http://schemas.microsoft.com/office/drawing/2014/main" id="{2887F1E7-1F6D-E4B1-8DB5-DC7AB3835022}"/>
                  </a:ext>
                </a:extLst>
              </p:cNvPr>
              <p:cNvSpPr/>
              <p:nvPr/>
            </p:nvSpPr>
            <p:spPr>
              <a:xfrm>
                <a:off x="255356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5" name="ph1680">
                <a:extLst>
                  <a:ext uri="{FF2B5EF4-FFF2-40B4-BE49-F238E27FC236}">
                    <a16:creationId xmlns:a16="http://schemas.microsoft.com/office/drawing/2014/main" id="{0CB56636-AEE7-9F22-3F99-573986863F4A}"/>
                  </a:ext>
                </a:extLst>
              </p:cNvPr>
              <p:cNvSpPr/>
              <p:nvPr/>
            </p:nvSpPr>
            <p:spPr>
              <a:xfrm>
                <a:off x="256300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6" name="ph1681">
                <a:extLst>
                  <a:ext uri="{FF2B5EF4-FFF2-40B4-BE49-F238E27FC236}">
                    <a16:creationId xmlns:a16="http://schemas.microsoft.com/office/drawing/2014/main" id="{9BF516A6-5144-A43F-27AD-33C260A0E05C}"/>
                  </a:ext>
                </a:extLst>
              </p:cNvPr>
              <p:cNvSpPr/>
              <p:nvPr/>
            </p:nvSpPr>
            <p:spPr>
              <a:xfrm>
                <a:off x="257244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7" name="ph1682">
                <a:extLst>
                  <a:ext uri="{FF2B5EF4-FFF2-40B4-BE49-F238E27FC236}">
                    <a16:creationId xmlns:a16="http://schemas.microsoft.com/office/drawing/2014/main" id="{73B29CFD-EDC3-C72B-5A1F-4F7F4D496F1F}"/>
                  </a:ext>
                </a:extLst>
              </p:cNvPr>
              <p:cNvSpPr/>
              <p:nvPr/>
            </p:nvSpPr>
            <p:spPr>
              <a:xfrm>
                <a:off x="258188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8" name="ph1683">
                <a:extLst>
                  <a:ext uri="{FF2B5EF4-FFF2-40B4-BE49-F238E27FC236}">
                    <a16:creationId xmlns:a16="http://schemas.microsoft.com/office/drawing/2014/main" id="{BA43C5FB-E9C4-7349-DFE5-E39AFB385AAB}"/>
                  </a:ext>
                </a:extLst>
              </p:cNvPr>
              <p:cNvSpPr/>
              <p:nvPr/>
            </p:nvSpPr>
            <p:spPr>
              <a:xfrm>
                <a:off x="259132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9" name="ph1684">
                <a:extLst>
                  <a:ext uri="{FF2B5EF4-FFF2-40B4-BE49-F238E27FC236}">
                    <a16:creationId xmlns:a16="http://schemas.microsoft.com/office/drawing/2014/main" id="{5B7A9054-E946-E59C-1B79-E4EB074DBB87}"/>
                  </a:ext>
                </a:extLst>
              </p:cNvPr>
              <p:cNvSpPr/>
              <p:nvPr/>
            </p:nvSpPr>
            <p:spPr>
              <a:xfrm>
                <a:off x="260076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0" name="ph1685">
                <a:extLst>
                  <a:ext uri="{FF2B5EF4-FFF2-40B4-BE49-F238E27FC236}">
                    <a16:creationId xmlns:a16="http://schemas.microsoft.com/office/drawing/2014/main" id="{52B37A97-3BA7-ED56-9CF8-2E70DD2421B1}"/>
                  </a:ext>
                </a:extLst>
              </p:cNvPr>
              <p:cNvSpPr/>
              <p:nvPr/>
            </p:nvSpPr>
            <p:spPr>
              <a:xfrm>
                <a:off x="261020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1" name="ph1686">
                <a:extLst>
                  <a:ext uri="{FF2B5EF4-FFF2-40B4-BE49-F238E27FC236}">
                    <a16:creationId xmlns:a16="http://schemas.microsoft.com/office/drawing/2014/main" id="{9CD1860B-8D0A-0023-3096-BBECB02C2F3E}"/>
                  </a:ext>
                </a:extLst>
              </p:cNvPr>
              <p:cNvSpPr/>
              <p:nvPr/>
            </p:nvSpPr>
            <p:spPr>
              <a:xfrm>
                <a:off x="261964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2" name="ph1687">
                <a:extLst>
                  <a:ext uri="{FF2B5EF4-FFF2-40B4-BE49-F238E27FC236}">
                    <a16:creationId xmlns:a16="http://schemas.microsoft.com/office/drawing/2014/main" id="{E20B3AAE-99C5-A9E7-7D54-268741C56660}"/>
                  </a:ext>
                </a:extLst>
              </p:cNvPr>
              <p:cNvSpPr/>
              <p:nvPr/>
            </p:nvSpPr>
            <p:spPr>
              <a:xfrm>
                <a:off x="262908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3" name="ph1688">
                <a:extLst>
                  <a:ext uri="{FF2B5EF4-FFF2-40B4-BE49-F238E27FC236}">
                    <a16:creationId xmlns:a16="http://schemas.microsoft.com/office/drawing/2014/main" id="{2E510586-6666-DFE7-8DB9-18C9EE3B1A7D}"/>
                  </a:ext>
                </a:extLst>
              </p:cNvPr>
              <p:cNvSpPr/>
              <p:nvPr/>
            </p:nvSpPr>
            <p:spPr>
              <a:xfrm>
                <a:off x="263852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4" name="ph1689">
                <a:extLst>
                  <a:ext uri="{FF2B5EF4-FFF2-40B4-BE49-F238E27FC236}">
                    <a16:creationId xmlns:a16="http://schemas.microsoft.com/office/drawing/2014/main" id="{BE266E43-1244-3839-0C4C-4254E0AB7043}"/>
                  </a:ext>
                </a:extLst>
              </p:cNvPr>
              <p:cNvSpPr/>
              <p:nvPr/>
            </p:nvSpPr>
            <p:spPr>
              <a:xfrm>
                <a:off x="264796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5" name="ph1690">
                <a:extLst>
                  <a:ext uri="{FF2B5EF4-FFF2-40B4-BE49-F238E27FC236}">
                    <a16:creationId xmlns:a16="http://schemas.microsoft.com/office/drawing/2014/main" id="{6D3988E8-3F48-4C1C-CC55-9B9BABC5BA31}"/>
                  </a:ext>
                </a:extLst>
              </p:cNvPr>
              <p:cNvSpPr/>
              <p:nvPr/>
            </p:nvSpPr>
            <p:spPr>
              <a:xfrm>
                <a:off x="265740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6" name="ph1691">
                <a:extLst>
                  <a:ext uri="{FF2B5EF4-FFF2-40B4-BE49-F238E27FC236}">
                    <a16:creationId xmlns:a16="http://schemas.microsoft.com/office/drawing/2014/main" id="{DBC2D6E4-86D7-AF3A-55B4-181C3329B081}"/>
                  </a:ext>
                </a:extLst>
              </p:cNvPr>
              <p:cNvSpPr/>
              <p:nvPr/>
            </p:nvSpPr>
            <p:spPr>
              <a:xfrm>
                <a:off x="266684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7" name="ph1692">
                <a:extLst>
                  <a:ext uri="{FF2B5EF4-FFF2-40B4-BE49-F238E27FC236}">
                    <a16:creationId xmlns:a16="http://schemas.microsoft.com/office/drawing/2014/main" id="{FA2CE55D-A83C-AAE4-753D-E275728F00CB}"/>
                  </a:ext>
                </a:extLst>
              </p:cNvPr>
              <p:cNvSpPr/>
              <p:nvPr/>
            </p:nvSpPr>
            <p:spPr>
              <a:xfrm>
                <a:off x="267628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8" name="ph1693">
                <a:extLst>
                  <a:ext uri="{FF2B5EF4-FFF2-40B4-BE49-F238E27FC236}">
                    <a16:creationId xmlns:a16="http://schemas.microsoft.com/office/drawing/2014/main" id="{E442D1E4-7A46-DCA3-8EC8-D9E2D596ACD4}"/>
                  </a:ext>
                </a:extLst>
              </p:cNvPr>
              <p:cNvSpPr/>
              <p:nvPr/>
            </p:nvSpPr>
            <p:spPr>
              <a:xfrm>
                <a:off x="268572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9" name="ph1694">
                <a:extLst>
                  <a:ext uri="{FF2B5EF4-FFF2-40B4-BE49-F238E27FC236}">
                    <a16:creationId xmlns:a16="http://schemas.microsoft.com/office/drawing/2014/main" id="{D3FFC6B6-A582-57CD-F8FB-EE1C66BCED48}"/>
                  </a:ext>
                </a:extLst>
              </p:cNvPr>
              <p:cNvSpPr/>
              <p:nvPr/>
            </p:nvSpPr>
            <p:spPr>
              <a:xfrm>
                <a:off x="2695168" y="2413769"/>
                <a:ext cx="92280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0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630" y="896932"/>
                    </a:lnTo>
                    <a:lnTo>
                      <a:pt x="917724" y="897250"/>
                    </a:lnTo>
                    <a:lnTo>
                      <a:pt x="917819" y="897572"/>
                    </a:lnTo>
                    <a:lnTo>
                      <a:pt x="917915" y="897894"/>
                    </a:lnTo>
                    <a:lnTo>
                      <a:pt x="918010" y="898215"/>
                    </a:lnTo>
                    <a:lnTo>
                      <a:pt x="918106" y="898537"/>
                    </a:lnTo>
                    <a:lnTo>
                      <a:pt x="918201" y="898859"/>
                    </a:lnTo>
                    <a:lnTo>
                      <a:pt x="918297" y="899181"/>
                    </a:lnTo>
                    <a:lnTo>
                      <a:pt x="918392" y="899502"/>
                    </a:lnTo>
                    <a:lnTo>
                      <a:pt x="918488" y="899824"/>
                    </a:lnTo>
                    <a:lnTo>
                      <a:pt x="918583" y="900146"/>
                    </a:lnTo>
                    <a:lnTo>
                      <a:pt x="918679" y="900468"/>
                    </a:lnTo>
                    <a:lnTo>
                      <a:pt x="918774" y="900789"/>
                    </a:lnTo>
                    <a:lnTo>
                      <a:pt x="918869" y="901111"/>
                    </a:lnTo>
                    <a:lnTo>
                      <a:pt x="918965" y="901433"/>
                    </a:lnTo>
                    <a:lnTo>
                      <a:pt x="919060" y="901755"/>
                    </a:lnTo>
                    <a:lnTo>
                      <a:pt x="919156" y="902076"/>
                    </a:lnTo>
                    <a:lnTo>
                      <a:pt x="919251" y="902398"/>
                    </a:lnTo>
                    <a:lnTo>
                      <a:pt x="919346" y="902720"/>
                    </a:lnTo>
                    <a:lnTo>
                      <a:pt x="919442" y="903042"/>
                    </a:lnTo>
                    <a:lnTo>
                      <a:pt x="919537" y="903363"/>
                    </a:lnTo>
                    <a:lnTo>
                      <a:pt x="919633" y="903685"/>
                    </a:lnTo>
                    <a:lnTo>
                      <a:pt x="919728" y="904007"/>
                    </a:lnTo>
                    <a:lnTo>
                      <a:pt x="919823" y="904329"/>
                    </a:lnTo>
                    <a:lnTo>
                      <a:pt x="919919" y="904650"/>
                    </a:lnTo>
                    <a:lnTo>
                      <a:pt x="920014" y="904972"/>
                    </a:lnTo>
                    <a:lnTo>
                      <a:pt x="920109" y="905294"/>
                    </a:lnTo>
                    <a:lnTo>
                      <a:pt x="920205" y="905616"/>
                    </a:lnTo>
                    <a:lnTo>
                      <a:pt x="920300" y="905938"/>
                    </a:lnTo>
                    <a:lnTo>
                      <a:pt x="920395" y="906259"/>
                    </a:lnTo>
                    <a:lnTo>
                      <a:pt x="920491" y="906581"/>
                    </a:lnTo>
                    <a:lnTo>
                      <a:pt x="920586" y="906903"/>
                    </a:lnTo>
                    <a:lnTo>
                      <a:pt x="920681" y="907225"/>
                    </a:lnTo>
                    <a:lnTo>
                      <a:pt x="920777" y="907546"/>
                    </a:lnTo>
                    <a:lnTo>
                      <a:pt x="920872" y="907868"/>
                    </a:lnTo>
                    <a:lnTo>
                      <a:pt x="920967" y="908190"/>
                    </a:lnTo>
                    <a:lnTo>
                      <a:pt x="921063" y="908512"/>
                    </a:lnTo>
                    <a:lnTo>
                      <a:pt x="921158" y="908833"/>
                    </a:lnTo>
                    <a:lnTo>
                      <a:pt x="921253" y="909155"/>
                    </a:lnTo>
                    <a:lnTo>
                      <a:pt x="921349" y="909477"/>
                    </a:lnTo>
                    <a:lnTo>
                      <a:pt x="921444" y="909799"/>
                    </a:lnTo>
                    <a:lnTo>
                      <a:pt x="921539" y="910120"/>
                    </a:lnTo>
                    <a:lnTo>
                      <a:pt x="921635" y="910442"/>
                    </a:lnTo>
                    <a:lnTo>
                      <a:pt x="921730" y="910764"/>
                    </a:lnTo>
                    <a:lnTo>
                      <a:pt x="921825" y="911086"/>
                    </a:lnTo>
                    <a:lnTo>
                      <a:pt x="921920" y="911407"/>
                    </a:lnTo>
                    <a:lnTo>
                      <a:pt x="922016" y="911729"/>
                    </a:lnTo>
                    <a:lnTo>
                      <a:pt x="922111" y="912051"/>
                    </a:lnTo>
                    <a:lnTo>
                      <a:pt x="922206" y="912373"/>
                    </a:lnTo>
                    <a:lnTo>
                      <a:pt x="922301" y="912695"/>
                    </a:lnTo>
                    <a:lnTo>
                      <a:pt x="922397" y="913016"/>
                    </a:lnTo>
                    <a:lnTo>
                      <a:pt x="922492" y="913338"/>
                    </a:lnTo>
                    <a:lnTo>
                      <a:pt x="922587" y="913660"/>
                    </a:lnTo>
                    <a:lnTo>
                      <a:pt x="922682" y="913982"/>
                    </a:lnTo>
                    <a:lnTo>
                      <a:pt x="922806" y="914400"/>
                    </a:lnTo>
                    <a:close/>
                  </a:path>
                </a:pathLst>
              </a:custGeom>
              <a:solidFill>
                <a:srgbClr val="DBF08D">
                  <a:alpha val="100000"/>
                </a:srgbClr>
              </a:solidFill>
              <a:ln w="5420" cap="flat">
                <a:solidFill>
                  <a:srgbClr val="DB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0" name="ph1695">
                <a:extLst>
                  <a:ext uri="{FF2B5EF4-FFF2-40B4-BE49-F238E27FC236}">
                    <a16:creationId xmlns:a16="http://schemas.microsoft.com/office/drawing/2014/main" id="{808B5FA2-ECA4-3A08-5308-E30DD784DCE6}"/>
                  </a:ext>
                </a:extLst>
              </p:cNvPr>
              <p:cNvSpPr/>
              <p:nvPr/>
            </p:nvSpPr>
            <p:spPr>
              <a:xfrm>
                <a:off x="2742369" y="23961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815" y="931969"/>
                    </a:lnTo>
                    <a:lnTo>
                      <a:pt x="906608" y="928019"/>
                    </a:lnTo>
                    <a:lnTo>
                      <a:pt x="909032" y="917675"/>
                    </a:lnTo>
                    <a:lnTo>
                      <a:pt x="909914" y="914400"/>
                    </a:lnTo>
                    <a:close/>
                  </a:path>
                </a:pathLst>
              </a:custGeom>
              <a:solidFill>
                <a:srgbClr val="E4F399">
                  <a:alpha val="100000"/>
                </a:srgbClr>
              </a:solidFill>
              <a:ln w="5420" cap="flat">
                <a:solidFill>
                  <a:srgbClr val="E4F3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1" name="ph1696">
                <a:extLst>
                  <a:ext uri="{FF2B5EF4-FFF2-40B4-BE49-F238E27FC236}">
                    <a16:creationId xmlns:a16="http://schemas.microsoft.com/office/drawing/2014/main" id="{6E29255D-0370-C377-1C3A-1A83AC6A4105}"/>
                  </a:ext>
                </a:extLst>
              </p:cNvPr>
              <p:cNvSpPr/>
              <p:nvPr/>
            </p:nvSpPr>
            <p:spPr>
              <a:xfrm>
                <a:off x="274236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2" name="ph1697">
                <a:extLst>
                  <a:ext uri="{FF2B5EF4-FFF2-40B4-BE49-F238E27FC236}">
                    <a16:creationId xmlns:a16="http://schemas.microsoft.com/office/drawing/2014/main" id="{870B17BB-3F4C-5840-DD2B-293BB63B4814}"/>
                  </a:ext>
                </a:extLst>
              </p:cNvPr>
              <p:cNvSpPr/>
              <p:nvPr/>
            </p:nvSpPr>
            <p:spPr>
              <a:xfrm>
                <a:off x="275180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3" name="ph1698">
                <a:extLst>
                  <a:ext uri="{FF2B5EF4-FFF2-40B4-BE49-F238E27FC236}">
                    <a16:creationId xmlns:a16="http://schemas.microsoft.com/office/drawing/2014/main" id="{20E138D9-51A0-1C32-C69C-EAF542B23092}"/>
                  </a:ext>
                </a:extLst>
              </p:cNvPr>
              <p:cNvSpPr/>
              <p:nvPr/>
            </p:nvSpPr>
            <p:spPr>
              <a:xfrm>
                <a:off x="276125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4" name="ph1699">
                <a:extLst>
                  <a:ext uri="{FF2B5EF4-FFF2-40B4-BE49-F238E27FC236}">
                    <a16:creationId xmlns:a16="http://schemas.microsoft.com/office/drawing/2014/main" id="{98F8E3E1-4C79-E9E4-2D7F-7CF1CBC031A5}"/>
                  </a:ext>
                </a:extLst>
              </p:cNvPr>
              <p:cNvSpPr/>
              <p:nvPr/>
            </p:nvSpPr>
            <p:spPr>
              <a:xfrm>
                <a:off x="277069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5" name="ph1700">
                <a:extLst>
                  <a:ext uri="{FF2B5EF4-FFF2-40B4-BE49-F238E27FC236}">
                    <a16:creationId xmlns:a16="http://schemas.microsoft.com/office/drawing/2014/main" id="{B343BBF9-17C1-D5DF-61A1-1CB312339D41}"/>
                  </a:ext>
                </a:extLst>
              </p:cNvPr>
              <p:cNvSpPr/>
              <p:nvPr/>
            </p:nvSpPr>
            <p:spPr>
              <a:xfrm>
                <a:off x="278013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6" name="ph1701">
                <a:extLst>
                  <a:ext uri="{FF2B5EF4-FFF2-40B4-BE49-F238E27FC236}">
                    <a16:creationId xmlns:a16="http://schemas.microsoft.com/office/drawing/2014/main" id="{E73EE46E-30EF-FA76-1E26-B69EB5EC4CB0}"/>
                  </a:ext>
                </a:extLst>
              </p:cNvPr>
              <p:cNvSpPr/>
              <p:nvPr/>
            </p:nvSpPr>
            <p:spPr>
              <a:xfrm>
                <a:off x="278957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7" name="ph1702">
                <a:extLst>
                  <a:ext uri="{FF2B5EF4-FFF2-40B4-BE49-F238E27FC236}">
                    <a16:creationId xmlns:a16="http://schemas.microsoft.com/office/drawing/2014/main" id="{03428274-E9DE-80EF-EAA5-5D761E351411}"/>
                  </a:ext>
                </a:extLst>
              </p:cNvPr>
              <p:cNvSpPr/>
              <p:nvPr/>
            </p:nvSpPr>
            <p:spPr>
              <a:xfrm>
                <a:off x="279901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7F59F">
                  <a:alpha val="100000"/>
                </a:srgbClr>
              </a:solidFill>
              <a:ln w="5420" cap="flat">
                <a:solidFill>
                  <a:srgbClr val="E7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8" name="ph1703">
                <a:extLst>
                  <a:ext uri="{FF2B5EF4-FFF2-40B4-BE49-F238E27FC236}">
                    <a16:creationId xmlns:a16="http://schemas.microsoft.com/office/drawing/2014/main" id="{4B1EDDC6-D35F-06E5-C4BB-9978C197AE5F}"/>
                  </a:ext>
                </a:extLst>
              </p:cNvPr>
              <p:cNvSpPr/>
              <p:nvPr/>
            </p:nvSpPr>
            <p:spPr>
              <a:xfrm>
                <a:off x="280845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9" name="ph1704">
                <a:extLst>
                  <a:ext uri="{FF2B5EF4-FFF2-40B4-BE49-F238E27FC236}">
                    <a16:creationId xmlns:a16="http://schemas.microsoft.com/office/drawing/2014/main" id="{6CB08491-E867-F040-6C39-87D92120E1BC}"/>
                  </a:ext>
                </a:extLst>
              </p:cNvPr>
              <p:cNvSpPr/>
              <p:nvPr/>
            </p:nvSpPr>
            <p:spPr>
              <a:xfrm>
                <a:off x="281789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0" name="ph1705">
                <a:extLst>
                  <a:ext uri="{FF2B5EF4-FFF2-40B4-BE49-F238E27FC236}">
                    <a16:creationId xmlns:a16="http://schemas.microsoft.com/office/drawing/2014/main" id="{1993B9CC-6AE3-B050-D63A-068BA5F19C05}"/>
                  </a:ext>
                </a:extLst>
              </p:cNvPr>
              <p:cNvSpPr/>
              <p:nvPr/>
            </p:nvSpPr>
            <p:spPr>
              <a:xfrm>
                <a:off x="282733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1" name="ph1706">
                <a:extLst>
                  <a:ext uri="{FF2B5EF4-FFF2-40B4-BE49-F238E27FC236}">
                    <a16:creationId xmlns:a16="http://schemas.microsoft.com/office/drawing/2014/main" id="{2339246E-3CBC-C41B-99CC-45A67B4F76F4}"/>
                  </a:ext>
                </a:extLst>
              </p:cNvPr>
              <p:cNvSpPr/>
              <p:nvPr/>
            </p:nvSpPr>
            <p:spPr>
              <a:xfrm>
                <a:off x="283677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2" name="ph1707">
                <a:extLst>
                  <a:ext uri="{FF2B5EF4-FFF2-40B4-BE49-F238E27FC236}">
                    <a16:creationId xmlns:a16="http://schemas.microsoft.com/office/drawing/2014/main" id="{CF57D38F-B000-687F-F7D3-6553F9A93E75}"/>
                  </a:ext>
                </a:extLst>
              </p:cNvPr>
              <p:cNvSpPr/>
              <p:nvPr/>
            </p:nvSpPr>
            <p:spPr>
              <a:xfrm>
                <a:off x="284621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3" name="ph1708">
                <a:extLst>
                  <a:ext uri="{FF2B5EF4-FFF2-40B4-BE49-F238E27FC236}">
                    <a16:creationId xmlns:a16="http://schemas.microsoft.com/office/drawing/2014/main" id="{DD62D00E-6032-7852-0453-AC4F6168D0DB}"/>
                  </a:ext>
                </a:extLst>
              </p:cNvPr>
              <p:cNvSpPr/>
              <p:nvPr/>
            </p:nvSpPr>
            <p:spPr>
              <a:xfrm>
                <a:off x="285565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4" name="ph1709">
                <a:extLst>
                  <a:ext uri="{FF2B5EF4-FFF2-40B4-BE49-F238E27FC236}">
                    <a16:creationId xmlns:a16="http://schemas.microsoft.com/office/drawing/2014/main" id="{5174A0AE-991A-9838-3D44-3879BF5454BB}"/>
                  </a:ext>
                </a:extLst>
              </p:cNvPr>
              <p:cNvSpPr/>
              <p:nvPr/>
            </p:nvSpPr>
            <p:spPr>
              <a:xfrm>
                <a:off x="286509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5" name="ph1710">
                <a:extLst>
                  <a:ext uri="{FF2B5EF4-FFF2-40B4-BE49-F238E27FC236}">
                    <a16:creationId xmlns:a16="http://schemas.microsoft.com/office/drawing/2014/main" id="{E19DB058-BA83-C258-302F-A9E6810B0A5C}"/>
                  </a:ext>
                </a:extLst>
              </p:cNvPr>
              <p:cNvSpPr/>
              <p:nvPr/>
            </p:nvSpPr>
            <p:spPr>
              <a:xfrm>
                <a:off x="287453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6" name="ph1711">
                <a:extLst>
                  <a:ext uri="{FF2B5EF4-FFF2-40B4-BE49-F238E27FC236}">
                    <a16:creationId xmlns:a16="http://schemas.microsoft.com/office/drawing/2014/main" id="{0B6EF755-F93B-BB84-458D-7930A0AA2120}"/>
                  </a:ext>
                </a:extLst>
              </p:cNvPr>
              <p:cNvSpPr/>
              <p:nvPr/>
            </p:nvSpPr>
            <p:spPr>
              <a:xfrm>
                <a:off x="288397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7" name="ph1712">
                <a:extLst>
                  <a:ext uri="{FF2B5EF4-FFF2-40B4-BE49-F238E27FC236}">
                    <a16:creationId xmlns:a16="http://schemas.microsoft.com/office/drawing/2014/main" id="{394FDE04-4A64-37B9-E0BC-24501B13D658}"/>
                  </a:ext>
                </a:extLst>
              </p:cNvPr>
              <p:cNvSpPr/>
              <p:nvPr/>
            </p:nvSpPr>
            <p:spPr>
              <a:xfrm>
                <a:off x="289341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8" name="ph1713">
                <a:extLst>
                  <a:ext uri="{FF2B5EF4-FFF2-40B4-BE49-F238E27FC236}">
                    <a16:creationId xmlns:a16="http://schemas.microsoft.com/office/drawing/2014/main" id="{A87F74FD-A897-F608-4D52-AB67E686F1BC}"/>
                  </a:ext>
                </a:extLst>
              </p:cNvPr>
              <p:cNvSpPr/>
              <p:nvPr/>
            </p:nvSpPr>
            <p:spPr>
              <a:xfrm>
                <a:off x="290285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9" name="ph1714">
                <a:extLst>
                  <a:ext uri="{FF2B5EF4-FFF2-40B4-BE49-F238E27FC236}">
                    <a16:creationId xmlns:a16="http://schemas.microsoft.com/office/drawing/2014/main" id="{2E0FA61C-648B-A289-7F07-01BB24880454}"/>
                  </a:ext>
                </a:extLst>
              </p:cNvPr>
              <p:cNvSpPr/>
              <p:nvPr/>
            </p:nvSpPr>
            <p:spPr>
              <a:xfrm>
                <a:off x="291229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0" name="ph1715">
                <a:extLst>
                  <a:ext uri="{FF2B5EF4-FFF2-40B4-BE49-F238E27FC236}">
                    <a16:creationId xmlns:a16="http://schemas.microsoft.com/office/drawing/2014/main" id="{51131837-6673-2384-5C62-B067B8B6E321}"/>
                  </a:ext>
                </a:extLst>
              </p:cNvPr>
              <p:cNvSpPr/>
              <p:nvPr/>
            </p:nvSpPr>
            <p:spPr>
              <a:xfrm>
                <a:off x="292173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1" name="ph1716">
                <a:extLst>
                  <a:ext uri="{FF2B5EF4-FFF2-40B4-BE49-F238E27FC236}">
                    <a16:creationId xmlns:a16="http://schemas.microsoft.com/office/drawing/2014/main" id="{6991DD4C-385B-4F59-B8D3-26490BF8876F}"/>
                  </a:ext>
                </a:extLst>
              </p:cNvPr>
              <p:cNvSpPr/>
              <p:nvPr/>
            </p:nvSpPr>
            <p:spPr>
              <a:xfrm>
                <a:off x="293117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2" name="ph1717">
                <a:extLst>
                  <a:ext uri="{FF2B5EF4-FFF2-40B4-BE49-F238E27FC236}">
                    <a16:creationId xmlns:a16="http://schemas.microsoft.com/office/drawing/2014/main" id="{9725B4C0-5E4D-6F44-0F75-00D66A4C2E99}"/>
                  </a:ext>
                </a:extLst>
              </p:cNvPr>
              <p:cNvSpPr/>
              <p:nvPr/>
            </p:nvSpPr>
            <p:spPr>
              <a:xfrm>
                <a:off x="294061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C">
                  <a:alpha val="100000"/>
                </a:srgbClr>
              </a:solidFill>
              <a:ln w="5420" cap="flat">
                <a:solidFill>
                  <a:srgbClr val="F2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3" name="ph1718">
                <a:extLst>
                  <a:ext uri="{FF2B5EF4-FFF2-40B4-BE49-F238E27FC236}">
                    <a16:creationId xmlns:a16="http://schemas.microsoft.com/office/drawing/2014/main" id="{BDA05A22-205A-23D2-9CCD-FC75FB3DE3A4}"/>
                  </a:ext>
                </a:extLst>
              </p:cNvPr>
              <p:cNvSpPr/>
              <p:nvPr/>
            </p:nvSpPr>
            <p:spPr>
              <a:xfrm>
                <a:off x="2950054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4" name="ph1719">
                <a:extLst>
                  <a:ext uri="{FF2B5EF4-FFF2-40B4-BE49-F238E27FC236}">
                    <a16:creationId xmlns:a16="http://schemas.microsoft.com/office/drawing/2014/main" id="{4112F124-B229-05B4-97F6-A121B33CE76E}"/>
                  </a:ext>
                </a:extLst>
              </p:cNvPr>
              <p:cNvSpPr/>
              <p:nvPr/>
            </p:nvSpPr>
            <p:spPr>
              <a:xfrm>
                <a:off x="295949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5" name="ph1720">
                <a:extLst>
                  <a:ext uri="{FF2B5EF4-FFF2-40B4-BE49-F238E27FC236}">
                    <a16:creationId xmlns:a16="http://schemas.microsoft.com/office/drawing/2014/main" id="{99FBEA77-DEDB-2793-1420-779D0173AD93}"/>
                  </a:ext>
                </a:extLst>
              </p:cNvPr>
              <p:cNvSpPr/>
              <p:nvPr/>
            </p:nvSpPr>
            <p:spPr>
              <a:xfrm>
                <a:off x="296893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6" name="ph1721">
                <a:extLst>
                  <a:ext uri="{FF2B5EF4-FFF2-40B4-BE49-F238E27FC236}">
                    <a16:creationId xmlns:a16="http://schemas.microsoft.com/office/drawing/2014/main" id="{88101D4E-4E4E-6F65-C2D3-1981E602066F}"/>
                  </a:ext>
                </a:extLst>
              </p:cNvPr>
              <p:cNvSpPr/>
              <p:nvPr/>
            </p:nvSpPr>
            <p:spPr>
              <a:xfrm>
                <a:off x="297837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7" name="ph1722">
                <a:extLst>
                  <a:ext uri="{FF2B5EF4-FFF2-40B4-BE49-F238E27FC236}">
                    <a16:creationId xmlns:a16="http://schemas.microsoft.com/office/drawing/2014/main" id="{D98E88DE-1F02-A685-024C-D9D56DBB85A5}"/>
                  </a:ext>
                </a:extLst>
              </p:cNvPr>
              <p:cNvSpPr/>
              <p:nvPr/>
            </p:nvSpPr>
            <p:spPr>
              <a:xfrm>
                <a:off x="2987815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8" name="ph1723">
                <a:extLst>
                  <a:ext uri="{FF2B5EF4-FFF2-40B4-BE49-F238E27FC236}">
                    <a16:creationId xmlns:a16="http://schemas.microsoft.com/office/drawing/2014/main" id="{0C438E88-CD6E-5A14-4AA9-FBA1D73E00C7}"/>
                  </a:ext>
                </a:extLst>
              </p:cNvPr>
              <p:cNvSpPr/>
              <p:nvPr/>
            </p:nvSpPr>
            <p:spPr>
              <a:xfrm>
                <a:off x="299725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9" name="ph1724">
                <a:extLst>
                  <a:ext uri="{FF2B5EF4-FFF2-40B4-BE49-F238E27FC236}">
                    <a16:creationId xmlns:a16="http://schemas.microsoft.com/office/drawing/2014/main" id="{C8F179B8-8373-A1BC-DD52-D0556320804B}"/>
                  </a:ext>
                </a:extLst>
              </p:cNvPr>
              <p:cNvSpPr/>
              <p:nvPr/>
            </p:nvSpPr>
            <p:spPr>
              <a:xfrm>
                <a:off x="300669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0" name="ph1725">
                <a:extLst>
                  <a:ext uri="{FF2B5EF4-FFF2-40B4-BE49-F238E27FC236}">
                    <a16:creationId xmlns:a16="http://schemas.microsoft.com/office/drawing/2014/main" id="{C05C8341-07FB-CC58-9738-99A959468D79}"/>
                  </a:ext>
                </a:extLst>
              </p:cNvPr>
              <p:cNvSpPr/>
              <p:nvPr/>
            </p:nvSpPr>
            <p:spPr>
              <a:xfrm>
                <a:off x="301613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1" name="ph1726">
                <a:extLst>
                  <a:ext uri="{FF2B5EF4-FFF2-40B4-BE49-F238E27FC236}">
                    <a16:creationId xmlns:a16="http://schemas.microsoft.com/office/drawing/2014/main" id="{AA102DD0-4E2A-9D72-BC56-E39D07523931}"/>
                  </a:ext>
                </a:extLst>
              </p:cNvPr>
              <p:cNvSpPr/>
              <p:nvPr/>
            </p:nvSpPr>
            <p:spPr>
              <a:xfrm>
                <a:off x="3025576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2" name="ph1727">
                <a:extLst>
                  <a:ext uri="{FF2B5EF4-FFF2-40B4-BE49-F238E27FC236}">
                    <a16:creationId xmlns:a16="http://schemas.microsoft.com/office/drawing/2014/main" id="{A1C42066-4183-9A43-C82B-7A4F5149BF5B}"/>
                  </a:ext>
                </a:extLst>
              </p:cNvPr>
              <p:cNvSpPr/>
              <p:nvPr/>
            </p:nvSpPr>
            <p:spPr>
              <a:xfrm>
                <a:off x="303501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3" name="ph1728">
                <a:extLst>
                  <a:ext uri="{FF2B5EF4-FFF2-40B4-BE49-F238E27FC236}">
                    <a16:creationId xmlns:a16="http://schemas.microsoft.com/office/drawing/2014/main" id="{1669667D-39A6-D92A-E67B-4EB15E27EC5E}"/>
                  </a:ext>
                </a:extLst>
              </p:cNvPr>
              <p:cNvSpPr/>
              <p:nvPr/>
            </p:nvSpPr>
            <p:spPr>
              <a:xfrm>
                <a:off x="304445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4" name="ph1729">
                <a:extLst>
                  <a:ext uri="{FF2B5EF4-FFF2-40B4-BE49-F238E27FC236}">
                    <a16:creationId xmlns:a16="http://schemas.microsoft.com/office/drawing/2014/main" id="{D544257A-9CF9-D477-390D-C9B6BD63A552}"/>
                  </a:ext>
                </a:extLst>
              </p:cNvPr>
              <p:cNvSpPr/>
              <p:nvPr/>
            </p:nvSpPr>
            <p:spPr>
              <a:xfrm>
                <a:off x="305389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5" name="ph1730">
                <a:extLst>
                  <a:ext uri="{FF2B5EF4-FFF2-40B4-BE49-F238E27FC236}">
                    <a16:creationId xmlns:a16="http://schemas.microsoft.com/office/drawing/2014/main" id="{BFAFDBBE-B3A0-5CA4-C3FB-19B3C290E0CF}"/>
                  </a:ext>
                </a:extLst>
              </p:cNvPr>
              <p:cNvSpPr/>
              <p:nvPr/>
            </p:nvSpPr>
            <p:spPr>
              <a:xfrm>
                <a:off x="3063337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6" name="ph1731">
                <a:extLst>
                  <a:ext uri="{FF2B5EF4-FFF2-40B4-BE49-F238E27FC236}">
                    <a16:creationId xmlns:a16="http://schemas.microsoft.com/office/drawing/2014/main" id="{BB1896BB-EC7C-429C-D465-B9F58A88BC03}"/>
                  </a:ext>
                </a:extLst>
              </p:cNvPr>
              <p:cNvSpPr/>
              <p:nvPr/>
            </p:nvSpPr>
            <p:spPr>
              <a:xfrm>
                <a:off x="307277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7" name="ph1732">
                <a:extLst>
                  <a:ext uri="{FF2B5EF4-FFF2-40B4-BE49-F238E27FC236}">
                    <a16:creationId xmlns:a16="http://schemas.microsoft.com/office/drawing/2014/main" id="{FACEE30C-E7DD-3F34-A9EF-6981F6363E8F}"/>
                  </a:ext>
                </a:extLst>
              </p:cNvPr>
              <p:cNvSpPr/>
              <p:nvPr/>
            </p:nvSpPr>
            <p:spPr>
              <a:xfrm>
                <a:off x="308221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8" name="ph1733">
                <a:extLst>
                  <a:ext uri="{FF2B5EF4-FFF2-40B4-BE49-F238E27FC236}">
                    <a16:creationId xmlns:a16="http://schemas.microsoft.com/office/drawing/2014/main" id="{2965E6DF-E90C-BADE-3024-0412A4BC110B}"/>
                  </a:ext>
                </a:extLst>
              </p:cNvPr>
              <p:cNvSpPr/>
              <p:nvPr/>
            </p:nvSpPr>
            <p:spPr>
              <a:xfrm>
                <a:off x="309165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9" name="ph1734">
                <a:extLst>
                  <a:ext uri="{FF2B5EF4-FFF2-40B4-BE49-F238E27FC236}">
                    <a16:creationId xmlns:a16="http://schemas.microsoft.com/office/drawing/2014/main" id="{A797A30B-85DA-2C74-9D82-A86EE042C4F8}"/>
                  </a:ext>
                </a:extLst>
              </p:cNvPr>
              <p:cNvSpPr/>
              <p:nvPr/>
            </p:nvSpPr>
            <p:spPr>
              <a:xfrm>
                <a:off x="310109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0" name="ph1735">
                <a:extLst>
                  <a:ext uri="{FF2B5EF4-FFF2-40B4-BE49-F238E27FC236}">
                    <a16:creationId xmlns:a16="http://schemas.microsoft.com/office/drawing/2014/main" id="{D57FDD40-19F0-E77D-955A-0A27ADA54826}"/>
                  </a:ext>
                </a:extLst>
              </p:cNvPr>
              <p:cNvSpPr/>
              <p:nvPr/>
            </p:nvSpPr>
            <p:spPr>
              <a:xfrm>
                <a:off x="3110538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1" name="ph1736">
                <a:extLst>
                  <a:ext uri="{FF2B5EF4-FFF2-40B4-BE49-F238E27FC236}">
                    <a16:creationId xmlns:a16="http://schemas.microsoft.com/office/drawing/2014/main" id="{9FE8EFA1-FC5D-4608-5597-68E2E9EBCDDE}"/>
                  </a:ext>
                </a:extLst>
              </p:cNvPr>
              <p:cNvSpPr/>
              <p:nvPr/>
            </p:nvSpPr>
            <p:spPr>
              <a:xfrm>
                <a:off x="311997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2" name="ph1737">
                <a:extLst>
                  <a:ext uri="{FF2B5EF4-FFF2-40B4-BE49-F238E27FC236}">
                    <a16:creationId xmlns:a16="http://schemas.microsoft.com/office/drawing/2014/main" id="{47B6350A-7F2D-C1B0-52DA-7ABB1EE7DD78}"/>
                  </a:ext>
                </a:extLst>
              </p:cNvPr>
              <p:cNvSpPr/>
              <p:nvPr/>
            </p:nvSpPr>
            <p:spPr>
              <a:xfrm>
                <a:off x="312941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3" name="ph1738">
                <a:extLst>
                  <a:ext uri="{FF2B5EF4-FFF2-40B4-BE49-F238E27FC236}">
                    <a16:creationId xmlns:a16="http://schemas.microsoft.com/office/drawing/2014/main" id="{A2C8F2AC-C4C2-9C83-835F-40CF910BE627}"/>
                  </a:ext>
                </a:extLst>
              </p:cNvPr>
              <p:cNvSpPr/>
              <p:nvPr/>
            </p:nvSpPr>
            <p:spPr>
              <a:xfrm>
                <a:off x="313885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4" name="ph1739">
                <a:extLst>
                  <a:ext uri="{FF2B5EF4-FFF2-40B4-BE49-F238E27FC236}">
                    <a16:creationId xmlns:a16="http://schemas.microsoft.com/office/drawing/2014/main" id="{EAB77EC3-2003-140A-5796-0A5E557BA6FB}"/>
                  </a:ext>
                </a:extLst>
              </p:cNvPr>
              <p:cNvSpPr/>
              <p:nvPr/>
            </p:nvSpPr>
            <p:spPr>
              <a:xfrm>
                <a:off x="3148299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5" name="ph1740">
                <a:extLst>
                  <a:ext uri="{FF2B5EF4-FFF2-40B4-BE49-F238E27FC236}">
                    <a16:creationId xmlns:a16="http://schemas.microsoft.com/office/drawing/2014/main" id="{836394A4-BCB5-7092-467C-B98F9B1A8635}"/>
                  </a:ext>
                </a:extLst>
              </p:cNvPr>
              <p:cNvSpPr/>
              <p:nvPr/>
            </p:nvSpPr>
            <p:spPr>
              <a:xfrm>
                <a:off x="315774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6" name="ph1741">
                <a:extLst>
                  <a:ext uri="{FF2B5EF4-FFF2-40B4-BE49-F238E27FC236}">
                    <a16:creationId xmlns:a16="http://schemas.microsoft.com/office/drawing/2014/main" id="{51884B90-2CB6-C4B7-F6E5-EFC827D632EF}"/>
                  </a:ext>
                </a:extLst>
              </p:cNvPr>
              <p:cNvSpPr/>
              <p:nvPr/>
            </p:nvSpPr>
            <p:spPr>
              <a:xfrm>
                <a:off x="316718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7" name="ph1742">
                <a:extLst>
                  <a:ext uri="{FF2B5EF4-FFF2-40B4-BE49-F238E27FC236}">
                    <a16:creationId xmlns:a16="http://schemas.microsoft.com/office/drawing/2014/main" id="{0B78670B-1434-22D8-4EC8-3CDAD785CF27}"/>
                  </a:ext>
                </a:extLst>
              </p:cNvPr>
              <p:cNvSpPr/>
              <p:nvPr/>
            </p:nvSpPr>
            <p:spPr>
              <a:xfrm>
                <a:off x="317662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8" name="ph1743">
                <a:extLst>
                  <a:ext uri="{FF2B5EF4-FFF2-40B4-BE49-F238E27FC236}">
                    <a16:creationId xmlns:a16="http://schemas.microsoft.com/office/drawing/2014/main" id="{43406C8D-7D81-A0F7-CEAA-5F1E448EB168}"/>
                  </a:ext>
                </a:extLst>
              </p:cNvPr>
              <p:cNvSpPr/>
              <p:nvPr/>
            </p:nvSpPr>
            <p:spPr>
              <a:xfrm>
                <a:off x="3186060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9" name="ph1744">
                <a:extLst>
                  <a:ext uri="{FF2B5EF4-FFF2-40B4-BE49-F238E27FC236}">
                    <a16:creationId xmlns:a16="http://schemas.microsoft.com/office/drawing/2014/main" id="{C618A519-A073-294F-335F-FDA7A79D6E5D}"/>
                  </a:ext>
                </a:extLst>
              </p:cNvPr>
              <p:cNvSpPr/>
              <p:nvPr/>
            </p:nvSpPr>
            <p:spPr>
              <a:xfrm>
                <a:off x="319550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0" name="ph1745">
                <a:extLst>
                  <a:ext uri="{FF2B5EF4-FFF2-40B4-BE49-F238E27FC236}">
                    <a16:creationId xmlns:a16="http://schemas.microsoft.com/office/drawing/2014/main" id="{8C69C98D-575D-10E7-8585-05469BEA0909}"/>
                  </a:ext>
                </a:extLst>
              </p:cNvPr>
              <p:cNvSpPr/>
              <p:nvPr/>
            </p:nvSpPr>
            <p:spPr>
              <a:xfrm>
                <a:off x="320494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1" name="ph1746">
                <a:extLst>
                  <a:ext uri="{FF2B5EF4-FFF2-40B4-BE49-F238E27FC236}">
                    <a16:creationId xmlns:a16="http://schemas.microsoft.com/office/drawing/2014/main" id="{48F07595-DBFA-DEFF-2913-29151C0E46B0}"/>
                  </a:ext>
                </a:extLst>
              </p:cNvPr>
              <p:cNvSpPr/>
              <p:nvPr/>
            </p:nvSpPr>
            <p:spPr>
              <a:xfrm>
                <a:off x="321438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2" name="ph1747">
                <a:extLst>
                  <a:ext uri="{FF2B5EF4-FFF2-40B4-BE49-F238E27FC236}">
                    <a16:creationId xmlns:a16="http://schemas.microsoft.com/office/drawing/2014/main" id="{D37F180A-B3FB-F37B-BC5E-2F2707F96763}"/>
                  </a:ext>
                </a:extLst>
              </p:cNvPr>
              <p:cNvSpPr/>
              <p:nvPr/>
            </p:nvSpPr>
            <p:spPr>
              <a:xfrm>
                <a:off x="3223821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3" name="ph1748">
                <a:extLst>
                  <a:ext uri="{FF2B5EF4-FFF2-40B4-BE49-F238E27FC236}">
                    <a16:creationId xmlns:a16="http://schemas.microsoft.com/office/drawing/2014/main" id="{C55EEE97-8951-6A0B-9C14-2ECF5D234C80}"/>
                  </a:ext>
                </a:extLst>
              </p:cNvPr>
              <p:cNvSpPr/>
              <p:nvPr/>
            </p:nvSpPr>
            <p:spPr>
              <a:xfrm>
                <a:off x="323326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4" name="ph1749">
                <a:extLst>
                  <a:ext uri="{FF2B5EF4-FFF2-40B4-BE49-F238E27FC236}">
                    <a16:creationId xmlns:a16="http://schemas.microsoft.com/office/drawing/2014/main" id="{077EA518-8990-F84E-27C7-A97D0F0B7857}"/>
                  </a:ext>
                </a:extLst>
              </p:cNvPr>
              <p:cNvSpPr/>
              <p:nvPr/>
            </p:nvSpPr>
            <p:spPr>
              <a:xfrm>
                <a:off x="324270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C">
                  <a:alpha val="100000"/>
                </a:srgbClr>
              </a:solidFill>
              <a:ln w="5420" cap="flat">
                <a:solidFill>
                  <a:srgbClr val="FC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5" name="ph1750">
                <a:extLst>
                  <a:ext uri="{FF2B5EF4-FFF2-40B4-BE49-F238E27FC236}">
                    <a16:creationId xmlns:a16="http://schemas.microsoft.com/office/drawing/2014/main" id="{E8969051-DF22-156F-8C07-ED1FD261A7F5}"/>
                  </a:ext>
                </a:extLst>
              </p:cNvPr>
              <p:cNvSpPr/>
              <p:nvPr/>
            </p:nvSpPr>
            <p:spPr>
              <a:xfrm>
                <a:off x="325214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6" name="ph1751">
                <a:extLst>
                  <a:ext uri="{FF2B5EF4-FFF2-40B4-BE49-F238E27FC236}">
                    <a16:creationId xmlns:a16="http://schemas.microsoft.com/office/drawing/2014/main" id="{FEA645BA-3DEC-2EA2-B065-14AE9F276D20}"/>
                  </a:ext>
                </a:extLst>
              </p:cNvPr>
              <p:cNvSpPr/>
              <p:nvPr/>
            </p:nvSpPr>
            <p:spPr>
              <a:xfrm>
                <a:off x="3261582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7" name="ph1752">
                <a:extLst>
                  <a:ext uri="{FF2B5EF4-FFF2-40B4-BE49-F238E27FC236}">
                    <a16:creationId xmlns:a16="http://schemas.microsoft.com/office/drawing/2014/main" id="{E177C43B-3DEC-F0C9-8901-A89BC4C954E1}"/>
                  </a:ext>
                </a:extLst>
              </p:cNvPr>
              <p:cNvSpPr/>
              <p:nvPr/>
            </p:nvSpPr>
            <p:spPr>
              <a:xfrm>
                <a:off x="3271023" y="23961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8" name="ph1753">
                <a:extLst>
                  <a:ext uri="{FF2B5EF4-FFF2-40B4-BE49-F238E27FC236}">
                    <a16:creationId xmlns:a16="http://schemas.microsoft.com/office/drawing/2014/main" id="{38D58717-F09D-3D43-75BA-03FA34FB2184}"/>
                  </a:ext>
                </a:extLst>
              </p:cNvPr>
              <p:cNvSpPr/>
              <p:nvPr/>
            </p:nvSpPr>
            <p:spPr>
              <a:xfrm>
                <a:off x="3280463" y="241376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584"/>
                    </a:lnTo>
                    <a:lnTo>
                      <a:pt x="923508" y="905700"/>
                    </a:lnTo>
                    <a:lnTo>
                      <a:pt x="922610" y="908718"/>
                    </a:lnTo>
                    <a:lnTo>
                      <a:pt x="921713" y="911736"/>
                    </a:lnTo>
                    <a:lnTo>
                      <a:pt x="920922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9" name="ph1754">
                <a:extLst>
                  <a:ext uri="{FF2B5EF4-FFF2-40B4-BE49-F238E27FC236}">
                    <a16:creationId xmlns:a16="http://schemas.microsoft.com/office/drawing/2014/main" id="{F247EF76-7CB9-BB40-E025-3ADD0D172DE8}"/>
                  </a:ext>
                </a:extLst>
              </p:cNvPr>
              <p:cNvSpPr/>
              <p:nvPr/>
            </p:nvSpPr>
            <p:spPr>
              <a:xfrm>
                <a:off x="3289903" y="2396199"/>
                <a:ext cx="916707" cy="922154"/>
              </a:xfrm>
              <a:custGeom>
                <a:avLst/>
                <a:gdLst/>
                <a:ahLst/>
                <a:cxnLst/>
                <a:rect l="0" t="0" r="0" b="0"/>
                <a:pathLst>
                  <a:path w="916707" h="922154">
                    <a:moveTo>
                      <a:pt x="914400" y="914400"/>
                    </a:moveTo>
                    <a:lnTo>
                      <a:pt x="916707" y="914400"/>
                    </a:lnTo>
                    <a:lnTo>
                      <a:pt x="915863" y="917234"/>
                    </a:lnTo>
                    <a:lnTo>
                      <a:pt x="914965" y="920252"/>
                    </a:lnTo>
                    <a:lnTo>
                      <a:pt x="914400" y="922154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0" name="ph1755">
                <a:extLst>
                  <a:ext uri="{FF2B5EF4-FFF2-40B4-BE49-F238E27FC236}">
                    <a16:creationId xmlns:a16="http://schemas.microsoft.com/office/drawing/2014/main" id="{1D9EB935-517E-FF02-EC2A-CD398168E784}"/>
                  </a:ext>
                </a:extLst>
              </p:cNvPr>
              <p:cNvSpPr/>
              <p:nvPr/>
            </p:nvSpPr>
            <p:spPr>
              <a:xfrm>
                <a:off x="2402521" y="2378629"/>
                <a:ext cx="914399" cy="928331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8331">
                    <a:moveTo>
                      <a:pt x="914399" y="914400"/>
                    </a:moveTo>
                    <a:lnTo>
                      <a:pt x="914399" y="928331"/>
                    </a:lnTo>
                    <a:lnTo>
                      <a:pt x="912896" y="918993"/>
                    </a:lnTo>
                    <a:lnTo>
                      <a:pt x="912295" y="914400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1" name="ph1756">
                <a:extLst>
                  <a:ext uri="{FF2B5EF4-FFF2-40B4-BE49-F238E27FC236}">
                    <a16:creationId xmlns:a16="http://schemas.microsoft.com/office/drawing/2014/main" id="{785B1242-688D-2010-4B16-E273D49CED69}"/>
                  </a:ext>
                </a:extLst>
              </p:cNvPr>
              <p:cNvSpPr/>
              <p:nvPr/>
            </p:nvSpPr>
            <p:spPr>
              <a:xfrm>
                <a:off x="240252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62" y="931969"/>
                    </a:lnTo>
                    <a:lnTo>
                      <a:pt x="914586" y="929492"/>
                    </a:lnTo>
                    <a:lnTo>
                      <a:pt x="914399" y="928331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2" name="ph1757">
                <a:extLst>
                  <a:ext uri="{FF2B5EF4-FFF2-40B4-BE49-F238E27FC236}">
                    <a16:creationId xmlns:a16="http://schemas.microsoft.com/office/drawing/2014/main" id="{0C6EF88F-6B60-6F63-5B0B-0503E01C268A}"/>
                  </a:ext>
                </a:extLst>
              </p:cNvPr>
              <p:cNvSpPr/>
              <p:nvPr/>
            </p:nvSpPr>
            <p:spPr>
              <a:xfrm>
                <a:off x="241196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3" name="ph1758">
                <a:extLst>
                  <a:ext uri="{FF2B5EF4-FFF2-40B4-BE49-F238E27FC236}">
                    <a16:creationId xmlns:a16="http://schemas.microsoft.com/office/drawing/2014/main" id="{78E254A8-F41C-02A9-6606-0CC17B7F8AE6}"/>
                  </a:ext>
                </a:extLst>
              </p:cNvPr>
              <p:cNvSpPr/>
              <p:nvPr/>
            </p:nvSpPr>
            <p:spPr>
              <a:xfrm>
                <a:off x="242140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4" name="ph1759">
                <a:extLst>
                  <a:ext uri="{FF2B5EF4-FFF2-40B4-BE49-F238E27FC236}">
                    <a16:creationId xmlns:a16="http://schemas.microsoft.com/office/drawing/2014/main" id="{A48FA117-7976-3F9B-6054-F5C36E2C6730}"/>
                  </a:ext>
                </a:extLst>
              </p:cNvPr>
              <p:cNvSpPr/>
              <p:nvPr/>
            </p:nvSpPr>
            <p:spPr>
              <a:xfrm>
                <a:off x="243084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5" name="ph1760">
                <a:extLst>
                  <a:ext uri="{FF2B5EF4-FFF2-40B4-BE49-F238E27FC236}">
                    <a16:creationId xmlns:a16="http://schemas.microsoft.com/office/drawing/2014/main" id="{80E00111-7A86-F880-0643-8C50433CEA15}"/>
                  </a:ext>
                </a:extLst>
              </p:cNvPr>
              <p:cNvSpPr/>
              <p:nvPr/>
            </p:nvSpPr>
            <p:spPr>
              <a:xfrm>
                <a:off x="244028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6" name="ph1761">
                <a:extLst>
                  <a:ext uri="{FF2B5EF4-FFF2-40B4-BE49-F238E27FC236}">
                    <a16:creationId xmlns:a16="http://schemas.microsoft.com/office/drawing/2014/main" id="{B1CACDFE-EDFD-0432-04B8-D082AD47FAA3}"/>
                  </a:ext>
                </a:extLst>
              </p:cNvPr>
              <p:cNvSpPr/>
              <p:nvPr/>
            </p:nvSpPr>
            <p:spPr>
              <a:xfrm>
                <a:off x="244972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7" name="ph1762">
                <a:extLst>
                  <a:ext uri="{FF2B5EF4-FFF2-40B4-BE49-F238E27FC236}">
                    <a16:creationId xmlns:a16="http://schemas.microsoft.com/office/drawing/2014/main" id="{65096537-A3C9-9B0B-4A34-2D04B043BA2F}"/>
                  </a:ext>
                </a:extLst>
              </p:cNvPr>
              <p:cNvSpPr/>
              <p:nvPr/>
            </p:nvSpPr>
            <p:spPr>
              <a:xfrm>
                <a:off x="245916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8" name="ph1763">
                <a:extLst>
                  <a:ext uri="{FF2B5EF4-FFF2-40B4-BE49-F238E27FC236}">
                    <a16:creationId xmlns:a16="http://schemas.microsoft.com/office/drawing/2014/main" id="{B1CAB06F-D9FC-0AE6-7C5A-9573BB45CCC6}"/>
                  </a:ext>
                </a:extLst>
              </p:cNvPr>
              <p:cNvSpPr/>
              <p:nvPr/>
            </p:nvSpPr>
            <p:spPr>
              <a:xfrm>
                <a:off x="246860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9" name="ph1764">
                <a:extLst>
                  <a:ext uri="{FF2B5EF4-FFF2-40B4-BE49-F238E27FC236}">
                    <a16:creationId xmlns:a16="http://schemas.microsoft.com/office/drawing/2014/main" id="{D5416F6E-CA2A-8740-F516-FFB70420F764}"/>
                  </a:ext>
                </a:extLst>
              </p:cNvPr>
              <p:cNvSpPr/>
              <p:nvPr/>
            </p:nvSpPr>
            <p:spPr>
              <a:xfrm>
                <a:off x="247804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0" name="ph1765">
                <a:extLst>
                  <a:ext uri="{FF2B5EF4-FFF2-40B4-BE49-F238E27FC236}">
                    <a16:creationId xmlns:a16="http://schemas.microsoft.com/office/drawing/2014/main" id="{EA527F01-7B96-C5EB-D035-E9C41FF43531}"/>
                  </a:ext>
                </a:extLst>
              </p:cNvPr>
              <p:cNvSpPr/>
              <p:nvPr/>
            </p:nvSpPr>
            <p:spPr>
              <a:xfrm>
                <a:off x="248748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1" name="ph1766">
                <a:extLst>
                  <a:ext uri="{FF2B5EF4-FFF2-40B4-BE49-F238E27FC236}">
                    <a16:creationId xmlns:a16="http://schemas.microsoft.com/office/drawing/2014/main" id="{378D527E-6C1E-076C-B5FD-ABB1F025CC68}"/>
                  </a:ext>
                </a:extLst>
              </p:cNvPr>
              <p:cNvSpPr/>
              <p:nvPr/>
            </p:nvSpPr>
            <p:spPr>
              <a:xfrm>
                <a:off x="249692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2" name="ph1767">
                <a:extLst>
                  <a:ext uri="{FF2B5EF4-FFF2-40B4-BE49-F238E27FC236}">
                    <a16:creationId xmlns:a16="http://schemas.microsoft.com/office/drawing/2014/main" id="{750631AA-F333-3D08-F930-B580CC47C34C}"/>
                  </a:ext>
                </a:extLst>
              </p:cNvPr>
              <p:cNvSpPr/>
              <p:nvPr/>
            </p:nvSpPr>
            <p:spPr>
              <a:xfrm>
                <a:off x="250636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3" name="ph1768">
                <a:extLst>
                  <a:ext uri="{FF2B5EF4-FFF2-40B4-BE49-F238E27FC236}">
                    <a16:creationId xmlns:a16="http://schemas.microsoft.com/office/drawing/2014/main" id="{E664F2A2-C781-B066-0345-62D7FCA0DE9E}"/>
                  </a:ext>
                </a:extLst>
              </p:cNvPr>
              <p:cNvSpPr/>
              <p:nvPr/>
            </p:nvSpPr>
            <p:spPr>
              <a:xfrm>
                <a:off x="251580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4" name="ph1769">
                <a:extLst>
                  <a:ext uri="{FF2B5EF4-FFF2-40B4-BE49-F238E27FC236}">
                    <a16:creationId xmlns:a16="http://schemas.microsoft.com/office/drawing/2014/main" id="{3F380B54-419D-6237-2FE9-80B8770B959D}"/>
                  </a:ext>
                </a:extLst>
              </p:cNvPr>
              <p:cNvSpPr/>
              <p:nvPr/>
            </p:nvSpPr>
            <p:spPr>
              <a:xfrm>
                <a:off x="252524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5" name="ph1770">
                <a:extLst>
                  <a:ext uri="{FF2B5EF4-FFF2-40B4-BE49-F238E27FC236}">
                    <a16:creationId xmlns:a16="http://schemas.microsoft.com/office/drawing/2014/main" id="{09D0BC17-4D3B-3D42-819C-7F4EA72D6B24}"/>
                  </a:ext>
                </a:extLst>
              </p:cNvPr>
              <p:cNvSpPr/>
              <p:nvPr/>
            </p:nvSpPr>
            <p:spPr>
              <a:xfrm>
                <a:off x="253468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6" name="ph1771">
                <a:extLst>
                  <a:ext uri="{FF2B5EF4-FFF2-40B4-BE49-F238E27FC236}">
                    <a16:creationId xmlns:a16="http://schemas.microsoft.com/office/drawing/2014/main" id="{DAAAE8D2-66A0-DBDF-C3E7-D85311BD34C8}"/>
                  </a:ext>
                </a:extLst>
              </p:cNvPr>
              <p:cNvSpPr/>
              <p:nvPr/>
            </p:nvSpPr>
            <p:spPr>
              <a:xfrm>
                <a:off x="254412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7" name="ph1772">
                <a:extLst>
                  <a:ext uri="{FF2B5EF4-FFF2-40B4-BE49-F238E27FC236}">
                    <a16:creationId xmlns:a16="http://schemas.microsoft.com/office/drawing/2014/main" id="{AA8968AA-A28B-2BCD-5824-E7F3B0424079}"/>
                  </a:ext>
                </a:extLst>
              </p:cNvPr>
              <p:cNvSpPr/>
              <p:nvPr/>
            </p:nvSpPr>
            <p:spPr>
              <a:xfrm>
                <a:off x="255356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8" name="ph1773">
                <a:extLst>
                  <a:ext uri="{FF2B5EF4-FFF2-40B4-BE49-F238E27FC236}">
                    <a16:creationId xmlns:a16="http://schemas.microsoft.com/office/drawing/2014/main" id="{400DF9D9-6392-0EFF-2B20-C041D4F77956}"/>
                  </a:ext>
                </a:extLst>
              </p:cNvPr>
              <p:cNvSpPr/>
              <p:nvPr/>
            </p:nvSpPr>
            <p:spPr>
              <a:xfrm>
                <a:off x="256300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9" name="ph1774">
                <a:extLst>
                  <a:ext uri="{FF2B5EF4-FFF2-40B4-BE49-F238E27FC236}">
                    <a16:creationId xmlns:a16="http://schemas.microsoft.com/office/drawing/2014/main" id="{062D4C00-4C27-FD26-63AF-E93ECD9D0A46}"/>
                  </a:ext>
                </a:extLst>
              </p:cNvPr>
              <p:cNvSpPr/>
              <p:nvPr/>
            </p:nvSpPr>
            <p:spPr>
              <a:xfrm>
                <a:off x="257244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0" name="ph1775">
                <a:extLst>
                  <a:ext uri="{FF2B5EF4-FFF2-40B4-BE49-F238E27FC236}">
                    <a16:creationId xmlns:a16="http://schemas.microsoft.com/office/drawing/2014/main" id="{009BFC2B-FB1B-8C9C-C88E-34AA28EDBDE2}"/>
                  </a:ext>
                </a:extLst>
              </p:cNvPr>
              <p:cNvSpPr/>
              <p:nvPr/>
            </p:nvSpPr>
            <p:spPr>
              <a:xfrm>
                <a:off x="258188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1" name="ph1776">
                <a:extLst>
                  <a:ext uri="{FF2B5EF4-FFF2-40B4-BE49-F238E27FC236}">
                    <a16:creationId xmlns:a16="http://schemas.microsoft.com/office/drawing/2014/main" id="{74C0791D-F2F6-DF72-15E0-B45B4F10FD8B}"/>
                  </a:ext>
                </a:extLst>
              </p:cNvPr>
              <p:cNvSpPr/>
              <p:nvPr/>
            </p:nvSpPr>
            <p:spPr>
              <a:xfrm>
                <a:off x="259132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2" name="ph1777">
                <a:extLst>
                  <a:ext uri="{FF2B5EF4-FFF2-40B4-BE49-F238E27FC236}">
                    <a16:creationId xmlns:a16="http://schemas.microsoft.com/office/drawing/2014/main" id="{18541DCE-0C30-682A-F558-859C9B52D811}"/>
                  </a:ext>
                </a:extLst>
              </p:cNvPr>
              <p:cNvSpPr/>
              <p:nvPr/>
            </p:nvSpPr>
            <p:spPr>
              <a:xfrm>
                <a:off x="260076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3" name="ph1778">
                <a:extLst>
                  <a:ext uri="{FF2B5EF4-FFF2-40B4-BE49-F238E27FC236}">
                    <a16:creationId xmlns:a16="http://schemas.microsoft.com/office/drawing/2014/main" id="{883E3A7F-927B-9BF6-C6CC-658B350269F8}"/>
                  </a:ext>
                </a:extLst>
              </p:cNvPr>
              <p:cNvSpPr/>
              <p:nvPr/>
            </p:nvSpPr>
            <p:spPr>
              <a:xfrm>
                <a:off x="261020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4" name="ph1779">
                <a:extLst>
                  <a:ext uri="{FF2B5EF4-FFF2-40B4-BE49-F238E27FC236}">
                    <a16:creationId xmlns:a16="http://schemas.microsoft.com/office/drawing/2014/main" id="{8FB1EE80-8AE7-FB11-FD7F-0109B42E0142}"/>
                  </a:ext>
                </a:extLst>
              </p:cNvPr>
              <p:cNvSpPr/>
              <p:nvPr/>
            </p:nvSpPr>
            <p:spPr>
              <a:xfrm>
                <a:off x="261964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5" name="ph1780">
                <a:extLst>
                  <a:ext uri="{FF2B5EF4-FFF2-40B4-BE49-F238E27FC236}">
                    <a16:creationId xmlns:a16="http://schemas.microsoft.com/office/drawing/2014/main" id="{0ACA8790-F08E-3DD8-6AEB-1FD9DC09A604}"/>
                  </a:ext>
                </a:extLst>
              </p:cNvPr>
              <p:cNvSpPr/>
              <p:nvPr/>
            </p:nvSpPr>
            <p:spPr>
              <a:xfrm>
                <a:off x="262908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6" name="ph1781">
                <a:extLst>
                  <a:ext uri="{FF2B5EF4-FFF2-40B4-BE49-F238E27FC236}">
                    <a16:creationId xmlns:a16="http://schemas.microsoft.com/office/drawing/2014/main" id="{393D7831-ABC7-58BC-71E3-4EEE715DB1E2}"/>
                  </a:ext>
                </a:extLst>
              </p:cNvPr>
              <p:cNvSpPr/>
              <p:nvPr/>
            </p:nvSpPr>
            <p:spPr>
              <a:xfrm>
                <a:off x="263852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7" name="ph1782">
                <a:extLst>
                  <a:ext uri="{FF2B5EF4-FFF2-40B4-BE49-F238E27FC236}">
                    <a16:creationId xmlns:a16="http://schemas.microsoft.com/office/drawing/2014/main" id="{F27FB865-D21E-8A8A-19D8-FE16D2AE2F62}"/>
                  </a:ext>
                </a:extLst>
              </p:cNvPr>
              <p:cNvSpPr/>
              <p:nvPr/>
            </p:nvSpPr>
            <p:spPr>
              <a:xfrm>
                <a:off x="264796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8" name="ph1783">
                <a:extLst>
                  <a:ext uri="{FF2B5EF4-FFF2-40B4-BE49-F238E27FC236}">
                    <a16:creationId xmlns:a16="http://schemas.microsoft.com/office/drawing/2014/main" id="{49310442-EE12-5F79-9F1D-754ABB850BE7}"/>
                  </a:ext>
                </a:extLst>
              </p:cNvPr>
              <p:cNvSpPr/>
              <p:nvPr/>
            </p:nvSpPr>
            <p:spPr>
              <a:xfrm>
                <a:off x="265740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9">
                  <a:alpha val="100000"/>
                </a:srgbClr>
              </a:solidFill>
              <a:ln w="5420" cap="flat">
                <a:solidFill>
                  <a:srgbClr val="D5ED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9" name="ph1784">
                <a:extLst>
                  <a:ext uri="{FF2B5EF4-FFF2-40B4-BE49-F238E27FC236}">
                    <a16:creationId xmlns:a16="http://schemas.microsoft.com/office/drawing/2014/main" id="{C0C0D4B8-3D1C-A94A-6C3A-62546D0E43B2}"/>
                  </a:ext>
                </a:extLst>
              </p:cNvPr>
              <p:cNvSpPr/>
              <p:nvPr/>
            </p:nvSpPr>
            <p:spPr>
              <a:xfrm>
                <a:off x="266684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0" name="ph1785">
                <a:extLst>
                  <a:ext uri="{FF2B5EF4-FFF2-40B4-BE49-F238E27FC236}">
                    <a16:creationId xmlns:a16="http://schemas.microsoft.com/office/drawing/2014/main" id="{9ACA32AA-0A09-28F5-6FB5-F0C5077DDD9B}"/>
                  </a:ext>
                </a:extLst>
              </p:cNvPr>
              <p:cNvSpPr/>
              <p:nvPr/>
            </p:nvSpPr>
            <p:spPr>
              <a:xfrm>
                <a:off x="267628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1" name="ph1786">
                <a:extLst>
                  <a:ext uri="{FF2B5EF4-FFF2-40B4-BE49-F238E27FC236}">
                    <a16:creationId xmlns:a16="http://schemas.microsoft.com/office/drawing/2014/main" id="{303BCB5D-9B71-B421-127C-B7F17532EE6E}"/>
                  </a:ext>
                </a:extLst>
              </p:cNvPr>
              <p:cNvSpPr/>
              <p:nvPr/>
            </p:nvSpPr>
            <p:spPr>
              <a:xfrm>
                <a:off x="2695168" y="23961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752" y="896830"/>
                    </a:lnTo>
                    <a:lnTo>
                      <a:pt x="914400" y="904355"/>
                    </a:lnTo>
                    <a:close/>
                  </a:path>
                </a:pathLst>
              </a:custGeom>
              <a:solidFill>
                <a:srgbClr val="D8EE8A">
                  <a:alpha val="100000"/>
                </a:srgbClr>
              </a:solidFill>
              <a:ln w="5420" cap="flat">
                <a:solidFill>
                  <a:srgbClr val="D8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2" name="ph1787">
                <a:extLst>
                  <a:ext uri="{FF2B5EF4-FFF2-40B4-BE49-F238E27FC236}">
                    <a16:creationId xmlns:a16="http://schemas.microsoft.com/office/drawing/2014/main" id="{B2ADA5C4-FB66-B6CB-5E18-2177D4B1C525}"/>
                  </a:ext>
                </a:extLst>
              </p:cNvPr>
              <p:cNvSpPr/>
              <p:nvPr/>
            </p:nvSpPr>
            <p:spPr>
              <a:xfrm>
                <a:off x="2695168" y="2396199"/>
                <a:ext cx="9175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97" h="914400">
                    <a:moveTo>
                      <a:pt x="914400" y="914400"/>
                    </a:moveTo>
                    <a:lnTo>
                      <a:pt x="914400" y="904355"/>
                    </a:lnTo>
                    <a:lnTo>
                      <a:pt x="914764" y="905393"/>
                    </a:lnTo>
                    <a:lnTo>
                      <a:pt x="917597" y="914400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3" name="ph1788">
                <a:extLst>
                  <a:ext uri="{FF2B5EF4-FFF2-40B4-BE49-F238E27FC236}">
                    <a16:creationId xmlns:a16="http://schemas.microsoft.com/office/drawing/2014/main" id="{37D1EF91-4159-85E2-315A-912827AA69FF}"/>
                  </a:ext>
                </a:extLst>
              </p:cNvPr>
              <p:cNvSpPr/>
              <p:nvPr/>
            </p:nvSpPr>
            <p:spPr>
              <a:xfrm>
                <a:off x="2742369" y="23961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914" y="914400"/>
                    </a:lnTo>
                    <a:lnTo>
                      <a:pt x="911750" y="907587"/>
                    </a:lnTo>
                    <a:lnTo>
                      <a:pt x="914400" y="898940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4" name="ph1789">
                <a:extLst>
                  <a:ext uri="{FF2B5EF4-FFF2-40B4-BE49-F238E27FC236}">
                    <a16:creationId xmlns:a16="http://schemas.microsoft.com/office/drawing/2014/main" id="{E42B357E-B418-C9C3-21CF-07EBEBD2C182}"/>
                  </a:ext>
                </a:extLst>
              </p:cNvPr>
              <p:cNvSpPr/>
              <p:nvPr/>
            </p:nvSpPr>
            <p:spPr>
              <a:xfrm>
                <a:off x="2751809" y="237862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10"/>
                    </a:lnTo>
                    <a:lnTo>
                      <a:pt x="905313" y="915354"/>
                    </a:lnTo>
                    <a:lnTo>
                      <a:pt x="905643" y="914400"/>
                    </a:lnTo>
                    <a:close/>
                  </a:path>
                </a:pathLst>
              </a:custGeom>
              <a:solidFill>
                <a:srgbClr val="E5F49B">
                  <a:alpha val="100000"/>
                </a:srgbClr>
              </a:solidFill>
              <a:ln w="5420" cap="flat">
                <a:solidFill>
                  <a:srgbClr val="E5F4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5" name="ph1790">
                <a:extLst>
                  <a:ext uri="{FF2B5EF4-FFF2-40B4-BE49-F238E27FC236}">
                    <a16:creationId xmlns:a16="http://schemas.microsoft.com/office/drawing/2014/main" id="{37518C7F-306F-2C9E-6830-B9166C0C8398}"/>
                  </a:ext>
                </a:extLst>
              </p:cNvPr>
              <p:cNvSpPr/>
              <p:nvPr/>
            </p:nvSpPr>
            <p:spPr>
              <a:xfrm>
                <a:off x="275180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6" name="ph1791">
                <a:extLst>
                  <a:ext uri="{FF2B5EF4-FFF2-40B4-BE49-F238E27FC236}">
                    <a16:creationId xmlns:a16="http://schemas.microsoft.com/office/drawing/2014/main" id="{19BA3314-8019-C4FC-B4D9-625C1890A2F1}"/>
                  </a:ext>
                </a:extLst>
              </p:cNvPr>
              <p:cNvSpPr/>
              <p:nvPr/>
            </p:nvSpPr>
            <p:spPr>
              <a:xfrm>
                <a:off x="276125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7" name="ph1792">
                <a:extLst>
                  <a:ext uri="{FF2B5EF4-FFF2-40B4-BE49-F238E27FC236}">
                    <a16:creationId xmlns:a16="http://schemas.microsoft.com/office/drawing/2014/main" id="{925E6240-8DD1-37F2-E2D8-FEE2B44BA667}"/>
                  </a:ext>
                </a:extLst>
              </p:cNvPr>
              <p:cNvSpPr/>
              <p:nvPr/>
            </p:nvSpPr>
            <p:spPr>
              <a:xfrm>
                <a:off x="277069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8" name="ph1793">
                <a:extLst>
                  <a:ext uri="{FF2B5EF4-FFF2-40B4-BE49-F238E27FC236}">
                    <a16:creationId xmlns:a16="http://schemas.microsoft.com/office/drawing/2014/main" id="{A1D5F2DB-03E6-F516-DE95-2EDB64F3FF99}"/>
                  </a:ext>
                </a:extLst>
              </p:cNvPr>
              <p:cNvSpPr/>
              <p:nvPr/>
            </p:nvSpPr>
            <p:spPr>
              <a:xfrm>
                <a:off x="278013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9" name="ph1794">
                <a:extLst>
                  <a:ext uri="{FF2B5EF4-FFF2-40B4-BE49-F238E27FC236}">
                    <a16:creationId xmlns:a16="http://schemas.microsoft.com/office/drawing/2014/main" id="{C10126B0-96CE-CC57-B439-090B361EE3B6}"/>
                  </a:ext>
                </a:extLst>
              </p:cNvPr>
              <p:cNvSpPr/>
              <p:nvPr/>
            </p:nvSpPr>
            <p:spPr>
              <a:xfrm>
                <a:off x="278957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0" name="ph1795">
                <a:extLst>
                  <a:ext uri="{FF2B5EF4-FFF2-40B4-BE49-F238E27FC236}">
                    <a16:creationId xmlns:a16="http://schemas.microsoft.com/office/drawing/2014/main" id="{EE04767C-F478-D71B-5774-EF4E606D8A2A}"/>
                  </a:ext>
                </a:extLst>
              </p:cNvPr>
              <p:cNvSpPr/>
              <p:nvPr/>
            </p:nvSpPr>
            <p:spPr>
              <a:xfrm>
                <a:off x="279901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1" name="ph1796">
                <a:extLst>
                  <a:ext uri="{FF2B5EF4-FFF2-40B4-BE49-F238E27FC236}">
                    <a16:creationId xmlns:a16="http://schemas.microsoft.com/office/drawing/2014/main" id="{ECCE4A89-6EA2-446F-EFBC-092567BF39D2}"/>
                  </a:ext>
                </a:extLst>
              </p:cNvPr>
              <p:cNvSpPr/>
              <p:nvPr/>
            </p:nvSpPr>
            <p:spPr>
              <a:xfrm>
                <a:off x="280845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2" name="ph1797">
                <a:extLst>
                  <a:ext uri="{FF2B5EF4-FFF2-40B4-BE49-F238E27FC236}">
                    <a16:creationId xmlns:a16="http://schemas.microsoft.com/office/drawing/2014/main" id="{0A094497-A4E2-E6AA-1E4D-50D5D22EDEE1}"/>
                  </a:ext>
                </a:extLst>
              </p:cNvPr>
              <p:cNvSpPr/>
              <p:nvPr/>
            </p:nvSpPr>
            <p:spPr>
              <a:xfrm>
                <a:off x="281789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3" name="ph1798">
                <a:extLst>
                  <a:ext uri="{FF2B5EF4-FFF2-40B4-BE49-F238E27FC236}">
                    <a16:creationId xmlns:a16="http://schemas.microsoft.com/office/drawing/2014/main" id="{F2E8772B-76BC-AA9E-0AEB-863BF03C7453}"/>
                  </a:ext>
                </a:extLst>
              </p:cNvPr>
              <p:cNvSpPr/>
              <p:nvPr/>
            </p:nvSpPr>
            <p:spPr>
              <a:xfrm>
                <a:off x="282733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4" name="ph1799">
                <a:extLst>
                  <a:ext uri="{FF2B5EF4-FFF2-40B4-BE49-F238E27FC236}">
                    <a16:creationId xmlns:a16="http://schemas.microsoft.com/office/drawing/2014/main" id="{2113275B-4263-970A-31E1-FB2F79549DB3}"/>
                  </a:ext>
                </a:extLst>
              </p:cNvPr>
              <p:cNvSpPr/>
              <p:nvPr/>
            </p:nvSpPr>
            <p:spPr>
              <a:xfrm>
                <a:off x="283677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5" name="ph1800">
                <a:extLst>
                  <a:ext uri="{FF2B5EF4-FFF2-40B4-BE49-F238E27FC236}">
                    <a16:creationId xmlns:a16="http://schemas.microsoft.com/office/drawing/2014/main" id="{D29A4994-D0EC-ED2A-1F3A-49F805817FAD}"/>
                  </a:ext>
                </a:extLst>
              </p:cNvPr>
              <p:cNvSpPr/>
              <p:nvPr/>
            </p:nvSpPr>
            <p:spPr>
              <a:xfrm>
                <a:off x="284621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6" name="ph1801">
                <a:extLst>
                  <a:ext uri="{FF2B5EF4-FFF2-40B4-BE49-F238E27FC236}">
                    <a16:creationId xmlns:a16="http://schemas.microsoft.com/office/drawing/2014/main" id="{41047C48-11A9-11D1-7109-6206EE150D0E}"/>
                  </a:ext>
                </a:extLst>
              </p:cNvPr>
              <p:cNvSpPr/>
              <p:nvPr/>
            </p:nvSpPr>
            <p:spPr>
              <a:xfrm>
                <a:off x="285565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7" name="ph1802">
                <a:extLst>
                  <a:ext uri="{FF2B5EF4-FFF2-40B4-BE49-F238E27FC236}">
                    <a16:creationId xmlns:a16="http://schemas.microsoft.com/office/drawing/2014/main" id="{B39BED82-E473-8A83-63E7-9A702F0F4B8D}"/>
                  </a:ext>
                </a:extLst>
              </p:cNvPr>
              <p:cNvSpPr/>
              <p:nvPr/>
            </p:nvSpPr>
            <p:spPr>
              <a:xfrm>
                <a:off x="286509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8" name="ph1803">
                <a:extLst>
                  <a:ext uri="{FF2B5EF4-FFF2-40B4-BE49-F238E27FC236}">
                    <a16:creationId xmlns:a16="http://schemas.microsoft.com/office/drawing/2014/main" id="{15392217-6DBF-207C-1CD3-814914B2770F}"/>
                  </a:ext>
                </a:extLst>
              </p:cNvPr>
              <p:cNvSpPr/>
              <p:nvPr/>
            </p:nvSpPr>
            <p:spPr>
              <a:xfrm>
                <a:off x="287453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9" name="ph1804">
                <a:extLst>
                  <a:ext uri="{FF2B5EF4-FFF2-40B4-BE49-F238E27FC236}">
                    <a16:creationId xmlns:a16="http://schemas.microsoft.com/office/drawing/2014/main" id="{3A52C5E0-EBE8-FEC7-2517-7A6933616ECF}"/>
                  </a:ext>
                </a:extLst>
              </p:cNvPr>
              <p:cNvSpPr/>
              <p:nvPr/>
            </p:nvSpPr>
            <p:spPr>
              <a:xfrm>
                <a:off x="288397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0" name="ph1805">
                <a:extLst>
                  <a:ext uri="{FF2B5EF4-FFF2-40B4-BE49-F238E27FC236}">
                    <a16:creationId xmlns:a16="http://schemas.microsoft.com/office/drawing/2014/main" id="{76E70EE8-F781-2C1F-52BA-5A7B7A379482}"/>
                  </a:ext>
                </a:extLst>
              </p:cNvPr>
              <p:cNvSpPr/>
              <p:nvPr/>
            </p:nvSpPr>
            <p:spPr>
              <a:xfrm>
                <a:off x="289341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1" name="ph1806">
                <a:extLst>
                  <a:ext uri="{FF2B5EF4-FFF2-40B4-BE49-F238E27FC236}">
                    <a16:creationId xmlns:a16="http://schemas.microsoft.com/office/drawing/2014/main" id="{E74B94C5-1E5A-992B-A763-5A268D0200A0}"/>
                  </a:ext>
                </a:extLst>
              </p:cNvPr>
              <p:cNvSpPr/>
              <p:nvPr/>
            </p:nvSpPr>
            <p:spPr>
              <a:xfrm>
                <a:off x="290285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2" name="ph1807">
                <a:extLst>
                  <a:ext uri="{FF2B5EF4-FFF2-40B4-BE49-F238E27FC236}">
                    <a16:creationId xmlns:a16="http://schemas.microsoft.com/office/drawing/2014/main" id="{B866ECEF-A5D2-ED6F-94D7-2D9A8200AE5F}"/>
                  </a:ext>
                </a:extLst>
              </p:cNvPr>
              <p:cNvSpPr/>
              <p:nvPr/>
            </p:nvSpPr>
            <p:spPr>
              <a:xfrm>
                <a:off x="291229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3" name="ph1808">
                <a:extLst>
                  <a:ext uri="{FF2B5EF4-FFF2-40B4-BE49-F238E27FC236}">
                    <a16:creationId xmlns:a16="http://schemas.microsoft.com/office/drawing/2014/main" id="{DA488377-3E71-0105-79FF-48C6F5733BF7}"/>
                  </a:ext>
                </a:extLst>
              </p:cNvPr>
              <p:cNvSpPr/>
              <p:nvPr/>
            </p:nvSpPr>
            <p:spPr>
              <a:xfrm>
                <a:off x="292173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4" name="ph1809">
                <a:extLst>
                  <a:ext uri="{FF2B5EF4-FFF2-40B4-BE49-F238E27FC236}">
                    <a16:creationId xmlns:a16="http://schemas.microsoft.com/office/drawing/2014/main" id="{FD5974A1-3E63-41C9-AF0D-73A8E1CDC13A}"/>
                  </a:ext>
                </a:extLst>
              </p:cNvPr>
              <p:cNvSpPr/>
              <p:nvPr/>
            </p:nvSpPr>
            <p:spPr>
              <a:xfrm>
                <a:off x="293117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5" name="ph1810">
                <a:extLst>
                  <a:ext uri="{FF2B5EF4-FFF2-40B4-BE49-F238E27FC236}">
                    <a16:creationId xmlns:a16="http://schemas.microsoft.com/office/drawing/2014/main" id="{C4ECD6B9-1419-312E-BE6E-E83E8CC51772}"/>
                  </a:ext>
                </a:extLst>
              </p:cNvPr>
              <p:cNvSpPr/>
              <p:nvPr/>
            </p:nvSpPr>
            <p:spPr>
              <a:xfrm>
                <a:off x="294061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6" name="ph1811">
                <a:extLst>
                  <a:ext uri="{FF2B5EF4-FFF2-40B4-BE49-F238E27FC236}">
                    <a16:creationId xmlns:a16="http://schemas.microsoft.com/office/drawing/2014/main" id="{99D9B33D-C20A-323D-4FDC-7D144791CD5B}"/>
                  </a:ext>
                </a:extLst>
              </p:cNvPr>
              <p:cNvSpPr/>
              <p:nvPr/>
            </p:nvSpPr>
            <p:spPr>
              <a:xfrm>
                <a:off x="2950054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7" name="ph1812">
                <a:extLst>
                  <a:ext uri="{FF2B5EF4-FFF2-40B4-BE49-F238E27FC236}">
                    <a16:creationId xmlns:a16="http://schemas.microsoft.com/office/drawing/2014/main" id="{D31E616A-BDBD-E1E0-8C8F-6011BF0F05FC}"/>
                  </a:ext>
                </a:extLst>
              </p:cNvPr>
              <p:cNvSpPr/>
              <p:nvPr/>
            </p:nvSpPr>
            <p:spPr>
              <a:xfrm>
                <a:off x="295949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8" name="ph1813">
                <a:extLst>
                  <a:ext uri="{FF2B5EF4-FFF2-40B4-BE49-F238E27FC236}">
                    <a16:creationId xmlns:a16="http://schemas.microsoft.com/office/drawing/2014/main" id="{DA774035-61D4-EBE2-6304-8026202AF2AD}"/>
                  </a:ext>
                </a:extLst>
              </p:cNvPr>
              <p:cNvSpPr/>
              <p:nvPr/>
            </p:nvSpPr>
            <p:spPr>
              <a:xfrm>
                <a:off x="296893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9" name="ph1814">
                <a:extLst>
                  <a:ext uri="{FF2B5EF4-FFF2-40B4-BE49-F238E27FC236}">
                    <a16:creationId xmlns:a16="http://schemas.microsoft.com/office/drawing/2014/main" id="{15A80CBE-32B1-AACA-CC79-54704C846D43}"/>
                  </a:ext>
                </a:extLst>
              </p:cNvPr>
              <p:cNvSpPr/>
              <p:nvPr/>
            </p:nvSpPr>
            <p:spPr>
              <a:xfrm>
                <a:off x="297837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0" name="ph1815">
                <a:extLst>
                  <a:ext uri="{FF2B5EF4-FFF2-40B4-BE49-F238E27FC236}">
                    <a16:creationId xmlns:a16="http://schemas.microsoft.com/office/drawing/2014/main" id="{4CFAEF59-9F58-746B-1FF5-4235854C947C}"/>
                  </a:ext>
                </a:extLst>
              </p:cNvPr>
              <p:cNvSpPr/>
              <p:nvPr/>
            </p:nvSpPr>
            <p:spPr>
              <a:xfrm>
                <a:off x="2987815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1" name="ph1816">
                <a:extLst>
                  <a:ext uri="{FF2B5EF4-FFF2-40B4-BE49-F238E27FC236}">
                    <a16:creationId xmlns:a16="http://schemas.microsoft.com/office/drawing/2014/main" id="{6E44CE85-4475-D70F-6218-44A4858A15A8}"/>
                  </a:ext>
                </a:extLst>
              </p:cNvPr>
              <p:cNvSpPr/>
              <p:nvPr/>
            </p:nvSpPr>
            <p:spPr>
              <a:xfrm>
                <a:off x="299725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2" name="ph1817">
                <a:extLst>
                  <a:ext uri="{FF2B5EF4-FFF2-40B4-BE49-F238E27FC236}">
                    <a16:creationId xmlns:a16="http://schemas.microsoft.com/office/drawing/2014/main" id="{C73CC43B-6ACB-D8EB-0C0D-46F72A6F650C}"/>
                  </a:ext>
                </a:extLst>
              </p:cNvPr>
              <p:cNvSpPr/>
              <p:nvPr/>
            </p:nvSpPr>
            <p:spPr>
              <a:xfrm>
                <a:off x="300669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3" name="ph1818">
                <a:extLst>
                  <a:ext uri="{FF2B5EF4-FFF2-40B4-BE49-F238E27FC236}">
                    <a16:creationId xmlns:a16="http://schemas.microsoft.com/office/drawing/2014/main" id="{9D4DDB45-2365-B90B-FC0C-E9B12F63A95F}"/>
                  </a:ext>
                </a:extLst>
              </p:cNvPr>
              <p:cNvSpPr/>
              <p:nvPr/>
            </p:nvSpPr>
            <p:spPr>
              <a:xfrm>
                <a:off x="301613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4" name="ph1819">
                <a:extLst>
                  <a:ext uri="{FF2B5EF4-FFF2-40B4-BE49-F238E27FC236}">
                    <a16:creationId xmlns:a16="http://schemas.microsoft.com/office/drawing/2014/main" id="{D83BBF86-7502-E4E3-8460-24882C61328C}"/>
                  </a:ext>
                </a:extLst>
              </p:cNvPr>
              <p:cNvSpPr/>
              <p:nvPr/>
            </p:nvSpPr>
            <p:spPr>
              <a:xfrm>
                <a:off x="3025576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5" name="ph1820">
                <a:extLst>
                  <a:ext uri="{FF2B5EF4-FFF2-40B4-BE49-F238E27FC236}">
                    <a16:creationId xmlns:a16="http://schemas.microsoft.com/office/drawing/2014/main" id="{FE04713D-802D-6F26-F747-16083982CE8B}"/>
                  </a:ext>
                </a:extLst>
              </p:cNvPr>
              <p:cNvSpPr/>
              <p:nvPr/>
            </p:nvSpPr>
            <p:spPr>
              <a:xfrm>
                <a:off x="303501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6" name="ph1821">
                <a:extLst>
                  <a:ext uri="{FF2B5EF4-FFF2-40B4-BE49-F238E27FC236}">
                    <a16:creationId xmlns:a16="http://schemas.microsoft.com/office/drawing/2014/main" id="{9D4EB864-F055-B60E-3457-6F78EF905CF7}"/>
                  </a:ext>
                </a:extLst>
              </p:cNvPr>
              <p:cNvSpPr/>
              <p:nvPr/>
            </p:nvSpPr>
            <p:spPr>
              <a:xfrm>
                <a:off x="304445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7" name="ph1822">
                <a:extLst>
                  <a:ext uri="{FF2B5EF4-FFF2-40B4-BE49-F238E27FC236}">
                    <a16:creationId xmlns:a16="http://schemas.microsoft.com/office/drawing/2014/main" id="{262D4684-77E2-1497-B4C9-5919C0CB2124}"/>
                  </a:ext>
                </a:extLst>
              </p:cNvPr>
              <p:cNvSpPr/>
              <p:nvPr/>
            </p:nvSpPr>
            <p:spPr>
              <a:xfrm>
                <a:off x="305389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8" name="ph1823">
                <a:extLst>
                  <a:ext uri="{FF2B5EF4-FFF2-40B4-BE49-F238E27FC236}">
                    <a16:creationId xmlns:a16="http://schemas.microsoft.com/office/drawing/2014/main" id="{9B665214-023C-B0ED-8129-2DD40C7DFDF3}"/>
                  </a:ext>
                </a:extLst>
              </p:cNvPr>
              <p:cNvSpPr/>
              <p:nvPr/>
            </p:nvSpPr>
            <p:spPr>
              <a:xfrm>
                <a:off x="3063337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9" name="ph1824">
                <a:extLst>
                  <a:ext uri="{FF2B5EF4-FFF2-40B4-BE49-F238E27FC236}">
                    <a16:creationId xmlns:a16="http://schemas.microsoft.com/office/drawing/2014/main" id="{520F1065-8972-BC18-A8A9-9B300D41FFA3}"/>
                  </a:ext>
                </a:extLst>
              </p:cNvPr>
              <p:cNvSpPr/>
              <p:nvPr/>
            </p:nvSpPr>
            <p:spPr>
              <a:xfrm>
                <a:off x="307277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0" name="ph1825">
                <a:extLst>
                  <a:ext uri="{FF2B5EF4-FFF2-40B4-BE49-F238E27FC236}">
                    <a16:creationId xmlns:a16="http://schemas.microsoft.com/office/drawing/2014/main" id="{C914D37E-296F-9105-EC6F-35E1E00D0237}"/>
                  </a:ext>
                </a:extLst>
              </p:cNvPr>
              <p:cNvSpPr/>
              <p:nvPr/>
            </p:nvSpPr>
            <p:spPr>
              <a:xfrm>
                <a:off x="308221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1" name="ph1826">
                <a:extLst>
                  <a:ext uri="{FF2B5EF4-FFF2-40B4-BE49-F238E27FC236}">
                    <a16:creationId xmlns:a16="http://schemas.microsoft.com/office/drawing/2014/main" id="{92FDA50F-010E-6CB2-FEF2-8CB1A5CCF9EB}"/>
                  </a:ext>
                </a:extLst>
              </p:cNvPr>
              <p:cNvSpPr/>
              <p:nvPr/>
            </p:nvSpPr>
            <p:spPr>
              <a:xfrm>
                <a:off x="309165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2" name="ph1827">
                <a:extLst>
                  <a:ext uri="{FF2B5EF4-FFF2-40B4-BE49-F238E27FC236}">
                    <a16:creationId xmlns:a16="http://schemas.microsoft.com/office/drawing/2014/main" id="{AD9A63C0-0555-18A7-03EF-B104005E08B7}"/>
                  </a:ext>
                </a:extLst>
              </p:cNvPr>
              <p:cNvSpPr/>
              <p:nvPr/>
            </p:nvSpPr>
            <p:spPr>
              <a:xfrm>
                <a:off x="310109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3" name="ph1828">
                <a:extLst>
                  <a:ext uri="{FF2B5EF4-FFF2-40B4-BE49-F238E27FC236}">
                    <a16:creationId xmlns:a16="http://schemas.microsoft.com/office/drawing/2014/main" id="{0A91EC7F-F472-3588-5CB8-BD5D29237BEF}"/>
                  </a:ext>
                </a:extLst>
              </p:cNvPr>
              <p:cNvSpPr/>
              <p:nvPr/>
            </p:nvSpPr>
            <p:spPr>
              <a:xfrm>
                <a:off x="3110538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4" name="ph1829">
                <a:extLst>
                  <a:ext uri="{FF2B5EF4-FFF2-40B4-BE49-F238E27FC236}">
                    <a16:creationId xmlns:a16="http://schemas.microsoft.com/office/drawing/2014/main" id="{ABAA8E4F-A1BD-CC0E-7B9C-FC27232A82E8}"/>
                  </a:ext>
                </a:extLst>
              </p:cNvPr>
              <p:cNvSpPr/>
              <p:nvPr/>
            </p:nvSpPr>
            <p:spPr>
              <a:xfrm>
                <a:off x="311997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5" name="ph1830">
                <a:extLst>
                  <a:ext uri="{FF2B5EF4-FFF2-40B4-BE49-F238E27FC236}">
                    <a16:creationId xmlns:a16="http://schemas.microsoft.com/office/drawing/2014/main" id="{38174699-D840-EBD3-C0C0-63A554E68FD0}"/>
                  </a:ext>
                </a:extLst>
              </p:cNvPr>
              <p:cNvSpPr/>
              <p:nvPr/>
            </p:nvSpPr>
            <p:spPr>
              <a:xfrm>
                <a:off x="312941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6" name="ph1831">
                <a:extLst>
                  <a:ext uri="{FF2B5EF4-FFF2-40B4-BE49-F238E27FC236}">
                    <a16:creationId xmlns:a16="http://schemas.microsoft.com/office/drawing/2014/main" id="{744DD175-FF45-F80A-C75A-5A178C447B70}"/>
                  </a:ext>
                </a:extLst>
              </p:cNvPr>
              <p:cNvSpPr/>
              <p:nvPr/>
            </p:nvSpPr>
            <p:spPr>
              <a:xfrm>
                <a:off x="313885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7" name="ph1832">
                <a:extLst>
                  <a:ext uri="{FF2B5EF4-FFF2-40B4-BE49-F238E27FC236}">
                    <a16:creationId xmlns:a16="http://schemas.microsoft.com/office/drawing/2014/main" id="{816EB49E-D04A-4864-8998-E22CF8CDC81E}"/>
                  </a:ext>
                </a:extLst>
              </p:cNvPr>
              <p:cNvSpPr/>
              <p:nvPr/>
            </p:nvSpPr>
            <p:spPr>
              <a:xfrm>
                <a:off x="3148299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8" name="ph1833">
                <a:extLst>
                  <a:ext uri="{FF2B5EF4-FFF2-40B4-BE49-F238E27FC236}">
                    <a16:creationId xmlns:a16="http://schemas.microsoft.com/office/drawing/2014/main" id="{4FFA6A21-CCC1-882E-3769-00F4F4BE5159}"/>
                  </a:ext>
                </a:extLst>
              </p:cNvPr>
              <p:cNvSpPr/>
              <p:nvPr/>
            </p:nvSpPr>
            <p:spPr>
              <a:xfrm>
                <a:off x="315774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9" name="ph1834">
                <a:extLst>
                  <a:ext uri="{FF2B5EF4-FFF2-40B4-BE49-F238E27FC236}">
                    <a16:creationId xmlns:a16="http://schemas.microsoft.com/office/drawing/2014/main" id="{9B24EEAD-95BC-3B42-F2C0-ED0F796B05A5}"/>
                  </a:ext>
                </a:extLst>
              </p:cNvPr>
              <p:cNvSpPr/>
              <p:nvPr/>
            </p:nvSpPr>
            <p:spPr>
              <a:xfrm>
                <a:off x="316718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0" name="ph1835">
                <a:extLst>
                  <a:ext uri="{FF2B5EF4-FFF2-40B4-BE49-F238E27FC236}">
                    <a16:creationId xmlns:a16="http://schemas.microsoft.com/office/drawing/2014/main" id="{D0C11A79-26C3-C84A-3BDC-49E0F42BDD6D}"/>
                  </a:ext>
                </a:extLst>
              </p:cNvPr>
              <p:cNvSpPr/>
              <p:nvPr/>
            </p:nvSpPr>
            <p:spPr>
              <a:xfrm>
                <a:off x="317662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1" name="ph1836">
                <a:extLst>
                  <a:ext uri="{FF2B5EF4-FFF2-40B4-BE49-F238E27FC236}">
                    <a16:creationId xmlns:a16="http://schemas.microsoft.com/office/drawing/2014/main" id="{9F38BC9F-551B-40AB-8BAC-22060D17FB84}"/>
                  </a:ext>
                </a:extLst>
              </p:cNvPr>
              <p:cNvSpPr/>
              <p:nvPr/>
            </p:nvSpPr>
            <p:spPr>
              <a:xfrm>
                <a:off x="3186060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2" name="ph1837">
                <a:extLst>
                  <a:ext uri="{FF2B5EF4-FFF2-40B4-BE49-F238E27FC236}">
                    <a16:creationId xmlns:a16="http://schemas.microsoft.com/office/drawing/2014/main" id="{65047CCB-CCB8-BD88-D873-C07D74124DB9}"/>
                  </a:ext>
                </a:extLst>
              </p:cNvPr>
              <p:cNvSpPr/>
              <p:nvPr/>
            </p:nvSpPr>
            <p:spPr>
              <a:xfrm>
                <a:off x="319550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3" name="ph1838">
                <a:extLst>
                  <a:ext uri="{FF2B5EF4-FFF2-40B4-BE49-F238E27FC236}">
                    <a16:creationId xmlns:a16="http://schemas.microsoft.com/office/drawing/2014/main" id="{368BE0C5-1205-C468-3ACE-F41D8BF4B375}"/>
                  </a:ext>
                </a:extLst>
              </p:cNvPr>
              <p:cNvSpPr/>
              <p:nvPr/>
            </p:nvSpPr>
            <p:spPr>
              <a:xfrm>
                <a:off x="320494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4" name="ph1839">
                <a:extLst>
                  <a:ext uri="{FF2B5EF4-FFF2-40B4-BE49-F238E27FC236}">
                    <a16:creationId xmlns:a16="http://schemas.microsoft.com/office/drawing/2014/main" id="{83D161AF-0F67-0DCC-89B7-14AF7D4A7D5D}"/>
                  </a:ext>
                </a:extLst>
              </p:cNvPr>
              <p:cNvSpPr/>
              <p:nvPr/>
            </p:nvSpPr>
            <p:spPr>
              <a:xfrm>
                <a:off x="321438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5" name="ph1840">
                <a:extLst>
                  <a:ext uri="{FF2B5EF4-FFF2-40B4-BE49-F238E27FC236}">
                    <a16:creationId xmlns:a16="http://schemas.microsoft.com/office/drawing/2014/main" id="{0DB157E3-498C-17A1-373D-07D65165047B}"/>
                  </a:ext>
                </a:extLst>
              </p:cNvPr>
              <p:cNvSpPr/>
              <p:nvPr/>
            </p:nvSpPr>
            <p:spPr>
              <a:xfrm>
                <a:off x="3223821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6" name="ph1841">
                <a:extLst>
                  <a:ext uri="{FF2B5EF4-FFF2-40B4-BE49-F238E27FC236}">
                    <a16:creationId xmlns:a16="http://schemas.microsoft.com/office/drawing/2014/main" id="{94DF169A-DA9E-100C-C354-FF4A4C3A2F4A}"/>
                  </a:ext>
                </a:extLst>
              </p:cNvPr>
              <p:cNvSpPr/>
              <p:nvPr/>
            </p:nvSpPr>
            <p:spPr>
              <a:xfrm>
                <a:off x="323326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7" name="ph1842">
                <a:extLst>
                  <a:ext uri="{FF2B5EF4-FFF2-40B4-BE49-F238E27FC236}">
                    <a16:creationId xmlns:a16="http://schemas.microsoft.com/office/drawing/2014/main" id="{0D511299-C787-06F6-C80A-14C863EA1811}"/>
                  </a:ext>
                </a:extLst>
              </p:cNvPr>
              <p:cNvSpPr/>
              <p:nvPr/>
            </p:nvSpPr>
            <p:spPr>
              <a:xfrm>
                <a:off x="324270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8" name="ph1843">
                <a:extLst>
                  <a:ext uri="{FF2B5EF4-FFF2-40B4-BE49-F238E27FC236}">
                    <a16:creationId xmlns:a16="http://schemas.microsoft.com/office/drawing/2014/main" id="{0C49282B-06F7-FE02-596E-FE3321B770E2}"/>
                  </a:ext>
                </a:extLst>
              </p:cNvPr>
              <p:cNvSpPr/>
              <p:nvPr/>
            </p:nvSpPr>
            <p:spPr>
              <a:xfrm>
                <a:off x="325214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9" name="ph1844">
                <a:extLst>
                  <a:ext uri="{FF2B5EF4-FFF2-40B4-BE49-F238E27FC236}">
                    <a16:creationId xmlns:a16="http://schemas.microsoft.com/office/drawing/2014/main" id="{26E4735A-7DAB-D746-51E1-697C79B889E2}"/>
                  </a:ext>
                </a:extLst>
              </p:cNvPr>
              <p:cNvSpPr/>
              <p:nvPr/>
            </p:nvSpPr>
            <p:spPr>
              <a:xfrm>
                <a:off x="3261582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0" name="ph1845">
                <a:extLst>
                  <a:ext uri="{FF2B5EF4-FFF2-40B4-BE49-F238E27FC236}">
                    <a16:creationId xmlns:a16="http://schemas.microsoft.com/office/drawing/2014/main" id="{AAE549A7-A9DF-BE4F-9EF3-8EA94DF71D3C}"/>
                  </a:ext>
                </a:extLst>
              </p:cNvPr>
              <p:cNvSpPr/>
              <p:nvPr/>
            </p:nvSpPr>
            <p:spPr>
              <a:xfrm>
                <a:off x="327102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1" name="ph1846">
                <a:extLst>
                  <a:ext uri="{FF2B5EF4-FFF2-40B4-BE49-F238E27FC236}">
                    <a16:creationId xmlns:a16="http://schemas.microsoft.com/office/drawing/2014/main" id="{3F79327B-FAB3-7D93-9774-57CFE354E488}"/>
                  </a:ext>
                </a:extLst>
              </p:cNvPr>
              <p:cNvSpPr/>
              <p:nvPr/>
            </p:nvSpPr>
            <p:spPr>
              <a:xfrm>
                <a:off x="3280463" y="237862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2" name="ph1847">
                <a:extLst>
                  <a:ext uri="{FF2B5EF4-FFF2-40B4-BE49-F238E27FC236}">
                    <a16:creationId xmlns:a16="http://schemas.microsoft.com/office/drawing/2014/main" id="{EF8C67FE-3392-1D07-A1F9-3132FAB3A11B}"/>
                  </a:ext>
                </a:extLst>
              </p:cNvPr>
              <p:cNvSpPr/>
              <p:nvPr/>
            </p:nvSpPr>
            <p:spPr>
              <a:xfrm>
                <a:off x="3289903" y="2396199"/>
                <a:ext cx="9219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947" y="896830"/>
                    </a:lnTo>
                    <a:lnTo>
                      <a:pt x="921261" y="899129"/>
                    </a:lnTo>
                    <a:lnTo>
                      <a:pt x="920360" y="902147"/>
                    </a:lnTo>
                    <a:lnTo>
                      <a:pt x="919460" y="905164"/>
                    </a:lnTo>
                    <a:lnTo>
                      <a:pt x="918560" y="908181"/>
                    </a:lnTo>
                    <a:lnTo>
                      <a:pt x="917661" y="911199"/>
                    </a:lnTo>
                    <a:lnTo>
                      <a:pt x="916762" y="914216"/>
                    </a:lnTo>
                    <a:lnTo>
                      <a:pt x="916707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3" name="ph1848">
                <a:extLst>
                  <a:ext uri="{FF2B5EF4-FFF2-40B4-BE49-F238E27FC236}">
                    <a16:creationId xmlns:a16="http://schemas.microsoft.com/office/drawing/2014/main" id="{C0BF2694-64FB-AD34-2163-FBB4401E178F}"/>
                  </a:ext>
                </a:extLst>
              </p:cNvPr>
              <p:cNvSpPr/>
              <p:nvPr/>
            </p:nvSpPr>
            <p:spPr>
              <a:xfrm>
                <a:off x="2402521" y="2361059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2295" y="931969"/>
                    </a:lnTo>
                    <a:lnTo>
                      <a:pt x="911502" y="925914"/>
                    </a:lnTo>
                    <a:lnTo>
                      <a:pt x="910407" y="915144"/>
                    </a:lnTo>
                    <a:lnTo>
                      <a:pt x="910352" y="91439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4" name="ph1849">
                <a:extLst>
                  <a:ext uri="{FF2B5EF4-FFF2-40B4-BE49-F238E27FC236}">
                    <a16:creationId xmlns:a16="http://schemas.microsoft.com/office/drawing/2014/main" id="{A1FCF9BF-16A5-1FB5-C061-4D67E7B9B95A}"/>
                  </a:ext>
                </a:extLst>
              </p:cNvPr>
              <p:cNvSpPr/>
              <p:nvPr/>
            </p:nvSpPr>
            <p:spPr>
              <a:xfrm>
                <a:off x="240252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5" name="ph1850">
                <a:extLst>
                  <a:ext uri="{FF2B5EF4-FFF2-40B4-BE49-F238E27FC236}">
                    <a16:creationId xmlns:a16="http://schemas.microsoft.com/office/drawing/2014/main" id="{B58C3174-B379-5C00-1509-B6723A63ABE5}"/>
                  </a:ext>
                </a:extLst>
              </p:cNvPr>
              <p:cNvSpPr/>
              <p:nvPr/>
            </p:nvSpPr>
            <p:spPr>
              <a:xfrm>
                <a:off x="241196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6" name="ph1851">
                <a:extLst>
                  <a:ext uri="{FF2B5EF4-FFF2-40B4-BE49-F238E27FC236}">
                    <a16:creationId xmlns:a16="http://schemas.microsoft.com/office/drawing/2014/main" id="{B3A60A65-58EC-C0AD-B1F6-AC656A5C79EF}"/>
                  </a:ext>
                </a:extLst>
              </p:cNvPr>
              <p:cNvSpPr/>
              <p:nvPr/>
            </p:nvSpPr>
            <p:spPr>
              <a:xfrm>
                <a:off x="242140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7" name="ph1852">
                <a:extLst>
                  <a:ext uri="{FF2B5EF4-FFF2-40B4-BE49-F238E27FC236}">
                    <a16:creationId xmlns:a16="http://schemas.microsoft.com/office/drawing/2014/main" id="{A4F2C9A4-94E7-3785-60D1-B8E6A7A4623F}"/>
                  </a:ext>
                </a:extLst>
              </p:cNvPr>
              <p:cNvSpPr/>
              <p:nvPr/>
            </p:nvSpPr>
            <p:spPr>
              <a:xfrm>
                <a:off x="243084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8" name="ph1853">
                <a:extLst>
                  <a:ext uri="{FF2B5EF4-FFF2-40B4-BE49-F238E27FC236}">
                    <a16:creationId xmlns:a16="http://schemas.microsoft.com/office/drawing/2014/main" id="{01B076FA-93EB-E9F5-3F7A-50968E1854AF}"/>
                  </a:ext>
                </a:extLst>
              </p:cNvPr>
              <p:cNvSpPr/>
              <p:nvPr/>
            </p:nvSpPr>
            <p:spPr>
              <a:xfrm>
                <a:off x="244028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9" name="ph1854">
                <a:extLst>
                  <a:ext uri="{FF2B5EF4-FFF2-40B4-BE49-F238E27FC236}">
                    <a16:creationId xmlns:a16="http://schemas.microsoft.com/office/drawing/2014/main" id="{14BFD8F4-B466-2CB4-48F4-47B5169B0E19}"/>
                  </a:ext>
                </a:extLst>
              </p:cNvPr>
              <p:cNvSpPr/>
              <p:nvPr/>
            </p:nvSpPr>
            <p:spPr>
              <a:xfrm>
                <a:off x="244972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8">
                  <a:alpha val="100000"/>
                </a:srgbClr>
              </a:solidFill>
              <a:ln w="5420" cap="flat">
                <a:solidFill>
                  <a:srgbClr val="BB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0" name="ph1855">
                <a:extLst>
                  <a:ext uri="{FF2B5EF4-FFF2-40B4-BE49-F238E27FC236}">
                    <a16:creationId xmlns:a16="http://schemas.microsoft.com/office/drawing/2014/main" id="{63DC0160-69F3-272C-AE44-4ED375E6CD72}"/>
                  </a:ext>
                </a:extLst>
              </p:cNvPr>
              <p:cNvSpPr/>
              <p:nvPr/>
            </p:nvSpPr>
            <p:spPr>
              <a:xfrm>
                <a:off x="245916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1" name="ph1856">
                <a:extLst>
                  <a:ext uri="{FF2B5EF4-FFF2-40B4-BE49-F238E27FC236}">
                    <a16:creationId xmlns:a16="http://schemas.microsoft.com/office/drawing/2014/main" id="{C47BC57F-DAE4-968A-10EB-AFA31CF50EAB}"/>
                  </a:ext>
                </a:extLst>
              </p:cNvPr>
              <p:cNvSpPr/>
              <p:nvPr/>
            </p:nvSpPr>
            <p:spPr>
              <a:xfrm>
                <a:off x="246860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2" name="ph1857">
                <a:extLst>
                  <a:ext uri="{FF2B5EF4-FFF2-40B4-BE49-F238E27FC236}">
                    <a16:creationId xmlns:a16="http://schemas.microsoft.com/office/drawing/2014/main" id="{BA5EADC8-F083-66B2-7115-E386939DA801}"/>
                  </a:ext>
                </a:extLst>
              </p:cNvPr>
              <p:cNvSpPr/>
              <p:nvPr/>
            </p:nvSpPr>
            <p:spPr>
              <a:xfrm>
                <a:off x="247804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3" name="ph1858">
                <a:extLst>
                  <a:ext uri="{FF2B5EF4-FFF2-40B4-BE49-F238E27FC236}">
                    <a16:creationId xmlns:a16="http://schemas.microsoft.com/office/drawing/2014/main" id="{9D19FCFA-AEAA-6903-E96C-B5E7756C0880}"/>
                  </a:ext>
                </a:extLst>
              </p:cNvPr>
              <p:cNvSpPr/>
              <p:nvPr/>
            </p:nvSpPr>
            <p:spPr>
              <a:xfrm>
                <a:off x="248748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4" name="ph1859">
                <a:extLst>
                  <a:ext uri="{FF2B5EF4-FFF2-40B4-BE49-F238E27FC236}">
                    <a16:creationId xmlns:a16="http://schemas.microsoft.com/office/drawing/2014/main" id="{C1ED1B63-0A15-146E-BCD6-F1B14F96CD0D}"/>
                  </a:ext>
                </a:extLst>
              </p:cNvPr>
              <p:cNvSpPr/>
              <p:nvPr/>
            </p:nvSpPr>
            <p:spPr>
              <a:xfrm>
                <a:off x="249692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5" name="ph1860">
                <a:extLst>
                  <a:ext uri="{FF2B5EF4-FFF2-40B4-BE49-F238E27FC236}">
                    <a16:creationId xmlns:a16="http://schemas.microsoft.com/office/drawing/2014/main" id="{16ACF90C-439C-D12B-EE97-A5BCC573C680}"/>
                  </a:ext>
                </a:extLst>
              </p:cNvPr>
              <p:cNvSpPr/>
              <p:nvPr/>
            </p:nvSpPr>
            <p:spPr>
              <a:xfrm>
                <a:off x="250636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6" name="ph1861">
                <a:extLst>
                  <a:ext uri="{FF2B5EF4-FFF2-40B4-BE49-F238E27FC236}">
                    <a16:creationId xmlns:a16="http://schemas.microsoft.com/office/drawing/2014/main" id="{47A53460-93AB-7086-5690-821EA14DC2D3}"/>
                  </a:ext>
                </a:extLst>
              </p:cNvPr>
              <p:cNvSpPr/>
              <p:nvPr/>
            </p:nvSpPr>
            <p:spPr>
              <a:xfrm>
                <a:off x="251580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7" name="ph1862">
                <a:extLst>
                  <a:ext uri="{FF2B5EF4-FFF2-40B4-BE49-F238E27FC236}">
                    <a16:creationId xmlns:a16="http://schemas.microsoft.com/office/drawing/2014/main" id="{5E69ABE6-20AB-AFB5-3CD0-BDE632D7C634}"/>
                  </a:ext>
                </a:extLst>
              </p:cNvPr>
              <p:cNvSpPr/>
              <p:nvPr/>
            </p:nvSpPr>
            <p:spPr>
              <a:xfrm>
                <a:off x="252524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8" name="ph1863">
                <a:extLst>
                  <a:ext uri="{FF2B5EF4-FFF2-40B4-BE49-F238E27FC236}">
                    <a16:creationId xmlns:a16="http://schemas.microsoft.com/office/drawing/2014/main" id="{C3CDF209-72D6-097C-7048-38662EED752A}"/>
                  </a:ext>
                </a:extLst>
              </p:cNvPr>
              <p:cNvSpPr/>
              <p:nvPr/>
            </p:nvSpPr>
            <p:spPr>
              <a:xfrm>
                <a:off x="253468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9" name="ph1864">
                <a:extLst>
                  <a:ext uri="{FF2B5EF4-FFF2-40B4-BE49-F238E27FC236}">
                    <a16:creationId xmlns:a16="http://schemas.microsoft.com/office/drawing/2014/main" id="{1960C547-29F6-7FB6-2CE2-91106DDA69C4}"/>
                  </a:ext>
                </a:extLst>
              </p:cNvPr>
              <p:cNvSpPr/>
              <p:nvPr/>
            </p:nvSpPr>
            <p:spPr>
              <a:xfrm>
                <a:off x="254412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0" name="ph1865">
                <a:extLst>
                  <a:ext uri="{FF2B5EF4-FFF2-40B4-BE49-F238E27FC236}">
                    <a16:creationId xmlns:a16="http://schemas.microsoft.com/office/drawing/2014/main" id="{9B082DB9-C07A-522A-B1DE-30618E17BB58}"/>
                  </a:ext>
                </a:extLst>
              </p:cNvPr>
              <p:cNvSpPr/>
              <p:nvPr/>
            </p:nvSpPr>
            <p:spPr>
              <a:xfrm>
                <a:off x="255356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1" name="ph1866">
                <a:extLst>
                  <a:ext uri="{FF2B5EF4-FFF2-40B4-BE49-F238E27FC236}">
                    <a16:creationId xmlns:a16="http://schemas.microsoft.com/office/drawing/2014/main" id="{1071519F-771E-E3A8-2453-40A6F63027A8}"/>
                  </a:ext>
                </a:extLst>
              </p:cNvPr>
              <p:cNvSpPr/>
              <p:nvPr/>
            </p:nvSpPr>
            <p:spPr>
              <a:xfrm>
                <a:off x="256300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2" name="ph1867">
                <a:extLst>
                  <a:ext uri="{FF2B5EF4-FFF2-40B4-BE49-F238E27FC236}">
                    <a16:creationId xmlns:a16="http://schemas.microsoft.com/office/drawing/2014/main" id="{E44304BF-96A8-99F1-21E6-F01AC899C3D4}"/>
                  </a:ext>
                </a:extLst>
              </p:cNvPr>
              <p:cNvSpPr/>
              <p:nvPr/>
            </p:nvSpPr>
            <p:spPr>
              <a:xfrm>
                <a:off x="257244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3" name="ph1868">
                <a:extLst>
                  <a:ext uri="{FF2B5EF4-FFF2-40B4-BE49-F238E27FC236}">
                    <a16:creationId xmlns:a16="http://schemas.microsoft.com/office/drawing/2014/main" id="{B52B1EBB-7B43-FF9F-BE9B-EF3533D87967}"/>
                  </a:ext>
                </a:extLst>
              </p:cNvPr>
              <p:cNvSpPr/>
              <p:nvPr/>
            </p:nvSpPr>
            <p:spPr>
              <a:xfrm>
                <a:off x="258188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4" name="ph1869">
                <a:extLst>
                  <a:ext uri="{FF2B5EF4-FFF2-40B4-BE49-F238E27FC236}">
                    <a16:creationId xmlns:a16="http://schemas.microsoft.com/office/drawing/2014/main" id="{A2A52F46-17D2-F43B-29C2-F53D12D8A5B6}"/>
                  </a:ext>
                </a:extLst>
              </p:cNvPr>
              <p:cNvSpPr/>
              <p:nvPr/>
            </p:nvSpPr>
            <p:spPr>
              <a:xfrm>
                <a:off x="259132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5" name="ph1870">
                <a:extLst>
                  <a:ext uri="{FF2B5EF4-FFF2-40B4-BE49-F238E27FC236}">
                    <a16:creationId xmlns:a16="http://schemas.microsoft.com/office/drawing/2014/main" id="{FB5BB787-6212-2A20-F04D-88111F26F307}"/>
                  </a:ext>
                </a:extLst>
              </p:cNvPr>
              <p:cNvSpPr/>
              <p:nvPr/>
            </p:nvSpPr>
            <p:spPr>
              <a:xfrm>
                <a:off x="260076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6" name="ph1871">
                <a:extLst>
                  <a:ext uri="{FF2B5EF4-FFF2-40B4-BE49-F238E27FC236}">
                    <a16:creationId xmlns:a16="http://schemas.microsoft.com/office/drawing/2014/main" id="{7EB169D9-AD10-D148-CCFC-B9DA65707D7C}"/>
                  </a:ext>
                </a:extLst>
              </p:cNvPr>
              <p:cNvSpPr/>
              <p:nvPr/>
            </p:nvSpPr>
            <p:spPr>
              <a:xfrm>
                <a:off x="261020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7" name="ph1872">
                <a:extLst>
                  <a:ext uri="{FF2B5EF4-FFF2-40B4-BE49-F238E27FC236}">
                    <a16:creationId xmlns:a16="http://schemas.microsoft.com/office/drawing/2014/main" id="{158CF1EE-79B3-905D-D4DE-7A66997C788C}"/>
                  </a:ext>
                </a:extLst>
              </p:cNvPr>
              <p:cNvSpPr/>
              <p:nvPr/>
            </p:nvSpPr>
            <p:spPr>
              <a:xfrm>
                <a:off x="261964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8" name="ph1873">
                <a:extLst>
                  <a:ext uri="{FF2B5EF4-FFF2-40B4-BE49-F238E27FC236}">
                    <a16:creationId xmlns:a16="http://schemas.microsoft.com/office/drawing/2014/main" id="{3D854658-F968-5CC8-92AE-10E741F715B7}"/>
                  </a:ext>
                </a:extLst>
              </p:cNvPr>
              <p:cNvSpPr/>
              <p:nvPr/>
            </p:nvSpPr>
            <p:spPr>
              <a:xfrm>
                <a:off x="262908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9" name="ph1874">
                <a:extLst>
                  <a:ext uri="{FF2B5EF4-FFF2-40B4-BE49-F238E27FC236}">
                    <a16:creationId xmlns:a16="http://schemas.microsoft.com/office/drawing/2014/main" id="{471DAA80-92A2-7A5A-89A9-887804403074}"/>
                  </a:ext>
                </a:extLst>
              </p:cNvPr>
              <p:cNvSpPr/>
              <p:nvPr/>
            </p:nvSpPr>
            <p:spPr>
              <a:xfrm>
                <a:off x="263852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0" name="ph1875">
                <a:extLst>
                  <a:ext uri="{FF2B5EF4-FFF2-40B4-BE49-F238E27FC236}">
                    <a16:creationId xmlns:a16="http://schemas.microsoft.com/office/drawing/2014/main" id="{A0CB2CAA-5958-A5F1-6CC1-7884BD71D540}"/>
                  </a:ext>
                </a:extLst>
              </p:cNvPr>
              <p:cNvSpPr/>
              <p:nvPr/>
            </p:nvSpPr>
            <p:spPr>
              <a:xfrm>
                <a:off x="264796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B85">
                  <a:alpha val="100000"/>
                </a:srgbClr>
              </a:solidFill>
              <a:ln w="5420" cap="flat">
                <a:solidFill>
                  <a:srgbClr val="CFEB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1" name="ph1876">
                <a:extLst>
                  <a:ext uri="{FF2B5EF4-FFF2-40B4-BE49-F238E27FC236}">
                    <a16:creationId xmlns:a16="http://schemas.microsoft.com/office/drawing/2014/main" id="{7D81E750-2FBF-E0D3-5B91-3BA2600D6628}"/>
                  </a:ext>
                </a:extLst>
              </p:cNvPr>
              <p:cNvSpPr/>
              <p:nvPr/>
            </p:nvSpPr>
            <p:spPr>
              <a:xfrm>
                <a:off x="265740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2" name="ph1877">
                <a:extLst>
                  <a:ext uri="{FF2B5EF4-FFF2-40B4-BE49-F238E27FC236}">
                    <a16:creationId xmlns:a16="http://schemas.microsoft.com/office/drawing/2014/main" id="{3E153C7D-8B13-B5AE-B3B8-48A465C8F8C2}"/>
                  </a:ext>
                </a:extLst>
              </p:cNvPr>
              <p:cNvSpPr/>
              <p:nvPr/>
            </p:nvSpPr>
            <p:spPr>
              <a:xfrm>
                <a:off x="266684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3" name="ph1878">
                <a:extLst>
                  <a:ext uri="{FF2B5EF4-FFF2-40B4-BE49-F238E27FC236}">
                    <a16:creationId xmlns:a16="http://schemas.microsoft.com/office/drawing/2014/main" id="{A7F0D191-B77D-AC04-6961-72E1070F5287}"/>
                  </a:ext>
                </a:extLst>
              </p:cNvPr>
              <p:cNvSpPr/>
              <p:nvPr/>
            </p:nvSpPr>
            <p:spPr>
              <a:xfrm>
                <a:off x="267628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3EC87">
                  <a:alpha val="100000"/>
                </a:srgbClr>
              </a:solidFill>
              <a:ln w="5420" cap="flat">
                <a:solidFill>
                  <a:srgbClr val="D3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4" name="ph1879">
                <a:extLst>
                  <a:ext uri="{FF2B5EF4-FFF2-40B4-BE49-F238E27FC236}">
                    <a16:creationId xmlns:a16="http://schemas.microsoft.com/office/drawing/2014/main" id="{5906DD62-7480-160B-E11B-5C27C2CC4ECB}"/>
                  </a:ext>
                </a:extLst>
              </p:cNvPr>
              <p:cNvSpPr/>
              <p:nvPr/>
            </p:nvSpPr>
            <p:spPr>
              <a:xfrm>
                <a:off x="2685728" y="2378629"/>
                <a:ext cx="92119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192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9576" y="896830"/>
                    </a:lnTo>
                    <a:lnTo>
                      <a:pt x="919316" y="897639"/>
                    </a:lnTo>
                    <a:lnTo>
                      <a:pt x="917038" y="903945"/>
                    </a:lnTo>
                    <a:lnTo>
                      <a:pt x="917758" y="905600"/>
                    </a:lnTo>
                    <a:lnTo>
                      <a:pt x="921098" y="914131"/>
                    </a:lnTo>
                    <a:lnTo>
                      <a:pt x="921192" y="914400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5" name="ph1880">
                <a:extLst>
                  <a:ext uri="{FF2B5EF4-FFF2-40B4-BE49-F238E27FC236}">
                    <a16:creationId xmlns:a16="http://schemas.microsoft.com/office/drawing/2014/main" id="{87DF34B1-C9EE-0355-C08B-0054F4A297E1}"/>
                  </a:ext>
                </a:extLst>
              </p:cNvPr>
              <p:cNvSpPr/>
              <p:nvPr/>
            </p:nvSpPr>
            <p:spPr>
              <a:xfrm>
                <a:off x="2751809" y="236105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643" y="931969"/>
                    </a:lnTo>
                    <a:lnTo>
                      <a:pt x="908595" y="923434"/>
                    </a:lnTo>
                    <a:lnTo>
                      <a:pt x="912100" y="91439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6" name="ph1881">
                <a:extLst>
                  <a:ext uri="{FF2B5EF4-FFF2-40B4-BE49-F238E27FC236}">
                    <a16:creationId xmlns:a16="http://schemas.microsoft.com/office/drawing/2014/main" id="{B0DEED5D-B79B-86F2-5505-5C6AF364482D}"/>
                  </a:ext>
                </a:extLst>
              </p:cNvPr>
              <p:cNvSpPr/>
              <p:nvPr/>
            </p:nvSpPr>
            <p:spPr>
              <a:xfrm>
                <a:off x="275180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7" name="ph1882">
                <a:extLst>
                  <a:ext uri="{FF2B5EF4-FFF2-40B4-BE49-F238E27FC236}">
                    <a16:creationId xmlns:a16="http://schemas.microsoft.com/office/drawing/2014/main" id="{D47FA15C-69DC-7D26-669F-FE9BC6F6AC64}"/>
                  </a:ext>
                </a:extLst>
              </p:cNvPr>
              <p:cNvSpPr/>
              <p:nvPr/>
            </p:nvSpPr>
            <p:spPr>
              <a:xfrm>
                <a:off x="276125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8" name="ph1883">
                <a:extLst>
                  <a:ext uri="{FF2B5EF4-FFF2-40B4-BE49-F238E27FC236}">
                    <a16:creationId xmlns:a16="http://schemas.microsoft.com/office/drawing/2014/main" id="{8BA3FD49-A9BF-2CA4-DA93-1314757C7AD4}"/>
                  </a:ext>
                </a:extLst>
              </p:cNvPr>
              <p:cNvSpPr/>
              <p:nvPr/>
            </p:nvSpPr>
            <p:spPr>
              <a:xfrm>
                <a:off x="277069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9" name="ph1884">
                <a:extLst>
                  <a:ext uri="{FF2B5EF4-FFF2-40B4-BE49-F238E27FC236}">
                    <a16:creationId xmlns:a16="http://schemas.microsoft.com/office/drawing/2014/main" id="{33A5EF64-C6E5-6BB6-A5A9-93EC1C38DA94}"/>
                  </a:ext>
                </a:extLst>
              </p:cNvPr>
              <p:cNvSpPr/>
              <p:nvPr/>
            </p:nvSpPr>
            <p:spPr>
              <a:xfrm>
                <a:off x="278013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0" name="ph1885">
                <a:extLst>
                  <a:ext uri="{FF2B5EF4-FFF2-40B4-BE49-F238E27FC236}">
                    <a16:creationId xmlns:a16="http://schemas.microsoft.com/office/drawing/2014/main" id="{681E7E35-3D53-2200-1FA9-F646D546AD1E}"/>
                  </a:ext>
                </a:extLst>
              </p:cNvPr>
              <p:cNvSpPr/>
              <p:nvPr/>
            </p:nvSpPr>
            <p:spPr>
              <a:xfrm>
                <a:off x="278957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1" name="ph1886">
                <a:extLst>
                  <a:ext uri="{FF2B5EF4-FFF2-40B4-BE49-F238E27FC236}">
                    <a16:creationId xmlns:a16="http://schemas.microsoft.com/office/drawing/2014/main" id="{7AA9C675-9DA3-D640-13A8-9D7A4F2EE817}"/>
                  </a:ext>
                </a:extLst>
              </p:cNvPr>
              <p:cNvSpPr/>
              <p:nvPr/>
            </p:nvSpPr>
            <p:spPr>
              <a:xfrm>
                <a:off x="279901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AF6A1">
                  <a:alpha val="100000"/>
                </a:srgbClr>
              </a:solidFill>
              <a:ln w="5420" cap="flat">
                <a:solidFill>
                  <a:srgbClr val="EA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2" name="ph1887">
                <a:extLst>
                  <a:ext uri="{FF2B5EF4-FFF2-40B4-BE49-F238E27FC236}">
                    <a16:creationId xmlns:a16="http://schemas.microsoft.com/office/drawing/2014/main" id="{0328B0E0-6088-D84C-91A2-4AAF886A8FAC}"/>
                  </a:ext>
                </a:extLst>
              </p:cNvPr>
              <p:cNvSpPr/>
              <p:nvPr/>
            </p:nvSpPr>
            <p:spPr>
              <a:xfrm>
                <a:off x="280845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3" name="ph1888">
                <a:extLst>
                  <a:ext uri="{FF2B5EF4-FFF2-40B4-BE49-F238E27FC236}">
                    <a16:creationId xmlns:a16="http://schemas.microsoft.com/office/drawing/2014/main" id="{4348C7CE-5C8A-2C17-E0C0-2A97A49C7EAF}"/>
                  </a:ext>
                </a:extLst>
              </p:cNvPr>
              <p:cNvSpPr/>
              <p:nvPr/>
            </p:nvSpPr>
            <p:spPr>
              <a:xfrm>
                <a:off x="281789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4" name="ph1889">
                <a:extLst>
                  <a:ext uri="{FF2B5EF4-FFF2-40B4-BE49-F238E27FC236}">
                    <a16:creationId xmlns:a16="http://schemas.microsoft.com/office/drawing/2014/main" id="{21427023-0C41-B971-1849-806452531E32}"/>
                  </a:ext>
                </a:extLst>
              </p:cNvPr>
              <p:cNvSpPr/>
              <p:nvPr/>
            </p:nvSpPr>
            <p:spPr>
              <a:xfrm>
                <a:off x="282733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5" name="ph1890">
                <a:extLst>
                  <a:ext uri="{FF2B5EF4-FFF2-40B4-BE49-F238E27FC236}">
                    <a16:creationId xmlns:a16="http://schemas.microsoft.com/office/drawing/2014/main" id="{59A9BEFE-82C1-4D24-86FC-EE76AE1BDBB3}"/>
                  </a:ext>
                </a:extLst>
              </p:cNvPr>
              <p:cNvSpPr/>
              <p:nvPr/>
            </p:nvSpPr>
            <p:spPr>
              <a:xfrm>
                <a:off x="283677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6" name="ph1891">
                <a:extLst>
                  <a:ext uri="{FF2B5EF4-FFF2-40B4-BE49-F238E27FC236}">
                    <a16:creationId xmlns:a16="http://schemas.microsoft.com/office/drawing/2014/main" id="{12FDD236-E6B8-8C5B-6DEA-46BC364261DB}"/>
                  </a:ext>
                </a:extLst>
              </p:cNvPr>
              <p:cNvSpPr/>
              <p:nvPr/>
            </p:nvSpPr>
            <p:spPr>
              <a:xfrm>
                <a:off x="284621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7" name="ph1892">
                <a:extLst>
                  <a:ext uri="{FF2B5EF4-FFF2-40B4-BE49-F238E27FC236}">
                    <a16:creationId xmlns:a16="http://schemas.microsoft.com/office/drawing/2014/main" id="{0D93039E-D3ED-85DA-B1BA-C48B579432B7}"/>
                  </a:ext>
                </a:extLst>
              </p:cNvPr>
              <p:cNvSpPr/>
              <p:nvPr/>
            </p:nvSpPr>
            <p:spPr>
              <a:xfrm>
                <a:off x="285565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8" name="ph1893">
                <a:extLst>
                  <a:ext uri="{FF2B5EF4-FFF2-40B4-BE49-F238E27FC236}">
                    <a16:creationId xmlns:a16="http://schemas.microsoft.com/office/drawing/2014/main" id="{7CEE83BA-D59A-6CFF-BD02-940D5C8D86B9}"/>
                  </a:ext>
                </a:extLst>
              </p:cNvPr>
              <p:cNvSpPr/>
              <p:nvPr/>
            </p:nvSpPr>
            <p:spPr>
              <a:xfrm>
                <a:off x="286509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9" name="ph1894">
                <a:extLst>
                  <a:ext uri="{FF2B5EF4-FFF2-40B4-BE49-F238E27FC236}">
                    <a16:creationId xmlns:a16="http://schemas.microsoft.com/office/drawing/2014/main" id="{89AFADB3-6FE0-5F19-2B37-1F6B034E2BD6}"/>
                  </a:ext>
                </a:extLst>
              </p:cNvPr>
              <p:cNvSpPr/>
              <p:nvPr/>
            </p:nvSpPr>
            <p:spPr>
              <a:xfrm>
                <a:off x="287453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0" name="ph1895">
                <a:extLst>
                  <a:ext uri="{FF2B5EF4-FFF2-40B4-BE49-F238E27FC236}">
                    <a16:creationId xmlns:a16="http://schemas.microsoft.com/office/drawing/2014/main" id="{1C690EC8-DEB8-C3E3-4A44-631480631B64}"/>
                  </a:ext>
                </a:extLst>
              </p:cNvPr>
              <p:cNvSpPr/>
              <p:nvPr/>
            </p:nvSpPr>
            <p:spPr>
              <a:xfrm>
                <a:off x="288397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1" name="ph1896">
                <a:extLst>
                  <a:ext uri="{FF2B5EF4-FFF2-40B4-BE49-F238E27FC236}">
                    <a16:creationId xmlns:a16="http://schemas.microsoft.com/office/drawing/2014/main" id="{861AB9BA-000A-6C94-587A-6D6087E1C755}"/>
                  </a:ext>
                </a:extLst>
              </p:cNvPr>
              <p:cNvSpPr/>
              <p:nvPr/>
            </p:nvSpPr>
            <p:spPr>
              <a:xfrm>
                <a:off x="289341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2" name="ph1897">
                <a:extLst>
                  <a:ext uri="{FF2B5EF4-FFF2-40B4-BE49-F238E27FC236}">
                    <a16:creationId xmlns:a16="http://schemas.microsoft.com/office/drawing/2014/main" id="{DBB5FA38-8518-EC92-E462-CCF0D98A7144}"/>
                  </a:ext>
                </a:extLst>
              </p:cNvPr>
              <p:cNvSpPr/>
              <p:nvPr/>
            </p:nvSpPr>
            <p:spPr>
              <a:xfrm>
                <a:off x="290285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3" name="ph1898">
                <a:extLst>
                  <a:ext uri="{FF2B5EF4-FFF2-40B4-BE49-F238E27FC236}">
                    <a16:creationId xmlns:a16="http://schemas.microsoft.com/office/drawing/2014/main" id="{CACD0022-1D9F-4B2B-02F5-00579F95A85D}"/>
                  </a:ext>
                </a:extLst>
              </p:cNvPr>
              <p:cNvSpPr/>
              <p:nvPr/>
            </p:nvSpPr>
            <p:spPr>
              <a:xfrm>
                <a:off x="291229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4" name="ph1899">
                <a:extLst>
                  <a:ext uri="{FF2B5EF4-FFF2-40B4-BE49-F238E27FC236}">
                    <a16:creationId xmlns:a16="http://schemas.microsoft.com/office/drawing/2014/main" id="{14834790-2DA3-1B75-9294-D35F015FEDEC}"/>
                  </a:ext>
                </a:extLst>
              </p:cNvPr>
              <p:cNvSpPr/>
              <p:nvPr/>
            </p:nvSpPr>
            <p:spPr>
              <a:xfrm>
                <a:off x="292173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5" name="ph1900">
                <a:extLst>
                  <a:ext uri="{FF2B5EF4-FFF2-40B4-BE49-F238E27FC236}">
                    <a16:creationId xmlns:a16="http://schemas.microsoft.com/office/drawing/2014/main" id="{95051A2F-6425-0471-A77D-7A15B228468A}"/>
                  </a:ext>
                </a:extLst>
              </p:cNvPr>
              <p:cNvSpPr/>
              <p:nvPr/>
            </p:nvSpPr>
            <p:spPr>
              <a:xfrm>
                <a:off x="293117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6" name="ph1901">
                <a:extLst>
                  <a:ext uri="{FF2B5EF4-FFF2-40B4-BE49-F238E27FC236}">
                    <a16:creationId xmlns:a16="http://schemas.microsoft.com/office/drawing/2014/main" id="{143C61A1-0BBE-526E-8616-EBB49108EE6B}"/>
                  </a:ext>
                </a:extLst>
              </p:cNvPr>
              <p:cNvSpPr/>
              <p:nvPr/>
            </p:nvSpPr>
            <p:spPr>
              <a:xfrm>
                <a:off x="294061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7" name="ph1902">
                <a:extLst>
                  <a:ext uri="{FF2B5EF4-FFF2-40B4-BE49-F238E27FC236}">
                    <a16:creationId xmlns:a16="http://schemas.microsoft.com/office/drawing/2014/main" id="{E9DBEF18-B5F9-3976-5EB1-456960FF74FE}"/>
                  </a:ext>
                </a:extLst>
              </p:cNvPr>
              <p:cNvSpPr/>
              <p:nvPr/>
            </p:nvSpPr>
            <p:spPr>
              <a:xfrm>
                <a:off x="2950054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8" name="ph1903">
                <a:extLst>
                  <a:ext uri="{FF2B5EF4-FFF2-40B4-BE49-F238E27FC236}">
                    <a16:creationId xmlns:a16="http://schemas.microsoft.com/office/drawing/2014/main" id="{73BDFFF5-37A7-C57D-5999-2D74BE298EC8}"/>
                  </a:ext>
                </a:extLst>
              </p:cNvPr>
              <p:cNvSpPr/>
              <p:nvPr/>
            </p:nvSpPr>
            <p:spPr>
              <a:xfrm>
                <a:off x="295949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9" name="ph1904">
                <a:extLst>
                  <a:ext uri="{FF2B5EF4-FFF2-40B4-BE49-F238E27FC236}">
                    <a16:creationId xmlns:a16="http://schemas.microsoft.com/office/drawing/2014/main" id="{19F9B1E8-8706-C107-8F92-9CA6E858DDD6}"/>
                  </a:ext>
                </a:extLst>
              </p:cNvPr>
              <p:cNvSpPr/>
              <p:nvPr/>
            </p:nvSpPr>
            <p:spPr>
              <a:xfrm>
                <a:off x="296893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0" name="ph1905">
                <a:extLst>
                  <a:ext uri="{FF2B5EF4-FFF2-40B4-BE49-F238E27FC236}">
                    <a16:creationId xmlns:a16="http://schemas.microsoft.com/office/drawing/2014/main" id="{69AF155B-3471-9DA1-C447-F7F02E8FF729}"/>
                  </a:ext>
                </a:extLst>
              </p:cNvPr>
              <p:cNvSpPr/>
              <p:nvPr/>
            </p:nvSpPr>
            <p:spPr>
              <a:xfrm>
                <a:off x="297837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1" name="ph1906">
                <a:extLst>
                  <a:ext uri="{FF2B5EF4-FFF2-40B4-BE49-F238E27FC236}">
                    <a16:creationId xmlns:a16="http://schemas.microsoft.com/office/drawing/2014/main" id="{FCB64CA9-B1D6-C2D4-B888-1EA05E5E6E57}"/>
                  </a:ext>
                </a:extLst>
              </p:cNvPr>
              <p:cNvSpPr/>
              <p:nvPr/>
            </p:nvSpPr>
            <p:spPr>
              <a:xfrm>
                <a:off x="2987815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2" name="ph1907">
                <a:extLst>
                  <a:ext uri="{FF2B5EF4-FFF2-40B4-BE49-F238E27FC236}">
                    <a16:creationId xmlns:a16="http://schemas.microsoft.com/office/drawing/2014/main" id="{A9209B59-22D1-11D4-F6EE-75261CB8471D}"/>
                  </a:ext>
                </a:extLst>
              </p:cNvPr>
              <p:cNvSpPr/>
              <p:nvPr/>
            </p:nvSpPr>
            <p:spPr>
              <a:xfrm>
                <a:off x="299725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3" name="ph1908">
                <a:extLst>
                  <a:ext uri="{FF2B5EF4-FFF2-40B4-BE49-F238E27FC236}">
                    <a16:creationId xmlns:a16="http://schemas.microsoft.com/office/drawing/2014/main" id="{BB2054BB-75C1-182A-D966-14F96CDBFBEF}"/>
                  </a:ext>
                </a:extLst>
              </p:cNvPr>
              <p:cNvSpPr/>
              <p:nvPr/>
            </p:nvSpPr>
            <p:spPr>
              <a:xfrm>
                <a:off x="300669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4" name="ph1909">
                <a:extLst>
                  <a:ext uri="{FF2B5EF4-FFF2-40B4-BE49-F238E27FC236}">
                    <a16:creationId xmlns:a16="http://schemas.microsoft.com/office/drawing/2014/main" id="{EC2F2737-E998-72FC-32C0-E57421705EFB}"/>
                  </a:ext>
                </a:extLst>
              </p:cNvPr>
              <p:cNvSpPr/>
              <p:nvPr/>
            </p:nvSpPr>
            <p:spPr>
              <a:xfrm>
                <a:off x="301613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5" name="ph1910">
                <a:extLst>
                  <a:ext uri="{FF2B5EF4-FFF2-40B4-BE49-F238E27FC236}">
                    <a16:creationId xmlns:a16="http://schemas.microsoft.com/office/drawing/2014/main" id="{1E607DB5-7BCD-4C44-B5C4-6E38E5352065}"/>
                  </a:ext>
                </a:extLst>
              </p:cNvPr>
              <p:cNvSpPr/>
              <p:nvPr/>
            </p:nvSpPr>
            <p:spPr>
              <a:xfrm>
                <a:off x="3025576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6" name="ph1911">
                <a:extLst>
                  <a:ext uri="{FF2B5EF4-FFF2-40B4-BE49-F238E27FC236}">
                    <a16:creationId xmlns:a16="http://schemas.microsoft.com/office/drawing/2014/main" id="{265BE343-953A-47DF-BB43-35E32A585374}"/>
                  </a:ext>
                </a:extLst>
              </p:cNvPr>
              <p:cNvSpPr/>
              <p:nvPr/>
            </p:nvSpPr>
            <p:spPr>
              <a:xfrm>
                <a:off x="303501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7" name="ph1912">
                <a:extLst>
                  <a:ext uri="{FF2B5EF4-FFF2-40B4-BE49-F238E27FC236}">
                    <a16:creationId xmlns:a16="http://schemas.microsoft.com/office/drawing/2014/main" id="{44C93B92-BE12-72C5-8E1E-E5D0866F949E}"/>
                  </a:ext>
                </a:extLst>
              </p:cNvPr>
              <p:cNvSpPr/>
              <p:nvPr/>
            </p:nvSpPr>
            <p:spPr>
              <a:xfrm>
                <a:off x="304445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8" name="ph1913">
                <a:extLst>
                  <a:ext uri="{FF2B5EF4-FFF2-40B4-BE49-F238E27FC236}">
                    <a16:creationId xmlns:a16="http://schemas.microsoft.com/office/drawing/2014/main" id="{375AE046-2E18-3C0D-28DA-AD7E3CF15645}"/>
                  </a:ext>
                </a:extLst>
              </p:cNvPr>
              <p:cNvSpPr/>
              <p:nvPr/>
            </p:nvSpPr>
            <p:spPr>
              <a:xfrm>
                <a:off x="305389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9" name="ph1914">
                <a:extLst>
                  <a:ext uri="{FF2B5EF4-FFF2-40B4-BE49-F238E27FC236}">
                    <a16:creationId xmlns:a16="http://schemas.microsoft.com/office/drawing/2014/main" id="{FD1116EE-DC33-F8B8-6F34-F410B25EC5EE}"/>
                  </a:ext>
                </a:extLst>
              </p:cNvPr>
              <p:cNvSpPr/>
              <p:nvPr/>
            </p:nvSpPr>
            <p:spPr>
              <a:xfrm>
                <a:off x="3063337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0" name="ph1915">
                <a:extLst>
                  <a:ext uri="{FF2B5EF4-FFF2-40B4-BE49-F238E27FC236}">
                    <a16:creationId xmlns:a16="http://schemas.microsoft.com/office/drawing/2014/main" id="{1B6D852B-98D1-32D6-1102-FCA3ECB96ED5}"/>
                  </a:ext>
                </a:extLst>
              </p:cNvPr>
              <p:cNvSpPr/>
              <p:nvPr/>
            </p:nvSpPr>
            <p:spPr>
              <a:xfrm>
                <a:off x="307277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1" name="ph1916">
                <a:extLst>
                  <a:ext uri="{FF2B5EF4-FFF2-40B4-BE49-F238E27FC236}">
                    <a16:creationId xmlns:a16="http://schemas.microsoft.com/office/drawing/2014/main" id="{E9BC7BDA-9D27-BEEF-1824-8F58A5225D78}"/>
                  </a:ext>
                </a:extLst>
              </p:cNvPr>
              <p:cNvSpPr/>
              <p:nvPr/>
            </p:nvSpPr>
            <p:spPr>
              <a:xfrm>
                <a:off x="308221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2" name="ph1917">
                <a:extLst>
                  <a:ext uri="{FF2B5EF4-FFF2-40B4-BE49-F238E27FC236}">
                    <a16:creationId xmlns:a16="http://schemas.microsoft.com/office/drawing/2014/main" id="{57C8FF3D-0DBD-F780-A594-B61DA2067860}"/>
                  </a:ext>
                </a:extLst>
              </p:cNvPr>
              <p:cNvSpPr/>
              <p:nvPr/>
            </p:nvSpPr>
            <p:spPr>
              <a:xfrm>
                <a:off x="309165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3" name="ph1918">
                <a:extLst>
                  <a:ext uri="{FF2B5EF4-FFF2-40B4-BE49-F238E27FC236}">
                    <a16:creationId xmlns:a16="http://schemas.microsoft.com/office/drawing/2014/main" id="{49CA400A-9431-2E29-BBCE-25644445E07C}"/>
                  </a:ext>
                </a:extLst>
              </p:cNvPr>
              <p:cNvSpPr/>
              <p:nvPr/>
            </p:nvSpPr>
            <p:spPr>
              <a:xfrm>
                <a:off x="310109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4" name="ph1919">
                <a:extLst>
                  <a:ext uri="{FF2B5EF4-FFF2-40B4-BE49-F238E27FC236}">
                    <a16:creationId xmlns:a16="http://schemas.microsoft.com/office/drawing/2014/main" id="{95F04C8A-DD6A-6DE9-8CE8-C5FF275971AC}"/>
                  </a:ext>
                </a:extLst>
              </p:cNvPr>
              <p:cNvSpPr/>
              <p:nvPr/>
            </p:nvSpPr>
            <p:spPr>
              <a:xfrm>
                <a:off x="3110538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5" name="ph1920">
                <a:extLst>
                  <a:ext uri="{FF2B5EF4-FFF2-40B4-BE49-F238E27FC236}">
                    <a16:creationId xmlns:a16="http://schemas.microsoft.com/office/drawing/2014/main" id="{B579E411-DADD-E95B-FD76-D20C035B7037}"/>
                  </a:ext>
                </a:extLst>
              </p:cNvPr>
              <p:cNvSpPr/>
              <p:nvPr/>
            </p:nvSpPr>
            <p:spPr>
              <a:xfrm>
                <a:off x="311997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6" name="ph1921">
                <a:extLst>
                  <a:ext uri="{FF2B5EF4-FFF2-40B4-BE49-F238E27FC236}">
                    <a16:creationId xmlns:a16="http://schemas.microsoft.com/office/drawing/2014/main" id="{6F793B79-65E2-06F2-72A7-7FC0C1CA1AA3}"/>
                  </a:ext>
                </a:extLst>
              </p:cNvPr>
              <p:cNvSpPr/>
              <p:nvPr/>
            </p:nvSpPr>
            <p:spPr>
              <a:xfrm>
                <a:off x="312941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7" name="ph1922">
                <a:extLst>
                  <a:ext uri="{FF2B5EF4-FFF2-40B4-BE49-F238E27FC236}">
                    <a16:creationId xmlns:a16="http://schemas.microsoft.com/office/drawing/2014/main" id="{8E5F5A31-EC45-5F26-7D99-D5EE720C1E17}"/>
                  </a:ext>
                </a:extLst>
              </p:cNvPr>
              <p:cNvSpPr/>
              <p:nvPr/>
            </p:nvSpPr>
            <p:spPr>
              <a:xfrm>
                <a:off x="313885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8" name="ph1923">
                <a:extLst>
                  <a:ext uri="{FF2B5EF4-FFF2-40B4-BE49-F238E27FC236}">
                    <a16:creationId xmlns:a16="http://schemas.microsoft.com/office/drawing/2014/main" id="{049C4953-D8FB-BEAD-9AEF-7177318B93E7}"/>
                  </a:ext>
                </a:extLst>
              </p:cNvPr>
              <p:cNvSpPr/>
              <p:nvPr/>
            </p:nvSpPr>
            <p:spPr>
              <a:xfrm>
                <a:off x="3148299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9" name="ph1924">
                <a:extLst>
                  <a:ext uri="{FF2B5EF4-FFF2-40B4-BE49-F238E27FC236}">
                    <a16:creationId xmlns:a16="http://schemas.microsoft.com/office/drawing/2014/main" id="{00AEEA8F-A9C3-372C-1D07-7BF346CEBB24}"/>
                  </a:ext>
                </a:extLst>
              </p:cNvPr>
              <p:cNvSpPr/>
              <p:nvPr/>
            </p:nvSpPr>
            <p:spPr>
              <a:xfrm>
                <a:off x="315774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0" name="ph1925">
                <a:extLst>
                  <a:ext uri="{FF2B5EF4-FFF2-40B4-BE49-F238E27FC236}">
                    <a16:creationId xmlns:a16="http://schemas.microsoft.com/office/drawing/2014/main" id="{457C8AF8-9A5E-97C2-3A38-E4B33245486C}"/>
                  </a:ext>
                </a:extLst>
              </p:cNvPr>
              <p:cNvSpPr/>
              <p:nvPr/>
            </p:nvSpPr>
            <p:spPr>
              <a:xfrm>
                <a:off x="316718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1" name="ph1926">
                <a:extLst>
                  <a:ext uri="{FF2B5EF4-FFF2-40B4-BE49-F238E27FC236}">
                    <a16:creationId xmlns:a16="http://schemas.microsoft.com/office/drawing/2014/main" id="{1E896384-6F54-5337-7DD2-0A3083166C0F}"/>
                  </a:ext>
                </a:extLst>
              </p:cNvPr>
              <p:cNvSpPr/>
              <p:nvPr/>
            </p:nvSpPr>
            <p:spPr>
              <a:xfrm>
                <a:off x="317662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2" name="ph1927">
                <a:extLst>
                  <a:ext uri="{FF2B5EF4-FFF2-40B4-BE49-F238E27FC236}">
                    <a16:creationId xmlns:a16="http://schemas.microsoft.com/office/drawing/2014/main" id="{BE333CE3-6A23-A4D1-89DC-E63C48008E3A}"/>
                  </a:ext>
                </a:extLst>
              </p:cNvPr>
              <p:cNvSpPr/>
              <p:nvPr/>
            </p:nvSpPr>
            <p:spPr>
              <a:xfrm>
                <a:off x="3186060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3" name="ph1928">
                <a:extLst>
                  <a:ext uri="{FF2B5EF4-FFF2-40B4-BE49-F238E27FC236}">
                    <a16:creationId xmlns:a16="http://schemas.microsoft.com/office/drawing/2014/main" id="{E90CF827-777B-5A08-E841-4AC395233A6D}"/>
                  </a:ext>
                </a:extLst>
              </p:cNvPr>
              <p:cNvSpPr/>
              <p:nvPr/>
            </p:nvSpPr>
            <p:spPr>
              <a:xfrm>
                <a:off x="319550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4" name="ph1929">
                <a:extLst>
                  <a:ext uri="{FF2B5EF4-FFF2-40B4-BE49-F238E27FC236}">
                    <a16:creationId xmlns:a16="http://schemas.microsoft.com/office/drawing/2014/main" id="{0F7F5C3A-293C-4B99-1875-B4CF6760176E}"/>
                  </a:ext>
                </a:extLst>
              </p:cNvPr>
              <p:cNvSpPr/>
              <p:nvPr/>
            </p:nvSpPr>
            <p:spPr>
              <a:xfrm>
                <a:off x="320494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5" name="ph1930">
                <a:extLst>
                  <a:ext uri="{FF2B5EF4-FFF2-40B4-BE49-F238E27FC236}">
                    <a16:creationId xmlns:a16="http://schemas.microsoft.com/office/drawing/2014/main" id="{11889179-20FB-9286-0350-B82728701B55}"/>
                  </a:ext>
                </a:extLst>
              </p:cNvPr>
              <p:cNvSpPr/>
              <p:nvPr/>
            </p:nvSpPr>
            <p:spPr>
              <a:xfrm>
                <a:off x="321438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6" name="ph1931">
                <a:extLst>
                  <a:ext uri="{FF2B5EF4-FFF2-40B4-BE49-F238E27FC236}">
                    <a16:creationId xmlns:a16="http://schemas.microsoft.com/office/drawing/2014/main" id="{D7FD07BF-6BC2-617A-0E00-8888D5A4C9D1}"/>
                  </a:ext>
                </a:extLst>
              </p:cNvPr>
              <p:cNvSpPr/>
              <p:nvPr/>
            </p:nvSpPr>
            <p:spPr>
              <a:xfrm>
                <a:off x="3223821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7" name="ph1932">
                <a:extLst>
                  <a:ext uri="{FF2B5EF4-FFF2-40B4-BE49-F238E27FC236}">
                    <a16:creationId xmlns:a16="http://schemas.microsoft.com/office/drawing/2014/main" id="{BF93B6BA-7E9D-F53E-C271-5DBB5E594E3A}"/>
                  </a:ext>
                </a:extLst>
              </p:cNvPr>
              <p:cNvSpPr/>
              <p:nvPr/>
            </p:nvSpPr>
            <p:spPr>
              <a:xfrm>
                <a:off x="323326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8" name="ph1933">
                <a:extLst>
                  <a:ext uri="{FF2B5EF4-FFF2-40B4-BE49-F238E27FC236}">
                    <a16:creationId xmlns:a16="http://schemas.microsoft.com/office/drawing/2014/main" id="{3C1AE68A-C10C-11A3-4529-D78731F255D0}"/>
                  </a:ext>
                </a:extLst>
              </p:cNvPr>
              <p:cNvSpPr/>
              <p:nvPr/>
            </p:nvSpPr>
            <p:spPr>
              <a:xfrm>
                <a:off x="324270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9" name="ph1934">
                <a:extLst>
                  <a:ext uri="{FF2B5EF4-FFF2-40B4-BE49-F238E27FC236}">
                    <a16:creationId xmlns:a16="http://schemas.microsoft.com/office/drawing/2014/main" id="{B32219E8-4729-7E77-6019-F77278F07607}"/>
                  </a:ext>
                </a:extLst>
              </p:cNvPr>
              <p:cNvSpPr/>
              <p:nvPr/>
            </p:nvSpPr>
            <p:spPr>
              <a:xfrm>
                <a:off x="325214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0" name="ph1935">
                <a:extLst>
                  <a:ext uri="{FF2B5EF4-FFF2-40B4-BE49-F238E27FC236}">
                    <a16:creationId xmlns:a16="http://schemas.microsoft.com/office/drawing/2014/main" id="{F8FB4CA7-1816-D4C3-F4F4-6A0D999F2FCF}"/>
                  </a:ext>
                </a:extLst>
              </p:cNvPr>
              <p:cNvSpPr/>
              <p:nvPr/>
            </p:nvSpPr>
            <p:spPr>
              <a:xfrm>
                <a:off x="3261582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1" name="ph1936">
                <a:extLst>
                  <a:ext uri="{FF2B5EF4-FFF2-40B4-BE49-F238E27FC236}">
                    <a16:creationId xmlns:a16="http://schemas.microsoft.com/office/drawing/2014/main" id="{6A1CF658-D817-011D-4DC1-B7B8F728F2A4}"/>
                  </a:ext>
                </a:extLst>
              </p:cNvPr>
              <p:cNvSpPr/>
              <p:nvPr/>
            </p:nvSpPr>
            <p:spPr>
              <a:xfrm>
                <a:off x="327102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2" name="ph1937">
                <a:extLst>
                  <a:ext uri="{FF2B5EF4-FFF2-40B4-BE49-F238E27FC236}">
                    <a16:creationId xmlns:a16="http://schemas.microsoft.com/office/drawing/2014/main" id="{B07484DC-92E1-C7E4-D943-A17826B17EC2}"/>
                  </a:ext>
                </a:extLst>
              </p:cNvPr>
              <p:cNvSpPr/>
              <p:nvPr/>
            </p:nvSpPr>
            <p:spPr>
              <a:xfrm>
                <a:off x="3280463" y="23610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3" name="ph1938">
                <a:extLst>
                  <a:ext uri="{FF2B5EF4-FFF2-40B4-BE49-F238E27FC236}">
                    <a16:creationId xmlns:a16="http://schemas.microsoft.com/office/drawing/2014/main" id="{36EFCB24-08BA-C06A-57D7-02835F78AE0D}"/>
                  </a:ext>
                </a:extLst>
              </p:cNvPr>
              <p:cNvSpPr/>
              <p:nvPr/>
            </p:nvSpPr>
            <p:spPr>
              <a:xfrm>
                <a:off x="3289903" y="237862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066"/>
                    </a:lnTo>
                    <a:lnTo>
                      <a:pt x="923063" y="910665"/>
                    </a:lnTo>
                    <a:lnTo>
                      <a:pt x="922162" y="913682"/>
                    </a:lnTo>
                    <a:lnTo>
                      <a:pt x="921947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4" name="ph1939">
                <a:extLst>
                  <a:ext uri="{FF2B5EF4-FFF2-40B4-BE49-F238E27FC236}">
                    <a16:creationId xmlns:a16="http://schemas.microsoft.com/office/drawing/2014/main" id="{E5ADF712-CC32-13C0-ABF8-05A585DABA7C}"/>
                  </a:ext>
                </a:extLst>
              </p:cNvPr>
              <p:cNvSpPr/>
              <p:nvPr/>
            </p:nvSpPr>
            <p:spPr>
              <a:xfrm>
                <a:off x="3299343" y="2361059"/>
                <a:ext cx="919260" cy="925636"/>
              </a:xfrm>
              <a:custGeom>
                <a:avLst/>
                <a:gdLst/>
                <a:ahLst/>
                <a:cxnLst/>
                <a:rect l="0" t="0" r="0" b="0"/>
                <a:pathLst>
                  <a:path w="919260" h="925636">
                    <a:moveTo>
                      <a:pt x="914400" y="914399"/>
                    </a:moveTo>
                    <a:lnTo>
                      <a:pt x="919260" y="914399"/>
                    </a:lnTo>
                    <a:lnTo>
                      <a:pt x="917798" y="916856"/>
                    </a:lnTo>
                    <a:lnTo>
                      <a:pt x="916910" y="918349"/>
                    </a:lnTo>
                    <a:lnTo>
                      <a:pt x="916685" y="918916"/>
                    </a:lnTo>
                    <a:lnTo>
                      <a:pt x="915919" y="920848"/>
                    </a:lnTo>
                    <a:lnTo>
                      <a:pt x="915563" y="921747"/>
                    </a:lnTo>
                    <a:lnTo>
                      <a:pt x="915427" y="922201"/>
                    </a:lnTo>
                    <a:lnTo>
                      <a:pt x="914525" y="925218"/>
                    </a:lnTo>
                    <a:lnTo>
                      <a:pt x="914400" y="925636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5" name="ph1940">
                <a:extLst>
                  <a:ext uri="{FF2B5EF4-FFF2-40B4-BE49-F238E27FC236}">
                    <a16:creationId xmlns:a16="http://schemas.microsoft.com/office/drawing/2014/main" id="{A85F50F0-DDC8-6814-6FD6-9226E1498203}"/>
                  </a:ext>
                </a:extLst>
              </p:cNvPr>
              <p:cNvSpPr/>
              <p:nvPr/>
            </p:nvSpPr>
            <p:spPr>
              <a:xfrm>
                <a:off x="2402521" y="234349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10352" y="931969"/>
                    </a:lnTo>
                    <a:lnTo>
                      <a:pt x="909614" y="921854"/>
                    </a:lnTo>
                    <a:lnTo>
                      <a:pt x="909280" y="91439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6" name="ph1941">
                <a:extLst>
                  <a:ext uri="{FF2B5EF4-FFF2-40B4-BE49-F238E27FC236}">
                    <a16:creationId xmlns:a16="http://schemas.microsoft.com/office/drawing/2014/main" id="{87EC7E5A-3FCF-D44E-0E2C-510A23974E56}"/>
                  </a:ext>
                </a:extLst>
              </p:cNvPr>
              <p:cNvSpPr/>
              <p:nvPr/>
            </p:nvSpPr>
            <p:spPr>
              <a:xfrm>
                <a:off x="240252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7" name="ph1942">
                <a:extLst>
                  <a:ext uri="{FF2B5EF4-FFF2-40B4-BE49-F238E27FC236}">
                    <a16:creationId xmlns:a16="http://schemas.microsoft.com/office/drawing/2014/main" id="{1DF232DA-3523-8CC0-5CB4-81D6A114E3EB}"/>
                  </a:ext>
                </a:extLst>
              </p:cNvPr>
              <p:cNvSpPr/>
              <p:nvPr/>
            </p:nvSpPr>
            <p:spPr>
              <a:xfrm>
                <a:off x="241196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8" name="ph1943">
                <a:extLst>
                  <a:ext uri="{FF2B5EF4-FFF2-40B4-BE49-F238E27FC236}">
                    <a16:creationId xmlns:a16="http://schemas.microsoft.com/office/drawing/2014/main" id="{7BD3608F-8C8D-8AA9-4A7C-B9CAEFE823F6}"/>
                  </a:ext>
                </a:extLst>
              </p:cNvPr>
              <p:cNvSpPr/>
              <p:nvPr/>
            </p:nvSpPr>
            <p:spPr>
              <a:xfrm>
                <a:off x="242140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9" name="ph1944">
                <a:extLst>
                  <a:ext uri="{FF2B5EF4-FFF2-40B4-BE49-F238E27FC236}">
                    <a16:creationId xmlns:a16="http://schemas.microsoft.com/office/drawing/2014/main" id="{8AA519AF-F572-67E4-BA7B-B86EC2101F6E}"/>
                  </a:ext>
                </a:extLst>
              </p:cNvPr>
              <p:cNvSpPr/>
              <p:nvPr/>
            </p:nvSpPr>
            <p:spPr>
              <a:xfrm>
                <a:off x="243084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0" name="ph1945">
                <a:extLst>
                  <a:ext uri="{FF2B5EF4-FFF2-40B4-BE49-F238E27FC236}">
                    <a16:creationId xmlns:a16="http://schemas.microsoft.com/office/drawing/2014/main" id="{2ED68239-474D-363F-FB07-FAEFA0B6DADF}"/>
                  </a:ext>
                </a:extLst>
              </p:cNvPr>
              <p:cNvSpPr/>
              <p:nvPr/>
            </p:nvSpPr>
            <p:spPr>
              <a:xfrm>
                <a:off x="244028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1" name="ph1946">
                <a:extLst>
                  <a:ext uri="{FF2B5EF4-FFF2-40B4-BE49-F238E27FC236}">
                    <a16:creationId xmlns:a16="http://schemas.microsoft.com/office/drawing/2014/main" id="{10B0484E-D42E-7AD9-9A35-A66C6D5E635F}"/>
                  </a:ext>
                </a:extLst>
              </p:cNvPr>
              <p:cNvSpPr/>
              <p:nvPr/>
            </p:nvSpPr>
            <p:spPr>
              <a:xfrm>
                <a:off x="244972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2" name="ph1947">
                <a:extLst>
                  <a:ext uri="{FF2B5EF4-FFF2-40B4-BE49-F238E27FC236}">
                    <a16:creationId xmlns:a16="http://schemas.microsoft.com/office/drawing/2014/main" id="{DE8A4887-13EB-82D0-2299-6B4F25A3977B}"/>
                  </a:ext>
                </a:extLst>
              </p:cNvPr>
              <p:cNvSpPr/>
              <p:nvPr/>
            </p:nvSpPr>
            <p:spPr>
              <a:xfrm>
                <a:off x="245916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3" name="ph1948">
                <a:extLst>
                  <a:ext uri="{FF2B5EF4-FFF2-40B4-BE49-F238E27FC236}">
                    <a16:creationId xmlns:a16="http://schemas.microsoft.com/office/drawing/2014/main" id="{8A2839E7-5E4B-1E48-052E-787ED81C920D}"/>
                  </a:ext>
                </a:extLst>
              </p:cNvPr>
              <p:cNvSpPr/>
              <p:nvPr/>
            </p:nvSpPr>
            <p:spPr>
              <a:xfrm>
                <a:off x="246860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4" name="ph1949">
                <a:extLst>
                  <a:ext uri="{FF2B5EF4-FFF2-40B4-BE49-F238E27FC236}">
                    <a16:creationId xmlns:a16="http://schemas.microsoft.com/office/drawing/2014/main" id="{3D89A1E9-3B71-2B11-3AE1-D40F39953689}"/>
                  </a:ext>
                </a:extLst>
              </p:cNvPr>
              <p:cNvSpPr/>
              <p:nvPr/>
            </p:nvSpPr>
            <p:spPr>
              <a:xfrm>
                <a:off x="247804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5" name="ph1950">
                <a:extLst>
                  <a:ext uri="{FF2B5EF4-FFF2-40B4-BE49-F238E27FC236}">
                    <a16:creationId xmlns:a16="http://schemas.microsoft.com/office/drawing/2014/main" id="{8326F974-03AF-2B6D-756E-7368A3BDFB59}"/>
                  </a:ext>
                </a:extLst>
              </p:cNvPr>
              <p:cNvSpPr/>
              <p:nvPr/>
            </p:nvSpPr>
            <p:spPr>
              <a:xfrm>
                <a:off x="248748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6" name="ph1951">
                <a:extLst>
                  <a:ext uri="{FF2B5EF4-FFF2-40B4-BE49-F238E27FC236}">
                    <a16:creationId xmlns:a16="http://schemas.microsoft.com/office/drawing/2014/main" id="{0A131D5D-98EF-E0A5-36F2-EDF22BB89843}"/>
                  </a:ext>
                </a:extLst>
              </p:cNvPr>
              <p:cNvSpPr/>
              <p:nvPr/>
            </p:nvSpPr>
            <p:spPr>
              <a:xfrm>
                <a:off x="249692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7" name="ph1952">
                <a:extLst>
                  <a:ext uri="{FF2B5EF4-FFF2-40B4-BE49-F238E27FC236}">
                    <a16:creationId xmlns:a16="http://schemas.microsoft.com/office/drawing/2014/main" id="{01B0E2E2-2204-5610-223B-F74529150F0C}"/>
                  </a:ext>
                </a:extLst>
              </p:cNvPr>
              <p:cNvSpPr/>
              <p:nvPr/>
            </p:nvSpPr>
            <p:spPr>
              <a:xfrm>
                <a:off x="250636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8" name="ph1953">
                <a:extLst>
                  <a:ext uri="{FF2B5EF4-FFF2-40B4-BE49-F238E27FC236}">
                    <a16:creationId xmlns:a16="http://schemas.microsoft.com/office/drawing/2014/main" id="{4A0D7B4D-820B-02EC-2CD1-AE85E0A6A069}"/>
                  </a:ext>
                </a:extLst>
              </p:cNvPr>
              <p:cNvSpPr/>
              <p:nvPr/>
            </p:nvSpPr>
            <p:spPr>
              <a:xfrm>
                <a:off x="251580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9" name="ph1954">
                <a:extLst>
                  <a:ext uri="{FF2B5EF4-FFF2-40B4-BE49-F238E27FC236}">
                    <a16:creationId xmlns:a16="http://schemas.microsoft.com/office/drawing/2014/main" id="{765C57CD-6335-A390-1A37-6CF6A3710701}"/>
                  </a:ext>
                </a:extLst>
              </p:cNvPr>
              <p:cNvSpPr/>
              <p:nvPr/>
            </p:nvSpPr>
            <p:spPr>
              <a:xfrm>
                <a:off x="252524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0" name="ph1955">
                <a:extLst>
                  <a:ext uri="{FF2B5EF4-FFF2-40B4-BE49-F238E27FC236}">
                    <a16:creationId xmlns:a16="http://schemas.microsoft.com/office/drawing/2014/main" id="{469B45D4-4182-997B-B07D-428AF8EE8B8B}"/>
                  </a:ext>
                </a:extLst>
              </p:cNvPr>
              <p:cNvSpPr/>
              <p:nvPr/>
            </p:nvSpPr>
            <p:spPr>
              <a:xfrm>
                <a:off x="253468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1" name="ph1956">
                <a:extLst>
                  <a:ext uri="{FF2B5EF4-FFF2-40B4-BE49-F238E27FC236}">
                    <a16:creationId xmlns:a16="http://schemas.microsoft.com/office/drawing/2014/main" id="{03AFF73B-6FD3-EF58-BD0E-58D79D91EB16}"/>
                  </a:ext>
                </a:extLst>
              </p:cNvPr>
              <p:cNvSpPr/>
              <p:nvPr/>
            </p:nvSpPr>
            <p:spPr>
              <a:xfrm>
                <a:off x="254412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2" name="ph1957">
                <a:extLst>
                  <a:ext uri="{FF2B5EF4-FFF2-40B4-BE49-F238E27FC236}">
                    <a16:creationId xmlns:a16="http://schemas.microsoft.com/office/drawing/2014/main" id="{78BDDBD5-C5D8-CAD1-854B-6ABB0371F52C}"/>
                  </a:ext>
                </a:extLst>
              </p:cNvPr>
              <p:cNvSpPr/>
              <p:nvPr/>
            </p:nvSpPr>
            <p:spPr>
              <a:xfrm>
                <a:off x="255356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3" name="ph1958">
                <a:extLst>
                  <a:ext uri="{FF2B5EF4-FFF2-40B4-BE49-F238E27FC236}">
                    <a16:creationId xmlns:a16="http://schemas.microsoft.com/office/drawing/2014/main" id="{7C0AFA3C-A98C-D166-DC70-724F39592010}"/>
                  </a:ext>
                </a:extLst>
              </p:cNvPr>
              <p:cNvSpPr/>
              <p:nvPr/>
            </p:nvSpPr>
            <p:spPr>
              <a:xfrm>
                <a:off x="256300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4" name="ph1959">
                <a:extLst>
                  <a:ext uri="{FF2B5EF4-FFF2-40B4-BE49-F238E27FC236}">
                    <a16:creationId xmlns:a16="http://schemas.microsoft.com/office/drawing/2014/main" id="{DB2BEE4D-145F-11CF-89B7-C5E508F4AC6A}"/>
                  </a:ext>
                </a:extLst>
              </p:cNvPr>
              <p:cNvSpPr/>
              <p:nvPr/>
            </p:nvSpPr>
            <p:spPr>
              <a:xfrm>
                <a:off x="257244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5" name="ph1960">
                <a:extLst>
                  <a:ext uri="{FF2B5EF4-FFF2-40B4-BE49-F238E27FC236}">
                    <a16:creationId xmlns:a16="http://schemas.microsoft.com/office/drawing/2014/main" id="{2A193F4B-52F3-CE92-A2D1-2B4CD5643EE7}"/>
                  </a:ext>
                </a:extLst>
              </p:cNvPr>
              <p:cNvSpPr/>
              <p:nvPr/>
            </p:nvSpPr>
            <p:spPr>
              <a:xfrm>
                <a:off x="258188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6" name="ph1961">
                <a:extLst>
                  <a:ext uri="{FF2B5EF4-FFF2-40B4-BE49-F238E27FC236}">
                    <a16:creationId xmlns:a16="http://schemas.microsoft.com/office/drawing/2014/main" id="{29424808-E9D1-365D-22AE-81AA489B6CDF}"/>
                  </a:ext>
                </a:extLst>
              </p:cNvPr>
              <p:cNvSpPr/>
              <p:nvPr/>
            </p:nvSpPr>
            <p:spPr>
              <a:xfrm>
                <a:off x="259132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7" name="ph1962">
                <a:extLst>
                  <a:ext uri="{FF2B5EF4-FFF2-40B4-BE49-F238E27FC236}">
                    <a16:creationId xmlns:a16="http://schemas.microsoft.com/office/drawing/2014/main" id="{128E7315-6DF0-F58B-6DC7-EF72B0EC540F}"/>
                  </a:ext>
                </a:extLst>
              </p:cNvPr>
              <p:cNvSpPr/>
              <p:nvPr/>
            </p:nvSpPr>
            <p:spPr>
              <a:xfrm>
                <a:off x="260076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8" name="ph1963">
                <a:extLst>
                  <a:ext uri="{FF2B5EF4-FFF2-40B4-BE49-F238E27FC236}">
                    <a16:creationId xmlns:a16="http://schemas.microsoft.com/office/drawing/2014/main" id="{42CFC0C5-D643-BF7D-9ABB-6AB158725409}"/>
                  </a:ext>
                </a:extLst>
              </p:cNvPr>
              <p:cNvSpPr/>
              <p:nvPr/>
            </p:nvSpPr>
            <p:spPr>
              <a:xfrm>
                <a:off x="261020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9" name="ph1964">
                <a:extLst>
                  <a:ext uri="{FF2B5EF4-FFF2-40B4-BE49-F238E27FC236}">
                    <a16:creationId xmlns:a16="http://schemas.microsoft.com/office/drawing/2014/main" id="{5661B40F-6D4B-4A48-8BC8-26C9D9BC8E34}"/>
                  </a:ext>
                </a:extLst>
              </p:cNvPr>
              <p:cNvSpPr/>
              <p:nvPr/>
            </p:nvSpPr>
            <p:spPr>
              <a:xfrm>
                <a:off x="261964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0" name="ph1965">
                <a:extLst>
                  <a:ext uri="{FF2B5EF4-FFF2-40B4-BE49-F238E27FC236}">
                    <a16:creationId xmlns:a16="http://schemas.microsoft.com/office/drawing/2014/main" id="{BA57FEB0-4B92-03B4-A8E2-3FC43035BE40}"/>
                  </a:ext>
                </a:extLst>
              </p:cNvPr>
              <p:cNvSpPr/>
              <p:nvPr/>
            </p:nvSpPr>
            <p:spPr>
              <a:xfrm>
                <a:off x="262908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1" name="ph1966">
                <a:extLst>
                  <a:ext uri="{FF2B5EF4-FFF2-40B4-BE49-F238E27FC236}">
                    <a16:creationId xmlns:a16="http://schemas.microsoft.com/office/drawing/2014/main" id="{F323F110-1B38-E901-0CF3-80B2828D9980}"/>
                  </a:ext>
                </a:extLst>
              </p:cNvPr>
              <p:cNvSpPr/>
              <p:nvPr/>
            </p:nvSpPr>
            <p:spPr>
              <a:xfrm>
                <a:off x="263852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2" name="ph1967">
                <a:extLst>
                  <a:ext uri="{FF2B5EF4-FFF2-40B4-BE49-F238E27FC236}">
                    <a16:creationId xmlns:a16="http://schemas.microsoft.com/office/drawing/2014/main" id="{BBF3957A-6D8E-A720-B44F-0E1DB7B84079}"/>
                  </a:ext>
                </a:extLst>
              </p:cNvPr>
              <p:cNvSpPr/>
              <p:nvPr/>
            </p:nvSpPr>
            <p:spPr>
              <a:xfrm>
                <a:off x="264796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3" name="ph1968">
                <a:extLst>
                  <a:ext uri="{FF2B5EF4-FFF2-40B4-BE49-F238E27FC236}">
                    <a16:creationId xmlns:a16="http://schemas.microsoft.com/office/drawing/2014/main" id="{58BFBFE6-EAA2-2D2F-BC1C-67F76A4AB6BF}"/>
                  </a:ext>
                </a:extLst>
              </p:cNvPr>
              <p:cNvSpPr/>
              <p:nvPr/>
            </p:nvSpPr>
            <p:spPr>
              <a:xfrm>
                <a:off x="265740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4" name="ph1969">
                <a:extLst>
                  <a:ext uri="{FF2B5EF4-FFF2-40B4-BE49-F238E27FC236}">
                    <a16:creationId xmlns:a16="http://schemas.microsoft.com/office/drawing/2014/main" id="{96C2EECD-977D-F5EC-E632-FBAB3516389F}"/>
                  </a:ext>
                </a:extLst>
              </p:cNvPr>
              <p:cNvSpPr/>
              <p:nvPr/>
            </p:nvSpPr>
            <p:spPr>
              <a:xfrm>
                <a:off x="266684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5" name="ph1970">
                <a:extLst>
                  <a:ext uri="{FF2B5EF4-FFF2-40B4-BE49-F238E27FC236}">
                    <a16:creationId xmlns:a16="http://schemas.microsoft.com/office/drawing/2014/main" id="{533AF465-CCD6-EA3C-5342-9FE9084E67B8}"/>
                  </a:ext>
                </a:extLst>
              </p:cNvPr>
              <p:cNvSpPr/>
              <p:nvPr/>
            </p:nvSpPr>
            <p:spPr>
              <a:xfrm>
                <a:off x="267628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6" name="ph1971">
                <a:extLst>
                  <a:ext uri="{FF2B5EF4-FFF2-40B4-BE49-F238E27FC236}">
                    <a16:creationId xmlns:a16="http://schemas.microsoft.com/office/drawing/2014/main" id="{F2F3D89F-0B78-6FA0-2993-05AFEED21795}"/>
                  </a:ext>
                </a:extLst>
              </p:cNvPr>
              <p:cNvSpPr/>
              <p:nvPr/>
            </p:nvSpPr>
            <p:spPr>
              <a:xfrm>
                <a:off x="2685728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399" y="914399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0536"/>
                    </a:lnTo>
                    <a:lnTo>
                      <a:pt x="922401" y="905608"/>
                    </a:lnTo>
                    <a:lnTo>
                      <a:pt x="919576" y="914399"/>
                    </a:lnTo>
                    <a:close/>
                  </a:path>
                </a:pathLst>
              </a:custGeom>
              <a:solidFill>
                <a:srgbClr val="D1EB86">
                  <a:alpha val="100000"/>
                </a:srgbClr>
              </a:solidFill>
              <a:ln w="5420" cap="flat">
                <a:solidFill>
                  <a:srgbClr val="D1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7" name="ph1972">
                <a:extLst>
                  <a:ext uri="{FF2B5EF4-FFF2-40B4-BE49-F238E27FC236}">
                    <a16:creationId xmlns:a16="http://schemas.microsoft.com/office/drawing/2014/main" id="{1FCEC3A5-AE9A-2E2A-1432-5CEB976E0688}"/>
                  </a:ext>
                </a:extLst>
              </p:cNvPr>
              <p:cNvSpPr/>
              <p:nvPr/>
            </p:nvSpPr>
            <p:spPr>
              <a:xfrm>
                <a:off x="2695168" y="2343490"/>
                <a:ext cx="915451" cy="918106"/>
              </a:xfrm>
              <a:custGeom>
                <a:avLst/>
                <a:gdLst/>
                <a:ahLst/>
                <a:cxnLst/>
                <a:rect l="0" t="0" r="0" b="0"/>
                <a:pathLst>
                  <a:path w="915451" h="918106">
                    <a:moveTo>
                      <a:pt x="914400" y="914399"/>
                    </a:moveTo>
                    <a:lnTo>
                      <a:pt x="915451" y="914399"/>
                    </a:lnTo>
                    <a:lnTo>
                      <a:pt x="914400" y="918106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8" name="ph1973">
                <a:extLst>
                  <a:ext uri="{FF2B5EF4-FFF2-40B4-BE49-F238E27FC236}">
                    <a16:creationId xmlns:a16="http://schemas.microsoft.com/office/drawing/2014/main" id="{D5CE8D2B-910E-63CE-DDC5-48FF9E932156}"/>
                  </a:ext>
                </a:extLst>
              </p:cNvPr>
              <p:cNvSpPr/>
              <p:nvPr/>
            </p:nvSpPr>
            <p:spPr>
              <a:xfrm>
                <a:off x="2751809" y="236105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44" y="914284"/>
                    </a:lnTo>
                    <a:lnTo>
                      <a:pt x="914400" y="909082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9" name="ph1974">
                <a:extLst>
                  <a:ext uri="{FF2B5EF4-FFF2-40B4-BE49-F238E27FC236}">
                    <a16:creationId xmlns:a16="http://schemas.microsoft.com/office/drawing/2014/main" id="{3AE71AB3-F705-C3B3-FA7C-D9F3C2BAD79D}"/>
                  </a:ext>
                </a:extLst>
              </p:cNvPr>
              <p:cNvSpPr/>
              <p:nvPr/>
            </p:nvSpPr>
            <p:spPr>
              <a:xfrm>
                <a:off x="2761250" y="234349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652"/>
                    </a:lnTo>
                    <a:lnTo>
                      <a:pt x="906512" y="923071"/>
                    </a:lnTo>
                    <a:lnTo>
                      <a:pt x="906650" y="922769"/>
                    </a:lnTo>
                    <a:lnTo>
                      <a:pt x="906790" y="922464"/>
                    </a:lnTo>
                    <a:lnTo>
                      <a:pt x="906930" y="922158"/>
                    </a:lnTo>
                    <a:lnTo>
                      <a:pt x="907069" y="921853"/>
                    </a:lnTo>
                    <a:lnTo>
                      <a:pt x="907209" y="921547"/>
                    </a:lnTo>
                    <a:lnTo>
                      <a:pt x="907349" y="921242"/>
                    </a:lnTo>
                    <a:lnTo>
                      <a:pt x="907489" y="920936"/>
                    </a:lnTo>
                    <a:lnTo>
                      <a:pt x="907629" y="920631"/>
                    </a:lnTo>
                    <a:lnTo>
                      <a:pt x="907769" y="920325"/>
                    </a:lnTo>
                    <a:lnTo>
                      <a:pt x="907909" y="920020"/>
                    </a:lnTo>
                    <a:lnTo>
                      <a:pt x="908049" y="919714"/>
                    </a:lnTo>
                    <a:lnTo>
                      <a:pt x="908189" y="919408"/>
                    </a:lnTo>
                    <a:lnTo>
                      <a:pt x="908329" y="919103"/>
                    </a:lnTo>
                    <a:lnTo>
                      <a:pt x="908469" y="918797"/>
                    </a:lnTo>
                    <a:lnTo>
                      <a:pt x="908609" y="918492"/>
                    </a:lnTo>
                    <a:lnTo>
                      <a:pt x="908749" y="918186"/>
                    </a:lnTo>
                    <a:lnTo>
                      <a:pt x="908889" y="917881"/>
                    </a:lnTo>
                    <a:lnTo>
                      <a:pt x="909029" y="917575"/>
                    </a:lnTo>
                    <a:lnTo>
                      <a:pt x="909169" y="917270"/>
                    </a:lnTo>
                    <a:lnTo>
                      <a:pt x="909309" y="916964"/>
                    </a:lnTo>
                    <a:lnTo>
                      <a:pt x="909449" y="916659"/>
                    </a:lnTo>
                    <a:lnTo>
                      <a:pt x="909589" y="916353"/>
                    </a:lnTo>
                    <a:lnTo>
                      <a:pt x="909729" y="916048"/>
                    </a:lnTo>
                    <a:lnTo>
                      <a:pt x="909869" y="915742"/>
                    </a:lnTo>
                    <a:lnTo>
                      <a:pt x="910009" y="915437"/>
                    </a:lnTo>
                    <a:lnTo>
                      <a:pt x="910149" y="915131"/>
                    </a:lnTo>
                    <a:lnTo>
                      <a:pt x="910289" y="914826"/>
                    </a:lnTo>
                    <a:lnTo>
                      <a:pt x="910484" y="91439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0" name="ph1975">
                <a:extLst>
                  <a:ext uri="{FF2B5EF4-FFF2-40B4-BE49-F238E27FC236}">
                    <a16:creationId xmlns:a16="http://schemas.microsoft.com/office/drawing/2014/main" id="{7B4F1DFB-B300-94F8-42F6-219F7CB7B472}"/>
                  </a:ext>
                </a:extLst>
              </p:cNvPr>
              <p:cNvSpPr/>
              <p:nvPr/>
            </p:nvSpPr>
            <p:spPr>
              <a:xfrm>
                <a:off x="276125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1" name="ph1976">
                <a:extLst>
                  <a:ext uri="{FF2B5EF4-FFF2-40B4-BE49-F238E27FC236}">
                    <a16:creationId xmlns:a16="http://schemas.microsoft.com/office/drawing/2014/main" id="{D4FAA504-E330-A946-3E3D-0F74E0BB582B}"/>
                  </a:ext>
                </a:extLst>
              </p:cNvPr>
              <p:cNvSpPr/>
              <p:nvPr/>
            </p:nvSpPr>
            <p:spPr>
              <a:xfrm>
                <a:off x="277069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2" name="ph1977">
                <a:extLst>
                  <a:ext uri="{FF2B5EF4-FFF2-40B4-BE49-F238E27FC236}">
                    <a16:creationId xmlns:a16="http://schemas.microsoft.com/office/drawing/2014/main" id="{4DE479D0-7C23-C3D1-3A8B-9EA5A29CAABC}"/>
                  </a:ext>
                </a:extLst>
              </p:cNvPr>
              <p:cNvSpPr/>
              <p:nvPr/>
            </p:nvSpPr>
            <p:spPr>
              <a:xfrm>
                <a:off x="278013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3" name="ph1978">
                <a:extLst>
                  <a:ext uri="{FF2B5EF4-FFF2-40B4-BE49-F238E27FC236}">
                    <a16:creationId xmlns:a16="http://schemas.microsoft.com/office/drawing/2014/main" id="{E3CD23D9-AF78-77B0-55D4-36852D49B05B}"/>
                  </a:ext>
                </a:extLst>
              </p:cNvPr>
              <p:cNvSpPr/>
              <p:nvPr/>
            </p:nvSpPr>
            <p:spPr>
              <a:xfrm>
                <a:off x="278957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4" name="ph1979">
                <a:extLst>
                  <a:ext uri="{FF2B5EF4-FFF2-40B4-BE49-F238E27FC236}">
                    <a16:creationId xmlns:a16="http://schemas.microsoft.com/office/drawing/2014/main" id="{17233D39-D126-4100-DA65-797AB23B6F25}"/>
                  </a:ext>
                </a:extLst>
              </p:cNvPr>
              <p:cNvSpPr/>
              <p:nvPr/>
            </p:nvSpPr>
            <p:spPr>
              <a:xfrm>
                <a:off x="279901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5" name="ph1980">
                <a:extLst>
                  <a:ext uri="{FF2B5EF4-FFF2-40B4-BE49-F238E27FC236}">
                    <a16:creationId xmlns:a16="http://schemas.microsoft.com/office/drawing/2014/main" id="{0D323988-886E-6287-95B5-7D3A3E34F3E4}"/>
                  </a:ext>
                </a:extLst>
              </p:cNvPr>
              <p:cNvSpPr/>
              <p:nvPr/>
            </p:nvSpPr>
            <p:spPr>
              <a:xfrm>
                <a:off x="280845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6" name="ph1981">
                <a:extLst>
                  <a:ext uri="{FF2B5EF4-FFF2-40B4-BE49-F238E27FC236}">
                    <a16:creationId xmlns:a16="http://schemas.microsoft.com/office/drawing/2014/main" id="{053C6B70-BE49-A1F8-46C8-1B402D7178D3}"/>
                  </a:ext>
                </a:extLst>
              </p:cNvPr>
              <p:cNvSpPr/>
              <p:nvPr/>
            </p:nvSpPr>
            <p:spPr>
              <a:xfrm>
                <a:off x="281789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7" name="ph1982">
                <a:extLst>
                  <a:ext uri="{FF2B5EF4-FFF2-40B4-BE49-F238E27FC236}">
                    <a16:creationId xmlns:a16="http://schemas.microsoft.com/office/drawing/2014/main" id="{A006487D-7935-3DA9-CDE3-BCB52CE4B4B8}"/>
                  </a:ext>
                </a:extLst>
              </p:cNvPr>
              <p:cNvSpPr/>
              <p:nvPr/>
            </p:nvSpPr>
            <p:spPr>
              <a:xfrm>
                <a:off x="282733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8" name="ph1983">
                <a:extLst>
                  <a:ext uri="{FF2B5EF4-FFF2-40B4-BE49-F238E27FC236}">
                    <a16:creationId xmlns:a16="http://schemas.microsoft.com/office/drawing/2014/main" id="{7463E6C7-5955-AAC1-1487-18C7919E1757}"/>
                  </a:ext>
                </a:extLst>
              </p:cNvPr>
              <p:cNvSpPr/>
              <p:nvPr/>
            </p:nvSpPr>
            <p:spPr>
              <a:xfrm>
                <a:off x="283677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9" name="ph1984">
                <a:extLst>
                  <a:ext uri="{FF2B5EF4-FFF2-40B4-BE49-F238E27FC236}">
                    <a16:creationId xmlns:a16="http://schemas.microsoft.com/office/drawing/2014/main" id="{0C2B1412-3E75-83BF-18A2-5E550EFE4AB9}"/>
                  </a:ext>
                </a:extLst>
              </p:cNvPr>
              <p:cNvSpPr/>
              <p:nvPr/>
            </p:nvSpPr>
            <p:spPr>
              <a:xfrm>
                <a:off x="284621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0" name="ph1985">
                <a:extLst>
                  <a:ext uri="{FF2B5EF4-FFF2-40B4-BE49-F238E27FC236}">
                    <a16:creationId xmlns:a16="http://schemas.microsoft.com/office/drawing/2014/main" id="{F5CA226F-673F-1246-239F-1BCDAF34F955}"/>
                  </a:ext>
                </a:extLst>
              </p:cNvPr>
              <p:cNvSpPr/>
              <p:nvPr/>
            </p:nvSpPr>
            <p:spPr>
              <a:xfrm>
                <a:off x="285565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1" name="ph1986">
                <a:extLst>
                  <a:ext uri="{FF2B5EF4-FFF2-40B4-BE49-F238E27FC236}">
                    <a16:creationId xmlns:a16="http://schemas.microsoft.com/office/drawing/2014/main" id="{8693D1BE-845E-6011-7707-A0BE2EEDD55B}"/>
                  </a:ext>
                </a:extLst>
              </p:cNvPr>
              <p:cNvSpPr/>
              <p:nvPr/>
            </p:nvSpPr>
            <p:spPr>
              <a:xfrm>
                <a:off x="286509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2" name="ph1987">
                <a:extLst>
                  <a:ext uri="{FF2B5EF4-FFF2-40B4-BE49-F238E27FC236}">
                    <a16:creationId xmlns:a16="http://schemas.microsoft.com/office/drawing/2014/main" id="{2415F6E1-E38A-428F-57E8-925B9D291CFF}"/>
                  </a:ext>
                </a:extLst>
              </p:cNvPr>
              <p:cNvSpPr/>
              <p:nvPr/>
            </p:nvSpPr>
            <p:spPr>
              <a:xfrm>
                <a:off x="287453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8AA">
                  <a:alpha val="100000"/>
                </a:srgbClr>
              </a:solidFill>
              <a:ln w="5420" cap="flat">
                <a:solidFill>
                  <a:srgbClr val="F0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3" name="ph1988">
                <a:extLst>
                  <a:ext uri="{FF2B5EF4-FFF2-40B4-BE49-F238E27FC236}">
                    <a16:creationId xmlns:a16="http://schemas.microsoft.com/office/drawing/2014/main" id="{1F53D833-975C-E71F-7B8B-BC2C1C592036}"/>
                  </a:ext>
                </a:extLst>
              </p:cNvPr>
              <p:cNvSpPr/>
              <p:nvPr/>
            </p:nvSpPr>
            <p:spPr>
              <a:xfrm>
                <a:off x="288397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4" name="ph1989">
                <a:extLst>
                  <a:ext uri="{FF2B5EF4-FFF2-40B4-BE49-F238E27FC236}">
                    <a16:creationId xmlns:a16="http://schemas.microsoft.com/office/drawing/2014/main" id="{EC37DBC8-8639-9148-1773-38FD4C5E30F6}"/>
                  </a:ext>
                </a:extLst>
              </p:cNvPr>
              <p:cNvSpPr/>
              <p:nvPr/>
            </p:nvSpPr>
            <p:spPr>
              <a:xfrm>
                <a:off x="289341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5" name="ph1990">
                <a:extLst>
                  <a:ext uri="{FF2B5EF4-FFF2-40B4-BE49-F238E27FC236}">
                    <a16:creationId xmlns:a16="http://schemas.microsoft.com/office/drawing/2014/main" id="{6F98D9AA-A040-11D3-67AE-A7944B2A5860}"/>
                  </a:ext>
                </a:extLst>
              </p:cNvPr>
              <p:cNvSpPr/>
              <p:nvPr/>
            </p:nvSpPr>
            <p:spPr>
              <a:xfrm>
                <a:off x="290285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6" name="ph1991">
                <a:extLst>
                  <a:ext uri="{FF2B5EF4-FFF2-40B4-BE49-F238E27FC236}">
                    <a16:creationId xmlns:a16="http://schemas.microsoft.com/office/drawing/2014/main" id="{67269767-66D0-4490-9ED5-38CB0588C605}"/>
                  </a:ext>
                </a:extLst>
              </p:cNvPr>
              <p:cNvSpPr/>
              <p:nvPr/>
            </p:nvSpPr>
            <p:spPr>
              <a:xfrm>
                <a:off x="291229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7" name="ph1992">
                <a:extLst>
                  <a:ext uri="{FF2B5EF4-FFF2-40B4-BE49-F238E27FC236}">
                    <a16:creationId xmlns:a16="http://schemas.microsoft.com/office/drawing/2014/main" id="{A661399B-F7B8-A8D7-2D39-08A6F01F8D05}"/>
                  </a:ext>
                </a:extLst>
              </p:cNvPr>
              <p:cNvSpPr/>
              <p:nvPr/>
            </p:nvSpPr>
            <p:spPr>
              <a:xfrm>
                <a:off x="292173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8" name="ph1993">
                <a:extLst>
                  <a:ext uri="{FF2B5EF4-FFF2-40B4-BE49-F238E27FC236}">
                    <a16:creationId xmlns:a16="http://schemas.microsoft.com/office/drawing/2014/main" id="{7AEC6245-2A0A-46F3-07BE-667851025DC6}"/>
                  </a:ext>
                </a:extLst>
              </p:cNvPr>
              <p:cNvSpPr/>
              <p:nvPr/>
            </p:nvSpPr>
            <p:spPr>
              <a:xfrm>
                <a:off x="293117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9" name="ph1994">
                <a:extLst>
                  <a:ext uri="{FF2B5EF4-FFF2-40B4-BE49-F238E27FC236}">
                    <a16:creationId xmlns:a16="http://schemas.microsoft.com/office/drawing/2014/main" id="{BBBF65B6-121A-7C37-5CB2-42B277B6C1B5}"/>
                  </a:ext>
                </a:extLst>
              </p:cNvPr>
              <p:cNvSpPr/>
              <p:nvPr/>
            </p:nvSpPr>
            <p:spPr>
              <a:xfrm>
                <a:off x="294061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0" name="ph1995">
                <a:extLst>
                  <a:ext uri="{FF2B5EF4-FFF2-40B4-BE49-F238E27FC236}">
                    <a16:creationId xmlns:a16="http://schemas.microsoft.com/office/drawing/2014/main" id="{D9D12F74-2737-6163-C7EE-17EDAA62D716}"/>
                  </a:ext>
                </a:extLst>
              </p:cNvPr>
              <p:cNvSpPr/>
              <p:nvPr/>
            </p:nvSpPr>
            <p:spPr>
              <a:xfrm>
                <a:off x="2950054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1" name="ph1996">
                <a:extLst>
                  <a:ext uri="{FF2B5EF4-FFF2-40B4-BE49-F238E27FC236}">
                    <a16:creationId xmlns:a16="http://schemas.microsoft.com/office/drawing/2014/main" id="{F2D65CBF-814D-33BC-76AE-7E175048546C}"/>
                  </a:ext>
                </a:extLst>
              </p:cNvPr>
              <p:cNvSpPr/>
              <p:nvPr/>
            </p:nvSpPr>
            <p:spPr>
              <a:xfrm>
                <a:off x="295949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2" name="ph1997">
                <a:extLst>
                  <a:ext uri="{FF2B5EF4-FFF2-40B4-BE49-F238E27FC236}">
                    <a16:creationId xmlns:a16="http://schemas.microsoft.com/office/drawing/2014/main" id="{811D11F2-11B4-9497-43EF-13DE889264D1}"/>
                  </a:ext>
                </a:extLst>
              </p:cNvPr>
              <p:cNvSpPr/>
              <p:nvPr/>
            </p:nvSpPr>
            <p:spPr>
              <a:xfrm>
                <a:off x="296893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3" name="ph1998">
                <a:extLst>
                  <a:ext uri="{FF2B5EF4-FFF2-40B4-BE49-F238E27FC236}">
                    <a16:creationId xmlns:a16="http://schemas.microsoft.com/office/drawing/2014/main" id="{BE96ED0D-8ED0-5539-A928-A4EDA55A100F}"/>
                  </a:ext>
                </a:extLst>
              </p:cNvPr>
              <p:cNvSpPr/>
              <p:nvPr/>
            </p:nvSpPr>
            <p:spPr>
              <a:xfrm>
                <a:off x="297837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4" name="ph1999">
                <a:extLst>
                  <a:ext uri="{FF2B5EF4-FFF2-40B4-BE49-F238E27FC236}">
                    <a16:creationId xmlns:a16="http://schemas.microsoft.com/office/drawing/2014/main" id="{0EA2B75F-233E-3222-5955-BEE1109D969E}"/>
                  </a:ext>
                </a:extLst>
              </p:cNvPr>
              <p:cNvSpPr/>
              <p:nvPr/>
            </p:nvSpPr>
            <p:spPr>
              <a:xfrm>
                <a:off x="2987815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4">
                  <a:alpha val="100000"/>
                </a:srgbClr>
              </a:solidFill>
              <a:ln w="5420" cap="flat">
                <a:solidFill>
                  <a:srgbClr val="F7FB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5" name="ph2000">
                <a:extLst>
                  <a:ext uri="{FF2B5EF4-FFF2-40B4-BE49-F238E27FC236}">
                    <a16:creationId xmlns:a16="http://schemas.microsoft.com/office/drawing/2014/main" id="{928DCAAF-EB08-7C3E-9564-D4335E21C308}"/>
                  </a:ext>
                </a:extLst>
              </p:cNvPr>
              <p:cNvSpPr/>
              <p:nvPr/>
            </p:nvSpPr>
            <p:spPr>
              <a:xfrm>
                <a:off x="299725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6" name="ph2001">
                <a:extLst>
                  <a:ext uri="{FF2B5EF4-FFF2-40B4-BE49-F238E27FC236}">
                    <a16:creationId xmlns:a16="http://schemas.microsoft.com/office/drawing/2014/main" id="{D9460D48-348A-8F8E-5174-7D27A6BEDD64}"/>
                  </a:ext>
                </a:extLst>
              </p:cNvPr>
              <p:cNvSpPr/>
              <p:nvPr/>
            </p:nvSpPr>
            <p:spPr>
              <a:xfrm>
                <a:off x="300669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7" name="ph2002">
                <a:extLst>
                  <a:ext uri="{FF2B5EF4-FFF2-40B4-BE49-F238E27FC236}">
                    <a16:creationId xmlns:a16="http://schemas.microsoft.com/office/drawing/2014/main" id="{DC064389-56BE-6D3D-5CB2-FE287D1C753A}"/>
                  </a:ext>
                </a:extLst>
              </p:cNvPr>
              <p:cNvSpPr/>
              <p:nvPr/>
            </p:nvSpPr>
            <p:spPr>
              <a:xfrm>
                <a:off x="301613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8" name="ph2003">
                <a:extLst>
                  <a:ext uri="{FF2B5EF4-FFF2-40B4-BE49-F238E27FC236}">
                    <a16:creationId xmlns:a16="http://schemas.microsoft.com/office/drawing/2014/main" id="{B600D562-311D-C5A2-84F8-38F677C744E9}"/>
                  </a:ext>
                </a:extLst>
              </p:cNvPr>
              <p:cNvSpPr/>
              <p:nvPr/>
            </p:nvSpPr>
            <p:spPr>
              <a:xfrm>
                <a:off x="3025576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9" name="ph2004">
                <a:extLst>
                  <a:ext uri="{FF2B5EF4-FFF2-40B4-BE49-F238E27FC236}">
                    <a16:creationId xmlns:a16="http://schemas.microsoft.com/office/drawing/2014/main" id="{D01F8C6A-D823-2510-4E28-594F36B97331}"/>
                  </a:ext>
                </a:extLst>
              </p:cNvPr>
              <p:cNvSpPr/>
              <p:nvPr/>
            </p:nvSpPr>
            <p:spPr>
              <a:xfrm>
                <a:off x="303501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0" name="ph2005">
                <a:extLst>
                  <a:ext uri="{FF2B5EF4-FFF2-40B4-BE49-F238E27FC236}">
                    <a16:creationId xmlns:a16="http://schemas.microsoft.com/office/drawing/2014/main" id="{F1042043-3BAB-FDD0-4E9E-44E23E06D25A}"/>
                  </a:ext>
                </a:extLst>
              </p:cNvPr>
              <p:cNvSpPr/>
              <p:nvPr/>
            </p:nvSpPr>
            <p:spPr>
              <a:xfrm>
                <a:off x="304445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1" name="ph2006">
                <a:extLst>
                  <a:ext uri="{FF2B5EF4-FFF2-40B4-BE49-F238E27FC236}">
                    <a16:creationId xmlns:a16="http://schemas.microsoft.com/office/drawing/2014/main" id="{7AA3E2CC-129F-0A2A-7535-6FE31CBA343D}"/>
                  </a:ext>
                </a:extLst>
              </p:cNvPr>
              <p:cNvSpPr/>
              <p:nvPr/>
            </p:nvSpPr>
            <p:spPr>
              <a:xfrm>
                <a:off x="305389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2" name="ph2007">
                <a:extLst>
                  <a:ext uri="{FF2B5EF4-FFF2-40B4-BE49-F238E27FC236}">
                    <a16:creationId xmlns:a16="http://schemas.microsoft.com/office/drawing/2014/main" id="{D1C5C525-DC71-2C1E-7C12-909CACCFA19C}"/>
                  </a:ext>
                </a:extLst>
              </p:cNvPr>
              <p:cNvSpPr/>
              <p:nvPr/>
            </p:nvSpPr>
            <p:spPr>
              <a:xfrm>
                <a:off x="3063337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3" name="ph2008">
                <a:extLst>
                  <a:ext uri="{FF2B5EF4-FFF2-40B4-BE49-F238E27FC236}">
                    <a16:creationId xmlns:a16="http://schemas.microsoft.com/office/drawing/2014/main" id="{FDB601F2-8B39-C15B-9AC2-F8930C0E24C4}"/>
                  </a:ext>
                </a:extLst>
              </p:cNvPr>
              <p:cNvSpPr/>
              <p:nvPr/>
            </p:nvSpPr>
            <p:spPr>
              <a:xfrm>
                <a:off x="307277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4" name="ph2009">
                <a:extLst>
                  <a:ext uri="{FF2B5EF4-FFF2-40B4-BE49-F238E27FC236}">
                    <a16:creationId xmlns:a16="http://schemas.microsoft.com/office/drawing/2014/main" id="{392D133F-62C4-4F8A-2BCC-A7E4FCDD095D}"/>
                  </a:ext>
                </a:extLst>
              </p:cNvPr>
              <p:cNvSpPr/>
              <p:nvPr/>
            </p:nvSpPr>
            <p:spPr>
              <a:xfrm>
                <a:off x="308221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5" name="ph2010">
                <a:extLst>
                  <a:ext uri="{FF2B5EF4-FFF2-40B4-BE49-F238E27FC236}">
                    <a16:creationId xmlns:a16="http://schemas.microsoft.com/office/drawing/2014/main" id="{3D78532D-7C37-C795-0B39-7257DA3E4B65}"/>
                  </a:ext>
                </a:extLst>
              </p:cNvPr>
              <p:cNvSpPr/>
              <p:nvPr/>
            </p:nvSpPr>
            <p:spPr>
              <a:xfrm>
                <a:off x="309165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6" name="ph2011">
                <a:extLst>
                  <a:ext uri="{FF2B5EF4-FFF2-40B4-BE49-F238E27FC236}">
                    <a16:creationId xmlns:a16="http://schemas.microsoft.com/office/drawing/2014/main" id="{6EC70803-F10C-BAC2-444E-225EE30A6D03}"/>
                  </a:ext>
                </a:extLst>
              </p:cNvPr>
              <p:cNvSpPr/>
              <p:nvPr/>
            </p:nvSpPr>
            <p:spPr>
              <a:xfrm>
                <a:off x="310109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7" name="ph2012">
                <a:extLst>
                  <a:ext uri="{FF2B5EF4-FFF2-40B4-BE49-F238E27FC236}">
                    <a16:creationId xmlns:a16="http://schemas.microsoft.com/office/drawing/2014/main" id="{E1EE4507-C4B7-B276-976C-1A8433A12A24}"/>
                  </a:ext>
                </a:extLst>
              </p:cNvPr>
              <p:cNvSpPr/>
              <p:nvPr/>
            </p:nvSpPr>
            <p:spPr>
              <a:xfrm>
                <a:off x="3110538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8" name="ph2013">
                <a:extLst>
                  <a:ext uri="{FF2B5EF4-FFF2-40B4-BE49-F238E27FC236}">
                    <a16:creationId xmlns:a16="http://schemas.microsoft.com/office/drawing/2014/main" id="{3F6076A4-9593-4742-B5EE-13658F2D6F3D}"/>
                  </a:ext>
                </a:extLst>
              </p:cNvPr>
              <p:cNvSpPr/>
              <p:nvPr/>
            </p:nvSpPr>
            <p:spPr>
              <a:xfrm>
                <a:off x="311997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9" name="ph2014">
                <a:extLst>
                  <a:ext uri="{FF2B5EF4-FFF2-40B4-BE49-F238E27FC236}">
                    <a16:creationId xmlns:a16="http://schemas.microsoft.com/office/drawing/2014/main" id="{AAB60DFF-F9A6-5AA3-23C9-B388E145861E}"/>
                  </a:ext>
                </a:extLst>
              </p:cNvPr>
              <p:cNvSpPr/>
              <p:nvPr/>
            </p:nvSpPr>
            <p:spPr>
              <a:xfrm>
                <a:off x="312941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0" name="ph2015">
                <a:extLst>
                  <a:ext uri="{FF2B5EF4-FFF2-40B4-BE49-F238E27FC236}">
                    <a16:creationId xmlns:a16="http://schemas.microsoft.com/office/drawing/2014/main" id="{6652113B-2C11-C540-DDD9-A26E58F78673}"/>
                  </a:ext>
                </a:extLst>
              </p:cNvPr>
              <p:cNvSpPr/>
              <p:nvPr/>
            </p:nvSpPr>
            <p:spPr>
              <a:xfrm>
                <a:off x="313885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1" name="ph2016">
                <a:extLst>
                  <a:ext uri="{FF2B5EF4-FFF2-40B4-BE49-F238E27FC236}">
                    <a16:creationId xmlns:a16="http://schemas.microsoft.com/office/drawing/2014/main" id="{E9AA2938-C9B1-3999-5067-CD0B31D12713}"/>
                  </a:ext>
                </a:extLst>
              </p:cNvPr>
              <p:cNvSpPr/>
              <p:nvPr/>
            </p:nvSpPr>
            <p:spPr>
              <a:xfrm>
                <a:off x="3148299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2" name="ph2017">
                <a:extLst>
                  <a:ext uri="{FF2B5EF4-FFF2-40B4-BE49-F238E27FC236}">
                    <a16:creationId xmlns:a16="http://schemas.microsoft.com/office/drawing/2014/main" id="{28A92BD2-D87A-8CB3-5906-A614D074F06C}"/>
                  </a:ext>
                </a:extLst>
              </p:cNvPr>
              <p:cNvSpPr/>
              <p:nvPr/>
            </p:nvSpPr>
            <p:spPr>
              <a:xfrm>
                <a:off x="315774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3" name="ph2018">
                <a:extLst>
                  <a:ext uri="{FF2B5EF4-FFF2-40B4-BE49-F238E27FC236}">
                    <a16:creationId xmlns:a16="http://schemas.microsoft.com/office/drawing/2014/main" id="{CB4BF1DC-C7E3-C216-C915-367DC8FE109D}"/>
                  </a:ext>
                </a:extLst>
              </p:cNvPr>
              <p:cNvSpPr/>
              <p:nvPr/>
            </p:nvSpPr>
            <p:spPr>
              <a:xfrm>
                <a:off x="316718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4" name="ph2019">
                <a:extLst>
                  <a:ext uri="{FF2B5EF4-FFF2-40B4-BE49-F238E27FC236}">
                    <a16:creationId xmlns:a16="http://schemas.microsoft.com/office/drawing/2014/main" id="{B08BFA28-BF1C-B218-FDE8-E334E48E6A4C}"/>
                  </a:ext>
                </a:extLst>
              </p:cNvPr>
              <p:cNvSpPr/>
              <p:nvPr/>
            </p:nvSpPr>
            <p:spPr>
              <a:xfrm>
                <a:off x="317662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5" name="ph2020">
                <a:extLst>
                  <a:ext uri="{FF2B5EF4-FFF2-40B4-BE49-F238E27FC236}">
                    <a16:creationId xmlns:a16="http://schemas.microsoft.com/office/drawing/2014/main" id="{FB27EFB3-3178-0DC0-E3E6-B68D2A6F7994}"/>
                  </a:ext>
                </a:extLst>
              </p:cNvPr>
              <p:cNvSpPr/>
              <p:nvPr/>
            </p:nvSpPr>
            <p:spPr>
              <a:xfrm>
                <a:off x="3186060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6" name="ph2021">
                <a:extLst>
                  <a:ext uri="{FF2B5EF4-FFF2-40B4-BE49-F238E27FC236}">
                    <a16:creationId xmlns:a16="http://schemas.microsoft.com/office/drawing/2014/main" id="{4D2A9A1E-0662-9ED3-01B1-09806A6A7411}"/>
                  </a:ext>
                </a:extLst>
              </p:cNvPr>
              <p:cNvSpPr/>
              <p:nvPr/>
            </p:nvSpPr>
            <p:spPr>
              <a:xfrm>
                <a:off x="319550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7" name="ph2022">
                <a:extLst>
                  <a:ext uri="{FF2B5EF4-FFF2-40B4-BE49-F238E27FC236}">
                    <a16:creationId xmlns:a16="http://schemas.microsoft.com/office/drawing/2014/main" id="{82682356-9024-307F-BB99-5704E8CFC689}"/>
                  </a:ext>
                </a:extLst>
              </p:cNvPr>
              <p:cNvSpPr/>
              <p:nvPr/>
            </p:nvSpPr>
            <p:spPr>
              <a:xfrm>
                <a:off x="320494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8" name="ph2023">
                <a:extLst>
                  <a:ext uri="{FF2B5EF4-FFF2-40B4-BE49-F238E27FC236}">
                    <a16:creationId xmlns:a16="http://schemas.microsoft.com/office/drawing/2014/main" id="{2A03259B-AEF9-298D-C93B-9350B71AC5E8}"/>
                  </a:ext>
                </a:extLst>
              </p:cNvPr>
              <p:cNvSpPr/>
              <p:nvPr/>
            </p:nvSpPr>
            <p:spPr>
              <a:xfrm>
                <a:off x="321438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9" name="ph2024">
                <a:extLst>
                  <a:ext uri="{FF2B5EF4-FFF2-40B4-BE49-F238E27FC236}">
                    <a16:creationId xmlns:a16="http://schemas.microsoft.com/office/drawing/2014/main" id="{F448D01D-C4DD-E7D8-C0E6-0841EFB0C8BE}"/>
                  </a:ext>
                </a:extLst>
              </p:cNvPr>
              <p:cNvSpPr/>
              <p:nvPr/>
            </p:nvSpPr>
            <p:spPr>
              <a:xfrm>
                <a:off x="3223821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0" name="ph2025">
                <a:extLst>
                  <a:ext uri="{FF2B5EF4-FFF2-40B4-BE49-F238E27FC236}">
                    <a16:creationId xmlns:a16="http://schemas.microsoft.com/office/drawing/2014/main" id="{243C1EFB-8CB5-7125-60A4-15AC372F90E3}"/>
                  </a:ext>
                </a:extLst>
              </p:cNvPr>
              <p:cNvSpPr/>
              <p:nvPr/>
            </p:nvSpPr>
            <p:spPr>
              <a:xfrm>
                <a:off x="323326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1" name="ph2026">
                <a:extLst>
                  <a:ext uri="{FF2B5EF4-FFF2-40B4-BE49-F238E27FC236}">
                    <a16:creationId xmlns:a16="http://schemas.microsoft.com/office/drawing/2014/main" id="{FE48D28C-2CAC-31BC-BB6D-385EC4972945}"/>
                  </a:ext>
                </a:extLst>
              </p:cNvPr>
              <p:cNvSpPr/>
              <p:nvPr/>
            </p:nvSpPr>
            <p:spPr>
              <a:xfrm>
                <a:off x="324270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2" name="ph2027">
                <a:extLst>
                  <a:ext uri="{FF2B5EF4-FFF2-40B4-BE49-F238E27FC236}">
                    <a16:creationId xmlns:a16="http://schemas.microsoft.com/office/drawing/2014/main" id="{517B2B15-2395-8230-AE06-41226FEEFEB8}"/>
                  </a:ext>
                </a:extLst>
              </p:cNvPr>
              <p:cNvSpPr/>
              <p:nvPr/>
            </p:nvSpPr>
            <p:spPr>
              <a:xfrm>
                <a:off x="325214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3" name="ph2028">
                <a:extLst>
                  <a:ext uri="{FF2B5EF4-FFF2-40B4-BE49-F238E27FC236}">
                    <a16:creationId xmlns:a16="http://schemas.microsoft.com/office/drawing/2014/main" id="{09255F34-2439-EDA2-A789-5EA839B2F353}"/>
                  </a:ext>
                </a:extLst>
              </p:cNvPr>
              <p:cNvSpPr/>
              <p:nvPr/>
            </p:nvSpPr>
            <p:spPr>
              <a:xfrm>
                <a:off x="3261582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4" name="ph2029">
                <a:extLst>
                  <a:ext uri="{FF2B5EF4-FFF2-40B4-BE49-F238E27FC236}">
                    <a16:creationId xmlns:a16="http://schemas.microsoft.com/office/drawing/2014/main" id="{30F263CC-0B1B-DDFB-D06D-25EB7D03D737}"/>
                  </a:ext>
                </a:extLst>
              </p:cNvPr>
              <p:cNvSpPr/>
              <p:nvPr/>
            </p:nvSpPr>
            <p:spPr>
              <a:xfrm>
                <a:off x="327102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5" name="ph2030">
                <a:extLst>
                  <a:ext uri="{FF2B5EF4-FFF2-40B4-BE49-F238E27FC236}">
                    <a16:creationId xmlns:a16="http://schemas.microsoft.com/office/drawing/2014/main" id="{F7827C31-ABE0-90E4-74B2-59479EAE0321}"/>
                  </a:ext>
                </a:extLst>
              </p:cNvPr>
              <p:cNvSpPr/>
              <p:nvPr/>
            </p:nvSpPr>
            <p:spPr>
              <a:xfrm>
                <a:off x="328046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6" name="ph2031">
                <a:extLst>
                  <a:ext uri="{FF2B5EF4-FFF2-40B4-BE49-F238E27FC236}">
                    <a16:creationId xmlns:a16="http://schemas.microsoft.com/office/drawing/2014/main" id="{9D430D6F-40F7-F335-6F91-BD797DECF817}"/>
                  </a:ext>
                </a:extLst>
              </p:cNvPr>
              <p:cNvSpPr/>
              <p:nvPr/>
            </p:nvSpPr>
            <p:spPr>
              <a:xfrm>
                <a:off x="3289903" y="234349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7" name="ph2032">
                <a:extLst>
                  <a:ext uri="{FF2B5EF4-FFF2-40B4-BE49-F238E27FC236}">
                    <a16:creationId xmlns:a16="http://schemas.microsoft.com/office/drawing/2014/main" id="{DB80E5FD-E5EF-DFEC-30AA-D9DC927C7539}"/>
                  </a:ext>
                </a:extLst>
              </p:cNvPr>
              <p:cNvSpPr/>
              <p:nvPr/>
            </p:nvSpPr>
            <p:spPr>
              <a:xfrm>
                <a:off x="3299343" y="236105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711"/>
                    </a:lnTo>
                    <a:lnTo>
                      <a:pt x="922419" y="909095"/>
                    </a:lnTo>
                    <a:lnTo>
                      <a:pt x="920878" y="911682"/>
                    </a:lnTo>
                    <a:lnTo>
                      <a:pt x="919337" y="914269"/>
                    </a:lnTo>
                    <a:lnTo>
                      <a:pt x="919260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8" name="ph2033">
                <a:extLst>
                  <a:ext uri="{FF2B5EF4-FFF2-40B4-BE49-F238E27FC236}">
                    <a16:creationId xmlns:a16="http://schemas.microsoft.com/office/drawing/2014/main" id="{16395B5A-ED8B-FF0B-5F66-FC1A7794E421}"/>
                  </a:ext>
                </a:extLst>
              </p:cNvPr>
              <p:cNvSpPr/>
              <p:nvPr/>
            </p:nvSpPr>
            <p:spPr>
              <a:xfrm>
                <a:off x="3308784" y="2343490"/>
                <a:ext cx="920295" cy="924281"/>
              </a:xfrm>
              <a:custGeom>
                <a:avLst/>
                <a:gdLst/>
                <a:ahLst/>
                <a:cxnLst/>
                <a:rect l="0" t="0" r="0" b="0"/>
                <a:pathLst>
                  <a:path w="920295" h="924281">
                    <a:moveTo>
                      <a:pt x="914400" y="914399"/>
                    </a:moveTo>
                    <a:lnTo>
                      <a:pt x="920295" y="914399"/>
                    </a:lnTo>
                    <a:lnTo>
                      <a:pt x="919149" y="916320"/>
                    </a:lnTo>
                    <a:lnTo>
                      <a:pt x="917605" y="918906"/>
                    </a:lnTo>
                    <a:lnTo>
                      <a:pt x="916062" y="921492"/>
                    </a:lnTo>
                    <a:lnTo>
                      <a:pt x="914520" y="924078"/>
                    </a:lnTo>
                    <a:lnTo>
                      <a:pt x="914400" y="92428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9" name="ph2034">
                <a:extLst>
                  <a:ext uri="{FF2B5EF4-FFF2-40B4-BE49-F238E27FC236}">
                    <a16:creationId xmlns:a16="http://schemas.microsoft.com/office/drawing/2014/main" id="{D4BE4CA3-AF6E-8758-ED4C-B2F4CB691BCB}"/>
                  </a:ext>
                </a:extLst>
              </p:cNvPr>
              <p:cNvSpPr/>
              <p:nvPr/>
            </p:nvSpPr>
            <p:spPr>
              <a:xfrm>
                <a:off x="2402521" y="232592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280" y="931969"/>
                    </a:lnTo>
                    <a:lnTo>
                      <a:pt x="909125" y="928501"/>
                    </a:lnTo>
                    <a:lnTo>
                      <a:pt x="908942" y="917545"/>
                    </a:lnTo>
                    <a:lnTo>
                      <a:pt x="908977" y="914400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0" name="ph2035">
                <a:extLst>
                  <a:ext uri="{FF2B5EF4-FFF2-40B4-BE49-F238E27FC236}">
                    <a16:creationId xmlns:a16="http://schemas.microsoft.com/office/drawing/2014/main" id="{C9DC3D42-C3D1-D861-4F47-0256C5A2A1D8}"/>
                  </a:ext>
                </a:extLst>
              </p:cNvPr>
              <p:cNvSpPr/>
              <p:nvPr/>
            </p:nvSpPr>
            <p:spPr>
              <a:xfrm>
                <a:off x="240252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1" name="ph2036">
                <a:extLst>
                  <a:ext uri="{FF2B5EF4-FFF2-40B4-BE49-F238E27FC236}">
                    <a16:creationId xmlns:a16="http://schemas.microsoft.com/office/drawing/2014/main" id="{B90AD7FC-4338-40E6-66AA-F850A623622B}"/>
                  </a:ext>
                </a:extLst>
              </p:cNvPr>
              <p:cNvSpPr/>
              <p:nvPr/>
            </p:nvSpPr>
            <p:spPr>
              <a:xfrm>
                <a:off x="241196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2" name="ph2037">
                <a:extLst>
                  <a:ext uri="{FF2B5EF4-FFF2-40B4-BE49-F238E27FC236}">
                    <a16:creationId xmlns:a16="http://schemas.microsoft.com/office/drawing/2014/main" id="{5101B2AD-6298-455F-CCDD-6CE12467F833}"/>
                  </a:ext>
                </a:extLst>
              </p:cNvPr>
              <p:cNvSpPr/>
              <p:nvPr/>
            </p:nvSpPr>
            <p:spPr>
              <a:xfrm>
                <a:off x="242140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3" name="ph2038">
                <a:extLst>
                  <a:ext uri="{FF2B5EF4-FFF2-40B4-BE49-F238E27FC236}">
                    <a16:creationId xmlns:a16="http://schemas.microsoft.com/office/drawing/2014/main" id="{BD206279-BA60-95FA-539C-7155685496A4}"/>
                  </a:ext>
                </a:extLst>
              </p:cNvPr>
              <p:cNvSpPr/>
              <p:nvPr/>
            </p:nvSpPr>
            <p:spPr>
              <a:xfrm>
                <a:off x="243084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4" name="ph2039">
                <a:extLst>
                  <a:ext uri="{FF2B5EF4-FFF2-40B4-BE49-F238E27FC236}">
                    <a16:creationId xmlns:a16="http://schemas.microsoft.com/office/drawing/2014/main" id="{DF7E77DA-85A2-331B-48BF-B834489ECE40}"/>
                  </a:ext>
                </a:extLst>
              </p:cNvPr>
              <p:cNvSpPr/>
              <p:nvPr/>
            </p:nvSpPr>
            <p:spPr>
              <a:xfrm>
                <a:off x="244028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5" name="ph2040">
                <a:extLst>
                  <a:ext uri="{FF2B5EF4-FFF2-40B4-BE49-F238E27FC236}">
                    <a16:creationId xmlns:a16="http://schemas.microsoft.com/office/drawing/2014/main" id="{4F484BEB-3544-1A52-3DC0-8579362EE5C3}"/>
                  </a:ext>
                </a:extLst>
              </p:cNvPr>
              <p:cNvSpPr/>
              <p:nvPr/>
            </p:nvSpPr>
            <p:spPr>
              <a:xfrm>
                <a:off x="244972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6" name="ph2041">
                <a:extLst>
                  <a:ext uri="{FF2B5EF4-FFF2-40B4-BE49-F238E27FC236}">
                    <a16:creationId xmlns:a16="http://schemas.microsoft.com/office/drawing/2014/main" id="{669DF587-4A14-D776-DC78-E768B75013F6}"/>
                  </a:ext>
                </a:extLst>
              </p:cNvPr>
              <p:cNvSpPr/>
              <p:nvPr/>
            </p:nvSpPr>
            <p:spPr>
              <a:xfrm>
                <a:off x="245916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7" name="ph2042">
                <a:extLst>
                  <a:ext uri="{FF2B5EF4-FFF2-40B4-BE49-F238E27FC236}">
                    <a16:creationId xmlns:a16="http://schemas.microsoft.com/office/drawing/2014/main" id="{170FCEFD-5040-43CA-13A8-253CA2B574FC}"/>
                  </a:ext>
                </a:extLst>
              </p:cNvPr>
              <p:cNvSpPr/>
              <p:nvPr/>
            </p:nvSpPr>
            <p:spPr>
              <a:xfrm>
                <a:off x="246860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8" name="ph2043">
                <a:extLst>
                  <a:ext uri="{FF2B5EF4-FFF2-40B4-BE49-F238E27FC236}">
                    <a16:creationId xmlns:a16="http://schemas.microsoft.com/office/drawing/2014/main" id="{3D6BC347-A67F-2010-8ECE-8009313FD8EB}"/>
                  </a:ext>
                </a:extLst>
              </p:cNvPr>
              <p:cNvSpPr/>
              <p:nvPr/>
            </p:nvSpPr>
            <p:spPr>
              <a:xfrm>
                <a:off x="247804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9" name="ph2044">
                <a:extLst>
                  <a:ext uri="{FF2B5EF4-FFF2-40B4-BE49-F238E27FC236}">
                    <a16:creationId xmlns:a16="http://schemas.microsoft.com/office/drawing/2014/main" id="{6809C347-8493-E8FF-8901-44DC3FF9EB9B}"/>
                  </a:ext>
                </a:extLst>
              </p:cNvPr>
              <p:cNvSpPr/>
              <p:nvPr/>
            </p:nvSpPr>
            <p:spPr>
              <a:xfrm>
                <a:off x="248748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0" name="ph2045">
                <a:extLst>
                  <a:ext uri="{FF2B5EF4-FFF2-40B4-BE49-F238E27FC236}">
                    <a16:creationId xmlns:a16="http://schemas.microsoft.com/office/drawing/2014/main" id="{12FBD061-96AB-BE1B-936F-6E9AA4186ADD}"/>
                  </a:ext>
                </a:extLst>
              </p:cNvPr>
              <p:cNvSpPr/>
              <p:nvPr/>
            </p:nvSpPr>
            <p:spPr>
              <a:xfrm>
                <a:off x="249692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1" name="ph2046">
                <a:extLst>
                  <a:ext uri="{FF2B5EF4-FFF2-40B4-BE49-F238E27FC236}">
                    <a16:creationId xmlns:a16="http://schemas.microsoft.com/office/drawing/2014/main" id="{6109B5D4-86AC-6E34-3801-1C8494B257F9}"/>
                  </a:ext>
                </a:extLst>
              </p:cNvPr>
              <p:cNvSpPr/>
              <p:nvPr/>
            </p:nvSpPr>
            <p:spPr>
              <a:xfrm>
                <a:off x="250636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2" name="ph2047">
                <a:extLst>
                  <a:ext uri="{FF2B5EF4-FFF2-40B4-BE49-F238E27FC236}">
                    <a16:creationId xmlns:a16="http://schemas.microsoft.com/office/drawing/2014/main" id="{430FE3C6-8C3F-26FB-FCF7-9BE8EAE6FFAC}"/>
                  </a:ext>
                </a:extLst>
              </p:cNvPr>
              <p:cNvSpPr/>
              <p:nvPr/>
            </p:nvSpPr>
            <p:spPr>
              <a:xfrm>
                <a:off x="251580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3" name="ph2048">
                <a:extLst>
                  <a:ext uri="{FF2B5EF4-FFF2-40B4-BE49-F238E27FC236}">
                    <a16:creationId xmlns:a16="http://schemas.microsoft.com/office/drawing/2014/main" id="{93DD8ED0-DD5F-4D70-74D8-921E4FE21225}"/>
                  </a:ext>
                </a:extLst>
              </p:cNvPr>
              <p:cNvSpPr/>
              <p:nvPr/>
            </p:nvSpPr>
            <p:spPr>
              <a:xfrm>
                <a:off x="252524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4" name="ph2049">
                <a:extLst>
                  <a:ext uri="{FF2B5EF4-FFF2-40B4-BE49-F238E27FC236}">
                    <a16:creationId xmlns:a16="http://schemas.microsoft.com/office/drawing/2014/main" id="{4FD024C9-F27C-9273-170A-5313F62D2EC1}"/>
                  </a:ext>
                </a:extLst>
              </p:cNvPr>
              <p:cNvSpPr/>
              <p:nvPr/>
            </p:nvSpPr>
            <p:spPr>
              <a:xfrm>
                <a:off x="253468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5" name="ph2050">
                <a:extLst>
                  <a:ext uri="{FF2B5EF4-FFF2-40B4-BE49-F238E27FC236}">
                    <a16:creationId xmlns:a16="http://schemas.microsoft.com/office/drawing/2014/main" id="{20592F76-B676-3A60-0523-585258263A71}"/>
                  </a:ext>
                </a:extLst>
              </p:cNvPr>
              <p:cNvSpPr/>
              <p:nvPr/>
            </p:nvSpPr>
            <p:spPr>
              <a:xfrm>
                <a:off x="254412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6" name="ph2051">
                <a:extLst>
                  <a:ext uri="{FF2B5EF4-FFF2-40B4-BE49-F238E27FC236}">
                    <a16:creationId xmlns:a16="http://schemas.microsoft.com/office/drawing/2014/main" id="{FE66A4C2-F373-2055-DBFB-31C6C4A41392}"/>
                  </a:ext>
                </a:extLst>
              </p:cNvPr>
              <p:cNvSpPr/>
              <p:nvPr/>
            </p:nvSpPr>
            <p:spPr>
              <a:xfrm>
                <a:off x="255356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7" name="ph2052">
                <a:extLst>
                  <a:ext uri="{FF2B5EF4-FFF2-40B4-BE49-F238E27FC236}">
                    <a16:creationId xmlns:a16="http://schemas.microsoft.com/office/drawing/2014/main" id="{EC9E594A-07AC-6D7A-EE2A-4A2D2DF1107E}"/>
                  </a:ext>
                </a:extLst>
              </p:cNvPr>
              <p:cNvSpPr/>
              <p:nvPr/>
            </p:nvSpPr>
            <p:spPr>
              <a:xfrm>
                <a:off x="256300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8" name="ph2053">
                <a:extLst>
                  <a:ext uri="{FF2B5EF4-FFF2-40B4-BE49-F238E27FC236}">
                    <a16:creationId xmlns:a16="http://schemas.microsoft.com/office/drawing/2014/main" id="{D90F431F-0D22-34F7-598A-C82B1424ABB1}"/>
                  </a:ext>
                </a:extLst>
              </p:cNvPr>
              <p:cNvSpPr/>
              <p:nvPr/>
            </p:nvSpPr>
            <p:spPr>
              <a:xfrm>
                <a:off x="257244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9" name="ph2054">
                <a:extLst>
                  <a:ext uri="{FF2B5EF4-FFF2-40B4-BE49-F238E27FC236}">
                    <a16:creationId xmlns:a16="http://schemas.microsoft.com/office/drawing/2014/main" id="{C2507D00-7533-6164-8A5E-C201C3532C45}"/>
                  </a:ext>
                </a:extLst>
              </p:cNvPr>
              <p:cNvSpPr/>
              <p:nvPr/>
            </p:nvSpPr>
            <p:spPr>
              <a:xfrm>
                <a:off x="258188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0" name="ph2055">
                <a:extLst>
                  <a:ext uri="{FF2B5EF4-FFF2-40B4-BE49-F238E27FC236}">
                    <a16:creationId xmlns:a16="http://schemas.microsoft.com/office/drawing/2014/main" id="{3024447F-FD52-848B-4DAC-AAB7357F6A76}"/>
                  </a:ext>
                </a:extLst>
              </p:cNvPr>
              <p:cNvSpPr/>
              <p:nvPr/>
            </p:nvSpPr>
            <p:spPr>
              <a:xfrm>
                <a:off x="259132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1" name="ph2056">
                <a:extLst>
                  <a:ext uri="{FF2B5EF4-FFF2-40B4-BE49-F238E27FC236}">
                    <a16:creationId xmlns:a16="http://schemas.microsoft.com/office/drawing/2014/main" id="{2F7ACB3D-7BFC-019B-F09F-C0497D315320}"/>
                  </a:ext>
                </a:extLst>
              </p:cNvPr>
              <p:cNvSpPr/>
              <p:nvPr/>
            </p:nvSpPr>
            <p:spPr>
              <a:xfrm>
                <a:off x="260076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2" name="ph2057">
                <a:extLst>
                  <a:ext uri="{FF2B5EF4-FFF2-40B4-BE49-F238E27FC236}">
                    <a16:creationId xmlns:a16="http://schemas.microsoft.com/office/drawing/2014/main" id="{93C9846F-02B3-7EF9-43BA-F13AECE607A2}"/>
                  </a:ext>
                </a:extLst>
              </p:cNvPr>
              <p:cNvSpPr/>
              <p:nvPr/>
            </p:nvSpPr>
            <p:spPr>
              <a:xfrm>
                <a:off x="261020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3" name="ph2058">
                <a:extLst>
                  <a:ext uri="{FF2B5EF4-FFF2-40B4-BE49-F238E27FC236}">
                    <a16:creationId xmlns:a16="http://schemas.microsoft.com/office/drawing/2014/main" id="{AFBE9BAD-FCFA-5A26-A265-60CE3639C3EE}"/>
                  </a:ext>
                </a:extLst>
              </p:cNvPr>
              <p:cNvSpPr/>
              <p:nvPr/>
            </p:nvSpPr>
            <p:spPr>
              <a:xfrm>
                <a:off x="261964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4" name="ph2059">
                <a:extLst>
                  <a:ext uri="{FF2B5EF4-FFF2-40B4-BE49-F238E27FC236}">
                    <a16:creationId xmlns:a16="http://schemas.microsoft.com/office/drawing/2014/main" id="{B73B79D1-593E-84D8-307B-A9977E5D4965}"/>
                  </a:ext>
                </a:extLst>
              </p:cNvPr>
              <p:cNvSpPr/>
              <p:nvPr/>
            </p:nvSpPr>
            <p:spPr>
              <a:xfrm>
                <a:off x="262908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5" name="ph2060">
                <a:extLst>
                  <a:ext uri="{FF2B5EF4-FFF2-40B4-BE49-F238E27FC236}">
                    <a16:creationId xmlns:a16="http://schemas.microsoft.com/office/drawing/2014/main" id="{C958DA47-BF5E-4C84-35AF-022C7F5747FE}"/>
                  </a:ext>
                </a:extLst>
              </p:cNvPr>
              <p:cNvSpPr/>
              <p:nvPr/>
            </p:nvSpPr>
            <p:spPr>
              <a:xfrm>
                <a:off x="263852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6" name="ph2061">
                <a:extLst>
                  <a:ext uri="{FF2B5EF4-FFF2-40B4-BE49-F238E27FC236}">
                    <a16:creationId xmlns:a16="http://schemas.microsoft.com/office/drawing/2014/main" id="{8F6CA0C3-5B39-DD58-B425-350BE97BE7B5}"/>
                  </a:ext>
                </a:extLst>
              </p:cNvPr>
              <p:cNvSpPr/>
              <p:nvPr/>
            </p:nvSpPr>
            <p:spPr>
              <a:xfrm>
                <a:off x="264796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7" name="ph2062">
                <a:extLst>
                  <a:ext uri="{FF2B5EF4-FFF2-40B4-BE49-F238E27FC236}">
                    <a16:creationId xmlns:a16="http://schemas.microsoft.com/office/drawing/2014/main" id="{1C3EAD6B-A929-A515-DB13-8C46B5596C38}"/>
                  </a:ext>
                </a:extLst>
              </p:cNvPr>
              <p:cNvSpPr/>
              <p:nvPr/>
            </p:nvSpPr>
            <p:spPr>
              <a:xfrm>
                <a:off x="265740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8" name="ph2063">
                <a:extLst>
                  <a:ext uri="{FF2B5EF4-FFF2-40B4-BE49-F238E27FC236}">
                    <a16:creationId xmlns:a16="http://schemas.microsoft.com/office/drawing/2014/main" id="{9A0377C5-B25A-7616-0ED4-6D45AEE5A777}"/>
                  </a:ext>
                </a:extLst>
              </p:cNvPr>
              <p:cNvSpPr/>
              <p:nvPr/>
            </p:nvSpPr>
            <p:spPr>
              <a:xfrm>
                <a:off x="266684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9" name="ph2064">
                <a:extLst>
                  <a:ext uri="{FF2B5EF4-FFF2-40B4-BE49-F238E27FC236}">
                    <a16:creationId xmlns:a16="http://schemas.microsoft.com/office/drawing/2014/main" id="{440BEE70-D08A-D42A-02B5-9EF91DFB09D0}"/>
                  </a:ext>
                </a:extLst>
              </p:cNvPr>
              <p:cNvSpPr/>
              <p:nvPr/>
            </p:nvSpPr>
            <p:spPr>
              <a:xfrm>
                <a:off x="267628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0" name="ph2065">
                <a:extLst>
                  <a:ext uri="{FF2B5EF4-FFF2-40B4-BE49-F238E27FC236}">
                    <a16:creationId xmlns:a16="http://schemas.microsoft.com/office/drawing/2014/main" id="{BF82CEE1-5BCD-2A2A-32EC-DD9AE34E93A9}"/>
                  </a:ext>
                </a:extLst>
              </p:cNvPr>
              <p:cNvSpPr/>
              <p:nvPr/>
            </p:nvSpPr>
            <p:spPr>
              <a:xfrm>
                <a:off x="268572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EEA85">
                  <a:alpha val="100000"/>
                </a:srgbClr>
              </a:solidFill>
              <a:ln w="5420" cap="flat">
                <a:solidFill>
                  <a:srgbClr val="CE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1" name="ph2066">
                <a:extLst>
                  <a:ext uri="{FF2B5EF4-FFF2-40B4-BE49-F238E27FC236}">
                    <a16:creationId xmlns:a16="http://schemas.microsoft.com/office/drawing/2014/main" id="{709D03D4-B99C-A924-4CB4-0F9A4AABC548}"/>
                  </a:ext>
                </a:extLst>
              </p:cNvPr>
              <p:cNvSpPr/>
              <p:nvPr/>
            </p:nvSpPr>
            <p:spPr>
              <a:xfrm>
                <a:off x="2695168" y="2343490"/>
                <a:ext cx="91963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63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639" y="896830"/>
                    </a:lnTo>
                    <a:lnTo>
                      <a:pt x="918287" y="903132"/>
                    </a:lnTo>
                    <a:lnTo>
                      <a:pt x="915767" y="913287"/>
                    </a:lnTo>
                    <a:lnTo>
                      <a:pt x="915451" y="914399"/>
                    </a:lnTo>
                    <a:close/>
                  </a:path>
                </a:pathLst>
              </a:custGeom>
              <a:solidFill>
                <a:srgbClr val="CFEA85">
                  <a:alpha val="100000"/>
                </a:srgbClr>
              </a:solidFill>
              <a:ln w="5420" cap="flat">
                <a:solidFill>
                  <a:srgbClr val="CFEA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2" name="ph2067">
                <a:extLst>
                  <a:ext uri="{FF2B5EF4-FFF2-40B4-BE49-F238E27FC236}">
                    <a16:creationId xmlns:a16="http://schemas.microsoft.com/office/drawing/2014/main" id="{AAC0FA86-1BFB-868E-2393-35B8687A6A82}"/>
                  </a:ext>
                </a:extLst>
              </p:cNvPr>
              <p:cNvSpPr/>
              <p:nvPr/>
            </p:nvSpPr>
            <p:spPr>
              <a:xfrm>
                <a:off x="2761250" y="2343490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84" y="914399"/>
                    </a:lnTo>
                    <a:lnTo>
                      <a:pt x="910569" y="914215"/>
                    </a:lnTo>
                    <a:lnTo>
                      <a:pt x="910709" y="913909"/>
                    </a:lnTo>
                    <a:lnTo>
                      <a:pt x="910849" y="913604"/>
                    </a:lnTo>
                    <a:lnTo>
                      <a:pt x="910989" y="913298"/>
                    </a:lnTo>
                    <a:lnTo>
                      <a:pt x="911129" y="912993"/>
                    </a:lnTo>
                    <a:lnTo>
                      <a:pt x="911269" y="912687"/>
                    </a:lnTo>
                    <a:lnTo>
                      <a:pt x="911409" y="912382"/>
                    </a:lnTo>
                    <a:lnTo>
                      <a:pt x="911549" y="912076"/>
                    </a:lnTo>
                    <a:lnTo>
                      <a:pt x="911689" y="911771"/>
                    </a:lnTo>
                    <a:lnTo>
                      <a:pt x="911830" y="911465"/>
                    </a:lnTo>
                    <a:lnTo>
                      <a:pt x="911970" y="911160"/>
                    </a:lnTo>
                    <a:lnTo>
                      <a:pt x="912110" y="910854"/>
                    </a:lnTo>
                    <a:lnTo>
                      <a:pt x="912250" y="910549"/>
                    </a:lnTo>
                    <a:lnTo>
                      <a:pt x="912390" y="910243"/>
                    </a:lnTo>
                    <a:lnTo>
                      <a:pt x="912530" y="909938"/>
                    </a:lnTo>
                    <a:lnTo>
                      <a:pt x="912670" y="909632"/>
                    </a:lnTo>
                    <a:lnTo>
                      <a:pt x="912810" y="909327"/>
                    </a:lnTo>
                    <a:lnTo>
                      <a:pt x="912951" y="909021"/>
                    </a:lnTo>
                    <a:lnTo>
                      <a:pt x="913091" y="908716"/>
                    </a:lnTo>
                    <a:lnTo>
                      <a:pt x="913231" y="908410"/>
                    </a:lnTo>
                    <a:lnTo>
                      <a:pt x="913371" y="908105"/>
                    </a:lnTo>
                    <a:lnTo>
                      <a:pt x="913511" y="907799"/>
                    </a:lnTo>
                    <a:lnTo>
                      <a:pt x="913652" y="907494"/>
                    </a:lnTo>
                    <a:lnTo>
                      <a:pt x="913792" y="907188"/>
                    </a:lnTo>
                    <a:lnTo>
                      <a:pt x="913932" y="906883"/>
                    </a:lnTo>
                    <a:lnTo>
                      <a:pt x="914072" y="906577"/>
                    </a:lnTo>
                    <a:lnTo>
                      <a:pt x="914212" y="906272"/>
                    </a:lnTo>
                    <a:lnTo>
                      <a:pt x="914400" y="905864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3" name="ph2068">
                <a:extLst>
                  <a:ext uri="{FF2B5EF4-FFF2-40B4-BE49-F238E27FC236}">
                    <a16:creationId xmlns:a16="http://schemas.microsoft.com/office/drawing/2014/main" id="{D2AF965B-A9ED-2965-FD51-DFE3DF939E9B}"/>
                  </a:ext>
                </a:extLst>
              </p:cNvPr>
              <p:cNvSpPr/>
              <p:nvPr/>
            </p:nvSpPr>
            <p:spPr>
              <a:xfrm>
                <a:off x="2770690" y="232592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434"/>
                    </a:lnTo>
                    <a:lnTo>
                      <a:pt x="905053" y="923231"/>
                    </a:lnTo>
                    <a:lnTo>
                      <a:pt x="905193" y="922925"/>
                    </a:lnTo>
                    <a:lnTo>
                      <a:pt x="905333" y="922620"/>
                    </a:lnTo>
                    <a:lnTo>
                      <a:pt x="905473" y="922314"/>
                    </a:lnTo>
                    <a:lnTo>
                      <a:pt x="905613" y="922009"/>
                    </a:lnTo>
                    <a:lnTo>
                      <a:pt x="905754" y="921703"/>
                    </a:lnTo>
                    <a:lnTo>
                      <a:pt x="905894" y="921398"/>
                    </a:lnTo>
                    <a:lnTo>
                      <a:pt x="906034" y="921092"/>
                    </a:lnTo>
                    <a:lnTo>
                      <a:pt x="909264" y="914400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4" name="ph2069">
                <a:extLst>
                  <a:ext uri="{FF2B5EF4-FFF2-40B4-BE49-F238E27FC236}">
                    <a16:creationId xmlns:a16="http://schemas.microsoft.com/office/drawing/2014/main" id="{32E43408-873F-369B-C420-0CD09DAABE39}"/>
                  </a:ext>
                </a:extLst>
              </p:cNvPr>
              <p:cNvSpPr/>
              <p:nvPr/>
            </p:nvSpPr>
            <p:spPr>
              <a:xfrm>
                <a:off x="277069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5" name="ph2070">
                <a:extLst>
                  <a:ext uri="{FF2B5EF4-FFF2-40B4-BE49-F238E27FC236}">
                    <a16:creationId xmlns:a16="http://schemas.microsoft.com/office/drawing/2014/main" id="{C5B463F3-DCF9-4BFD-E82C-BD13981ECDB3}"/>
                  </a:ext>
                </a:extLst>
              </p:cNvPr>
              <p:cNvSpPr/>
              <p:nvPr/>
            </p:nvSpPr>
            <p:spPr>
              <a:xfrm>
                <a:off x="278013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6" name="ph2071">
                <a:extLst>
                  <a:ext uri="{FF2B5EF4-FFF2-40B4-BE49-F238E27FC236}">
                    <a16:creationId xmlns:a16="http://schemas.microsoft.com/office/drawing/2014/main" id="{3672C410-9B83-2446-F90B-25C7BC0DAEF1}"/>
                  </a:ext>
                </a:extLst>
              </p:cNvPr>
              <p:cNvSpPr/>
              <p:nvPr/>
            </p:nvSpPr>
            <p:spPr>
              <a:xfrm>
                <a:off x="278957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3">
                  <a:alpha val="100000"/>
                </a:srgbClr>
              </a:solidFill>
              <a:ln w="5420" cap="flat">
                <a:solidFill>
                  <a:srgbClr val="EBF7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7" name="ph2072">
                <a:extLst>
                  <a:ext uri="{FF2B5EF4-FFF2-40B4-BE49-F238E27FC236}">
                    <a16:creationId xmlns:a16="http://schemas.microsoft.com/office/drawing/2014/main" id="{6C91FE7C-7FDC-A70A-27C7-948B1A3C5C6D}"/>
                  </a:ext>
                </a:extLst>
              </p:cNvPr>
              <p:cNvSpPr/>
              <p:nvPr/>
            </p:nvSpPr>
            <p:spPr>
              <a:xfrm>
                <a:off x="279901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8" name="ph2073">
                <a:extLst>
                  <a:ext uri="{FF2B5EF4-FFF2-40B4-BE49-F238E27FC236}">
                    <a16:creationId xmlns:a16="http://schemas.microsoft.com/office/drawing/2014/main" id="{021CD911-45B3-D26A-A86F-0BE86E426E2B}"/>
                  </a:ext>
                </a:extLst>
              </p:cNvPr>
              <p:cNvSpPr/>
              <p:nvPr/>
            </p:nvSpPr>
            <p:spPr>
              <a:xfrm>
                <a:off x="280845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9" name="ph2074">
                <a:extLst>
                  <a:ext uri="{FF2B5EF4-FFF2-40B4-BE49-F238E27FC236}">
                    <a16:creationId xmlns:a16="http://schemas.microsoft.com/office/drawing/2014/main" id="{2B3BE024-FB91-8DA6-FB15-F5024965C560}"/>
                  </a:ext>
                </a:extLst>
              </p:cNvPr>
              <p:cNvSpPr/>
              <p:nvPr/>
            </p:nvSpPr>
            <p:spPr>
              <a:xfrm>
                <a:off x="281789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0" name="ph2075">
                <a:extLst>
                  <a:ext uri="{FF2B5EF4-FFF2-40B4-BE49-F238E27FC236}">
                    <a16:creationId xmlns:a16="http://schemas.microsoft.com/office/drawing/2014/main" id="{4E6ED746-4E46-F3B1-9628-08DFE307F0FF}"/>
                  </a:ext>
                </a:extLst>
              </p:cNvPr>
              <p:cNvSpPr/>
              <p:nvPr/>
            </p:nvSpPr>
            <p:spPr>
              <a:xfrm>
                <a:off x="282733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1" name="ph2076">
                <a:extLst>
                  <a:ext uri="{FF2B5EF4-FFF2-40B4-BE49-F238E27FC236}">
                    <a16:creationId xmlns:a16="http://schemas.microsoft.com/office/drawing/2014/main" id="{1145A54C-1358-6561-50E0-6C9E51B105EE}"/>
                  </a:ext>
                </a:extLst>
              </p:cNvPr>
              <p:cNvSpPr/>
              <p:nvPr/>
            </p:nvSpPr>
            <p:spPr>
              <a:xfrm>
                <a:off x="283677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2" name="ph2077">
                <a:extLst>
                  <a:ext uri="{FF2B5EF4-FFF2-40B4-BE49-F238E27FC236}">
                    <a16:creationId xmlns:a16="http://schemas.microsoft.com/office/drawing/2014/main" id="{523BE754-D563-7EA7-E28E-80936BA4E82F}"/>
                  </a:ext>
                </a:extLst>
              </p:cNvPr>
              <p:cNvSpPr/>
              <p:nvPr/>
            </p:nvSpPr>
            <p:spPr>
              <a:xfrm>
                <a:off x="284621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3" name="ph2078">
                <a:extLst>
                  <a:ext uri="{FF2B5EF4-FFF2-40B4-BE49-F238E27FC236}">
                    <a16:creationId xmlns:a16="http://schemas.microsoft.com/office/drawing/2014/main" id="{CAD91308-EF78-D967-33E4-35CCC5F07A36}"/>
                  </a:ext>
                </a:extLst>
              </p:cNvPr>
              <p:cNvSpPr/>
              <p:nvPr/>
            </p:nvSpPr>
            <p:spPr>
              <a:xfrm>
                <a:off x="285565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4" name="ph2079">
                <a:extLst>
                  <a:ext uri="{FF2B5EF4-FFF2-40B4-BE49-F238E27FC236}">
                    <a16:creationId xmlns:a16="http://schemas.microsoft.com/office/drawing/2014/main" id="{DFC09008-4B2A-3ACD-FB70-B606F85F8E6D}"/>
                  </a:ext>
                </a:extLst>
              </p:cNvPr>
              <p:cNvSpPr/>
              <p:nvPr/>
            </p:nvSpPr>
            <p:spPr>
              <a:xfrm>
                <a:off x="286509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5" name="ph2080">
                <a:extLst>
                  <a:ext uri="{FF2B5EF4-FFF2-40B4-BE49-F238E27FC236}">
                    <a16:creationId xmlns:a16="http://schemas.microsoft.com/office/drawing/2014/main" id="{F3D30B40-B87C-1CA0-EDC4-3E13FEB64F1C}"/>
                  </a:ext>
                </a:extLst>
              </p:cNvPr>
              <p:cNvSpPr/>
              <p:nvPr/>
            </p:nvSpPr>
            <p:spPr>
              <a:xfrm>
                <a:off x="287453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6" name="ph2081">
                <a:extLst>
                  <a:ext uri="{FF2B5EF4-FFF2-40B4-BE49-F238E27FC236}">
                    <a16:creationId xmlns:a16="http://schemas.microsoft.com/office/drawing/2014/main" id="{DDEEA0A7-0F05-56DA-2D89-601836CD5CCD}"/>
                  </a:ext>
                </a:extLst>
              </p:cNvPr>
              <p:cNvSpPr/>
              <p:nvPr/>
            </p:nvSpPr>
            <p:spPr>
              <a:xfrm>
                <a:off x="288397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7" name="ph2082">
                <a:extLst>
                  <a:ext uri="{FF2B5EF4-FFF2-40B4-BE49-F238E27FC236}">
                    <a16:creationId xmlns:a16="http://schemas.microsoft.com/office/drawing/2014/main" id="{CC86511E-9892-CC66-6745-7182698A48E5}"/>
                  </a:ext>
                </a:extLst>
              </p:cNvPr>
              <p:cNvSpPr/>
              <p:nvPr/>
            </p:nvSpPr>
            <p:spPr>
              <a:xfrm>
                <a:off x="289341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8" name="ph2083">
                <a:extLst>
                  <a:ext uri="{FF2B5EF4-FFF2-40B4-BE49-F238E27FC236}">
                    <a16:creationId xmlns:a16="http://schemas.microsoft.com/office/drawing/2014/main" id="{28A1344B-0C4C-F39A-E032-31F2C22CF0A4}"/>
                  </a:ext>
                </a:extLst>
              </p:cNvPr>
              <p:cNvSpPr/>
              <p:nvPr/>
            </p:nvSpPr>
            <p:spPr>
              <a:xfrm>
                <a:off x="290285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9" name="ph2084">
                <a:extLst>
                  <a:ext uri="{FF2B5EF4-FFF2-40B4-BE49-F238E27FC236}">
                    <a16:creationId xmlns:a16="http://schemas.microsoft.com/office/drawing/2014/main" id="{A10C8779-53D0-8070-5ABE-9E5546410CAA}"/>
                  </a:ext>
                </a:extLst>
              </p:cNvPr>
              <p:cNvSpPr/>
              <p:nvPr/>
            </p:nvSpPr>
            <p:spPr>
              <a:xfrm>
                <a:off x="291229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0" name="ph2085">
                <a:extLst>
                  <a:ext uri="{FF2B5EF4-FFF2-40B4-BE49-F238E27FC236}">
                    <a16:creationId xmlns:a16="http://schemas.microsoft.com/office/drawing/2014/main" id="{F15CA0D6-B760-0E4E-18C7-44A7AD55C591}"/>
                  </a:ext>
                </a:extLst>
              </p:cNvPr>
              <p:cNvSpPr/>
              <p:nvPr/>
            </p:nvSpPr>
            <p:spPr>
              <a:xfrm>
                <a:off x="292173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1" name="ph2086">
                <a:extLst>
                  <a:ext uri="{FF2B5EF4-FFF2-40B4-BE49-F238E27FC236}">
                    <a16:creationId xmlns:a16="http://schemas.microsoft.com/office/drawing/2014/main" id="{DF78AF1F-AD0A-E898-19BD-9918C6C91834}"/>
                  </a:ext>
                </a:extLst>
              </p:cNvPr>
              <p:cNvSpPr/>
              <p:nvPr/>
            </p:nvSpPr>
            <p:spPr>
              <a:xfrm>
                <a:off x="293117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2" name="ph2087">
                <a:extLst>
                  <a:ext uri="{FF2B5EF4-FFF2-40B4-BE49-F238E27FC236}">
                    <a16:creationId xmlns:a16="http://schemas.microsoft.com/office/drawing/2014/main" id="{121A87B1-4A00-6DB8-497E-82FFEB508B50}"/>
                  </a:ext>
                </a:extLst>
              </p:cNvPr>
              <p:cNvSpPr/>
              <p:nvPr/>
            </p:nvSpPr>
            <p:spPr>
              <a:xfrm>
                <a:off x="294061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3" name="ph2088">
                <a:extLst>
                  <a:ext uri="{FF2B5EF4-FFF2-40B4-BE49-F238E27FC236}">
                    <a16:creationId xmlns:a16="http://schemas.microsoft.com/office/drawing/2014/main" id="{5B0C66D4-AEFF-E5B9-EA2E-AE175B131E65}"/>
                  </a:ext>
                </a:extLst>
              </p:cNvPr>
              <p:cNvSpPr/>
              <p:nvPr/>
            </p:nvSpPr>
            <p:spPr>
              <a:xfrm>
                <a:off x="2950054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4" name="ph2089">
                <a:extLst>
                  <a:ext uri="{FF2B5EF4-FFF2-40B4-BE49-F238E27FC236}">
                    <a16:creationId xmlns:a16="http://schemas.microsoft.com/office/drawing/2014/main" id="{78484DC1-801D-5CC8-E04A-512DD2253A7A}"/>
                  </a:ext>
                </a:extLst>
              </p:cNvPr>
              <p:cNvSpPr/>
              <p:nvPr/>
            </p:nvSpPr>
            <p:spPr>
              <a:xfrm>
                <a:off x="295949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5" name="ph2090">
                <a:extLst>
                  <a:ext uri="{FF2B5EF4-FFF2-40B4-BE49-F238E27FC236}">
                    <a16:creationId xmlns:a16="http://schemas.microsoft.com/office/drawing/2014/main" id="{3F0FF6BB-DB28-3A82-B213-79B4E9C421A6}"/>
                  </a:ext>
                </a:extLst>
              </p:cNvPr>
              <p:cNvSpPr/>
              <p:nvPr/>
            </p:nvSpPr>
            <p:spPr>
              <a:xfrm>
                <a:off x="296893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6" name="ph2091">
                <a:extLst>
                  <a:ext uri="{FF2B5EF4-FFF2-40B4-BE49-F238E27FC236}">
                    <a16:creationId xmlns:a16="http://schemas.microsoft.com/office/drawing/2014/main" id="{8522DD27-9226-9A87-B909-481FE2EBDACB}"/>
                  </a:ext>
                </a:extLst>
              </p:cNvPr>
              <p:cNvSpPr/>
              <p:nvPr/>
            </p:nvSpPr>
            <p:spPr>
              <a:xfrm>
                <a:off x="297837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7" name="ph2092">
                <a:extLst>
                  <a:ext uri="{FF2B5EF4-FFF2-40B4-BE49-F238E27FC236}">
                    <a16:creationId xmlns:a16="http://schemas.microsoft.com/office/drawing/2014/main" id="{19C23DF7-892F-50DE-CCF1-730CF3AE9E03}"/>
                  </a:ext>
                </a:extLst>
              </p:cNvPr>
              <p:cNvSpPr/>
              <p:nvPr/>
            </p:nvSpPr>
            <p:spPr>
              <a:xfrm>
                <a:off x="2987815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8" name="ph2093">
                <a:extLst>
                  <a:ext uri="{FF2B5EF4-FFF2-40B4-BE49-F238E27FC236}">
                    <a16:creationId xmlns:a16="http://schemas.microsoft.com/office/drawing/2014/main" id="{507817D6-683B-3D86-0E7E-462722687FC0}"/>
                  </a:ext>
                </a:extLst>
              </p:cNvPr>
              <p:cNvSpPr/>
              <p:nvPr/>
            </p:nvSpPr>
            <p:spPr>
              <a:xfrm>
                <a:off x="299725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9" name="ph2094">
                <a:extLst>
                  <a:ext uri="{FF2B5EF4-FFF2-40B4-BE49-F238E27FC236}">
                    <a16:creationId xmlns:a16="http://schemas.microsoft.com/office/drawing/2014/main" id="{6D671363-2360-8ACC-43D9-B76EC44C3EEE}"/>
                  </a:ext>
                </a:extLst>
              </p:cNvPr>
              <p:cNvSpPr/>
              <p:nvPr/>
            </p:nvSpPr>
            <p:spPr>
              <a:xfrm>
                <a:off x="300669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0" name="ph2095">
                <a:extLst>
                  <a:ext uri="{FF2B5EF4-FFF2-40B4-BE49-F238E27FC236}">
                    <a16:creationId xmlns:a16="http://schemas.microsoft.com/office/drawing/2014/main" id="{BEAEA622-513A-F7FF-4B98-C471FC3E0D29}"/>
                  </a:ext>
                </a:extLst>
              </p:cNvPr>
              <p:cNvSpPr/>
              <p:nvPr/>
            </p:nvSpPr>
            <p:spPr>
              <a:xfrm>
                <a:off x="301613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1" name="ph2096">
                <a:extLst>
                  <a:ext uri="{FF2B5EF4-FFF2-40B4-BE49-F238E27FC236}">
                    <a16:creationId xmlns:a16="http://schemas.microsoft.com/office/drawing/2014/main" id="{A18488A1-553B-97D0-32E8-83F4320D7893}"/>
                  </a:ext>
                </a:extLst>
              </p:cNvPr>
              <p:cNvSpPr/>
              <p:nvPr/>
            </p:nvSpPr>
            <p:spPr>
              <a:xfrm>
                <a:off x="3025576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2" name="ph2097">
                <a:extLst>
                  <a:ext uri="{FF2B5EF4-FFF2-40B4-BE49-F238E27FC236}">
                    <a16:creationId xmlns:a16="http://schemas.microsoft.com/office/drawing/2014/main" id="{CBC3CED7-3933-2507-D5E7-534B7AF23301}"/>
                  </a:ext>
                </a:extLst>
              </p:cNvPr>
              <p:cNvSpPr/>
              <p:nvPr/>
            </p:nvSpPr>
            <p:spPr>
              <a:xfrm>
                <a:off x="303501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3" name="ph2098">
                <a:extLst>
                  <a:ext uri="{FF2B5EF4-FFF2-40B4-BE49-F238E27FC236}">
                    <a16:creationId xmlns:a16="http://schemas.microsoft.com/office/drawing/2014/main" id="{ACA54023-D4F5-C54B-6329-F2ED07B468C1}"/>
                  </a:ext>
                </a:extLst>
              </p:cNvPr>
              <p:cNvSpPr/>
              <p:nvPr/>
            </p:nvSpPr>
            <p:spPr>
              <a:xfrm>
                <a:off x="304445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4" name="ph2099">
                <a:extLst>
                  <a:ext uri="{FF2B5EF4-FFF2-40B4-BE49-F238E27FC236}">
                    <a16:creationId xmlns:a16="http://schemas.microsoft.com/office/drawing/2014/main" id="{1C3AFD7E-CCDD-DE5C-B5AC-D56E44F0A480}"/>
                  </a:ext>
                </a:extLst>
              </p:cNvPr>
              <p:cNvSpPr/>
              <p:nvPr/>
            </p:nvSpPr>
            <p:spPr>
              <a:xfrm>
                <a:off x="305389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5" name="ph2100">
                <a:extLst>
                  <a:ext uri="{FF2B5EF4-FFF2-40B4-BE49-F238E27FC236}">
                    <a16:creationId xmlns:a16="http://schemas.microsoft.com/office/drawing/2014/main" id="{52451CDA-BE43-1174-704D-BF6A97128649}"/>
                  </a:ext>
                </a:extLst>
              </p:cNvPr>
              <p:cNvSpPr/>
              <p:nvPr/>
            </p:nvSpPr>
            <p:spPr>
              <a:xfrm>
                <a:off x="3063337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6" name="ph2101">
                <a:extLst>
                  <a:ext uri="{FF2B5EF4-FFF2-40B4-BE49-F238E27FC236}">
                    <a16:creationId xmlns:a16="http://schemas.microsoft.com/office/drawing/2014/main" id="{C44C4414-CD56-8C8A-B8AC-5DA68270E912}"/>
                  </a:ext>
                </a:extLst>
              </p:cNvPr>
              <p:cNvSpPr/>
              <p:nvPr/>
            </p:nvSpPr>
            <p:spPr>
              <a:xfrm>
                <a:off x="307277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7" name="ph2102">
                <a:extLst>
                  <a:ext uri="{FF2B5EF4-FFF2-40B4-BE49-F238E27FC236}">
                    <a16:creationId xmlns:a16="http://schemas.microsoft.com/office/drawing/2014/main" id="{87E6B754-32CC-1DEF-5D9E-10F9DA0FAE60}"/>
                  </a:ext>
                </a:extLst>
              </p:cNvPr>
              <p:cNvSpPr/>
              <p:nvPr/>
            </p:nvSpPr>
            <p:spPr>
              <a:xfrm>
                <a:off x="308221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8" name="ph2103">
                <a:extLst>
                  <a:ext uri="{FF2B5EF4-FFF2-40B4-BE49-F238E27FC236}">
                    <a16:creationId xmlns:a16="http://schemas.microsoft.com/office/drawing/2014/main" id="{018EEDBE-63EC-0E5A-0D68-B5D6BA372F7A}"/>
                  </a:ext>
                </a:extLst>
              </p:cNvPr>
              <p:cNvSpPr/>
              <p:nvPr/>
            </p:nvSpPr>
            <p:spPr>
              <a:xfrm>
                <a:off x="309165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9" name="ph2104">
                <a:extLst>
                  <a:ext uri="{FF2B5EF4-FFF2-40B4-BE49-F238E27FC236}">
                    <a16:creationId xmlns:a16="http://schemas.microsoft.com/office/drawing/2014/main" id="{F33358B1-3048-B16D-57A7-C52CB70E3B1C}"/>
                  </a:ext>
                </a:extLst>
              </p:cNvPr>
              <p:cNvSpPr/>
              <p:nvPr/>
            </p:nvSpPr>
            <p:spPr>
              <a:xfrm>
                <a:off x="310109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0" name="ph2105">
                <a:extLst>
                  <a:ext uri="{FF2B5EF4-FFF2-40B4-BE49-F238E27FC236}">
                    <a16:creationId xmlns:a16="http://schemas.microsoft.com/office/drawing/2014/main" id="{43C8D603-E190-244A-8866-880C3160FF2A}"/>
                  </a:ext>
                </a:extLst>
              </p:cNvPr>
              <p:cNvSpPr/>
              <p:nvPr/>
            </p:nvSpPr>
            <p:spPr>
              <a:xfrm>
                <a:off x="3110538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1" name="ph2106">
                <a:extLst>
                  <a:ext uri="{FF2B5EF4-FFF2-40B4-BE49-F238E27FC236}">
                    <a16:creationId xmlns:a16="http://schemas.microsoft.com/office/drawing/2014/main" id="{AF58CC64-3EA5-C3B2-FD18-EAF2BB339E97}"/>
                  </a:ext>
                </a:extLst>
              </p:cNvPr>
              <p:cNvSpPr/>
              <p:nvPr/>
            </p:nvSpPr>
            <p:spPr>
              <a:xfrm>
                <a:off x="311997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2" name="ph2107">
                <a:extLst>
                  <a:ext uri="{FF2B5EF4-FFF2-40B4-BE49-F238E27FC236}">
                    <a16:creationId xmlns:a16="http://schemas.microsoft.com/office/drawing/2014/main" id="{6FEDDE88-50FD-486E-763A-3BFEAF7E8177}"/>
                  </a:ext>
                </a:extLst>
              </p:cNvPr>
              <p:cNvSpPr/>
              <p:nvPr/>
            </p:nvSpPr>
            <p:spPr>
              <a:xfrm>
                <a:off x="312941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3" name="ph2108">
                <a:extLst>
                  <a:ext uri="{FF2B5EF4-FFF2-40B4-BE49-F238E27FC236}">
                    <a16:creationId xmlns:a16="http://schemas.microsoft.com/office/drawing/2014/main" id="{072E7E43-6584-4D88-02D7-00488B09D248}"/>
                  </a:ext>
                </a:extLst>
              </p:cNvPr>
              <p:cNvSpPr/>
              <p:nvPr/>
            </p:nvSpPr>
            <p:spPr>
              <a:xfrm>
                <a:off x="313885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4" name="ph2109">
                <a:extLst>
                  <a:ext uri="{FF2B5EF4-FFF2-40B4-BE49-F238E27FC236}">
                    <a16:creationId xmlns:a16="http://schemas.microsoft.com/office/drawing/2014/main" id="{AAB6BE39-F305-82CE-0931-BDB98A71290D}"/>
                  </a:ext>
                </a:extLst>
              </p:cNvPr>
              <p:cNvSpPr/>
              <p:nvPr/>
            </p:nvSpPr>
            <p:spPr>
              <a:xfrm>
                <a:off x="3148299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5" name="ph2110">
                <a:extLst>
                  <a:ext uri="{FF2B5EF4-FFF2-40B4-BE49-F238E27FC236}">
                    <a16:creationId xmlns:a16="http://schemas.microsoft.com/office/drawing/2014/main" id="{EFF73A31-354B-9020-4E61-2073E41E6589}"/>
                  </a:ext>
                </a:extLst>
              </p:cNvPr>
              <p:cNvSpPr/>
              <p:nvPr/>
            </p:nvSpPr>
            <p:spPr>
              <a:xfrm>
                <a:off x="315774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6" name="ph2111">
                <a:extLst>
                  <a:ext uri="{FF2B5EF4-FFF2-40B4-BE49-F238E27FC236}">
                    <a16:creationId xmlns:a16="http://schemas.microsoft.com/office/drawing/2014/main" id="{3762B9B7-C576-52A4-01BD-37E2AE5925E3}"/>
                  </a:ext>
                </a:extLst>
              </p:cNvPr>
              <p:cNvSpPr/>
              <p:nvPr/>
            </p:nvSpPr>
            <p:spPr>
              <a:xfrm>
                <a:off x="316718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7" name="ph2112">
                <a:extLst>
                  <a:ext uri="{FF2B5EF4-FFF2-40B4-BE49-F238E27FC236}">
                    <a16:creationId xmlns:a16="http://schemas.microsoft.com/office/drawing/2014/main" id="{462692AD-F73A-747D-67B5-01387BDBB498}"/>
                  </a:ext>
                </a:extLst>
              </p:cNvPr>
              <p:cNvSpPr/>
              <p:nvPr/>
            </p:nvSpPr>
            <p:spPr>
              <a:xfrm>
                <a:off x="317662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8" name="ph2113">
                <a:extLst>
                  <a:ext uri="{FF2B5EF4-FFF2-40B4-BE49-F238E27FC236}">
                    <a16:creationId xmlns:a16="http://schemas.microsoft.com/office/drawing/2014/main" id="{1CBBE0A8-FA42-FC36-1F14-8E5AE60AF390}"/>
                  </a:ext>
                </a:extLst>
              </p:cNvPr>
              <p:cNvSpPr/>
              <p:nvPr/>
            </p:nvSpPr>
            <p:spPr>
              <a:xfrm>
                <a:off x="3186060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9" name="ph2114">
                <a:extLst>
                  <a:ext uri="{FF2B5EF4-FFF2-40B4-BE49-F238E27FC236}">
                    <a16:creationId xmlns:a16="http://schemas.microsoft.com/office/drawing/2014/main" id="{A4637090-1020-473F-6B8E-8196ED19E7AF}"/>
                  </a:ext>
                </a:extLst>
              </p:cNvPr>
              <p:cNvSpPr/>
              <p:nvPr/>
            </p:nvSpPr>
            <p:spPr>
              <a:xfrm>
                <a:off x="319550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0" name="ph2115">
                <a:extLst>
                  <a:ext uri="{FF2B5EF4-FFF2-40B4-BE49-F238E27FC236}">
                    <a16:creationId xmlns:a16="http://schemas.microsoft.com/office/drawing/2014/main" id="{64FAFCFF-82DA-FF27-89DD-B5571733E6A1}"/>
                  </a:ext>
                </a:extLst>
              </p:cNvPr>
              <p:cNvSpPr/>
              <p:nvPr/>
            </p:nvSpPr>
            <p:spPr>
              <a:xfrm>
                <a:off x="320494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1" name="ph2116">
                <a:extLst>
                  <a:ext uri="{FF2B5EF4-FFF2-40B4-BE49-F238E27FC236}">
                    <a16:creationId xmlns:a16="http://schemas.microsoft.com/office/drawing/2014/main" id="{CF73B8E1-8E31-0FAF-A1AE-A3C867526149}"/>
                  </a:ext>
                </a:extLst>
              </p:cNvPr>
              <p:cNvSpPr/>
              <p:nvPr/>
            </p:nvSpPr>
            <p:spPr>
              <a:xfrm>
                <a:off x="321438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2" name="ph2117">
                <a:extLst>
                  <a:ext uri="{FF2B5EF4-FFF2-40B4-BE49-F238E27FC236}">
                    <a16:creationId xmlns:a16="http://schemas.microsoft.com/office/drawing/2014/main" id="{F63ECA1C-6697-834E-AF1D-5C84EFA20841}"/>
                  </a:ext>
                </a:extLst>
              </p:cNvPr>
              <p:cNvSpPr/>
              <p:nvPr/>
            </p:nvSpPr>
            <p:spPr>
              <a:xfrm>
                <a:off x="3223821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3" name="ph2118">
                <a:extLst>
                  <a:ext uri="{FF2B5EF4-FFF2-40B4-BE49-F238E27FC236}">
                    <a16:creationId xmlns:a16="http://schemas.microsoft.com/office/drawing/2014/main" id="{DEE6F4CF-8B2C-4B7A-2F4B-AD7F7BEAB40B}"/>
                  </a:ext>
                </a:extLst>
              </p:cNvPr>
              <p:cNvSpPr/>
              <p:nvPr/>
            </p:nvSpPr>
            <p:spPr>
              <a:xfrm>
                <a:off x="323326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4" name="ph2119">
                <a:extLst>
                  <a:ext uri="{FF2B5EF4-FFF2-40B4-BE49-F238E27FC236}">
                    <a16:creationId xmlns:a16="http://schemas.microsoft.com/office/drawing/2014/main" id="{EE393507-0536-D8D6-ABD5-39A419532D9C}"/>
                  </a:ext>
                </a:extLst>
              </p:cNvPr>
              <p:cNvSpPr/>
              <p:nvPr/>
            </p:nvSpPr>
            <p:spPr>
              <a:xfrm>
                <a:off x="324270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5" name="ph2120">
                <a:extLst>
                  <a:ext uri="{FF2B5EF4-FFF2-40B4-BE49-F238E27FC236}">
                    <a16:creationId xmlns:a16="http://schemas.microsoft.com/office/drawing/2014/main" id="{BF1B2121-996D-C21E-B65C-550E5FF4CC0E}"/>
                  </a:ext>
                </a:extLst>
              </p:cNvPr>
              <p:cNvSpPr/>
              <p:nvPr/>
            </p:nvSpPr>
            <p:spPr>
              <a:xfrm>
                <a:off x="325214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6" name="ph2121">
                <a:extLst>
                  <a:ext uri="{FF2B5EF4-FFF2-40B4-BE49-F238E27FC236}">
                    <a16:creationId xmlns:a16="http://schemas.microsoft.com/office/drawing/2014/main" id="{BF0E3F8E-1988-5377-9622-56B5B0A02ECE}"/>
                  </a:ext>
                </a:extLst>
              </p:cNvPr>
              <p:cNvSpPr/>
              <p:nvPr/>
            </p:nvSpPr>
            <p:spPr>
              <a:xfrm>
                <a:off x="3261582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7" name="ph2122">
                <a:extLst>
                  <a:ext uri="{FF2B5EF4-FFF2-40B4-BE49-F238E27FC236}">
                    <a16:creationId xmlns:a16="http://schemas.microsoft.com/office/drawing/2014/main" id="{DE71780B-40A9-93ED-DA79-430F5F579C76}"/>
                  </a:ext>
                </a:extLst>
              </p:cNvPr>
              <p:cNvSpPr/>
              <p:nvPr/>
            </p:nvSpPr>
            <p:spPr>
              <a:xfrm>
                <a:off x="327102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8" name="ph2123">
                <a:extLst>
                  <a:ext uri="{FF2B5EF4-FFF2-40B4-BE49-F238E27FC236}">
                    <a16:creationId xmlns:a16="http://schemas.microsoft.com/office/drawing/2014/main" id="{EE372FF0-C53D-6B2F-FEA6-3B391F8D1A45}"/>
                  </a:ext>
                </a:extLst>
              </p:cNvPr>
              <p:cNvSpPr/>
              <p:nvPr/>
            </p:nvSpPr>
            <p:spPr>
              <a:xfrm>
                <a:off x="328046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9" name="ph2124">
                <a:extLst>
                  <a:ext uri="{FF2B5EF4-FFF2-40B4-BE49-F238E27FC236}">
                    <a16:creationId xmlns:a16="http://schemas.microsoft.com/office/drawing/2014/main" id="{4EECC914-E8F6-C477-7BF6-1473F806D66F}"/>
                  </a:ext>
                </a:extLst>
              </p:cNvPr>
              <p:cNvSpPr/>
              <p:nvPr/>
            </p:nvSpPr>
            <p:spPr>
              <a:xfrm>
                <a:off x="328990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0" name="ph2125">
                <a:extLst>
                  <a:ext uri="{FF2B5EF4-FFF2-40B4-BE49-F238E27FC236}">
                    <a16:creationId xmlns:a16="http://schemas.microsoft.com/office/drawing/2014/main" id="{E6B4451D-DE86-8E94-9C62-2F5D8EDC1863}"/>
                  </a:ext>
                </a:extLst>
              </p:cNvPr>
              <p:cNvSpPr/>
              <p:nvPr/>
            </p:nvSpPr>
            <p:spPr>
              <a:xfrm>
                <a:off x="3299343" y="232592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1" name="ph2126">
                <a:extLst>
                  <a:ext uri="{FF2B5EF4-FFF2-40B4-BE49-F238E27FC236}">
                    <a16:creationId xmlns:a16="http://schemas.microsoft.com/office/drawing/2014/main" id="{37A52831-524E-2DF2-E951-7F935844D103}"/>
                  </a:ext>
                </a:extLst>
              </p:cNvPr>
              <p:cNvSpPr/>
              <p:nvPr/>
            </p:nvSpPr>
            <p:spPr>
              <a:xfrm>
                <a:off x="3308784" y="2343490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8546"/>
                    </a:lnTo>
                    <a:lnTo>
                      <a:pt x="922237" y="911148"/>
                    </a:lnTo>
                    <a:lnTo>
                      <a:pt x="920693" y="913734"/>
                    </a:lnTo>
                    <a:lnTo>
                      <a:pt x="920295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2" name="ph2127">
                <a:extLst>
                  <a:ext uri="{FF2B5EF4-FFF2-40B4-BE49-F238E27FC236}">
                    <a16:creationId xmlns:a16="http://schemas.microsoft.com/office/drawing/2014/main" id="{6D5043C4-5448-BB57-F850-F7FF5A8448A1}"/>
                  </a:ext>
                </a:extLst>
              </p:cNvPr>
              <p:cNvSpPr/>
              <p:nvPr/>
            </p:nvSpPr>
            <p:spPr>
              <a:xfrm>
                <a:off x="3318224" y="2325920"/>
                <a:ext cx="920769" cy="926033"/>
              </a:xfrm>
              <a:custGeom>
                <a:avLst/>
                <a:gdLst/>
                <a:ahLst/>
                <a:cxnLst/>
                <a:rect l="0" t="0" r="0" b="0"/>
                <a:pathLst>
                  <a:path w="920769" h="926033">
                    <a:moveTo>
                      <a:pt x="914400" y="914400"/>
                    </a:moveTo>
                    <a:lnTo>
                      <a:pt x="920769" y="914400"/>
                    </a:lnTo>
                    <a:lnTo>
                      <a:pt x="918515" y="918789"/>
                    </a:lnTo>
                    <a:lnTo>
                      <a:pt x="914400" y="926033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3" name="ph2128">
                <a:extLst>
                  <a:ext uri="{FF2B5EF4-FFF2-40B4-BE49-F238E27FC236}">
                    <a16:creationId xmlns:a16="http://schemas.microsoft.com/office/drawing/2014/main" id="{5CCB9C07-7374-8FE0-3253-8F62921E413F}"/>
                  </a:ext>
                </a:extLst>
              </p:cNvPr>
              <p:cNvSpPr/>
              <p:nvPr/>
            </p:nvSpPr>
            <p:spPr>
              <a:xfrm>
                <a:off x="2402521" y="230835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8977" y="931969"/>
                    </a:lnTo>
                    <a:lnTo>
                      <a:pt x="909065" y="924157"/>
                    </a:lnTo>
                    <a:lnTo>
                      <a:pt x="909447" y="914400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4" name="ph2129">
                <a:extLst>
                  <a:ext uri="{FF2B5EF4-FFF2-40B4-BE49-F238E27FC236}">
                    <a16:creationId xmlns:a16="http://schemas.microsoft.com/office/drawing/2014/main" id="{1BD39BE9-5BBD-2A04-6F5E-1406B5931D94}"/>
                  </a:ext>
                </a:extLst>
              </p:cNvPr>
              <p:cNvSpPr/>
              <p:nvPr/>
            </p:nvSpPr>
            <p:spPr>
              <a:xfrm>
                <a:off x="240252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5" name="ph2130">
                <a:extLst>
                  <a:ext uri="{FF2B5EF4-FFF2-40B4-BE49-F238E27FC236}">
                    <a16:creationId xmlns:a16="http://schemas.microsoft.com/office/drawing/2014/main" id="{8F42E905-8A94-EDD8-9C8A-66F649EA0B69}"/>
                  </a:ext>
                </a:extLst>
              </p:cNvPr>
              <p:cNvSpPr/>
              <p:nvPr/>
            </p:nvSpPr>
            <p:spPr>
              <a:xfrm>
                <a:off x="241196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6" name="ph2131">
                <a:extLst>
                  <a:ext uri="{FF2B5EF4-FFF2-40B4-BE49-F238E27FC236}">
                    <a16:creationId xmlns:a16="http://schemas.microsoft.com/office/drawing/2014/main" id="{E6767765-399A-A84E-A27F-D32E96CFDE91}"/>
                  </a:ext>
                </a:extLst>
              </p:cNvPr>
              <p:cNvSpPr/>
              <p:nvPr/>
            </p:nvSpPr>
            <p:spPr>
              <a:xfrm>
                <a:off x="242140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7" name="ph2132">
                <a:extLst>
                  <a:ext uri="{FF2B5EF4-FFF2-40B4-BE49-F238E27FC236}">
                    <a16:creationId xmlns:a16="http://schemas.microsoft.com/office/drawing/2014/main" id="{40C8DF19-0C7F-4F1A-CF2D-3D46D6F4B070}"/>
                  </a:ext>
                </a:extLst>
              </p:cNvPr>
              <p:cNvSpPr/>
              <p:nvPr/>
            </p:nvSpPr>
            <p:spPr>
              <a:xfrm>
                <a:off x="243084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8" name="ph2133">
                <a:extLst>
                  <a:ext uri="{FF2B5EF4-FFF2-40B4-BE49-F238E27FC236}">
                    <a16:creationId xmlns:a16="http://schemas.microsoft.com/office/drawing/2014/main" id="{52237F8F-381C-EFBD-2A6B-F1788147C424}"/>
                  </a:ext>
                </a:extLst>
              </p:cNvPr>
              <p:cNvSpPr/>
              <p:nvPr/>
            </p:nvSpPr>
            <p:spPr>
              <a:xfrm>
                <a:off x="244028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9" name="ph2134">
                <a:extLst>
                  <a:ext uri="{FF2B5EF4-FFF2-40B4-BE49-F238E27FC236}">
                    <a16:creationId xmlns:a16="http://schemas.microsoft.com/office/drawing/2014/main" id="{21F2512E-4914-3D4C-E5F2-96C25C97F069}"/>
                  </a:ext>
                </a:extLst>
              </p:cNvPr>
              <p:cNvSpPr/>
              <p:nvPr/>
            </p:nvSpPr>
            <p:spPr>
              <a:xfrm>
                <a:off x="244972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0" name="ph2135">
                <a:extLst>
                  <a:ext uri="{FF2B5EF4-FFF2-40B4-BE49-F238E27FC236}">
                    <a16:creationId xmlns:a16="http://schemas.microsoft.com/office/drawing/2014/main" id="{B4645115-CBEA-9CAA-220C-261DC4671864}"/>
                  </a:ext>
                </a:extLst>
              </p:cNvPr>
              <p:cNvSpPr/>
              <p:nvPr/>
            </p:nvSpPr>
            <p:spPr>
              <a:xfrm>
                <a:off x="245916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1" name="ph2136">
                <a:extLst>
                  <a:ext uri="{FF2B5EF4-FFF2-40B4-BE49-F238E27FC236}">
                    <a16:creationId xmlns:a16="http://schemas.microsoft.com/office/drawing/2014/main" id="{9EA939CA-6299-B8BB-88B4-57C130506AB9}"/>
                  </a:ext>
                </a:extLst>
              </p:cNvPr>
              <p:cNvSpPr/>
              <p:nvPr/>
            </p:nvSpPr>
            <p:spPr>
              <a:xfrm>
                <a:off x="246860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2" name="ph2137">
                <a:extLst>
                  <a:ext uri="{FF2B5EF4-FFF2-40B4-BE49-F238E27FC236}">
                    <a16:creationId xmlns:a16="http://schemas.microsoft.com/office/drawing/2014/main" id="{6ED4CD5D-9144-0E20-5320-A5908F070642}"/>
                  </a:ext>
                </a:extLst>
              </p:cNvPr>
              <p:cNvSpPr/>
              <p:nvPr/>
            </p:nvSpPr>
            <p:spPr>
              <a:xfrm>
                <a:off x="247804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3" name="ph2138">
                <a:extLst>
                  <a:ext uri="{FF2B5EF4-FFF2-40B4-BE49-F238E27FC236}">
                    <a16:creationId xmlns:a16="http://schemas.microsoft.com/office/drawing/2014/main" id="{BADB47D7-7A42-A326-AB98-5C9944CDA034}"/>
                  </a:ext>
                </a:extLst>
              </p:cNvPr>
              <p:cNvSpPr/>
              <p:nvPr/>
            </p:nvSpPr>
            <p:spPr>
              <a:xfrm>
                <a:off x="248748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4" name="ph2139">
                <a:extLst>
                  <a:ext uri="{FF2B5EF4-FFF2-40B4-BE49-F238E27FC236}">
                    <a16:creationId xmlns:a16="http://schemas.microsoft.com/office/drawing/2014/main" id="{B27B432E-C094-D104-4D48-5DD372E006FD}"/>
                  </a:ext>
                </a:extLst>
              </p:cNvPr>
              <p:cNvSpPr/>
              <p:nvPr/>
            </p:nvSpPr>
            <p:spPr>
              <a:xfrm>
                <a:off x="249692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5" name="ph2140">
                <a:extLst>
                  <a:ext uri="{FF2B5EF4-FFF2-40B4-BE49-F238E27FC236}">
                    <a16:creationId xmlns:a16="http://schemas.microsoft.com/office/drawing/2014/main" id="{ED6E7768-C362-BF0B-B33E-B1EC8EFB68E7}"/>
                  </a:ext>
                </a:extLst>
              </p:cNvPr>
              <p:cNvSpPr/>
              <p:nvPr/>
            </p:nvSpPr>
            <p:spPr>
              <a:xfrm>
                <a:off x="250636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6" name="ph2141">
                <a:extLst>
                  <a:ext uri="{FF2B5EF4-FFF2-40B4-BE49-F238E27FC236}">
                    <a16:creationId xmlns:a16="http://schemas.microsoft.com/office/drawing/2014/main" id="{FFB3D929-ECC2-7E8D-7FC0-B7BC6B778FE5}"/>
                  </a:ext>
                </a:extLst>
              </p:cNvPr>
              <p:cNvSpPr/>
              <p:nvPr/>
            </p:nvSpPr>
            <p:spPr>
              <a:xfrm>
                <a:off x="251580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7" name="ph2142">
                <a:extLst>
                  <a:ext uri="{FF2B5EF4-FFF2-40B4-BE49-F238E27FC236}">
                    <a16:creationId xmlns:a16="http://schemas.microsoft.com/office/drawing/2014/main" id="{177800F4-1304-A638-6990-FEBEBCEAB675}"/>
                  </a:ext>
                </a:extLst>
              </p:cNvPr>
              <p:cNvSpPr/>
              <p:nvPr/>
            </p:nvSpPr>
            <p:spPr>
              <a:xfrm>
                <a:off x="252524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8" name="ph2143">
                <a:extLst>
                  <a:ext uri="{FF2B5EF4-FFF2-40B4-BE49-F238E27FC236}">
                    <a16:creationId xmlns:a16="http://schemas.microsoft.com/office/drawing/2014/main" id="{7C49AF3E-CA83-7F08-6B97-700BA642A804}"/>
                  </a:ext>
                </a:extLst>
              </p:cNvPr>
              <p:cNvSpPr/>
              <p:nvPr/>
            </p:nvSpPr>
            <p:spPr>
              <a:xfrm>
                <a:off x="253468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9" name="ph2144">
                <a:extLst>
                  <a:ext uri="{FF2B5EF4-FFF2-40B4-BE49-F238E27FC236}">
                    <a16:creationId xmlns:a16="http://schemas.microsoft.com/office/drawing/2014/main" id="{60439E67-2D49-F116-C7B4-C2A459FD1152}"/>
                  </a:ext>
                </a:extLst>
              </p:cNvPr>
              <p:cNvSpPr/>
              <p:nvPr/>
            </p:nvSpPr>
            <p:spPr>
              <a:xfrm>
                <a:off x="254412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0" name="ph2145">
                <a:extLst>
                  <a:ext uri="{FF2B5EF4-FFF2-40B4-BE49-F238E27FC236}">
                    <a16:creationId xmlns:a16="http://schemas.microsoft.com/office/drawing/2014/main" id="{00833386-8BA2-3F36-5AEE-FACBB67FDF3C}"/>
                  </a:ext>
                </a:extLst>
              </p:cNvPr>
              <p:cNvSpPr/>
              <p:nvPr/>
            </p:nvSpPr>
            <p:spPr>
              <a:xfrm>
                <a:off x="255356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1" name="ph2146">
                <a:extLst>
                  <a:ext uri="{FF2B5EF4-FFF2-40B4-BE49-F238E27FC236}">
                    <a16:creationId xmlns:a16="http://schemas.microsoft.com/office/drawing/2014/main" id="{864B1B2A-DA12-59C6-AA03-13ED5D728639}"/>
                  </a:ext>
                </a:extLst>
              </p:cNvPr>
              <p:cNvSpPr/>
              <p:nvPr/>
            </p:nvSpPr>
            <p:spPr>
              <a:xfrm>
                <a:off x="256300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2" name="ph2147">
                <a:extLst>
                  <a:ext uri="{FF2B5EF4-FFF2-40B4-BE49-F238E27FC236}">
                    <a16:creationId xmlns:a16="http://schemas.microsoft.com/office/drawing/2014/main" id="{B439488B-DC77-0287-BB5F-C389A451FB10}"/>
                  </a:ext>
                </a:extLst>
              </p:cNvPr>
              <p:cNvSpPr/>
              <p:nvPr/>
            </p:nvSpPr>
            <p:spPr>
              <a:xfrm>
                <a:off x="257244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3" name="ph2148">
                <a:extLst>
                  <a:ext uri="{FF2B5EF4-FFF2-40B4-BE49-F238E27FC236}">
                    <a16:creationId xmlns:a16="http://schemas.microsoft.com/office/drawing/2014/main" id="{1BF6C1D1-4D0A-8BB1-8FDE-420136130476}"/>
                  </a:ext>
                </a:extLst>
              </p:cNvPr>
              <p:cNvSpPr/>
              <p:nvPr/>
            </p:nvSpPr>
            <p:spPr>
              <a:xfrm>
                <a:off x="258188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4" name="ph2149">
                <a:extLst>
                  <a:ext uri="{FF2B5EF4-FFF2-40B4-BE49-F238E27FC236}">
                    <a16:creationId xmlns:a16="http://schemas.microsoft.com/office/drawing/2014/main" id="{E4D41FB2-8F44-82B4-0CAC-4B5564B02559}"/>
                  </a:ext>
                </a:extLst>
              </p:cNvPr>
              <p:cNvSpPr/>
              <p:nvPr/>
            </p:nvSpPr>
            <p:spPr>
              <a:xfrm>
                <a:off x="259132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5" name="ph2150">
                <a:extLst>
                  <a:ext uri="{FF2B5EF4-FFF2-40B4-BE49-F238E27FC236}">
                    <a16:creationId xmlns:a16="http://schemas.microsoft.com/office/drawing/2014/main" id="{979E9EAF-511F-41D8-C048-61485B1ED345}"/>
                  </a:ext>
                </a:extLst>
              </p:cNvPr>
              <p:cNvSpPr/>
              <p:nvPr/>
            </p:nvSpPr>
            <p:spPr>
              <a:xfrm>
                <a:off x="260076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6" name="ph2151">
                <a:extLst>
                  <a:ext uri="{FF2B5EF4-FFF2-40B4-BE49-F238E27FC236}">
                    <a16:creationId xmlns:a16="http://schemas.microsoft.com/office/drawing/2014/main" id="{4DDA8605-8758-4CFE-8B27-1804A4311C91}"/>
                  </a:ext>
                </a:extLst>
              </p:cNvPr>
              <p:cNvSpPr/>
              <p:nvPr/>
            </p:nvSpPr>
            <p:spPr>
              <a:xfrm>
                <a:off x="261020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7" name="ph2152">
                <a:extLst>
                  <a:ext uri="{FF2B5EF4-FFF2-40B4-BE49-F238E27FC236}">
                    <a16:creationId xmlns:a16="http://schemas.microsoft.com/office/drawing/2014/main" id="{6D2A14C4-CDB0-E43A-AEB9-E7DE7EED2557}"/>
                  </a:ext>
                </a:extLst>
              </p:cNvPr>
              <p:cNvSpPr/>
              <p:nvPr/>
            </p:nvSpPr>
            <p:spPr>
              <a:xfrm>
                <a:off x="261964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8" name="ph2153">
                <a:extLst>
                  <a:ext uri="{FF2B5EF4-FFF2-40B4-BE49-F238E27FC236}">
                    <a16:creationId xmlns:a16="http://schemas.microsoft.com/office/drawing/2014/main" id="{8B2473FC-200C-CF8D-AC31-3CCC3B68B51F}"/>
                  </a:ext>
                </a:extLst>
              </p:cNvPr>
              <p:cNvSpPr/>
              <p:nvPr/>
            </p:nvSpPr>
            <p:spPr>
              <a:xfrm>
                <a:off x="262908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9" name="ph2154">
                <a:extLst>
                  <a:ext uri="{FF2B5EF4-FFF2-40B4-BE49-F238E27FC236}">
                    <a16:creationId xmlns:a16="http://schemas.microsoft.com/office/drawing/2014/main" id="{7298912A-6115-4CEE-8F24-070FC491AD93}"/>
                  </a:ext>
                </a:extLst>
              </p:cNvPr>
              <p:cNvSpPr/>
              <p:nvPr/>
            </p:nvSpPr>
            <p:spPr>
              <a:xfrm>
                <a:off x="263852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0" name="ph2155">
                <a:extLst>
                  <a:ext uri="{FF2B5EF4-FFF2-40B4-BE49-F238E27FC236}">
                    <a16:creationId xmlns:a16="http://schemas.microsoft.com/office/drawing/2014/main" id="{7C057647-097A-D4E1-5820-F46945C6D715}"/>
                  </a:ext>
                </a:extLst>
              </p:cNvPr>
              <p:cNvSpPr/>
              <p:nvPr/>
            </p:nvSpPr>
            <p:spPr>
              <a:xfrm>
                <a:off x="264796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1" name="ph2156">
                <a:extLst>
                  <a:ext uri="{FF2B5EF4-FFF2-40B4-BE49-F238E27FC236}">
                    <a16:creationId xmlns:a16="http://schemas.microsoft.com/office/drawing/2014/main" id="{874C5EB4-1802-9266-AA6D-3B9129761AF7}"/>
                  </a:ext>
                </a:extLst>
              </p:cNvPr>
              <p:cNvSpPr/>
              <p:nvPr/>
            </p:nvSpPr>
            <p:spPr>
              <a:xfrm>
                <a:off x="265740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2" name="ph2157">
                <a:extLst>
                  <a:ext uri="{FF2B5EF4-FFF2-40B4-BE49-F238E27FC236}">
                    <a16:creationId xmlns:a16="http://schemas.microsoft.com/office/drawing/2014/main" id="{0E306C28-D100-FA99-CF0E-D7010E87E804}"/>
                  </a:ext>
                </a:extLst>
              </p:cNvPr>
              <p:cNvSpPr/>
              <p:nvPr/>
            </p:nvSpPr>
            <p:spPr>
              <a:xfrm>
                <a:off x="266684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3" name="ph2158">
                <a:extLst>
                  <a:ext uri="{FF2B5EF4-FFF2-40B4-BE49-F238E27FC236}">
                    <a16:creationId xmlns:a16="http://schemas.microsoft.com/office/drawing/2014/main" id="{8603EE28-F9BF-1BC1-24D2-E27C24834426}"/>
                  </a:ext>
                </a:extLst>
              </p:cNvPr>
              <p:cNvSpPr/>
              <p:nvPr/>
            </p:nvSpPr>
            <p:spPr>
              <a:xfrm>
                <a:off x="267628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3">
                  <a:alpha val="100000"/>
                </a:srgbClr>
              </a:solidFill>
              <a:ln w="5420" cap="flat">
                <a:solidFill>
                  <a:srgbClr val="CB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4" name="ph2159">
                <a:extLst>
                  <a:ext uri="{FF2B5EF4-FFF2-40B4-BE49-F238E27FC236}">
                    <a16:creationId xmlns:a16="http://schemas.microsoft.com/office/drawing/2014/main" id="{11B698E4-20F0-DECD-EC91-3ED09AF54C9D}"/>
                  </a:ext>
                </a:extLst>
              </p:cNvPr>
              <p:cNvSpPr/>
              <p:nvPr/>
            </p:nvSpPr>
            <p:spPr>
              <a:xfrm>
                <a:off x="268572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5" name="ph2160">
                <a:extLst>
                  <a:ext uri="{FF2B5EF4-FFF2-40B4-BE49-F238E27FC236}">
                    <a16:creationId xmlns:a16="http://schemas.microsoft.com/office/drawing/2014/main" id="{24C42D6B-A3FD-DC64-D121-400722359202}"/>
                  </a:ext>
                </a:extLst>
              </p:cNvPr>
              <p:cNvSpPr/>
              <p:nvPr/>
            </p:nvSpPr>
            <p:spPr>
              <a:xfrm>
                <a:off x="2695168" y="2325920"/>
                <a:ext cx="922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7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879" y="896830"/>
                    </a:lnTo>
                    <a:lnTo>
                      <a:pt x="922443" y="899719"/>
                    </a:lnTo>
                    <a:lnTo>
                      <a:pt x="920515" y="910313"/>
                    </a:lnTo>
                    <a:lnTo>
                      <a:pt x="919639" y="914400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6" name="ph2161">
                <a:extLst>
                  <a:ext uri="{FF2B5EF4-FFF2-40B4-BE49-F238E27FC236}">
                    <a16:creationId xmlns:a16="http://schemas.microsoft.com/office/drawing/2014/main" id="{45A902A7-B9F8-8C30-74E1-E3E57B2EB0D8}"/>
                  </a:ext>
                </a:extLst>
              </p:cNvPr>
              <p:cNvSpPr/>
              <p:nvPr/>
            </p:nvSpPr>
            <p:spPr>
              <a:xfrm>
                <a:off x="2770690" y="232592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264" y="914400"/>
                    </a:lnTo>
                    <a:lnTo>
                      <a:pt x="909755" y="913382"/>
                    </a:lnTo>
                    <a:lnTo>
                      <a:pt x="913675" y="906021"/>
                    </a:lnTo>
                    <a:lnTo>
                      <a:pt x="914400" y="904788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7" name="ph2162">
                <a:extLst>
                  <a:ext uri="{FF2B5EF4-FFF2-40B4-BE49-F238E27FC236}">
                    <a16:creationId xmlns:a16="http://schemas.microsoft.com/office/drawing/2014/main" id="{B5E27EBF-8A09-6B97-F037-9F0009AE96EF}"/>
                  </a:ext>
                </a:extLst>
              </p:cNvPr>
              <p:cNvSpPr/>
              <p:nvPr/>
            </p:nvSpPr>
            <p:spPr>
              <a:xfrm>
                <a:off x="2780130" y="230835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58"/>
                    </a:lnTo>
                    <a:lnTo>
                      <a:pt x="908344" y="916597"/>
                    </a:lnTo>
                    <a:lnTo>
                      <a:pt x="909770" y="914400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8" name="ph2163">
                <a:extLst>
                  <a:ext uri="{FF2B5EF4-FFF2-40B4-BE49-F238E27FC236}">
                    <a16:creationId xmlns:a16="http://schemas.microsoft.com/office/drawing/2014/main" id="{2EE2348F-B48C-01EC-D90E-8A17AD6686D5}"/>
                  </a:ext>
                </a:extLst>
              </p:cNvPr>
              <p:cNvSpPr/>
              <p:nvPr/>
            </p:nvSpPr>
            <p:spPr>
              <a:xfrm>
                <a:off x="278013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9" name="ph2164">
                <a:extLst>
                  <a:ext uri="{FF2B5EF4-FFF2-40B4-BE49-F238E27FC236}">
                    <a16:creationId xmlns:a16="http://schemas.microsoft.com/office/drawing/2014/main" id="{B7BA5945-6433-7DD2-E6B7-2E98677BE5D6}"/>
                  </a:ext>
                </a:extLst>
              </p:cNvPr>
              <p:cNvSpPr/>
              <p:nvPr/>
            </p:nvSpPr>
            <p:spPr>
              <a:xfrm>
                <a:off x="278957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0" name="ph2165">
                <a:extLst>
                  <a:ext uri="{FF2B5EF4-FFF2-40B4-BE49-F238E27FC236}">
                    <a16:creationId xmlns:a16="http://schemas.microsoft.com/office/drawing/2014/main" id="{064BE4B0-9443-DDE1-193C-37A11C0A2CBB}"/>
                  </a:ext>
                </a:extLst>
              </p:cNvPr>
              <p:cNvSpPr/>
              <p:nvPr/>
            </p:nvSpPr>
            <p:spPr>
              <a:xfrm>
                <a:off x="279901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1" name="ph2166">
                <a:extLst>
                  <a:ext uri="{FF2B5EF4-FFF2-40B4-BE49-F238E27FC236}">
                    <a16:creationId xmlns:a16="http://schemas.microsoft.com/office/drawing/2014/main" id="{2B00C272-CB6E-358A-3F57-BB6CDAB30B8B}"/>
                  </a:ext>
                </a:extLst>
              </p:cNvPr>
              <p:cNvSpPr/>
              <p:nvPr/>
            </p:nvSpPr>
            <p:spPr>
              <a:xfrm>
                <a:off x="280845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2" name="ph2167">
                <a:extLst>
                  <a:ext uri="{FF2B5EF4-FFF2-40B4-BE49-F238E27FC236}">
                    <a16:creationId xmlns:a16="http://schemas.microsoft.com/office/drawing/2014/main" id="{96CEF998-19ED-A018-8DA8-62B4FFECBE28}"/>
                  </a:ext>
                </a:extLst>
              </p:cNvPr>
              <p:cNvSpPr/>
              <p:nvPr/>
            </p:nvSpPr>
            <p:spPr>
              <a:xfrm>
                <a:off x="281789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3" name="ph2168">
                <a:extLst>
                  <a:ext uri="{FF2B5EF4-FFF2-40B4-BE49-F238E27FC236}">
                    <a16:creationId xmlns:a16="http://schemas.microsoft.com/office/drawing/2014/main" id="{2CEA4B43-B3D7-EFFD-4ED3-FAE7FC2AABFA}"/>
                  </a:ext>
                </a:extLst>
              </p:cNvPr>
              <p:cNvSpPr/>
              <p:nvPr/>
            </p:nvSpPr>
            <p:spPr>
              <a:xfrm>
                <a:off x="282733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4" name="ph2169">
                <a:extLst>
                  <a:ext uri="{FF2B5EF4-FFF2-40B4-BE49-F238E27FC236}">
                    <a16:creationId xmlns:a16="http://schemas.microsoft.com/office/drawing/2014/main" id="{A508C0E1-9077-98A3-A4A7-A1E85958D0C1}"/>
                  </a:ext>
                </a:extLst>
              </p:cNvPr>
              <p:cNvSpPr/>
              <p:nvPr/>
            </p:nvSpPr>
            <p:spPr>
              <a:xfrm>
                <a:off x="283677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5" name="ph2170">
                <a:extLst>
                  <a:ext uri="{FF2B5EF4-FFF2-40B4-BE49-F238E27FC236}">
                    <a16:creationId xmlns:a16="http://schemas.microsoft.com/office/drawing/2014/main" id="{6DBE069D-2CE5-B46B-CF30-40F120433649}"/>
                  </a:ext>
                </a:extLst>
              </p:cNvPr>
              <p:cNvSpPr/>
              <p:nvPr/>
            </p:nvSpPr>
            <p:spPr>
              <a:xfrm>
                <a:off x="284621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A">
                  <a:alpha val="100000"/>
                </a:srgbClr>
              </a:solidFill>
              <a:ln w="5420" cap="flat">
                <a:solidFill>
                  <a:srgbClr val="EFF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6" name="ph2171">
                <a:extLst>
                  <a:ext uri="{FF2B5EF4-FFF2-40B4-BE49-F238E27FC236}">
                    <a16:creationId xmlns:a16="http://schemas.microsoft.com/office/drawing/2014/main" id="{86984132-8C89-B026-702A-6F492DF3452C}"/>
                  </a:ext>
                </a:extLst>
              </p:cNvPr>
              <p:cNvSpPr/>
              <p:nvPr/>
            </p:nvSpPr>
            <p:spPr>
              <a:xfrm>
                <a:off x="285565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7" name="ph2172">
                <a:extLst>
                  <a:ext uri="{FF2B5EF4-FFF2-40B4-BE49-F238E27FC236}">
                    <a16:creationId xmlns:a16="http://schemas.microsoft.com/office/drawing/2014/main" id="{0A3B2199-A524-382E-659A-70B86F49FC5F}"/>
                  </a:ext>
                </a:extLst>
              </p:cNvPr>
              <p:cNvSpPr/>
              <p:nvPr/>
            </p:nvSpPr>
            <p:spPr>
              <a:xfrm>
                <a:off x="286509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8" name="ph2173">
                <a:extLst>
                  <a:ext uri="{FF2B5EF4-FFF2-40B4-BE49-F238E27FC236}">
                    <a16:creationId xmlns:a16="http://schemas.microsoft.com/office/drawing/2014/main" id="{CB43A583-4116-EEC7-D8F6-C13064828C10}"/>
                  </a:ext>
                </a:extLst>
              </p:cNvPr>
              <p:cNvSpPr/>
              <p:nvPr/>
            </p:nvSpPr>
            <p:spPr>
              <a:xfrm>
                <a:off x="287453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9" name="ph2174">
                <a:extLst>
                  <a:ext uri="{FF2B5EF4-FFF2-40B4-BE49-F238E27FC236}">
                    <a16:creationId xmlns:a16="http://schemas.microsoft.com/office/drawing/2014/main" id="{1C1B4E6E-D4D4-00D6-4DC0-5B3A6C7D311A}"/>
                  </a:ext>
                </a:extLst>
              </p:cNvPr>
              <p:cNvSpPr/>
              <p:nvPr/>
            </p:nvSpPr>
            <p:spPr>
              <a:xfrm>
                <a:off x="288397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0" name="ph2175">
                <a:extLst>
                  <a:ext uri="{FF2B5EF4-FFF2-40B4-BE49-F238E27FC236}">
                    <a16:creationId xmlns:a16="http://schemas.microsoft.com/office/drawing/2014/main" id="{A4173348-7BC3-2683-6AB4-EA3A195B3EA0}"/>
                  </a:ext>
                </a:extLst>
              </p:cNvPr>
              <p:cNvSpPr/>
              <p:nvPr/>
            </p:nvSpPr>
            <p:spPr>
              <a:xfrm>
                <a:off x="289341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1" name="ph2176">
                <a:extLst>
                  <a:ext uri="{FF2B5EF4-FFF2-40B4-BE49-F238E27FC236}">
                    <a16:creationId xmlns:a16="http://schemas.microsoft.com/office/drawing/2014/main" id="{97209DE1-F518-5E42-9907-621E0FA9BDC0}"/>
                  </a:ext>
                </a:extLst>
              </p:cNvPr>
              <p:cNvSpPr/>
              <p:nvPr/>
            </p:nvSpPr>
            <p:spPr>
              <a:xfrm>
                <a:off x="290285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2" name="ph2177">
                <a:extLst>
                  <a:ext uri="{FF2B5EF4-FFF2-40B4-BE49-F238E27FC236}">
                    <a16:creationId xmlns:a16="http://schemas.microsoft.com/office/drawing/2014/main" id="{09396771-22FE-D7C7-094A-909D643DF695}"/>
                  </a:ext>
                </a:extLst>
              </p:cNvPr>
              <p:cNvSpPr/>
              <p:nvPr/>
            </p:nvSpPr>
            <p:spPr>
              <a:xfrm>
                <a:off x="291229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3" name="ph2178">
                <a:extLst>
                  <a:ext uri="{FF2B5EF4-FFF2-40B4-BE49-F238E27FC236}">
                    <a16:creationId xmlns:a16="http://schemas.microsoft.com/office/drawing/2014/main" id="{D4B5A881-3965-5899-B045-CF0C61142E99}"/>
                  </a:ext>
                </a:extLst>
              </p:cNvPr>
              <p:cNvSpPr/>
              <p:nvPr/>
            </p:nvSpPr>
            <p:spPr>
              <a:xfrm>
                <a:off x="292173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4" name="ph2179">
                <a:extLst>
                  <a:ext uri="{FF2B5EF4-FFF2-40B4-BE49-F238E27FC236}">
                    <a16:creationId xmlns:a16="http://schemas.microsoft.com/office/drawing/2014/main" id="{6B834E98-A191-B104-7B73-70BFF1B5B36F}"/>
                  </a:ext>
                </a:extLst>
              </p:cNvPr>
              <p:cNvSpPr/>
              <p:nvPr/>
            </p:nvSpPr>
            <p:spPr>
              <a:xfrm>
                <a:off x="293117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5" name="ph2180">
                <a:extLst>
                  <a:ext uri="{FF2B5EF4-FFF2-40B4-BE49-F238E27FC236}">
                    <a16:creationId xmlns:a16="http://schemas.microsoft.com/office/drawing/2014/main" id="{5589D56B-7A87-944C-1D54-A1AD43E4452B}"/>
                  </a:ext>
                </a:extLst>
              </p:cNvPr>
              <p:cNvSpPr/>
              <p:nvPr/>
            </p:nvSpPr>
            <p:spPr>
              <a:xfrm>
                <a:off x="294061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6" name="ph2181">
                <a:extLst>
                  <a:ext uri="{FF2B5EF4-FFF2-40B4-BE49-F238E27FC236}">
                    <a16:creationId xmlns:a16="http://schemas.microsoft.com/office/drawing/2014/main" id="{81056460-96AD-3133-8BD2-B4FD2121605C}"/>
                  </a:ext>
                </a:extLst>
              </p:cNvPr>
              <p:cNvSpPr/>
              <p:nvPr/>
            </p:nvSpPr>
            <p:spPr>
              <a:xfrm>
                <a:off x="295005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7" name="ph2182">
                <a:extLst>
                  <a:ext uri="{FF2B5EF4-FFF2-40B4-BE49-F238E27FC236}">
                    <a16:creationId xmlns:a16="http://schemas.microsoft.com/office/drawing/2014/main" id="{5F40D7FC-1BD5-C3A7-D27A-E396AA865765}"/>
                  </a:ext>
                </a:extLst>
              </p:cNvPr>
              <p:cNvSpPr/>
              <p:nvPr/>
            </p:nvSpPr>
            <p:spPr>
              <a:xfrm>
                <a:off x="295949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8" name="ph2183">
                <a:extLst>
                  <a:ext uri="{FF2B5EF4-FFF2-40B4-BE49-F238E27FC236}">
                    <a16:creationId xmlns:a16="http://schemas.microsoft.com/office/drawing/2014/main" id="{5F20696A-B892-6E5E-956F-1F680C4198F0}"/>
                  </a:ext>
                </a:extLst>
              </p:cNvPr>
              <p:cNvSpPr/>
              <p:nvPr/>
            </p:nvSpPr>
            <p:spPr>
              <a:xfrm>
                <a:off x="296893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9" name="ph2184">
                <a:extLst>
                  <a:ext uri="{FF2B5EF4-FFF2-40B4-BE49-F238E27FC236}">
                    <a16:creationId xmlns:a16="http://schemas.microsoft.com/office/drawing/2014/main" id="{BF9C0A02-F84B-AF0D-FA6E-4E0CBAF4916A}"/>
                  </a:ext>
                </a:extLst>
              </p:cNvPr>
              <p:cNvSpPr/>
              <p:nvPr/>
            </p:nvSpPr>
            <p:spPr>
              <a:xfrm>
                <a:off x="297837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0" name="ph2185">
                <a:extLst>
                  <a:ext uri="{FF2B5EF4-FFF2-40B4-BE49-F238E27FC236}">
                    <a16:creationId xmlns:a16="http://schemas.microsoft.com/office/drawing/2014/main" id="{8078D207-FB60-7634-7B0D-0C250CC612B0}"/>
                  </a:ext>
                </a:extLst>
              </p:cNvPr>
              <p:cNvSpPr/>
              <p:nvPr/>
            </p:nvSpPr>
            <p:spPr>
              <a:xfrm>
                <a:off x="2987815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1" name="ph2186">
                <a:extLst>
                  <a:ext uri="{FF2B5EF4-FFF2-40B4-BE49-F238E27FC236}">
                    <a16:creationId xmlns:a16="http://schemas.microsoft.com/office/drawing/2014/main" id="{54B3C2CA-1D67-DBBA-351F-F3A912258CF4}"/>
                  </a:ext>
                </a:extLst>
              </p:cNvPr>
              <p:cNvSpPr/>
              <p:nvPr/>
            </p:nvSpPr>
            <p:spPr>
              <a:xfrm>
                <a:off x="299725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2" name="ph2187">
                <a:extLst>
                  <a:ext uri="{FF2B5EF4-FFF2-40B4-BE49-F238E27FC236}">
                    <a16:creationId xmlns:a16="http://schemas.microsoft.com/office/drawing/2014/main" id="{31809AC0-3762-BBC2-2E10-44884E2AF9E7}"/>
                  </a:ext>
                </a:extLst>
              </p:cNvPr>
              <p:cNvSpPr/>
              <p:nvPr/>
            </p:nvSpPr>
            <p:spPr>
              <a:xfrm>
                <a:off x="300669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3" name="ph2188">
                <a:extLst>
                  <a:ext uri="{FF2B5EF4-FFF2-40B4-BE49-F238E27FC236}">
                    <a16:creationId xmlns:a16="http://schemas.microsoft.com/office/drawing/2014/main" id="{A3B17F8C-BFA3-9E89-A1EC-53A2EB8B964D}"/>
                  </a:ext>
                </a:extLst>
              </p:cNvPr>
              <p:cNvSpPr/>
              <p:nvPr/>
            </p:nvSpPr>
            <p:spPr>
              <a:xfrm>
                <a:off x="301613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4" name="ph2189">
                <a:extLst>
                  <a:ext uri="{FF2B5EF4-FFF2-40B4-BE49-F238E27FC236}">
                    <a16:creationId xmlns:a16="http://schemas.microsoft.com/office/drawing/2014/main" id="{23775336-4C29-E178-E634-B455CB48C7AF}"/>
                  </a:ext>
                </a:extLst>
              </p:cNvPr>
              <p:cNvSpPr/>
              <p:nvPr/>
            </p:nvSpPr>
            <p:spPr>
              <a:xfrm>
                <a:off x="3025576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5" name="ph2190">
                <a:extLst>
                  <a:ext uri="{FF2B5EF4-FFF2-40B4-BE49-F238E27FC236}">
                    <a16:creationId xmlns:a16="http://schemas.microsoft.com/office/drawing/2014/main" id="{E4059E78-2643-22A1-F0F8-3499F3DD777B}"/>
                  </a:ext>
                </a:extLst>
              </p:cNvPr>
              <p:cNvSpPr/>
              <p:nvPr/>
            </p:nvSpPr>
            <p:spPr>
              <a:xfrm>
                <a:off x="303501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6" name="ph2191">
                <a:extLst>
                  <a:ext uri="{FF2B5EF4-FFF2-40B4-BE49-F238E27FC236}">
                    <a16:creationId xmlns:a16="http://schemas.microsoft.com/office/drawing/2014/main" id="{B07106FA-CD4A-E25E-7E29-4B11FD00CB12}"/>
                  </a:ext>
                </a:extLst>
              </p:cNvPr>
              <p:cNvSpPr/>
              <p:nvPr/>
            </p:nvSpPr>
            <p:spPr>
              <a:xfrm>
                <a:off x="304445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7" name="ph2192">
                <a:extLst>
                  <a:ext uri="{FF2B5EF4-FFF2-40B4-BE49-F238E27FC236}">
                    <a16:creationId xmlns:a16="http://schemas.microsoft.com/office/drawing/2014/main" id="{86C02095-B1F9-CA88-9B38-0162E693C733}"/>
                  </a:ext>
                </a:extLst>
              </p:cNvPr>
              <p:cNvSpPr/>
              <p:nvPr/>
            </p:nvSpPr>
            <p:spPr>
              <a:xfrm>
                <a:off x="305389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8" name="ph2193">
                <a:extLst>
                  <a:ext uri="{FF2B5EF4-FFF2-40B4-BE49-F238E27FC236}">
                    <a16:creationId xmlns:a16="http://schemas.microsoft.com/office/drawing/2014/main" id="{BEF4B211-1B05-651B-B058-C3C866F1F38D}"/>
                  </a:ext>
                </a:extLst>
              </p:cNvPr>
              <p:cNvSpPr/>
              <p:nvPr/>
            </p:nvSpPr>
            <p:spPr>
              <a:xfrm>
                <a:off x="3063337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9" name="ph2194">
                <a:extLst>
                  <a:ext uri="{FF2B5EF4-FFF2-40B4-BE49-F238E27FC236}">
                    <a16:creationId xmlns:a16="http://schemas.microsoft.com/office/drawing/2014/main" id="{29E9C7B7-E71F-4281-1E3F-CC079DFB045D}"/>
                  </a:ext>
                </a:extLst>
              </p:cNvPr>
              <p:cNvSpPr/>
              <p:nvPr/>
            </p:nvSpPr>
            <p:spPr>
              <a:xfrm>
                <a:off x="307277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0" name="ph2195">
                <a:extLst>
                  <a:ext uri="{FF2B5EF4-FFF2-40B4-BE49-F238E27FC236}">
                    <a16:creationId xmlns:a16="http://schemas.microsoft.com/office/drawing/2014/main" id="{49815D87-3037-D363-FFA7-07CE81CDB650}"/>
                  </a:ext>
                </a:extLst>
              </p:cNvPr>
              <p:cNvSpPr/>
              <p:nvPr/>
            </p:nvSpPr>
            <p:spPr>
              <a:xfrm>
                <a:off x="308221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1" name="ph2196">
                <a:extLst>
                  <a:ext uri="{FF2B5EF4-FFF2-40B4-BE49-F238E27FC236}">
                    <a16:creationId xmlns:a16="http://schemas.microsoft.com/office/drawing/2014/main" id="{9809452D-BE8C-6525-D92F-7F9155762F77}"/>
                  </a:ext>
                </a:extLst>
              </p:cNvPr>
              <p:cNvSpPr/>
              <p:nvPr/>
            </p:nvSpPr>
            <p:spPr>
              <a:xfrm>
                <a:off x="309165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2" name="ph2197">
                <a:extLst>
                  <a:ext uri="{FF2B5EF4-FFF2-40B4-BE49-F238E27FC236}">
                    <a16:creationId xmlns:a16="http://schemas.microsoft.com/office/drawing/2014/main" id="{00D9F092-802F-7D99-249B-EE0A35135DC3}"/>
                  </a:ext>
                </a:extLst>
              </p:cNvPr>
              <p:cNvSpPr/>
              <p:nvPr/>
            </p:nvSpPr>
            <p:spPr>
              <a:xfrm>
                <a:off x="310109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3" name="ph2198">
                <a:extLst>
                  <a:ext uri="{FF2B5EF4-FFF2-40B4-BE49-F238E27FC236}">
                    <a16:creationId xmlns:a16="http://schemas.microsoft.com/office/drawing/2014/main" id="{F78BE1FE-1C57-A18F-B7B9-A8CFDEC47B56}"/>
                  </a:ext>
                </a:extLst>
              </p:cNvPr>
              <p:cNvSpPr/>
              <p:nvPr/>
            </p:nvSpPr>
            <p:spPr>
              <a:xfrm>
                <a:off x="3110538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4" name="ph2199">
                <a:extLst>
                  <a:ext uri="{FF2B5EF4-FFF2-40B4-BE49-F238E27FC236}">
                    <a16:creationId xmlns:a16="http://schemas.microsoft.com/office/drawing/2014/main" id="{ECB43820-94FD-6D9F-6DBD-1034FF3425D6}"/>
                  </a:ext>
                </a:extLst>
              </p:cNvPr>
              <p:cNvSpPr/>
              <p:nvPr/>
            </p:nvSpPr>
            <p:spPr>
              <a:xfrm>
                <a:off x="311997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5" name="ph2200">
                <a:extLst>
                  <a:ext uri="{FF2B5EF4-FFF2-40B4-BE49-F238E27FC236}">
                    <a16:creationId xmlns:a16="http://schemas.microsoft.com/office/drawing/2014/main" id="{F46CE864-589C-B64D-AC7D-8F19CDCED2B4}"/>
                  </a:ext>
                </a:extLst>
              </p:cNvPr>
              <p:cNvSpPr/>
              <p:nvPr/>
            </p:nvSpPr>
            <p:spPr>
              <a:xfrm>
                <a:off x="312941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6" name="ph2201">
                <a:extLst>
                  <a:ext uri="{FF2B5EF4-FFF2-40B4-BE49-F238E27FC236}">
                    <a16:creationId xmlns:a16="http://schemas.microsoft.com/office/drawing/2014/main" id="{5B5CD80F-D480-498F-6FA3-37EE088B9C9C}"/>
                  </a:ext>
                </a:extLst>
              </p:cNvPr>
              <p:cNvSpPr/>
              <p:nvPr/>
            </p:nvSpPr>
            <p:spPr>
              <a:xfrm>
                <a:off x="313885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7" name="ph2202">
                <a:extLst>
                  <a:ext uri="{FF2B5EF4-FFF2-40B4-BE49-F238E27FC236}">
                    <a16:creationId xmlns:a16="http://schemas.microsoft.com/office/drawing/2014/main" id="{C04C0622-DA7A-B415-C401-2D1B5E832F1E}"/>
                  </a:ext>
                </a:extLst>
              </p:cNvPr>
              <p:cNvSpPr/>
              <p:nvPr/>
            </p:nvSpPr>
            <p:spPr>
              <a:xfrm>
                <a:off x="3148299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8" name="ph2203">
                <a:extLst>
                  <a:ext uri="{FF2B5EF4-FFF2-40B4-BE49-F238E27FC236}">
                    <a16:creationId xmlns:a16="http://schemas.microsoft.com/office/drawing/2014/main" id="{9832757B-7E6D-1FAF-F7DB-BCB79E5EA948}"/>
                  </a:ext>
                </a:extLst>
              </p:cNvPr>
              <p:cNvSpPr/>
              <p:nvPr/>
            </p:nvSpPr>
            <p:spPr>
              <a:xfrm>
                <a:off x="315774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9" name="ph2204">
                <a:extLst>
                  <a:ext uri="{FF2B5EF4-FFF2-40B4-BE49-F238E27FC236}">
                    <a16:creationId xmlns:a16="http://schemas.microsoft.com/office/drawing/2014/main" id="{47898E3B-2833-3501-4C33-951F94001FA1}"/>
                  </a:ext>
                </a:extLst>
              </p:cNvPr>
              <p:cNvSpPr/>
              <p:nvPr/>
            </p:nvSpPr>
            <p:spPr>
              <a:xfrm>
                <a:off x="316718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0" name="ph2205">
                <a:extLst>
                  <a:ext uri="{FF2B5EF4-FFF2-40B4-BE49-F238E27FC236}">
                    <a16:creationId xmlns:a16="http://schemas.microsoft.com/office/drawing/2014/main" id="{B5956ED9-458B-27EA-D9D7-7D1CF2C6F417}"/>
                  </a:ext>
                </a:extLst>
              </p:cNvPr>
              <p:cNvSpPr/>
              <p:nvPr/>
            </p:nvSpPr>
            <p:spPr>
              <a:xfrm>
                <a:off x="317662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1" name="ph2206">
                <a:extLst>
                  <a:ext uri="{FF2B5EF4-FFF2-40B4-BE49-F238E27FC236}">
                    <a16:creationId xmlns:a16="http://schemas.microsoft.com/office/drawing/2014/main" id="{2F91B950-A007-E616-F774-25D6A2C4B7ED}"/>
                  </a:ext>
                </a:extLst>
              </p:cNvPr>
              <p:cNvSpPr/>
              <p:nvPr/>
            </p:nvSpPr>
            <p:spPr>
              <a:xfrm>
                <a:off x="3186060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2" name="ph2207">
                <a:extLst>
                  <a:ext uri="{FF2B5EF4-FFF2-40B4-BE49-F238E27FC236}">
                    <a16:creationId xmlns:a16="http://schemas.microsoft.com/office/drawing/2014/main" id="{8EA3A19E-1E22-E16A-EBF2-7EDE9FB7A39B}"/>
                  </a:ext>
                </a:extLst>
              </p:cNvPr>
              <p:cNvSpPr/>
              <p:nvPr/>
            </p:nvSpPr>
            <p:spPr>
              <a:xfrm>
                <a:off x="319550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3" name="ph2208">
                <a:extLst>
                  <a:ext uri="{FF2B5EF4-FFF2-40B4-BE49-F238E27FC236}">
                    <a16:creationId xmlns:a16="http://schemas.microsoft.com/office/drawing/2014/main" id="{A3BB8B81-D893-DF59-4EA6-7B92D81AECA2}"/>
                  </a:ext>
                </a:extLst>
              </p:cNvPr>
              <p:cNvSpPr/>
              <p:nvPr/>
            </p:nvSpPr>
            <p:spPr>
              <a:xfrm>
                <a:off x="320494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4" name="ph2209">
                <a:extLst>
                  <a:ext uri="{FF2B5EF4-FFF2-40B4-BE49-F238E27FC236}">
                    <a16:creationId xmlns:a16="http://schemas.microsoft.com/office/drawing/2014/main" id="{3BD78C5E-5312-72E0-283F-4A670D292DF0}"/>
                  </a:ext>
                </a:extLst>
              </p:cNvPr>
              <p:cNvSpPr/>
              <p:nvPr/>
            </p:nvSpPr>
            <p:spPr>
              <a:xfrm>
                <a:off x="321438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5" name="ph2210">
                <a:extLst>
                  <a:ext uri="{FF2B5EF4-FFF2-40B4-BE49-F238E27FC236}">
                    <a16:creationId xmlns:a16="http://schemas.microsoft.com/office/drawing/2014/main" id="{AF098BB0-360F-A789-193D-E7048483582B}"/>
                  </a:ext>
                </a:extLst>
              </p:cNvPr>
              <p:cNvSpPr/>
              <p:nvPr/>
            </p:nvSpPr>
            <p:spPr>
              <a:xfrm>
                <a:off x="3223821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6" name="ph2211">
                <a:extLst>
                  <a:ext uri="{FF2B5EF4-FFF2-40B4-BE49-F238E27FC236}">
                    <a16:creationId xmlns:a16="http://schemas.microsoft.com/office/drawing/2014/main" id="{5D0341B5-2F81-FA92-F0C7-24A920C8232F}"/>
                  </a:ext>
                </a:extLst>
              </p:cNvPr>
              <p:cNvSpPr/>
              <p:nvPr/>
            </p:nvSpPr>
            <p:spPr>
              <a:xfrm>
                <a:off x="323326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7" name="ph2212">
                <a:extLst>
                  <a:ext uri="{FF2B5EF4-FFF2-40B4-BE49-F238E27FC236}">
                    <a16:creationId xmlns:a16="http://schemas.microsoft.com/office/drawing/2014/main" id="{6AB6003C-6E99-260D-7519-08D90180946C}"/>
                  </a:ext>
                </a:extLst>
              </p:cNvPr>
              <p:cNvSpPr/>
              <p:nvPr/>
            </p:nvSpPr>
            <p:spPr>
              <a:xfrm>
                <a:off x="324270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8" name="ph2213">
                <a:extLst>
                  <a:ext uri="{FF2B5EF4-FFF2-40B4-BE49-F238E27FC236}">
                    <a16:creationId xmlns:a16="http://schemas.microsoft.com/office/drawing/2014/main" id="{13EF0CC0-66A0-AE53-99B4-CE2539978EAF}"/>
                  </a:ext>
                </a:extLst>
              </p:cNvPr>
              <p:cNvSpPr/>
              <p:nvPr/>
            </p:nvSpPr>
            <p:spPr>
              <a:xfrm>
                <a:off x="325214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9" name="ph2214">
                <a:extLst>
                  <a:ext uri="{FF2B5EF4-FFF2-40B4-BE49-F238E27FC236}">
                    <a16:creationId xmlns:a16="http://schemas.microsoft.com/office/drawing/2014/main" id="{F0CCECBF-3C5E-4FF4-EA91-DF7A01F0921B}"/>
                  </a:ext>
                </a:extLst>
              </p:cNvPr>
              <p:cNvSpPr/>
              <p:nvPr/>
            </p:nvSpPr>
            <p:spPr>
              <a:xfrm>
                <a:off x="3261582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0" name="ph2215">
                <a:extLst>
                  <a:ext uri="{FF2B5EF4-FFF2-40B4-BE49-F238E27FC236}">
                    <a16:creationId xmlns:a16="http://schemas.microsoft.com/office/drawing/2014/main" id="{3A8F80DA-16F2-6A31-79FE-51BA0D91D750}"/>
                  </a:ext>
                </a:extLst>
              </p:cNvPr>
              <p:cNvSpPr/>
              <p:nvPr/>
            </p:nvSpPr>
            <p:spPr>
              <a:xfrm>
                <a:off x="327102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1" name="ph2216">
                <a:extLst>
                  <a:ext uri="{FF2B5EF4-FFF2-40B4-BE49-F238E27FC236}">
                    <a16:creationId xmlns:a16="http://schemas.microsoft.com/office/drawing/2014/main" id="{38E57307-7282-63B3-29B1-8DB433FC5E1C}"/>
                  </a:ext>
                </a:extLst>
              </p:cNvPr>
              <p:cNvSpPr/>
              <p:nvPr/>
            </p:nvSpPr>
            <p:spPr>
              <a:xfrm>
                <a:off x="328046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2" name="ph2217">
                <a:extLst>
                  <a:ext uri="{FF2B5EF4-FFF2-40B4-BE49-F238E27FC236}">
                    <a16:creationId xmlns:a16="http://schemas.microsoft.com/office/drawing/2014/main" id="{48945331-4642-46AC-7483-7315C47591E4}"/>
                  </a:ext>
                </a:extLst>
              </p:cNvPr>
              <p:cNvSpPr/>
              <p:nvPr/>
            </p:nvSpPr>
            <p:spPr>
              <a:xfrm>
                <a:off x="328990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3" name="ph2218">
                <a:extLst>
                  <a:ext uri="{FF2B5EF4-FFF2-40B4-BE49-F238E27FC236}">
                    <a16:creationId xmlns:a16="http://schemas.microsoft.com/office/drawing/2014/main" id="{DD80E76E-8236-7BAF-3D0D-7FC9A2138A52}"/>
                  </a:ext>
                </a:extLst>
              </p:cNvPr>
              <p:cNvSpPr/>
              <p:nvPr/>
            </p:nvSpPr>
            <p:spPr>
              <a:xfrm>
                <a:off x="3299343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4" name="ph2219">
                <a:extLst>
                  <a:ext uri="{FF2B5EF4-FFF2-40B4-BE49-F238E27FC236}">
                    <a16:creationId xmlns:a16="http://schemas.microsoft.com/office/drawing/2014/main" id="{D3BB1775-33ED-E5FC-ACC4-D1E62421C72D}"/>
                  </a:ext>
                </a:extLst>
              </p:cNvPr>
              <p:cNvSpPr/>
              <p:nvPr/>
            </p:nvSpPr>
            <p:spPr>
              <a:xfrm>
                <a:off x="3308784" y="230835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5" name="ph2220">
                <a:extLst>
                  <a:ext uri="{FF2B5EF4-FFF2-40B4-BE49-F238E27FC236}">
                    <a16:creationId xmlns:a16="http://schemas.microsoft.com/office/drawing/2014/main" id="{B09B7BDB-4553-1AD9-ED05-722D18E19A4D}"/>
                  </a:ext>
                </a:extLst>
              </p:cNvPr>
              <p:cNvSpPr/>
              <p:nvPr/>
            </p:nvSpPr>
            <p:spPr>
              <a:xfrm>
                <a:off x="3318224" y="232592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133"/>
                    </a:lnTo>
                    <a:lnTo>
                      <a:pt x="922473" y="911080"/>
                    </a:lnTo>
                    <a:lnTo>
                      <a:pt x="92076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6" name="ph2221">
                <a:extLst>
                  <a:ext uri="{FF2B5EF4-FFF2-40B4-BE49-F238E27FC236}">
                    <a16:creationId xmlns:a16="http://schemas.microsoft.com/office/drawing/2014/main" id="{1832AB87-9FBC-5F0C-CD2A-33C4B9A71E9E}"/>
                  </a:ext>
                </a:extLst>
              </p:cNvPr>
              <p:cNvSpPr/>
              <p:nvPr/>
            </p:nvSpPr>
            <p:spPr>
              <a:xfrm>
                <a:off x="3327664" y="2308350"/>
                <a:ext cx="919361" cy="925702"/>
              </a:xfrm>
              <a:custGeom>
                <a:avLst/>
                <a:gdLst/>
                <a:ahLst/>
                <a:cxnLst/>
                <a:rect l="0" t="0" r="0" b="0"/>
                <a:pathLst>
                  <a:path w="919361" h="925702">
                    <a:moveTo>
                      <a:pt x="914400" y="914400"/>
                    </a:moveTo>
                    <a:lnTo>
                      <a:pt x="919361" y="914400"/>
                    </a:lnTo>
                    <a:lnTo>
                      <a:pt x="916776" y="920578"/>
                    </a:lnTo>
                    <a:lnTo>
                      <a:pt x="914400" y="925702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7" name="ph2222">
                <a:extLst>
                  <a:ext uri="{FF2B5EF4-FFF2-40B4-BE49-F238E27FC236}">
                    <a16:creationId xmlns:a16="http://schemas.microsoft.com/office/drawing/2014/main" id="{7EEA506C-7966-7AE7-04CC-DC37035A31C5}"/>
                  </a:ext>
                </a:extLst>
              </p:cNvPr>
              <p:cNvSpPr/>
              <p:nvPr/>
            </p:nvSpPr>
            <p:spPr>
              <a:xfrm>
                <a:off x="2402521" y="229078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447" y="931969"/>
                    </a:lnTo>
                    <a:lnTo>
                      <a:pt x="909493" y="930796"/>
                    </a:lnTo>
                    <a:lnTo>
                      <a:pt x="910227" y="919920"/>
                    </a:lnTo>
                    <a:lnTo>
                      <a:pt x="910757" y="914400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8" name="ph2223">
                <a:extLst>
                  <a:ext uri="{FF2B5EF4-FFF2-40B4-BE49-F238E27FC236}">
                    <a16:creationId xmlns:a16="http://schemas.microsoft.com/office/drawing/2014/main" id="{3A3EE16D-6279-769C-1763-292C6A1B556F}"/>
                  </a:ext>
                </a:extLst>
              </p:cNvPr>
              <p:cNvSpPr/>
              <p:nvPr/>
            </p:nvSpPr>
            <p:spPr>
              <a:xfrm>
                <a:off x="240252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9" name="ph2224">
                <a:extLst>
                  <a:ext uri="{FF2B5EF4-FFF2-40B4-BE49-F238E27FC236}">
                    <a16:creationId xmlns:a16="http://schemas.microsoft.com/office/drawing/2014/main" id="{52EF774B-709D-60DD-A071-25D6EEB89769}"/>
                  </a:ext>
                </a:extLst>
              </p:cNvPr>
              <p:cNvSpPr/>
              <p:nvPr/>
            </p:nvSpPr>
            <p:spPr>
              <a:xfrm>
                <a:off x="241196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0" name="ph2225">
                <a:extLst>
                  <a:ext uri="{FF2B5EF4-FFF2-40B4-BE49-F238E27FC236}">
                    <a16:creationId xmlns:a16="http://schemas.microsoft.com/office/drawing/2014/main" id="{89813FE6-F618-996F-5AA3-788221A0044F}"/>
                  </a:ext>
                </a:extLst>
              </p:cNvPr>
              <p:cNvSpPr/>
              <p:nvPr/>
            </p:nvSpPr>
            <p:spPr>
              <a:xfrm>
                <a:off x="242140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1" name="ph2226">
                <a:extLst>
                  <a:ext uri="{FF2B5EF4-FFF2-40B4-BE49-F238E27FC236}">
                    <a16:creationId xmlns:a16="http://schemas.microsoft.com/office/drawing/2014/main" id="{18A0528A-9D1F-2BD1-FB1F-D7BE5C8BAE84}"/>
                  </a:ext>
                </a:extLst>
              </p:cNvPr>
              <p:cNvSpPr/>
              <p:nvPr/>
            </p:nvSpPr>
            <p:spPr>
              <a:xfrm>
                <a:off x="243084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2" name="ph2227">
                <a:extLst>
                  <a:ext uri="{FF2B5EF4-FFF2-40B4-BE49-F238E27FC236}">
                    <a16:creationId xmlns:a16="http://schemas.microsoft.com/office/drawing/2014/main" id="{377C3573-69DA-24E8-3B06-C2E59BF1FC17}"/>
                  </a:ext>
                </a:extLst>
              </p:cNvPr>
              <p:cNvSpPr/>
              <p:nvPr/>
            </p:nvSpPr>
            <p:spPr>
              <a:xfrm>
                <a:off x="244028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3" name="ph2228">
                <a:extLst>
                  <a:ext uri="{FF2B5EF4-FFF2-40B4-BE49-F238E27FC236}">
                    <a16:creationId xmlns:a16="http://schemas.microsoft.com/office/drawing/2014/main" id="{2BA770DF-2AB0-285A-96D3-1EAE93D83DB6}"/>
                  </a:ext>
                </a:extLst>
              </p:cNvPr>
              <p:cNvSpPr/>
              <p:nvPr/>
            </p:nvSpPr>
            <p:spPr>
              <a:xfrm>
                <a:off x="244972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4" name="ph2229">
                <a:extLst>
                  <a:ext uri="{FF2B5EF4-FFF2-40B4-BE49-F238E27FC236}">
                    <a16:creationId xmlns:a16="http://schemas.microsoft.com/office/drawing/2014/main" id="{406F5276-1D9F-565E-0158-DB1FBF5C1487}"/>
                  </a:ext>
                </a:extLst>
              </p:cNvPr>
              <p:cNvSpPr/>
              <p:nvPr/>
            </p:nvSpPr>
            <p:spPr>
              <a:xfrm>
                <a:off x="245916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5" name="ph2230">
                <a:extLst>
                  <a:ext uri="{FF2B5EF4-FFF2-40B4-BE49-F238E27FC236}">
                    <a16:creationId xmlns:a16="http://schemas.microsoft.com/office/drawing/2014/main" id="{9629BA22-BA23-E6FC-7FFE-5AAD6A7ADF8B}"/>
                  </a:ext>
                </a:extLst>
              </p:cNvPr>
              <p:cNvSpPr/>
              <p:nvPr/>
            </p:nvSpPr>
            <p:spPr>
              <a:xfrm>
                <a:off x="246860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6" name="ph2231">
                <a:extLst>
                  <a:ext uri="{FF2B5EF4-FFF2-40B4-BE49-F238E27FC236}">
                    <a16:creationId xmlns:a16="http://schemas.microsoft.com/office/drawing/2014/main" id="{1934C4B4-A892-BCA0-EA1C-1ED8B72B90D6}"/>
                  </a:ext>
                </a:extLst>
              </p:cNvPr>
              <p:cNvSpPr/>
              <p:nvPr/>
            </p:nvSpPr>
            <p:spPr>
              <a:xfrm>
                <a:off x="247804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7" name="ph2232">
                <a:extLst>
                  <a:ext uri="{FF2B5EF4-FFF2-40B4-BE49-F238E27FC236}">
                    <a16:creationId xmlns:a16="http://schemas.microsoft.com/office/drawing/2014/main" id="{AE0B8FC0-73BB-D55E-31D0-BFB47E4C65DF}"/>
                  </a:ext>
                </a:extLst>
              </p:cNvPr>
              <p:cNvSpPr/>
              <p:nvPr/>
            </p:nvSpPr>
            <p:spPr>
              <a:xfrm>
                <a:off x="248748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8" name="ph2233">
                <a:extLst>
                  <a:ext uri="{FF2B5EF4-FFF2-40B4-BE49-F238E27FC236}">
                    <a16:creationId xmlns:a16="http://schemas.microsoft.com/office/drawing/2014/main" id="{43369945-7CE0-7447-A0C6-827B1E37E481}"/>
                  </a:ext>
                </a:extLst>
              </p:cNvPr>
              <p:cNvSpPr/>
              <p:nvPr/>
            </p:nvSpPr>
            <p:spPr>
              <a:xfrm>
                <a:off x="249692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9" name="ph2234">
                <a:extLst>
                  <a:ext uri="{FF2B5EF4-FFF2-40B4-BE49-F238E27FC236}">
                    <a16:creationId xmlns:a16="http://schemas.microsoft.com/office/drawing/2014/main" id="{9273AF65-58B1-94F2-1797-404C15518887}"/>
                  </a:ext>
                </a:extLst>
              </p:cNvPr>
              <p:cNvSpPr/>
              <p:nvPr/>
            </p:nvSpPr>
            <p:spPr>
              <a:xfrm>
                <a:off x="250636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0" name="ph2235">
                <a:extLst>
                  <a:ext uri="{FF2B5EF4-FFF2-40B4-BE49-F238E27FC236}">
                    <a16:creationId xmlns:a16="http://schemas.microsoft.com/office/drawing/2014/main" id="{9CF800A1-45C7-EBA9-9F49-44ABD9F8D691}"/>
                  </a:ext>
                </a:extLst>
              </p:cNvPr>
              <p:cNvSpPr/>
              <p:nvPr/>
            </p:nvSpPr>
            <p:spPr>
              <a:xfrm>
                <a:off x="251580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1" name="ph2236">
                <a:extLst>
                  <a:ext uri="{FF2B5EF4-FFF2-40B4-BE49-F238E27FC236}">
                    <a16:creationId xmlns:a16="http://schemas.microsoft.com/office/drawing/2014/main" id="{9154214D-B559-818E-0809-0E4C4CF715C5}"/>
                  </a:ext>
                </a:extLst>
              </p:cNvPr>
              <p:cNvSpPr/>
              <p:nvPr/>
            </p:nvSpPr>
            <p:spPr>
              <a:xfrm>
                <a:off x="252524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2" name="ph2237">
                <a:extLst>
                  <a:ext uri="{FF2B5EF4-FFF2-40B4-BE49-F238E27FC236}">
                    <a16:creationId xmlns:a16="http://schemas.microsoft.com/office/drawing/2014/main" id="{45EEDBF7-BE02-D79B-B41B-97B7ACF74226}"/>
                  </a:ext>
                </a:extLst>
              </p:cNvPr>
              <p:cNvSpPr/>
              <p:nvPr/>
            </p:nvSpPr>
            <p:spPr>
              <a:xfrm>
                <a:off x="253468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3" name="ph2238">
                <a:extLst>
                  <a:ext uri="{FF2B5EF4-FFF2-40B4-BE49-F238E27FC236}">
                    <a16:creationId xmlns:a16="http://schemas.microsoft.com/office/drawing/2014/main" id="{991DFED6-BE4B-3C78-F2E0-A7D750C5B88E}"/>
                  </a:ext>
                </a:extLst>
              </p:cNvPr>
              <p:cNvSpPr/>
              <p:nvPr/>
            </p:nvSpPr>
            <p:spPr>
              <a:xfrm>
                <a:off x="254412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4" name="ph2239">
                <a:extLst>
                  <a:ext uri="{FF2B5EF4-FFF2-40B4-BE49-F238E27FC236}">
                    <a16:creationId xmlns:a16="http://schemas.microsoft.com/office/drawing/2014/main" id="{6FB3BD8A-F320-D012-25E5-41B3BD8037BB}"/>
                  </a:ext>
                </a:extLst>
              </p:cNvPr>
              <p:cNvSpPr/>
              <p:nvPr/>
            </p:nvSpPr>
            <p:spPr>
              <a:xfrm>
                <a:off x="255356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5" name="ph2240">
                <a:extLst>
                  <a:ext uri="{FF2B5EF4-FFF2-40B4-BE49-F238E27FC236}">
                    <a16:creationId xmlns:a16="http://schemas.microsoft.com/office/drawing/2014/main" id="{8570F5B2-5D06-9773-56FD-00E8BDCF73F1}"/>
                  </a:ext>
                </a:extLst>
              </p:cNvPr>
              <p:cNvSpPr/>
              <p:nvPr/>
            </p:nvSpPr>
            <p:spPr>
              <a:xfrm>
                <a:off x="256300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6" name="ph2241">
                <a:extLst>
                  <a:ext uri="{FF2B5EF4-FFF2-40B4-BE49-F238E27FC236}">
                    <a16:creationId xmlns:a16="http://schemas.microsoft.com/office/drawing/2014/main" id="{23052FB0-A58D-0777-FA3F-578D4A41BA5E}"/>
                  </a:ext>
                </a:extLst>
              </p:cNvPr>
              <p:cNvSpPr/>
              <p:nvPr/>
            </p:nvSpPr>
            <p:spPr>
              <a:xfrm>
                <a:off x="257244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7" name="ph2242">
                <a:extLst>
                  <a:ext uri="{FF2B5EF4-FFF2-40B4-BE49-F238E27FC236}">
                    <a16:creationId xmlns:a16="http://schemas.microsoft.com/office/drawing/2014/main" id="{EE1A847D-5CD8-8F0B-AF92-E439D42A0A7F}"/>
                  </a:ext>
                </a:extLst>
              </p:cNvPr>
              <p:cNvSpPr/>
              <p:nvPr/>
            </p:nvSpPr>
            <p:spPr>
              <a:xfrm>
                <a:off x="258188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8" name="ph2243">
                <a:extLst>
                  <a:ext uri="{FF2B5EF4-FFF2-40B4-BE49-F238E27FC236}">
                    <a16:creationId xmlns:a16="http://schemas.microsoft.com/office/drawing/2014/main" id="{701A204D-3DD1-6177-889B-FEA51D26428D}"/>
                  </a:ext>
                </a:extLst>
              </p:cNvPr>
              <p:cNvSpPr/>
              <p:nvPr/>
            </p:nvSpPr>
            <p:spPr>
              <a:xfrm>
                <a:off x="259132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9" name="ph2244">
                <a:extLst>
                  <a:ext uri="{FF2B5EF4-FFF2-40B4-BE49-F238E27FC236}">
                    <a16:creationId xmlns:a16="http://schemas.microsoft.com/office/drawing/2014/main" id="{BF2CCD6A-C65D-980A-3C2E-743AF9F33A08}"/>
                  </a:ext>
                </a:extLst>
              </p:cNvPr>
              <p:cNvSpPr/>
              <p:nvPr/>
            </p:nvSpPr>
            <p:spPr>
              <a:xfrm>
                <a:off x="260076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0" name="ph2245">
                <a:extLst>
                  <a:ext uri="{FF2B5EF4-FFF2-40B4-BE49-F238E27FC236}">
                    <a16:creationId xmlns:a16="http://schemas.microsoft.com/office/drawing/2014/main" id="{4618FF01-ACAF-46BD-77C3-537DA4607D10}"/>
                  </a:ext>
                </a:extLst>
              </p:cNvPr>
              <p:cNvSpPr/>
              <p:nvPr/>
            </p:nvSpPr>
            <p:spPr>
              <a:xfrm>
                <a:off x="261020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1" name="ph2246">
                <a:extLst>
                  <a:ext uri="{FF2B5EF4-FFF2-40B4-BE49-F238E27FC236}">
                    <a16:creationId xmlns:a16="http://schemas.microsoft.com/office/drawing/2014/main" id="{5538778E-5246-095E-7D14-1412CA730062}"/>
                  </a:ext>
                </a:extLst>
              </p:cNvPr>
              <p:cNvSpPr/>
              <p:nvPr/>
            </p:nvSpPr>
            <p:spPr>
              <a:xfrm>
                <a:off x="261964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2" name="ph2247">
                <a:extLst>
                  <a:ext uri="{FF2B5EF4-FFF2-40B4-BE49-F238E27FC236}">
                    <a16:creationId xmlns:a16="http://schemas.microsoft.com/office/drawing/2014/main" id="{4EB1FD72-F0A6-72BA-A98E-2068027DC61F}"/>
                  </a:ext>
                </a:extLst>
              </p:cNvPr>
              <p:cNvSpPr/>
              <p:nvPr/>
            </p:nvSpPr>
            <p:spPr>
              <a:xfrm>
                <a:off x="262908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3" name="ph2248">
                <a:extLst>
                  <a:ext uri="{FF2B5EF4-FFF2-40B4-BE49-F238E27FC236}">
                    <a16:creationId xmlns:a16="http://schemas.microsoft.com/office/drawing/2014/main" id="{1901D924-9139-4654-B820-BB9C727774DA}"/>
                  </a:ext>
                </a:extLst>
              </p:cNvPr>
              <p:cNvSpPr/>
              <p:nvPr/>
            </p:nvSpPr>
            <p:spPr>
              <a:xfrm>
                <a:off x="263852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4" name="ph2249">
                <a:extLst>
                  <a:ext uri="{FF2B5EF4-FFF2-40B4-BE49-F238E27FC236}">
                    <a16:creationId xmlns:a16="http://schemas.microsoft.com/office/drawing/2014/main" id="{1C68195F-0395-5A76-90A9-9F1949271FEC}"/>
                  </a:ext>
                </a:extLst>
              </p:cNvPr>
              <p:cNvSpPr/>
              <p:nvPr/>
            </p:nvSpPr>
            <p:spPr>
              <a:xfrm>
                <a:off x="264796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5" name="ph2250">
                <a:extLst>
                  <a:ext uri="{FF2B5EF4-FFF2-40B4-BE49-F238E27FC236}">
                    <a16:creationId xmlns:a16="http://schemas.microsoft.com/office/drawing/2014/main" id="{06FF0FA5-3575-8E6A-C6CF-F0F09CA9840D}"/>
                  </a:ext>
                </a:extLst>
              </p:cNvPr>
              <p:cNvSpPr/>
              <p:nvPr/>
            </p:nvSpPr>
            <p:spPr>
              <a:xfrm>
                <a:off x="265740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6" name="ph2251">
                <a:extLst>
                  <a:ext uri="{FF2B5EF4-FFF2-40B4-BE49-F238E27FC236}">
                    <a16:creationId xmlns:a16="http://schemas.microsoft.com/office/drawing/2014/main" id="{F7E6A318-086F-AACA-A803-DF8291DC6EA8}"/>
                  </a:ext>
                </a:extLst>
              </p:cNvPr>
              <p:cNvSpPr/>
              <p:nvPr/>
            </p:nvSpPr>
            <p:spPr>
              <a:xfrm>
                <a:off x="266684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7" name="ph2252">
                <a:extLst>
                  <a:ext uri="{FF2B5EF4-FFF2-40B4-BE49-F238E27FC236}">
                    <a16:creationId xmlns:a16="http://schemas.microsoft.com/office/drawing/2014/main" id="{3E6D9EC7-4D9A-B88C-9A91-DD1AE24248D7}"/>
                  </a:ext>
                </a:extLst>
              </p:cNvPr>
              <p:cNvSpPr/>
              <p:nvPr/>
            </p:nvSpPr>
            <p:spPr>
              <a:xfrm>
                <a:off x="267628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8" name="ph2253">
                <a:extLst>
                  <a:ext uri="{FF2B5EF4-FFF2-40B4-BE49-F238E27FC236}">
                    <a16:creationId xmlns:a16="http://schemas.microsoft.com/office/drawing/2014/main" id="{4742A8FD-F030-C0A8-924E-7B6972035D15}"/>
                  </a:ext>
                </a:extLst>
              </p:cNvPr>
              <p:cNvSpPr/>
              <p:nvPr/>
            </p:nvSpPr>
            <p:spPr>
              <a:xfrm>
                <a:off x="268572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9" name="ph2254">
                <a:extLst>
                  <a:ext uri="{FF2B5EF4-FFF2-40B4-BE49-F238E27FC236}">
                    <a16:creationId xmlns:a16="http://schemas.microsoft.com/office/drawing/2014/main" id="{A62EBED5-915C-C111-8E9B-CD0A17CF279B}"/>
                  </a:ext>
                </a:extLst>
              </p:cNvPr>
              <p:cNvSpPr/>
              <p:nvPr/>
            </p:nvSpPr>
            <p:spPr>
              <a:xfrm>
                <a:off x="2695168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029"/>
                    </a:lnTo>
                    <a:lnTo>
                      <a:pt x="922879" y="914400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0" name="ph2255">
                <a:extLst>
                  <a:ext uri="{FF2B5EF4-FFF2-40B4-BE49-F238E27FC236}">
                    <a16:creationId xmlns:a16="http://schemas.microsoft.com/office/drawing/2014/main" id="{343FA6F2-936F-E009-3284-454598B27BC0}"/>
                  </a:ext>
                </a:extLst>
              </p:cNvPr>
              <p:cNvSpPr/>
              <p:nvPr/>
            </p:nvSpPr>
            <p:spPr>
              <a:xfrm>
                <a:off x="2704608" y="2290780"/>
                <a:ext cx="915794" cy="925599"/>
              </a:xfrm>
              <a:custGeom>
                <a:avLst/>
                <a:gdLst/>
                <a:ahLst/>
                <a:cxnLst/>
                <a:rect l="0" t="0" r="0" b="0"/>
                <a:pathLst>
                  <a:path w="915794" h="925599">
                    <a:moveTo>
                      <a:pt x="914399" y="914400"/>
                    </a:moveTo>
                    <a:lnTo>
                      <a:pt x="915794" y="914400"/>
                    </a:lnTo>
                    <a:lnTo>
                      <a:pt x="914627" y="924089"/>
                    </a:lnTo>
                    <a:lnTo>
                      <a:pt x="914399" y="92559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1" name="ph2256">
                <a:extLst>
                  <a:ext uri="{FF2B5EF4-FFF2-40B4-BE49-F238E27FC236}">
                    <a16:creationId xmlns:a16="http://schemas.microsoft.com/office/drawing/2014/main" id="{56E31AC5-A8AA-F656-3ABB-7895A88DAC6A}"/>
                  </a:ext>
                </a:extLst>
              </p:cNvPr>
              <p:cNvSpPr/>
              <p:nvPr/>
            </p:nvSpPr>
            <p:spPr>
              <a:xfrm>
                <a:off x="2780130" y="230835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70" y="914400"/>
                    </a:lnTo>
                    <a:lnTo>
                      <a:pt x="912634" y="909988"/>
                    </a:lnTo>
                    <a:lnTo>
                      <a:pt x="914400" y="907528"/>
                    </a:lnTo>
                    <a:close/>
                  </a:path>
                </a:pathLst>
              </a:custGeom>
              <a:solidFill>
                <a:srgbClr val="ECF7A4">
                  <a:alpha val="100000"/>
                </a:srgbClr>
              </a:solidFill>
              <a:ln w="5420" cap="flat">
                <a:solidFill>
                  <a:srgbClr val="EC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2" name="ph2257">
                <a:extLst>
                  <a:ext uri="{FF2B5EF4-FFF2-40B4-BE49-F238E27FC236}">
                    <a16:creationId xmlns:a16="http://schemas.microsoft.com/office/drawing/2014/main" id="{8A1BF39B-375B-F23E-4A86-E21C13739F7E}"/>
                  </a:ext>
                </a:extLst>
              </p:cNvPr>
              <p:cNvSpPr/>
              <p:nvPr/>
            </p:nvSpPr>
            <p:spPr>
              <a:xfrm>
                <a:off x="2789570" y="229078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098"/>
                    </a:lnTo>
                    <a:lnTo>
                      <a:pt x="907652" y="921348"/>
                    </a:lnTo>
                    <a:lnTo>
                      <a:pt x="912269" y="915555"/>
                    </a:lnTo>
                    <a:lnTo>
                      <a:pt x="912475" y="915309"/>
                    </a:lnTo>
                    <a:lnTo>
                      <a:pt x="912683" y="915062"/>
                    </a:lnTo>
                    <a:lnTo>
                      <a:pt x="912892" y="914814"/>
                    </a:lnTo>
                    <a:lnTo>
                      <a:pt x="913100" y="914566"/>
                    </a:lnTo>
                    <a:lnTo>
                      <a:pt x="913240" y="914400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3" name="ph2258">
                <a:extLst>
                  <a:ext uri="{FF2B5EF4-FFF2-40B4-BE49-F238E27FC236}">
                    <a16:creationId xmlns:a16="http://schemas.microsoft.com/office/drawing/2014/main" id="{E155C7C4-34E4-DDA9-282A-6F70D2F6313D}"/>
                  </a:ext>
                </a:extLst>
              </p:cNvPr>
              <p:cNvSpPr/>
              <p:nvPr/>
            </p:nvSpPr>
            <p:spPr>
              <a:xfrm>
                <a:off x="278957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4" name="ph2259">
                <a:extLst>
                  <a:ext uri="{FF2B5EF4-FFF2-40B4-BE49-F238E27FC236}">
                    <a16:creationId xmlns:a16="http://schemas.microsoft.com/office/drawing/2014/main" id="{AE5B8C45-4E62-EA5E-06F6-7CEE2A7883D9}"/>
                  </a:ext>
                </a:extLst>
              </p:cNvPr>
              <p:cNvSpPr/>
              <p:nvPr/>
            </p:nvSpPr>
            <p:spPr>
              <a:xfrm>
                <a:off x="279901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5" name="ph2260">
                <a:extLst>
                  <a:ext uri="{FF2B5EF4-FFF2-40B4-BE49-F238E27FC236}">
                    <a16:creationId xmlns:a16="http://schemas.microsoft.com/office/drawing/2014/main" id="{99F64461-3AC7-BCD1-61A3-3C1B3E5A7580}"/>
                  </a:ext>
                </a:extLst>
              </p:cNvPr>
              <p:cNvSpPr/>
              <p:nvPr/>
            </p:nvSpPr>
            <p:spPr>
              <a:xfrm>
                <a:off x="280845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6" name="ph2261">
                <a:extLst>
                  <a:ext uri="{FF2B5EF4-FFF2-40B4-BE49-F238E27FC236}">
                    <a16:creationId xmlns:a16="http://schemas.microsoft.com/office/drawing/2014/main" id="{96CB675B-CDAD-05B4-993D-9FE201145D8D}"/>
                  </a:ext>
                </a:extLst>
              </p:cNvPr>
              <p:cNvSpPr/>
              <p:nvPr/>
            </p:nvSpPr>
            <p:spPr>
              <a:xfrm>
                <a:off x="281789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8">
                  <a:alpha val="100000"/>
                </a:srgbClr>
              </a:solidFill>
              <a:ln w="5420" cap="flat">
                <a:solidFill>
                  <a:srgbClr val="EF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7" name="ph2262">
                <a:extLst>
                  <a:ext uri="{FF2B5EF4-FFF2-40B4-BE49-F238E27FC236}">
                    <a16:creationId xmlns:a16="http://schemas.microsoft.com/office/drawing/2014/main" id="{B9B70B83-AE4F-3557-0778-9334CBD6BE96}"/>
                  </a:ext>
                </a:extLst>
              </p:cNvPr>
              <p:cNvSpPr/>
              <p:nvPr/>
            </p:nvSpPr>
            <p:spPr>
              <a:xfrm>
                <a:off x="282733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8" name="ph2263">
                <a:extLst>
                  <a:ext uri="{FF2B5EF4-FFF2-40B4-BE49-F238E27FC236}">
                    <a16:creationId xmlns:a16="http://schemas.microsoft.com/office/drawing/2014/main" id="{3650F27B-9DD6-2C12-0B75-97823124E815}"/>
                  </a:ext>
                </a:extLst>
              </p:cNvPr>
              <p:cNvSpPr/>
              <p:nvPr/>
            </p:nvSpPr>
            <p:spPr>
              <a:xfrm>
                <a:off x="283677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9" name="ph2264">
                <a:extLst>
                  <a:ext uri="{FF2B5EF4-FFF2-40B4-BE49-F238E27FC236}">
                    <a16:creationId xmlns:a16="http://schemas.microsoft.com/office/drawing/2014/main" id="{981696B7-59EA-5514-E048-2EF93AC6F524}"/>
                  </a:ext>
                </a:extLst>
              </p:cNvPr>
              <p:cNvSpPr/>
              <p:nvPr/>
            </p:nvSpPr>
            <p:spPr>
              <a:xfrm>
                <a:off x="284621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0" name="ph2265">
                <a:extLst>
                  <a:ext uri="{FF2B5EF4-FFF2-40B4-BE49-F238E27FC236}">
                    <a16:creationId xmlns:a16="http://schemas.microsoft.com/office/drawing/2014/main" id="{4769D0F2-73A2-294D-25C8-0744E26555F6}"/>
                  </a:ext>
                </a:extLst>
              </p:cNvPr>
              <p:cNvSpPr/>
              <p:nvPr/>
            </p:nvSpPr>
            <p:spPr>
              <a:xfrm>
                <a:off x="285565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1" name="ph2266">
                <a:extLst>
                  <a:ext uri="{FF2B5EF4-FFF2-40B4-BE49-F238E27FC236}">
                    <a16:creationId xmlns:a16="http://schemas.microsoft.com/office/drawing/2014/main" id="{BF76F9F6-3207-71A1-7FD5-19167F01266A}"/>
                  </a:ext>
                </a:extLst>
              </p:cNvPr>
              <p:cNvSpPr/>
              <p:nvPr/>
            </p:nvSpPr>
            <p:spPr>
              <a:xfrm>
                <a:off x="286509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2" name="ph2267">
                <a:extLst>
                  <a:ext uri="{FF2B5EF4-FFF2-40B4-BE49-F238E27FC236}">
                    <a16:creationId xmlns:a16="http://schemas.microsoft.com/office/drawing/2014/main" id="{0BA69C33-F1DE-69B9-F98B-8418DC94462A}"/>
                  </a:ext>
                </a:extLst>
              </p:cNvPr>
              <p:cNvSpPr/>
              <p:nvPr/>
            </p:nvSpPr>
            <p:spPr>
              <a:xfrm>
                <a:off x="287453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3" name="ph2268">
                <a:extLst>
                  <a:ext uri="{FF2B5EF4-FFF2-40B4-BE49-F238E27FC236}">
                    <a16:creationId xmlns:a16="http://schemas.microsoft.com/office/drawing/2014/main" id="{CE66FF77-8960-9B54-7A0F-A80B13DBF36B}"/>
                  </a:ext>
                </a:extLst>
              </p:cNvPr>
              <p:cNvSpPr/>
              <p:nvPr/>
            </p:nvSpPr>
            <p:spPr>
              <a:xfrm>
                <a:off x="288397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4" name="ph2269">
                <a:extLst>
                  <a:ext uri="{FF2B5EF4-FFF2-40B4-BE49-F238E27FC236}">
                    <a16:creationId xmlns:a16="http://schemas.microsoft.com/office/drawing/2014/main" id="{02B1CF95-847B-7357-A233-FA28A8F5D1DE}"/>
                  </a:ext>
                </a:extLst>
              </p:cNvPr>
              <p:cNvSpPr/>
              <p:nvPr/>
            </p:nvSpPr>
            <p:spPr>
              <a:xfrm>
                <a:off x="289341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5" name="ph2270">
                <a:extLst>
                  <a:ext uri="{FF2B5EF4-FFF2-40B4-BE49-F238E27FC236}">
                    <a16:creationId xmlns:a16="http://schemas.microsoft.com/office/drawing/2014/main" id="{31CD0040-A703-5ACF-AE2B-0BF66D0AE9E7}"/>
                  </a:ext>
                </a:extLst>
              </p:cNvPr>
              <p:cNvSpPr/>
              <p:nvPr/>
            </p:nvSpPr>
            <p:spPr>
              <a:xfrm>
                <a:off x="290285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6" name="ph2271">
                <a:extLst>
                  <a:ext uri="{FF2B5EF4-FFF2-40B4-BE49-F238E27FC236}">
                    <a16:creationId xmlns:a16="http://schemas.microsoft.com/office/drawing/2014/main" id="{54778F0E-41E1-5125-6AC6-8391EA0B72CA}"/>
                  </a:ext>
                </a:extLst>
              </p:cNvPr>
              <p:cNvSpPr/>
              <p:nvPr/>
            </p:nvSpPr>
            <p:spPr>
              <a:xfrm>
                <a:off x="291229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7" name="ph2272">
                <a:extLst>
                  <a:ext uri="{FF2B5EF4-FFF2-40B4-BE49-F238E27FC236}">
                    <a16:creationId xmlns:a16="http://schemas.microsoft.com/office/drawing/2014/main" id="{3AFEF025-D308-E612-9456-B7D627EE1786}"/>
                  </a:ext>
                </a:extLst>
              </p:cNvPr>
              <p:cNvSpPr/>
              <p:nvPr/>
            </p:nvSpPr>
            <p:spPr>
              <a:xfrm>
                <a:off x="292173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8" name="ph2273">
                <a:extLst>
                  <a:ext uri="{FF2B5EF4-FFF2-40B4-BE49-F238E27FC236}">
                    <a16:creationId xmlns:a16="http://schemas.microsoft.com/office/drawing/2014/main" id="{F2B76CA5-B00C-4A8A-E107-E23F291A430F}"/>
                  </a:ext>
                </a:extLst>
              </p:cNvPr>
              <p:cNvSpPr/>
              <p:nvPr/>
            </p:nvSpPr>
            <p:spPr>
              <a:xfrm>
                <a:off x="293117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9" name="ph2274">
                <a:extLst>
                  <a:ext uri="{FF2B5EF4-FFF2-40B4-BE49-F238E27FC236}">
                    <a16:creationId xmlns:a16="http://schemas.microsoft.com/office/drawing/2014/main" id="{3E6A03A6-73B1-2D55-E6FE-FE813E010453}"/>
                  </a:ext>
                </a:extLst>
              </p:cNvPr>
              <p:cNvSpPr/>
              <p:nvPr/>
            </p:nvSpPr>
            <p:spPr>
              <a:xfrm>
                <a:off x="294061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0" name="ph2275">
                <a:extLst>
                  <a:ext uri="{FF2B5EF4-FFF2-40B4-BE49-F238E27FC236}">
                    <a16:creationId xmlns:a16="http://schemas.microsoft.com/office/drawing/2014/main" id="{53F6E5D5-E5FF-B2DD-9AF9-D507268225CE}"/>
                  </a:ext>
                </a:extLst>
              </p:cNvPr>
              <p:cNvSpPr/>
              <p:nvPr/>
            </p:nvSpPr>
            <p:spPr>
              <a:xfrm>
                <a:off x="295005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1" name="ph2276">
                <a:extLst>
                  <a:ext uri="{FF2B5EF4-FFF2-40B4-BE49-F238E27FC236}">
                    <a16:creationId xmlns:a16="http://schemas.microsoft.com/office/drawing/2014/main" id="{21306308-0D9B-3FB9-7DE6-408898DB6743}"/>
                  </a:ext>
                </a:extLst>
              </p:cNvPr>
              <p:cNvSpPr/>
              <p:nvPr/>
            </p:nvSpPr>
            <p:spPr>
              <a:xfrm>
                <a:off x="295949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2" name="ph2277">
                <a:extLst>
                  <a:ext uri="{FF2B5EF4-FFF2-40B4-BE49-F238E27FC236}">
                    <a16:creationId xmlns:a16="http://schemas.microsoft.com/office/drawing/2014/main" id="{C03992EA-929C-494B-6ED5-27FCBE68B730}"/>
                  </a:ext>
                </a:extLst>
              </p:cNvPr>
              <p:cNvSpPr/>
              <p:nvPr/>
            </p:nvSpPr>
            <p:spPr>
              <a:xfrm>
                <a:off x="296893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3" name="ph2278">
                <a:extLst>
                  <a:ext uri="{FF2B5EF4-FFF2-40B4-BE49-F238E27FC236}">
                    <a16:creationId xmlns:a16="http://schemas.microsoft.com/office/drawing/2014/main" id="{E6A077DC-523D-7035-CF1A-09311489BAAC}"/>
                  </a:ext>
                </a:extLst>
              </p:cNvPr>
              <p:cNvSpPr/>
              <p:nvPr/>
            </p:nvSpPr>
            <p:spPr>
              <a:xfrm>
                <a:off x="297837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4" name="ph2279">
                <a:extLst>
                  <a:ext uri="{FF2B5EF4-FFF2-40B4-BE49-F238E27FC236}">
                    <a16:creationId xmlns:a16="http://schemas.microsoft.com/office/drawing/2014/main" id="{5A6D9F8B-9147-B5DE-890C-1C94F39A77CF}"/>
                  </a:ext>
                </a:extLst>
              </p:cNvPr>
              <p:cNvSpPr/>
              <p:nvPr/>
            </p:nvSpPr>
            <p:spPr>
              <a:xfrm>
                <a:off x="2987815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5" name="ph2280">
                <a:extLst>
                  <a:ext uri="{FF2B5EF4-FFF2-40B4-BE49-F238E27FC236}">
                    <a16:creationId xmlns:a16="http://schemas.microsoft.com/office/drawing/2014/main" id="{53318734-042A-E003-B317-6F9E1A21C9D1}"/>
                  </a:ext>
                </a:extLst>
              </p:cNvPr>
              <p:cNvSpPr/>
              <p:nvPr/>
            </p:nvSpPr>
            <p:spPr>
              <a:xfrm>
                <a:off x="299725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6" name="ph2281">
                <a:extLst>
                  <a:ext uri="{FF2B5EF4-FFF2-40B4-BE49-F238E27FC236}">
                    <a16:creationId xmlns:a16="http://schemas.microsoft.com/office/drawing/2014/main" id="{2045DE41-50CA-97CE-FB46-5C29854C9689}"/>
                  </a:ext>
                </a:extLst>
              </p:cNvPr>
              <p:cNvSpPr/>
              <p:nvPr/>
            </p:nvSpPr>
            <p:spPr>
              <a:xfrm>
                <a:off x="300669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7" name="ph2282">
                <a:extLst>
                  <a:ext uri="{FF2B5EF4-FFF2-40B4-BE49-F238E27FC236}">
                    <a16:creationId xmlns:a16="http://schemas.microsoft.com/office/drawing/2014/main" id="{B8B8932B-66BF-4CF3-27A0-5F82FE4B7E54}"/>
                  </a:ext>
                </a:extLst>
              </p:cNvPr>
              <p:cNvSpPr/>
              <p:nvPr/>
            </p:nvSpPr>
            <p:spPr>
              <a:xfrm>
                <a:off x="301613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8" name="ph2283">
                <a:extLst>
                  <a:ext uri="{FF2B5EF4-FFF2-40B4-BE49-F238E27FC236}">
                    <a16:creationId xmlns:a16="http://schemas.microsoft.com/office/drawing/2014/main" id="{EF76C59A-0885-E6F9-73C6-A3B07086C830}"/>
                  </a:ext>
                </a:extLst>
              </p:cNvPr>
              <p:cNvSpPr/>
              <p:nvPr/>
            </p:nvSpPr>
            <p:spPr>
              <a:xfrm>
                <a:off x="3025576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9" name="ph2284">
                <a:extLst>
                  <a:ext uri="{FF2B5EF4-FFF2-40B4-BE49-F238E27FC236}">
                    <a16:creationId xmlns:a16="http://schemas.microsoft.com/office/drawing/2014/main" id="{C2B10B86-3ADF-2F18-306C-C3497086E8F8}"/>
                  </a:ext>
                </a:extLst>
              </p:cNvPr>
              <p:cNvSpPr/>
              <p:nvPr/>
            </p:nvSpPr>
            <p:spPr>
              <a:xfrm>
                <a:off x="303501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0" name="ph2285">
                <a:extLst>
                  <a:ext uri="{FF2B5EF4-FFF2-40B4-BE49-F238E27FC236}">
                    <a16:creationId xmlns:a16="http://schemas.microsoft.com/office/drawing/2014/main" id="{14923348-FD41-6639-B331-6086A8435973}"/>
                  </a:ext>
                </a:extLst>
              </p:cNvPr>
              <p:cNvSpPr/>
              <p:nvPr/>
            </p:nvSpPr>
            <p:spPr>
              <a:xfrm>
                <a:off x="304445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1" name="ph2286">
                <a:extLst>
                  <a:ext uri="{FF2B5EF4-FFF2-40B4-BE49-F238E27FC236}">
                    <a16:creationId xmlns:a16="http://schemas.microsoft.com/office/drawing/2014/main" id="{8237AD36-EDE2-08FC-81D0-3E9AB4EBAC6D}"/>
                  </a:ext>
                </a:extLst>
              </p:cNvPr>
              <p:cNvSpPr/>
              <p:nvPr/>
            </p:nvSpPr>
            <p:spPr>
              <a:xfrm>
                <a:off x="305389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2" name="ph2287">
                <a:extLst>
                  <a:ext uri="{FF2B5EF4-FFF2-40B4-BE49-F238E27FC236}">
                    <a16:creationId xmlns:a16="http://schemas.microsoft.com/office/drawing/2014/main" id="{4701F802-B882-C176-7E40-82B424D53000}"/>
                  </a:ext>
                </a:extLst>
              </p:cNvPr>
              <p:cNvSpPr/>
              <p:nvPr/>
            </p:nvSpPr>
            <p:spPr>
              <a:xfrm>
                <a:off x="3063337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3" name="ph2288">
                <a:extLst>
                  <a:ext uri="{FF2B5EF4-FFF2-40B4-BE49-F238E27FC236}">
                    <a16:creationId xmlns:a16="http://schemas.microsoft.com/office/drawing/2014/main" id="{D7DA7780-A7E8-C9AE-5BF4-E362D19069FA}"/>
                  </a:ext>
                </a:extLst>
              </p:cNvPr>
              <p:cNvSpPr/>
              <p:nvPr/>
            </p:nvSpPr>
            <p:spPr>
              <a:xfrm>
                <a:off x="307277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4" name="ph2289">
                <a:extLst>
                  <a:ext uri="{FF2B5EF4-FFF2-40B4-BE49-F238E27FC236}">
                    <a16:creationId xmlns:a16="http://schemas.microsoft.com/office/drawing/2014/main" id="{E21F80DC-670C-A62D-10E9-12CDC05FECC2}"/>
                  </a:ext>
                </a:extLst>
              </p:cNvPr>
              <p:cNvSpPr/>
              <p:nvPr/>
            </p:nvSpPr>
            <p:spPr>
              <a:xfrm>
                <a:off x="308221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5" name="ph2290">
                <a:extLst>
                  <a:ext uri="{FF2B5EF4-FFF2-40B4-BE49-F238E27FC236}">
                    <a16:creationId xmlns:a16="http://schemas.microsoft.com/office/drawing/2014/main" id="{DE6C6000-B1C3-B88A-3A0F-69C13308C5C1}"/>
                  </a:ext>
                </a:extLst>
              </p:cNvPr>
              <p:cNvSpPr/>
              <p:nvPr/>
            </p:nvSpPr>
            <p:spPr>
              <a:xfrm>
                <a:off x="309165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6" name="ph2291">
                <a:extLst>
                  <a:ext uri="{FF2B5EF4-FFF2-40B4-BE49-F238E27FC236}">
                    <a16:creationId xmlns:a16="http://schemas.microsoft.com/office/drawing/2014/main" id="{43D7DE57-5992-5F5B-AEBD-BF9C7BC41D75}"/>
                  </a:ext>
                </a:extLst>
              </p:cNvPr>
              <p:cNvSpPr/>
              <p:nvPr/>
            </p:nvSpPr>
            <p:spPr>
              <a:xfrm>
                <a:off x="310109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7" name="ph2292">
                <a:extLst>
                  <a:ext uri="{FF2B5EF4-FFF2-40B4-BE49-F238E27FC236}">
                    <a16:creationId xmlns:a16="http://schemas.microsoft.com/office/drawing/2014/main" id="{C35DBA66-B183-558D-7C32-04BDC286CA6B}"/>
                  </a:ext>
                </a:extLst>
              </p:cNvPr>
              <p:cNvSpPr/>
              <p:nvPr/>
            </p:nvSpPr>
            <p:spPr>
              <a:xfrm>
                <a:off x="3110538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8" name="ph2293">
                <a:extLst>
                  <a:ext uri="{FF2B5EF4-FFF2-40B4-BE49-F238E27FC236}">
                    <a16:creationId xmlns:a16="http://schemas.microsoft.com/office/drawing/2014/main" id="{6064C847-AC6B-4D03-565D-08460137B03C}"/>
                  </a:ext>
                </a:extLst>
              </p:cNvPr>
              <p:cNvSpPr/>
              <p:nvPr/>
            </p:nvSpPr>
            <p:spPr>
              <a:xfrm>
                <a:off x="311997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9" name="ph2294">
                <a:extLst>
                  <a:ext uri="{FF2B5EF4-FFF2-40B4-BE49-F238E27FC236}">
                    <a16:creationId xmlns:a16="http://schemas.microsoft.com/office/drawing/2014/main" id="{7F33836D-07CE-A0F2-C7C6-B1E31822382B}"/>
                  </a:ext>
                </a:extLst>
              </p:cNvPr>
              <p:cNvSpPr/>
              <p:nvPr/>
            </p:nvSpPr>
            <p:spPr>
              <a:xfrm>
                <a:off x="312941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0" name="ph2295">
                <a:extLst>
                  <a:ext uri="{FF2B5EF4-FFF2-40B4-BE49-F238E27FC236}">
                    <a16:creationId xmlns:a16="http://schemas.microsoft.com/office/drawing/2014/main" id="{D38A81B5-1575-A5ED-B1E9-B216824A86D3}"/>
                  </a:ext>
                </a:extLst>
              </p:cNvPr>
              <p:cNvSpPr/>
              <p:nvPr/>
            </p:nvSpPr>
            <p:spPr>
              <a:xfrm>
                <a:off x="313885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1" name="ph2296">
                <a:extLst>
                  <a:ext uri="{FF2B5EF4-FFF2-40B4-BE49-F238E27FC236}">
                    <a16:creationId xmlns:a16="http://schemas.microsoft.com/office/drawing/2014/main" id="{6BED50E4-E58B-0BEE-B20B-ADC897F875FD}"/>
                  </a:ext>
                </a:extLst>
              </p:cNvPr>
              <p:cNvSpPr/>
              <p:nvPr/>
            </p:nvSpPr>
            <p:spPr>
              <a:xfrm>
                <a:off x="3148299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2" name="ph2297">
                <a:extLst>
                  <a:ext uri="{FF2B5EF4-FFF2-40B4-BE49-F238E27FC236}">
                    <a16:creationId xmlns:a16="http://schemas.microsoft.com/office/drawing/2014/main" id="{13810EE4-9125-C214-F3E9-72A200C57D35}"/>
                  </a:ext>
                </a:extLst>
              </p:cNvPr>
              <p:cNvSpPr/>
              <p:nvPr/>
            </p:nvSpPr>
            <p:spPr>
              <a:xfrm>
                <a:off x="315774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3" name="ph2298">
                <a:extLst>
                  <a:ext uri="{FF2B5EF4-FFF2-40B4-BE49-F238E27FC236}">
                    <a16:creationId xmlns:a16="http://schemas.microsoft.com/office/drawing/2014/main" id="{955B8E5B-3E38-B163-F390-02DDC0CEA25B}"/>
                  </a:ext>
                </a:extLst>
              </p:cNvPr>
              <p:cNvSpPr/>
              <p:nvPr/>
            </p:nvSpPr>
            <p:spPr>
              <a:xfrm>
                <a:off x="316718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4" name="ph2299">
                <a:extLst>
                  <a:ext uri="{FF2B5EF4-FFF2-40B4-BE49-F238E27FC236}">
                    <a16:creationId xmlns:a16="http://schemas.microsoft.com/office/drawing/2014/main" id="{BA72DB8B-12D7-8703-2673-D639A699C0EE}"/>
                  </a:ext>
                </a:extLst>
              </p:cNvPr>
              <p:cNvSpPr/>
              <p:nvPr/>
            </p:nvSpPr>
            <p:spPr>
              <a:xfrm>
                <a:off x="317662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5" name="ph2300">
                <a:extLst>
                  <a:ext uri="{FF2B5EF4-FFF2-40B4-BE49-F238E27FC236}">
                    <a16:creationId xmlns:a16="http://schemas.microsoft.com/office/drawing/2014/main" id="{1A6607F3-4C08-5528-9F6F-D498C0BE7D46}"/>
                  </a:ext>
                </a:extLst>
              </p:cNvPr>
              <p:cNvSpPr/>
              <p:nvPr/>
            </p:nvSpPr>
            <p:spPr>
              <a:xfrm>
                <a:off x="3186060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6" name="ph2301">
                <a:extLst>
                  <a:ext uri="{FF2B5EF4-FFF2-40B4-BE49-F238E27FC236}">
                    <a16:creationId xmlns:a16="http://schemas.microsoft.com/office/drawing/2014/main" id="{83A02DC6-A876-93D2-A2D8-775EA9E17BFC}"/>
                  </a:ext>
                </a:extLst>
              </p:cNvPr>
              <p:cNvSpPr/>
              <p:nvPr/>
            </p:nvSpPr>
            <p:spPr>
              <a:xfrm>
                <a:off x="319550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7" name="ph2302">
                <a:extLst>
                  <a:ext uri="{FF2B5EF4-FFF2-40B4-BE49-F238E27FC236}">
                    <a16:creationId xmlns:a16="http://schemas.microsoft.com/office/drawing/2014/main" id="{230FC5AB-041C-C8C4-A41D-35C418CD14EA}"/>
                  </a:ext>
                </a:extLst>
              </p:cNvPr>
              <p:cNvSpPr/>
              <p:nvPr/>
            </p:nvSpPr>
            <p:spPr>
              <a:xfrm>
                <a:off x="320494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8" name="ph2303">
                <a:extLst>
                  <a:ext uri="{FF2B5EF4-FFF2-40B4-BE49-F238E27FC236}">
                    <a16:creationId xmlns:a16="http://schemas.microsoft.com/office/drawing/2014/main" id="{39FFD44C-C8FE-C333-A752-8AA16A3F2035}"/>
                  </a:ext>
                </a:extLst>
              </p:cNvPr>
              <p:cNvSpPr/>
              <p:nvPr/>
            </p:nvSpPr>
            <p:spPr>
              <a:xfrm>
                <a:off x="321438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9" name="ph2304">
                <a:extLst>
                  <a:ext uri="{FF2B5EF4-FFF2-40B4-BE49-F238E27FC236}">
                    <a16:creationId xmlns:a16="http://schemas.microsoft.com/office/drawing/2014/main" id="{DE767EE1-4FF6-1D3A-8E4B-4A0B8CC39716}"/>
                  </a:ext>
                </a:extLst>
              </p:cNvPr>
              <p:cNvSpPr/>
              <p:nvPr/>
            </p:nvSpPr>
            <p:spPr>
              <a:xfrm>
                <a:off x="3223821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0" name="ph2305">
                <a:extLst>
                  <a:ext uri="{FF2B5EF4-FFF2-40B4-BE49-F238E27FC236}">
                    <a16:creationId xmlns:a16="http://schemas.microsoft.com/office/drawing/2014/main" id="{8F1DEB64-1463-7F68-8E83-9AF4D6C88988}"/>
                  </a:ext>
                </a:extLst>
              </p:cNvPr>
              <p:cNvSpPr/>
              <p:nvPr/>
            </p:nvSpPr>
            <p:spPr>
              <a:xfrm>
                <a:off x="323326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1" name="ph2306">
                <a:extLst>
                  <a:ext uri="{FF2B5EF4-FFF2-40B4-BE49-F238E27FC236}">
                    <a16:creationId xmlns:a16="http://schemas.microsoft.com/office/drawing/2014/main" id="{FCC26B88-63F8-41C6-39C6-83D60EA8C683}"/>
                  </a:ext>
                </a:extLst>
              </p:cNvPr>
              <p:cNvSpPr/>
              <p:nvPr/>
            </p:nvSpPr>
            <p:spPr>
              <a:xfrm>
                <a:off x="324270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2" name="ph2307">
                <a:extLst>
                  <a:ext uri="{FF2B5EF4-FFF2-40B4-BE49-F238E27FC236}">
                    <a16:creationId xmlns:a16="http://schemas.microsoft.com/office/drawing/2014/main" id="{8F626E77-BD6D-7462-DD18-A5DEE16B2B35}"/>
                  </a:ext>
                </a:extLst>
              </p:cNvPr>
              <p:cNvSpPr/>
              <p:nvPr/>
            </p:nvSpPr>
            <p:spPr>
              <a:xfrm>
                <a:off x="325214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3" name="ph2308">
                <a:extLst>
                  <a:ext uri="{FF2B5EF4-FFF2-40B4-BE49-F238E27FC236}">
                    <a16:creationId xmlns:a16="http://schemas.microsoft.com/office/drawing/2014/main" id="{5F623FD6-0DD2-AF2F-BA56-E5F697D7AF71}"/>
                  </a:ext>
                </a:extLst>
              </p:cNvPr>
              <p:cNvSpPr/>
              <p:nvPr/>
            </p:nvSpPr>
            <p:spPr>
              <a:xfrm>
                <a:off x="3261582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4" name="ph2309">
                <a:extLst>
                  <a:ext uri="{FF2B5EF4-FFF2-40B4-BE49-F238E27FC236}">
                    <a16:creationId xmlns:a16="http://schemas.microsoft.com/office/drawing/2014/main" id="{80D7D5EF-C056-5B56-F786-C7532CDDCBED}"/>
                  </a:ext>
                </a:extLst>
              </p:cNvPr>
              <p:cNvSpPr/>
              <p:nvPr/>
            </p:nvSpPr>
            <p:spPr>
              <a:xfrm>
                <a:off x="327102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5" name="ph2310">
                <a:extLst>
                  <a:ext uri="{FF2B5EF4-FFF2-40B4-BE49-F238E27FC236}">
                    <a16:creationId xmlns:a16="http://schemas.microsoft.com/office/drawing/2014/main" id="{22F35AD6-CAF7-7D5F-DEEC-1A829499D56C}"/>
                  </a:ext>
                </a:extLst>
              </p:cNvPr>
              <p:cNvSpPr/>
              <p:nvPr/>
            </p:nvSpPr>
            <p:spPr>
              <a:xfrm>
                <a:off x="328046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6" name="ph2311">
                <a:extLst>
                  <a:ext uri="{FF2B5EF4-FFF2-40B4-BE49-F238E27FC236}">
                    <a16:creationId xmlns:a16="http://schemas.microsoft.com/office/drawing/2014/main" id="{F35CCBE7-16B2-CBC2-ED9F-16DA68F9B6FF}"/>
                  </a:ext>
                </a:extLst>
              </p:cNvPr>
              <p:cNvSpPr/>
              <p:nvPr/>
            </p:nvSpPr>
            <p:spPr>
              <a:xfrm>
                <a:off x="328990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7" name="ph2312">
                <a:extLst>
                  <a:ext uri="{FF2B5EF4-FFF2-40B4-BE49-F238E27FC236}">
                    <a16:creationId xmlns:a16="http://schemas.microsoft.com/office/drawing/2014/main" id="{28CF5E7B-9C53-42A5-B5A9-472C3B8F8376}"/>
                  </a:ext>
                </a:extLst>
              </p:cNvPr>
              <p:cNvSpPr/>
              <p:nvPr/>
            </p:nvSpPr>
            <p:spPr>
              <a:xfrm>
                <a:off x="3299343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8" name="ph2313">
                <a:extLst>
                  <a:ext uri="{FF2B5EF4-FFF2-40B4-BE49-F238E27FC236}">
                    <a16:creationId xmlns:a16="http://schemas.microsoft.com/office/drawing/2014/main" id="{6D0ECAA7-DD08-6D3F-0F94-A9009DDCE78F}"/>
                  </a:ext>
                </a:extLst>
              </p:cNvPr>
              <p:cNvSpPr/>
              <p:nvPr/>
            </p:nvSpPr>
            <p:spPr>
              <a:xfrm>
                <a:off x="330878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9" name="ph2314">
                <a:extLst>
                  <a:ext uri="{FF2B5EF4-FFF2-40B4-BE49-F238E27FC236}">
                    <a16:creationId xmlns:a16="http://schemas.microsoft.com/office/drawing/2014/main" id="{C0D00284-A684-2A98-4121-52F92AEEA147}"/>
                  </a:ext>
                </a:extLst>
              </p:cNvPr>
              <p:cNvSpPr/>
              <p:nvPr/>
            </p:nvSpPr>
            <p:spPr>
              <a:xfrm>
                <a:off x="3318224" y="229078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0" name="ph2315">
                <a:extLst>
                  <a:ext uri="{FF2B5EF4-FFF2-40B4-BE49-F238E27FC236}">
                    <a16:creationId xmlns:a16="http://schemas.microsoft.com/office/drawing/2014/main" id="{7A790CCE-2480-599C-EA3D-A977F6C25822}"/>
                  </a:ext>
                </a:extLst>
              </p:cNvPr>
              <p:cNvSpPr/>
              <p:nvPr/>
            </p:nvSpPr>
            <p:spPr>
              <a:xfrm>
                <a:off x="3327664" y="230835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66"/>
                    </a:lnTo>
                    <a:lnTo>
                      <a:pt x="923582" y="903431"/>
                    </a:lnTo>
                    <a:lnTo>
                      <a:pt x="920296" y="912165"/>
                    </a:lnTo>
                    <a:lnTo>
                      <a:pt x="91936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1" name="ph2316">
                <a:extLst>
                  <a:ext uri="{FF2B5EF4-FFF2-40B4-BE49-F238E27FC236}">
                    <a16:creationId xmlns:a16="http://schemas.microsoft.com/office/drawing/2014/main" id="{25D3F3D8-E5BB-6305-6C64-41AC9C5567D8}"/>
                  </a:ext>
                </a:extLst>
              </p:cNvPr>
              <p:cNvSpPr/>
              <p:nvPr/>
            </p:nvSpPr>
            <p:spPr>
              <a:xfrm>
                <a:off x="3337104" y="2290780"/>
                <a:ext cx="916367" cy="920236"/>
              </a:xfrm>
              <a:custGeom>
                <a:avLst/>
                <a:gdLst/>
                <a:ahLst/>
                <a:cxnLst/>
                <a:rect l="0" t="0" r="0" b="0"/>
                <a:pathLst>
                  <a:path w="916367" h="920236">
                    <a:moveTo>
                      <a:pt x="914400" y="914400"/>
                    </a:moveTo>
                    <a:lnTo>
                      <a:pt x="916367" y="914400"/>
                    </a:lnTo>
                    <a:lnTo>
                      <a:pt x="914400" y="92023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2" name="ph2317">
                <a:extLst>
                  <a:ext uri="{FF2B5EF4-FFF2-40B4-BE49-F238E27FC236}">
                    <a16:creationId xmlns:a16="http://schemas.microsoft.com/office/drawing/2014/main" id="{E25F2F15-E607-3F91-AA4B-B86703F1834C}"/>
                  </a:ext>
                </a:extLst>
              </p:cNvPr>
              <p:cNvSpPr/>
              <p:nvPr/>
            </p:nvSpPr>
            <p:spPr>
              <a:xfrm>
                <a:off x="2402521" y="2273210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0757" y="931969"/>
                    </a:lnTo>
                    <a:lnTo>
                      <a:pt x="911263" y="926701"/>
                    </a:lnTo>
                    <a:lnTo>
                      <a:pt x="912599" y="916026"/>
                    </a:lnTo>
                    <a:lnTo>
                      <a:pt x="912851" y="914400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3" name="ph2318">
                <a:extLst>
                  <a:ext uri="{FF2B5EF4-FFF2-40B4-BE49-F238E27FC236}">
                    <a16:creationId xmlns:a16="http://schemas.microsoft.com/office/drawing/2014/main" id="{B0B2FF37-A850-4F00-64AE-A9BB955B0C54}"/>
                  </a:ext>
                </a:extLst>
              </p:cNvPr>
              <p:cNvSpPr/>
              <p:nvPr/>
            </p:nvSpPr>
            <p:spPr>
              <a:xfrm>
                <a:off x="240252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4" name="ph2319">
                <a:extLst>
                  <a:ext uri="{FF2B5EF4-FFF2-40B4-BE49-F238E27FC236}">
                    <a16:creationId xmlns:a16="http://schemas.microsoft.com/office/drawing/2014/main" id="{71FD6EB0-F1B4-D6EB-C0F3-4C22FD3735F8}"/>
                  </a:ext>
                </a:extLst>
              </p:cNvPr>
              <p:cNvSpPr/>
              <p:nvPr/>
            </p:nvSpPr>
            <p:spPr>
              <a:xfrm>
                <a:off x="241196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5" name="ph2320">
                <a:extLst>
                  <a:ext uri="{FF2B5EF4-FFF2-40B4-BE49-F238E27FC236}">
                    <a16:creationId xmlns:a16="http://schemas.microsoft.com/office/drawing/2014/main" id="{ACBEBFAC-3A14-71FE-F6C9-A1CB39FC343B}"/>
                  </a:ext>
                </a:extLst>
              </p:cNvPr>
              <p:cNvSpPr/>
              <p:nvPr/>
            </p:nvSpPr>
            <p:spPr>
              <a:xfrm>
                <a:off x="242140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6" name="ph2321">
                <a:extLst>
                  <a:ext uri="{FF2B5EF4-FFF2-40B4-BE49-F238E27FC236}">
                    <a16:creationId xmlns:a16="http://schemas.microsoft.com/office/drawing/2014/main" id="{EAC7A5F5-C9AA-CA57-2CF8-3EC61C771CED}"/>
                  </a:ext>
                </a:extLst>
              </p:cNvPr>
              <p:cNvSpPr/>
              <p:nvPr/>
            </p:nvSpPr>
            <p:spPr>
              <a:xfrm>
                <a:off x="243084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7" name="ph2322">
                <a:extLst>
                  <a:ext uri="{FF2B5EF4-FFF2-40B4-BE49-F238E27FC236}">
                    <a16:creationId xmlns:a16="http://schemas.microsoft.com/office/drawing/2014/main" id="{9136C001-D941-FAAF-848B-B9A649F5EF7C}"/>
                  </a:ext>
                </a:extLst>
              </p:cNvPr>
              <p:cNvSpPr/>
              <p:nvPr/>
            </p:nvSpPr>
            <p:spPr>
              <a:xfrm>
                <a:off x="244028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8" name="ph2323">
                <a:extLst>
                  <a:ext uri="{FF2B5EF4-FFF2-40B4-BE49-F238E27FC236}">
                    <a16:creationId xmlns:a16="http://schemas.microsoft.com/office/drawing/2014/main" id="{57405BD9-1A20-D8CC-990F-8D18237E2E8B}"/>
                  </a:ext>
                </a:extLst>
              </p:cNvPr>
              <p:cNvSpPr/>
              <p:nvPr/>
            </p:nvSpPr>
            <p:spPr>
              <a:xfrm>
                <a:off x="244972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9" name="ph2324">
                <a:extLst>
                  <a:ext uri="{FF2B5EF4-FFF2-40B4-BE49-F238E27FC236}">
                    <a16:creationId xmlns:a16="http://schemas.microsoft.com/office/drawing/2014/main" id="{AEA1762E-595F-C1E8-A9BD-B6C94234B1AC}"/>
                  </a:ext>
                </a:extLst>
              </p:cNvPr>
              <p:cNvSpPr/>
              <p:nvPr/>
            </p:nvSpPr>
            <p:spPr>
              <a:xfrm>
                <a:off x="245916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0" name="ph2325">
                <a:extLst>
                  <a:ext uri="{FF2B5EF4-FFF2-40B4-BE49-F238E27FC236}">
                    <a16:creationId xmlns:a16="http://schemas.microsoft.com/office/drawing/2014/main" id="{3053C96F-CA66-CF7D-7E5E-CB2DA1E5F752}"/>
                  </a:ext>
                </a:extLst>
              </p:cNvPr>
              <p:cNvSpPr/>
              <p:nvPr/>
            </p:nvSpPr>
            <p:spPr>
              <a:xfrm>
                <a:off x="246860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1" name="ph2326">
                <a:extLst>
                  <a:ext uri="{FF2B5EF4-FFF2-40B4-BE49-F238E27FC236}">
                    <a16:creationId xmlns:a16="http://schemas.microsoft.com/office/drawing/2014/main" id="{64F4FF78-3005-9C06-7420-7409C4F4E65E}"/>
                  </a:ext>
                </a:extLst>
              </p:cNvPr>
              <p:cNvSpPr/>
              <p:nvPr/>
            </p:nvSpPr>
            <p:spPr>
              <a:xfrm>
                <a:off x="247804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2" name="ph2327">
                <a:extLst>
                  <a:ext uri="{FF2B5EF4-FFF2-40B4-BE49-F238E27FC236}">
                    <a16:creationId xmlns:a16="http://schemas.microsoft.com/office/drawing/2014/main" id="{D777A31C-7A7A-64D2-0CDF-7297048B2F43}"/>
                  </a:ext>
                </a:extLst>
              </p:cNvPr>
              <p:cNvSpPr/>
              <p:nvPr/>
            </p:nvSpPr>
            <p:spPr>
              <a:xfrm>
                <a:off x="248748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3" name="ph2328">
                <a:extLst>
                  <a:ext uri="{FF2B5EF4-FFF2-40B4-BE49-F238E27FC236}">
                    <a16:creationId xmlns:a16="http://schemas.microsoft.com/office/drawing/2014/main" id="{EB78D174-945F-AD7E-4384-65595343CC66}"/>
                  </a:ext>
                </a:extLst>
              </p:cNvPr>
              <p:cNvSpPr/>
              <p:nvPr/>
            </p:nvSpPr>
            <p:spPr>
              <a:xfrm>
                <a:off x="249692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4" name="ph2329">
                <a:extLst>
                  <a:ext uri="{FF2B5EF4-FFF2-40B4-BE49-F238E27FC236}">
                    <a16:creationId xmlns:a16="http://schemas.microsoft.com/office/drawing/2014/main" id="{C6ABE90D-76D0-0FE2-EFA2-5C3FFC490D27}"/>
                  </a:ext>
                </a:extLst>
              </p:cNvPr>
              <p:cNvSpPr/>
              <p:nvPr/>
            </p:nvSpPr>
            <p:spPr>
              <a:xfrm>
                <a:off x="250636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5" name="ph2330">
                <a:extLst>
                  <a:ext uri="{FF2B5EF4-FFF2-40B4-BE49-F238E27FC236}">
                    <a16:creationId xmlns:a16="http://schemas.microsoft.com/office/drawing/2014/main" id="{BE5102CC-87F3-0772-4B89-9CF279CDB73D}"/>
                  </a:ext>
                </a:extLst>
              </p:cNvPr>
              <p:cNvSpPr/>
              <p:nvPr/>
            </p:nvSpPr>
            <p:spPr>
              <a:xfrm>
                <a:off x="251580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6" name="ph2331">
                <a:extLst>
                  <a:ext uri="{FF2B5EF4-FFF2-40B4-BE49-F238E27FC236}">
                    <a16:creationId xmlns:a16="http://schemas.microsoft.com/office/drawing/2014/main" id="{117F6A2F-E00F-8658-6612-9C4839EC08D2}"/>
                  </a:ext>
                </a:extLst>
              </p:cNvPr>
              <p:cNvSpPr/>
              <p:nvPr/>
            </p:nvSpPr>
            <p:spPr>
              <a:xfrm>
                <a:off x="252524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7" name="ph2332">
                <a:extLst>
                  <a:ext uri="{FF2B5EF4-FFF2-40B4-BE49-F238E27FC236}">
                    <a16:creationId xmlns:a16="http://schemas.microsoft.com/office/drawing/2014/main" id="{B538564D-D8A2-AC65-7A53-50D86ABE5559}"/>
                  </a:ext>
                </a:extLst>
              </p:cNvPr>
              <p:cNvSpPr/>
              <p:nvPr/>
            </p:nvSpPr>
            <p:spPr>
              <a:xfrm>
                <a:off x="253468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8" name="ph2333">
                <a:extLst>
                  <a:ext uri="{FF2B5EF4-FFF2-40B4-BE49-F238E27FC236}">
                    <a16:creationId xmlns:a16="http://schemas.microsoft.com/office/drawing/2014/main" id="{2912CF99-EAE7-8A18-5CFC-6461F00E27BD}"/>
                  </a:ext>
                </a:extLst>
              </p:cNvPr>
              <p:cNvSpPr/>
              <p:nvPr/>
            </p:nvSpPr>
            <p:spPr>
              <a:xfrm>
                <a:off x="254412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9" name="ph2334">
                <a:extLst>
                  <a:ext uri="{FF2B5EF4-FFF2-40B4-BE49-F238E27FC236}">
                    <a16:creationId xmlns:a16="http://schemas.microsoft.com/office/drawing/2014/main" id="{C8A58ABA-2CA5-8C95-3848-8E248BE3272A}"/>
                  </a:ext>
                </a:extLst>
              </p:cNvPr>
              <p:cNvSpPr/>
              <p:nvPr/>
            </p:nvSpPr>
            <p:spPr>
              <a:xfrm>
                <a:off x="255356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0" name="ph2335">
                <a:extLst>
                  <a:ext uri="{FF2B5EF4-FFF2-40B4-BE49-F238E27FC236}">
                    <a16:creationId xmlns:a16="http://schemas.microsoft.com/office/drawing/2014/main" id="{15DDA52F-FBAB-4EE4-0F2C-0C9101CDA433}"/>
                  </a:ext>
                </a:extLst>
              </p:cNvPr>
              <p:cNvSpPr/>
              <p:nvPr/>
            </p:nvSpPr>
            <p:spPr>
              <a:xfrm>
                <a:off x="256300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1" name="ph2336">
                <a:extLst>
                  <a:ext uri="{FF2B5EF4-FFF2-40B4-BE49-F238E27FC236}">
                    <a16:creationId xmlns:a16="http://schemas.microsoft.com/office/drawing/2014/main" id="{E9470228-66D3-C65A-139B-49E7D99741CE}"/>
                  </a:ext>
                </a:extLst>
              </p:cNvPr>
              <p:cNvSpPr/>
              <p:nvPr/>
            </p:nvSpPr>
            <p:spPr>
              <a:xfrm>
                <a:off x="257244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2" name="ph2337">
                <a:extLst>
                  <a:ext uri="{FF2B5EF4-FFF2-40B4-BE49-F238E27FC236}">
                    <a16:creationId xmlns:a16="http://schemas.microsoft.com/office/drawing/2014/main" id="{AF6860EC-E34D-5BB6-9846-B5FF57BCD7A2}"/>
                  </a:ext>
                </a:extLst>
              </p:cNvPr>
              <p:cNvSpPr/>
              <p:nvPr/>
            </p:nvSpPr>
            <p:spPr>
              <a:xfrm>
                <a:off x="258188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3" name="ph2338">
                <a:extLst>
                  <a:ext uri="{FF2B5EF4-FFF2-40B4-BE49-F238E27FC236}">
                    <a16:creationId xmlns:a16="http://schemas.microsoft.com/office/drawing/2014/main" id="{55C03F2C-B6DA-728E-1F89-B06341879EF0}"/>
                  </a:ext>
                </a:extLst>
              </p:cNvPr>
              <p:cNvSpPr/>
              <p:nvPr/>
            </p:nvSpPr>
            <p:spPr>
              <a:xfrm>
                <a:off x="259132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4" name="ph2339">
                <a:extLst>
                  <a:ext uri="{FF2B5EF4-FFF2-40B4-BE49-F238E27FC236}">
                    <a16:creationId xmlns:a16="http://schemas.microsoft.com/office/drawing/2014/main" id="{33AFACF1-A14F-20A2-C729-33CA601C537F}"/>
                  </a:ext>
                </a:extLst>
              </p:cNvPr>
              <p:cNvSpPr/>
              <p:nvPr/>
            </p:nvSpPr>
            <p:spPr>
              <a:xfrm>
                <a:off x="260076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5" name="ph2340">
                <a:extLst>
                  <a:ext uri="{FF2B5EF4-FFF2-40B4-BE49-F238E27FC236}">
                    <a16:creationId xmlns:a16="http://schemas.microsoft.com/office/drawing/2014/main" id="{3139CE8D-B1B4-9B07-E19B-F8174E0E4D86}"/>
                  </a:ext>
                </a:extLst>
              </p:cNvPr>
              <p:cNvSpPr/>
              <p:nvPr/>
            </p:nvSpPr>
            <p:spPr>
              <a:xfrm>
                <a:off x="261020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6" name="ph2341">
                <a:extLst>
                  <a:ext uri="{FF2B5EF4-FFF2-40B4-BE49-F238E27FC236}">
                    <a16:creationId xmlns:a16="http://schemas.microsoft.com/office/drawing/2014/main" id="{C832DAEF-E8E2-9DEE-74EE-CC19DAE6C0FA}"/>
                  </a:ext>
                </a:extLst>
              </p:cNvPr>
              <p:cNvSpPr/>
              <p:nvPr/>
            </p:nvSpPr>
            <p:spPr>
              <a:xfrm>
                <a:off x="261964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7" name="ph2342">
                <a:extLst>
                  <a:ext uri="{FF2B5EF4-FFF2-40B4-BE49-F238E27FC236}">
                    <a16:creationId xmlns:a16="http://schemas.microsoft.com/office/drawing/2014/main" id="{9381CEBB-9B52-FDB6-D53A-EBB659F1E356}"/>
                  </a:ext>
                </a:extLst>
              </p:cNvPr>
              <p:cNvSpPr/>
              <p:nvPr/>
            </p:nvSpPr>
            <p:spPr>
              <a:xfrm>
                <a:off x="262908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8" name="ph2343">
                <a:extLst>
                  <a:ext uri="{FF2B5EF4-FFF2-40B4-BE49-F238E27FC236}">
                    <a16:creationId xmlns:a16="http://schemas.microsoft.com/office/drawing/2014/main" id="{9606EA35-4AEB-8AB9-6EE1-7C997447B314}"/>
                  </a:ext>
                </a:extLst>
              </p:cNvPr>
              <p:cNvSpPr/>
              <p:nvPr/>
            </p:nvSpPr>
            <p:spPr>
              <a:xfrm>
                <a:off x="263852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9" name="ph2344">
                <a:extLst>
                  <a:ext uri="{FF2B5EF4-FFF2-40B4-BE49-F238E27FC236}">
                    <a16:creationId xmlns:a16="http://schemas.microsoft.com/office/drawing/2014/main" id="{B2111223-DDEF-5769-D89D-3C9A60DDBDAC}"/>
                  </a:ext>
                </a:extLst>
              </p:cNvPr>
              <p:cNvSpPr/>
              <p:nvPr/>
            </p:nvSpPr>
            <p:spPr>
              <a:xfrm>
                <a:off x="264796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0" name="ph2345">
                <a:extLst>
                  <a:ext uri="{FF2B5EF4-FFF2-40B4-BE49-F238E27FC236}">
                    <a16:creationId xmlns:a16="http://schemas.microsoft.com/office/drawing/2014/main" id="{EF84E450-3182-9519-26F6-39F430043776}"/>
                  </a:ext>
                </a:extLst>
              </p:cNvPr>
              <p:cNvSpPr/>
              <p:nvPr/>
            </p:nvSpPr>
            <p:spPr>
              <a:xfrm>
                <a:off x="265740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1" name="ph2346">
                <a:extLst>
                  <a:ext uri="{FF2B5EF4-FFF2-40B4-BE49-F238E27FC236}">
                    <a16:creationId xmlns:a16="http://schemas.microsoft.com/office/drawing/2014/main" id="{A937C15D-0CF5-53EC-5796-894F262B8501}"/>
                  </a:ext>
                </a:extLst>
              </p:cNvPr>
              <p:cNvSpPr/>
              <p:nvPr/>
            </p:nvSpPr>
            <p:spPr>
              <a:xfrm>
                <a:off x="266684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2" name="ph2347">
                <a:extLst>
                  <a:ext uri="{FF2B5EF4-FFF2-40B4-BE49-F238E27FC236}">
                    <a16:creationId xmlns:a16="http://schemas.microsoft.com/office/drawing/2014/main" id="{1E9063EE-F35A-1FAA-F382-37210C5CFC46}"/>
                  </a:ext>
                </a:extLst>
              </p:cNvPr>
              <p:cNvSpPr/>
              <p:nvPr/>
            </p:nvSpPr>
            <p:spPr>
              <a:xfrm>
                <a:off x="267628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3" name="ph2348">
                <a:extLst>
                  <a:ext uri="{FF2B5EF4-FFF2-40B4-BE49-F238E27FC236}">
                    <a16:creationId xmlns:a16="http://schemas.microsoft.com/office/drawing/2014/main" id="{83728C36-04D3-A0C5-694A-60B73F0CA696}"/>
                  </a:ext>
                </a:extLst>
              </p:cNvPr>
              <p:cNvSpPr/>
              <p:nvPr/>
            </p:nvSpPr>
            <p:spPr>
              <a:xfrm>
                <a:off x="268572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4" name="ph2349">
                <a:extLst>
                  <a:ext uri="{FF2B5EF4-FFF2-40B4-BE49-F238E27FC236}">
                    <a16:creationId xmlns:a16="http://schemas.microsoft.com/office/drawing/2014/main" id="{C99E5068-2AC0-6896-E306-35339179E407}"/>
                  </a:ext>
                </a:extLst>
              </p:cNvPr>
              <p:cNvSpPr/>
              <p:nvPr/>
            </p:nvSpPr>
            <p:spPr>
              <a:xfrm>
                <a:off x="269516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5" name="ph2350">
                <a:extLst>
                  <a:ext uri="{FF2B5EF4-FFF2-40B4-BE49-F238E27FC236}">
                    <a16:creationId xmlns:a16="http://schemas.microsoft.com/office/drawing/2014/main" id="{C1F82BF4-4F73-0F3D-2AAB-E6DC44268273}"/>
                  </a:ext>
                </a:extLst>
              </p:cNvPr>
              <p:cNvSpPr/>
              <p:nvPr/>
            </p:nvSpPr>
            <p:spPr>
              <a:xfrm>
                <a:off x="2704608" y="2290780"/>
                <a:ext cx="91727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72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272" y="896830"/>
                    </a:lnTo>
                    <a:lnTo>
                      <a:pt x="916944" y="902145"/>
                    </a:lnTo>
                    <a:lnTo>
                      <a:pt x="915942" y="913174"/>
                    </a:lnTo>
                    <a:lnTo>
                      <a:pt x="915794" y="914400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6" name="ph2351">
                <a:extLst>
                  <a:ext uri="{FF2B5EF4-FFF2-40B4-BE49-F238E27FC236}">
                    <a16:creationId xmlns:a16="http://schemas.microsoft.com/office/drawing/2014/main" id="{144299E7-FCD0-033D-2E7E-A6A3C1EBD8DD}"/>
                  </a:ext>
                </a:extLst>
              </p:cNvPr>
              <p:cNvSpPr/>
              <p:nvPr/>
            </p:nvSpPr>
            <p:spPr>
              <a:xfrm>
                <a:off x="2789570" y="229078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308" y="914319"/>
                    </a:lnTo>
                    <a:lnTo>
                      <a:pt x="913516" y="914071"/>
                    </a:lnTo>
                    <a:lnTo>
                      <a:pt x="913725" y="913823"/>
                    </a:lnTo>
                    <a:lnTo>
                      <a:pt x="913933" y="913576"/>
                    </a:lnTo>
                    <a:lnTo>
                      <a:pt x="914141" y="913328"/>
                    </a:lnTo>
                    <a:lnTo>
                      <a:pt x="914400" y="913021"/>
                    </a:lnTo>
                    <a:close/>
                  </a:path>
                </a:pathLst>
              </a:custGeom>
              <a:solidFill>
                <a:srgbClr val="EDF7A6">
                  <a:alpha val="100000"/>
                </a:srgbClr>
              </a:solidFill>
              <a:ln w="5420" cap="flat">
                <a:solidFill>
                  <a:srgbClr val="EDF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7" name="ph2352">
                <a:extLst>
                  <a:ext uri="{FF2B5EF4-FFF2-40B4-BE49-F238E27FC236}">
                    <a16:creationId xmlns:a16="http://schemas.microsoft.com/office/drawing/2014/main" id="{8309814A-5164-B9C5-5835-B18677251F04}"/>
                  </a:ext>
                </a:extLst>
              </p:cNvPr>
              <p:cNvSpPr/>
              <p:nvPr/>
            </p:nvSpPr>
            <p:spPr>
              <a:xfrm>
                <a:off x="2799011" y="229078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13021"/>
                    </a:lnTo>
                    <a:lnTo>
                      <a:pt x="905118" y="912833"/>
                    </a:lnTo>
                    <a:lnTo>
                      <a:pt x="905326" y="912585"/>
                    </a:lnTo>
                    <a:lnTo>
                      <a:pt x="905534" y="912337"/>
                    </a:lnTo>
                    <a:lnTo>
                      <a:pt x="905743" y="912090"/>
                    </a:lnTo>
                    <a:lnTo>
                      <a:pt x="905951" y="911842"/>
                    </a:lnTo>
                    <a:lnTo>
                      <a:pt x="906159" y="911595"/>
                    </a:lnTo>
                    <a:lnTo>
                      <a:pt x="906368" y="911347"/>
                    </a:lnTo>
                    <a:lnTo>
                      <a:pt x="906576" y="911099"/>
                    </a:lnTo>
                    <a:lnTo>
                      <a:pt x="906785" y="910852"/>
                    </a:lnTo>
                    <a:lnTo>
                      <a:pt x="906993" y="910604"/>
                    </a:lnTo>
                    <a:lnTo>
                      <a:pt x="907201" y="910356"/>
                    </a:lnTo>
                    <a:lnTo>
                      <a:pt x="907410" y="910109"/>
                    </a:lnTo>
                    <a:lnTo>
                      <a:pt x="907618" y="909861"/>
                    </a:lnTo>
                    <a:lnTo>
                      <a:pt x="907827" y="909614"/>
                    </a:lnTo>
                    <a:lnTo>
                      <a:pt x="908035" y="909366"/>
                    </a:lnTo>
                    <a:lnTo>
                      <a:pt x="908244" y="909118"/>
                    </a:lnTo>
                    <a:lnTo>
                      <a:pt x="908452" y="908871"/>
                    </a:lnTo>
                    <a:lnTo>
                      <a:pt x="908660" y="908623"/>
                    </a:lnTo>
                    <a:lnTo>
                      <a:pt x="908869" y="908376"/>
                    </a:lnTo>
                    <a:lnTo>
                      <a:pt x="909077" y="908128"/>
                    </a:lnTo>
                    <a:lnTo>
                      <a:pt x="909286" y="907880"/>
                    </a:lnTo>
                    <a:lnTo>
                      <a:pt x="909494" y="907633"/>
                    </a:lnTo>
                    <a:lnTo>
                      <a:pt x="909703" y="907385"/>
                    </a:lnTo>
                    <a:lnTo>
                      <a:pt x="909911" y="907138"/>
                    </a:lnTo>
                    <a:lnTo>
                      <a:pt x="910120" y="906890"/>
                    </a:lnTo>
                    <a:lnTo>
                      <a:pt x="910328" y="906643"/>
                    </a:lnTo>
                    <a:lnTo>
                      <a:pt x="910537" y="906395"/>
                    </a:lnTo>
                    <a:lnTo>
                      <a:pt x="910745" y="906148"/>
                    </a:lnTo>
                    <a:lnTo>
                      <a:pt x="910954" y="905900"/>
                    </a:lnTo>
                    <a:lnTo>
                      <a:pt x="911162" y="905652"/>
                    </a:lnTo>
                    <a:lnTo>
                      <a:pt x="911371" y="905405"/>
                    </a:lnTo>
                    <a:lnTo>
                      <a:pt x="911579" y="905157"/>
                    </a:lnTo>
                    <a:lnTo>
                      <a:pt x="911788" y="904910"/>
                    </a:lnTo>
                    <a:lnTo>
                      <a:pt x="911997" y="904662"/>
                    </a:lnTo>
                    <a:lnTo>
                      <a:pt x="912205" y="904415"/>
                    </a:lnTo>
                    <a:lnTo>
                      <a:pt x="912414" y="904167"/>
                    </a:lnTo>
                    <a:lnTo>
                      <a:pt x="912622" y="903920"/>
                    </a:lnTo>
                    <a:lnTo>
                      <a:pt x="912831" y="903672"/>
                    </a:lnTo>
                    <a:lnTo>
                      <a:pt x="913040" y="903425"/>
                    </a:lnTo>
                    <a:lnTo>
                      <a:pt x="913248" y="903177"/>
                    </a:lnTo>
                    <a:lnTo>
                      <a:pt x="913457" y="902930"/>
                    </a:lnTo>
                    <a:lnTo>
                      <a:pt x="913665" y="902682"/>
                    </a:lnTo>
                    <a:lnTo>
                      <a:pt x="913874" y="902435"/>
                    </a:lnTo>
                    <a:lnTo>
                      <a:pt x="914083" y="902187"/>
                    </a:lnTo>
                    <a:lnTo>
                      <a:pt x="914291" y="901940"/>
                    </a:lnTo>
                    <a:lnTo>
                      <a:pt x="914399" y="901811"/>
                    </a:lnTo>
                    <a:close/>
                  </a:path>
                </a:pathLst>
              </a:custGeom>
              <a:solidFill>
                <a:srgbClr val="EEF8A7">
                  <a:alpha val="100000"/>
                </a:srgbClr>
              </a:solidFill>
              <a:ln w="5420" cap="flat">
                <a:solidFill>
                  <a:srgbClr val="EE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8" name="ph2353">
                <a:extLst>
                  <a:ext uri="{FF2B5EF4-FFF2-40B4-BE49-F238E27FC236}">
                    <a16:creationId xmlns:a16="http://schemas.microsoft.com/office/drawing/2014/main" id="{87F98D34-8BCE-0826-C105-2A41674C0B3F}"/>
                  </a:ext>
                </a:extLst>
              </p:cNvPr>
              <p:cNvSpPr/>
              <p:nvPr/>
            </p:nvSpPr>
            <p:spPr>
              <a:xfrm>
                <a:off x="2808451" y="22732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60" y="919262"/>
                    </a:lnTo>
                    <a:lnTo>
                      <a:pt x="905268" y="919014"/>
                    </a:lnTo>
                    <a:lnTo>
                      <a:pt x="905477" y="918767"/>
                    </a:lnTo>
                    <a:lnTo>
                      <a:pt x="905686" y="918519"/>
                    </a:lnTo>
                    <a:lnTo>
                      <a:pt x="905894" y="918272"/>
                    </a:lnTo>
                    <a:lnTo>
                      <a:pt x="906103" y="918024"/>
                    </a:lnTo>
                    <a:lnTo>
                      <a:pt x="906312" y="917777"/>
                    </a:lnTo>
                    <a:lnTo>
                      <a:pt x="906521" y="917530"/>
                    </a:lnTo>
                    <a:lnTo>
                      <a:pt x="906729" y="917282"/>
                    </a:lnTo>
                    <a:lnTo>
                      <a:pt x="906938" y="917035"/>
                    </a:lnTo>
                    <a:lnTo>
                      <a:pt x="907147" y="916787"/>
                    </a:lnTo>
                    <a:lnTo>
                      <a:pt x="907356" y="916540"/>
                    </a:lnTo>
                    <a:lnTo>
                      <a:pt x="907564" y="916292"/>
                    </a:lnTo>
                    <a:lnTo>
                      <a:pt x="907773" y="916045"/>
                    </a:lnTo>
                    <a:lnTo>
                      <a:pt x="907982" y="915797"/>
                    </a:lnTo>
                    <a:lnTo>
                      <a:pt x="908191" y="915550"/>
                    </a:lnTo>
                    <a:lnTo>
                      <a:pt x="908399" y="915302"/>
                    </a:lnTo>
                    <a:lnTo>
                      <a:pt x="908608" y="915055"/>
                    </a:lnTo>
                    <a:lnTo>
                      <a:pt x="908817" y="914808"/>
                    </a:lnTo>
                    <a:lnTo>
                      <a:pt x="909026" y="914560"/>
                    </a:lnTo>
                    <a:lnTo>
                      <a:pt x="909161" y="914400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9" name="ph2354">
                <a:extLst>
                  <a:ext uri="{FF2B5EF4-FFF2-40B4-BE49-F238E27FC236}">
                    <a16:creationId xmlns:a16="http://schemas.microsoft.com/office/drawing/2014/main" id="{9424DE10-5C6C-0D32-3D01-FCA3D224F045}"/>
                  </a:ext>
                </a:extLst>
              </p:cNvPr>
              <p:cNvSpPr/>
              <p:nvPr/>
            </p:nvSpPr>
            <p:spPr>
              <a:xfrm>
                <a:off x="280845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0" name="ph2355">
                <a:extLst>
                  <a:ext uri="{FF2B5EF4-FFF2-40B4-BE49-F238E27FC236}">
                    <a16:creationId xmlns:a16="http://schemas.microsoft.com/office/drawing/2014/main" id="{7AD2B070-FE6E-EF02-BC91-4F9F38055A4F}"/>
                  </a:ext>
                </a:extLst>
              </p:cNvPr>
              <p:cNvSpPr/>
              <p:nvPr/>
            </p:nvSpPr>
            <p:spPr>
              <a:xfrm>
                <a:off x="281789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1" name="ph2356">
                <a:extLst>
                  <a:ext uri="{FF2B5EF4-FFF2-40B4-BE49-F238E27FC236}">
                    <a16:creationId xmlns:a16="http://schemas.microsoft.com/office/drawing/2014/main" id="{A2F015B2-1D3E-F681-D785-93FFB97FE17F}"/>
                  </a:ext>
                </a:extLst>
              </p:cNvPr>
              <p:cNvSpPr/>
              <p:nvPr/>
            </p:nvSpPr>
            <p:spPr>
              <a:xfrm>
                <a:off x="282733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2" name="ph2357">
                <a:extLst>
                  <a:ext uri="{FF2B5EF4-FFF2-40B4-BE49-F238E27FC236}">
                    <a16:creationId xmlns:a16="http://schemas.microsoft.com/office/drawing/2014/main" id="{FFF6F35B-2354-6503-B2FF-07A1E5BDCFC4}"/>
                  </a:ext>
                </a:extLst>
              </p:cNvPr>
              <p:cNvSpPr/>
              <p:nvPr/>
            </p:nvSpPr>
            <p:spPr>
              <a:xfrm>
                <a:off x="283677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3" name="ph2358">
                <a:extLst>
                  <a:ext uri="{FF2B5EF4-FFF2-40B4-BE49-F238E27FC236}">
                    <a16:creationId xmlns:a16="http://schemas.microsoft.com/office/drawing/2014/main" id="{8C92EC61-4D4A-5C0D-EC72-190D72B86187}"/>
                  </a:ext>
                </a:extLst>
              </p:cNvPr>
              <p:cNvSpPr/>
              <p:nvPr/>
            </p:nvSpPr>
            <p:spPr>
              <a:xfrm>
                <a:off x="284621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4" name="ph2359">
                <a:extLst>
                  <a:ext uri="{FF2B5EF4-FFF2-40B4-BE49-F238E27FC236}">
                    <a16:creationId xmlns:a16="http://schemas.microsoft.com/office/drawing/2014/main" id="{ACBABF6B-29F4-C13D-B0C0-6EF4B7B9122D}"/>
                  </a:ext>
                </a:extLst>
              </p:cNvPr>
              <p:cNvSpPr/>
              <p:nvPr/>
            </p:nvSpPr>
            <p:spPr>
              <a:xfrm>
                <a:off x="285565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5" name="ph2360">
                <a:extLst>
                  <a:ext uri="{FF2B5EF4-FFF2-40B4-BE49-F238E27FC236}">
                    <a16:creationId xmlns:a16="http://schemas.microsoft.com/office/drawing/2014/main" id="{E2D457AD-CA05-3921-D94E-D1C1183511D6}"/>
                  </a:ext>
                </a:extLst>
              </p:cNvPr>
              <p:cNvSpPr/>
              <p:nvPr/>
            </p:nvSpPr>
            <p:spPr>
              <a:xfrm>
                <a:off x="286509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6" name="ph2361">
                <a:extLst>
                  <a:ext uri="{FF2B5EF4-FFF2-40B4-BE49-F238E27FC236}">
                    <a16:creationId xmlns:a16="http://schemas.microsoft.com/office/drawing/2014/main" id="{C5E1AC5E-7FC3-A3E5-B138-B019AABE938D}"/>
                  </a:ext>
                </a:extLst>
              </p:cNvPr>
              <p:cNvSpPr/>
              <p:nvPr/>
            </p:nvSpPr>
            <p:spPr>
              <a:xfrm>
                <a:off x="287453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7" name="ph2362">
                <a:extLst>
                  <a:ext uri="{FF2B5EF4-FFF2-40B4-BE49-F238E27FC236}">
                    <a16:creationId xmlns:a16="http://schemas.microsoft.com/office/drawing/2014/main" id="{A42BC7BA-2720-B12B-B2ED-E314E8373726}"/>
                  </a:ext>
                </a:extLst>
              </p:cNvPr>
              <p:cNvSpPr/>
              <p:nvPr/>
            </p:nvSpPr>
            <p:spPr>
              <a:xfrm>
                <a:off x="288397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8" name="ph2363">
                <a:extLst>
                  <a:ext uri="{FF2B5EF4-FFF2-40B4-BE49-F238E27FC236}">
                    <a16:creationId xmlns:a16="http://schemas.microsoft.com/office/drawing/2014/main" id="{AED4F98E-FBDB-5EAE-C766-C47E6813363F}"/>
                  </a:ext>
                </a:extLst>
              </p:cNvPr>
              <p:cNvSpPr/>
              <p:nvPr/>
            </p:nvSpPr>
            <p:spPr>
              <a:xfrm>
                <a:off x="289341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9" name="ph2364">
                <a:extLst>
                  <a:ext uri="{FF2B5EF4-FFF2-40B4-BE49-F238E27FC236}">
                    <a16:creationId xmlns:a16="http://schemas.microsoft.com/office/drawing/2014/main" id="{0D40F45C-64FD-6C39-BB9C-D2A042B7C487}"/>
                  </a:ext>
                </a:extLst>
              </p:cNvPr>
              <p:cNvSpPr/>
              <p:nvPr/>
            </p:nvSpPr>
            <p:spPr>
              <a:xfrm>
                <a:off x="290285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0" name="ph2365">
                <a:extLst>
                  <a:ext uri="{FF2B5EF4-FFF2-40B4-BE49-F238E27FC236}">
                    <a16:creationId xmlns:a16="http://schemas.microsoft.com/office/drawing/2014/main" id="{403AC63B-3F25-0E56-7706-F8E2A54D2782}"/>
                  </a:ext>
                </a:extLst>
              </p:cNvPr>
              <p:cNvSpPr/>
              <p:nvPr/>
            </p:nvSpPr>
            <p:spPr>
              <a:xfrm>
                <a:off x="291229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1" name="ph2366">
                <a:extLst>
                  <a:ext uri="{FF2B5EF4-FFF2-40B4-BE49-F238E27FC236}">
                    <a16:creationId xmlns:a16="http://schemas.microsoft.com/office/drawing/2014/main" id="{987B6DB6-6B04-083A-754B-A4298B16305E}"/>
                  </a:ext>
                </a:extLst>
              </p:cNvPr>
              <p:cNvSpPr/>
              <p:nvPr/>
            </p:nvSpPr>
            <p:spPr>
              <a:xfrm>
                <a:off x="292173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2" name="ph2367">
                <a:extLst>
                  <a:ext uri="{FF2B5EF4-FFF2-40B4-BE49-F238E27FC236}">
                    <a16:creationId xmlns:a16="http://schemas.microsoft.com/office/drawing/2014/main" id="{A9E08E31-1437-2D4B-2E20-00151BF85FE7}"/>
                  </a:ext>
                </a:extLst>
              </p:cNvPr>
              <p:cNvSpPr/>
              <p:nvPr/>
            </p:nvSpPr>
            <p:spPr>
              <a:xfrm>
                <a:off x="293117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3" name="ph2368">
                <a:extLst>
                  <a:ext uri="{FF2B5EF4-FFF2-40B4-BE49-F238E27FC236}">
                    <a16:creationId xmlns:a16="http://schemas.microsoft.com/office/drawing/2014/main" id="{9FCAABB3-D17E-0AA2-C82C-E21897B72958}"/>
                  </a:ext>
                </a:extLst>
              </p:cNvPr>
              <p:cNvSpPr/>
              <p:nvPr/>
            </p:nvSpPr>
            <p:spPr>
              <a:xfrm>
                <a:off x="294061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4" name="ph2369">
                <a:extLst>
                  <a:ext uri="{FF2B5EF4-FFF2-40B4-BE49-F238E27FC236}">
                    <a16:creationId xmlns:a16="http://schemas.microsoft.com/office/drawing/2014/main" id="{29F6E3B5-F3F7-9BF0-45B3-A127F33AD705}"/>
                  </a:ext>
                </a:extLst>
              </p:cNvPr>
              <p:cNvSpPr/>
              <p:nvPr/>
            </p:nvSpPr>
            <p:spPr>
              <a:xfrm>
                <a:off x="295005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5" name="ph2370">
                <a:extLst>
                  <a:ext uri="{FF2B5EF4-FFF2-40B4-BE49-F238E27FC236}">
                    <a16:creationId xmlns:a16="http://schemas.microsoft.com/office/drawing/2014/main" id="{2CA3BE02-F21C-0979-9614-0EBBCF6B8858}"/>
                  </a:ext>
                </a:extLst>
              </p:cNvPr>
              <p:cNvSpPr/>
              <p:nvPr/>
            </p:nvSpPr>
            <p:spPr>
              <a:xfrm>
                <a:off x="295949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6" name="ph2371">
                <a:extLst>
                  <a:ext uri="{FF2B5EF4-FFF2-40B4-BE49-F238E27FC236}">
                    <a16:creationId xmlns:a16="http://schemas.microsoft.com/office/drawing/2014/main" id="{605D3EC5-FAFD-FEB8-D378-8C507DD3A33E}"/>
                  </a:ext>
                </a:extLst>
              </p:cNvPr>
              <p:cNvSpPr/>
              <p:nvPr/>
            </p:nvSpPr>
            <p:spPr>
              <a:xfrm>
                <a:off x="296893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7" name="ph2372">
                <a:extLst>
                  <a:ext uri="{FF2B5EF4-FFF2-40B4-BE49-F238E27FC236}">
                    <a16:creationId xmlns:a16="http://schemas.microsoft.com/office/drawing/2014/main" id="{5739C6E8-B7CB-DDDF-4616-5855EB9F0A54}"/>
                  </a:ext>
                </a:extLst>
              </p:cNvPr>
              <p:cNvSpPr/>
              <p:nvPr/>
            </p:nvSpPr>
            <p:spPr>
              <a:xfrm>
                <a:off x="297837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8" name="ph2373">
                <a:extLst>
                  <a:ext uri="{FF2B5EF4-FFF2-40B4-BE49-F238E27FC236}">
                    <a16:creationId xmlns:a16="http://schemas.microsoft.com/office/drawing/2014/main" id="{F9109AEE-9C0B-2ED8-18C6-35F8C5235F79}"/>
                  </a:ext>
                </a:extLst>
              </p:cNvPr>
              <p:cNvSpPr/>
              <p:nvPr/>
            </p:nvSpPr>
            <p:spPr>
              <a:xfrm>
                <a:off x="2987815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9" name="ph2374">
                <a:extLst>
                  <a:ext uri="{FF2B5EF4-FFF2-40B4-BE49-F238E27FC236}">
                    <a16:creationId xmlns:a16="http://schemas.microsoft.com/office/drawing/2014/main" id="{22C822CB-DC05-4FAE-933C-D014ECEA7612}"/>
                  </a:ext>
                </a:extLst>
              </p:cNvPr>
              <p:cNvSpPr/>
              <p:nvPr/>
            </p:nvSpPr>
            <p:spPr>
              <a:xfrm>
                <a:off x="299725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0" name="ph2375">
                <a:extLst>
                  <a:ext uri="{FF2B5EF4-FFF2-40B4-BE49-F238E27FC236}">
                    <a16:creationId xmlns:a16="http://schemas.microsoft.com/office/drawing/2014/main" id="{27FEF786-3C9F-5F76-B053-E2CA1486E61C}"/>
                  </a:ext>
                </a:extLst>
              </p:cNvPr>
              <p:cNvSpPr/>
              <p:nvPr/>
            </p:nvSpPr>
            <p:spPr>
              <a:xfrm>
                <a:off x="300669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1" name="ph2376">
                <a:extLst>
                  <a:ext uri="{FF2B5EF4-FFF2-40B4-BE49-F238E27FC236}">
                    <a16:creationId xmlns:a16="http://schemas.microsoft.com/office/drawing/2014/main" id="{B0438257-4E73-0544-CD3E-BF9676B2490B}"/>
                  </a:ext>
                </a:extLst>
              </p:cNvPr>
              <p:cNvSpPr/>
              <p:nvPr/>
            </p:nvSpPr>
            <p:spPr>
              <a:xfrm>
                <a:off x="301613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2" name="ph2377">
                <a:extLst>
                  <a:ext uri="{FF2B5EF4-FFF2-40B4-BE49-F238E27FC236}">
                    <a16:creationId xmlns:a16="http://schemas.microsoft.com/office/drawing/2014/main" id="{9C2968A6-E027-81D0-6DDB-9B93680C65DF}"/>
                  </a:ext>
                </a:extLst>
              </p:cNvPr>
              <p:cNvSpPr/>
              <p:nvPr/>
            </p:nvSpPr>
            <p:spPr>
              <a:xfrm>
                <a:off x="3025576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3" name="ph2378">
                <a:extLst>
                  <a:ext uri="{FF2B5EF4-FFF2-40B4-BE49-F238E27FC236}">
                    <a16:creationId xmlns:a16="http://schemas.microsoft.com/office/drawing/2014/main" id="{2BD99428-38FF-27C7-A01B-D3AF0D4D9DAE}"/>
                  </a:ext>
                </a:extLst>
              </p:cNvPr>
              <p:cNvSpPr/>
              <p:nvPr/>
            </p:nvSpPr>
            <p:spPr>
              <a:xfrm>
                <a:off x="303501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4" name="ph2379">
                <a:extLst>
                  <a:ext uri="{FF2B5EF4-FFF2-40B4-BE49-F238E27FC236}">
                    <a16:creationId xmlns:a16="http://schemas.microsoft.com/office/drawing/2014/main" id="{71ADA112-D832-640F-6E5B-33C174A6AE99}"/>
                  </a:ext>
                </a:extLst>
              </p:cNvPr>
              <p:cNvSpPr/>
              <p:nvPr/>
            </p:nvSpPr>
            <p:spPr>
              <a:xfrm>
                <a:off x="304445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5" name="ph2380">
                <a:extLst>
                  <a:ext uri="{FF2B5EF4-FFF2-40B4-BE49-F238E27FC236}">
                    <a16:creationId xmlns:a16="http://schemas.microsoft.com/office/drawing/2014/main" id="{68A45C35-1C74-4FAB-98C3-682662000FCC}"/>
                  </a:ext>
                </a:extLst>
              </p:cNvPr>
              <p:cNvSpPr/>
              <p:nvPr/>
            </p:nvSpPr>
            <p:spPr>
              <a:xfrm>
                <a:off x="305389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6" name="ph2381">
                <a:extLst>
                  <a:ext uri="{FF2B5EF4-FFF2-40B4-BE49-F238E27FC236}">
                    <a16:creationId xmlns:a16="http://schemas.microsoft.com/office/drawing/2014/main" id="{760392A6-12F0-6F8A-C4C2-6800E396EAEC}"/>
                  </a:ext>
                </a:extLst>
              </p:cNvPr>
              <p:cNvSpPr/>
              <p:nvPr/>
            </p:nvSpPr>
            <p:spPr>
              <a:xfrm>
                <a:off x="3063337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7" name="ph2382">
                <a:extLst>
                  <a:ext uri="{FF2B5EF4-FFF2-40B4-BE49-F238E27FC236}">
                    <a16:creationId xmlns:a16="http://schemas.microsoft.com/office/drawing/2014/main" id="{69735785-D09B-9001-4D41-CB92B2A06C9B}"/>
                  </a:ext>
                </a:extLst>
              </p:cNvPr>
              <p:cNvSpPr/>
              <p:nvPr/>
            </p:nvSpPr>
            <p:spPr>
              <a:xfrm>
                <a:off x="307277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8" name="ph2383">
                <a:extLst>
                  <a:ext uri="{FF2B5EF4-FFF2-40B4-BE49-F238E27FC236}">
                    <a16:creationId xmlns:a16="http://schemas.microsoft.com/office/drawing/2014/main" id="{787625C5-88C0-5B29-C972-EFED8400AE05}"/>
                  </a:ext>
                </a:extLst>
              </p:cNvPr>
              <p:cNvSpPr/>
              <p:nvPr/>
            </p:nvSpPr>
            <p:spPr>
              <a:xfrm>
                <a:off x="308221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9" name="ph2384">
                <a:extLst>
                  <a:ext uri="{FF2B5EF4-FFF2-40B4-BE49-F238E27FC236}">
                    <a16:creationId xmlns:a16="http://schemas.microsoft.com/office/drawing/2014/main" id="{666DCE41-0D7A-DE46-8ADD-E6CCB30DAE3D}"/>
                  </a:ext>
                </a:extLst>
              </p:cNvPr>
              <p:cNvSpPr/>
              <p:nvPr/>
            </p:nvSpPr>
            <p:spPr>
              <a:xfrm>
                <a:off x="309165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0" name="ph2385">
                <a:extLst>
                  <a:ext uri="{FF2B5EF4-FFF2-40B4-BE49-F238E27FC236}">
                    <a16:creationId xmlns:a16="http://schemas.microsoft.com/office/drawing/2014/main" id="{F18C81E7-5378-E5DA-EA6D-D87280BCD1B7}"/>
                  </a:ext>
                </a:extLst>
              </p:cNvPr>
              <p:cNvSpPr/>
              <p:nvPr/>
            </p:nvSpPr>
            <p:spPr>
              <a:xfrm>
                <a:off x="310109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1" name="ph2386">
                <a:extLst>
                  <a:ext uri="{FF2B5EF4-FFF2-40B4-BE49-F238E27FC236}">
                    <a16:creationId xmlns:a16="http://schemas.microsoft.com/office/drawing/2014/main" id="{376FB46D-421E-068F-A6BE-48429CFC4A95}"/>
                  </a:ext>
                </a:extLst>
              </p:cNvPr>
              <p:cNvSpPr/>
              <p:nvPr/>
            </p:nvSpPr>
            <p:spPr>
              <a:xfrm>
                <a:off x="3110538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2" name="ph2387">
                <a:extLst>
                  <a:ext uri="{FF2B5EF4-FFF2-40B4-BE49-F238E27FC236}">
                    <a16:creationId xmlns:a16="http://schemas.microsoft.com/office/drawing/2014/main" id="{834969D9-06BA-D982-0D65-126BCAFB2E9A}"/>
                  </a:ext>
                </a:extLst>
              </p:cNvPr>
              <p:cNvSpPr/>
              <p:nvPr/>
            </p:nvSpPr>
            <p:spPr>
              <a:xfrm>
                <a:off x="311997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3" name="ph2388">
                <a:extLst>
                  <a:ext uri="{FF2B5EF4-FFF2-40B4-BE49-F238E27FC236}">
                    <a16:creationId xmlns:a16="http://schemas.microsoft.com/office/drawing/2014/main" id="{8DB085FC-DDE0-89DD-69A7-0522F12196BD}"/>
                  </a:ext>
                </a:extLst>
              </p:cNvPr>
              <p:cNvSpPr/>
              <p:nvPr/>
            </p:nvSpPr>
            <p:spPr>
              <a:xfrm>
                <a:off x="312941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4" name="ph2389">
                <a:extLst>
                  <a:ext uri="{FF2B5EF4-FFF2-40B4-BE49-F238E27FC236}">
                    <a16:creationId xmlns:a16="http://schemas.microsoft.com/office/drawing/2014/main" id="{4D665C6F-7298-FA06-5A00-FEC158057B9B}"/>
                  </a:ext>
                </a:extLst>
              </p:cNvPr>
              <p:cNvSpPr/>
              <p:nvPr/>
            </p:nvSpPr>
            <p:spPr>
              <a:xfrm>
                <a:off x="313885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5" name="ph2390">
                <a:extLst>
                  <a:ext uri="{FF2B5EF4-FFF2-40B4-BE49-F238E27FC236}">
                    <a16:creationId xmlns:a16="http://schemas.microsoft.com/office/drawing/2014/main" id="{AC6FADF0-8CC2-C618-9185-346F071D9932}"/>
                  </a:ext>
                </a:extLst>
              </p:cNvPr>
              <p:cNvSpPr/>
              <p:nvPr/>
            </p:nvSpPr>
            <p:spPr>
              <a:xfrm>
                <a:off x="3148299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6" name="ph2391">
                <a:extLst>
                  <a:ext uri="{FF2B5EF4-FFF2-40B4-BE49-F238E27FC236}">
                    <a16:creationId xmlns:a16="http://schemas.microsoft.com/office/drawing/2014/main" id="{ADCAF0F0-D7F1-EB18-FCEF-0CB1D251D943}"/>
                  </a:ext>
                </a:extLst>
              </p:cNvPr>
              <p:cNvSpPr/>
              <p:nvPr/>
            </p:nvSpPr>
            <p:spPr>
              <a:xfrm>
                <a:off x="315774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7" name="ph2392">
                <a:extLst>
                  <a:ext uri="{FF2B5EF4-FFF2-40B4-BE49-F238E27FC236}">
                    <a16:creationId xmlns:a16="http://schemas.microsoft.com/office/drawing/2014/main" id="{588AE058-DE29-5C9B-E26C-AD5F4A2387B7}"/>
                  </a:ext>
                </a:extLst>
              </p:cNvPr>
              <p:cNvSpPr/>
              <p:nvPr/>
            </p:nvSpPr>
            <p:spPr>
              <a:xfrm>
                <a:off x="316718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8" name="ph2393">
                <a:extLst>
                  <a:ext uri="{FF2B5EF4-FFF2-40B4-BE49-F238E27FC236}">
                    <a16:creationId xmlns:a16="http://schemas.microsoft.com/office/drawing/2014/main" id="{1CF7E66C-D34F-1CF2-F8AA-9098A7C3E875}"/>
                  </a:ext>
                </a:extLst>
              </p:cNvPr>
              <p:cNvSpPr/>
              <p:nvPr/>
            </p:nvSpPr>
            <p:spPr>
              <a:xfrm>
                <a:off x="317662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9" name="ph2394">
                <a:extLst>
                  <a:ext uri="{FF2B5EF4-FFF2-40B4-BE49-F238E27FC236}">
                    <a16:creationId xmlns:a16="http://schemas.microsoft.com/office/drawing/2014/main" id="{59F5BFB0-F73B-1C7F-F26E-C6D75774CCF0}"/>
                  </a:ext>
                </a:extLst>
              </p:cNvPr>
              <p:cNvSpPr/>
              <p:nvPr/>
            </p:nvSpPr>
            <p:spPr>
              <a:xfrm>
                <a:off x="3186060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0" name="ph2395">
                <a:extLst>
                  <a:ext uri="{FF2B5EF4-FFF2-40B4-BE49-F238E27FC236}">
                    <a16:creationId xmlns:a16="http://schemas.microsoft.com/office/drawing/2014/main" id="{0CBEB97F-B233-A02D-5883-4D072632C441}"/>
                  </a:ext>
                </a:extLst>
              </p:cNvPr>
              <p:cNvSpPr/>
              <p:nvPr/>
            </p:nvSpPr>
            <p:spPr>
              <a:xfrm>
                <a:off x="319550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1" name="ph2396">
                <a:extLst>
                  <a:ext uri="{FF2B5EF4-FFF2-40B4-BE49-F238E27FC236}">
                    <a16:creationId xmlns:a16="http://schemas.microsoft.com/office/drawing/2014/main" id="{F184DFAF-356F-391E-99C6-76914ACE6AD1}"/>
                  </a:ext>
                </a:extLst>
              </p:cNvPr>
              <p:cNvSpPr/>
              <p:nvPr/>
            </p:nvSpPr>
            <p:spPr>
              <a:xfrm>
                <a:off x="320494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2" name="ph2397">
                <a:extLst>
                  <a:ext uri="{FF2B5EF4-FFF2-40B4-BE49-F238E27FC236}">
                    <a16:creationId xmlns:a16="http://schemas.microsoft.com/office/drawing/2014/main" id="{D63D8D8D-24DC-B5FB-64E3-D877DD2A4689}"/>
                  </a:ext>
                </a:extLst>
              </p:cNvPr>
              <p:cNvSpPr/>
              <p:nvPr/>
            </p:nvSpPr>
            <p:spPr>
              <a:xfrm>
                <a:off x="321438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3" name="ph2398">
                <a:extLst>
                  <a:ext uri="{FF2B5EF4-FFF2-40B4-BE49-F238E27FC236}">
                    <a16:creationId xmlns:a16="http://schemas.microsoft.com/office/drawing/2014/main" id="{BCE41B1B-4C5A-0586-4DD7-42D182784964}"/>
                  </a:ext>
                </a:extLst>
              </p:cNvPr>
              <p:cNvSpPr/>
              <p:nvPr/>
            </p:nvSpPr>
            <p:spPr>
              <a:xfrm>
                <a:off x="3223821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4" name="ph2399">
                <a:extLst>
                  <a:ext uri="{FF2B5EF4-FFF2-40B4-BE49-F238E27FC236}">
                    <a16:creationId xmlns:a16="http://schemas.microsoft.com/office/drawing/2014/main" id="{DC2A0DB7-9E2F-BC98-CFC2-0EC595554959}"/>
                  </a:ext>
                </a:extLst>
              </p:cNvPr>
              <p:cNvSpPr/>
              <p:nvPr/>
            </p:nvSpPr>
            <p:spPr>
              <a:xfrm>
                <a:off x="323326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5" name="ph2400">
                <a:extLst>
                  <a:ext uri="{FF2B5EF4-FFF2-40B4-BE49-F238E27FC236}">
                    <a16:creationId xmlns:a16="http://schemas.microsoft.com/office/drawing/2014/main" id="{E502CD8B-DFBD-8164-221E-587F56803A54}"/>
                  </a:ext>
                </a:extLst>
              </p:cNvPr>
              <p:cNvSpPr/>
              <p:nvPr/>
            </p:nvSpPr>
            <p:spPr>
              <a:xfrm>
                <a:off x="324270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6" name="ph2401">
                <a:extLst>
                  <a:ext uri="{FF2B5EF4-FFF2-40B4-BE49-F238E27FC236}">
                    <a16:creationId xmlns:a16="http://schemas.microsoft.com/office/drawing/2014/main" id="{E02753A0-A0B2-52E0-FFC6-EE83AC82B10D}"/>
                  </a:ext>
                </a:extLst>
              </p:cNvPr>
              <p:cNvSpPr/>
              <p:nvPr/>
            </p:nvSpPr>
            <p:spPr>
              <a:xfrm>
                <a:off x="325214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7" name="ph2402">
                <a:extLst>
                  <a:ext uri="{FF2B5EF4-FFF2-40B4-BE49-F238E27FC236}">
                    <a16:creationId xmlns:a16="http://schemas.microsoft.com/office/drawing/2014/main" id="{EE31831B-944D-1A4F-A9A5-DE29F95A891B}"/>
                  </a:ext>
                </a:extLst>
              </p:cNvPr>
              <p:cNvSpPr/>
              <p:nvPr/>
            </p:nvSpPr>
            <p:spPr>
              <a:xfrm>
                <a:off x="3261582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8" name="ph2403">
                <a:extLst>
                  <a:ext uri="{FF2B5EF4-FFF2-40B4-BE49-F238E27FC236}">
                    <a16:creationId xmlns:a16="http://schemas.microsoft.com/office/drawing/2014/main" id="{2FE8314A-7827-8AE2-CE6E-F4F338B875CE}"/>
                  </a:ext>
                </a:extLst>
              </p:cNvPr>
              <p:cNvSpPr/>
              <p:nvPr/>
            </p:nvSpPr>
            <p:spPr>
              <a:xfrm>
                <a:off x="327102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9" name="ph2404">
                <a:extLst>
                  <a:ext uri="{FF2B5EF4-FFF2-40B4-BE49-F238E27FC236}">
                    <a16:creationId xmlns:a16="http://schemas.microsoft.com/office/drawing/2014/main" id="{42BD92D3-D839-CCA3-E940-E05E60DB6029}"/>
                  </a:ext>
                </a:extLst>
              </p:cNvPr>
              <p:cNvSpPr/>
              <p:nvPr/>
            </p:nvSpPr>
            <p:spPr>
              <a:xfrm>
                <a:off x="328046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0" name="ph2405">
                <a:extLst>
                  <a:ext uri="{FF2B5EF4-FFF2-40B4-BE49-F238E27FC236}">
                    <a16:creationId xmlns:a16="http://schemas.microsoft.com/office/drawing/2014/main" id="{7F842361-1A34-AB1B-5A67-7A045CAB0242}"/>
                  </a:ext>
                </a:extLst>
              </p:cNvPr>
              <p:cNvSpPr/>
              <p:nvPr/>
            </p:nvSpPr>
            <p:spPr>
              <a:xfrm>
                <a:off x="328990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1" name="ph2406">
                <a:extLst>
                  <a:ext uri="{FF2B5EF4-FFF2-40B4-BE49-F238E27FC236}">
                    <a16:creationId xmlns:a16="http://schemas.microsoft.com/office/drawing/2014/main" id="{42441ECE-4051-7DE4-99E6-3B5B3F2A0078}"/>
                  </a:ext>
                </a:extLst>
              </p:cNvPr>
              <p:cNvSpPr/>
              <p:nvPr/>
            </p:nvSpPr>
            <p:spPr>
              <a:xfrm>
                <a:off x="3299343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2" name="ph2407">
                <a:extLst>
                  <a:ext uri="{FF2B5EF4-FFF2-40B4-BE49-F238E27FC236}">
                    <a16:creationId xmlns:a16="http://schemas.microsoft.com/office/drawing/2014/main" id="{195B9F41-855C-9104-40A1-706407C75A4B}"/>
                  </a:ext>
                </a:extLst>
              </p:cNvPr>
              <p:cNvSpPr/>
              <p:nvPr/>
            </p:nvSpPr>
            <p:spPr>
              <a:xfrm>
                <a:off x="330878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3" name="ph2408">
                <a:extLst>
                  <a:ext uri="{FF2B5EF4-FFF2-40B4-BE49-F238E27FC236}">
                    <a16:creationId xmlns:a16="http://schemas.microsoft.com/office/drawing/2014/main" id="{A4F7DC41-87B5-F2ED-977C-9BF24020DFCA}"/>
                  </a:ext>
                </a:extLst>
              </p:cNvPr>
              <p:cNvSpPr/>
              <p:nvPr/>
            </p:nvSpPr>
            <p:spPr>
              <a:xfrm>
                <a:off x="331822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4" name="ph2409">
                <a:extLst>
                  <a:ext uri="{FF2B5EF4-FFF2-40B4-BE49-F238E27FC236}">
                    <a16:creationId xmlns:a16="http://schemas.microsoft.com/office/drawing/2014/main" id="{6C44E019-916B-DBF7-CB9A-F55684AE2E42}"/>
                  </a:ext>
                </a:extLst>
              </p:cNvPr>
              <p:cNvSpPr/>
              <p:nvPr/>
            </p:nvSpPr>
            <p:spPr>
              <a:xfrm>
                <a:off x="3327664" y="22732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5" name="ph2410">
                <a:extLst>
                  <a:ext uri="{FF2B5EF4-FFF2-40B4-BE49-F238E27FC236}">
                    <a16:creationId xmlns:a16="http://schemas.microsoft.com/office/drawing/2014/main" id="{7DAC600E-027A-CD06-5F7B-76AF8BFAE398}"/>
                  </a:ext>
                </a:extLst>
              </p:cNvPr>
              <p:cNvSpPr/>
              <p:nvPr/>
            </p:nvSpPr>
            <p:spPr>
              <a:xfrm>
                <a:off x="3337104" y="2290780"/>
                <a:ext cx="92200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0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02" y="896864"/>
                    </a:lnTo>
                    <a:lnTo>
                      <a:pt x="921314" y="899019"/>
                    </a:lnTo>
                    <a:lnTo>
                      <a:pt x="920627" y="901175"/>
                    </a:lnTo>
                    <a:lnTo>
                      <a:pt x="919939" y="903331"/>
                    </a:lnTo>
                    <a:lnTo>
                      <a:pt x="919252" y="905487"/>
                    </a:lnTo>
                    <a:lnTo>
                      <a:pt x="918565" y="907643"/>
                    </a:lnTo>
                    <a:lnTo>
                      <a:pt x="917878" y="909799"/>
                    </a:lnTo>
                    <a:lnTo>
                      <a:pt x="917187" y="911968"/>
                    </a:lnTo>
                    <a:lnTo>
                      <a:pt x="91636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6" name="ph2411">
                <a:extLst>
                  <a:ext uri="{FF2B5EF4-FFF2-40B4-BE49-F238E27FC236}">
                    <a16:creationId xmlns:a16="http://schemas.microsoft.com/office/drawing/2014/main" id="{849B3D46-44A7-1CC7-A5BE-D32E445A2EC3}"/>
                  </a:ext>
                </a:extLst>
              </p:cNvPr>
              <p:cNvSpPr/>
              <p:nvPr/>
            </p:nvSpPr>
            <p:spPr>
              <a:xfrm>
                <a:off x="2402521" y="227321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2851" y="914400"/>
                    </a:lnTo>
                    <a:lnTo>
                      <a:pt x="914231" y="905495"/>
                    </a:lnTo>
                    <a:lnTo>
                      <a:pt x="914399" y="904590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7" name="ph2412">
                <a:extLst>
                  <a:ext uri="{FF2B5EF4-FFF2-40B4-BE49-F238E27FC236}">
                    <a16:creationId xmlns:a16="http://schemas.microsoft.com/office/drawing/2014/main" id="{10ECAC59-9730-7B23-E236-E80C70B54EAC}"/>
                  </a:ext>
                </a:extLst>
              </p:cNvPr>
              <p:cNvSpPr/>
              <p:nvPr/>
            </p:nvSpPr>
            <p:spPr>
              <a:xfrm>
                <a:off x="2411961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159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8" name="ph2413">
                <a:extLst>
                  <a:ext uri="{FF2B5EF4-FFF2-40B4-BE49-F238E27FC236}">
                    <a16:creationId xmlns:a16="http://schemas.microsoft.com/office/drawing/2014/main" id="{A9F222BE-AC79-6691-D6E0-5C029CAB1C59}"/>
                  </a:ext>
                </a:extLst>
              </p:cNvPr>
              <p:cNvSpPr/>
              <p:nvPr/>
            </p:nvSpPr>
            <p:spPr>
              <a:xfrm>
                <a:off x="241196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9" name="ph2414">
                <a:extLst>
                  <a:ext uri="{FF2B5EF4-FFF2-40B4-BE49-F238E27FC236}">
                    <a16:creationId xmlns:a16="http://schemas.microsoft.com/office/drawing/2014/main" id="{DC35A778-72A8-9D10-9E43-A242253632D4}"/>
                  </a:ext>
                </a:extLst>
              </p:cNvPr>
              <p:cNvSpPr/>
              <p:nvPr/>
            </p:nvSpPr>
            <p:spPr>
              <a:xfrm>
                <a:off x="242140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0" name="ph2415">
                <a:extLst>
                  <a:ext uri="{FF2B5EF4-FFF2-40B4-BE49-F238E27FC236}">
                    <a16:creationId xmlns:a16="http://schemas.microsoft.com/office/drawing/2014/main" id="{6F16C2E5-FCB3-2925-25A3-46AAEFF8C1E5}"/>
                  </a:ext>
                </a:extLst>
              </p:cNvPr>
              <p:cNvSpPr/>
              <p:nvPr/>
            </p:nvSpPr>
            <p:spPr>
              <a:xfrm>
                <a:off x="243084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1" name="ph2416">
                <a:extLst>
                  <a:ext uri="{FF2B5EF4-FFF2-40B4-BE49-F238E27FC236}">
                    <a16:creationId xmlns:a16="http://schemas.microsoft.com/office/drawing/2014/main" id="{7FC9E7C6-501F-334F-1B16-35DF4E979E42}"/>
                  </a:ext>
                </a:extLst>
              </p:cNvPr>
              <p:cNvSpPr/>
              <p:nvPr/>
            </p:nvSpPr>
            <p:spPr>
              <a:xfrm>
                <a:off x="244028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2" name="ph2417">
                <a:extLst>
                  <a:ext uri="{FF2B5EF4-FFF2-40B4-BE49-F238E27FC236}">
                    <a16:creationId xmlns:a16="http://schemas.microsoft.com/office/drawing/2014/main" id="{2EFF9195-BC92-96D8-C054-DA543D6ADFA6}"/>
                  </a:ext>
                </a:extLst>
              </p:cNvPr>
              <p:cNvSpPr/>
              <p:nvPr/>
            </p:nvSpPr>
            <p:spPr>
              <a:xfrm>
                <a:off x="244972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3" name="ph2418">
                <a:extLst>
                  <a:ext uri="{FF2B5EF4-FFF2-40B4-BE49-F238E27FC236}">
                    <a16:creationId xmlns:a16="http://schemas.microsoft.com/office/drawing/2014/main" id="{192FBD71-66BD-C10B-E22F-2A7667AE819A}"/>
                  </a:ext>
                </a:extLst>
              </p:cNvPr>
              <p:cNvSpPr/>
              <p:nvPr/>
            </p:nvSpPr>
            <p:spPr>
              <a:xfrm>
                <a:off x="245916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4" name="ph2419">
                <a:extLst>
                  <a:ext uri="{FF2B5EF4-FFF2-40B4-BE49-F238E27FC236}">
                    <a16:creationId xmlns:a16="http://schemas.microsoft.com/office/drawing/2014/main" id="{87AD7296-522E-DD9F-4AD1-9B75E5B31649}"/>
                  </a:ext>
                </a:extLst>
              </p:cNvPr>
              <p:cNvSpPr/>
              <p:nvPr/>
            </p:nvSpPr>
            <p:spPr>
              <a:xfrm>
                <a:off x="246860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5" name="ph2420">
                <a:extLst>
                  <a:ext uri="{FF2B5EF4-FFF2-40B4-BE49-F238E27FC236}">
                    <a16:creationId xmlns:a16="http://schemas.microsoft.com/office/drawing/2014/main" id="{3B7BCA6F-E391-C647-BC3D-746F5D5507B2}"/>
                  </a:ext>
                </a:extLst>
              </p:cNvPr>
              <p:cNvSpPr/>
              <p:nvPr/>
            </p:nvSpPr>
            <p:spPr>
              <a:xfrm>
                <a:off x="247804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6" name="ph2421">
                <a:extLst>
                  <a:ext uri="{FF2B5EF4-FFF2-40B4-BE49-F238E27FC236}">
                    <a16:creationId xmlns:a16="http://schemas.microsoft.com/office/drawing/2014/main" id="{3B71926D-6CF3-A159-31D6-25B897F38F1B}"/>
                  </a:ext>
                </a:extLst>
              </p:cNvPr>
              <p:cNvSpPr/>
              <p:nvPr/>
            </p:nvSpPr>
            <p:spPr>
              <a:xfrm>
                <a:off x="248748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7" name="ph2422">
                <a:extLst>
                  <a:ext uri="{FF2B5EF4-FFF2-40B4-BE49-F238E27FC236}">
                    <a16:creationId xmlns:a16="http://schemas.microsoft.com/office/drawing/2014/main" id="{732607A6-C267-9B53-6054-9C44A3202F70}"/>
                  </a:ext>
                </a:extLst>
              </p:cNvPr>
              <p:cNvSpPr/>
              <p:nvPr/>
            </p:nvSpPr>
            <p:spPr>
              <a:xfrm>
                <a:off x="249692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8" name="ph2423">
                <a:extLst>
                  <a:ext uri="{FF2B5EF4-FFF2-40B4-BE49-F238E27FC236}">
                    <a16:creationId xmlns:a16="http://schemas.microsoft.com/office/drawing/2014/main" id="{6EC331AA-6941-CD02-69E4-403BC04FDBF5}"/>
                  </a:ext>
                </a:extLst>
              </p:cNvPr>
              <p:cNvSpPr/>
              <p:nvPr/>
            </p:nvSpPr>
            <p:spPr>
              <a:xfrm>
                <a:off x="250636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9" name="ph2424">
                <a:extLst>
                  <a:ext uri="{FF2B5EF4-FFF2-40B4-BE49-F238E27FC236}">
                    <a16:creationId xmlns:a16="http://schemas.microsoft.com/office/drawing/2014/main" id="{9A6DB920-53E7-4B28-0086-60215EE0955A}"/>
                  </a:ext>
                </a:extLst>
              </p:cNvPr>
              <p:cNvSpPr/>
              <p:nvPr/>
            </p:nvSpPr>
            <p:spPr>
              <a:xfrm>
                <a:off x="251580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0" name="ph2425">
                <a:extLst>
                  <a:ext uri="{FF2B5EF4-FFF2-40B4-BE49-F238E27FC236}">
                    <a16:creationId xmlns:a16="http://schemas.microsoft.com/office/drawing/2014/main" id="{AEE582D1-DAE3-929B-BC90-AFE20F7ED249}"/>
                  </a:ext>
                </a:extLst>
              </p:cNvPr>
              <p:cNvSpPr/>
              <p:nvPr/>
            </p:nvSpPr>
            <p:spPr>
              <a:xfrm>
                <a:off x="252524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1" name="ph2426">
                <a:extLst>
                  <a:ext uri="{FF2B5EF4-FFF2-40B4-BE49-F238E27FC236}">
                    <a16:creationId xmlns:a16="http://schemas.microsoft.com/office/drawing/2014/main" id="{AF4676CC-D784-982E-B5C0-C0989AC384FD}"/>
                  </a:ext>
                </a:extLst>
              </p:cNvPr>
              <p:cNvSpPr/>
              <p:nvPr/>
            </p:nvSpPr>
            <p:spPr>
              <a:xfrm>
                <a:off x="253468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2" name="ph2427">
                <a:extLst>
                  <a:ext uri="{FF2B5EF4-FFF2-40B4-BE49-F238E27FC236}">
                    <a16:creationId xmlns:a16="http://schemas.microsoft.com/office/drawing/2014/main" id="{CE00A964-CCD5-6573-87F5-3691B5575220}"/>
                  </a:ext>
                </a:extLst>
              </p:cNvPr>
              <p:cNvSpPr/>
              <p:nvPr/>
            </p:nvSpPr>
            <p:spPr>
              <a:xfrm>
                <a:off x="254412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3" name="ph2428">
                <a:extLst>
                  <a:ext uri="{FF2B5EF4-FFF2-40B4-BE49-F238E27FC236}">
                    <a16:creationId xmlns:a16="http://schemas.microsoft.com/office/drawing/2014/main" id="{65A9D9FF-247E-7C2F-DDAA-E7E681D83DFB}"/>
                  </a:ext>
                </a:extLst>
              </p:cNvPr>
              <p:cNvSpPr/>
              <p:nvPr/>
            </p:nvSpPr>
            <p:spPr>
              <a:xfrm>
                <a:off x="255356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4" name="ph2429">
                <a:extLst>
                  <a:ext uri="{FF2B5EF4-FFF2-40B4-BE49-F238E27FC236}">
                    <a16:creationId xmlns:a16="http://schemas.microsoft.com/office/drawing/2014/main" id="{B40257E6-66BA-4124-28E6-4443C24B8B5F}"/>
                  </a:ext>
                </a:extLst>
              </p:cNvPr>
              <p:cNvSpPr/>
              <p:nvPr/>
            </p:nvSpPr>
            <p:spPr>
              <a:xfrm>
                <a:off x="256300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5" name="ph2430">
                <a:extLst>
                  <a:ext uri="{FF2B5EF4-FFF2-40B4-BE49-F238E27FC236}">
                    <a16:creationId xmlns:a16="http://schemas.microsoft.com/office/drawing/2014/main" id="{71B4E11F-F395-13F5-F34B-2060B3EDA1DE}"/>
                  </a:ext>
                </a:extLst>
              </p:cNvPr>
              <p:cNvSpPr/>
              <p:nvPr/>
            </p:nvSpPr>
            <p:spPr>
              <a:xfrm>
                <a:off x="257244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6" name="ph2431">
                <a:extLst>
                  <a:ext uri="{FF2B5EF4-FFF2-40B4-BE49-F238E27FC236}">
                    <a16:creationId xmlns:a16="http://schemas.microsoft.com/office/drawing/2014/main" id="{F329FF4C-DAAC-0337-8FCF-7F7FD231C9CF}"/>
                  </a:ext>
                </a:extLst>
              </p:cNvPr>
              <p:cNvSpPr/>
              <p:nvPr/>
            </p:nvSpPr>
            <p:spPr>
              <a:xfrm>
                <a:off x="258188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7" name="ph2432">
                <a:extLst>
                  <a:ext uri="{FF2B5EF4-FFF2-40B4-BE49-F238E27FC236}">
                    <a16:creationId xmlns:a16="http://schemas.microsoft.com/office/drawing/2014/main" id="{D5778852-91D2-FDC8-F62C-00118DE1505E}"/>
                  </a:ext>
                </a:extLst>
              </p:cNvPr>
              <p:cNvSpPr/>
              <p:nvPr/>
            </p:nvSpPr>
            <p:spPr>
              <a:xfrm>
                <a:off x="259132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8" name="ph2433">
                <a:extLst>
                  <a:ext uri="{FF2B5EF4-FFF2-40B4-BE49-F238E27FC236}">
                    <a16:creationId xmlns:a16="http://schemas.microsoft.com/office/drawing/2014/main" id="{5FEFE2C4-0518-C7E5-F700-C9664E56380D}"/>
                  </a:ext>
                </a:extLst>
              </p:cNvPr>
              <p:cNvSpPr/>
              <p:nvPr/>
            </p:nvSpPr>
            <p:spPr>
              <a:xfrm>
                <a:off x="260076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9" name="ph2434">
                <a:extLst>
                  <a:ext uri="{FF2B5EF4-FFF2-40B4-BE49-F238E27FC236}">
                    <a16:creationId xmlns:a16="http://schemas.microsoft.com/office/drawing/2014/main" id="{5E298EF5-95F5-3BB1-3774-5D93B4D8FF8A}"/>
                  </a:ext>
                </a:extLst>
              </p:cNvPr>
              <p:cNvSpPr/>
              <p:nvPr/>
            </p:nvSpPr>
            <p:spPr>
              <a:xfrm>
                <a:off x="261020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0" name="ph2435">
                <a:extLst>
                  <a:ext uri="{FF2B5EF4-FFF2-40B4-BE49-F238E27FC236}">
                    <a16:creationId xmlns:a16="http://schemas.microsoft.com/office/drawing/2014/main" id="{32B49ED3-E82C-C0AB-5F72-A9596ABFAACE}"/>
                  </a:ext>
                </a:extLst>
              </p:cNvPr>
              <p:cNvSpPr/>
              <p:nvPr/>
            </p:nvSpPr>
            <p:spPr>
              <a:xfrm>
                <a:off x="261964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1" name="ph2436">
                <a:extLst>
                  <a:ext uri="{FF2B5EF4-FFF2-40B4-BE49-F238E27FC236}">
                    <a16:creationId xmlns:a16="http://schemas.microsoft.com/office/drawing/2014/main" id="{F1774376-9BBD-6017-5CA2-A137A4408BD4}"/>
                  </a:ext>
                </a:extLst>
              </p:cNvPr>
              <p:cNvSpPr/>
              <p:nvPr/>
            </p:nvSpPr>
            <p:spPr>
              <a:xfrm>
                <a:off x="262908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2" name="ph2437">
                <a:extLst>
                  <a:ext uri="{FF2B5EF4-FFF2-40B4-BE49-F238E27FC236}">
                    <a16:creationId xmlns:a16="http://schemas.microsoft.com/office/drawing/2014/main" id="{E2D0D538-06BE-F3FD-5EC6-888A45B3FDE6}"/>
                  </a:ext>
                </a:extLst>
              </p:cNvPr>
              <p:cNvSpPr/>
              <p:nvPr/>
            </p:nvSpPr>
            <p:spPr>
              <a:xfrm>
                <a:off x="263852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3" name="ph2438">
                <a:extLst>
                  <a:ext uri="{FF2B5EF4-FFF2-40B4-BE49-F238E27FC236}">
                    <a16:creationId xmlns:a16="http://schemas.microsoft.com/office/drawing/2014/main" id="{D467CA40-E7B4-6FC1-C0AF-301C96999EDA}"/>
                  </a:ext>
                </a:extLst>
              </p:cNvPr>
              <p:cNvSpPr/>
              <p:nvPr/>
            </p:nvSpPr>
            <p:spPr>
              <a:xfrm>
                <a:off x="264796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4" name="ph2439">
                <a:extLst>
                  <a:ext uri="{FF2B5EF4-FFF2-40B4-BE49-F238E27FC236}">
                    <a16:creationId xmlns:a16="http://schemas.microsoft.com/office/drawing/2014/main" id="{C41F0067-3B59-4F19-791C-4380DA6D2A68}"/>
                  </a:ext>
                </a:extLst>
              </p:cNvPr>
              <p:cNvSpPr/>
              <p:nvPr/>
            </p:nvSpPr>
            <p:spPr>
              <a:xfrm>
                <a:off x="265740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5" name="ph2440">
                <a:extLst>
                  <a:ext uri="{FF2B5EF4-FFF2-40B4-BE49-F238E27FC236}">
                    <a16:creationId xmlns:a16="http://schemas.microsoft.com/office/drawing/2014/main" id="{8C96A5F7-9F5D-94E0-DD4E-5C7D9BC445BD}"/>
                  </a:ext>
                </a:extLst>
              </p:cNvPr>
              <p:cNvSpPr/>
              <p:nvPr/>
            </p:nvSpPr>
            <p:spPr>
              <a:xfrm>
                <a:off x="266684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6" name="ph2441">
                <a:extLst>
                  <a:ext uri="{FF2B5EF4-FFF2-40B4-BE49-F238E27FC236}">
                    <a16:creationId xmlns:a16="http://schemas.microsoft.com/office/drawing/2014/main" id="{DAC157B3-5971-EF52-122C-EB59B8758EC6}"/>
                  </a:ext>
                </a:extLst>
              </p:cNvPr>
              <p:cNvSpPr/>
              <p:nvPr/>
            </p:nvSpPr>
            <p:spPr>
              <a:xfrm>
                <a:off x="267628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7" name="ph2442">
                <a:extLst>
                  <a:ext uri="{FF2B5EF4-FFF2-40B4-BE49-F238E27FC236}">
                    <a16:creationId xmlns:a16="http://schemas.microsoft.com/office/drawing/2014/main" id="{ABC86400-5091-9B58-A867-C463436EA907}"/>
                  </a:ext>
                </a:extLst>
              </p:cNvPr>
              <p:cNvSpPr/>
              <p:nvPr/>
            </p:nvSpPr>
            <p:spPr>
              <a:xfrm>
                <a:off x="268572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8" name="ph2443">
                <a:extLst>
                  <a:ext uri="{FF2B5EF4-FFF2-40B4-BE49-F238E27FC236}">
                    <a16:creationId xmlns:a16="http://schemas.microsoft.com/office/drawing/2014/main" id="{9776F59C-5748-4521-EF15-C46C2BBDC3B3}"/>
                  </a:ext>
                </a:extLst>
              </p:cNvPr>
              <p:cNvSpPr/>
              <p:nvPr/>
            </p:nvSpPr>
            <p:spPr>
              <a:xfrm>
                <a:off x="269516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9" name="ph2444">
                <a:extLst>
                  <a:ext uri="{FF2B5EF4-FFF2-40B4-BE49-F238E27FC236}">
                    <a16:creationId xmlns:a16="http://schemas.microsoft.com/office/drawing/2014/main" id="{881FE9F8-AC95-E434-F72C-7389B37344AA}"/>
                  </a:ext>
                </a:extLst>
              </p:cNvPr>
              <p:cNvSpPr/>
              <p:nvPr/>
            </p:nvSpPr>
            <p:spPr>
              <a:xfrm>
                <a:off x="2704608" y="2273210"/>
                <a:ext cx="9180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01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8001" y="896830"/>
                    </a:lnTo>
                    <a:lnTo>
                      <a:pt x="917998" y="897438"/>
                    </a:lnTo>
                    <a:lnTo>
                      <a:pt x="917630" y="908602"/>
                    </a:lnTo>
                    <a:lnTo>
                      <a:pt x="917272" y="914400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0" name="ph2445">
                <a:extLst>
                  <a:ext uri="{FF2B5EF4-FFF2-40B4-BE49-F238E27FC236}">
                    <a16:creationId xmlns:a16="http://schemas.microsoft.com/office/drawing/2014/main" id="{838458FA-1731-8C40-EE5A-079F6B288291}"/>
                  </a:ext>
                </a:extLst>
              </p:cNvPr>
              <p:cNvSpPr/>
              <p:nvPr/>
            </p:nvSpPr>
            <p:spPr>
              <a:xfrm>
                <a:off x="2808451" y="2273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235" y="914313"/>
                    </a:lnTo>
                    <a:lnTo>
                      <a:pt x="909443" y="914065"/>
                    </a:lnTo>
                    <a:lnTo>
                      <a:pt x="909652" y="913818"/>
                    </a:lnTo>
                    <a:lnTo>
                      <a:pt x="909861" y="913570"/>
                    </a:lnTo>
                    <a:lnTo>
                      <a:pt x="910070" y="913323"/>
                    </a:lnTo>
                    <a:lnTo>
                      <a:pt x="910279" y="913076"/>
                    </a:lnTo>
                    <a:lnTo>
                      <a:pt x="910488" y="912828"/>
                    </a:lnTo>
                    <a:lnTo>
                      <a:pt x="910696" y="912581"/>
                    </a:lnTo>
                    <a:lnTo>
                      <a:pt x="910905" y="912333"/>
                    </a:lnTo>
                    <a:lnTo>
                      <a:pt x="911114" y="912086"/>
                    </a:lnTo>
                    <a:lnTo>
                      <a:pt x="911323" y="911839"/>
                    </a:lnTo>
                    <a:lnTo>
                      <a:pt x="911532" y="911591"/>
                    </a:lnTo>
                    <a:lnTo>
                      <a:pt x="911741" y="911344"/>
                    </a:lnTo>
                    <a:lnTo>
                      <a:pt x="911950" y="911097"/>
                    </a:lnTo>
                    <a:lnTo>
                      <a:pt x="912159" y="910849"/>
                    </a:lnTo>
                    <a:lnTo>
                      <a:pt x="912368" y="910602"/>
                    </a:lnTo>
                    <a:lnTo>
                      <a:pt x="912576" y="910354"/>
                    </a:lnTo>
                    <a:lnTo>
                      <a:pt x="912785" y="910107"/>
                    </a:lnTo>
                    <a:lnTo>
                      <a:pt x="912994" y="909860"/>
                    </a:lnTo>
                    <a:lnTo>
                      <a:pt x="913203" y="909612"/>
                    </a:lnTo>
                    <a:lnTo>
                      <a:pt x="913412" y="909365"/>
                    </a:lnTo>
                    <a:lnTo>
                      <a:pt x="913621" y="909118"/>
                    </a:lnTo>
                    <a:lnTo>
                      <a:pt x="913830" y="908870"/>
                    </a:lnTo>
                    <a:lnTo>
                      <a:pt x="914039" y="908623"/>
                    </a:lnTo>
                    <a:lnTo>
                      <a:pt x="914248" y="908376"/>
                    </a:lnTo>
                    <a:lnTo>
                      <a:pt x="914400" y="908197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1" name="ph2446">
                <a:extLst>
                  <a:ext uri="{FF2B5EF4-FFF2-40B4-BE49-F238E27FC236}">
                    <a16:creationId xmlns:a16="http://schemas.microsoft.com/office/drawing/2014/main" id="{D4CDD1D0-70A6-6E6B-3EBC-6E3C5D95FF3B}"/>
                  </a:ext>
                </a:extLst>
              </p:cNvPr>
              <p:cNvSpPr/>
              <p:nvPr/>
            </p:nvSpPr>
            <p:spPr>
              <a:xfrm>
                <a:off x="2817891" y="22732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17" y="908128"/>
                    </a:lnTo>
                    <a:lnTo>
                      <a:pt x="905226" y="907881"/>
                    </a:lnTo>
                    <a:lnTo>
                      <a:pt x="905435" y="907634"/>
                    </a:lnTo>
                    <a:lnTo>
                      <a:pt x="905644" y="907386"/>
                    </a:lnTo>
                    <a:lnTo>
                      <a:pt x="905853" y="907139"/>
                    </a:lnTo>
                    <a:lnTo>
                      <a:pt x="906062" y="906892"/>
                    </a:lnTo>
                    <a:lnTo>
                      <a:pt x="906271" y="906644"/>
                    </a:lnTo>
                    <a:lnTo>
                      <a:pt x="906480" y="906397"/>
                    </a:lnTo>
                    <a:lnTo>
                      <a:pt x="906689" y="906150"/>
                    </a:lnTo>
                    <a:lnTo>
                      <a:pt x="906898" y="905902"/>
                    </a:lnTo>
                    <a:lnTo>
                      <a:pt x="907107" y="905655"/>
                    </a:lnTo>
                    <a:lnTo>
                      <a:pt x="907316" y="905408"/>
                    </a:lnTo>
                    <a:lnTo>
                      <a:pt x="907525" y="905160"/>
                    </a:lnTo>
                    <a:lnTo>
                      <a:pt x="907735" y="904913"/>
                    </a:lnTo>
                    <a:lnTo>
                      <a:pt x="907944" y="904666"/>
                    </a:lnTo>
                    <a:lnTo>
                      <a:pt x="908153" y="904419"/>
                    </a:lnTo>
                    <a:lnTo>
                      <a:pt x="908362" y="904171"/>
                    </a:lnTo>
                    <a:lnTo>
                      <a:pt x="908571" y="903924"/>
                    </a:lnTo>
                    <a:lnTo>
                      <a:pt x="908780" y="903677"/>
                    </a:lnTo>
                    <a:lnTo>
                      <a:pt x="908989" y="903430"/>
                    </a:lnTo>
                    <a:lnTo>
                      <a:pt x="909198" y="903182"/>
                    </a:lnTo>
                    <a:lnTo>
                      <a:pt x="909408" y="902935"/>
                    </a:lnTo>
                    <a:lnTo>
                      <a:pt x="909617" y="902688"/>
                    </a:lnTo>
                    <a:lnTo>
                      <a:pt x="909826" y="902440"/>
                    </a:lnTo>
                    <a:lnTo>
                      <a:pt x="910035" y="902193"/>
                    </a:lnTo>
                    <a:lnTo>
                      <a:pt x="910244" y="901946"/>
                    </a:lnTo>
                    <a:lnTo>
                      <a:pt x="910453" y="901699"/>
                    </a:lnTo>
                    <a:lnTo>
                      <a:pt x="910663" y="901451"/>
                    </a:lnTo>
                    <a:lnTo>
                      <a:pt x="914400" y="897227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2" name="ph2447">
                <a:extLst>
                  <a:ext uri="{FF2B5EF4-FFF2-40B4-BE49-F238E27FC236}">
                    <a16:creationId xmlns:a16="http://schemas.microsoft.com/office/drawing/2014/main" id="{AE4ECCEF-CB94-CD67-480F-02C487315732}"/>
                  </a:ext>
                </a:extLst>
              </p:cNvPr>
              <p:cNvSpPr/>
              <p:nvPr/>
            </p:nvSpPr>
            <p:spPr>
              <a:xfrm>
                <a:off x="2827331" y="225564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97"/>
                    </a:lnTo>
                    <a:lnTo>
                      <a:pt x="905087" y="914653"/>
                    </a:lnTo>
                    <a:lnTo>
                      <a:pt x="905333" y="914400"/>
                    </a:lnTo>
                    <a:close/>
                  </a:path>
                </a:pathLst>
              </a:custGeom>
              <a:solidFill>
                <a:srgbClr val="F0F9AB">
                  <a:alpha val="100000"/>
                </a:srgbClr>
              </a:solidFill>
              <a:ln w="5420" cap="flat">
                <a:solidFill>
                  <a:srgbClr val="F0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3" name="ph2448">
                <a:extLst>
                  <a:ext uri="{FF2B5EF4-FFF2-40B4-BE49-F238E27FC236}">
                    <a16:creationId xmlns:a16="http://schemas.microsoft.com/office/drawing/2014/main" id="{942A3A81-BAF3-7013-B384-8251C324441E}"/>
                  </a:ext>
                </a:extLst>
              </p:cNvPr>
              <p:cNvSpPr/>
              <p:nvPr/>
            </p:nvSpPr>
            <p:spPr>
              <a:xfrm>
                <a:off x="282733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4" name="ph2449">
                <a:extLst>
                  <a:ext uri="{FF2B5EF4-FFF2-40B4-BE49-F238E27FC236}">
                    <a16:creationId xmlns:a16="http://schemas.microsoft.com/office/drawing/2014/main" id="{70BC43BC-400D-E50C-7C7E-10A8CB3938E6}"/>
                  </a:ext>
                </a:extLst>
              </p:cNvPr>
              <p:cNvSpPr/>
              <p:nvPr/>
            </p:nvSpPr>
            <p:spPr>
              <a:xfrm>
                <a:off x="283677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5" name="ph2450">
                <a:extLst>
                  <a:ext uri="{FF2B5EF4-FFF2-40B4-BE49-F238E27FC236}">
                    <a16:creationId xmlns:a16="http://schemas.microsoft.com/office/drawing/2014/main" id="{655A7D15-2BFE-7A13-2E15-DB81EB9B273C}"/>
                  </a:ext>
                </a:extLst>
              </p:cNvPr>
              <p:cNvSpPr/>
              <p:nvPr/>
            </p:nvSpPr>
            <p:spPr>
              <a:xfrm>
                <a:off x="284621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6" name="ph2451">
                <a:extLst>
                  <a:ext uri="{FF2B5EF4-FFF2-40B4-BE49-F238E27FC236}">
                    <a16:creationId xmlns:a16="http://schemas.microsoft.com/office/drawing/2014/main" id="{FEF6C6A9-DAC4-F51C-1B4F-6388A03FB1D0}"/>
                  </a:ext>
                </a:extLst>
              </p:cNvPr>
              <p:cNvSpPr/>
              <p:nvPr/>
            </p:nvSpPr>
            <p:spPr>
              <a:xfrm>
                <a:off x="285565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7" name="ph2452">
                <a:extLst>
                  <a:ext uri="{FF2B5EF4-FFF2-40B4-BE49-F238E27FC236}">
                    <a16:creationId xmlns:a16="http://schemas.microsoft.com/office/drawing/2014/main" id="{310B6649-412C-AD17-662F-B6ADB67E326C}"/>
                  </a:ext>
                </a:extLst>
              </p:cNvPr>
              <p:cNvSpPr/>
              <p:nvPr/>
            </p:nvSpPr>
            <p:spPr>
              <a:xfrm>
                <a:off x="286509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8" name="ph2453">
                <a:extLst>
                  <a:ext uri="{FF2B5EF4-FFF2-40B4-BE49-F238E27FC236}">
                    <a16:creationId xmlns:a16="http://schemas.microsoft.com/office/drawing/2014/main" id="{DEB073D5-7EE3-4CE4-00B3-76CC50C0F4E7}"/>
                  </a:ext>
                </a:extLst>
              </p:cNvPr>
              <p:cNvSpPr/>
              <p:nvPr/>
            </p:nvSpPr>
            <p:spPr>
              <a:xfrm>
                <a:off x="287453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9" name="ph2454">
                <a:extLst>
                  <a:ext uri="{FF2B5EF4-FFF2-40B4-BE49-F238E27FC236}">
                    <a16:creationId xmlns:a16="http://schemas.microsoft.com/office/drawing/2014/main" id="{5B0A29EB-9AEF-4757-D1D1-629DCDDF1E62}"/>
                  </a:ext>
                </a:extLst>
              </p:cNvPr>
              <p:cNvSpPr/>
              <p:nvPr/>
            </p:nvSpPr>
            <p:spPr>
              <a:xfrm>
                <a:off x="288397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0" name="ph2455">
                <a:extLst>
                  <a:ext uri="{FF2B5EF4-FFF2-40B4-BE49-F238E27FC236}">
                    <a16:creationId xmlns:a16="http://schemas.microsoft.com/office/drawing/2014/main" id="{2E3FD265-F2A1-E9DC-2040-A969B4ADA8BF}"/>
                  </a:ext>
                </a:extLst>
              </p:cNvPr>
              <p:cNvSpPr/>
              <p:nvPr/>
            </p:nvSpPr>
            <p:spPr>
              <a:xfrm>
                <a:off x="289341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1" name="ph2456">
                <a:extLst>
                  <a:ext uri="{FF2B5EF4-FFF2-40B4-BE49-F238E27FC236}">
                    <a16:creationId xmlns:a16="http://schemas.microsoft.com/office/drawing/2014/main" id="{98BBEE75-F681-0CFF-36CF-98F93E5A8C97}"/>
                  </a:ext>
                </a:extLst>
              </p:cNvPr>
              <p:cNvSpPr/>
              <p:nvPr/>
            </p:nvSpPr>
            <p:spPr>
              <a:xfrm>
                <a:off x="290285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2" name="ph2457">
                <a:extLst>
                  <a:ext uri="{FF2B5EF4-FFF2-40B4-BE49-F238E27FC236}">
                    <a16:creationId xmlns:a16="http://schemas.microsoft.com/office/drawing/2014/main" id="{C7DE26F7-5CD7-BBC2-87E6-6CB824E81F2A}"/>
                  </a:ext>
                </a:extLst>
              </p:cNvPr>
              <p:cNvSpPr/>
              <p:nvPr/>
            </p:nvSpPr>
            <p:spPr>
              <a:xfrm>
                <a:off x="291229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3" name="ph2458">
                <a:extLst>
                  <a:ext uri="{FF2B5EF4-FFF2-40B4-BE49-F238E27FC236}">
                    <a16:creationId xmlns:a16="http://schemas.microsoft.com/office/drawing/2014/main" id="{3F025740-4D0D-01B0-E9FD-55FCC5A87CAF}"/>
                  </a:ext>
                </a:extLst>
              </p:cNvPr>
              <p:cNvSpPr/>
              <p:nvPr/>
            </p:nvSpPr>
            <p:spPr>
              <a:xfrm>
                <a:off x="292173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4" name="ph2459">
                <a:extLst>
                  <a:ext uri="{FF2B5EF4-FFF2-40B4-BE49-F238E27FC236}">
                    <a16:creationId xmlns:a16="http://schemas.microsoft.com/office/drawing/2014/main" id="{63D9243B-7428-919D-5E1F-F1181E4CBC23}"/>
                  </a:ext>
                </a:extLst>
              </p:cNvPr>
              <p:cNvSpPr/>
              <p:nvPr/>
            </p:nvSpPr>
            <p:spPr>
              <a:xfrm>
                <a:off x="293117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5" name="ph2460">
                <a:extLst>
                  <a:ext uri="{FF2B5EF4-FFF2-40B4-BE49-F238E27FC236}">
                    <a16:creationId xmlns:a16="http://schemas.microsoft.com/office/drawing/2014/main" id="{1FDC1EFC-93BC-DD23-1F1E-0E0173638BA3}"/>
                  </a:ext>
                </a:extLst>
              </p:cNvPr>
              <p:cNvSpPr/>
              <p:nvPr/>
            </p:nvSpPr>
            <p:spPr>
              <a:xfrm>
                <a:off x="294061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6" name="ph2461">
                <a:extLst>
                  <a:ext uri="{FF2B5EF4-FFF2-40B4-BE49-F238E27FC236}">
                    <a16:creationId xmlns:a16="http://schemas.microsoft.com/office/drawing/2014/main" id="{6C645F65-092D-BD7C-BAB4-7686F03F46EB}"/>
                  </a:ext>
                </a:extLst>
              </p:cNvPr>
              <p:cNvSpPr/>
              <p:nvPr/>
            </p:nvSpPr>
            <p:spPr>
              <a:xfrm>
                <a:off x="295005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7" name="ph2462">
                <a:extLst>
                  <a:ext uri="{FF2B5EF4-FFF2-40B4-BE49-F238E27FC236}">
                    <a16:creationId xmlns:a16="http://schemas.microsoft.com/office/drawing/2014/main" id="{961F19D5-1DDC-5109-B1C0-95AE7B2B4FF7}"/>
                  </a:ext>
                </a:extLst>
              </p:cNvPr>
              <p:cNvSpPr/>
              <p:nvPr/>
            </p:nvSpPr>
            <p:spPr>
              <a:xfrm>
                <a:off x="295949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8" name="ph2463">
                <a:extLst>
                  <a:ext uri="{FF2B5EF4-FFF2-40B4-BE49-F238E27FC236}">
                    <a16:creationId xmlns:a16="http://schemas.microsoft.com/office/drawing/2014/main" id="{89639216-9D16-C2AD-1125-979464C88C95}"/>
                  </a:ext>
                </a:extLst>
              </p:cNvPr>
              <p:cNvSpPr/>
              <p:nvPr/>
            </p:nvSpPr>
            <p:spPr>
              <a:xfrm>
                <a:off x="296893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9" name="ph2464">
                <a:extLst>
                  <a:ext uri="{FF2B5EF4-FFF2-40B4-BE49-F238E27FC236}">
                    <a16:creationId xmlns:a16="http://schemas.microsoft.com/office/drawing/2014/main" id="{7BA62338-E525-8B14-1733-D96EB15A92DD}"/>
                  </a:ext>
                </a:extLst>
              </p:cNvPr>
              <p:cNvSpPr/>
              <p:nvPr/>
            </p:nvSpPr>
            <p:spPr>
              <a:xfrm>
                <a:off x="297837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0" name="ph2465">
                <a:extLst>
                  <a:ext uri="{FF2B5EF4-FFF2-40B4-BE49-F238E27FC236}">
                    <a16:creationId xmlns:a16="http://schemas.microsoft.com/office/drawing/2014/main" id="{5CFA76F5-C027-5765-6F97-0B41A76316C6}"/>
                  </a:ext>
                </a:extLst>
              </p:cNvPr>
              <p:cNvSpPr/>
              <p:nvPr/>
            </p:nvSpPr>
            <p:spPr>
              <a:xfrm>
                <a:off x="2987815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1" name="ph2466">
                <a:extLst>
                  <a:ext uri="{FF2B5EF4-FFF2-40B4-BE49-F238E27FC236}">
                    <a16:creationId xmlns:a16="http://schemas.microsoft.com/office/drawing/2014/main" id="{0D3AAA7D-B00F-B85B-ABCF-9D30F86796A7}"/>
                  </a:ext>
                </a:extLst>
              </p:cNvPr>
              <p:cNvSpPr/>
              <p:nvPr/>
            </p:nvSpPr>
            <p:spPr>
              <a:xfrm>
                <a:off x="299725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2" name="ph2467">
                <a:extLst>
                  <a:ext uri="{FF2B5EF4-FFF2-40B4-BE49-F238E27FC236}">
                    <a16:creationId xmlns:a16="http://schemas.microsoft.com/office/drawing/2014/main" id="{6BFA9231-4D4E-2936-860F-6BCCD0FA4203}"/>
                  </a:ext>
                </a:extLst>
              </p:cNvPr>
              <p:cNvSpPr/>
              <p:nvPr/>
            </p:nvSpPr>
            <p:spPr>
              <a:xfrm>
                <a:off x="300669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3" name="ph2468">
                <a:extLst>
                  <a:ext uri="{FF2B5EF4-FFF2-40B4-BE49-F238E27FC236}">
                    <a16:creationId xmlns:a16="http://schemas.microsoft.com/office/drawing/2014/main" id="{1A051838-EE80-87F8-994E-9D31E28A398A}"/>
                  </a:ext>
                </a:extLst>
              </p:cNvPr>
              <p:cNvSpPr/>
              <p:nvPr/>
            </p:nvSpPr>
            <p:spPr>
              <a:xfrm>
                <a:off x="301613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4" name="ph2469">
                <a:extLst>
                  <a:ext uri="{FF2B5EF4-FFF2-40B4-BE49-F238E27FC236}">
                    <a16:creationId xmlns:a16="http://schemas.microsoft.com/office/drawing/2014/main" id="{D0B4840D-E947-FAA4-EAE6-26E4D1D9AF70}"/>
                  </a:ext>
                </a:extLst>
              </p:cNvPr>
              <p:cNvSpPr/>
              <p:nvPr/>
            </p:nvSpPr>
            <p:spPr>
              <a:xfrm>
                <a:off x="3025576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5" name="ph2470">
                <a:extLst>
                  <a:ext uri="{FF2B5EF4-FFF2-40B4-BE49-F238E27FC236}">
                    <a16:creationId xmlns:a16="http://schemas.microsoft.com/office/drawing/2014/main" id="{1FE6BCE1-4532-A97D-D350-8AD9117D7FCA}"/>
                  </a:ext>
                </a:extLst>
              </p:cNvPr>
              <p:cNvSpPr/>
              <p:nvPr/>
            </p:nvSpPr>
            <p:spPr>
              <a:xfrm>
                <a:off x="303501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6" name="ph2471">
                <a:extLst>
                  <a:ext uri="{FF2B5EF4-FFF2-40B4-BE49-F238E27FC236}">
                    <a16:creationId xmlns:a16="http://schemas.microsoft.com/office/drawing/2014/main" id="{E1ADFABF-313B-1953-6017-1C24595140C7}"/>
                  </a:ext>
                </a:extLst>
              </p:cNvPr>
              <p:cNvSpPr/>
              <p:nvPr/>
            </p:nvSpPr>
            <p:spPr>
              <a:xfrm>
                <a:off x="304445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EBA">
                  <a:alpha val="100000"/>
                </a:srgbClr>
              </a:solidFill>
              <a:ln w="5420" cap="flat">
                <a:solidFill>
                  <a:srgbClr val="FB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7" name="ph2472">
                <a:extLst>
                  <a:ext uri="{FF2B5EF4-FFF2-40B4-BE49-F238E27FC236}">
                    <a16:creationId xmlns:a16="http://schemas.microsoft.com/office/drawing/2014/main" id="{2EA58E62-C5F0-1C02-1995-FA3B80E4AA85}"/>
                  </a:ext>
                </a:extLst>
              </p:cNvPr>
              <p:cNvSpPr/>
              <p:nvPr/>
            </p:nvSpPr>
            <p:spPr>
              <a:xfrm>
                <a:off x="305389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8" name="ph2473">
                <a:extLst>
                  <a:ext uri="{FF2B5EF4-FFF2-40B4-BE49-F238E27FC236}">
                    <a16:creationId xmlns:a16="http://schemas.microsoft.com/office/drawing/2014/main" id="{BA5B2BD0-854B-6CEB-0E33-7DAACE51827D}"/>
                  </a:ext>
                </a:extLst>
              </p:cNvPr>
              <p:cNvSpPr/>
              <p:nvPr/>
            </p:nvSpPr>
            <p:spPr>
              <a:xfrm>
                <a:off x="3063337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9" name="ph2474">
                <a:extLst>
                  <a:ext uri="{FF2B5EF4-FFF2-40B4-BE49-F238E27FC236}">
                    <a16:creationId xmlns:a16="http://schemas.microsoft.com/office/drawing/2014/main" id="{FCDF52E9-0314-A748-ABC5-D61B4D5F209F}"/>
                  </a:ext>
                </a:extLst>
              </p:cNvPr>
              <p:cNvSpPr/>
              <p:nvPr/>
            </p:nvSpPr>
            <p:spPr>
              <a:xfrm>
                <a:off x="307277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0" name="ph2475">
                <a:extLst>
                  <a:ext uri="{FF2B5EF4-FFF2-40B4-BE49-F238E27FC236}">
                    <a16:creationId xmlns:a16="http://schemas.microsoft.com/office/drawing/2014/main" id="{9F471F43-3DE1-399E-869F-AA0C521A7589}"/>
                  </a:ext>
                </a:extLst>
              </p:cNvPr>
              <p:cNvSpPr/>
              <p:nvPr/>
            </p:nvSpPr>
            <p:spPr>
              <a:xfrm>
                <a:off x="308221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1" name="ph2476">
                <a:extLst>
                  <a:ext uri="{FF2B5EF4-FFF2-40B4-BE49-F238E27FC236}">
                    <a16:creationId xmlns:a16="http://schemas.microsoft.com/office/drawing/2014/main" id="{F0ECB34D-65A1-6FED-CFD9-2C18B2C8F20F}"/>
                  </a:ext>
                </a:extLst>
              </p:cNvPr>
              <p:cNvSpPr/>
              <p:nvPr/>
            </p:nvSpPr>
            <p:spPr>
              <a:xfrm>
                <a:off x="309165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2" name="ph2477">
                <a:extLst>
                  <a:ext uri="{FF2B5EF4-FFF2-40B4-BE49-F238E27FC236}">
                    <a16:creationId xmlns:a16="http://schemas.microsoft.com/office/drawing/2014/main" id="{CE5C3420-A690-FA06-A69F-964812E13CD8}"/>
                  </a:ext>
                </a:extLst>
              </p:cNvPr>
              <p:cNvSpPr/>
              <p:nvPr/>
            </p:nvSpPr>
            <p:spPr>
              <a:xfrm>
                <a:off x="310109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3" name="ph2478">
                <a:extLst>
                  <a:ext uri="{FF2B5EF4-FFF2-40B4-BE49-F238E27FC236}">
                    <a16:creationId xmlns:a16="http://schemas.microsoft.com/office/drawing/2014/main" id="{3680BB8E-64FC-13BF-2C6A-DA00CE18D24A}"/>
                  </a:ext>
                </a:extLst>
              </p:cNvPr>
              <p:cNvSpPr/>
              <p:nvPr/>
            </p:nvSpPr>
            <p:spPr>
              <a:xfrm>
                <a:off x="3110538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4" name="ph2479">
                <a:extLst>
                  <a:ext uri="{FF2B5EF4-FFF2-40B4-BE49-F238E27FC236}">
                    <a16:creationId xmlns:a16="http://schemas.microsoft.com/office/drawing/2014/main" id="{346AFF97-0A17-9943-56D5-B3036614ACC3}"/>
                  </a:ext>
                </a:extLst>
              </p:cNvPr>
              <p:cNvSpPr/>
              <p:nvPr/>
            </p:nvSpPr>
            <p:spPr>
              <a:xfrm>
                <a:off x="311997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5" name="ph2480">
                <a:extLst>
                  <a:ext uri="{FF2B5EF4-FFF2-40B4-BE49-F238E27FC236}">
                    <a16:creationId xmlns:a16="http://schemas.microsoft.com/office/drawing/2014/main" id="{CDB8C922-EC02-28F6-C5E4-1D5CC285816E}"/>
                  </a:ext>
                </a:extLst>
              </p:cNvPr>
              <p:cNvSpPr/>
              <p:nvPr/>
            </p:nvSpPr>
            <p:spPr>
              <a:xfrm>
                <a:off x="312941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6" name="ph2481">
                <a:extLst>
                  <a:ext uri="{FF2B5EF4-FFF2-40B4-BE49-F238E27FC236}">
                    <a16:creationId xmlns:a16="http://schemas.microsoft.com/office/drawing/2014/main" id="{C8267181-3A99-EBAB-7172-973C7015FBE5}"/>
                  </a:ext>
                </a:extLst>
              </p:cNvPr>
              <p:cNvSpPr/>
              <p:nvPr/>
            </p:nvSpPr>
            <p:spPr>
              <a:xfrm>
                <a:off x="313885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7" name="ph2482">
                <a:extLst>
                  <a:ext uri="{FF2B5EF4-FFF2-40B4-BE49-F238E27FC236}">
                    <a16:creationId xmlns:a16="http://schemas.microsoft.com/office/drawing/2014/main" id="{542B4AA8-F117-C22E-0EA6-A3F2E54E94DF}"/>
                  </a:ext>
                </a:extLst>
              </p:cNvPr>
              <p:cNvSpPr/>
              <p:nvPr/>
            </p:nvSpPr>
            <p:spPr>
              <a:xfrm>
                <a:off x="3148299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8" name="ph2483">
                <a:extLst>
                  <a:ext uri="{FF2B5EF4-FFF2-40B4-BE49-F238E27FC236}">
                    <a16:creationId xmlns:a16="http://schemas.microsoft.com/office/drawing/2014/main" id="{599434E8-C71A-F84E-C018-DE2864EFEF87}"/>
                  </a:ext>
                </a:extLst>
              </p:cNvPr>
              <p:cNvSpPr/>
              <p:nvPr/>
            </p:nvSpPr>
            <p:spPr>
              <a:xfrm>
                <a:off x="315774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9" name="ph2484">
                <a:extLst>
                  <a:ext uri="{FF2B5EF4-FFF2-40B4-BE49-F238E27FC236}">
                    <a16:creationId xmlns:a16="http://schemas.microsoft.com/office/drawing/2014/main" id="{ADAA5C33-5EE7-C5CC-EC20-8AD717F4F8C3}"/>
                  </a:ext>
                </a:extLst>
              </p:cNvPr>
              <p:cNvSpPr/>
              <p:nvPr/>
            </p:nvSpPr>
            <p:spPr>
              <a:xfrm>
                <a:off x="316718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0" name="ph2485">
                <a:extLst>
                  <a:ext uri="{FF2B5EF4-FFF2-40B4-BE49-F238E27FC236}">
                    <a16:creationId xmlns:a16="http://schemas.microsoft.com/office/drawing/2014/main" id="{16607DAD-59C1-2828-ADFF-A541841BFD29}"/>
                  </a:ext>
                </a:extLst>
              </p:cNvPr>
              <p:cNvSpPr/>
              <p:nvPr/>
            </p:nvSpPr>
            <p:spPr>
              <a:xfrm>
                <a:off x="317662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1" name="ph2486">
                <a:extLst>
                  <a:ext uri="{FF2B5EF4-FFF2-40B4-BE49-F238E27FC236}">
                    <a16:creationId xmlns:a16="http://schemas.microsoft.com/office/drawing/2014/main" id="{ED3D24F9-6EA2-6DEE-B9F8-FAD566055886}"/>
                  </a:ext>
                </a:extLst>
              </p:cNvPr>
              <p:cNvSpPr/>
              <p:nvPr/>
            </p:nvSpPr>
            <p:spPr>
              <a:xfrm>
                <a:off x="3186060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2" name="ph2487">
                <a:extLst>
                  <a:ext uri="{FF2B5EF4-FFF2-40B4-BE49-F238E27FC236}">
                    <a16:creationId xmlns:a16="http://schemas.microsoft.com/office/drawing/2014/main" id="{CC3D8076-F9D1-B4BF-8A95-7D79C8954DC4}"/>
                  </a:ext>
                </a:extLst>
              </p:cNvPr>
              <p:cNvSpPr/>
              <p:nvPr/>
            </p:nvSpPr>
            <p:spPr>
              <a:xfrm>
                <a:off x="319550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3" name="ph2488">
                <a:extLst>
                  <a:ext uri="{FF2B5EF4-FFF2-40B4-BE49-F238E27FC236}">
                    <a16:creationId xmlns:a16="http://schemas.microsoft.com/office/drawing/2014/main" id="{839973EB-A463-3FAF-ED44-6257736ED336}"/>
                  </a:ext>
                </a:extLst>
              </p:cNvPr>
              <p:cNvSpPr/>
              <p:nvPr/>
            </p:nvSpPr>
            <p:spPr>
              <a:xfrm>
                <a:off x="320494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4" name="ph2489">
                <a:extLst>
                  <a:ext uri="{FF2B5EF4-FFF2-40B4-BE49-F238E27FC236}">
                    <a16:creationId xmlns:a16="http://schemas.microsoft.com/office/drawing/2014/main" id="{50C06F94-2D4D-45FC-A1CC-42BDBAE5C173}"/>
                  </a:ext>
                </a:extLst>
              </p:cNvPr>
              <p:cNvSpPr/>
              <p:nvPr/>
            </p:nvSpPr>
            <p:spPr>
              <a:xfrm>
                <a:off x="321438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5" name="ph2490">
                <a:extLst>
                  <a:ext uri="{FF2B5EF4-FFF2-40B4-BE49-F238E27FC236}">
                    <a16:creationId xmlns:a16="http://schemas.microsoft.com/office/drawing/2014/main" id="{1DB5992D-EFDE-8497-C1F0-3DE51363AE2F}"/>
                  </a:ext>
                </a:extLst>
              </p:cNvPr>
              <p:cNvSpPr/>
              <p:nvPr/>
            </p:nvSpPr>
            <p:spPr>
              <a:xfrm>
                <a:off x="3223821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6" name="ph2491">
                <a:extLst>
                  <a:ext uri="{FF2B5EF4-FFF2-40B4-BE49-F238E27FC236}">
                    <a16:creationId xmlns:a16="http://schemas.microsoft.com/office/drawing/2014/main" id="{5CB02E1A-41AE-5FCD-1696-9CA933C88D66}"/>
                  </a:ext>
                </a:extLst>
              </p:cNvPr>
              <p:cNvSpPr/>
              <p:nvPr/>
            </p:nvSpPr>
            <p:spPr>
              <a:xfrm>
                <a:off x="323326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7" name="ph2492">
                <a:extLst>
                  <a:ext uri="{FF2B5EF4-FFF2-40B4-BE49-F238E27FC236}">
                    <a16:creationId xmlns:a16="http://schemas.microsoft.com/office/drawing/2014/main" id="{E6AB503A-5975-ECC3-A989-0023F92AD7DF}"/>
                  </a:ext>
                </a:extLst>
              </p:cNvPr>
              <p:cNvSpPr/>
              <p:nvPr/>
            </p:nvSpPr>
            <p:spPr>
              <a:xfrm>
                <a:off x="324270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8" name="ph2493">
                <a:extLst>
                  <a:ext uri="{FF2B5EF4-FFF2-40B4-BE49-F238E27FC236}">
                    <a16:creationId xmlns:a16="http://schemas.microsoft.com/office/drawing/2014/main" id="{80DD7A89-3E44-0DFF-D46A-B589517A6118}"/>
                  </a:ext>
                </a:extLst>
              </p:cNvPr>
              <p:cNvSpPr/>
              <p:nvPr/>
            </p:nvSpPr>
            <p:spPr>
              <a:xfrm>
                <a:off x="325214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9" name="ph2494">
                <a:extLst>
                  <a:ext uri="{FF2B5EF4-FFF2-40B4-BE49-F238E27FC236}">
                    <a16:creationId xmlns:a16="http://schemas.microsoft.com/office/drawing/2014/main" id="{972B8461-0DFD-57B3-4EB3-6A97E7852148}"/>
                  </a:ext>
                </a:extLst>
              </p:cNvPr>
              <p:cNvSpPr/>
              <p:nvPr/>
            </p:nvSpPr>
            <p:spPr>
              <a:xfrm>
                <a:off x="3261582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0" name="ph2495">
                <a:extLst>
                  <a:ext uri="{FF2B5EF4-FFF2-40B4-BE49-F238E27FC236}">
                    <a16:creationId xmlns:a16="http://schemas.microsoft.com/office/drawing/2014/main" id="{2EF6B491-B0E3-95DA-BA68-0625E4E8C9ED}"/>
                  </a:ext>
                </a:extLst>
              </p:cNvPr>
              <p:cNvSpPr/>
              <p:nvPr/>
            </p:nvSpPr>
            <p:spPr>
              <a:xfrm>
                <a:off x="327102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1" name="ph2496">
                <a:extLst>
                  <a:ext uri="{FF2B5EF4-FFF2-40B4-BE49-F238E27FC236}">
                    <a16:creationId xmlns:a16="http://schemas.microsoft.com/office/drawing/2014/main" id="{D0BF4D70-1BCB-CA93-2B73-D161E6D3B6A2}"/>
                  </a:ext>
                </a:extLst>
              </p:cNvPr>
              <p:cNvSpPr/>
              <p:nvPr/>
            </p:nvSpPr>
            <p:spPr>
              <a:xfrm>
                <a:off x="328046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2" name="ph2497">
                <a:extLst>
                  <a:ext uri="{FF2B5EF4-FFF2-40B4-BE49-F238E27FC236}">
                    <a16:creationId xmlns:a16="http://schemas.microsoft.com/office/drawing/2014/main" id="{998C4BDE-54F2-9CDF-36AD-CE7F10C37466}"/>
                  </a:ext>
                </a:extLst>
              </p:cNvPr>
              <p:cNvSpPr/>
              <p:nvPr/>
            </p:nvSpPr>
            <p:spPr>
              <a:xfrm>
                <a:off x="328990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3" name="ph2498">
                <a:extLst>
                  <a:ext uri="{FF2B5EF4-FFF2-40B4-BE49-F238E27FC236}">
                    <a16:creationId xmlns:a16="http://schemas.microsoft.com/office/drawing/2014/main" id="{8E09C6C5-CB8C-501C-4A50-2EE1B1AAD63B}"/>
                  </a:ext>
                </a:extLst>
              </p:cNvPr>
              <p:cNvSpPr/>
              <p:nvPr/>
            </p:nvSpPr>
            <p:spPr>
              <a:xfrm>
                <a:off x="3299343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4" name="ph2499">
                <a:extLst>
                  <a:ext uri="{FF2B5EF4-FFF2-40B4-BE49-F238E27FC236}">
                    <a16:creationId xmlns:a16="http://schemas.microsoft.com/office/drawing/2014/main" id="{092B0D33-3069-EC69-5A97-0F494D08A5AE}"/>
                  </a:ext>
                </a:extLst>
              </p:cNvPr>
              <p:cNvSpPr/>
              <p:nvPr/>
            </p:nvSpPr>
            <p:spPr>
              <a:xfrm>
                <a:off x="330878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5" name="ph2500">
                <a:extLst>
                  <a:ext uri="{FF2B5EF4-FFF2-40B4-BE49-F238E27FC236}">
                    <a16:creationId xmlns:a16="http://schemas.microsoft.com/office/drawing/2014/main" id="{9C030EE4-E9DE-B07E-8D60-7FAB220023BF}"/>
                  </a:ext>
                </a:extLst>
              </p:cNvPr>
              <p:cNvSpPr/>
              <p:nvPr/>
            </p:nvSpPr>
            <p:spPr>
              <a:xfrm>
                <a:off x="331822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6" name="ph2501">
                <a:extLst>
                  <a:ext uri="{FF2B5EF4-FFF2-40B4-BE49-F238E27FC236}">
                    <a16:creationId xmlns:a16="http://schemas.microsoft.com/office/drawing/2014/main" id="{845C9002-BFC4-7D96-2307-C6FA96CE5206}"/>
                  </a:ext>
                </a:extLst>
              </p:cNvPr>
              <p:cNvSpPr/>
              <p:nvPr/>
            </p:nvSpPr>
            <p:spPr>
              <a:xfrm>
                <a:off x="3327664" y="225564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7" name="ph2502">
                <a:extLst>
                  <a:ext uri="{FF2B5EF4-FFF2-40B4-BE49-F238E27FC236}">
                    <a16:creationId xmlns:a16="http://schemas.microsoft.com/office/drawing/2014/main" id="{3133342F-6E88-B78E-BC4F-DBAC586C0F8B}"/>
                  </a:ext>
                </a:extLst>
              </p:cNvPr>
              <p:cNvSpPr/>
              <p:nvPr/>
            </p:nvSpPr>
            <p:spPr>
              <a:xfrm>
                <a:off x="3337104" y="22732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680"/>
                    </a:lnTo>
                    <a:lnTo>
                      <a:pt x="923379" y="910122"/>
                    </a:lnTo>
                    <a:lnTo>
                      <a:pt x="922691" y="912278"/>
                    </a:lnTo>
                    <a:lnTo>
                      <a:pt x="922013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8" name="ph2503">
                <a:extLst>
                  <a:ext uri="{FF2B5EF4-FFF2-40B4-BE49-F238E27FC236}">
                    <a16:creationId xmlns:a16="http://schemas.microsoft.com/office/drawing/2014/main" id="{61E14212-7B77-C898-5962-0B45FE825920}"/>
                  </a:ext>
                </a:extLst>
              </p:cNvPr>
              <p:cNvSpPr/>
              <p:nvPr/>
            </p:nvSpPr>
            <p:spPr>
              <a:xfrm>
                <a:off x="3346544" y="2255641"/>
                <a:ext cx="918189" cy="926250"/>
              </a:xfrm>
              <a:custGeom>
                <a:avLst/>
                <a:gdLst/>
                <a:ahLst/>
                <a:cxnLst/>
                <a:rect l="0" t="0" r="0" b="0"/>
                <a:pathLst>
                  <a:path w="918189" h="926250">
                    <a:moveTo>
                      <a:pt x="914400" y="914400"/>
                    </a:moveTo>
                    <a:lnTo>
                      <a:pt x="918189" y="914400"/>
                    </a:lnTo>
                    <a:lnTo>
                      <a:pt x="918074" y="914760"/>
                    </a:lnTo>
                    <a:lnTo>
                      <a:pt x="917384" y="916915"/>
                    </a:lnTo>
                    <a:lnTo>
                      <a:pt x="916695" y="919070"/>
                    </a:lnTo>
                    <a:lnTo>
                      <a:pt x="916005" y="921226"/>
                    </a:lnTo>
                    <a:lnTo>
                      <a:pt x="915316" y="923381"/>
                    </a:lnTo>
                    <a:lnTo>
                      <a:pt x="914627" y="925537"/>
                    </a:lnTo>
                    <a:lnTo>
                      <a:pt x="914400" y="92625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9" name="ph2504">
                <a:extLst>
                  <a:ext uri="{FF2B5EF4-FFF2-40B4-BE49-F238E27FC236}">
                    <a16:creationId xmlns:a16="http://schemas.microsoft.com/office/drawing/2014/main" id="{21F7D7A2-9A33-9466-C702-56583FB0FBD1}"/>
                  </a:ext>
                </a:extLst>
              </p:cNvPr>
              <p:cNvSpPr/>
              <p:nvPr/>
            </p:nvSpPr>
            <p:spPr>
              <a:xfrm>
                <a:off x="2411961" y="223807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401" y="931969"/>
                    </a:lnTo>
                    <a:lnTo>
                      <a:pt x="906715" y="930276"/>
                    </a:lnTo>
                    <a:lnTo>
                      <a:pt x="908926" y="920117"/>
                    </a:lnTo>
                    <a:lnTo>
                      <a:pt x="910360" y="914400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0" name="ph2505">
                <a:extLst>
                  <a:ext uri="{FF2B5EF4-FFF2-40B4-BE49-F238E27FC236}">
                    <a16:creationId xmlns:a16="http://schemas.microsoft.com/office/drawing/2014/main" id="{C07DFFC0-C072-309C-8630-D0369D144160}"/>
                  </a:ext>
                </a:extLst>
              </p:cNvPr>
              <p:cNvSpPr/>
              <p:nvPr/>
            </p:nvSpPr>
            <p:spPr>
              <a:xfrm>
                <a:off x="241196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1" name="ph2506">
                <a:extLst>
                  <a:ext uri="{FF2B5EF4-FFF2-40B4-BE49-F238E27FC236}">
                    <a16:creationId xmlns:a16="http://schemas.microsoft.com/office/drawing/2014/main" id="{FFB47547-3B69-8F5D-1FD9-4A6AD55A0742}"/>
                  </a:ext>
                </a:extLst>
              </p:cNvPr>
              <p:cNvSpPr/>
              <p:nvPr/>
            </p:nvSpPr>
            <p:spPr>
              <a:xfrm>
                <a:off x="242140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2" name="ph2507">
                <a:extLst>
                  <a:ext uri="{FF2B5EF4-FFF2-40B4-BE49-F238E27FC236}">
                    <a16:creationId xmlns:a16="http://schemas.microsoft.com/office/drawing/2014/main" id="{DE4AF101-D3B2-A3C0-DA94-3677A1E7C061}"/>
                  </a:ext>
                </a:extLst>
              </p:cNvPr>
              <p:cNvSpPr/>
              <p:nvPr/>
            </p:nvSpPr>
            <p:spPr>
              <a:xfrm>
                <a:off x="243084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3" name="ph2508">
                <a:extLst>
                  <a:ext uri="{FF2B5EF4-FFF2-40B4-BE49-F238E27FC236}">
                    <a16:creationId xmlns:a16="http://schemas.microsoft.com/office/drawing/2014/main" id="{2E89CB82-8DD8-7BB4-AB7C-8727BF2CFEAB}"/>
                  </a:ext>
                </a:extLst>
              </p:cNvPr>
              <p:cNvSpPr/>
              <p:nvPr/>
            </p:nvSpPr>
            <p:spPr>
              <a:xfrm>
                <a:off x="244028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4" name="ph2509">
                <a:extLst>
                  <a:ext uri="{FF2B5EF4-FFF2-40B4-BE49-F238E27FC236}">
                    <a16:creationId xmlns:a16="http://schemas.microsoft.com/office/drawing/2014/main" id="{A49CA691-BF13-24E1-5FAC-451BE209CD90}"/>
                  </a:ext>
                </a:extLst>
              </p:cNvPr>
              <p:cNvSpPr/>
              <p:nvPr/>
            </p:nvSpPr>
            <p:spPr>
              <a:xfrm>
                <a:off x="244972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5" name="ph2510">
                <a:extLst>
                  <a:ext uri="{FF2B5EF4-FFF2-40B4-BE49-F238E27FC236}">
                    <a16:creationId xmlns:a16="http://schemas.microsoft.com/office/drawing/2014/main" id="{9401C489-C841-D137-5D24-567444DB639A}"/>
                  </a:ext>
                </a:extLst>
              </p:cNvPr>
              <p:cNvSpPr/>
              <p:nvPr/>
            </p:nvSpPr>
            <p:spPr>
              <a:xfrm>
                <a:off x="245916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6" name="ph2511">
                <a:extLst>
                  <a:ext uri="{FF2B5EF4-FFF2-40B4-BE49-F238E27FC236}">
                    <a16:creationId xmlns:a16="http://schemas.microsoft.com/office/drawing/2014/main" id="{090E8804-6158-895B-AF37-5095682091BF}"/>
                  </a:ext>
                </a:extLst>
              </p:cNvPr>
              <p:cNvSpPr/>
              <p:nvPr/>
            </p:nvSpPr>
            <p:spPr>
              <a:xfrm>
                <a:off x="246860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7" name="ph2512">
                <a:extLst>
                  <a:ext uri="{FF2B5EF4-FFF2-40B4-BE49-F238E27FC236}">
                    <a16:creationId xmlns:a16="http://schemas.microsoft.com/office/drawing/2014/main" id="{3F0B6C7E-C633-3273-B413-4E5B8C54ABD9}"/>
                  </a:ext>
                </a:extLst>
              </p:cNvPr>
              <p:cNvSpPr/>
              <p:nvPr/>
            </p:nvSpPr>
            <p:spPr>
              <a:xfrm>
                <a:off x="247804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8" name="ph2513">
                <a:extLst>
                  <a:ext uri="{FF2B5EF4-FFF2-40B4-BE49-F238E27FC236}">
                    <a16:creationId xmlns:a16="http://schemas.microsoft.com/office/drawing/2014/main" id="{98A13616-03FC-9060-C88C-CEA1C7C1F6B3}"/>
                  </a:ext>
                </a:extLst>
              </p:cNvPr>
              <p:cNvSpPr/>
              <p:nvPr/>
            </p:nvSpPr>
            <p:spPr>
              <a:xfrm>
                <a:off x="248748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9" name="ph2514">
                <a:extLst>
                  <a:ext uri="{FF2B5EF4-FFF2-40B4-BE49-F238E27FC236}">
                    <a16:creationId xmlns:a16="http://schemas.microsoft.com/office/drawing/2014/main" id="{0096A213-CEA9-6185-D22C-C7B8A8F8630B}"/>
                  </a:ext>
                </a:extLst>
              </p:cNvPr>
              <p:cNvSpPr/>
              <p:nvPr/>
            </p:nvSpPr>
            <p:spPr>
              <a:xfrm>
                <a:off x="249692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0" name="ph2515">
                <a:extLst>
                  <a:ext uri="{FF2B5EF4-FFF2-40B4-BE49-F238E27FC236}">
                    <a16:creationId xmlns:a16="http://schemas.microsoft.com/office/drawing/2014/main" id="{6F88B2BE-E9E3-B510-DC8A-4D649B08B38B}"/>
                  </a:ext>
                </a:extLst>
              </p:cNvPr>
              <p:cNvSpPr/>
              <p:nvPr/>
            </p:nvSpPr>
            <p:spPr>
              <a:xfrm>
                <a:off x="250636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1" name="ph2516">
                <a:extLst>
                  <a:ext uri="{FF2B5EF4-FFF2-40B4-BE49-F238E27FC236}">
                    <a16:creationId xmlns:a16="http://schemas.microsoft.com/office/drawing/2014/main" id="{DD58B36F-864B-86EE-AA18-E2E849DF2C72}"/>
                  </a:ext>
                </a:extLst>
              </p:cNvPr>
              <p:cNvSpPr/>
              <p:nvPr/>
            </p:nvSpPr>
            <p:spPr>
              <a:xfrm>
                <a:off x="251580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2" name="ph2517">
                <a:extLst>
                  <a:ext uri="{FF2B5EF4-FFF2-40B4-BE49-F238E27FC236}">
                    <a16:creationId xmlns:a16="http://schemas.microsoft.com/office/drawing/2014/main" id="{0AE08156-14B5-07DB-8E7B-9B8B58841364}"/>
                  </a:ext>
                </a:extLst>
              </p:cNvPr>
              <p:cNvSpPr/>
              <p:nvPr/>
            </p:nvSpPr>
            <p:spPr>
              <a:xfrm>
                <a:off x="252524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3" name="ph2518">
                <a:extLst>
                  <a:ext uri="{FF2B5EF4-FFF2-40B4-BE49-F238E27FC236}">
                    <a16:creationId xmlns:a16="http://schemas.microsoft.com/office/drawing/2014/main" id="{23AC5612-456E-D0E9-6C74-412EB4AC6C60}"/>
                  </a:ext>
                </a:extLst>
              </p:cNvPr>
              <p:cNvSpPr/>
              <p:nvPr/>
            </p:nvSpPr>
            <p:spPr>
              <a:xfrm>
                <a:off x="253468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4" name="ph2519">
                <a:extLst>
                  <a:ext uri="{FF2B5EF4-FFF2-40B4-BE49-F238E27FC236}">
                    <a16:creationId xmlns:a16="http://schemas.microsoft.com/office/drawing/2014/main" id="{20F97FA4-A52D-98D2-EDD2-5EADCE1100E4}"/>
                  </a:ext>
                </a:extLst>
              </p:cNvPr>
              <p:cNvSpPr/>
              <p:nvPr/>
            </p:nvSpPr>
            <p:spPr>
              <a:xfrm>
                <a:off x="254412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5" name="ph2520">
                <a:extLst>
                  <a:ext uri="{FF2B5EF4-FFF2-40B4-BE49-F238E27FC236}">
                    <a16:creationId xmlns:a16="http://schemas.microsoft.com/office/drawing/2014/main" id="{40E0C08A-64A1-540E-12F9-BEF719E0984A}"/>
                  </a:ext>
                </a:extLst>
              </p:cNvPr>
              <p:cNvSpPr/>
              <p:nvPr/>
            </p:nvSpPr>
            <p:spPr>
              <a:xfrm>
                <a:off x="255356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6" name="ph2521">
                <a:extLst>
                  <a:ext uri="{FF2B5EF4-FFF2-40B4-BE49-F238E27FC236}">
                    <a16:creationId xmlns:a16="http://schemas.microsoft.com/office/drawing/2014/main" id="{A4896300-14F3-147A-0B41-81DE77633818}"/>
                  </a:ext>
                </a:extLst>
              </p:cNvPr>
              <p:cNvSpPr/>
              <p:nvPr/>
            </p:nvSpPr>
            <p:spPr>
              <a:xfrm>
                <a:off x="256300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7" name="ph2522">
                <a:extLst>
                  <a:ext uri="{FF2B5EF4-FFF2-40B4-BE49-F238E27FC236}">
                    <a16:creationId xmlns:a16="http://schemas.microsoft.com/office/drawing/2014/main" id="{A9E2FF74-9B08-9EBD-0926-3BD28DF0842F}"/>
                  </a:ext>
                </a:extLst>
              </p:cNvPr>
              <p:cNvSpPr/>
              <p:nvPr/>
            </p:nvSpPr>
            <p:spPr>
              <a:xfrm>
                <a:off x="257244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8" name="ph2523">
                <a:extLst>
                  <a:ext uri="{FF2B5EF4-FFF2-40B4-BE49-F238E27FC236}">
                    <a16:creationId xmlns:a16="http://schemas.microsoft.com/office/drawing/2014/main" id="{55359EFB-A35B-44C8-4FE5-30100996E2E8}"/>
                  </a:ext>
                </a:extLst>
              </p:cNvPr>
              <p:cNvSpPr/>
              <p:nvPr/>
            </p:nvSpPr>
            <p:spPr>
              <a:xfrm>
                <a:off x="258188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9" name="ph2524">
                <a:extLst>
                  <a:ext uri="{FF2B5EF4-FFF2-40B4-BE49-F238E27FC236}">
                    <a16:creationId xmlns:a16="http://schemas.microsoft.com/office/drawing/2014/main" id="{727D6229-306A-B381-4AEC-3D6768A1FEA8}"/>
                  </a:ext>
                </a:extLst>
              </p:cNvPr>
              <p:cNvSpPr/>
              <p:nvPr/>
            </p:nvSpPr>
            <p:spPr>
              <a:xfrm>
                <a:off x="259132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0" name="ph2525">
                <a:extLst>
                  <a:ext uri="{FF2B5EF4-FFF2-40B4-BE49-F238E27FC236}">
                    <a16:creationId xmlns:a16="http://schemas.microsoft.com/office/drawing/2014/main" id="{9AA555CC-303C-89C1-8CA4-0AF8CCDBADA4}"/>
                  </a:ext>
                </a:extLst>
              </p:cNvPr>
              <p:cNvSpPr/>
              <p:nvPr/>
            </p:nvSpPr>
            <p:spPr>
              <a:xfrm>
                <a:off x="260076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1" name="ph2526">
                <a:extLst>
                  <a:ext uri="{FF2B5EF4-FFF2-40B4-BE49-F238E27FC236}">
                    <a16:creationId xmlns:a16="http://schemas.microsoft.com/office/drawing/2014/main" id="{1A2CCF0A-DC08-1D79-C94F-23C9D5D930F5}"/>
                  </a:ext>
                </a:extLst>
              </p:cNvPr>
              <p:cNvSpPr/>
              <p:nvPr/>
            </p:nvSpPr>
            <p:spPr>
              <a:xfrm>
                <a:off x="261020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2" name="ph2527">
                <a:extLst>
                  <a:ext uri="{FF2B5EF4-FFF2-40B4-BE49-F238E27FC236}">
                    <a16:creationId xmlns:a16="http://schemas.microsoft.com/office/drawing/2014/main" id="{5A2BADC7-D1DD-CC3F-922F-C6732864B84C}"/>
                  </a:ext>
                </a:extLst>
              </p:cNvPr>
              <p:cNvSpPr/>
              <p:nvPr/>
            </p:nvSpPr>
            <p:spPr>
              <a:xfrm>
                <a:off x="261964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3" name="ph2528">
                <a:extLst>
                  <a:ext uri="{FF2B5EF4-FFF2-40B4-BE49-F238E27FC236}">
                    <a16:creationId xmlns:a16="http://schemas.microsoft.com/office/drawing/2014/main" id="{CCE9FCE1-0F0C-502B-DB5D-8A737EAFD3D9}"/>
                  </a:ext>
                </a:extLst>
              </p:cNvPr>
              <p:cNvSpPr/>
              <p:nvPr/>
            </p:nvSpPr>
            <p:spPr>
              <a:xfrm>
                <a:off x="262908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4" name="ph2529">
                <a:extLst>
                  <a:ext uri="{FF2B5EF4-FFF2-40B4-BE49-F238E27FC236}">
                    <a16:creationId xmlns:a16="http://schemas.microsoft.com/office/drawing/2014/main" id="{3D2FC6F4-4B19-B4E6-738F-EF4840DF4564}"/>
                  </a:ext>
                </a:extLst>
              </p:cNvPr>
              <p:cNvSpPr/>
              <p:nvPr/>
            </p:nvSpPr>
            <p:spPr>
              <a:xfrm>
                <a:off x="263852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5" name="ph2530">
                <a:extLst>
                  <a:ext uri="{FF2B5EF4-FFF2-40B4-BE49-F238E27FC236}">
                    <a16:creationId xmlns:a16="http://schemas.microsoft.com/office/drawing/2014/main" id="{DFBBEFC0-49B4-E293-61C9-E6BA08FE5F11}"/>
                  </a:ext>
                </a:extLst>
              </p:cNvPr>
              <p:cNvSpPr/>
              <p:nvPr/>
            </p:nvSpPr>
            <p:spPr>
              <a:xfrm>
                <a:off x="264796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6" name="ph2531">
                <a:extLst>
                  <a:ext uri="{FF2B5EF4-FFF2-40B4-BE49-F238E27FC236}">
                    <a16:creationId xmlns:a16="http://schemas.microsoft.com/office/drawing/2014/main" id="{3FF9A871-27B8-CB14-BE70-F7EF11037D59}"/>
                  </a:ext>
                </a:extLst>
              </p:cNvPr>
              <p:cNvSpPr/>
              <p:nvPr/>
            </p:nvSpPr>
            <p:spPr>
              <a:xfrm>
                <a:off x="265740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7" name="ph2532">
                <a:extLst>
                  <a:ext uri="{FF2B5EF4-FFF2-40B4-BE49-F238E27FC236}">
                    <a16:creationId xmlns:a16="http://schemas.microsoft.com/office/drawing/2014/main" id="{67FBE11A-F738-BE35-F6B7-EFF473121CD9}"/>
                  </a:ext>
                </a:extLst>
              </p:cNvPr>
              <p:cNvSpPr/>
              <p:nvPr/>
            </p:nvSpPr>
            <p:spPr>
              <a:xfrm>
                <a:off x="266684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8" name="ph2533">
                <a:extLst>
                  <a:ext uri="{FF2B5EF4-FFF2-40B4-BE49-F238E27FC236}">
                    <a16:creationId xmlns:a16="http://schemas.microsoft.com/office/drawing/2014/main" id="{02C90637-8140-5E8B-29F8-615925AD790B}"/>
                  </a:ext>
                </a:extLst>
              </p:cNvPr>
              <p:cNvSpPr/>
              <p:nvPr/>
            </p:nvSpPr>
            <p:spPr>
              <a:xfrm>
                <a:off x="267628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9" name="ph2534">
                <a:extLst>
                  <a:ext uri="{FF2B5EF4-FFF2-40B4-BE49-F238E27FC236}">
                    <a16:creationId xmlns:a16="http://schemas.microsoft.com/office/drawing/2014/main" id="{3E8C06BA-5634-A257-E197-4C94CCEAD0A7}"/>
                  </a:ext>
                </a:extLst>
              </p:cNvPr>
              <p:cNvSpPr/>
              <p:nvPr/>
            </p:nvSpPr>
            <p:spPr>
              <a:xfrm>
                <a:off x="268572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780">
                  <a:alpha val="100000"/>
                </a:srgbClr>
              </a:solidFill>
              <a:ln w="5420" cap="flat">
                <a:solidFill>
                  <a:srgbClr val="C8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0" name="ph2535">
                <a:extLst>
                  <a:ext uri="{FF2B5EF4-FFF2-40B4-BE49-F238E27FC236}">
                    <a16:creationId xmlns:a16="http://schemas.microsoft.com/office/drawing/2014/main" id="{93C13673-F6AE-22DF-AF11-2784A9BF8C60}"/>
                  </a:ext>
                </a:extLst>
              </p:cNvPr>
              <p:cNvSpPr/>
              <p:nvPr/>
            </p:nvSpPr>
            <p:spPr>
              <a:xfrm>
                <a:off x="269516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1" name="ph2536">
                <a:extLst>
                  <a:ext uri="{FF2B5EF4-FFF2-40B4-BE49-F238E27FC236}">
                    <a16:creationId xmlns:a16="http://schemas.microsoft.com/office/drawing/2014/main" id="{4B70F9B9-AEDB-CF4B-595E-EF63B7F9C5DD}"/>
                  </a:ext>
                </a:extLst>
              </p:cNvPr>
              <p:cNvSpPr/>
              <p:nvPr/>
            </p:nvSpPr>
            <p:spPr>
              <a:xfrm>
                <a:off x="2704608" y="2255641"/>
                <a:ext cx="9180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048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880" y="896830"/>
                    </a:lnTo>
                    <a:lnTo>
                      <a:pt x="918048" y="903822"/>
                    </a:lnTo>
                    <a:lnTo>
                      <a:pt x="918001" y="914400"/>
                    </a:lnTo>
                    <a:close/>
                  </a:path>
                </a:pathLst>
              </a:custGeom>
              <a:solidFill>
                <a:srgbClr val="C9E881">
                  <a:alpha val="100000"/>
                </a:srgbClr>
              </a:solidFill>
              <a:ln w="5420" cap="flat">
                <a:solidFill>
                  <a:srgbClr val="C9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2" name="ph2537">
                <a:extLst>
                  <a:ext uri="{FF2B5EF4-FFF2-40B4-BE49-F238E27FC236}">
                    <a16:creationId xmlns:a16="http://schemas.microsoft.com/office/drawing/2014/main" id="{BDC07674-0994-0342-725C-9C181399FA35}"/>
                  </a:ext>
                </a:extLst>
              </p:cNvPr>
              <p:cNvSpPr/>
              <p:nvPr/>
            </p:nvSpPr>
            <p:spPr>
              <a:xfrm>
                <a:off x="2827331" y="225564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333" y="914400"/>
                    </a:lnTo>
                    <a:lnTo>
                      <a:pt x="909042" y="910575"/>
                    </a:lnTo>
                    <a:lnTo>
                      <a:pt x="909463" y="910161"/>
                    </a:lnTo>
                    <a:lnTo>
                      <a:pt x="909887" y="909744"/>
                    </a:lnTo>
                    <a:lnTo>
                      <a:pt x="910311" y="909328"/>
                    </a:lnTo>
                    <a:lnTo>
                      <a:pt x="910735" y="908911"/>
                    </a:lnTo>
                    <a:lnTo>
                      <a:pt x="911160" y="908494"/>
                    </a:lnTo>
                    <a:lnTo>
                      <a:pt x="911584" y="908077"/>
                    </a:lnTo>
                    <a:lnTo>
                      <a:pt x="912008" y="907660"/>
                    </a:lnTo>
                    <a:lnTo>
                      <a:pt x="912432" y="907243"/>
                    </a:lnTo>
                    <a:lnTo>
                      <a:pt x="912857" y="906826"/>
                    </a:lnTo>
                    <a:lnTo>
                      <a:pt x="913281" y="906410"/>
                    </a:lnTo>
                    <a:lnTo>
                      <a:pt x="913706" y="905993"/>
                    </a:lnTo>
                    <a:lnTo>
                      <a:pt x="914130" y="905576"/>
                    </a:lnTo>
                    <a:lnTo>
                      <a:pt x="914400" y="905311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3" name="ph2538">
                <a:extLst>
                  <a:ext uri="{FF2B5EF4-FFF2-40B4-BE49-F238E27FC236}">
                    <a16:creationId xmlns:a16="http://schemas.microsoft.com/office/drawing/2014/main" id="{83BA75BE-8DE0-0E59-DFBF-E636DA17644E}"/>
                  </a:ext>
                </a:extLst>
              </p:cNvPr>
              <p:cNvSpPr/>
              <p:nvPr/>
            </p:nvSpPr>
            <p:spPr>
              <a:xfrm>
                <a:off x="2836772" y="223807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2881"/>
                    </a:lnTo>
                    <a:lnTo>
                      <a:pt x="905114" y="922729"/>
                    </a:lnTo>
                    <a:lnTo>
                      <a:pt x="905539" y="922312"/>
                    </a:lnTo>
                    <a:lnTo>
                      <a:pt x="905963" y="921896"/>
                    </a:lnTo>
                    <a:lnTo>
                      <a:pt x="906388" y="921479"/>
                    </a:lnTo>
                    <a:lnTo>
                      <a:pt x="906812" y="921062"/>
                    </a:lnTo>
                    <a:lnTo>
                      <a:pt x="907237" y="920645"/>
                    </a:lnTo>
                    <a:lnTo>
                      <a:pt x="907661" y="920229"/>
                    </a:lnTo>
                    <a:lnTo>
                      <a:pt x="908086" y="919812"/>
                    </a:lnTo>
                    <a:lnTo>
                      <a:pt x="908511" y="919395"/>
                    </a:lnTo>
                    <a:lnTo>
                      <a:pt x="908935" y="918979"/>
                    </a:lnTo>
                    <a:lnTo>
                      <a:pt x="909360" y="918562"/>
                    </a:lnTo>
                    <a:lnTo>
                      <a:pt x="909785" y="918146"/>
                    </a:lnTo>
                    <a:lnTo>
                      <a:pt x="910210" y="917729"/>
                    </a:lnTo>
                    <a:lnTo>
                      <a:pt x="910634" y="917312"/>
                    </a:lnTo>
                    <a:lnTo>
                      <a:pt x="911059" y="916896"/>
                    </a:lnTo>
                    <a:lnTo>
                      <a:pt x="911484" y="916479"/>
                    </a:lnTo>
                    <a:lnTo>
                      <a:pt x="911909" y="916063"/>
                    </a:lnTo>
                    <a:lnTo>
                      <a:pt x="912334" y="915646"/>
                    </a:lnTo>
                    <a:lnTo>
                      <a:pt x="912759" y="915230"/>
                    </a:lnTo>
                    <a:lnTo>
                      <a:pt x="913184" y="914813"/>
                    </a:lnTo>
                    <a:lnTo>
                      <a:pt x="913633" y="914400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4" name="ph2539">
                <a:extLst>
                  <a:ext uri="{FF2B5EF4-FFF2-40B4-BE49-F238E27FC236}">
                    <a16:creationId xmlns:a16="http://schemas.microsoft.com/office/drawing/2014/main" id="{8F8277FC-90AC-90B9-6985-C3A2EB832730}"/>
                  </a:ext>
                </a:extLst>
              </p:cNvPr>
              <p:cNvSpPr/>
              <p:nvPr/>
            </p:nvSpPr>
            <p:spPr>
              <a:xfrm>
                <a:off x="283677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5" name="ph2540">
                <a:extLst>
                  <a:ext uri="{FF2B5EF4-FFF2-40B4-BE49-F238E27FC236}">
                    <a16:creationId xmlns:a16="http://schemas.microsoft.com/office/drawing/2014/main" id="{B825FEE7-8BB9-D1EF-2B72-FC6A4E63373B}"/>
                  </a:ext>
                </a:extLst>
              </p:cNvPr>
              <p:cNvSpPr/>
              <p:nvPr/>
            </p:nvSpPr>
            <p:spPr>
              <a:xfrm>
                <a:off x="284621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6" name="ph2541">
                <a:extLst>
                  <a:ext uri="{FF2B5EF4-FFF2-40B4-BE49-F238E27FC236}">
                    <a16:creationId xmlns:a16="http://schemas.microsoft.com/office/drawing/2014/main" id="{902A5FDE-F741-9A08-C5F2-2EF01E52460F}"/>
                  </a:ext>
                </a:extLst>
              </p:cNvPr>
              <p:cNvSpPr/>
              <p:nvPr/>
            </p:nvSpPr>
            <p:spPr>
              <a:xfrm>
                <a:off x="285565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7" name="ph2542">
                <a:extLst>
                  <a:ext uri="{FF2B5EF4-FFF2-40B4-BE49-F238E27FC236}">
                    <a16:creationId xmlns:a16="http://schemas.microsoft.com/office/drawing/2014/main" id="{DD1DDA61-C196-2B13-E68B-12A0E5F52FF6}"/>
                  </a:ext>
                </a:extLst>
              </p:cNvPr>
              <p:cNvSpPr/>
              <p:nvPr/>
            </p:nvSpPr>
            <p:spPr>
              <a:xfrm>
                <a:off x="286509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8" name="ph2543">
                <a:extLst>
                  <a:ext uri="{FF2B5EF4-FFF2-40B4-BE49-F238E27FC236}">
                    <a16:creationId xmlns:a16="http://schemas.microsoft.com/office/drawing/2014/main" id="{EB403D75-3C09-FA70-FC89-C2081B665C63}"/>
                  </a:ext>
                </a:extLst>
              </p:cNvPr>
              <p:cNvSpPr/>
              <p:nvPr/>
            </p:nvSpPr>
            <p:spPr>
              <a:xfrm>
                <a:off x="287453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9" name="ph2544">
                <a:extLst>
                  <a:ext uri="{FF2B5EF4-FFF2-40B4-BE49-F238E27FC236}">
                    <a16:creationId xmlns:a16="http://schemas.microsoft.com/office/drawing/2014/main" id="{EFE3D226-EA02-6B0B-6246-4DBF43B333F5}"/>
                  </a:ext>
                </a:extLst>
              </p:cNvPr>
              <p:cNvSpPr/>
              <p:nvPr/>
            </p:nvSpPr>
            <p:spPr>
              <a:xfrm>
                <a:off x="288397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0" name="ph2545">
                <a:extLst>
                  <a:ext uri="{FF2B5EF4-FFF2-40B4-BE49-F238E27FC236}">
                    <a16:creationId xmlns:a16="http://schemas.microsoft.com/office/drawing/2014/main" id="{CDAA93F5-D25C-12E6-0D95-461ECC6CD8E3}"/>
                  </a:ext>
                </a:extLst>
              </p:cNvPr>
              <p:cNvSpPr/>
              <p:nvPr/>
            </p:nvSpPr>
            <p:spPr>
              <a:xfrm>
                <a:off x="289341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1" name="ph2546">
                <a:extLst>
                  <a:ext uri="{FF2B5EF4-FFF2-40B4-BE49-F238E27FC236}">
                    <a16:creationId xmlns:a16="http://schemas.microsoft.com/office/drawing/2014/main" id="{1EA0693E-E68E-FD33-AE61-CEF9E6276184}"/>
                  </a:ext>
                </a:extLst>
              </p:cNvPr>
              <p:cNvSpPr/>
              <p:nvPr/>
            </p:nvSpPr>
            <p:spPr>
              <a:xfrm>
                <a:off x="290285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2" name="ph2547">
                <a:extLst>
                  <a:ext uri="{FF2B5EF4-FFF2-40B4-BE49-F238E27FC236}">
                    <a16:creationId xmlns:a16="http://schemas.microsoft.com/office/drawing/2014/main" id="{FA6F00D4-191C-2BBD-4167-123D91E934E4}"/>
                  </a:ext>
                </a:extLst>
              </p:cNvPr>
              <p:cNvSpPr/>
              <p:nvPr/>
            </p:nvSpPr>
            <p:spPr>
              <a:xfrm>
                <a:off x="291229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3" name="ph2548">
                <a:extLst>
                  <a:ext uri="{FF2B5EF4-FFF2-40B4-BE49-F238E27FC236}">
                    <a16:creationId xmlns:a16="http://schemas.microsoft.com/office/drawing/2014/main" id="{99BB4D33-1064-EC2D-CA7B-AE5AEE3F92CA}"/>
                  </a:ext>
                </a:extLst>
              </p:cNvPr>
              <p:cNvSpPr/>
              <p:nvPr/>
            </p:nvSpPr>
            <p:spPr>
              <a:xfrm>
                <a:off x="292173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4" name="ph2549">
                <a:extLst>
                  <a:ext uri="{FF2B5EF4-FFF2-40B4-BE49-F238E27FC236}">
                    <a16:creationId xmlns:a16="http://schemas.microsoft.com/office/drawing/2014/main" id="{C585D469-77EA-6C04-468B-A0FF297D8780}"/>
                  </a:ext>
                </a:extLst>
              </p:cNvPr>
              <p:cNvSpPr/>
              <p:nvPr/>
            </p:nvSpPr>
            <p:spPr>
              <a:xfrm>
                <a:off x="293117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5" name="ph2550">
                <a:extLst>
                  <a:ext uri="{FF2B5EF4-FFF2-40B4-BE49-F238E27FC236}">
                    <a16:creationId xmlns:a16="http://schemas.microsoft.com/office/drawing/2014/main" id="{FA8FAF31-0891-1660-A625-956A9301C9C6}"/>
                  </a:ext>
                </a:extLst>
              </p:cNvPr>
              <p:cNvSpPr/>
              <p:nvPr/>
            </p:nvSpPr>
            <p:spPr>
              <a:xfrm>
                <a:off x="294061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6" name="ph2551">
                <a:extLst>
                  <a:ext uri="{FF2B5EF4-FFF2-40B4-BE49-F238E27FC236}">
                    <a16:creationId xmlns:a16="http://schemas.microsoft.com/office/drawing/2014/main" id="{E535FBA7-2220-DF54-8918-6D76681F1BAA}"/>
                  </a:ext>
                </a:extLst>
              </p:cNvPr>
              <p:cNvSpPr/>
              <p:nvPr/>
            </p:nvSpPr>
            <p:spPr>
              <a:xfrm>
                <a:off x="295005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7" name="ph2552">
                <a:extLst>
                  <a:ext uri="{FF2B5EF4-FFF2-40B4-BE49-F238E27FC236}">
                    <a16:creationId xmlns:a16="http://schemas.microsoft.com/office/drawing/2014/main" id="{9D344EAC-9700-4C0E-19A0-F17EE38D7B34}"/>
                  </a:ext>
                </a:extLst>
              </p:cNvPr>
              <p:cNvSpPr/>
              <p:nvPr/>
            </p:nvSpPr>
            <p:spPr>
              <a:xfrm>
                <a:off x="295949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8" name="ph2553">
                <a:extLst>
                  <a:ext uri="{FF2B5EF4-FFF2-40B4-BE49-F238E27FC236}">
                    <a16:creationId xmlns:a16="http://schemas.microsoft.com/office/drawing/2014/main" id="{D150FEC9-1BE9-7708-EC8A-F29AEFAC2329}"/>
                  </a:ext>
                </a:extLst>
              </p:cNvPr>
              <p:cNvSpPr/>
              <p:nvPr/>
            </p:nvSpPr>
            <p:spPr>
              <a:xfrm>
                <a:off x="296893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9" name="ph2554">
                <a:extLst>
                  <a:ext uri="{FF2B5EF4-FFF2-40B4-BE49-F238E27FC236}">
                    <a16:creationId xmlns:a16="http://schemas.microsoft.com/office/drawing/2014/main" id="{2CFC3C02-375A-FD0A-CDC9-5A51387E9662}"/>
                  </a:ext>
                </a:extLst>
              </p:cNvPr>
              <p:cNvSpPr/>
              <p:nvPr/>
            </p:nvSpPr>
            <p:spPr>
              <a:xfrm>
                <a:off x="297837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0" name="ph2555">
                <a:extLst>
                  <a:ext uri="{FF2B5EF4-FFF2-40B4-BE49-F238E27FC236}">
                    <a16:creationId xmlns:a16="http://schemas.microsoft.com/office/drawing/2014/main" id="{B4A96078-A973-9A0A-C622-C721B7AEC541}"/>
                  </a:ext>
                </a:extLst>
              </p:cNvPr>
              <p:cNvSpPr/>
              <p:nvPr/>
            </p:nvSpPr>
            <p:spPr>
              <a:xfrm>
                <a:off x="2987815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1" name="ph2556">
                <a:extLst>
                  <a:ext uri="{FF2B5EF4-FFF2-40B4-BE49-F238E27FC236}">
                    <a16:creationId xmlns:a16="http://schemas.microsoft.com/office/drawing/2014/main" id="{A18DFE9A-C80A-8916-6017-D1BF70B52A6F}"/>
                  </a:ext>
                </a:extLst>
              </p:cNvPr>
              <p:cNvSpPr/>
              <p:nvPr/>
            </p:nvSpPr>
            <p:spPr>
              <a:xfrm>
                <a:off x="299725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2" name="ph2557">
                <a:extLst>
                  <a:ext uri="{FF2B5EF4-FFF2-40B4-BE49-F238E27FC236}">
                    <a16:creationId xmlns:a16="http://schemas.microsoft.com/office/drawing/2014/main" id="{EFE0777F-E318-8D6E-3EA8-6253934D25AD}"/>
                  </a:ext>
                </a:extLst>
              </p:cNvPr>
              <p:cNvSpPr/>
              <p:nvPr/>
            </p:nvSpPr>
            <p:spPr>
              <a:xfrm>
                <a:off x="300669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3" name="ph2558">
                <a:extLst>
                  <a:ext uri="{FF2B5EF4-FFF2-40B4-BE49-F238E27FC236}">
                    <a16:creationId xmlns:a16="http://schemas.microsoft.com/office/drawing/2014/main" id="{CE767442-6232-7929-BB95-681E91DA2E76}"/>
                  </a:ext>
                </a:extLst>
              </p:cNvPr>
              <p:cNvSpPr/>
              <p:nvPr/>
            </p:nvSpPr>
            <p:spPr>
              <a:xfrm>
                <a:off x="301613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4" name="ph2559">
                <a:extLst>
                  <a:ext uri="{FF2B5EF4-FFF2-40B4-BE49-F238E27FC236}">
                    <a16:creationId xmlns:a16="http://schemas.microsoft.com/office/drawing/2014/main" id="{63FEA7B5-348A-F75C-9739-DDBA4A30DFDF}"/>
                  </a:ext>
                </a:extLst>
              </p:cNvPr>
              <p:cNvSpPr/>
              <p:nvPr/>
            </p:nvSpPr>
            <p:spPr>
              <a:xfrm>
                <a:off x="3025576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5" name="ph2560">
                <a:extLst>
                  <a:ext uri="{FF2B5EF4-FFF2-40B4-BE49-F238E27FC236}">
                    <a16:creationId xmlns:a16="http://schemas.microsoft.com/office/drawing/2014/main" id="{1CEEA260-8CA9-D479-6C8B-2AC2319C893D}"/>
                  </a:ext>
                </a:extLst>
              </p:cNvPr>
              <p:cNvSpPr/>
              <p:nvPr/>
            </p:nvSpPr>
            <p:spPr>
              <a:xfrm>
                <a:off x="303501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6" name="ph2561">
                <a:extLst>
                  <a:ext uri="{FF2B5EF4-FFF2-40B4-BE49-F238E27FC236}">
                    <a16:creationId xmlns:a16="http://schemas.microsoft.com/office/drawing/2014/main" id="{C9454CE6-4354-280A-0663-7A1461E71937}"/>
                  </a:ext>
                </a:extLst>
              </p:cNvPr>
              <p:cNvSpPr/>
              <p:nvPr/>
            </p:nvSpPr>
            <p:spPr>
              <a:xfrm>
                <a:off x="304445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7" name="ph2562">
                <a:extLst>
                  <a:ext uri="{FF2B5EF4-FFF2-40B4-BE49-F238E27FC236}">
                    <a16:creationId xmlns:a16="http://schemas.microsoft.com/office/drawing/2014/main" id="{04C1CFDE-E253-032F-3B58-67B27FAEFC96}"/>
                  </a:ext>
                </a:extLst>
              </p:cNvPr>
              <p:cNvSpPr/>
              <p:nvPr/>
            </p:nvSpPr>
            <p:spPr>
              <a:xfrm>
                <a:off x="305389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8" name="ph2563">
                <a:extLst>
                  <a:ext uri="{FF2B5EF4-FFF2-40B4-BE49-F238E27FC236}">
                    <a16:creationId xmlns:a16="http://schemas.microsoft.com/office/drawing/2014/main" id="{E81F714B-7511-3614-D49C-BADB1D161D56}"/>
                  </a:ext>
                </a:extLst>
              </p:cNvPr>
              <p:cNvSpPr/>
              <p:nvPr/>
            </p:nvSpPr>
            <p:spPr>
              <a:xfrm>
                <a:off x="3063337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9" name="ph2564">
                <a:extLst>
                  <a:ext uri="{FF2B5EF4-FFF2-40B4-BE49-F238E27FC236}">
                    <a16:creationId xmlns:a16="http://schemas.microsoft.com/office/drawing/2014/main" id="{CE8379A0-4900-78A0-539D-2D4C6B8AB4A9}"/>
                  </a:ext>
                </a:extLst>
              </p:cNvPr>
              <p:cNvSpPr/>
              <p:nvPr/>
            </p:nvSpPr>
            <p:spPr>
              <a:xfrm>
                <a:off x="307277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0" name="ph2565">
                <a:extLst>
                  <a:ext uri="{FF2B5EF4-FFF2-40B4-BE49-F238E27FC236}">
                    <a16:creationId xmlns:a16="http://schemas.microsoft.com/office/drawing/2014/main" id="{AE526605-C2C6-BA7E-E55D-5C7C091E75F3}"/>
                  </a:ext>
                </a:extLst>
              </p:cNvPr>
              <p:cNvSpPr/>
              <p:nvPr/>
            </p:nvSpPr>
            <p:spPr>
              <a:xfrm>
                <a:off x="308221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1" name="ph2566">
                <a:extLst>
                  <a:ext uri="{FF2B5EF4-FFF2-40B4-BE49-F238E27FC236}">
                    <a16:creationId xmlns:a16="http://schemas.microsoft.com/office/drawing/2014/main" id="{210F170F-1A2D-881B-53EF-29FAA3616DD4}"/>
                  </a:ext>
                </a:extLst>
              </p:cNvPr>
              <p:cNvSpPr/>
              <p:nvPr/>
            </p:nvSpPr>
            <p:spPr>
              <a:xfrm>
                <a:off x="309165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2" name="ph2567">
                <a:extLst>
                  <a:ext uri="{FF2B5EF4-FFF2-40B4-BE49-F238E27FC236}">
                    <a16:creationId xmlns:a16="http://schemas.microsoft.com/office/drawing/2014/main" id="{EECC2EC1-9094-E32A-43F7-50F72CF9D19A}"/>
                  </a:ext>
                </a:extLst>
              </p:cNvPr>
              <p:cNvSpPr/>
              <p:nvPr/>
            </p:nvSpPr>
            <p:spPr>
              <a:xfrm>
                <a:off x="310109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3" name="ph2568">
                <a:extLst>
                  <a:ext uri="{FF2B5EF4-FFF2-40B4-BE49-F238E27FC236}">
                    <a16:creationId xmlns:a16="http://schemas.microsoft.com/office/drawing/2014/main" id="{81EB0917-B5D7-DBFF-7F57-69FDFFAE03E6}"/>
                  </a:ext>
                </a:extLst>
              </p:cNvPr>
              <p:cNvSpPr/>
              <p:nvPr/>
            </p:nvSpPr>
            <p:spPr>
              <a:xfrm>
                <a:off x="3110538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4" name="ph2569">
                <a:extLst>
                  <a:ext uri="{FF2B5EF4-FFF2-40B4-BE49-F238E27FC236}">
                    <a16:creationId xmlns:a16="http://schemas.microsoft.com/office/drawing/2014/main" id="{2AF6B927-5353-B1BD-4577-53EF959702FA}"/>
                  </a:ext>
                </a:extLst>
              </p:cNvPr>
              <p:cNvSpPr/>
              <p:nvPr/>
            </p:nvSpPr>
            <p:spPr>
              <a:xfrm>
                <a:off x="311997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5" name="ph2570">
                <a:extLst>
                  <a:ext uri="{FF2B5EF4-FFF2-40B4-BE49-F238E27FC236}">
                    <a16:creationId xmlns:a16="http://schemas.microsoft.com/office/drawing/2014/main" id="{AA9F8BB8-2A4F-E6D6-C68F-EB47250CBC34}"/>
                  </a:ext>
                </a:extLst>
              </p:cNvPr>
              <p:cNvSpPr/>
              <p:nvPr/>
            </p:nvSpPr>
            <p:spPr>
              <a:xfrm>
                <a:off x="312941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6" name="ph2571">
                <a:extLst>
                  <a:ext uri="{FF2B5EF4-FFF2-40B4-BE49-F238E27FC236}">
                    <a16:creationId xmlns:a16="http://schemas.microsoft.com/office/drawing/2014/main" id="{DA1BDCBD-1015-C00A-B3A9-EFFAE6FA0AF1}"/>
                  </a:ext>
                </a:extLst>
              </p:cNvPr>
              <p:cNvSpPr/>
              <p:nvPr/>
            </p:nvSpPr>
            <p:spPr>
              <a:xfrm>
                <a:off x="313885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7" name="ph2572">
                <a:extLst>
                  <a:ext uri="{FF2B5EF4-FFF2-40B4-BE49-F238E27FC236}">
                    <a16:creationId xmlns:a16="http://schemas.microsoft.com/office/drawing/2014/main" id="{22EC67C3-8B8A-147D-BA85-07C1D04666D4}"/>
                  </a:ext>
                </a:extLst>
              </p:cNvPr>
              <p:cNvSpPr/>
              <p:nvPr/>
            </p:nvSpPr>
            <p:spPr>
              <a:xfrm>
                <a:off x="3148299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8" name="ph2573">
                <a:extLst>
                  <a:ext uri="{FF2B5EF4-FFF2-40B4-BE49-F238E27FC236}">
                    <a16:creationId xmlns:a16="http://schemas.microsoft.com/office/drawing/2014/main" id="{DBA616D6-AB06-D6D0-8CB0-52F90EF45A21}"/>
                  </a:ext>
                </a:extLst>
              </p:cNvPr>
              <p:cNvSpPr/>
              <p:nvPr/>
            </p:nvSpPr>
            <p:spPr>
              <a:xfrm>
                <a:off x="315774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9" name="ph2574">
                <a:extLst>
                  <a:ext uri="{FF2B5EF4-FFF2-40B4-BE49-F238E27FC236}">
                    <a16:creationId xmlns:a16="http://schemas.microsoft.com/office/drawing/2014/main" id="{C3BA0E77-9933-85D4-13C6-5531EC607FBE}"/>
                  </a:ext>
                </a:extLst>
              </p:cNvPr>
              <p:cNvSpPr/>
              <p:nvPr/>
            </p:nvSpPr>
            <p:spPr>
              <a:xfrm>
                <a:off x="316718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0" name="ph2575">
                <a:extLst>
                  <a:ext uri="{FF2B5EF4-FFF2-40B4-BE49-F238E27FC236}">
                    <a16:creationId xmlns:a16="http://schemas.microsoft.com/office/drawing/2014/main" id="{A3D08137-DE5B-DE21-1CE0-30FA173380B0}"/>
                  </a:ext>
                </a:extLst>
              </p:cNvPr>
              <p:cNvSpPr/>
              <p:nvPr/>
            </p:nvSpPr>
            <p:spPr>
              <a:xfrm>
                <a:off x="317662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1" name="ph2576">
                <a:extLst>
                  <a:ext uri="{FF2B5EF4-FFF2-40B4-BE49-F238E27FC236}">
                    <a16:creationId xmlns:a16="http://schemas.microsoft.com/office/drawing/2014/main" id="{221093E2-BCD4-2A1B-50B1-62672F6DF0C8}"/>
                  </a:ext>
                </a:extLst>
              </p:cNvPr>
              <p:cNvSpPr/>
              <p:nvPr/>
            </p:nvSpPr>
            <p:spPr>
              <a:xfrm>
                <a:off x="3186060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2" name="ph2577">
                <a:extLst>
                  <a:ext uri="{FF2B5EF4-FFF2-40B4-BE49-F238E27FC236}">
                    <a16:creationId xmlns:a16="http://schemas.microsoft.com/office/drawing/2014/main" id="{DD09A4C6-37AD-9179-3C83-4FEA073C3304}"/>
                  </a:ext>
                </a:extLst>
              </p:cNvPr>
              <p:cNvSpPr/>
              <p:nvPr/>
            </p:nvSpPr>
            <p:spPr>
              <a:xfrm>
                <a:off x="319550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3" name="ph2578">
                <a:extLst>
                  <a:ext uri="{FF2B5EF4-FFF2-40B4-BE49-F238E27FC236}">
                    <a16:creationId xmlns:a16="http://schemas.microsoft.com/office/drawing/2014/main" id="{B4BFDB0F-4A71-0793-4964-EF579D85C6F3}"/>
                  </a:ext>
                </a:extLst>
              </p:cNvPr>
              <p:cNvSpPr/>
              <p:nvPr/>
            </p:nvSpPr>
            <p:spPr>
              <a:xfrm>
                <a:off x="320494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4" name="ph2579">
                <a:extLst>
                  <a:ext uri="{FF2B5EF4-FFF2-40B4-BE49-F238E27FC236}">
                    <a16:creationId xmlns:a16="http://schemas.microsoft.com/office/drawing/2014/main" id="{408F5522-EEE7-7852-BC01-B525FBFAA0E5}"/>
                  </a:ext>
                </a:extLst>
              </p:cNvPr>
              <p:cNvSpPr/>
              <p:nvPr/>
            </p:nvSpPr>
            <p:spPr>
              <a:xfrm>
                <a:off x="321438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5" name="ph2580">
                <a:extLst>
                  <a:ext uri="{FF2B5EF4-FFF2-40B4-BE49-F238E27FC236}">
                    <a16:creationId xmlns:a16="http://schemas.microsoft.com/office/drawing/2014/main" id="{BCED074F-B89D-F9DF-46B7-91FD9C4B3684}"/>
                  </a:ext>
                </a:extLst>
              </p:cNvPr>
              <p:cNvSpPr/>
              <p:nvPr/>
            </p:nvSpPr>
            <p:spPr>
              <a:xfrm>
                <a:off x="3223821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6" name="ph2581">
                <a:extLst>
                  <a:ext uri="{FF2B5EF4-FFF2-40B4-BE49-F238E27FC236}">
                    <a16:creationId xmlns:a16="http://schemas.microsoft.com/office/drawing/2014/main" id="{EDAC6EFC-70E9-57AC-3F6B-190EEC1BC53F}"/>
                  </a:ext>
                </a:extLst>
              </p:cNvPr>
              <p:cNvSpPr/>
              <p:nvPr/>
            </p:nvSpPr>
            <p:spPr>
              <a:xfrm>
                <a:off x="323326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7" name="ph2582">
                <a:extLst>
                  <a:ext uri="{FF2B5EF4-FFF2-40B4-BE49-F238E27FC236}">
                    <a16:creationId xmlns:a16="http://schemas.microsoft.com/office/drawing/2014/main" id="{1C5632C5-4EAB-8065-D988-94C17083C3D1}"/>
                  </a:ext>
                </a:extLst>
              </p:cNvPr>
              <p:cNvSpPr/>
              <p:nvPr/>
            </p:nvSpPr>
            <p:spPr>
              <a:xfrm>
                <a:off x="324270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8" name="ph2583">
                <a:extLst>
                  <a:ext uri="{FF2B5EF4-FFF2-40B4-BE49-F238E27FC236}">
                    <a16:creationId xmlns:a16="http://schemas.microsoft.com/office/drawing/2014/main" id="{1C6A267B-2D8A-E0F7-DB9C-16ED23A39951}"/>
                  </a:ext>
                </a:extLst>
              </p:cNvPr>
              <p:cNvSpPr/>
              <p:nvPr/>
            </p:nvSpPr>
            <p:spPr>
              <a:xfrm>
                <a:off x="325214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9" name="ph2584">
                <a:extLst>
                  <a:ext uri="{FF2B5EF4-FFF2-40B4-BE49-F238E27FC236}">
                    <a16:creationId xmlns:a16="http://schemas.microsoft.com/office/drawing/2014/main" id="{6CF67558-5699-77C4-C8ED-9577A7B1EFD9}"/>
                  </a:ext>
                </a:extLst>
              </p:cNvPr>
              <p:cNvSpPr/>
              <p:nvPr/>
            </p:nvSpPr>
            <p:spPr>
              <a:xfrm>
                <a:off x="3261582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0" name="ph2585">
                <a:extLst>
                  <a:ext uri="{FF2B5EF4-FFF2-40B4-BE49-F238E27FC236}">
                    <a16:creationId xmlns:a16="http://schemas.microsoft.com/office/drawing/2014/main" id="{AE382463-6C9A-5038-2F7F-A5036F2B3A74}"/>
                  </a:ext>
                </a:extLst>
              </p:cNvPr>
              <p:cNvSpPr/>
              <p:nvPr/>
            </p:nvSpPr>
            <p:spPr>
              <a:xfrm>
                <a:off x="327102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1" name="ph2586">
                <a:extLst>
                  <a:ext uri="{FF2B5EF4-FFF2-40B4-BE49-F238E27FC236}">
                    <a16:creationId xmlns:a16="http://schemas.microsoft.com/office/drawing/2014/main" id="{836AD250-59C4-9F96-9D66-B89001D0C8DF}"/>
                  </a:ext>
                </a:extLst>
              </p:cNvPr>
              <p:cNvSpPr/>
              <p:nvPr/>
            </p:nvSpPr>
            <p:spPr>
              <a:xfrm>
                <a:off x="328046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2" name="ph2587">
                <a:extLst>
                  <a:ext uri="{FF2B5EF4-FFF2-40B4-BE49-F238E27FC236}">
                    <a16:creationId xmlns:a16="http://schemas.microsoft.com/office/drawing/2014/main" id="{AF8E1820-8EAB-9053-DB3E-288B62D84111}"/>
                  </a:ext>
                </a:extLst>
              </p:cNvPr>
              <p:cNvSpPr/>
              <p:nvPr/>
            </p:nvSpPr>
            <p:spPr>
              <a:xfrm>
                <a:off x="328990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3" name="ph2588">
                <a:extLst>
                  <a:ext uri="{FF2B5EF4-FFF2-40B4-BE49-F238E27FC236}">
                    <a16:creationId xmlns:a16="http://schemas.microsoft.com/office/drawing/2014/main" id="{38A0E5AA-FA63-6092-3F20-60DC50DCE5F1}"/>
                  </a:ext>
                </a:extLst>
              </p:cNvPr>
              <p:cNvSpPr/>
              <p:nvPr/>
            </p:nvSpPr>
            <p:spPr>
              <a:xfrm>
                <a:off x="3299343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4" name="ph2589">
                <a:extLst>
                  <a:ext uri="{FF2B5EF4-FFF2-40B4-BE49-F238E27FC236}">
                    <a16:creationId xmlns:a16="http://schemas.microsoft.com/office/drawing/2014/main" id="{A8787ADB-A197-9A39-4C8F-35B764C9013D}"/>
                  </a:ext>
                </a:extLst>
              </p:cNvPr>
              <p:cNvSpPr/>
              <p:nvPr/>
            </p:nvSpPr>
            <p:spPr>
              <a:xfrm>
                <a:off x="330878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5" name="ph2590">
                <a:extLst>
                  <a:ext uri="{FF2B5EF4-FFF2-40B4-BE49-F238E27FC236}">
                    <a16:creationId xmlns:a16="http://schemas.microsoft.com/office/drawing/2014/main" id="{2EEACA7E-C40E-4646-46F0-1AD654F4CE55}"/>
                  </a:ext>
                </a:extLst>
              </p:cNvPr>
              <p:cNvSpPr/>
              <p:nvPr/>
            </p:nvSpPr>
            <p:spPr>
              <a:xfrm>
                <a:off x="331822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6" name="ph2591">
                <a:extLst>
                  <a:ext uri="{FF2B5EF4-FFF2-40B4-BE49-F238E27FC236}">
                    <a16:creationId xmlns:a16="http://schemas.microsoft.com/office/drawing/2014/main" id="{5FD7D623-12DA-C408-5098-A13FFE1049FC}"/>
                  </a:ext>
                </a:extLst>
              </p:cNvPr>
              <p:cNvSpPr/>
              <p:nvPr/>
            </p:nvSpPr>
            <p:spPr>
              <a:xfrm>
                <a:off x="332766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7" name="ph2592">
                <a:extLst>
                  <a:ext uri="{FF2B5EF4-FFF2-40B4-BE49-F238E27FC236}">
                    <a16:creationId xmlns:a16="http://schemas.microsoft.com/office/drawing/2014/main" id="{95ADA16B-2F31-0DC0-5E64-29F104481AE3}"/>
                  </a:ext>
                </a:extLst>
              </p:cNvPr>
              <p:cNvSpPr/>
              <p:nvPr/>
            </p:nvSpPr>
            <p:spPr>
              <a:xfrm>
                <a:off x="3337104" y="223807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8" name="ph2593">
                <a:extLst>
                  <a:ext uri="{FF2B5EF4-FFF2-40B4-BE49-F238E27FC236}">
                    <a16:creationId xmlns:a16="http://schemas.microsoft.com/office/drawing/2014/main" id="{24279085-4319-525F-135B-D9FDAEF4B8AA}"/>
                  </a:ext>
                </a:extLst>
              </p:cNvPr>
              <p:cNvSpPr/>
              <p:nvPr/>
            </p:nvSpPr>
            <p:spPr>
              <a:xfrm>
                <a:off x="3346544" y="2255641"/>
                <a:ext cx="9233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1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18" y="896830"/>
                    </a:lnTo>
                    <a:lnTo>
                      <a:pt x="921370" y="904016"/>
                    </a:lnTo>
                    <a:lnTo>
                      <a:pt x="918769" y="912590"/>
                    </a:lnTo>
                    <a:lnTo>
                      <a:pt x="91818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9" name="ph2594">
                <a:extLst>
                  <a:ext uri="{FF2B5EF4-FFF2-40B4-BE49-F238E27FC236}">
                    <a16:creationId xmlns:a16="http://schemas.microsoft.com/office/drawing/2014/main" id="{1B2A0E64-2732-5132-4852-FB4606129463}"/>
                  </a:ext>
                </a:extLst>
              </p:cNvPr>
              <p:cNvSpPr/>
              <p:nvPr/>
            </p:nvSpPr>
            <p:spPr>
              <a:xfrm>
                <a:off x="2402521" y="2220501"/>
                <a:ext cx="914399" cy="91501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5010">
                    <a:moveTo>
                      <a:pt x="914399" y="914400"/>
                    </a:moveTo>
                    <a:lnTo>
                      <a:pt x="914399" y="915010"/>
                    </a:lnTo>
                    <a:lnTo>
                      <a:pt x="914125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0" name="ph2595">
                <a:extLst>
                  <a:ext uri="{FF2B5EF4-FFF2-40B4-BE49-F238E27FC236}">
                    <a16:creationId xmlns:a16="http://schemas.microsoft.com/office/drawing/2014/main" id="{B69450C2-A6D0-847F-74F5-9B52ABFA8E88}"/>
                  </a:ext>
                </a:extLst>
              </p:cNvPr>
              <p:cNvSpPr/>
              <p:nvPr/>
            </p:nvSpPr>
            <p:spPr>
              <a:xfrm>
                <a:off x="240252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0" y="931969"/>
                    </a:lnTo>
                    <a:lnTo>
                      <a:pt x="920594" y="928805"/>
                    </a:lnTo>
                    <a:lnTo>
                      <a:pt x="920353" y="928266"/>
                    </a:lnTo>
                    <a:lnTo>
                      <a:pt x="919573" y="926529"/>
                    </a:lnTo>
                    <a:lnTo>
                      <a:pt x="918793" y="924791"/>
                    </a:lnTo>
                    <a:lnTo>
                      <a:pt x="918013" y="923053"/>
                    </a:lnTo>
                    <a:lnTo>
                      <a:pt x="917233" y="921316"/>
                    </a:lnTo>
                    <a:lnTo>
                      <a:pt x="916453" y="919579"/>
                    </a:lnTo>
                    <a:lnTo>
                      <a:pt x="915672" y="917841"/>
                    </a:lnTo>
                    <a:lnTo>
                      <a:pt x="914891" y="916104"/>
                    </a:lnTo>
                    <a:lnTo>
                      <a:pt x="914399" y="91501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1" name="ph2596">
                <a:extLst>
                  <a:ext uri="{FF2B5EF4-FFF2-40B4-BE49-F238E27FC236}">
                    <a16:creationId xmlns:a16="http://schemas.microsoft.com/office/drawing/2014/main" id="{1915D448-FF1F-E5B6-A1A8-96C1FB4405E2}"/>
                  </a:ext>
                </a:extLst>
              </p:cNvPr>
              <p:cNvSpPr/>
              <p:nvPr/>
            </p:nvSpPr>
            <p:spPr>
              <a:xfrm>
                <a:off x="241196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2" name="ph2597">
                <a:extLst>
                  <a:ext uri="{FF2B5EF4-FFF2-40B4-BE49-F238E27FC236}">
                    <a16:creationId xmlns:a16="http://schemas.microsoft.com/office/drawing/2014/main" id="{29BA3B0C-76DF-8FF4-1EDF-3D55C0EFEE10}"/>
                  </a:ext>
                </a:extLst>
              </p:cNvPr>
              <p:cNvSpPr/>
              <p:nvPr/>
            </p:nvSpPr>
            <p:spPr>
              <a:xfrm>
                <a:off x="242140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3" name="ph2598">
                <a:extLst>
                  <a:ext uri="{FF2B5EF4-FFF2-40B4-BE49-F238E27FC236}">
                    <a16:creationId xmlns:a16="http://schemas.microsoft.com/office/drawing/2014/main" id="{357D3C1C-F891-C1DB-D682-821F5E07D044}"/>
                  </a:ext>
                </a:extLst>
              </p:cNvPr>
              <p:cNvSpPr/>
              <p:nvPr/>
            </p:nvSpPr>
            <p:spPr>
              <a:xfrm>
                <a:off x="243084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4" name="ph2599">
                <a:extLst>
                  <a:ext uri="{FF2B5EF4-FFF2-40B4-BE49-F238E27FC236}">
                    <a16:creationId xmlns:a16="http://schemas.microsoft.com/office/drawing/2014/main" id="{6432319C-8C38-0F18-F1CF-600BB5D1403A}"/>
                  </a:ext>
                </a:extLst>
              </p:cNvPr>
              <p:cNvSpPr/>
              <p:nvPr/>
            </p:nvSpPr>
            <p:spPr>
              <a:xfrm>
                <a:off x="244028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5" name="ph2600">
                <a:extLst>
                  <a:ext uri="{FF2B5EF4-FFF2-40B4-BE49-F238E27FC236}">
                    <a16:creationId xmlns:a16="http://schemas.microsoft.com/office/drawing/2014/main" id="{373E174C-5AED-BC91-E003-4E6B50678D92}"/>
                  </a:ext>
                </a:extLst>
              </p:cNvPr>
              <p:cNvSpPr/>
              <p:nvPr/>
            </p:nvSpPr>
            <p:spPr>
              <a:xfrm>
                <a:off x="244972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6" name="ph2601">
                <a:extLst>
                  <a:ext uri="{FF2B5EF4-FFF2-40B4-BE49-F238E27FC236}">
                    <a16:creationId xmlns:a16="http://schemas.microsoft.com/office/drawing/2014/main" id="{471B0712-47E6-12EE-3779-68BA41415D6C}"/>
                  </a:ext>
                </a:extLst>
              </p:cNvPr>
              <p:cNvSpPr/>
              <p:nvPr/>
            </p:nvSpPr>
            <p:spPr>
              <a:xfrm>
                <a:off x="245916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7" name="ph2602">
                <a:extLst>
                  <a:ext uri="{FF2B5EF4-FFF2-40B4-BE49-F238E27FC236}">
                    <a16:creationId xmlns:a16="http://schemas.microsoft.com/office/drawing/2014/main" id="{BCE90447-2EFE-182C-436F-96939C15B272}"/>
                  </a:ext>
                </a:extLst>
              </p:cNvPr>
              <p:cNvSpPr/>
              <p:nvPr/>
            </p:nvSpPr>
            <p:spPr>
              <a:xfrm>
                <a:off x="246860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8" name="ph2603">
                <a:extLst>
                  <a:ext uri="{FF2B5EF4-FFF2-40B4-BE49-F238E27FC236}">
                    <a16:creationId xmlns:a16="http://schemas.microsoft.com/office/drawing/2014/main" id="{343D34B7-6E1A-A257-E0F3-B4CB7B2CB7FA}"/>
                  </a:ext>
                </a:extLst>
              </p:cNvPr>
              <p:cNvSpPr/>
              <p:nvPr/>
            </p:nvSpPr>
            <p:spPr>
              <a:xfrm>
                <a:off x="247804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9" name="ph2604">
                <a:extLst>
                  <a:ext uri="{FF2B5EF4-FFF2-40B4-BE49-F238E27FC236}">
                    <a16:creationId xmlns:a16="http://schemas.microsoft.com/office/drawing/2014/main" id="{F82C7015-3203-E5EB-091F-F71D3D9C9E1E}"/>
                  </a:ext>
                </a:extLst>
              </p:cNvPr>
              <p:cNvSpPr/>
              <p:nvPr/>
            </p:nvSpPr>
            <p:spPr>
              <a:xfrm>
                <a:off x="248748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0" name="ph2605">
                <a:extLst>
                  <a:ext uri="{FF2B5EF4-FFF2-40B4-BE49-F238E27FC236}">
                    <a16:creationId xmlns:a16="http://schemas.microsoft.com/office/drawing/2014/main" id="{2AF9151A-A49C-85B1-DA54-750494F1E725}"/>
                  </a:ext>
                </a:extLst>
              </p:cNvPr>
              <p:cNvSpPr/>
              <p:nvPr/>
            </p:nvSpPr>
            <p:spPr>
              <a:xfrm>
                <a:off x="249692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1" name="ph2606">
                <a:extLst>
                  <a:ext uri="{FF2B5EF4-FFF2-40B4-BE49-F238E27FC236}">
                    <a16:creationId xmlns:a16="http://schemas.microsoft.com/office/drawing/2014/main" id="{20537A1F-C403-D927-9CF4-494FE526FAD0}"/>
                  </a:ext>
                </a:extLst>
              </p:cNvPr>
              <p:cNvSpPr/>
              <p:nvPr/>
            </p:nvSpPr>
            <p:spPr>
              <a:xfrm>
                <a:off x="250636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2" name="ph2607">
                <a:extLst>
                  <a:ext uri="{FF2B5EF4-FFF2-40B4-BE49-F238E27FC236}">
                    <a16:creationId xmlns:a16="http://schemas.microsoft.com/office/drawing/2014/main" id="{EA6F3270-BF38-4379-1AEF-56CD9A4AFB90}"/>
                  </a:ext>
                </a:extLst>
              </p:cNvPr>
              <p:cNvSpPr/>
              <p:nvPr/>
            </p:nvSpPr>
            <p:spPr>
              <a:xfrm>
                <a:off x="251580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3" name="ph2608">
                <a:extLst>
                  <a:ext uri="{FF2B5EF4-FFF2-40B4-BE49-F238E27FC236}">
                    <a16:creationId xmlns:a16="http://schemas.microsoft.com/office/drawing/2014/main" id="{E35BC930-382C-A307-CC93-87F2FD749830}"/>
                  </a:ext>
                </a:extLst>
              </p:cNvPr>
              <p:cNvSpPr/>
              <p:nvPr/>
            </p:nvSpPr>
            <p:spPr>
              <a:xfrm>
                <a:off x="252524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4" name="ph2609">
                <a:extLst>
                  <a:ext uri="{FF2B5EF4-FFF2-40B4-BE49-F238E27FC236}">
                    <a16:creationId xmlns:a16="http://schemas.microsoft.com/office/drawing/2014/main" id="{7671D26C-7822-1703-9F29-D1E6E1B2D825}"/>
                  </a:ext>
                </a:extLst>
              </p:cNvPr>
              <p:cNvSpPr/>
              <p:nvPr/>
            </p:nvSpPr>
            <p:spPr>
              <a:xfrm>
                <a:off x="253468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5" name="ph2610">
                <a:extLst>
                  <a:ext uri="{FF2B5EF4-FFF2-40B4-BE49-F238E27FC236}">
                    <a16:creationId xmlns:a16="http://schemas.microsoft.com/office/drawing/2014/main" id="{98CAA23A-8BF5-F048-058E-AD0A0792D569}"/>
                  </a:ext>
                </a:extLst>
              </p:cNvPr>
              <p:cNvSpPr/>
              <p:nvPr/>
            </p:nvSpPr>
            <p:spPr>
              <a:xfrm>
                <a:off x="254412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6" name="ph2611">
                <a:extLst>
                  <a:ext uri="{FF2B5EF4-FFF2-40B4-BE49-F238E27FC236}">
                    <a16:creationId xmlns:a16="http://schemas.microsoft.com/office/drawing/2014/main" id="{68B6EE59-CCE2-9337-9437-22919374C67E}"/>
                  </a:ext>
                </a:extLst>
              </p:cNvPr>
              <p:cNvSpPr/>
              <p:nvPr/>
            </p:nvSpPr>
            <p:spPr>
              <a:xfrm>
                <a:off x="255356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7" name="ph2612">
                <a:extLst>
                  <a:ext uri="{FF2B5EF4-FFF2-40B4-BE49-F238E27FC236}">
                    <a16:creationId xmlns:a16="http://schemas.microsoft.com/office/drawing/2014/main" id="{DDB7E682-4793-44F4-0CCF-5751E0CFFD6A}"/>
                  </a:ext>
                </a:extLst>
              </p:cNvPr>
              <p:cNvSpPr/>
              <p:nvPr/>
            </p:nvSpPr>
            <p:spPr>
              <a:xfrm>
                <a:off x="256300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8" name="ph2613">
                <a:extLst>
                  <a:ext uri="{FF2B5EF4-FFF2-40B4-BE49-F238E27FC236}">
                    <a16:creationId xmlns:a16="http://schemas.microsoft.com/office/drawing/2014/main" id="{E8DDB336-972F-5E0B-28BB-38166CC10908}"/>
                  </a:ext>
                </a:extLst>
              </p:cNvPr>
              <p:cNvSpPr/>
              <p:nvPr/>
            </p:nvSpPr>
            <p:spPr>
              <a:xfrm>
                <a:off x="257244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9" name="ph2614">
                <a:extLst>
                  <a:ext uri="{FF2B5EF4-FFF2-40B4-BE49-F238E27FC236}">
                    <a16:creationId xmlns:a16="http://schemas.microsoft.com/office/drawing/2014/main" id="{E87E74AB-074A-8ED2-A032-E3E7A0F8D51C}"/>
                  </a:ext>
                </a:extLst>
              </p:cNvPr>
              <p:cNvSpPr/>
              <p:nvPr/>
            </p:nvSpPr>
            <p:spPr>
              <a:xfrm>
                <a:off x="258188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0" name="ph2615">
                <a:extLst>
                  <a:ext uri="{FF2B5EF4-FFF2-40B4-BE49-F238E27FC236}">
                    <a16:creationId xmlns:a16="http://schemas.microsoft.com/office/drawing/2014/main" id="{E8C01658-7969-F83A-A532-64C2690EBB84}"/>
                  </a:ext>
                </a:extLst>
              </p:cNvPr>
              <p:cNvSpPr/>
              <p:nvPr/>
            </p:nvSpPr>
            <p:spPr>
              <a:xfrm>
                <a:off x="259132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1" name="ph2616">
                <a:extLst>
                  <a:ext uri="{FF2B5EF4-FFF2-40B4-BE49-F238E27FC236}">
                    <a16:creationId xmlns:a16="http://schemas.microsoft.com/office/drawing/2014/main" id="{1B5F5E80-90DC-53D3-EE1F-311F0057669D}"/>
                  </a:ext>
                </a:extLst>
              </p:cNvPr>
              <p:cNvSpPr/>
              <p:nvPr/>
            </p:nvSpPr>
            <p:spPr>
              <a:xfrm>
                <a:off x="260076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2" name="ph2617">
                <a:extLst>
                  <a:ext uri="{FF2B5EF4-FFF2-40B4-BE49-F238E27FC236}">
                    <a16:creationId xmlns:a16="http://schemas.microsoft.com/office/drawing/2014/main" id="{622F588A-2409-33D0-34E1-F106A77187EB}"/>
                  </a:ext>
                </a:extLst>
              </p:cNvPr>
              <p:cNvSpPr/>
              <p:nvPr/>
            </p:nvSpPr>
            <p:spPr>
              <a:xfrm>
                <a:off x="261020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3" name="ph2618">
                <a:extLst>
                  <a:ext uri="{FF2B5EF4-FFF2-40B4-BE49-F238E27FC236}">
                    <a16:creationId xmlns:a16="http://schemas.microsoft.com/office/drawing/2014/main" id="{C428CDE7-01B6-A5CE-1688-A8C6FA6E779E}"/>
                  </a:ext>
                </a:extLst>
              </p:cNvPr>
              <p:cNvSpPr/>
              <p:nvPr/>
            </p:nvSpPr>
            <p:spPr>
              <a:xfrm>
                <a:off x="261964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4" name="ph2619">
                <a:extLst>
                  <a:ext uri="{FF2B5EF4-FFF2-40B4-BE49-F238E27FC236}">
                    <a16:creationId xmlns:a16="http://schemas.microsoft.com/office/drawing/2014/main" id="{CCBC5D59-4DCD-5A28-5802-8AE359664389}"/>
                  </a:ext>
                </a:extLst>
              </p:cNvPr>
              <p:cNvSpPr/>
              <p:nvPr/>
            </p:nvSpPr>
            <p:spPr>
              <a:xfrm>
                <a:off x="262908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5" name="ph2620">
                <a:extLst>
                  <a:ext uri="{FF2B5EF4-FFF2-40B4-BE49-F238E27FC236}">
                    <a16:creationId xmlns:a16="http://schemas.microsoft.com/office/drawing/2014/main" id="{C7271565-B9E0-15E8-DE08-78BC089B1811}"/>
                  </a:ext>
                </a:extLst>
              </p:cNvPr>
              <p:cNvSpPr/>
              <p:nvPr/>
            </p:nvSpPr>
            <p:spPr>
              <a:xfrm>
                <a:off x="263852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6" name="ph2621">
                <a:extLst>
                  <a:ext uri="{FF2B5EF4-FFF2-40B4-BE49-F238E27FC236}">
                    <a16:creationId xmlns:a16="http://schemas.microsoft.com/office/drawing/2014/main" id="{86EDF89D-55B0-3F95-42C1-C80EEED405CF}"/>
                  </a:ext>
                </a:extLst>
              </p:cNvPr>
              <p:cNvSpPr/>
              <p:nvPr/>
            </p:nvSpPr>
            <p:spPr>
              <a:xfrm>
                <a:off x="264796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7" name="ph2622">
                <a:extLst>
                  <a:ext uri="{FF2B5EF4-FFF2-40B4-BE49-F238E27FC236}">
                    <a16:creationId xmlns:a16="http://schemas.microsoft.com/office/drawing/2014/main" id="{6830AAFC-18FB-0E42-476A-00587E872CB0}"/>
                  </a:ext>
                </a:extLst>
              </p:cNvPr>
              <p:cNvSpPr/>
              <p:nvPr/>
            </p:nvSpPr>
            <p:spPr>
              <a:xfrm>
                <a:off x="265740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8" name="ph2623">
                <a:extLst>
                  <a:ext uri="{FF2B5EF4-FFF2-40B4-BE49-F238E27FC236}">
                    <a16:creationId xmlns:a16="http://schemas.microsoft.com/office/drawing/2014/main" id="{A70613B5-50D8-84C5-8EBF-70F6A305619C}"/>
                  </a:ext>
                </a:extLst>
              </p:cNvPr>
              <p:cNvSpPr/>
              <p:nvPr/>
            </p:nvSpPr>
            <p:spPr>
              <a:xfrm>
                <a:off x="266684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9" name="ph2624">
                <a:extLst>
                  <a:ext uri="{FF2B5EF4-FFF2-40B4-BE49-F238E27FC236}">
                    <a16:creationId xmlns:a16="http://schemas.microsoft.com/office/drawing/2014/main" id="{CBAD2B3C-3054-7EAB-219F-88126C8C761D}"/>
                  </a:ext>
                </a:extLst>
              </p:cNvPr>
              <p:cNvSpPr/>
              <p:nvPr/>
            </p:nvSpPr>
            <p:spPr>
              <a:xfrm>
                <a:off x="267628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0" name="ph2625">
                <a:extLst>
                  <a:ext uri="{FF2B5EF4-FFF2-40B4-BE49-F238E27FC236}">
                    <a16:creationId xmlns:a16="http://schemas.microsoft.com/office/drawing/2014/main" id="{5D65395B-2B5E-4BEF-DF11-A6BDE78BD38C}"/>
                  </a:ext>
                </a:extLst>
              </p:cNvPr>
              <p:cNvSpPr/>
              <p:nvPr/>
            </p:nvSpPr>
            <p:spPr>
              <a:xfrm>
                <a:off x="268572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1" name="ph2626">
                <a:extLst>
                  <a:ext uri="{FF2B5EF4-FFF2-40B4-BE49-F238E27FC236}">
                    <a16:creationId xmlns:a16="http://schemas.microsoft.com/office/drawing/2014/main" id="{FBBEB4B0-A8F7-F3C4-9DCF-26C5D715E510}"/>
                  </a:ext>
                </a:extLst>
              </p:cNvPr>
              <p:cNvSpPr/>
              <p:nvPr/>
            </p:nvSpPr>
            <p:spPr>
              <a:xfrm>
                <a:off x="269516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2" name="ph2627">
                <a:extLst>
                  <a:ext uri="{FF2B5EF4-FFF2-40B4-BE49-F238E27FC236}">
                    <a16:creationId xmlns:a16="http://schemas.microsoft.com/office/drawing/2014/main" id="{3E1EF826-EC7E-51A4-8324-4CE867F49C6E}"/>
                  </a:ext>
                </a:extLst>
              </p:cNvPr>
              <p:cNvSpPr/>
              <p:nvPr/>
            </p:nvSpPr>
            <p:spPr>
              <a:xfrm>
                <a:off x="2704608" y="2238071"/>
                <a:ext cx="9178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88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008" y="896830"/>
                    </a:lnTo>
                    <a:lnTo>
                      <a:pt x="917192" y="899085"/>
                    </a:lnTo>
                    <a:lnTo>
                      <a:pt x="917779" y="910217"/>
                    </a:lnTo>
                    <a:lnTo>
                      <a:pt x="917880" y="914400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3" name="ph2628">
                <a:extLst>
                  <a:ext uri="{FF2B5EF4-FFF2-40B4-BE49-F238E27FC236}">
                    <a16:creationId xmlns:a16="http://schemas.microsoft.com/office/drawing/2014/main" id="{D9BAF962-D696-BFD3-2288-3B6D8F1DD381}"/>
                  </a:ext>
                </a:extLst>
              </p:cNvPr>
              <p:cNvSpPr/>
              <p:nvPr/>
            </p:nvSpPr>
            <p:spPr>
              <a:xfrm>
                <a:off x="2836772" y="223807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633" y="914400"/>
                    </a:lnTo>
                    <a:lnTo>
                      <a:pt x="914399" y="913694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4" name="ph2629">
                <a:extLst>
                  <a:ext uri="{FF2B5EF4-FFF2-40B4-BE49-F238E27FC236}">
                    <a16:creationId xmlns:a16="http://schemas.microsoft.com/office/drawing/2014/main" id="{196A6B33-3378-2A23-0EF6-9C1DAB6FAD18}"/>
                  </a:ext>
                </a:extLst>
              </p:cNvPr>
              <p:cNvSpPr/>
              <p:nvPr/>
            </p:nvSpPr>
            <p:spPr>
              <a:xfrm>
                <a:off x="2846212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694"/>
                    </a:lnTo>
                    <a:lnTo>
                      <a:pt x="908934" y="910037"/>
                    </a:lnTo>
                    <a:lnTo>
                      <a:pt x="914249" y="905761"/>
                    </a:lnTo>
                    <a:lnTo>
                      <a:pt x="914400" y="905648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5" name="ph2630">
                <a:extLst>
                  <a:ext uri="{FF2B5EF4-FFF2-40B4-BE49-F238E27FC236}">
                    <a16:creationId xmlns:a16="http://schemas.microsoft.com/office/drawing/2014/main" id="{8B6B940B-AF57-D083-34FB-1229F44F25E1}"/>
                  </a:ext>
                </a:extLst>
              </p:cNvPr>
              <p:cNvSpPr/>
              <p:nvPr/>
            </p:nvSpPr>
            <p:spPr>
              <a:xfrm>
                <a:off x="2855652" y="223807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0" y="905573"/>
                    </a:lnTo>
                    <a:lnTo>
                      <a:pt x="905314" y="905383"/>
                    </a:lnTo>
                    <a:lnTo>
                      <a:pt x="905567" y="905193"/>
                    </a:lnTo>
                    <a:lnTo>
                      <a:pt x="905821" y="905003"/>
                    </a:lnTo>
                    <a:lnTo>
                      <a:pt x="906074" y="904813"/>
                    </a:lnTo>
                    <a:lnTo>
                      <a:pt x="906328" y="904623"/>
                    </a:lnTo>
                    <a:lnTo>
                      <a:pt x="906581" y="904434"/>
                    </a:lnTo>
                    <a:lnTo>
                      <a:pt x="906835" y="904244"/>
                    </a:lnTo>
                    <a:lnTo>
                      <a:pt x="907089" y="904054"/>
                    </a:lnTo>
                    <a:lnTo>
                      <a:pt x="907342" y="903864"/>
                    </a:lnTo>
                    <a:lnTo>
                      <a:pt x="907596" y="903674"/>
                    </a:lnTo>
                    <a:lnTo>
                      <a:pt x="907850" y="903485"/>
                    </a:lnTo>
                    <a:lnTo>
                      <a:pt x="908103" y="903295"/>
                    </a:lnTo>
                    <a:lnTo>
                      <a:pt x="908357" y="903105"/>
                    </a:lnTo>
                    <a:lnTo>
                      <a:pt x="908611" y="902915"/>
                    </a:lnTo>
                    <a:lnTo>
                      <a:pt x="908864" y="902725"/>
                    </a:lnTo>
                    <a:lnTo>
                      <a:pt x="909118" y="902536"/>
                    </a:lnTo>
                    <a:lnTo>
                      <a:pt x="909372" y="902346"/>
                    </a:lnTo>
                    <a:lnTo>
                      <a:pt x="909625" y="902156"/>
                    </a:lnTo>
                    <a:lnTo>
                      <a:pt x="909879" y="901966"/>
                    </a:lnTo>
                    <a:lnTo>
                      <a:pt x="910133" y="901777"/>
                    </a:lnTo>
                    <a:lnTo>
                      <a:pt x="910386" y="901587"/>
                    </a:lnTo>
                    <a:lnTo>
                      <a:pt x="910640" y="901397"/>
                    </a:lnTo>
                    <a:lnTo>
                      <a:pt x="910894" y="901208"/>
                    </a:lnTo>
                    <a:lnTo>
                      <a:pt x="911147" y="901018"/>
                    </a:lnTo>
                    <a:lnTo>
                      <a:pt x="911401" y="900828"/>
                    </a:lnTo>
                    <a:lnTo>
                      <a:pt x="911655" y="900638"/>
                    </a:lnTo>
                    <a:lnTo>
                      <a:pt x="911909" y="900449"/>
                    </a:lnTo>
                    <a:lnTo>
                      <a:pt x="912162" y="900259"/>
                    </a:lnTo>
                    <a:lnTo>
                      <a:pt x="912416" y="900069"/>
                    </a:lnTo>
                    <a:lnTo>
                      <a:pt x="912670" y="899880"/>
                    </a:lnTo>
                    <a:lnTo>
                      <a:pt x="912924" y="899690"/>
                    </a:lnTo>
                    <a:lnTo>
                      <a:pt x="913178" y="899500"/>
                    </a:lnTo>
                    <a:lnTo>
                      <a:pt x="913431" y="899310"/>
                    </a:lnTo>
                    <a:lnTo>
                      <a:pt x="913685" y="899121"/>
                    </a:lnTo>
                    <a:lnTo>
                      <a:pt x="913939" y="898931"/>
                    </a:lnTo>
                    <a:lnTo>
                      <a:pt x="914193" y="898741"/>
                    </a:lnTo>
                    <a:lnTo>
                      <a:pt x="914400" y="898587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6" name="ph2631">
                <a:extLst>
                  <a:ext uri="{FF2B5EF4-FFF2-40B4-BE49-F238E27FC236}">
                    <a16:creationId xmlns:a16="http://schemas.microsoft.com/office/drawing/2014/main" id="{6405DE7E-B8F4-C96F-98EE-3C583D9CED96}"/>
                  </a:ext>
                </a:extLst>
              </p:cNvPr>
              <p:cNvSpPr/>
              <p:nvPr/>
            </p:nvSpPr>
            <p:spPr>
              <a:xfrm>
                <a:off x="2865092" y="222050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06" y="916122"/>
                    </a:lnTo>
                    <a:lnTo>
                      <a:pt x="905260" y="915932"/>
                    </a:lnTo>
                    <a:lnTo>
                      <a:pt x="905514" y="915742"/>
                    </a:lnTo>
                    <a:lnTo>
                      <a:pt x="905768" y="915553"/>
                    </a:lnTo>
                    <a:lnTo>
                      <a:pt x="906022" y="915363"/>
                    </a:lnTo>
                    <a:lnTo>
                      <a:pt x="906276" y="915173"/>
                    </a:lnTo>
                    <a:lnTo>
                      <a:pt x="906529" y="914984"/>
                    </a:lnTo>
                    <a:lnTo>
                      <a:pt x="906783" y="914794"/>
                    </a:lnTo>
                    <a:lnTo>
                      <a:pt x="907037" y="914605"/>
                    </a:lnTo>
                    <a:lnTo>
                      <a:pt x="907312" y="914400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7" name="ph2632">
                <a:extLst>
                  <a:ext uri="{FF2B5EF4-FFF2-40B4-BE49-F238E27FC236}">
                    <a16:creationId xmlns:a16="http://schemas.microsoft.com/office/drawing/2014/main" id="{C0E80055-E75A-51FD-7312-BE65E41B65A0}"/>
                  </a:ext>
                </a:extLst>
              </p:cNvPr>
              <p:cNvSpPr/>
              <p:nvPr/>
            </p:nvSpPr>
            <p:spPr>
              <a:xfrm>
                <a:off x="286509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8" name="ph2633">
                <a:extLst>
                  <a:ext uri="{FF2B5EF4-FFF2-40B4-BE49-F238E27FC236}">
                    <a16:creationId xmlns:a16="http://schemas.microsoft.com/office/drawing/2014/main" id="{EDE1CF57-A16F-1B74-6970-337524189949}"/>
                  </a:ext>
                </a:extLst>
              </p:cNvPr>
              <p:cNvSpPr/>
              <p:nvPr/>
            </p:nvSpPr>
            <p:spPr>
              <a:xfrm>
                <a:off x="287453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9" name="ph2634">
                <a:extLst>
                  <a:ext uri="{FF2B5EF4-FFF2-40B4-BE49-F238E27FC236}">
                    <a16:creationId xmlns:a16="http://schemas.microsoft.com/office/drawing/2014/main" id="{20F0F4EF-D28C-6FDE-E0BF-8773569F1571}"/>
                  </a:ext>
                </a:extLst>
              </p:cNvPr>
              <p:cNvSpPr/>
              <p:nvPr/>
            </p:nvSpPr>
            <p:spPr>
              <a:xfrm>
                <a:off x="288397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0" name="ph2635">
                <a:extLst>
                  <a:ext uri="{FF2B5EF4-FFF2-40B4-BE49-F238E27FC236}">
                    <a16:creationId xmlns:a16="http://schemas.microsoft.com/office/drawing/2014/main" id="{F7ABC8CB-685C-4120-9EA3-A5A62AC0836F}"/>
                  </a:ext>
                </a:extLst>
              </p:cNvPr>
              <p:cNvSpPr/>
              <p:nvPr/>
            </p:nvSpPr>
            <p:spPr>
              <a:xfrm>
                <a:off x="289341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1" name="ph2636">
                <a:extLst>
                  <a:ext uri="{FF2B5EF4-FFF2-40B4-BE49-F238E27FC236}">
                    <a16:creationId xmlns:a16="http://schemas.microsoft.com/office/drawing/2014/main" id="{AC8AA126-227A-3543-0B4E-EFE9F38A3D33}"/>
                  </a:ext>
                </a:extLst>
              </p:cNvPr>
              <p:cNvSpPr/>
              <p:nvPr/>
            </p:nvSpPr>
            <p:spPr>
              <a:xfrm>
                <a:off x="290285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2" name="ph2637">
                <a:extLst>
                  <a:ext uri="{FF2B5EF4-FFF2-40B4-BE49-F238E27FC236}">
                    <a16:creationId xmlns:a16="http://schemas.microsoft.com/office/drawing/2014/main" id="{BD0A77C1-1E4C-B6B5-E587-6152A3A60651}"/>
                  </a:ext>
                </a:extLst>
              </p:cNvPr>
              <p:cNvSpPr/>
              <p:nvPr/>
            </p:nvSpPr>
            <p:spPr>
              <a:xfrm>
                <a:off x="291229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3" name="ph2638">
                <a:extLst>
                  <a:ext uri="{FF2B5EF4-FFF2-40B4-BE49-F238E27FC236}">
                    <a16:creationId xmlns:a16="http://schemas.microsoft.com/office/drawing/2014/main" id="{0528BD3C-8388-C0D6-20D9-35FC40D76C47}"/>
                  </a:ext>
                </a:extLst>
              </p:cNvPr>
              <p:cNvSpPr/>
              <p:nvPr/>
            </p:nvSpPr>
            <p:spPr>
              <a:xfrm>
                <a:off x="292173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4" name="ph2639">
                <a:extLst>
                  <a:ext uri="{FF2B5EF4-FFF2-40B4-BE49-F238E27FC236}">
                    <a16:creationId xmlns:a16="http://schemas.microsoft.com/office/drawing/2014/main" id="{E05D7A5D-EDE0-40B2-6E43-F7CB72A4DF58}"/>
                  </a:ext>
                </a:extLst>
              </p:cNvPr>
              <p:cNvSpPr/>
              <p:nvPr/>
            </p:nvSpPr>
            <p:spPr>
              <a:xfrm>
                <a:off x="293117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5" name="ph2640">
                <a:extLst>
                  <a:ext uri="{FF2B5EF4-FFF2-40B4-BE49-F238E27FC236}">
                    <a16:creationId xmlns:a16="http://schemas.microsoft.com/office/drawing/2014/main" id="{63BE29C5-0A3D-E326-75DF-B989C661F632}"/>
                  </a:ext>
                </a:extLst>
              </p:cNvPr>
              <p:cNvSpPr/>
              <p:nvPr/>
            </p:nvSpPr>
            <p:spPr>
              <a:xfrm>
                <a:off x="294061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6" name="ph2641">
                <a:extLst>
                  <a:ext uri="{FF2B5EF4-FFF2-40B4-BE49-F238E27FC236}">
                    <a16:creationId xmlns:a16="http://schemas.microsoft.com/office/drawing/2014/main" id="{DC03DCFA-2CB9-C916-5AAB-E3CD72B9B3BF}"/>
                  </a:ext>
                </a:extLst>
              </p:cNvPr>
              <p:cNvSpPr/>
              <p:nvPr/>
            </p:nvSpPr>
            <p:spPr>
              <a:xfrm>
                <a:off x="295005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7" name="ph2642">
                <a:extLst>
                  <a:ext uri="{FF2B5EF4-FFF2-40B4-BE49-F238E27FC236}">
                    <a16:creationId xmlns:a16="http://schemas.microsoft.com/office/drawing/2014/main" id="{2915119F-553C-9CAA-2545-C882FF590BAB}"/>
                  </a:ext>
                </a:extLst>
              </p:cNvPr>
              <p:cNvSpPr/>
              <p:nvPr/>
            </p:nvSpPr>
            <p:spPr>
              <a:xfrm>
                <a:off x="295949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8" name="ph2643">
                <a:extLst>
                  <a:ext uri="{FF2B5EF4-FFF2-40B4-BE49-F238E27FC236}">
                    <a16:creationId xmlns:a16="http://schemas.microsoft.com/office/drawing/2014/main" id="{F66D73B5-9A8E-272B-52BA-B1D959E92CB0}"/>
                  </a:ext>
                </a:extLst>
              </p:cNvPr>
              <p:cNvSpPr/>
              <p:nvPr/>
            </p:nvSpPr>
            <p:spPr>
              <a:xfrm>
                <a:off x="296893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9" name="ph2644">
                <a:extLst>
                  <a:ext uri="{FF2B5EF4-FFF2-40B4-BE49-F238E27FC236}">
                    <a16:creationId xmlns:a16="http://schemas.microsoft.com/office/drawing/2014/main" id="{FB2F445F-3FA8-7A48-BEEC-228E3D64C3E3}"/>
                  </a:ext>
                </a:extLst>
              </p:cNvPr>
              <p:cNvSpPr/>
              <p:nvPr/>
            </p:nvSpPr>
            <p:spPr>
              <a:xfrm>
                <a:off x="297837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0" name="ph2645">
                <a:extLst>
                  <a:ext uri="{FF2B5EF4-FFF2-40B4-BE49-F238E27FC236}">
                    <a16:creationId xmlns:a16="http://schemas.microsoft.com/office/drawing/2014/main" id="{61E1E2DD-8005-9676-4309-7A3F7375551E}"/>
                  </a:ext>
                </a:extLst>
              </p:cNvPr>
              <p:cNvSpPr/>
              <p:nvPr/>
            </p:nvSpPr>
            <p:spPr>
              <a:xfrm>
                <a:off x="2987815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1" name="ph2646">
                <a:extLst>
                  <a:ext uri="{FF2B5EF4-FFF2-40B4-BE49-F238E27FC236}">
                    <a16:creationId xmlns:a16="http://schemas.microsoft.com/office/drawing/2014/main" id="{A8DA38C7-4BB3-EBEC-E1BA-E4B47378D4AA}"/>
                  </a:ext>
                </a:extLst>
              </p:cNvPr>
              <p:cNvSpPr/>
              <p:nvPr/>
            </p:nvSpPr>
            <p:spPr>
              <a:xfrm>
                <a:off x="299725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2" name="ph2647">
                <a:extLst>
                  <a:ext uri="{FF2B5EF4-FFF2-40B4-BE49-F238E27FC236}">
                    <a16:creationId xmlns:a16="http://schemas.microsoft.com/office/drawing/2014/main" id="{CCA09AAA-E67A-81C3-493C-E9EE4290A870}"/>
                  </a:ext>
                </a:extLst>
              </p:cNvPr>
              <p:cNvSpPr/>
              <p:nvPr/>
            </p:nvSpPr>
            <p:spPr>
              <a:xfrm>
                <a:off x="300669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3" name="ph2648">
                <a:extLst>
                  <a:ext uri="{FF2B5EF4-FFF2-40B4-BE49-F238E27FC236}">
                    <a16:creationId xmlns:a16="http://schemas.microsoft.com/office/drawing/2014/main" id="{96CB977D-D5D2-1918-5469-508B6D66A218}"/>
                  </a:ext>
                </a:extLst>
              </p:cNvPr>
              <p:cNvSpPr/>
              <p:nvPr/>
            </p:nvSpPr>
            <p:spPr>
              <a:xfrm>
                <a:off x="301613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4" name="ph2649">
                <a:extLst>
                  <a:ext uri="{FF2B5EF4-FFF2-40B4-BE49-F238E27FC236}">
                    <a16:creationId xmlns:a16="http://schemas.microsoft.com/office/drawing/2014/main" id="{773F48D6-A3D6-2247-1DC7-C5BA13FA6D28}"/>
                  </a:ext>
                </a:extLst>
              </p:cNvPr>
              <p:cNvSpPr/>
              <p:nvPr/>
            </p:nvSpPr>
            <p:spPr>
              <a:xfrm>
                <a:off x="3025576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5" name="ph2650">
                <a:extLst>
                  <a:ext uri="{FF2B5EF4-FFF2-40B4-BE49-F238E27FC236}">
                    <a16:creationId xmlns:a16="http://schemas.microsoft.com/office/drawing/2014/main" id="{240AAC41-1015-0AE8-5817-805CC169DC0D}"/>
                  </a:ext>
                </a:extLst>
              </p:cNvPr>
              <p:cNvSpPr/>
              <p:nvPr/>
            </p:nvSpPr>
            <p:spPr>
              <a:xfrm>
                <a:off x="303501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6" name="ph2651">
                <a:extLst>
                  <a:ext uri="{FF2B5EF4-FFF2-40B4-BE49-F238E27FC236}">
                    <a16:creationId xmlns:a16="http://schemas.microsoft.com/office/drawing/2014/main" id="{83E14C1D-3894-E746-6316-AC842B7433A8}"/>
                  </a:ext>
                </a:extLst>
              </p:cNvPr>
              <p:cNvSpPr/>
              <p:nvPr/>
            </p:nvSpPr>
            <p:spPr>
              <a:xfrm>
                <a:off x="304445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7" name="ph2652">
                <a:extLst>
                  <a:ext uri="{FF2B5EF4-FFF2-40B4-BE49-F238E27FC236}">
                    <a16:creationId xmlns:a16="http://schemas.microsoft.com/office/drawing/2014/main" id="{64234281-4691-A1FC-3F16-FB20675E28DA}"/>
                  </a:ext>
                </a:extLst>
              </p:cNvPr>
              <p:cNvSpPr/>
              <p:nvPr/>
            </p:nvSpPr>
            <p:spPr>
              <a:xfrm>
                <a:off x="305389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8" name="ph2653">
                <a:extLst>
                  <a:ext uri="{FF2B5EF4-FFF2-40B4-BE49-F238E27FC236}">
                    <a16:creationId xmlns:a16="http://schemas.microsoft.com/office/drawing/2014/main" id="{9DABAF16-5BCE-42DC-8959-6DEEA05239CA}"/>
                  </a:ext>
                </a:extLst>
              </p:cNvPr>
              <p:cNvSpPr/>
              <p:nvPr/>
            </p:nvSpPr>
            <p:spPr>
              <a:xfrm>
                <a:off x="3063337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9" name="ph2654">
                <a:extLst>
                  <a:ext uri="{FF2B5EF4-FFF2-40B4-BE49-F238E27FC236}">
                    <a16:creationId xmlns:a16="http://schemas.microsoft.com/office/drawing/2014/main" id="{3CE5F566-7AAF-7C04-7B89-6FBFBA73DCFC}"/>
                  </a:ext>
                </a:extLst>
              </p:cNvPr>
              <p:cNvSpPr/>
              <p:nvPr/>
            </p:nvSpPr>
            <p:spPr>
              <a:xfrm>
                <a:off x="307277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0" name="ph2655">
                <a:extLst>
                  <a:ext uri="{FF2B5EF4-FFF2-40B4-BE49-F238E27FC236}">
                    <a16:creationId xmlns:a16="http://schemas.microsoft.com/office/drawing/2014/main" id="{4F50E34B-DF00-7A66-7956-43DCC662802F}"/>
                  </a:ext>
                </a:extLst>
              </p:cNvPr>
              <p:cNvSpPr/>
              <p:nvPr/>
            </p:nvSpPr>
            <p:spPr>
              <a:xfrm>
                <a:off x="308221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1" name="ph2656">
                <a:extLst>
                  <a:ext uri="{FF2B5EF4-FFF2-40B4-BE49-F238E27FC236}">
                    <a16:creationId xmlns:a16="http://schemas.microsoft.com/office/drawing/2014/main" id="{3C3F54D5-BF5B-52CD-02F3-BE79E04A265E}"/>
                  </a:ext>
                </a:extLst>
              </p:cNvPr>
              <p:cNvSpPr/>
              <p:nvPr/>
            </p:nvSpPr>
            <p:spPr>
              <a:xfrm>
                <a:off x="309165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2" name="ph2657">
                <a:extLst>
                  <a:ext uri="{FF2B5EF4-FFF2-40B4-BE49-F238E27FC236}">
                    <a16:creationId xmlns:a16="http://schemas.microsoft.com/office/drawing/2014/main" id="{8A82A611-444C-8666-DDB6-83F3D333E5E1}"/>
                  </a:ext>
                </a:extLst>
              </p:cNvPr>
              <p:cNvSpPr/>
              <p:nvPr/>
            </p:nvSpPr>
            <p:spPr>
              <a:xfrm>
                <a:off x="310109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3" name="ph2658">
                <a:extLst>
                  <a:ext uri="{FF2B5EF4-FFF2-40B4-BE49-F238E27FC236}">
                    <a16:creationId xmlns:a16="http://schemas.microsoft.com/office/drawing/2014/main" id="{F2F38BF9-EC4F-4101-4580-65DDF0FDD9EC}"/>
                  </a:ext>
                </a:extLst>
              </p:cNvPr>
              <p:cNvSpPr/>
              <p:nvPr/>
            </p:nvSpPr>
            <p:spPr>
              <a:xfrm>
                <a:off x="3110538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4" name="ph2659">
                <a:extLst>
                  <a:ext uri="{FF2B5EF4-FFF2-40B4-BE49-F238E27FC236}">
                    <a16:creationId xmlns:a16="http://schemas.microsoft.com/office/drawing/2014/main" id="{A34650DA-30F6-5709-DC48-FA321FF90ACA}"/>
                  </a:ext>
                </a:extLst>
              </p:cNvPr>
              <p:cNvSpPr/>
              <p:nvPr/>
            </p:nvSpPr>
            <p:spPr>
              <a:xfrm>
                <a:off x="311997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5" name="ph2660">
                <a:extLst>
                  <a:ext uri="{FF2B5EF4-FFF2-40B4-BE49-F238E27FC236}">
                    <a16:creationId xmlns:a16="http://schemas.microsoft.com/office/drawing/2014/main" id="{E437D24E-0F0C-A1F1-E3FF-D5E1C829F756}"/>
                  </a:ext>
                </a:extLst>
              </p:cNvPr>
              <p:cNvSpPr/>
              <p:nvPr/>
            </p:nvSpPr>
            <p:spPr>
              <a:xfrm>
                <a:off x="312941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6" name="ph2661">
                <a:extLst>
                  <a:ext uri="{FF2B5EF4-FFF2-40B4-BE49-F238E27FC236}">
                    <a16:creationId xmlns:a16="http://schemas.microsoft.com/office/drawing/2014/main" id="{C2DE3BCC-8574-1B65-FA86-1CAE4E21B59C}"/>
                  </a:ext>
                </a:extLst>
              </p:cNvPr>
              <p:cNvSpPr/>
              <p:nvPr/>
            </p:nvSpPr>
            <p:spPr>
              <a:xfrm>
                <a:off x="313885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7" name="ph2662">
                <a:extLst>
                  <a:ext uri="{FF2B5EF4-FFF2-40B4-BE49-F238E27FC236}">
                    <a16:creationId xmlns:a16="http://schemas.microsoft.com/office/drawing/2014/main" id="{D612C048-EE5D-793B-D7E4-EFE0518B8B48}"/>
                  </a:ext>
                </a:extLst>
              </p:cNvPr>
              <p:cNvSpPr/>
              <p:nvPr/>
            </p:nvSpPr>
            <p:spPr>
              <a:xfrm>
                <a:off x="3148299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8" name="ph2663">
                <a:extLst>
                  <a:ext uri="{FF2B5EF4-FFF2-40B4-BE49-F238E27FC236}">
                    <a16:creationId xmlns:a16="http://schemas.microsoft.com/office/drawing/2014/main" id="{77024ECF-DBD6-62DB-2FE1-64075E9B3BF0}"/>
                  </a:ext>
                </a:extLst>
              </p:cNvPr>
              <p:cNvSpPr/>
              <p:nvPr/>
            </p:nvSpPr>
            <p:spPr>
              <a:xfrm>
                <a:off x="315774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9" name="ph2664">
                <a:extLst>
                  <a:ext uri="{FF2B5EF4-FFF2-40B4-BE49-F238E27FC236}">
                    <a16:creationId xmlns:a16="http://schemas.microsoft.com/office/drawing/2014/main" id="{2C33B796-6CBF-09BA-1C98-FD6DD299A022}"/>
                  </a:ext>
                </a:extLst>
              </p:cNvPr>
              <p:cNvSpPr/>
              <p:nvPr/>
            </p:nvSpPr>
            <p:spPr>
              <a:xfrm>
                <a:off x="316718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0" name="ph2665">
                <a:extLst>
                  <a:ext uri="{FF2B5EF4-FFF2-40B4-BE49-F238E27FC236}">
                    <a16:creationId xmlns:a16="http://schemas.microsoft.com/office/drawing/2014/main" id="{EF24096F-E479-4186-5EBD-B8AE89C3ECE2}"/>
                  </a:ext>
                </a:extLst>
              </p:cNvPr>
              <p:cNvSpPr/>
              <p:nvPr/>
            </p:nvSpPr>
            <p:spPr>
              <a:xfrm>
                <a:off x="317662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1" name="ph2666">
                <a:extLst>
                  <a:ext uri="{FF2B5EF4-FFF2-40B4-BE49-F238E27FC236}">
                    <a16:creationId xmlns:a16="http://schemas.microsoft.com/office/drawing/2014/main" id="{FFAE58AB-DB80-5078-DFB4-CB8B9131C644}"/>
                  </a:ext>
                </a:extLst>
              </p:cNvPr>
              <p:cNvSpPr/>
              <p:nvPr/>
            </p:nvSpPr>
            <p:spPr>
              <a:xfrm>
                <a:off x="3186060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2" name="ph2667">
                <a:extLst>
                  <a:ext uri="{FF2B5EF4-FFF2-40B4-BE49-F238E27FC236}">
                    <a16:creationId xmlns:a16="http://schemas.microsoft.com/office/drawing/2014/main" id="{EDD3E8D3-A6C9-B809-73F5-121CCDA27CAD}"/>
                  </a:ext>
                </a:extLst>
              </p:cNvPr>
              <p:cNvSpPr/>
              <p:nvPr/>
            </p:nvSpPr>
            <p:spPr>
              <a:xfrm>
                <a:off x="319550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3" name="ph2668">
                <a:extLst>
                  <a:ext uri="{FF2B5EF4-FFF2-40B4-BE49-F238E27FC236}">
                    <a16:creationId xmlns:a16="http://schemas.microsoft.com/office/drawing/2014/main" id="{C8F01E35-E4D6-272C-7966-FB67358F98A7}"/>
                  </a:ext>
                </a:extLst>
              </p:cNvPr>
              <p:cNvSpPr/>
              <p:nvPr/>
            </p:nvSpPr>
            <p:spPr>
              <a:xfrm>
                <a:off x="320494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4" name="ph2669">
                <a:extLst>
                  <a:ext uri="{FF2B5EF4-FFF2-40B4-BE49-F238E27FC236}">
                    <a16:creationId xmlns:a16="http://schemas.microsoft.com/office/drawing/2014/main" id="{D859FD4F-E710-DEE4-6C9E-7BD7B7ED24A9}"/>
                  </a:ext>
                </a:extLst>
              </p:cNvPr>
              <p:cNvSpPr/>
              <p:nvPr/>
            </p:nvSpPr>
            <p:spPr>
              <a:xfrm>
                <a:off x="321438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5" name="ph2670">
                <a:extLst>
                  <a:ext uri="{FF2B5EF4-FFF2-40B4-BE49-F238E27FC236}">
                    <a16:creationId xmlns:a16="http://schemas.microsoft.com/office/drawing/2014/main" id="{1C6556FA-CE77-5F50-AA8B-ACF670E2F394}"/>
                  </a:ext>
                </a:extLst>
              </p:cNvPr>
              <p:cNvSpPr/>
              <p:nvPr/>
            </p:nvSpPr>
            <p:spPr>
              <a:xfrm>
                <a:off x="3223821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6" name="ph2671">
                <a:extLst>
                  <a:ext uri="{FF2B5EF4-FFF2-40B4-BE49-F238E27FC236}">
                    <a16:creationId xmlns:a16="http://schemas.microsoft.com/office/drawing/2014/main" id="{5E1195EB-F00F-AC4A-123B-9FE9DC7A0A57}"/>
                  </a:ext>
                </a:extLst>
              </p:cNvPr>
              <p:cNvSpPr/>
              <p:nvPr/>
            </p:nvSpPr>
            <p:spPr>
              <a:xfrm>
                <a:off x="323326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7" name="ph2672">
                <a:extLst>
                  <a:ext uri="{FF2B5EF4-FFF2-40B4-BE49-F238E27FC236}">
                    <a16:creationId xmlns:a16="http://schemas.microsoft.com/office/drawing/2014/main" id="{50181A10-3C56-86BB-BE2B-C37DA9D0502B}"/>
                  </a:ext>
                </a:extLst>
              </p:cNvPr>
              <p:cNvSpPr/>
              <p:nvPr/>
            </p:nvSpPr>
            <p:spPr>
              <a:xfrm>
                <a:off x="324270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8" name="ph2673">
                <a:extLst>
                  <a:ext uri="{FF2B5EF4-FFF2-40B4-BE49-F238E27FC236}">
                    <a16:creationId xmlns:a16="http://schemas.microsoft.com/office/drawing/2014/main" id="{112C6E7C-C513-EC32-54E0-3CAA3872AACA}"/>
                  </a:ext>
                </a:extLst>
              </p:cNvPr>
              <p:cNvSpPr/>
              <p:nvPr/>
            </p:nvSpPr>
            <p:spPr>
              <a:xfrm>
                <a:off x="325214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9" name="ph2674">
                <a:extLst>
                  <a:ext uri="{FF2B5EF4-FFF2-40B4-BE49-F238E27FC236}">
                    <a16:creationId xmlns:a16="http://schemas.microsoft.com/office/drawing/2014/main" id="{65A80984-D09B-8258-1EF2-4D73811B5208}"/>
                  </a:ext>
                </a:extLst>
              </p:cNvPr>
              <p:cNvSpPr/>
              <p:nvPr/>
            </p:nvSpPr>
            <p:spPr>
              <a:xfrm>
                <a:off x="3261582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0" name="ph2675">
                <a:extLst>
                  <a:ext uri="{FF2B5EF4-FFF2-40B4-BE49-F238E27FC236}">
                    <a16:creationId xmlns:a16="http://schemas.microsoft.com/office/drawing/2014/main" id="{BA2F459A-5098-036B-E49C-A17C652B08C3}"/>
                  </a:ext>
                </a:extLst>
              </p:cNvPr>
              <p:cNvSpPr/>
              <p:nvPr/>
            </p:nvSpPr>
            <p:spPr>
              <a:xfrm>
                <a:off x="327102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1" name="ph2676">
                <a:extLst>
                  <a:ext uri="{FF2B5EF4-FFF2-40B4-BE49-F238E27FC236}">
                    <a16:creationId xmlns:a16="http://schemas.microsoft.com/office/drawing/2014/main" id="{F4735361-0FB0-2C76-0CE2-94A8703C6158}"/>
                  </a:ext>
                </a:extLst>
              </p:cNvPr>
              <p:cNvSpPr/>
              <p:nvPr/>
            </p:nvSpPr>
            <p:spPr>
              <a:xfrm>
                <a:off x="328046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2" name="ph2677">
                <a:extLst>
                  <a:ext uri="{FF2B5EF4-FFF2-40B4-BE49-F238E27FC236}">
                    <a16:creationId xmlns:a16="http://schemas.microsoft.com/office/drawing/2014/main" id="{5257D85D-306D-D506-20AC-7E5246150824}"/>
                  </a:ext>
                </a:extLst>
              </p:cNvPr>
              <p:cNvSpPr/>
              <p:nvPr/>
            </p:nvSpPr>
            <p:spPr>
              <a:xfrm>
                <a:off x="328990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3" name="ph2678">
                <a:extLst>
                  <a:ext uri="{FF2B5EF4-FFF2-40B4-BE49-F238E27FC236}">
                    <a16:creationId xmlns:a16="http://schemas.microsoft.com/office/drawing/2014/main" id="{91F78829-60AD-7966-737D-C3D5980CF23B}"/>
                  </a:ext>
                </a:extLst>
              </p:cNvPr>
              <p:cNvSpPr/>
              <p:nvPr/>
            </p:nvSpPr>
            <p:spPr>
              <a:xfrm>
                <a:off x="3299343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4" name="ph2679">
                <a:extLst>
                  <a:ext uri="{FF2B5EF4-FFF2-40B4-BE49-F238E27FC236}">
                    <a16:creationId xmlns:a16="http://schemas.microsoft.com/office/drawing/2014/main" id="{BDDA0D31-039A-C2A9-0C57-FCD5C6180A3C}"/>
                  </a:ext>
                </a:extLst>
              </p:cNvPr>
              <p:cNvSpPr/>
              <p:nvPr/>
            </p:nvSpPr>
            <p:spPr>
              <a:xfrm>
                <a:off x="330878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5" name="ph2680">
                <a:extLst>
                  <a:ext uri="{FF2B5EF4-FFF2-40B4-BE49-F238E27FC236}">
                    <a16:creationId xmlns:a16="http://schemas.microsoft.com/office/drawing/2014/main" id="{5F2FC6B3-6487-68C3-AEC9-D1BEE9E8D2AB}"/>
                  </a:ext>
                </a:extLst>
              </p:cNvPr>
              <p:cNvSpPr/>
              <p:nvPr/>
            </p:nvSpPr>
            <p:spPr>
              <a:xfrm>
                <a:off x="331822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6" name="ph2681">
                <a:extLst>
                  <a:ext uri="{FF2B5EF4-FFF2-40B4-BE49-F238E27FC236}">
                    <a16:creationId xmlns:a16="http://schemas.microsoft.com/office/drawing/2014/main" id="{4F83A517-6C3D-4303-EC13-0E0DA08F9A6C}"/>
                  </a:ext>
                </a:extLst>
              </p:cNvPr>
              <p:cNvSpPr/>
              <p:nvPr/>
            </p:nvSpPr>
            <p:spPr>
              <a:xfrm>
                <a:off x="332766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7" name="ph2682">
                <a:extLst>
                  <a:ext uri="{FF2B5EF4-FFF2-40B4-BE49-F238E27FC236}">
                    <a16:creationId xmlns:a16="http://schemas.microsoft.com/office/drawing/2014/main" id="{F27759B2-EE1E-4BC2-F076-BA2CE61F76ED}"/>
                  </a:ext>
                </a:extLst>
              </p:cNvPr>
              <p:cNvSpPr/>
              <p:nvPr/>
            </p:nvSpPr>
            <p:spPr>
              <a:xfrm>
                <a:off x="3337104" y="222050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8" name="ph2683">
                <a:extLst>
                  <a:ext uri="{FF2B5EF4-FFF2-40B4-BE49-F238E27FC236}">
                    <a16:creationId xmlns:a16="http://schemas.microsoft.com/office/drawing/2014/main" id="{4178AE5E-B7A7-7840-C5AD-3EB337FC53FE}"/>
                  </a:ext>
                </a:extLst>
              </p:cNvPr>
              <p:cNvSpPr/>
              <p:nvPr/>
            </p:nvSpPr>
            <p:spPr>
              <a:xfrm>
                <a:off x="3346544" y="223807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35"/>
                    </a:lnTo>
                    <a:lnTo>
                      <a:pt x="923753" y="912796"/>
                    </a:lnTo>
                    <a:lnTo>
                      <a:pt x="92331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9" name="ph2684">
                <a:extLst>
                  <a:ext uri="{FF2B5EF4-FFF2-40B4-BE49-F238E27FC236}">
                    <a16:creationId xmlns:a16="http://schemas.microsoft.com/office/drawing/2014/main" id="{EEEDE67A-E120-1C54-41C2-BDCA01D8CEF8}"/>
                  </a:ext>
                </a:extLst>
              </p:cNvPr>
              <p:cNvSpPr/>
              <p:nvPr/>
            </p:nvSpPr>
            <p:spPr>
              <a:xfrm>
                <a:off x="3355985" y="2220501"/>
                <a:ext cx="918047" cy="930005"/>
              </a:xfrm>
              <a:custGeom>
                <a:avLst/>
                <a:gdLst/>
                <a:ahLst/>
                <a:cxnLst/>
                <a:rect l="0" t="0" r="0" b="0"/>
                <a:pathLst>
                  <a:path w="918047" h="930005">
                    <a:moveTo>
                      <a:pt x="914400" y="914400"/>
                    </a:moveTo>
                    <a:lnTo>
                      <a:pt x="918047" y="914400"/>
                    </a:lnTo>
                    <a:lnTo>
                      <a:pt x="917633" y="916231"/>
                    </a:lnTo>
                    <a:lnTo>
                      <a:pt x="917055" y="918797"/>
                    </a:lnTo>
                    <a:lnTo>
                      <a:pt x="916473" y="921377"/>
                    </a:lnTo>
                    <a:lnTo>
                      <a:pt x="914400" y="93000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0" name="ph2685">
                <a:extLst>
                  <a:ext uri="{FF2B5EF4-FFF2-40B4-BE49-F238E27FC236}">
                    <a16:creationId xmlns:a16="http://schemas.microsoft.com/office/drawing/2014/main" id="{885D62E0-86E6-DB13-EB9A-D10928B1634E}"/>
                  </a:ext>
                </a:extLst>
              </p:cNvPr>
              <p:cNvSpPr/>
              <p:nvPr/>
            </p:nvSpPr>
            <p:spPr>
              <a:xfrm>
                <a:off x="2402521" y="2202931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4110" y="931936"/>
                    </a:lnTo>
                    <a:lnTo>
                      <a:pt x="913329" y="930199"/>
                    </a:lnTo>
                    <a:lnTo>
                      <a:pt x="912547" y="928462"/>
                    </a:lnTo>
                    <a:lnTo>
                      <a:pt x="911766" y="926725"/>
                    </a:lnTo>
                    <a:lnTo>
                      <a:pt x="910984" y="924988"/>
                    </a:lnTo>
                    <a:lnTo>
                      <a:pt x="910202" y="923251"/>
                    </a:lnTo>
                    <a:lnTo>
                      <a:pt x="909420" y="921514"/>
                    </a:lnTo>
                    <a:lnTo>
                      <a:pt x="908637" y="919777"/>
                    </a:lnTo>
                    <a:lnTo>
                      <a:pt x="907854" y="918040"/>
                    </a:lnTo>
                    <a:lnTo>
                      <a:pt x="907071" y="916303"/>
                    </a:lnTo>
                    <a:lnTo>
                      <a:pt x="906288" y="914567"/>
                    </a:lnTo>
                    <a:lnTo>
                      <a:pt x="906213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1" name="ph2686">
                <a:extLst>
                  <a:ext uri="{FF2B5EF4-FFF2-40B4-BE49-F238E27FC236}">
                    <a16:creationId xmlns:a16="http://schemas.microsoft.com/office/drawing/2014/main" id="{7920AC98-0648-8058-01A0-A52780DCBBD7}"/>
                  </a:ext>
                </a:extLst>
              </p:cNvPr>
              <p:cNvSpPr/>
              <p:nvPr/>
            </p:nvSpPr>
            <p:spPr>
              <a:xfrm>
                <a:off x="240252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2" name="ph2687">
                <a:extLst>
                  <a:ext uri="{FF2B5EF4-FFF2-40B4-BE49-F238E27FC236}">
                    <a16:creationId xmlns:a16="http://schemas.microsoft.com/office/drawing/2014/main" id="{51ACEDD3-3CD7-E9EF-E5EB-7833CF4513FA}"/>
                  </a:ext>
                </a:extLst>
              </p:cNvPr>
              <p:cNvSpPr/>
              <p:nvPr/>
            </p:nvSpPr>
            <p:spPr>
              <a:xfrm>
                <a:off x="241196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3" name="ph2688">
                <a:extLst>
                  <a:ext uri="{FF2B5EF4-FFF2-40B4-BE49-F238E27FC236}">
                    <a16:creationId xmlns:a16="http://schemas.microsoft.com/office/drawing/2014/main" id="{A78E43CC-2EB3-4BA7-3B17-6384E1A5C327}"/>
                  </a:ext>
                </a:extLst>
              </p:cNvPr>
              <p:cNvSpPr/>
              <p:nvPr/>
            </p:nvSpPr>
            <p:spPr>
              <a:xfrm>
                <a:off x="242140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4" name="ph2689">
                <a:extLst>
                  <a:ext uri="{FF2B5EF4-FFF2-40B4-BE49-F238E27FC236}">
                    <a16:creationId xmlns:a16="http://schemas.microsoft.com/office/drawing/2014/main" id="{E6EFAC95-CCB6-0843-37D2-FE83851C2DC7}"/>
                  </a:ext>
                </a:extLst>
              </p:cNvPr>
              <p:cNvSpPr/>
              <p:nvPr/>
            </p:nvSpPr>
            <p:spPr>
              <a:xfrm>
                <a:off x="243084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5" name="ph2690">
                <a:extLst>
                  <a:ext uri="{FF2B5EF4-FFF2-40B4-BE49-F238E27FC236}">
                    <a16:creationId xmlns:a16="http://schemas.microsoft.com/office/drawing/2014/main" id="{C0CFC39C-4EF5-576E-D53A-615D8A5B2BD5}"/>
                  </a:ext>
                </a:extLst>
              </p:cNvPr>
              <p:cNvSpPr/>
              <p:nvPr/>
            </p:nvSpPr>
            <p:spPr>
              <a:xfrm>
                <a:off x="244028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6" name="ph2691">
                <a:extLst>
                  <a:ext uri="{FF2B5EF4-FFF2-40B4-BE49-F238E27FC236}">
                    <a16:creationId xmlns:a16="http://schemas.microsoft.com/office/drawing/2014/main" id="{57AE1BE5-1AB5-8FB3-7528-314148320330}"/>
                  </a:ext>
                </a:extLst>
              </p:cNvPr>
              <p:cNvSpPr/>
              <p:nvPr/>
            </p:nvSpPr>
            <p:spPr>
              <a:xfrm>
                <a:off x="244972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7" name="ph2692">
                <a:extLst>
                  <a:ext uri="{FF2B5EF4-FFF2-40B4-BE49-F238E27FC236}">
                    <a16:creationId xmlns:a16="http://schemas.microsoft.com/office/drawing/2014/main" id="{8AC9356F-7590-83F6-C404-0C19ACD6DD2D}"/>
                  </a:ext>
                </a:extLst>
              </p:cNvPr>
              <p:cNvSpPr/>
              <p:nvPr/>
            </p:nvSpPr>
            <p:spPr>
              <a:xfrm>
                <a:off x="245916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8" name="ph2693">
                <a:extLst>
                  <a:ext uri="{FF2B5EF4-FFF2-40B4-BE49-F238E27FC236}">
                    <a16:creationId xmlns:a16="http://schemas.microsoft.com/office/drawing/2014/main" id="{292E26E3-7E83-7A81-4290-31A85DCAFF64}"/>
                  </a:ext>
                </a:extLst>
              </p:cNvPr>
              <p:cNvSpPr/>
              <p:nvPr/>
            </p:nvSpPr>
            <p:spPr>
              <a:xfrm>
                <a:off x="246860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9" name="ph2694">
                <a:extLst>
                  <a:ext uri="{FF2B5EF4-FFF2-40B4-BE49-F238E27FC236}">
                    <a16:creationId xmlns:a16="http://schemas.microsoft.com/office/drawing/2014/main" id="{734EAEFD-FEF4-AB80-F09D-518CB5410ED4}"/>
                  </a:ext>
                </a:extLst>
              </p:cNvPr>
              <p:cNvSpPr/>
              <p:nvPr/>
            </p:nvSpPr>
            <p:spPr>
              <a:xfrm>
                <a:off x="247804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0" name="ph2695">
                <a:extLst>
                  <a:ext uri="{FF2B5EF4-FFF2-40B4-BE49-F238E27FC236}">
                    <a16:creationId xmlns:a16="http://schemas.microsoft.com/office/drawing/2014/main" id="{9F063426-F79D-9C43-773D-C7E03F06BF42}"/>
                  </a:ext>
                </a:extLst>
              </p:cNvPr>
              <p:cNvSpPr/>
              <p:nvPr/>
            </p:nvSpPr>
            <p:spPr>
              <a:xfrm>
                <a:off x="248748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1" name="ph2696">
                <a:extLst>
                  <a:ext uri="{FF2B5EF4-FFF2-40B4-BE49-F238E27FC236}">
                    <a16:creationId xmlns:a16="http://schemas.microsoft.com/office/drawing/2014/main" id="{6D2371EA-A8AE-7B58-9418-9D5BFCC211B6}"/>
                  </a:ext>
                </a:extLst>
              </p:cNvPr>
              <p:cNvSpPr/>
              <p:nvPr/>
            </p:nvSpPr>
            <p:spPr>
              <a:xfrm>
                <a:off x="249692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2" name="ph2697">
                <a:extLst>
                  <a:ext uri="{FF2B5EF4-FFF2-40B4-BE49-F238E27FC236}">
                    <a16:creationId xmlns:a16="http://schemas.microsoft.com/office/drawing/2014/main" id="{555BF598-EA06-F070-32B4-4A1DD28319EF}"/>
                  </a:ext>
                </a:extLst>
              </p:cNvPr>
              <p:cNvSpPr/>
              <p:nvPr/>
            </p:nvSpPr>
            <p:spPr>
              <a:xfrm>
                <a:off x="250636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3" name="ph2698">
                <a:extLst>
                  <a:ext uri="{FF2B5EF4-FFF2-40B4-BE49-F238E27FC236}">
                    <a16:creationId xmlns:a16="http://schemas.microsoft.com/office/drawing/2014/main" id="{337C9307-69A4-DF9B-D8E3-C5B94160F081}"/>
                  </a:ext>
                </a:extLst>
              </p:cNvPr>
              <p:cNvSpPr/>
              <p:nvPr/>
            </p:nvSpPr>
            <p:spPr>
              <a:xfrm>
                <a:off x="251580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4" name="ph2699">
                <a:extLst>
                  <a:ext uri="{FF2B5EF4-FFF2-40B4-BE49-F238E27FC236}">
                    <a16:creationId xmlns:a16="http://schemas.microsoft.com/office/drawing/2014/main" id="{8E4168A8-9A59-4CAF-1BD4-052D10B41CEB}"/>
                  </a:ext>
                </a:extLst>
              </p:cNvPr>
              <p:cNvSpPr/>
              <p:nvPr/>
            </p:nvSpPr>
            <p:spPr>
              <a:xfrm>
                <a:off x="252524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5" name="ph2700">
                <a:extLst>
                  <a:ext uri="{FF2B5EF4-FFF2-40B4-BE49-F238E27FC236}">
                    <a16:creationId xmlns:a16="http://schemas.microsoft.com/office/drawing/2014/main" id="{8B67D4E4-E698-307A-4034-61EEEECF0484}"/>
                  </a:ext>
                </a:extLst>
              </p:cNvPr>
              <p:cNvSpPr/>
              <p:nvPr/>
            </p:nvSpPr>
            <p:spPr>
              <a:xfrm>
                <a:off x="253468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6" name="ph2701">
                <a:extLst>
                  <a:ext uri="{FF2B5EF4-FFF2-40B4-BE49-F238E27FC236}">
                    <a16:creationId xmlns:a16="http://schemas.microsoft.com/office/drawing/2014/main" id="{43034658-DC5A-4A27-EC91-4268DA9C7E5F}"/>
                  </a:ext>
                </a:extLst>
              </p:cNvPr>
              <p:cNvSpPr/>
              <p:nvPr/>
            </p:nvSpPr>
            <p:spPr>
              <a:xfrm>
                <a:off x="254412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7" name="ph2702">
                <a:extLst>
                  <a:ext uri="{FF2B5EF4-FFF2-40B4-BE49-F238E27FC236}">
                    <a16:creationId xmlns:a16="http://schemas.microsoft.com/office/drawing/2014/main" id="{77CC16C6-C98A-8874-C05D-C6CDC5E412AA}"/>
                  </a:ext>
                </a:extLst>
              </p:cNvPr>
              <p:cNvSpPr/>
              <p:nvPr/>
            </p:nvSpPr>
            <p:spPr>
              <a:xfrm>
                <a:off x="255356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8" name="ph2703">
                <a:extLst>
                  <a:ext uri="{FF2B5EF4-FFF2-40B4-BE49-F238E27FC236}">
                    <a16:creationId xmlns:a16="http://schemas.microsoft.com/office/drawing/2014/main" id="{CDC97D86-A66F-5DEF-FC38-85543C8FC6D4}"/>
                  </a:ext>
                </a:extLst>
              </p:cNvPr>
              <p:cNvSpPr/>
              <p:nvPr/>
            </p:nvSpPr>
            <p:spPr>
              <a:xfrm>
                <a:off x="256300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9" name="ph2704">
                <a:extLst>
                  <a:ext uri="{FF2B5EF4-FFF2-40B4-BE49-F238E27FC236}">
                    <a16:creationId xmlns:a16="http://schemas.microsoft.com/office/drawing/2014/main" id="{86B201CC-6D48-84D0-9EB0-0E3755F71FBC}"/>
                  </a:ext>
                </a:extLst>
              </p:cNvPr>
              <p:cNvSpPr/>
              <p:nvPr/>
            </p:nvSpPr>
            <p:spPr>
              <a:xfrm>
                <a:off x="257244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0" name="ph2705">
                <a:extLst>
                  <a:ext uri="{FF2B5EF4-FFF2-40B4-BE49-F238E27FC236}">
                    <a16:creationId xmlns:a16="http://schemas.microsoft.com/office/drawing/2014/main" id="{6EC94E99-415E-0603-A4AA-697AFD912B0F}"/>
                  </a:ext>
                </a:extLst>
              </p:cNvPr>
              <p:cNvSpPr/>
              <p:nvPr/>
            </p:nvSpPr>
            <p:spPr>
              <a:xfrm>
                <a:off x="258188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1" name="ph2706">
                <a:extLst>
                  <a:ext uri="{FF2B5EF4-FFF2-40B4-BE49-F238E27FC236}">
                    <a16:creationId xmlns:a16="http://schemas.microsoft.com/office/drawing/2014/main" id="{0D098950-F70B-BDA9-EE19-0B17C6028F5B}"/>
                  </a:ext>
                </a:extLst>
              </p:cNvPr>
              <p:cNvSpPr/>
              <p:nvPr/>
            </p:nvSpPr>
            <p:spPr>
              <a:xfrm>
                <a:off x="259132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2" name="ph2707">
                <a:extLst>
                  <a:ext uri="{FF2B5EF4-FFF2-40B4-BE49-F238E27FC236}">
                    <a16:creationId xmlns:a16="http://schemas.microsoft.com/office/drawing/2014/main" id="{F5269218-BE44-6022-38F7-CB4E6CAD36B6}"/>
                  </a:ext>
                </a:extLst>
              </p:cNvPr>
              <p:cNvSpPr/>
              <p:nvPr/>
            </p:nvSpPr>
            <p:spPr>
              <a:xfrm>
                <a:off x="260076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3" name="ph2708">
                <a:extLst>
                  <a:ext uri="{FF2B5EF4-FFF2-40B4-BE49-F238E27FC236}">
                    <a16:creationId xmlns:a16="http://schemas.microsoft.com/office/drawing/2014/main" id="{6D32260F-5F5F-189B-8A24-810416D239C4}"/>
                  </a:ext>
                </a:extLst>
              </p:cNvPr>
              <p:cNvSpPr/>
              <p:nvPr/>
            </p:nvSpPr>
            <p:spPr>
              <a:xfrm>
                <a:off x="261020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4" name="ph2709">
                <a:extLst>
                  <a:ext uri="{FF2B5EF4-FFF2-40B4-BE49-F238E27FC236}">
                    <a16:creationId xmlns:a16="http://schemas.microsoft.com/office/drawing/2014/main" id="{DD4E1303-4401-902C-A596-A18C055D601D}"/>
                  </a:ext>
                </a:extLst>
              </p:cNvPr>
              <p:cNvSpPr/>
              <p:nvPr/>
            </p:nvSpPr>
            <p:spPr>
              <a:xfrm>
                <a:off x="261964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5" name="ph2710">
                <a:extLst>
                  <a:ext uri="{FF2B5EF4-FFF2-40B4-BE49-F238E27FC236}">
                    <a16:creationId xmlns:a16="http://schemas.microsoft.com/office/drawing/2014/main" id="{B8588AB5-C75A-9AA8-22D2-45D5538B9F42}"/>
                  </a:ext>
                </a:extLst>
              </p:cNvPr>
              <p:cNvSpPr/>
              <p:nvPr/>
            </p:nvSpPr>
            <p:spPr>
              <a:xfrm>
                <a:off x="262908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6" name="ph2711">
                <a:extLst>
                  <a:ext uri="{FF2B5EF4-FFF2-40B4-BE49-F238E27FC236}">
                    <a16:creationId xmlns:a16="http://schemas.microsoft.com/office/drawing/2014/main" id="{78DA6DA0-3D16-5A7D-2E95-63DA1F76553E}"/>
                  </a:ext>
                </a:extLst>
              </p:cNvPr>
              <p:cNvSpPr/>
              <p:nvPr/>
            </p:nvSpPr>
            <p:spPr>
              <a:xfrm>
                <a:off x="263852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7" name="ph2712">
                <a:extLst>
                  <a:ext uri="{FF2B5EF4-FFF2-40B4-BE49-F238E27FC236}">
                    <a16:creationId xmlns:a16="http://schemas.microsoft.com/office/drawing/2014/main" id="{94DA1AE6-75AB-E489-FE77-F5641B30EA99}"/>
                  </a:ext>
                </a:extLst>
              </p:cNvPr>
              <p:cNvSpPr/>
              <p:nvPr/>
            </p:nvSpPr>
            <p:spPr>
              <a:xfrm>
                <a:off x="264796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8" name="ph2713">
                <a:extLst>
                  <a:ext uri="{FF2B5EF4-FFF2-40B4-BE49-F238E27FC236}">
                    <a16:creationId xmlns:a16="http://schemas.microsoft.com/office/drawing/2014/main" id="{9F02EEBC-AA9D-AAAB-F6F7-E24E51D565E6}"/>
                  </a:ext>
                </a:extLst>
              </p:cNvPr>
              <p:cNvSpPr/>
              <p:nvPr/>
            </p:nvSpPr>
            <p:spPr>
              <a:xfrm>
                <a:off x="265740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9" name="ph2714">
                <a:extLst>
                  <a:ext uri="{FF2B5EF4-FFF2-40B4-BE49-F238E27FC236}">
                    <a16:creationId xmlns:a16="http://schemas.microsoft.com/office/drawing/2014/main" id="{915F118B-0117-E8CB-F336-919D6DAF13A9}"/>
                  </a:ext>
                </a:extLst>
              </p:cNvPr>
              <p:cNvSpPr/>
              <p:nvPr/>
            </p:nvSpPr>
            <p:spPr>
              <a:xfrm>
                <a:off x="266684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0" name="ph2715">
                <a:extLst>
                  <a:ext uri="{FF2B5EF4-FFF2-40B4-BE49-F238E27FC236}">
                    <a16:creationId xmlns:a16="http://schemas.microsoft.com/office/drawing/2014/main" id="{6BF23777-76DD-F2EA-4A2E-4A9C9B92894E}"/>
                  </a:ext>
                </a:extLst>
              </p:cNvPr>
              <p:cNvSpPr/>
              <p:nvPr/>
            </p:nvSpPr>
            <p:spPr>
              <a:xfrm>
                <a:off x="267628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1" name="ph2716">
                <a:extLst>
                  <a:ext uri="{FF2B5EF4-FFF2-40B4-BE49-F238E27FC236}">
                    <a16:creationId xmlns:a16="http://schemas.microsoft.com/office/drawing/2014/main" id="{CD43A2BD-7935-6D59-CD44-144E10DE0CC4}"/>
                  </a:ext>
                </a:extLst>
              </p:cNvPr>
              <p:cNvSpPr/>
              <p:nvPr/>
            </p:nvSpPr>
            <p:spPr>
              <a:xfrm>
                <a:off x="268572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6E77F">
                  <a:alpha val="100000"/>
                </a:srgbClr>
              </a:solidFill>
              <a:ln w="5420" cap="flat">
                <a:solidFill>
                  <a:srgbClr val="C6E7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2" name="ph2717">
                <a:extLst>
                  <a:ext uri="{FF2B5EF4-FFF2-40B4-BE49-F238E27FC236}">
                    <a16:creationId xmlns:a16="http://schemas.microsoft.com/office/drawing/2014/main" id="{AD1194E3-9AFE-476E-F015-7F6025A0352A}"/>
                  </a:ext>
                </a:extLst>
              </p:cNvPr>
              <p:cNvSpPr/>
              <p:nvPr/>
            </p:nvSpPr>
            <p:spPr>
              <a:xfrm>
                <a:off x="269516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3" name="ph2718">
                <a:extLst>
                  <a:ext uri="{FF2B5EF4-FFF2-40B4-BE49-F238E27FC236}">
                    <a16:creationId xmlns:a16="http://schemas.microsoft.com/office/drawing/2014/main" id="{861D39BF-3EDB-F56B-99CD-25BF4EE77EAE}"/>
                  </a:ext>
                </a:extLst>
              </p:cNvPr>
              <p:cNvSpPr/>
              <p:nvPr/>
            </p:nvSpPr>
            <p:spPr>
              <a:xfrm>
                <a:off x="2704608" y="2220501"/>
                <a:ext cx="91700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08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5315" y="896830"/>
                    </a:lnTo>
                    <a:lnTo>
                      <a:pt x="916289" y="905596"/>
                    </a:lnTo>
                    <a:lnTo>
                      <a:pt x="917008" y="914400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4" name="ph2719">
                <a:extLst>
                  <a:ext uri="{FF2B5EF4-FFF2-40B4-BE49-F238E27FC236}">
                    <a16:creationId xmlns:a16="http://schemas.microsoft.com/office/drawing/2014/main" id="{DD31C821-483A-7233-6021-F2ABCB8CA0DA}"/>
                  </a:ext>
                </a:extLst>
              </p:cNvPr>
              <p:cNvSpPr/>
              <p:nvPr/>
            </p:nvSpPr>
            <p:spPr>
              <a:xfrm>
                <a:off x="2865092" y="222050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312" y="914400"/>
                    </a:lnTo>
                    <a:lnTo>
                      <a:pt x="907545" y="914225"/>
                    </a:lnTo>
                    <a:lnTo>
                      <a:pt x="907799" y="914036"/>
                    </a:lnTo>
                    <a:lnTo>
                      <a:pt x="908053" y="913846"/>
                    </a:lnTo>
                    <a:lnTo>
                      <a:pt x="908307" y="913657"/>
                    </a:lnTo>
                    <a:lnTo>
                      <a:pt x="908561" y="913467"/>
                    </a:lnTo>
                    <a:lnTo>
                      <a:pt x="908814" y="913277"/>
                    </a:lnTo>
                    <a:lnTo>
                      <a:pt x="909068" y="913088"/>
                    </a:lnTo>
                    <a:lnTo>
                      <a:pt x="909322" y="912898"/>
                    </a:lnTo>
                    <a:lnTo>
                      <a:pt x="909576" y="912709"/>
                    </a:lnTo>
                    <a:lnTo>
                      <a:pt x="909830" y="912519"/>
                    </a:lnTo>
                    <a:lnTo>
                      <a:pt x="910084" y="912330"/>
                    </a:lnTo>
                    <a:lnTo>
                      <a:pt x="910338" y="912140"/>
                    </a:lnTo>
                    <a:lnTo>
                      <a:pt x="910592" y="911950"/>
                    </a:lnTo>
                    <a:lnTo>
                      <a:pt x="910846" y="911761"/>
                    </a:lnTo>
                    <a:lnTo>
                      <a:pt x="911100" y="911571"/>
                    </a:lnTo>
                    <a:lnTo>
                      <a:pt x="911354" y="911382"/>
                    </a:lnTo>
                    <a:lnTo>
                      <a:pt x="911608" y="911192"/>
                    </a:lnTo>
                    <a:lnTo>
                      <a:pt x="914400" y="909215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5" name="ph2720">
                <a:extLst>
                  <a:ext uri="{FF2B5EF4-FFF2-40B4-BE49-F238E27FC236}">
                    <a16:creationId xmlns:a16="http://schemas.microsoft.com/office/drawing/2014/main" id="{0C89CC99-9B81-021C-C97A-4C63AB4CFD77}"/>
                  </a:ext>
                </a:extLst>
              </p:cNvPr>
              <p:cNvSpPr/>
              <p:nvPr/>
            </p:nvSpPr>
            <p:spPr>
              <a:xfrm>
                <a:off x="2874533" y="222050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215"/>
                    </a:lnTo>
                    <a:lnTo>
                      <a:pt x="905162" y="908913"/>
                    </a:lnTo>
                    <a:lnTo>
                      <a:pt x="909969" y="902483"/>
                    </a:lnTo>
                    <a:lnTo>
                      <a:pt x="914400" y="897187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6" name="ph2721">
                <a:extLst>
                  <a:ext uri="{FF2B5EF4-FFF2-40B4-BE49-F238E27FC236}">
                    <a16:creationId xmlns:a16="http://schemas.microsoft.com/office/drawing/2014/main" id="{616D1BB4-7D6B-245E-7B70-90705C00DEFF}"/>
                  </a:ext>
                </a:extLst>
              </p:cNvPr>
              <p:cNvSpPr/>
              <p:nvPr/>
            </p:nvSpPr>
            <p:spPr>
              <a:xfrm>
                <a:off x="2883973" y="220293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757"/>
                    </a:lnTo>
                    <a:lnTo>
                      <a:pt x="905258" y="914400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7" name="ph2722">
                <a:extLst>
                  <a:ext uri="{FF2B5EF4-FFF2-40B4-BE49-F238E27FC236}">
                    <a16:creationId xmlns:a16="http://schemas.microsoft.com/office/drawing/2014/main" id="{EFC5649C-50EE-0143-E850-0D366501ED20}"/>
                  </a:ext>
                </a:extLst>
              </p:cNvPr>
              <p:cNvSpPr/>
              <p:nvPr/>
            </p:nvSpPr>
            <p:spPr>
              <a:xfrm>
                <a:off x="288397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8" name="ph2723">
                <a:extLst>
                  <a:ext uri="{FF2B5EF4-FFF2-40B4-BE49-F238E27FC236}">
                    <a16:creationId xmlns:a16="http://schemas.microsoft.com/office/drawing/2014/main" id="{01E94C3E-CF39-52AE-9DE9-5060D197E2EE}"/>
                  </a:ext>
                </a:extLst>
              </p:cNvPr>
              <p:cNvSpPr/>
              <p:nvPr/>
            </p:nvSpPr>
            <p:spPr>
              <a:xfrm>
                <a:off x="289341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9" name="ph2724">
                <a:extLst>
                  <a:ext uri="{FF2B5EF4-FFF2-40B4-BE49-F238E27FC236}">
                    <a16:creationId xmlns:a16="http://schemas.microsoft.com/office/drawing/2014/main" id="{A3AC1A33-EDE4-E993-B7CB-4A3B7A84FE8A}"/>
                  </a:ext>
                </a:extLst>
              </p:cNvPr>
              <p:cNvSpPr/>
              <p:nvPr/>
            </p:nvSpPr>
            <p:spPr>
              <a:xfrm>
                <a:off x="290285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0" name="ph2725">
                <a:extLst>
                  <a:ext uri="{FF2B5EF4-FFF2-40B4-BE49-F238E27FC236}">
                    <a16:creationId xmlns:a16="http://schemas.microsoft.com/office/drawing/2014/main" id="{6134F76B-C1DD-3126-05E3-E54E665FFA84}"/>
                  </a:ext>
                </a:extLst>
              </p:cNvPr>
              <p:cNvSpPr/>
              <p:nvPr/>
            </p:nvSpPr>
            <p:spPr>
              <a:xfrm>
                <a:off x="291229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1" name="ph2726">
                <a:extLst>
                  <a:ext uri="{FF2B5EF4-FFF2-40B4-BE49-F238E27FC236}">
                    <a16:creationId xmlns:a16="http://schemas.microsoft.com/office/drawing/2014/main" id="{95B77757-934B-5168-EFCA-90782128366B}"/>
                  </a:ext>
                </a:extLst>
              </p:cNvPr>
              <p:cNvSpPr/>
              <p:nvPr/>
            </p:nvSpPr>
            <p:spPr>
              <a:xfrm>
                <a:off x="292173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2" name="ph2727">
                <a:extLst>
                  <a:ext uri="{FF2B5EF4-FFF2-40B4-BE49-F238E27FC236}">
                    <a16:creationId xmlns:a16="http://schemas.microsoft.com/office/drawing/2014/main" id="{061267AF-FC1C-0644-AB27-4EC853499CBF}"/>
                  </a:ext>
                </a:extLst>
              </p:cNvPr>
              <p:cNvSpPr/>
              <p:nvPr/>
            </p:nvSpPr>
            <p:spPr>
              <a:xfrm>
                <a:off x="293117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3" name="ph2728">
                <a:extLst>
                  <a:ext uri="{FF2B5EF4-FFF2-40B4-BE49-F238E27FC236}">
                    <a16:creationId xmlns:a16="http://schemas.microsoft.com/office/drawing/2014/main" id="{A0D43885-3F56-F077-EE0E-F9520CECE156}"/>
                  </a:ext>
                </a:extLst>
              </p:cNvPr>
              <p:cNvSpPr/>
              <p:nvPr/>
            </p:nvSpPr>
            <p:spPr>
              <a:xfrm>
                <a:off x="294061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4" name="ph2729">
                <a:extLst>
                  <a:ext uri="{FF2B5EF4-FFF2-40B4-BE49-F238E27FC236}">
                    <a16:creationId xmlns:a16="http://schemas.microsoft.com/office/drawing/2014/main" id="{7B57B012-F543-7C2D-24D2-6957646F45B3}"/>
                  </a:ext>
                </a:extLst>
              </p:cNvPr>
              <p:cNvSpPr/>
              <p:nvPr/>
            </p:nvSpPr>
            <p:spPr>
              <a:xfrm>
                <a:off x="295005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5" name="ph2730">
                <a:extLst>
                  <a:ext uri="{FF2B5EF4-FFF2-40B4-BE49-F238E27FC236}">
                    <a16:creationId xmlns:a16="http://schemas.microsoft.com/office/drawing/2014/main" id="{1C39D981-F5D0-FA13-6BD4-1A3EFA889E21}"/>
                  </a:ext>
                </a:extLst>
              </p:cNvPr>
              <p:cNvSpPr/>
              <p:nvPr/>
            </p:nvSpPr>
            <p:spPr>
              <a:xfrm>
                <a:off x="295949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6" name="ph2731">
                <a:extLst>
                  <a:ext uri="{FF2B5EF4-FFF2-40B4-BE49-F238E27FC236}">
                    <a16:creationId xmlns:a16="http://schemas.microsoft.com/office/drawing/2014/main" id="{7F671C42-7833-F906-E373-1BCF87E5D881}"/>
                  </a:ext>
                </a:extLst>
              </p:cNvPr>
              <p:cNvSpPr/>
              <p:nvPr/>
            </p:nvSpPr>
            <p:spPr>
              <a:xfrm>
                <a:off x="296893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7" name="ph2732">
                <a:extLst>
                  <a:ext uri="{FF2B5EF4-FFF2-40B4-BE49-F238E27FC236}">
                    <a16:creationId xmlns:a16="http://schemas.microsoft.com/office/drawing/2014/main" id="{EF72C41A-79C5-F3F5-FABF-73AAC164F37A}"/>
                  </a:ext>
                </a:extLst>
              </p:cNvPr>
              <p:cNvSpPr/>
              <p:nvPr/>
            </p:nvSpPr>
            <p:spPr>
              <a:xfrm>
                <a:off x="297837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8" name="ph2733">
                <a:extLst>
                  <a:ext uri="{FF2B5EF4-FFF2-40B4-BE49-F238E27FC236}">
                    <a16:creationId xmlns:a16="http://schemas.microsoft.com/office/drawing/2014/main" id="{0FDF62A1-B6CB-5CDA-B476-26BFEC1B8B00}"/>
                  </a:ext>
                </a:extLst>
              </p:cNvPr>
              <p:cNvSpPr/>
              <p:nvPr/>
            </p:nvSpPr>
            <p:spPr>
              <a:xfrm>
                <a:off x="2987815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9" name="ph2734">
                <a:extLst>
                  <a:ext uri="{FF2B5EF4-FFF2-40B4-BE49-F238E27FC236}">
                    <a16:creationId xmlns:a16="http://schemas.microsoft.com/office/drawing/2014/main" id="{96961413-AB0F-B1FD-F62C-AEED63B34647}"/>
                  </a:ext>
                </a:extLst>
              </p:cNvPr>
              <p:cNvSpPr/>
              <p:nvPr/>
            </p:nvSpPr>
            <p:spPr>
              <a:xfrm>
                <a:off x="299725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0" name="ph2735">
                <a:extLst>
                  <a:ext uri="{FF2B5EF4-FFF2-40B4-BE49-F238E27FC236}">
                    <a16:creationId xmlns:a16="http://schemas.microsoft.com/office/drawing/2014/main" id="{9EDCF776-2DE5-C2F2-77B3-0509CAD4225F}"/>
                  </a:ext>
                </a:extLst>
              </p:cNvPr>
              <p:cNvSpPr/>
              <p:nvPr/>
            </p:nvSpPr>
            <p:spPr>
              <a:xfrm>
                <a:off x="300669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1" name="ph2736">
                <a:extLst>
                  <a:ext uri="{FF2B5EF4-FFF2-40B4-BE49-F238E27FC236}">
                    <a16:creationId xmlns:a16="http://schemas.microsoft.com/office/drawing/2014/main" id="{E726DBBF-AEE6-C9BA-D627-6C7D22F5B30E}"/>
                  </a:ext>
                </a:extLst>
              </p:cNvPr>
              <p:cNvSpPr/>
              <p:nvPr/>
            </p:nvSpPr>
            <p:spPr>
              <a:xfrm>
                <a:off x="301613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2" name="ph2737">
                <a:extLst>
                  <a:ext uri="{FF2B5EF4-FFF2-40B4-BE49-F238E27FC236}">
                    <a16:creationId xmlns:a16="http://schemas.microsoft.com/office/drawing/2014/main" id="{A136F637-366F-CDEF-2630-0E64AA7826E4}"/>
                  </a:ext>
                </a:extLst>
              </p:cNvPr>
              <p:cNvSpPr/>
              <p:nvPr/>
            </p:nvSpPr>
            <p:spPr>
              <a:xfrm>
                <a:off x="3025576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3" name="ph2738">
                <a:extLst>
                  <a:ext uri="{FF2B5EF4-FFF2-40B4-BE49-F238E27FC236}">
                    <a16:creationId xmlns:a16="http://schemas.microsoft.com/office/drawing/2014/main" id="{AEAA90A4-0D94-F00A-33C4-A55C0CF3B583}"/>
                  </a:ext>
                </a:extLst>
              </p:cNvPr>
              <p:cNvSpPr/>
              <p:nvPr/>
            </p:nvSpPr>
            <p:spPr>
              <a:xfrm>
                <a:off x="303501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4" name="ph2739">
                <a:extLst>
                  <a:ext uri="{FF2B5EF4-FFF2-40B4-BE49-F238E27FC236}">
                    <a16:creationId xmlns:a16="http://schemas.microsoft.com/office/drawing/2014/main" id="{5C9B336A-BA1F-9B66-2797-D0D9823DE211}"/>
                  </a:ext>
                </a:extLst>
              </p:cNvPr>
              <p:cNvSpPr/>
              <p:nvPr/>
            </p:nvSpPr>
            <p:spPr>
              <a:xfrm>
                <a:off x="304445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5" name="ph2740">
                <a:extLst>
                  <a:ext uri="{FF2B5EF4-FFF2-40B4-BE49-F238E27FC236}">
                    <a16:creationId xmlns:a16="http://schemas.microsoft.com/office/drawing/2014/main" id="{F388C11A-CB88-BA83-4C2C-B1B894732AF5}"/>
                  </a:ext>
                </a:extLst>
              </p:cNvPr>
              <p:cNvSpPr/>
              <p:nvPr/>
            </p:nvSpPr>
            <p:spPr>
              <a:xfrm>
                <a:off x="305389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6" name="ph2741">
                <a:extLst>
                  <a:ext uri="{FF2B5EF4-FFF2-40B4-BE49-F238E27FC236}">
                    <a16:creationId xmlns:a16="http://schemas.microsoft.com/office/drawing/2014/main" id="{61CDE82F-3B41-824B-08F6-A91B5CBB656A}"/>
                  </a:ext>
                </a:extLst>
              </p:cNvPr>
              <p:cNvSpPr/>
              <p:nvPr/>
            </p:nvSpPr>
            <p:spPr>
              <a:xfrm>
                <a:off x="3063337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7" name="ph2742">
                <a:extLst>
                  <a:ext uri="{FF2B5EF4-FFF2-40B4-BE49-F238E27FC236}">
                    <a16:creationId xmlns:a16="http://schemas.microsoft.com/office/drawing/2014/main" id="{284522F0-E90C-7F16-2EFB-9A5DA973A023}"/>
                  </a:ext>
                </a:extLst>
              </p:cNvPr>
              <p:cNvSpPr/>
              <p:nvPr/>
            </p:nvSpPr>
            <p:spPr>
              <a:xfrm>
                <a:off x="307277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8" name="ph2743">
                <a:extLst>
                  <a:ext uri="{FF2B5EF4-FFF2-40B4-BE49-F238E27FC236}">
                    <a16:creationId xmlns:a16="http://schemas.microsoft.com/office/drawing/2014/main" id="{F9434118-07D1-C129-0E65-C214EBE09610}"/>
                  </a:ext>
                </a:extLst>
              </p:cNvPr>
              <p:cNvSpPr/>
              <p:nvPr/>
            </p:nvSpPr>
            <p:spPr>
              <a:xfrm>
                <a:off x="308221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9" name="ph2744">
                <a:extLst>
                  <a:ext uri="{FF2B5EF4-FFF2-40B4-BE49-F238E27FC236}">
                    <a16:creationId xmlns:a16="http://schemas.microsoft.com/office/drawing/2014/main" id="{C409A487-72A2-3834-C70B-AC0E6950441A}"/>
                  </a:ext>
                </a:extLst>
              </p:cNvPr>
              <p:cNvSpPr/>
              <p:nvPr/>
            </p:nvSpPr>
            <p:spPr>
              <a:xfrm>
                <a:off x="309165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0" name="ph2745">
                <a:extLst>
                  <a:ext uri="{FF2B5EF4-FFF2-40B4-BE49-F238E27FC236}">
                    <a16:creationId xmlns:a16="http://schemas.microsoft.com/office/drawing/2014/main" id="{EEFFDB38-C384-14F1-CCEF-605F21372D25}"/>
                  </a:ext>
                </a:extLst>
              </p:cNvPr>
              <p:cNvSpPr/>
              <p:nvPr/>
            </p:nvSpPr>
            <p:spPr>
              <a:xfrm>
                <a:off x="310109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1" name="ph2746">
                <a:extLst>
                  <a:ext uri="{FF2B5EF4-FFF2-40B4-BE49-F238E27FC236}">
                    <a16:creationId xmlns:a16="http://schemas.microsoft.com/office/drawing/2014/main" id="{82D0C0F6-8360-13EC-623B-095C55E9E425}"/>
                  </a:ext>
                </a:extLst>
              </p:cNvPr>
              <p:cNvSpPr/>
              <p:nvPr/>
            </p:nvSpPr>
            <p:spPr>
              <a:xfrm>
                <a:off x="3110538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2" name="ph2747">
                <a:extLst>
                  <a:ext uri="{FF2B5EF4-FFF2-40B4-BE49-F238E27FC236}">
                    <a16:creationId xmlns:a16="http://schemas.microsoft.com/office/drawing/2014/main" id="{60C636EC-B488-7CF3-B5A8-183BFA3DB763}"/>
                  </a:ext>
                </a:extLst>
              </p:cNvPr>
              <p:cNvSpPr/>
              <p:nvPr/>
            </p:nvSpPr>
            <p:spPr>
              <a:xfrm>
                <a:off x="311997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3" name="ph2748">
                <a:extLst>
                  <a:ext uri="{FF2B5EF4-FFF2-40B4-BE49-F238E27FC236}">
                    <a16:creationId xmlns:a16="http://schemas.microsoft.com/office/drawing/2014/main" id="{FE9FBA95-6094-08B4-8FA9-F9EFF4198409}"/>
                  </a:ext>
                </a:extLst>
              </p:cNvPr>
              <p:cNvSpPr/>
              <p:nvPr/>
            </p:nvSpPr>
            <p:spPr>
              <a:xfrm>
                <a:off x="312941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4" name="ph2749">
                <a:extLst>
                  <a:ext uri="{FF2B5EF4-FFF2-40B4-BE49-F238E27FC236}">
                    <a16:creationId xmlns:a16="http://schemas.microsoft.com/office/drawing/2014/main" id="{FCDFE81F-8670-51FB-60FF-6561C878F3D9}"/>
                  </a:ext>
                </a:extLst>
              </p:cNvPr>
              <p:cNvSpPr/>
              <p:nvPr/>
            </p:nvSpPr>
            <p:spPr>
              <a:xfrm>
                <a:off x="313885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5" name="ph2750">
                <a:extLst>
                  <a:ext uri="{FF2B5EF4-FFF2-40B4-BE49-F238E27FC236}">
                    <a16:creationId xmlns:a16="http://schemas.microsoft.com/office/drawing/2014/main" id="{8097C1F6-286C-111B-6B8C-E656195C2889}"/>
                  </a:ext>
                </a:extLst>
              </p:cNvPr>
              <p:cNvSpPr/>
              <p:nvPr/>
            </p:nvSpPr>
            <p:spPr>
              <a:xfrm>
                <a:off x="3148299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6" name="ph2751">
                <a:extLst>
                  <a:ext uri="{FF2B5EF4-FFF2-40B4-BE49-F238E27FC236}">
                    <a16:creationId xmlns:a16="http://schemas.microsoft.com/office/drawing/2014/main" id="{8A27DE71-A791-18E9-CD51-277C9F1F0EB8}"/>
                  </a:ext>
                </a:extLst>
              </p:cNvPr>
              <p:cNvSpPr/>
              <p:nvPr/>
            </p:nvSpPr>
            <p:spPr>
              <a:xfrm>
                <a:off x="315774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7" name="ph2752">
                <a:extLst>
                  <a:ext uri="{FF2B5EF4-FFF2-40B4-BE49-F238E27FC236}">
                    <a16:creationId xmlns:a16="http://schemas.microsoft.com/office/drawing/2014/main" id="{6EBC71EE-016D-32D3-507A-D8C0BBEBFC98}"/>
                  </a:ext>
                </a:extLst>
              </p:cNvPr>
              <p:cNvSpPr/>
              <p:nvPr/>
            </p:nvSpPr>
            <p:spPr>
              <a:xfrm>
                <a:off x="316718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8" name="ph2753">
                <a:extLst>
                  <a:ext uri="{FF2B5EF4-FFF2-40B4-BE49-F238E27FC236}">
                    <a16:creationId xmlns:a16="http://schemas.microsoft.com/office/drawing/2014/main" id="{1E212586-53F1-693F-7C60-ACB174065665}"/>
                  </a:ext>
                </a:extLst>
              </p:cNvPr>
              <p:cNvSpPr/>
              <p:nvPr/>
            </p:nvSpPr>
            <p:spPr>
              <a:xfrm>
                <a:off x="317662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9" name="ph2754">
                <a:extLst>
                  <a:ext uri="{FF2B5EF4-FFF2-40B4-BE49-F238E27FC236}">
                    <a16:creationId xmlns:a16="http://schemas.microsoft.com/office/drawing/2014/main" id="{061F45C9-8B46-86C1-4C91-B81ADF09A237}"/>
                  </a:ext>
                </a:extLst>
              </p:cNvPr>
              <p:cNvSpPr/>
              <p:nvPr/>
            </p:nvSpPr>
            <p:spPr>
              <a:xfrm>
                <a:off x="3186060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0" name="ph2755">
                <a:extLst>
                  <a:ext uri="{FF2B5EF4-FFF2-40B4-BE49-F238E27FC236}">
                    <a16:creationId xmlns:a16="http://schemas.microsoft.com/office/drawing/2014/main" id="{30157754-AA70-65E7-4D53-7EEEF1A28D22}"/>
                  </a:ext>
                </a:extLst>
              </p:cNvPr>
              <p:cNvSpPr/>
              <p:nvPr/>
            </p:nvSpPr>
            <p:spPr>
              <a:xfrm>
                <a:off x="319550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1" name="ph2756">
                <a:extLst>
                  <a:ext uri="{FF2B5EF4-FFF2-40B4-BE49-F238E27FC236}">
                    <a16:creationId xmlns:a16="http://schemas.microsoft.com/office/drawing/2014/main" id="{C59159CB-8EC8-28D5-5ED3-C1E02FDAAD25}"/>
                  </a:ext>
                </a:extLst>
              </p:cNvPr>
              <p:cNvSpPr/>
              <p:nvPr/>
            </p:nvSpPr>
            <p:spPr>
              <a:xfrm>
                <a:off x="320494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2" name="ph2757">
                <a:extLst>
                  <a:ext uri="{FF2B5EF4-FFF2-40B4-BE49-F238E27FC236}">
                    <a16:creationId xmlns:a16="http://schemas.microsoft.com/office/drawing/2014/main" id="{949FED3E-23B7-DE5B-A2B4-E19777DF51AB}"/>
                  </a:ext>
                </a:extLst>
              </p:cNvPr>
              <p:cNvSpPr/>
              <p:nvPr/>
            </p:nvSpPr>
            <p:spPr>
              <a:xfrm>
                <a:off x="321438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3" name="ph2758">
                <a:extLst>
                  <a:ext uri="{FF2B5EF4-FFF2-40B4-BE49-F238E27FC236}">
                    <a16:creationId xmlns:a16="http://schemas.microsoft.com/office/drawing/2014/main" id="{89011390-67BA-9550-DFA3-38FFB784D5C6}"/>
                  </a:ext>
                </a:extLst>
              </p:cNvPr>
              <p:cNvSpPr/>
              <p:nvPr/>
            </p:nvSpPr>
            <p:spPr>
              <a:xfrm>
                <a:off x="3223821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4" name="ph2759">
                <a:extLst>
                  <a:ext uri="{FF2B5EF4-FFF2-40B4-BE49-F238E27FC236}">
                    <a16:creationId xmlns:a16="http://schemas.microsoft.com/office/drawing/2014/main" id="{5F027A0B-BD50-3EAB-15D1-60D696386CC5}"/>
                  </a:ext>
                </a:extLst>
              </p:cNvPr>
              <p:cNvSpPr/>
              <p:nvPr/>
            </p:nvSpPr>
            <p:spPr>
              <a:xfrm>
                <a:off x="323326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5" name="ph2760">
                <a:extLst>
                  <a:ext uri="{FF2B5EF4-FFF2-40B4-BE49-F238E27FC236}">
                    <a16:creationId xmlns:a16="http://schemas.microsoft.com/office/drawing/2014/main" id="{0A59B82B-A56C-A404-A137-1DCAD88CAFD5}"/>
                  </a:ext>
                </a:extLst>
              </p:cNvPr>
              <p:cNvSpPr/>
              <p:nvPr/>
            </p:nvSpPr>
            <p:spPr>
              <a:xfrm>
                <a:off x="324270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6" name="ph2761">
                <a:extLst>
                  <a:ext uri="{FF2B5EF4-FFF2-40B4-BE49-F238E27FC236}">
                    <a16:creationId xmlns:a16="http://schemas.microsoft.com/office/drawing/2014/main" id="{A251C8FB-3859-5980-C943-16DA68B33EC3}"/>
                  </a:ext>
                </a:extLst>
              </p:cNvPr>
              <p:cNvSpPr/>
              <p:nvPr/>
            </p:nvSpPr>
            <p:spPr>
              <a:xfrm>
                <a:off x="325214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7" name="ph2762">
                <a:extLst>
                  <a:ext uri="{FF2B5EF4-FFF2-40B4-BE49-F238E27FC236}">
                    <a16:creationId xmlns:a16="http://schemas.microsoft.com/office/drawing/2014/main" id="{A24200BA-245A-5527-2D06-87378883DBFC}"/>
                  </a:ext>
                </a:extLst>
              </p:cNvPr>
              <p:cNvSpPr/>
              <p:nvPr/>
            </p:nvSpPr>
            <p:spPr>
              <a:xfrm>
                <a:off x="3261582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8" name="ph2763">
                <a:extLst>
                  <a:ext uri="{FF2B5EF4-FFF2-40B4-BE49-F238E27FC236}">
                    <a16:creationId xmlns:a16="http://schemas.microsoft.com/office/drawing/2014/main" id="{5C2D1FD7-33B0-BC77-6688-8391C632FC7F}"/>
                  </a:ext>
                </a:extLst>
              </p:cNvPr>
              <p:cNvSpPr/>
              <p:nvPr/>
            </p:nvSpPr>
            <p:spPr>
              <a:xfrm>
                <a:off x="327102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9" name="ph2764">
                <a:extLst>
                  <a:ext uri="{FF2B5EF4-FFF2-40B4-BE49-F238E27FC236}">
                    <a16:creationId xmlns:a16="http://schemas.microsoft.com/office/drawing/2014/main" id="{E48D850C-B626-BAD0-936F-93EE7F6FE430}"/>
                  </a:ext>
                </a:extLst>
              </p:cNvPr>
              <p:cNvSpPr/>
              <p:nvPr/>
            </p:nvSpPr>
            <p:spPr>
              <a:xfrm>
                <a:off x="328046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0" name="ph2765">
                <a:extLst>
                  <a:ext uri="{FF2B5EF4-FFF2-40B4-BE49-F238E27FC236}">
                    <a16:creationId xmlns:a16="http://schemas.microsoft.com/office/drawing/2014/main" id="{F1C2F675-3006-5B7A-ED68-330199CCAE96}"/>
                  </a:ext>
                </a:extLst>
              </p:cNvPr>
              <p:cNvSpPr/>
              <p:nvPr/>
            </p:nvSpPr>
            <p:spPr>
              <a:xfrm>
                <a:off x="328990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1" name="ph2766">
                <a:extLst>
                  <a:ext uri="{FF2B5EF4-FFF2-40B4-BE49-F238E27FC236}">
                    <a16:creationId xmlns:a16="http://schemas.microsoft.com/office/drawing/2014/main" id="{F2C9D48A-D5BC-64D1-3D08-11BA32F903E2}"/>
                  </a:ext>
                </a:extLst>
              </p:cNvPr>
              <p:cNvSpPr/>
              <p:nvPr/>
            </p:nvSpPr>
            <p:spPr>
              <a:xfrm>
                <a:off x="3299343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2" name="ph2767">
                <a:extLst>
                  <a:ext uri="{FF2B5EF4-FFF2-40B4-BE49-F238E27FC236}">
                    <a16:creationId xmlns:a16="http://schemas.microsoft.com/office/drawing/2014/main" id="{C92CF564-5D68-E1AC-7EB2-EF9DD09FC8C9}"/>
                  </a:ext>
                </a:extLst>
              </p:cNvPr>
              <p:cNvSpPr/>
              <p:nvPr/>
            </p:nvSpPr>
            <p:spPr>
              <a:xfrm>
                <a:off x="330878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3" name="ph2768">
                <a:extLst>
                  <a:ext uri="{FF2B5EF4-FFF2-40B4-BE49-F238E27FC236}">
                    <a16:creationId xmlns:a16="http://schemas.microsoft.com/office/drawing/2014/main" id="{E72E7859-440E-0BF9-C2CA-9D87C38E9DC3}"/>
                  </a:ext>
                </a:extLst>
              </p:cNvPr>
              <p:cNvSpPr/>
              <p:nvPr/>
            </p:nvSpPr>
            <p:spPr>
              <a:xfrm>
                <a:off x="331822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4" name="ph2769">
                <a:extLst>
                  <a:ext uri="{FF2B5EF4-FFF2-40B4-BE49-F238E27FC236}">
                    <a16:creationId xmlns:a16="http://schemas.microsoft.com/office/drawing/2014/main" id="{7DBA1548-F8B4-F28E-69F4-3F8AED4F0F33}"/>
                  </a:ext>
                </a:extLst>
              </p:cNvPr>
              <p:cNvSpPr/>
              <p:nvPr/>
            </p:nvSpPr>
            <p:spPr>
              <a:xfrm>
                <a:off x="332766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5" name="ph2770">
                <a:extLst>
                  <a:ext uri="{FF2B5EF4-FFF2-40B4-BE49-F238E27FC236}">
                    <a16:creationId xmlns:a16="http://schemas.microsoft.com/office/drawing/2014/main" id="{9609C2A5-45FE-AAB9-ACFE-D04D9CA6D67F}"/>
                  </a:ext>
                </a:extLst>
              </p:cNvPr>
              <p:cNvSpPr/>
              <p:nvPr/>
            </p:nvSpPr>
            <p:spPr>
              <a:xfrm>
                <a:off x="333710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6" name="ph2771">
                <a:extLst>
                  <a:ext uri="{FF2B5EF4-FFF2-40B4-BE49-F238E27FC236}">
                    <a16:creationId xmlns:a16="http://schemas.microsoft.com/office/drawing/2014/main" id="{B6D4AA24-1709-8EC9-BE8B-4DA9040815A6}"/>
                  </a:ext>
                </a:extLst>
              </p:cNvPr>
              <p:cNvSpPr/>
              <p:nvPr/>
            </p:nvSpPr>
            <p:spPr>
              <a:xfrm>
                <a:off x="3346544" y="220293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7" name="ph2772">
                <a:extLst>
                  <a:ext uri="{FF2B5EF4-FFF2-40B4-BE49-F238E27FC236}">
                    <a16:creationId xmlns:a16="http://schemas.microsoft.com/office/drawing/2014/main" id="{9941B80B-1BA8-B887-9C4C-3264D4F54914}"/>
                  </a:ext>
                </a:extLst>
              </p:cNvPr>
              <p:cNvSpPr/>
              <p:nvPr/>
            </p:nvSpPr>
            <p:spPr>
              <a:xfrm>
                <a:off x="3355985" y="2220501"/>
                <a:ext cx="92201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1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16" y="896830"/>
                    </a:lnTo>
                    <a:lnTo>
                      <a:pt x="921691" y="898269"/>
                    </a:lnTo>
                    <a:lnTo>
                      <a:pt x="921110" y="900834"/>
                    </a:lnTo>
                    <a:lnTo>
                      <a:pt x="920530" y="903400"/>
                    </a:lnTo>
                    <a:lnTo>
                      <a:pt x="919951" y="905966"/>
                    </a:lnTo>
                    <a:lnTo>
                      <a:pt x="919371" y="908532"/>
                    </a:lnTo>
                    <a:lnTo>
                      <a:pt x="918792" y="911098"/>
                    </a:lnTo>
                    <a:lnTo>
                      <a:pt x="918212" y="913665"/>
                    </a:lnTo>
                    <a:lnTo>
                      <a:pt x="91804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8" name="ph2773">
                <a:extLst>
                  <a:ext uri="{FF2B5EF4-FFF2-40B4-BE49-F238E27FC236}">
                    <a16:creationId xmlns:a16="http://schemas.microsoft.com/office/drawing/2014/main" id="{EAA21C65-E53E-BAA0-6ADF-2D34EFB7C8F7}"/>
                  </a:ext>
                </a:extLst>
              </p:cNvPr>
              <p:cNvSpPr/>
              <p:nvPr/>
            </p:nvSpPr>
            <p:spPr>
              <a:xfrm>
                <a:off x="2393080" y="2185361"/>
                <a:ext cx="914400" cy="9291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90">
                    <a:moveTo>
                      <a:pt x="914400" y="914400"/>
                    </a:moveTo>
                    <a:lnTo>
                      <a:pt x="914400" y="929190"/>
                    </a:lnTo>
                    <a:lnTo>
                      <a:pt x="914162" y="928663"/>
                    </a:lnTo>
                    <a:lnTo>
                      <a:pt x="913378" y="926927"/>
                    </a:lnTo>
                    <a:lnTo>
                      <a:pt x="912594" y="925190"/>
                    </a:lnTo>
                    <a:lnTo>
                      <a:pt x="911810" y="923454"/>
                    </a:lnTo>
                    <a:lnTo>
                      <a:pt x="911025" y="921717"/>
                    </a:lnTo>
                    <a:lnTo>
                      <a:pt x="910241" y="919981"/>
                    </a:lnTo>
                    <a:lnTo>
                      <a:pt x="909456" y="918244"/>
                    </a:lnTo>
                    <a:lnTo>
                      <a:pt x="908671" y="916508"/>
                    </a:lnTo>
                    <a:lnTo>
                      <a:pt x="907886" y="914772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9" name="ph2774">
                <a:extLst>
                  <a:ext uri="{FF2B5EF4-FFF2-40B4-BE49-F238E27FC236}">
                    <a16:creationId xmlns:a16="http://schemas.microsoft.com/office/drawing/2014/main" id="{306DAD38-54AA-A8D0-0F61-5CA2576B1352}"/>
                  </a:ext>
                </a:extLst>
              </p:cNvPr>
              <p:cNvSpPr/>
              <p:nvPr/>
            </p:nvSpPr>
            <p:spPr>
              <a:xfrm>
                <a:off x="239308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3" y="931969"/>
                    </a:lnTo>
                    <a:lnTo>
                      <a:pt x="914945" y="930400"/>
                    </a:lnTo>
                    <a:lnTo>
                      <a:pt x="914400" y="929190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0" name="ph2775">
                <a:extLst>
                  <a:ext uri="{FF2B5EF4-FFF2-40B4-BE49-F238E27FC236}">
                    <a16:creationId xmlns:a16="http://schemas.microsoft.com/office/drawing/2014/main" id="{9E001932-EB95-B7FA-6A05-4B171D661343}"/>
                  </a:ext>
                </a:extLst>
              </p:cNvPr>
              <p:cNvSpPr/>
              <p:nvPr/>
            </p:nvSpPr>
            <p:spPr>
              <a:xfrm>
                <a:off x="240252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1" name="ph2776">
                <a:extLst>
                  <a:ext uri="{FF2B5EF4-FFF2-40B4-BE49-F238E27FC236}">
                    <a16:creationId xmlns:a16="http://schemas.microsoft.com/office/drawing/2014/main" id="{A2BE2584-1AF1-5784-D7ED-D63DEFCCFCC4}"/>
                  </a:ext>
                </a:extLst>
              </p:cNvPr>
              <p:cNvSpPr/>
              <p:nvPr/>
            </p:nvSpPr>
            <p:spPr>
              <a:xfrm>
                <a:off x="241196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2" name="ph2777">
                <a:extLst>
                  <a:ext uri="{FF2B5EF4-FFF2-40B4-BE49-F238E27FC236}">
                    <a16:creationId xmlns:a16="http://schemas.microsoft.com/office/drawing/2014/main" id="{2FB5883B-1F22-B8A1-9139-BEF4095B1FA0}"/>
                  </a:ext>
                </a:extLst>
              </p:cNvPr>
              <p:cNvSpPr/>
              <p:nvPr/>
            </p:nvSpPr>
            <p:spPr>
              <a:xfrm>
                <a:off x="242140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3" name="ph2778">
                <a:extLst>
                  <a:ext uri="{FF2B5EF4-FFF2-40B4-BE49-F238E27FC236}">
                    <a16:creationId xmlns:a16="http://schemas.microsoft.com/office/drawing/2014/main" id="{FA2E54C5-63B7-FAB6-53EF-5EBC68005161}"/>
                  </a:ext>
                </a:extLst>
              </p:cNvPr>
              <p:cNvSpPr/>
              <p:nvPr/>
            </p:nvSpPr>
            <p:spPr>
              <a:xfrm>
                <a:off x="243084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4" name="ph2779">
                <a:extLst>
                  <a:ext uri="{FF2B5EF4-FFF2-40B4-BE49-F238E27FC236}">
                    <a16:creationId xmlns:a16="http://schemas.microsoft.com/office/drawing/2014/main" id="{5676AE41-76B2-D390-AC83-D230F6B267D6}"/>
                  </a:ext>
                </a:extLst>
              </p:cNvPr>
              <p:cNvSpPr/>
              <p:nvPr/>
            </p:nvSpPr>
            <p:spPr>
              <a:xfrm>
                <a:off x="244028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5" name="ph2780">
                <a:extLst>
                  <a:ext uri="{FF2B5EF4-FFF2-40B4-BE49-F238E27FC236}">
                    <a16:creationId xmlns:a16="http://schemas.microsoft.com/office/drawing/2014/main" id="{1DD9C5CC-9396-BC5D-6223-37DFEF523DBC}"/>
                  </a:ext>
                </a:extLst>
              </p:cNvPr>
              <p:cNvSpPr/>
              <p:nvPr/>
            </p:nvSpPr>
            <p:spPr>
              <a:xfrm>
                <a:off x="244972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6" name="ph2781">
                <a:extLst>
                  <a:ext uri="{FF2B5EF4-FFF2-40B4-BE49-F238E27FC236}">
                    <a16:creationId xmlns:a16="http://schemas.microsoft.com/office/drawing/2014/main" id="{E6016D26-8261-4E9B-2E6F-976C5A3C4AD6}"/>
                  </a:ext>
                </a:extLst>
              </p:cNvPr>
              <p:cNvSpPr/>
              <p:nvPr/>
            </p:nvSpPr>
            <p:spPr>
              <a:xfrm>
                <a:off x="245916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7" name="ph2782">
                <a:extLst>
                  <a:ext uri="{FF2B5EF4-FFF2-40B4-BE49-F238E27FC236}">
                    <a16:creationId xmlns:a16="http://schemas.microsoft.com/office/drawing/2014/main" id="{83EBEABF-1B53-C8A8-48CA-2D498B4DB0D5}"/>
                  </a:ext>
                </a:extLst>
              </p:cNvPr>
              <p:cNvSpPr/>
              <p:nvPr/>
            </p:nvSpPr>
            <p:spPr>
              <a:xfrm>
                <a:off x="246860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8" name="ph2783">
                <a:extLst>
                  <a:ext uri="{FF2B5EF4-FFF2-40B4-BE49-F238E27FC236}">
                    <a16:creationId xmlns:a16="http://schemas.microsoft.com/office/drawing/2014/main" id="{CBE8C75E-1861-EE05-9020-252A8EFC44EA}"/>
                  </a:ext>
                </a:extLst>
              </p:cNvPr>
              <p:cNvSpPr/>
              <p:nvPr/>
            </p:nvSpPr>
            <p:spPr>
              <a:xfrm>
                <a:off x="247804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9" name="ph2784">
                <a:extLst>
                  <a:ext uri="{FF2B5EF4-FFF2-40B4-BE49-F238E27FC236}">
                    <a16:creationId xmlns:a16="http://schemas.microsoft.com/office/drawing/2014/main" id="{4728003C-B5F1-BC43-AC7C-63D9C044B345}"/>
                  </a:ext>
                </a:extLst>
              </p:cNvPr>
              <p:cNvSpPr/>
              <p:nvPr/>
            </p:nvSpPr>
            <p:spPr>
              <a:xfrm>
                <a:off x="248748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0" name="ph2785">
                <a:extLst>
                  <a:ext uri="{FF2B5EF4-FFF2-40B4-BE49-F238E27FC236}">
                    <a16:creationId xmlns:a16="http://schemas.microsoft.com/office/drawing/2014/main" id="{F5D2A137-61A5-4081-0912-96BE043AA5CB}"/>
                  </a:ext>
                </a:extLst>
              </p:cNvPr>
              <p:cNvSpPr/>
              <p:nvPr/>
            </p:nvSpPr>
            <p:spPr>
              <a:xfrm>
                <a:off x="249692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1" name="ph2786">
                <a:extLst>
                  <a:ext uri="{FF2B5EF4-FFF2-40B4-BE49-F238E27FC236}">
                    <a16:creationId xmlns:a16="http://schemas.microsoft.com/office/drawing/2014/main" id="{053CA16B-A7FA-1F22-02DA-65843CD0A776}"/>
                  </a:ext>
                </a:extLst>
              </p:cNvPr>
              <p:cNvSpPr/>
              <p:nvPr/>
            </p:nvSpPr>
            <p:spPr>
              <a:xfrm>
                <a:off x="250636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2" name="ph2787">
                <a:extLst>
                  <a:ext uri="{FF2B5EF4-FFF2-40B4-BE49-F238E27FC236}">
                    <a16:creationId xmlns:a16="http://schemas.microsoft.com/office/drawing/2014/main" id="{2B1FC1D8-3AAD-8461-EE95-5933A99296FF}"/>
                  </a:ext>
                </a:extLst>
              </p:cNvPr>
              <p:cNvSpPr/>
              <p:nvPr/>
            </p:nvSpPr>
            <p:spPr>
              <a:xfrm>
                <a:off x="251580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3" name="ph2788">
                <a:extLst>
                  <a:ext uri="{FF2B5EF4-FFF2-40B4-BE49-F238E27FC236}">
                    <a16:creationId xmlns:a16="http://schemas.microsoft.com/office/drawing/2014/main" id="{BF2CFB6C-8ECA-5C4E-248B-15B7BD3CCB00}"/>
                  </a:ext>
                </a:extLst>
              </p:cNvPr>
              <p:cNvSpPr/>
              <p:nvPr/>
            </p:nvSpPr>
            <p:spPr>
              <a:xfrm>
                <a:off x="252524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4" name="ph2789">
                <a:extLst>
                  <a:ext uri="{FF2B5EF4-FFF2-40B4-BE49-F238E27FC236}">
                    <a16:creationId xmlns:a16="http://schemas.microsoft.com/office/drawing/2014/main" id="{97652E06-5816-3F6A-3CAB-261E3C5C5C4E}"/>
                  </a:ext>
                </a:extLst>
              </p:cNvPr>
              <p:cNvSpPr/>
              <p:nvPr/>
            </p:nvSpPr>
            <p:spPr>
              <a:xfrm>
                <a:off x="253468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5" name="ph2790">
                <a:extLst>
                  <a:ext uri="{FF2B5EF4-FFF2-40B4-BE49-F238E27FC236}">
                    <a16:creationId xmlns:a16="http://schemas.microsoft.com/office/drawing/2014/main" id="{9F21DEB6-F7CE-A6CF-98C2-45CA8C8FA2CF}"/>
                  </a:ext>
                </a:extLst>
              </p:cNvPr>
              <p:cNvSpPr/>
              <p:nvPr/>
            </p:nvSpPr>
            <p:spPr>
              <a:xfrm>
                <a:off x="254412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6" name="ph2791">
                <a:extLst>
                  <a:ext uri="{FF2B5EF4-FFF2-40B4-BE49-F238E27FC236}">
                    <a16:creationId xmlns:a16="http://schemas.microsoft.com/office/drawing/2014/main" id="{D6B018E5-26DE-0BB4-9AA0-682471C6C883}"/>
                  </a:ext>
                </a:extLst>
              </p:cNvPr>
              <p:cNvSpPr/>
              <p:nvPr/>
            </p:nvSpPr>
            <p:spPr>
              <a:xfrm>
                <a:off x="255356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7" name="ph2792">
                <a:extLst>
                  <a:ext uri="{FF2B5EF4-FFF2-40B4-BE49-F238E27FC236}">
                    <a16:creationId xmlns:a16="http://schemas.microsoft.com/office/drawing/2014/main" id="{2C9C1473-C081-40B4-5387-19B6257B029E}"/>
                  </a:ext>
                </a:extLst>
              </p:cNvPr>
              <p:cNvSpPr/>
              <p:nvPr/>
            </p:nvSpPr>
            <p:spPr>
              <a:xfrm>
                <a:off x="256300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8" name="ph2793">
                <a:extLst>
                  <a:ext uri="{FF2B5EF4-FFF2-40B4-BE49-F238E27FC236}">
                    <a16:creationId xmlns:a16="http://schemas.microsoft.com/office/drawing/2014/main" id="{FFEF11D5-833F-2A8B-F9AF-EFEAF5A7E66D}"/>
                  </a:ext>
                </a:extLst>
              </p:cNvPr>
              <p:cNvSpPr/>
              <p:nvPr/>
            </p:nvSpPr>
            <p:spPr>
              <a:xfrm>
                <a:off x="257244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9" name="ph2794">
                <a:extLst>
                  <a:ext uri="{FF2B5EF4-FFF2-40B4-BE49-F238E27FC236}">
                    <a16:creationId xmlns:a16="http://schemas.microsoft.com/office/drawing/2014/main" id="{41EB0954-F7C0-A4EB-8C40-16D4E0745AC9}"/>
                  </a:ext>
                </a:extLst>
              </p:cNvPr>
              <p:cNvSpPr/>
              <p:nvPr/>
            </p:nvSpPr>
            <p:spPr>
              <a:xfrm>
                <a:off x="258188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0" name="ph2795">
                <a:extLst>
                  <a:ext uri="{FF2B5EF4-FFF2-40B4-BE49-F238E27FC236}">
                    <a16:creationId xmlns:a16="http://schemas.microsoft.com/office/drawing/2014/main" id="{EFB90C5A-71ED-A740-FD96-C797D1F457CD}"/>
                  </a:ext>
                </a:extLst>
              </p:cNvPr>
              <p:cNvSpPr/>
              <p:nvPr/>
            </p:nvSpPr>
            <p:spPr>
              <a:xfrm>
                <a:off x="259132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1" name="ph2796">
                <a:extLst>
                  <a:ext uri="{FF2B5EF4-FFF2-40B4-BE49-F238E27FC236}">
                    <a16:creationId xmlns:a16="http://schemas.microsoft.com/office/drawing/2014/main" id="{1D90B92F-0BE5-C76F-5862-3558A894BCBD}"/>
                  </a:ext>
                </a:extLst>
              </p:cNvPr>
              <p:cNvSpPr/>
              <p:nvPr/>
            </p:nvSpPr>
            <p:spPr>
              <a:xfrm>
                <a:off x="260076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2" name="ph2797">
                <a:extLst>
                  <a:ext uri="{FF2B5EF4-FFF2-40B4-BE49-F238E27FC236}">
                    <a16:creationId xmlns:a16="http://schemas.microsoft.com/office/drawing/2014/main" id="{CD0D5EE4-CEB4-E3D7-5FF3-7F3E69ADEA79}"/>
                  </a:ext>
                </a:extLst>
              </p:cNvPr>
              <p:cNvSpPr/>
              <p:nvPr/>
            </p:nvSpPr>
            <p:spPr>
              <a:xfrm>
                <a:off x="261020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3" name="ph2798">
                <a:extLst>
                  <a:ext uri="{FF2B5EF4-FFF2-40B4-BE49-F238E27FC236}">
                    <a16:creationId xmlns:a16="http://schemas.microsoft.com/office/drawing/2014/main" id="{E48C5EFF-25BF-679A-C28B-7C1799ACE917}"/>
                  </a:ext>
                </a:extLst>
              </p:cNvPr>
              <p:cNvSpPr/>
              <p:nvPr/>
            </p:nvSpPr>
            <p:spPr>
              <a:xfrm>
                <a:off x="261964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4" name="ph2799">
                <a:extLst>
                  <a:ext uri="{FF2B5EF4-FFF2-40B4-BE49-F238E27FC236}">
                    <a16:creationId xmlns:a16="http://schemas.microsoft.com/office/drawing/2014/main" id="{842781CC-8E14-F3A9-CFE3-6AAD60ED35FE}"/>
                  </a:ext>
                </a:extLst>
              </p:cNvPr>
              <p:cNvSpPr/>
              <p:nvPr/>
            </p:nvSpPr>
            <p:spPr>
              <a:xfrm>
                <a:off x="262908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5" name="ph2800">
                <a:extLst>
                  <a:ext uri="{FF2B5EF4-FFF2-40B4-BE49-F238E27FC236}">
                    <a16:creationId xmlns:a16="http://schemas.microsoft.com/office/drawing/2014/main" id="{D66C747D-BCD1-8533-F1E4-4D278F93F783}"/>
                  </a:ext>
                </a:extLst>
              </p:cNvPr>
              <p:cNvSpPr/>
              <p:nvPr/>
            </p:nvSpPr>
            <p:spPr>
              <a:xfrm>
                <a:off x="263852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6" name="ph2801">
                <a:extLst>
                  <a:ext uri="{FF2B5EF4-FFF2-40B4-BE49-F238E27FC236}">
                    <a16:creationId xmlns:a16="http://schemas.microsoft.com/office/drawing/2014/main" id="{91E43AD3-4FF5-338A-A22A-678AD35775A9}"/>
                  </a:ext>
                </a:extLst>
              </p:cNvPr>
              <p:cNvSpPr/>
              <p:nvPr/>
            </p:nvSpPr>
            <p:spPr>
              <a:xfrm>
                <a:off x="264796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7" name="ph2802">
                <a:extLst>
                  <a:ext uri="{FF2B5EF4-FFF2-40B4-BE49-F238E27FC236}">
                    <a16:creationId xmlns:a16="http://schemas.microsoft.com/office/drawing/2014/main" id="{3FEF5AA3-E3A8-FB21-E73F-63C3FCEB0FB4}"/>
                  </a:ext>
                </a:extLst>
              </p:cNvPr>
              <p:cNvSpPr/>
              <p:nvPr/>
            </p:nvSpPr>
            <p:spPr>
              <a:xfrm>
                <a:off x="265740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8" name="ph2803">
                <a:extLst>
                  <a:ext uri="{FF2B5EF4-FFF2-40B4-BE49-F238E27FC236}">
                    <a16:creationId xmlns:a16="http://schemas.microsoft.com/office/drawing/2014/main" id="{4C02332D-9C11-A533-CFB4-F4971005352F}"/>
                  </a:ext>
                </a:extLst>
              </p:cNvPr>
              <p:cNvSpPr/>
              <p:nvPr/>
            </p:nvSpPr>
            <p:spPr>
              <a:xfrm>
                <a:off x="266684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9" name="ph2804">
                <a:extLst>
                  <a:ext uri="{FF2B5EF4-FFF2-40B4-BE49-F238E27FC236}">
                    <a16:creationId xmlns:a16="http://schemas.microsoft.com/office/drawing/2014/main" id="{2E7F0ABE-E50D-366A-3D4F-773DC85D352F}"/>
                  </a:ext>
                </a:extLst>
              </p:cNvPr>
              <p:cNvSpPr/>
              <p:nvPr/>
            </p:nvSpPr>
            <p:spPr>
              <a:xfrm>
                <a:off x="267628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0" name="ph2805">
                <a:extLst>
                  <a:ext uri="{FF2B5EF4-FFF2-40B4-BE49-F238E27FC236}">
                    <a16:creationId xmlns:a16="http://schemas.microsoft.com/office/drawing/2014/main" id="{E2C0A951-DC41-3A8E-557E-73D7E34FB360}"/>
                  </a:ext>
                </a:extLst>
              </p:cNvPr>
              <p:cNvSpPr/>
              <p:nvPr/>
            </p:nvSpPr>
            <p:spPr>
              <a:xfrm>
                <a:off x="268572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1" name="ph2806">
                <a:extLst>
                  <a:ext uri="{FF2B5EF4-FFF2-40B4-BE49-F238E27FC236}">
                    <a16:creationId xmlns:a16="http://schemas.microsoft.com/office/drawing/2014/main" id="{D2E4085A-BA7B-CE28-6D02-4AAF1922F78E}"/>
                  </a:ext>
                </a:extLst>
              </p:cNvPr>
              <p:cNvSpPr/>
              <p:nvPr/>
            </p:nvSpPr>
            <p:spPr>
              <a:xfrm>
                <a:off x="2704608" y="220293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58" y="896830"/>
                    </a:lnTo>
                    <a:lnTo>
                      <a:pt x="913544" y="901394"/>
                    </a:lnTo>
                    <a:lnTo>
                      <a:pt x="914399" y="907454"/>
                    </a:lnTo>
                    <a:close/>
                  </a:path>
                </a:pathLst>
              </a:custGeom>
              <a:solidFill>
                <a:srgbClr val="C6E67F">
                  <a:alpha val="100000"/>
                </a:srgbClr>
              </a:solidFill>
              <a:ln w="5420" cap="flat">
                <a:solidFill>
                  <a:srgbClr val="C6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2" name="ph2807">
                <a:extLst>
                  <a:ext uri="{FF2B5EF4-FFF2-40B4-BE49-F238E27FC236}">
                    <a16:creationId xmlns:a16="http://schemas.microsoft.com/office/drawing/2014/main" id="{741F34A4-B290-A9C5-AB25-A98BAB573DA0}"/>
                  </a:ext>
                </a:extLst>
              </p:cNvPr>
              <p:cNvSpPr/>
              <p:nvPr/>
            </p:nvSpPr>
            <p:spPr>
              <a:xfrm>
                <a:off x="2704608" y="2202931"/>
                <a:ext cx="915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315" h="914400">
                    <a:moveTo>
                      <a:pt x="914399" y="914400"/>
                    </a:moveTo>
                    <a:lnTo>
                      <a:pt x="914399" y="907454"/>
                    </a:lnTo>
                    <a:lnTo>
                      <a:pt x="915071" y="912212"/>
                    </a:lnTo>
                    <a:lnTo>
                      <a:pt x="915315" y="914400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3" name="ph2808">
                <a:extLst>
                  <a:ext uri="{FF2B5EF4-FFF2-40B4-BE49-F238E27FC236}">
                    <a16:creationId xmlns:a16="http://schemas.microsoft.com/office/drawing/2014/main" id="{F00FA8C3-6EE2-3E81-7935-D2FF721768B5}"/>
                  </a:ext>
                </a:extLst>
              </p:cNvPr>
              <p:cNvSpPr/>
              <p:nvPr/>
            </p:nvSpPr>
            <p:spPr>
              <a:xfrm>
                <a:off x="2883973" y="220293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258" y="914400"/>
                    </a:lnTo>
                    <a:lnTo>
                      <a:pt x="905509" y="914099"/>
                    </a:lnTo>
                    <a:lnTo>
                      <a:pt x="910650" y="908638"/>
                    </a:lnTo>
                    <a:lnTo>
                      <a:pt x="914400" y="905125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4" name="ph2809">
                <a:extLst>
                  <a:ext uri="{FF2B5EF4-FFF2-40B4-BE49-F238E27FC236}">
                    <a16:creationId xmlns:a16="http://schemas.microsoft.com/office/drawing/2014/main" id="{F8C68033-CC26-7455-B571-D69CB2386A62}"/>
                  </a:ext>
                </a:extLst>
              </p:cNvPr>
              <p:cNvSpPr/>
              <p:nvPr/>
            </p:nvSpPr>
            <p:spPr>
              <a:xfrm>
                <a:off x="2893413" y="2202931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5125"/>
                    </a:lnTo>
                    <a:lnTo>
                      <a:pt x="906497" y="903683"/>
                    </a:lnTo>
                    <a:lnTo>
                      <a:pt x="911917" y="899250"/>
                    </a:lnTo>
                    <a:lnTo>
                      <a:pt x="912318" y="898945"/>
                    </a:lnTo>
                    <a:lnTo>
                      <a:pt x="912723" y="898637"/>
                    </a:lnTo>
                    <a:lnTo>
                      <a:pt x="913127" y="898329"/>
                    </a:lnTo>
                    <a:lnTo>
                      <a:pt x="913532" y="898022"/>
                    </a:lnTo>
                    <a:lnTo>
                      <a:pt x="913936" y="897714"/>
                    </a:lnTo>
                    <a:lnTo>
                      <a:pt x="914399" y="897362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5" name="ph2810">
                <a:extLst>
                  <a:ext uri="{FF2B5EF4-FFF2-40B4-BE49-F238E27FC236}">
                    <a16:creationId xmlns:a16="http://schemas.microsoft.com/office/drawing/2014/main" id="{8FBDA5AA-55DF-83DF-6E66-72AB610A8CB6}"/>
                  </a:ext>
                </a:extLst>
              </p:cNvPr>
              <p:cNvSpPr/>
              <p:nvPr/>
            </p:nvSpPr>
            <p:spPr>
              <a:xfrm>
                <a:off x="2902853" y="218536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931"/>
                    </a:lnTo>
                    <a:lnTo>
                      <a:pt x="905305" y="914668"/>
                    </a:lnTo>
                    <a:lnTo>
                      <a:pt x="905659" y="914400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6" name="ph2811">
                <a:extLst>
                  <a:ext uri="{FF2B5EF4-FFF2-40B4-BE49-F238E27FC236}">
                    <a16:creationId xmlns:a16="http://schemas.microsoft.com/office/drawing/2014/main" id="{848FCAD9-8D96-28DD-4FC9-A52852C1BBB7}"/>
                  </a:ext>
                </a:extLst>
              </p:cNvPr>
              <p:cNvSpPr/>
              <p:nvPr/>
            </p:nvSpPr>
            <p:spPr>
              <a:xfrm>
                <a:off x="290285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7" name="ph2812">
                <a:extLst>
                  <a:ext uri="{FF2B5EF4-FFF2-40B4-BE49-F238E27FC236}">
                    <a16:creationId xmlns:a16="http://schemas.microsoft.com/office/drawing/2014/main" id="{41466780-A8F5-8201-6B67-36C3A1B38FFF}"/>
                  </a:ext>
                </a:extLst>
              </p:cNvPr>
              <p:cNvSpPr/>
              <p:nvPr/>
            </p:nvSpPr>
            <p:spPr>
              <a:xfrm>
                <a:off x="291229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8" name="ph2813">
                <a:extLst>
                  <a:ext uri="{FF2B5EF4-FFF2-40B4-BE49-F238E27FC236}">
                    <a16:creationId xmlns:a16="http://schemas.microsoft.com/office/drawing/2014/main" id="{F0AD0891-65CF-0FF6-201C-2B7DCE868969}"/>
                  </a:ext>
                </a:extLst>
              </p:cNvPr>
              <p:cNvSpPr/>
              <p:nvPr/>
            </p:nvSpPr>
            <p:spPr>
              <a:xfrm>
                <a:off x="292173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9" name="ph2814">
                <a:extLst>
                  <a:ext uri="{FF2B5EF4-FFF2-40B4-BE49-F238E27FC236}">
                    <a16:creationId xmlns:a16="http://schemas.microsoft.com/office/drawing/2014/main" id="{9DB84BD7-4B76-AB38-7F89-489D80DFDAE1}"/>
                  </a:ext>
                </a:extLst>
              </p:cNvPr>
              <p:cNvSpPr/>
              <p:nvPr/>
            </p:nvSpPr>
            <p:spPr>
              <a:xfrm>
                <a:off x="293117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0" name="ph2815">
                <a:extLst>
                  <a:ext uri="{FF2B5EF4-FFF2-40B4-BE49-F238E27FC236}">
                    <a16:creationId xmlns:a16="http://schemas.microsoft.com/office/drawing/2014/main" id="{7D0B5E67-0697-9A43-A8D6-5AC3B28E618A}"/>
                  </a:ext>
                </a:extLst>
              </p:cNvPr>
              <p:cNvSpPr/>
              <p:nvPr/>
            </p:nvSpPr>
            <p:spPr>
              <a:xfrm>
                <a:off x="294061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1" name="ph2816">
                <a:extLst>
                  <a:ext uri="{FF2B5EF4-FFF2-40B4-BE49-F238E27FC236}">
                    <a16:creationId xmlns:a16="http://schemas.microsoft.com/office/drawing/2014/main" id="{67A803BA-74B8-C68A-C78E-943F48AE58FA}"/>
                  </a:ext>
                </a:extLst>
              </p:cNvPr>
              <p:cNvSpPr/>
              <p:nvPr/>
            </p:nvSpPr>
            <p:spPr>
              <a:xfrm>
                <a:off x="295005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2" name="ph2817">
                <a:extLst>
                  <a:ext uri="{FF2B5EF4-FFF2-40B4-BE49-F238E27FC236}">
                    <a16:creationId xmlns:a16="http://schemas.microsoft.com/office/drawing/2014/main" id="{ADC7BE95-9F51-2E23-8693-9B02AED2163F}"/>
                  </a:ext>
                </a:extLst>
              </p:cNvPr>
              <p:cNvSpPr/>
              <p:nvPr/>
            </p:nvSpPr>
            <p:spPr>
              <a:xfrm>
                <a:off x="295949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3" name="ph2818">
                <a:extLst>
                  <a:ext uri="{FF2B5EF4-FFF2-40B4-BE49-F238E27FC236}">
                    <a16:creationId xmlns:a16="http://schemas.microsoft.com/office/drawing/2014/main" id="{226F049B-3A3E-1816-661F-5B052CBCB64C}"/>
                  </a:ext>
                </a:extLst>
              </p:cNvPr>
              <p:cNvSpPr/>
              <p:nvPr/>
            </p:nvSpPr>
            <p:spPr>
              <a:xfrm>
                <a:off x="296893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4" name="ph2819">
                <a:extLst>
                  <a:ext uri="{FF2B5EF4-FFF2-40B4-BE49-F238E27FC236}">
                    <a16:creationId xmlns:a16="http://schemas.microsoft.com/office/drawing/2014/main" id="{BBEBC408-A25F-29E3-FA8E-A7F844DC7F78}"/>
                  </a:ext>
                </a:extLst>
              </p:cNvPr>
              <p:cNvSpPr/>
              <p:nvPr/>
            </p:nvSpPr>
            <p:spPr>
              <a:xfrm>
                <a:off x="297837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5" name="ph2820">
                <a:extLst>
                  <a:ext uri="{FF2B5EF4-FFF2-40B4-BE49-F238E27FC236}">
                    <a16:creationId xmlns:a16="http://schemas.microsoft.com/office/drawing/2014/main" id="{976A0145-D567-35FB-FC7B-4882AF3ABDD9}"/>
                  </a:ext>
                </a:extLst>
              </p:cNvPr>
              <p:cNvSpPr/>
              <p:nvPr/>
            </p:nvSpPr>
            <p:spPr>
              <a:xfrm>
                <a:off x="2987815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6" name="ph2821">
                <a:extLst>
                  <a:ext uri="{FF2B5EF4-FFF2-40B4-BE49-F238E27FC236}">
                    <a16:creationId xmlns:a16="http://schemas.microsoft.com/office/drawing/2014/main" id="{83C8C06A-20F0-3514-757E-76635ECE3590}"/>
                  </a:ext>
                </a:extLst>
              </p:cNvPr>
              <p:cNvSpPr/>
              <p:nvPr/>
            </p:nvSpPr>
            <p:spPr>
              <a:xfrm>
                <a:off x="299725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7" name="ph2822">
                <a:extLst>
                  <a:ext uri="{FF2B5EF4-FFF2-40B4-BE49-F238E27FC236}">
                    <a16:creationId xmlns:a16="http://schemas.microsoft.com/office/drawing/2014/main" id="{21E6E0C1-8899-424F-DFA7-98D59FF16143}"/>
                  </a:ext>
                </a:extLst>
              </p:cNvPr>
              <p:cNvSpPr/>
              <p:nvPr/>
            </p:nvSpPr>
            <p:spPr>
              <a:xfrm>
                <a:off x="300669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8" name="ph2823">
                <a:extLst>
                  <a:ext uri="{FF2B5EF4-FFF2-40B4-BE49-F238E27FC236}">
                    <a16:creationId xmlns:a16="http://schemas.microsoft.com/office/drawing/2014/main" id="{EBB20476-A221-C9D7-885E-72ED3B364CDA}"/>
                  </a:ext>
                </a:extLst>
              </p:cNvPr>
              <p:cNvSpPr/>
              <p:nvPr/>
            </p:nvSpPr>
            <p:spPr>
              <a:xfrm>
                <a:off x="301613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9" name="ph2824">
                <a:extLst>
                  <a:ext uri="{FF2B5EF4-FFF2-40B4-BE49-F238E27FC236}">
                    <a16:creationId xmlns:a16="http://schemas.microsoft.com/office/drawing/2014/main" id="{4A4B0F15-B8D1-6A15-AF65-0A58CF77FF8F}"/>
                  </a:ext>
                </a:extLst>
              </p:cNvPr>
              <p:cNvSpPr/>
              <p:nvPr/>
            </p:nvSpPr>
            <p:spPr>
              <a:xfrm>
                <a:off x="3025576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0" name="ph2825">
                <a:extLst>
                  <a:ext uri="{FF2B5EF4-FFF2-40B4-BE49-F238E27FC236}">
                    <a16:creationId xmlns:a16="http://schemas.microsoft.com/office/drawing/2014/main" id="{9BCD9557-8737-91E8-5ED1-36B8B94CAF2D}"/>
                  </a:ext>
                </a:extLst>
              </p:cNvPr>
              <p:cNvSpPr/>
              <p:nvPr/>
            </p:nvSpPr>
            <p:spPr>
              <a:xfrm>
                <a:off x="303501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1" name="ph2826">
                <a:extLst>
                  <a:ext uri="{FF2B5EF4-FFF2-40B4-BE49-F238E27FC236}">
                    <a16:creationId xmlns:a16="http://schemas.microsoft.com/office/drawing/2014/main" id="{546500DE-AD16-EA3B-4903-2F77BD82A4D8}"/>
                  </a:ext>
                </a:extLst>
              </p:cNvPr>
              <p:cNvSpPr/>
              <p:nvPr/>
            </p:nvSpPr>
            <p:spPr>
              <a:xfrm>
                <a:off x="304445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2" name="ph2827">
                <a:extLst>
                  <a:ext uri="{FF2B5EF4-FFF2-40B4-BE49-F238E27FC236}">
                    <a16:creationId xmlns:a16="http://schemas.microsoft.com/office/drawing/2014/main" id="{04353579-5160-49EC-DFC7-9DE52A7B0026}"/>
                  </a:ext>
                </a:extLst>
              </p:cNvPr>
              <p:cNvSpPr/>
              <p:nvPr/>
            </p:nvSpPr>
            <p:spPr>
              <a:xfrm>
                <a:off x="305389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3" name="ph2828">
                <a:extLst>
                  <a:ext uri="{FF2B5EF4-FFF2-40B4-BE49-F238E27FC236}">
                    <a16:creationId xmlns:a16="http://schemas.microsoft.com/office/drawing/2014/main" id="{6658D175-68D8-F5BC-37BA-75522C6D19FB}"/>
                  </a:ext>
                </a:extLst>
              </p:cNvPr>
              <p:cNvSpPr/>
              <p:nvPr/>
            </p:nvSpPr>
            <p:spPr>
              <a:xfrm>
                <a:off x="3063337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4" name="ph2829">
                <a:extLst>
                  <a:ext uri="{FF2B5EF4-FFF2-40B4-BE49-F238E27FC236}">
                    <a16:creationId xmlns:a16="http://schemas.microsoft.com/office/drawing/2014/main" id="{E9D84D4F-0E12-8283-3089-11506FCABA5C}"/>
                  </a:ext>
                </a:extLst>
              </p:cNvPr>
              <p:cNvSpPr/>
              <p:nvPr/>
            </p:nvSpPr>
            <p:spPr>
              <a:xfrm>
                <a:off x="307277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5" name="ph2830">
                <a:extLst>
                  <a:ext uri="{FF2B5EF4-FFF2-40B4-BE49-F238E27FC236}">
                    <a16:creationId xmlns:a16="http://schemas.microsoft.com/office/drawing/2014/main" id="{D0F6AF7B-B67A-4DAD-9030-658C8A304C67}"/>
                  </a:ext>
                </a:extLst>
              </p:cNvPr>
              <p:cNvSpPr/>
              <p:nvPr/>
            </p:nvSpPr>
            <p:spPr>
              <a:xfrm>
                <a:off x="308221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6" name="ph2831">
                <a:extLst>
                  <a:ext uri="{FF2B5EF4-FFF2-40B4-BE49-F238E27FC236}">
                    <a16:creationId xmlns:a16="http://schemas.microsoft.com/office/drawing/2014/main" id="{5E25559C-90B7-9F5A-65F0-8C3A66BFD28F}"/>
                  </a:ext>
                </a:extLst>
              </p:cNvPr>
              <p:cNvSpPr/>
              <p:nvPr/>
            </p:nvSpPr>
            <p:spPr>
              <a:xfrm>
                <a:off x="309165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7" name="ph2832">
                <a:extLst>
                  <a:ext uri="{FF2B5EF4-FFF2-40B4-BE49-F238E27FC236}">
                    <a16:creationId xmlns:a16="http://schemas.microsoft.com/office/drawing/2014/main" id="{99391A64-BAEB-3499-A020-FC8D379C94F6}"/>
                  </a:ext>
                </a:extLst>
              </p:cNvPr>
              <p:cNvSpPr/>
              <p:nvPr/>
            </p:nvSpPr>
            <p:spPr>
              <a:xfrm>
                <a:off x="310109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8" name="ph2833">
                <a:extLst>
                  <a:ext uri="{FF2B5EF4-FFF2-40B4-BE49-F238E27FC236}">
                    <a16:creationId xmlns:a16="http://schemas.microsoft.com/office/drawing/2014/main" id="{3CD5AA1B-0431-3CA8-BF9A-5BD735672378}"/>
                  </a:ext>
                </a:extLst>
              </p:cNvPr>
              <p:cNvSpPr/>
              <p:nvPr/>
            </p:nvSpPr>
            <p:spPr>
              <a:xfrm>
                <a:off x="3110538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9" name="ph2834">
                <a:extLst>
                  <a:ext uri="{FF2B5EF4-FFF2-40B4-BE49-F238E27FC236}">
                    <a16:creationId xmlns:a16="http://schemas.microsoft.com/office/drawing/2014/main" id="{7FD5CE41-42F0-5420-A5ED-8481D3D2F9CE}"/>
                  </a:ext>
                </a:extLst>
              </p:cNvPr>
              <p:cNvSpPr/>
              <p:nvPr/>
            </p:nvSpPr>
            <p:spPr>
              <a:xfrm>
                <a:off x="311997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0" name="ph2835">
                <a:extLst>
                  <a:ext uri="{FF2B5EF4-FFF2-40B4-BE49-F238E27FC236}">
                    <a16:creationId xmlns:a16="http://schemas.microsoft.com/office/drawing/2014/main" id="{DD62F426-6861-8936-23EF-458E32B021B0}"/>
                  </a:ext>
                </a:extLst>
              </p:cNvPr>
              <p:cNvSpPr/>
              <p:nvPr/>
            </p:nvSpPr>
            <p:spPr>
              <a:xfrm>
                <a:off x="312941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1" name="ph2836">
                <a:extLst>
                  <a:ext uri="{FF2B5EF4-FFF2-40B4-BE49-F238E27FC236}">
                    <a16:creationId xmlns:a16="http://schemas.microsoft.com/office/drawing/2014/main" id="{62CC8E65-B94D-60D4-C53E-8E70AA2EB4F5}"/>
                  </a:ext>
                </a:extLst>
              </p:cNvPr>
              <p:cNvSpPr/>
              <p:nvPr/>
            </p:nvSpPr>
            <p:spPr>
              <a:xfrm>
                <a:off x="313885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2" name="ph2837">
                <a:extLst>
                  <a:ext uri="{FF2B5EF4-FFF2-40B4-BE49-F238E27FC236}">
                    <a16:creationId xmlns:a16="http://schemas.microsoft.com/office/drawing/2014/main" id="{C689E55E-060C-912E-E362-7FD3A50BDD87}"/>
                  </a:ext>
                </a:extLst>
              </p:cNvPr>
              <p:cNvSpPr/>
              <p:nvPr/>
            </p:nvSpPr>
            <p:spPr>
              <a:xfrm>
                <a:off x="3148299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3" name="ph2838">
                <a:extLst>
                  <a:ext uri="{FF2B5EF4-FFF2-40B4-BE49-F238E27FC236}">
                    <a16:creationId xmlns:a16="http://schemas.microsoft.com/office/drawing/2014/main" id="{04C740F5-1B71-A888-D26D-BCDABADF4B2A}"/>
                  </a:ext>
                </a:extLst>
              </p:cNvPr>
              <p:cNvSpPr/>
              <p:nvPr/>
            </p:nvSpPr>
            <p:spPr>
              <a:xfrm>
                <a:off x="315774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4" name="ph2839">
                <a:extLst>
                  <a:ext uri="{FF2B5EF4-FFF2-40B4-BE49-F238E27FC236}">
                    <a16:creationId xmlns:a16="http://schemas.microsoft.com/office/drawing/2014/main" id="{591A0288-186B-52BA-96DF-A49A8C4D571D}"/>
                  </a:ext>
                </a:extLst>
              </p:cNvPr>
              <p:cNvSpPr/>
              <p:nvPr/>
            </p:nvSpPr>
            <p:spPr>
              <a:xfrm>
                <a:off x="316718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5" name="ph2840">
                <a:extLst>
                  <a:ext uri="{FF2B5EF4-FFF2-40B4-BE49-F238E27FC236}">
                    <a16:creationId xmlns:a16="http://schemas.microsoft.com/office/drawing/2014/main" id="{AA152C43-AD9F-7511-F1D5-EC72AE1591EE}"/>
                  </a:ext>
                </a:extLst>
              </p:cNvPr>
              <p:cNvSpPr/>
              <p:nvPr/>
            </p:nvSpPr>
            <p:spPr>
              <a:xfrm>
                <a:off x="317662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6" name="ph2841">
                <a:extLst>
                  <a:ext uri="{FF2B5EF4-FFF2-40B4-BE49-F238E27FC236}">
                    <a16:creationId xmlns:a16="http://schemas.microsoft.com/office/drawing/2014/main" id="{8F145A26-2BE9-966E-E648-41E335FDA63E}"/>
                  </a:ext>
                </a:extLst>
              </p:cNvPr>
              <p:cNvSpPr/>
              <p:nvPr/>
            </p:nvSpPr>
            <p:spPr>
              <a:xfrm>
                <a:off x="3186060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7" name="ph2842">
                <a:extLst>
                  <a:ext uri="{FF2B5EF4-FFF2-40B4-BE49-F238E27FC236}">
                    <a16:creationId xmlns:a16="http://schemas.microsoft.com/office/drawing/2014/main" id="{B8362730-B9A9-CDC4-3008-4412DE480D34}"/>
                  </a:ext>
                </a:extLst>
              </p:cNvPr>
              <p:cNvSpPr/>
              <p:nvPr/>
            </p:nvSpPr>
            <p:spPr>
              <a:xfrm>
                <a:off x="319550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8" name="ph2843">
                <a:extLst>
                  <a:ext uri="{FF2B5EF4-FFF2-40B4-BE49-F238E27FC236}">
                    <a16:creationId xmlns:a16="http://schemas.microsoft.com/office/drawing/2014/main" id="{AEDEBCAC-0FB4-B36A-699A-BBAABC023B1E}"/>
                  </a:ext>
                </a:extLst>
              </p:cNvPr>
              <p:cNvSpPr/>
              <p:nvPr/>
            </p:nvSpPr>
            <p:spPr>
              <a:xfrm>
                <a:off x="320494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9" name="ph2844">
                <a:extLst>
                  <a:ext uri="{FF2B5EF4-FFF2-40B4-BE49-F238E27FC236}">
                    <a16:creationId xmlns:a16="http://schemas.microsoft.com/office/drawing/2014/main" id="{A94F2247-0BB7-1A3F-BD8A-22F7F5161E6E}"/>
                  </a:ext>
                </a:extLst>
              </p:cNvPr>
              <p:cNvSpPr/>
              <p:nvPr/>
            </p:nvSpPr>
            <p:spPr>
              <a:xfrm>
                <a:off x="321438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0" name="ph2845">
                <a:extLst>
                  <a:ext uri="{FF2B5EF4-FFF2-40B4-BE49-F238E27FC236}">
                    <a16:creationId xmlns:a16="http://schemas.microsoft.com/office/drawing/2014/main" id="{133F111A-72E7-8621-C2BD-A06781DE4AC5}"/>
                  </a:ext>
                </a:extLst>
              </p:cNvPr>
              <p:cNvSpPr/>
              <p:nvPr/>
            </p:nvSpPr>
            <p:spPr>
              <a:xfrm>
                <a:off x="3223821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1" name="ph2846">
                <a:extLst>
                  <a:ext uri="{FF2B5EF4-FFF2-40B4-BE49-F238E27FC236}">
                    <a16:creationId xmlns:a16="http://schemas.microsoft.com/office/drawing/2014/main" id="{851CAACF-BCD9-30D4-2BD2-E03DB21298CB}"/>
                  </a:ext>
                </a:extLst>
              </p:cNvPr>
              <p:cNvSpPr/>
              <p:nvPr/>
            </p:nvSpPr>
            <p:spPr>
              <a:xfrm>
                <a:off x="323326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2" name="ph2847">
                <a:extLst>
                  <a:ext uri="{FF2B5EF4-FFF2-40B4-BE49-F238E27FC236}">
                    <a16:creationId xmlns:a16="http://schemas.microsoft.com/office/drawing/2014/main" id="{EA793020-187C-C96C-A5F2-925A9F543ABA}"/>
                  </a:ext>
                </a:extLst>
              </p:cNvPr>
              <p:cNvSpPr/>
              <p:nvPr/>
            </p:nvSpPr>
            <p:spPr>
              <a:xfrm>
                <a:off x="324270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3" name="ph2848">
                <a:extLst>
                  <a:ext uri="{FF2B5EF4-FFF2-40B4-BE49-F238E27FC236}">
                    <a16:creationId xmlns:a16="http://schemas.microsoft.com/office/drawing/2014/main" id="{0266BA0D-5C2D-D7AC-7B41-2772041347F3}"/>
                  </a:ext>
                </a:extLst>
              </p:cNvPr>
              <p:cNvSpPr/>
              <p:nvPr/>
            </p:nvSpPr>
            <p:spPr>
              <a:xfrm>
                <a:off x="325214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4" name="ph2849">
                <a:extLst>
                  <a:ext uri="{FF2B5EF4-FFF2-40B4-BE49-F238E27FC236}">
                    <a16:creationId xmlns:a16="http://schemas.microsoft.com/office/drawing/2014/main" id="{A666590B-BB48-B529-B037-DC451216D684}"/>
                  </a:ext>
                </a:extLst>
              </p:cNvPr>
              <p:cNvSpPr/>
              <p:nvPr/>
            </p:nvSpPr>
            <p:spPr>
              <a:xfrm>
                <a:off x="3261582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5" name="ph2850">
                <a:extLst>
                  <a:ext uri="{FF2B5EF4-FFF2-40B4-BE49-F238E27FC236}">
                    <a16:creationId xmlns:a16="http://schemas.microsoft.com/office/drawing/2014/main" id="{46693738-91F1-B31F-6631-9925DB773530}"/>
                  </a:ext>
                </a:extLst>
              </p:cNvPr>
              <p:cNvSpPr/>
              <p:nvPr/>
            </p:nvSpPr>
            <p:spPr>
              <a:xfrm>
                <a:off x="327102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6" name="ph2851">
                <a:extLst>
                  <a:ext uri="{FF2B5EF4-FFF2-40B4-BE49-F238E27FC236}">
                    <a16:creationId xmlns:a16="http://schemas.microsoft.com/office/drawing/2014/main" id="{374E3739-815F-80DF-7CD4-BAED641550F8}"/>
                  </a:ext>
                </a:extLst>
              </p:cNvPr>
              <p:cNvSpPr/>
              <p:nvPr/>
            </p:nvSpPr>
            <p:spPr>
              <a:xfrm>
                <a:off x="328046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7" name="ph2852">
                <a:extLst>
                  <a:ext uri="{FF2B5EF4-FFF2-40B4-BE49-F238E27FC236}">
                    <a16:creationId xmlns:a16="http://schemas.microsoft.com/office/drawing/2014/main" id="{CC90681B-265B-5E5B-95F7-954EC7EBCBF0}"/>
                  </a:ext>
                </a:extLst>
              </p:cNvPr>
              <p:cNvSpPr/>
              <p:nvPr/>
            </p:nvSpPr>
            <p:spPr>
              <a:xfrm>
                <a:off x="328990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8" name="ph2853">
                <a:extLst>
                  <a:ext uri="{FF2B5EF4-FFF2-40B4-BE49-F238E27FC236}">
                    <a16:creationId xmlns:a16="http://schemas.microsoft.com/office/drawing/2014/main" id="{235B5FCB-2B42-5D9E-2899-A9B024284589}"/>
                  </a:ext>
                </a:extLst>
              </p:cNvPr>
              <p:cNvSpPr/>
              <p:nvPr/>
            </p:nvSpPr>
            <p:spPr>
              <a:xfrm>
                <a:off x="3299343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9" name="ph2854">
                <a:extLst>
                  <a:ext uri="{FF2B5EF4-FFF2-40B4-BE49-F238E27FC236}">
                    <a16:creationId xmlns:a16="http://schemas.microsoft.com/office/drawing/2014/main" id="{1A42AD92-DA26-8219-873B-C7BF8D65E01C}"/>
                  </a:ext>
                </a:extLst>
              </p:cNvPr>
              <p:cNvSpPr/>
              <p:nvPr/>
            </p:nvSpPr>
            <p:spPr>
              <a:xfrm>
                <a:off x="330878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0" name="ph2855">
                <a:extLst>
                  <a:ext uri="{FF2B5EF4-FFF2-40B4-BE49-F238E27FC236}">
                    <a16:creationId xmlns:a16="http://schemas.microsoft.com/office/drawing/2014/main" id="{43BE846D-C36B-960F-CE72-9F3092BB2963}"/>
                  </a:ext>
                </a:extLst>
              </p:cNvPr>
              <p:cNvSpPr/>
              <p:nvPr/>
            </p:nvSpPr>
            <p:spPr>
              <a:xfrm>
                <a:off x="331822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1" name="ph2856">
                <a:extLst>
                  <a:ext uri="{FF2B5EF4-FFF2-40B4-BE49-F238E27FC236}">
                    <a16:creationId xmlns:a16="http://schemas.microsoft.com/office/drawing/2014/main" id="{CFDAE67A-AC11-5AEB-65EB-3DF4150165E5}"/>
                  </a:ext>
                </a:extLst>
              </p:cNvPr>
              <p:cNvSpPr/>
              <p:nvPr/>
            </p:nvSpPr>
            <p:spPr>
              <a:xfrm>
                <a:off x="332766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2" name="ph2857">
                <a:extLst>
                  <a:ext uri="{FF2B5EF4-FFF2-40B4-BE49-F238E27FC236}">
                    <a16:creationId xmlns:a16="http://schemas.microsoft.com/office/drawing/2014/main" id="{5985CF39-86FC-711B-DA30-3DAFF5B6E062}"/>
                  </a:ext>
                </a:extLst>
              </p:cNvPr>
              <p:cNvSpPr/>
              <p:nvPr/>
            </p:nvSpPr>
            <p:spPr>
              <a:xfrm>
                <a:off x="333710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3" name="ph2858">
                <a:extLst>
                  <a:ext uri="{FF2B5EF4-FFF2-40B4-BE49-F238E27FC236}">
                    <a16:creationId xmlns:a16="http://schemas.microsoft.com/office/drawing/2014/main" id="{E63708F8-8035-829B-0096-F684E180521B}"/>
                  </a:ext>
                </a:extLst>
              </p:cNvPr>
              <p:cNvSpPr/>
              <p:nvPr/>
            </p:nvSpPr>
            <p:spPr>
              <a:xfrm>
                <a:off x="3346544" y="21853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4" name="ph2859">
                <a:extLst>
                  <a:ext uri="{FF2B5EF4-FFF2-40B4-BE49-F238E27FC236}">
                    <a16:creationId xmlns:a16="http://schemas.microsoft.com/office/drawing/2014/main" id="{94449120-06E4-1617-8E83-D76E1620922B}"/>
                  </a:ext>
                </a:extLst>
              </p:cNvPr>
              <p:cNvSpPr/>
              <p:nvPr/>
            </p:nvSpPr>
            <p:spPr>
              <a:xfrm>
                <a:off x="3355985" y="220293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6345"/>
                    </a:lnTo>
                    <a:lnTo>
                      <a:pt x="923433" y="908141"/>
                    </a:lnTo>
                    <a:lnTo>
                      <a:pt x="922852" y="910707"/>
                    </a:lnTo>
                    <a:lnTo>
                      <a:pt x="922271" y="913272"/>
                    </a:lnTo>
                    <a:lnTo>
                      <a:pt x="92201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5" name="ph2860">
                <a:extLst>
                  <a:ext uri="{FF2B5EF4-FFF2-40B4-BE49-F238E27FC236}">
                    <a16:creationId xmlns:a16="http://schemas.microsoft.com/office/drawing/2014/main" id="{85515696-0764-AB49-52CA-ACCDB5D7C104}"/>
                  </a:ext>
                </a:extLst>
              </p:cNvPr>
              <p:cNvSpPr/>
              <p:nvPr/>
            </p:nvSpPr>
            <p:spPr>
              <a:xfrm>
                <a:off x="3365425" y="2185361"/>
                <a:ext cx="916838" cy="923915"/>
              </a:xfrm>
              <a:custGeom>
                <a:avLst/>
                <a:gdLst/>
                <a:ahLst/>
                <a:cxnLst/>
                <a:rect l="0" t="0" r="0" b="0"/>
                <a:pathLst>
                  <a:path w="916838" h="923915">
                    <a:moveTo>
                      <a:pt x="914400" y="914400"/>
                    </a:moveTo>
                    <a:lnTo>
                      <a:pt x="916838" y="914400"/>
                    </a:lnTo>
                    <a:lnTo>
                      <a:pt x="916710" y="914876"/>
                    </a:lnTo>
                    <a:lnTo>
                      <a:pt x="915891" y="917944"/>
                    </a:lnTo>
                    <a:lnTo>
                      <a:pt x="915072" y="921012"/>
                    </a:lnTo>
                    <a:lnTo>
                      <a:pt x="914974" y="921382"/>
                    </a:lnTo>
                    <a:lnTo>
                      <a:pt x="914574" y="923145"/>
                    </a:lnTo>
                    <a:lnTo>
                      <a:pt x="914400" y="92391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6" name="ph2861">
                <a:extLst>
                  <a:ext uri="{FF2B5EF4-FFF2-40B4-BE49-F238E27FC236}">
                    <a16:creationId xmlns:a16="http://schemas.microsoft.com/office/drawing/2014/main" id="{68E9B90C-F063-2DC3-4054-BBDFF80BDF3D}"/>
                  </a:ext>
                </a:extLst>
              </p:cNvPr>
              <p:cNvSpPr/>
              <p:nvPr/>
            </p:nvSpPr>
            <p:spPr>
              <a:xfrm>
                <a:off x="2383640" y="2167792"/>
                <a:ext cx="914399" cy="925876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5876">
                    <a:moveTo>
                      <a:pt x="914399" y="914400"/>
                    </a:moveTo>
                    <a:lnTo>
                      <a:pt x="914399" y="925876"/>
                    </a:lnTo>
                    <a:lnTo>
                      <a:pt x="914183" y="925397"/>
                    </a:lnTo>
                    <a:lnTo>
                      <a:pt x="913397" y="923661"/>
                    </a:lnTo>
                    <a:lnTo>
                      <a:pt x="912610" y="921926"/>
                    </a:lnTo>
                    <a:lnTo>
                      <a:pt x="911823" y="920190"/>
                    </a:lnTo>
                    <a:lnTo>
                      <a:pt x="911037" y="918454"/>
                    </a:lnTo>
                    <a:lnTo>
                      <a:pt x="910249" y="916718"/>
                    </a:lnTo>
                    <a:lnTo>
                      <a:pt x="909462" y="914983"/>
                    </a:lnTo>
                    <a:lnTo>
                      <a:pt x="909198" y="914400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7" name="ph2862">
                <a:extLst>
                  <a:ext uri="{FF2B5EF4-FFF2-40B4-BE49-F238E27FC236}">
                    <a16:creationId xmlns:a16="http://schemas.microsoft.com/office/drawing/2014/main" id="{FF94A05E-79AF-E9E3-44B2-8466684D2D9E}"/>
                  </a:ext>
                </a:extLst>
              </p:cNvPr>
              <p:cNvSpPr/>
              <p:nvPr/>
            </p:nvSpPr>
            <p:spPr>
              <a:xfrm>
                <a:off x="238364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6540" y="930606"/>
                    </a:lnTo>
                    <a:lnTo>
                      <a:pt x="915755" y="928869"/>
                    </a:lnTo>
                    <a:lnTo>
                      <a:pt x="914969" y="927133"/>
                    </a:lnTo>
                    <a:lnTo>
                      <a:pt x="914399" y="925876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8" name="ph2863">
                <a:extLst>
                  <a:ext uri="{FF2B5EF4-FFF2-40B4-BE49-F238E27FC236}">
                    <a16:creationId xmlns:a16="http://schemas.microsoft.com/office/drawing/2014/main" id="{AD16E96E-DC90-217D-3B2B-6C6B2E37998D}"/>
                  </a:ext>
                </a:extLst>
              </p:cNvPr>
              <p:cNvSpPr/>
              <p:nvPr/>
            </p:nvSpPr>
            <p:spPr>
              <a:xfrm>
                <a:off x="239308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9" name="ph2864">
                <a:extLst>
                  <a:ext uri="{FF2B5EF4-FFF2-40B4-BE49-F238E27FC236}">
                    <a16:creationId xmlns:a16="http://schemas.microsoft.com/office/drawing/2014/main" id="{A796CCB4-5965-26F0-5486-05AAF27623E9}"/>
                  </a:ext>
                </a:extLst>
              </p:cNvPr>
              <p:cNvSpPr/>
              <p:nvPr/>
            </p:nvSpPr>
            <p:spPr>
              <a:xfrm>
                <a:off x="240252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0" name="ph2865">
                <a:extLst>
                  <a:ext uri="{FF2B5EF4-FFF2-40B4-BE49-F238E27FC236}">
                    <a16:creationId xmlns:a16="http://schemas.microsoft.com/office/drawing/2014/main" id="{E291EB3F-B089-0F6C-864D-344D1BDD35CA}"/>
                  </a:ext>
                </a:extLst>
              </p:cNvPr>
              <p:cNvSpPr/>
              <p:nvPr/>
            </p:nvSpPr>
            <p:spPr>
              <a:xfrm>
                <a:off x="241196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1" name="ph2866">
                <a:extLst>
                  <a:ext uri="{FF2B5EF4-FFF2-40B4-BE49-F238E27FC236}">
                    <a16:creationId xmlns:a16="http://schemas.microsoft.com/office/drawing/2014/main" id="{480B06F1-868F-0D6A-E4A3-1C67E2ADE961}"/>
                  </a:ext>
                </a:extLst>
              </p:cNvPr>
              <p:cNvSpPr/>
              <p:nvPr/>
            </p:nvSpPr>
            <p:spPr>
              <a:xfrm>
                <a:off x="242140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2" name="ph2867">
                <a:extLst>
                  <a:ext uri="{FF2B5EF4-FFF2-40B4-BE49-F238E27FC236}">
                    <a16:creationId xmlns:a16="http://schemas.microsoft.com/office/drawing/2014/main" id="{D35410C1-EBBA-2019-1E1F-8C8A18780EFA}"/>
                  </a:ext>
                </a:extLst>
              </p:cNvPr>
              <p:cNvSpPr/>
              <p:nvPr/>
            </p:nvSpPr>
            <p:spPr>
              <a:xfrm>
                <a:off x="243084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3" name="ph2868">
                <a:extLst>
                  <a:ext uri="{FF2B5EF4-FFF2-40B4-BE49-F238E27FC236}">
                    <a16:creationId xmlns:a16="http://schemas.microsoft.com/office/drawing/2014/main" id="{4958F161-337E-955E-77AF-A3E60D9AA2F1}"/>
                  </a:ext>
                </a:extLst>
              </p:cNvPr>
              <p:cNvSpPr/>
              <p:nvPr/>
            </p:nvSpPr>
            <p:spPr>
              <a:xfrm>
                <a:off x="244028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4" name="ph2869">
                <a:extLst>
                  <a:ext uri="{FF2B5EF4-FFF2-40B4-BE49-F238E27FC236}">
                    <a16:creationId xmlns:a16="http://schemas.microsoft.com/office/drawing/2014/main" id="{BBF09F41-E6A5-DCBB-0ADD-275B293813DB}"/>
                  </a:ext>
                </a:extLst>
              </p:cNvPr>
              <p:cNvSpPr/>
              <p:nvPr/>
            </p:nvSpPr>
            <p:spPr>
              <a:xfrm>
                <a:off x="244972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5" name="ph2870">
                <a:extLst>
                  <a:ext uri="{FF2B5EF4-FFF2-40B4-BE49-F238E27FC236}">
                    <a16:creationId xmlns:a16="http://schemas.microsoft.com/office/drawing/2014/main" id="{F893E852-4222-35C2-6C1F-14AD260D1771}"/>
                  </a:ext>
                </a:extLst>
              </p:cNvPr>
              <p:cNvSpPr/>
              <p:nvPr/>
            </p:nvSpPr>
            <p:spPr>
              <a:xfrm>
                <a:off x="245916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6" name="ph2871">
                <a:extLst>
                  <a:ext uri="{FF2B5EF4-FFF2-40B4-BE49-F238E27FC236}">
                    <a16:creationId xmlns:a16="http://schemas.microsoft.com/office/drawing/2014/main" id="{969AB461-D571-1362-F9D3-4C13F6E3E56E}"/>
                  </a:ext>
                </a:extLst>
              </p:cNvPr>
              <p:cNvSpPr/>
              <p:nvPr/>
            </p:nvSpPr>
            <p:spPr>
              <a:xfrm>
                <a:off x="246860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7" name="ph2872">
                <a:extLst>
                  <a:ext uri="{FF2B5EF4-FFF2-40B4-BE49-F238E27FC236}">
                    <a16:creationId xmlns:a16="http://schemas.microsoft.com/office/drawing/2014/main" id="{996327F9-1C63-7AA8-E164-A0FD5B10F839}"/>
                  </a:ext>
                </a:extLst>
              </p:cNvPr>
              <p:cNvSpPr/>
              <p:nvPr/>
            </p:nvSpPr>
            <p:spPr>
              <a:xfrm>
                <a:off x="247804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8" name="ph2873">
                <a:extLst>
                  <a:ext uri="{FF2B5EF4-FFF2-40B4-BE49-F238E27FC236}">
                    <a16:creationId xmlns:a16="http://schemas.microsoft.com/office/drawing/2014/main" id="{D728D218-1DE9-814C-AD62-8B31AE0A2C47}"/>
                  </a:ext>
                </a:extLst>
              </p:cNvPr>
              <p:cNvSpPr/>
              <p:nvPr/>
            </p:nvSpPr>
            <p:spPr>
              <a:xfrm>
                <a:off x="248748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9" name="ph2874">
                <a:extLst>
                  <a:ext uri="{FF2B5EF4-FFF2-40B4-BE49-F238E27FC236}">
                    <a16:creationId xmlns:a16="http://schemas.microsoft.com/office/drawing/2014/main" id="{E732A578-C4F8-32A3-0EEC-DD80BAC6A22A}"/>
                  </a:ext>
                </a:extLst>
              </p:cNvPr>
              <p:cNvSpPr/>
              <p:nvPr/>
            </p:nvSpPr>
            <p:spPr>
              <a:xfrm>
                <a:off x="249692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0" name="ph2875">
                <a:extLst>
                  <a:ext uri="{FF2B5EF4-FFF2-40B4-BE49-F238E27FC236}">
                    <a16:creationId xmlns:a16="http://schemas.microsoft.com/office/drawing/2014/main" id="{E483A1AE-5022-F5E8-E2A4-7A67D5D0EB04}"/>
                  </a:ext>
                </a:extLst>
              </p:cNvPr>
              <p:cNvSpPr/>
              <p:nvPr/>
            </p:nvSpPr>
            <p:spPr>
              <a:xfrm>
                <a:off x="250636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1" name="ph2876">
                <a:extLst>
                  <a:ext uri="{FF2B5EF4-FFF2-40B4-BE49-F238E27FC236}">
                    <a16:creationId xmlns:a16="http://schemas.microsoft.com/office/drawing/2014/main" id="{8CAC1361-B0B5-7872-ED4C-99D5679266AA}"/>
                  </a:ext>
                </a:extLst>
              </p:cNvPr>
              <p:cNvSpPr/>
              <p:nvPr/>
            </p:nvSpPr>
            <p:spPr>
              <a:xfrm>
                <a:off x="251580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2" name="ph2877">
                <a:extLst>
                  <a:ext uri="{FF2B5EF4-FFF2-40B4-BE49-F238E27FC236}">
                    <a16:creationId xmlns:a16="http://schemas.microsoft.com/office/drawing/2014/main" id="{6D55627E-64A9-F55A-3B21-89B56EF4B0F8}"/>
                  </a:ext>
                </a:extLst>
              </p:cNvPr>
              <p:cNvSpPr/>
              <p:nvPr/>
            </p:nvSpPr>
            <p:spPr>
              <a:xfrm>
                <a:off x="252524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3" name="ph2878">
                <a:extLst>
                  <a:ext uri="{FF2B5EF4-FFF2-40B4-BE49-F238E27FC236}">
                    <a16:creationId xmlns:a16="http://schemas.microsoft.com/office/drawing/2014/main" id="{90F605FF-A9DD-6E25-A290-11FBE9BB2633}"/>
                  </a:ext>
                </a:extLst>
              </p:cNvPr>
              <p:cNvSpPr/>
              <p:nvPr/>
            </p:nvSpPr>
            <p:spPr>
              <a:xfrm>
                <a:off x="253468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4" name="ph2879">
                <a:extLst>
                  <a:ext uri="{FF2B5EF4-FFF2-40B4-BE49-F238E27FC236}">
                    <a16:creationId xmlns:a16="http://schemas.microsoft.com/office/drawing/2014/main" id="{D2444B89-8951-A698-6F27-8A129F894EF8}"/>
                  </a:ext>
                </a:extLst>
              </p:cNvPr>
              <p:cNvSpPr/>
              <p:nvPr/>
            </p:nvSpPr>
            <p:spPr>
              <a:xfrm>
                <a:off x="254412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5" name="ph2880">
                <a:extLst>
                  <a:ext uri="{FF2B5EF4-FFF2-40B4-BE49-F238E27FC236}">
                    <a16:creationId xmlns:a16="http://schemas.microsoft.com/office/drawing/2014/main" id="{8C005719-9E0B-4284-0801-1CE08244AB1F}"/>
                  </a:ext>
                </a:extLst>
              </p:cNvPr>
              <p:cNvSpPr/>
              <p:nvPr/>
            </p:nvSpPr>
            <p:spPr>
              <a:xfrm>
                <a:off x="255356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6" name="ph2881">
                <a:extLst>
                  <a:ext uri="{FF2B5EF4-FFF2-40B4-BE49-F238E27FC236}">
                    <a16:creationId xmlns:a16="http://schemas.microsoft.com/office/drawing/2014/main" id="{313FD023-3E90-FDE6-013A-461CD5EC8D3D}"/>
                  </a:ext>
                </a:extLst>
              </p:cNvPr>
              <p:cNvSpPr/>
              <p:nvPr/>
            </p:nvSpPr>
            <p:spPr>
              <a:xfrm>
                <a:off x="256300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7" name="ph2882">
                <a:extLst>
                  <a:ext uri="{FF2B5EF4-FFF2-40B4-BE49-F238E27FC236}">
                    <a16:creationId xmlns:a16="http://schemas.microsoft.com/office/drawing/2014/main" id="{4ADE06B4-81AD-007D-C5ED-01A5A1861962}"/>
                  </a:ext>
                </a:extLst>
              </p:cNvPr>
              <p:cNvSpPr/>
              <p:nvPr/>
            </p:nvSpPr>
            <p:spPr>
              <a:xfrm>
                <a:off x="257244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8" name="ph2883">
                <a:extLst>
                  <a:ext uri="{FF2B5EF4-FFF2-40B4-BE49-F238E27FC236}">
                    <a16:creationId xmlns:a16="http://schemas.microsoft.com/office/drawing/2014/main" id="{85501845-C470-01F9-A045-554BE8E54D3B}"/>
                  </a:ext>
                </a:extLst>
              </p:cNvPr>
              <p:cNvSpPr/>
              <p:nvPr/>
            </p:nvSpPr>
            <p:spPr>
              <a:xfrm>
                <a:off x="258188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9" name="ph2884">
                <a:extLst>
                  <a:ext uri="{FF2B5EF4-FFF2-40B4-BE49-F238E27FC236}">
                    <a16:creationId xmlns:a16="http://schemas.microsoft.com/office/drawing/2014/main" id="{5B2B0386-D89C-8198-ED9E-6850A73EEAFC}"/>
                  </a:ext>
                </a:extLst>
              </p:cNvPr>
              <p:cNvSpPr/>
              <p:nvPr/>
            </p:nvSpPr>
            <p:spPr>
              <a:xfrm>
                <a:off x="259132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0" name="ph2885">
                <a:extLst>
                  <a:ext uri="{FF2B5EF4-FFF2-40B4-BE49-F238E27FC236}">
                    <a16:creationId xmlns:a16="http://schemas.microsoft.com/office/drawing/2014/main" id="{25A7DDE9-C584-3C82-D4A1-761FBA6A68E6}"/>
                  </a:ext>
                </a:extLst>
              </p:cNvPr>
              <p:cNvSpPr/>
              <p:nvPr/>
            </p:nvSpPr>
            <p:spPr>
              <a:xfrm>
                <a:off x="260076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1" name="ph2886">
                <a:extLst>
                  <a:ext uri="{FF2B5EF4-FFF2-40B4-BE49-F238E27FC236}">
                    <a16:creationId xmlns:a16="http://schemas.microsoft.com/office/drawing/2014/main" id="{CD5D1A0B-E9FD-B687-24D1-25E0E0FC7C2E}"/>
                  </a:ext>
                </a:extLst>
              </p:cNvPr>
              <p:cNvSpPr/>
              <p:nvPr/>
            </p:nvSpPr>
            <p:spPr>
              <a:xfrm>
                <a:off x="261020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2" name="ph2887">
                <a:extLst>
                  <a:ext uri="{FF2B5EF4-FFF2-40B4-BE49-F238E27FC236}">
                    <a16:creationId xmlns:a16="http://schemas.microsoft.com/office/drawing/2014/main" id="{AED3BBD7-9E33-B207-2131-23A066062F3D}"/>
                  </a:ext>
                </a:extLst>
              </p:cNvPr>
              <p:cNvSpPr/>
              <p:nvPr/>
            </p:nvSpPr>
            <p:spPr>
              <a:xfrm>
                <a:off x="261964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3" name="ph2888">
                <a:extLst>
                  <a:ext uri="{FF2B5EF4-FFF2-40B4-BE49-F238E27FC236}">
                    <a16:creationId xmlns:a16="http://schemas.microsoft.com/office/drawing/2014/main" id="{8CE33BBA-3B1C-2A94-159A-AF306FB5FCFA}"/>
                  </a:ext>
                </a:extLst>
              </p:cNvPr>
              <p:cNvSpPr/>
              <p:nvPr/>
            </p:nvSpPr>
            <p:spPr>
              <a:xfrm>
                <a:off x="262908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4" name="ph2889">
                <a:extLst>
                  <a:ext uri="{FF2B5EF4-FFF2-40B4-BE49-F238E27FC236}">
                    <a16:creationId xmlns:a16="http://schemas.microsoft.com/office/drawing/2014/main" id="{B947BE48-029F-A45A-5087-7540D979155F}"/>
                  </a:ext>
                </a:extLst>
              </p:cNvPr>
              <p:cNvSpPr/>
              <p:nvPr/>
            </p:nvSpPr>
            <p:spPr>
              <a:xfrm>
                <a:off x="263852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5" name="ph2890">
                <a:extLst>
                  <a:ext uri="{FF2B5EF4-FFF2-40B4-BE49-F238E27FC236}">
                    <a16:creationId xmlns:a16="http://schemas.microsoft.com/office/drawing/2014/main" id="{D4BE1C58-729F-A8C7-B4F1-4D08CF70287E}"/>
                  </a:ext>
                </a:extLst>
              </p:cNvPr>
              <p:cNvSpPr/>
              <p:nvPr/>
            </p:nvSpPr>
            <p:spPr>
              <a:xfrm>
                <a:off x="264796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6" name="ph2891">
                <a:extLst>
                  <a:ext uri="{FF2B5EF4-FFF2-40B4-BE49-F238E27FC236}">
                    <a16:creationId xmlns:a16="http://schemas.microsoft.com/office/drawing/2014/main" id="{34FEC7A0-8C19-BFCD-3BBA-059C1EAE1A9F}"/>
                  </a:ext>
                </a:extLst>
              </p:cNvPr>
              <p:cNvSpPr/>
              <p:nvPr/>
            </p:nvSpPr>
            <p:spPr>
              <a:xfrm>
                <a:off x="265740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7" name="ph2892">
                <a:extLst>
                  <a:ext uri="{FF2B5EF4-FFF2-40B4-BE49-F238E27FC236}">
                    <a16:creationId xmlns:a16="http://schemas.microsoft.com/office/drawing/2014/main" id="{6B6FBB3C-7CC8-928B-1F03-7F1D9099AC10}"/>
                  </a:ext>
                </a:extLst>
              </p:cNvPr>
              <p:cNvSpPr/>
              <p:nvPr/>
            </p:nvSpPr>
            <p:spPr>
              <a:xfrm>
                <a:off x="266684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8" name="ph2893">
                <a:extLst>
                  <a:ext uri="{FF2B5EF4-FFF2-40B4-BE49-F238E27FC236}">
                    <a16:creationId xmlns:a16="http://schemas.microsoft.com/office/drawing/2014/main" id="{91ECED94-2C6E-787A-EB3F-2EF7FD9EDA64}"/>
                  </a:ext>
                </a:extLst>
              </p:cNvPr>
              <p:cNvSpPr/>
              <p:nvPr/>
            </p:nvSpPr>
            <p:spPr>
              <a:xfrm>
                <a:off x="267628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9" name="ph2894">
                <a:extLst>
                  <a:ext uri="{FF2B5EF4-FFF2-40B4-BE49-F238E27FC236}">
                    <a16:creationId xmlns:a16="http://schemas.microsoft.com/office/drawing/2014/main" id="{2B64F2C4-5B1F-C693-08B6-6FAA3AB35FE3}"/>
                  </a:ext>
                </a:extLst>
              </p:cNvPr>
              <p:cNvSpPr/>
              <p:nvPr/>
            </p:nvSpPr>
            <p:spPr>
              <a:xfrm>
                <a:off x="268572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0" name="ph2895">
                <a:extLst>
                  <a:ext uri="{FF2B5EF4-FFF2-40B4-BE49-F238E27FC236}">
                    <a16:creationId xmlns:a16="http://schemas.microsoft.com/office/drawing/2014/main" id="{EE24A3CE-CBD6-159F-9E6E-86672B43FEDA}"/>
                  </a:ext>
                </a:extLst>
              </p:cNvPr>
              <p:cNvSpPr/>
              <p:nvPr/>
            </p:nvSpPr>
            <p:spPr>
              <a:xfrm>
                <a:off x="2695168" y="2185361"/>
                <a:ext cx="92219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9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990" y="896830"/>
                    </a:lnTo>
                    <a:lnTo>
                      <a:pt x="919019" y="896987"/>
                    </a:lnTo>
                    <a:lnTo>
                      <a:pt x="919126" y="897554"/>
                    </a:lnTo>
                    <a:lnTo>
                      <a:pt x="919233" y="898120"/>
                    </a:lnTo>
                    <a:lnTo>
                      <a:pt x="919339" y="898686"/>
                    </a:lnTo>
                    <a:lnTo>
                      <a:pt x="919446" y="899252"/>
                    </a:lnTo>
                    <a:lnTo>
                      <a:pt x="919553" y="899818"/>
                    </a:lnTo>
                    <a:lnTo>
                      <a:pt x="919659" y="900385"/>
                    </a:lnTo>
                    <a:lnTo>
                      <a:pt x="919766" y="900951"/>
                    </a:lnTo>
                    <a:lnTo>
                      <a:pt x="919872" y="901517"/>
                    </a:lnTo>
                    <a:lnTo>
                      <a:pt x="919979" y="902083"/>
                    </a:lnTo>
                    <a:lnTo>
                      <a:pt x="920085" y="902649"/>
                    </a:lnTo>
                    <a:lnTo>
                      <a:pt x="920192" y="903216"/>
                    </a:lnTo>
                    <a:lnTo>
                      <a:pt x="920298" y="903782"/>
                    </a:lnTo>
                    <a:lnTo>
                      <a:pt x="920405" y="904348"/>
                    </a:lnTo>
                    <a:lnTo>
                      <a:pt x="920511" y="904914"/>
                    </a:lnTo>
                    <a:lnTo>
                      <a:pt x="920618" y="905480"/>
                    </a:lnTo>
                    <a:lnTo>
                      <a:pt x="920724" y="906047"/>
                    </a:lnTo>
                    <a:lnTo>
                      <a:pt x="920831" y="906613"/>
                    </a:lnTo>
                    <a:lnTo>
                      <a:pt x="920937" y="907179"/>
                    </a:lnTo>
                    <a:lnTo>
                      <a:pt x="921044" y="907745"/>
                    </a:lnTo>
                    <a:lnTo>
                      <a:pt x="921150" y="908311"/>
                    </a:lnTo>
                    <a:lnTo>
                      <a:pt x="922198" y="914400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1" name="ph2896">
                <a:extLst>
                  <a:ext uri="{FF2B5EF4-FFF2-40B4-BE49-F238E27FC236}">
                    <a16:creationId xmlns:a16="http://schemas.microsoft.com/office/drawing/2014/main" id="{C9D43726-2341-4BDB-0F81-406E4C46951E}"/>
                  </a:ext>
                </a:extLst>
              </p:cNvPr>
              <p:cNvSpPr/>
              <p:nvPr/>
            </p:nvSpPr>
            <p:spPr>
              <a:xfrm>
                <a:off x="2902853" y="218536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5710" y="914361"/>
                    </a:lnTo>
                    <a:lnTo>
                      <a:pt x="906115" y="914053"/>
                    </a:lnTo>
                    <a:lnTo>
                      <a:pt x="906519" y="913746"/>
                    </a:lnTo>
                    <a:lnTo>
                      <a:pt x="906924" y="913438"/>
                    </a:lnTo>
                    <a:lnTo>
                      <a:pt x="907329" y="913130"/>
                    </a:lnTo>
                    <a:lnTo>
                      <a:pt x="907733" y="912823"/>
                    </a:lnTo>
                    <a:lnTo>
                      <a:pt x="908138" y="912515"/>
                    </a:lnTo>
                    <a:lnTo>
                      <a:pt x="908543" y="912208"/>
                    </a:lnTo>
                    <a:lnTo>
                      <a:pt x="908948" y="911900"/>
                    </a:lnTo>
                    <a:lnTo>
                      <a:pt x="909353" y="911593"/>
                    </a:lnTo>
                    <a:lnTo>
                      <a:pt x="909757" y="911285"/>
                    </a:lnTo>
                    <a:lnTo>
                      <a:pt x="910162" y="910978"/>
                    </a:lnTo>
                    <a:lnTo>
                      <a:pt x="910567" y="910670"/>
                    </a:lnTo>
                    <a:lnTo>
                      <a:pt x="910972" y="910363"/>
                    </a:lnTo>
                    <a:lnTo>
                      <a:pt x="911377" y="910055"/>
                    </a:lnTo>
                    <a:lnTo>
                      <a:pt x="911782" y="909748"/>
                    </a:lnTo>
                    <a:lnTo>
                      <a:pt x="912187" y="909440"/>
                    </a:lnTo>
                    <a:lnTo>
                      <a:pt x="912592" y="909133"/>
                    </a:lnTo>
                    <a:lnTo>
                      <a:pt x="912997" y="908826"/>
                    </a:lnTo>
                    <a:lnTo>
                      <a:pt x="913402" y="908518"/>
                    </a:lnTo>
                    <a:lnTo>
                      <a:pt x="913807" y="908211"/>
                    </a:lnTo>
                    <a:lnTo>
                      <a:pt x="914212" y="907903"/>
                    </a:lnTo>
                    <a:lnTo>
                      <a:pt x="914400" y="907761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2" name="ph2897">
                <a:extLst>
                  <a:ext uri="{FF2B5EF4-FFF2-40B4-BE49-F238E27FC236}">
                    <a16:creationId xmlns:a16="http://schemas.microsoft.com/office/drawing/2014/main" id="{8514295B-5FFB-1B8E-58BB-2E8C4F6D9F09}"/>
                  </a:ext>
                </a:extLst>
              </p:cNvPr>
              <p:cNvSpPr/>
              <p:nvPr/>
            </p:nvSpPr>
            <p:spPr>
              <a:xfrm>
                <a:off x="2912293" y="218536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761"/>
                    </a:lnTo>
                    <a:lnTo>
                      <a:pt x="905177" y="907596"/>
                    </a:lnTo>
                    <a:lnTo>
                      <a:pt x="905582" y="907289"/>
                    </a:lnTo>
                    <a:lnTo>
                      <a:pt x="905987" y="906981"/>
                    </a:lnTo>
                    <a:lnTo>
                      <a:pt x="911248" y="903271"/>
                    </a:lnTo>
                    <a:lnTo>
                      <a:pt x="914400" y="901375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3" name="ph2898">
                <a:extLst>
                  <a:ext uri="{FF2B5EF4-FFF2-40B4-BE49-F238E27FC236}">
                    <a16:creationId xmlns:a16="http://schemas.microsoft.com/office/drawing/2014/main" id="{96394733-4758-125B-4A30-5591622FB050}"/>
                  </a:ext>
                </a:extLst>
              </p:cNvPr>
              <p:cNvSpPr/>
              <p:nvPr/>
            </p:nvSpPr>
            <p:spPr>
              <a:xfrm>
                <a:off x="2921734" y="216779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945"/>
                    </a:lnTo>
                    <a:lnTo>
                      <a:pt x="907162" y="917620"/>
                    </a:lnTo>
                    <a:lnTo>
                      <a:pt x="912595" y="914899"/>
                    </a:lnTo>
                    <a:lnTo>
                      <a:pt x="913835" y="914400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4" name="ph2899">
                <a:extLst>
                  <a:ext uri="{FF2B5EF4-FFF2-40B4-BE49-F238E27FC236}">
                    <a16:creationId xmlns:a16="http://schemas.microsoft.com/office/drawing/2014/main" id="{C01EE670-C234-70E9-31F2-9BF64D53F37D}"/>
                  </a:ext>
                </a:extLst>
              </p:cNvPr>
              <p:cNvSpPr/>
              <p:nvPr/>
            </p:nvSpPr>
            <p:spPr>
              <a:xfrm>
                <a:off x="292173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5" name="ph2900">
                <a:extLst>
                  <a:ext uri="{FF2B5EF4-FFF2-40B4-BE49-F238E27FC236}">
                    <a16:creationId xmlns:a16="http://schemas.microsoft.com/office/drawing/2014/main" id="{C4CE4FF8-0805-EA6E-C2FA-8EEA5249DD45}"/>
                  </a:ext>
                </a:extLst>
              </p:cNvPr>
              <p:cNvSpPr/>
              <p:nvPr/>
            </p:nvSpPr>
            <p:spPr>
              <a:xfrm>
                <a:off x="293117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6" name="ph2901">
                <a:extLst>
                  <a:ext uri="{FF2B5EF4-FFF2-40B4-BE49-F238E27FC236}">
                    <a16:creationId xmlns:a16="http://schemas.microsoft.com/office/drawing/2014/main" id="{A782A1A7-A98A-EA25-367C-1B333DF597BB}"/>
                  </a:ext>
                </a:extLst>
              </p:cNvPr>
              <p:cNvSpPr/>
              <p:nvPr/>
            </p:nvSpPr>
            <p:spPr>
              <a:xfrm>
                <a:off x="294061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7" name="ph2902">
                <a:extLst>
                  <a:ext uri="{FF2B5EF4-FFF2-40B4-BE49-F238E27FC236}">
                    <a16:creationId xmlns:a16="http://schemas.microsoft.com/office/drawing/2014/main" id="{E2F0A7C5-49D6-BD4D-911D-4D097940CEA8}"/>
                  </a:ext>
                </a:extLst>
              </p:cNvPr>
              <p:cNvSpPr/>
              <p:nvPr/>
            </p:nvSpPr>
            <p:spPr>
              <a:xfrm>
                <a:off x="295005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8" name="ph2903">
                <a:extLst>
                  <a:ext uri="{FF2B5EF4-FFF2-40B4-BE49-F238E27FC236}">
                    <a16:creationId xmlns:a16="http://schemas.microsoft.com/office/drawing/2014/main" id="{F2557C36-A175-9F80-6E3A-ED79943983D1}"/>
                  </a:ext>
                </a:extLst>
              </p:cNvPr>
              <p:cNvSpPr/>
              <p:nvPr/>
            </p:nvSpPr>
            <p:spPr>
              <a:xfrm>
                <a:off x="295949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9" name="ph2904">
                <a:extLst>
                  <a:ext uri="{FF2B5EF4-FFF2-40B4-BE49-F238E27FC236}">
                    <a16:creationId xmlns:a16="http://schemas.microsoft.com/office/drawing/2014/main" id="{B5B2DDC0-00AB-9878-6E73-F7EFF8E76E24}"/>
                  </a:ext>
                </a:extLst>
              </p:cNvPr>
              <p:cNvSpPr/>
              <p:nvPr/>
            </p:nvSpPr>
            <p:spPr>
              <a:xfrm>
                <a:off x="296893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0" name="ph2905">
                <a:extLst>
                  <a:ext uri="{FF2B5EF4-FFF2-40B4-BE49-F238E27FC236}">
                    <a16:creationId xmlns:a16="http://schemas.microsoft.com/office/drawing/2014/main" id="{2FFF4005-4EDC-3EB2-EAAD-6F909395D641}"/>
                  </a:ext>
                </a:extLst>
              </p:cNvPr>
              <p:cNvSpPr/>
              <p:nvPr/>
            </p:nvSpPr>
            <p:spPr>
              <a:xfrm>
                <a:off x="297837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1" name="ph2906">
                <a:extLst>
                  <a:ext uri="{FF2B5EF4-FFF2-40B4-BE49-F238E27FC236}">
                    <a16:creationId xmlns:a16="http://schemas.microsoft.com/office/drawing/2014/main" id="{3A30681A-5ACB-FCE3-D353-D5F93F1BD47B}"/>
                  </a:ext>
                </a:extLst>
              </p:cNvPr>
              <p:cNvSpPr/>
              <p:nvPr/>
            </p:nvSpPr>
            <p:spPr>
              <a:xfrm>
                <a:off x="298781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2" name="ph2907">
                <a:extLst>
                  <a:ext uri="{FF2B5EF4-FFF2-40B4-BE49-F238E27FC236}">
                    <a16:creationId xmlns:a16="http://schemas.microsoft.com/office/drawing/2014/main" id="{AD0131AC-B5AA-2F3E-BDA5-F0BDEA172B80}"/>
                  </a:ext>
                </a:extLst>
              </p:cNvPr>
              <p:cNvSpPr/>
              <p:nvPr/>
            </p:nvSpPr>
            <p:spPr>
              <a:xfrm>
                <a:off x="299725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3" name="ph2908">
                <a:extLst>
                  <a:ext uri="{FF2B5EF4-FFF2-40B4-BE49-F238E27FC236}">
                    <a16:creationId xmlns:a16="http://schemas.microsoft.com/office/drawing/2014/main" id="{99BB33A0-2F1B-14F6-7EC5-9D14D0F6FDF5}"/>
                  </a:ext>
                </a:extLst>
              </p:cNvPr>
              <p:cNvSpPr/>
              <p:nvPr/>
            </p:nvSpPr>
            <p:spPr>
              <a:xfrm>
                <a:off x="300669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4" name="ph2909">
                <a:extLst>
                  <a:ext uri="{FF2B5EF4-FFF2-40B4-BE49-F238E27FC236}">
                    <a16:creationId xmlns:a16="http://schemas.microsoft.com/office/drawing/2014/main" id="{1207B609-170C-A49E-E4E3-68269F0F8D50}"/>
                  </a:ext>
                </a:extLst>
              </p:cNvPr>
              <p:cNvSpPr/>
              <p:nvPr/>
            </p:nvSpPr>
            <p:spPr>
              <a:xfrm>
                <a:off x="301613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5" name="ph2910">
                <a:extLst>
                  <a:ext uri="{FF2B5EF4-FFF2-40B4-BE49-F238E27FC236}">
                    <a16:creationId xmlns:a16="http://schemas.microsoft.com/office/drawing/2014/main" id="{A23ACF5D-6205-33D1-F1B5-B488978126D2}"/>
                  </a:ext>
                </a:extLst>
              </p:cNvPr>
              <p:cNvSpPr/>
              <p:nvPr/>
            </p:nvSpPr>
            <p:spPr>
              <a:xfrm>
                <a:off x="3025576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6" name="ph2911">
                <a:extLst>
                  <a:ext uri="{FF2B5EF4-FFF2-40B4-BE49-F238E27FC236}">
                    <a16:creationId xmlns:a16="http://schemas.microsoft.com/office/drawing/2014/main" id="{B363EDB1-E4EF-4748-F15C-3979252EBCAF}"/>
                  </a:ext>
                </a:extLst>
              </p:cNvPr>
              <p:cNvSpPr/>
              <p:nvPr/>
            </p:nvSpPr>
            <p:spPr>
              <a:xfrm>
                <a:off x="303501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7" name="ph2912">
                <a:extLst>
                  <a:ext uri="{FF2B5EF4-FFF2-40B4-BE49-F238E27FC236}">
                    <a16:creationId xmlns:a16="http://schemas.microsoft.com/office/drawing/2014/main" id="{7812878F-C1A0-B330-2CEB-EA86005B8327}"/>
                  </a:ext>
                </a:extLst>
              </p:cNvPr>
              <p:cNvSpPr/>
              <p:nvPr/>
            </p:nvSpPr>
            <p:spPr>
              <a:xfrm>
                <a:off x="304445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8" name="ph2913">
                <a:extLst>
                  <a:ext uri="{FF2B5EF4-FFF2-40B4-BE49-F238E27FC236}">
                    <a16:creationId xmlns:a16="http://schemas.microsoft.com/office/drawing/2014/main" id="{FE44291A-1CB7-57CB-740E-0354FC2B0A21}"/>
                  </a:ext>
                </a:extLst>
              </p:cNvPr>
              <p:cNvSpPr/>
              <p:nvPr/>
            </p:nvSpPr>
            <p:spPr>
              <a:xfrm>
                <a:off x="305389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9" name="ph2914">
                <a:extLst>
                  <a:ext uri="{FF2B5EF4-FFF2-40B4-BE49-F238E27FC236}">
                    <a16:creationId xmlns:a16="http://schemas.microsoft.com/office/drawing/2014/main" id="{29E4A0EF-B234-4841-7DAD-27AA77086D0F}"/>
                  </a:ext>
                </a:extLst>
              </p:cNvPr>
              <p:cNvSpPr/>
              <p:nvPr/>
            </p:nvSpPr>
            <p:spPr>
              <a:xfrm>
                <a:off x="3063337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0" name="ph2915">
                <a:extLst>
                  <a:ext uri="{FF2B5EF4-FFF2-40B4-BE49-F238E27FC236}">
                    <a16:creationId xmlns:a16="http://schemas.microsoft.com/office/drawing/2014/main" id="{072286F9-E552-C6ED-7395-222F3F753A42}"/>
                  </a:ext>
                </a:extLst>
              </p:cNvPr>
              <p:cNvSpPr/>
              <p:nvPr/>
            </p:nvSpPr>
            <p:spPr>
              <a:xfrm>
                <a:off x="307277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1" name="ph2916">
                <a:extLst>
                  <a:ext uri="{FF2B5EF4-FFF2-40B4-BE49-F238E27FC236}">
                    <a16:creationId xmlns:a16="http://schemas.microsoft.com/office/drawing/2014/main" id="{6D3565D4-AD31-DC61-BA08-D4CD91FB86BF}"/>
                  </a:ext>
                </a:extLst>
              </p:cNvPr>
              <p:cNvSpPr/>
              <p:nvPr/>
            </p:nvSpPr>
            <p:spPr>
              <a:xfrm>
                <a:off x="308221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2" name="ph2917">
                <a:extLst>
                  <a:ext uri="{FF2B5EF4-FFF2-40B4-BE49-F238E27FC236}">
                    <a16:creationId xmlns:a16="http://schemas.microsoft.com/office/drawing/2014/main" id="{7D43A347-83DF-38C7-BEE2-C0CFF6B4F28F}"/>
                  </a:ext>
                </a:extLst>
              </p:cNvPr>
              <p:cNvSpPr/>
              <p:nvPr/>
            </p:nvSpPr>
            <p:spPr>
              <a:xfrm>
                <a:off x="309165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3" name="ph2918">
                <a:extLst>
                  <a:ext uri="{FF2B5EF4-FFF2-40B4-BE49-F238E27FC236}">
                    <a16:creationId xmlns:a16="http://schemas.microsoft.com/office/drawing/2014/main" id="{46182F8A-33E5-3353-5152-8C50B3DB1E8C}"/>
                  </a:ext>
                </a:extLst>
              </p:cNvPr>
              <p:cNvSpPr/>
              <p:nvPr/>
            </p:nvSpPr>
            <p:spPr>
              <a:xfrm>
                <a:off x="310109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4" name="ph2919">
                <a:extLst>
                  <a:ext uri="{FF2B5EF4-FFF2-40B4-BE49-F238E27FC236}">
                    <a16:creationId xmlns:a16="http://schemas.microsoft.com/office/drawing/2014/main" id="{04532205-14F1-8304-62A3-ECEE1D776C58}"/>
                  </a:ext>
                </a:extLst>
              </p:cNvPr>
              <p:cNvSpPr/>
              <p:nvPr/>
            </p:nvSpPr>
            <p:spPr>
              <a:xfrm>
                <a:off x="3110538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5" name="ph2920">
                <a:extLst>
                  <a:ext uri="{FF2B5EF4-FFF2-40B4-BE49-F238E27FC236}">
                    <a16:creationId xmlns:a16="http://schemas.microsoft.com/office/drawing/2014/main" id="{5710D8D7-1023-1F3F-8166-5D5013B6C710}"/>
                  </a:ext>
                </a:extLst>
              </p:cNvPr>
              <p:cNvSpPr/>
              <p:nvPr/>
            </p:nvSpPr>
            <p:spPr>
              <a:xfrm>
                <a:off x="311997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6" name="ph2921">
                <a:extLst>
                  <a:ext uri="{FF2B5EF4-FFF2-40B4-BE49-F238E27FC236}">
                    <a16:creationId xmlns:a16="http://schemas.microsoft.com/office/drawing/2014/main" id="{2FE5F703-92F3-2745-62CC-AF12F4082D24}"/>
                  </a:ext>
                </a:extLst>
              </p:cNvPr>
              <p:cNvSpPr/>
              <p:nvPr/>
            </p:nvSpPr>
            <p:spPr>
              <a:xfrm>
                <a:off x="312941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7" name="ph2922">
                <a:extLst>
                  <a:ext uri="{FF2B5EF4-FFF2-40B4-BE49-F238E27FC236}">
                    <a16:creationId xmlns:a16="http://schemas.microsoft.com/office/drawing/2014/main" id="{B72E4B6E-5830-BB35-CF9E-4A480924EBFD}"/>
                  </a:ext>
                </a:extLst>
              </p:cNvPr>
              <p:cNvSpPr/>
              <p:nvPr/>
            </p:nvSpPr>
            <p:spPr>
              <a:xfrm>
                <a:off x="313885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8" name="ph2923">
                <a:extLst>
                  <a:ext uri="{FF2B5EF4-FFF2-40B4-BE49-F238E27FC236}">
                    <a16:creationId xmlns:a16="http://schemas.microsoft.com/office/drawing/2014/main" id="{5E0B837B-AE23-EFDD-5624-BBC306E30F1E}"/>
                  </a:ext>
                </a:extLst>
              </p:cNvPr>
              <p:cNvSpPr/>
              <p:nvPr/>
            </p:nvSpPr>
            <p:spPr>
              <a:xfrm>
                <a:off x="3148299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9" name="ph2924">
                <a:extLst>
                  <a:ext uri="{FF2B5EF4-FFF2-40B4-BE49-F238E27FC236}">
                    <a16:creationId xmlns:a16="http://schemas.microsoft.com/office/drawing/2014/main" id="{4FB924E2-CF2E-AE37-DB97-2EA7A3645360}"/>
                  </a:ext>
                </a:extLst>
              </p:cNvPr>
              <p:cNvSpPr/>
              <p:nvPr/>
            </p:nvSpPr>
            <p:spPr>
              <a:xfrm>
                <a:off x="315774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0" name="ph2925">
                <a:extLst>
                  <a:ext uri="{FF2B5EF4-FFF2-40B4-BE49-F238E27FC236}">
                    <a16:creationId xmlns:a16="http://schemas.microsoft.com/office/drawing/2014/main" id="{A2524CCC-F4A2-399F-A930-D46681BB1085}"/>
                  </a:ext>
                </a:extLst>
              </p:cNvPr>
              <p:cNvSpPr/>
              <p:nvPr/>
            </p:nvSpPr>
            <p:spPr>
              <a:xfrm>
                <a:off x="316718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1" name="ph2926">
                <a:extLst>
                  <a:ext uri="{FF2B5EF4-FFF2-40B4-BE49-F238E27FC236}">
                    <a16:creationId xmlns:a16="http://schemas.microsoft.com/office/drawing/2014/main" id="{57CF7ABC-23D7-7D9D-9944-E02E81BE10ED}"/>
                  </a:ext>
                </a:extLst>
              </p:cNvPr>
              <p:cNvSpPr/>
              <p:nvPr/>
            </p:nvSpPr>
            <p:spPr>
              <a:xfrm>
                <a:off x="317662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2" name="ph2927">
                <a:extLst>
                  <a:ext uri="{FF2B5EF4-FFF2-40B4-BE49-F238E27FC236}">
                    <a16:creationId xmlns:a16="http://schemas.microsoft.com/office/drawing/2014/main" id="{E8B0A94A-915B-87CE-479F-900F6D0496D2}"/>
                  </a:ext>
                </a:extLst>
              </p:cNvPr>
              <p:cNvSpPr/>
              <p:nvPr/>
            </p:nvSpPr>
            <p:spPr>
              <a:xfrm>
                <a:off x="3186060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3" name="ph2928">
                <a:extLst>
                  <a:ext uri="{FF2B5EF4-FFF2-40B4-BE49-F238E27FC236}">
                    <a16:creationId xmlns:a16="http://schemas.microsoft.com/office/drawing/2014/main" id="{DE8942A1-BB30-7967-34E4-3B794BEC174D}"/>
                  </a:ext>
                </a:extLst>
              </p:cNvPr>
              <p:cNvSpPr/>
              <p:nvPr/>
            </p:nvSpPr>
            <p:spPr>
              <a:xfrm>
                <a:off x="319550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4" name="ph2929">
                <a:extLst>
                  <a:ext uri="{FF2B5EF4-FFF2-40B4-BE49-F238E27FC236}">
                    <a16:creationId xmlns:a16="http://schemas.microsoft.com/office/drawing/2014/main" id="{83A76A4B-B396-FDB6-7279-1FC67A9F5742}"/>
                  </a:ext>
                </a:extLst>
              </p:cNvPr>
              <p:cNvSpPr/>
              <p:nvPr/>
            </p:nvSpPr>
            <p:spPr>
              <a:xfrm>
                <a:off x="320494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5" name="ph2930">
                <a:extLst>
                  <a:ext uri="{FF2B5EF4-FFF2-40B4-BE49-F238E27FC236}">
                    <a16:creationId xmlns:a16="http://schemas.microsoft.com/office/drawing/2014/main" id="{171D6895-8D6C-1771-DF4C-6614BDE0EDFE}"/>
                  </a:ext>
                </a:extLst>
              </p:cNvPr>
              <p:cNvSpPr/>
              <p:nvPr/>
            </p:nvSpPr>
            <p:spPr>
              <a:xfrm>
                <a:off x="321438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6" name="ph2931">
                <a:extLst>
                  <a:ext uri="{FF2B5EF4-FFF2-40B4-BE49-F238E27FC236}">
                    <a16:creationId xmlns:a16="http://schemas.microsoft.com/office/drawing/2014/main" id="{BF64914C-F10E-09F9-5F09-E0750FF0C59B}"/>
                  </a:ext>
                </a:extLst>
              </p:cNvPr>
              <p:cNvSpPr/>
              <p:nvPr/>
            </p:nvSpPr>
            <p:spPr>
              <a:xfrm>
                <a:off x="3223821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7" name="ph2932">
                <a:extLst>
                  <a:ext uri="{FF2B5EF4-FFF2-40B4-BE49-F238E27FC236}">
                    <a16:creationId xmlns:a16="http://schemas.microsoft.com/office/drawing/2014/main" id="{8E62A3B3-FA03-CA27-A75B-BBB50122654F}"/>
                  </a:ext>
                </a:extLst>
              </p:cNvPr>
              <p:cNvSpPr/>
              <p:nvPr/>
            </p:nvSpPr>
            <p:spPr>
              <a:xfrm>
                <a:off x="323326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8" name="ph2933">
                <a:extLst>
                  <a:ext uri="{FF2B5EF4-FFF2-40B4-BE49-F238E27FC236}">
                    <a16:creationId xmlns:a16="http://schemas.microsoft.com/office/drawing/2014/main" id="{44AF0931-DE4B-48F3-7D0A-FE379F9704DE}"/>
                  </a:ext>
                </a:extLst>
              </p:cNvPr>
              <p:cNvSpPr/>
              <p:nvPr/>
            </p:nvSpPr>
            <p:spPr>
              <a:xfrm>
                <a:off x="324270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9" name="ph2934">
                <a:extLst>
                  <a:ext uri="{FF2B5EF4-FFF2-40B4-BE49-F238E27FC236}">
                    <a16:creationId xmlns:a16="http://schemas.microsoft.com/office/drawing/2014/main" id="{CF93BFCD-9022-21FB-44B6-63F55CC01B89}"/>
                  </a:ext>
                </a:extLst>
              </p:cNvPr>
              <p:cNvSpPr/>
              <p:nvPr/>
            </p:nvSpPr>
            <p:spPr>
              <a:xfrm>
                <a:off x="325214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0" name="ph2935">
                <a:extLst>
                  <a:ext uri="{FF2B5EF4-FFF2-40B4-BE49-F238E27FC236}">
                    <a16:creationId xmlns:a16="http://schemas.microsoft.com/office/drawing/2014/main" id="{E282BCD7-3CB8-DE48-8C15-6238BF3228E0}"/>
                  </a:ext>
                </a:extLst>
              </p:cNvPr>
              <p:cNvSpPr/>
              <p:nvPr/>
            </p:nvSpPr>
            <p:spPr>
              <a:xfrm>
                <a:off x="3261582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1" name="ph2936">
                <a:extLst>
                  <a:ext uri="{FF2B5EF4-FFF2-40B4-BE49-F238E27FC236}">
                    <a16:creationId xmlns:a16="http://schemas.microsoft.com/office/drawing/2014/main" id="{D6EB36B2-6302-0001-507E-7775D33898AB}"/>
                  </a:ext>
                </a:extLst>
              </p:cNvPr>
              <p:cNvSpPr/>
              <p:nvPr/>
            </p:nvSpPr>
            <p:spPr>
              <a:xfrm>
                <a:off x="327102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2" name="ph2937">
                <a:extLst>
                  <a:ext uri="{FF2B5EF4-FFF2-40B4-BE49-F238E27FC236}">
                    <a16:creationId xmlns:a16="http://schemas.microsoft.com/office/drawing/2014/main" id="{F4D4E135-9446-BF88-99EC-9782D0ABCC5E}"/>
                  </a:ext>
                </a:extLst>
              </p:cNvPr>
              <p:cNvSpPr/>
              <p:nvPr/>
            </p:nvSpPr>
            <p:spPr>
              <a:xfrm>
                <a:off x="328046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3" name="ph2938">
                <a:extLst>
                  <a:ext uri="{FF2B5EF4-FFF2-40B4-BE49-F238E27FC236}">
                    <a16:creationId xmlns:a16="http://schemas.microsoft.com/office/drawing/2014/main" id="{7236B3E8-0ABB-323F-1FF3-FDE5A65BB611}"/>
                  </a:ext>
                </a:extLst>
              </p:cNvPr>
              <p:cNvSpPr/>
              <p:nvPr/>
            </p:nvSpPr>
            <p:spPr>
              <a:xfrm>
                <a:off x="328990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4" name="ph2939">
                <a:extLst>
                  <a:ext uri="{FF2B5EF4-FFF2-40B4-BE49-F238E27FC236}">
                    <a16:creationId xmlns:a16="http://schemas.microsoft.com/office/drawing/2014/main" id="{F4E64AAB-A23E-528D-5A1A-1F46F05853EB}"/>
                  </a:ext>
                </a:extLst>
              </p:cNvPr>
              <p:cNvSpPr/>
              <p:nvPr/>
            </p:nvSpPr>
            <p:spPr>
              <a:xfrm>
                <a:off x="3299343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5" name="ph2940">
                <a:extLst>
                  <a:ext uri="{FF2B5EF4-FFF2-40B4-BE49-F238E27FC236}">
                    <a16:creationId xmlns:a16="http://schemas.microsoft.com/office/drawing/2014/main" id="{FF2F26B7-BBA6-CA06-9564-50D536D982DA}"/>
                  </a:ext>
                </a:extLst>
              </p:cNvPr>
              <p:cNvSpPr/>
              <p:nvPr/>
            </p:nvSpPr>
            <p:spPr>
              <a:xfrm>
                <a:off x="330878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6" name="ph2941">
                <a:extLst>
                  <a:ext uri="{FF2B5EF4-FFF2-40B4-BE49-F238E27FC236}">
                    <a16:creationId xmlns:a16="http://schemas.microsoft.com/office/drawing/2014/main" id="{E99E3F7D-9356-99F0-2B4C-ABC8D8542521}"/>
                  </a:ext>
                </a:extLst>
              </p:cNvPr>
              <p:cNvSpPr/>
              <p:nvPr/>
            </p:nvSpPr>
            <p:spPr>
              <a:xfrm>
                <a:off x="331822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7" name="ph2942">
                <a:extLst>
                  <a:ext uri="{FF2B5EF4-FFF2-40B4-BE49-F238E27FC236}">
                    <a16:creationId xmlns:a16="http://schemas.microsoft.com/office/drawing/2014/main" id="{BAD8FDC4-09D1-27AA-3FB7-06B3DE90F06C}"/>
                  </a:ext>
                </a:extLst>
              </p:cNvPr>
              <p:cNvSpPr/>
              <p:nvPr/>
            </p:nvSpPr>
            <p:spPr>
              <a:xfrm>
                <a:off x="332766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8" name="ph2943">
                <a:extLst>
                  <a:ext uri="{FF2B5EF4-FFF2-40B4-BE49-F238E27FC236}">
                    <a16:creationId xmlns:a16="http://schemas.microsoft.com/office/drawing/2014/main" id="{5EC4FA13-DB3B-3E1B-B535-EC825715B45F}"/>
                  </a:ext>
                </a:extLst>
              </p:cNvPr>
              <p:cNvSpPr/>
              <p:nvPr/>
            </p:nvSpPr>
            <p:spPr>
              <a:xfrm>
                <a:off x="333710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9" name="ph2944">
                <a:extLst>
                  <a:ext uri="{FF2B5EF4-FFF2-40B4-BE49-F238E27FC236}">
                    <a16:creationId xmlns:a16="http://schemas.microsoft.com/office/drawing/2014/main" id="{32A97E9D-2D3F-739E-2E25-D9BF29008EDB}"/>
                  </a:ext>
                </a:extLst>
              </p:cNvPr>
              <p:cNvSpPr/>
              <p:nvPr/>
            </p:nvSpPr>
            <p:spPr>
              <a:xfrm>
                <a:off x="3346544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0" name="ph2945">
                <a:extLst>
                  <a:ext uri="{FF2B5EF4-FFF2-40B4-BE49-F238E27FC236}">
                    <a16:creationId xmlns:a16="http://schemas.microsoft.com/office/drawing/2014/main" id="{1DDED546-5F10-D798-8E98-9A7B930BCDD4}"/>
                  </a:ext>
                </a:extLst>
              </p:cNvPr>
              <p:cNvSpPr/>
              <p:nvPr/>
            </p:nvSpPr>
            <p:spPr>
              <a:xfrm>
                <a:off x="3355985" y="216779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1" name="ph2946">
                <a:extLst>
                  <a:ext uri="{FF2B5EF4-FFF2-40B4-BE49-F238E27FC236}">
                    <a16:creationId xmlns:a16="http://schemas.microsoft.com/office/drawing/2014/main" id="{2CBF8361-10B7-3396-03B3-22ECDE7165E9}"/>
                  </a:ext>
                </a:extLst>
              </p:cNvPr>
              <p:cNvSpPr/>
              <p:nvPr/>
            </p:nvSpPr>
            <p:spPr>
              <a:xfrm>
                <a:off x="3365425" y="2185361"/>
                <a:ext cx="9215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3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38" y="896830"/>
                    </a:lnTo>
                    <a:lnTo>
                      <a:pt x="920812" y="899538"/>
                    </a:lnTo>
                    <a:lnTo>
                      <a:pt x="919991" y="902606"/>
                    </a:lnTo>
                    <a:lnTo>
                      <a:pt x="919170" y="905673"/>
                    </a:lnTo>
                    <a:lnTo>
                      <a:pt x="918350" y="908741"/>
                    </a:lnTo>
                    <a:lnTo>
                      <a:pt x="917530" y="911808"/>
                    </a:lnTo>
                    <a:lnTo>
                      <a:pt x="91683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2" name="ph2947">
                <a:extLst>
                  <a:ext uri="{FF2B5EF4-FFF2-40B4-BE49-F238E27FC236}">
                    <a16:creationId xmlns:a16="http://schemas.microsoft.com/office/drawing/2014/main" id="{70927316-4856-2D4F-FE7A-0E3FA50C39BB}"/>
                  </a:ext>
                </a:extLst>
              </p:cNvPr>
              <p:cNvSpPr/>
              <p:nvPr/>
            </p:nvSpPr>
            <p:spPr>
              <a:xfrm>
                <a:off x="2374200" y="2150222"/>
                <a:ext cx="914400" cy="92263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636">
                    <a:moveTo>
                      <a:pt x="914400" y="914400"/>
                    </a:moveTo>
                    <a:lnTo>
                      <a:pt x="914400" y="922636"/>
                    </a:lnTo>
                    <a:lnTo>
                      <a:pt x="914174" y="922139"/>
                    </a:lnTo>
                    <a:lnTo>
                      <a:pt x="913385" y="920404"/>
                    </a:lnTo>
                    <a:lnTo>
                      <a:pt x="912596" y="918669"/>
                    </a:lnTo>
                    <a:lnTo>
                      <a:pt x="911807" y="916934"/>
                    </a:lnTo>
                    <a:lnTo>
                      <a:pt x="911017" y="915198"/>
                    </a:lnTo>
                    <a:lnTo>
                      <a:pt x="910654" y="914400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3" name="ph2948">
                <a:extLst>
                  <a:ext uri="{FF2B5EF4-FFF2-40B4-BE49-F238E27FC236}">
                    <a16:creationId xmlns:a16="http://schemas.microsoft.com/office/drawing/2014/main" id="{141591B9-DA87-AEDE-1F1F-EA87E1DDEB04}"/>
                  </a:ext>
                </a:extLst>
              </p:cNvPr>
              <p:cNvSpPr/>
              <p:nvPr/>
            </p:nvSpPr>
            <p:spPr>
              <a:xfrm>
                <a:off x="237420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38" y="931969"/>
                    </a:lnTo>
                    <a:lnTo>
                      <a:pt x="918115" y="930817"/>
                    </a:lnTo>
                    <a:lnTo>
                      <a:pt x="917327" y="929081"/>
                    </a:lnTo>
                    <a:lnTo>
                      <a:pt x="916539" y="927346"/>
                    </a:lnTo>
                    <a:lnTo>
                      <a:pt x="915751" y="925610"/>
                    </a:lnTo>
                    <a:lnTo>
                      <a:pt x="914962" y="923875"/>
                    </a:lnTo>
                    <a:lnTo>
                      <a:pt x="914400" y="922636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4" name="ph2949">
                <a:extLst>
                  <a:ext uri="{FF2B5EF4-FFF2-40B4-BE49-F238E27FC236}">
                    <a16:creationId xmlns:a16="http://schemas.microsoft.com/office/drawing/2014/main" id="{FC679BC6-EFFB-5F65-B78A-6B2D8070EA54}"/>
                  </a:ext>
                </a:extLst>
              </p:cNvPr>
              <p:cNvSpPr/>
              <p:nvPr/>
            </p:nvSpPr>
            <p:spPr>
              <a:xfrm>
                <a:off x="238364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5" name="ph2950">
                <a:extLst>
                  <a:ext uri="{FF2B5EF4-FFF2-40B4-BE49-F238E27FC236}">
                    <a16:creationId xmlns:a16="http://schemas.microsoft.com/office/drawing/2014/main" id="{6B03BFCD-C15D-966D-258E-039C501AAD35}"/>
                  </a:ext>
                </a:extLst>
              </p:cNvPr>
              <p:cNvSpPr/>
              <p:nvPr/>
            </p:nvSpPr>
            <p:spPr>
              <a:xfrm>
                <a:off x="239308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6" name="ph2951">
                <a:extLst>
                  <a:ext uri="{FF2B5EF4-FFF2-40B4-BE49-F238E27FC236}">
                    <a16:creationId xmlns:a16="http://schemas.microsoft.com/office/drawing/2014/main" id="{98DAF814-5557-F08D-3015-15DD5D14588C}"/>
                  </a:ext>
                </a:extLst>
              </p:cNvPr>
              <p:cNvSpPr/>
              <p:nvPr/>
            </p:nvSpPr>
            <p:spPr>
              <a:xfrm>
                <a:off x="240252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7" name="ph2952">
                <a:extLst>
                  <a:ext uri="{FF2B5EF4-FFF2-40B4-BE49-F238E27FC236}">
                    <a16:creationId xmlns:a16="http://schemas.microsoft.com/office/drawing/2014/main" id="{6E46C25A-5280-3260-7A2A-33156670D3C4}"/>
                  </a:ext>
                </a:extLst>
              </p:cNvPr>
              <p:cNvSpPr/>
              <p:nvPr/>
            </p:nvSpPr>
            <p:spPr>
              <a:xfrm>
                <a:off x="241196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8" name="ph2953">
                <a:extLst>
                  <a:ext uri="{FF2B5EF4-FFF2-40B4-BE49-F238E27FC236}">
                    <a16:creationId xmlns:a16="http://schemas.microsoft.com/office/drawing/2014/main" id="{B9708806-C26F-4506-F09E-C81F93E31603}"/>
                  </a:ext>
                </a:extLst>
              </p:cNvPr>
              <p:cNvSpPr/>
              <p:nvPr/>
            </p:nvSpPr>
            <p:spPr>
              <a:xfrm>
                <a:off x="242140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9" name="ph2954">
                <a:extLst>
                  <a:ext uri="{FF2B5EF4-FFF2-40B4-BE49-F238E27FC236}">
                    <a16:creationId xmlns:a16="http://schemas.microsoft.com/office/drawing/2014/main" id="{AEAF89E3-B2D1-DBC5-243B-C9A07CD23AD5}"/>
                  </a:ext>
                </a:extLst>
              </p:cNvPr>
              <p:cNvSpPr/>
              <p:nvPr/>
            </p:nvSpPr>
            <p:spPr>
              <a:xfrm>
                <a:off x="243084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0" name="ph2955">
                <a:extLst>
                  <a:ext uri="{FF2B5EF4-FFF2-40B4-BE49-F238E27FC236}">
                    <a16:creationId xmlns:a16="http://schemas.microsoft.com/office/drawing/2014/main" id="{9EC07F4E-8052-9BFB-EAF6-60D168686EE4}"/>
                  </a:ext>
                </a:extLst>
              </p:cNvPr>
              <p:cNvSpPr/>
              <p:nvPr/>
            </p:nvSpPr>
            <p:spPr>
              <a:xfrm>
                <a:off x="244028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1" name="ph2956">
                <a:extLst>
                  <a:ext uri="{FF2B5EF4-FFF2-40B4-BE49-F238E27FC236}">
                    <a16:creationId xmlns:a16="http://schemas.microsoft.com/office/drawing/2014/main" id="{495A09D8-A719-5458-9B55-4C70AC1618F6}"/>
                  </a:ext>
                </a:extLst>
              </p:cNvPr>
              <p:cNvSpPr/>
              <p:nvPr/>
            </p:nvSpPr>
            <p:spPr>
              <a:xfrm>
                <a:off x="244972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2" name="ph2957">
                <a:extLst>
                  <a:ext uri="{FF2B5EF4-FFF2-40B4-BE49-F238E27FC236}">
                    <a16:creationId xmlns:a16="http://schemas.microsoft.com/office/drawing/2014/main" id="{20AB4AC7-A9B8-2E17-3E85-3252CE50576D}"/>
                  </a:ext>
                </a:extLst>
              </p:cNvPr>
              <p:cNvSpPr/>
              <p:nvPr/>
            </p:nvSpPr>
            <p:spPr>
              <a:xfrm>
                <a:off x="245916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3" name="ph2958">
                <a:extLst>
                  <a:ext uri="{FF2B5EF4-FFF2-40B4-BE49-F238E27FC236}">
                    <a16:creationId xmlns:a16="http://schemas.microsoft.com/office/drawing/2014/main" id="{1A0CAD36-8644-B6CE-F27B-9CD0E13F9204}"/>
                  </a:ext>
                </a:extLst>
              </p:cNvPr>
              <p:cNvSpPr/>
              <p:nvPr/>
            </p:nvSpPr>
            <p:spPr>
              <a:xfrm>
                <a:off x="246860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4" name="ph2959">
                <a:extLst>
                  <a:ext uri="{FF2B5EF4-FFF2-40B4-BE49-F238E27FC236}">
                    <a16:creationId xmlns:a16="http://schemas.microsoft.com/office/drawing/2014/main" id="{8C0B1428-BEF1-4EDE-CCCC-D7F77CFCB965}"/>
                  </a:ext>
                </a:extLst>
              </p:cNvPr>
              <p:cNvSpPr/>
              <p:nvPr/>
            </p:nvSpPr>
            <p:spPr>
              <a:xfrm>
                <a:off x="247804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5" name="ph2960">
                <a:extLst>
                  <a:ext uri="{FF2B5EF4-FFF2-40B4-BE49-F238E27FC236}">
                    <a16:creationId xmlns:a16="http://schemas.microsoft.com/office/drawing/2014/main" id="{21987C3C-526E-3948-ED31-3526EBA90DFE}"/>
                  </a:ext>
                </a:extLst>
              </p:cNvPr>
              <p:cNvSpPr/>
              <p:nvPr/>
            </p:nvSpPr>
            <p:spPr>
              <a:xfrm>
                <a:off x="248748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6" name="ph2961">
                <a:extLst>
                  <a:ext uri="{FF2B5EF4-FFF2-40B4-BE49-F238E27FC236}">
                    <a16:creationId xmlns:a16="http://schemas.microsoft.com/office/drawing/2014/main" id="{CB0F6C61-75E1-E4C8-659A-F39ABB35A5F3}"/>
                  </a:ext>
                </a:extLst>
              </p:cNvPr>
              <p:cNvSpPr/>
              <p:nvPr/>
            </p:nvSpPr>
            <p:spPr>
              <a:xfrm>
                <a:off x="249692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7" name="ph2962">
                <a:extLst>
                  <a:ext uri="{FF2B5EF4-FFF2-40B4-BE49-F238E27FC236}">
                    <a16:creationId xmlns:a16="http://schemas.microsoft.com/office/drawing/2014/main" id="{254B6A72-0026-7C24-D7F7-18CF6BFFAFFB}"/>
                  </a:ext>
                </a:extLst>
              </p:cNvPr>
              <p:cNvSpPr/>
              <p:nvPr/>
            </p:nvSpPr>
            <p:spPr>
              <a:xfrm>
                <a:off x="250636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8" name="ph2963">
                <a:extLst>
                  <a:ext uri="{FF2B5EF4-FFF2-40B4-BE49-F238E27FC236}">
                    <a16:creationId xmlns:a16="http://schemas.microsoft.com/office/drawing/2014/main" id="{E100AD0A-2394-2F61-8331-1C7662166BD3}"/>
                  </a:ext>
                </a:extLst>
              </p:cNvPr>
              <p:cNvSpPr/>
              <p:nvPr/>
            </p:nvSpPr>
            <p:spPr>
              <a:xfrm>
                <a:off x="251580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9" name="ph2964">
                <a:extLst>
                  <a:ext uri="{FF2B5EF4-FFF2-40B4-BE49-F238E27FC236}">
                    <a16:creationId xmlns:a16="http://schemas.microsoft.com/office/drawing/2014/main" id="{E7BD160D-1523-7080-5FB6-1FF95539BDA5}"/>
                  </a:ext>
                </a:extLst>
              </p:cNvPr>
              <p:cNvSpPr/>
              <p:nvPr/>
            </p:nvSpPr>
            <p:spPr>
              <a:xfrm>
                <a:off x="252524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0" name="ph2965">
                <a:extLst>
                  <a:ext uri="{FF2B5EF4-FFF2-40B4-BE49-F238E27FC236}">
                    <a16:creationId xmlns:a16="http://schemas.microsoft.com/office/drawing/2014/main" id="{8AB8235A-D5F1-1285-06C3-581B7AAA87E4}"/>
                  </a:ext>
                </a:extLst>
              </p:cNvPr>
              <p:cNvSpPr/>
              <p:nvPr/>
            </p:nvSpPr>
            <p:spPr>
              <a:xfrm>
                <a:off x="253468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1" name="ph2966">
                <a:extLst>
                  <a:ext uri="{FF2B5EF4-FFF2-40B4-BE49-F238E27FC236}">
                    <a16:creationId xmlns:a16="http://schemas.microsoft.com/office/drawing/2014/main" id="{4E271863-9D26-9E74-EF4F-D7AEBA559F11}"/>
                  </a:ext>
                </a:extLst>
              </p:cNvPr>
              <p:cNvSpPr/>
              <p:nvPr/>
            </p:nvSpPr>
            <p:spPr>
              <a:xfrm>
                <a:off x="254412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2" name="ph2967">
                <a:extLst>
                  <a:ext uri="{FF2B5EF4-FFF2-40B4-BE49-F238E27FC236}">
                    <a16:creationId xmlns:a16="http://schemas.microsoft.com/office/drawing/2014/main" id="{A56F3172-0A4B-3D1F-C910-85ADD5EDDE73}"/>
                  </a:ext>
                </a:extLst>
              </p:cNvPr>
              <p:cNvSpPr/>
              <p:nvPr/>
            </p:nvSpPr>
            <p:spPr>
              <a:xfrm>
                <a:off x="255356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3" name="ph2968">
                <a:extLst>
                  <a:ext uri="{FF2B5EF4-FFF2-40B4-BE49-F238E27FC236}">
                    <a16:creationId xmlns:a16="http://schemas.microsoft.com/office/drawing/2014/main" id="{3C2C5D70-081E-EDCD-36D5-2935901CCAC9}"/>
                  </a:ext>
                </a:extLst>
              </p:cNvPr>
              <p:cNvSpPr/>
              <p:nvPr/>
            </p:nvSpPr>
            <p:spPr>
              <a:xfrm>
                <a:off x="256300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4" name="ph2969">
                <a:extLst>
                  <a:ext uri="{FF2B5EF4-FFF2-40B4-BE49-F238E27FC236}">
                    <a16:creationId xmlns:a16="http://schemas.microsoft.com/office/drawing/2014/main" id="{70D1923F-0447-268C-BF95-C0914CC3912A}"/>
                  </a:ext>
                </a:extLst>
              </p:cNvPr>
              <p:cNvSpPr/>
              <p:nvPr/>
            </p:nvSpPr>
            <p:spPr>
              <a:xfrm>
                <a:off x="257244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5" name="ph2970">
                <a:extLst>
                  <a:ext uri="{FF2B5EF4-FFF2-40B4-BE49-F238E27FC236}">
                    <a16:creationId xmlns:a16="http://schemas.microsoft.com/office/drawing/2014/main" id="{A4E28A90-3A32-9441-7EF0-AC20DA5C4B6D}"/>
                  </a:ext>
                </a:extLst>
              </p:cNvPr>
              <p:cNvSpPr/>
              <p:nvPr/>
            </p:nvSpPr>
            <p:spPr>
              <a:xfrm>
                <a:off x="258188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6" name="ph2971">
                <a:extLst>
                  <a:ext uri="{FF2B5EF4-FFF2-40B4-BE49-F238E27FC236}">
                    <a16:creationId xmlns:a16="http://schemas.microsoft.com/office/drawing/2014/main" id="{54A4D6E0-5F73-082D-4842-C926A40D0406}"/>
                  </a:ext>
                </a:extLst>
              </p:cNvPr>
              <p:cNvSpPr/>
              <p:nvPr/>
            </p:nvSpPr>
            <p:spPr>
              <a:xfrm>
                <a:off x="259132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7" name="ph2972">
                <a:extLst>
                  <a:ext uri="{FF2B5EF4-FFF2-40B4-BE49-F238E27FC236}">
                    <a16:creationId xmlns:a16="http://schemas.microsoft.com/office/drawing/2014/main" id="{B86E3381-468A-9848-E155-BF0B57133821}"/>
                  </a:ext>
                </a:extLst>
              </p:cNvPr>
              <p:cNvSpPr/>
              <p:nvPr/>
            </p:nvSpPr>
            <p:spPr>
              <a:xfrm>
                <a:off x="260076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8" name="ph2973">
                <a:extLst>
                  <a:ext uri="{FF2B5EF4-FFF2-40B4-BE49-F238E27FC236}">
                    <a16:creationId xmlns:a16="http://schemas.microsoft.com/office/drawing/2014/main" id="{96819406-8B2C-5301-29A9-9887BC6DD0D3}"/>
                  </a:ext>
                </a:extLst>
              </p:cNvPr>
              <p:cNvSpPr/>
              <p:nvPr/>
            </p:nvSpPr>
            <p:spPr>
              <a:xfrm>
                <a:off x="261020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9" name="ph2974">
                <a:extLst>
                  <a:ext uri="{FF2B5EF4-FFF2-40B4-BE49-F238E27FC236}">
                    <a16:creationId xmlns:a16="http://schemas.microsoft.com/office/drawing/2014/main" id="{B9D629D5-193A-0583-7D8E-3FB2B0B44BF6}"/>
                  </a:ext>
                </a:extLst>
              </p:cNvPr>
              <p:cNvSpPr/>
              <p:nvPr/>
            </p:nvSpPr>
            <p:spPr>
              <a:xfrm>
                <a:off x="261964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0" name="ph2975">
                <a:extLst>
                  <a:ext uri="{FF2B5EF4-FFF2-40B4-BE49-F238E27FC236}">
                    <a16:creationId xmlns:a16="http://schemas.microsoft.com/office/drawing/2014/main" id="{9FAB0E24-A489-B3C8-867D-DA15E9B4B0BC}"/>
                  </a:ext>
                </a:extLst>
              </p:cNvPr>
              <p:cNvSpPr/>
              <p:nvPr/>
            </p:nvSpPr>
            <p:spPr>
              <a:xfrm>
                <a:off x="2629086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1" name="ph2976">
                <a:extLst>
                  <a:ext uri="{FF2B5EF4-FFF2-40B4-BE49-F238E27FC236}">
                    <a16:creationId xmlns:a16="http://schemas.microsoft.com/office/drawing/2014/main" id="{00CF261A-7F5B-6C1E-00F9-740164C514F6}"/>
                  </a:ext>
                </a:extLst>
              </p:cNvPr>
              <p:cNvSpPr/>
              <p:nvPr/>
            </p:nvSpPr>
            <p:spPr>
              <a:xfrm>
                <a:off x="263852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2" name="ph2977">
                <a:extLst>
                  <a:ext uri="{FF2B5EF4-FFF2-40B4-BE49-F238E27FC236}">
                    <a16:creationId xmlns:a16="http://schemas.microsoft.com/office/drawing/2014/main" id="{D82B07E9-D08E-755C-138C-9D15BE8457A9}"/>
                  </a:ext>
                </a:extLst>
              </p:cNvPr>
              <p:cNvSpPr/>
              <p:nvPr/>
            </p:nvSpPr>
            <p:spPr>
              <a:xfrm>
                <a:off x="264796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3" name="ph2978">
                <a:extLst>
                  <a:ext uri="{FF2B5EF4-FFF2-40B4-BE49-F238E27FC236}">
                    <a16:creationId xmlns:a16="http://schemas.microsoft.com/office/drawing/2014/main" id="{88DB7BB1-F16E-DDD6-7F80-1F52300302C2}"/>
                  </a:ext>
                </a:extLst>
              </p:cNvPr>
              <p:cNvSpPr/>
              <p:nvPr/>
            </p:nvSpPr>
            <p:spPr>
              <a:xfrm>
                <a:off x="265740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4" name="ph2979">
                <a:extLst>
                  <a:ext uri="{FF2B5EF4-FFF2-40B4-BE49-F238E27FC236}">
                    <a16:creationId xmlns:a16="http://schemas.microsoft.com/office/drawing/2014/main" id="{D8E317E4-3114-61F4-99BF-3B9DE5C8B592}"/>
                  </a:ext>
                </a:extLst>
              </p:cNvPr>
              <p:cNvSpPr/>
              <p:nvPr/>
            </p:nvSpPr>
            <p:spPr>
              <a:xfrm>
                <a:off x="266684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5" name="ph2980">
                <a:extLst>
                  <a:ext uri="{FF2B5EF4-FFF2-40B4-BE49-F238E27FC236}">
                    <a16:creationId xmlns:a16="http://schemas.microsoft.com/office/drawing/2014/main" id="{A331F96E-83C6-F63A-6C41-09027F8D7294}"/>
                  </a:ext>
                </a:extLst>
              </p:cNvPr>
              <p:cNvSpPr/>
              <p:nvPr/>
            </p:nvSpPr>
            <p:spPr>
              <a:xfrm>
                <a:off x="2676287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6" name="ph2981">
                <a:extLst>
                  <a:ext uri="{FF2B5EF4-FFF2-40B4-BE49-F238E27FC236}">
                    <a16:creationId xmlns:a16="http://schemas.microsoft.com/office/drawing/2014/main" id="{C6DF07AA-FD67-89EF-2D11-25B5BF32574E}"/>
                  </a:ext>
                </a:extLst>
              </p:cNvPr>
              <p:cNvSpPr/>
              <p:nvPr/>
            </p:nvSpPr>
            <p:spPr>
              <a:xfrm>
                <a:off x="268572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4E57E">
                  <a:alpha val="100000"/>
                </a:srgbClr>
              </a:solidFill>
              <a:ln w="5420" cap="flat">
                <a:solidFill>
                  <a:srgbClr val="C4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7" name="ph2982">
                <a:extLst>
                  <a:ext uri="{FF2B5EF4-FFF2-40B4-BE49-F238E27FC236}">
                    <a16:creationId xmlns:a16="http://schemas.microsoft.com/office/drawing/2014/main" id="{D17B7BF3-F0A6-6D8B-0EFD-B433AA90C639}"/>
                  </a:ext>
                </a:extLst>
              </p:cNvPr>
              <p:cNvSpPr/>
              <p:nvPr/>
            </p:nvSpPr>
            <p:spPr>
              <a:xfrm>
                <a:off x="2695168" y="2167792"/>
                <a:ext cx="9189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99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676" y="896830"/>
                    </a:lnTo>
                    <a:lnTo>
                      <a:pt x="915710" y="897005"/>
                    </a:lnTo>
                    <a:lnTo>
                      <a:pt x="915817" y="897571"/>
                    </a:lnTo>
                    <a:lnTo>
                      <a:pt x="915923" y="898138"/>
                    </a:lnTo>
                    <a:lnTo>
                      <a:pt x="916030" y="898704"/>
                    </a:lnTo>
                    <a:lnTo>
                      <a:pt x="916137" y="899270"/>
                    </a:lnTo>
                    <a:lnTo>
                      <a:pt x="916244" y="899836"/>
                    </a:lnTo>
                    <a:lnTo>
                      <a:pt x="916351" y="900402"/>
                    </a:lnTo>
                    <a:lnTo>
                      <a:pt x="916458" y="900969"/>
                    </a:lnTo>
                    <a:lnTo>
                      <a:pt x="916565" y="901535"/>
                    </a:lnTo>
                    <a:lnTo>
                      <a:pt x="916671" y="902101"/>
                    </a:lnTo>
                    <a:lnTo>
                      <a:pt x="916778" y="902667"/>
                    </a:lnTo>
                    <a:lnTo>
                      <a:pt x="916885" y="903233"/>
                    </a:lnTo>
                    <a:lnTo>
                      <a:pt x="916992" y="903800"/>
                    </a:lnTo>
                    <a:lnTo>
                      <a:pt x="917099" y="904366"/>
                    </a:lnTo>
                    <a:lnTo>
                      <a:pt x="917205" y="904932"/>
                    </a:lnTo>
                    <a:lnTo>
                      <a:pt x="917312" y="905498"/>
                    </a:lnTo>
                    <a:lnTo>
                      <a:pt x="917419" y="906064"/>
                    </a:lnTo>
                    <a:lnTo>
                      <a:pt x="917526" y="906631"/>
                    </a:lnTo>
                    <a:lnTo>
                      <a:pt x="917633" y="907197"/>
                    </a:lnTo>
                    <a:lnTo>
                      <a:pt x="917739" y="907763"/>
                    </a:lnTo>
                    <a:lnTo>
                      <a:pt x="917846" y="908329"/>
                    </a:lnTo>
                    <a:lnTo>
                      <a:pt x="917953" y="908895"/>
                    </a:lnTo>
                    <a:lnTo>
                      <a:pt x="918059" y="909461"/>
                    </a:lnTo>
                    <a:lnTo>
                      <a:pt x="918166" y="910028"/>
                    </a:lnTo>
                    <a:lnTo>
                      <a:pt x="918273" y="910594"/>
                    </a:lnTo>
                    <a:lnTo>
                      <a:pt x="918380" y="911160"/>
                    </a:lnTo>
                    <a:lnTo>
                      <a:pt x="918486" y="911726"/>
                    </a:lnTo>
                    <a:lnTo>
                      <a:pt x="918593" y="912292"/>
                    </a:lnTo>
                    <a:lnTo>
                      <a:pt x="918700" y="912859"/>
                    </a:lnTo>
                    <a:lnTo>
                      <a:pt x="918806" y="913425"/>
                    </a:lnTo>
                    <a:lnTo>
                      <a:pt x="918913" y="913991"/>
                    </a:lnTo>
                    <a:lnTo>
                      <a:pt x="918990" y="914400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8" name="ph2983">
                <a:extLst>
                  <a:ext uri="{FF2B5EF4-FFF2-40B4-BE49-F238E27FC236}">
                    <a16:creationId xmlns:a16="http://schemas.microsoft.com/office/drawing/2014/main" id="{8BC9C6FE-FB39-0EE5-74AB-AABCF5AA2846}"/>
                  </a:ext>
                </a:extLst>
              </p:cNvPr>
              <p:cNvSpPr/>
              <p:nvPr/>
            </p:nvSpPr>
            <p:spPr>
              <a:xfrm>
                <a:off x="292173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35" y="914400"/>
                    </a:lnTo>
                    <a:lnTo>
                      <a:pt x="914400" y="914172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9" name="ph2984">
                <a:extLst>
                  <a:ext uri="{FF2B5EF4-FFF2-40B4-BE49-F238E27FC236}">
                    <a16:creationId xmlns:a16="http://schemas.microsoft.com/office/drawing/2014/main" id="{566488B8-CA52-3ADB-A774-323E8650F0A1}"/>
                  </a:ext>
                </a:extLst>
              </p:cNvPr>
              <p:cNvSpPr/>
              <p:nvPr/>
            </p:nvSpPr>
            <p:spPr>
              <a:xfrm>
                <a:off x="293117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4172"/>
                    </a:lnTo>
                    <a:lnTo>
                      <a:pt x="908654" y="912683"/>
                    </a:lnTo>
                    <a:lnTo>
                      <a:pt x="914206" y="910978"/>
                    </a:lnTo>
                    <a:lnTo>
                      <a:pt x="914400" y="910937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0" name="ph2985">
                <a:extLst>
                  <a:ext uri="{FF2B5EF4-FFF2-40B4-BE49-F238E27FC236}">
                    <a16:creationId xmlns:a16="http://schemas.microsoft.com/office/drawing/2014/main" id="{CCC5CA6F-48EB-4187-1576-F48692728E3A}"/>
                  </a:ext>
                </a:extLst>
              </p:cNvPr>
              <p:cNvSpPr/>
              <p:nvPr/>
            </p:nvSpPr>
            <p:spPr>
              <a:xfrm>
                <a:off x="294061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937"/>
                    </a:lnTo>
                    <a:lnTo>
                      <a:pt x="910356" y="909789"/>
                    </a:lnTo>
                    <a:lnTo>
                      <a:pt x="914400" y="909305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1" name="ph2986">
                <a:extLst>
                  <a:ext uri="{FF2B5EF4-FFF2-40B4-BE49-F238E27FC236}">
                    <a16:creationId xmlns:a16="http://schemas.microsoft.com/office/drawing/2014/main" id="{3001118F-6C1D-B794-A874-D25500759B73}"/>
                  </a:ext>
                </a:extLst>
              </p:cNvPr>
              <p:cNvSpPr/>
              <p:nvPr/>
            </p:nvSpPr>
            <p:spPr>
              <a:xfrm>
                <a:off x="2950054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05"/>
                    </a:lnTo>
                    <a:lnTo>
                      <a:pt x="906530" y="909117"/>
                    </a:lnTo>
                    <a:lnTo>
                      <a:pt x="906927" y="909088"/>
                    </a:lnTo>
                    <a:lnTo>
                      <a:pt x="907326" y="909059"/>
                    </a:lnTo>
                    <a:lnTo>
                      <a:pt x="907725" y="909030"/>
                    </a:lnTo>
                    <a:lnTo>
                      <a:pt x="908124" y="909000"/>
                    </a:lnTo>
                    <a:lnTo>
                      <a:pt x="908523" y="908971"/>
                    </a:lnTo>
                    <a:lnTo>
                      <a:pt x="908921" y="908942"/>
                    </a:lnTo>
                    <a:lnTo>
                      <a:pt x="909320" y="908913"/>
                    </a:lnTo>
                    <a:lnTo>
                      <a:pt x="909719" y="908884"/>
                    </a:lnTo>
                    <a:lnTo>
                      <a:pt x="910118" y="908855"/>
                    </a:lnTo>
                    <a:lnTo>
                      <a:pt x="910517" y="908825"/>
                    </a:lnTo>
                    <a:lnTo>
                      <a:pt x="910916" y="908796"/>
                    </a:lnTo>
                    <a:lnTo>
                      <a:pt x="911315" y="908767"/>
                    </a:lnTo>
                    <a:lnTo>
                      <a:pt x="911713" y="908738"/>
                    </a:lnTo>
                    <a:lnTo>
                      <a:pt x="912112" y="908709"/>
                    </a:lnTo>
                    <a:lnTo>
                      <a:pt x="912511" y="908680"/>
                    </a:lnTo>
                    <a:lnTo>
                      <a:pt x="912910" y="908651"/>
                    </a:lnTo>
                    <a:lnTo>
                      <a:pt x="913309" y="908622"/>
                    </a:lnTo>
                    <a:lnTo>
                      <a:pt x="913708" y="908593"/>
                    </a:lnTo>
                    <a:lnTo>
                      <a:pt x="914106" y="908564"/>
                    </a:lnTo>
                    <a:lnTo>
                      <a:pt x="914400" y="908543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2" name="ph2987">
                <a:extLst>
                  <a:ext uri="{FF2B5EF4-FFF2-40B4-BE49-F238E27FC236}">
                    <a16:creationId xmlns:a16="http://schemas.microsoft.com/office/drawing/2014/main" id="{8EFB721C-ADE3-C43A-F690-DC91635E8C00}"/>
                  </a:ext>
                </a:extLst>
              </p:cNvPr>
              <p:cNvSpPr/>
              <p:nvPr/>
            </p:nvSpPr>
            <p:spPr>
              <a:xfrm>
                <a:off x="2959495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5065" y="908535"/>
                    </a:lnTo>
                    <a:lnTo>
                      <a:pt x="905464" y="908506"/>
                    </a:lnTo>
                    <a:lnTo>
                      <a:pt x="905863" y="908477"/>
                    </a:lnTo>
                    <a:lnTo>
                      <a:pt x="906262" y="908448"/>
                    </a:lnTo>
                    <a:lnTo>
                      <a:pt x="906660" y="908419"/>
                    </a:lnTo>
                    <a:lnTo>
                      <a:pt x="907059" y="908390"/>
                    </a:lnTo>
                    <a:lnTo>
                      <a:pt x="907458" y="908361"/>
                    </a:lnTo>
                    <a:lnTo>
                      <a:pt x="907857" y="908333"/>
                    </a:lnTo>
                    <a:lnTo>
                      <a:pt x="908256" y="908304"/>
                    </a:lnTo>
                    <a:lnTo>
                      <a:pt x="908655" y="908275"/>
                    </a:lnTo>
                    <a:lnTo>
                      <a:pt x="909054" y="908246"/>
                    </a:lnTo>
                    <a:lnTo>
                      <a:pt x="909453" y="908217"/>
                    </a:lnTo>
                    <a:lnTo>
                      <a:pt x="909851" y="908188"/>
                    </a:lnTo>
                    <a:lnTo>
                      <a:pt x="910250" y="908159"/>
                    </a:lnTo>
                    <a:lnTo>
                      <a:pt x="910649" y="908131"/>
                    </a:lnTo>
                    <a:lnTo>
                      <a:pt x="911048" y="908102"/>
                    </a:lnTo>
                    <a:lnTo>
                      <a:pt x="911447" y="908073"/>
                    </a:lnTo>
                    <a:lnTo>
                      <a:pt x="911846" y="908044"/>
                    </a:lnTo>
                    <a:lnTo>
                      <a:pt x="912245" y="908016"/>
                    </a:lnTo>
                    <a:lnTo>
                      <a:pt x="912644" y="907987"/>
                    </a:lnTo>
                    <a:lnTo>
                      <a:pt x="913043" y="907958"/>
                    </a:lnTo>
                    <a:lnTo>
                      <a:pt x="913441" y="907929"/>
                    </a:lnTo>
                    <a:lnTo>
                      <a:pt x="913840" y="907901"/>
                    </a:lnTo>
                    <a:lnTo>
                      <a:pt x="914239" y="907872"/>
                    </a:lnTo>
                    <a:lnTo>
                      <a:pt x="914399" y="907860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3" name="ph2988">
                <a:extLst>
                  <a:ext uri="{FF2B5EF4-FFF2-40B4-BE49-F238E27FC236}">
                    <a16:creationId xmlns:a16="http://schemas.microsoft.com/office/drawing/2014/main" id="{C5EB59E3-8966-6FD5-993F-BC6494564467}"/>
                  </a:ext>
                </a:extLst>
              </p:cNvPr>
              <p:cNvSpPr/>
              <p:nvPr/>
            </p:nvSpPr>
            <p:spPr>
              <a:xfrm>
                <a:off x="296893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860"/>
                    </a:lnTo>
                    <a:lnTo>
                      <a:pt x="905198" y="907843"/>
                    </a:lnTo>
                    <a:lnTo>
                      <a:pt x="905597" y="907815"/>
                    </a:lnTo>
                    <a:lnTo>
                      <a:pt x="905996" y="907786"/>
                    </a:lnTo>
                    <a:lnTo>
                      <a:pt x="906395" y="907757"/>
                    </a:lnTo>
                    <a:lnTo>
                      <a:pt x="906793" y="907729"/>
                    </a:lnTo>
                    <a:lnTo>
                      <a:pt x="907192" y="907700"/>
                    </a:lnTo>
                    <a:lnTo>
                      <a:pt x="907591" y="907671"/>
                    </a:lnTo>
                    <a:lnTo>
                      <a:pt x="907990" y="907643"/>
                    </a:lnTo>
                    <a:lnTo>
                      <a:pt x="908389" y="907614"/>
                    </a:lnTo>
                    <a:lnTo>
                      <a:pt x="908788" y="907586"/>
                    </a:lnTo>
                    <a:lnTo>
                      <a:pt x="909187" y="907557"/>
                    </a:lnTo>
                    <a:lnTo>
                      <a:pt x="909586" y="907529"/>
                    </a:lnTo>
                    <a:lnTo>
                      <a:pt x="909985" y="907500"/>
                    </a:lnTo>
                    <a:lnTo>
                      <a:pt x="910384" y="907472"/>
                    </a:lnTo>
                    <a:lnTo>
                      <a:pt x="910783" y="907443"/>
                    </a:lnTo>
                    <a:lnTo>
                      <a:pt x="911181" y="907415"/>
                    </a:lnTo>
                    <a:lnTo>
                      <a:pt x="911580" y="907386"/>
                    </a:lnTo>
                    <a:lnTo>
                      <a:pt x="911979" y="907358"/>
                    </a:lnTo>
                    <a:lnTo>
                      <a:pt x="912378" y="907329"/>
                    </a:lnTo>
                    <a:lnTo>
                      <a:pt x="912777" y="907301"/>
                    </a:lnTo>
                    <a:lnTo>
                      <a:pt x="913176" y="907272"/>
                    </a:lnTo>
                    <a:lnTo>
                      <a:pt x="913575" y="907244"/>
                    </a:lnTo>
                    <a:lnTo>
                      <a:pt x="913974" y="907216"/>
                    </a:lnTo>
                    <a:lnTo>
                      <a:pt x="914400" y="907185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4" name="ph2989">
                <a:extLst>
                  <a:ext uri="{FF2B5EF4-FFF2-40B4-BE49-F238E27FC236}">
                    <a16:creationId xmlns:a16="http://schemas.microsoft.com/office/drawing/2014/main" id="{0E68B700-EEB9-B8F9-ECE4-363DD4F55158}"/>
                  </a:ext>
                </a:extLst>
              </p:cNvPr>
              <p:cNvSpPr/>
              <p:nvPr/>
            </p:nvSpPr>
            <p:spPr>
              <a:xfrm>
                <a:off x="297837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185"/>
                    </a:lnTo>
                    <a:lnTo>
                      <a:pt x="905332" y="907159"/>
                    </a:lnTo>
                    <a:lnTo>
                      <a:pt x="905731" y="907130"/>
                    </a:lnTo>
                    <a:lnTo>
                      <a:pt x="906129" y="907102"/>
                    </a:lnTo>
                    <a:lnTo>
                      <a:pt x="906528" y="907074"/>
                    </a:lnTo>
                    <a:lnTo>
                      <a:pt x="906927" y="907045"/>
                    </a:lnTo>
                    <a:lnTo>
                      <a:pt x="907326" y="907017"/>
                    </a:lnTo>
                    <a:lnTo>
                      <a:pt x="907725" y="906989"/>
                    </a:lnTo>
                    <a:lnTo>
                      <a:pt x="908124" y="906960"/>
                    </a:lnTo>
                    <a:lnTo>
                      <a:pt x="908523" y="906932"/>
                    </a:lnTo>
                    <a:lnTo>
                      <a:pt x="908922" y="906904"/>
                    </a:lnTo>
                    <a:lnTo>
                      <a:pt x="909321" y="906876"/>
                    </a:lnTo>
                    <a:lnTo>
                      <a:pt x="909720" y="906847"/>
                    </a:lnTo>
                    <a:lnTo>
                      <a:pt x="910119" y="906819"/>
                    </a:lnTo>
                    <a:lnTo>
                      <a:pt x="910518" y="906791"/>
                    </a:lnTo>
                    <a:lnTo>
                      <a:pt x="910917" y="906763"/>
                    </a:lnTo>
                    <a:lnTo>
                      <a:pt x="911316" y="906735"/>
                    </a:lnTo>
                    <a:lnTo>
                      <a:pt x="911715" y="906706"/>
                    </a:lnTo>
                    <a:lnTo>
                      <a:pt x="912114" y="906678"/>
                    </a:lnTo>
                    <a:lnTo>
                      <a:pt x="912513" y="906650"/>
                    </a:lnTo>
                    <a:lnTo>
                      <a:pt x="912912" y="906622"/>
                    </a:lnTo>
                    <a:lnTo>
                      <a:pt x="913311" y="906594"/>
                    </a:lnTo>
                    <a:lnTo>
                      <a:pt x="913710" y="906566"/>
                    </a:lnTo>
                    <a:lnTo>
                      <a:pt x="914109" y="906538"/>
                    </a:lnTo>
                    <a:lnTo>
                      <a:pt x="914400" y="906517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5" name="ph2990">
                <a:extLst>
                  <a:ext uri="{FF2B5EF4-FFF2-40B4-BE49-F238E27FC236}">
                    <a16:creationId xmlns:a16="http://schemas.microsoft.com/office/drawing/2014/main" id="{18F6C6A2-2CCD-DAE5-F887-71EE4F951BA9}"/>
                  </a:ext>
                </a:extLst>
              </p:cNvPr>
              <p:cNvSpPr/>
              <p:nvPr/>
            </p:nvSpPr>
            <p:spPr>
              <a:xfrm>
                <a:off x="2987815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7" y="906510"/>
                    </a:lnTo>
                    <a:lnTo>
                      <a:pt x="905466" y="906481"/>
                    </a:lnTo>
                    <a:lnTo>
                      <a:pt x="905865" y="906453"/>
                    </a:lnTo>
                    <a:lnTo>
                      <a:pt x="906264" y="906425"/>
                    </a:lnTo>
                    <a:lnTo>
                      <a:pt x="906663" y="906397"/>
                    </a:lnTo>
                    <a:lnTo>
                      <a:pt x="907062" y="906369"/>
                    </a:lnTo>
                    <a:lnTo>
                      <a:pt x="907461" y="906341"/>
                    </a:lnTo>
                    <a:lnTo>
                      <a:pt x="907860" y="906313"/>
                    </a:lnTo>
                    <a:lnTo>
                      <a:pt x="908259" y="906285"/>
                    </a:lnTo>
                    <a:lnTo>
                      <a:pt x="908658" y="906257"/>
                    </a:lnTo>
                    <a:lnTo>
                      <a:pt x="909057" y="906229"/>
                    </a:lnTo>
                    <a:lnTo>
                      <a:pt x="909456" y="906201"/>
                    </a:lnTo>
                    <a:lnTo>
                      <a:pt x="909855" y="906173"/>
                    </a:lnTo>
                    <a:lnTo>
                      <a:pt x="910254" y="906146"/>
                    </a:lnTo>
                    <a:lnTo>
                      <a:pt x="910653" y="906118"/>
                    </a:lnTo>
                    <a:lnTo>
                      <a:pt x="911052" y="906090"/>
                    </a:lnTo>
                    <a:lnTo>
                      <a:pt x="911451" y="906062"/>
                    </a:lnTo>
                    <a:lnTo>
                      <a:pt x="911850" y="906034"/>
                    </a:lnTo>
                    <a:lnTo>
                      <a:pt x="912249" y="906006"/>
                    </a:lnTo>
                    <a:lnTo>
                      <a:pt x="912648" y="905978"/>
                    </a:lnTo>
                    <a:lnTo>
                      <a:pt x="913047" y="905950"/>
                    </a:lnTo>
                    <a:lnTo>
                      <a:pt x="913446" y="905923"/>
                    </a:lnTo>
                    <a:lnTo>
                      <a:pt x="913845" y="905895"/>
                    </a:lnTo>
                    <a:lnTo>
                      <a:pt x="914244" y="905867"/>
                    </a:lnTo>
                    <a:lnTo>
                      <a:pt x="914400" y="905856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6" name="ph2991">
                <a:extLst>
                  <a:ext uri="{FF2B5EF4-FFF2-40B4-BE49-F238E27FC236}">
                    <a16:creationId xmlns:a16="http://schemas.microsoft.com/office/drawing/2014/main" id="{75F4C555-1D45-CB7B-48FF-1F1F2E33E213}"/>
                  </a:ext>
                </a:extLst>
              </p:cNvPr>
              <p:cNvSpPr/>
              <p:nvPr/>
            </p:nvSpPr>
            <p:spPr>
              <a:xfrm>
                <a:off x="299725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856"/>
                    </a:lnTo>
                    <a:lnTo>
                      <a:pt x="905203" y="905839"/>
                    </a:lnTo>
                    <a:lnTo>
                      <a:pt x="905602" y="905811"/>
                    </a:lnTo>
                    <a:lnTo>
                      <a:pt x="906001" y="905784"/>
                    </a:lnTo>
                    <a:lnTo>
                      <a:pt x="906400" y="905756"/>
                    </a:lnTo>
                    <a:lnTo>
                      <a:pt x="906799" y="905728"/>
                    </a:lnTo>
                    <a:lnTo>
                      <a:pt x="907198" y="905700"/>
                    </a:lnTo>
                    <a:lnTo>
                      <a:pt x="907597" y="905673"/>
                    </a:lnTo>
                    <a:lnTo>
                      <a:pt x="907996" y="905645"/>
                    </a:lnTo>
                    <a:lnTo>
                      <a:pt x="908395" y="905617"/>
                    </a:lnTo>
                    <a:lnTo>
                      <a:pt x="908794" y="905590"/>
                    </a:lnTo>
                    <a:lnTo>
                      <a:pt x="909193" y="905562"/>
                    </a:lnTo>
                    <a:lnTo>
                      <a:pt x="909592" y="905534"/>
                    </a:lnTo>
                    <a:lnTo>
                      <a:pt x="909991" y="905507"/>
                    </a:lnTo>
                    <a:lnTo>
                      <a:pt x="910390" y="905479"/>
                    </a:lnTo>
                    <a:lnTo>
                      <a:pt x="914400" y="905411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7" name="ph2992">
                <a:extLst>
                  <a:ext uri="{FF2B5EF4-FFF2-40B4-BE49-F238E27FC236}">
                    <a16:creationId xmlns:a16="http://schemas.microsoft.com/office/drawing/2014/main" id="{332A490D-63F4-31BD-CE9C-80013E8B7777}"/>
                  </a:ext>
                </a:extLst>
              </p:cNvPr>
              <p:cNvSpPr/>
              <p:nvPr/>
            </p:nvSpPr>
            <p:spPr>
              <a:xfrm>
                <a:off x="300669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411"/>
                    </a:lnTo>
                    <a:lnTo>
                      <a:pt x="907297" y="905371"/>
                    </a:lnTo>
                    <a:lnTo>
                      <a:pt x="913638" y="905925"/>
                    </a:lnTo>
                    <a:lnTo>
                      <a:pt x="914400" y="906031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8" name="ph2993">
                <a:extLst>
                  <a:ext uri="{FF2B5EF4-FFF2-40B4-BE49-F238E27FC236}">
                    <a16:creationId xmlns:a16="http://schemas.microsoft.com/office/drawing/2014/main" id="{C00FCECA-55AF-9375-F6AD-72FB1BEF13CE}"/>
                  </a:ext>
                </a:extLst>
              </p:cNvPr>
              <p:cNvSpPr/>
              <p:nvPr/>
            </p:nvSpPr>
            <p:spPr>
              <a:xfrm>
                <a:off x="3016136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6031"/>
                    </a:lnTo>
                    <a:lnTo>
                      <a:pt x="914399" y="907350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9" name="ph2994">
                <a:extLst>
                  <a:ext uri="{FF2B5EF4-FFF2-40B4-BE49-F238E27FC236}">
                    <a16:creationId xmlns:a16="http://schemas.microsoft.com/office/drawing/2014/main" id="{8F4F3C8E-EB99-35EA-E577-C647D023A7F0}"/>
                  </a:ext>
                </a:extLst>
              </p:cNvPr>
              <p:cNvSpPr/>
              <p:nvPr/>
            </p:nvSpPr>
            <p:spPr>
              <a:xfrm>
                <a:off x="3025576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7350"/>
                    </a:lnTo>
                    <a:lnTo>
                      <a:pt x="914400" y="908668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0" name="ph2995">
                <a:extLst>
                  <a:ext uri="{FF2B5EF4-FFF2-40B4-BE49-F238E27FC236}">
                    <a16:creationId xmlns:a16="http://schemas.microsoft.com/office/drawing/2014/main" id="{CE095D78-0D0E-EE65-2A40-2C5A3AF203C4}"/>
                  </a:ext>
                </a:extLst>
              </p:cNvPr>
              <p:cNvSpPr/>
              <p:nvPr/>
            </p:nvSpPr>
            <p:spPr>
              <a:xfrm>
                <a:off x="3035017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68"/>
                    </a:lnTo>
                    <a:lnTo>
                      <a:pt x="914400" y="909987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1" name="ph2996">
                <a:extLst>
                  <a:ext uri="{FF2B5EF4-FFF2-40B4-BE49-F238E27FC236}">
                    <a16:creationId xmlns:a16="http://schemas.microsoft.com/office/drawing/2014/main" id="{946C810B-51C6-8EE2-E25C-67E54150C97A}"/>
                  </a:ext>
                </a:extLst>
              </p:cNvPr>
              <p:cNvSpPr/>
              <p:nvPr/>
            </p:nvSpPr>
            <p:spPr>
              <a:xfrm>
                <a:off x="3044457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7"/>
                    </a:lnTo>
                    <a:lnTo>
                      <a:pt x="914400" y="911238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2" name="ph2997">
                <a:extLst>
                  <a:ext uri="{FF2B5EF4-FFF2-40B4-BE49-F238E27FC236}">
                    <a16:creationId xmlns:a16="http://schemas.microsoft.com/office/drawing/2014/main" id="{488AF093-A3B7-2888-FD5D-08BF8632027E}"/>
                  </a:ext>
                </a:extLst>
              </p:cNvPr>
              <p:cNvSpPr/>
              <p:nvPr/>
            </p:nvSpPr>
            <p:spPr>
              <a:xfrm>
                <a:off x="3053897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238"/>
                    </a:lnTo>
                    <a:lnTo>
                      <a:pt x="905451" y="911077"/>
                    </a:lnTo>
                    <a:lnTo>
                      <a:pt x="905994" y="910899"/>
                    </a:lnTo>
                    <a:lnTo>
                      <a:pt x="906538" y="910721"/>
                    </a:lnTo>
                    <a:lnTo>
                      <a:pt x="907081" y="910543"/>
                    </a:lnTo>
                    <a:lnTo>
                      <a:pt x="907624" y="910366"/>
                    </a:lnTo>
                    <a:lnTo>
                      <a:pt x="908167" y="910188"/>
                    </a:lnTo>
                    <a:lnTo>
                      <a:pt x="908710" y="910010"/>
                    </a:lnTo>
                    <a:lnTo>
                      <a:pt x="909254" y="909833"/>
                    </a:lnTo>
                    <a:lnTo>
                      <a:pt x="909797" y="909655"/>
                    </a:lnTo>
                    <a:lnTo>
                      <a:pt x="910340" y="909478"/>
                    </a:lnTo>
                    <a:lnTo>
                      <a:pt x="910883" y="909300"/>
                    </a:lnTo>
                    <a:lnTo>
                      <a:pt x="911426" y="909123"/>
                    </a:lnTo>
                    <a:lnTo>
                      <a:pt x="911970" y="908945"/>
                    </a:lnTo>
                    <a:lnTo>
                      <a:pt x="912513" y="908768"/>
                    </a:lnTo>
                    <a:lnTo>
                      <a:pt x="913056" y="908590"/>
                    </a:lnTo>
                    <a:lnTo>
                      <a:pt x="913600" y="908413"/>
                    </a:lnTo>
                    <a:lnTo>
                      <a:pt x="914143" y="908236"/>
                    </a:lnTo>
                    <a:lnTo>
                      <a:pt x="914400" y="908152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3" name="ph2998">
                <a:extLst>
                  <a:ext uri="{FF2B5EF4-FFF2-40B4-BE49-F238E27FC236}">
                    <a16:creationId xmlns:a16="http://schemas.microsoft.com/office/drawing/2014/main" id="{8B13C634-458A-D467-95D0-31FDD448BD95}"/>
                  </a:ext>
                </a:extLst>
              </p:cNvPr>
              <p:cNvSpPr/>
              <p:nvPr/>
            </p:nvSpPr>
            <p:spPr>
              <a:xfrm>
                <a:off x="3063337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152"/>
                    </a:lnTo>
                    <a:lnTo>
                      <a:pt x="905246" y="908058"/>
                    </a:lnTo>
                    <a:lnTo>
                      <a:pt x="905790" y="907881"/>
                    </a:lnTo>
                    <a:lnTo>
                      <a:pt x="906333" y="907704"/>
                    </a:lnTo>
                    <a:lnTo>
                      <a:pt x="906876" y="907526"/>
                    </a:lnTo>
                    <a:lnTo>
                      <a:pt x="907420" y="907349"/>
                    </a:lnTo>
                    <a:lnTo>
                      <a:pt x="907963" y="907172"/>
                    </a:lnTo>
                    <a:lnTo>
                      <a:pt x="908507" y="906995"/>
                    </a:lnTo>
                    <a:lnTo>
                      <a:pt x="909050" y="906817"/>
                    </a:lnTo>
                    <a:lnTo>
                      <a:pt x="909593" y="906640"/>
                    </a:lnTo>
                    <a:lnTo>
                      <a:pt x="910137" y="906463"/>
                    </a:lnTo>
                    <a:lnTo>
                      <a:pt x="910680" y="906286"/>
                    </a:lnTo>
                    <a:lnTo>
                      <a:pt x="911224" y="906109"/>
                    </a:lnTo>
                    <a:lnTo>
                      <a:pt x="911767" y="905932"/>
                    </a:lnTo>
                    <a:lnTo>
                      <a:pt x="912311" y="905755"/>
                    </a:lnTo>
                    <a:lnTo>
                      <a:pt x="912855" y="905578"/>
                    </a:lnTo>
                    <a:lnTo>
                      <a:pt x="913398" y="905401"/>
                    </a:lnTo>
                    <a:lnTo>
                      <a:pt x="913942" y="905224"/>
                    </a:lnTo>
                    <a:lnTo>
                      <a:pt x="914400" y="905075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4" name="ph2999">
                <a:extLst>
                  <a:ext uri="{FF2B5EF4-FFF2-40B4-BE49-F238E27FC236}">
                    <a16:creationId xmlns:a16="http://schemas.microsoft.com/office/drawing/2014/main" id="{CB484D23-2C28-7C6E-A839-545965F83568}"/>
                  </a:ext>
                </a:extLst>
              </p:cNvPr>
              <p:cNvSpPr/>
              <p:nvPr/>
            </p:nvSpPr>
            <p:spPr>
              <a:xfrm>
                <a:off x="3072778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45" y="905047"/>
                    </a:lnTo>
                    <a:lnTo>
                      <a:pt x="905589" y="904870"/>
                    </a:lnTo>
                    <a:lnTo>
                      <a:pt x="906132" y="904693"/>
                    </a:lnTo>
                    <a:lnTo>
                      <a:pt x="911753" y="903133"/>
                    </a:lnTo>
                    <a:lnTo>
                      <a:pt x="914400" y="90264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5" name="ph3000">
                <a:extLst>
                  <a:ext uri="{FF2B5EF4-FFF2-40B4-BE49-F238E27FC236}">
                    <a16:creationId xmlns:a16="http://schemas.microsoft.com/office/drawing/2014/main" id="{28A503AC-62C2-81DC-A1F1-A9FCA6D01FD7}"/>
                  </a:ext>
                </a:extLst>
              </p:cNvPr>
              <p:cNvSpPr/>
              <p:nvPr/>
            </p:nvSpPr>
            <p:spPr>
              <a:xfrm>
                <a:off x="3082218" y="216779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2649"/>
                    </a:lnTo>
                    <a:lnTo>
                      <a:pt x="907968" y="902100"/>
                    </a:lnTo>
                    <a:lnTo>
                      <a:pt x="913645" y="901595"/>
                    </a:lnTo>
                    <a:lnTo>
                      <a:pt x="913989" y="901581"/>
                    </a:lnTo>
                    <a:lnTo>
                      <a:pt x="914399" y="901564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6" name="ph3001">
                <a:extLst>
                  <a:ext uri="{FF2B5EF4-FFF2-40B4-BE49-F238E27FC236}">
                    <a16:creationId xmlns:a16="http://schemas.microsoft.com/office/drawing/2014/main" id="{7ED8F2FE-2B33-E119-4389-62C07C735A36}"/>
                  </a:ext>
                </a:extLst>
              </p:cNvPr>
              <p:cNvSpPr/>
              <p:nvPr/>
            </p:nvSpPr>
            <p:spPr>
              <a:xfrm>
                <a:off x="3091658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564"/>
                    </a:lnTo>
                    <a:lnTo>
                      <a:pt x="905242" y="901552"/>
                    </a:lnTo>
                    <a:lnTo>
                      <a:pt x="905589" y="901537"/>
                    </a:lnTo>
                    <a:lnTo>
                      <a:pt x="905935" y="901523"/>
                    </a:lnTo>
                    <a:lnTo>
                      <a:pt x="906282" y="901508"/>
                    </a:lnTo>
                    <a:lnTo>
                      <a:pt x="906628" y="901494"/>
                    </a:lnTo>
                    <a:lnTo>
                      <a:pt x="906975" y="901479"/>
                    </a:lnTo>
                    <a:lnTo>
                      <a:pt x="907321" y="901465"/>
                    </a:lnTo>
                    <a:lnTo>
                      <a:pt x="907668" y="901450"/>
                    </a:lnTo>
                    <a:lnTo>
                      <a:pt x="908014" y="901436"/>
                    </a:lnTo>
                    <a:lnTo>
                      <a:pt x="908361" y="901421"/>
                    </a:lnTo>
                    <a:lnTo>
                      <a:pt x="908707" y="901407"/>
                    </a:lnTo>
                    <a:lnTo>
                      <a:pt x="909054" y="901392"/>
                    </a:lnTo>
                    <a:lnTo>
                      <a:pt x="909400" y="901378"/>
                    </a:lnTo>
                    <a:lnTo>
                      <a:pt x="909747" y="901363"/>
                    </a:lnTo>
                    <a:lnTo>
                      <a:pt x="910093" y="901349"/>
                    </a:lnTo>
                    <a:lnTo>
                      <a:pt x="910440" y="901335"/>
                    </a:lnTo>
                    <a:lnTo>
                      <a:pt x="910786" y="901320"/>
                    </a:lnTo>
                    <a:lnTo>
                      <a:pt x="911133" y="901306"/>
                    </a:lnTo>
                    <a:lnTo>
                      <a:pt x="911479" y="901291"/>
                    </a:lnTo>
                    <a:lnTo>
                      <a:pt x="911826" y="901277"/>
                    </a:lnTo>
                    <a:lnTo>
                      <a:pt x="912172" y="901263"/>
                    </a:lnTo>
                    <a:lnTo>
                      <a:pt x="912519" y="901248"/>
                    </a:lnTo>
                    <a:lnTo>
                      <a:pt x="912865" y="901234"/>
                    </a:lnTo>
                    <a:lnTo>
                      <a:pt x="913212" y="901220"/>
                    </a:lnTo>
                    <a:lnTo>
                      <a:pt x="913558" y="901205"/>
                    </a:lnTo>
                    <a:lnTo>
                      <a:pt x="913905" y="901191"/>
                    </a:lnTo>
                    <a:lnTo>
                      <a:pt x="914251" y="901177"/>
                    </a:lnTo>
                    <a:lnTo>
                      <a:pt x="914400" y="90117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7" name="ph3002">
                <a:extLst>
                  <a:ext uri="{FF2B5EF4-FFF2-40B4-BE49-F238E27FC236}">
                    <a16:creationId xmlns:a16="http://schemas.microsoft.com/office/drawing/2014/main" id="{84BC4E64-1E45-9532-9AB9-2FE6D4B8311D}"/>
                  </a:ext>
                </a:extLst>
              </p:cNvPr>
              <p:cNvSpPr/>
              <p:nvPr/>
            </p:nvSpPr>
            <p:spPr>
              <a:xfrm>
                <a:off x="3101098" y="216779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170"/>
                    </a:lnTo>
                    <a:lnTo>
                      <a:pt x="905158" y="901162"/>
                    </a:lnTo>
                    <a:lnTo>
                      <a:pt x="905504" y="901148"/>
                    </a:lnTo>
                    <a:lnTo>
                      <a:pt x="905851" y="901134"/>
                    </a:lnTo>
                    <a:lnTo>
                      <a:pt x="906197" y="901119"/>
                    </a:lnTo>
                    <a:lnTo>
                      <a:pt x="906544" y="901105"/>
                    </a:lnTo>
                    <a:lnTo>
                      <a:pt x="906890" y="901091"/>
                    </a:lnTo>
                    <a:lnTo>
                      <a:pt x="907237" y="901077"/>
                    </a:lnTo>
                    <a:lnTo>
                      <a:pt x="907583" y="901062"/>
                    </a:lnTo>
                    <a:lnTo>
                      <a:pt x="907930" y="901048"/>
                    </a:lnTo>
                    <a:lnTo>
                      <a:pt x="908276" y="901034"/>
                    </a:lnTo>
                    <a:lnTo>
                      <a:pt x="908623" y="901020"/>
                    </a:lnTo>
                    <a:lnTo>
                      <a:pt x="908970" y="901006"/>
                    </a:lnTo>
                    <a:lnTo>
                      <a:pt x="909316" y="900991"/>
                    </a:lnTo>
                    <a:lnTo>
                      <a:pt x="909663" y="900977"/>
                    </a:lnTo>
                    <a:lnTo>
                      <a:pt x="910009" y="900963"/>
                    </a:lnTo>
                    <a:lnTo>
                      <a:pt x="910356" y="900949"/>
                    </a:lnTo>
                    <a:lnTo>
                      <a:pt x="910702" y="900935"/>
                    </a:lnTo>
                    <a:lnTo>
                      <a:pt x="911049" y="900921"/>
                    </a:lnTo>
                    <a:lnTo>
                      <a:pt x="911395" y="900906"/>
                    </a:lnTo>
                    <a:lnTo>
                      <a:pt x="911742" y="900892"/>
                    </a:lnTo>
                    <a:lnTo>
                      <a:pt x="912088" y="900878"/>
                    </a:lnTo>
                    <a:lnTo>
                      <a:pt x="912435" y="900864"/>
                    </a:lnTo>
                    <a:lnTo>
                      <a:pt x="912781" y="900850"/>
                    </a:lnTo>
                    <a:lnTo>
                      <a:pt x="913128" y="900836"/>
                    </a:lnTo>
                    <a:lnTo>
                      <a:pt x="913474" y="900822"/>
                    </a:lnTo>
                    <a:lnTo>
                      <a:pt x="913821" y="900808"/>
                    </a:lnTo>
                    <a:lnTo>
                      <a:pt x="914168" y="900794"/>
                    </a:lnTo>
                    <a:lnTo>
                      <a:pt x="914400" y="900784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8" name="ph3003">
                <a:extLst>
                  <a:ext uri="{FF2B5EF4-FFF2-40B4-BE49-F238E27FC236}">
                    <a16:creationId xmlns:a16="http://schemas.microsoft.com/office/drawing/2014/main" id="{43545F34-6926-65A8-2108-B55D92737E64}"/>
                  </a:ext>
                </a:extLst>
              </p:cNvPr>
              <p:cNvSpPr/>
              <p:nvPr/>
            </p:nvSpPr>
            <p:spPr>
              <a:xfrm>
                <a:off x="3110538" y="215022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5074" y="918350"/>
                    </a:lnTo>
                    <a:lnTo>
                      <a:pt x="905420" y="918335"/>
                    </a:lnTo>
                    <a:lnTo>
                      <a:pt x="905767" y="918321"/>
                    </a:lnTo>
                    <a:lnTo>
                      <a:pt x="906113" y="918307"/>
                    </a:lnTo>
                    <a:lnTo>
                      <a:pt x="906460" y="918293"/>
                    </a:lnTo>
                    <a:lnTo>
                      <a:pt x="906807" y="918279"/>
                    </a:lnTo>
                    <a:lnTo>
                      <a:pt x="907153" y="918265"/>
                    </a:lnTo>
                    <a:lnTo>
                      <a:pt x="907500" y="918251"/>
                    </a:lnTo>
                    <a:lnTo>
                      <a:pt x="909169" y="918259"/>
                    </a:lnTo>
                    <a:lnTo>
                      <a:pt x="909282" y="917885"/>
                    </a:lnTo>
                    <a:lnTo>
                      <a:pt x="909397" y="917498"/>
                    </a:lnTo>
                    <a:lnTo>
                      <a:pt x="909513" y="917112"/>
                    </a:lnTo>
                    <a:lnTo>
                      <a:pt x="909629" y="916725"/>
                    </a:lnTo>
                    <a:lnTo>
                      <a:pt x="909745" y="916339"/>
                    </a:lnTo>
                    <a:lnTo>
                      <a:pt x="909861" y="915952"/>
                    </a:lnTo>
                    <a:lnTo>
                      <a:pt x="909976" y="915566"/>
                    </a:lnTo>
                    <a:lnTo>
                      <a:pt x="910352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9" name="ph3004">
                <a:extLst>
                  <a:ext uri="{FF2B5EF4-FFF2-40B4-BE49-F238E27FC236}">
                    <a16:creationId xmlns:a16="http://schemas.microsoft.com/office/drawing/2014/main" id="{A3A117BB-C7BF-8923-680E-113525F80045}"/>
                  </a:ext>
                </a:extLst>
              </p:cNvPr>
              <p:cNvSpPr/>
              <p:nvPr/>
            </p:nvSpPr>
            <p:spPr>
              <a:xfrm>
                <a:off x="3110538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0" name="ph3005">
                <a:extLst>
                  <a:ext uri="{FF2B5EF4-FFF2-40B4-BE49-F238E27FC236}">
                    <a16:creationId xmlns:a16="http://schemas.microsoft.com/office/drawing/2014/main" id="{04DF57F1-BC46-5CED-25EA-D0DD6D79F3ED}"/>
                  </a:ext>
                </a:extLst>
              </p:cNvPr>
              <p:cNvSpPr/>
              <p:nvPr/>
            </p:nvSpPr>
            <p:spPr>
              <a:xfrm>
                <a:off x="311997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1" name="ph3006">
                <a:extLst>
                  <a:ext uri="{FF2B5EF4-FFF2-40B4-BE49-F238E27FC236}">
                    <a16:creationId xmlns:a16="http://schemas.microsoft.com/office/drawing/2014/main" id="{752D97FD-578A-5937-5469-29D19BDD02DF}"/>
                  </a:ext>
                </a:extLst>
              </p:cNvPr>
              <p:cNvSpPr/>
              <p:nvPr/>
            </p:nvSpPr>
            <p:spPr>
              <a:xfrm>
                <a:off x="312941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2" name="ph3007">
                <a:extLst>
                  <a:ext uri="{FF2B5EF4-FFF2-40B4-BE49-F238E27FC236}">
                    <a16:creationId xmlns:a16="http://schemas.microsoft.com/office/drawing/2014/main" id="{977EC018-6940-A0F4-1444-8B3DF1ED57EC}"/>
                  </a:ext>
                </a:extLst>
              </p:cNvPr>
              <p:cNvSpPr/>
              <p:nvPr/>
            </p:nvSpPr>
            <p:spPr>
              <a:xfrm>
                <a:off x="313885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3" name="ph3008">
                <a:extLst>
                  <a:ext uri="{FF2B5EF4-FFF2-40B4-BE49-F238E27FC236}">
                    <a16:creationId xmlns:a16="http://schemas.microsoft.com/office/drawing/2014/main" id="{9B2DAC83-E1FE-57F5-1A52-3DDA1FEDB717}"/>
                  </a:ext>
                </a:extLst>
              </p:cNvPr>
              <p:cNvSpPr/>
              <p:nvPr/>
            </p:nvSpPr>
            <p:spPr>
              <a:xfrm>
                <a:off x="3148299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4" name="ph3009">
                <a:extLst>
                  <a:ext uri="{FF2B5EF4-FFF2-40B4-BE49-F238E27FC236}">
                    <a16:creationId xmlns:a16="http://schemas.microsoft.com/office/drawing/2014/main" id="{4E5D4AA4-7C6E-F417-B456-6936AF7226EE}"/>
                  </a:ext>
                </a:extLst>
              </p:cNvPr>
              <p:cNvSpPr/>
              <p:nvPr/>
            </p:nvSpPr>
            <p:spPr>
              <a:xfrm>
                <a:off x="315774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5" name="ph3010">
                <a:extLst>
                  <a:ext uri="{FF2B5EF4-FFF2-40B4-BE49-F238E27FC236}">
                    <a16:creationId xmlns:a16="http://schemas.microsoft.com/office/drawing/2014/main" id="{57588766-1B7C-A778-F289-4ECC98ABAF72}"/>
                  </a:ext>
                </a:extLst>
              </p:cNvPr>
              <p:cNvSpPr/>
              <p:nvPr/>
            </p:nvSpPr>
            <p:spPr>
              <a:xfrm>
                <a:off x="316718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6" name="ph3011">
                <a:extLst>
                  <a:ext uri="{FF2B5EF4-FFF2-40B4-BE49-F238E27FC236}">
                    <a16:creationId xmlns:a16="http://schemas.microsoft.com/office/drawing/2014/main" id="{B9943D01-0663-3105-7676-E3F44B46713D}"/>
                  </a:ext>
                </a:extLst>
              </p:cNvPr>
              <p:cNvSpPr/>
              <p:nvPr/>
            </p:nvSpPr>
            <p:spPr>
              <a:xfrm>
                <a:off x="317662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7" name="ph3012">
                <a:extLst>
                  <a:ext uri="{FF2B5EF4-FFF2-40B4-BE49-F238E27FC236}">
                    <a16:creationId xmlns:a16="http://schemas.microsoft.com/office/drawing/2014/main" id="{382D403A-8097-8C61-9A07-029DF45E03D1}"/>
                  </a:ext>
                </a:extLst>
              </p:cNvPr>
              <p:cNvSpPr/>
              <p:nvPr/>
            </p:nvSpPr>
            <p:spPr>
              <a:xfrm>
                <a:off x="3186060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8" name="ph3013">
                <a:extLst>
                  <a:ext uri="{FF2B5EF4-FFF2-40B4-BE49-F238E27FC236}">
                    <a16:creationId xmlns:a16="http://schemas.microsoft.com/office/drawing/2014/main" id="{5741AAB8-2BA9-03BE-258E-BC5BDCD16B92}"/>
                  </a:ext>
                </a:extLst>
              </p:cNvPr>
              <p:cNvSpPr/>
              <p:nvPr/>
            </p:nvSpPr>
            <p:spPr>
              <a:xfrm>
                <a:off x="319550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9" name="ph3014">
                <a:extLst>
                  <a:ext uri="{FF2B5EF4-FFF2-40B4-BE49-F238E27FC236}">
                    <a16:creationId xmlns:a16="http://schemas.microsoft.com/office/drawing/2014/main" id="{0819B6B3-8458-AC75-30E7-1A8F727F52A8}"/>
                  </a:ext>
                </a:extLst>
              </p:cNvPr>
              <p:cNvSpPr/>
              <p:nvPr/>
            </p:nvSpPr>
            <p:spPr>
              <a:xfrm>
                <a:off x="320494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0" name="ph3015">
                <a:extLst>
                  <a:ext uri="{FF2B5EF4-FFF2-40B4-BE49-F238E27FC236}">
                    <a16:creationId xmlns:a16="http://schemas.microsoft.com/office/drawing/2014/main" id="{C15722D2-6F32-CA87-2FE1-C2ABA023A503}"/>
                  </a:ext>
                </a:extLst>
              </p:cNvPr>
              <p:cNvSpPr/>
              <p:nvPr/>
            </p:nvSpPr>
            <p:spPr>
              <a:xfrm>
                <a:off x="321438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1" name="ph3016">
                <a:extLst>
                  <a:ext uri="{FF2B5EF4-FFF2-40B4-BE49-F238E27FC236}">
                    <a16:creationId xmlns:a16="http://schemas.microsoft.com/office/drawing/2014/main" id="{35BD26CD-78B7-42A6-CEDA-5D95210EB7C2}"/>
                  </a:ext>
                </a:extLst>
              </p:cNvPr>
              <p:cNvSpPr/>
              <p:nvPr/>
            </p:nvSpPr>
            <p:spPr>
              <a:xfrm>
                <a:off x="3223821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2" name="ph3017">
                <a:extLst>
                  <a:ext uri="{FF2B5EF4-FFF2-40B4-BE49-F238E27FC236}">
                    <a16:creationId xmlns:a16="http://schemas.microsoft.com/office/drawing/2014/main" id="{392C49A8-01E6-D625-CBFE-E0EC2ECBB55E}"/>
                  </a:ext>
                </a:extLst>
              </p:cNvPr>
              <p:cNvSpPr/>
              <p:nvPr/>
            </p:nvSpPr>
            <p:spPr>
              <a:xfrm>
                <a:off x="323326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3" name="ph3018">
                <a:extLst>
                  <a:ext uri="{FF2B5EF4-FFF2-40B4-BE49-F238E27FC236}">
                    <a16:creationId xmlns:a16="http://schemas.microsoft.com/office/drawing/2014/main" id="{8F90630F-8B1D-598C-0665-E0312762CFFF}"/>
                  </a:ext>
                </a:extLst>
              </p:cNvPr>
              <p:cNvSpPr/>
              <p:nvPr/>
            </p:nvSpPr>
            <p:spPr>
              <a:xfrm>
                <a:off x="324270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4" name="ph3019">
                <a:extLst>
                  <a:ext uri="{FF2B5EF4-FFF2-40B4-BE49-F238E27FC236}">
                    <a16:creationId xmlns:a16="http://schemas.microsoft.com/office/drawing/2014/main" id="{DCD9734A-0608-D313-7B6B-829EB9DC3838}"/>
                  </a:ext>
                </a:extLst>
              </p:cNvPr>
              <p:cNvSpPr/>
              <p:nvPr/>
            </p:nvSpPr>
            <p:spPr>
              <a:xfrm>
                <a:off x="325214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5" name="ph3020">
                <a:extLst>
                  <a:ext uri="{FF2B5EF4-FFF2-40B4-BE49-F238E27FC236}">
                    <a16:creationId xmlns:a16="http://schemas.microsoft.com/office/drawing/2014/main" id="{2B0ACFD9-1256-F5BA-E1DB-27E000644FA7}"/>
                  </a:ext>
                </a:extLst>
              </p:cNvPr>
              <p:cNvSpPr/>
              <p:nvPr/>
            </p:nvSpPr>
            <p:spPr>
              <a:xfrm>
                <a:off x="3261582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6" name="ph3021">
                <a:extLst>
                  <a:ext uri="{FF2B5EF4-FFF2-40B4-BE49-F238E27FC236}">
                    <a16:creationId xmlns:a16="http://schemas.microsoft.com/office/drawing/2014/main" id="{9F3775F9-289D-2AD9-6FA3-33D980DEB6E5}"/>
                  </a:ext>
                </a:extLst>
              </p:cNvPr>
              <p:cNvSpPr/>
              <p:nvPr/>
            </p:nvSpPr>
            <p:spPr>
              <a:xfrm>
                <a:off x="327102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7" name="ph3022">
                <a:extLst>
                  <a:ext uri="{FF2B5EF4-FFF2-40B4-BE49-F238E27FC236}">
                    <a16:creationId xmlns:a16="http://schemas.microsoft.com/office/drawing/2014/main" id="{B823E20E-6839-5C3E-2A60-CDF07BA1C1C5}"/>
                  </a:ext>
                </a:extLst>
              </p:cNvPr>
              <p:cNvSpPr/>
              <p:nvPr/>
            </p:nvSpPr>
            <p:spPr>
              <a:xfrm>
                <a:off x="328046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8" name="ph3023">
                <a:extLst>
                  <a:ext uri="{FF2B5EF4-FFF2-40B4-BE49-F238E27FC236}">
                    <a16:creationId xmlns:a16="http://schemas.microsoft.com/office/drawing/2014/main" id="{5F158420-6446-4068-906D-C7FA859D719E}"/>
                  </a:ext>
                </a:extLst>
              </p:cNvPr>
              <p:cNvSpPr/>
              <p:nvPr/>
            </p:nvSpPr>
            <p:spPr>
              <a:xfrm>
                <a:off x="328990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9" name="ph3024">
                <a:extLst>
                  <a:ext uri="{FF2B5EF4-FFF2-40B4-BE49-F238E27FC236}">
                    <a16:creationId xmlns:a16="http://schemas.microsoft.com/office/drawing/2014/main" id="{12DA031D-6C12-67D7-09A6-B4692486C30F}"/>
                  </a:ext>
                </a:extLst>
              </p:cNvPr>
              <p:cNvSpPr/>
              <p:nvPr/>
            </p:nvSpPr>
            <p:spPr>
              <a:xfrm>
                <a:off x="3299343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0" name="ph3025">
                <a:extLst>
                  <a:ext uri="{FF2B5EF4-FFF2-40B4-BE49-F238E27FC236}">
                    <a16:creationId xmlns:a16="http://schemas.microsoft.com/office/drawing/2014/main" id="{47976B2F-D0AD-892E-15B9-2F424DB6EC90}"/>
                  </a:ext>
                </a:extLst>
              </p:cNvPr>
              <p:cNvSpPr/>
              <p:nvPr/>
            </p:nvSpPr>
            <p:spPr>
              <a:xfrm>
                <a:off x="330878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1" name="ph3026">
                <a:extLst>
                  <a:ext uri="{FF2B5EF4-FFF2-40B4-BE49-F238E27FC236}">
                    <a16:creationId xmlns:a16="http://schemas.microsoft.com/office/drawing/2014/main" id="{8392E391-9359-D164-C313-D6089E696BFB}"/>
                  </a:ext>
                </a:extLst>
              </p:cNvPr>
              <p:cNvSpPr/>
              <p:nvPr/>
            </p:nvSpPr>
            <p:spPr>
              <a:xfrm>
                <a:off x="331822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2" name="ph3027">
                <a:extLst>
                  <a:ext uri="{FF2B5EF4-FFF2-40B4-BE49-F238E27FC236}">
                    <a16:creationId xmlns:a16="http://schemas.microsoft.com/office/drawing/2014/main" id="{1614EED4-0934-A2B4-45EB-D8A32722DD6B}"/>
                  </a:ext>
                </a:extLst>
              </p:cNvPr>
              <p:cNvSpPr/>
              <p:nvPr/>
            </p:nvSpPr>
            <p:spPr>
              <a:xfrm>
                <a:off x="332766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3" name="ph3028">
                <a:extLst>
                  <a:ext uri="{FF2B5EF4-FFF2-40B4-BE49-F238E27FC236}">
                    <a16:creationId xmlns:a16="http://schemas.microsoft.com/office/drawing/2014/main" id="{3192B565-BFB5-2B91-E96E-C08C74775839}"/>
                  </a:ext>
                </a:extLst>
              </p:cNvPr>
              <p:cNvSpPr/>
              <p:nvPr/>
            </p:nvSpPr>
            <p:spPr>
              <a:xfrm>
                <a:off x="333710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4" name="ph3029">
                <a:extLst>
                  <a:ext uri="{FF2B5EF4-FFF2-40B4-BE49-F238E27FC236}">
                    <a16:creationId xmlns:a16="http://schemas.microsoft.com/office/drawing/2014/main" id="{A5A9EB89-E8EC-7FBA-3ADB-9567F38C30F9}"/>
                  </a:ext>
                </a:extLst>
              </p:cNvPr>
              <p:cNvSpPr/>
              <p:nvPr/>
            </p:nvSpPr>
            <p:spPr>
              <a:xfrm>
                <a:off x="3346544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5" name="ph3030">
                <a:extLst>
                  <a:ext uri="{FF2B5EF4-FFF2-40B4-BE49-F238E27FC236}">
                    <a16:creationId xmlns:a16="http://schemas.microsoft.com/office/drawing/2014/main" id="{F7B319FF-752A-14BF-A5D2-25385ACFC98F}"/>
                  </a:ext>
                </a:extLst>
              </p:cNvPr>
              <p:cNvSpPr/>
              <p:nvPr/>
            </p:nvSpPr>
            <p:spPr>
              <a:xfrm>
                <a:off x="3355985" y="215022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6" name="ph3031">
                <a:extLst>
                  <a:ext uri="{FF2B5EF4-FFF2-40B4-BE49-F238E27FC236}">
                    <a16:creationId xmlns:a16="http://schemas.microsoft.com/office/drawing/2014/main" id="{B180FFF9-28DE-AF30-A8C0-B798B43DD0DA}"/>
                  </a:ext>
                </a:extLst>
              </p:cNvPr>
              <p:cNvSpPr/>
              <p:nvPr/>
            </p:nvSpPr>
            <p:spPr>
              <a:xfrm>
                <a:off x="3365425" y="216779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11"/>
                    </a:lnTo>
                    <a:lnTo>
                      <a:pt x="923278" y="907906"/>
                    </a:lnTo>
                    <a:lnTo>
                      <a:pt x="922456" y="910973"/>
                    </a:lnTo>
                    <a:lnTo>
                      <a:pt x="921634" y="914041"/>
                    </a:lnTo>
                    <a:lnTo>
                      <a:pt x="92153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7" name="ph3032">
                <a:extLst>
                  <a:ext uri="{FF2B5EF4-FFF2-40B4-BE49-F238E27FC236}">
                    <a16:creationId xmlns:a16="http://schemas.microsoft.com/office/drawing/2014/main" id="{4CB2C70E-624E-7F96-6E05-A398E2EE21EC}"/>
                  </a:ext>
                </a:extLst>
              </p:cNvPr>
              <p:cNvSpPr/>
              <p:nvPr/>
            </p:nvSpPr>
            <p:spPr>
              <a:xfrm>
                <a:off x="3374865" y="2150222"/>
                <a:ext cx="916811" cy="923381"/>
              </a:xfrm>
              <a:custGeom>
                <a:avLst/>
                <a:gdLst/>
                <a:ahLst/>
                <a:cxnLst/>
                <a:rect l="0" t="0" r="0" b="0"/>
                <a:pathLst>
                  <a:path w="916811" h="923381">
                    <a:moveTo>
                      <a:pt x="914400" y="914400"/>
                    </a:moveTo>
                    <a:lnTo>
                      <a:pt x="916811" y="914400"/>
                    </a:lnTo>
                    <a:lnTo>
                      <a:pt x="916307" y="916275"/>
                    </a:lnTo>
                    <a:lnTo>
                      <a:pt x="915483" y="919342"/>
                    </a:lnTo>
                    <a:lnTo>
                      <a:pt x="914660" y="922409"/>
                    </a:lnTo>
                    <a:lnTo>
                      <a:pt x="914400" y="92338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8" name="ph3033">
                <a:extLst>
                  <a:ext uri="{FF2B5EF4-FFF2-40B4-BE49-F238E27FC236}">
                    <a16:creationId xmlns:a16="http://schemas.microsoft.com/office/drawing/2014/main" id="{42D90612-059E-956B-E419-1850348793E4}"/>
                  </a:ext>
                </a:extLst>
              </p:cNvPr>
              <p:cNvSpPr/>
              <p:nvPr/>
            </p:nvSpPr>
            <p:spPr>
              <a:xfrm>
                <a:off x="2364760" y="2132652"/>
                <a:ext cx="914399" cy="91947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9470">
                    <a:moveTo>
                      <a:pt x="914399" y="914400"/>
                    </a:moveTo>
                    <a:lnTo>
                      <a:pt x="914399" y="919470"/>
                    </a:lnTo>
                    <a:lnTo>
                      <a:pt x="914134" y="918889"/>
                    </a:lnTo>
                    <a:lnTo>
                      <a:pt x="913337" y="917142"/>
                    </a:lnTo>
                    <a:lnTo>
                      <a:pt x="912157" y="914400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9" name="ph3034">
                <a:extLst>
                  <a:ext uri="{FF2B5EF4-FFF2-40B4-BE49-F238E27FC236}">
                    <a16:creationId xmlns:a16="http://schemas.microsoft.com/office/drawing/2014/main" id="{1851A75E-B2C7-5B82-F8D7-E6D3AF52472C}"/>
                  </a:ext>
                </a:extLst>
              </p:cNvPr>
              <p:cNvSpPr/>
              <p:nvPr/>
            </p:nvSpPr>
            <p:spPr>
              <a:xfrm>
                <a:off x="236476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094" y="931969"/>
                    </a:lnTo>
                    <a:lnTo>
                      <a:pt x="919668" y="931033"/>
                    </a:lnTo>
                    <a:lnTo>
                      <a:pt x="918878" y="929298"/>
                    </a:lnTo>
                    <a:lnTo>
                      <a:pt x="918088" y="927563"/>
                    </a:lnTo>
                    <a:lnTo>
                      <a:pt x="917298" y="925828"/>
                    </a:lnTo>
                    <a:lnTo>
                      <a:pt x="916507" y="924093"/>
                    </a:lnTo>
                    <a:lnTo>
                      <a:pt x="915716" y="922358"/>
                    </a:lnTo>
                    <a:lnTo>
                      <a:pt x="914925" y="920624"/>
                    </a:lnTo>
                    <a:lnTo>
                      <a:pt x="914399" y="919470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0" name="ph3035">
                <a:extLst>
                  <a:ext uri="{FF2B5EF4-FFF2-40B4-BE49-F238E27FC236}">
                    <a16:creationId xmlns:a16="http://schemas.microsoft.com/office/drawing/2014/main" id="{41953201-F73A-ABB9-D779-430686968E90}"/>
                  </a:ext>
                </a:extLst>
              </p:cNvPr>
              <p:cNvSpPr/>
              <p:nvPr/>
            </p:nvSpPr>
            <p:spPr>
              <a:xfrm>
                <a:off x="237420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1" name="ph3036">
                <a:extLst>
                  <a:ext uri="{FF2B5EF4-FFF2-40B4-BE49-F238E27FC236}">
                    <a16:creationId xmlns:a16="http://schemas.microsoft.com/office/drawing/2014/main" id="{09FAC914-AE53-4DFD-1671-B97C8EF97C1F}"/>
                  </a:ext>
                </a:extLst>
              </p:cNvPr>
              <p:cNvSpPr/>
              <p:nvPr/>
            </p:nvSpPr>
            <p:spPr>
              <a:xfrm>
                <a:off x="238364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2" name="ph3037">
                <a:extLst>
                  <a:ext uri="{FF2B5EF4-FFF2-40B4-BE49-F238E27FC236}">
                    <a16:creationId xmlns:a16="http://schemas.microsoft.com/office/drawing/2014/main" id="{08078DEE-0C70-9D44-D76A-38224BF68687}"/>
                  </a:ext>
                </a:extLst>
              </p:cNvPr>
              <p:cNvSpPr/>
              <p:nvPr/>
            </p:nvSpPr>
            <p:spPr>
              <a:xfrm>
                <a:off x="239308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3" name="ph3038">
                <a:extLst>
                  <a:ext uri="{FF2B5EF4-FFF2-40B4-BE49-F238E27FC236}">
                    <a16:creationId xmlns:a16="http://schemas.microsoft.com/office/drawing/2014/main" id="{884044CD-BEA0-E972-F29A-8F33D2529B87}"/>
                  </a:ext>
                </a:extLst>
              </p:cNvPr>
              <p:cNvSpPr/>
              <p:nvPr/>
            </p:nvSpPr>
            <p:spPr>
              <a:xfrm>
                <a:off x="240252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4" name="ph3039">
                <a:extLst>
                  <a:ext uri="{FF2B5EF4-FFF2-40B4-BE49-F238E27FC236}">
                    <a16:creationId xmlns:a16="http://schemas.microsoft.com/office/drawing/2014/main" id="{EAB0B4A5-9B20-BA2B-5C46-B4BBDE2B6A0D}"/>
                  </a:ext>
                </a:extLst>
              </p:cNvPr>
              <p:cNvSpPr/>
              <p:nvPr/>
            </p:nvSpPr>
            <p:spPr>
              <a:xfrm>
                <a:off x="241196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5" name="ph3040">
                <a:extLst>
                  <a:ext uri="{FF2B5EF4-FFF2-40B4-BE49-F238E27FC236}">
                    <a16:creationId xmlns:a16="http://schemas.microsoft.com/office/drawing/2014/main" id="{1B4D0C03-E44E-42C8-32ED-BF3CE960CD9E}"/>
                  </a:ext>
                </a:extLst>
              </p:cNvPr>
              <p:cNvSpPr/>
              <p:nvPr/>
            </p:nvSpPr>
            <p:spPr>
              <a:xfrm>
                <a:off x="242140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6" name="ph3041">
                <a:extLst>
                  <a:ext uri="{FF2B5EF4-FFF2-40B4-BE49-F238E27FC236}">
                    <a16:creationId xmlns:a16="http://schemas.microsoft.com/office/drawing/2014/main" id="{05579C55-8CE8-9365-40C3-D9B2E205EEB5}"/>
                  </a:ext>
                </a:extLst>
              </p:cNvPr>
              <p:cNvSpPr/>
              <p:nvPr/>
            </p:nvSpPr>
            <p:spPr>
              <a:xfrm>
                <a:off x="243084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7" name="ph3042">
                <a:extLst>
                  <a:ext uri="{FF2B5EF4-FFF2-40B4-BE49-F238E27FC236}">
                    <a16:creationId xmlns:a16="http://schemas.microsoft.com/office/drawing/2014/main" id="{9E220EF5-5C9D-0606-F52B-D2F65138C84F}"/>
                  </a:ext>
                </a:extLst>
              </p:cNvPr>
              <p:cNvSpPr/>
              <p:nvPr/>
            </p:nvSpPr>
            <p:spPr>
              <a:xfrm>
                <a:off x="244028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8" name="ph3043">
                <a:extLst>
                  <a:ext uri="{FF2B5EF4-FFF2-40B4-BE49-F238E27FC236}">
                    <a16:creationId xmlns:a16="http://schemas.microsoft.com/office/drawing/2014/main" id="{D547209B-B3F5-2952-2D36-24A18CAD201C}"/>
                  </a:ext>
                </a:extLst>
              </p:cNvPr>
              <p:cNvSpPr/>
              <p:nvPr/>
            </p:nvSpPr>
            <p:spPr>
              <a:xfrm>
                <a:off x="244972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9" name="ph3044">
                <a:extLst>
                  <a:ext uri="{FF2B5EF4-FFF2-40B4-BE49-F238E27FC236}">
                    <a16:creationId xmlns:a16="http://schemas.microsoft.com/office/drawing/2014/main" id="{359175A9-C559-A7A7-3C1C-2D52C32EC1FE}"/>
                  </a:ext>
                </a:extLst>
              </p:cNvPr>
              <p:cNvSpPr/>
              <p:nvPr/>
            </p:nvSpPr>
            <p:spPr>
              <a:xfrm>
                <a:off x="245916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0" name="ph3045">
                <a:extLst>
                  <a:ext uri="{FF2B5EF4-FFF2-40B4-BE49-F238E27FC236}">
                    <a16:creationId xmlns:a16="http://schemas.microsoft.com/office/drawing/2014/main" id="{5F3BFCA8-0172-70F2-81DA-FE7ABCCC416D}"/>
                  </a:ext>
                </a:extLst>
              </p:cNvPr>
              <p:cNvSpPr/>
              <p:nvPr/>
            </p:nvSpPr>
            <p:spPr>
              <a:xfrm>
                <a:off x="246860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1" name="ph3046">
                <a:extLst>
                  <a:ext uri="{FF2B5EF4-FFF2-40B4-BE49-F238E27FC236}">
                    <a16:creationId xmlns:a16="http://schemas.microsoft.com/office/drawing/2014/main" id="{68A7D972-364F-B6F3-1066-A195280F3B13}"/>
                  </a:ext>
                </a:extLst>
              </p:cNvPr>
              <p:cNvSpPr/>
              <p:nvPr/>
            </p:nvSpPr>
            <p:spPr>
              <a:xfrm>
                <a:off x="247804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2" name="ph3047">
                <a:extLst>
                  <a:ext uri="{FF2B5EF4-FFF2-40B4-BE49-F238E27FC236}">
                    <a16:creationId xmlns:a16="http://schemas.microsoft.com/office/drawing/2014/main" id="{B3CBCAEC-4658-831F-7E60-6C734B39C0C6}"/>
                  </a:ext>
                </a:extLst>
              </p:cNvPr>
              <p:cNvSpPr/>
              <p:nvPr/>
            </p:nvSpPr>
            <p:spPr>
              <a:xfrm>
                <a:off x="248748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3" name="ph3048">
                <a:extLst>
                  <a:ext uri="{FF2B5EF4-FFF2-40B4-BE49-F238E27FC236}">
                    <a16:creationId xmlns:a16="http://schemas.microsoft.com/office/drawing/2014/main" id="{4246B7D8-EAB8-A004-8422-43C5964A6B6A}"/>
                  </a:ext>
                </a:extLst>
              </p:cNvPr>
              <p:cNvSpPr/>
              <p:nvPr/>
            </p:nvSpPr>
            <p:spPr>
              <a:xfrm>
                <a:off x="249692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4" name="ph3049">
                <a:extLst>
                  <a:ext uri="{FF2B5EF4-FFF2-40B4-BE49-F238E27FC236}">
                    <a16:creationId xmlns:a16="http://schemas.microsoft.com/office/drawing/2014/main" id="{96C6FA79-00B2-91BB-1B7A-1ADF9EFD9B94}"/>
                  </a:ext>
                </a:extLst>
              </p:cNvPr>
              <p:cNvSpPr/>
              <p:nvPr/>
            </p:nvSpPr>
            <p:spPr>
              <a:xfrm>
                <a:off x="250636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5" name="ph3050">
                <a:extLst>
                  <a:ext uri="{FF2B5EF4-FFF2-40B4-BE49-F238E27FC236}">
                    <a16:creationId xmlns:a16="http://schemas.microsoft.com/office/drawing/2014/main" id="{E25B625C-4500-37DD-A43D-E95295AAB0B1}"/>
                  </a:ext>
                </a:extLst>
              </p:cNvPr>
              <p:cNvSpPr/>
              <p:nvPr/>
            </p:nvSpPr>
            <p:spPr>
              <a:xfrm>
                <a:off x="251580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6" name="ph3051">
                <a:extLst>
                  <a:ext uri="{FF2B5EF4-FFF2-40B4-BE49-F238E27FC236}">
                    <a16:creationId xmlns:a16="http://schemas.microsoft.com/office/drawing/2014/main" id="{27202880-DA18-F70B-D978-FA1543841A4A}"/>
                  </a:ext>
                </a:extLst>
              </p:cNvPr>
              <p:cNvSpPr/>
              <p:nvPr/>
            </p:nvSpPr>
            <p:spPr>
              <a:xfrm>
                <a:off x="252524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7" name="ph3052">
                <a:extLst>
                  <a:ext uri="{FF2B5EF4-FFF2-40B4-BE49-F238E27FC236}">
                    <a16:creationId xmlns:a16="http://schemas.microsoft.com/office/drawing/2014/main" id="{53E8A954-23BB-E371-74DB-0A143F984C21}"/>
                  </a:ext>
                </a:extLst>
              </p:cNvPr>
              <p:cNvSpPr/>
              <p:nvPr/>
            </p:nvSpPr>
            <p:spPr>
              <a:xfrm>
                <a:off x="253468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8" name="ph3053">
                <a:extLst>
                  <a:ext uri="{FF2B5EF4-FFF2-40B4-BE49-F238E27FC236}">
                    <a16:creationId xmlns:a16="http://schemas.microsoft.com/office/drawing/2014/main" id="{BE8FEAC6-10DA-E4A0-32F3-8E764BA5055A}"/>
                  </a:ext>
                </a:extLst>
              </p:cNvPr>
              <p:cNvSpPr/>
              <p:nvPr/>
            </p:nvSpPr>
            <p:spPr>
              <a:xfrm>
                <a:off x="254412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9" name="ph3054">
                <a:extLst>
                  <a:ext uri="{FF2B5EF4-FFF2-40B4-BE49-F238E27FC236}">
                    <a16:creationId xmlns:a16="http://schemas.microsoft.com/office/drawing/2014/main" id="{354F9A55-ACD0-00DD-4364-68C9EC02106B}"/>
                  </a:ext>
                </a:extLst>
              </p:cNvPr>
              <p:cNvSpPr/>
              <p:nvPr/>
            </p:nvSpPr>
            <p:spPr>
              <a:xfrm>
                <a:off x="255356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0" name="ph3055">
                <a:extLst>
                  <a:ext uri="{FF2B5EF4-FFF2-40B4-BE49-F238E27FC236}">
                    <a16:creationId xmlns:a16="http://schemas.microsoft.com/office/drawing/2014/main" id="{D14D8495-F36A-181C-6295-57FE8B003616}"/>
                  </a:ext>
                </a:extLst>
              </p:cNvPr>
              <p:cNvSpPr/>
              <p:nvPr/>
            </p:nvSpPr>
            <p:spPr>
              <a:xfrm>
                <a:off x="256300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1" name="ph3056">
                <a:extLst>
                  <a:ext uri="{FF2B5EF4-FFF2-40B4-BE49-F238E27FC236}">
                    <a16:creationId xmlns:a16="http://schemas.microsoft.com/office/drawing/2014/main" id="{67068D6C-DB0F-B003-5134-53943645D729}"/>
                  </a:ext>
                </a:extLst>
              </p:cNvPr>
              <p:cNvSpPr/>
              <p:nvPr/>
            </p:nvSpPr>
            <p:spPr>
              <a:xfrm>
                <a:off x="257244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2" name="ph3057">
                <a:extLst>
                  <a:ext uri="{FF2B5EF4-FFF2-40B4-BE49-F238E27FC236}">
                    <a16:creationId xmlns:a16="http://schemas.microsoft.com/office/drawing/2014/main" id="{6628050A-5197-31E0-9060-6818774BB386}"/>
                  </a:ext>
                </a:extLst>
              </p:cNvPr>
              <p:cNvSpPr/>
              <p:nvPr/>
            </p:nvSpPr>
            <p:spPr>
              <a:xfrm>
                <a:off x="258188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3" name="ph3058">
                <a:extLst>
                  <a:ext uri="{FF2B5EF4-FFF2-40B4-BE49-F238E27FC236}">
                    <a16:creationId xmlns:a16="http://schemas.microsoft.com/office/drawing/2014/main" id="{F38570E3-2E68-9F8B-4B9C-553B081C9C6A}"/>
                  </a:ext>
                </a:extLst>
              </p:cNvPr>
              <p:cNvSpPr/>
              <p:nvPr/>
            </p:nvSpPr>
            <p:spPr>
              <a:xfrm>
                <a:off x="259132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4" name="ph3059">
                <a:extLst>
                  <a:ext uri="{FF2B5EF4-FFF2-40B4-BE49-F238E27FC236}">
                    <a16:creationId xmlns:a16="http://schemas.microsoft.com/office/drawing/2014/main" id="{83BBF8B2-DAD0-ED79-3760-E34D83EF4629}"/>
                  </a:ext>
                </a:extLst>
              </p:cNvPr>
              <p:cNvSpPr/>
              <p:nvPr/>
            </p:nvSpPr>
            <p:spPr>
              <a:xfrm>
                <a:off x="260076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5" name="ph3060">
                <a:extLst>
                  <a:ext uri="{FF2B5EF4-FFF2-40B4-BE49-F238E27FC236}">
                    <a16:creationId xmlns:a16="http://schemas.microsoft.com/office/drawing/2014/main" id="{63833738-AB7F-5614-6B89-431FA6E1FD14}"/>
                  </a:ext>
                </a:extLst>
              </p:cNvPr>
              <p:cNvSpPr/>
              <p:nvPr/>
            </p:nvSpPr>
            <p:spPr>
              <a:xfrm>
                <a:off x="261020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6" name="ph3061">
                <a:extLst>
                  <a:ext uri="{FF2B5EF4-FFF2-40B4-BE49-F238E27FC236}">
                    <a16:creationId xmlns:a16="http://schemas.microsoft.com/office/drawing/2014/main" id="{9E649343-42F6-15F8-434E-9DDCC21452E5}"/>
                  </a:ext>
                </a:extLst>
              </p:cNvPr>
              <p:cNvSpPr/>
              <p:nvPr/>
            </p:nvSpPr>
            <p:spPr>
              <a:xfrm>
                <a:off x="261964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7" name="ph3062">
                <a:extLst>
                  <a:ext uri="{FF2B5EF4-FFF2-40B4-BE49-F238E27FC236}">
                    <a16:creationId xmlns:a16="http://schemas.microsoft.com/office/drawing/2014/main" id="{C8700DE5-E41C-DD27-2D72-BD3C5CDD23F3}"/>
                  </a:ext>
                </a:extLst>
              </p:cNvPr>
              <p:cNvSpPr/>
              <p:nvPr/>
            </p:nvSpPr>
            <p:spPr>
              <a:xfrm>
                <a:off x="2629086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8" name="ph3063">
                <a:extLst>
                  <a:ext uri="{FF2B5EF4-FFF2-40B4-BE49-F238E27FC236}">
                    <a16:creationId xmlns:a16="http://schemas.microsoft.com/office/drawing/2014/main" id="{ED32EFF0-1B12-0008-3927-1AD50C8C883E}"/>
                  </a:ext>
                </a:extLst>
              </p:cNvPr>
              <p:cNvSpPr/>
              <p:nvPr/>
            </p:nvSpPr>
            <p:spPr>
              <a:xfrm>
                <a:off x="263852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9" name="ph3064">
                <a:extLst>
                  <a:ext uri="{FF2B5EF4-FFF2-40B4-BE49-F238E27FC236}">
                    <a16:creationId xmlns:a16="http://schemas.microsoft.com/office/drawing/2014/main" id="{7C8CD347-0BE9-CC99-F9C8-236E19BC3346}"/>
                  </a:ext>
                </a:extLst>
              </p:cNvPr>
              <p:cNvSpPr/>
              <p:nvPr/>
            </p:nvSpPr>
            <p:spPr>
              <a:xfrm>
                <a:off x="264796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0" name="ph3065">
                <a:extLst>
                  <a:ext uri="{FF2B5EF4-FFF2-40B4-BE49-F238E27FC236}">
                    <a16:creationId xmlns:a16="http://schemas.microsoft.com/office/drawing/2014/main" id="{4743323E-4815-F9D2-4B7D-68FB10086318}"/>
                  </a:ext>
                </a:extLst>
              </p:cNvPr>
              <p:cNvSpPr/>
              <p:nvPr/>
            </p:nvSpPr>
            <p:spPr>
              <a:xfrm>
                <a:off x="265740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1" name="ph3066">
                <a:extLst>
                  <a:ext uri="{FF2B5EF4-FFF2-40B4-BE49-F238E27FC236}">
                    <a16:creationId xmlns:a16="http://schemas.microsoft.com/office/drawing/2014/main" id="{40AA0A97-7717-7444-D3B0-10267AD3AD8A}"/>
                  </a:ext>
                </a:extLst>
              </p:cNvPr>
              <p:cNvSpPr/>
              <p:nvPr/>
            </p:nvSpPr>
            <p:spPr>
              <a:xfrm>
                <a:off x="266684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2" name="ph3067">
                <a:extLst>
                  <a:ext uri="{FF2B5EF4-FFF2-40B4-BE49-F238E27FC236}">
                    <a16:creationId xmlns:a16="http://schemas.microsoft.com/office/drawing/2014/main" id="{08A7B1B6-A8F4-87B5-1178-98BBA8DAF784}"/>
                  </a:ext>
                </a:extLst>
              </p:cNvPr>
              <p:cNvSpPr/>
              <p:nvPr/>
            </p:nvSpPr>
            <p:spPr>
              <a:xfrm>
                <a:off x="2676287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3" name="ph3068">
                <a:extLst>
                  <a:ext uri="{FF2B5EF4-FFF2-40B4-BE49-F238E27FC236}">
                    <a16:creationId xmlns:a16="http://schemas.microsoft.com/office/drawing/2014/main" id="{3A5D3AFA-37A4-1DF3-370C-B3BD3D18E7D1}"/>
                  </a:ext>
                </a:extLst>
              </p:cNvPr>
              <p:cNvSpPr/>
              <p:nvPr/>
            </p:nvSpPr>
            <p:spPr>
              <a:xfrm>
                <a:off x="2695168" y="215022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89" y="896830"/>
                    </a:lnTo>
                    <a:lnTo>
                      <a:pt x="914320" y="907220"/>
                    </a:lnTo>
                    <a:lnTo>
                      <a:pt x="914400" y="907640"/>
                    </a:lnTo>
                    <a:close/>
                  </a:path>
                </a:pathLst>
              </a:custGeom>
              <a:solidFill>
                <a:srgbClr val="C3E57D">
                  <a:alpha val="100000"/>
                </a:srgbClr>
              </a:solidFill>
              <a:ln w="5420" cap="flat">
                <a:solidFill>
                  <a:srgbClr val="C3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4" name="ph3069">
                <a:extLst>
                  <a:ext uri="{FF2B5EF4-FFF2-40B4-BE49-F238E27FC236}">
                    <a16:creationId xmlns:a16="http://schemas.microsoft.com/office/drawing/2014/main" id="{DE95756C-14A0-1CCD-9D1C-AAAA00F4E2E5}"/>
                  </a:ext>
                </a:extLst>
              </p:cNvPr>
              <p:cNvSpPr/>
              <p:nvPr/>
            </p:nvSpPr>
            <p:spPr>
              <a:xfrm>
                <a:off x="2695168" y="2150222"/>
                <a:ext cx="91567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676" h="914400">
                    <a:moveTo>
                      <a:pt x="914400" y="914400"/>
                    </a:moveTo>
                    <a:lnTo>
                      <a:pt x="914400" y="907640"/>
                    </a:lnTo>
                    <a:lnTo>
                      <a:pt x="914426" y="907781"/>
                    </a:lnTo>
                    <a:lnTo>
                      <a:pt x="914533" y="908347"/>
                    </a:lnTo>
                    <a:lnTo>
                      <a:pt x="914640" y="908913"/>
                    </a:lnTo>
                    <a:lnTo>
                      <a:pt x="914747" y="909479"/>
                    </a:lnTo>
                    <a:lnTo>
                      <a:pt x="914854" y="910046"/>
                    </a:lnTo>
                    <a:lnTo>
                      <a:pt x="914961" y="910612"/>
                    </a:lnTo>
                    <a:lnTo>
                      <a:pt x="915068" y="911178"/>
                    </a:lnTo>
                    <a:lnTo>
                      <a:pt x="915175" y="911744"/>
                    </a:lnTo>
                    <a:lnTo>
                      <a:pt x="915282" y="912310"/>
                    </a:lnTo>
                    <a:lnTo>
                      <a:pt x="915389" y="912876"/>
                    </a:lnTo>
                    <a:lnTo>
                      <a:pt x="915496" y="913443"/>
                    </a:lnTo>
                    <a:lnTo>
                      <a:pt x="915603" y="914009"/>
                    </a:lnTo>
                    <a:lnTo>
                      <a:pt x="915676" y="914400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5" name="ph3070">
                <a:extLst>
                  <a:ext uri="{FF2B5EF4-FFF2-40B4-BE49-F238E27FC236}">
                    <a16:creationId xmlns:a16="http://schemas.microsoft.com/office/drawing/2014/main" id="{1C458AA8-EF96-47DB-3268-BAE798966FF9}"/>
                  </a:ext>
                </a:extLst>
              </p:cNvPr>
              <p:cNvSpPr/>
              <p:nvPr/>
            </p:nvSpPr>
            <p:spPr>
              <a:xfrm>
                <a:off x="3110538" y="215022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352" y="914400"/>
                    </a:lnTo>
                    <a:lnTo>
                      <a:pt x="913645" y="904182"/>
                    </a:lnTo>
                    <a:lnTo>
                      <a:pt x="914400" y="90214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6" name="ph3071">
                <a:extLst>
                  <a:ext uri="{FF2B5EF4-FFF2-40B4-BE49-F238E27FC236}">
                    <a16:creationId xmlns:a16="http://schemas.microsoft.com/office/drawing/2014/main" id="{5FB93569-9779-60F1-AD41-2D0D86FC9708}"/>
                  </a:ext>
                </a:extLst>
              </p:cNvPr>
              <p:cNvSpPr/>
              <p:nvPr/>
            </p:nvSpPr>
            <p:spPr>
              <a:xfrm>
                <a:off x="3119979" y="213265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714"/>
                    </a:lnTo>
                    <a:lnTo>
                      <a:pt x="906926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7" name="ph3072">
                <a:extLst>
                  <a:ext uri="{FF2B5EF4-FFF2-40B4-BE49-F238E27FC236}">
                    <a16:creationId xmlns:a16="http://schemas.microsoft.com/office/drawing/2014/main" id="{7DD3FF67-70CA-A86E-0584-F9BC7EDDF129}"/>
                  </a:ext>
                </a:extLst>
              </p:cNvPr>
              <p:cNvSpPr/>
              <p:nvPr/>
            </p:nvSpPr>
            <p:spPr>
              <a:xfrm>
                <a:off x="311997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8" name="ph3073">
                <a:extLst>
                  <a:ext uri="{FF2B5EF4-FFF2-40B4-BE49-F238E27FC236}">
                    <a16:creationId xmlns:a16="http://schemas.microsoft.com/office/drawing/2014/main" id="{3799F706-A1BA-66E8-3253-66EF635C5C5C}"/>
                  </a:ext>
                </a:extLst>
              </p:cNvPr>
              <p:cNvSpPr/>
              <p:nvPr/>
            </p:nvSpPr>
            <p:spPr>
              <a:xfrm>
                <a:off x="312941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9" name="ph3074">
                <a:extLst>
                  <a:ext uri="{FF2B5EF4-FFF2-40B4-BE49-F238E27FC236}">
                    <a16:creationId xmlns:a16="http://schemas.microsoft.com/office/drawing/2014/main" id="{B05C32F0-07D1-9D52-BEED-0B7857770735}"/>
                  </a:ext>
                </a:extLst>
              </p:cNvPr>
              <p:cNvSpPr/>
              <p:nvPr/>
            </p:nvSpPr>
            <p:spPr>
              <a:xfrm>
                <a:off x="313885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0" name="ph3075">
                <a:extLst>
                  <a:ext uri="{FF2B5EF4-FFF2-40B4-BE49-F238E27FC236}">
                    <a16:creationId xmlns:a16="http://schemas.microsoft.com/office/drawing/2014/main" id="{E42D3865-053E-E4A8-C59B-475C4475C77F}"/>
                  </a:ext>
                </a:extLst>
              </p:cNvPr>
              <p:cNvSpPr/>
              <p:nvPr/>
            </p:nvSpPr>
            <p:spPr>
              <a:xfrm>
                <a:off x="3148299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1" name="ph3076">
                <a:extLst>
                  <a:ext uri="{FF2B5EF4-FFF2-40B4-BE49-F238E27FC236}">
                    <a16:creationId xmlns:a16="http://schemas.microsoft.com/office/drawing/2014/main" id="{74270818-D64F-2D91-7480-E87538F08325}"/>
                  </a:ext>
                </a:extLst>
              </p:cNvPr>
              <p:cNvSpPr/>
              <p:nvPr/>
            </p:nvSpPr>
            <p:spPr>
              <a:xfrm>
                <a:off x="315774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2" name="ph3077">
                <a:extLst>
                  <a:ext uri="{FF2B5EF4-FFF2-40B4-BE49-F238E27FC236}">
                    <a16:creationId xmlns:a16="http://schemas.microsoft.com/office/drawing/2014/main" id="{03D3D6BF-5E28-6A8C-4D0C-EA746E4F4159}"/>
                  </a:ext>
                </a:extLst>
              </p:cNvPr>
              <p:cNvSpPr/>
              <p:nvPr/>
            </p:nvSpPr>
            <p:spPr>
              <a:xfrm>
                <a:off x="316718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3" name="ph3078">
                <a:extLst>
                  <a:ext uri="{FF2B5EF4-FFF2-40B4-BE49-F238E27FC236}">
                    <a16:creationId xmlns:a16="http://schemas.microsoft.com/office/drawing/2014/main" id="{96B9D64A-20B3-E13E-5E0C-7CE144848A8C}"/>
                  </a:ext>
                </a:extLst>
              </p:cNvPr>
              <p:cNvSpPr/>
              <p:nvPr/>
            </p:nvSpPr>
            <p:spPr>
              <a:xfrm>
                <a:off x="317662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4" name="ph3079">
                <a:extLst>
                  <a:ext uri="{FF2B5EF4-FFF2-40B4-BE49-F238E27FC236}">
                    <a16:creationId xmlns:a16="http://schemas.microsoft.com/office/drawing/2014/main" id="{AFC60E05-8ED4-ABC7-9C50-CDE9B699C70E}"/>
                  </a:ext>
                </a:extLst>
              </p:cNvPr>
              <p:cNvSpPr/>
              <p:nvPr/>
            </p:nvSpPr>
            <p:spPr>
              <a:xfrm>
                <a:off x="3186060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5" name="ph3080">
                <a:extLst>
                  <a:ext uri="{FF2B5EF4-FFF2-40B4-BE49-F238E27FC236}">
                    <a16:creationId xmlns:a16="http://schemas.microsoft.com/office/drawing/2014/main" id="{070B5667-EDE0-26DC-A964-5F06C33F51BA}"/>
                  </a:ext>
                </a:extLst>
              </p:cNvPr>
              <p:cNvSpPr/>
              <p:nvPr/>
            </p:nvSpPr>
            <p:spPr>
              <a:xfrm>
                <a:off x="319550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6" name="ph3081">
                <a:extLst>
                  <a:ext uri="{FF2B5EF4-FFF2-40B4-BE49-F238E27FC236}">
                    <a16:creationId xmlns:a16="http://schemas.microsoft.com/office/drawing/2014/main" id="{E4C0D0BE-FFC6-9723-A93E-C0A27F88DFBD}"/>
                  </a:ext>
                </a:extLst>
              </p:cNvPr>
              <p:cNvSpPr/>
              <p:nvPr/>
            </p:nvSpPr>
            <p:spPr>
              <a:xfrm>
                <a:off x="320494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7" name="ph3082">
                <a:extLst>
                  <a:ext uri="{FF2B5EF4-FFF2-40B4-BE49-F238E27FC236}">
                    <a16:creationId xmlns:a16="http://schemas.microsoft.com/office/drawing/2014/main" id="{BE5736DE-4B9A-479B-9577-D5985CF5798B}"/>
                  </a:ext>
                </a:extLst>
              </p:cNvPr>
              <p:cNvSpPr/>
              <p:nvPr/>
            </p:nvSpPr>
            <p:spPr>
              <a:xfrm>
                <a:off x="321438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8" name="ph3083">
                <a:extLst>
                  <a:ext uri="{FF2B5EF4-FFF2-40B4-BE49-F238E27FC236}">
                    <a16:creationId xmlns:a16="http://schemas.microsoft.com/office/drawing/2014/main" id="{DE7B85DE-32C4-A136-62EC-BD0E236BE314}"/>
                  </a:ext>
                </a:extLst>
              </p:cNvPr>
              <p:cNvSpPr/>
              <p:nvPr/>
            </p:nvSpPr>
            <p:spPr>
              <a:xfrm>
                <a:off x="3223821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9" name="ph3084">
                <a:extLst>
                  <a:ext uri="{FF2B5EF4-FFF2-40B4-BE49-F238E27FC236}">
                    <a16:creationId xmlns:a16="http://schemas.microsoft.com/office/drawing/2014/main" id="{A2D5A374-E5EC-567D-2BA6-44EE9F9D6586}"/>
                  </a:ext>
                </a:extLst>
              </p:cNvPr>
              <p:cNvSpPr/>
              <p:nvPr/>
            </p:nvSpPr>
            <p:spPr>
              <a:xfrm>
                <a:off x="323326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0" name="ph3085">
                <a:extLst>
                  <a:ext uri="{FF2B5EF4-FFF2-40B4-BE49-F238E27FC236}">
                    <a16:creationId xmlns:a16="http://schemas.microsoft.com/office/drawing/2014/main" id="{6CE75CEE-C66B-B25B-E3B0-944ED7D5AEA0}"/>
                  </a:ext>
                </a:extLst>
              </p:cNvPr>
              <p:cNvSpPr/>
              <p:nvPr/>
            </p:nvSpPr>
            <p:spPr>
              <a:xfrm>
                <a:off x="324270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1" name="ph3086">
                <a:extLst>
                  <a:ext uri="{FF2B5EF4-FFF2-40B4-BE49-F238E27FC236}">
                    <a16:creationId xmlns:a16="http://schemas.microsoft.com/office/drawing/2014/main" id="{C519A8B8-01AB-6A6C-632F-D2BBA7F71206}"/>
                  </a:ext>
                </a:extLst>
              </p:cNvPr>
              <p:cNvSpPr/>
              <p:nvPr/>
            </p:nvSpPr>
            <p:spPr>
              <a:xfrm>
                <a:off x="325214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2" name="ph3087">
                <a:extLst>
                  <a:ext uri="{FF2B5EF4-FFF2-40B4-BE49-F238E27FC236}">
                    <a16:creationId xmlns:a16="http://schemas.microsoft.com/office/drawing/2014/main" id="{2385C8B4-C457-415B-91A7-54A7E40A7B31}"/>
                  </a:ext>
                </a:extLst>
              </p:cNvPr>
              <p:cNvSpPr/>
              <p:nvPr/>
            </p:nvSpPr>
            <p:spPr>
              <a:xfrm>
                <a:off x="3261582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3" name="ph3088">
                <a:extLst>
                  <a:ext uri="{FF2B5EF4-FFF2-40B4-BE49-F238E27FC236}">
                    <a16:creationId xmlns:a16="http://schemas.microsoft.com/office/drawing/2014/main" id="{5A07F515-0949-488C-956F-14A28282B716}"/>
                  </a:ext>
                </a:extLst>
              </p:cNvPr>
              <p:cNvSpPr/>
              <p:nvPr/>
            </p:nvSpPr>
            <p:spPr>
              <a:xfrm>
                <a:off x="327102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4" name="ph3089">
                <a:extLst>
                  <a:ext uri="{FF2B5EF4-FFF2-40B4-BE49-F238E27FC236}">
                    <a16:creationId xmlns:a16="http://schemas.microsoft.com/office/drawing/2014/main" id="{8475D89A-36FF-B18C-1786-845964618776}"/>
                  </a:ext>
                </a:extLst>
              </p:cNvPr>
              <p:cNvSpPr/>
              <p:nvPr/>
            </p:nvSpPr>
            <p:spPr>
              <a:xfrm>
                <a:off x="328046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5" name="ph3090">
                <a:extLst>
                  <a:ext uri="{FF2B5EF4-FFF2-40B4-BE49-F238E27FC236}">
                    <a16:creationId xmlns:a16="http://schemas.microsoft.com/office/drawing/2014/main" id="{6A461E01-13A9-AA79-1596-8C1FD63FC3DB}"/>
                  </a:ext>
                </a:extLst>
              </p:cNvPr>
              <p:cNvSpPr/>
              <p:nvPr/>
            </p:nvSpPr>
            <p:spPr>
              <a:xfrm>
                <a:off x="328990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6" name="ph3091">
                <a:extLst>
                  <a:ext uri="{FF2B5EF4-FFF2-40B4-BE49-F238E27FC236}">
                    <a16:creationId xmlns:a16="http://schemas.microsoft.com/office/drawing/2014/main" id="{AD341C28-E2DB-4D73-9022-C4544FF7B2B9}"/>
                  </a:ext>
                </a:extLst>
              </p:cNvPr>
              <p:cNvSpPr/>
              <p:nvPr/>
            </p:nvSpPr>
            <p:spPr>
              <a:xfrm>
                <a:off x="3299343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7" name="ph3092">
                <a:extLst>
                  <a:ext uri="{FF2B5EF4-FFF2-40B4-BE49-F238E27FC236}">
                    <a16:creationId xmlns:a16="http://schemas.microsoft.com/office/drawing/2014/main" id="{8CCEBC51-60F4-FBD0-3BF3-38EDA432701B}"/>
                  </a:ext>
                </a:extLst>
              </p:cNvPr>
              <p:cNvSpPr/>
              <p:nvPr/>
            </p:nvSpPr>
            <p:spPr>
              <a:xfrm>
                <a:off x="330878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8" name="ph3093">
                <a:extLst>
                  <a:ext uri="{FF2B5EF4-FFF2-40B4-BE49-F238E27FC236}">
                    <a16:creationId xmlns:a16="http://schemas.microsoft.com/office/drawing/2014/main" id="{77B8F084-8DE0-DC1D-D464-A7BC92A57601}"/>
                  </a:ext>
                </a:extLst>
              </p:cNvPr>
              <p:cNvSpPr/>
              <p:nvPr/>
            </p:nvSpPr>
            <p:spPr>
              <a:xfrm>
                <a:off x="331822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9" name="ph3094">
                <a:extLst>
                  <a:ext uri="{FF2B5EF4-FFF2-40B4-BE49-F238E27FC236}">
                    <a16:creationId xmlns:a16="http://schemas.microsoft.com/office/drawing/2014/main" id="{39CEB6F2-274E-37ED-D431-15211326ABE0}"/>
                  </a:ext>
                </a:extLst>
              </p:cNvPr>
              <p:cNvSpPr/>
              <p:nvPr/>
            </p:nvSpPr>
            <p:spPr>
              <a:xfrm>
                <a:off x="332766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0" name="ph3095">
                <a:extLst>
                  <a:ext uri="{FF2B5EF4-FFF2-40B4-BE49-F238E27FC236}">
                    <a16:creationId xmlns:a16="http://schemas.microsoft.com/office/drawing/2014/main" id="{0B83CB98-A32B-5B9A-4016-7F9141B9CE29}"/>
                  </a:ext>
                </a:extLst>
              </p:cNvPr>
              <p:cNvSpPr/>
              <p:nvPr/>
            </p:nvSpPr>
            <p:spPr>
              <a:xfrm>
                <a:off x="333710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1" name="ph3096">
                <a:extLst>
                  <a:ext uri="{FF2B5EF4-FFF2-40B4-BE49-F238E27FC236}">
                    <a16:creationId xmlns:a16="http://schemas.microsoft.com/office/drawing/2014/main" id="{A274B9DB-3AD1-9DA7-51EB-6BD242BE239A}"/>
                  </a:ext>
                </a:extLst>
              </p:cNvPr>
              <p:cNvSpPr/>
              <p:nvPr/>
            </p:nvSpPr>
            <p:spPr>
              <a:xfrm>
                <a:off x="3346544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2" name="ph3097">
                <a:extLst>
                  <a:ext uri="{FF2B5EF4-FFF2-40B4-BE49-F238E27FC236}">
                    <a16:creationId xmlns:a16="http://schemas.microsoft.com/office/drawing/2014/main" id="{CDBD552F-130D-1240-DF1F-246995930666}"/>
                  </a:ext>
                </a:extLst>
              </p:cNvPr>
              <p:cNvSpPr/>
              <p:nvPr/>
            </p:nvSpPr>
            <p:spPr>
              <a:xfrm>
                <a:off x="335598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3" name="ph3098">
                <a:extLst>
                  <a:ext uri="{FF2B5EF4-FFF2-40B4-BE49-F238E27FC236}">
                    <a16:creationId xmlns:a16="http://schemas.microsoft.com/office/drawing/2014/main" id="{6C2715AE-BF54-E3AE-AAEF-D617A8A313E3}"/>
                  </a:ext>
                </a:extLst>
              </p:cNvPr>
              <p:cNvSpPr/>
              <p:nvPr/>
            </p:nvSpPr>
            <p:spPr>
              <a:xfrm>
                <a:off x="3365425" y="213265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4" name="ph3099">
                <a:extLst>
                  <a:ext uri="{FF2B5EF4-FFF2-40B4-BE49-F238E27FC236}">
                    <a16:creationId xmlns:a16="http://schemas.microsoft.com/office/drawing/2014/main" id="{6A40181C-9919-15B7-F5CD-B4C8B59049F7}"/>
                  </a:ext>
                </a:extLst>
              </p:cNvPr>
              <p:cNvSpPr/>
              <p:nvPr/>
            </p:nvSpPr>
            <p:spPr>
              <a:xfrm>
                <a:off x="3374865" y="2150222"/>
                <a:ext cx="9210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3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032" y="896830"/>
                    </a:lnTo>
                    <a:lnTo>
                      <a:pt x="919658" y="903146"/>
                    </a:lnTo>
                    <a:lnTo>
                      <a:pt x="917136" y="913189"/>
                    </a:lnTo>
                    <a:lnTo>
                      <a:pt x="91681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5" name="ph3100">
                <a:extLst>
                  <a:ext uri="{FF2B5EF4-FFF2-40B4-BE49-F238E27FC236}">
                    <a16:creationId xmlns:a16="http://schemas.microsoft.com/office/drawing/2014/main" id="{9D43406E-0D74-FEFC-9F31-9DD655F6DF59}"/>
                  </a:ext>
                </a:extLst>
              </p:cNvPr>
              <p:cNvSpPr/>
              <p:nvPr/>
            </p:nvSpPr>
            <p:spPr>
              <a:xfrm>
                <a:off x="2364760" y="211508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12157" y="931969"/>
                    </a:lnTo>
                    <a:lnTo>
                      <a:pt x="909304" y="925343"/>
                    </a:lnTo>
                    <a:lnTo>
                      <a:pt x="905564" y="915562"/>
                    </a:lnTo>
                    <a:lnTo>
                      <a:pt x="905171" y="914400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6" name="ph3101">
                <a:extLst>
                  <a:ext uri="{FF2B5EF4-FFF2-40B4-BE49-F238E27FC236}">
                    <a16:creationId xmlns:a16="http://schemas.microsoft.com/office/drawing/2014/main" id="{A2A30E2C-E462-C9B2-BBFB-B0EB7FF76FA3}"/>
                  </a:ext>
                </a:extLst>
              </p:cNvPr>
              <p:cNvSpPr/>
              <p:nvPr/>
            </p:nvSpPr>
            <p:spPr>
              <a:xfrm>
                <a:off x="236476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7" name="ph3102">
                <a:extLst>
                  <a:ext uri="{FF2B5EF4-FFF2-40B4-BE49-F238E27FC236}">
                    <a16:creationId xmlns:a16="http://schemas.microsoft.com/office/drawing/2014/main" id="{582FB26A-3C02-599F-A8BF-9F982A0557BE}"/>
                  </a:ext>
                </a:extLst>
              </p:cNvPr>
              <p:cNvSpPr/>
              <p:nvPr/>
            </p:nvSpPr>
            <p:spPr>
              <a:xfrm>
                <a:off x="237420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8" name="ph3103">
                <a:extLst>
                  <a:ext uri="{FF2B5EF4-FFF2-40B4-BE49-F238E27FC236}">
                    <a16:creationId xmlns:a16="http://schemas.microsoft.com/office/drawing/2014/main" id="{D5CDAE56-F539-3822-1E00-46BA86CE3607}"/>
                  </a:ext>
                </a:extLst>
              </p:cNvPr>
              <p:cNvSpPr/>
              <p:nvPr/>
            </p:nvSpPr>
            <p:spPr>
              <a:xfrm>
                <a:off x="238364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9" name="ph3104">
                <a:extLst>
                  <a:ext uri="{FF2B5EF4-FFF2-40B4-BE49-F238E27FC236}">
                    <a16:creationId xmlns:a16="http://schemas.microsoft.com/office/drawing/2014/main" id="{207171CC-579C-BB05-5633-5CCD52F170A0}"/>
                  </a:ext>
                </a:extLst>
              </p:cNvPr>
              <p:cNvSpPr/>
              <p:nvPr/>
            </p:nvSpPr>
            <p:spPr>
              <a:xfrm>
                <a:off x="239308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0" name="ph3105">
                <a:extLst>
                  <a:ext uri="{FF2B5EF4-FFF2-40B4-BE49-F238E27FC236}">
                    <a16:creationId xmlns:a16="http://schemas.microsoft.com/office/drawing/2014/main" id="{83FD9BA4-F2A6-990B-311D-99BC6AC935FB}"/>
                  </a:ext>
                </a:extLst>
              </p:cNvPr>
              <p:cNvSpPr/>
              <p:nvPr/>
            </p:nvSpPr>
            <p:spPr>
              <a:xfrm>
                <a:off x="240252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1" name="ph3106">
                <a:extLst>
                  <a:ext uri="{FF2B5EF4-FFF2-40B4-BE49-F238E27FC236}">
                    <a16:creationId xmlns:a16="http://schemas.microsoft.com/office/drawing/2014/main" id="{47463DB7-31A7-7801-BE87-8562AC1FF1EC}"/>
                  </a:ext>
                </a:extLst>
              </p:cNvPr>
              <p:cNvSpPr/>
              <p:nvPr/>
            </p:nvSpPr>
            <p:spPr>
              <a:xfrm>
                <a:off x="241196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2" name="ph3107">
                <a:extLst>
                  <a:ext uri="{FF2B5EF4-FFF2-40B4-BE49-F238E27FC236}">
                    <a16:creationId xmlns:a16="http://schemas.microsoft.com/office/drawing/2014/main" id="{68797E7D-4EBF-9D72-FE50-132CC4481A14}"/>
                  </a:ext>
                </a:extLst>
              </p:cNvPr>
              <p:cNvSpPr/>
              <p:nvPr/>
            </p:nvSpPr>
            <p:spPr>
              <a:xfrm>
                <a:off x="242140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3" name="ph3108">
                <a:extLst>
                  <a:ext uri="{FF2B5EF4-FFF2-40B4-BE49-F238E27FC236}">
                    <a16:creationId xmlns:a16="http://schemas.microsoft.com/office/drawing/2014/main" id="{0912C147-1A90-407B-515A-8133795AA580}"/>
                  </a:ext>
                </a:extLst>
              </p:cNvPr>
              <p:cNvSpPr/>
              <p:nvPr/>
            </p:nvSpPr>
            <p:spPr>
              <a:xfrm>
                <a:off x="243084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4" name="ph3109">
                <a:extLst>
                  <a:ext uri="{FF2B5EF4-FFF2-40B4-BE49-F238E27FC236}">
                    <a16:creationId xmlns:a16="http://schemas.microsoft.com/office/drawing/2014/main" id="{FE3E13BC-B1FD-968B-4EDF-F2EA18AA0518}"/>
                  </a:ext>
                </a:extLst>
              </p:cNvPr>
              <p:cNvSpPr/>
              <p:nvPr/>
            </p:nvSpPr>
            <p:spPr>
              <a:xfrm>
                <a:off x="244028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5" name="ph3110">
                <a:extLst>
                  <a:ext uri="{FF2B5EF4-FFF2-40B4-BE49-F238E27FC236}">
                    <a16:creationId xmlns:a16="http://schemas.microsoft.com/office/drawing/2014/main" id="{7084B0B4-540A-940E-0038-B5399442A809}"/>
                  </a:ext>
                </a:extLst>
              </p:cNvPr>
              <p:cNvSpPr/>
              <p:nvPr/>
            </p:nvSpPr>
            <p:spPr>
              <a:xfrm>
                <a:off x="244972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6" name="ph3111">
                <a:extLst>
                  <a:ext uri="{FF2B5EF4-FFF2-40B4-BE49-F238E27FC236}">
                    <a16:creationId xmlns:a16="http://schemas.microsoft.com/office/drawing/2014/main" id="{DB3B64B7-C4DB-2087-B543-185207006FC7}"/>
                  </a:ext>
                </a:extLst>
              </p:cNvPr>
              <p:cNvSpPr/>
              <p:nvPr/>
            </p:nvSpPr>
            <p:spPr>
              <a:xfrm>
                <a:off x="245916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7" name="ph3112">
                <a:extLst>
                  <a:ext uri="{FF2B5EF4-FFF2-40B4-BE49-F238E27FC236}">
                    <a16:creationId xmlns:a16="http://schemas.microsoft.com/office/drawing/2014/main" id="{FF223527-1A92-48E8-0316-AF571E122E2A}"/>
                  </a:ext>
                </a:extLst>
              </p:cNvPr>
              <p:cNvSpPr/>
              <p:nvPr/>
            </p:nvSpPr>
            <p:spPr>
              <a:xfrm>
                <a:off x="246860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8" name="ph3113">
                <a:extLst>
                  <a:ext uri="{FF2B5EF4-FFF2-40B4-BE49-F238E27FC236}">
                    <a16:creationId xmlns:a16="http://schemas.microsoft.com/office/drawing/2014/main" id="{74132E8A-ED3E-276C-B899-20A8F045044E}"/>
                  </a:ext>
                </a:extLst>
              </p:cNvPr>
              <p:cNvSpPr/>
              <p:nvPr/>
            </p:nvSpPr>
            <p:spPr>
              <a:xfrm>
                <a:off x="247804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9" name="ph3114">
                <a:extLst>
                  <a:ext uri="{FF2B5EF4-FFF2-40B4-BE49-F238E27FC236}">
                    <a16:creationId xmlns:a16="http://schemas.microsoft.com/office/drawing/2014/main" id="{74F0C9D0-454D-58B9-E287-7EB7E30043CF}"/>
                  </a:ext>
                </a:extLst>
              </p:cNvPr>
              <p:cNvSpPr/>
              <p:nvPr/>
            </p:nvSpPr>
            <p:spPr>
              <a:xfrm>
                <a:off x="248748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0" name="ph3115">
                <a:extLst>
                  <a:ext uri="{FF2B5EF4-FFF2-40B4-BE49-F238E27FC236}">
                    <a16:creationId xmlns:a16="http://schemas.microsoft.com/office/drawing/2014/main" id="{93F0F604-169A-AAE0-DA53-41FC93105F6F}"/>
                  </a:ext>
                </a:extLst>
              </p:cNvPr>
              <p:cNvSpPr/>
              <p:nvPr/>
            </p:nvSpPr>
            <p:spPr>
              <a:xfrm>
                <a:off x="249692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1" name="ph3116">
                <a:extLst>
                  <a:ext uri="{FF2B5EF4-FFF2-40B4-BE49-F238E27FC236}">
                    <a16:creationId xmlns:a16="http://schemas.microsoft.com/office/drawing/2014/main" id="{5F1B6E2E-DCA9-323E-604F-82AB174F1EE2}"/>
                  </a:ext>
                </a:extLst>
              </p:cNvPr>
              <p:cNvSpPr/>
              <p:nvPr/>
            </p:nvSpPr>
            <p:spPr>
              <a:xfrm>
                <a:off x="250636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2" name="ph3117">
                <a:extLst>
                  <a:ext uri="{FF2B5EF4-FFF2-40B4-BE49-F238E27FC236}">
                    <a16:creationId xmlns:a16="http://schemas.microsoft.com/office/drawing/2014/main" id="{C9BE6564-273A-E3A7-63A5-3B2217A4A94C}"/>
                  </a:ext>
                </a:extLst>
              </p:cNvPr>
              <p:cNvSpPr/>
              <p:nvPr/>
            </p:nvSpPr>
            <p:spPr>
              <a:xfrm>
                <a:off x="251580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3" name="ph3118">
                <a:extLst>
                  <a:ext uri="{FF2B5EF4-FFF2-40B4-BE49-F238E27FC236}">
                    <a16:creationId xmlns:a16="http://schemas.microsoft.com/office/drawing/2014/main" id="{82532F9B-777B-BDAA-CE57-8AEEB6FAEF76}"/>
                  </a:ext>
                </a:extLst>
              </p:cNvPr>
              <p:cNvSpPr/>
              <p:nvPr/>
            </p:nvSpPr>
            <p:spPr>
              <a:xfrm>
                <a:off x="252524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4" name="ph3119">
                <a:extLst>
                  <a:ext uri="{FF2B5EF4-FFF2-40B4-BE49-F238E27FC236}">
                    <a16:creationId xmlns:a16="http://schemas.microsoft.com/office/drawing/2014/main" id="{EAB6D214-4547-10E9-706A-8F8FDFA46D3D}"/>
                  </a:ext>
                </a:extLst>
              </p:cNvPr>
              <p:cNvSpPr/>
              <p:nvPr/>
            </p:nvSpPr>
            <p:spPr>
              <a:xfrm>
                <a:off x="253468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5" name="ph3120">
                <a:extLst>
                  <a:ext uri="{FF2B5EF4-FFF2-40B4-BE49-F238E27FC236}">
                    <a16:creationId xmlns:a16="http://schemas.microsoft.com/office/drawing/2014/main" id="{F8A91F95-F9E0-F347-2BA1-2AF465021CE4}"/>
                  </a:ext>
                </a:extLst>
              </p:cNvPr>
              <p:cNvSpPr/>
              <p:nvPr/>
            </p:nvSpPr>
            <p:spPr>
              <a:xfrm>
                <a:off x="254412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6" name="ph3121">
                <a:extLst>
                  <a:ext uri="{FF2B5EF4-FFF2-40B4-BE49-F238E27FC236}">
                    <a16:creationId xmlns:a16="http://schemas.microsoft.com/office/drawing/2014/main" id="{B4666296-3977-FAF3-1F55-F45B5ADC77C3}"/>
                  </a:ext>
                </a:extLst>
              </p:cNvPr>
              <p:cNvSpPr/>
              <p:nvPr/>
            </p:nvSpPr>
            <p:spPr>
              <a:xfrm>
                <a:off x="255356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7" name="ph3122">
                <a:extLst>
                  <a:ext uri="{FF2B5EF4-FFF2-40B4-BE49-F238E27FC236}">
                    <a16:creationId xmlns:a16="http://schemas.microsoft.com/office/drawing/2014/main" id="{C8F2A882-89F0-F9DC-251D-9D436FF615A9}"/>
                  </a:ext>
                </a:extLst>
              </p:cNvPr>
              <p:cNvSpPr/>
              <p:nvPr/>
            </p:nvSpPr>
            <p:spPr>
              <a:xfrm>
                <a:off x="256300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8" name="ph3123">
                <a:extLst>
                  <a:ext uri="{FF2B5EF4-FFF2-40B4-BE49-F238E27FC236}">
                    <a16:creationId xmlns:a16="http://schemas.microsoft.com/office/drawing/2014/main" id="{D25B690D-642B-2F6D-1BF8-E91B6E22606E}"/>
                  </a:ext>
                </a:extLst>
              </p:cNvPr>
              <p:cNvSpPr/>
              <p:nvPr/>
            </p:nvSpPr>
            <p:spPr>
              <a:xfrm>
                <a:off x="257244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9" name="ph3124">
                <a:extLst>
                  <a:ext uri="{FF2B5EF4-FFF2-40B4-BE49-F238E27FC236}">
                    <a16:creationId xmlns:a16="http://schemas.microsoft.com/office/drawing/2014/main" id="{B6F3CA61-05CE-2188-E68B-49C5CCCFB8D1}"/>
                  </a:ext>
                </a:extLst>
              </p:cNvPr>
              <p:cNvSpPr/>
              <p:nvPr/>
            </p:nvSpPr>
            <p:spPr>
              <a:xfrm>
                <a:off x="258188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0" name="ph3125">
                <a:extLst>
                  <a:ext uri="{FF2B5EF4-FFF2-40B4-BE49-F238E27FC236}">
                    <a16:creationId xmlns:a16="http://schemas.microsoft.com/office/drawing/2014/main" id="{008F9970-AFAA-1EAA-1F85-26DDDA482FC5}"/>
                  </a:ext>
                </a:extLst>
              </p:cNvPr>
              <p:cNvSpPr/>
              <p:nvPr/>
            </p:nvSpPr>
            <p:spPr>
              <a:xfrm>
                <a:off x="259132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1" name="ph3126">
                <a:extLst>
                  <a:ext uri="{FF2B5EF4-FFF2-40B4-BE49-F238E27FC236}">
                    <a16:creationId xmlns:a16="http://schemas.microsoft.com/office/drawing/2014/main" id="{7FC6D584-3146-6F57-522C-2799E5778CCE}"/>
                  </a:ext>
                </a:extLst>
              </p:cNvPr>
              <p:cNvSpPr/>
              <p:nvPr/>
            </p:nvSpPr>
            <p:spPr>
              <a:xfrm>
                <a:off x="260076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2" name="ph3127">
                <a:extLst>
                  <a:ext uri="{FF2B5EF4-FFF2-40B4-BE49-F238E27FC236}">
                    <a16:creationId xmlns:a16="http://schemas.microsoft.com/office/drawing/2014/main" id="{D0C31A01-8BBF-0B2C-F6AA-B4262E82FCAA}"/>
                  </a:ext>
                </a:extLst>
              </p:cNvPr>
              <p:cNvSpPr/>
              <p:nvPr/>
            </p:nvSpPr>
            <p:spPr>
              <a:xfrm>
                <a:off x="261020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3" name="ph3128">
                <a:extLst>
                  <a:ext uri="{FF2B5EF4-FFF2-40B4-BE49-F238E27FC236}">
                    <a16:creationId xmlns:a16="http://schemas.microsoft.com/office/drawing/2014/main" id="{D3423D24-DDE7-5468-7A62-BB8A4E98CB7A}"/>
                  </a:ext>
                </a:extLst>
              </p:cNvPr>
              <p:cNvSpPr/>
              <p:nvPr/>
            </p:nvSpPr>
            <p:spPr>
              <a:xfrm>
                <a:off x="261964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4" name="ph3129">
                <a:extLst>
                  <a:ext uri="{FF2B5EF4-FFF2-40B4-BE49-F238E27FC236}">
                    <a16:creationId xmlns:a16="http://schemas.microsoft.com/office/drawing/2014/main" id="{29212208-2B7C-F21E-7928-C4D060D7AE7A}"/>
                  </a:ext>
                </a:extLst>
              </p:cNvPr>
              <p:cNvSpPr/>
              <p:nvPr/>
            </p:nvSpPr>
            <p:spPr>
              <a:xfrm>
                <a:off x="2629086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5" name="ph3130">
                <a:extLst>
                  <a:ext uri="{FF2B5EF4-FFF2-40B4-BE49-F238E27FC236}">
                    <a16:creationId xmlns:a16="http://schemas.microsoft.com/office/drawing/2014/main" id="{7189C1C4-958F-19DE-1E89-A73FBA92501A}"/>
                  </a:ext>
                </a:extLst>
              </p:cNvPr>
              <p:cNvSpPr/>
              <p:nvPr/>
            </p:nvSpPr>
            <p:spPr>
              <a:xfrm>
                <a:off x="263852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6" name="ph3131">
                <a:extLst>
                  <a:ext uri="{FF2B5EF4-FFF2-40B4-BE49-F238E27FC236}">
                    <a16:creationId xmlns:a16="http://schemas.microsoft.com/office/drawing/2014/main" id="{1EB19932-2A83-B1F6-D203-110A29D1A742}"/>
                  </a:ext>
                </a:extLst>
              </p:cNvPr>
              <p:cNvSpPr/>
              <p:nvPr/>
            </p:nvSpPr>
            <p:spPr>
              <a:xfrm>
                <a:off x="264796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7" name="ph3132">
                <a:extLst>
                  <a:ext uri="{FF2B5EF4-FFF2-40B4-BE49-F238E27FC236}">
                    <a16:creationId xmlns:a16="http://schemas.microsoft.com/office/drawing/2014/main" id="{5A97E57E-BAD7-0DB2-0BC3-27B3EAF7B01D}"/>
                  </a:ext>
                </a:extLst>
              </p:cNvPr>
              <p:cNvSpPr/>
              <p:nvPr/>
            </p:nvSpPr>
            <p:spPr>
              <a:xfrm>
                <a:off x="265740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8" name="ph3133">
                <a:extLst>
                  <a:ext uri="{FF2B5EF4-FFF2-40B4-BE49-F238E27FC236}">
                    <a16:creationId xmlns:a16="http://schemas.microsoft.com/office/drawing/2014/main" id="{9F732160-7470-FD5E-FD61-05916E33D871}"/>
                  </a:ext>
                </a:extLst>
              </p:cNvPr>
              <p:cNvSpPr/>
              <p:nvPr/>
            </p:nvSpPr>
            <p:spPr>
              <a:xfrm>
                <a:off x="266684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9" name="ph3134">
                <a:extLst>
                  <a:ext uri="{FF2B5EF4-FFF2-40B4-BE49-F238E27FC236}">
                    <a16:creationId xmlns:a16="http://schemas.microsoft.com/office/drawing/2014/main" id="{811A7BC3-06CC-BB02-B3B3-7036A8F8249B}"/>
                  </a:ext>
                </a:extLst>
              </p:cNvPr>
              <p:cNvSpPr/>
              <p:nvPr/>
            </p:nvSpPr>
            <p:spPr>
              <a:xfrm>
                <a:off x="2676287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1E47D">
                  <a:alpha val="100000"/>
                </a:srgbClr>
              </a:solidFill>
              <a:ln w="5420" cap="flat">
                <a:solidFill>
                  <a:srgbClr val="C1E4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0" name="ph3135">
                <a:extLst>
                  <a:ext uri="{FF2B5EF4-FFF2-40B4-BE49-F238E27FC236}">
                    <a16:creationId xmlns:a16="http://schemas.microsoft.com/office/drawing/2014/main" id="{87C54FE6-A7D5-10B5-A579-A365EFC73B46}"/>
                  </a:ext>
                </a:extLst>
              </p:cNvPr>
              <p:cNvSpPr/>
              <p:nvPr/>
            </p:nvSpPr>
            <p:spPr>
              <a:xfrm>
                <a:off x="2685728" y="2132652"/>
                <a:ext cx="92162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29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185" y="896830"/>
                    </a:lnTo>
                    <a:lnTo>
                      <a:pt x="919202" y="904216"/>
                    </a:lnTo>
                    <a:lnTo>
                      <a:pt x="921629" y="914400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1" name="ph3136">
                <a:extLst>
                  <a:ext uri="{FF2B5EF4-FFF2-40B4-BE49-F238E27FC236}">
                    <a16:creationId xmlns:a16="http://schemas.microsoft.com/office/drawing/2014/main" id="{A5E1A3FD-1E1D-1729-65DD-BA197E4DCFAF}"/>
                  </a:ext>
                </a:extLst>
              </p:cNvPr>
              <p:cNvSpPr/>
              <p:nvPr/>
            </p:nvSpPr>
            <p:spPr>
              <a:xfrm>
                <a:off x="3119979" y="211508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926" y="931969"/>
                    </a:lnTo>
                    <a:lnTo>
                      <a:pt x="908251" y="928390"/>
                    </a:lnTo>
                    <a:lnTo>
                      <a:pt x="908445" y="927900"/>
                    </a:lnTo>
                    <a:lnTo>
                      <a:pt x="908641" y="927404"/>
                    </a:lnTo>
                    <a:lnTo>
                      <a:pt x="908838" y="926908"/>
                    </a:lnTo>
                    <a:lnTo>
                      <a:pt x="909034" y="926412"/>
                    </a:lnTo>
                    <a:lnTo>
                      <a:pt x="909230" y="925916"/>
                    </a:lnTo>
                    <a:lnTo>
                      <a:pt x="909427" y="925420"/>
                    </a:lnTo>
                    <a:lnTo>
                      <a:pt x="909623" y="924924"/>
                    </a:lnTo>
                    <a:lnTo>
                      <a:pt x="909819" y="924428"/>
                    </a:lnTo>
                    <a:lnTo>
                      <a:pt x="910016" y="923932"/>
                    </a:lnTo>
                    <a:lnTo>
                      <a:pt x="910212" y="923436"/>
                    </a:lnTo>
                    <a:lnTo>
                      <a:pt x="910408" y="922939"/>
                    </a:lnTo>
                    <a:lnTo>
                      <a:pt x="910605" y="922443"/>
                    </a:lnTo>
                    <a:lnTo>
                      <a:pt x="910801" y="921947"/>
                    </a:lnTo>
                    <a:lnTo>
                      <a:pt x="910998" y="921451"/>
                    </a:lnTo>
                    <a:lnTo>
                      <a:pt x="911194" y="920955"/>
                    </a:lnTo>
                    <a:lnTo>
                      <a:pt x="911391" y="920459"/>
                    </a:lnTo>
                    <a:lnTo>
                      <a:pt x="911587" y="919963"/>
                    </a:lnTo>
                    <a:lnTo>
                      <a:pt x="911784" y="919467"/>
                    </a:lnTo>
                    <a:lnTo>
                      <a:pt x="911980" y="918971"/>
                    </a:lnTo>
                    <a:lnTo>
                      <a:pt x="912177" y="918475"/>
                    </a:lnTo>
                    <a:lnTo>
                      <a:pt x="912374" y="917979"/>
                    </a:lnTo>
                    <a:lnTo>
                      <a:pt x="912570" y="917483"/>
                    </a:lnTo>
                    <a:lnTo>
                      <a:pt x="912767" y="916987"/>
                    </a:lnTo>
                    <a:lnTo>
                      <a:pt x="912963" y="916491"/>
                    </a:lnTo>
                    <a:lnTo>
                      <a:pt x="913160" y="915995"/>
                    </a:lnTo>
                    <a:lnTo>
                      <a:pt x="913357" y="915499"/>
                    </a:lnTo>
                    <a:lnTo>
                      <a:pt x="913553" y="915003"/>
                    </a:lnTo>
                    <a:lnTo>
                      <a:pt x="913792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2" name="ph3137">
                <a:extLst>
                  <a:ext uri="{FF2B5EF4-FFF2-40B4-BE49-F238E27FC236}">
                    <a16:creationId xmlns:a16="http://schemas.microsoft.com/office/drawing/2014/main" id="{5774F35D-0F9A-E40E-135D-A6436EB0EE0C}"/>
                  </a:ext>
                </a:extLst>
              </p:cNvPr>
              <p:cNvSpPr/>
              <p:nvPr/>
            </p:nvSpPr>
            <p:spPr>
              <a:xfrm>
                <a:off x="311997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3" name="ph3138">
                <a:extLst>
                  <a:ext uri="{FF2B5EF4-FFF2-40B4-BE49-F238E27FC236}">
                    <a16:creationId xmlns:a16="http://schemas.microsoft.com/office/drawing/2014/main" id="{5DCBE556-815A-523C-4494-B0CDFDD640F8}"/>
                  </a:ext>
                </a:extLst>
              </p:cNvPr>
              <p:cNvSpPr/>
              <p:nvPr/>
            </p:nvSpPr>
            <p:spPr>
              <a:xfrm>
                <a:off x="312941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4" name="ph3139">
                <a:extLst>
                  <a:ext uri="{FF2B5EF4-FFF2-40B4-BE49-F238E27FC236}">
                    <a16:creationId xmlns:a16="http://schemas.microsoft.com/office/drawing/2014/main" id="{88BCAD32-CE04-C6D9-250D-D1649AB98861}"/>
                  </a:ext>
                </a:extLst>
              </p:cNvPr>
              <p:cNvSpPr/>
              <p:nvPr/>
            </p:nvSpPr>
            <p:spPr>
              <a:xfrm>
                <a:off x="313885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5" name="ph3140">
                <a:extLst>
                  <a:ext uri="{FF2B5EF4-FFF2-40B4-BE49-F238E27FC236}">
                    <a16:creationId xmlns:a16="http://schemas.microsoft.com/office/drawing/2014/main" id="{A7034512-9770-55BE-D23B-059ABB7F8F39}"/>
                  </a:ext>
                </a:extLst>
              </p:cNvPr>
              <p:cNvSpPr/>
              <p:nvPr/>
            </p:nvSpPr>
            <p:spPr>
              <a:xfrm>
                <a:off x="3148299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6" name="ph3141">
                <a:extLst>
                  <a:ext uri="{FF2B5EF4-FFF2-40B4-BE49-F238E27FC236}">
                    <a16:creationId xmlns:a16="http://schemas.microsoft.com/office/drawing/2014/main" id="{81212BDD-2F73-0836-63A5-6B177442D96E}"/>
                  </a:ext>
                </a:extLst>
              </p:cNvPr>
              <p:cNvSpPr/>
              <p:nvPr/>
            </p:nvSpPr>
            <p:spPr>
              <a:xfrm>
                <a:off x="315774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7" name="ph3142">
                <a:extLst>
                  <a:ext uri="{FF2B5EF4-FFF2-40B4-BE49-F238E27FC236}">
                    <a16:creationId xmlns:a16="http://schemas.microsoft.com/office/drawing/2014/main" id="{C3C7D8A8-EAF6-9266-3558-9FD08F4A2FC1}"/>
                  </a:ext>
                </a:extLst>
              </p:cNvPr>
              <p:cNvSpPr/>
              <p:nvPr/>
            </p:nvSpPr>
            <p:spPr>
              <a:xfrm>
                <a:off x="316718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8" name="ph3143">
                <a:extLst>
                  <a:ext uri="{FF2B5EF4-FFF2-40B4-BE49-F238E27FC236}">
                    <a16:creationId xmlns:a16="http://schemas.microsoft.com/office/drawing/2014/main" id="{90CE1B1F-07B4-C5D0-939C-357745CE2F23}"/>
                  </a:ext>
                </a:extLst>
              </p:cNvPr>
              <p:cNvSpPr/>
              <p:nvPr/>
            </p:nvSpPr>
            <p:spPr>
              <a:xfrm>
                <a:off x="317662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9" name="ph3144">
                <a:extLst>
                  <a:ext uri="{FF2B5EF4-FFF2-40B4-BE49-F238E27FC236}">
                    <a16:creationId xmlns:a16="http://schemas.microsoft.com/office/drawing/2014/main" id="{D4803725-9990-4638-2B97-EB9326E29DC7}"/>
                  </a:ext>
                </a:extLst>
              </p:cNvPr>
              <p:cNvSpPr/>
              <p:nvPr/>
            </p:nvSpPr>
            <p:spPr>
              <a:xfrm>
                <a:off x="3186060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0" name="ph3145">
                <a:extLst>
                  <a:ext uri="{FF2B5EF4-FFF2-40B4-BE49-F238E27FC236}">
                    <a16:creationId xmlns:a16="http://schemas.microsoft.com/office/drawing/2014/main" id="{27C80D9F-9041-D165-2A23-B42A2ACBAC26}"/>
                  </a:ext>
                </a:extLst>
              </p:cNvPr>
              <p:cNvSpPr/>
              <p:nvPr/>
            </p:nvSpPr>
            <p:spPr>
              <a:xfrm>
                <a:off x="319550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1" name="ph3146">
                <a:extLst>
                  <a:ext uri="{FF2B5EF4-FFF2-40B4-BE49-F238E27FC236}">
                    <a16:creationId xmlns:a16="http://schemas.microsoft.com/office/drawing/2014/main" id="{99E7285C-3D89-8FD3-B039-4703DECCD041}"/>
                  </a:ext>
                </a:extLst>
              </p:cNvPr>
              <p:cNvSpPr/>
              <p:nvPr/>
            </p:nvSpPr>
            <p:spPr>
              <a:xfrm>
                <a:off x="320494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2" name="ph3147">
                <a:extLst>
                  <a:ext uri="{FF2B5EF4-FFF2-40B4-BE49-F238E27FC236}">
                    <a16:creationId xmlns:a16="http://schemas.microsoft.com/office/drawing/2014/main" id="{85A75620-8582-84ED-B904-3FFDB916BD02}"/>
                  </a:ext>
                </a:extLst>
              </p:cNvPr>
              <p:cNvSpPr/>
              <p:nvPr/>
            </p:nvSpPr>
            <p:spPr>
              <a:xfrm>
                <a:off x="321438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3" name="ph3148">
                <a:extLst>
                  <a:ext uri="{FF2B5EF4-FFF2-40B4-BE49-F238E27FC236}">
                    <a16:creationId xmlns:a16="http://schemas.microsoft.com/office/drawing/2014/main" id="{9C49D657-8FDF-99BD-3CB6-9BEBEFE57056}"/>
                  </a:ext>
                </a:extLst>
              </p:cNvPr>
              <p:cNvSpPr/>
              <p:nvPr/>
            </p:nvSpPr>
            <p:spPr>
              <a:xfrm>
                <a:off x="3223821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4" name="ph3149">
                <a:extLst>
                  <a:ext uri="{FF2B5EF4-FFF2-40B4-BE49-F238E27FC236}">
                    <a16:creationId xmlns:a16="http://schemas.microsoft.com/office/drawing/2014/main" id="{5AE3B4F9-170B-B416-B5F3-8F19A9EEA2F8}"/>
                  </a:ext>
                </a:extLst>
              </p:cNvPr>
              <p:cNvSpPr/>
              <p:nvPr/>
            </p:nvSpPr>
            <p:spPr>
              <a:xfrm>
                <a:off x="323326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5" name="ph3150">
                <a:extLst>
                  <a:ext uri="{FF2B5EF4-FFF2-40B4-BE49-F238E27FC236}">
                    <a16:creationId xmlns:a16="http://schemas.microsoft.com/office/drawing/2014/main" id="{11F1FDB4-95EB-58B5-EB8E-20A89CC47D5D}"/>
                  </a:ext>
                </a:extLst>
              </p:cNvPr>
              <p:cNvSpPr/>
              <p:nvPr/>
            </p:nvSpPr>
            <p:spPr>
              <a:xfrm>
                <a:off x="324270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6" name="ph3151">
                <a:extLst>
                  <a:ext uri="{FF2B5EF4-FFF2-40B4-BE49-F238E27FC236}">
                    <a16:creationId xmlns:a16="http://schemas.microsoft.com/office/drawing/2014/main" id="{3EF80594-C790-F472-4C76-F3DE087EBC86}"/>
                  </a:ext>
                </a:extLst>
              </p:cNvPr>
              <p:cNvSpPr/>
              <p:nvPr/>
            </p:nvSpPr>
            <p:spPr>
              <a:xfrm>
                <a:off x="325214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7" name="ph3152">
                <a:extLst>
                  <a:ext uri="{FF2B5EF4-FFF2-40B4-BE49-F238E27FC236}">
                    <a16:creationId xmlns:a16="http://schemas.microsoft.com/office/drawing/2014/main" id="{EAA64F22-CEFE-8A94-2F07-D232EAEE6238}"/>
                  </a:ext>
                </a:extLst>
              </p:cNvPr>
              <p:cNvSpPr/>
              <p:nvPr/>
            </p:nvSpPr>
            <p:spPr>
              <a:xfrm>
                <a:off x="3261582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8" name="ph3153">
                <a:extLst>
                  <a:ext uri="{FF2B5EF4-FFF2-40B4-BE49-F238E27FC236}">
                    <a16:creationId xmlns:a16="http://schemas.microsoft.com/office/drawing/2014/main" id="{AD128DD7-A90A-C09F-8517-F9166365925B}"/>
                  </a:ext>
                </a:extLst>
              </p:cNvPr>
              <p:cNvSpPr/>
              <p:nvPr/>
            </p:nvSpPr>
            <p:spPr>
              <a:xfrm>
                <a:off x="327102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9" name="ph3154">
                <a:extLst>
                  <a:ext uri="{FF2B5EF4-FFF2-40B4-BE49-F238E27FC236}">
                    <a16:creationId xmlns:a16="http://schemas.microsoft.com/office/drawing/2014/main" id="{6D2C31B5-0D83-E979-FFFB-92A9F4513639}"/>
                  </a:ext>
                </a:extLst>
              </p:cNvPr>
              <p:cNvSpPr/>
              <p:nvPr/>
            </p:nvSpPr>
            <p:spPr>
              <a:xfrm>
                <a:off x="328046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0" name="ph3155">
                <a:extLst>
                  <a:ext uri="{FF2B5EF4-FFF2-40B4-BE49-F238E27FC236}">
                    <a16:creationId xmlns:a16="http://schemas.microsoft.com/office/drawing/2014/main" id="{E1A2BF81-476B-7808-8ABC-0B60C6E69372}"/>
                  </a:ext>
                </a:extLst>
              </p:cNvPr>
              <p:cNvSpPr/>
              <p:nvPr/>
            </p:nvSpPr>
            <p:spPr>
              <a:xfrm>
                <a:off x="328990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1" name="ph3156">
                <a:extLst>
                  <a:ext uri="{FF2B5EF4-FFF2-40B4-BE49-F238E27FC236}">
                    <a16:creationId xmlns:a16="http://schemas.microsoft.com/office/drawing/2014/main" id="{C1849A73-0BB8-C393-E124-0C3EDC59B7E8}"/>
                  </a:ext>
                </a:extLst>
              </p:cNvPr>
              <p:cNvSpPr/>
              <p:nvPr/>
            </p:nvSpPr>
            <p:spPr>
              <a:xfrm>
                <a:off x="3299343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2" name="ph3157">
                <a:extLst>
                  <a:ext uri="{FF2B5EF4-FFF2-40B4-BE49-F238E27FC236}">
                    <a16:creationId xmlns:a16="http://schemas.microsoft.com/office/drawing/2014/main" id="{D0B43277-2CFC-B823-72D9-14131B95E605}"/>
                  </a:ext>
                </a:extLst>
              </p:cNvPr>
              <p:cNvSpPr/>
              <p:nvPr/>
            </p:nvSpPr>
            <p:spPr>
              <a:xfrm>
                <a:off x="330878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3" name="ph3158">
                <a:extLst>
                  <a:ext uri="{FF2B5EF4-FFF2-40B4-BE49-F238E27FC236}">
                    <a16:creationId xmlns:a16="http://schemas.microsoft.com/office/drawing/2014/main" id="{A86B7DE9-FE5F-5695-59BE-4D1F8C7277EF}"/>
                  </a:ext>
                </a:extLst>
              </p:cNvPr>
              <p:cNvSpPr/>
              <p:nvPr/>
            </p:nvSpPr>
            <p:spPr>
              <a:xfrm>
                <a:off x="331822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4" name="ph3159">
                <a:extLst>
                  <a:ext uri="{FF2B5EF4-FFF2-40B4-BE49-F238E27FC236}">
                    <a16:creationId xmlns:a16="http://schemas.microsoft.com/office/drawing/2014/main" id="{6F32B99E-FD6A-F0FF-4E2D-FE68303A6043}"/>
                  </a:ext>
                </a:extLst>
              </p:cNvPr>
              <p:cNvSpPr/>
              <p:nvPr/>
            </p:nvSpPr>
            <p:spPr>
              <a:xfrm>
                <a:off x="332766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5" name="ph3160">
                <a:extLst>
                  <a:ext uri="{FF2B5EF4-FFF2-40B4-BE49-F238E27FC236}">
                    <a16:creationId xmlns:a16="http://schemas.microsoft.com/office/drawing/2014/main" id="{D8AA8118-F844-E02A-E7AE-64347350B98B}"/>
                  </a:ext>
                </a:extLst>
              </p:cNvPr>
              <p:cNvSpPr/>
              <p:nvPr/>
            </p:nvSpPr>
            <p:spPr>
              <a:xfrm>
                <a:off x="333710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6" name="ph3161">
                <a:extLst>
                  <a:ext uri="{FF2B5EF4-FFF2-40B4-BE49-F238E27FC236}">
                    <a16:creationId xmlns:a16="http://schemas.microsoft.com/office/drawing/2014/main" id="{47140AB8-4238-DF91-E93E-61A6DA343CF6}"/>
                  </a:ext>
                </a:extLst>
              </p:cNvPr>
              <p:cNvSpPr/>
              <p:nvPr/>
            </p:nvSpPr>
            <p:spPr>
              <a:xfrm>
                <a:off x="3346544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7" name="ph3162">
                <a:extLst>
                  <a:ext uri="{FF2B5EF4-FFF2-40B4-BE49-F238E27FC236}">
                    <a16:creationId xmlns:a16="http://schemas.microsoft.com/office/drawing/2014/main" id="{2D11DF97-09CC-F137-6709-82A526DC6928}"/>
                  </a:ext>
                </a:extLst>
              </p:cNvPr>
              <p:cNvSpPr/>
              <p:nvPr/>
            </p:nvSpPr>
            <p:spPr>
              <a:xfrm>
                <a:off x="335598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8" name="ph3163">
                <a:extLst>
                  <a:ext uri="{FF2B5EF4-FFF2-40B4-BE49-F238E27FC236}">
                    <a16:creationId xmlns:a16="http://schemas.microsoft.com/office/drawing/2014/main" id="{886445BB-8EE3-2B71-A24C-60BCE89B5650}"/>
                  </a:ext>
                </a:extLst>
              </p:cNvPr>
              <p:cNvSpPr/>
              <p:nvPr/>
            </p:nvSpPr>
            <p:spPr>
              <a:xfrm>
                <a:off x="3365425" y="211508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9" name="ph3164">
                <a:extLst>
                  <a:ext uri="{FF2B5EF4-FFF2-40B4-BE49-F238E27FC236}">
                    <a16:creationId xmlns:a16="http://schemas.microsoft.com/office/drawing/2014/main" id="{C959D036-046C-97B4-9994-BEDF0BF08AF3}"/>
                  </a:ext>
                </a:extLst>
              </p:cNvPr>
              <p:cNvSpPr/>
              <p:nvPr/>
            </p:nvSpPr>
            <p:spPr>
              <a:xfrm>
                <a:off x="3374865" y="213265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36" y="899957"/>
                    </a:lnTo>
                    <a:lnTo>
                      <a:pt x="921894" y="910439"/>
                    </a:lnTo>
                    <a:lnTo>
                      <a:pt x="921032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0" name="ph3165">
                <a:extLst>
                  <a:ext uri="{FF2B5EF4-FFF2-40B4-BE49-F238E27FC236}">
                    <a16:creationId xmlns:a16="http://schemas.microsoft.com/office/drawing/2014/main" id="{146A2185-8ED8-D1AF-779C-69A523A6975E}"/>
                  </a:ext>
                </a:extLst>
              </p:cNvPr>
              <p:cNvSpPr/>
              <p:nvPr/>
            </p:nvSpPr>
            <p:spPr>
              <a:xfrm>
                <a:off x="3384305" y="2115082"/>
                <a:ext cx="914879" cy="917505"/>
              </a:xfrm>
              <a:custGeom>
                <a:avLst/>
                <a:gdLst/>
                <a:ahLst/>
                <a:cxnLst/>
                <a:rect l="0" t="0" r="0" b="0"/>
                <a:pathLst>
                  <a:path w="914879" h="917505">
                    <a:moveTo>
                      <a:pt x="914400" y="914400"/>
                    </a:moveTo>
                    <a:lnTo>
                      <a:pt x="914879" y="914400"/>
                    </a:lnTo>
                    <a:lnTo>
                      <a:pt x="914400" y="91750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1" name="ph3166">
                <a:extLst>
                  <a:ext uri="{FF2B5EF4-FFF2-40B4-BE49-F238E27FC236}">
                    <a16:creationId xmlns:a16="http://schemas.microsoft.com/office/drawing/2014/main" id="{CF1C01E4-EBF0-617F-7CFB-9257C0D8252A}"/>
                  </a:ext>
                </a:extLst>
              </p:cNvPr>
              <p:cNvSpPr/>
              <p:nvPr/>
            </p:nvSpPr>
            <p:spPr>
              <a:xfrm>
                <a:off x="2355319" y="2097513"/>
                <a:ext cx="914400" cy="93134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3">
                    <a:moveTo>
                      <a:pt x="914400" y="914400"/>
                    </a:moveTo>
                    <a:lnTo>
                      <a:pt x="914400" y="931343"/>
                    </a:lnTo>
                    <a:lnTo>
                      <a:pt x="911569" y="922970"/>
                    </a:lnTo>
                    <a:lnTo>
                      <a:pt x="911438" y="922527"/>
                    </a:lnTo>
                    <a:lnTo>
                      <a:pt x="907999" y="918269"/>
                    </a:lnTo>
                    <a:lnTo>
                      <a:pt x="905203" y="914400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2" name="ph3167">
                <a:extLst>
                  <a:ext uri="{FF2B5EF4-FFF2-40B4-BE49-F238E27FC236}">
                    <a16:creationId xmlns:a16="http://schemas.microsoft.com/office/drawing/2014/main" id="{BB1EA444-1226-8ECB-8C1C-81FF144013ED}"/>
                  </a:ext>
                </a:extLst>
              </p:cNvPr>
              <p:cNvSpPr/>
              <p:nvPr/>
            </p:nvSpPr>
            <p:spPr>
              <a:xfrm>
                <a:off x="235531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11" y="931969"/>
                    </a:lnTo>
                    <a:lnTo>
                      <a:pt x="914400" y="931343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3" name="ph3168">
                <a:extLst>
                  <a:ext uri="{FF2B5EF4-FFF2-40B4-BE49-F238E27FC236}">
                    <a16:creationId xmlns:a16="http://schemas.microsoft.com/office/drawing/2014/main" id="{903643D3-68C0-3D9E-B7F1-9371BD7D4939}"/>
                  </a:ext>
                </a:extLst>
              </p:cNvPr>
              <p:cNvSpPr/>
              <p:nvPr/>
            </p:nvSpPr>
            <p:spPr>
              <a:xfrm>
                <a:off x="236476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4" name="ph3169">
                <a:extLst>
                  <a:ext uri="{FF2B5EF4-FFF2-40B4-BE49-F238E27FC236}">
                    <a16:creationId xmlns:a16="http://schemas.microsoft.com/office/drawing/2014/main" id="{EA9272C9-C59B-B232-01B5-935A4848ADEB}"/>
                  </a:ext>
                </a:extLst>
              </p:cNvPr>
              <p:cNvSpPr/>
              <p:nvPr/>
            </p:nvSpPr>
            <p:spPr>
              <a:xfrm>
                <a:off x="237420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5" name="ph3170">
                <a:extLst>
                  <a:ext uri="{FF2B5EF4-FFF2-40B4-BE49-F238E27FC236}">
                    <a16:creationId xmlns:a16="http://schemas.microsoft.com/office/drawing/2014/main" id="{ABC86150-B38F-52E9-0BD6-6AF32CF9FE61}"/>
                  </a:ext>
                </a:extLst>
              </p:cNvPr>
              <p:cNvSpPr/>
              <p:nvPr/>
            </p:nvSpPr>
            <p:spPr>
              <a:xfrm>
                <a:off x="238364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6" name="ph3171">
                <a:extLst>
                  <a:ext uri="{FF2B5EF4-FFF2-40B4-BE49-F238E27FC236}">
                    <a16:creationId xmlns:a16="http://schemas.microsoft.com/office/drawing/2014/main" id="{D8752EDA-BB9E-5ECD-4609-A6B12CDF4A5D}"/>
                  </a:ext>
                </a:extLst>
              </p:cNvPr>
              <p:cNvSpPr/>
              <p:nvPr/>
            </p:nvSpPr>
            <p:spPr>
              <a:xfrm>
                <a:off x="239308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7" name="ph3172">
                <a:extLst>
                  <a:ext uri="{FF2B5EF4-FFF2-40B4-BE49-F238E27FC236}">
                    <a16:creationId xmlns:a16="http://schemas.microsoft.com/office/drawing/2014/main" id="{AEF74E94-396A-01CE-1A73-ABE9D0836B4D}"/>
                  </a:ext>
                </a:extLst>
              </p:cNvPr>
              <p:cNvSpPr/>
              <p:nvPr/>
            </p:nvSpPr>
            <p:spPr>
              <a:xfrm>
                <a:off x="240252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8" name="ph3173">
                <a:extLst>
                  <a:ext uri="{FF2B5EF4-FFF2-40B4-BE49-F238E27FC236}">
                    <a16:creationId xmlns:a16="http://schemas.microsoft.com/office/drawing/2014/main" id="{9B15E6EE-F00C-C591-037D-2D761D209E7F}"/>
                  </a:ext>
                </a:extLst>
              </p:cNvPr>
              <p:cNvSpPr/>
              <p:nvPr/>
            </p:nvSpPr>
            <p:spPr>
              <a:xfrm>
                <a:off x="241196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9" name="ph3174">
                <a:extLst>
                  <a:ext uri="{FF2B5EF4-FFF2-40B4-BE49-F238E27FC236}">
                    <a16:creationId xmlns:a16="http://schemas.microsoft.com/office/drawing/2014/main" id="{D89C57ED-747D-417F-BA37-C2EEA4AF8F79}"/>
                  </a:ext>
                </a:extLst>
              </p:cNvPr>
              <p:cNvSpPr/>
              <p:nvPr/>
            </p:nvSpPr>
            <p:spPr>
              <a:xfrm>
                <a:off x="242140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0" name="ph3175">
                <a:extLst>
                  <a:ext uri="{FF2B5EF4-FFF2-40B4-BE49-F238E27FC236}">
                    <a16:creationId xmlns:a16="http://schemas.microsoft.com/office/drawing/2014/main" id="{D2E17C80-B9BF-A1DE-5831-03F87CB5DBC5}"/>
                  </a:ext>
                </a:extLst>
              </p:cNvPr>
              <p:cNvSpPr/>
              <p:nvPr/>
            </p:nvSpPr>
            <p:spPr>
              <a:xfrm>
                <a:off x="243084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1" name="ph3176">
                <a:extLst>
                  <a:ext uri="{FF2B5EF4-FFF2-40B4-BE49-F238E27FC236}">
                    <a16:creationId xmlns:a16="http://schemas.microsoft.com/office/drawing/2014/main" id="{D731B39B-2C19-761C-19C4-C803299BA2ED}"/>
                  </a:ext>
                </a:extLst>
              </p:cNvPr>
              <p:cNvSpPr/>
              <p:nvPr/>
            </p:nvSpPr>
            <p:spPr>
              <a:xfrm>
                <a:off x="244028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2" name="ph3177">
                <a:extLst>
                  <a:ext uri="{FF2B5EF4-FFF2-40B4-BE49-F238E27FC236}">
                    <a16:creationId xmlns:a16="http://schemas.microsoft.com/office/drawing/2014/main" id="{D172B096-2651-0169-3A3E-32457BD49331}"/>
                  </a:ext>
                </a:extLst>
              </p:cNvPr>
              <p:cNvSpPr/>
              <p:nvPr/>
            </p:nvSpPr>
            <p:spPr>
              <a:xfrm>
                <a:off x="244972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3" name="ph3178">
                <a:extLst>
                  <a:ext uri="{FF2B5EF4-FFF2-40B4-BE49-F238E27FC236}">
                    <a16:creationId xmlns:a16="http://schemas.microsoft.com/office/drawing/2014/main" id="{6F1689BE-467C-8B89-FD66-37024D2AB058}"/>
                  </a:ext>
                </a:extLst>
              </p:cNvPr>
              <p:cNvSpPr/>
              <p:nvPr/>
            </p:nvSpPr>
            <p:spPr>
              <a:xfrm>
                <a:off x="245916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4" name="ph3179">
                <a:extLst>
                  <a:ext uri="{FF2B5EF4-FFF2-40B4-BE49-F238E27FC236}">
                    <a16:creationId xmlns:a16="http://schemas.microsoft.com/office/drawing/2014/main" id="{E3A38BC0-1723-39FA-8D12-C76C50162711}"/>
                  </a:ext>
                </a:extLst>
              </p:cNvPr>
              <p:cNvSpPr/>
              <p:nvPr/>
            </p:nvSpPr>
            <p:spPr>
              <a:xfrm>
                <a:off x="246860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5" name="ph3180">
                <a:extLst>
                  <a:ext uri="{FF2B5EF4-FFF2-40B4-BE49-F238E27FC236}">
                    <a16:creationId xmlns:a16="http://schemas.microsoft.com/office/drawing/2014/main" id="{81DCFBCD-5D0A-404E-D7A3-1F48CB691B4F}"/>
                  </a:ext>
                </a:extLst>
              </p:cNvPr>
              <p:cNvSpPr/>
              <p:nvPr/>
            </p:nvSpPr>
            <p:spPr>
              <a:xfrm>
                <a:off x="247804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6" name="ph3181">
                <a:extLst>
                  <a:ext uri="{FF2B5EF4-FFF2-40B4-BE49-F238E27FC236}">
                    <a16:creationId xmlns:a16="http://schemas.microsoft.com/office/drawing/2014/main" id="{D2BE31E0-92EB-3FF0-6B23-CE7025286682}"/>
                  </a:ext>
                </a:extLst>
              </p:cNvPr>
              <p:cNvSpPr/>
              <p:nvPr/>
            </p:nvSpPr>
            <p:spPr>
              <a:xfrm>
                <a:off x="248748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7" name="ph3182">
                <a:extLst>
                  <a:ext uri="{FF2B5EF4-FFF2-40B4-BE49-F238E27FC236}">
                    <a16:creationId xmlns:a16="http://schemas.microsoft.com/office/drawing/2014/main" id="{218FD305-6921-5EB0-4EE2-82DEFC89D3AE}"/>
                  </a:ext>
                </a:extLst>
              </p:cNvPr>
              <p:cNvSpPr/>
              <p:nvPr/>
            </p:nvSpPr>
            <p:spPr>
              <a:xfrm>
                <a:off x="249692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8" name="ph3183">
                <a:extLst>
                  <a:ext uri="{FF2B5EF4-FFF2-40B4-BE49-F238E27FC236}">
                    <a16:creationId xmlns:a16="http://schemas.microsoft.com/office/drawing/2014/main" id="{EEB73B0D-A4AC-4FA2-F5F5-321CF8F3C924}"/>
                  </a:ext>
                </a:extLst>
              </p:cNvPr>
              <p:cNvSpPr/>
              <p:nvPr/>
            </p:nvSpPr>
            <p:spPr>
              <a:xfrm>
                <a:off x="250636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9" name="ph3184">
                <a:extLst>
                  <a:ext uri="{FF2B5EF4-FFF2-40B4-BE49-F238E27FC236}">
                    <a16:creationId xmlns:a16="http://schemas.microsoft.com/office/drawing/2014/main" id="{D58D7E08-54A0-2015-B74B-2CE7C554E2A6}"/>
                  </a:ext>
                </a:extLst>
              </p:cNvPr>
              <p:cNvSpPr/>
              <p:nvPr/>
            </p:nvSpPr>
            <p:spPr>
              <a:xfrm>
                <a:off x="251580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0" name="ph3185">
                <a:extLst>
                  <a:ext uri="{FF2B5EF4-FFF2-40B4-BE49-F238E27FC236}">
                    <a16:creationId xmlns:a16="http://schemas.microsoft.com/office/drawing/2014/main" id="{C6E81084-F0F4-70CE-B319-DBCF0BA5C331}"/>
                  </a:ext>
                </a:extLst>
              </p:cNvPr>
              <p:cNvSpPr/>
              <p:nvPr/>
            </p:nvSpPr>
            <p:spPr>
              <a:xfrm>
                <a:off x="252524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1" name="ph3186">
                <a:extLst>
                  <a:ext uri="{FF2B5EF4-FFF2-40B4-BE49-F238E27FC236}">
                    <a16:creationId xmlns:a16="http://schemas.microsoft.com/office/drawing/2014/main" id="{926A56B9-B180-103F-2BAD-F46387D0DC7B}"/>
                  </a:ext>
                </a:extLst>
              </p:cNvPr>
              <p:cNvSpPr/>
              <p:nvPr/>
            </p:nvSpPr>
            <p:spPr>
              <a:xfrm>
                <a:off x="253468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2" name="ph3187">
                <a:extLst>
                  <a:ext uri="{FF2B5EF4-FFF2-40B4-BE49-F238E27FC236}">
                    <a16:creationId xmlns:a16="http://schemas.microsoft.com/office/drawing/2014/main" id="{839FD9EC-48D0-C052-75A4-962588CD86D9}"/>
                  </a:ext>
                </a:extLst>
              </p:cNvPr>
              <p:cNvSpPr/>
              <p:nvPr/>
            </p:nvSpPr>
            <p:spPr>
              <a:xfrm>
                <a:off x="254412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3" name="ph3188">
                <a:extLst>
                  <a:ext uri="{FF2B5EF4-FFF2-40B4-BE49-F238E27FC236}">
                    <a16:creationId xmlns:a16="http://schemas.microsoft.com/office/drawing/2014/main" id="{DE5AB685-9875-4051-1827-71A601A312C7}"/>
                  </a:ext>
                </a:extLst>
              </p:cNvPr>
              <p:cNvSpPr/>
              <p:nvPr/>
            </p:nvSpPr>
            <p:spPr>
              <a:xfrm>
                <a:off x="255356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4" name="ph3189">
                <a:extLst>
                  <a:ext uri="{FF2B5EF4-FFF2-40B4-BE49-F238E27FC236}">
                    <a16:creationId xmlns:a16="http://schemas.microsoft.com/office/drawing/2014/main" id="{4F3694E4-8492-D952-F1FB-44D4404C47EE}"/>
                  </a:ext>
                </a:extLst>
              </p:cNvPr>
              <p:cNvSpPr/>
              <p:nvPr/>
            </p:nvSpPr>
            <p:spPr>
              <a:xfrm>
                <a:off x="256300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5" name="ph3190">
                <a:extLst>
                  <a:ext uri="{FF2B5EF4-FFF2-40B4-BE49-F238E27FC236}">
                    <a16:creationId xmlns:a16="http://schemas.microsoft.com/office/drawing/2014/main" id="{19C2D21E-C71D-DE25-036F-E8C3AC9F074D}"/>
                  </a:ext>
                </a:extLst>
              </p:cNvPr>
              <p:cNvSpPr/>
              <p:nvPr/>
            </p:nvSpPr>
            <p:spPr>
              <a:xfrm>
                <a:off x="257244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6" name="ph3191">
                <a:extLst>
                  <a:ext uri="{FF2B5EF4-FFF2-40B4-BE49-F238E27FC236}">
                    <a16:creationId xmlns:a16="http://schemas.microsoft.com/office/drawing/2014/main" id="{49258F89-96B8-EA9D-1D37-CE48B760EAC1}"/>
                  </a:ext>
                </a:extLst>
              </p:cNvPr>
              <p:cNvSpPr/>
              <p:nvPr/>
            </p:nvSpPr>
            <p:spPr>
              <a:xfrm>
                <a:off x="258188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7" name="ph3192">
                <a:extLst>
                  <a:ext uri="{FF2B5EF4-FFF2-40B4-BE49-F238E27FC236}">
                    <a16:creationId xmlns:a16="http://schemas.microsoft.com/office/drawing/2014/main" id="{77643155-699C-8565-87F4-95F720D82482}"/>
                  </a:ext>
                </a:extLst>
              </p:cNvPr>
              <p:cNvSpPr/>
              <p:nvPr/>
            </p:nvSpPr>
            <p:spPr>
              <a:xfrm>
                <a:off x="259132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8" name="ph3193">
                <a:extLst>
                  <a:ext uri="{FF2B5EF4-FFF2-40B4-BE49-F238E27FC236}">
                    <a16:creationId xmlns:a16="http://schemas.microsoft.com/office/drawing/2014/main" id="{312EF847-940C-45D1-6C81-3B7EF35548C9}"/>
                  </a:ext>
                </a:extLst>
              </p:cNvPr>
              <p:cNvSpPr/>
              <p:nvPr/>
            </p:nvSpPr>
            <p:spPr>
              <a:xfrm>
                <a:off x="260076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9" name="ph3194">
                <a:extLst>
                  <a:ext uri="{FF2B5EF4-FFF2-40B4-BE49-F238E27FC236}">
                    <a16:creationId xmlns:a16="http://schemas.microsoft.com/office/drawing/2014/main" id="{04A34ECB-F8D9-7312-E75E-B60A710DAB0F}"/>
                  </a:ext>
                </a:extLst>
              </p:cNvPr>
              <p:cNvSpPr/>
              <p:nvPr/>
            </p:nvSpPr>
            <p:spPr>
              <a:xfrm>
                <a:off x="261020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0" name="ph3195">
                <a:extLst>
                  <a:ext uri="{FF2B5EF4-FFF2-40B4-BE49-F238E27FC236}">
                    <a16:creationId xmlns:a16="http://schemas.microsoft.com/office/drawing/2014/main" id="{155E4DFC-DFAF-1B2D-A27B-EDD07F3A3C56}"/>
                  </a:ext>
                </a:extLst>
              </p:cNvPr>
              <p:cNvSpPr/>
              <p:nvPr/>
            </p:nvSpPr>
            <p:spPr>
              <a:xfrm>
                <a:off x="261964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1" name="ph3196">
                <a:extLst>
                  <a:ext uri="{FF2B5EF4-FFF2-40B4-BE49-F238E27FC236}">
                    <a16:creationId xmlns:a16="http://schemas.microsoft.com/office/drawing/2014/main" id="{D1949BF5-C96E-A071-E346-FA21B5E2DF80}"/>
                  </a:ext>
                </a:extLst>
              </p:cNvPr>
              <p:cNvSpPr/>
              <p:nvPr/>
            </p:nvSpPr>
            <p:spPr>
              <a:xfrm>
                <a:off x="2629086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2" name="ph3197">
                <a:extLst>
                  <a:ext uri="{FF2B5EF4-FFF2-40B4-BE49-F238E27FC236}">
                    <a16:creationId xmlns:a16="http://schemas.microsoft.com/office/drawing/2014/main" id="{B1740BD7-CEFE-4888-BEAD-F5202CE5F086}"/>
                  </a:ext>
                </a:extLst>
              </p:cNvPr>
              <p:cNvSpPr/>
              <p:nvPr/>
            </p:nvSpPr>
            <p:spPr>
              <a:xfrm>
                <a:off x="263852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3" name="ph3198">
                <a:extLst>
                  <a:ext uri="{FF2B5EF4-FFF2-40B4-BE49-F238E27FC236}">
                    <a16:creationId xmlns:a16="http://schemas.microsoft.com/office/drawing/2014/main" id="{F1C2F21D-47E0-66E8-A944-F91E67AA15D4}"/>
                  </a:ext>
                </a:extLst>
              </p:cNvPr>
              <p:cNvSpPr/>
              <p:nvPr/>
            </p:nvSpPr>
            <p:spPr>
              <a:xfrm>
                <a:off x="264796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4" name="ph3199">
                <a:extLst>
                  <a:ext uri="{FF2B5EF4-FFF2-40B4-BE49-F238E27FC236}">
                    <a16:creationId xmlns:a16="http://schemas.microsoft.com/office/drawing/2014/main" id="{4C3826CF-6F3A-6606-D6BC-504EC2F3E457}"/>
                  </a:ext>
                </a:extLst>
              </p:cNvPr>
              <p:cNvSpPr/>
              <p:nvPr/>
            </p:nvSpPr>
            <p:spPr>
              <a:xfrm>
                <a:off x="265740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47B">
                  <a:alpha val="100000"/>
                </a:srgbClr>
              </a:solidFill>
              <a:ln w="5420" cap="flat">
                <a:solidFill>
                  <a:srgbClr val="BFE4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5" name="ph3200">
                <a:extLst>
                  <a:ext uri="{FF2B5EF4-FFF2-40B4-BE49-F238E27FC236}">
                    <a16:creationId xmlns:a16="http://schemas.microsoft.com/office/drawing/2014/main" id="{3D3B0984-CABB-C41F-E7CF-C3B806019A50}"/>
                  </a:ext>
                </a:extLst>
              </p:cNvPr>
              <p:cNvSpPr/>
              <p:nvPr/>
            </p:nvSpPr>
            <p:spPr>
              <a:xfrm>
                <a:off x="2666847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6" name="ph3201">
                <a:extLst>
                  <a:ext uri="{FF2B5EF4-FFF2-40B4-BE49-F238E27FC236}">
                    <a16:creationId xmlns:a16="http://schemas.microsoft.com/office/drawing/2014/main" id="{38EB1951-B1E1-905E-51AA-B42441E13735}"/>
                  </a:ext>
                </a:extLst>
              </p:cNvPr>
              <p:cNvSpPr/>
              <p:nvPr/>
            </p:nvSpPr>
            <p:spPr>
              <a:xfrm>
                <a:off x="2685728" y="211508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624" y="896830"/>
                    </a:lnTo>
                    <a:lnTo>
                      <a:pt x="913504" y="902220"/>
                    </a:lnTo>
                    <a:lnTo>
                      <a:pt x="914399" y="90510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7" name="ph3202">
                <a:extLst>
                  <a:ext uri="{FF2B5EF4-FFF2-40B4-BE49-F238E27FC236}">
                    <a16:creationId xmlns:a16="http://schemas.microsoft.com/office/drawing/2014/main" id="{432746FD-0F96-19EE-6880-FF433046D37B}"/>
                  </a:ext>
                </a:extLst>
              </p:cNvPr>
              <p:cNvSpPr/>
              <p:nvPr/>
            </p:nvSpPr>
            <p:spPr>
              <a:xfrm>
                <a:off x="2685728" y="2115082"/>
                <a:ext cx="9171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85" h="914400">
                    <a:moveTo>
                      <a:pt x="914399" y="914400"/>
                    </a:moveTo>
                    <a:lnTo>
                      <a:pt x="914399" y="905109"/>
                    </a:lnTo>
                    <a:lnTo>
                      <a:pt x="916492" y="911863"/>
                    </a:lnTo>
                    <a:lnTo>
                      <a:pt x="917185" y="914400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8" name="ph3203">
                <a:extLst>
                  <a:ext uri="{FF2B5EF4-FFF2-40B4-BE49-F238E27FC236}">
                    <a16:creationId xmlns:a16="http://schemas.microsoft.com/office/drawing/2014/main" id="{CACCC8DC-FCB0-2D9A-D5B4-DAE8BDBCBB8F}"/>
                  </a:ext>
                </a:extLst>
              </p:cNvPr>
              <p:cNvSpPr/>
              <p:nvPr/>
            </p:nvSpPr>
            <p:spPr>
              <a:xfrm>
                <a:off x="3119979" y="211508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792" y="914400"/>
                    </a:lnTo>
                    <a:lnTo>
                      <a:pt x="913947" y="914011"/>
                    </a:lnTo>
                    <a:lnTo>
                      <a:pt x="914143" y="913515"/>
                    </a:lnTo>
                    <a:lnTo>
                      <a:pt x="914340" y="913019"/>
                    </a:lnTo>
                    <a:lnTo>
                      <a:pt x="914400" y="9128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9" name="ph3204">
                <a:extLst>
                  <a:ext uri="{FF2B5EF4-FFF2-40B4-BE49-F238E27FC236}">
                    <a16:creationId xmlns:a16="http://schemas.microsoft.com/office/drawing/2014/main" id="{53EED24D-C37A-5A7D-A329-F25C34638892}"/>
                  </a:ext>
                </a:extLst>
              </p:cNvPr>
              <p:cNvSpPr/>
              <p:nvPr/>
            </p:nvSpPr>
            <p:spPr>
              <a:xfrm>
                <a:off x="3129419" y="209751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439"/>
                    </a:lnTo>
                    <a:lnTo>
                      <a:pt x="905096" y="930093"/>
                    </a:lnTo>
                    <a:lnTo>
                      <a:pt x="905293" y="929597"/>
                    </a:lnTo>
                    <a:lnTo>
                      <a:pt x="905490" y="929101"/>
                    </a:lnTo>
                    <a:lnTo>
                      <a:pt x="905687" y="928605"/>
                    </a:lnTo>
                    <a:lnTo>
                      <a:pt x="905884" y="928109"/>
                    </a:lnTo>
                    <a:lnTo>
                      <a:pt x="906080" y="927613"/>
                    </a:lnTo>
                    <a:lnTo>
                      <a:pt x="906277" y="927117"/>
                    </a:lnTo>
                    <a:lnTo>
                      <a:pt x="906474" y="926621"/>
                    </a:lnTo>
                    <a:lnTo>
                      <a:pt x="906671" y="926125"/>
                    </a:lnTo>
                    <a:lnTo>
                      <a:pt x="906868" y="925629"/>
                    </a:lnTo>
                    <a:lnTo>
                      <a:pt x="907065" y="925133"/>
                    </a:lnTo>
                    <a:lnTo>
                      <a:pt x="907261" y="924637"/>
                    </a:lnTo>
                    <a:lnTo>
                      <a:pt x="907458" y="924141"/>
                    </a:lnTo>
                    <a:lnTo>
                      <a:pt x="907655" y="923645"/>
                    </a:lnTo>
                    <a:lnTo>
                      <a:pt x="907852" y="923149"/>
                    </a:lnTo>
                    <a:lnTo>
                      <a:pt x="908049" y="922653"/>
                    </a:lnTo>
                    <a:lnTo>
                      <a:pt x="908246" y="922157"/>
                    </a:lnTo>
                    <a:lnTo>
                      <a:pt x="908443" y="921661"/>
                    </a:lnTo>
                    <a:lnTo>
                      <a:pt x="908640" y="921165"/>
                    </a:lnTo>
                    <a:lnTo>
                      <a:pt x="908837" y="920669"/>
                    </a:lnTo>
                    <a:lnTo>
                      <a:pt x="909034" y="920173"/>
                    </a:lnTo>
                    <a:lnTo>
                      <a:pt x="909231" y="919677"/>
                    </a:lnTo>
                    <a:lnTo>
                      <a:pt x="909428" y="919181"/>
                    </a:lnTo>
                    <a:lnTo>
                      <a:pt x="909625" y="918685"/>
                    </a:lnTo>
                    <a:lnTo>
                      <a:pt x="909822" y="918190"/>
                    </a:lnTo>
                    <a:lnTo>
                      <a:pt x="910019" y="917694"/>
                    </a:lnTo>
                    <a:lnTo>
                      <a:pt x="910217" y="917198"/>
                    </a:lnTo>
                    <a:lnTo>
                      <a:pt x="910414" y="916702"/>
                    </a:lnTo>
                    <a:lnTo>
                      <a:pt x="910611" y="916206"/>
                    </a:lnTo>
                    <a:lnTo>
                      <a:pt x="910808" y="915710"/>
                    </a:lnTo>
                    <a:lnTo>
                      <a:pt x="911005" y="915214"/>
                    </a:lnTo>
                    <a:lnTo>
                      <a:pt x="911202" y="914718"/>
                    </a:lnTo>
                    <a:lnTo>
                      <a:pt x="911329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0" name="ph3205">
                <a:extLst>
                  <a:ext uri="{FF2B5EF4-FFF2-40B4-BE49-F238E27FC236}">
                    <a16:creationId xmlns:a16="http://schemas.microsoft.com/office/drawing/2014/main" id="{6FDCB81A-401C-AE6D-4D5B-31669BF59D47}"/>
                  </a:ext>
                </a:extLst>
              </p:cNvPr>
              <p:cNvSpPr/>
              <p:nvPr/>
            </p:nvSpPr>
            <p:spPr>
              <a:xfrm>
                <a:off x="312941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1" name="ph3206">
                <a:extLst>
                  <a:ext uri="{FF2B5EF4-FFF2-40B4-BE49-F238E27FC236}">
                    <a16:creationId xmlns:a16="http://schemas.microsoft.com/office/drawing/2014/main" id="{86377070-8FEF-322D-8484-5128C42E2A71}"/>
                  </a:ext>
                </a:extLst>
              </p:cNvPr>
              <p:cNvSpPr/>
              <p:nvPr/>
            </p:nvSpPr>
            <p:spPr>
              <a:xfrm>
                <a:off x="313885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2" name="ph3207">
                <a:extLst>
                  <a:ext uri="{FF2B5EF4-FFF2-40B4-BE49-F238E27FC236}">
                    <a16:creationId xmlns:a16="http://schemas.microsoft.com/office/drawing/2014/main" id="{98B00D62-8738-BCD1-0A48-2F89428E2BDF}"/>
                  </a:ext>
                </a:extLst>
              </p:cNvPr>
              <p:cNvSpPr/>
              <p:nvPr/>
            </p:nvSpPr>
            <p:spPr>
              <a:xfrm>
                <a:off x="3148299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3" name="ph3208">
                <a:extLst>
                  <a:ext uri="{FF2B5EF4-FFF2-40B4-BE49-F238E27FC236}">
                    <a16:creationId xmlns:a16="http://schemas.microsoft.com/office/drawing/2014/main" id="{1481F989-2367-F7E2-5778-EFC5D55C32E5}"/>
                  </a:ext>
                </a:extLst>
              </p:cNvPr>
              <p:cNvSpPr/>
              <p:nvPr/>
            </p:nvSpPr>
            <p:spPr>
              <a:xfrm>
                <a:off x="315774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4" name="ph3209">
                <a:extLst>
                  <a:ext uri="{FF2B5EF4-FFF2-40B4-BE49-F238E27FC236}">
                    <a16:creationId xmlns:a16="http://schemas.microsoft.com/office/drawing/2014/main" id="{25D9EEAF-53CC-BA92-EAF4-59CE8FF82FBA}"/>
                  </a:ext>
                </a:extLst>
              </p:cNvPr>
              <p:cNvSpPr/>
              <p:nvPr/>
            </p:nvSpPr>
            <p:spPr>
              <a:xfrm>
                <a:off x="316718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5" name="ph3210">
                <a:extLst>
                  <a:ext uri="{FF2B5EF4-FFF2-40B4-BE49-F238E27FC236}">
                    <a16:creationId xmlns:a16="http://schemas.microsoft.com/office/drawing/2014/main" id="{5D8761FB-C8CA-4E60-68F4-CB0F4456ED97}"/>
                  </a:ext>
                </a:extLst>
              </p:cNvPr>
              <p:cNvSpPr/>
              <p:nvPr/>
            </p:nvSpPr>
            <p:spPr>
              <a:xfrm>
                <a:off x="317662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6" name="ph3211">
                <a:extLst>
                  <a:ext uri="{FF2B5EF4-FFF2-40B4-BE49-F238E27FC236}">
                    <a16:creationId xmlns:a16="http://schemas.microsoft.com/office/drawing/2014/main" id="{37836393-A131-5B06-8E4E-94AE5F12D0D4}"/>
                  </a:ext>
                </a:extLst>
              </p:cNvPr>
              <p:cNvSpPr/>
              <p:nvPr/>
            </p:nvSpPr>
            <p:spPr>
              <a:xfrm>
                <a:off x="3186060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7" name="ph3212">
                <a:extLst>
                  <a:ext uri="{FF2B5EF4-FFF2-40B4-BE49-F238E27FC236}">
                    <a16:creationId xmlns:a16="http://schemas.microsoft.com/office/drawing/2014/main" id="{42CA3102-228D-14BE-D59C-90464E5BD4A9}"/>
                  </a:ext>
                </a:extLst>
              </p:cNvPr>
              <p:cNvSpPr/>
              <p:nvPr/>
            </p:nvSpPr>
            <p:spPr>
              <a:xfrm>
                <a:off x="319550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8" name="ph3213">
                <a:extLst>
                  <a:ext uri="{FF2B5EF4-FFF2-40B4-BE49-F238E27FC236}">
                    <a16:creationId xmlns:a16="http://schemas.microsoft.com/office/drawing/2014/main" id="{4F394400-7626-0F66-676F-DEB5CBB421CF}"/>
                  </a:ext>
                </a:extLst>
              </p:cNvPr>
              <p:cNvSpPr/>
              <p:nvPr/>
            </p:nvSpPr>
            <p:spPr>
              <a:xfrm>
                <a:off x="320494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9" name="ph3214">
                <a:extLst>
                  <a:ext uri="{FF2B5EF4-FFF2-40B4-BE49-F238E27FC236}">
                    <a16:creationId xmlns:a16="http://schemas.microsoft.com/office/drawing/2014/main" id="{64AADF12-4514-D6A1-5B3F-CCC683775389}"/>
                  </a:ext>
                </a:extLst>
              </p:cNvPr>
              <p:cNvSpPr/>
              <p:nvPr/>
            </p:nvSpPr>
            <p:spPr>
              <a:xfrm>
                <a:off x="321438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0" name="ph3215">
                <a:extLst>
                  <a:ext uri="{FF2B5EF4-FFF2-40B4-BE49-F238E27FC236}">
                    <a16:creationId xmlns:a16="http://schemas.microsoft.com/office/drawing/2014/main" id="{B548132A-C89D-59C7-D338-8ED33CD64341}"/>
                  </a:ext>
                </a:extLst>
              </p:cNvPr>
              <p:cNvSpPr/>
              <p:nvPr/>
            </p:nvSpPr>
            <p:spPr>
              <a:xfrm>
                <a:off x="3223821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1" name="ph3216">
                <a:extLst>
                  <a:ext uri="{FF2B5EF4-FFF2-40B4-BE49-F238E27FC236}">
                    <a16:creationId xmlns:a16="http://schemas.microsoft.com/office/drawing/2014/main" id="{CDED5C85-0740-1A07-FBDA-CB96C281B232}"/>
                  </a:ext>
                </a:extLst>
              </p:cNvPr>
              <p:cNvSpPr/>
              <p:nvPr/>
            </p:nvSpPr>
            <p:spPr>
              <a:xfrm>
                <a:off x="323326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2" name="ph3217">
                <a:extLst>
                  <a:ext uri="{FF2B5EF4-FFF2-40B4-BE49-F238E27FC236}">
                    <a16:creationId xmlns:a16="http://schemas.microsoft.com/office/drawing/2014/main" id="{68573BA9-109C-DB30-EA75-4BD0F0C6F842}"/>
                  </a:ext>
                </a:extLst>
              </p:cNvPr>
              <p:cNvSpPr/>
              <p:nvPr/>
            </p:nvSpPr>
            <p:spPr>
              <a:xfrm>
                <a:off x="324270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3" name="ph3218">
                <a:extLst>
                  <a:ext uri="{FF2B5EF4-FFF2-40B4-BE49-F238E27FC236}">
                    <a16:creationId xmlns:a16="http://schemas.microsoft.com/office/drawing/2014/main" id="{31A49D65-1D78-8588-1A1B-5E7ED92AD6BD}"/>
                  </a:ext>
                </a:extLst>
              </p:cNvPr>
              <p:cNvSpPr/>
              <p:nvPr/>
            </p:nvSpPr>
            <p:spPr>
              <a:xfrm>
                <a:off x="325214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4" name="ph3219">
                <a:extLst>
                  <a:ext uri="{FF2B5EF4-FFF2-40B4-BE49-F238E27FC236}">
                    <a16:creationId xmlns:a16="http://schemas.microsoft.com/office/drawing/2014/main" id="{1AE00446-CAB6-7CF2-2E29-FB0C828B7B47}"/>
                  </a:ext>
                </a:extLst>
              </p:cNvPr>
              <p:cNvSpPr/>
              <p:nvPr/>
            </p:nvSpPr>
            <p:spPr>
              <a:xfrm>
                <a:off x="3261582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5" name="ph3220">
                <a:extLst>
                  <a:ext uri="{FF2B5EF4-FFF2-40B4-BE49-F238E27FC236}">
                    <a16:creationId xmlns:a16="http://schemas.microsoft.com/office/drawing/2014/main" id="{CEE9200F-75B0-2E99-1030-4D9DF7E41D9D}"/>
                  </a:ext>
                </a:extLst>
              </p:cNvPr>
              <p:cNvSpPr/>
              <p:nvPr/>
            </p:nvSpPr>
            <p:spPr>
              <a:xfrm>
                <a:off x="327102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6" name="ph3221">
                <a:extLst>
                  <a:ext uri="{FF2B5EF4-FFF2-40B4-BE49-F238E27FC236}">
                    <a16:creationId xmlns:a16="http://schemas.microsoft.com/office/drawing/2014/main" id="{FE69F379-202C-9504-88EE-87966F9F3F89}"/>
                  </a:ext>
                </a:extLst>
              </p:cNvPr>
              <p:cNvSpPr/>
              <p:nvPr/>
            </p:nvSpPr>
            <p:spPr>
              <a:xfrm>
                <a:off x="328046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7" name="ph3222">
                <a:extLst>
                  <a:ext uri="{FF2B5EF4-FFF2-40B4-BE49-F238E27FC236}">
                    <a16:creationId xmlns:a16="http://schemas.microsoft.com/office/drawing/2014/main" id="{CA2E7469-200C-8F3B-C8FF-9D3023613416}"/>
                  </a:ext>
                </a:extLst>
              </p:cNvPr>
              <p:cNvSpPr/>
              <p:nvPr/>
            </p:nvSpPr>
            <p:spPr>
              <a:xfrm>
                <a:off x="328990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8" name="ph3223">
                <a:extLst>
                  <a:ext uri="{FF2B5EF4-FFF2-40B4-BE49-F238E27FC236}">
                    <a16:creationId xmlns:a16="http://schemas.microsoft.com/office/drawing/2014/main" id="{74FB5282-80F8-7B4E-EE1A-A4A92CDCDE4F}"/>
                  </a:ext>
                </a:extLst>
              </p:cNvPr>
              <p:cNvSpPr/>
              <p:nvPr/>
            </p:nvSpPr>
            <p:spPr>
              <a:xfrm>
                <a:off x="3299343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9" name="ph3224">
                <a:extLst>
                  <a:ext uri="{FF2B5EF4-FFF2-40B4-BE49-F238E27FC236}">
                    <a16:creationId xmlns:a16="http://schemas.microsoft.com/office/drawing/2014/main" id="{78D1F100-4618-51BB-D9CE-306CE43E9D03}"/>
                  </a:ext>
                </a:extLst>
              </p:cNvPr>
              <p:cNvSpPr/>
              <p:nvPr/>
            </p:nvSpPr>
            <p:spPr>
              <a:xfrm>
                <a:off x="330878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0" name="ph3225">
                <a:extLst>
                  <a:ext uri="{FF2B5EF4-FFF2-40B4-BE49-F238E27FC236}">
                    <a16:creationId xmlns:a16="http://schemas.microsoft.com/office/drawing/2014/main" id="{156AF275-D185-D268-FBD2-CA42F91ADD35}"/>
                  </a:ext>
                </a:extLst>
              </p:cNvPr>
              <p:cNvSpPr/>
              <p:nvPr/>
            </p:nvSpPr>
            <p:spPr>
              <a:xfrm>
                <a:off x="331822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1" name="ph3226">
                <a:extLst>
                  <a:ext uri="{FF2B5EF4-FFF2-40B4-BE49-F238E27FC236}">
                    <a16:creationId xmlns:a16="http://schemas.microsoft.com/office/drawing/2014/main" id="{48335929-3227-F74A-8186-975A6B41DF1A}"/>
                  </a:ext>
                </a:extLst>
              </p:cNvPr>
              <p:cNvSpPr/>
              <p:nvPr/>
            </p:nvSpPr>
            <p:spPr>
              <a:xfrm>
                <a:off x="332766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2" name="ph3227">
                <a:extLst>
                  <a:ext uri="{FF2B5EF4-FFF2-40B4-BE49-F238E27FC236}">
                    <a16:creationId xmlns:a16="http://schemas.microsoft.com/office/drawing/2014/main" id="{01B56E47-59B9-C16A-DF22-C93D23EA2245}"/>
                  </a:ext>
                </a:extLst>
              </p:cNvPr>
              <p:cNvSpPr/>
              <p:nvPr/>
            </p:nvSpPr>
            <p:spPr>
              <a:xfrm>
                <a:off x="333710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3" name="ph3228">
                <a:extLst>
                  <a:ext uri="{FF2B5EF4-FFF2-40B4-BE49-F238E27FC236}">
                    <a16:creationId xmlns:a16="http://schemas.microsoft.com/office/drawing/2014/main" id="{8745983E-F29C-50FF-C218-E2A0236C517E}"/>
                  </a:ext>
                </a:extLst>
              </p:cNvPr>
              <p:cNvSpPr/>
              <p:nvPr/>
            </p:nvSpPr>
            <p:spPr>
              <a:xfrm>
                <a:off x="3346544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4" name="ph3229">
                <a:extLst>
                  <a:ext uri="{FF2B5EF4-FFF2-40B4-BE49-F238E27FC236}">
                    <a16:creationId xmlns:a16="http://schemas.microsoft.com/office/drawing/2014/main" id="{04023875-2A4E-5BB8-BD3F-510C1CCF6744}"/>
                  </a:ext>
                </a:extLst>
              </p:cNvPr>
              <p:cNvSpPr/>
              <p:nvPr/>
            </p:nvSpPr>
            <p:spPr>
              <a:xfrm>
                <a:off x="335598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5" name="ph3230">
                <a:extLst>
                  <a:ext uri="{FF2B5EF4-FFF2-40B4-BE49-F238E27FC236}">
                    <a16:creationId xmlns:a16="http://schemas.microsoft.com/office/drawing/2014/main" id="{F20F4116-D38A-2360-F6D6-F6FE7E345A74}"/>
                  </a:ext>
                </a:extLst>
              </p:cNvPr>
              <p:cNvSpPr/>
              <p:nvPr/>
            </p:nvSpPr>
            <p:spPr>
              <a:xfrm>
                <a:off x="336542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6" name="ph3231">
                <a:extLst>
                  <a:ext uri="{FF2B5EF4-FFF2-40B4-BE49-F238E27FC236}">
                    <a16:creationId xmlns:a16="http://schemas.microsoft.com/office/drawing/2014/main" id="{26506FFB-BCCF-16C9-AF60-CEE96D3504AB}"/>
                  </a:ext>
                </a:extLst>
              </p:cNvPr>
              <p:cNvSpPr/>
              <p:nvPr/>
            </p:nvSpPr>
            <p:spPr>
              <a:xfrm>
                <a:off x="3374865" y="209751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7" name="ph3232">
                <a:extLst>
                  <a:ext uri="{FF2B5EF4-FFF2-40B4-BE49-F238E27FC236}">
                    <a16:creationId xmlns:a16="http://schemas.microsoft.com/office/drawing/2014/main" id="{BA699739-6F56-EAF5-DCA4-45145B394064}"/>
                  </a:ext>
                </a:extLst>
              </p:cNvPr>
              <p:cNvSpPr/>
              <p:nvPr/>
            </p:nvSpPr>
            <p:spPr>
              <a:xfrm>
                <a:off x="3384305" y="2115082"/>
                <a:ext cx="9172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2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285" y="896830"/>
                    </a:lnTo>
                    <a:lnTo>
                      <a:pt x="916040" y="906870"/>
                    </a:lnTo>
                    <a:lnTo>
                      <a:pt x="91487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8" name="ph3233">
                <a:extLst>
                  <a:ext uri="{FF2B5EF4-FFF2-40B4-BE49-F238E27FC236}">
                    <a16:creationId xmlns:a16="http://schemas.microsoft.com/office/drawing/2014/main" id="{A8E56886-69E9-D76D-B802-343839957ADA}"/>
                  </a:ext>
                </a:extLst>
              </p:cNvPr>
              <p:cNvSpPr/>
              <p:nvPr/>
            </p:nvSpPr>
            <p:spPr>
              <a:xfrm>
                <a:off x="2336439" y="2079943"/>
                <a:ext cx="914400" cy="9168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6806">
                    <a:moveTo>
                      <a:pt x="914400" y="914400"/>
                    </a:moveTo>
                    <a:lnTo>
                      <a:pt x="914400" y="916806"/>
                    </a:lnTo>
                    <a:lnTo>
                      <a:pt x="913190" y="914734"/>
                    </a:lnTo>
                    <a:lnTo>
                      <a:pt x="913014" y="914400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9" name="ph3234">
                <a:extLst>
                  <a:ext uri="{FF2B5EF4-FFF2-40B4-BE49-F238E27FC236}">
                    <a16:creationId xmlns:a16="http://schemas.microsoft.com/office/drawing/2014/main" id="{48D83ACC-F94B-74BE-97B4-D7759674523A}"/>
                  </a:ext>
                </a:extLst>
              </p:cNvPr>
              <p:cNvSpPr/>
              <p:nvPr/>
            </p:nvSpPr>
            <p:spPr>
              <a:xfrm>
                <a:off x="2336439" y="2079943"/>
                <a:ext cx="923840" cy="93163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63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632"/>
                    </a:lnTo>
                    <a:lnTo>
                      <a:pt x="922120" y="929252"/>
                    </a:lnTo>
                    <a:lnTo>
                      <a:pt x="917553" y="922210"/>
                    </a:lnTo>
                    <a:lnTo>
                      <a:pt x="914400" y="916806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0" name="ph3235">
                <a:extLst>
                  <a:ext uri="{FF2B5EF4-FFF2-40B4-BE49-F238E27FC236}">
                    <a16:creationId xmlns:a16="http://schemas.microsoft.com/office/drawing/2014/main" id="{0FCF9A51-6A5A-D20C-D364-2CAEB9179357}"/>
                  </a:ext>
                </a:extLst>
              </p:cNvPr>
              <p:cNvSpPr/>
              <p:nvPr/>
            </p:nvSpPr>
            <p:spPr>
              <a:xfrm>
                <a:off x="234587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643" y="931969"/>
                    </a:lnTo>
                    <a:lnTo>
                      <a:pt x="914400" y="931632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1" name="ph3236">
                <a:extLst>
                  <a:ext uri="{FF2B5EF4-FFF2-40B4-BE49-F238E27FC236}">
                    <a16:creationId xmlns:a16="http://schemas.microsoft.com/office/drawing/2014/main" id="{4384CD76-ED75-4245-0B3D-60F59C59B17B}"/>
                  </a:ext>
                </a:extLst>
              </p:cNvPr>
              <p:cNvSpPr/>
              <p:nvPr/>
            </p:nvSpPr>
            <p:spPr>
              <a:xfrm>
                <a:off x="235531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2" name="ph3237">
                <a:extLst>
                  <a:ext uri="{FF2B5EF4-FFF2-40B4-BE49-F238E27FC236}">
                    <a16:creationId xmlns:a16="http://schemas.microsoft.com/office/drawing/2014/main" id="{75BFEE56-E0F4-A1A4-4A9A-D93B007BEAF8}"/>
                  </a:ext>
                </a:extLst>
              </p:cNvPr>
              <p:cNvSpPr/>
              <p:nvPr/>
            </p:nvSpPr>
            <p:spPr>
              <a:xfrm>
                <a:off x="236476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3" name="ph3238">
                <a:extLst>
                  <a:ext uri="{FF2B5EF4-FFF2-40B4-BE49-F238E27FC236}">
                    <a16:creationId xmlns:a16="http://schemas.microsoft.com/office/drawing/2014/main" id="{D86E52C7-A661-C7F2-B08D-BEF7D4CE74DB}"/>
                  </a:ext>
                </a:extLst>
              </p:cNvPr>
              <p:cNvSpPr/>
              <p:nvPr/>
            </p:nvSpPr>
            <p:spPr>
              <a:xfrm>
                <a:off x="237420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4" name="ph3239">
                <a:extLst>
                  <a:ext uri="{FF2B5EF4-FFF2-40B4-BE49-F238E27FC236}">
                    <a16:creationId xmlns:a16="http://schemas.microsoft.com/office/drawing/2014/main" id="{91DEE459-ADD6-409B-8326-5D947656A8F9}"/>
                  </a:ext>
                </a:extLst>
              </p:cNvPr>
              <p:cNvSpPr/>
              <p:nvPr/>
            </p:nvSpPr>
            <p:spPr>
              <a:xfrm>
                <a:off x="238364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5" name="ph3240">
                <a:extLst>
                  <a:ext uri="{FF2B5EF4-FFF2-40B4-BE49-F238E27FC236}">
                    <a16:creationId xmlns:a16="http://schemas.microsoft.com/office/drawing/2014/main" id="{2C7B4984-ADD9-E67B-2A21-CBFE35394752}"/>
                  </a:ext>
                </a:extLst>
              </p:cNvPr>
              <p:cNvSpPr/>
              <p:nvPr/>
            </p:nvSpPr>
            <p:spPr>
              <a:xfrm>
                <a:off x="239308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6" name="ph3241">
                <a:extLst>
                  <a:ext uri="{FF2B5EF4-FFF2-40B4-BE49-F238E27FC236}">
                    <a16:creationId xmlns:a16="http://schemas.microsoft.com/office/drawing/2014/main" id="{60477041-47B1-1DDD-786A-F0BCE66539E8}"/>
                  </a:ext>
                </a:extLst>
              </p:cNvPr>
              <p:cNvSpPr/>
              <p:nvPr/>
            </p:nvSpPr>
            <p:spPr>
              <a:xfrm>
                <a:off x="240252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7" name="ph3242">
                <a:extLst>
                  <a:ext uri="{FF2B5EF4-FFF2-40B4-BE49-F238E27FC236}">
                    <a16:creationId xmlns:a16="http://schemas.microsoft.com/office/drawing/2014/main" id="{837C950F-708C-0F10-E934-67DA15F6260B}"/>
                  </a:ext>
                </a:extLst>
              </p:cNvPr>
              <p:cNvSpPr/>
              <p:nvPr/>
            </p:nvSpPr>
            <p:spPr>
              <a:xfrm>
                <a:off x="241196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8" name="ph3243">
                <a:extLst>
                  <a:ext uri="{FF2B5EF4-FFF2-40B4-BE49-F238E27FC236}">
                    <a16:creationId xmlns:a16="http://schemas.microsoft.com/office/drawing/2014/main" id="{9523D6B0-86D9-0CB0-4E5C-85048F2EE9DB}"/>
                  </a:ext>
                </a:extLst>
              </p:cNvPr>
              <p:cNvSpPr/>
              <p:nvPr/>
            </p:nvSpPr>
            <p:spPr>
              <a:xfrm>
                <a:off x="242140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9" name="ph3244">
                <a:extLst>
                  <a:ext uri="{FF2B5EF4-FFF2-40B4-BE49-F238E27FC236}">
                    <a16:creationId xmlns:a16="http://schemas.microsoft.com/office/drawing/2014/main" id="{345B6355-98B0-D84F-B75D-39FD2A9DAED6}"/>
                  </a:ext>
                </a:extLst>
              </p:cNvPr>
              <p:cNvSpPr/>
              <p:nvPr/>
            </p:nvSpPr>
            <p:spPr>
              <a:xfrm>
                <a:off x="243084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0" name="ph3245">
                <a:extLst>
                  <a:ext uri="{FF2B5EF4-FFF2-40B4-BE49-F238E27FC236}">
                    <a16:creationId xmlns:a16="http://schemas.microsoft.com/office/drawing/2014/main" id="{382A2172-DB27-BBE2-6916-A549D59BBF1E}"/>
                  </a:ext>
                </a:extLst>
              </p:cNvPr>
              <p:cNvSpPr/>
              <p:nvPr/>
            </p:nvSpPr>
            <p:spPr>
              <a:xfrm>
                <a:off x="244028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1" name="ph3246">
                <a:extLst>
                  <a:ext uri="{FF2B5EF4-FFF2-40B4-BE49-F238E27FC236}">
                    <a16:creationId xmlns:a16="http://schemas.microsoft.com/office/drawing/2014/main" id="{0F640892-7E43-FCB2-1A99-35273A81D126}"/>
                  </a:ext>
                </a:extLst>
              </p:cNvPr>
              <p:cNvSpPr/>
              <p:nvPr/>
            </p:nvSpPr>
            <p:spPr>
              <a:xfrm>
                <a:off x="244972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2" name="ph3247">
                <a:extLst>
                  <a:ext uri="{FF2B5EF4-FFF2-40B4-BE49-F238E27FC236}">
                    <a16:creationId xmlns:a16="http://schemas.microsoft.com/office/drawing/2014/main" id="{763EBC06-A2BF-4862-D0DD-5BFCA3EE075C}"/>
                  </a:ext>
                </a:extLst>
              </p:cNvPr>
              <p:cNvSpPr/>
              <p:nvPr/>
            </p:nvSpPr>
            <p:spPr>
              <a:xfrm>
                <a:off x="245916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3" name="ph3248">
                <a:extLst>
                  <a:ext uri="{FF2B5EF4-FFF2-40B4-BE49-F238E27FC236}">
                    <a16:creationId xmlns:a16="http://schemas.microsoft.com/office/drawing/2014/main" id="{81890CF5-29DF-F3E7-6996-1BE7BB597992}"/>
                  </a:ext>
                </a:extLst>
              </p:cNvPr>
              <p:cNvSpPr/>
              <p:nvPr/>
            </p:nvSpPr>
            <p:spPr>
              <a:xfrm>
                <a:off x="246860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4" name="ph3249">
                <a:extLst>
                  <a:ext uri="{FF2B5EF4-FFF2-40B4-BE49-F238E27FC236}">
                    <a16:creationId xmlns:a16="http://schemas.microsoft.com/office/drawing/2014/main" id="{2DB1F6FC-AB06-442D-8067-E534F9368AB2}"/>
                  </a:ext>
                </a:extLst>
              </p:cNvPr>
              <p:cNvSpPr/>
              <p:nvPr/>
            </p:nvSpPr>
            <p:spPr>
              <a:xfrm>
                <a:off x="247804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5" name="ph3250">
                <a:extLst>
                  <a:ext uri="{FF2B5EF4-FFF2-40B4-BE49-F238E27FC236}">
                    <a16:creationId xmlns:a16="http://schemas.microsoft.com/office/drawing/2014/main" id="{5EFE5B12-7CF4-507C-625E-F22BF2E4C474}"/>
                  </a:ext>
                </a:extLst>
              </p:cNvPr>
              <p:cNvSpPr/>
              <p:nvPr/>
            </p:nvSpPr>
            <p:spPr>
              <a:xfrm>
                <a:off x="248748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6" name="ph3251">
                <a:extLst>
                  <a:ext uri="{FF2B5EF4-FFF2-40B4-BE49-F238E27FC236}">
                    <a16:creationId xmlns:a16="http://schemas.microsoft.com/office/drawing/2014/main" id="{1E94C5B4-1B39-8119-6BF7-29632432D0ED}"/>
                  </a:ext>
                </a:extLst>
              </p:cNvPr>
              <p:cNvSpPr/>
              <p:nvPr/>
            </p:nvSpPr>
            <p:spPr>
              <a:xfrm>
                <a:off x="249692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7" name="ph3252">
                <a:extLst>
                  <a:ext uri="{FF2B5EF4-FFF2-40B4-BE49-F238E27FC236}">
                    <a16:creationId xmlns:a16="http://schemas.microsoft.com/office/drawing/2014/main" id="{B0AC838C-B718-4D7C-4475-B063E922E7B8}"/>
                  </a:ext>
                </a:extLst>
              </p:cNvPr>
              <p:cNvSpPr/>
              <p:nvPr/>
            </p:nvSpPr>
            <p:spPr>
              <a:xfrm>
                <a:off x="250636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8" name="ph3253">
                <a:extLst>
                  <a:ext uri="{FF2B5EF4-FFF2-40B4-BE49-F238E27FC236}">
                    <a16:creationId xmlns:a16="http://schemas.microsoft.com/office/drawing/2014/main" id="{EE950D44-07C5-63CF-1AF0-EC5BA5FE3F98}"/>
                  </a:ext>
                </a:extLst>
              </p:cNvPr>
              <p:cNvSpPr/>
              <p:nvPr/>
            </p:nvSpPr>
            <p:spPr>
              <a:xfrm>
                <a:off x="251580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9" name="ph3254">
                <a:extLst>
                  <a:ext uri="{FF2B5EF4-FFF2-40B4-BE49-F238E27FC236}">
                    <a16:creationId xmlns:a16="http://schemas.microsoft.com/office/drawing/2014/main" id="{87D5952F-D609-BB4A-CC02-E9EB1CA8FD26}"/>
                  </a:ext>
                </a:extLst>
              </p:cNvPr>
              <p:cNvSpPr/>
              <p:nvPr/>
            </p:nvSpPr>
            <p:spPr>
              <a:xfrm>
                <a:off x="252524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0" name="ph3255">
                <a:extLst>
                  <a:ext uri="{FF2B5EF4-FFF2-40B4-BE49-F238E27FC236}">
                    <a16:creationId xmlns:a16="http://schemas.microsoft.com/office/drawing/2014/main" id="{2E3D4D65-B2A8-E38C-7D80-48DD17711C3A}"/>
                  </a:ext>
                </a:extLst>
              </p:cNvPr>
              <p:cNvSpPr/>
              <p:nvPr/>
            </p:nvSpPr>
            <p:spPr>
              <a:xfrm>
                <a:off x="253468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1" name="ph3256">
                <a:extLst>
                  <a:ext uri="{FF2B5EF4-FFF2-40B4-BE49-F238E27FC236}">
                    <a16:creationId xmlns:a16="http://schemas.microsoft.com/office/drawing/2014/main" id="{CBA12D30-4CBB-E004-87C6-9F7EFD215E6C}"/>
                  </a:ext>
                </a:extLst>
              </p:cNvPr>
              <p:cNvSpPr/>
              <p:nvPr/>
            </p:nvSpPr>
            <p:spPr>
              <a:xfrm>
                <a:off x="254412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2" name="ph3257">
                <a:extLst>
                  <a:ext uri="{FF2B5EF4-FFF2-40B4-BE49-F238E27FC236}">
                    <a16:creationId xmlns:a16="http://schemas.microsoft.com/office/drawing/2014/main" id="{7DEAA81D-C788-1E35-502E-54DE2C8F4AF1}"/>
                  </a:ext>
                </a:extLst>
              </p:cNvPr>
              <p:cNvSpPr/>
              <p:nvPr/>
            </p:nvSpPr>
            <p:spPr>
              <a:xfrm>
                <a:off x="255356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3" name="ph3258">
                <a:extLst>
                  <a:ext uri="{FF2B5EF4-FFF2-40B4-BE49-F238E27FC236}">
                    <a16:creationId xmlns:a16="http://schemas.microsoft.com/office/drawing/2014/main" id="{531F0286-6FB1-A90A-0DAF-B959228B0731}"/>
                  </a:ext>
                </a:extLst>
              </p:cNvPr>
              <p:cNvSpPr/>
              <p:nvPr/>
            </p:nvSpPr>
            <p:spPr>
              <a:xfrm>
                <a:off x="256300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4" name="ph3259">
                <a:extLst>
                  <a:ext uri="{FF2B5EF4-FFF2-40B4-BE49-F238E27FC236}">
                    <a16:creationId xmlns:a16="http://schemas.microsoft.com/office/drawing/2014/main" id="{C38F00F5-37DE-2D5F-2948-06899A5A182D}"/>
                  </a:ext>
                </a:extLst>
              </p:cNvPr>
              <p:cNvSpPr/>
              <p:nvPr/>
            </p:nvSpPr>
            <p:spPr>
              <a:xfrm>
                <a:off x="257244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5" name="ph3260">
                <a:extLst>
                  <a:ext uri="{FF2B5EF4-FFF2-40B4-BE49-F238E27FC236}">
                    <a16:creationId xmlns:a16="http://schemas.microsoft.com/office/drawing/2014/main" id="{50D93541-A0B8-9C6B-7CE2-239A3CAF7886}"/>
                  </a:ext>
                </a:extLst>
              </p:cNvPr>
              <p:cNvSpPr/>
              <p:nvPr/>
            </p:nvSpPr>
            <p:spPr>
              <a:xfrm>
                <a:off x="258188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6" name="ph3261">
                <a:extLst>
                  <a:ext uri="{FF2B5EF4-FFF2-40B4-BE49-F238E27FC236}">
                    <a16:creationId xmlns:a16="http://schemas.microsoft.com/office/drawing/2014/main" id="{F519263A-51A4-0B1C-558B-6BF16B4B3812}"/>
                  </a:ext>
                </a:extLst>
              </p:cNvPr>
              <p:cNvSpPr/>
              <p:nvPr/>
            </p:nvSpPr>
            <p:spPr>
              <a:xfrm>
                <a:off x="259132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7" name="ph3262">
                <a:extLst>
                  <a:ext uri="{FF2B5EF4-FFF2-40B4-BE49-F238E27FC236}">
                    <a16:creationId xmlns:a16="http://schemas.microsoft.com/office/drawing/2014/main" id="{B8C35474-278A-B4C6-A408-C4A05D1D9B71}"/>
                  </a:ext>
                </a:extLst>
              </p:cNvPr>
              <p:cNvSpPr/>
              <p:nvPr/>
            </p:nvSpPr>
            <p:spPr>
              <a:xfrm>
                <a:off x="260076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8" name="ph3263">
                <a:extLst>
                  <a:ext uri="{FF2B5EF4-FFF2-40B4-BE49-F238E27FC236}">
                    <a16:creationId xmlns:a16="http://schemas.microsoft.com/office/drawing/2014/main" id="{47B3F3EA-B354-A4BF-B5CB-A1F51C70AB56}"/>
                  </a:ext>
                </a:extLst>
              </p:cNvPr>
              <p:cNvSpPr/>
              <p:nvPr/>
            </p:nvSpPr>
            <p:spPr>
              <a:xfrm>
                <a:off x="261020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9" name="ph3264">
                <a:extLst>
                  <a:ext uri="{FF2B5EF4-FFF2-40B4-BE49-F238E27FC236}">
                    <a16:creationId xmlns:a16="http://schemas.microsoft.com/office/drawing/2014/main" id="{75420C6E-370D-602F-8FA2-067FF660D947}"/>
                  </a:ext>
                </a:extLst>
              </p:cNvPr>
              <p:cNvSpPr/>
              <p:nvPr/>
            </p:nvSpPr>
            <p:spPr>
              <a:xfrm>
                <a:off x="261964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0" name="ph3265">
                <a:extLst>
                  <a:ext uri="{FF2B5EF4-FFF2-40B4-BE49-F238E27FC236}">
                    <a16:creationId xmlns:a16="http://schemas.microsoft.com/office/drawing/2014/main" id="{60D50511-095F-0000-E4F8-76CAA6F2A039}"/>
                  </a:ext>
                </a:extLst>
              </p:cNvPr>
              <p:cNvSpPr/>
              <p:nvPr/>
            </p:nvSpPr>
            <p:spPr>
              <a:xfrm>
                <a:off x="2629086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1" name="ph3266">
                <a:extLst>
                  <a:ext uri="{FF2B5EF4-FFF2-40B4-BE49-F238E27FC236}">
                    <a16:creationId xmlns:a16="http://schemas.microsoft.com/office/drawing/2014/main" id="{11F72FA9-8ABD-9AC3-10EA-6C46E0F39376}"/>
                  </a:ext>
                </a:extLst>
              </p:cNvPr>
              <p:cNvSpPr/>
              <p:nvPr/>
            </p:nvSpPr>
            <p:spPr>
              <a:xfrm>
                <a:off x="263852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2" name="ph3267">
                <a:extLst>
                  <a:ext uri="{FF2B5EF4-FFF2-40B4-BE49-F238E27FC236}">
                    <a16:creationId xmlns:a16="http://schemas.microsoft.com/office/drawing/2014/main" id="{42A750B9-3DB6-0280-EC02-F588B5989E7A}"/>
                  </a:ext>
                </a:extLst>
              </p:cNvPr>
              <p:cNvSpPr/>
              <p:nvPr/>
            </p:nvSpPr>
            <p:spPr>
              <a:xfrm>
                <a:off x="264796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3" name="ph3268">
                <a:extLst>
                  <a:ext uri="{FF2B5EF4-FFF2-40B4-BE49-F238E27FC236}">
                    <a16:creationId xmlns:a16="http://schemas.microsoft.com/office/drawing/2014/main" id="{E6FA8933-0B81-C80F-BF42-E8BB18601473}"/>
                  </a:ext>
                </a:extLst>
              </p:cNvPr>
              <p:cNvSpPr/>
              <p:nvPr/>
            </p:nvSpPr>
            <p:spPr>
              <a:xfrm>
                <a:off x="2657407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B">
                  <a:alpha val="100000"/>
                </a:srgbClr>
              </a:solidFill>
              <a:ln w="5420" cap="flat">
                <a:solidFill>
                  <a:srgbClr val="BE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4" name="ph3269">
                <a:extLst>
                  <a:ext uri="{FF2B5EF4-FFF2-40B4-BE49-F238E27FC236}">
                    <a16:creationId xmlns:a16="http://schemas.microsoft.com/office/drawing/2014/main" id="{68CD882F-8D49-C114-361A-78E54BF3AE1E}"/>
                  </a:ext>
                </a:extLst>
              </p:cNvPr>
              <p:cNvSpPr/>
              <p:nvPr/>
            </p:nvSpPr>
            <p:spPr>
              <a:xfrm>
                <a:off x="2676287" y="209751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6" y="896830"/>
                    </a:lnTo>
                    <a:lnTo>
                      <a:pt x="914399" y="897388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5" name="ph3270">
                <a:extLst>
                  <a:ext uri="{FF2B5EF4-FFF2-40B4-BE49-F238E27FC236}">
                    <a16:creationId xmlns:a16="http://schemas.microsoft.com/office/drawing/2014/main" id="{CC3B95FE-16E4-7E43-EC78-59D9D2B6B27E}"/>
                  </a:ext>
                </a:extLst>
              </p:cNvPr>
              <p:cNvSpPr/>
              <p:nvPr/>
            </p:nvSpPr>
            <p:spPr>
              <a:xfrm>
                <a:off x="2676287" y="2097513"/>
                <a:ext cx="92106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064" h="914400">
                    <a:moveTo>
                      <a:pt x="914399" y="914400"/>
                    </a:moveTo>
                    <a:lnTo>
                      <a:pt x="914399" y="897388"/>
                    </a:lnTo>
                    <a:lnTo>
                      <a:pt x="916170" y="901451"/>
                    </a:lnTo>
                    <a:lnTo>
                      <a:pt x="919688" y="910454"/>
                    </a:lnTo>
                    <a:lnTo>
                      <a:pt x="921064" y="914400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6" name="ph3271">
                <a:extLst>
                  <a:ext uri="{FF2B5EF4-FFF2-40B4-BE49-F238E27FC236}">
                    <a16:creationId xmlns:a16="http://schemas.microsoft.com/office/drawing/2014/main" id="{5A0E3B3A-7874-1713-CC50-648022A9F535}"/>
                  </a:ext>
                </a:extLst>
              </p:cNvPr>
              <p:cNvSpPr/>
              <p:nvPr/>
            </p:nvSpPr>
            <p:spPr>
              <a:xfrm>
                <a:off x="3129419" y="209751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29" y="914400"/>
                    </a:lnTo>
                    <a:lnTo>
                      <a:pt x="911400" y="914222"/>
                    </a:lnTo>
                    <a:lnTo>
                      <a:pt x="914400" y="907053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7" name="ph3272">
                <a:extLst>
                  <a:ext uri="{FF2B5EF4-FFF2-40B4-BE49-F238E27FC236}">
                    <a16:creationId xmlns:a16="http://schemas.microsoft.com/office/drawing/2014/main" id="{9246833A-A4FD-2349-9543-1A5E2B66B6A6}"/>
                  </a:ext>
                </a:extLst>
              </p:cNvPr>
              <p:cNvSpPr/>
              <p:nvPr/>
            </p:nvSpPr>
            <p:spPr>
              <a:xfrm>
                <a:off x="3138859" y="207994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623"/>
                    </a:lnTo>
                    <a:lnTo>
                      <a:pt x="905382" y="923613"/>
                    </a:lnTo>
                    <a:lnTo>
                      <a:pt x="909016" y="915758"/>
                    </a:lnTo>
                    <a:lnTo>
                      <a:pt x="909710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8" name="ph3273">
                <a:extLst>
                  <a:ext uri="{FF2B5EF4-FFF2-40B4-BE49-F238E27FC236}">
                    <a16:creationId xmlns:a16="http://schemas.microsoft.com/office/drawing/2014/main" id="{9E667E31-DAD0-DC9A-4AF6-EDE6F6C4DA70}"/>
                  </a:ext>
                </a:extLst>
              </p:cNvPr>
              <p:cNvSpPr/>
              <p:nvPr/>
            </p:nvSpPr>
            <p:spPr>
              <a:xfrm>
                <a:off x="313885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9" name="ph3274">
                <a:extLst>
                  <a:ext uri="{FF2B5EF4-FFF2-40B4-BE49-F238E27FC236}">
                    <a16:creationId xmlns:a16="http://schemas.microsoft.com/office/drawing/2014/main" id="{99A97DC1-44DF-8C5A-75C3-E56F507A1BFD}"/>
                  </a:ext>
                </a:extLst>
              </p:cNvPr>
              <p:cNvSpPr/>
              <p:nvPr/>
            </p:nvSpPr>
            <p:spPr>
              <a:xfrm>
                <a:off x="3148299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0" name="ph3275">
                <a:extLst>
                  <a:ext uri="{FF2B5EF4-FFF2-40B4-BE49-F238E27FC236}">
                    <a16:creationId xmlns:a16="http://schemas.microsoft.com/office/drawing/2014/main" id="{41B0E161-644D-E196-59EE-775645753490}"/>
                  </a:ext>
                </a:extLst>
              </p:cNvPr>
              <p:cNvSpPr/>
              <p:nvPr/>
            </p:nvSpPr>
            <p:spPr>
              <a:xfrm>
                <a:off x="315774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1" name="ph3276">
                <a:extLst>
                  <a:ext uri="{FF2B5EF4-FFF2-40B4-BE49-F238E27FC236}">
                    <a16:creationId xmlns:a16="http://schemas.microsoft.com/office/drawing/2014/main" id="{DE6D86EF-131E-F5C9-0A6D-0D1BD16A2EDA}"/>
                  </a:ext>
                </a:extLst>
              </p:cNvPr>
              <p:cNvSpPr/>
              <p:nvPr/>
            </p:nvSpPr>
            <p:spPr>
              <a:xfrm>
                <a:off x="316718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2" name="ph3277">
                <a:extLst>
                  <a:ext uri="{FF2B5EF4-FFF2-40B4-BE49-F238E27FC236}">
                    <a16:creationId xmlns:a16="http://schemas.microsoft.com/office/drawing/2014/main" id="{53D81677-B377-6618-4AF1-C7BE5F8020C3}"/>
                  </a:ext>
                </a:extLst>
              </p:cNvPr>
              <p:cNvSpPr/>
              <p:nvPr/>
            </p:nvSpPr>
            <p:spPr>
              <a:xfrm>
                <a:off x="317662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3" name="ph3278">
                <a:extLst>
                  <a:ext uri="{FF2B5EF4-FFF2-40B4-BE49-F238E27FC236}">
                    <a16:creationId xmlns:a16="http://schemas.microsoft.com/office/drawing/2014/main" id="{46F94866-D31F-45E2-F40F-0ADD6F2E16BC}"/>
                  </a:ext>
                </a:extLst>
              </p:cNvPr>
              <p:cNvSpPr/>
              <p:nvPr/>
            </p:nvSpPr>
            <p:spPr>
              <a:xfrm>
                <a:off x="3186060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4" name="ph3279">
                <a:extLst>
                  <a:ext uri="{FF2B5EF4-FFF2-40B4-BE49-F238E27FC236}">
                    <a16:creationId xmlns:a16="http://schemas.microsoft.com/office/drawing/2014/main" id="{8EA36D93-B93A-0986-CE2E-59F742EE834C}"/>
                  </a:ext>
                </a:extLst>
              </p:cNvPr>
              <p:cNvSpPr/>
              <p:nvPr/>
            </p:nvSpPr>
            <p:spPr>
              <a:xfrm>
                <a:off x="319550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5" name="ph3280">
                <a:extLst>
                  <a:ext uri="{FF2B5EF4-FFF2-40B4-BE49-F238E27FC236}">
                    <a16:creationId xmlns:a16="http://schemas.microsoft.com/office/drawing/2014/main" id="{5600D50F-3BD4-8C00-5E2E-EA40997AEDB8}"/>
                  </a:ext>
                </a:extLst>
              </p:cNvPr>
              <p:cNvSpPr/>
              <p:nvPr/>
            </p:nvSpPr>
            <p:spPr>
              <a:xfrm>
                <a:off x="320494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6" name="ph3281">
                <a:extLst>
                  <a:ext uri="{FF2B5EF4-FFF2-40B4-BE49-F238E27FC236}">
                    <a16:creationId xmlns:a16="http://schemas.microsoft.com/office/drawing/2014/main" id="{E64F46E8-3175-A944-1061-8E8D0804494E}"/>
                  </a:ext>
                </a:extLst>
              </p:cNvPr>
              <p:cNvSpPr/>
              <p:nvPr/>
            </p:nvSpPr>
            <p:spPr>
              <a:xfrm>
                <a:off x="321438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7" name="ph3282">
                <a:extLst>
                  <a:ext uri="{FF2B5EF4-FFF2-40B4-BE49-F238E27FC236}">
                    <a16:creationId xmlns:a16="http://schemas.microsoft.com/office/drawing/2014/main" id="{2327EC01-85EF-9E04-F67C-6E7779E467B3}"/>
                  </a:ext>
                </a:extLst>
              </p:cNvPr>
              <p:cNvSpPr/>
              <p:nvPr/>
            </p:nvSpPr>
            <p:spPr>
              <a:xfrm>
                <a:off x="3223821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8" name="ph3283">
                <a:extLst>
                  <a:ext uri="{FF2B5EF4-FFF2-40B4-BE49-F238E27FC236}">
                    <a16:creationId xmlns:a16="http://schemas.microsoft.com/office/drawing/2014/main" id="{27593A01-A6DA-25E1-B663-FC236AD9D4F3}"/>
                  </a:ext>
                </a:extLst>
              </p:cNvPr>
              <p:cNvSpPr/>
              <p:nvPr/>
            </p:nvSpPr>
            <p:spPr>
              <a:xfrm>
                <a:off x="323326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9" name="ph3284">
                <a:extLst>
                  <a:ext uri="{FF2B5EF4-FFF2-40B4-BE49-F238E27FC236}">
                    <a16:creationId xmlns:a16="http://schemas.microsoft.com/office/drawing/2014/main" id="{70FF5CFC-9E9E-6534-12BE-7F6265FAB22E}"/>
                  </a:ext>
                </a:extLst>
              </p:cNvPr>
              <p:cNvSpPr/>
              <p:nvPr/>
            </p:nvSpPr>
            <p:spPr>
              <a:xfrm>
                <a:off x="324270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0" name="ph3285">
                <a:extLst>
                  <a:ext uri="{FF2B5EF4-FFF2-40B4-BE49-F238E27FC236}">
                    <a16:creationId xmlns:a16="http://schemas.microsoft.com/office/drawing/2014/main" id="{F2124DB4-5475-1673-930A-33104622268A}"/>
                  </a:ext>
                </a:extLst>
              </p:cNvPr>
              <p:cNvSpPr/>
              <p:nvPr/>
            </p:nvSpPr>
            <p:spPr>
              <a:xfrm>
                <a:off x="325214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1" name="ph3286">
                <a:extLst>
                  <a:ext uri="{FF2B5EF4-FFF2-40B4-BE49-F238E27FC236}">
                    <a16:creationId xmlns:a16="http://schemas.microsoft.com/office/drawing/2014/main" id="{D8AEEE83-2D75-771F-C2A4-739E22439015}"/>
                  </a:ext>
                </a:extLst>
              </p:cNvPr>
              <p:cNvSpPr/>
              <p:nvPr/>
            </p:nvSpPr>
            <p:spPr>
              <a:xfrm>
                <a:off x="3261582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2" name="ph3287">
                <a:extLst>
                  <a:ext uri="{FF2B5EF4-FFF2-40B4-BE49-F238E27FC236}">
                    <a16:creationId xmlns:a16="http://schemas.microsoft.com/office/drawing/2014/main" id="{8AA79EC9-D656-6FDB-EC30-F6475E4D3E55}"/>
                  </a:ext>
                </a:extLst>
              </p:cNvPr>
              <p:cNvSpPr/>
              <p:nvPr/>
            </p:nvSpPr>
            <p:spPr>
              <a:xfrm>
                <a:off x="327102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3" name="ph3288">
                <a:extLst>
                  <a:ext uri="{FF2B5EF4-FFF2-40B4-BE49-F238E27FC236}">
                    <a16:creationId xmlns:a16="http://schemas.microsoft.com/office/drawing/2014/main" id="{8CCABA82-0E7E-A2F3-DA1A-D8D5C31C4A8A}"/>
                  </a:ext>
                </a:extLst>
              </p:cNvPr>
              <p:cNvSpPr/>
              <p:nvPr/>
            </p:nvSpPr>
            <p:spPr>
              <a:xfrm>
                <a:off x="328046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4" name="ph3289">
                <a:extLst>
                  <a:ext uri="{FF2B5EF4-FFF2-40B4-BE49-F238E27FC236}">
                    <a16:creationId xmlns:a16="http://schemas.microsoft.com/office/drawing/2014/main" id="{F1FEAEC1-BB80-27C2-094D-4CAAB5E52307}"/>
                  </a:ext>
                </a:extLst>
              </p:cNvPr>
              <p:cNvSpPr/>
              <p:nvPr/>
            </p:nvSpPr>
            <p:spPr>
              <a:xfrm>
                <a:off x="328990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5" name="ph3290">
                <a:extLst>
                  <a:ext uri="{FF2B5EF4-FFF2-40B4-BE49-F238E27FC236}">
                    <a16:creationId xmlns:a16="http://schemas.microsoft.com/office/drawing/2014/main" id="{2E4450B0-34B1-2532-BC1D-80B08E2D990D}"/>
                  </a:ext>
                </a:extLst>
              </p:cNvPr>
              <p:cNvSpPr/>
              <p:nvPr/>
            </p:nvSpPr>
            <p:spPr>
              <a:xfrm>
                <a:off x="3299343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6" name="ph3291">
                <a:extLst>
                  <a:ext uri="{FF2B5EF4-FFF2-40B4-BE49-F238E27FC236}">
                    <a16:creationId xmlns:a16="http://schemas.microsoft.com/office/drawing/2014/main" id="{6E7CE222-4E04-D0E2-84F4-2C6D18A30FD7}"/>
                  </a:ext>
                </a:extLst>
              </p:cNvPr>
              <p:cNvSpPr/>
              <p:nvPr/>
            </p:nvSpPr>
            <p:spPr>
              <a:xfrm>
                <a:off x="330878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7" name="ph3292">
                <a:extLst>
                  <a:ext uri="{FF2B5EF4-FFF2-40B4-BE49-F238E27FC236}">
                    <a16:creationId xmlns:a16="http://schemas.microsoft.com/office/drawing/2014/main" id="{C34CB585-3197-28CC-5BD0-912B91EADF60}"/>
                  </a:ext>
                </a:extLst>
              </p:cNvPr>
              <p:cNvSpPr/>
              <p:nvPr/>
            </p:nvSpPr>
            <p:spPr>
              <a:xfrm>
                <a:off x="331822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8" name="ph3293">
                <a:extLst>
                  <a:ext uri="{FF2B5EF4-FFF2-40B4-BE49-F238E27FC236}">
                    <a16:creationId xmlns:a16="http://schemas.microsoft.com/office/drawing/2014/main" id="{8AD327E9-043D-93E5-474B-5295347A3E4A}"/>
                  </a:ext>
                </a:extLst>
              </p:cNvPr>
              <p:cNvSpPr/>
              <p:nvPr/>
            </p:nvSpPr>
            <p:spPr>
              <a:xfrm>
                <a:off x="332766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9" name="ph3294">
                <a:extLst>
                  <a:ext uri="{FF2B5EF4-FFF2-40B4-BE49-F238E27FC236}">
                    <a16:creationId xmlns:a16="http://schemas.microsoft.com/office/drawing/2014/main" id="{DFEF679F-D55E-1374-C3F9-125A46F9DD06}"/>
                  </a:ext>
                </a:extLst>
              </p:cNvPr>
              <p:cNvSpPr/>
              <p:nvPr/>
            </p:nvSpPr>
            <p:spPr>
              <a:xfrm>
                <a:off x="333710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0" name="ph3295">
                <a:extLst>
                  <a:ext uri="{FF2B5EF4-FFF2-40B4-BE49-F238E27FC236}">
                    <a16:creationId xmlns:a16="http://schemas.microsoft.com/office/drawing/2014/main" id="{CE2AB437-B24E-28E9-C804-03C1E8B16CCD}"/>
                  </a:ext>
                </a:extLst>
              </p:cNvPr>
              <p:cNvSpPr/>
              <p:nvPr/>
            </p:nvSpPr>
            <p:spPr>
              <a:xfrm>
                <a:off x="3346544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1" name="ph3296">
                <a:extLst>
                  <a:ext uri="{FF2B5EF4-FFF2-40B4-BE49-F238E27FC236}">
                    <a16:creationId xmlns:a16="http://schemas.microsoft.com/office/drawing/2014/main" id="{F5E4DF7A-3D31-B9C8-6EFB-EE21FCF957C6}"/>
                  </a:ext>
                </a:extLst>
              </p:cNvPr>
              <p:cNvSpPr/>
              <p:nvPr/>
            </p:nvSpPr>
            <p:spPr>
              <a:xfrm>
                <a:off x="335598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2" name="ph3297">
                <a:extLst>
                  <a:ext uri="{FF2B5EF4-FFF2-40B4-BE49-F238E27FC236}">
                    <a16:creationId xmlns:a16="http://schemas.microsoft.com/office/drawing/2014/main" id="{B2B7DFA6-0F7D-56AC-A24A-740F3B64E4DF}"/>
                  </a:ext>
                </a:extLst>
              </p:cNvPr>
              <p:cNvSpPr/>
              <p:nvPr/>
            </p:nvSpPr>
            <p:spPr>
              <a:xfrm>
                <a:off x="336542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3" name="ph3298">
                <a:extLst>
                  <a:ext uri="{FF2B5EF4-FFF2-40B4-BE49-F238E27FC236}">
                    <a16:creationId xmlns:a16="http://schemas.microsoft.com/office/drawing/2014/main" id="{19CE45D9-BCC8-F3D2-CBDC-F071DA3E0CF3}"/>
                  </a:ext>
                </a:extLst>
              </p:cNvPr>
              <p:cNvSpPr/>
              <p:nvPr/>
            </p:nvSpPr>
            <p:spPr>
              <a:xfrm>
                <a:off x="3374865" y="207994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4" name="ph3299">
                <a:extLst>
                  <a:ext uri="{FF2B5EF4-FFF2-40B4-BE49-F238E27FC236}">
                    <a16:creationId xmlns:a16="http://schemas.microsoft.com/office/drawing/2014/main" id="{70045F5D-D65C-D0DB-07AA-2A173F00AF99}"/>
                  </a:ext>
                </a:extLst>
              </p:cNvPr>
              <p:cNvSpPr/>
              <p:nvPr/>
            </p:nvSpPr>
            <p:spPr>
              <a:xfrm>
                <a:off x="3384305" y="2097513"/>
                <a:ext cx="91880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0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01" y="896830"/>
                    </a:lnTo>
                    <a:lnTo>
                      <a:pt x="918413" y="902718"/>
                    </a:lnTo>
                    <a:lnTo>
                      <a:pt x="917380" y="913637"/>
                    </a:lnTo>
                    <a:lnTo>
                      <a:pt x="91728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5" name="ph3300">
                <a:extLst>
                  <a:ext uri="{FF2B5EF4-FFF2-40B4-BE49-F238E27FC236}">
                    <a16:creationId xmlns:a16="http://schemas.microsoft.com/office/drawing/2014/main" id="{26BFB20F-A207-CFBB-144E-1118C758E727}"/>
                  </a:ext>
                </a:extLst>
              </p:cNvPr>
              <p:cNvSpPr/>
              <p:nvPr/>
            </p:nvSpPr>
            <p:spPr>
              <a:xfrm>
                <a:off x="2326999" y="2062373"/>
                <a:ext cx="914400" cy="91574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741">
                    <a:moveTo>
                      <a:pt x="914400" y="914400"/>
                    </a:moveTo>
                    <a:lnTo>
                      <a:pt x="914400" y="915741"/>
                    </a:lnTo>
                    <a:lnTo>
                      <a:pt x="913829" y="914400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6" name="ph3301">
                <a:extLst>
                  <a:ext uri="{FF2B5EF4-FFF2-40B4-BE49-F238E27FC236}">
                    <a16:creationId xmlns:a16="http://schemas.microsoft.com/office/drawing/2014/main" id="{9E160D61-ACC6-4C88-B997-897CA6272903}"/>
                  </a:ext>
                </a:extLst>
              </p:cNvPr>
              <p:cNvSpPr/>
              <p:nvPr/>
            </p:nvSpPr>
            <p:spPr>
              <a:xfrm>
                <a:off x="232699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455" y="931969"/>
                    </a:lnTo>
                    <a:lnTo>
                      <a:pt x="918483" y="924412"/>
                    </a:lnTo>
                    <a:lnTo>
                      <a:pt x="914564" y="916128"/>
                    </a:lnTo>
                    <a:lnTo>
                      <a:pt x="914400" y="915741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7" name="ph3302">
                <a:extLst>
                  <a:ext uri="{FF2B5EF4-FFF2-40B4-BE49-F238E27FC236}">
                    <a16:creationId xmlns:a16="http://schemas.microsoft.com/office/drawing/2014/main" id="{9E1A3ECF-CE12-DB54-5A26-6E3FDC4902C5}"/>
                  </a:ext>
                </a:extLst>
              </p:cNvPr>
              <p:cNvSpPr/>
              <p:nvPr/>
            </p:nvSpPr>
            <p:spPr>
              <a:xfrm>
                <a:off x="233643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8" name="ph3303">
                <a:extLst>
                  <a:ext uri="{FF2B5EF4-FFF2-40B4-BE49-F238E27FC236}">
                    <a16:creationId xmlns:a16="http://schemas.microsoft.com/office/drawing/2014/main" id="{841D2F47-6B0B-6099-EE4D-31646B3D8EC7}"/>
                  </a:ext>
                </a:extLst>
              </p:cNvPr>
              <p:cNvSpPr/>
              <p:nvPr/>
            </p:nvSpPr>
            <p:spPr>
              <a:xfrm>
                <a:off x="234587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9" name="ph3304">
                <a:extLst>
                  <a:ext uri="{FF2B5EF4-FFF2-40B4-BE49-F238E27FC236}">
                    <a16:creationId xmlns:a16="http://schemas.microsoft.com/office/drawing/2014/main" id="{7F36C52E-03FB-9974-E300-CE2ECF8DA425}"/>
                  </a:ext>
                </a:extLst>
              </p:cNvPr>
              <p:cNvSpPr/>
              <p:nvPr/>
            </p:nvSpPr>
            <p:spPr>
              <a:xfrm>
                <a:off x="235531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0" name="ph3305">
                <a:extLst>
                  <a:ext uri="{FF2B5EF4-FFF2-40B4-BE49-F238E27FC236}">
                    <a16:creationId xmlns:a16="http://schemas.microsoft.com/office/drawing/2014/main" id="{2A166A27-C7F8-88F5-552F-520020FE6059}"/>
                  </a:ext>
                </a:extLst>
              </p:cNvPr>
              <p:cNvSpPr/>
              <p:nvPr/>
            </p:nvSpPr>
            <p:spPr>
              <a:xfrm>
                <a:off x="236476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1" name="ph3306">
                <a:extLst>
                  <a:ext uri="{FF2B5EF4-FFF2-40B4-BE49-F238E27FC236}">
                    <a16:creationId xmlns:a16="http://schemas.microsoft.com/office/drawing/2014/main" id="{F556E32D-014F-FC3A-F10A-E4A50C3104AE}"/>
                  </a:ext>
                </a:extLst>
              </p:cNvPr>
              <p:cNvSpPr/>
              <p:nvPr/>
            </p:nvSpPr>
            <p:spPr>
              <a:xfrm>
                <a:off x="237420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2" name="ph3307">
                <a:extLst>
                  <a:ext uri="{FF2B5EF4-FFF2-40B4-BE49-F238E27FC236}">
                    <a16:creationId xmlns:a16="http://schemas.microsoft.com/office/drawing/2014/main" id="{F7C9233C-0383-AAC5-6C7C-A19FAB8747B2}"/>
                  </a:ext>
                </a:extLst>
              </p:cNvPr>
              <p:cNvSpPr/>
              <p:nvPr/>
            </p:nvSpPr>
            <p:spPr>
              <a:xfrm>
                <a:off x="238364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3" name="ph3308">
                <a:extLst>
                  <a:ext uri="{FF2B5EF4-FFF2-40B4-BE49-F238E27FC236}">
                    <a16:creationId xmlns:a16="http://schemas.microsoft.com/office/drawing/2014/main" id="{8A9D1F10-8A6B-F78B-C9CF-265161A18F14}"/>
                  </a:ext>
                </a:extLst>
              </p:cNvPr>
              <p:cNvSpPr/>
              <p:nvPr/>
            </p:nvSpPr>
            <p:spPr>
              <a:xfrm>
                <a:off x="239308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4" name="ph3309">
                <a:extLst>
                  <a:ext uri="{FF2B5EF4-FFF2-40B4-BE49-F238E27FC236}">
                    <a16:creationId xmlns:a16="http://schemas.microsoft.com/office/drawing/2014/main" id="{C423F509-2E1C-5391-E6E0-1B10C35F0EA2}"/>
                  </a:ext>
                </a:extLst>
              </p:cNvPr>
              <p:cNvSpPr/>
              <p:nvPr/>
            </p:nvSpPr>
            <p:spPr>
              <a:xfrm>
                <a:off x="240252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0DC72">
                  <a:alpha val="100000"/>
                </a:srgbClr>
              </a:solidFill>
              <a:ln w="5420" cap="flat">
                <a:solidFill>
                  <a:srgbClr val="B0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5" name="ph3310">
                <a:extLst>
                  <a:ext uri="{FF2B5EF4-FFF2-40B4-BE49-F238E27FC236}">
                    <a16:creationId xmlns:a16="http://schemas.microsoft.com/office/drawing/2014/main" id="{301EF960-7F00-0566-CEE7-53CF3046C08E}"/>
                  </a:ext>
                </a:extLst>
              </p:cNvPr>
              <p:cNvSpPr/>
              <p:nvPr/>
            </p:nvSpPr>
            <p:spPr>
              <a:xfrm>
                <a:off x="241196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6" name="ph3311">
                <a:extLst>
                  <a:ext uri="{FF2B5EF4-FFF2-40B4-BE49-F238E27FC236}">
                    <a16:creationId xmlns:a16="http://schemas.microsoft.com/office/drawing/2014/main" id="{FC944D8F-BD41-5C55-3C52-F31BA336C0F0}"/>
                  </a:ext>
                </a:extLst>
              </p:cNvPr>
              <p:cNvSpPr/>
              <p:nvPr/>
            </p:nvSpPr>
            <p:spPr>
              <a:xfrm>
                <a:off x="242140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7" name="ph3312">
                <a:extLst>
                  <a:ext uri="{FF2B5EF4-FFF2-40B4-BE49-F238E27FC236}">
                    <a16:creationId xmlns:a16="http://schemas.microsoft.com/office/drawing/2014/main" id="{B079853C-EB30-7DD8-686A-1151D8CB754D}"/>
                  </a:ext>
                </a:extLst>
              </p:cNvPr>
              <p:cNvSpPr/>
              <p:nvPr/>
            </p:nvSpPr>
            <p:spPr>
              <a:xfrm>
                <a:off x="243084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8" name="ph3313">
                <a:extLst>
                  <a:ext uri="{FF2B5EF4-FFF2-40B4-BE49-F238E27FC236}">
                    <a16:creationId xmlns:a16="http://schemas.microsoft.com/office/drawing/2014/main" id="{A3B464F9-96A0-B56C-532B-D7754B140DF1}"/>
                  </a:ext>
                </a:extLst>
              </p:cNvPr>
              <p:cNvSpPr/>
              <p:nvPr/>
            </p:nvSpPr>
            <p:spPr>
              <a:xfrm>
                <a:off x="244028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9" name="ph3314">
                <a:extLst>
                  <a:ext uri="{FF2B5EF4-FFF2-40B4-BE49-F238E27FC236}">
                    <a16:creationId xmlns:a16="http://schemas.microsoft.com/office/drawing/2014/main" id="{07D1B4AF-992C-651F-2305-81BD421785C7}"/>
                  </a:ext>
                </a:extLst>
              </p:cNvPr>
              <p:cNvSpPr/>
              <p:nvPr/>
            </p:nvSpPr>
            <p:spPr>
              <a:xfrm>
                <a:off x="244972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3">
                  <a:alpha val="100000"/>
                </a:srgbClr>
              </a:solidFill>
              <a:ln w="5420" cap="flat">
                <a:solidFill>
                  <a:srgbClr val="B2DE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0" name="ph3315">
                <a:extLst>
                  <a:ext uri="{FF2B5EF4-FFF2-40B4-BE49-F238E27FC236}">
                    <a16:creationId xmlns:a16="http://schemas.microsoft.com/office/drawing/2014/main" id="{7C09C796-C9A1-ED4D-5A39-23356C87F601}"/>
                  </a:ext>
                </a:extLst>
              </p:cNvPr>
              <p:cNvSpPr/>
              <p:nvPr/>
            </p:nvSpPr>
            <p:spPr>
              <a:xfrm>
                <a:off x="245916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1" name="ph3316">
                <a:extLst>
                  <a:ext uri="{FF2B5EF4-FFF2-40B4-BE49-F238E27FC236}">
                    <a16:creationId xmlns:a16="http://schemas.microsoft.com/office/drawing/2014/main" id="{6ECB3D9E-94F1-DEB3-DB04-31DFCAD56DD2}"/>
                  </a:ext>
                </a:extLst>
              </p:cNvPr>
              <p:cNvSpPr/>
              <p:nvPr/>
            </p:nvSpPr>
            <p:spPr>
              <a:xfrm>
                <a:off x="246860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2" name="ph3317">
                <a:extLst>
                  <a:ext uri="{FF2B5EF4-FFF2-40B4-BE49-F238E27FC236}">
                    <a16:creationId xmlns:a16="http://schemas.microsoft.com/office/drawing/2014/main" id="{011CA18F-48B3-258F-6ADD-74C76E36D21C}"/>
                  </a:ext>
                </a:extLst>
              </p:cNvPr>
              <p:cNvSpPr/>
              <p:nvPr/>
            </p:nvSpPr>
            <p:spPr>
              <a:xfrm>
                <a:off x="247804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3" name="ph3318">
                <a:extLst>
                  <a:ext uri="{FF2B5EF4-FFF2-40B4-BE49-F238E27FC236}">
                    <a16:creationId xmlns:a16="http://schemas.microsoft.com/office/drawing/2014/main" id="{AEEA3C0A-282D-A9BF-EFD9-6AF6ECBCAC64}"/>
                  </a:ext>
                </a:extLst>
              </p:cNvPr>
              <p:cNvSpPr/>
              <p:nvPr/>
            </p:nvSpPr>
            <p:spPr>
              <a:xfrm>
                <a:off x="248748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4" name="ph3319">
                <a:extLst>
                  <a:ext uri="{FF2B5EF4-FFF2-40B4-BE49-F238E27FC236}">
                    <a16:creationId xmlns:a16="http://schemas.microsoft.com/office/drawing/2014/main" id="{C26E19C7-C127-235A-880F-F452107D090D}"/>
                  </a:ext>
                </a:extLst>
              </p:cNvPr>
              <p:cNvSpPr/>
              <p:nvPr/>
            </p:nvSpPr>
            <p:spPr>
              <a:xfrm>
                <a:off x="249692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5" name="ph3320">
                <a:extLst>
                  <a:ext uri="{FF2B5EF4-FFF2-40B4-BE49-F238E27FC236}">
                    <a16:creationId xmlns:a16="http://schemas.microsoft.com/office/drawing/2014/main" id="{79C318E1-A550-3AC3-942D-22A81F678708}"/>
                  </a:ext>
                </a:extLst>
              </p:cNvPr>
              <p:cNvSpPr/>
              <p:nvPr/>
            </p:nvSpPr>
            <p:spPr>
              <a:xfrm>
                <a:off x="250636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6" name="ph3321">
                <a:extLst>
                  <a:ext uri="{FF2B5EF4-FFF2-40B4-BE49-F238E27FC236}">
                    <a16:creationId xmlns:a16="http://schemas.microsoft.com/office/drawing/2014/main" id="{CA323B4D-98AA-F5AC-B65F-08EF01F2DB18}"/>
                  </a:ext>
                </a:extLst>
              </p:cNvPr>
              <p:cNvSpPr/>
              <p:nvPr/>
            </p:nvSpPr>
            <p:spPr>
              <a:xfrm>
                <a:off x="251580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7" name="ph3322">
                <a:extLst>
                  <a:ext uri="{FF2B5EF4-FFF2-40B4-BE49-F238E27FC236}">
                    <a16:creationId xmlns:a16="http://schemas.microsoft.com/office/drawing/2014/main" id="{F87BCAA0-9BED-C9F5-B138-DC222B34F824}"/>
                  </a:ext>
                </a:extLst>
              </p:cNvPr>
              <p:cNvSpPr/>
              <p:nvPr/>
            </p:nvSpPr>
            <p:spPr>
              <a:xfrm>
                <a:off x="252524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8" name="ph3323">
                <a:extLst>
                  <a:ext uri="{FF2B5EF4-FFF2-40B4-BE49-F238E27FC236}">
                    <a16:creationId xmlns:a16="http://schemas.microsoft.com/office/drawing/2014/main" id="{C5B37DFD-B598-0F00-2931-F7E6C5AEB81E}"/>
                  </a:ext>
                </a:extLst>
              </p:cNvPr>
              <p:cNvSpPr/>
              <p:nvPr/>
            </p:nvSpPr>
            <p:spPr>
              <a:xfrm>
                <a:off x="253468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9" name="ph3324">
                <a:extLst>
                  <a:ext uri="{FF2B5EF4-FFF2-40B4-BE49-F238E27FC236}">
                    <a16:creationId xmlns:a16="http://schemas.microsoft.com/office/drawing/2014/main" id="{AC6F763B-6032-2748-B8D3-E1A36918F9AF}"/>
                  </a:ext>
                </a:extLst>
              </p:cNvPr>
              <p:cNvSpPr/>
              <p:nvPr/>
            </p:nvSpPr>
            <p:spPr>
              <a:xfrm>
                <a:off x="254412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0" name="ph3325">
                <a:extLst>
                  <a:ext uri="{FF2B5EF4-FFF2-40B4-BE49-F238E27FC236}">
                    <a16:creationId xmlns:a16="http://schemas.microsoft.com/office/drawing/2014/main" id="{E86E5087-BF31-BCDA-3DC2-40430ED97F5B}"/>
                  </a:ext>
                </a:extLst>
              </p:cNvPr>
              <p:cNvSpPr/>
              <p:nvPr/>
            </p:nvSpPr>
            <p:spPr>
              <a:xfrm>
                <a:off x="255356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1" name="ph3326">
                <a:extLst>
                  <a:ext uri="{FF2B5EF4-FFF2-40B4-BE49-F238E27FC236}">
                    <a16:creationId xmlns:a16="http://schemas.microsoft.com/office/drawing/2014/main" id="{B47AB658-C04A-D7AA-4C63-985BEE826557}"/>
                  </a:ext>
                </a:extLst>
              </p:cNvPr>
              <p:cNvSpPr/>
              <p:nvPr/>
            </p:nvSpPr>
            <p:spPr>
              <a:xfrm>
                <a:off x="256300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2" name="ph3327">
                <a:extLst>
                  <a:ext uri="{FF2B5EF4-FFF2-40B4-BE49-F238E27FC236}">
                    <a16:creationId xmlns:a16="http://schemas.microsoft.com/office/drawing/2014/main" id="{1B4DD720-FEC8-CE0F-25C6-3DE9148ADB0C}"/>
                  </a:ext>
                </a:extLst>
              </p:cNvPr>
              <p:cNvSpPr/>
              <p:nvPr/>
            </p:nvSpPr>
            <p:spPr>
              <a:xfrm>
                <a:off x="257244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3" name="ph3328">
                <a:extLst>
                  <a:ext uri="{FF2B5EF4-FFF2-40B4-BE49-F238E27FC236}">
                    <a16:creationId xmlns:a16="http://schemas.microsoft.com/office/drawing/2014/main" id="{227453AD-D5C7-A45E-7FD1-45366AF6F8C3}"/>
                  </a:ext>
                </a:extLst>
              </p:cNvPr>
              <p:cNvSpPr/>
              <p:nvPr/>
            </p:nvSpPr>
            <p:spPr>
              <a:xfrm>
                <a:off x="258188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4" name="ph3329">
                <a:extLst>
                  <a:ext uri="{FF2B5EF4-FFF2-40B4-BE49-F238E27FC236}">
                    <a16:creationId xmlns:a16="http://schemas.microsoft.com/office/drawing/2014/main" id="{33FA631A-6096-6B15-1E1A-C0EEFB46B183}"/>
                  </a:ext>
                </a:extLst>
              </p:cNvPr>
              <p:cNvSpPr/>
              <p:nvPr/>
            </p:nvSpPr>
            <p:spPr>
              <a:xfrm>
                <a:off x="259132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5" name="ph3330">
                <a:extLst>
                  <a:ext uri="{FF2B5EF4-FFF2-40B4-BE49-F238E27FC236}">
                    <a16:creationId xmlns:a16="http://schemas.microsoft.com/office/drawing/2014/main" id="{6AF3CF53-90AC-33FB-3322-BB1622153565}"/>
                  </a:ext>
                </a:extLst>
              </p:cNvPr>
              <p:cNvSpPr/>
              <p:nvPr/>
            </p:nvSpPr>
            <p:spPr>
              <a:xfrm>
                <a:off x="260076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6" name="ph3331">
                <a:extLst>
                  <a:ext uri="{FF2B5EF4-FFF2-40B4-BE49-F238E27FC236}">
                    <a16:creationId xmlns:a16="http://schemas.microsoft.com/office/drawing/2014/main" id="{6DA5964D-B0C6-D493-2B6D-9C21D0A2799A}"/>
                  </a:ext>
                </a:extLst>
              </p:cNvPr>
              <p:cNvSpPr/>
              <p:nvPr/>
            </p:nvSpPr>
            <p:spPr>
              <a:xfrm>
                <a:off x="261020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7" name="ph3332">
                <a:extLst>
                  <a:ext uri="{FF2B5EF4-FFF2-40B4-BE49-F238E27FC236}">
                    <a16:creationId xmlns:a16="http://schemas.microsoft.com/office/drawing/2014/main" id="{824F90C6-22EA-64C8-5565-D456CC12B557}"/>
                  </a:ext>
                </a:extLst>
              </p:cNvPr>
              <p:cNvSpPr/>
              <p:nvPr/>
            </p:nvSpPr>
            <p:spPr>
              <a:xfrm>
                <a:off x="261964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8" name="ph3333">
                <a:extLst>
                  <a:ext uri="{FF2B5EF4-FFF2-40B4-BE49-F238E27FC236}">
                    <a16:creationId xmlns:a16="http://schemas.microsoft.com/office/drawing/2014/main" id="{DEF1F787-E58A-4159-FD3E-73F9751057EC}"/>
                  </a:ext>
                </a:extLst>
              </p:cNvPr>
              <p:cNvSpPr/>
              <p:nvPr/>
            </p:nvSpPr>
            <p:spPr>
              <a:xfrm>
                <a:off x="2629086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9" name="ph3334">
                <a:extLst>
                  <a:ext uri="{FF2B5EF4-FFF2-40B4-BE49-F238E27FC236}">
                    <a16:creationId xmlns:a16="http://schemas.microsoft.com/office/drawing/2014/main" id="{92042DC3-EB3F-AC19-90E7-562C203A8132}"/>
                  </a:ext>
                </a:extLst>
              </p:cNvPr>
              <p:cNvSpPr/>
              <p:nvPr/>
            </p:nvSpPr>
            <p:spPr>
              <a:xfrm>
                <a:off x="263852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0" name="ph3335">
                <a:extLst>
                  <a:ext uri="{FF2B5EF4-FFF2-40B4-BE49-F238E27FC236}">
                    <a16:creationId xmlns:a16="http://schemas.microsoft.com/office/drawing/2014/main" id="{DADD67BC-E11A-9926-82E3-FF3FAA690F47}"/>
                  </a:ext>
                </a:extLst>
              </p:cNvPr>
              <p:cNvSpPr/>
              <p:nvPr/>
            </p:nvSpPr>
            <p:spPr>
              <a:xfrm>
                <a:off x="264796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1" name="ph3336">
                <a:extLst>
                  <a:ext uri="{FF2B5EF4-FFF2-40B4-BE49-F238E27FC236}">
                    <a16:creationId xmlns:a16="http://schemas.microsoft.com/office/drawing/2014/main" id="{6CB50977-67CA-EEE4-E326-89FD20886C7A}"/>
                  </a:ext>
                </a:extLst>
              </p:cNvPr>
              <p:cNvSpPr/>
              <p:nvPr/>
            </p:nvSpPr>
            <p:spPr>
              <a:xfrm>
                <a:off x="2657407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DE27A">
                  <a:alpha val="100000"/>
                </a:srgbClr>
              </a:solidFill>
              <a:ln w="5420" cap="flat">
                <a:solidFill>
                  <a:srgbClr val="BD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2" name="ph3337">
                <a:extLst>
                  <a:ext uri="{FF2B5EF4-FFF2-40B4-BE49-F238E27FC236}">
                    <a16:creationId xmlns:a16="http://schemas.microsoft.com/office/drawing/2014/main" id="{E1CAEF9E-8EA5-FBDC-97CC-C9A684C97F27}"/>
                  </a:ext>
                </a:extLst>
              </p:cNvPr>
              <p:cNvSpPr/>
              <p:nvPr/>
            </p:nvSpPr>
            <p:spPr>
              <a:xfrm>
                <a:off x="2666847" y="2079943"/>
                <a:ext cx="92359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987" y="896830"/>
                    </a:lnTo>
                    <a:lnTo>
                      <a:pt x="917835" y="902114"/>
                    </a:lnTo>
                    <a:lnTo>
                      <a:pt x="921843" y="910376"/>
                    </a:lnTo>
                    <a:lnTo>
                      <a:pt x="923596" y="914400"/>
                    </a:lnTo>
                    <a:close/>
                  </a:path>
                </a:pathLst>
              </a:custGeom>
              <a:solidFill>
                <a:srgbClr val="BDE37A">
                  <a:alpha val="100000"/>
                </a:srgbClr>
              </a:solidFill>
              <a:ln w="5420" cap="flat">
                <a:solidFill>
                  <a:srgbClr val="BD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3" name="ph3338">
                <a:extLst>
                  <a:ext uri="{FF2B5EF4-FFF2-40B4-BE49-F238E27FC236}">
                    <a16:creationId xmlns:a16="http://schemas.microsoft.com/office/drawing/2014/main" id="{A067594C-7788-7906-AEB3-72032ECF561F}"/>
                  </a:ext>
                </a:extLst>
              </p:cNvPr>
              <p:cNvSpPr/>
              <p:nvPr/>
            </p:nvSpPr>
            <p:spPr>
              <a:xfrm>
                <a:off x="3138859" y="207994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710" y="914400"/>
                    </a:lnTo>
                    <a:lnTo>
                      <a:pt x="912854" y="908244"/>
                    </a:lnTo>
                    <a:lnTo>
                      <a:pt x="914400" y="90550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4" name="ph3339">
                <a:extLst>
                  <a:ext uri="{FF2B5EF4-FFF2-40B4-BE49-F238E27FC236}">
                    <a16:creationId xmlns:a16="http://schemas.microsoft.com/office/drawing/2014/main" id="{81897102-87DA-B55C-0380-182464B715A4}"/>
                  </a:ext>
                </a:extLst>
              </p:cNvPr>
              <p:cNvSpPr/>
              <p:nvPr/>
            </p:nvSpPr>
            <p:spPr>
              <a:xfrm>
                <a:off x="3148299" y="2062373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3071"/>
                    </a:lnTo>
                    <a:lnTo>
                      <a:pt x="907445" y="918661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5" name="ph3340">
                <a:extLst>
                  <a:ext uri="{FF2B5EF4-FFF2-40B4-BE49-F238E27FC236}">
                    <a16:creationId xmlns:a16="http://schemas.microsoft.com/office/drawing/2014/main" id="{AA921615-14C7-5F28-97C2-AD1460D4681A}"/>
                  </a:ext>
                </a:extLst>
              </p:cNvPr>
              <p:cNvSpPr/>
              <p:nvPr/>
            </p:nvSpPr>
            <p:spPr>
              <a:xfrm>
                <a:off x="3148299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6" name="ph3341">
                <a:extLst>
                  <a:ext uri="{FF2B5EF4-FFF2-40B4-BE49-F238E27FC236}">
                    <a16:creationId xmlns:a16="http://schemas.microsoft.com/office/drawing/2014/main" id="{9C5C7D67-0727-1D6F-D1D6-4F1113649BAA}"/>
                  </a:ext>
                </a:extLst>
              </p:cNvPr>
              <p:cNvSpPr/>
              <p:nvPr/>
            </p:nvSpPr>
            <p:spPr>
              <a:xfrm>
                <a:off x="315774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7" name="ph3342">
                <a:extLst>
                  <a:ext uri="{FF2B5EF4-FFF2-40B4-BE49-F238E27FC236}">
                    <a16:creationId xmlns:a16="http://schemas.microsoft.com/office/drawing/2014/main" id="{0FEE7F1D-8750-E805-386E-42222E4D8807}"/>
                  </a:ext>
                </a:extLst>
              </p:cNvPr>
              <p:cNvSpPr/>
              <p:nvPr/>
            </p:nvSpPr>
            <p:spPr>
              <a:xfrm>
                <a:off x="316718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8" name="ph3343">
                <a:extLst>
                  <a:ext uri="{FF2B5EF4-FFF2-40B4-BE49-F238E27FC236}">
                    <a16:creationId xmlns:a16="http://schemas.microsoft.com/office/drawing/2014/main" id="{0B162735-F25F-C197-7737-F4C79369D478}"/>
                  </a:ext>
                </a:extLst>
              </p:cNvPr>
              <p:cNvSpPr/>
              <p:nvPr/>
            </p:nvSpPr>
            <p:spPr>
              <a:xfrm>
                <a:off x="317662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9" name="ph3344">
                <a:extLst>
                  <a:ext uri="{FF2B5EF4-FFF2-40B4-BE49-F238E27FC236}">
                    <a16:creationId xmlns:a16="http://schemas.microsoft.com/office/drawing/2014/main" id="{2D0C5A64-AD62-A63E-4AAD-6E989E45688F}"/>
                  </a:ext>
                </a:extLst>
              </p:cNvPr>
              <p:cNvSpPr/>
              <p:nvPr/>
            </p:nvSpPr>
            <p:spPr>
              <a:xfrm>
                <a:off x="3186060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0" name="ph3345">
                <a:extLst>
                  <a:ext uri="{FF2B5EF4-FFF2-40B4-BE49-F238E27FC236}">
                    <a16:creationId xmlns:a16="http://schemas.microsoft.com/office/drawing/2014/main" id="{CE7AA5C1-5AF9-5A4D-0DA3-AFD144AB41AC}"/>
                  </a:ext>
                </a:extLst>
              </p:cNvPr>
              <p:cNvSpPr/>
              <p:nvPr/>
            </p:nvSpPr>
            <p:spPr>
              <a:xfrm>
                <a:off x="319550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1" name="ph3346">
                <a:extLst>
                  <a:ext uri="{FF2B5EF4-FFF2-40B4-BE49-F238E27FC236}">
                    <a16:creationId xmlns:a16="http://schemas.microsoft.com/office/drawing/2014/main" id="{4F196F72-C4B8-27DF-C6D0-12FD8A3A6DF9}"/>
                  </a:ext>
                </a:extLst>
              </p:cNvPr>
              <p:cNvSpPr/>
              <p:nvPr/>
            </p:nvSpPr>
            <p:spPr>
              <a:xfrm>
                <a:off x="320494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2" name="ph3347">
                <a:extLst>
                  <a:ext uri="{FF2B5EF4-FFF2-40B4-BE49-F238E27FC236}">
                    <a16:creationId xmlns:a16="http://schemas.microsoft.com/office/drawing/2014/main" id="{E676F2BB-5C34-A550-8BB5-6C83CE3126B7}"/>
                  </a:ext>
                </a:extLst>
              </p:cNvPr>
              <p:cNvSpPr/>
              <p:nvPr/>
            </p:nvSpPr>
            <p:spPr>
              <a:xfrm>
                <a:off x="321438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3" name="ph3348">
                <a:extLst>
                  <a:ext uri="{FF2B5EF4-FFF2-40B4-BE49-F238E27FC236}">
                    <a16:creationId xmlns:a16="http://schemas.microsoft.com/office/drawing/2014/main" id="{6C11425D-97DF-5B0B-5A19-3291755E50B4}"/>
                  </a:ext>
                </a:extLst>
              </p:cNvPr>
              <p:cNvSpPr/>
              <p:nvPr/>
            </p:nvSpPr>
            <p:spPr>
              <a:xfrm>
                <a:off x="3223821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4" name="ph3349">
                <a:extLst>
                  <a:ext uri="{FF2B5EF4-FFF2-40B4-BE49-F238E27FC236}">
                    <a16:creationId xmlns:a16="http://schemas.microsoft.com/office/drawing/2014/main" id="{29F4CA1B-6A5B-BA60-01FA-251F57172347}"/>
                  </a:ext>
                </a:extLst>
              </p:cNvPr>
              <p:cNvSpPr/>
              <p:nvPr/>
            </p:nvSpPr>
            <p:spPr>
              <a:xfrm>
                <a:off x="323326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5" name="ph3350">
                <a:extLst>
                  <a:ext uri="{FF2B5EF4-FFF2-40B4-BE49-F238E27FC236}">
                    <a16:creationId xmlns:a16="http://schemas.microsoft.com/office/drawing/2014/main" id="{06E3F544-CDBB-46F8-31DE-CBA67B27BFEC}"/>
                  </a:ext>
                </a:extLst>
              </p:cNvPr>
              <p:cNvSpPr/>
              <p:nvPr/>
            </p:nvSpPr>
            <p:spPr>
              <a:xfrm>
                <a:off x="324270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6" name="ph3351">
                <a:extLst>
                  <a:ext uri="{FF2B5EF4-FFF2-40B4-BE49-F238E27FC236}">
                    <a16:creationId xmlns:a16="http://schemas.microsoft.com/office/drawing/2014/main" id="{6453BB49-B11A-35E7-E432-F7F2C837B779}"/>
                  </a:ext>
                </a:extLst>
              </p:cNvPr>
              <p:cNvSpPr/>
              <p:nvPr/>
            </p:nvSpPr>
            <p:spPr>
              <a:xfrm>
                <a:off x="325214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7" name="ph3352">
                <a:extLst>
                  <a:ext uri="{FF2B5EF4-FFF2-40B4-BE49-F238E27FC236}">
                    <a16:creationId xmlns:a16="http://schemas.microsoft.com/office/drawing/2014/main" id="{0EC8C79C-7E68-D53E-2A44-8A0F3D115859}"/>
                  </a:ext>
                </a:extLst>
              </p:cNvPr>
              <p:cNvSpPr/>
              <p:nvPr/>
            </p:nvSpPr>
            <p:spPr>
              <a:xfrm>
                <a:off x="3261582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8" name="ph3353">
                <a:extLst>
                  <a:ext uri="{FF2B5EF4-FFF2-40B4-BE49-F238E27FC236}">
                    <a16:creationId xmlns:a16="http://schemas.microsoft.com/office/drawing/2014/main" id="{FE591B6F-7899-C512-2328-BF817E43D1E5}"/>
                  </a:ext>
                </a:extLst>
              </p:cNvPr>
              <p:cNvSpPr/>
              <p:nvPr/>
            </p:nvSpPr>
            <p:spPr>
              <a:xfrm>
                <a:off x="327102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9" name="ph3354">
                <a:extLst>
                  <a:ext uri="{FF2B5EF4-FFF2-40B4-BE49-F238E27FC236}">
                    <a16:creationId xmlns:a16="http://schemas.microsoft.com/office/drawing/2014/main" id="{E2A023BC-78B3-DD0E-A2CC-1297AAF7EA6E}"/>
                  </a:ext>
                </a:extLst>
              </p:cNvPr>
              <p:cNvSpPr/>
              <p:nvPr/>
            </p:nvSpPr>
            <p:spPr>
              <a:xfrm>
                <a:off x="328046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0" name="ph3355">
                <a:extLst>
                  <a:ext uri="{FF2B5EF4-FFF2-40B4-BE49-F238E27FC236}">
                    <a16:creationId xmlns:a16="http://schemas.microsoft.com/office/drawing/2014/main" id="{91CD4E80-9742-B012-BEA0-7669B6436635}"/>
                  </a:ext>
                </a:extLst>
              </p:cNvPr>
              <p:cNvSpPr/>
              <p:nvPr/>
            </p:nvSpPr>
            <p:spPr>
              <a:xfrm>
                <a:off x="328990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1" name="ph3356">
                <a:extLst>
                  <a:ext uri="{FF2B5EF4-FFF2-40B4-BE49-F238E27FC236}">
                    <a16:creationId xmlns:a16="http://schemas.microsoft.com/office/drawing/2014/main" id="{3E7C0131-CB43-7B4A-4AF5-7242D26565EC}"/>
                  </a:ext>
                </a:extLst>
              </p:cNvPr>
              <p:cNvSpPr/>
              <p:nvPr/>
            </p:nvSpPr>
            <p:spPr>
              <a:xfrm>
                <a:off x="3299343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2" name="ph3357">
                <a:extLst>
                  <a:ext uri="{FF2B5EF4-FFF2-40B4-BE49-F238E27FC236}">
                    <a16:creationId xmlns:a16="http://schemas.microsoft.com/office/drawing/2014/main" id="{29670146-BB86-5AF9-0E5F-2C5B36336510}"/>
                  </a:ext>
                </a:extLst>
              </p:cNvPr>
              <p:cNvSpPr/>
              <p:nvPr/>
            </p:nvSpPr>
            <p:spPr>
              <a:xfrm>
                <a:off x="330878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3" name="ph3358">
                <a:extLst>
                  <a:ext uri="{FF2B5EF4-FFF2-40B4-BE49-F238E27FC236}">
                    <a16:creationId xmlns:a16="http://schemas.microsoft.com/office/drawing/2014/main" id="{7CA410AA-41BE-2FE6-0BE6-048193C001CB}"/>
                  </a:ext>
                </a:extLst>
              </p:cNvPr>
              <p:cNvSpPr/>
              <p:nvPr/>
            </p:nvSpPr>
            <p:spPr>
              <a:xfrm>
                <a:off x="331822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4" name="ph3359">
                <a:extLst>
                  <a:ext uri="{FF2B5EF4-FFF2-40B4-BE49-F238E27FC236}">
                    <a16:creationId xmlns:a16="http://schemas.microsoft.com/office/drawing/2014/main" id="{F52998C8-1D43-DF7E-C99F-B3F6DCA03779}"/>
                  </a:ext>
                </a:extLst>
              </p:cNvPr>
              <p:cNvSpPr/>
              <p:nvPr/>
            </p:nvSpPr>
            <p:spPr>
              <a:xfrm>
                <a:off x="332766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5" name="ph3360">
                <a:extLst>
                  <a:ext uri="{FF2B5EF4-FFF2-40B4-BE49-F238E27FC236}">
                    <a16:creationId xmlns:a16="http://schemas.microsoft.com/office/drawing/2014/main" id="{D9021AF5-D8CF-3571-0560-0754E2F84BFC}"/>
                  </a:ext>
                </a:extLst>
              </p:cNvPr>
              <p:cNvSpPr/>
              <p:nvPr/>
            </p:nvSpPr>
            <p:spPr>
              <a:xfrm>
                <a:off x="333710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6" name="ph3361">
                <a:extLst>
                  <a:ext uri="{FF2B5EF4-FFF2-40B4-BE49-F238E27FC236}">
                    <a16:creationId xmlns:a16="http://schemas.microsoft.com/office/drawing/2014/main" id="{784BB348-6C97-8BB5-6762-6F8C3AB7FCF8}"/>
                  </a:ext>
                </a:extLst>
              </p:cNvPr>
              <p:cNvSpPr/>
              <p:nvPr/>
            </p:nvSpPr>
            <p:spPr>
              <a:xfrm>
                <a:off x="3346544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7" name="ph3362">
                <a:extLst>
                  <a:ext uri="{FF2B5EF4-FFF2-40B4-BE49-F238E27FC236}">
                    <a16:creationId xmlns:a16="http://schemas.microsoft.com/office/drawing/2014/main" id="{CAAD2E3E-0D4D-EC94-D69F-FF368AAE5B49}"/>
                  </a:ext>
                </a:extLst>
              </p:cNvPr>
              <p:cNvSpPr/>
              <p:nvPr/>
            </p:nvSpPr>
            <p:spPr>
              <a:xfrm>
                <a:off x="335598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8" name="ph3363">
                <a:extLst>
                  <a:ext uri="{FF2B5EF4-FFF2-40B4-BE49-F238E27FC236}">
                    <a16:creationId xmlns:a16="http://schemas.microsoft.com/office/drawing/2014/main" id="{57739DBB-AF0D-FFE4-659A-4FB4D8F3C3D7}"/>
                  </a:ext>
                </a:extLst>
              </p:cNvPr>
              <p:cNvSpPr/>
              <p:nvPr/>
            </p:nvSpPr>
            <p:spPr>
              <a:xfrm>
                <a:off x="336542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9" name="ph3364">
                <a:extLst>
                  <a:ext uri="{FF2B5EF4-FFF2-40B4-BE49-F238E27FC236}">
                    <a16:creationId xmlns:a16="http://schemas.microsoft.com/office/drawing/2014/main" id="{A6DCA17A-6A22-66AB-EE50-7BE13284B39E}"/>
                  </a:ext>
                </a:extLst>
              </p:cNvPr>
              <p:cNvSpPr/>
              <p:nvPr/>
            </p:nvSpPr>
            <p:spPr>
              <a:xfrm>
                <a:off x="3374865" y="206237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0" name="ph3365">
                <a:extLst>
                  <a:ext uri="{FF2B5EF4-FFF2-40B4-BE49-F238E27FC236}">
                    <a16:creationId xmlns:a16="http://schemas.microsoft.com/office/drawing/2014/main" id="{F3203592-73D9-D87B-55C5-EB2F1E87335A}"/>
                  </a:ext>
                </a:extLst>
              </p:cNvPr>
              <p:cNvSpPr/>
              <p:nvPr/>
            </p:nvSpPr>
            <p:spPr>
              <a:xfrm>
                <a:off x="3384305" y="2079943"/>
                <a:ext cx="919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561" y="896830"/>
                    </a:lnTo>
                    <a:lnTo>
                      <a:pt x="919549" y="898222"/>
                    </a:lnTo>
                    <a:lnTo>
                      <a:pt x="919137" y="909283"/>
                    </a:lnTo>
                    <a:lnTo>
                      <a:pt x="91880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1" name="ph3366">
                <a:extLst>
                  <a:ext uri="{FF2B5EF4-FFF2-40B4-BE49-F238E27FC236}">
                    <a16:creationId xmlns:a16="http://schemas.microsoft.com/office/drawing/2014/main" id="{FBE74DF2-5305-D80B-F85E-2122F45D16FA}"/>
                  </a:ext>
                </a:extLst>
              </p:cNvPr>
              <p:cNvSpPr/>
              <p:nvPr/>
            </p:nvSpPr>
            <p:spPr>
              <a:xfrm>
                <a:off x="2326999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829" y="931969"/>
                    </a:lnTo>
                    <a:lnTo>
                      <a:pt x="910883" y="925043"/>
                    </a:lnTo>
                    <a:lnTo>
                      <a:pt x="907451" y="916042"/>
                    </a:lnTo>
                    <a:lnTo>
                      <a:pt x="906892" y="914400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2" name="ph3367">
                <a:extLst>
                  <a:ext uri="{FF2B5EF4-FFF2-40B4-BE49-F238E27FC236}">
                    <a16:creationId xmlns:a16="http://schemas.microsoft.com/office/drawing/2014/main" id="{219AB02C-B7C5-37E4-58BD-F48691BD0AF9}"/>
                  </a:ext>
                </a:extLst>
              </p:cNvPr>
              <p:cNvSpPr/>
              <p:nvPr/>
            </p:nvSpPr>
            <p:spPr>
              <a:xfrm>
                <a:off x="232699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3" name="ph3368">
                <a:extLst>
                  <a:ext uri="{FF2B5EF4-FFF2-40B4-BE49-F238E27FC236}">
                    <a16:creationId xmlns:a16="http://schemas.microsoft.com/office/drawing/2014/main" id="{84CE8BFF-2363-4D6B-6E7C-36558774795E}"/>
                  </a:ext>
                </a:extLst>
              </p:cNvPr>
              <p:cNvSpPr/>
              <p:nvPr/>
            </p:nvSpPr>
            <p:spPr>
              <a:xfrm>
                <a:off x="233643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4" name="ph3369">
                <a:extLst>
                  <a:ext uri="{FF2B5EF4-FFF2-40B4-BE49-F238E27FC236}">
                    <a16:creationId xmlns:a16="http://schemas.microsoft.com/office/drawing/2014/main" id="{08A5E75A-D326-8D53-7717-20F29FE4AB3B}"/>
                  </a:ext>
                </a:extLst>
              </p:cNvPr>
              <p:cNvSpPr/>
              <p:nvPr/>
            </p:nvSpPr>
            <p:spPr>
              <a:xfrm>
                <a:off x="234587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5" name="ph3370">
                <a:extLst>
                  <a:ext uri="{FF2B5EF4-FFF2-40B4-BE49-F238E27FC236}">
                    <a16:creationId xmlns:a16="http://schemas.microsoft.com/office/drawing/2014/main" id="{69B834EA-F195-ED62-73B8-E3ADC55182F1}"/>
                  </a:ext>
                </a:extLst>
              </p:cNvPr>
              <p:cNvSpPr/>
              <p:nvPr/>
            </p:nvSpPr>
            <p:spPr>
              <a:xfrm>
                <a:off x="2355319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6" name="ph3371">
                <a:extLst>
                  <a:ext uri="{FF2B5EF4-FFF2-40B4-BE49-F238E27FC236}">
                    <a16:creationId xmlns:a16="http://schemas.microsoft.com/office/drawing/2014/main" id="{74A116D9-9922-C8AD-69CD-35F0ADE7DEC7}"/>
                  </a:ext>
                </a:extLst>
              </p:cNvPr>
              <p:cNvSpPr/>
              <p:nvPr/>
            </p:nvSpPr>
            <p:spPr>
              <a:xfrm>
                <a:off x="236476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7" name="ph3372">
                <a:extLst>
                  <a:ext uri="{FF2B5EF4-FFF2-40B4-BE49-F238E27FC236}">
                    <a16:creationId xmlns:a16="http://schemas.microsoft.com/office/drawing/2014/main" id="{B14B4793-A235-7C80-FEB6-92C97C8C4AE0}"/>
                  </a:ext>
                </a:extLst>
              </p:cNvPr>
              <p:cNvSpPr/>
              <p:nvPr/>
            </p:nvSpPr>
            <p:spPr>
              <a:xfrm>
                <a:off x="237420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8" name="ph3373">
                <a:extLst>
                  <a:ext uri="{FF2B5EF4-FFF2-40B4-BE49-F238E27FC236}">
                    <a16:creationId xmlns:a16="http://schemas.microsoft.com/office/drawing/2014/main" id="{761EA8BC-4F58-B1F5-BE85-E9656E358AF1}"/>
                  </a:ext>
                </a:extLst>
              </p:cNvPr>
              <p:cNvSpPr/>
              <p:nvPr/>
            </p:nvSpPr>
            <p:spPr>
              <a:xfrm>
                <a:off x="238364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9" name="ph3374">
                <a:extLst>
                  <a:ext uri="{FF2B5EF4-FFF2-40B4-BE49-F238E27FC236}">
                    <a16:creationId xmlns:a16="http://schemas.microsoft.com/office/drawing/2014/main" id="{50F7EB0E-91ED-D7F5-CA60-E1BD82C5B27C}"/>
                  </a:ext>
                </a:extLst>
              </p:cNvPr>
              <p:cNvSpPr/>
              <p:nvPr/>
            </p:nvSpPr>
            <p:spPr>
              <a:xfrm>
                <a:off x="239308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0" name="ph3375">
                <a:extLst>
                  <a:ext uri="{FF2B5EF4-FFF2-40B4-BE49-F238E27FC236}">
                    <a16:creationId xmlns:a16="http://schemas.microsoft.com/office/drawing/2014/main" id="{7F4427C0-CFA1-3627-E947-D806E3BAD85E}"/>
                  </a:ext>
                </a:extLst>
              </p:cNvPr>
              <p:cNvSpPr/>
              <p:nvPr/>
            </p:nvSpPr>
            <p:spPr>
              <a:xfrm>
                <a:off x="240252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1" name="ph3376">
                <a:extLst>
                  <a:ext uri="{FF2B5EF4-FFF2-40B4-BE49-F238E27FC236}">
                    <a16:creationId xmlns:a16="http://schemas.microsoft.com/office/drawing/2014/main" id="{9567852A-A014-9CB1-25D4-F0DC15963ADD}"/>
                  </a:ext>
                </a:extLst>
              </p:cNvPr>
              <p:cNvSpPr/>
              <p:nvPr/>
            </p:nvSpPr>
            <p:spPr>
              <a:xfrm>
                <a:off x="241196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2" name="ph3377">
                <a:extLst>
                  <a:ext uri="{FF2B5EF4-FFF2-40B4-BE49-F238E27FC236}">
                    <a16:creationId xmlns:a16="http://schemas.microsoft.com/office/drawing/2014/main" id="{50CCC8F8-B617-66B6-1C93-999276A8477C}"/>
                  </a:ext>
                </a:extLst>
              </p:cNvPr>
              <p:cNvSpPr/>
              <p:nvPr/>
            </p:nvSpPr>
            <p:spPr>
              <a:xfrm>
                <a:off x="242140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3" name="ph3378">
                <a:extLst>
                  <a:ext uri="{FF2B5EF4-FFF2-40B4-BE49-F238E27FC236}">
                    <a16:creationId xmlns:a16="http://schemas.microsoft.com/office/drawing/2014/main" id="{ADD61EEF-93C1-0D95-80AF-72EDA2E8650F}"/>
                  </a:ext>
                </a:extLst>
              </p:cNvPr>
              <p:cNvSpPr/>
              <p:nvPr/>
            </p:nvSpPr>
            <p:spPr>
              <a:xfrm>
                <a:off x="243084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4" name="ph3379">
                <a:extLst>
                  <a:ext uri="{FF2B5EF4-FFF2-40B4-BE49-F238E27FC236}">
                    <a16:creationId xmlns:a16="http://schemas.microsoft.com/office/drawing/2014/main" id="{8F7AA097-54EA-F548-C053-71AC532F9F74}"/>
                  </a:ext>
                </a:extLst>
              </p:cNvPr>
              <p:cNvSpPr/>
              <p:nvPr/>
            </p:nvSpPr>
            <p:spPr>
              <a:xfrm>
                <a:off x="244028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5" name="ph3380">
                <a:extLst>
                  <a:ext uri="{FF2B5EF4-FFF2-40B4-BE49-F238E27FC236}">
                    <a16:creationId xmlns:a16="http://schemas.microsoft.com/office/drawing/2014/main" id="{5652F5E3-3D63-EAD4-BFA7-8C2CFEC8B181}"/>
                  </a:ext>
                </a:extLst>
              </p:cNvPr>
              <p:cNvSpPr/>
              <p:nvPr/>
            </p:nvSpPr>
            <p:spPr>
              <a:xfrm>
                <a:off x="244972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6" name="ph3381">
                <a:extLst>
                  <a:ext uri="{FF2B5EF4-FFF2-40B4-BE49-F238E27FC236}">
                    <a16:creationId xmlns:a16="http://schemas.microsoft.com/office/drawing/2014/main" id="{B0F04A16-48D3-4B14-83EA-E2E1516101D3}"/>
                  </a:ext>
                </a:extLst>
              </p:cNvPr>
              <p:cNvSpPr/>
              <p:nvPr/>
            </p:nvSpPr>
            <p:spPr>
              <a:xfrm>
                <a:off x="245916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7" name="ph3382">
                <a:extLst>
                  <a:ext uri="{FF2B5EF4-FFF2-40B4-BE49-F238E27FC236}">
                    <a16:creationId xmlns:a16="http://schemas.microsoft.com/office/drawing/2014/main" id="{921ABF81-53A9-9C33-8F08-C7D322F91C7F}"/>
                  </a:ext>
                </a:extLst>
              </p:cNvPr>
              <p:cNvSpPr/>
              <p:nvPr/>
            </p:nvSpPr>
            <p:spPr>
              <a:xfrm>
                <a:off x="246860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8" name="ph3383">
                <a:extLst>
                  <a:ext uri="{FF2B5EF4-FFF2-40B4-BE49-F238E27FC236}">
                    <a16:creationId xmlns:a16="http://schemas.microsoft.com/office/drawing/2014/main" id="{3CD26C9E-C522-AB11-1A11-A629C19E9F53}"/>
                  </a:ext>
                </a:extLst>
              </p:cNvPr>
              <p:cNvSpPr/>
              <p:nvPr/>
            </p:nvSpPr>
            <p:spPr>
              <a:xfrm>
                <a:off x="247804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9" name="ph3384">
                <a:extLst>
                  <a:ext uri="{FF2B5EF4-FFF2-40B4-BE49-F238E27FC236}">
                    <a16:creationId xmlns:a16="http://schemas.microsoft.com/office/drawing/2014/main" id="{00A803E9-EF4A-60F9-8883-549C43CB4386}"/>
                  </a:ext>
                </a:extLst>
              </p:cNvPr>
              <p:cNvSpPr/>
              <p:nvPr/>
            </p:nvSpPr>
            <p:spPr>
              <a:xfrm>
                <a:off x="248748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0" name="ph3385">
                <a:extLst>
                  <a:ext uri="{FF2B5EF4-FFF2-40B4-BE49-F238E27FC236}">
                    <a16:creationId xmlns:a16="http://schemas.microsoft.com/office/drawing/2014/main" id="{21A892BD-06EB-79FF-8547-CD0E87C36A54}"/>
                  </a:ext>
                </a:extLst>
              </p:cNvPr>
              <p:cNvSpPr/>
              <p:nvPr/>
            </p:nvSpPr>
            <p:spPr>
              <a:xfrm>
                <a:off x="249692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1" name="ph3386">
                <a:extLst>
                  <a:ext uri="{FF2B5EF4-FFF2-40B4-BE49-F238E27FC236}">
                    <a16:creationId xmlns:a16="http://schemas.microsoft.com/office/drawing/2014/main" id="{CB6D97F1-C2AC-A5C7-7D99-CB96638C45CA}"/>
                  </a:ext>
                </a:extLst>
              </p:cNvPr>
              <p:cNvSpPr/>
              <p:nvPr/>
            </p:nvSpPr>
            <p:spPr>
              <a:xfrm>
                <a:off x="250636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2" name="ph3387">
                <a:extLst>
                  <a:ext uri="{FF2B5EF4-FFF2-40B4-BE49-F238E27FC236}">
                    <a16:creationId xmlns:a16="http://schemas.microsoft.com/office/drawing/2014/main" id="{7A60BDA2-8F1A-D08C-8EA7-AC7229DDF85A}"/>
                  </a:ext>
                </a:extLst>
              </p:cNvPr>
              <p:cNvSpPr/>
              <p:nvPr/>
            </p:nvSpPr>
            <p:spPr>
              <a:xfrm>
                <a:off x="251580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3" name="ph3388">
                <a:extLst>
                  <a:ext uri="{FF2B5EF4-FFF2-40B4-BE49-F238E27FC236}">
                    <a16:creationId xmlns:a16="http://schemas.microsoft.com/office/drawing/2014/main" id="{94F61EE2-358E-0404-6D7C-1F8444CAF825}"/>
                  </a:ext>
                </a:extLst>
              </p:cNvPr>
              <p:cNvSpPr/>
              <p:nvPr/>
            </p:nvSpPr>
            <p:spPr>
              <a:xfrm>
                <a:off x="252524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4" name="ph3389">
                <a:extLst>
                  <a:ext uri="{FF2B5EF4-FFF2-40B4-BE49-F238E27FC236}">
                    <a16:creationId xmlns:a16="http://schemas.microsoft.com/office/drawing/2014/main" id="{AB79F010-C503-6690-DD07-1838E8C4F3F4}"/>
                  </a:ext>
                </a:extLst>
              </p:cNvPr>
              <p:cNvSpPr/>
              <p:nvPr/>
            </p:nvSpPr>
            <p:spPr>
              <a:xfrm>
                <a:off x="253468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5" name="ph3390">
                <a:extLst>
                  <a:ext uri="{FF2B5EF4-FFF2-40B4-BE49-F238E27FC236}">
                    <a16:creationId xmlns:a16="http://schemas.microsoft.com/office/drawing/2014/main" id="{AF3CE6A3-36E0-19E3-3957-37EFC290BDD0}"/>
                  </a:ext>
                </a:extLst>
              </p:cNvPr>
              <p:cNvSpPr/>
              <p:nvPr/>
            </p:nvSpPr>
            <p:spPr>
              <a:xfrm>
                <a:off x="254412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6" name="ph3391">
                <a:extLst>
                  <a:ext uri="{FF2B5EF4-FFF2-40B4-BE49-F238E27FC236}">
                    <a16:creationId xmlns:a16="http://schemas.microsoft.com/office/drawing/2014/main" id="{6F4C309C-AFE1-281D-070D-D76E62CA457B}"/>
                  </a:ext>
                </a:extLst>
              </p:cNvPr>
              <p:cNvSpPr/>
              <p:nvPr/>
            </p:nvSpPr>
            <p:spPr>
              <a:xfrm>
                <a:off x="255356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7" name="ph3392">
                <a:extLst>
                  <a:ext uri="{FF2B5EF4-FFF2-40B4-BE49-F238E27FC236}">
                    <a16:creationId xmlns:a16="http://schemas.microsoft.com/office/drawing/2014/main" id="{ED89054A-3A1A-0993-44B6-903EB54AB33D}"/>
                  </a:ext>
                </a:extLst>
              </p:cNvPr>
              <p:cNvSpPr/>
              <p:nvPr/>
            </p:nvSpPr>
            <p:spPr>
              <a:xfrm>
                <a:off x="256300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8" name="ph3393">
                <a:extLst>
                  <a:ext uri="{FF2B5EF4-FFF2-40B4-BE49-F238E27FC236}">
                    <a16:creationId xmlns:a16="http://schemas.microsoft.com/office/drawing/2014/main" id="{2114708C-7017-C6DD-1C5D-C1154FC0B144}"/>
                  </a:ext>
                </a:extLst>
              </p:cNvPr>
              <p:cNvSpPr/>
              <p:nvPr/>
            </p:nvSpPr>
            <p:spPr>
              <a:xfrm>
                <a:off x="257244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9" name="ph3394">
                <a:extLst>
                  <a:ext uri="{FF2B5EF4-FFF2-40B4-BE49-F238E27FC236}">
                    <a16:creationId xmlns:a16="http://schemas.microsoft.com/office/drawing/2014/main" id="{1B714D32-C260-EA31-07E0-897313517EB4}"/>
                  </a:ext>
                </a:extLst>
              </p:cNvPr>
              <p:cNvSpPr/>
              <p:nvPr/>
            </p:nvSpPr>
            <p:spPr>
              <a:xfrm>
                <a:off x="258188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0" name="ph3395">
                <a:extLst>
                  <a:ext uri="{FF2B5EF4-FFF2-40B4-BE49-F238E27FC236}">
                    <a16:creationId xmlns:a16="http://schemas.microsoft.com/office/drawing/2014/main" id="{BE0D1422-5200-91FE-47C1-36EEDEBA3454}"/>
                  </a:ext>
                </a:extLst>
              </p:cNvPr>
              <p:cNvSpPr/>
              <p:nvPr/>
            </p:nvSpPr>
            <p:spPr>
              <a:xfrm>
                <a:off x="259132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1" name="ph3396">
                <a:extLst>
                  <a:ext uri="{FF2B5EF4-FFF2-40B4-BE49-F238E27FC236}">
                    <a16:creationId xmlns:a16="http://schemas.microsoft.com/office/drawing/2014/main" id="{A216805B-795C-0B90-D7F4-234089B2CE1E}"/>
                  </a:ext>
                </a:extLst>
              </p:cNvPr>
              <p:cNvSpPr/>
              <p:nvPr/>
            </p:nvSpPr>
            <p:spPr>
              <a:xfrm>
                <a:off x="260076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2" name="ph3397">
                <a:extLst>
                  <a:ext uri="{FF2B5EF4-FFF2-40B4-BE49-F238E27FC236}">
                    <a16:creationId xmlns:a16="http://schemas.microsoft.com/office/drawing/2014/main" id="{A189C5AC-6311-7EE9-FDD3-09A875F80B4E}"/>
                  </a:ext>
                </a:extLst>
              </p:cNvPr>
              <p:cNvSpPr/>
              <p:nvPr/>
            </p:nvSpPr>
            <p:spPr>
              <a:xfrm>
                <a:off x="261020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3" name="ph3398">
                <a:extLst>
                  <a:ext uri="{FF2B5EF4-FFF2-40B4-BE49-F238E27FC236}">
                    <a16:creationId xmlns:a16="http://schemas.microsoft.com/office/drawing/2014/main" id="{712EA41C-D6C6-85AC-6FA2-9027D56EA061}"/>
                  </a:ext>
                </a:extLst>
              </p:cNvPr>
              <p:cNvSpPr/>
              <p:nvPr/>
            </p:nvSpPr>
            <p:spPr>
              <a:xfrm>
                <a:off x="261964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4" name="ph3399">
                <a:extLst>
                  <a:ext uri="{FF2B5EF4-FFF2-40B4-BE49-F238E27FC236}">
                    <a16:creationId xmlns:a16="http://schemas.microsoft.com/office/drawing/2014/main" id="{16BC2029-F589-69F8-C111-EB386A4FBC66}"/>
                  </a:ext>
                </a:extLst>
              </p:cNvPr>
              <p:cNvSpPr/>
              <p:nvPr/>
            </p:nvSpPr>
            <p:spPr>
              <a:xfrm>
                <a:off x="2629086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5" name="ph3400">
                <a:extLst>
                  <a:ext uri="{FF2B5EF4-FFF2-40B4-BE49-F238E27FC236}">
                    <a16:creationId xmlns:a16="http://schemas.microsoft.com/office/drawing/2014/main" id="{163E4975-0E00-47DE-5392-78D06E4C2ED0}"/>
                  </a:ext>
                </a:extLst>
              </p:cNvPr>
              <p:cNvSpPr/>
              <p:nvPr/>
            </p:nvSpPr>
            <p:spPr>
              <a:xfrm>
                <a:off x="2638527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AE178">
                  <a:alpha val="100000"/>
                </a:srgbClr>
              </a:solidFill>
              <a:ln w="5420" cap="flat">
                <a:solidFill>
                  <a:srgbClr val="BA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6" name="ph3401">
                <a:extLst>
                  <a:ext uri="{FF2B5EF4-FFF2-40B4-BE49-F238E27FC236}">
                    <a16:creationId xmlns:a16="http://schemas.microsoft.com/office/drawing/2014/main" id="{6DDE5A9F-55B0-68E0-471C-C371B05DB2C7}"/>
                  </a:ext>
                </a:extLst>
              </p:cNvPr>
              <p:cNvSpPr/>
              <p:nvPr/>
            </p:nvSpPr>
            <p:spPr>
              <a:xfrm>
                <a:off x="2657407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495" y="896830"/>
                    </a:lnTo>
                    <a:lnTo>
                      <a:pt x="913929" y="897413"/>
                    </a:lnTo>
                    <a:lnTo>
                      <a:pt x="914400" y="898118"/>
                    </a:lnTo>
                    <a:close/>
                  </a:path>
                </a:pathLst>
              </a:custGeom>
              <a:solidFill>
                <a:srgbClr val="BBE179">
                  <a:alpha val="100000"/>
                </a:srgbClr>
              </a:solidFill>
              <a:ln w="5420" cap="flat">
                <a:solidFill>
                  <a:srgbClr val="BBE1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7" name="ph3402">
                <a:extLst>
                  <a:ext uri="{FF2B5EF4-FFF2-40B4-BE49-F238E27FC236}">
                    <a16:creationId xmlns:a16="http://schemas.microsoft.com/office/drawing/2014/main" id="{D3363CD8-9D32-A581-686C-996180101501}"/>
                  </a:ext>
                </a:extLst>
              </p:cNvPr>
              <p:cNvSpPr/>
              <p:nvPr/>
            </p:nvSpPr>
            <p:spPr>
              <a:xfrm>
                <a:off x="2666847" y="206237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118"/>
                    </a:lnTo>
                    <a:lnTo>
                      <a:pt x="909146" y="904395"/>
                    </a:lnTo>
                    <a:lnTo>
                      <a:pt x="913599" y="911826"/>
                    </a:lnTo>
                    <a:lnTo>
                      <a:pt x="914400" y="913310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8" name="ph3403">
                <a:extLst>
                  <a:ext uri="{FF2B5EF4-FFF2-40B4-BE49-F238E27FC236}">
                    <a16:creationId xmlns:a16="http://schemas.microsoft.com/office/drawing/2014/main" id="{DB1AE620-A2F7-C4EB-15C3-F941BC99A77F}"/>
                  </a:ext>
                </a:extLst>
              </p:cNvPr>
              <p:cNvSpPr/>
              <p:nvPr/>
            </p:nvSpPr>
            <p:spPr>
              <a:xfrm>
                <a:off x="2666847" y="2062373"/>
                <a:ext cx="91498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87" h="914400">
                    <a:moveTo>
                      <a:pt x="914400" y="914400"/>
                    </a:moveTo>
                    <a:lnTo>
                      <a:pt x="914400" y="913310"/>
                    </a:lnTo>
                    <a:lnTo>
                      <a:pt x="914987" y="914400"/>
                    </a:lnTo>
                    <a:close/>
                  </a:path>
                </a:pathLst>
              </a:custGeom>
              <a:solidFill>
                <a:srgbClr val="BCE27A">
                  <a:alpha val="100000"/>
                </a:srgbClr>
              </a:solidFill>
              <a:ln w="5420" cap="flat">
                <a:solidFill>
                  <a:srgbClr val="BCE2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9" name="ph3404">
                <a:extLst>
                  <a:ext uri="{FF2B5EF4-FFF2-40B4-BE49-F238E27FC236}">
                    <a16:creationId xmlns:a16="http://schemas.microsoft.com/office/drawing/2014/main" id="{ACD0DADF-B656-7F59-53DB-6AE434F4421D}"/>
                  </a:ext>
                </a:extLst>
              </p:cNvPr>
              <p:cNvSpPr/>
              <p:nvPr/>
            </p:nvSpPr>
            <p:spPr>
              <a:xfrm>
                <a:off x="3148299" y="206237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967" y="914400"/>
                    </a:lnTo>
                    <a:lnTo>
                      <a:pt x="914399" y="906913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0" name="ph3405">
                <a:extLst>
                  <a:ext uri="{FF2B5EF4-FFF2-40B4-BE49-F238E27FC236}">
                    <a16:creationId xmlns:a16="http://schemas.microsoft.com/office/drawing/2014/main" id="{18AB6714-8384-E0C3-0427-613FB178CA84}"/>
                  </a:ext>
                </a:extLst>
              </p:cNvPr>
              <p:cNvSpPr/>
              <p:nvPr/>
            </p:nvSpPr>
            <p:spPr>
              <a:xfrm>
                <a:off x="3157740" y="204480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483"/>
                    </a:lnTo>
                    <a:lnTo>
                      <a:pt x="909787" y="916250"/>
                    </a:lnTo>
                    <a:lnTo>
                      <a:pt x="909861" y="915922"/>
                    </a:lnTo>
                    <a:lnTo>
                      <a:pt x="909935" y="915595"/>
                    </a:lnTo>
                    <a:lnTo>
                      <a:pt x="910009" y="915267"/>
                    </a:lnTo>
                    <a:lnTo>
                      <a:pt x="910083" y="914939"/>
                    </a:lnTo>
                    <a:lnTo>
                      <a:pt x="910157" y="914611"/>
                    </a:lnTo>
                    <a:lnTo>
                      <a:pt x="910205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1" name="ph3406">
                <a:extLst>
                  <a:ext uri="{FF2B5EF4-FFF2-40B4-BE49-F238E27FC236}">
                    <a16:creationId xmlns:a16="http://schemas.microsoft.com/office/drawing/2014/main" id="{0E81BAF2-6DFF-21FC-FF9C-8FC756C48A4F}"/>
                  </a:ext>
                </a:extLst>
              </p:cNvPr>
              <p:cNvSpPr/>
              <p:nvPr/>
            </p:nvSpPr>
            <p:spPr>
              <a:xfrm>
                <a:off x="315774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2" name="ph3407">
                <a:extLst>
                  <a:ext uri="{FF2B5EF4-FFF2-40B4-BE49-F238E27FC236}">
                    <a16:creationId xmlns:a16="http://schemas.microsoft.com/office/drawing/2014/main" id="{591FDF5A-5EE0-7A3F-C919-940BEEC9434B}"/>
                  </a:ext>
                </a:extLst>
              </p:cNvPr>
              <p:cNvSpPr/>
              <p:nvPr/>
            </p:nvSpPr>
            <p:spPr>
              <a:xfrm>
                <a:off x="316718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3" name="ph3408">
                <a:extLst>
                  <a:ext uri="{FF2B5EF4-FFF2-40B4-BE49-F238E27FC236}">
                    <a16:creationId xmlns:a16="http://schemas.microsoft.com/office/drawing/2014/main" id="{11880131-2525-97BB-2CD2-D7A19FFD0465}"/>
                  </a:ext>
                </a:extLst>
              </p:cNvPr>
              <p:cNvSpPr/>
              <p:nvPr/>
            </p:nvSpPr>
            <p:spPr>
              <a:xfrm>
                <a:off x="317662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4" name="ph3409">
                <a:extLst>
                  <a:ext uri="{FF2B5EF4-FFF2-40B4-BE49-F238E27FC236}">
                    <a16:creationId xmlns:a16="http://schemas.microsoft.com/office/drawing/2014/main" id="{36E7EA9A-AAF9-2DED-6ECA-921B84EDC409}"/>
                  </a:ext>
                </a:extLst>
              </p:cNvPr>
              <p:cNvSpPr/>
              <p:nvPr/>
            </p:nvSpPr>
            <p:spPr>
              <a:xfrm>
                <a:off x="3186060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5" name="ph3410">
                <a:extLst>
                  <a:ext uri="{FF2B5EF4-FFF2-40B4-BE49-F238E27FC236}">
                    <a16:creationId xmlns:a16="http://schemas.microsoft.com/office/drawing/2014/main" id="{71B38534-1657-3DC7-0920-7A96A30B8E67}"/>
                  </a:ext>
                </a:extLst>
              </p:cNvPr>
              <p:cNvSpPr/>
              <p:nvPr/>
            </p:nvSpPr>
            <p:spPr>
              <a:xfrm>
                <a:off x="319550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6" name="ph3411">
                <a:extLst>
                  <a:ext uri="{FF2B5EF4-FFF2-40B4-BE49-F238E27FC236}">
                    <a16:creationId xmlns:a16="http://schemas.microsoft.com/office/drawing/2014/main" id="{5F4FF667-2ADE-3789-3E2C-AF00C91441B3}"/>
                  </a:ext>
                </a:extLst>
              </p:cNvPr>
              <p:cNvSpPr/>
              <p:nvPr/>
            </p:nvSpPr>
            <p:spPr>
              <a:xfrm>
                <a:off x="320494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7" name="ph3412">
                <a:extLst>
                  <a:ext uri="{FF2B5EF4-FFF2-40B4-BE49-F238E27FC236}">
                    <a16:creationId xmlns:a16="http://schemas.microsoft.com/office/drawing/2014/main" id="{DC27A4F8-6D7A-1D0D-F1A0-304847928DAD}"/>
                  </a:ext>
                </a:extLst>
              </p:cNvPr>
              <p:cNvSpPr/>
              <p:nvPr/>
            </p:nvSpPr>
            <p:spPr>
              <a:xfrm>
                <a:off x="321438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8" name="ph3413">
                <a:extLst>
                  <a:ext uri="{FF2B5EF4-FFF2-40B4-BE49-F238E27FC236}">
                    <a16:creationId xmlns:a16="http://schemas.microsoft.com/office/drawing/2014/main" id="{E96E6143-65E1-F514-23A4-EC856A9BD264}"/>
                  </a:ext>
                </a:extLst>
              </p:cNvPr>
              <p:cNvSpPr/>
              <p:nvPr/>
            </p:nvSpPr>
            <p:spPr>
              <a:xfrm>
                <a:off x="3223821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9" name="ph3414">
                <a:extLst>
                  <a:ext uri="{FF2B5EF4-FFF2-40B4-BE49-F238E27FC236}">
                    <a16:creationId xmlns:a16="http://schemas.microsoft.com/office/drawing/2014/main" id="{11CDCA14-9CE4-EF96-1AC7-0D9321EF435F}"/>
                  </a:ext>
                </a:extLst>
              </p:cNvPr>
              <p:cNvSpPr/>
              <p:nvPr/>
            </p:nvSpPr>
            <p:spPr>
              <a:xfrm>
                <a:off x="323326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0" name="ph3415">
                <a:extLst>
                  <a:ext uri="{FF2B5EF4-FFF2-40B4-BE49-F238E27FC236}">
                    <a16:creationId xmlns:a16="http://schemas.microsoft.com/office/drawing/2014/main" id="{C8DF64D3-47A7-7DB7-CA2D-121F6A5BD91F}"/>
                  </a:ext>
                </a:extLst>
              </p:cNvPr>
              <p:cNvSpPr/>
              <p:nvPr/>
            </p:nvSpPr>
            <p:spPr>
              <a:xfrm>
                <a:off x="324270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1" name="ph3416">
                <a:extLst>
                  <a:ext uri="{FF2B5EF4-FFF2-40B4-BE49-F238E27FC236}">
                    <a16:creationId xmlns:a16="http://schemas.microsoft.com/office/drawing/2014/main" id="{BD817CF3-A05B-5398-C1E3-E87E6075DEEB}"/>
                  </a:ext>
                </a:extLst>
              </p:cNvPr>
              <p:cNvSpPr/>
              <p:nvPr/>
            </p:nvSpPr>
            <p:spPr>
              <a:xfrm>
                <a:off x="325214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2" name="ph3417">
                <a:extLst>
                  <a:ext uri="{FF2B5EF4-FFF2-40B4-BE49-F238E27FC236}">
                    <a16:creationId xmlns:a16="http://schemas.microsoft.com/office/drawing/2014/main" id="{1A3315F2-C406-1C8F-39FB-2CF84E1DA560}"/>
                  </a:ext>
                </a:extLst>
              </p:cNvPr>
              <p:cNvSpPr/>
              <p:nvPr/>
            </p:nvSpPr>
            <p:spPr>
              <a:xfrm>
                <a:off x="3261582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3" name="ph3418">
                <a:extLst>
                  <a:ext uri="{FF2B5EF4-FFF2-40B4-BE49-F238E27FC236}">
                    <a16:creationId xmlns:a16="http://schemas.microsoft.com/office/drawing/2014/main" id="{2AFE752D-3E19-2BFB-C545-8CA8D522BFFA}"/>
                  </a:ext>
                </a:extLst>
              </p:cNvPr>
              <p:cNvSpPr/>
              <p:nvPr/>
            </p:nvSpPr>
            <p:spPr>
              <a:xfrm>
                <a:off x="327102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4" name="ph3419">
                <a:extLst>
                  <a:ext uri="{FF2B5EF4-FFF2-40B4-BE49-F238E27FC236}">
                    <a16:creationId xmlns:a16="http://schemas.microsoft.com/office/drawing/2014/main" id="{371D4C6D-29F1-4828-D325-404CE34FE7EF}"/>
                  </a:ext>
                </a:extLst>
              </p:cNvPr>
              <p:cNvSpPr/>
              <p:nvPr/>
            </p:nvSpPr>
            <p:spPr>
              <a:xfrm>
                <a:off x="328046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5" name="ph3420">
                <a:extLst>
                  <a:ext uri="{FF2B5EF4-FFF2-40B4-BE49-F238E27FC236}">
                    <a16:creationId xmlns:a16="http://schemas.microsoft.com/office/drawing/2014/main" id="{BC4887CF-5537-B80E-7B08-E7A4295B6B87}"/>
                  </a:ext>
                </a:extLst>
              </p:cNvPr>
              <p:cNvSpPr/>
              <p:nvPr/>
            </p:nvSpPr>
            <p:spPr>
              <a:xfrm>
                <a:off x="328990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6" name="ph3421">
                <a:extLst>
                  <a:ext uri="{FF2B5EF4-FFF2-40B4-BE49-F238E27FC236}">
                    <a16:creationId xmlns:a16="http://schemas.microsoft.com/office/drawing/2014/main" id="{54F3FF61-D211-31B8-112F-1CB26DD4659F}"/>
                  </a:ext>
                </a:extLst>
              </p:cNvPr>
              <p:cNvSpPr/>
              <p:nvPr/>
            </p:nvSpPr>
            <p:spPr>
              <a:xfrm>
                <a:off x="3299343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7" name="ph3422">
                <a:extLst>
                  <a:ext uri="{FF2B5EF4-FFF2-40B4-BE49-F238E27FC236}">
                    <a16:creationId xmlns:a16="http://schemas.microsoft.com/office/drawing/2014/main" id="{D162297E-66FD-66DA-A655-FB260F946B42}"/>
                  </a:ext>
                </a:extLst>
              </p:cNvPr>
              <p:cNvSpPr/>
              <p:nvPr/>
            </p:nvSpPr>
            <p:spPr>
              <a:xfrm>
                <a:off x="330878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8" name="ph3423">
                <a:extLst>
                  <a:ext uri="{FF2B5EF4-FFF2-40B4-BE49-F238E27FC236}">
                    <a16:creationId xmlns:a16="http://schemas.microsoft.com/office/drawing/2014/main" id="{E0FBECE4-8835-AFA9-82CF-D505E5DD5B0A}"/>
                  </a:ext>
                </a:extLst>
              </p:cNvPr>
              <p:cNvSpPr/>
              <p:nvPr/>
            </p:nvSpPr>
            <p:spPr>
              <a:xfrm>
                <a:off x="331822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9" name="ph3424">
                <a:extLst>
                  <a:ext uri="{FF2B5EF4-FFF2-40B4-BE49-F238E27FC236}">
                    <a16:creationId xmlns:a16="http://schemas.microsoft.com/office/drawing/2014/main" id="{37F098A1-DADD-EBAF-9659-3CFE39076ACF}"/>
                  </a:ext>
                </a:extLst>
              </p:cNvPr>
              <p:cNvSpPr/>
              <p:nvPr/>
            </p:nvSpPr>
            <p:spPr>
              <a:xfrm>
                <a:off x="332766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0" name="ph3425">
                <a:extLst>
                  <a:ext uri="{FF2B5EF4-FFF2-40B4-BE49-F238E27FC236}">
                    <a16:creationId xmlns:a16="http://schemas.microsoft.com/office/drawing/2014/main" id="{26A9A889-1F19-798B-3579-3AF1CB0E55DA}"/>
                  </a:ext>
                </a:extLst>
              </p:cNvPr>
              <p:cNvSpPr/>
              <p:nvPr/>
            </p:nvSpPr>
            <p:spPr>
              <a:xfrm>
                <a:off x="333710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1" name="ph3426">
                <a:extLst>
                  <a:ext uri="{FF2B5EF4-FFF2-40B4-BE49-F238E27FC236}">
                    <a16:creationId xmlns:a16="http://schemas.microsoft.com/office/drawing/2014/main" id="{03624DBA-7A1B-D28B-48E3-B7221F346AAE}"/>
                  </a:ext>
                </a:extLst>
              </p:cNvPr>
              <p:cNvSpPr/>
              <p:nvPr/>
            </p:nvSpPr>
            <p:spPr>
              <a:xfrm>
                <a:off x="3346544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2" name="ph3427">
                <a:extLst>
                  <a:ext uri="{FF2B5EF4-FFF2-40B4-BE49-F238E27FC236}">
                    <a16:creationId xmlns:a16="http://schemas.microsoft.com/office/drawing/2014/main" id="{AA7A50DA-709F-535E-9286-11E3361A5B7C}"/>
                  </a:ext>
                </a:extLst>
              </p:cNvPr>
              <p:cNvSpPr/>
              <p:nvPr/>
            </p:nvSpPr>
            <p:spPr>
              <a:xfrm>
                <a:off x="335598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3" name="ph3428">
                <a:extLst>
                  <a:ext uri="{FF2B5EF4-FFF2-40B4-BE49-F238E27FC236}">
                    <a16:creationId xmlns:a16="http://schemas.microsoft.com/office/drawing/2014/main" id="{08D712D7-D185-FA76-2F26-40C5A27B6100}"/>
                  </a:ext>
                </a:extLst>
              </p:cNvPr>
              <p:cNvSpPr/>
              <p:nvPr/>
            </p:nvSpPr>
            <p:spPr>
              <a:xfrm>
                <a:off x="336542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4" name="ph3429">
                <a:extLst>
                  <a:ext uri="{FF2B5EF4-FFF2-40B4-BE49-F238E27FC236}">
                    <a16:creationId xmlns:a16="http://schemas.microsoft.com/office/drawing/2014/main" id="{4161303C-8FBC-DECF-734A-F57BE9425804}"/>
                  </a:ext>
                </a:extLst>
              </p:cNvPr>
              <p:cNvSpPr/>
              <p:nvPr/>
            </p:nvSpPr>
            <p:spPr>
              <a:xfrm>
                <a:off x="3374865" y="204480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5" name="ph3430">
                <a:extLst>
                  <a:ext uri="{FF2B5EF4-FFF2-40B4-BE49-F238E27FC236}">
                    <a16:creationId xmlns:a16="http://schemas.microsoft.com/office/drawing/2014/main" id="{84B694B9-A429-1444-7F48-BB07B6D1E8E0}"/>
                  </a:ext>
                </a:extLst>
              </p:cNvPr>
              <p:cNvSpPr/>
              <p:nvPr/>
            </p:nvSpPr>
            <p:spPr>
              <a:xfrm>
                <a:off x="3384305" y="2062373"/>
                <a:ext cx="9199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9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910" y="896830"/>
                    </a:lnTo>
                    <a:lnTo>
                      <a:pt x="919517" y="897955"/>
                    </a:lnTo>
                    <a:lnTo>
                      <a:pt x="919647" y="904706"/>
                    </a:lnTo>
                    <a:lnTo>
                      <a:pt x="91956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6" name="ph3431">
                <a:extLst>
                  <a:ext uri="{FF2B5EF4-FFF2-40B4-BE49-F238E27FC236}">
                    <a16:creationId xmlns:a16="http://schemas.microsoft.com/office/drawing/2014/main" id="{AC1E83E0-AD09-99FA-6711-CFC46CFA89A6}"/>
                  </a:ext>
                </a:extLst>
              </p:cNvPr>
              <p:cNvSpPr/>
              <p:nvPr/>
            </p:nvSpPr>
            <p:spPr>
              <a:xfrm>
                <a:off x="2317558" y="2027233"/>
                <a:ext cx="914400" cy="92629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294">
                    <a:moveTo>
                      <a:pt x="914400" y="914400"/>
                    </a:moveTo>
                    <a:lnTo>
                      <a:pt x="914400" y="926294"/>
                    </a:lnTo>
                    <a:lnTo>
                      <a:pt x="913717" y="924288"/>
                    </a:lnTo>
                    <a:lnTo>
                      <a:pt x="910808" y="914668"/>
                    </a:lnTo>
                    <a:lnTo>
                      <a:pt x="910737" y="914400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7" name="ph3432">
                <a:extLst>
                  <a:ext uri="{FF2B5EF4-FFF2-40B4-BE49-F238E27FC236}">
                    <a16:creationId xmlns:a16="http://schemas.microsoft.com/office/drawing/2014/main" id="{F1C8D86A-B266-49C0-B3E6-B873AB46D5DD}"/>
                  </a:ext>
                </a:extLst>
              </p:cNvPr>
              <p:cNvSpPr/>
              <p:nvPr/>
            </p:nvSpPr>
            <p:spPr>
              <a:xfrm>
                <a:off x="2317558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332" y="931969"/>
                    </a:lnTo>
                    <a:lnTo>
                      <a:pt x="914400" y="926294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8" name="ph3433">
                <a:extLst>
                  <a:ext uri="{FF2B5EF4-FFF2-40B4-BE49-F238E27FC236}">
                    <a16:creationId xmlns:a16="http://schemas.microsoft.com/office/drawing/2014/main" id="{23A2CBC3-DFD4-E072-152B-61939CD092E2}"/>
                  </a:ext>
                </a:extLst>
              </p:cNvPr>
              <p:cNvSpPr/>
              <p:nvPr/>
            </p:nvSpPr>
            <p:spPr>
              <a:xfrm>
                <a:off x="232699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9" name="ph3434">
                <a:extLst>
                  <a:ext uri="{FF2B5EF4-FFF2-40B4-BE49-F238E27FC236}">
                    <a16:creationId xmlns:a16="http://schemas.microsoft.com/office/drawing/2014/main" id="{AB68A681-4FD2-6A83-4A82-96AD43DEF66D}"/>
                  </a:ext>
                </a:extLst>
              </p:cNvPr>
              <p:cNvSpPr/>
              <p:nvPr/>
            </p:nvSpPr>
            <p:spPr>
              <a:xfrm>
                <a:off x="233643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0" name="ph3435">
                <a:extLst>
                  <a:ext uri="{FF2B5EF4-FFF2-40B4-BE49-F238E27FC236}">
                    <a16:creationId xmlns:a16="http://schemas.microsoft.com/office/drawing/2014/main" id="{90D279BB-98A8-9A27-1D66-5A23CBA32B7A}"/>
                  </a:ext>
                </a:extLst>
              </p:cNvPr>
              <p:cNvSpPr/>
              <p:nvPr/>
            </p:nvSpPr>
            <p:spPr>
              <a:xfrm>
                <a:off x="234587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1" name="ph3436">
                <a:extLst>
                  <a:ext uri="{FF2B5EF4-FFF2-40B4-BE49-F238E27FC236}">
                    <a16:creationId xmlns:a16="http://schemas.microsoft.com/office/drawing/2014/main" id="{BCAEB07C-23D4-46AE-AEFE-1CA4A416F05B}"/>
                  </a:ext>
                </a:extLst>
              </p:cNvPr>
              <p:cNvSpPr/>
              <p:nvPr/>
            </p:nvSpPr>
            <p:spPr>
              <a:xfrm>
                <a:off x="2355319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2" name="ph3437">
                <a:extLst>
                  <a:ext uri="{FF2B5EF4-FFF2-40B4-BE49-F238E27FC236}">
                    <a16:creationId xmlns:a16="http://schemas.microsoft.com/office/drawing/2014/main" id="{33FCCF19-1263-EE70-3596-FAFA313191F3}"/>
                  </a:ext>
                </a:extLst>
              </p:cNvPr>
              <p:cNvSpPr/>
              <p:nvPr/>
            </p:nvSpPr>
            <p:spPr>
              <a:xfrm>
                <a:off x="236476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3" name="ph3438">
                <a:extLst>
                  <a:ext uri="{FF2B5EF4-FFF2-40B4-BE49-F238E27FC236}">
                    <a16:creationId xmlns:a16="http://schemas.microsoft.com/office/drawing/2014/main" id="{5FC017EF-2683-B749-E11E-A87BE004BF46}"/>
                  </a:ext>
                </a:extLst>
              </p:cNvPr>
              <p:cNvSpPr/>
              <p:nvPr/>
            </p:nvSpPr>
            <p:spPr>
              <a:xfrm>
                <a:off x="237420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4" name="ph3439">
                <a:extLst>
                  <a:ext uri="{FF2B5EF4-FFF2-40B4-BE49-F238E27FC236}">
                    <a16:creationId xmlns:a16="http://schemas.microsoft.com/office/drawing/2014/main" id="{060DD9F8-54B4-57BF-3DA3-1F051E90D5B0}"/>
                  </a:ext>
                </a:extLst>
              </p:cNvPr>
              <p:cNvSpPr/>
              <p:nvPr/>
            </p:nvSpPr>
            <p:spPr>
              <a:xfrm>
                <a:off x="238364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5" name="ph3440">
                <a:extLst>
                  <a:ext uri="{FF2B5EF4-FFF2-40B4-BE49-F238E27FC236}">
                    <a16:creationId xmlns:a16="http://schemas.microsoft.com/office/drawing/2014/main" id="{87400957-5126-81A1-E007-7A4D01E2DDF0}"/>
                  </a:ext>
                </a:extLst>
              </p:cNvPr>
              <p:cNvSpPr/>
              <p:nvPr/>
            </p:nvSpPr>
            <p:spPr>
              <a:xfrm>
                <a:off x="239308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6" name="ph3441">
                <a:extLst>
                  <a:ext uri="{FF2B5EF4-FFF2-40B4-BE49-F238E27FC236}">
                    <a16:creationId xmlns:a16="http://schemas.microsoft.com/office/drawing/2014/main" id="{2D69FE6A-339D-971D-C31F-A35197057D8C}"/>
                  </a:ext>
                </a:extLst>
              </p:cNvPr>
              <p:cNvSpPr/>
              <p:nvPr/>
            </p:nvSpPr>
            <p:spPr>
              <a:xfrm>
                <a:off x="240252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7" name="ph3442">
                <a:extLst>
                  <a:ext uri="{FF2B5EF4-FFF2-40B4-BE49-F238E27FC236}">
                    <a16:creationId xmlns:a16="http://schemas.microsoft.com/office/drawing/2014/main" id="{6D307AF9-045D-261A-6A2A-72B27F6BEFFE}"/>
                  </a:ext>
                </a:extLst>
              </p:cNvPr>
              <p:cNvSpPr/>
              <p:nvPr/>
            </p:nvSpPr>
            <p:spPr>
              <a:xfrm>
                <a:off x="241196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8" name="ph3443">
                <a:extLst>
                  <a:ext uri="{FF2B5EF4-FFF2-40B4-BE49-F238E27FC236}">
                    <a16:creationId xmlns:a16="http://schemas.microsoft.com/office/drawing/2014/main" id="{5E6957F8-9182-5D0F-30DC-B30C7505EED0}"/>
                  </a:ext>
                </a:extLst>
              </p:cNvPr>
              <p:cNvSpPr/>
              <p:nvPr/>
            </p:nvSpPr>
            <p:spPr>
              <a:xfrm>
                <a:off x="242140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E">
                  <a:alpha val="100000"/>
                </a:srgbClr>
              </a:solidFill>
              <a:ln w="5420" cap="flat">
                <a:solidFill>
                  <a:srgbClr val="AA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9" name="ph3444">
                <a:extLst>
                  <a:ext uri="{FF2B5EF4-FFF2-40B4-BE49-F238E27FC236}">
                    <a16:creationId xmlns:a16="http://schemas.microsoft.com/office/drawing/2014/main" id="{FE4CE6A3-639B-61FF-48A6-3EC723E23A16}"/>
                  </a:ext>
                </a:extLst>
              </p:cNvPr>
              <p:cNvSpPr/>
              <p:nvPr/>
            </p:nvSpPr>
            <p:spPr>
              <a:xfrm>
                <a:off x="243084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0" name="ph3445">
                <a:extLst>
                  <a:ext uri="{FF2B5EF4-FFF2-40B4-BE49-F238E27FC236}">
                    <a16:creationId xmlns:a16="http://schemas.microsoft.com/office/drawing/2014/main" id="{35173E6A-43B3-C910-7096-C41415C6A298}"/>
                  </a:ext>
                </a:extLst>
              </p:cNvPr>
              <p:cNvSpPr/>
              <p:nvPr/>
            </p:nvSpPr>
            <p:spPr>
              <a:xfrm>
                <a:off x="244028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1" name="ph3446">
                <a:extLst>
                  <a:ext uri="{FF2B5EF4-FFF2-40B4-BE49-F238E27FC236}">
                    <a16:creationId xmlns:a16="http://schemas.microsoft.com/office/drawing/2014/main" id="{169A5F2A-D974-AE9B-EF06-036959AD255F}"/>
                  </a:ext>
                </a:extLst>
              </p:cNvPr>
              <p:cNvSpPr/>
              <p:nvPr/>
            </p:nvSpPr>
            <p:spPr>
              <a:xfrm>
                <a:off x="244972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70">
                  <a:alpha val="100000"/>
                </a:srgbClr>
              </a:solidFill>
              <a:ln w="5420" cap="flat">
                <a:solidFill>
                  <a:srgbClr val="AB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2" name="ph3447">
                <a:extLst>
                  <a:ext uri="{FF2B5EF4-FFF2-40B4-BE49-F238E27FC236}">
                    <a16:creationId xmlns:a16="http://schemas.microsoft.com/office/drawing/2014/main" id="{DD4F374A-F525-EE6B-5EEF-B5F9EEF635DE}"/>
                  </a:ext>
                </a:extLst>
              </p:cNvPr>
              <p:cNvSpPr/>
              <p:nvPr/>
            </p:nvSpPr>
            <p:spPr>
              <a:xfrm>
                <a:off x="245916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3" name="ph3448">
                <a:extLst>
                  <a:ext uri="{FF2B5EF4-FFF2-40B4-BE49-F238E27FC236}">
                    <a16:creationId xmlns:a16="http://schemas.microsoft.com/office/drawing/2014/main" id="{7CD26534-36B9-6320-E704-E2B1456179F6}"/>
                  </a:ext>
                </a:extLst>
              </p:cNvPr>
              <p:cNvSpPr/>
              <p:nvPr/>
            </p:nvSpPr>
            <p:spPr>
              <a:xfrm>
                <a:off x="246860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4" name="ph3449">
                <a:extLst>
                  <a:ext uri="{FF2B5EF4-FFF2-40B4-BE49-F238E27FC236}">
                    <a16:creationId xmlns:a16="http://schemas.microsoft.com/office/drawing/2014/main" id="{4B033D37-56AF-B67D-E3C0-32CB3374BC9A}"/>
                  </a:ext>
                </a:extLst>
              </p:cNvPr>
              <p:cNvSpPr/>
              <p:nvPr/>
            </p:nvSpPr>
            <p:spPr>
              <a:xfrm>
                <a:off x="247804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5" name="ph3450">
                <a:extLst>
                  <a:ext uri="{FF2B5EF4-FFF2-40B4-BE49-F238E27FC236}">
                    <a16:creationId xmlns:a16="http://schemas.microsoft.com/office/drawing/2014/main" id="{1B32489C-6ED1-769B-2323-914BA5831F78}"/>
                  </a:ext>
                </a:extLst>
              </p:cNvPr>
              <p:cNvSpPr/>
              <p:nvPr/>
            </p:nvSpPr>
            <p:spPr>
              <a:xfrm>
                <a:off x="248748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6" name="ph3451">
                <a:extLst>
                  <a:ext uri="{FF2B5EF4-FFF2-40B4-BE49-F238E27FC236}">
                    <a16:creationId xmlns:a16="http://schemas.microsoft.com/office/drawing/2014/main" id="{35758CDC-55C8-C393-79E6-A9F1C4977877}"/>
                  </a:ext>
                </a:extLst>
              </p:cNvPr>
              <p:cNvSpPr/>
              <p:nvPr/>
            </p:nvSpPr>
            <p:spPr>
              <a:xfrm>
                <a:off x="249692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7" name="ph3452">
                <a:extLst>
                  <a:ext uri="{FF2B5EF4-FFF2-40B4-BE49-F238E27FC236}">
                    <a16:creationId xmlns:a16="http://schemas.microsoft.com/office/drawing/2014/main" id="{9B1C3E1B-D558-13E5-CEEA-92E429BCC8DF}"/>
                  </a:ext>
                </a:extLst>
              </p:cNvPr>
              <p:cNvSpPr/>
              <p:nvPr/>
            </p:nvSpPr>
            <p:spPr>
              <a:xfrm>
                <a:off x="250636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8" name="ph3453">
                <a:extLst>
                  <a:ext uri="{FF2B5EF4-FFF2-40B4-BE49-F238E27FC236}">
                    <a16:creationId xmlns:a16="http://schemas.microsoft.com/office/drawing/2014/main" id="{DF39E36C-8636-42A2-3FE2-A835A5123C63}"/>
                  </a:ext>
                </a:extLst>
              </p:cNvPr>
              <p:cNvSpPr/>
              <p:nvPr/>
            </p:nvSpPr>
            <p:spPr>
              <a:xfrm>
                <a:off x="251580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9" name="ph3454">
                <a:extLst>
                  <a:ext uri="{FF2B5EF4-FFF2-40B4-BE49-F238E27FC236}">
                    <a16:creationId xmlns:a16="http://schemas.microsoft.com/office/drawing/2014/main" id="{B6145B9A-5860-E4B1-DBB4-E20B2469C631}"/>
                  </a:ext>
                </a:extLst>
              </p:cNvPr>
              <p:cNvSpPr/>
              <p:nvPr/>
            </p:nvSpPr>
            <p:spPr>
              <a:xfrm>
                <a:off x="252524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0" name="ph3455">
                <a:extLst>
                  <a:ext uri="{FF2B5EF4-FFF2-40B4-BE49-F238E27FC236}">
                    <a16:creationId xmlns:a16="http://schemas.microsoft.com/office/drawing/2014/main" id="{D10BDE8E-EA0D-F097-56E8-13997AC1231D}"/>
                  </a:ext>
                </a:extLst>
              </p:cNvPr>
              <p:cNvSpPr/>
              <p:nvPr/>
            </p:nvSpPr>
            <p:spPr>
              <a:xfrm>
                <a:off x="253468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1" name="ph3456">
                <a:extLst>
                  <a:ext uri="{FF2B5EF4-FFF2-40B4-BE49-F238E27FC236}">
                    <a16:creationId xmlns:a16="http://schemas.microsoft.com/office/drawing/2014/main" id="{7ED00433-2FE4-B1DB-94D6-4639396FD52A}"/>
                  </a:ext>
                </a:extLst>
              </p:cNvPr>
              <p:cNvSpPr/>
              <p:nvPr/>
            </p:nvSpPr>
            <p:spPr>
              <a:xfrm>
                <a:off x="254412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2" name="ph3457">
                <a:extLst>
                  <a:ext uri="{FF2B5EF4-FFF2-40B4-BE49-F238E27FC236}">
                    <a16:creationId xmlns:a16="http://schemas.microsoft.com/office/drawing/2014/main" id="{6C0A7C6B-D308-3C30-EF8B-957264AA38FF}"/>
                  </a:ext>
                </a:extLst>
              </p:cNvPr>
              <p:cNvSpPr/>
              <p:nvPr/>
            </p:nvSpPr>
            <p:spPr>
              <a:xfrm>
                <a:off x="255356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3" name="ph3458">
                <a:extLst>
                  <a:ext uri="{FF2B5EF4-FFF2-40B4-BE49-F238E27FC236}">
                    <a16:creationId xmlns:a16="http://schemas.microsoft.com/office/drawing/2014/main" id="{70E9BE7E-5727-C0FE-F25E-D2421C43E68A}"/>
                  </a:ext>
                </a:extLst>
              </p:cNvPr>
              <p:cNvSpPr/>
              <p:nvPr/>
            </p:nvSpPr>
            <p:spPr>
              <a:xfrm>
                <a:off x="256300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4" name="ph3459">
                <a:extLst>
                  <a:ext uri="{FF2B5EF4-FFF2-40B4-BE49-F238E27FC236}">
                    <a16:creationId xmlns:a16="http://schemas.microsoft.com/office/drawing/2014/main" id="{FD07CBA5-031E-10DF-8839-1B7DF78B775C}"/>
                  </a:ext>
                </a:extLst>
              </p:cNvPr>
              <p:cNvSpPr/>
              <p:nvPr/>
            </p:nvSpPr>
            <p:spPr>
              <a:xfrm>
                <a:off x="257244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5" name="ph3460">
                <a:extLst>
                  <a:ext uri="{FF2B5EF4-FFF2-40B4-BE49-F238E27FC236}">
                    <a16:creationId xmlns:a16="http://schemas.microsoft.com/office/drawing/2014/main" id="{63A54AC3-4FD5-7922-CB50-E2BFED88B4AA}"/>
                  </a:ext>
                </a:extLst>
              </p:cNvPr>
              <p:cNvSpPr/>
              <p:nvPr/>
            </p:nvSpPr>
            <p:spPr>
              <a:xfrm>
                <a:off x="258188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6" name="ph3461">
                <a:extLst>
                  <a:ext uri="{FF2B5EF4-FFF2-40B4-BE49-F238E27FC236}">
                    <a16:creationId xmlns:a16="http://schemas.microsoft.com/office/drawing/2014/main" id="{FCF28DE6-60BD-60BD-EA0A-0778103065ED}"/>
                  </a:ext>
                </a:extLst>
              </p:cNvPr>
              <p:cNvSpPr/>
              <p:nvPr/>
            </p:nvSpPr>
            <p:spPr>
              <a:xfrm>
                <a:off x="259132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7" name="ph3462">
                <a:extLst>
                  <a:ext uri="{FF2B5EF4-FFF2-40B4-BE49-F238E27FC236}">
                    <a16:creationId xmlns:a16="http://schemas.microsoft.com/office/drawing/2014/main" id="{8BC7F1D5-B7F4-8FAC-190F-BDA8C131D50C}"/>
                  </a:ext>
                </a:extLst>
              </p:cNvPr>
              <p:cNvSpPr/>
              <p:nvPr/>
            </p:nvSpPr>
            <p:spPr>
              <a:xfrm>
                <a:off x="260076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8" name="ph3463">
                <a:extLst>
                  <a:ext uri="{FF2B5EF4-FFF2-40B4-BE49-F238E27FC236}">
                    <a16:creationId xmlns:a16="http://schemas.microsoft.com/office/drawing/2014/main" id="{9927FE97-067C-CF46-ED58-9B75806D581E}"/>
                  </a:ext>
                </a:extLst>
              </p:cNvPr>
              <p:cNvSpPr/>
              <p:nvPr/>
            </p:nvSpPr>
            <p:spPr>
              <a:xfrm>
                <a:off x="261020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9" name="ph3464">
                <a:extLst>
                  <a:ext uri="{FF2B5EF4-FFF2-40B4-BE49-F238E27FC236}">
                    <a16:creationId xmlns:a16="http://schemas.microsoft.com/office/drawing/2014/main" id="{F78050F5-BE38-24CB-518B-16DE93F21765}"/>
                  </a:ext>
                </a:extLst>
              </p:cNvPr>
              <p:cNvSpPr/>
              <p:nvPr/>
            </p:nvSpPr>
            <p:spPr>
              <a:xfrm>
                <a:off x="261964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0" name="ph3465">
                <a:extLst>
                  <a:ext uri="{FF2B5EF4-FFF2-40B4-BE49-F238E27FC236}">
                    <a16:creationId xmlns:a16="http://schemas.microsoft.com/office/drawing/2014/main" id="{E5E07DB6-EB27-669F-2050-4CE24D1E3162}"/>
                  </a:ext>
                </a:extLst>
              </p:cNvPr>
              <p:cNvSpPr/>
              <p:nvPr/>
            </p:nvSpPr>
            <p:spPr>
              <a:xfrm>
                <a:off x="2629086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1" name="ph3466">
                <a:extLst>
                  <a:ext uri="{FF2B5EF4-FFF2-40B4-BE49-F238E27FC236}">
                    <a16:creationId xmlns:a16="http://schemas.microsoft.com/office/drawing/2014/main" id="{DDBCCBDB-A966-FA75-CF99-B4EC3D5821D9}"/>
                  </a:ext>
                </a:extLst>
              </p:cNvPr>
              <p:cNvSpPr/>
              <p:nvPr/>
            </p:nvSpPr>
            <p:spPr>
              <a:xfrm>
                <a:off x="2647967" y="204480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302" y="896909"/>
                    </a:lnTo>
                    <a:lnTo>
                      <a:pt x="913493" y="902437"/>
                    </a:lnTo>
                    <a:lnTo>
                      <a:pt x="914400" y="903525"/>
                    </a:lnTo>
                    <a:close/>
                  </a:path>
                </a:pathLst>
              </a:custGeom>
              <a:solidFill>
                <a:srgbClr val="B9E077">
                  <a:alpha val="100000"/>
                </a:srgbClr>
              </a:solidFill>
              <a:ln w="5420" cap="flat">
                <a:solidFill>
                  <a:srgbClr val="B9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2" name="ph3467">
                <a:extLst>
                  <a:ext uri="{FF2B5EF4-FFF2-40B4-BE49-F238E27FC236}">
                    <a16:creationId xmlns:a16="http://schemas.microsoft.com/office/drawing/2014/main" id="{747643FA-BB5D-6577-C33C-30FE1BDAF6E6}"/>
                  </a:ext>
                </a:extLst>
              </p:cNvPr>
              <p:cNvSpPr/>
              <p:nvPr/>
            </p:nvSpPr>
            <p:spPr>
              <a:xfrm>
                <a:off x="2647967" y="2044803"/>
                <a:ext cx="922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935" h="914400">
                    <a:moveTo>
                      <a:pt x="914400" y="914400"/>
                    </a:moveTo>
                    <a:lnTo>
                      <a:pt x="914400" y="903525"/>
                    </a:lnTo>
                    <a:lnTo>
                      <a:pt x="918520" y="908467"/>
                    </a:lnTo>
                    <a:lnTo>
                      <a:pt x="922935" y="914400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3" name="ph3468">
                <a:extLst>
                  <a:ext uri="{FF2B5EF4-FFF2-40B4-BE49-F238E27FC236}">
                    <a16:creationId xmlns:a16="http://schemas.microsoft.com/office/drawing/2014/main" id="{E4D7F20F-5151-0145-BF32-3F3682DE8795}"/>
                  </a:ext>
                </a:extLst>
              </p:cNvPr>
              <p:cNvSpPr/>
              <p:nvPr/>
            </p:nvSpPr>
            <p:spPr>
              <a:xfrm>
                <a:off x="3157740" y="20272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231" y="931853"/>
                    </a:lnTo>
                    <a:lnTo>
                      <a:pt x="910305" y="931526"/>
                    </a:lnTo>
                    <a:lnTo>
                      <a:pt x="910380" y="931198"/>
                    </a:lnTo>
                    <a:lnTo>
                      <a:pt x="910454" y="930870"/>
                    </a:lnTo>
                    <a:lnTo>
                      <a:pt x="910528" y="930542"/>
                    </a:lnTo>
                    <a:lnTo>
                      <a:pt x="910602" y="930214"/>
                    </a:lnTo>
                    <a:lnTo>
                      <a:pt x="910676" y="929887"/>
                    </a:lnTo>
                    <a:lnTo>
                      <a:pt x="910750" y="929559"/>
                    </a:lnTo>
                    <a:lnTo>
                      <a:pt x="910824" y="929231"/>
                    </a:lnTo>
                    <a:lnTo>
                      <a:pt x="910898" y="928903"/>
                    </a:lnTo>
                    <a:lnTo>
                      <a:pt x="910973" y="928576"/>
                    </a:lnTo>
                    <a:lnTo>
                      <a:pt x="911047" y="928248"/>
                    </a:lnTo>
                    <a:lnTo>
                      <a:pt x="911121" y="927920"/>
                    </a:lnTo>
                    <a:lnTo>
                      <a:pt x="911195" y="927592"/>
                    </a:lnTo>
                    <a:lnTo>
                      <a:pt x="911269" y="927264"/>
                    </a:lnTo>
                    <a:lnTo>
                      <a:pt x="911343" y="926937"/>
                    </a:lnTo>
                    <a:lnTo>
                      <a:pt x="911445" y="926486"/>
                    </a:lnTo>
                    <a:lnTo>
                      <a:pt x="911021" y="919941"/>
                    </a:lnTo>
                    <a:lnTo>
                      <a:pt x="910811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4" name="ph3469">
                <a:extLst>
                  <a:ext uri="{FF2B5EF4-FFF2-40B4-BE49-F238E27FC236}">
                    <a16:creationId xmlns:a16="http://schemas.microsoft.com/office/drawing/2014/main" id="{4CD62ED2-CFEB-2BA3-D701-EDA669AE6B0E}"/>
                  </a:ext>
                </a:extLst>
              </p:cNvPr>
              <p:cNvSpPr/>
              <p:nvPr/>
            </p:nvSpPr>
            <p:spPr>
              <a:xfrm>
                <a:off x="315774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5" name="ph3470">
                <a:extLst>
                  <a:ext uri="{FF2B5EF4-FFF2-40B4-BE49-F238E27FC236}">
                    <a16:creationId xmlns:a16="http://schemas.microsoft.com/office/drawing/2014/main" id="{2EC63CC7-0A48-7365-EE4E-100F543CC454}"/>
                  </a:ext>
                </a:extLst>
              </p:cNvPr>
              <p:cNvSpPr/>
              <p:nvPr/>
            </p:nvSpPr>
            <p:spPr>
              <a:xfrm>
                <a:off x="316718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6" name="ph3471">
                <a:extLst>
                  <a:ext uri="{FF2B5EF4-FFF2-40B4-BE49-F238E27FC236}">
                    <a16:creationId xmlns:a16="http://schemas.microsoft.com/office/drawing/2014/main" id="{F8D49652-230A-98DF-387E-75380C735BA8}"/>
                  </a:ext>
                </a:extLst>
              </p:cNvPr>
              <p:cNvSpPr/>
              <p:nvPr/>
            </p:nvSpPr>
            <p:spPr>
              <a:xfrm>
                <a:off x="317662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7" name="ph3472">
                <a:extLst>
                  <a:ext uri="{FF2B5EF4-FFF2-40B4-BE49-F238E27FC236}">
                    <a16:creationId xmlns:a16="http://schemas.microsoft.com/office/drawing/2014/main" id="{6F79584F-CB62-E2C4-05A1-8B1583B592CF}"/>
                  </a:ext>
                </a:extLst>
              </p:cNvPr>
              <p:cNvSpPr/>
              <p:nvPr/>
            </p:nvSpPr>
            <p:spPr>
              <a:xfrm>
                <a:off x="3186060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8" name="ph3473">
                <a:extLst>
                  <a:ext uri="{FF2B5EF4-FFF2-40B4-BE49-F238E27FC236}">
                    <a16:creationId xmlns:a16="http://schemas.microsoft.com/office/drawing/2014/main" id="{4F0A1786-0A39-A738-9E58-C1B3E0644D3D}"/>
                  </a:ext>
                </a:extLst>
              </p:cNvPr>
              <p:cNvSpPr/>
              <p:nvPr/>
            </p:nvSpPr>
            <p:spPr>
              <a:xfrm>
                <a:off x="319550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9" name="ph3474">
                <a:extLst>
                  <a:ext uri="{FF2B5EF4-FFF2-40B4-BE49-F238E27FC236}">
                    <a16:creationId xmlns:a16="http://schemas.microsoft.com/office/drawing/2014/main" id="{FDEB9541-5102-01E5-C6D2-E476C7C9E373}"/>
                  </a:ext>
                </a:extLst>
              </p:cNvPr>
              <p:cNvSpPr/>
              <p:nvPr/>
            </p:nvSpPr>
            <p:spPr>
              <a:xfrm>
                <a:off x="320494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0" name="ph3475">
                <a:extLst>
                  <a:ext uri="{FF2B5EF4-FFF2-40B4-BE49-F238E27FC236}">
                    <a16:creationId xmlns:a16="http://schemas.microsoft.com/office/drawing/2014/main" id="{5F4403CB-B33E-A005-D6B0-08966D5C1B9F}"/>
                  </a:ext>
                </a:extLst>
              </p:cNvPr>
              <p:cNvSpPr/>
              <p:nvPr/>
            </p:nvSpPr>
            <p:spPr>
              <a:xfrm>
                <a:off x="321438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1" name="ph3476">
                <a:extLst>
                  <a:ext uri="{FF2B5EF4-FFF2-40B4-BE49-F238E27FC236}">
                    <a16:creationId xmlns:a16="http://schemas.microsoft.com/office/drawing/2014/main" id="{6C6CB91D-C5F6-EC3E-2E7D-F782500DE58C}"/>
                  </a:ext>
                </a:extLst>
              </p:cNvPr>
              <p:cNvSpPr/>
              <p:nvPr/>
            </p:nvSpPr>
            <p:spPr>
              <a:xfrm>
                <a:off x="3223821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2" name="ph3477">
                <a:extLst>
                  <a:ext uri="{FF2B5EF4-FFF2-40B4-BE49-F238E27FC236}">
                    <a16:creationId xmlns:a16="http://schemas.microsoft.com/office/drawing/2014/main" id="{233190A1-21B8-E869-D2B1-02739E45B911}"/>
                  </a:ext>
                </a:extLst>
              </p:cNvPr>
              <p:cNvSpPr/>
              <p:nvPr/>
            </p:nvSpPr>
            <p:spPr>
              <a:xfrm>
                <a:off x="323326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3" name="ph3478">
                <a:extLst>
                  <a:ext uri="{FF2B5EF4-FFF2-40B4-BE49-F238E27FC236}">
                    <a16:creationId xmlns:a16="http://schemas.microsoft.com/office/drawing/2014/main" id="{40212A38-582C-D392-27AD-57EBE144A0CA}"/>
                  </a:ext>
                </a:extLst>
              </p:cNvPr>
              <p:cNvSpPr/>
              <p:nvPr/>
            </p:nvSpPr>
            <p:spPr>
              <a:xfrm>
                <a:off x="324270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4" name="ph3479">
                <a:extLst>
                  <a:ext uri="{FF2B5EF4-FFF2-40B4-BE49-F238E27FC236}">
                    <a16:creationId xmlns:a16="http://schemas.microsoft.com/office/drawing/2014/main" id="{2F0D1D15-1267-BEB8-971F-EB06F4B0BA26}"/>
                  </a:ext>
                </a:extLst>
              </p:cNvPr>
              <p:cNvSpPr/>
              <p:nvPr/>
            </p:nvSpPr>
            <p:spPr>
              <a:xfrm>
                <a:off x="325214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5" name="ph3480">
                <a:extLst>
                  <a:ext uri="{FF2B5EF4-FFF2-40B4-BE49-F238E27FC236}">
                    <a16:creationId xmlns:a16="http://schemas.microsoft.com/office/drawing/2014/main" id="{286FB92F-E86F-4F7E-1203-5E830CFD19BC}"/>
                  </a:ext>
                </a:extLst>
              </p:cNvPr>
              <p:cNvSpPr/>
              <p:nvPr/>
            </p:nvSpPr>
            <p:spPr>
              <a:xfrm>
                <a:off x="3261582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6" name="ph3481">
                <a:extLst>
                  <a:ext uri="{FF2B5EF4-FFF2-40B4-BE49-F238E27FC236}">
                    <a16:creationId xmlns:a16="http://schemas.microsoft.com/office/drawing/2014/main" id="{922760E2-400E-CC54-EF0B-D4075A9794C1}"/>
                  </a:ext>
                </a:extLst>
              </p:cNvPr>
              <p:cNvSpPr/>
              <p:nvPr/>
            </p:nvSpPr>
            <p:spPr>
              <a:xfrm>
                <a:off x="327102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7" name="ph3482">
                <a:extLst>
                  <a:ext uri="{FF2B5EF4-FFF2-40B4-BE49-F238E27FC236}">
                    <a16:creationId xmlns:a16="http://schemas.microsoft.com/office/drawing/2014/main" id="{BE05308B-9993-C1DE-E313-39646BD03B1F}"/>
                  </a:ext>
                </a:extLst>
              </p:cNvPr>
              <p:cNvSpPr/>
              <p:nvPr/>
            </p:nvSpPr>
            <p:spPr>
              <a:xfrm>
                <a:off x="328046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8" name="ph3483">
                <a:extLst>
                  <a:ext uri="{FF2B5EF4-FFF2-40B4-BE49-F238E27FC236}">
                    <a16:creationId xmlns:a16="http://schemas.microsoft.com/office/drawing/2014/main" id="{73B3ACDF-F44E-9516-964D-581100B666CB}"/>
                  </a:ext>
                </a:extLst>
              </p:cNvPr>
              <p:cNvSpPr/>
              <p:nvPr/>
            </p:nvSpPr>
            <p:spPr>
              <a:xfrm>
                <a:off x="328990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9" name="ph3484">
                <a:extLst>
                  <a:ext uri="{FF2B5EF4-FFF2-40B4-BE49-F238E27FC236}">
                    <a16:creationId xmlns:a16="http://schemas.microsoft.com/office/drawing/2014/main" id="{8B705662-891D-2602-6DF0-9F9AF80978DB}"/>
                  </a:ext>
                </a:extLst>
              </p:cNvPr>
              <p:cNvSpPr/>
              <p:nvPr/>
            </p:nvSpPr>
            <p:spPr>
              <a:xfrm>
                <a:off x="3299343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0" name="ph3485">
                <a:extLst>
                  <a:ext uri="{FF2B5EF4-FFF2-40B4-BE49-F238E27FC236}">
                    <a16:creationId xmlns:a16="http://schemas.microsoft.com/office/drawing/2014/main" id="{35CDCEAC-56C8-3C5A-4284-BBC07372892C}"/>
                  </a:ext>
                </a:extLst>
              </p:cNvPr>
              <p:cNvSpPr/>
              <p:nvPr/>
            </p:nvSpPr>
            <p:spPr>
              <a:xfrm>
                <a:off x="330878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1" name="ph3486">
                <a:extLst>
                  <a:ext uri="{FF2B5EF4-FFF2-40B4-BE49-F238E27FC236}">
                    <a16:creationId xmlns:a16="http://schemas.microsoft.com/office/drawing/2014/main" id="{CEB40550-8B2F-DE3E-7399-B6B98F1F72A3}"/>
                  </a:ext>
                </a:extLst>
              </p:cNvPr>
              <p:cNvSpPr/>
              <p:nvPr/>
            </p:nvSpPr>
            <p:spPr>
              <a:xfrm>
                <a:off x="331822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2" name="ph3487">
                <a:extLst>
                  <a:ext uri="{FF2B5EF4-FFF2-40B4-BE49-F238E27FC236}">
                    <a16:creationId xmlns:a16="http://schemas.microsoft.com/office/drawing/2014/main" id="{4E319643-BD87-1CBA-7C0E-3210BFCD7B4B}"/>
                  </a:ext>
                </a:extLst>
              </p:cNvPr>
              <p:cNvSpPr/>
              <p:nvPr/>
            </p:nvSpPr>
            <p:spPr>
              <a:xfrm>
                <a:off x="332766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3" name="ph3488">
                <a:extLst>
                  <a:ext uri="{FF2B5EF4-FFF2-40B4-BE49-F238E27FC236}">
                    <a16:creationId xmlns:a16="http://schemas.microsoft.com/office/drawing/2014/main" id="{BD423E77-9C5F-BDD8-37BA-65BCE61AC604}"/>
                  </a:ext>
                </a:extLst>
              </p:cNvPr>
              <p:cNvSpPr/>
              <p:nvPr/>
            </p:nvSpPr>
            <p:spPr>
              <a:xfrm>
                <a:off x="333710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4" name="ph3489">
                <a:extLst>
                  <a:ext uri="{FF2B5EF4-FFF2-40B4-BE49-F238E27FC236}">
                    <a16:creationId xmlns:a16="http://schemas.microsoft.com/office/drawing/2014/main" id="{E6DF05DA-FC7B-1FF5-F34D-59669D28DCA2}"/>
                  </a:ext>
                </a:extLst>
              </p:cNvPr>
              <p:cNvSpPr/>
              <p:nvPr/>
            </p:nvSpPr>
            <p:spPr>
              <a:xfrm>
                <a:off x="3346544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5" name="ph3490">
                <a:extLst>
                  <a:ext uri="{FF2B5EF4-FFF2-40B4-BE49-F238E27FC236}">
                    <a16:creationId xmlns:a16="http://schemas.microsoft.com/office/drawing/2014/main" id="{9D79E62B-E5A6-6BD9-52DE-FADC8C095794}"/>
                  </a:ext>
                </a:extLst>
              </p:cNvPr>
              <p:cNvSpPr/>
              <p:nvPr/>
            </p:nvSpPr>
            <p:spPr>
              <a:xfrm>
                <a:off x="335598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6" name="ph3491">
                <a:extLst>
                  <a:ext uri="{FF2B5EF4-FFF2-40B4-BE49-F238E27FC236}">
                    <a16:creationId xmlns:a16="http://schemas.microsoft.com/office/drawing/2014/main" id="{54EFBB4D-E934-BC83-912D-3F3883A5D372}"/>
                  </a:ext>
                </a:extLst>
              </p:cNvPr>
              <p:cNvSpPr/>
              <p:nvPr/>
            </p:nvSpPr>
            <p:spPr>
              <a:xfrm>
                <a:off x="336542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7" name="ph3492">
                <a:extLst>
                  <a:ext uri="{FF2B5EF4-FFF2-40B4-BE49-F238E27FC236}">
                    <a16:creationId xmlns:a16="http://schemas.microsoft.com/office/drawing/2014/main" id="{29246341-4653-CF73-8B8D-E4BAD8CA6130}"/>
                  </a:ext>
                </a:extLst>
              </p:cNvPr>
              <p:cNvSpPr/>
              <p:nvPr/>
            </p:nvSpPr>
            <p:spPr>
              <a:xfrm>
                <a:off x="3374865" y="20272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8" name="ph3493">
                <a:extLst>
                  <a:ext uri="{FF2B5EF4-FFF2-40B4-BE49-F238E27FC236}">
                    <a16:creationId xmlns:a16="http://schemas.microsoft.com/office/drawing/2014/main" id="{E12E7A0E-DD95-7DFC-01D2-49CC947ADE73}"/>
                  </a:ext>
                </a:extLst>
              </p:cNvPr>
              <p:cNvSpPr/>
              <p:nvPr/>
            </p:nvSpPr>
            <p:spPr>
              <a:xfrm>
                <a:off x="3384305" y="204480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2622"/>
                    </a:lnTo>
                    <a:lnTo>
                      <a:pt x="922335" y="907456"/>
                    </a:lnTo>
                    <a:lnTo>
                      <a:pt x="91991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9" name="ph3494">
                <a:extLst>
                  <a:ext uri="{FF2B5EF4-FFF2-40B4-BE49-F238E27FC236}">
                    <a16:creationId xmlns:a16="http://schemas.microsoft.com/office/drawing/2014/main" id="{906E1F35-2B27-7C94-4FEC-D4968283A93E}"/>
                  </a:ext>
                </a:extLst>
              </p:cNvPr>
              <p:cNvSpPr/>
              <p:nvPr/>
            </p:nvSpPr>
            <p:spPr>
              <a:xfrm>
                <a:off x="3393746" y="2027233"/>
                <a:ext cx="916157" cy="920191"/>
              </a:xfrm>
              <a:custGeom>
                <a:avLst/>
                <a:gdLst/>
                <a:ahLst/>
                <a:cxnLst/>
                <a:rect l="0" t="0" r="0" b="0"/>
                <a:pathLst>
                  <a:path w="916157" h="920191">
                    <a:moveTo>
                      <a:pt x="914400" y="914400"/>
                    </a:moveTo>
                    <a:lnTo>
                      <a:pt x="916157" y="914400"/>
                    </a:lnTo>
                    <a:lnTo>
                      <a:pt x="915810" y="915659"/>
                    </a:lnTo>
                    <a:lnTo>
                      <a:pt x="914400" y="92019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0" name="ph3495">
                <a:extLst>
                  <a:ext uri="{FF2B5EF4-FFF2-40B4-BE49-F238E27FC236}">
                    <a16:creationId xmlns:a16="http://schemas.microsoft.com/office/drawing/2014/main" id="{7B79121C-320C-0395-8618-3D670F598850}"/>
                  </a:ext>
                </a:extLst>
              </p:cNvPr>
              <p:cNvSpPr/>
              <p:nvPr/>
            </p:nvSpPr>
            <p:spPr>
              <a:xfrm>
                <a:off x="2317558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37" y="931969"/>
                    </a:lnTo>
                    <a:lnTo>
                      <a:pt x="908175" y="922348"/>
                    </a:lnTo>
                    <a:lnTo>
                      <a:pt x="907654" y="920255"/>
                    </a:lnTo>
                    <a:lnTo>
                      <a:pt x="907135" y="918175"/>
                    </a:lnTo>
                    <a:lnTo>
                      <a:pt x="906617" y="916094"/>
                    </a:lnTo>
                    <a:lnTo>
                      <a:pt x="906195" y="914400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1" name="ph3496">
                <a:extLst>
                  <a:ext uri="{FF2B5EF4-FFF2-40B4-BE49-F238E27FC236}">
                    <a16:creationId xmlns:a16="http://schemas.microsoft.com/office/drawing/2014/main" id="{042F4EAC-0974-380B-0444-DCA531786C64}"/>
                  </a:ext>
                </a:extLst>
              </p:cNvPr>
              <p:cNvSpPr/>
              <p:nvPr/>
            </p:nvSpPr>
            <p:spPr>
              <a:xfrm>
                <a:off x="2317558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2" name="ph3497">
                <a:extLst>
                  <a:ext uri="{FF2B5EF4-FFF2-40B4-BE49-F238E27FC236}">
                    <a16:creationId xmlns:a16="http://schemas.microsoft.com/office/drawing/2014/main" id="{E340C121-C9A0-EF7C-9956-A114267960B9}"/>
                  </a:ext>
                </a:extLst>
              </p:cNvPr>
              <p:cNvSpPr/>
              <p:nvPr/>
            </p:nvSpPr>
            <p:spPr>
              <a:xfrm>
                <a:off x="232699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3" name="ph3498">
                <a:extLst>
                  <a:ext uri="{FF2B5EF4-FFF2-40B4-BE49-F238E27FC236}">
                    <a16:creationId xmlns:a16="http://schemas.microsoft.com/office/drawing/2014/main" id="{38916075-CCCF-72DA-FE52-6FF7E677DF78}"/>
                  </a:ext>
                </a:extLst>
              </p:cNvPr>
              <p:cNvSpPr/>
              <p:nvPr/>
            </p:nvSpPr>
            <p:spPr>
              <a:xfrm>
                <a:off x="233643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4" name="ph3499">
                <a:extLst>
                  <a:ext uri="{FF2B5EF4-FFF2-40B4-BE49-F238E27FC236}">
                    <a16:creationId xmlns:a16="http://schemas.microsoft.com/office/drawing/2014/main" id="{AE31A925-B025-B107-A23E-14112C2ADE49}"/>
                  </a:ext>
                </a:extLst>
              </p:cNvPr>
              <p:cNvSpPr/>
              <p:nvPr/>
            </p:nvSpPr>
            <p:spPr>
              <a:xfrm>
                <a:off x="234587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5" name="ph3500">
                <a:extLst>
                  <a:ext uri="{FF2B5EF4-FFF2-40B4-BE49-F238E27FC236}">
                    <a16:creationId xmlns:a16="http://schemas.microsoft.com/office/drawing/2014/main" id="{6748D389-3434-CCF6-5EB1-92525793F9D7}"/>
                  </a:ext>
                </a:extLst>
              </p:cNvPr>
              <p:cNvSpPr/>
              <p:nvPr/>
            </p:nvSpPr>
            <p:spPr>
              <a:xfrm>
                <a:off x="2355319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6" name="ph3501">
                <a:extLst>
                  <a:ext uri="{FF2B5EF4-FFF2-40B4-BE49-F238E27FC236}">
                    <a16:creationId xmlns:a16="http://schemas.microsoft.com/office/drawing/2014/main" id="{DABAD055-145F-FF9C-0F61-37E5279B7E37}"/>
                  </a:ext>
                </a:extLst>
              </p:cNvPr>
              <p:cNvSpPr/>
              <p:nvPr/>
            </p:nvSpPr>
            <p:spPr>
              <a:xfrm>
                <a:off x="236476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7" name="ph3502">
                <a:extLst>
                  <a:ext uri="{FF2B5EF4-FFF2-40B4-BE49-F238E27FC236}">
                    <a16:creationId xmlns:a16="http://schemas.microsoft.com/office/drawing/2014/main" id="{79CB07D7-3179-6306-5CE9-49D6D7FBD611}"/>
                  </a:ext>
                </a:extLst>
              </p:cNvPr>
              <p:cNvSpPr/>
              <p:nvPr/>
            </p:nvSpPr>
            <p:spPr>
              <a:xfrm>
                <a:off x="237420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8" name="ph3503">
                <a:extLst>
                  <a:ext uri="{FF2B5EF4-FFF2-40B4-BE49-F238E27FC236}">
                    <a16:creationId xmlns:a16="http://schemas.microsoft.com/office/drawing/2014/main" id="{0875D0FC-094B-BD8F-039E-FBC6D3D67A52}"/>
                  </a:ext>
                </a:extLst>
              </p:cNvPr>
              <p:cNvSpPr/>
              <p:nvPr/>
            </p:nvSpPr>
            <p:spPr>
              <a:xfrm>
                <a:off x="238364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9" name="ph3504">
                <a:extLst>
                  <a:ext uri="{FF2B5EF4-FFF2-40B4-BE49-F238E27FC236}">
                    <a16:creationId xmlns:a16="http://schemas.microsoft.com/office/drawing/2014/main" id="{396EA175-BB05-F642-4B75-41BDC430D729}"/>
                  </a:ext>
                </a:extLst>
              </p:cNvPr>
              <p:cNvSpPr/>
              <p:nvPr/>
            </p:nvSpPr>
            <p:spPr>
              <a:xfrm>
                <a:off x="239308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0" name="ph3505">
                <a:extLst>
                  <a:ext uri="{FF2B5EF4-FFF2-40B4-BE49-F238E27FC236}">
                    <a16:creationId xmlns:a16="http://schemas.microsoft.com/office/drawing/2014/main" id="{A7DE654F-4C6C-35C8-F944-F0CEEA1EC50F}"/>
                  </a:ext>
                </a:extLst>
              </p:cNvPr>
              <p:cNvSpPr/>
              <p:nvPr/>
            </p:nvSpPr>
            <p:spPr>
              <a:xfrm>
                <a:off x="240252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1" name="ph3506">
                <a:extLst>
                  <a:ext uri="{FF2B5EF4-FFF2-40B4-BE49-F238E27FC236}">
                    <a16:creationId xmlns:a16="http://schemas.microsoft.com/office/drawing/2014/main" id="{A4BAF033-00CA-BCB2-A57E-CA822F0AF718}"/>
                  </a:ext>
                </a:extLst>
              </p:cNvPr>
              <p:cNvSpPr/>
              <p:nvPr/>
            </p:nvSpPr>
            <p:spPr>
              <a:xfrm>
                <a:off x="241196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2" name="ph3507">
                <a:extLst>
                  <a:ext uri="{FF2B5EF4-FFF2-40B4-BE49-F238E27FC236}">
                    <a16:creationId xmlns:a16="http://schemas.microsoft.com/office/drawing/2014/main" id="{99FF5596-432C-3ABE-CAE2-6CB69C077253}"/>
                  </a:ext>
                </a:extLst>
              </p:cNvPr>
              <p:cNvSpPr/>
              <p:nvPr/>
            </p:nvSpPr>
            <p:spPr>
              <a:xfrm>
                <a:off x="242140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3" name="ph3508">
                <a:extLst>
                  <a:ext uri="{FF2B5EF4-FFF2-40B4-BE49-F238E27FC236}">
                    <a16:creationId xmlns:a16="http://schemas.microsoft.com/office/drawing/2014/main" id="{FEA743C4-F059-B8B6-1AEE-488985E94FBC}"/>
                  </a:ext>
                </a:extLst>
              </p:cNvPr>
              <p:cNvSpPr/>
              <p:nvPr/>
            </p:nvSpPr>
            <p:spPr>
              <a:xfrm>
                <a:off x="243084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4" name="ph3509">
                <a:extLst>
                  <a:ext uri="{FF2B5EF4-FFF2-40B4-BE49-F238E27FC236}">
                    <a16:creationId xmlns:a16="http://schemas.microsoft.com/office/drawing/2014/main" id="{D92D94E5-DA95-4451-D5A5-1F9B2632C022}"/>
                  </a:ext>
                </a:extLst>
              </p:cNvPr>
              <p:cNvSpPr/>
              <p:nvPr/>
            </p:nvSpPr>
            <p:spPr>
              <a:xfrm>
                <a:off x="244028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5" name="ph3510">
                <a:extLst>
                  <a:ext uri="{FF2B5EF4-FFF2-40B4-BE49-F238E27FC236}">
                    <a16:creationId xmlns:a16="http://schemas.microsoft.com/office/drawing/2014/main" id="{65060029-3528-ECB0-F1D7-9FC6557C50A0}"/>
                  </a:ext>
                </a:extLst>
              </p:cNvPr>
              <p:cNvSpPr/>
              <p:nvPr/>
            </p:nvSpPr>
            <p:spPr>
              <a:xfrm>
                <a:off x="244972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6" name="ph3511">
                <a:extLst>
                  <a:ext uri="{FF2B5EF4-FFF2-40B4-BE49-F238E27FC236}">
                    <a16:creationId xmlns:a16="http://schemas.microsoft.com/office/drawing/2014/main" id="{CDAC44D4-E831-3A21-41DA-C4243DE75881}"/>
                  </a:ext>
                </a:extLst>
              </p:cNvPr>
              <p:cNvSpPr/>
              <p:nvPr/>
            </p:nvSpPr>
            <p:spPr>
              <a:xfrm>
                <a:off x="245916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7" name="ph3512">
                <a:extLst>
                  <a:ext uri="{FF2B5EF4-FFF2-40B4-BE49-F238E27FC236}">
                    <a16:creationId xmlns:a16="http://schemas.microsoft.com/office/drawing/2014/main" id="{F4C9B230-F40E-87D4-EAB7-02465399B104}"/>
                  </a:ext>
                </a:extLst>
              </p:cNvPr>
              <p:cNvSpPr/>
              <p:nvPr/>
            </p:nvSpPr>
            <p:spPr>
              <a:xfrm>
                <a:off x="246860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8" name="ph3513">
                <a:extLst>
                  <a:ext uri="{FF2B5EF4-FFF2-40B4-BE49-F238E27FC236}">
                    <a16:creationId xmlns:a16="http://schemas.microsoft.com/office/drawing/2014/main" id="{79D116CC-CEB9-BE0D-0C79-BB8287A445EF}"/>
                  </a:ext>
                </a:extLst>
              </p:cNvPr>
              <p:cNvSpPr/>
              <p:nvPr/>
            </p:nvSpPr>
            <p:spPr>
              <a:xfrm>
                <a:off x="247804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9" name="ph3514">
                <a:extLst>
                  <a:ext uri="{FF2B5EF4-FFF2-40B4-BE49-F238E27FC236}">
                    <a16:creationId xmlns:a16="http://schemas.microsoft.com/office/drawing/2014/main" id="{3B09F084-65B2-47DB-F033-16EFDBAD0F91}"/>
                  </a:ext>
                </a:extLst>
              </p:cNvPr>
              <p:cNvSpPr/>
              <p:nvPr/>
            </p:nvSpPr>
            <p:spPr>
              <a:xfrm>
                <a:off x="248748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0" name="ph3515">
                <a:extLst>
                  <a:ext uri="{FF2B5EF4-FFF2-40B4-BE49-F238E27FC236}">
                    <a16:creationId xmlns:a16="http://schemas.microsoft.com/office/drawing/2014/main" id="{22F0D10D-C2C3-54EC-401A-610066292193}"/>
                  </a:ext>
                </a:extLst>
              </p:cNvPr>
              <p:cNvSpPr/>
              <p:nvPr/>
            </p:nvSpPr>
            <p:spPr>
              <a:xfrm>
                <a:off x="249692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1" name="ph3516">
                <a:extLst>
                  <a:ext uri="{FF2B5EF4-FFF2-40B4-BE49-F238E27FC236}">
                    <a16:creationId xmlns:a16="http://schemas.microsoft.com/office/drawing/2014/main" id="{3D42B91E-1591-4376-17DA-F171C5F648C2}"/>
                  </a:ext>
                </a:extLst>
              </p:cNvPr>
              <p:cNvSpPr/>
              <p:nvPr/>
            </p:nvSpPr>
            <p:spPr>
              <a:xfrm>
                <a:off x="250636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2" name="ph3517">
                <a:extLst>
                  <a:ext uri="{FF2B5EF4-FFF2-40B4-BE49-F238E27FC236}">
                    <a16:creationId xmlns:a16="http://schemas.microsoft.com/office/drawing/2014/main" id="{E2753721-5ABC-5533-01F7-C2F8F5B7EB47}"/>
                  </a:ext>
                </a:extLst>
              </p:cNvPr>
              <p:cNvSpPr/>
              <p:nvPr/>
            </p:nvSpPr>
            <p:spPr>
              <a:xfrm>
                <a:off x="251580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B70">
                  <a:alpha val="100000"/>
                </a:srgbClr>
              </a:solidFill>
              <a:ln w="5420" cap="flat">
                <a:solidFill>
                  <a:srgbClr val="AD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3" name="ph3518">
                <a:extLst>
                  <a:ext uri="{FF2B5EF4-FFF2-40B4-BE49-F238E27FC236}">
                    <a16:creationId xmlns:a16="http://schemas.microsoft.com/office/drawing/2014/main" id="{1BF9B39B-713B-C0CE-0AEB-AE11BCC5E154}"/>
                  </a:ext>
                </a:extLst>
              </p:cNvPr>
              <p:cNvSpPr/>
              <p:nvPr/>
            </p:nvSpPr>
            <p:spPr>
              <a:xfrm>
                <a:off x="252524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4" name="ph3519">
                <a:extLst>
                  <a:ext uri="{FF2B5EF4-FFF2-40B4-BE49-F238E27FC236}">
                    <a16:creationId xmlns:a16="http://schemas.microsoft.com/office/drawing/2014/main" id="{2BE9DED5-CC33-D9FD-C616-D084271012E0}"/>
                  </a:ext>
                </a:extLst>
              </p:cNvPr>
              <p:cNvSpPr/>
              <p:nvPr/>
            </p:nvSpPr>
            <p:spPr>
              <a:xfrm>
                <a:off x="253468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5" name="ph3520">
                <a:extLst>
                  <a:ext uri="{FF2B5EF4-FFF2-40B4-BE49-F238E27FC236}">
                    <a16:creationId xmlns:a16="http://schemas.microsoft.com/office/drawing/2014/main" id="{AA9D9793-DC4B-CA04-C6F9-736DBB7C06AC}"/>
                  </a:ext>
                </a:extLst>
              </p:cNvPr>
              <p:cNvSpPr/>
              <p:nvPr/>
            </p:nvSpPr>
            <p:spPr>
              <a:xfrm>
                <a:off x="254412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6" name="ph3521">
                <a:extLst>
                  <a:ext uri="{FF2B5EF4-FFF2-40B4-BE49-F238E27FC236}">
                    <a16:creationId xmlns:a16="http://schemas.microsoft.com/office/drawing/2014/main" id="{3E344D21-5FD6-A84D-EBD1-DBA899835076}"/>
                  </a:ext>
                </a:extLst>
              </p:cNvPr>
              <p:cNvSpPr/>
              <p:nvPr/>
            </p:nvSpPr>
            <p:spPr>
              <a:xfrm>
                <a:off x="255356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7" name="ph3522">
                <a:extLst>
                  <a:ext uri="{FF2B5EF4-FFF2-40B4-BE49-F238E27FC236}">
                    <a16:creationId xmlns:a16="http://schemas.microsoft.com/office/drawing/2014/main" id="{86C406DD-5D48-BC0E-3137-48EDCE9F5C8F}"/>
                  </a:ext>
                </a:extLst>
              </p:cNvPr>
              <p:cNvSpPr/>
              <p:nvPr/>
            </p:nvSpPr>
            <p:spPr>
              <a:xfrm>
                <a:off x="256300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8" name="ph3523">
                <a:extLst>
                  <a:ext uri="{FF2B5EF4-FFF2-40B4-BE49-F238E27FC236}">
                    <a16:creationId xmlns:a16="http://schemas.microsoft.com/office/drawing/2014/main" id="{41F46C69-F052-AD54-F21A-1A2D29244A5C}"/>
                  </a:ext>
                </a:extLst>
              </p:cNvPr>
              <p:cNvSpPr/>
              <p:nvPr/>
            </p:nvSpPr>
            <p:spPr>
              <a:xfrm>
                <a:off x="257244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9" name="ph3524">
                <a:extLst>
                  <a:ext uri="{FF2B5EF4-FFF2-40B4-BE49-F238E27FC236}">
                    <a16:creationId xmlns:a16="http://schemas.microsoft.com/office/drawing/2014/main" id="{AFFF99EE-158E-9FA4-EC68-14EF112C06F2}"/>
                  </a:ext>
                </a:extLst>
              </p:cNvPr>
              <p:cNvSpPr/>
              <p:nvPr/>
            </p:nvSpPr>
            <p:spPr>
              <a:xfrm>
                <a:off x="258188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E74">
                  <a:alpha val="100000"/>
                </a:srgbClr>
              </a:solidFill>
              <a:ln w="5420" cap="flat">
                <a:solidFill>
                  <a:srgbClr val="B2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0" name="ph3525">
                <a:extLst>
                  <a:ext uri="{FF2B5EF4-FFF2-40B4-BE49-F238E27FC236}">
                    <a16:creationId xmlns:a16="http://schemas.microsoft.com/office/drawing/2014/main" id="{5BEEB769-1F25-5382-DC64-17E84F6553FB}"/>
                  </a:ext>
                </a:extLst>
              </p:cNvPr>
              <p:cNvSpPr/>
              <p:nvPr/>
            </p:nvSpPr>
            <p:spPr>
              <a:xfrm>
                <a:off x="259132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1" name="ph3526">
                <a:extLst>
                  <a:ext uri="{FF2B5EF4-FFF2-40B4-BE49-F238E27FC236}">
                    <a16:creationId xmlns:a16="http://schemas.microsoft.com/office/drawing/2014/main" id="{2B3906A6-05A3-9471-C354-8FEE25F7FE33}"/>
                  </a:ext>
                </a:extLst>
              </p:cNvPr>
              <p:cNvSpPr/>
              <p:nvPr/>
            </p:nvSpPr>
            <p:spPr>
              <a:xfrm>
                <a:off x="2600766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5">
                  <a:alpha val="100000"/>
                </a:srgbClr>
              </a:solidFill>
              <a:ln w="5420" cap="flat">
                <a:solidFill>
                  <a:srgbClr val="B4DE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2" name="ph3527">
                <a:extLst>
                  <a:ext uri="{FF2B5EF4-FFF2-40B4-BE49-F238E27FC236}">
                    <a16:creationId xmlns:a16="http://schemas.microsoft.com/office/drawing/2014/main" id="{9FE6D05D-4C65-D8FD-0A5A-0D1E071F1308}"/>
                  </a:ext>
                </a:extLst>
              </p:cNvPr>
              <p:cNvSpPr/>
              <p:nvPr/>
            </p:nvSpPr>
            <p:spPr>
              <a:xfrm>
                <a:off x="2619646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9" y="896878"/>
                    </a:lnTo>
                    <a:lnTo>
                      <a:pt x="914028" y="897052"/>
                    </a:lnTo>
                    <a:lnTo>
                      <a:pt x="914400" y="897293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3" name="ph3528">
                <a:extLst>
                  <a:ext uri="{FF2B5EF4-FFF2-40B4-BE49-F238E27FC236}">
                    <a16:creationId xmlns:a16="http://schemas.microsoft.com/office/drawing/2014/main" id="{E3FADD22-0562-ABA8-58E9-F36412B99E26}"/>
                  </a:ext>
                </a:extLst>
              </p:cNvPr>
              <p:cNvSpPr/>
              <p:nvPr/>
            </p:nvSpPr>
            <p:spPr>
              <a:xfrm>
                <a:off x="2629086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293"/>
                    </a:lnTo>
                    <a:lnTo>
                      <a:pt x="905126" y="897400"/>
                    </a:lnTo>
                    <a:lnTo>
                      <a:pt x="905394" y="897574"/>
                    </a:lnTo>
                    <a:lnTo>
                      <a:pt x="905663" y="897748"/>
                    </a:lnTo>
                    <a:lnTo>
                      <a:pt x="905932" y="897922"/>
                    </a:lnTo>
                    <a:lnTo>
                      <a:pt x="906201" y="898096"/>
                    </a:lnTo>
                    <a:lnTo>
                      <a:pt x="906470" y="898270"/>
                    </a:lnTo>
                    <a:lnTo>
                      <a:pt x="906739" y="898444"/>
                    </a:lnTo>
                    <a:lnTo>
                      <a:pt x="907008" y="898618"/>
                    </a:lnTo>
                    <a:lnTo>
                      <a:pt x="907277" y="898792"/>
                    </a:lnTo>
                    <a:lnTo>
                      <a:pt x="907546" y="898966"/>
                    </a:lnTo>
                    <a:lnTo>
                      <a:pt x="907814" y="899140"/>
                    </a:lnTo>
                    <a:lnTo>
                      <a:pt x="908083" y="899314"/>
                    </a:lnTo>
                    <a:lnTo>
                      <a:pt x="908352" y="899488"/>
                    </a:lnTo>
                    <a:lnTo>
                      <a:pt x="908621" y="899663"/>
                    </a:lnTo>
                    <a:lnTo>
                      <a:pt x="908890" y="899837"/>
                    </a:lnTo>
                    <a:lnTo>
                      <a:pt x="909159" y="900011"/>
                    </a:lnTo>
                    <a:lnTo>
                      <a:pt x="909428" y="900185"/>
                    </a:lnTo>
                    <a:lnTo>
                      <a:pt x="909696" y="900359"/>
                    </a:lnTo>
                    <a:lnTo>
                      <a:pt x="909965" y="900533"/>
                    </a:lnTo>
                    <a:lnTo>
                      <a:pt x="910234" y="900707"/>
                    </a:lnTo>
                    <a:lnTo>
                      <a:pt x="910503" y="900881"/>
                    </a:lnTo>
                    <a:lnTo>
                      <a:pt x="910772" y="901055"/>
                    </a:lnTo>
                    <a:lnTo>
                      <a:pt x="914400" y="903607"/>
                    </a:lnTo>
                    <a:close/>
                  </a:path>
                </a:pathLst>
              </a:custGeom>
              <a:solidFill>
                <a:srgbClr val="B5DF75">
                  <a:alpha val="100000"/>
                </a:srgbClr>
              </a:solidFill>
              <a:ln w="5420" cap="flat">
                <a:solidFill>
                  <a:srgbClr val="B5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4" name="ph3529">
                <a:extLst>
                  <a:ext uri="{FF2B5EF4-FFF2-40B4-BE49-F238E27FC236}">
                    <a16:creationId xmlns:a16="http://schemas.microsoft.com/office/drawing/2014/main" id="{1FB0BE28-D104-69BF-21C1-D5FD4E7FC1C6}"/>
                  </a:ext>
                </a:extLst>
              </p:cNvPr>
              <p:cNvSpPr/>
              <p:nvPr/>
            </p:nvSpPr>
            <p:spPr>
              <a:xfrm>
                <a:off x="2638527" y="20272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607"/>
                    </a:lnTo>
                    <a:lnTo>
                      <a:pt x="906926" y="904990"/>
                    </a:lnTo>
                    <a:lnTo>
                      <a:pt x="912401" y="909468"/>
                    </a:lnTo>
                    <a:lnTo>
                      <a:pt x="914400" y="911343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5" name="ph3530">
                <a:extLst>
                  <a:ext uri="{FF2B5EF4-FFF2-40B4-BE49-F238E27FC236}">
                    <a16:creationId xmlns:a16="http://schemas.microsoft.com/office/drawing/2014/main" id="{D3FCBCD6-9651-D5B9-A23D-93D8784FF1C9}"/>
                  </a:ext>
                </a:extLst>
              </p:cNvPr>
              <p:cNvSpPr/>
              <p:nvPr/>
            </p:nvSpPr>
            <p:spPr>
              <a:xfrm>
                <a:off x="2638527" y="2027233"/>
                <a:ext cx="917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57" h="914400">
                    <a:moveTo>
                      <a:pt x="914400" y="914400"/>
                    </a:moveTo>
                    <a:lnTo>
                      <a:pt x="914400" y="911343"/>
                    </a:lnTo>
                    <a:lnTo>
                      <a:pt x="917657" y="914400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6" name="ph3531">
                <a:extLst>
                  <a:ext uri="{FF2B5EF4-FFF2-40B4-BE49-F238E27FC236}">
                    <a16:creationId xmlns:a16="http://schemas.microsoft.com/office/drawing/2014/main" id="{70AC8828-D4CA-3C67-E7FA-FF39ABC88E22}"/>
                  </a:ext>
                </a:extLst>
              </p:cNvPr>
              <p:cNvSpPr/>
              <p:nvPr/>
            </p:nvSpPr>
            <p:spPr>
              <a:xfrm>
                <a:off x="3157740" y="200966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811" y="931969"/>
                    </a:lnTo>
                    <a:lnTo>
                      <a:pt x="910623" y="927008"/>
                    </a:lnTo>
                    <a:lnTo>
                      <a:pt x="910541" y="923609"/>
                    </a:lnTo>
                    <a:lnTo>
                      <a:pt x="910458" y="920213"/>
                    </a:lnTo>
                    <a:lnTo>
                      <a:pt x="910375" y="916816"/>
                    </a:lnTo>
                    <a:lnTo>
                      <a:pt x="910316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7" name="ph3532">
                <a:extLst>
                  <a:ext uri="{FF2B5EF4-FFF2-40B4-BE49-F238E27FC236}">
                    <a16:creationId xmlns:a16="http://schemas.microsoft.com/office/drawing/2014/main" id="{00B6A58E-8A73-716E-D17A-330A19016B88}"/>
                  </a:ext>
                </a:extLst>
              </p:cNvPr>
              <p:cNvSpPr/>
              <p:nvPr/>
            </p:nvSpPr>
            <p:spPr>
              <a:xfrm>
                <a:off x="315774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8" name="ph3533">
                <a:extLst>
                  <a:ext uri="{FF2B5EF4-FFF2-40B4-BE49-F238E27FC236}">
                    <a16:creationId xmlns:a16="http://schemas.microsoft.com/office/drawing/2014/main" id="{3C7AE9DD-5B7C-55FD-1387-BDA1C74DE230}"/>
                  </a:ext>
                </a:extLst>
              </p:cNvPr>
              <p:cNvSpPr/>
              <p:nvPr/>
            </p:nvSpPr>
            <p:spPr>
              <a:xfrm>
                <a:off x="316718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9" name="ph3534">
                <a:extLst>
                  <a:ext uri="{FF2B5EF4-FFF2-40B4-BE49-F238E27FC236}">
                    <a16:creationId xmlns:a16="http://schemas.microsoft.com/office/drawing/2014/main" id="{FBDFA268-BCC6-A12B-DDB7-253BBDF4A24C}"/>
                  </a:ext>
                </a:extLst>
              </p:cNvPr>
              <p:cNvSpPr/>
              <p:nvPr/>
            </p:nvSpPr>
            <p:spPr>
              <a:xfrm>
                <a:off x="317662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0" name="ph3535">
                <a:extLst>
                  <a:ext uri="{FF2B5EF4-FFF2-40B4-BE49-F238E27FC236}">
                    <a16:creationId xmlns:a16="http://schemas.microsoft.com/office/drawing/2014/main" id="{9AA9D5F2-3A2C-2788-7161-B2A3727FFC98}"/>
                  </a:ext>
                </a:extLst>
              </p:cNvPr>
              <p:cNvSpPr/>
              <p:nvPr/>
            </p:nvSpPr>
            <p:spPr>
              <a:xfrm>
                <a:off x="3186060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1" name="ph3536">
                <a:extLst>
                  <a:ext uri="{FF2B5EF4-FFF2-40B4-BE49-F238E27FC236}">
                    <a16:creationId xmlns:a16="http://schemas.microsoft.com/office/drawing/2014/main" id="{1D697EBA-1F16-4796-1C78-A9717244E7C8}"/>
                  </a:ext>
                </a:extLst>
              </p:cNvPr>
              <p:cNvSpPr/>
              <p:nvPr/>
            </p:nvSpPr>
            <p:spPr>
              <a:xfrm>
                <a:off x="319550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2" name="ph3537">
                <a:extLst>
                  <a:ext uri="{FF2B5EF4-FFF2-40B4-BE49-F238E27FC236}">
                    <a16:creationId xmlns:a16="http://schemas.microsoft.com/office/drawing/2014/main" id="{B93AF917-7A88-8C08-F574-1D29B0751483}"/>
                  </a:ext>
                </a:extLst>
              </p:cNvPr>
              <p:cNvSpPr/>
              <p:nvPr/>
            </p:nvSpPr>
            <p:spPr>
              <a:xfrm>
                <a:off x="320494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3" name="ph3538">
                <a:extLst>
                  <a:ext uri="{FF2B5EF4-FFF2-40B4-BE49-F238E27FC236}">
                    <a16:creationId xmlns:a16="http://schemas.microsoft.com/office/drawing/2014/main" id="{6AC629F4-9D67-CFAC-415C-1DB2DAAB967F}"/>
                  </a:ext>
                </a:extLst>
              </p:cNvPr>
              <p:cNvSpPr/>
              <p:nvPr/>
            </p:nvSpPr>
            <p:spPr>
              <a:xfrm>
                <a:off x="321438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4" name="ph3539">
                <a:extLst>
                  <a:ext uri="{FF2B5EF4-FFF2-40B4-BE49-F238E27FC236}">
                    <a16:creationId xmlns:a16="http://schemas.microsoft.com/office/drawing/2014/main" id="{F9F79C21-6E7B-1873-1974-C5263E26D44C}"/>
                  </a:ext>
                </a:extLst>
              </p:cNvPr>
              <p:cNvSpPr/>
              <p:nvPr/>
            </p:nvSpPr>
            <p:spPr>
              <a:xfrm>
                <a:off x="3223821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5" name="ph3540">
                <a:extLst>
                  <a:ext uri="{FF2B5EF4-FFF2-40B4-BE49-F238E27FC236}">
                    <a16:creationId xmlns:a16="http://schemas.microsoft.com/office/drawing/2014/main" id="{15F3DFCF-BBC0-9D29-130D-80062F4B5656}"/>
                  </a:ext>
                </a:extLst>
              </p:cNvPr>
              <p:cNvSpPr/>
              <p:nvPr/>
            </p:nvSpPr>
            <p:spPr>
              <a:xfrm>
                <a:off x="323326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6" name="ph3541">
                <a:extLst>
                  <a:ext uri="{FF2B5EF4-FFF2-40B4-BE49-F238E27FC236}">
                    <a16:creationId xmlns:a16="http://schemas.microsoft.com/office/drawing/2014/main" id="{9A60A512-9378-AAA2-87B5-46BDA7FA34D6}"/>
                  </a:ext>
                </a:extLst>
              </p:cNvPr>
              <p:cNvSpPr/>
              <p:nvPr/>
            </p:nvSpPr>
            <p:spPr>
              <a:xfrm>
                <a:off x="324270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7" name="ph3542">
                <a:extLst>
                  <a:ext uri="{FF2B5EF4-FFF2-40B4-BE49-F238E27FC236}">
                    <a16:creationId xmlns:a16="http://schemas.microsoft.com/office/drawing/2014/main" id="{459A4935-F41D-88CD-0787-A03FA33B7826}"/>
                  </a:ext>
                </a:extLst>
              </p:cNvPr>
              <p:cNvSpPr/>
              <p:nvPr/>
            </p:nvSpPr>
            <p:spPr>
              <a:xfrm>
                <a:off x="325214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8" name="ph3543">
                <a:extLst>
                  <a:ext uri="{FF2B5EF4-FFF2-40B4-BE49-F238E27FC236}">
                    <a16:creationId xmlns:a16="http://schemas.microsoft.com/office/drawing/2014/main" id="{DACA8CE7-D61C-A1FB-B5A3-7D09C1EB9494}"/>
                  </a:ext>
                </a:extLst>
              </p:cNvPr>
              <p:cNvSpPr/>
              <p:nvPr/>
            </p:nvSpPr>
            <p:spPr>
              <a:xfrm>
                <a:off x="3261582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9" name="ph3544">
                <a:extLst>
                  <a:ext uri="{FF2B5EF4-FFF2-40B4-BE49-F238E27FC236}">
                    <a16:creationId xmlns:a16="http://schemas.microsoft.com/office/drawing/2014/main" id="{6216A018-0FC7-3C04-2F87-68F9DB9A82DE}"/>
                  </a:ext>
                </a:extLst>
              </p:cNvPr>
              <p:cNvSpPr/>
              <p:nvPr/>
            </p:nvSpPr>
            <p:spPr>
              <a:xfrm>
                <a:off x="327102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0" name="ph3545">
                <a:extLst>
                  <a:ext uri="{FF2B5EF4-FFF2-40B4-BE49-F238E27FC236}">
                    <a16:creationId xmlns:a16="http://schemas.microsoft.com/office/drawing/2014/main" id="{15ABA085-E407-C990-7271-C23D288D866E}"/>
                  </a:ext>
                </a:extLst>
              </p:cNvPr>
              <p:cNvSpPr/>
              <p:nvPr/>
            </p:nvSpPr>
            <p:spPr>
              <a:xfrm>
                <a:off x="328046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1" name="ph3546">
                <a:extLst>
                  <a:ext uri="{FF2B5EF4-FFF2-40B4-BE49-F238E27FC236}">
                    <a16:creationId xmlns:a16="http://schemas.microsoft.com/office/drawing/2014/main" id="{7CDF2EB7-853B-B1BD-6E7D-A5B28F62DDDD}"/>
                  </a:ext>
                </a:extLst>
              </p:cNvPr>
              <p:cNvSpPr/>
              <p:nvPr/>
            </p:nvSpPr>
            <p:spPr>
              <a:xfrm>
                <a:off x="328990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2" name="ph3547">
                <a:extLst>
                  <a:ext uri="{FF2B5EF4-FFF2-40B4-BE49-F238E27FC236}">
                    <a16:creationId xmlns:a16="http://schemas.microsoft.com/office/drawing/2014/main" id="{B5C5333F-D639-4618-71C6-2266F4FDD5BB}"/>
                  </a:ext>
                </a:extLst>
              </p:cNvPr>
              <p:cNvSpPr/>
              <p:nvPr/>
            </p:nvSpPr>
            <p:spPr>
              <a:xfrm>
                <a:off x="3299343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3" name="ph3548">
                <a:extLst>
                  <a:ext uri="{FF2B5EF4-FFF2-40B4-BE49-F238E27FC236}">
                    <a16:creationId xmlns:a16="http://schemas.microsoft.com/office/drawing/2014/main" id="{EB29890D-7A0C-9E0A-1DB6-4F5AFEA16291}"/>
                  </a:ext>
                </a:extLst>
              </p:cNvPr>
              <p:cNvSpPr/>
              <p:nvPr/>
            </p:nvSpPr>
            <p:spPr>
              <a:xfrm>
                <a:off x="330878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4" name="ph3549">
                <a:extLst>
                  <a:ext uri="{FF2B5EF4-FFF2-40B4-BE49-F238E27FC236}">
                    <a16:creationId xmlns:a16="http://schemas.microsoft.com/office/drawing/2014/main" id="{051FF957-84D1-59E3-A5F4-6321BD09BDB9}"/>
                  </a:ext>
                </a:extLst>
              </p:cNvPr>
              <p:cNvSpPr/>
              <p:nvPr/>
            </p:nvSpPr>
            <p:spPr>
              <a:xfrm>
                <a:off x="331822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5" name="ph3550">
                <a:extLst>
                  <a:ext uri="{FF2B5EF4-FFF2-40B4-BE49-F238E27FC236}">
                    <a16:creationId xmlns:a16="http://schemas.microsoft.com/office/drawing/2014/main" id="{EE0AFCF1-D1A6-94B1-E09F-E3C11B24C561}"/>
                  </a:ext>
                </a:extLst>
              </p:cNvPr>
              <p:cNvSpPr/>
              <p:nvPr/>
            </p:nvSpPr>
            <p:spPr>
              <a:xfrm>
                <a:off x="332766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6" name="ph3551">
                <a:extLst>
                  <a:ext uri="{FF2B5EF4-FFF2-40B4-BE49-F238E27FC236}">
                    <a16:creationId xmlns:a16="http://schemas.microsoft.com/office/drawing/2014/main" id="{DC926CCA-974E-6F33-BBBE-F93E9514B2FC}"/>
                  </a:ext>
                </a:extLst>
              </p:cNvPr>
              <p:cNvSpPr/>
              <p:nvPr/>
            </p:nvSpPr>
            <p:spPr>
              <a:xfrm>
                <a:off x="333710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7" name="ph3552">
                <a:extLst>
                  <a:ext uri="{FF2B5EF4-FFF2-40B4-BE49-F238E27FC236}">
                    <a16:creationId xmlns:a16="http://schemas.microsoft.com/office/drawing/2014/main" id="{E50749E2-4EA7-8303-F1A0-A2391E72701F}"/>
                  </a:ext>
                </a:extLst>
              </p:cNvPr>
              <p:cNvSpPr/>
              <p:nvPr/>
            </p:nvSpPr>
            <p:spPr>
              <a:xfrm>
                <a:off x="3346544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8" name="ph3553">
                <a:extLst>
                  <a:ext uri="{FF2B5EF4-FFF2-40B4-BE49-F238E27FC236}">
                    <a16:creationId xmlns:a16="http://schemas.microsoft.com/office/drawing/2014/main" id="{87CFAD86-B696-4586-20FD-1BC7C06A978D}"/>
                  </a:ext>
                </a:extLst>
              </p:cNvPr>
              <p:cNvSpPr/>
              <p:nvPr/>
            </p:nvSpPr>
            <p:spPr>
              <a:xfrm>
                <a:off x="335598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9" name="ph3554">
                <a:extLst>
                  <a:ext uri="{FF2B5EF4-FFF2-40B4-BE49-F238E27FC236}">
                    <a16:creationId xmlns:a16="http://schemas.microsoft.com/office/drawing/2014/main" id="{80192EBC-C3DA-726F-D612-F7BD41A7656B}"/>
                  </a:ext>
                </a:extLst>
              </p:cNvPr>
              <p:cNvSpPr/>
              <p:nvPr/>
            </p:nvSpPr>
            <p:spPr>
              <a:xfrm>
                <a:off x="336542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0" name="ph3555">
                <a:extLst>
                  <a:ext uri="{FF2B5EF4-FFF2-40B4-BE49-F238E27FC236}">
                    <a16:creationId xmlns:a16="http://schemas.microsoft.com/office/drawing/2014/main" id="{CC63D5D2-2A1D-9437-8F42-F48FCED03DD8}"/>
                  </a:ext>
                </a:extLst>
              </p:cNvPr>
              <p:cNvSpPr/>
              <p:nvPr/>
            </p:nvSpPr>
            <p:spPr>
              <a:xfrm>
                <a:off x="337486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1" name="ph3556">
                <a:extLst>
                  <a:ext uri="{FF2B5EF4-FFF2-40B4-BE49-F238E27FC236}">
                    <a16:creationId xmlns:a16="http://schemas.microsoft.com/office/drawing/2014/main" id="{B55DE182-E117-F4EF-67CE-6D8BCD235273}"/>
                  </a:ext>
                </a:extLst>
              </p:cNvPr>
              <p:cNvSpPr/>
              <p:nvPr/>
            </p:nvSpPr>
            <p:spPr>
              <a:xfrm>
                <a:off x="3384305" y="200966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2" name="ph3557">
                <a:extLst>
                  <a:ext uri="{FF2B5EF4-FFF2-40B4-BE49-F238E27FC236}">
                    <a16:creationId xmlns:a16="http://schemas.microsoft.com/office/drawing/2014/main" id="{DE1415B7-F578-0E00-A3F9-9F5F7A7F10C9}"/>
                  </a:ext>
                </a:extLst>
              </p:cNvPr>
              <p:cNvSpPr/>
              <p:nvPr/>
            </p:nvSpPr>
            <p:spPr>
              <a:xfrm>
                <a:off x="3393746" y="2027233"/>
                <a:ext cx="920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68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685" y="896830"/>
                    </a:lnTo>
                    <a:lnTo>
                      <a:pt x="918464" y="906027"/>
                    </a:lnTo>
                    <a:lnTo>
                      <a:pt x="91615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3" name="ph3558">
                <a:extLst>
                  <a:ext uri="{FF2B5EF4-FFF2-40B4-BE49-F238E27FC236}">
                    <a16:creationId xmlns:a16="http://schemas.microsoft.com/office/drawing/2014/main" id="{C8019008-94BB-02B8-00F3-11D9C85F9428}"/>
                  </a:ext>
                </a:extLst>
              </p:cNvPr>
              <p:cNvSpPr/>
              <p:nvPr/>
            </p:nvSpPr>
            <p:spPr>
              <a:xfrm>
                <a:off x="2308118" y="1992094"/>
                <a:ext cx="914400" cy="92701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7015">
                    <a:moveTo>
                      <a:pt x="914400" y="914400"/>
                    </a:moveTo>
                    <a:lnTo>
                      <a:pt x="914400" y="927015"/>
                    </a:lnTo>
                    <a:lnTo>
                      <a:pt x="913982" y="925342"/>
                    </a:lnTo>
                    <a:lnTo>
                      <a:pt x="913463" y="923262"/>
                    </a:lnTo>
                    <a:lnTo>
                      <a:pt x="913181" y="922132"/>
                    </a:lnTo>
                    <a:lnTo>
                      <a:pt x="911754" y="920336"/>
                    </a:lnTo>
                    <a:lnTo>
                      <a:pt x="907526" y="914400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4" name="ph3559">
                <a:extLst>
                  <a:ext uri="{FF2B5EF4-FFF2-40B4-BE49-F238E27FC236}">
                    <a16:creationId xmlns:a16="http://schemas.microsoft.com/office/drawing/2014/main" id="{C7CFA584-6E06-C176-BB06-4781D542B17C}"/>
                  </a:ext>
                </a:extLst>
              </p:cNvPr>
              <p:cNvSpPr/>
              <p:nvPr/>
            </p:nvSpPr>
            <p:spPr>
              <a:xfrm>
                <a:off x="230811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35" y="931969"/>
                    </a:lnTo>
                    <a:lnTo>
                      <a:pt x="915539" y="931584"/>
                    </a:lnTo>
                    <a:lnTo>
                      <a:pt x="915020" y="929503"/>
                    </a:lnTo>
                    <a:lnTo>
                      <a:pt x="914501" y="927423"/>
                    </a:lnTo>
                    <a:lnTo>
                      <a:pt x="914400" y="927015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5" name="ph3560">
                <a:extLst>
                  <a:ext uri="{FF2B5EF4-FFF2-40B4-BE49-F238E27FC236}">
                    <a16:creationId xmlns:a16="http://schemas.microsoft.com/office/drawing/2014/main" id="{11B828CF-9EFD-C847-52FF-77F4A06EECCC}"/>
                  </a:ext>
                </a:extLst>
              </p:cNvPr>
              <p:cNvSpPr/>
              <p:nvPr/>
            </p:nvSpPr>
            <p:spPr>
              <a:xfrm>
                <a:off x="2317558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6" name="ph3561">
                <a:extLst>
                  <a:ext uri="{FF2B5EF4-FFF2-40B4-BE49-F238E27FC236}">
                    <a16:creationId xmlns:a16="http://schemas.microsoft.com/office/drawing/2014/main" id="{8793BC32-8EB4-9B13-A69E-4E6C39945842}"/>
                  </a:ext>
                </a:extLst>
              </p:cNvPr>
              <p:cNvSpPr/>
              <p:nvPr/>
            </p:nvSpPr>
            <p:spPr>
              <a:xfrm>
                <a:off x="232699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7" name="ph3562">
                <a:extLst>
                  <a:ext uri="{FF2B5EF4-FFF2-40B4-BE49-F238E27FC236}">
                    <a16:creationId xmlns:a16="http://schemas.microsoft.com/office/drawing/2014/main" id="{CD3E7B08-7984-C619-23D7-1E7500B740D5}"/>
                  </a:ext>
                </a:extLst>
              </p:cNvPr>
              <p:cNvSpPr/>
              <p:nvPr/>
            </p:nvSpPr>
            <p:spPr>
              <a:xfrm>
                <a:off x="233643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8" name="ph3563">
                <a:extLst>
                  <a:ext uri="{FF2B5EF4-FFF2-40B4-BE49-F238E27FC236}">
                    <a16:creationId xmlns:a16="http://schemas.microsoft.com/office/drawing/2014/main" id="{B9B32072-E27F-1AF2-5339-6325B4F19114}"/>
                  </a:ext>
                </a:extLst>
              </p:cNvPr>
              <p:cNvSpPr/>
              <p:nvPr/>
            </p:nvSpPr>
            <p:spPr>
              <a:xfrm>
                <a:off x="234587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9" name="ph3564">
                <a:extLst>
                  <a:ext uri="{FF2B5EF4-FFF2-40B4-BE49-F238E27FC236}">
                    <a16:creationId xmlns:a16="http://schemas.microsoft.com/office/drawing/2014/main" id="{D026344B-9424-F700-18C0-6D1FC4B6C121}"/>
                  </a:ext>
                </a:extLst>
              </p:cNvPr>
              <p:cNvSpPr/>
              <p:nvPr/>
            </p:nvSpPr>
            <p:spPr>
              <a:xfrm>
                <a:off x="2355319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0" name="ph3565">
                <a:extLst>
                  <a:ext uri="{FF2B5EF4-FFF2-40B4-BE49-F238E27FC236}">
                    <a16:creationId xmlns:a16="http://schemas.microsoft.com/office/drawing/2014/main" id="{D411DB6E-7577-0FFF-73A4-2C279BB289FE}"/>
                  </a:ext>
                </a:extLst>
              </p:cNvPr>
              <p:cNvSpPr/>
              <p:nvPr/>
            </p:nvSpPr>
            <p:spPr>
              <a:xfrm>
                <a:off x="236476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1" name="ph3566">
                <a:extLst>
                  <a:ext uri="{FF2B5EF4-FFF2-40B4-BE49-F238E27FC236}">
                    <a16:creationId xmlns:a16="http://schemas.microsoft.com/office/drawing/2014/main" id="{7F2BFE1F-F755-19E4-B6B6-142637AF90E8}"/>
                  </a:ext>
                </a:extLst>
              </p:cNvPr>
              <p:cNvSpPr/>
              <p:nvPr/>
            </p:nvSpPr>
            <p:spPr>
              <a:xfrm>
                <a:off x="237420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2" name="ph3567">
                <a:extLst>
                  <a:ext uri="{FF2B5EF4-FFF2-40B4-BE49-F238E27FC236}">
                    <a16:creationId xmlns:a16="http://schemas.microsoft.com/office/drawing/2014/main" id="{0A281727-BACF-18A6-9621-43F310683901}"/>
                  </a:ext>
                </a:extLst>
              </p:cNvPr>
              <p:cNvSpPr/>
              <p:nvPr/>
            </p:nvSpPr>
            <p:spPr>
              <a:xfrm>
                <a:off x="238364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3" name="ph3568">
                <a:extLst>
                  <a:ext uri="{FF2B5EF4-FFF2-40B4-BE49-F238E27FC236}">
                    <a16:creationId xmlns:a16="http://schemas.microsoft.com/office/drawing/2014/main" id="{D101BD08-F95B-7070-8CA1-B0D11E36D116}"/>
                  </a:ext>
                </a:extLst>
              </p:cNvPr>
              <p:cNvSpPr/>
              <p:nvPr/>
            </p:nvSpPr>
            <p:spPr>
              <a:xfrm>
                <a:off x="239308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4" name="ph3569">
                <a:extLst>
                  <a:ext uri="{FF2B5EF4-FFF2-40B4-BE49-F238E27FC236}">
                    <a16:creationId xmlns:a16="http://schemas.microsoft.com/office/drawing/2014/main" id="{54D58BA1-9E6F-416F-2C23-9356D4FC18C8}"/>
                  </a:ext>
                </a:extLst>
              </p:cNvPr>
              <p:cNvSpPr/>
              <p:nvPr/>
            </p:nvSpPr>
            <p:spPr>
              <a:xfrm>
                <a:off x="240252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5" name="ph3570">
                <a:extLst>
                  <a:ext uri="{FF2B5EF4-FFF2-40B4-BE49-F238E27FC236}">
                    <a16:creationId xmlns:a16="http://schemas.microsoft.com/office/drawing/2014/main" id="{67C37C6A-872F-A418-BEE4-B01DC8F47727}"/>
                  </a:ext>
                </a:extLst>
              </p:cNvPr>
              <p:cNvSpPr/>
              <p:nvPr/>
            </p:nvSpPr>
            <p:spPr>
              <a:xfrm>
                <a:off x="241196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6" name="ph3571">
                <a:extLst>
                  <a:ext uri="{FF2B5EF4-FFF2-40B4-BE49-F238E27FC236}">
                    <a16:creationId xmlns:a16="http://schemas.microsoft.com/office/drawing/2014/main" id="{593225A7-2100-932C-FB09-68B34BAD4752}"/>
                  </a:ext>
                </a:extLst>
              </p:cNvPr>
              <p:cNvSpPr/>
              <p:nvPr/>
            </p:nvSpPr>
            <p:spPr>
              <a:xfrm>
                <a:off x="242140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7" name="ph3572">
                <a:extLst>
                  <a:ext uri="{FF2B5EF4-FFF2-40B4-BE49-F238E27FC236}">
                    <a16:creationId xmlns:a16="http://schemas.microsoft.com/office/drawing/2014/main" id="{6CECFFD6-0655-CCEA-0B99-54BC281D12A9}"/>
                  </a:ext>
                </a:extLst>
              </p:cNvPr>
              <p:cNvSpPr/>
              <p:nvPr/>
            </p:nvSpPr>
            <p:spPr>
              <a:xfrm>
                <a:off x="243084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8" name="ph3573">
                <a:extLst>
                  <a:ext uri="{FF2B5EF4-FFF2-40B4-BE49-F238E27FC236}">
                    <a16:creationId xmlns:a16="http://schemas.microsoft.com/office/drawing/2014/main" id="{94D4C166-23FF-D8BF-6854-9177EBD7F948}"/>
                  </a:ext>
                </a:extLst>
              </p:cNvPr>
              <p:cNvSpPr/>
              <p:nvPr/>
            </p:nvSpPr>
            <p:spPr>
              <a:xfrm>
                <a:off x="244028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9" name="ph3574">
                <a:extLst>
                  <a:ext uri="{FF2B5EF4-FFF2-40B4-BE49-F238E27FC236}">
                    <a16:creationId xmlns:a16="http://schemas.microsoft.com/office/drawing/2014/main" id="{40162577-1666-4056-4917-B533E784A57E}"/>
                  </a:ext>
                </a:extLst>
              </p:cNvPr>
              <p:cNvSpPr/>
              <p:nvPr/>
            </p:nvSpPr>
            <p:spPr>
              <a:xfrm>
                <a:off x="244972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0" name="ph3575">
                <a:extLst>
                  <a:ext uri="{FF2B5EF4-FFF2-40B4-BE49-F238E27FC236}">
                    <a16:creationId xmlns:a16="http://schemas.microsoft.com/office/drawing/2014/main" id="{E29ACCA2-E7AE-A4CC-4966-5D2628A3F1C7}"/>
                  </a:ext>
                </a:extLst>
              </p:cNvPr>
              <p:cNvSpPr/>
              <p:nvPr/>
            </p:nvSpPr>
            <p:spPr>
              <a:xfrm>
                <a:off x="245916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B">
                  <a:alpha val="100000"/>
                </a:srgbClr>
              </a:solidFill>
              <a:ln w="5420" cap="flat">
                <a:solidFill>
                  <a:srgbClr val="A5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1" name="ph3576">
                <a:extLst>
                  <a:ext uri="{FF2B5EF4-FFF2-40B4-BE49-F238E27FC236}">
                    <a16:creationId xmlns:a16="http://schemas.microsoft.com/office/drawing/2014/main" id="{4F478BEB-4A3C-372A-5F74-230A278642EF}"/>
                  </a:ext>
                </a:extLst>
              </p:cNvPr>
              <p:cNvSpPr/>
              <p:nvPr/>
            </p:nvSpPr>
            <p:spPr>
              <a:xfrm>
                <a:off x="246860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2" name="ph3577">
                <a:extLst>
                  <a:ext uri="{FF2B5EF4-FFF2-40B4-BE49-F238E27FC236}">
                    <a16:creationId xmlns:a16="http://schemas.microsoft.com/office/drawing/2014/main" id="{63499678-B0C8-7344-2524-61623C5210AE}"/>
                  </a:ext>
                </a:extLst>
              </p:cNvPr>
              <p:cNvSpPr/>
              <p:nvPr/>
            </p:nvSpPr>
            <p:spPr>
              <a:xfrm>
                <a:off x="247804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3" name="ph3578">
                <a:extLst>
                  <a:ext uri="{FF2B5EF4-FFF2-40B4-BE49-F238E27FC236}">
                    <a16:creationId xmlns:a16="http://schemas.microsoft.com/office/drawing/2014/main" id="{6C482EFD-0C74-83BA-4086-C26CA88BEFFC}"/>
                  </a:ext>
                </a:extLst>
              </p:cNvPr>
              <p:cNvSpPr/>
              <p:nvPr/>
            </p:nvSpPr>
            <p:spPr>
              <a:xfrm>
                <a:off x="248748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4" name="ph3579">
                <a:extLst>
                  <a:ext uri="{FF2B5EF4-FFF2-40B4-BE49-F238E27FC236}">
                    <a16:creationId xmlns:a16="http://schemas.microsoft.com/office/drawing/2014/main" id="{BF557A58-686E-440A-6724-26DBC5A951CE}"/>
                  </a:ext>
                </a:extLst>
              </p:cNvPr>
              <p:cNvSpPr/>
              <p:nvPr/>
            </p:nvSpPr>
            <p:spPr>
              <a:xfrm>
                <a:off x="249692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8D96D">
                  <a:alpha val="100000"/>
                </a:srgbClr>
              </a:solidFill>
              <a:ln w="5420" cap="flat">
                <a:solidFill>
                  <a:srgbClr val="A8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5" name="ph3580">
                <a:extLst>
                  <a:ext uri="{FF2B5EF4-FFF2-40B4-BE49-F238E27FC236}">
                    <a16:creationId xmlns:a16="http://schemas.microsoft.com/office/drawing/2014/main" id="{8B1872E8-DDAF-6583-AB41-22ADA25ECB66}"/>
                  </a:ext>
                </a:extLst>
              </p:cNvPr>
              <p:cNvSpPr/>
              <p:nvPr/>
            </p:nvSpPr>
            <p:spPr>
              <a:xfrm>
                <a:off x="250636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6" name="ph3581">
                <a:extLst>
                  <a:ext uri="{FF2B5EF4-FFF2-40B4-BE49-F238E27FC236}">
                    <a16:creationId xmlns:a16="http://schemas.microsoft.com/office/drawing/2014/main" id="{470B9D5A-664A-C11F-060F-63970272848E}"/>
                  </a:ext>
                </a:extLst>
              </p:cNvPr>
              <p:cNvSpPr/>
              <p:nvPr/>
            </p:nvSpPr>
            <p:spPr>
              <a:xfrm>
                <a:off x="251580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7" name="ph3582">
                <a:extLst>
                  <a:ext uri="{FF2B5EF4-FFF2-40B4-BE49-F238E27FC236}">
                    <a16:creationId xmlns:a16="http://schemas.microsoft.com/office/drawing/2014/main" id="{FD260C8A-5961-4128-F84A-217022D03374}"/>
                  </a:ext>
                </a:extLst>
              </p:cNvPr>
              <p:cNvSpPr/>
              <p:nvPr/>
            </p:nvSpPr>
            <p:spPr>
              <a:xfrm>
                <a:off x="252524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8" name="ph3583">
                <a:extLst>
                  <a:ext uri="{FF2B5EF4-FFF2-40B4-BE49-F238E27FC236}">
                    <a16:creationId xmlns:a16="http://schemas.microsoft.com/office/drawing/2014/main" id="{9F600163-F588-F8E6-7FF6-B3041B894490}"/>
                  </a:ext>
                </a:extLst>
              </p:cNvPr>
              <p:cNvSpPr/>
              <p:nvPr/>
            </p:nvSpPr>
            <p:spPr>
              <a:xfrm>
                <a:off x="253468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9" name="ph3584">
                <a:extLst>
                  <a:ext uri="{FF2B5EF4-FFF2-40B4-BE49-F238E27FC236}">
                    <a16:creationId xmlns:a16="http://schemas.microsoft.com/office/drawing/2014/main" id="{9EED6EF2-3CF1-4AF0-24F4-915876558790}"/>
                  </a:ext>
                </a:extLst>
              </p:cNvPr>
              <p:cNvSpPr/>
              <p:nvPr/>
            </p:nvSpPr>
            <p:spPr>
              <a:xfrm>
                <a:off x="254412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0" name="ph3585">
                <a:extLst>
                  <a:ext uri="{FF2B5EF4-FFF2-40B4-BE49-F238E27FC236}">
                    <a16:creationId xmlns:a16="http://schemas.microsoft.com/office/drawing/2014/main" id="{CB2120C7-9717-739B-6445-011C0ED8B03A}"/>
                  </a:ext>
                </a:extLst>
              </p:cNvPr>
              <p:cNvSpPr/>
              <p:nvPr/>
            </p:nvSpPr>
            <p:spPr>
              <a:xfrm>
                <a:off x="255356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DDC71">
                  <a:alpha val="100000"/>
                </a:srgbClr>
              </a:solidFill>
              <a:ln w="5420" cap="flat">
                <a:solidFill>
                  <a:srgbClr val="AD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1" name="ph3586">
                <a:extLst>
                  <a:ext uri="{FF2B5EF4-FFF2-40B4-BE49-F238E27FC236}">
                    <a16:creationId xmlns:a16="http://schemas.microsoft.com/office/drawing/2014/main" id="{57F78F84-0E4E-FE35-42AB-E8CC85551CCD}"/>
                  </a:ext>
                </a:extLst>
              </p:cNvPr>
              <p:cNvSpPr/>
              <p:nvPr/>
            </p:nvSpPr>
            <p:spPr>
              <a:xfrm>
                <a:off x="256300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2" name="ph3587">
                <a:extLst>
                  <a:ext uri="{FF2B5EF4-FFF2-40B4-BE49-F238E27FC236}">
                    <a16:creationId xmlns:a16="http://schemas.microsoft.com/office/drawing/2014/main" id="{A40C61E0-0437-1F7F-0B3F-3742F82A6331}"/>
                  </a:ext>
                </a:extLst>
              </p:cNvPr>
              <p:cNvSpPr/>
              <p:nvPr/>
            </p:nvSpPr>
            <p:spPr>
              <a:xfrm>
                <a:off x="257244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3" name="ph3588">
                <a:extLst>
                  <a:ext uri="{FF2B5EF4-FFF2-40B4-BE49-F238E27FC236}">
                    <a16:creationId xmlns:a16="http://schemas.microsoft.com/office/drawing/2014/main" id="{D00495F6-1FD7-A95B-A564-1F63364B9DC2}"/>
                  </a:ext>
                </a:extLst>
              </p:cNvPr>
              <p:cNvSpPr/>
              <p:nvPr/>
            </p:nvSpPr>
            <p:spPr>
              <a:xfrm>
                <a:off x="258188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0DD72">
                  <a:alpha val="100000"/>
                </a:srgbClr>
              </a:solidFill>
              <a:ln w="5420" cap="flat">
                <a:solidFill>
                  <a:srgbClr val="B0DD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4" name="ph3589">
                <a:extLst>
                  <a:ext uri="{FF2B5EF4-FFF2-40B4-BE49-F238E27FC236}">
                    <a16:creationId xmlns:a16="http://schemas.microsoft.com/office/drawing/2014/main" id="{E8C66B94-9750-1CD8-92AC-E005EE591AC0}"/>
                  </a:ext>
                </a:extLst>
              </p:cNvPr>
              <p:cNvSpPr/>
              <p:nvPr/>
            </p:nvSpPr>
            <p:spPr>
              <a:xfrm>
                <a:off x="259132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5" name="ph3590">
                <a:extLst>
                  <a:ext uri="{FF2B5EF4-FFF2-40B4-BE49-F238E27FC236}">
                    <a16:creationId xmlns:a16="http://schemas.microsoft.com/office/drawing/2014/main" id="{C6C62B7B-DBDA-7B3E-09EB-5BFC1C1E7F8C}"/>
                  </a:ext>
                </a:extLst>
              </p:cNvPr>
              <p:cNvSpPr/>
              <p:nvPr/>
            </p:nvSpPr>
            <p:spPr>
              <a:xfrm>
                <a:off x="2610206" y="200966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970" y="896830"/>
                    </a:lnTo>
                    <a:lnTo>
                      <a:pt x="914399" y="897656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6" name="ph3591">
                <a:extLst>
                  <a:ext uri="{FF2B5EF4-FFF2-40B4-BE49-F238E27FC236}">
                    <a16:creationId xmlns:a16="http://schemas.microsoft.com/office/drawing/2014/main" id="{9DDAF2DC-8896-4894-98CA-E98DF83036D7}"/>
                  </a:ext>
                </a:extLst>
              </p:cNvPr>
              <p:cNvSpPr/>
              <p:nvPr/>
            </p:nvSpPr>
            <p:spPr>
              <a:xfrm>
                <a:off x="2610206" y="2009664"/>
                <a:ext cx="92312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124" h="914400">
                    <a:moveTo>
                      <a:pt x="914399" y="914400"/>
                    </a:moveTo>
                    <a:lnTo>
                      <a:pt x="914399" y="897656"/>
                    </a:lnTo>
                    <a:lnTo>
                      <a:pt x="917249" y="903143"/>
                    </a:lnTo>
                    <a:lnTo>
                      <a:pt x="922661" y="914100"/>
                    </a:lnTo>
                    <a:lnTo>
                      <a:pt x="922930" y="914274"/>
                    </a:lnTo>
                    <a:lnTo>
                      <a:pt x="923124" y="914400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7" name="ph3592">
                <a:extLst>
                  <a:ext uri="{FF2B5EF4-FFF2-40B4-BE49-F238E27FC236}">
                    <a16:creationId xmlns:a16="http://schemas.microsoft.com/office/drawing/2014/main" id="{471F3C00-128A-F208-1375-97AA3AEEAF9B}"/>
                  </a:ext>
                </a:extLst>
              </p:cNvPr>
              <p:cNvSpPr/>
              <p:nvPr/>
            </p:nvSpPr>
            <p:spPr>
              <a:xfrm>
                <a:off x="3157740" y="199209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16" y="931969"/>
                    </a:lnTo>
                    <a:lnTo>
                      <a:pt x="910292" y="930989"/>
                    </a:lnTo>
                    <a:lnTo>
                      <a:pt x="910210" y="927593"/>
                    </a:lnTo>
                    <a:lnTo>
                      <a:pt x="910127" y="924196"/>
                    </a:lnTo>
                    <a:lnTo>
                      <a:pt x="910044" y="920800"/>
                    </a:lnTo>
                    <a:lnTo>
                      <a:pt x="909961" y="917401"/>
                    </a:lnTo>
                    <a:lnTo>
                      <a:pt x="909930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8" name="ph3593">
                <a:extLst>
                  <a:ext uri="{FF2B5EF4-FFF2-40B4-BE49-F238E27FC236}">
                    <a16:creationId xmlns:a16="http://schemas.microsoft.com/office/drawing/2014/main" id="{484CE4E2-B6FD-E5AC-5133-C7F04B41E695}"/>
                  </a:ext>
                </a:extLst>
              </p:cNvPr>
              <p:cNvSpPr/>
              <p:nvPr/>
            </p:nvSpPr>
            <p:spPr>
              <a:xfrm>
                <a:off x="315774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9" name="ph3594">
                <a:extLst>
                  <a:ext uri="{FF2B5EF4-FFF2-40B4-BE49-F238E27FC236}">
                    <a16:creationId xmlns:a16="http://schemas.microsoft.com/office/drawing/2014/main" id="{2E287277-3A4A-8B34-FCC1-EFD44C903C23}"/>
                  </a:ext>
                </a:extLst>
              </p:cNvPr>
              <p:cNvSpPr/>
              <p:nvPr/>
            </p:nvSpPr>
            <p:spPr>
              <a:xfrm>
                <a:off x="316718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0" name="ph3595">
                <a:extLst>
                  <a:ext uri="{FF2B5EF4-FFF2-40B4-BE49-F238E27FC236}">
                    <a16:creationId xmlns:a16="http://schemas.microsoft.com/office/drawing/2014/main" id="{B02952D3-7912-83E8-8FF3-5BB335BE99D1}"/>
                  </a:ext>
                </a:extLst>
              </p:cNvPr>
              <p:cNvSpPr/>
              <p:nvPr/>
            </p:nvSpPr>
            <p:spPr>
              <a:xfrm>
                <a:off x="317662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1" name="ph3596">
                <a:extLst>
                  <a:ext uri="{FF2B5EF4-FFF2-40B4-BE49-F238E27FC236}">
                    <a16:creationId xmlns:a16="http://schemas.microsoft.com/office/drawing/2014/main" id="{558D91C8-6F72-C170-3CC8-0E7E00F5DB14}"/>
                  </a:ext>
                </a:extLst>
              </p:cNvPr>
              <p:cNvSpPr/>
              <p:nvPr/>
            </p:nvSpPr>
            <p:spPr>
              <a:xfrm>
                <a:off x="3186060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2" name="ph3597">
                <a:extLst>
                  <a:ext uri="{FF2B5EF4-FFF2-40B4-BE49-F238E27FC236}">
                    <a16:creationId xmlns:a16="http://schemas.microsoft.com/office/drawing/2014/main" id="{DF43E597-7490-D2B4-97E5-E6F1FD4E9BB4}"/>
                  </a:ext>
                </a:extLst>
              </p:cNvPr>
              <p:cNvSpPr/>
              <p:nvPr/>
            </p:nvSpPr>
            <p:spPr>
              <a:xfrm>
                <a:off x="319550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3" name="ph3598">
                <a:extLst>
                  <a:ext uri="{FF2B5EF4-FFF2-40B4-BE49-F238E27FC236}">
                    <a16:creationId xmlns:a16="http://schemas.microsoft.com/office/drawing/2014/main" id="{A2F509AE-542A-6D9D-417E-82CD73345828}"/>
                  </a:ext>
                </a:extLst>
              </p:cNvPr>
              <p:cNvSpPr/>
              <p:nvPr/>
            </p:nvSpPr>
            <p:spPr>
              <a:xfrm>
                <a:off x="320494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4" name="ph3599">
                <a:extLst>
                  <a:ext uri="{FF2B5EF4-FFF2-40B4-BE49-F238E27FC236}">
                    <a16:creationId xmlns:a16="http://schemas.microsoft.com/office/drawing/2014/main" id="{9154BFCF-274F-2231-BF58-E5A9DA51EC79}"/>
                  </a:ext>
                </a:extLst>
              </p:cNvPr>
              <p:cNvSpPr/>
              <p:nvPr/>
            </p:nvSpPr>
            <p:spPr>
              <a:xfrm>
                <a:off x="321438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5" name="ph3600">
                <a:extLst>
                  <a:ext uri="{FF2B5EF4-FFF2-40B4-BE49-F238E27FC236}">
                    <a16:creationId xmlns:a16="http://schemas.microsoft.com/office/drawing/2014/main" id="{F1E12EF9-6483-BE6C-54C7-4D3DAC5255DF}"/>
                  </a:ext>
                </a:extLst>
              </p:cNvPr>
              <p:cNvSpPr/>
              <p:nvPr/>
            </p:nvSpPr>
            <p:spPr>
              <a:xfrm>
                <a:off x="3223821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6" name="ph3601">
                <a:extLst>
                  <a:ext uri="{FF2B5EF4-FFF2-40B4-BE49-F238E27FC236}">
                    <a16:creationId xmlns:a16="http://schemas.microsoft.com/office/drawing/2014/main" id="{4E9A93E4-5C1D-B58B-29C3-B59FEFB39627}"/>
                  </a:ext>
                </a:extLst>
              </p:cNvPr>
              <p:cNvSpPr/>
              <p:nvPr/>
            </p:nvSpPr>
            <p:spPr>
              <a:xfrm>
                <a:off x="323326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7" name="ph3602">
                <a:extLst>
                  <a:ext uri="{FF2B5EF4-FFF2-40B4-BE49-F238E27FC236}">
                    <a16:creationId xmlns:a16="http://schemas.microsoft.com/office/drawing/2014/main" id="{39F6FAE3-1E65-9FD4-94C3-C476B873C1F0}"/>
                  </a:ext>
                </a:extLst>
              </p:cNvPr>
              <p:cNvSpPr/>
              <p:nvPr/>
            </p:nvSpPr>
            <p:spPr>
              <a:xfrm>
                <a:off x="324270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8" name="ph3603">
                <a:extLst>
                  <a:ext uri="{FF2B5EF4-FFF2-40B4-BE49-F238E27FC236}">
                    <a16:creationId xmlns:a16="http://schemas.microsoft.com/office/drawing/2014/main" id="{69A42802-647C-4931-2F30-6B932944581F}"/>
                  </a:ext>
                </a:extLst>
              </p:cNvPr>
              <p:cNvSpPr/>
              <p:nvPr/>
            </p:nvSpPr>
            <p:spPr>
              <a:xfrm>
                <a:off x="325214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9" name="ph3604">
                <a:extLst>
                  <a:ext uri="{FF2B5EF4-FFF2-40B4-BE49-F238E27FC236}">
                    <a16:creationId xmlns:a16="http://schemas.microsoft.com/office/drawing/2014/main" id="{805DB3DF-9E5B-641A-3824-6EBD4D372BDD}"/>
                  </a:ext>
                </a:extLst>
              </p:cNvPr>
              <p:cNvSpPr/>
              <p:nvPr/>
            </p:nvSpPr>
            <p:spPr>
              <a:xfrm>
                <a:off x="3261582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0" name="ph3605">
                <a:extLst>
                  <a:ext uri="{FF2B5EF4-FFF2-40B4-BE49-F238E27FC236}">
                    <a16:creationId xmlns:a16="http://schemas.microsoft.com/office/drawing/2014/main" id="{F8DDDA5B-F40C-3C54-D643-829F684EBF45}"/>
                  </a:ext>
                </a:extLst>
              </p:cNvPr>
              <p:cNvSpPr/>
              <p:nvPr/>
            </p:nvSpPr>
            <p:spPr>
              <a:xfrm>
                <a:off x="327102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1" name="ph3606">
                <a:extLst>
                  <a:ext uri="{FF2B5EF4-FFF2-40B4-BE49-F238E27FC236}">
                    <a16:creationId xmlns:a16="http://schemas.microsoft.com/office/drawing/2014/main" id="{17905B55-412A-E5D6-AAAB-CDD2EBC6229C}"/>
                  </a:ext>
                </a:extLst>
              </p:cNvPr>
              <p:cNvSpPr/>
              <p:nvPr/>
            </p:nvSpPr>
            <p:spPr>
              <a:xfrm>
                <a:off x="328046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2" name="ph3607">
                <a:extLst>
                  <a:ext uri="{FF2B5EF4-FFF2-40B4-BE49-F238E27FC236}">
                    <a16:creationId xmlns:a16="http://schemas.microsoft.com/office/drawing/2014/main" id="{80824649-9446-BA7E-2349-63C202FB4BC2}"/>
                  </a:ext>
                </a:extLst>
              </p:cNvPr>
              <p:cNvSpPr/>
              <p:nvPr/>
            </p:nvSpPr>
            <p:spPr>
              <a:xfrm>
                <a:off x="328990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3" name="ph3608">
                <a:extLst>
                  <a:ext uri="{FF2B5EF4-FFF2-40B4-BE49-F238E27FC236}">
                    <a16:creationId xmlns:a16="http://schemas.microsoft.com/office/drawing/2014/main" id="{87AB6BF8-2265-A82B-4C53-39F9C58907AB}"/>
                  </a:ext>
                </a:extLst>
              </p:cNvPr>
              <p:cNvSpPr/>
              <p:nvPr/>
            </p:nvSpPr>
            <p:spPr>
              <a:xfrm>
                <a:off x="3299343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4" name="ph3609">
                <a:extLst>
                  <a:ext uri="{FF2B5EF4-FFF2-40B4-BE49-F238E27FC236}">
                    <a16:creationId xmlns:a16="http://schemas.microsoft.com/office/drawing/2014/main" id="{458EF800-282B-2F94-D211-600844B71B8D}"/>
                  </a:ext>
                </a:extLst>
              </p:cNvPr>
              <p:cNvSpPr/>
              <p:nvPr/>
            </p:nvSpPr>
            <p:spPr>
              <a:xfrm>
                <a:off x="330878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5" name="ph3610">
                <a:extLst>
                  <a:ext uri="{FF2B5EF4-FFF2-40B4-BE49-F238E27FC236}">
                    <a16:creationId xmlns:a16="http://schemas.microsoft.com/office/drawing/2014/main" id="{A31AB513-2C16-4C6B-6140-B8F7048130BE}"/>
                  </a:ext>
                </a:extLst>
              </p:cNvPr>
              <p:cNvSpPr/>
              <p:nvPr/>
            </p:nvSpPr>
            <p:spPr>
              <a:xfrm>
                <a:off x="331822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6" name="ph3611">
                <a:extLst>
                  <a:ext uri="{FF2B5EF4-FFF2-40B4-BE49-F238E27FC236}">
                    <a16:creationId xmlns:a16="http://schemas.microsoft.com/office/drawing/2014/main" id="{92A7FF23-E0B0-E3D1-83D6-387E4A1201AD}"/>
                  </a:ext>
                </a:extLst>
              </p:cNvPr>
              <p:cNvSpPr/>
              <p:nvPr/>
            </p:nvSpPr>
            <p:spPr>
              <a:xfrm>
                <a:off x="332766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7" name="ph3612">
                <a:extLst>
                  <a:ext uri="{FF2B5EF4-FFF2-40B4-BE49-F238E27FC236}">
                    <a16:creationId xmlns:a16="http://schemas.microsoft.com/office/drawing/2014/main" id="{E364E024-1A99-D89A-F4F2-D3929E967D68}"/>
                  </a:ext>
                </a:extLst>
              </p:cNvPr>
              <p:cNvSpPr/>
              <p:nvPr/>
            </p:nvSpPr>
            <p:spPr>
              <a:xfrm>
                <a:off x="333710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8" name="ph3613">
                <a:extLst>
                  <a:ext uri="{FF2B5EF4-FFF2-40B4-BE49-F238E27FC236}">
                    <a16:creationId xmlns:a16="http://schemas.microsoft.com/office/drawing/2014/main" id="{45CB7DB9-A741-993D-F4BD-AFA0B03D373D}"/>
                  </a:ext>
                </a:extLst>
              </p:cNvPr>
              <p:cNvSpPr/>
              <p:nvPr/>
            </p:nvSpPr>
            <p:spPr>
              <a:xfrm>
                <a:off x="3346544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9" name="ph3614">
                <a:extLst>
                  <a:ext uri="{FF2B5EF4-FFF2-40B4-BE49-F238E27FC236}">
                    <a16:creationId xmlns:a16="http://schemas.microsoft.com/office/drawing/2014/main" id="{02A02FAA-496E-9C9E-A270-E9905D21FDD2}"/>
                  </a:ext>
                </a:extLst>
              </p:cNvPr>
              <p:cNvSpPr/>
              <p:nvPr/>
            </p:nvSpPr>
            <p:spPr>
              <a:xfrm>
                <a:off x="335598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0" name="ph3615">
                <a:extLst>
                  <a:ext uri="{FF2B5EF4-FFF2-40B4-BE49-F238E27FC236}">
                    <a16:creationId xmlns:a16="http://schemas.microsoft.com/office/drawing/2014/main" id="{A596F15B-F4E5-962F-63D3-8693D5D9AA25}"/>
                  </a:ext>
                </a:extLst>
              </p:cNvPr>
              <p:cNvSpPr/>
              <p:nvPr/>
            </p:nvSpPr>
            <p:spPr>
              <a:xfrm>
                <a:off x="336542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1" name="ph3616">
                <a:extLst>
                  <a:ext uri="{FF2B5EF4-FFF2-40B4-BE49-F238E27FC236}">
                    <a16:creationId xmlns:a16="http://schemas.microsoft.com/office/drawing/2014/main" id="{F30E23D1-BA8F-050C-297E-A08689D9D109}"/>
                  </a:ext>
                </a:extLst>
              </p:cNvPr>
              <p:cNvSpPr/>
              <p:nvPr/>
            </p:nvSpPr>
            <p:spPr>
              <a:xfrm>
                <a:off x="337486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2" name="ph3617">
                <a:extLst>
                  <a:ext uri="{FF2B5EF4-FFF2-40B4-BE49-F238E27FC236}">
                    <a16:creationId xmlns:a16="http://schemas.microsoft.com/office/drawing/2014/main" id="{EECB0FE4-05F7-AAEA-EAD8-0D99C19251FB}"/>
                  </a:ext>
                </a:extLst>
              </p:cNvPr>
              <p:cNvSpPr/>
              <p:nvPr/>
            </p:nvSpPr>
            <p:spPr>
              <a:xfrm>
                <a:off x="3384305" y="199209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3" name="ph3618">
                <a:extLst>
                  <a:ext uri="{FF2B5EF4-FFF2-40B4-BE49-F238E27FC236}">
                    <a16:creationId xmlns:a16="http://schemas.microsoft.com/office/drawing/2014/main" id="{95F0750D-3D4E-D3DB-0FDD-5633F4497275}"/>
                  </a:ext>
                </a:extLst>
              </p:cNvPr>
              <p:cNvSpPr/>
              <p:nvPr/>
            </p:nvSpPr>
            <p:spPr>
              <a:xfrm>
                <a:off x="3393746" y="200966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8671"/>
                    </a:lnTo>
                    <a:lnTo>
                      <a:pt x="922956" y="903636"/>
                    </a:lnTo>
                    <a:lnTo>
                      <a:pt x="920848" y="913724"/>
                    </a:lnTo>
                    <a:lnTo>
                      <a:pt x="92068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4" name="ph3619">
                <a:extLst>
                  <a:ext uri="{FF2B5EF4-FFF2-40B4-BE49-F238E27FC236}">
                    <a16:creationId xmlns:a16="http://schemas.microsoft.com/office/drawing/2014/main" id="{AED666DC-FB6C-35DD-3770-E215F05DB0C5}"/>
                  </a:ext>
                </a:extLst>
              </p:cNvPr>
              <p:cNvSpPr/>
              <p:nvPr/>
            </p:nvSpPr>
            <p:spPr>
              <a:xfrm>
                <a:off x="3403186" y="1992094"/>
                <a:ext cx="914727" cy="916241"/>
              </a:xfrm>
              <a:custGeom>
                <a:avLst/>
                <a:gdLst/>
                <a:ahLst/>
                <a:cxnLst/>
                <a:rect l="0" t="0" r="0" b="0"/>
                <a:pathLst>
                  <a:path w="914727" h="916241">
                    <a:moveTo>
                      <a:pt x="914400" y="914400"/>
                    </a:moveTo>
                    <a:lnTo>
                      <a:pt x="914727" y="914400"/>
                    </a:lnTo>
                    <a:lnTo>
                      <a:pt x="914400" y="91624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5" name="ph3620">
                <a:extLst>
                  <a:ext uri="{FF2B5EF4-FFF2-40B4-BE49-F238E27FC236}">
                    <a16:creationId xmlns:a16="http://schemas.microsoft.com/office/drawing/2014/main" id="{EFA40A34-636E-CE68-C74C-4DC67B662CA1}"/>
                  </a:ext>
                </a:extLst>
              </p:cNvPr>
              <p:cNvSpPr/>
              <p:nvPr/>
            </p:nvSpPr>
            <p:spPr>
              <a:xfrm>
                <a:off x="2298678" y="1974524"/>
                <a:ext cx="914400" cy="9280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031">
                    <a:moveTo>
                      <a:pt x="914400" y="914400"/>
                    </a:moveTo>
                    <a:lnTo>
                      <a:pt x="914400" y="928031"/>
                    </a:lnTo>
                    <a:lnTo>
                      <a:pt x="912048" y="924361"/>
                    </a:lnTo>
                    <a:lnTo>
                      <a:pt x="907769" y="916948"/>
                    </a:lnTo>
                    <a:lnTo>
                      <a:pt x="906442" y="914400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6" name="ph3621">
                <a:extLst>
                  <a:ext uri="{FF2B5EF4-FFF2-40B4-BE49-F238E27FC236}">
                    <a16:creationId xmlns:a16="http://schemas.microsoft.com/office/drawing/2014/main" id="{A921DC33-F2A7-E829-F84D-7C418EBC05A5}"/>
                  </a:ext>
                </a:extLst>
              </p:cNvPr>
              <p:cNvSpPr/>
              <p:nvPr/>
            </p:nvSpPr>
            <p:spPr>
              <a:xfrm>
                <a:off x="229867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66" y="931969"/>
                    </a:lnTo>
                    <a:lnTo>
                      <a:pt x="916528" y="931353"/>
                    </a:lnTo>
                    <a:lnTo>
                      <a:pt x="914400" y="928031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7" name="ph3622">
                <a:extLst>
                  <a:ext uri="{FF2B5EF4-FFF2-40B4-BE49-F238E27FC236}">
                    <a16:creationId xmlns:a16="http://schemas.microsoft.com/office/drawing/2014/main" id="{9B4ADFA5-73FB-ED36-BC6A-77C19D6C0742}"/>
                  </a:ext>
                </a:extLst>
              </p:cNvPr>
              <p:cNvSpPr/>
              <p:nvPr/>
            </p:nvSpPr>
            <p:spPr>
              <a:xfrm>
                <a:off x="230811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8" name="ph3623">
                <a:extLst>
                  <a:ext uri="{FF2B5EF4-FFF2-40B4-BE49-F238E27FC236}">
                    <a16:creationId xmlns:a16="http://schemas.microsoft.com/office/drawing/2014/main" id="{5F345753-D489-83C9-7E4F-76E4987CCE27}"/>
                  </a:ext>
                </a:extLst>
              </p:cNvPr>
              <p:cNvSpPr/>
              <p:nvPr/>
            </p:nvSpPr>
            <p:spPr>
              <a:xfrm>
                <a:off x="2317558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9" name="ph3624">
                <a:extLst>
                  <a:ext uri="{FF2B5EF4-FFF2-40B4-BE49-F238E27FC236}">
                    <a16:creationId xmlns:a16="http://schemas.microsoft.com/office/drawing/2014/main" id="{3EB09B0D-6B27-A913-06E8-9337DBF55E6D}"/>
                  </a:ext>
                </a:extLst>
              </p:cNvPr>
              <p:cNvSpPr/>
              <p:nvPr/>
            </p:nvSpPr>
            <p:spPr>
              <a:xfrm>
                <a:off x="232699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0" name="ph3625">
                <a:extLst>
                  <a:ext uri="{FF2B5EF4-FFF2-40B4-BE49-F238E27FC236}">
                    <a16:creationId xmlns:a16="http://schemas.microsoft.com/office/drawing/2014/main" id="{B4B6D534-EBF5-0211-461F-9C45CDA6E1B1}"/>
                  </a:ext>
                </a:extLst>
              </p:cNvPr>
              <p:cNvSpPr/>
              <p:nvPr/>
            </p:nvSpPr>
            <p:spPr>
              <a:xfrm>
                <a:off x="233643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1" name="ph3626">
                <a:extLst>
                  <a:ext uri="{FF2B5EF4-FFF2-40B4-BE49-F238E27FC236}">
                    <a16:creationId xmlns:a16="http://schemas.microsoft.com/office/drawing/2014/main" id="{FAB644B9-D10D-9A4D-52AA-570D0E41B886}"/>
                  </a:ext>
                </a:extLst>
              </p:cNvPr>
              <p:cNvSpPr/>
              <p:nvPr/>
            </p:nvSpPr>
            <p:spPr>
              <a:xfrm>
                <a:off x="234587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2" name="ph3627">
                <a:extLst>
                  <a:ext uri="{FF2B5EF4-FFF2-40B4-BE49-F238E27FC236}">
                    <a16:creationId xmlns:a16="http://schemas.microsoft.com/office/drawing/2014/main" id="{65230DE2-D18C-08D8-FF64-7F251D68C95D}"/>
                  </a:ext>
                </a:extLst>
              </p:cNvPr>
              <p:cNvSpPr/>
              <p:nvPr/>
            </p:nvSpPr>
            <p:spPr>
              <a:xfrm>
                <a:off x="2355319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3" name="ph3628">
                <a:extLst>
                  <a:ext uri="{FF2B5EF4-FFF2-40B4-BE49-F238E27FC236}">
                    <a16:creationId xmlns:a16="http://schemas.microsoft.com/office/drawing/2014/main" id="{E80D1E64-7A6E-88E2-5C08-7CFB4D46F24B}"/>
                  </a:ext>
                </a:extLst>
              </p:cNvPr>
              <p:cNvSpPr/>
              <p:nvPr/>
            </p:nvSpPr>
            <p:spPr>
              <a:xfrm>
                <a:off x="236476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9D265">
                  <a:alpha val="100000"/>
                </a:srgbClr>
              </a:solidFill>
              <a:ln w="5420" cap="flat">
                <a:solidFill>
                  <a:srgbClr val="99D2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4" name="ph3629">
                <a:extLst>
                  <a:ext uri="{FF2B5EF4-FFF2-40B4-BE49-F238E27FC236}">
                    <a16:creationId xmlns:a16="http://schemas.microsoft.com/office/drawing/2014/main" id="{821BBC8E-3BA2-874D-F361-70818EA3A6D6}"/>
                  </a:ext>
                </a:extLst>
              </p:cNvPr>
              <p:cNvSpPr/>
              <p:nvPr/>
            </p:nvSpPr>
            <p:spPr>
              <a:xfrm>
                <a:off x="237420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5" name="ph3630">
                <a:extLst>
                  <a:ext uri="{FF2B5EF4-FFF2-40B4-BE49-F238E27FC236}">
                    <a16:creationId xmlns:a16="http://schemas.microsoft.com/office/drawing/2014/main" id="{86A501C2-F0C0-CA22-96E6-DBAC2B8709BC}"/>
                  </a:ext>
                </a:extLst>
              </p:cNvPr>
              <p:cNvSpPr/>
              <p:nvPr/>
            </p:nvSpPr>
            <p:spPr>
              <a:xfrm>
                <a:off x="238364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6" name="ph3631">
                <a:extLst>
                  <a:ext uri="{FF2B5EF4-FFF2-40B4-BE49-F238E27FC236}">
                    <a16:creationId xmlns:a16="http://schemas.microsoft.com/office/drawing/2014/main" id="{4EACBEC8-CC36-366B-BD18-C63286A938B3}"/>
                  </a:ext>
                </a:extLst>
              </p:cNvPr>
              <p:cNvSpPr/>
              <p:nvPr/>
            </p:nvSpPr>
            <p:spPr>
              <a:xfrm>
                <a:off x="239308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7" name="ph3632">
                <a:extLst>
                  <a:ext uri="{FF2B5EF4-FFF2-40B4-BE49-F238E27FC236}">
                    <a16:creationId xmlns:a16="http://schemas.microsoft.com/office/drawing/2014/main" id="{BADA8AE1-2AC6-68FD-8626-D5A212AA0712}"/>
                  </a:ext>
                </a:extLst>
              </p:cNvPr>
              <p:cNvSpPr/>
              <p:nvPr/>
            </p:nvSpPr>
            <p:spPr>
              <a:xfrm>
                <a:off x="240252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8" name="ph3633">
                <a:extLst>
                  <a:ext uri="{FF2B5EF4-FFF2-40B4-BE49-F238E27FC236}">
                    <a16:creationId xmlns:a16="http://schemas.microsoft.com/office/drawing/2014/main" id="{30B6AA32-DB28-CDA4-B77E-AB2AF0B1C784}"/>
                  </a:ext>
                </a:extLst>
              </p:cNvPr>
              <p:cNvSpPr/>
              <p:nvPr/>
            </p:nvSpPr>
            <p:spPr>
              <a:xfrm>
                <a:off x="241196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9" name="ph3634">
                <a:extLst>
                  <a:ext uri="{FF2B5EF4-FFF2-40B4-BE49-F238E27FC236}">
                    <a16:creationId xmlns:a16="http://schemas.microsoft.com/office/drawing/2014/main" id="{0FFEEDE2-49D6-1038-FB4F-F14F4572B94A}"/>
                  </a:ext>
                </a:extLst>
              </p:cNvPr>
              <p:cNvSpPr/>
              <p:nvPr/>
            </p:nvSpPr>
            <p:spPr>
              <a:xfrm>
                <a:off x="242140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0" name="ph3635">
                <a:extLst>
                  <a:ext uri="{FF2B5EF4-FFF2-40B4-BE49-F238E27FC236}">
                    <a16:creationId xmlns:a16="http://schemas.microsoft.com/office/drawing/2014/main" id="{6DD0234D-F935-B651-A163-F12C16D72D78}"/>
                  </a:ext>
                </a:extLst>
              </p:cNvPr>
              <p:cNvSpPr/>
              <p:nvPr/>
            </p:nvSpPr>
            <p:spPr>
              <a:xfrm>
                <a:off x="243084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1" name="ph3636">
                <a:extLst>
                  <a:ext uri="{FF2B5EF4-FFF2-40B4-BE49-F238E27FC236}">
                    <a16:creationId xmlns:a16="http://schemas.microsoft.com/office/drawing/2014/main" id="{358372E9-9200-35E2-8E8E-B228BF70EC81}"/>
                  </a:ext>
                </a:extLst>
              </p:cNvPr>
              <p:cNvSpPr/>
              <p:nvPr/>
            </p:nvSpPr>
            <p:spPr>
              <a:xfrm>
                <a:off x="244028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2" name="ph3637">
                <a:extLst>
                  <a:ext uri="{FF2B5EF4-FFF2-40B4-BE49-F238E27FC236}">
                    <a16:creationId xmlns:a16="http://schemas.microsoft.com/office/drawing/2014/main" id="{6810E07D-31D7-C485-3C01-DDDE55967DA7}"/>
                  </a:ext>
                </a:extLst>
              </p:cNvPr>
              <p:cNvSpPr/>
              <p:nvPr/>
            </p:nvSpPr>
            <p:spPr>
              <a:xfrm>
                <a:off x="244972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3" name="ph3638">
                <a:extLst>
                  <a:ext uri="{FF2B5EF4-FFF2-40B4-BE49-F238E27FC236}">
                    <a16:creationId xmlns:a16="http://schemas.microsoft.com/office/drawing/2014/main" id="{88D4A617-D1E6-7E9A-5405-4EA34E0D6013}"/>
                  </a:ext>
                </a:extLst>
              </p:cNvPr>
              <p:cNvSpPr/>
              <p:nvPr/>
            </p:nvSpPr>
            <p:spPr>
              <a:xfrm>
                <a:off x="245916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4" name="ph3639">
                <a:extLst>
                  <a:ext uri="{FF2B5EF4-FFF2-40B4-BE49-F238E27FC236}">
                    <a16:creationId xmlns:a16="http://schemas.microsoft.com/office/drawing/2014/main" id="{68549327-8B6A-9B38-BD61-498FD6AE5485}"/>
                  </a:ext>
                </a:extLst>
              </p:cNvPr>
              <p:cNvSpPr/>
              <p:nvPr/>
            </p:nvSpPr>
            <p:spPr>
              <a:xfrm>
                <a:off x="246860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5" name="ph3640">
                <a:extLst>
                  <a:ext uri="{FF2B5EF4-FFF2-40B4-BE49-F238E27FC236}">
                    <a16:creationId xmlns:a16="http://schemas.microsoft.com/office/drawing/2014/main" id="{C5C8C149-CA14-0EE5-F49E-8968F908FB7D}"/>
                  </a:ext>
                </a:extLst>
              </p:cNvPr>
              <p:cNvSpPr/>
              <p:nvPr/>
            </p:nvSpPr>
            <p:spPr>
              <a:xfrm>
                <a:off x="247804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6" name="ph3641">
                <a:extLst>
                  <a:ext uri="{FF2B5EF4-FFF2-40B4-BE49-F238E27FC236}">
                    <a16:creationId xmlns:a16="http://schemas.microsoft.com/office/drawing/2014/main" id="{2D3D73F7-B63E-1B34-9FD2-9D69D07F3562}"/>
                  </a:ext>
                </a:extLst>
              </p:cNvPr>
              <p:cNvSpPr/>
              <p:nvPr/>
            </p:nvSpPr>
            <p:spPr>
              <a:xfrm>
                <a:off x="248748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B">
                  <a:alpha val="100000"/>
                </a:srgbClr>
              </a:solidFill>
              <a:ln w="5420" cap="flat">
                <a:solidFill>
                  <a:srgbClr val="A3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7" name="ph3642">
                <a:extLst>
                  <a:ext uri="{FF2B5EF4-FFF2-40B4-BE49-F238E27FC236}">
                    <a16:creationId xmlns:a16="http://schemas.microsoft.com/office/drawing/2014/main" id="{F9926DBE-89AA-0116-29E8-3E79C54EA881}"/>
                  </a:ext>
                </a:extLst>
              </p:cNvPr>
              <p:cNvSpPr/>
              <p:nvPr/>
            </p:nvSpPr>
            <p:spPr>
              <a:xfrm>
                <a:off x="249692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8" name="ph3643">
                <a:extLst>
                  <a:ext uri="{FF2B5EF4-FFF2-40B4-BE49-F238E27FC236}">
                    <a16:creationId xmlns:a16="http://schemas.microsoft.com/office/drawing/2014/main" id="{998B407D-F1CA-7E22-E14D-FA30B6CC2A2C}"/>
                  </a:ext>
                </a:extLst>
              </p:cNvPr>
              <p:cNvSpPr/>
              <p:nvPr/>
            </p:nvSpPr>
            <p:spPr>
              <a:xfrm>
                <a:off x="250636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9" name="ph3644">
                <a:extLst>
                  <a:ext uri="{FF2B5EF4-FFF2-40B4-BE49-F238E27FC236}">
                    <a16:creationId xmlns:a16="http://schemas.microsoft.com/office/drawing/2014/main" id="{010ACA6E-C91B-3EDE-67BD-6685A9EA5FE2}"/>
                  </a:ext>
                </a:extLst>
              </p:cNvPr>
              <p:cNvSpPr/>
              <p:nvPr/>
            </p:nvSpPr>
            <p:spPr>
              <a:xfrm>
                <a:off x="251580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0" name="ph3645">
                <a:extLst>
                  <a:ext uri="{FF2B5EF4-FFF2-40B4-BE49-F238E27FC236}">
                    <a16:creationId xmlns:a16="http://schemas.microsoft.com/office/drawing/2014/main" id="{67450F15-B0A5-6ECA-BE00-0ED01F6B1B2E}"/>
                  </a:ext>
                </a:extLst>
              </p:cNvPr>
              <p:cNvSpPr/>
              <p:nvPr/>
            </p:nvSpPr>
            <p:spPr>
              <a:xfrm>
                <a:off x="252524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1" name="ph3646">
                <a:extLst>
                  <a:ext uri="{FF2B5EF4-FFF2-40B4-BE49-F238E27FC236}">
                    <a16:creationId xmlns:a16="http://schemas.microsoft.com/office/drawing/2014/main" id="{EAF84A2D-1814-B005-512B-C3A3995EED13}"/>
                  </a:ext>
                </a:extLst>
              </p:cNvPr>
              <p:cNvSpPr/>
              <p:nvPr/>
            </p:nvSpPr>
            <p:spPr>
              <a:xfrm>
                <a:off x="253468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2" name="ph3647">
                <a:extLst>
                  <a:ext uri="{FF2B5EF4-FFF2-40B4-BE49-F238E27FC236}">
                    <a16:creationId xmlns:a16="http://schemas.microsoft.com/office/drawing/2014/main" id="{7BCFD798-5C48-4876-3A43-A0FF1749CEFE}"/>
                  </a:ext>
                </a:extLst>
              </p:cNvPr>
              <p:cNvSpPr/>
              <p:nvPr/>
            </p:nvSpPr>
            <p:spPr>
              <a:xfrm>
                <a:off x="254412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3" name="ph3648">
                <a:extLst>
                  <a:ext uri="{FF2B5EF4-FFF2-40B4-BE49-F238E27FC236}">
                    <a16:creationId xmlns:a16="http://schemas.microsoft.com/office/drawing/2014/main" id="{88F5133E-C364-4E71-720C-A6449A9D56AC}"/>
                  </a:ext>
                </a:extLst>
              </p:cNvPr>
              <p:cNvSpPr/>
              <p:nvPr/>
            </p:nvSpPr>
            <p:spPr>
              <a:xfrm>
                <a:off x="255356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4" name="ph3649">
                <a:extLst>
                  <a:ext uri="{FF2B5EF4-FFF2-40B4-BE49-F238E27FC236}">
                    <a16:creationId xmlns:a16="http://schemas.microsoft.com/office/drawing/2014/main" id="{B42C4345-7DFF-CFE2-CD3D-C50281052313}"/>
                  </a:ext>
                </a:extLst>
              </p:cNvPr>
              <p:cNvSpPr/>
              <p:nvPr/>
            </p:nvSpPr>
            <p:spPr>
              <a:xfrm>
                <a:off x="256300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BDB6F">
                  <a:alpha val="100000"/>
                </a:srgbClr>
              </a:solidFill>
              <a:ln w="5420" cap="flat">
                <a:solidFill>
                  <a:srgbClr val="ABDB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5" name="ph3650">
                <a:extLst>
                  <a:ext uri="{FF2B5EF4-FFF2-40B4-BE49-F238E27FC236}">
                    <a16:creationId xmlns:a16="http://schemas.microsoft.com/office/drawing/2014/main" id="{911EF1F9-7F4C-6279-E11B-403F52E7F9A6}"/>
                  </a:ext>
                </a:extLst>
              </p:cNvPr>
              <p:cNvSpPr/>
              <p:nvPr/>
            </p:nvSpPr>
            <p:spPr>
              <a:xfrm>
                <a:off x="257244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6" name="ph3651">
                <a:extLst>
                  <a:ext uri="{FF2B5EF4-FFF2-40B4-BE49-F238E27FC236}">
                    <a16:creationId xmlns:a16="http://schemas.microsoft.com/office/drawing/2014/main" id="{DB56023D-9B72-7C0A-12BC-4E22EFB2C216}"/>
                  </a:ext>
                </a:extLst>
              </p:cNvPr>
              <p:cNvSpPr/>
              <p:nvPr/>
            </p:nvSpPr>
            <p:spPr>
              <a:xfrm>
                <a:off x="258188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DDB71">
                  <a:alpha val="100000"/>
                </a:srgbClr>
              </a:solidFill>
              <a:ln w="5420" cap="flat">
                <a:solidFill>
                  <a:srgbClr val="ADDB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7" name="ph3652">
                <a:extLst>
                  <a:ext uri="{FF2B5EF4-FFF2-40B4-BE49-F238E27FC236}">
                    <a16:creationId xmlns:a16="http://schemas.microsoft.com/office/drawing/2014/main" id="{13BDF45A-01EF-20E9-3FBB-EBF209CB0BE2}"/>
                  </a:ext>
                </a:extLst>
              </p:cNvPr>
              <p:cNvSpPr/>
              <p:nvPr/>
            </p:nvSpPr>
            <p:spPr>
              <a:xfrm>
                <a:off x="2600766" y="199209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81" y="896830"/>
                    </a:lnTo>
                    <a:lnTo>
                      <a:pt x="913194" y="897401"/>
                    </a:lnTo>
                    <a:lnTo>
                      <a:pt x="914400" y="899268"/>
                    </a:lnTo>
                    <a:close/>
                  </a:path>
                </a:pathLst>
              </a:custGeom>
              <a:solidFill>
                <a:srgbClr val="AEDC71">
                  <a:alpha val="100000"/>
                </a:srgbClr>
              </a:solidFill>
              <a:ln w="5420" cap="flat">
                <a:solidFill>
                  <a:srgbClr val="AE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8" name="ph3653">
                <a:extLst>
                  <a:ext uri="{FF2B5EF4-FFF2-40B4-BE49-F238E27FC236}">
                    <a16:creationId xmlns:a16="http://schemas.microsoft.com/office/drawing/2014/main" id="{5CBE70D4-746E-BDEA-2CF1-4B4DBDF95869}"/>
                  </a:ext>
                </a:extLst>
              </p:cNvPr>
              <p:cNvSpPr/>
              <p:nvPr/>
            </p:nvSpPr>
            <p:spPr>
              <a:xfrm>
                <a:off x="2600766" y="1992094"/>
                <a:ext cx="92341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411" h="914400">
                    <a:moveTo>
                      <a:pt x="914400" y="914400"/>
                    </a:moveTo>
                    <a:lnTo>
                      <a:pt x="914400" y="899268"/>
                    </a:lnTo>
                    <a:lnTo>
                      <a:pt x="917917" y="904714"/>
                    </a:lnTo>
                    <a:lnTo>
                      <a:pt x="922420" y="912492"/>
                    </a:lnTo>
                    <a:lnTo>
                      <a:pt x="923411" y="914400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9" name="ph3654">
                <a:extLst>
                  <a:ext uri="{FF2B5EF4-FFF2-40B4-BE49-F238E27FC236}">
                    <a16:creationId xmlns:a16="http://schemas.microsoft.com/office/drawing/2014/main" id="{241383C0-5DD0-912D-60A3-570C14C51718}"/>
                  </a:ext>
                </a:extLst>
              </p:cNvPr>
              <p:cNvSpPr/>
              <p:nvPr/>
            </p:nvSpPr>
            <p:spPr>
              <a:xfrm>
                <a:off x="3157740" y="197452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930" y="931969"/>
                    </a:lnTo>
                    <a:lnTo>
                      <a:pt x="909847" y="923777"/>
                    </a:lnTo>
                    <a:lnTo>
                      <a:pt x="910019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0" name="ph3655">
                <a:extLst>
                  <a:ext uri="{FF2B5EF4-FFF2-40B4-BE49-F238E27FC236}">
                    <a16:creationId xmlns:a16="http://schemas.microsoft.com/office/drawing/2014/main" id="{AA240F67-73D0-6892-C50F-641A2F142D2A}"/>
                  </a:ext>
                </a:extLst>
              </p:cNvPr>
              <p:cNvSpPr/>
              <p:nvPr/>
            </p:nvSpPr>
            <p:spPr>
              <a:xfrm>
                <a:off x="315774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1" name="ph3656">
                <a:extLst>
                  <a:ext uri="{FF2B5EF4-FFF2-40B4-BE49-F238E27FC236}">
                    <a16:creationId xmlns:a16="http://schemas.microsoft.com/office/drawing/2014/main" id="{DDE0366F-9E66-CFDB-FAF1-08BE4BE0D6E2}"/>
                  </a:ext>
                </a:extLst>
              </p:cNvPr>
              <p:cNvSpPr/>
              <p:nvPr/>
            </p:nvSpPr>
            <p:spPr>
              <a:xfrm>
                <a:off x="316718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2" name="ph3657">
                <a:extLst>
                  <a:ext uri="{FF2B5EF4-FFF2-40B4-BE49-F238E27FC236}">
                    <a16:creationId xmlns:a16="http://schemas.microsoft.com/office/drawing/2014/main" id="{39607101-DA59-ED53-C614-91877DD45E11}"/>
                  </a:ext>
                </a:extLst>
              </p:cNvPr>
              <p:cNvSpPr/>
              <p:nvPr/>
            </p:nvSpPr>
            <p:spPr>
              <a:xfrm>
                <a:off x="317662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3" name="ph3658">
                <a:extLst>
                  <a:ext uri="{FF2B5EF4-FFF2-40B4-BE49-F238E27FC236}">
                    <a16:creationId xmlns:a16="http://schemas.microsoft.com/office/drawing/2014/main" id="{61363B0B-FF82-7768-4A96-5A72ECF959E2}"/>
                  </a:ext>
                </a:extLst>
              </p:cNvPr>
              <p:cNvSpPr/>
              <p:nvPr/>
            </p:nvSpPr>
            <p:spPr>
              <a:xfrm>
                <a:off x="3186060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4" name="ph3659">
                <a:extLst>
                  <a:ext uri="{FF2B5EF4-FFF2-40B4-BE49-F238E27FC236}">
                    <a16:creationId xmlns:a16="http://schemas.microsoft.com/office/drawing/2014/main" id="{96A2DCD3-8A70-5FF0-ABB2-58F0A7902DDB}"/>
                  </a:ext>
                </a:extLst>
              </p:cNvPr>
              <p:cNvSpPr/>
              <p:nvPr/>
            </p:nvSpPr>
            <p:spPr>
              <a:xfrm>
                <a:off x="319550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5" name="ph3660">
                <a:extLst>
                  <a:ext uri="{FF2B5EF4-FFF2-40B4-BE49-F238E27FC236}">
                    <a16:creationId xmlns:a16="http://schemas.microsoft.com/office/drawing/2014/main" id="{BAEBB39B-276B-7114-6EB6-0C81DE08B16C}"/>
                  </a:ext>
                </a:extLst>
              </p:cNvPr>
              <p:cNvSpPr/>
              <p:nvPr/>
            </p:nvSpPr>
            <p:spPr>
              <a:xfrm>
                <a:off x="320494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6" name="ph3661">
                <a:extLst>
                  <a:ext uri="{FF2B5EF4-FFF2-40B4-BE49-F238E27FC236}">
                    <a16:creationId xmlns:a16="http://schemas.microsoft.com/office/drawing/2014/main" id="{85BFC53C-CFDA-91C6-03F0-4DED36C0F236}"/>
                  </a:ext>
                </a:extLst>
              </p:cNvPr>
              <p:cNvSpPr/>
              <p:nvPr/>
            </p:nvSpPr>
            <p:spPr>
              <a:xfrm>
                <a:off x="321438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7" name="ph3662">
                <a:extLst>
                  <a:ext uri="{FF2B5EF4-FFF2-40B4-BE49-F238E27FC236}">
                    <a16:creationId xmlns:a16="http://schemas.microsoft.com/office/drawing/2014/main" id="{4CA1483A-9D66-358D-3998-4632AC5351D3}"/>
                  </a:ext>
                </a:extLst>
              </p:cNvPr>
              <p:cNvSpPr/>
              <p:nvPr/>
            </p:nvSpPr>
            <p:spPr>
              <a:xfrm>
                <a:off x="3223821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8" name="ph3663">
                <a:extLst>
                  <a:ext uri="{FF2B5EF4-FFF2-40B4-BE49-F238E27FC236}">
                    <a16:creationId xmlns:a16="http://schemas.microsoft.com/office/drawing/2014/main" id="{8A1EC5F4-C910-5467-7A94-D1FFBCE598F9}"/>
                  </a:ext>
                </a:extLst>
              </p:cNvPr>
              <p:cNvSpPr/>
              <p:nvPr/>
            </p:nvSpPr>
            <p:spPr>
              <a:xfrm>
                <a:off x="323326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9" name="ph3664">
                <a:extLst>
                  <a:ext uri="{FF2B5EF4-FFF2-40B4-BE49-F238E27FC236}">
                    <a16:creationId xmlns:a16="http://schemas.microsoft.com/office/drawing/2014/main" id="{346CA3FF-5EB0-765E-6E0C-12AC322E480D}"/>
                  </a:ext>
                </a:extLst>
              </p:cNvPr>
              <p:cNvSpPr/>
              <p:nvPr/>
            </p:nvSpPr>
            <p:spPr>
              <a:xfrm>
                <a:off x="324270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0" name="ph3665">
                <a:extLst>
                  <a:ext uri="{FF2B5EF4-FFF2-40B4-BE49-F238E27FC236}">
                    <a16:creationId xmlns:a16="http://schemas.microsoft.com/office/drawing/2014/main" id="{8B7EF1A6-5015-56D2-9475-9E7747B2437A}"/>
                  </a:ext>
                </a:extLst>
              </p:cNvPr>
              <p:cNvSpPr/>
              <p:nvPr/>
            </p:nvSpPr>
            <p:spPr>
              <a:xfrm>
                <a:off x="325214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1" name="ph3666">
                <a:extLst>
                  <a:ext uri="{FF2B5EF4-FFF2-40B4-BE49-F238E27FC236}">
                    <a16:creationId xmlns:a16="http://schemas.microsoft.com/office/drawing/2014/main" id="{149496E8-2431-A504-059D-2F4E4AD76C6D}"/>
                  </a:ext>
                </a:extLst>
              </p:cNvPr>
              <p:cNvSpPr/>
              <p:nvPr/>
            </p:nvSpPr>
            <p:spPr>
              <a:xfrm>
                <a:off x="3261582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2" name="ph3667">
                <a:extLst>
                  <a:ext uri="{FF2B5EF4-FFF2-40B4-BE49-F238E27FC236}">
                    <a16:creationId xmlns:a16="http://schemas.microsoft.com/office/drawing/2014/main" id="{D5D2DC61-4567-03B9-C092-AA953D06BDCE}"/>
                  </a:ext>
                </a:extLst>
              </p:cNvPr>
              <p:cNvSpPr/>
              <p:nvPr/>
            </p:nvSpPr>
            <p:spPr>
              <a:xfrm>
                <a:off x="327102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3" name="ph3668">
                <a:extLst>
                  <a:ext uri="{FF2B5EF4-FFF2-40B4-BE49-F238E27FC236}">
                    <a16:creationId xmlns:a16="http://schemas.microsoft.com/office/drawing/2014/main" id="{1BD90165-03F5-E9EE-DD75-C3FA83D98482}"/>
                  </a:ext>
                </a:extLst>
              </p:cNvPr>
              <p:cNvSpPr/>
              <p:nvPr/>
            </p:nvSpPr>
            <p:spPr>
              <a:xfrm>
                <a:off x="328046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4" name="ph3669">
                <a:extLst>
                  <a:ext uri="{FF2B5EF4-FFF2-40B4-BE49-F238E27FC236}">
                    <a16:creationId xmlns:a16="http://schemas.microsoft.com/office/drawing/2014/main" id="{DD2807B9-A68A-82FE-60A2-D9D694E7E15C}"/>
                  </a:ext>
                </a:extLst>
              </p:cNvPr>
              <p:cNvSpPr/>
              <p:nvPr/>
            </p:nvSpPr>
            <p:spPr>
              <a:xfrm>
                <a:off x="328990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5" name="ph3670">
                <a:extLst>
                  <a:ext uri="{FF2B5EF4-FFF2-40B4-BE49-F238E27FC236}">
                    <a16:creationId xmlns:a16="http://schemas.microsoft.com/office/drawing/2014/main" id="{58DB1D82-26E2-05F4-0903-869CCE628918}"/>
                  </a:ext>
                </a:extLst>
              </p:cNvPr>
              <p:cNvSpPr/>
              <p:nvPr/>
            </p:nvSpPr>
            <p:spPr>
              <a:xfrm>
                <a:off x="3299343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6" name="ph3671">
                <a:extLst>
                  <a:ext uri="{FF2B5EF4-FFF2-40B4-BE49-F238E27FC236}">
                    <a16:creationId xmlns:a16="http://schemas.microsoft.com/office/drawing/2014/main" id="{66A28D6E-AD3A-94A6-5E3D-A30A9E489D45}"/>
                  </a:ext>
                </a:extLst>
              </p:cNvPr>
              <p:cNvSpPr/>
              <p:nvPr/>
            </p:nvSpPr>
            <p:spPr>
              <a:xfrm>
                <a:off x="330878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7" name="ph3672">
                <a:extLst>
                  <a:ext uri="{FF2B5EF4-FFF2-40B4-BE49-F238E27FC236}">
                    <a16:creationId xmlns:a16="http://schemas.microsoft.com/office/drawing/2014/main" id="{2DE3877A-ED00-8BF1-A6A8-155DDCCE5DB5}"/>
                  </a:ext>
                </a:extLst>
              </p:cNvPr>
              <p:cNvSpPr/>
              <p:nvPr/>
            </p:nvSpPr>
            <p:spPr>
              <a:xfrm>
                <a:off x="331822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8" name="ph3673">
                <a:extLst>
                  <a:ext uri="{FF2B5EF4-FFF2-40B4-BE49-F238E27FC236}">
                    <a16:creationId xmlns:a16="http://schemas.microsoft.com/office/drawing/2014/main" id="{C53BE13A-9569-8805-6C6B-F5DAEDE01C72}"/>
                  </a:ext>
                </a:extLst>
              </p:cNvPr>
              <p:cNvSpPr/>
              <p:nvPr/>
            </p:nvSpPr>
            <p:spPr>
              <a:xfrm>
                <a:off x="332766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9" name="ph3674">
                <a:extLst>
                  <a:ext uri="{FF2B5EF4-FFF2-40B4-BE49-F238E27FC236}">
                    <a16:creationId xmlns:a16="http://schemas.microsoft.com/office/drawing/2014/main" id="{D5222B2E-07DC-0EA6-7D68-B8DA55C0A678}"/>
                  </a:ext>
                </a:extLst>
              </p:cNvPr>
              <p:cNvSpPr/>
              <p:nvPr/>
            </p:nvSpPr>
            <p:spPr>
              <a:xfrm>
                <a:off x="333710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0" name="ph3675">
                <a:extLst>
                  <a:ext uri="{FF2B5EF4-FFF2-40B4-BE49-F238E27FC236}">
                    <a16:creationId xmlns:a16="http://schemas.microsoft.com/office/drawing/2014/main" id="{AA06DA86-A73D-9BED-16C0-014F9B9BFDBA}"/>
                  </a:ext>
                </a:extLst>
              </p:cNvPr>
              <p:cNvSpPr/>
              <p:nvPr/>
            </p:nvSpPr>
            <p:spPr>
              <a:xfrm>
                <a:off x="3346544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1" name="ph3676">
                <a:extLst>
                  <a:ext uri="{FF2B5EF4-FFF2-40B4-BE49-F238E27FC236}">
                    <a16:creationId xmlns:a16="http://schemas.microsoft.com/office/drawing/2014/main" id="{CAE87F4E-D40C-BE6E-B1A3-897E780999EE}"/>
                  </a:ext>
                </a:extLst>
              </p:cNvPr>
              <p:cNvSpPr/>
              <p:nvPr/>
            </p:nvSpPr>
            <p:spPr>
              <a:xfrm>
                <a:off x="335598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2" name="ph3677">
                <a:extLst>
                  <a:ext uri="{FF2B5EF4-FFF2-40B4-BE49-F238E27FC236}">
                    <a16:creationId xmlns:a16="http://schemas.microsoft.com/office/drawing/2014/main" id="{A23F3825-A18E-ED01-751D-913758EF0C48}"/>
                  </a:ext>
                </a:extLst>
              </p:cNvPr>
              <p:cNvSpPr/>
              <p:nvPr/>
            </p:nvSpPr>
            <p:spPr>
              <a:xfrm>
                <a:off x="336542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3" name="ph3678">
                <a:extLst>
                  <a:ext uri="{FF2B5EF4-FFF2-40B4-BE49-F238E27FC236}">
                    <a16:creationId xmlns:a16="http://schemas.microsoft.com/office/drawing/2014/main" id="{899C8677-952A-8752-83EA-C2EE2BD6B91D}"/>
                  </a:ext>
                </a:extLst>
              </p:cNvPr>
              <p:cNvSpPr/>
              <p:nvPr/>
            </p:nvSpPr>
            <p:spPr>
              <a:xfrm>
                <a:off x="337486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4" name="ph3679">
                <a:extLst>
                  <a:ext uri="{FF2B5EF4-FFF2-40B4-BE49-F238E27FC236}">
                    <a16:creationId xmlns:a16="http://schemas.microsoft.com/office/drawing/2014/main" id="{A93A32E2-CA47-FC9D-B3A7-02E6ADAC790B}"/>
                  </a:ext>
                </a:extLst>
              </p:cNvPr>
              <p:cNvSpPr/>
              <p:nvPr/>
            </p:nvSpPr>
            <p:spPr>
              <a:xfrm>
                <a:off x="3384305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5" name="ph3680">
                <a:extLst>
                  <a:ext uri="{FF2B5EF4-FFF2-40B4-BE49-F238E27FC236}">
                    <a16:creationId xmlns:a16="http://schemas.microsoft.com/office/drawing/2014/main" id="{38FE418F-09F0-D4EF-2B9C-1CC909DAF426}"/>
                  </a:ext>
                </a:extLst>
              </p:cNvPr>
              <p:cNvSpPr/>
              <p:nvPr/>
            </p:nvSpPr>
            <p:spPr>
              <a:xfrm>
                <a:off x="3393746" y="197452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6" name="ph3681">
                <a:extLst>
                  <a:ext uri="{FF2B5EF4-FFF2-40B4-BE49-F238E27FC236}">
                    <a16:creationId xmlns:a16="http://schemas.microsoft.com/office/drawing/2014/main" id="{0CD7DCAB-7211-6EFB-BC17-E88067223D1E}"/>
                  </a:ext>
                </a:extLst>
              </p:cNvPr>
              <p:cNvSpPr/>
              <p:nvPr/>
            </p:nvSpPr>
            <p:spPr>
              <a:xfrm>
                <a:off x="3403186" y="1992094"/>
                <a:ext cx="9176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640" y="896830"/>
                    </a:lnTo>
                    <a:lnTo>
                      <a:pt x="917346" y="898638"/>
                    </a:lnTo>
                    <a:lnTo>
                      <a:pt x="916845" y="901707"/>
                    </a:lnTo>
                    <a:lnTo>
                      <a:pt x="916345" y="904777"/>
                    </a:lnTo>
                    <a:lnTo>
                      <a:pt x="915846" y="907847"/>
                    </a:lnTo>
                    <a:lnTo>
                      <a:pt x="915344" y="910930"/>
                    </a:lnTo>
                    <a:lnTo>
                      <a:pt x="91472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7" name="ph3682">
                <a:extLst>
                  <a:ext uri="{FF2B5EF4-FFF2-40B4-BE49-F238E27FC236}">
                    <a16:creationId xmlns:a16="http://schemas.microsoft.com/office/drawing/2014/main" id="{86F55102-F39E-054A-4B0E-2A7E3796147C}"/>
                  </a:ext>
                </a:extLst>
              </p:cNvPr>
              <p:cNvSpPr/>
              <p:nvPr/>
            </p:nvSpPr>
            <p:spPr>
              <a:xfrm>
                <a:off x="2289238" y="1956954"/>
                <a:ext cx="914400" cy="92912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122">
                    <a:moveTo>
                      <a:pt x="914400" y="914400"/>
                    </a:moveTo>
                    <a:lnTo>
                      <a:pt x="914400" y="929122"/>
                    </a:lnTo>
                    <a:lnTo>
                      <a:pt x="913141" y="926704"/>
                    </a:lnTo>
                    <a:lnTo>
                      <a:pt x="909294" y="918510"/>
                    </a:lnTo>
                    <a:lnTo>
                      <a:pt x="907558" y="914400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8" name="ph3683">
                <a:extLst>
                  <a:ext uri="{FF2B5EF4-FFF2-40B4-BE49-F238E27FC236}">
                    <a16:creationId xmlns:a16="http://schemas.microsoft.com/office/drawing/2014/main" id="{C2136CBA-5255-59D5-F520-4F1B9FC4EA6B}"/>
                  </a:ext>
                </a:extLst>
              </p:cNvPr>
              <p:cNvSpPr/>
              <p:nvPr/>
            </p:nvSpPr>
            <p:spPr>
              <a:xfrm>
                <a:off x="228923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2" y="931969"/>
                    </a:lnTo>
                    <a:lnTo>
                      <a:pt x="914400" y="929122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9" name="ph3684">
                <a:extLst>
                  <a:ext uri="{FF2B5EF4-FFF2-40B4-BE49-F238E27FC236}">
                    <a16:creationId xmlns:a16="http://schemas.microsoft.com/office/drawing/2014/main" id="{9625887A-736E-EDF6-C2F4-C6E78A6525AD}"/>
                  </a:ext>
                </a:extLst>
              </p:cNvPr>
              <p:cNvSpPr/>
              <p:nvPr/>
            </p:nvSpPr>
            <p:spPr>
              <a:xfrm>
                <a:off x="229867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0" name="ph3685">
                <a:extLst>
                  <a:ext uri="{FF2B5EF4-FFF2-40B4-BE49-F238E27FC236}">
                    <a16:creationId xmlns:a16="http://schemas.microsoft.com/office/drawing/2014/main" id="{4A753B49-951A-EF3D-F49E-2EC9A18D3F6D}"/>
                  </a:ext>
                </a:extLst>
              </p:cNvPr>
              <p:cNvSpPr/>
              <p:nvPr/>
            </p:nvSpPr>
            <p:spPr>
              <a:xfrm>
                <a:off x="230811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1" name="ph3686">
                <a:extLst>
                  <a:ext uri="{FF2B5EF4-FFF2-40B4-BE49-F238E27FC236}">
                    <a16:creationId xmlns:a16="http://schemas.microsoft.com/office/drawing/2014/main" id="{10D4252E-92CB-133D-F97D-B08A61179387}"/>
                  </a:ext>
                </a:extLst>
              </p:cNvPr>
              <p:cNvSpPr/>
              <p:nvPr/>
            </p:nvSpPr>
            <p:spPr>
              <a:xfrm>
                <a:off x="2317558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2" name="ph3687">
                <a:extLst>
                  <a:ext uri="{FF2B5EF4-FFF2-40B4-BE49-F238E27FC236}">
                    <a16:creationId xmlns:a16="http://schemas.microsoft.com/office/drawing/2014/main" id="{ABB73177-55AF-71D2-2EE1-28D35ECA9160}"/>
                  </a:ext>
                </a:extLst>
              </p:cNvPr>
              <p:cNvSpPr/>
              <p:nvPr/>
            </p:nvSpPr>
            <p:spPr>
              <a:xfrm>
                <a:off x="232699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3" name="ph3688">
                <a:extLst>
                  <a:ext uri="{FF2B5EF4-FFF2-40B4-BE49-F238E27FC236}">
                    <a16:creationId xmlns:a16="http://schemas.microsoft.com/office/drawing/2014/main" id="{862E2D5D-52C0-84D8-B0A9-76E62DC55715}"/>
                  </a:ext>
                </a:extLst>
              </p:cNvPr>
              <p:cNvSpPr/>
              <p:nvPr/>
            </p:nvSpPr>
            <p:spPr>
              <a:xfrm>
                <a:off x="233643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4" name="ph3689">
                <a:extLst>
                  <a:ext uri="{FF2B5EF4-FFF2-40B4-BE49-F238E27FC236}">
                    <a16:creationId xmlns:a16="http://schemas.microsoft.com/office/drawing/2014/main" id="{E8B62C38-5AD0-ECC5-72B0-2B45CBE4E2EA}"/>
                  </a:ext>
                </a:extLst>
              </p:cNvPr>
              <p:cNvSpPr/>
              <p:nvPr/>
            </p:nvSpPr>
            <p:spPr>
              <a:xfrm>
                <a:off x="234587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5" name="ph3690">
                <a:extLst>
                  <a:ext uri="{FF2B5EF4-FFF2-40B4-BE49-F238E27FC236}">
                    <a16:creationId xmlns:a16="http://schemas.microsoft.com/office/drawing/2014/main" id="{EF82B722-5830-E3E3-6C86-45DF24EDF98F}"/>
                  </a:ext>
                </a:extLst>
              </p:cNvPr>
              <p:cNvSpPr/>
              <p:nvPr/>
            </p:nvSpPr>
            <p:spPr>
              <a:xfrm>
                <a:off x="2355319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6" name="ph3691">
                <a:extLst>
                  <a:ext uri="{FF2B5EF4-FFF2-40B4-BE49-F238E27FC236}">
                    <a16:creationId xmlns:a16="http://schemas.microsoft.com/office/drawing/2014/main" id="{01C1F5A9-35BF-7FE1-B775-AC15F3A1097C}"/>
                  </a:ext>
                </a:extLst>
              </p:cNvPr>
              <p:cNvSpPr/>
              <p:nvPr/>
            </p:nvSpPr>
            <p:spPr>
              <a:xfrm>
                <a:off x="236476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7" name="ph3692">
                <a:extLst>
                  <a:ext uri="{FF2B5EF4-FFF2-40B4-BE49-F238E27FC236}">
                    <a16:creationId xmlns:a16="http://schemas.microsoft.com/office/drawing/2014/main" id="{67ABF932-E886-5F8A-1ADC-C7896758C2CC}"/>
                  </a:ext>
                </a:extLst>
              </p:cNvPr>
              <p:cNvSpPr/>
              <p:nvPr/>
            </p:nvSpPr>
            <p:spPr>
              <a:xfrm>
                <a:off x="237420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8" name="ph3693">
                <a:extLst>
                  <a:ext uri="{FF2B5EF4-FFF2-40B4-BE49-F238E27FC236}">
                    <a16:creationId xmlns:a16="http://schemas.microsoft.com/office/drawing/2014/main" id="{F5626ADB-22B9-15A2-9EC2-70D192020671}"/>
                  </a:ext>
                </a:extLst>
              </p:cNvPr>
              <p:cNvSpPr/>
              <p:nvPr/>
            </p:nvSpPr>
            <p:spPr>
              <a:xfrm>
                <a:off x="238364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9" name="ph3694">
                <a:extLst>
                  <a:ext uri="{FF2B5EF4-FFF2-40B4-BE49-F238E27FC236}">
                    <a16:creationId xmlns:a16="http://schemas.microsoft.com/office/drawing/2014/main" id="{05410334-571A-CFC3-BD6E-6430FEA2DAE4}"/>
                  </a:ext>
                </a:extLst>
              </p:cNvPr>
              <p:cNvSpPr/>
              <p:nvPr/>
            </p:nvSpPr>
            <p:spPr>
              <a:xfrm>
                <a:off x="239308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0" name="ph3695">
                <a:extLst>
                  <a:ext uri="{FF2B5EF4-FFF2-40B4-BE49-F238E27FC236}">
                    <a16:creationId xmlns:a16="http://schemas.microsoft.com/office/drawing/2014/main" id="{633FBC10-FACE-6A9D-1731-1040D23059B6}"/>
                  </a:ext>
                </a:extLst>
              </p:cNvPr>
              <p:cNvSpPr/>
              <p:nvPr/>
            </p:nvSpPr>
            <p:spPr>
              <a:xfrm>
                <a:off x="240252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1" name="ph3696">
                <a:extLst>
                  <a:ext uri="{FF2B5EF4-FFF2-40B4-BE49-F238E27FC236}">
                    <a16:creationId xmlns:a16="http://schemas.microsoft.com/office/drawing/2014/main" id="{13932074-B095-4F6F-ABF9-73E29F2DE29B}"/>
                  </a:ext>
                </a:extLst>
              </p:cNvPr>
              <p:cNvSpPr/>
              <p:nvPr/>
            </p:nvSpPr>
            <p:spPr>
              <a:xfrm>
                <a:off x="241196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2" name="ph3697">
                <a:extLst>
                  <a:ext uri="{FF2B5EF4-FFF2-40B4-BE49-F238E27FC236}">
                    <a16:creationId xmlns:a16="http://schemas.microsoft.com/office/drawing/2014/main" id="{620B3702-B077-EC56-4543-21D8D24C1D5D}"/>
                  </a:ext>
                </a:extLst>
              </p:cNvPr>
              <p:cNvSpPr/>
              <p:nvPr/>
            </p:nvSpPr>
            <p:spPr>
              <a:xfrm>
                <a:off x="242140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3" name="ph3698">
                <a:extLst>
                  <a:ext uri="{FF2B5EF4-FFF2-40B4-BE49-F238E27FC236}">
                    <a16:creationId xmlns:a16="http://schemas.microsoft.com/office/drawing/2014/main" id="{C30151F5-4DFA-ACFD-88A2-758C4FAB9CB8}"/>
                  </a:ext>
                </a:extLst>
              </p:cNvPr>
              <p:cNvSpPr/>
              <p:nvPr/>
            </p:nvSpPr>
            <p:spPr>
              <a:xfrm>
                <a:off x="243084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4" name="ph3699">
                <a:extLst>
                  <a:ext uri="{FF2B5EF4-FFF2-40B4-BE49-F238E27FC236}">
                    <a16:creationId xmlns:a16="http://schemas.microsoft.com/office/drawing/2014/main" id="{43BD1A66-11F6-9597-BE20-785F1E3BF5C4}"/>
                  </a:ext>
                </a:extLst>
              </p:cNvPr>
              <p:cNvSpPr/>
              <p:nvPr/>
            </p:nvSpPr>
            <p:spPr>
              <a:xfrm>
                <a:off x="244028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5" name="ph3700">
                <a:extLst>
                  <a:ext uri="{FF2B5EF4-FFF2-40B4-BE49-F238E27FC236}">
                    <a16:creationId xmlns:a16="http://schemas.microsoft.com/office/drawing/2014/main" id="{681B7A99-29B6-78FC-C6D2-8D43115EAD73}"/>
                  </a:ext>
                </a:extLst>
              </p:cNvPr>
              <p:cNvSpPr/>
              <p:nvPr/>
            </p:nvSpPr>
            <p:spPr>
              <a:xfrm>
                <a:off x="244972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6" name="ph3701">
                <a:extLst>
                  <a:ext uri="{FF2B5EF4-FFF2-40B4-BE49-F238E27FC236}">
                    <a16:creationId xmlns:a16="http://schemas.microsoft.com/office/drawing/2014/main" id="{B4689CA3-F580-077B-D93C-07B89769FA2D}"/>
                  </a:ext>
                </a:extLst>
              </p:cNvPr>
              <p:cNvSpPr/>
              <p:nvPr/>
            </p:nvSpPr>
            <p:spPr>
              <a:xfrm>
                <a:off x="245916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7" name="ph3702">
                <a:extLst>
                  <a:ext uri="{FF2B5EF4-FFF2-40B4-BE49-F238E27FC236}">
                    <a16:creationId xmlns:a16="http://schemas.microsoft.com/office/drawing/2014/main" id="{1DC930CA-A29F-47B8-AD68-451CEE87C54D}"/>
                  </a:ext>
                </a:extLst>
              </p:cNvPr>
              <p:cNvSpPr/>
              <p:nvPr/>
            </p:nvSpPr>
            <p:spPr>
              <a:xfrm>
                <a:off x="246860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DD467">
                  <a:alpha val="100000"/>
                </a:srgbClr>
              </a:solidFill>
              <a:ln w="5420" cap="flat">
                <a:solidFill>
                  <a:srgbClr val="9D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8" name="ph3703">
                <a:extLst>
                  <a:ext uri="{FF2B5EF4-FFF2-40B4-BE49-F238E27FC236}">
                    <a16:creationId xmlns:a16="http://schemas.microsoft.com/office/drawing/2014/main" id="{BD63E4E3-2F12-F445-703F-5FBA1B226F74}"/>
                  </a:ext>
                </a:extLst>
              </p:cNvPr>
              <p:cNvSpPr/>
              <p:nvPr/>
            </p:nvSpPr>
            <p:spPr>
              <a:xfrm>
                <a:off x="247804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9" name="ph3704">
                <a:extLst>
                  <a:ext uri="{FF2B5EF4-FFF2-40B4-BE49-F238E27FC236}">
                    <a16:creationId xmlns:a16="http://schemas.microsoft.com/office/drawing/2014/main" id="{EF1B57BD-7DD9-E5ED-B7C7-3044EB37802F}"/>
                  </a:ext>
                </a:extLst>
              </p:cNvPr>
              <p:cNvSpPr/>
              <p:nvPr/>
            </p:nvSpPr>
            <p:spPr>
              <a:xfrm>
                <a:off x="248748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0" name="ph3705">
                <a:extLst>
                  <a:ext uri="{FF2B5EF4-FFF2-40B4-BE49-F238E27FC236}">
                    <a16:creationId xmlns:a16="http://schemas.microsoft.com/office/drawing/2014/main" id="{D3ABCE24-BD66-D829-A76E-EFE55D7F0A37}"/>
                  </a:ext>
                </a:extLst>
              </p:cNvPr>
              <p:cNvSpPr/>
              <p:nvPr/>
            </p:nvSpPr>
            <p:spPr>
              <a:xfrm>
                <a:off x="249692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1" name="ph3706">
                <a:extLst>
                  <a:ext uri="{FF2B5EF4-FFF2-40B4-BE49-F238E27FC236}">
                    <a16:creationId xmlns:a16="http://schemas.microsoft.com/office/drawing/2014/main" id="{7619F6BD-9F22-F556-49D3-D426EB1B7337}"/>
                  </a:ext>
                </a:extLst>
              </p:cNvPr>
              <p:cNvSpPr/>
              <p:nvPr/>
            </p:nvSpPr>
            <p:spPr>
              <a:xfrm>
                <a:off x="250636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2" name="ph3707">
                <a:extLst>
                  <a:ext uri="{FF2B5EF4-FFF2-40B4-BE49-F238E27FC236}">
                    <a16:creationId xmlns:a16="http://schemas.microsoft.com/office/drawing/2014/main" id="{87D56294-EB4C-38F1-B098-ACC1FE163B94}"/>
                  </a:ext>
                </a:extLst>
              </p:cNvPr>
              <p:cNvSpPr/>
              <p:nvPr/>
            </p:nvSpPr>
            <p:spPr>
              <a:xfrm>
                <a:off x="251580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3" name="ph3708">
                <a:extLst>
                  <a:ext uri="{FF2B5EF4-FFF2-40B4-BE49-F238E27FC236}">
                    <a16:creationId xmlns:a16="http://schemas.microsoft.com/office/drawing/2014/main" id="{84D24563-62D1-DB6D-71EC-95ABBC7F1C8D}"/>
                  </a:ext>
                </a:extLst>
              </p:cNvPr>
              <p:cNvSpPr/>
              <p:nvPr/>
            </p:nvSpPr>
            <p:spPr>
              <a:xfrm>
                <a:off x="252524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4" name="ph3709">
                <a:extLst>
                  <a:ext uri="{FF2B5EF4-FFF2-40B4-BE49-F238E27FC236}">
                    <a16:creationId xmlns:a16="http://schemas.microsoft.com/office/drawing/2014/main" id="{9A7730A5-933E-5392-F26C-7284D3F5797B}"/>
                  </a:ext>
                </a:extLst>
              </p:cNvPr>
              <p:cNvSpPr/>
              <p:nvPr/>
            </p:nvSpPr>
            <p:spPr>
              <a:xfrm>
                <a:off x="253468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5" name="ph3710">
                <a:extLst>
                  <a:ext uri="{FF2B5EF4-FFF2-40B4-BE49-F238E27FC236}">
                    <a16:creationId xmlns:a16="http://schemas.microsoft.com/office/drawing/2014/main" id="{2A92DCE3-66B8-3B6E-74E6-828C46FF6C4E}"/>
                  </a:ext>
                </a:extLst>
              </p:cNvPr>
              <p:cNvSpPr/>
              <p:nvPr/>
            </p:nvSpPr>
            <p:spPr>
              <a:xfrm>
                <a:off x="254412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6" name="ph3711">
                <a:extLst>
                  <a:ext uri="{FF2B5EF4-FFF2-40B4-BE49-F238E27FC236}">
                    <a16:creationId xmlns:a16="http://schemas.microsoft.com/office/drawing/2014/main" id="{DB6AD3F4-6C3A-E8AC-9A5B-733EB063A011}"/>
                  </a:ext>
                </a:extLst>
              </p:cNvPr>
              <p:cNvSpPr/>
              <p:nvPr/>
            </p:nvSpPr>
            <p:spPr>
              <a:xfrm>
                <a:off x="255356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7" name="ph3712">
                <a:extLst>
                  <a:ext uri="{FF2B5EF4-FFF2-40B4-BE49-F238E27FC236}">
                    <a16:creationId xmlns:a16="http://schemas.microsoft.com/office/drawing/2014/main" id="{D379444F-C0A1-55BB-02FE-AD7DEC8157CC}"/>
                  </a:ext>
                </a:extLst>
              </p:cNvPr>
              <p:cNvSpPr/>
              <p:nvPr/>
            </p:nvSpPr>
            <p:spPr>
              <a:xfrm>
                <a:off x="256300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8" name="ph3713">
                <a:extLst>
                  <a:ext uri="{FF2B5EF4-FFF2-40B4-BE49-F238E27FC236}">
                    <a16:creationId xmlns:a16="http://schemas.microsoft.com/office/drawing/2014/main" id="{F23E5CAF-3D5C-1DA0-F629-61B05804C6CD}"/>
                  </a:ext>
                </a:extLst>
              </p:cNvPr>
              <p:cNvSpPr/>
              <p:nvPr/>
            </p:nvSpPr>
            <p:spPr>
              <a:xfrm>
                <a:off x="257244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9" name="ph3714">
                <a:extLst>
                  <a:ext uri="{FF2B5EF4-FFF2-40B4-BE49-F238E27FC236}">
                    <a16:creationId xmlns:a16="http://schemas.microsoft.com/office/drawing/2014/main" id="{E8B481D2-68E8-46D9-1F82-D280AB32BFBE}"/>
                  </a:ext>
                </a:extLst>
              </p:cNvPr>
              <p:cNvSpPr/>
              <p:nvPr/>
            </p:nvSpPr>
            <p:spPr>
              <a:xfrm>
                <a:off x="2591325" y="197452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13" y="896830"/>
                    </a:lnTo>
                    <a:lnTo>
                      <a:pt x="912584" y="901828"/>
                    </a:lnTo>
                    <a:lnTo>
                      <a:pt x="914399" y="904068"/>
                    </a:lnTo>
                    <a:close/>
                  </a:path>
                </a:pathLst>
              </a:custGeom>
              <a:solidFill>
                <a:srgbClr val="ABDA6F">
                  <a:alpha val="100000"/>
                </a:srgbClr>
              </a:solidFill>
              <a:ln w="5420" cap="flat">
                <a:solidFill>
                  <a:srgbClr val="AB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0" name="ph3715">
                <a:extLst>
                  <a:ext uri="{FF2B5EF4-FFF2-40B4-BE49-F238E27FC236}">
                    <a16:creationId xmlns:a16="http://schemas.microsoft.com/office/drawing/2014/main" id="{808D78EB-2EFA-E466-3FFD-A7E3232A8354}"/>
                  </a:ext>
                </a:extLst>
              </p:cNvPr>
              <p:cNvSpPr/>
              <p:nvPr/>
            </p:nvSpPr>
            <p:spPr>
              <a:xfrm>
                <a:off x="2591325" y="1974524"/>
                <a:ext cx="92222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21" h="914400">
                    <a:moveTo>
                      <a:pt x="914399" y="914400"/>
                    </a:moveTo>
                    <a:lnTo>
                      <a:pt x="914399" y="904068"/>
                    </a:lnTo>
                    <a:lnTo>
                      <a:pt x="917705" y="908146"/>
                    </a:lnTo>
                    <a:lnTo>
                      <a:pt x="922221" y="914400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1" name="ph3716">
                <a:extLst>
                  <a:ext uri="{FF2B5EF4-FFF2-40B4-BE49-F238E27FC236}">
                    <a16:creationId xmlns:a16="http://schemas.microsoft.com/office/drawing/2014/main" id="{7EE8518E-FE52-DCFC-F43B-623D8710FB22}"/>
                  </a:ext>
                </a:extLst>
              </p:cNvPr>
              <p:cNvSpPr/>
              <p:nvPr/>
            </p:nvSpPr>
            <p:spPr>
              <a:xfrm>
                <a:off x="3157740" y="195695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19" y="931969"/>
                    </a:lnTo>
                    <a:lnTo>
                      <a:pt x="910053" y="930157"/>
                    </a:lnTo>
                    <a:lnTo>
                      <a:pt x="910577" y="919004"/>
                    </a:lnTo>
                    <a:lnTo>
                      <a:pt x="910927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2" name="ph3717">
                <a:extLst>
                  <a:ext uri="{FF2B5EF4-FFF2-40B4-BE49-F238E27FC236}">
                    <a16:creationId xmlns:a16="http://schemas.microsoft.com/office/drawing/2014/main" id="{9E4E001B-CDEF-13B6-FBAD-FB83A64BBEF7}"/>
                  </a:ext>
                </a:extLst>
              </p:cNvPr>
              <p:cNvSpPr/>
              <p:nvPr/>
            </p:nvSpPr>
            <p:spPr>
              <a:xfrm>
                <a:off x="315774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3" name="ph3718">
                <a:extLst>
                  <a:ext uri="{FF2B5EF4-FFF2-40B4-BE49-F238E27FC236}">
                    <a16:creationId xmlns:a16="http://schemas.microsoft.com/office/drawing/2014/main" id="{6DA2767B-5E76-82CF-EB5B-D0EB35153E59}"/>
                  </a:ext>
                </a:extLst>
              </p:cNvPr>
              <p:cNvSpPr/>
              <p:nvPr/>
            </p:nvSpPr>
            <p:spPr>
              <a:xfrm>
                <a:off x="316718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4" name="ph3719">
                <a:extLst>
                  <a:ext uri="{FF2B5EF4-FFF2-40B4-BE49-F238E27FC236}">
                    <a16:creationId xmlns:a16="http://schemas.microsoft.com/office/drawing/2014/main" id="{F70A1B55-B5B7-2A8F-FFFC-C4B9FEB5D8BE}"/>
                  </a:ext>
                </a:extLst>
              </p:cNvPr>
              <p:cNvSpPr/>
              <p:nvPr/>
            </p:nvSpPr>
            <p:spPr>
              <a:xfrm>
                <a:off x="317662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5" name="ph3720">
                <a:extLst>
                  <a:ext uri="{FF2B5EF4-FFF2-40B4-BE49-F238E27FC236}">
                    <a16:creationId xmlns:a16="http://schemas.microsoft.com/office/drawing/2014/main" id="{BFEEFC25-6877-A223-C3BE-ABFBFF8D7113}"/>
                  </a:ext>
                </a:extLst>
              </p:cNvPr>
              <p:cNvSpPr/>
              <p:nvPr/>
            </p:nvSpPr>
            <p:spPr>
              <a:xfrm>
                <a:off x="3186060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6" name="ph3721">
                <a:extLst>
                  <a:ext uri="{FF2B5EF4-FFF2-40B4-BE49-F238E27FC236}">
                    <a16:creationId xmlns:a16="http://schemas.microsoft.com/office/drawing/2014/main" id="{E75A0207-A28F-7CF3-1BD7-A22FF4F8636D}"/>
                  </a:ext>
                </a:extLst>
              </p:cNvPr>
              <p:cNvSpPr/>
              <p:nvPr/>
            </p:nvSpPr>
            <p:spPr>
              <a:xfrm>
                <a:off x="319550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7" name="ph3722">
                <a:extLst>
                  <a:ext uri="{FF2B5EF4-FFF2-40B4-BE49-F238E27FC236}">
                    <a16:creationId xmlns:a16="http://schemas.microsoft.com/office/drawing/2014/main" id="{4D56712D-C6D0-2859-46F8-22306AC77219}"/>
                  </a:ext>
                </a:extLst>
              </p:cNvPr>
              <p:cNvSpPr/>
              <p:nvPr/>
            </p:nvSpPr>
            <p:spPr>
              <a:xfrm>
                <a:off x="320494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8" name="ph3723">
                <a:extLst>
                  <a:ext uri="{FF2B5EF4-FFF2-40B4-BE49-F238E27FC236}">
                    <a16:creationId xmlns:a16="http://schemas.microsoft.com/office/drawing/2014/main" id="{C557E05F-7CE0-6EA0-147D-7A74FFF661BE}"/>
                  </a:ext>
                </a:extLst>
              </p:cNvPr>
              <p:cNvSpPr/>
              <p:nvPr/>
            </p:nvSpPr>
            <p:spPr>
              <a:xfrm>
                <a:off x="321438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9" name="ph3724">
                <a:extLst>
                  <a:ext uri="{FF2B5EF4-FFF2-40B4-BE49-F238E27FC236}">
                    <a16:creationId xmlns:a16="http://schemas.microsoft.com/office/drawing/2014/main" id="{9D0D8CE9-9A68-CD86-2B37-964070D6A30A}"/>
                  </a:ext>
                </a:extLst>
              </p:cNvPr>
              <p:cNvSpPr/>
              <p:nvPr/>
            </p:nvSpPr>
            <p:spPr>
              <a:xfrm>
                <a:off x="3223821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0" name="ph3725">
                <a:extLst>
                  <a:ext uri="{FF2B5EF4-FFF2-40B4-BE49-F238E27FC236}">
                    <a16:creationId xmlns:a16="http://schemas.microsoft.com/office/drawing/2014/main" id="{580F0DCA-5E18-4138-606B-062E6D8498B1}"/>
                  </a:ext>
                </a:extLst>
              </p:cNvPr>
              <p:cNvSpPr/>
              <p:nvPr/>
            </p:nvSpPr>
            <p:spPr>
              <a:xfrm>
                <a:off x="323326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1" name="ph3726">
                <a:extLst>
                  <a:ext uri="{FF2B5EF4-FFF2-40B4-BE49-F238E27FC236}">
                    <a16:creationId xmlns:a16="http://schemas.microsoft.com/office/drawing/2014/main" id="{00B699F6-826A-B96F-8D61-91B7E25DF98C}"/>
                  </a:ext>
                </a:extLst>
              </p:cNvPr>
              <p:cNvSpPr/>
              <p:nvPr/>
            </p:nvSpPr>
            <p:spPr>
              <a:xfrm>
                <a:off x="324270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2" name="ph3727">
                <a:extLst>
                  <a:ext uri="{FF2B5EF4-FFF2-40B4-BE49-F238E27FC236}">
                    <a16:creationId xmlns:a16="http://schemas.microsoft.com/office/drawing/2014/main" id="{6998645D-7BC0-E3A3-6CBC-8BB9B65B65C8}"/>
                  </a:ext>
                </a:extLst>
              </p:cNvPr>
              <p:cNvSpPr/>
              <p:nvPr/>
            </p:nvSpPr>
            <p:spPr>
              <a:xfrm>
                <a:off x="325214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3" name="ph3728">
                <a:extLst>
                  <a:ext uri="{FF2B5EF4-FFF2-40B4-BE49-F238E27FC236}">
                    <a16:creationId xmlns:a16="http://schemas.microsoft.com/office/drawing/2014/main" id="{5949D35A-CD4F-BA67-C73A-5BE513600EDE}"/>
                  </a:ext>
                </a:extLst>
              </p:cNvPr>
              <p:cNvSpPr/>
              <p:nvPr/>
            </p:nvSpPr>
            <p:spPr>
              <a:xfrm>
                <a:off x="3261582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4" name="ph3729">
                <a:extLst>
                  <a:ext uri="{FF2B5EF4-FFF2-40B4-BE49-F238E27FC236}">
                    <a16:creationId xmlns:a16="http://schemas.microsoft.com/office/drawing/2014/main" id="{D9F53C71-D963-EFC0-AF13-C2E250FE356D}"/>
                  </a:ext>
                </a:extLst>
              </p:cNvPr>
              <p:cNvSpPr/>
              <p:nvPr/>
            </p:nvSpPr>
            <p:spPr>
              <a:xfrm>
                <a:off x="327102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5" name="ph3730">
                <a:extLst>
                  <a:ext uri="{FF2B5EF4-FFF2-40B4-BE49-F238E27FC236}">
                    <a16:creationId xmlns:a16="http://schemas.microsoft.com/office/drawing/2014/main" id="{A34046D0-4F1C-E30C-DF28-ABA5984DBBE8}"/>
                  </a:ext>
                </a:extLst>
              </p:cNvPr>
              <p:cNvSpPr/>
              <p:nvPr/>
            </p:nvSpPr>
            <p:spPr>
              <a:xfrm>
                <a:off x="328046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6" name="ph3731">
                <a:extLst>
                  <a:ext uri="{FF2B5EF4-FFF2-40B4-BE49-F238E27FC236}">
                    <a16:creationId xmlns:a16="http://schemas.microsoft.com/office/drawing/2014/main" id="{E0BCC5D3-A128-95BC-912C-BCBA4CA69AEB}"/>
                  </a:ext>
                </a:extLst>
              </p:cNvPr>
              <p:cNvSpPr/>
              <p:nvPr/>
            </p:nvSpPr>
            <p:spPr>
              <a:xfrm>
                <a:off x="328990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7" name="ph3732">
                <a:extLst>
                  <a:ext uri="{FF2B5EF4-FFF2-40B4-BE49-F238E27FC236}">
                    <a16:creationId xmlns:a16="http://schemas.microsoft.com/office/drawing/2014/main" id="{C4BA374C-0661-8FCC-3CF6-434F13E46160}"/>
                  </a:ext>
                </a:extLst>
              </p:cNvPr>
              <p:cNvSpPr/>
              <p:nvPr/>
            </p:nvSpPr>
            <p:spPr>
              <a:xfrm>
                <a:off x="3299343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8" name="ph3733">
                <a:extLst>
                  <a:ext uri="{FF2B5EF4-FFF2-40B4-BE49-F238E27FC236}">
                    <a16:creationId xmlns:a16="http://schemas.microsoft.com/office/drawing/2014/main" id="{56BBD427-A6A8-361B-3625-ADBD8C93C188}"/>
                  </a:ext>
                </a:extLst>
              </p:cNvPr>
              <p:cNvSpPr/>
              <p:nvPr/>
            </p:nvSpPr>
            <p:spPr>
              <a:xfrm>
                <a:off x="330878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9" name="ph3734">
                <a:extLst>
                  <a:ext uri="{FF2B5EF4-FFF2-40B4-BE49-F238E27FC236}">
                    <a16:creationId xmlns:a16="http://schemas.microsoft.com/office/drawing/2014/main" id="{04E26DDB-7649-29B0-F8D8-C7F4D70014D3}"/>
                  </a:ext>
                </a:extLst>
              </p:cNvPr>
              <p:cNvSpPr/>
              <p:nvPr/>
            </p:nvSpPr>
            <p:spPr>
              <a:xfrm>
                <a:off x="331822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0" name="ph3735">
                <a:extLst>
                  <a:ext uri="{FF2B5EF4-FFF2-40B4-BE49-F238E27FC236}">
                    <a16:creationId xmlns:a16="http://schemas.microsoft.com/office/drawing/2014/main" id="{2AEE9312-B9D5-C4F5-8230-46C4A17F8CFA}"/>
                  </a:ext>
                </a:extLst>
              </p:cNvPr>
              <p:cNvSpPr/>
              <p:nvPr/>
            </p:nvSpPr>
            <p:spPr>
              <a:xfrm>
                <a:off x="332766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1" name="ph3736">
                <a:extLst>
                  <a:ext uri="{FF2B5EF4-FFF2-40B4-BE49-F238E27FC236}">
                    <a16:creationId xmlns:a16="http://schemas.microsoft.com/office/drawing/2014/main" id="{D45A47B5-30A2-3D02-AE75-1386E05DC986}"/>
                  </a:ext>
                </a:extLst>
              </p:cNvPr>
              <p:cNvSpPr/>
              <p:nvPr/>
            </p:nvSpPr>
            <p:spPr>
              <a:xfrm>
                <a:off x="333710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2" name="ph3737">
                <a:extLst>
                  <a:ext uri="{FF2B5EF4-FFF2-40B4-BE49-F238E27FC236}">
                    <a16:creationId xmlns:a16="http://schemas.microsoft.com/office/drawing/2014/main" id="{5FA4CDB5-8663-2E14-627C-133A426EA556}"/>
                  </a:ext>
                </a:extLst>
              </p:cNvPr>
              <p:cNvSpPr/>
              <p:nvPr/>
            </p:nvSpPr>
            <p:spPr>
              <a:xfrm>
                <a:off x="3346544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3" name="ph3738">
                <a:extLst>
                  <a:ext uri="{FF2B5EF4-FFF2-40B4-BE49-F238E27FC236}">
                    <a16:creationId xmlns:a16="http://schemas.microsoft.com/office/drawing/2014/main" id="{073C3534-052D-DF86-233A-CF42168F6999}"/>
                  </a:ext>
                </a:extLst>
              </p:cNvPr>
              <p:cNvSpPr/>
              <p:nvPr/>
            </p:nvSpPr>
            <p:spPr>
              <a:xfrm>
                <a:off x="335598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4" name="ph3739">
                <a:extLst>
                  <a:ext uri="{FF2B5EF4-FFF2-40B4-BE49-F238E27FC236}">
                    <a16:creationId xmlns:a16="http://schemas.microsoft.com/office/drawing/2014/main" id="{E3D093CC-E525-94B2-615F-3CB050DA70FA}"/>
                  </a:ext>
                </a:extLst>
              </p:cNvPr>
              <p:cNvSpPr/>
              <p:nvPr/>
            </p:nvSpPr>
            <p:spPr>
              <a:xfrm>
                <a:off x="336542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5" name="ph3740">
                <a:extLst>
                  <a:ext uri="{FF2B5EF4-FFF2-40B4-BE49-F238E27FC236}">
                    <a16:creationId xmlns:a16="http://schemas.microsoft.com/office/drawing/2014/main" id="{F33D723F-6162-5103-ADFD-8068F340F0A5}"/>
                  </a:ext>
                </a:extLst>
              </p:cNvPr>
              <p:cNvSpPr/>
              <p:nvPr/>
            </p:nvSpPr>
            <p:spPr>
              <a:xfrm>
                <a:off x="337486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6" name="ph3741">
                <a:extLst>
                  <a:ext uri="{FF2B5EF4-FFF2-40B4-BE49-F238E27FC236}">
                    <a16:creationId xmlns:a16="http://schemas.microsoft.com/office/drawing/2014/main" id="{E2E6D8B6-F340-4F97-C533-C70FA73E02B8}"/>
                  </a:ext>
                </a:extLst>
              </p:cNvPr>
              <p:cNvSpPr/>
              <p:nvPr/>
            </p:nvSpPr>
            <p:spPr>
              <a:xfrm>
                <a:off x="3384305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7" name="ph3742">
                <a:extLst>
                  <a:ext uri="{FF2B5EF4-FFF2-40B4-BE49-F238E27FC236}">
                    <a16:creationId xmlns:a16="http://schemas.microsoft.com/office/drawing/2014/main" id="{7097E96B-B094-2C14-A557-D686FD382B6E}"/>
                  </a:ext>
                </a:extLst>
              </p:cNvPr>
              <p:cNvSpPr/>
              <p:nvPr/>
            </p:nvSpPr>
            <p:spPr>
              <a:xfrm>
                <a:off x="3393746" y="195695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8" name="ph3743">
                <a:extLst>
                  <a:ext uri="{FF2B5EF4-FFF2-40B4-BE49-F238E27FC236}">
                    <a16:creationId xmlns:a16="http://schemas.microsoft.com/office/drawing/2014/main" id="{3C340DC0-2771-E923-3DF5-28ABE3AEDB09}"/>
                  </a:ext>
                </a:extLst>
              </p:cNvPr>
              <p:cNvSpPr/>
              <p:nvPr/>
            </p:nvSpPr>
            <p:spPr>
              <a:xfrm>
                <a:off x="3403186" y="1974524"/>
                <a:ext cx="9203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3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397" y="896830"/>
                    </a:lnTo>
                    <a:lnTo>
                      <a:pt x="919351" y="903916"/>
                    </a:lnTo>
                    <a:lnTo>
                      <a:pt x="918847" y="906999"/>
                    </a:lnTo>
                    <a:lnTo>
                      <a:pt x="918347" y="910068"/>
                    </a:lnTo>
                    <a:lnTo>
                      <a:pt x="917846" y="913138"/>
                    </a:lnTo>
                    <a:lnTo>
                      <a:pt x="91764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9" name="ph3744">
                <a:extLst>
                  <a:ext uri="{FF2B5EF4-FFF2-40B4-BE49-F238E27FC236}">
                    <a16:creationId xmlns:a16="http://schemas.microsoft.com/office/drawing/2014/main" id="{9D07E72F-45F7-1642-F336-8680D0E399A2}"/>
                  </a:ext>
                </a:extLst>
              </p:cNvPr>
              <p:cNvSpPr/>
              <p:nvPr/>
            </p:nvSpPr>
            <p:spPr>
              <a:xfrm>
                <a:off x="2279797" y="1939384"/>
                <a:ext cx="914400" cy="92562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26">
                    <a:moveTo>
                      <a:pt x="914400" y="914400"/>
                    </a:moveTo>
                    <a:lnTo>
                      <a:pt x="914400" y="925626"/>
                    </a:lnTo>
                    <a:lnTo>
                      <a:pt x="911749" y="918638"/>
                    </a:lnTo>
                    <a:lnTo>
                      <a:pt x="910310" y="914400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0" name="ph3745">
                <a:extLst>
                  <a:ext uri="{FF2B5EF4-FFF2-40B4-BE49-F238E27FC236}">
                    <a16:creationId xmlns:a16="http://schemas.microsoft.com/office/drawing/2014/main" id="{A3E0B255-3950-D0A1-2186-BBF255A2E0FC}"/>
                  </a:ext>
                </a:extLst>
              </p:cNvPr>
              <p:cNvSpPr/>
              <p:nvPr/>
            </p:nvSpPr>
            <p:spPr>
              <a:xfrm>
                <a:off x="2279797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998" y="931969"/>
                    </a:lnTo>
                    <a:lnTo>
                      <a:pt x="915121" y="927527"/>
                    </a:lnTo>
                    <a:lnTo>
                      <a:pt x="914400" y="925626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1" name="ph3746">
                <a:extLst>
                  <a:ext uri="{FF2B5EF4-FFF2-40B4-BE49-F238E27FC236}">
                    <a16:creationId xmlns:a16="http://schemas.microsoft.com/office/drawing/2014/main" id="{75C9D796-3D32-088C-F9BE-34E8E53F8B95}"/>
                  </a:ext>
                </a:extLst>
              </p:cNvPr>
              <p:cNvSpPr/>
              <p:nvPr/>
            </p:nvSpPr>
            <p:spPr>
              <a:xfrm>
                <a:off x="228923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2" name="ph3747">
                <a:extLst>
                  <a:ext uri="{FF2B5EF4-FFF2-40B4-BE49-F238E27FC236}">
                    <a16:creationId xmlns:a16="http://schemas.microsoft.com/office/drawing/2014/main" id="{65F2C695-A717-89EB-39ED-6044AB87FDF1}"/>
                  </a:ext>
                </a:extLst>
              </p:cNvPr>
              <p:cNvSpPr/>
              <p:nvPr/>
            </p:nvSpPr>
            <p:spPr>
              <a:xfrm>
                <a:off x="229867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3" name="ph3748">
                <a:extLst>
                  <a:ext uri="{FF2B5EF4-FFF2-40B4-BE49-F238E27FC236}">
                    <a16:creationId xmlns:a16="http://schemas.microsoft.com/office/drawing/2014/main" id="{847F1638-F4A4-9350-BF8C-0EAC8F86FE2C}"/>
                  </a:ext>
                </a:extLst>
              </p:cNvPr>
              <p:cNvSpPr/>
              <p:nvPr/>
            </p:nvSpPr>
            <p:spPr>
              <a:xfrm>
                <a:off x="230811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4" name="ph3749">
                <a:extLst>
                  <a:ext uri="{FF2B5EF4-FFF2-40B4-BE49-F238E27FC236}">
                    <a16:creationId xmlns:a16="http://schemas.microsoft.com/office/drawing/2014/main" id="{B7174024-F233-39EC-BB8D-CE60D818E7E4}"/>
                  </a:ext>
                </a:extLst>
              </p:cNvPr>
              <p:cNvSpPr/>
              <p:nvPr/>
            </p:nvSpPr>
            <p:spPr>
              <a:xfrm>
                <a:off x="2317558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5" name="ph3750">
                <a:extLst>
                  <a:ext uri="{FF2B5EF4-FFF2-40B4-BE49-F238E27FC236}">
                    <a16:creationId xmlns:a16="http://schemas.microsoft.com/office/drawing/2014/main" id="{14B069E8-18AE-D755-53CB-0BCB0BA6B571}"/>
                  </a:ext>
                </a:extLst>
              </p:cNvPr>
              <p:cNvSpPr/>
              <p:nvPr/>
            </p:nvSpPr>
            <p:spPr>
              <a:xfrm>
                <a:off x="232699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6" name="ph3751">
                <a:extLst>
                  <a:ext uri="{FF2B5EF4-FFF2-40B4-BE49-F238E27FC236}">
                    <a16:creationId xmlns:a16="http://schemas.microsoft.com/office/drawing/2014/main" id="{65D1BE05-7B2F-1EB2-0920-FC993EAAC3E5}"/>
                  </a:ext>
                </a:extLst>
              </p:cNvPr>
              <p:cNvSpPr/>
              <p:nvPr/>
            </p:nvSpPr>
            <p:spPr>
              <a:xfrm>
                <a:off x="233643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7" name="ph3752">
                <a:extLst>
                  <a:ext uri="{FF2B5EF4-FFF2-40B4-BE49-F238E27FC236}">
                    <a16:creationId xmlns:a16="http://schemas.microsoft.com/office/drawing/2014/main" id="{C9B2BBE3-171A-80BF-3AFC-D1A0CE86ABB4}"/>
                  </a:ext>
                </a:extLst>
              </p:cNvPr>
              <p:cNvSpPr/>
              <p:nvPr/>
            </p:nvSpPr>
            <p:spPr>
              <a:xfrm>
                <a:off x="234587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8" name="ph3753">
                <a:extLst>
                  <a:ext uri="{FF2B5EF4-FFF2-40B4-BE49-F238E27FC236}">
                    <a16:creationId xmlns:a16="http://schemas.microsoft.com/office/drawing/2014/main" id="{ADC67A66-FE6A-10D3-A2AA-8FD9E00E890F}"/>
                  </a:ext>
                </a:extLst>
              </p:cNvPr>
              <p:cNvSpPr/>
              <p:nvPr/>
            </p:nvSpPr>
            <p:spPr>
              <a:xfrm>
                <a:off x="2355319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9" name="ph3754">
                <a:extLst>
                  <a:ext uri="{FF2B5EF4-FFF2-40B4-BE49-F238E27FC236}">
                    <a16:creationId xmlns:a16="http://schemas.microsoft.com/office/drawing/2014/main" id="{F0ECE3E7-1B5A-6904-135B-A27CCEE8C2F6}"/>
                  </a:ext>
                </a:extLst>
              </p:cNvPr>
              <p:cNvSpPr/>
              <p:nvPr/>
            </p:nvSpPr>
            <p:spPr>
              <a:xfrm>
                <a:off x="236476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0" name="ph3755">
                <a:extLst>
                  <a:ext uri="{FF2B5EF4-FFF2-40B4-BE49-F238E27FC236}">
                    <a16:creationId xmlns:a16="http://schemas.microsoft.com/office/drawing/2014/main" id="{D50F5F44-C2D1-1F7C-3B4B-7F4A360C5A6C}"/>
                  </a:ext>
                </a:extLst>
              </p:cNvPr>
              <p:cNvSpPr/>
              <p:nvPr/>
            </p:nvSpPr>
            <p:spPr>
              <a:xfrm>
                <a:off x="237420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1" name="ph3756">
                <a:extLst>
                  <a:ext uri="{FF2B5EF4-FFF2-40B4-BE49-F238E27FC236}">
                    <a16:creationId xmlns:a16="http://schemas.microsoft.com/office/drawing/2014/main" id="{5FF7DFDB-3201-C972-6226-11054B173D19}"/>
                  </a:ext>
                </a:extLst>
              </p:cNvPr>
              <p:cNvSpPr/>
              <p:nvPr/>
            </p:nvSpPr>
            <p:spPr>
              <a:xfrm>
                <a:off x="238364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2" name="ph3757">
                <a:extLst>
                  <a:ext uri="{FF2B5EF4-FFF2-40B4-BE49-F238E27FC236}">
                    <a16:creationId xmlns:a16="http://schemas.microsoft.com/office/drawing/2014/main" id="{460619ED-AC39-883D-6BBC-5D8E525072E8}"/>
                  </a:ext>
                </a:extLst>
              </p:cNvPr>
              <p:cNvSpPr/>
              <p:nvPr/>
            </p:nvSpPr>
            <p:spPr>
              <a:xfrm>
                <a:off x="239308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3" name="ph3758">
                <a:extLst>
                  <a:ext uri="{FF2B5EF4-FFF2-40B4-BE49-F238E27FC236}">
                    <a16:creationId xmlns:a16="http://schemas.microsoft.com/office/drawing/2014/main" id="{4E9F87E0-1558-1970-55AF-02789EF2E281}"/>
                  </a:ext>
                </a:extLst>
              </p:cNvPr>
              <p:cNvSpPr/>
              <p:nvPr/>
            </p:nvSpPr>
            <p:spPr>
              <a:xfrm>
                <a:off x="240252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4" name="ph3759">
                <a:extLst>
                  <a:ext uri="{FF2B5EF4-FFF2-40B4-BE49-F238E27FC236}">
                    <a16:creationId xmlns:a16="http://schemas.microsoft.com/office/drawing/2014/main" id="{A8AE15AC-3017-3966-9CE0-14ED9213E980}"/>
                  </a:ext>
                </a:extLst>
              </p:cNvPr>
              <p:cNvSpPr/>
              <p:nvPr/>
            </p:nvSpPr>
            <p:spPr>
              <a:xfrm>
                <a:off x="241196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5" name="ph3760">
                <a:extLst>
                  <a:ext uri="{FF2B5EF4-FFF2-40B4-BE49-F238E27FC236}">
                    <a16:creationId xmlns:a16="http://schemas.microsoft.com/office/drawing/2014/main" id="{5171EA70-1DBB-2ED1-F195-E5775A7CE269}"/>
                  </a:ext>
                </a:extLst>
              </p:cNvPr>
              <p:cNvSpPr/>
              <p:nvPr/>
            </p:nvSpPr>
            <p:spPr>
              <a:xfrm>
                <a:off x="242140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6" name="ph3761">
                <a:extLst>
                  <a:ext uri="{FF2B5EF4-FFF2-40B4-BE49-F238E27FC236}">
                    <a16:creationId xmlns:a16="http://schemas.microsoft.com/office/drawing/2014/main" id="{81980D0A-68C2-7C76-C0BC-8AB85A74CCF8}"/>
                  </a:ext>
                </a:extLst>
              </p:cNvPr>
              <p:cNvSpPr/>
              <p:nvPr/>
            </p:nvSpPr>
            <p:spPr>
              <a:xfrm>
                <a:off x="243084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7" name="ph3762">
                <a:extLst>
                  <a:ext uri="{FF2B5EF4-FFF2-40B4-BE49-F238E27FC236}">
                    <a16:creationId xmlns:a16="http://schemas.microsoft.com/office/drawing/2014/main" id="{DCFF7310-101A-EF4E-257F-F81DB9D28294}"/>
                  </a:ext>
                </a:extLst>
              </p:cNvPr>
              <p:cNvSpPr/>
              <p:nvPr/>
            </p:nvSpPr>
            <p:spPr>
              <a:xfrm>
                <a:off x="244028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8" name="ph3763">
                <a:extLst>
                  <a:ext uri="{FF2B5EF4-FFF2-40B4-BE49-F238E27FC236}">
                    <a16:creationId xmlns:a16="http://schemas.microsoft.com/office/drawing/2014/main" id="{075D9E62-1D43-F38C-6F78-23F35561F214}"/>
                  </a:ext>
                </a:extLst>
              </p:cNvPr>
              <p:cNvSpPr/>
              <p:nvPr/>
            </p:nvSpPr>
            <p:spPr>
              <a:xfrm>
                <a:off x="244972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9" name="ph3764">
                <a:extLst>
                  <a:ext uri="{FF2B5EF4-FFF2-40B4-BE49-F238E27FC236}">
                    <a16:creationId xmlns:a16="http://schemas.microsoft.com/office/drawing/2014/main" id="{B900CD7E-6631-51C5-8CB0-8D6E91AF0D27}"/>
                  </a:ext>
                </a:extLst>
              </p:cNvPr>
              <p:cNvSpPr/>
              <p:nvPr/>
            </p:nvSpPr>
            <p:spPr>
              <a:xfrm>
                <a:off x="245916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0" name="ph3765">
                <a:extLst>
                  <a:ext uri="{FF2B5EF4-FFF2-40B4-BE49-F238E27FC236}">
                    <a16:creationId xmlns:a16="http://schemas.microsoft.com/office/drawing/2014/main" id="{8D32DF91-D268-72B5-44D9-529A1F05D8DA}"/>
                  </a:ext>
                </a:extLst>
              </p:cNvPr>
              <p:cNvSpPr/>
              <p:nvPr/>
            </p:nvSpPr>
            <p:spPr>
              <a:xfrm>
                <a:off x="246860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1" name="ph3766">
                <a:extLst>
                  <a:ext uri="{FF2B5EF4-FFF2-40B4-BE49-F238E27FC236}">
                    <a16:creationId xmlns:a16="http://schemas.microsoft.com/office/drawing/2014/main" id="{FC89998C-8701-2AF6-FF8C-6F72502DF0DD}"/>
                  </a:ext>
                </a:extLst>
              </p:cNvPr>
              <p:cNvSpPr/>
              <p:nvPr/>
            </p:nvSpPr>
            <p:spPr>
              <a:xfrm>
                <a:off x="247804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2" name="ph3767">
                <a:extLst>
                  <a:ext uri="{FF2B5EF4-FFF2-40B4-BE49-F238E27FC236}">
                    <a16:creationId xmlns:a16="http://schemas.microsoft.com/office/drawing/2014/main" id="{60B912E1-745A-3C90-B17A-B9963B94D79C}"/>
                  </a:ext>
                </a:extLst>
              </p:cNvPr>
              <p:cNvSpPr/>
              <p:nvPr/>
            </p:nvSpPr>
            <p:spPr>
              <a:xfrm>
                <a:off x="248748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3" name="ph3768">
                <a:extLst>
                  <a:ext uri="{FF2B5EF4-FFF2-40B4-BE49-F238E27FC236}">
                    <a16:creationId xmlns:a16="http://schemas.microsoft.com/office/drawing/2014/main" id="{F61BAAFB-84F5-0215-D035-368755265555}"/>
                  </a:ext>
                </a:extLst>
              </p:cNvPr>
              <p:cNvSpPr/>
              <p:nvPr/>
            </p:nvSpPr>
            <p:spPr>
              <a:xfrm>
                <a:off x="249692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4" name="ph3769">
                <a:extLst>
                  <a:ext uri="{FF2B5EF4-FFF2-40B4-BE49-F238E27FC236}">
                    <a16:creationId xmlns:a16="http://schemas.microsoft.com/office/drawing/2014/main" id="{C90D1F1E-05AF-AE09-04A4-0D48A0B8FD02}"/>
                  </a:ext>
                </a:extLst>
              </p:cNvPr>
              <p:cNvSpPr/>
              <p:nvPr/>
            </p:nvSpPr>
            <p:spPr>
              <a:xfrm>
                <a:off x="250636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467">
                  <a:alpha val="100000"/>
                </a:srgbClr>
              </a:solidFill>
              <a:ln w="5420" cap="flat">
                <a:solidFill>
                  <a:srgbClr val="9E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5" name="ph3770">
                <a:extLst>
                  <a:ext uri="{FF2B5EF4-FFF2-40B4-BE49-F238E27FC236}">
                    <a16:creationId xmlns:a16="http://schemas.microsoft.com/office/drawing/2014/main" id="{F2552CB9-7B2C-9319-C954-1455CD476BA0}"/>
                  </a:ext>
                </a:extLst>
              </p:cNvPr>
              <p:cNvSpPr/>
              <p:nvPr/>
            </p:nvSpPr>
            <p:spPr>
              <a:xfrm>
                <a:off x="251580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6" name="ph3771">
                <a:extLst>
                  <a:ext uri="{FF2B5EF4-FFF2-40B4-BE49-F238E27FC236}">
                    <a16:creationId xmlns:a16="http://schemas.microsoft.com/office/drawing/2014/main" id="{659DCA94-7840-0D32-0016-148164BD5EFC}"/>
                  </a:ext>
                </a:extLst>
              </p:cNvPr>
              <p:cNvSpPr/>
              <p:nvPr/>
            </p:nvSpPr>
            <p:spPr>
              <a:xfrm>
                <a:off x="252524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669">
                  <a:alpha val="100000"/>
                </a:srgbClr>
              </a:solidFill>
              <a:ln w="5420" cap="flat">
                <a:solidFill>
                  <a:srgbClr val="A0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7" name="ph3772">
                <a:extLst>
                  <a:ext uri="{FF2B5EF4-FFF2-40B4-BE49-F238E27FC236}">
                    <a16:creationId xmlns:a16="http://schemas.microsoft.com/office/drawing/2014/main" id="{36914D0D-5E36-61F5-15BF-1899AFE89C2F}"/>
                  </a:ext>
                </a:extLst>
              </p:cNvPr>
              <p:cNvSpPr/>
              <p:nvPr/>
            </p:nvSpPr>
            <p:spPr>
              <a:xfrm>
                <a:off x="253468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8" name="ph3773">
                <a:extLst>
                  <a:ext uri="{FF2B5EF4-FFF2-40B4-BE49-F238E27FC236}">
                    <a16:creationId xmlns:a16="http://schemas.microsoft.com/office/drawing/2014/main" id="{6CFB9EDE-7D04-7283-2050-6119E7E9FB2C}"/>
                  </a:ext>
                </a:extLst>
              </p:cNvPr>
              <p:cNvSpPr/>
              <p:nvPr/>
            </p:nvSpPr>
            <p:spPr>
              <a:xfrm>
                <a:off x="254412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9" name="ph3774">
                <a:extLst>
                  <a:ext uri="{FF2B5EF4-FFF2-40B4-BE49-F238E27FC236}">
                    <a16:creationId xmlns:a16="http://schemas.microsoft.com/office/drawing/2014/main" id="{E0FC9CAD-204C-7F44-2C67-6F58E4B30969}"/>
                  </a:ext>
                </a:extLst>
              </p:cNvPr>
              <p:cNvSpPr/>
              <p:nvPr/>
            </p:nvSpPr>
            <p:spPr>
              <a:xfrm>
                <a:off x="255356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0" name="ph3775">
                <a:extLst>
                  <a:ext uri="{FF2B5EF4-FFF2-40B4-BE49-F238E27FC236}">
                    <a16:creationId xmlns:a16="http://schemas.microsoft.com/office/drawing/2014/main" id="{E6DF8816-E1CD-2F83-34F8-1D02C4CDD2E9}"/>
                  </a:ext>
                </a:extLst>
              </p:cNvPr>
              <p:cNvSpPr/>
              <p:nvPr/>
            </p:nvSpPr>
            <p:spPr>
              <a:xfrm>
                <a:off x="2572445" y="195695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399" y="899388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1" name="ph3776">
                <a:extLst>
                  <a:ext uri="{FF2B5EF4-FFF2-40B4-BE49-F238E27FC236}">
                    <a16:creationId xmlns:a16="http://schemas.microsoft.com/office/drawing/2014/main" id="{CF18B6D3-01A6-BE1B-ED84-0A12F33B7884}"/>
                  </a:ext>
                </a:extLst>
              </p:cNvPr>
              <p:cNvSpPr/>
              <p:nvPr/>
            </p:nvSpPr>
            <p:spPr>
              <a:xfrm>
                <a:off x="2581885" y="195695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388"/>
                    </a:lnTo>
                    <a:lnTo>
                      <a:pt x="906834" y="903462"/>
                    </a:lnTo>
                    <a:lnTo>
                      <a:pt x="907059" y="903693"/>
                    </a:lnTo>
                    <a:lnTo>
                      <a:pt x="907284" y="903923"/>
                    </a:lnTo>
                    <a:lnTo>
                      <a:pt x="907509" y="904153"/>
                    </a:lnTo>
                    <a:lnTo>
                      <a:pt x="907734" y="904384"/>
                    </a:lnTo>
                    <a:lnTo>
                      <a:pt x="907959" y="904614"/>
                    </a:lnTo>
                    <a:lnTo>
                      <a:pt x="908184" y="904845"/>
                    </a:lnTo>
                    <a:lnTo>
                      <a:pt x="908409" y="905075"/>
                    </a:lnTo>
                    <a:lnTo>
                      <a:pt x="908634" y="905306"/>
                    </a:lnTo>
                    <a:lnTo>
                      <a:pt x="908859" y="905536"/>
                    </a:lnTo>
                    <a:lnTo>
                      <a:pt x="909084" y="905767"/>
                    </a:lnTo>
                    <a:lnTo>
                      <a:pt x="909309" y="905997"/>
                    </a:lnTo>
                    <a:lnTo>
                      <a:pt x="909534" y="906228"/>
                    </a:lnTo>
                    <a:lnTo>
                      <a:pt x="909759" y="906458"/>
                    </a:lnTo>
                    <a:lnTo>
                      <a:pt x="909984" y="906689"/>
                    </a:lnTo>
                    <a:lnTo>
                      <a:pt x="910209" y="906919"/>
                    </a:lnTo>
                    <a:lnTo>
                      <a:pt x="910433" y="907150"/>
                    </a:lnTo>
                    <a:lnTo>
                      <a:pt x="910658" y="907380"/>
                    </a:lnTo>
                    <a:lnTo>
                      <a:pt x="910883" y="907611"/>
                    </a:lnTo>
                    <a:lnTo>
                      <a:pt x="911108" y="907841"/>
                    </a:lnTo>
                    <a:lnTo>
                      <a:pt x="911333" y="908072"/>
                    </a:lnTo>
                    <a:lnTo>
                      <a:pt x="911558" y="908302"/>
                    </a:lnTo>
                    <a:lnTo>
                      <a:pt x="911783" y="908533"/>
                    </a:lnTo>
                    <a:lnTo>
                      <a:pt x="912007" y="908764"/>
                    </a:lnTo>
                    <a:lnTo>
                      <a:pt x="912232" y="908994"/>
                    </a:lnTo>
                    <a:lnTo>
                      <a:pt x="912457" y="909225"/>
                    </a:lnTo>
                    <a:lnTo>
                      <a:pt x="912682" y="909455"/>
                    </a:lnTo>
                    <a:lnTo>
                      <a:pt x="912907" y="909686"/>
                    </a:lnTo>
                    <a:lnTo>
                      <a:pt x="913131" y="909916"/>
                    </a:lnTo>
                    <a:lnTo>
                      <a:pt x="913356" y="910147"/>
                    </a:lnTo>
                    <a:lnTo>
                      <a:pt x="913581" y="910377"/>
                    </a:lnTo>
                    <a:lnTo>
                      <a:pt x="913806" y="910608"/>
                    </a:lnTo>
                    <a:lnTo>
                      <a:pt x="914031" y="910839"/>
                    </a:lnTo>
                    <a:lnTo>
                      <a:pt x="914255" y="911069"/>
                    </a:lnTo>
                    <a:lnTo>
                      <a:pt x="914400" y="911217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2" name="ph3777">
                <a:extLst>
                  <a:ext uri="{FF2B5EF4-FFF2-40B4-BE49-F238E27FC236}">
                    <a16:creationId xmlns:a16="http://schemas.microsoft.com/office/drawing/2014/main" id="{7EC67A28-2E65-10EE-A208-62928EB8F9ED}"/>
                  </a:ext>
                </a:extLst>
              </p:cNvPr>
              <p:cNvSpPr/>
              <p:nvPr/>
            </p:nvSpPr>
            <p:spPr>
              <a:xfrm>
                <a:off x="2581885" y="1956954"/>
                <a:ext cx="91745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453" h="914400">
                    <a:moveTo>
                      <a:pt x="914400" y="914400"/>
                    </a:moveTo>
                    <a:lnTo>
                      <a:pt x="914480" y="911300"/>
                    </a:lnTo>
                    <a:lnTo>
                      <a:pt x="914705" y="911530"/>
                    </a:lnTo>
                    <a:lnTo>
                      <a:pt x="914929" y="911761"/>
                    </a:lnTo>
                    <a:lnTo>
                      <a:pt x="915154" y="911992"/>
                    </a:lnTo>
                    <a:lnTo>
                      <a:pt x="915379" y="912222"/>
                    </a:lnTo>
                    <a:lnTo>
                      <a:pt x="915604" y="912453"/>
                    </a:lnTo>
                    <a:lnTo>
                      <a:pt x="915828" y="912683"/>
                    </a:lnTo>
                    <a:lnTo>
                      <a:pt x="916053" y="912914"/>
                    </a:lnTo>
                    <a:lnTo>
                      <a:pt x="916278" y="913145"/>
                    </a:lnTo>
                    <a:lnTo>
                      <a:pt x="916502" y="913375"/>
                    </a:lnTo>
                    <a:lnTo>
                      <a:pt x="916727" y="913606"/>
                    </a:lnTo>
                    <a:lnTo>
                      <a:pt x="917453" y="914400"/>
                    </a:lnTo>
                    <a:close/>
                  </a:path>
                </a:pathLst>
              </a:custGeom>
              <a:solidFill>
                <a:srgbClr val="A8D96E">
                  <a:alpha val="100000"/>
                </a:srgbClr>
              </a:solidFill>
              <a:ln w="5420" cap="flat">
                <a:solidFill>
                  <a:srgbClr val="A8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3" name="ph3778">
                <a:extLst>
                  <a:ext uri="{FF2B5EF4-FFF2-40B4-BE49-F238E27FC236}">
                    <a16:creationId xmlns:a16="http://schemas.microsoft.com/office/drawing/2014/main" id="{DEEF566B-C7A3-9DC7-2A9C-29483E237378}"/>
                  </a:ext>
                </a:extLst>
              </p:cNvPr>
              <p:cNvSpPr/>
              <p:nvPr/>
            </p:nvSpPr>
            <p:spPr>
              <a:xfrm>
                <a:off x="3157740" y="19393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927" y="931969"/>
                    </a:lnTo>
                    <a:lnTo>
                      <a:pt x="911419" y="925489"/>
                    </a:lnTo>
                    <a:lnTo>
                      <a:pt x="912590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4" name="ph3779">
                <a:extLst>
                  <a:ext uri="{FF2B5EF4-FFF2-40B4-BE49-F238E27FC236}">
                    <a16:creationId xmlns:a16="http://schemas.microsoft.com/office/drawing/2014/main" id="{FCCE4F22-2C9F-0876-BC23-FB4E043BDBE1}"/>
                  </a:ext>
                </a:extLst>
              </p:cNvPr>
              <p:cNvSpPr/>
              <p:nvPr/>
            </p:nvSpPr>
            <p:spPr>
              <a:xfrm>
                <a:off x="315774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5" name="ph3780">
                <a:extLst>
                  <a:ext uri="{FF2B5EF4-FFF2-40B4-BE49-F238E27FC236}">
                    <a16:creationId xmlns:a16="http://schemas.microsoft.com/office/drawing/2014/main" id="{C7FC8033-C867-F1C7-E8E7-69569F25B3B8}"/>
                  </a:ext>
                </a:extLst>
              </p:cNvPr>
              <p:cNvSpPr/>
              <p:nvPr/>
            </p:nvSpPr>
            <p:spPr>
              <a:xfrm>
                <a:off x="316718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6" name="ph3781">
                <a:extLst>
                  <a:ext uri="{FF2B5EF4-FFF2-40B4-BE49-F238E27FC236}">
                    <a16:creationId xmlns:a16="http://schemas.microsoft.com/office/drawing/2014/main" id="{59EE75C1-A93F-5632-A8A5-17D2A7E80D21}"/>
                  </a:ext>
                </a:extLst>
              </p:cNvPr>
              <p:cNvSpPr/>
              <p:nvPr/>
            </p:nvSpPr>
            <p:spPr>
              <a:xfrm>
                <a:off x="317662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7" name="ph3782">
                <a:extLst>
                  <a:ext uri="{FF2B5EF4-FFF2-40B4-BE49-F238E27FC236}">
                    <a16:creationId xmlns:a16="http://schemas.microsoft.com/office/drawing/2014/main" id="{2AED8439-A0F5-8914-6FD8-F9BAC7FCCC48}"/>
                  </a:ext>
                </a:extLst>
              </p:cNvPr>
              <p:cNvSpPr/>
              <p:nvPr/>
            </p:nvSpPr>
            <p:spPr>
              <a:xfrm>
                <a:off x="3186060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8" name="ph3783">
                <a:extLst>
                  <a:ext uri="{FF2B5EF4-FFF2-40B4-BE49-F238E27FC236}">
                    <a16:creationId xmlns:a16="http://schemas.microsoft.com/office/drawing/2014/main" id="{C0D99590-11B8-4F4D-E083-6D11DE092D21}"/>
                  </a:ext>
                </a:extLst>
              </p:cNvPr>
              <p:cNvSpPr/>
              <p:nvPr/>
            </p:nvSpPr>
            <p:spPr>
              <a:xfrm>
                <a:off x="319550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9" name="ph3784">
                <a:extLst>
                  <a:ext uri="{FF2B5EF4-FFF2-40B4-BE49-F238E27FC236}">
                    <a16:creationId xmlns:a16="http://schemas.microsoft.com/office/drawing/2014/main" id="{ED332216-CAF4-C3B3-F2B6-C3EE7C85F745}"/>
                  </a:ext>
                </a:extLst>
              </p:cNvPr>
              <p:cNvSpPr/>
              <p:nvPr/>
            </p:nvSpPr>
            <p:spPr>
              <a:xfrm>
                <a:off x="320494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0" name="ph3785">
                <a:extLst>
                  <a:ext uri="{FF2B5EF4-FFF2-40B4-BE49-F238E27FC236}">
                    <a16:creationId xmlns:a16="http://schemas.microsoft.com/office/drawing/2014/main" id="{F15D93A8-5DC7-A8E0-60E9-6206B144BF35}"/>
                  </a:ext>
                </a:extLst>
              </p:cNvPr>
              <p:cNvSpPr/>
              <p:nvPr/>
            </p:nvSpPr>
            <p:spPr>
              <a:xfrm>
                <a:off x="321438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1" name="ph3786">
                <a:extLst>
                  <a:ext uri="{FF2B5EF4-FFF2-40B4-BE49-F238E27FC236}">
                    <a16:creationId xmlns:a16="http://schemas.microsoft.com/office/drawing/2014/main" id="{B044819E-7730-FF43-B36B-B0DFCCC60334}"/>
                  </a:ext>
                </a:extLst>
              </p:cNvPr>
              <p:cNvSpPr/>
              <p:nvPr/>
            </p:nvSpPr>
            <p:spPr>
              <a:xfrm>
                <a:off x="3223821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2" name="ph3787">
                <a:extLst>
                  <a:ext uri="{FF2B5EF4-FFF2-40B4-BE49-F238E27FC236}">
                    <a16:creationId xmlns:a16="http://schemas.microsoft.com/office/drawing/2014/main" id="{95B2F5AF-C093-B64D-DC22-0DEDA141600A}"/>
                  </a:ext>
                </a:extLst>
              </p:cNvPr>
              <p:cNvSpPr/>
              <p:nvPr/>
            </p:nvSpPr>
            <p:spPr>
              <a:xfrm>
                <a:off x="323326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3" name="ph3788">
                <a:extLst>
                  <a:ext uri="{FF2B5EF4-FFF2-40B4-BE49-F238E27FC236}">
                    <a16:creationId xmlns:a16="http://schemas.microsoft.com/office/drawing/2014/main" id="{2F87A955-547A-43E3-0E4D-BCCC210D4809}"/>
                  </a:ext>
                </a:extLst>
              </p:cNvPr>
              <p:cNvSpPr/>
              <p:nvPr/>
            </p:nvSpPr>
            <p:spPr>
              <a:xfrm>
                <a:off x="324270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4" name="ph3789">
                <a:extLst>
                  <a:ext uri="{FF2B5EF4-FFF2-40B4-BE49-F238E27FC236}">
                    <a16:creationId xmlns:a16="http://schemas.microsoft.com/office/drawing/2014/main" id="{08B7BA23-2DB3-A64E-4A52-3431E7CB35A6}"/>
                  </a:ext>
                </a:extLst>
              </p:cNvPr>
              <p:cNvSpPr/>
              <p:nvPr/>
            </p:nvSpPr>
            <p:spPr>
              <a:xfrm>
                <a:off x="325214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5" name="ph3790">
                <a:extLst>
                  <a:ext uri="{FF2B5EF4-FFF2-40B4-BE49-F238E27FC236}">
                    <a16:creationId xmlns:a16="http://schemas.microsoft.com/office/drawing/2014/main" id="{B3299173-C35F-D8D4-7C02-9EED47E21999}"/>
                  </a:ext>
                </a:extLst>
              </p:cNvPr>
              <p:cNvSpPr/>
              <p:nvPr/>
            </p:nvSpPr>
            <p:spPr>
              <a:xfrm>
                <a:off x="3261582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6" name="ph3791">
                <a:extLst>
                  <a:ext uri="{FF2B5EF4-FFF2-40B4-BE49-F238E27FC236}">
                    <a16:creationId xmlns:a16="http://schemas.microsoft.com/office/drawing/2014/main" id="{44946731-A164-B1F1-176B-F83796542356}"/>
                  </a:ext>
                </a:extLst>
              </p:cNvPr>
              <p:cNvSpPr/>
              <p:nvPr/>
            </p:nvSpPr>
            <p:spPr>
              <a:xfrm>
                <a:off x="327102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7" name="ph3792">
                <a:extLst>
                  <a:ext uri="{FF2B5EF4-FFF2-40B4-BE49-F238E27FC236}">
                    <a16:creationId xmlns:a16="http://schemas.microsoft.com/office/drawing/2014/main" id="{DD11F37B-B1EF-375B-0CC0-E5C8FBB5A179}"/>
                  </a:ext>
                </a:extLst>
              </p:cNvPr>
              <p:cNvSpPr/>
              <p:nvPr/>
            </p:nvSpPr>
            <p:spPr>
              <a:xfrm>
                <a:off x="328046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8" name="ph3793">
                <a:extLst>
                  <a:ext uri="{FF2B5EF4-FFF2-40B4-BE49-F238E27FC236}">
                    <a16:creationId xmlns:a16="http://schemas.microsoft.com/office/drawing/2014/main" id="{B2CE6D7D-0E5B-869F-FDA4-34D85C9AF00D}"/>
                  </a:ext>
                </a:extLst>
              </p:cNvPr>
              <p:cNvSpPr/>
              <p:nvPr/>
            </p:nvSpPr>
            <p:spPr>
              <a:xfrm>
                <a:off x="328990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9" name="ph3794">
                <a:extLst>
                  <a:ext uri="{FF2B5EF4-FFF2-40B4-BE49-F238E27FC236}">
                    <a16:creationId xmlns:a16="http://schemas.microsoft.com/office/drawing/2014/main" id="{C91AC5B1-3502-9EF2-0950-3A04381A7EC8}"/>
                  </a:ext>
                </a:extLst>
              </p:cNvPr>
              <p:cNvSpPr/>
              <p:nvPr/>
            </p:nvSpPr>
            <p:spPr>
              <a:xfrm>
                <a:off x="3299343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0" name="ph3795">
                <a:extLst>
                  <a:ext uri="{FF2B5EF4-FFF2-40B4-BE49-F238E27FC236}">
                    <a16:creationId xmlns:a16="http://schemas.microsoft.com/office/drawing/2014/main" id="{1303D7F6-7F5C-3594-0342-911453EE854B}"/>
                  </a:ext>
                </a:extLst>
              </p:cNvPr>
              <p:cNvSpPr/>
              <p:nvPr/>
            </p:nvSpPr>
            <p:spPr>
              <a:xfrm>
                <a:off x="330878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1" name="ph3796">
                <a:extLst>
                  <a:ext uri="{FF2B5EF4-FFF2-40B4-BE49-F238E27FC236}">
                    <a16:creationId xmlns:a16="http://schemas.microsoft.com/office/drawing/2014/main" id="{D848076B-FEEE-E83C-4516-0C4582712BF2}"/>
                  </a:ext>
                </a:extLst>
              </p:cNvPr>
              <p:cNvSpPr/>
              <p:nvPr/>
            </p:nvSpPr>
            <p:spPr>
              <a:xfrm>
                <a:off x="331822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2" name="ph3797">
                <a:extLst>
                  <a:ext uri="{FF2B5EF4-FFF2-40B4-BE49-F238E27FC236}">
                    <a16:creationId xmlns:a16="http://schemas.microsoft.com/office/drawing/2014/main" id="{72AE4E7B-EB1B-9145-F6CA-4A3B8F7F1DF6}"/>
                  </a:ext>
                </a:extLst>
              </p:cNvPr>
              <p:cNvSpPr/>
              <p:nvPr/>
            </p:nvSpPr>
            <p:spPr>
              <a:xfrm>
                <a:off x="332766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3" name="ph3798">
                <a:extLst>
                  <a:ext uri="{FF2B5EF4-FFF2-40B4-BE49-F238E27FC236}">
                    <a16:creationId xmlns:a16="http://schemas.microsoft.com/office/drawing/2014/main" id="{7C07DCA5-28A4-191D-B431-952B61DBF201}"/>
                  </a:ext>
                </a:extLst>
              </p:cNvPr>
              <p:cNvSpPr/>
              <p:nvPr/>
            </p:nvSpPr>
            <p:spPr>
              <a:xfrm>
                <a:off x="333710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4" name="ph3799">
                <a:extLst>
                  <a:ext uri="{FF2B5EF4-FFF2-40B4-BE49-F238E27FC236}">
                    <a16:creationId xmlns:a16="http://schemas.microsoft.com/office/drawing/2014/main" id="{3971C77A-B475-94A4-5C35-5E5575981A8A}"/>
                  </a:ext>
                </a:extLst>
              </p:cNvPr>
              <p:cNvSpPr/>
              <p:nvPr/>
            </p:nvSpPr>
            <p:spPr>
              <a:xfrm>
                <a:off x="3346544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5" name="ph3800">
                <a:extLst>
                  <a:ext uri="{FF2B5EF4-FFF2-40B4-BE49-F238E27FC236}">
                    <a16:creationId xmlns:a16="http://schemas.microsoft.com/office/drawing/2014/main" id="{722B4E0A-5CFF-BF53-74E4-0D4C778BD19C}"/>
                  </a:ext>
                </a:extLst>
              </p:cNvPr>
              <p:cNvSpPr/>
              <p:nvPr/>
            </p:nvSpPr>
            <p:spPr>
              <a:xfrm>
                <a:off x="335598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6" name="ph3801">
                <a:extLst>
                  <a:ext uri="{FF2B5EF4-FFF2-40B4-BE49-F238E27FC236}">
                    <a16:creationId xmlns:a16="http://schemas.microsoft.com/office/drawing/2014/main" id="{1C931764-5DED-363C-B221-B413DB8EFDBC}"/>
                  </a:ext>
                </a:extLst>
              </p:cNvPr>
              <p:cNvSpPr/>
              <p:nvPr/>
            </p:nvSpPr>
            <p:spPr>
              <a:xfrm>
                <a:off x="336542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7" name="ph3802">
                <a:extLst>
                  <a:ext uri="{FF2B5EF4-FFF2-40B4-BE49-F238E27FC236}">
                    <a16:creationId xmlns:a16="http://schemas.microsoft.com/office/drawing/2014/main" id="{13BECB9C-D7FC-D8DE-5309-A9E73AC5DE86}"/>
                  </a:ext>
                </a:extLst>
              </p:cNvPr>
              <p:cNvSpPr/>
              <p:nvPr/>
            </p:nvSpPr>
            <p:spPr>
              <a:xfrm>
                <a:off x="337486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8" name="ph3803">
                <a:extLst>
                  <a:ext uri="{FF2B5EF4-FFF2-40B4-BE49-F238E27FC236}">
                    <a16:creationId xmlns:a16="http://schemas.microsoft.com/office/drawing/2014/main" id="{2FD8EDB9-88E2-ED98-0000-2098C15AC7DA}"/>
                  </a:ext>
                </a:extLst>
              </p:cNvPr>
              <p:cNvSpPr/>
              <p:nvPr/>
            </p:nvSpPr>
            <p:spPr>
              <a:xfrm>
                <a:off x="3384305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9" name="ph3804">
                <a:extLst>
                  <a:ext uri="{FF2B5EF4-FFF2-40B4-BE49-F238E27FC236}">
                    <a16:creationId xmlns:a16="http://schemas.microsoft.com/office/drawing/2014/main" id="{BDF151B5-4156-8F7A-88E7-D1C93EC2F151}"/>
                  </a:ext>
                </a:extLst>
              </p:cNvPr>
              <p:cNvSpPr/>
              <p:nvPr/>
            </p:nvSpPr>
            <p:spPr>
              <a:xfrm>
                <a:off x="3393746" y="19393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0" name="ph3805">
                <a:extLst>
                  <a:ext uri="{FF2B5EF4-FFF2-40B4-BE49-F238E27FC236}">
                    <a16:creationId xmlns:a16="http://schemas.microsoft.com/office/drawing/2014/main" id="{BDBE53CA-2617-18D8-CD87-1FC7A5AE1A8E}"/>
                  </a:ext>
                </a:extLst>
              </p:cNvPr>
              <p:cNvSpPr/>
              <p:nvPr/>
            </p:nvSpPr>
            <p:spPr>
              <a:xfrm>
                <a:off x="3403186" y="1956954"/>
                <a:ext cx="92248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48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489" y="896830"/>
                    </a:lnTo>
                    <a:lnTo>
                      <a:pt x="922244" y="899630"/>
                    </a:lnTo>
                    <a:lnTo>
                      <a:pt x="920954" y="910630"/>
                    </a:lnTo>
                    <a:lnTo>
                      <a:pt x="92039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1" name="ph3806">
                <a:extLst>
                  <a:ext uri="{FF2B5EF4-FFF2-40B4-BE49-F238E27FC236}">
                    <a16:creationId xmlns:a16="http://schemas.microsoft.com/office/drawing/2014/main" id="{BAB9A83A-C4D9-CD62-7065-7EA355207801}"/>
                  </a:ext>
                </a:extLst>
              </p:cNvPr>
              <p:cNvSpPr/>
              <p:nvPr/>
            </p:nvSpPr>
            <p:spPr>
              <a:xfrm>
                <a:off x="227035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51" y="931969"/>
                    </a:lnTo>
                    <a:lnTo>
                      <a:pt x="918067" y="927008"/>
                    </a:lnTo>
                    <a:lnTo>
                      <a:pt x="915205" y="917520"/>
                    </a:lnTo>
                    <a:close/>
                  </a:path>
                </a:pathLst>
              </a:custGeom>
              <a:solidFill>
                <a:srgbClr val="88CA5E">
                  <a:alpha val="100000"/>
                </a:srgbClr>
              </a:solidFill>
              <a:ln w="5420" cap="flat">
                <a:solidFill>
                  <a:srgbClr val="88CA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2" name="ph3807">
                <a:extLst>
                  <a:ext uri="{FF2B5EF4-FFF2-40B4-BE49-F238E27FC236}">
                    <a16:creationId xmlns:a16="http://schemas.microsoft.com/office/drawing/2014/main" id="{6581E039-6B84-089B-CF4B-D138925B0A0E}"/>
                  </a:ext>
                </a:extLst>
              </p:cNvPr>
              <p:cNvSpPr/>
              <p:nvPr/>
            </p:nvSpPr>
            <p:spPr>
              <a:xfrm>
                <a:off x="2279797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3" name="ph3808">
                <a:extLst>
                  <a:ext uri="{FF2B5EF4-FFF2-40B4-BE49-F238E27FC236}">
                    <a16:creationId xmlns:a16="http://schemas.microsoft.com/office/drawing/2014/main" id="{88442874-E554-2B96-6A0D-FFE3523D157E}"/>
                  </a:ext>
                </a:extLst>
              </p:cNvPr>
              <p:cNvSpPr/>
              <p:nvPr/>
            </p:nvSpPr>
            <p:spPr>
              <a:xfrm>
                <a:off x="228923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4" name="ph3809">
                <a:extLst>
                  <a:ext uri="{FF2B5EF4-FFF2-40B4-BE49-F238E27FC236}">
                    <a16:creationId xmlns:a16="http://schemas.microsoft.com/office/drawing/2014/main" id="{C6E8CD7F-1E32-785A-0A28-01DF37E2ED2B}"/>
                  </a:ext>
                </a:extLst>
              </p:cNvPr>
              <p:cNvSpPr/>
              <p:nvPr/>
            </p:nvSpPr>
            <p:spPr>
              <a:xfrm>
                <a:off x="229867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85E">
                  <a:alpha val="100000"/>
                </a:srgbClr>
              </a:solidFill>
              <a:ln w="5420" cap="flat">
                <a:solidFill>
                  <a:srgbClr val="86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5" name="ph3810">
                <a:extLst>
                  <a:ext uri="{FF2B5EF4-FFF2-40B4-BE49-F238E27FC236}">
                    <a16:creationId xmlns:a16="http://schemas.microsoft.com/office/drawing/2014/main" id="{764B0143-3E38-DE11-E2D5-489462A8F2ED}"/>
                  </a:ext>
                </a:extLst>
              </p:cNvPr>
              <p:cNvSpPr/>
              <p:nvPr/>
            </p:nvSpPr>
            <p:spPr>
              <a:xfrm>
                <a:off x="230811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6" name="ph3811">
                <a:extLst>
                  <a:ext uri="{FF2B5EF4-FFF2-40B4-BE49-F238E27FC236}">
                    <a16:creationId xmlns:a16="http://schemas.microsoft.com/office/drawing/2014/main" id="{B31E2F74-0485-88CD-E8D0-037AEA93BEDA}"/>
                  </a:ext>
                </a:extLst>
              </p:cNvPr>
              <p:cNvSpPr/>
              <p:nvPr/>
            </p:nvSpPr>
            <p:spPr>
              <a:xfrm>
                <a:off x="2317558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7" name="ph3812">
                <a:extLst>
                  <a:ext uri="{FF2B5EF4-FFF2-40B4-BE49-F238E27FC236}">
                    <a16:creationId xmlns:a16="http://schemas.microsoft.com/office/drawing/2014/main" id="{5BF330B7-24F5-076B-D269-29B5C754F74E}"/>
                  </a:ext>
                </a:extLst>
              </p:cNvPr>
              <p:cNvSpPr/>
              <p:nvPr/>
            </p:nvSpPr>
            <p:spPr>
              <a:xfrm>
                <a:off x="232699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8" name="ph3813">
                <a:extLst>
                  <a:ext uri="{FF2B5EF4-FFF2-40B4-BE49-F238E27FC236}">
                    <a16:creationId xmlns:a16="http://schemas.microsoft.com/office/drawing/2014/main" id="{935C99C1-B771-9F6B-609D-881E3F6BE038}"/>
                  </a:ext>
                </a:extLst>
              </p:cNvPr>
              <p:cNvSpPr/>
              <p:nvPr/>
            </p:nvSpPr>
            <p:spPr>
              <a:xfrm>
                <a:off x="233643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9" name="ph3814">
                <a:extLst>
                  <a:ext uri="{FF2B5EF4-FFF2-40B4-BE49-F238E27FC236}">
                    <a16:creationId xmlns:a16="http://schemas.microsoft.com/office/drawing/2014/main" id="{4FFA780A-8C10-B10D-FBBA-3D8EAAB7556C}"/>
                  </a:ext>
                </a:extLst>
              </p:cNvPr>
              <p:cNvSpPr/>
              <p:nvPr/>
            </p:nvSpPr>
            <p:spPr>
              <a:xfrm>
                <a:off x="234587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0" name="ph3815">
                <a:extLst>
                  <a:ext uri="{FF2B5EF4-FFF2-40B4-BE49-F238E27FC236}">
                    <a16:creationId xmlns:a16="http://schemas.microsoft.com/office/drawing/2014/main" id="{73C5CD24-D7AE-00A0-8931-4D8C4978036F}"/>
                  </a:ext>
                </a:extLst>
              </p:cNvPr>
              <p:cNvSpPr/>
              <p:nvPr/>
            </p:nvSpPr>
            <p:spPr>
              <a:xfrm>
                <a:off x="2355319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1" name="ph3816">
                <a:extLst>
                  <a:ext uri="{FF2B5EF4-FFF2-40B4-BE49-F238E27FC236}">
                    <a16:creationId xmlns:a16="http://schemas.microsoft.com/office/drawing/2014/main" id="{CAF4180F-1D61-EF24-7794-4423DCF8A9D9}"/>
                  </a:ext>
                </a:extLst>
              </p:cNvPr>
              <p:cNvSpPr/>
              <p:nvPr/>
            </p:nvSpPr>
            <p:spPr>
              <a:xfrm>
                <a:off x="236476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2" name="ph3817">
                <a:extLst>
                  <a:ext uri="{FF2B5EF4-FFF2-40B4-BE49-F238E27FC236}">
                    <a16:creationId xmlns:a16="http://schemas.microsoft.com/office/drawing/2014/main" id="{7CFCF507-E97D-71A1-55FC-21E49E085756}"/>
                  </a:ext>
                </a:extLst>
              </p:cNvPr>
              <p:cNvSpPr/>
              <p:nvPr/>
            </p:nvSpPr>
            <p:spPr>
              <a:xfrm>
                <a:off x="237420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3" name="ph3818">
                <a:extLst>
                  <a:ext uri="{FF2B5EF4-FFF2-40B4-BE49-F238E27FC236}">
                    <a16:creationId xmlns:a16="http://schemas.microsoft.com/office/drawing/2014/main" id="{69A2BD1E-CBC5-F189-D0B0-DB8E504482F0}"/>
                  </a:ext>
                </a:extLst>
              </p:cNvPr>
              <p:cNvSpPr/>
              <p:nvPr/>
            </p:nvSpPr>
            <p:spPr>
              <a:xfrm>
                <a:off x="238364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4" name="ph3819">
                <a:extLst>
                  <a:ext uri="{FF2B5EF4-FFF2-40B4-BE49-F238E27FC236}">
                    <a16:creationId xmlns:a16="http://schemas.microsoft.com/office/drawing/2014/main" id="{7B825EF2-BF7C-20CD-BE50-1639A4CC830A}"/>
                  </a:ext>
                </a:extLst>
              </p:cNvPr>
              <p:cNvSpPr/>
              <p:nvPr/>
            </p:nvSpPr>
            <p:spPr>
              <a:xfrm>
                <a:off x="239308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5" name="ph3820">
                <a:extLst>
                  <a:ext uri="{FF2B5EF4-FFF2-40B4-BE49-F238E27FC236}">
                    <a16:creationId xmlns:a16="http://schemas.microsoft.com/office/drawing/2014/main" id="{68E27BB1-C577-0616-85B9-FF469C754CCF}"/>
                  </a:ext>
                </a:extLst>
              </p:cNvPr>
              <p:cNvSpPr/>
              <p:nvPr/>
            </p:nvSpPr>
            <p:spPr>
              <a:xfrm>
                <a:off x="240252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6" name="ph3821">
                <a:extLst>
                  <a:ext uri="{FF2B5EF4-FFF2-40B4-BE49-F238E27FC236}">
                    <a16:creationId xmlns:a16="http://schemas.microsoft.com/office/drawing/2014/main" id="{74790B9E-FAD3-B593-AB83-858F05E090E0}"/>
                  </a:ext>
                </a:extLst>
              </p:cNvPr>
              <p:cNvSpPr/>
              <p:nvPr/>
            </p:nvSpPr>
            <p:spPr>
              <a:xfrm>
                <a:off x="241196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7" name="ph3822">
                <a:extLst>
                  <a:ext uri="{FF2B5EF4-FFF2-40B4-BE49-F238E27FC236}">
                    <a16:creationId xmlns:a16="http://schemas.microsoft.com/office/drawing/2014/main" id="{F91EBAB6-2992-187D-F1ED-03FC33DD8B46}"/>
                  </a:ext>
                </a:extLst>
              </p:cNvPr>
              <p:cNvSpPr/>
              <p:nvPr/>
            </p:nvSpPr>
            <p:spPr>
              <a:xfrm>
                <a:off x="242140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8" name="ph3823">
                <a:extLst>
                  <a:ext uri="{FF2B5EF4-FFF2-40B4-BE49-F238E27FC236}">
                    <a16:creationId xmlns:a16="http://schemas.microsoft.com/office/drawing/2014/main" id="{0285018A-4FA6-6EB4-1D07-793057E2FA33}"/>
                  </a:ext>
                </a:extLst>
              </p:cNvPr>
              <p:cNvSpPr/>
              <p:nvPr/>
            </p:nvSpPr>
            <p:spPr>
              <a:xfrm>
                <a:off x="243084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5F">
                  <a:alpha val="100000"/>
                </a:srgbClr>
              </a:solidFill>
              <a:ln w="5420" cap="flat">
                <a:solidFill>
                  <a:srgbClr val="8E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9" name="ph3824">
                <a:extLst>
                  <a:ext uri="{FF2B5EF4-FFF2-40B4-BE49-F238E27FC236}">
                    <a16:creationId xmlns:a16="http://schemas.microsoft.com/office/drawing/2014/main" id="{1E42CDF5-9400-B350-E853-35642708BBC8}"/>
                  </a:ext>
                </a:extLst>
              </p:cNvPr>
              <p:cNvSpPr/>
              <p:nvPr/>
            </p:nvSpPr>
            <p:spPr>
              <a:xfrm>
                <a:off x="244028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0" name="ph3825">
                <a:extLst>
                  <a:ext uri="{FF2B5EF4-FFF2-40B4-BE49-F238E27FC236}">
                    <a16:creationId xmlns:a16="http://schemas.microsoft.com/office/drawing/2014/main" id="{1B72518F-14ED-32DF-2FFF-BC3A06951229}"/>
                  </a:ext>
                </a:extLst>
              </p:cNvPr>
              <p:cNvSpPr/>
              <p:nvPr/>
            </p:nvSpPr>
            <p:spPr>
              <a:xfrm>
                <a:off x="244972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1" name="ph3826">
                <a:extLst>
                  <a:ext uri="{FF2B5EF4-FFF2-40B4-BE49-F238E27FC236}">
                    <a16:creationId xmlns:a16="http://schemas.microsoft.com/office/drawing/2014/main" id="{7B838814-125F-B244-5A53-3FC00858AF1A}"/>
                  </a:ext>
                </a:extLst>
              </p:cNvPr>
              <p:cNvSpPr/>
              <p:nvPr/>
            </p:nvSpPr>
            <p:spPr>
              <a:xfrm>
                <a:off x="245916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D061">
                  <a:alpha val="100000"/>
                </a:srgbClr>
              </a:solidFill>
              <a:ln w="5420" cap="flat">
                <a:solidFill>
                  <a:srgbClr val="92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2" name="ph3827">
                <a:extLst>
                  <a:ext uri="{FF2B5EF4-FFF2-40B4-BE49-F238E27FC236}">
                    <a16:creationId xmlns:a16="http://schemas.microsoft.com/office/drawing/2014/main" id="{9F54E792-DD0D-AAC4-299F-5A8898CD2E88}"/>
                  </a:ext>
                </a:extLst>
              </p:cNvPr>
              <p:cNvSpPr/>
              <p:nvPr/>
            </p:nvSpPr>
            <p:spPr>
              <a:xfrm>
                <a:off x="246860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3" name="ph3828">
                <a:extLst>
                  <a:ext uri="{FF2B5EF4-FFF2-40B4-BE49-F238E27FC236}">
                    <a16:creationId xmlns:a16="http://schemas.microsoft.com/office/drawing/2014/main" id="{A59F88E7-1017-C466-BBAA-17D1F0E0301F}"/>
                  </a:ext>
                </a:extLst>
              </p:cNvPr>
              <p:cNvSpPr/>
              <p:nvPr/>
            </p:nvSpPr>
            <p:spPr>
              <a:xfrm>
                <a:off x="247804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4" name="ph3829">
                <a:extLst>
                  <a:ext uri="{FF2B5EF4-FFF2-40B4-BE49-F238E27FC236}">
                    <a16:creationId xmlns:a16="http://schemas.microsoft.com/office/drawing/2014/main" id="{42C998C8-3C30-E1CB-339D-8CAFA697F758}"/>
                  </a:ext>
                </a:extLst>
              </p:cNvPr>
              <p:cNvSpPr/>
              <p:nvPr/>
            </p:nvSpPr>
            <p:spPr>
              <a:xfrm>
                <a:off x="248748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163">
                  <a:alpha val="100000"/>
                </a:srgbClr>
              </a:solidFill>
              <a:ln w="5420" cap="flat">
                <a:solidFill>
                  <a:srgbClr val="97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5" name="ph3830">
                <a:extLst>
                  <a:ext uri="{FF2B5EF4-FFF2-40B4-BE49-F238E27FC236}">
                    <a16:creationId xmlns:a16="http://schemas.microsoft.com/office/drawing/2014/main" id="{CCD82B12-2912-ECEC-DE3D-16B24D630FE2}"/>
                  </a:ext>
                </a:extLst>
              </p:cNvPr>
              <p:cNvSpPr/>
              <p:nvPr/>
            </p:nvSpPr>
            <p:spPr>
              <a:xfrm>
                <a:off x="249692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6" name="ph3831">
                <a:extLst>
                  <a:ext uri="{FF2B5EF4-FFF2-40B4-BE49-F238E27FC236}">
                    <a16:creationId xmlns:a16="http://schemas.microsoft.com/office/drawing/2014/main" id="{CD1D187B-B674-766B-872E-6B8D10AE5DA9}"/>
                  </a:ext>
                </a:extLst>
              </p:cNvPr>
              <p:cNvSpPr/>
              <p:nvPr/>
            </p:nvSpPr>
            <p:spPr>
              <a:xfrm>
                <a:off x="250636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365">
                  <a:alpha val="100000"/>
                </a:srgbClr>
              </a:solidFill>
              <a:ln w="5420" cap="flat">
                <a:solidFill>
                  <a:srgbClr val="99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7" name="ph3832">
                <a:extLst>
                  <a:ext uri="{FF2B5EF4-FFF2-40B4-BE49-F238E27FC236}">
                    <a16:creationId xmlns:a16="http://schemas.microsoft.com/office/drawing/2014/main" id="{DCCF918C-1243-05B4-48CC-A1923AD18636}"/>
                  </a:ext>
                </a:extLst>
              </p:cNvPr>
              <p:cNvSpPr/>
              <p:nvPr/>
            </p:nvSpPr>
            <p:spPr>
              <a:xfrm>
                <a:off x="251580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8" name="ph3833">
                <a:extLst>
                  <a:ext uri="{FF2B5EF4-FFF2-40B4-BE49-F238E27FC236}">
                    <a16:creationId xmlns:a16="http://schemas.microsoft.com/office/drawing/2014/main" id="{870DB9EC-3DFF-4045-995A-6418A3D26A34}"/>
                  </a:ext>
                </a:extLst>
              </p:cNvPr>
              <p:cNvSpPr/>
              <p:nvPr/>
            </p:nvSpPr>
            <p:spPr>
              <a:xfrm>
                <a:off x="252524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7">
                  <a:alpha val="100000"/>
                </a:srgbClr>
              </a:solidFill>
              <a:ln w="5420" cap="flat">
                <a:solidFill>
                  <a:srgbClr val="9CD4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9" name="ph3834">
                <a:extLst>
                  <a:ext uri="{FF2B5EF4-FFF2-40B4-BE49-F238E27FC236}">
                    <a16:creationId xmlns:a16="http://schemas.microsoft.com/office/drawing/2014/main" id="{D26D4E4D-8EC6-C69E-88E0-4B88EC5A19C2}"/>
                  </a:ext>
                </a:extLst>
              </p:cNvPr>
              <p:cNvSpPr/>
              <p:nvPr/>
            </p:nvSpPr>
            <p:spPr>
              <a:xfrm>
                <a:off x="253468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0" name="ph3835">
                <a:extLst>
                  <a:ext uri="{FF2B5EF4-FFF2-40B4-BE49-F238E27FC236}">
                    <a16:creationId xmlns:a16="http://schemas.microsoft.com/office/drawing/2014/main" id="{EAD38765-AE0B-79B9-E207-58A93686A96B}"/>
                  </a:ext>
                </a:extLst>
              </p:cNvPr>
              <p:cNvSpPr/>
              <p:nvPr/>
            </p:nvSpPr>
            <p:spPr>
              <a:xfrm>
                <a:off x="254412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1" name="ph3836">
                <a:extLst>
                  <a:ext uri="{FF2B5EF4-FFF2-40B4-BE49-F238E27FC236}">
                    <a16:creationId xmlns:a16="http://schemas.microsoft.com/office/drawing/2014/main" id="{3F00C9EE-5CC9-ECC3-6280-3AA218E480AD}"/>
                  </a:ext>
                </a:extLst>
              </p:cNvPr>
              <p:cNvSpPr/>
              <p:nvPr/>
            </p:nvSpPr>
            <p:spPr>
              <a:xfrm>
                <a:off x="255356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2" name="ph3837">
                <a:extLst>
                  <a:ext uri="{FF2B5EF4-FFF2-40B4-BE49-F238E27FC236}">
                    <a16:creationId xmlns:a16="http://schemas.microsoft.com/office/drawing/2014/main" id="{BD4682EE-2617-5841-9DA3-36478B2742F9}"/>
                  </a:ext>
                </a:extLst>
              </p:cNvPr>
              <p:cNvSpPr/>
              <p:nvPr/>
            </p:nvSpPr>
            <p:spPr>
              <a:xfrm>
                <a:off x="2563005" y="1939384"/>
                <a:ext cx="9226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43" y="896830"/>
                    </a:lnTo>
                    <a:lnTo>
                      <a:pt x="922684" y="914400"/>
                    </a:lnTo>
                    <a:close/>
                  </a:path>
                </a:pathLst>
              </a:custGeom>
              <a:solidFill>
                <a:srgbClr val="A2D76A">
                  <a:alpha val="100000"/>
                </a:srgbClr>
              </a:solidFill>
              <a:ln w="5420" cap="flat">
                <a:solidFill>
                  <a:srgbClr val="A2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3" name="ph3838">
                <a:extLst>
                  <a:ext uri="{FF2B5EF4-FFF2-40B4-BE49-F238E27FC236}">
                    <a16:creationId xmlns:a16="http://schemas.microsoft.com/office/drawing/2014/main" id="{B96A1C02-3720-7AEC-4658-5383931312CC}"/>
                  </a:ext>
                </a:extLst>
              </p:cNvPr>
              <p:cNvSpPr/>
              <p:nvPr/>
            </p:nvSpPr>
            <p:spPr>
              <a:xfrm>
                <a:off x="3157740" y="19393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590" y="914400"/>
                    </a:lnTo>
                    <a:lnTo>
                      <a:pt x="914045" y="903645"/>
                    </a:lnTo>
                    <a:lnTo>
                      <a:pt x="914400" y="90150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4" name="ph3839">
                <a:extLst>
                  <a:ext uri="{FF2B5EF4-FFF2-40B4-BE49-F238E27FC236}">
                    <a16:creationId xmlns:a16="http://schemas.microsoft.com/office/drawing/2014/main" id="{E475EA2D-C13F-A659-473B-B3C95DDAEB5A}"/>
                  </a:ext>
                </a:extLst>
              </p:cNvPr>
              <p:cNvSpPr/>
              <p:nvPr/>
            </p:nvSpPr>
            <p:spPr>
              <a:xfrm>
                <a:off x="3167180" y="192181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9079"/>
                    </a:lnTo>
                    <a:lnTo>
                      <a:pt x="90573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5" name="ph3840">
                <a:extLst>
                  <a:ext uri="{FF2B5EF4-FFF2-40B4-BE49-F238E27FC236}">
                    <a16:creationId xmlns:a16="http://schemas.microsoft.com/office/drawing/2014/main" id="{06C97DCA-D55F-B7F9-4706-F31293B72540}"/>
                  </a:ext>
                </a:extLst>
              </p:cNvPr>
              <p:cNvSpPr/>
              <p:nvPr/>
            </p:nvSpPr>
            <p:spPr>
              <a:xfrm>
                <a:off x="316718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6" name="ph3841">
                <a:extLst>
                  <a:ext uri="{FF2B5EF4-FFF2-40B4-BE49-F238E27FC236}">
                    <a16:creationId xmlns:a16="http://schemas.microsoft.com/office/drawing/2014/main" id="{770E0FA4-9881-DD48-7D5F-198E09464A41}"/>
                  </a:ext>
                </a:extLst>
              </p:cNvPr>
              <p:cNvSpPr/>
              <p:nvPr/>
            </p:nvSpPr>
            <p:spPr>
              <a:xfrm>
                <a:off x="317662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7" name="ph3842">
                <a:extLst>
                  <a:ext uri="{FF2B5EF4-FFF2-40B4-BE49-F238E27FC236}">
                    <a16:creationId xmlns:a16="http://schemas.microsoft.com/office/drawing/2014/main" id="{3394012D-4A26-0822-6458-59ACCDF4643B}"/>
                  </a:ext>
                </a:extLst>
              </p:cNvPr>
              <p:cNvSpPr/>
              <p:nvPr/>
            </p:nvSpPr>
            <p:spPr>
              <a:xfrm>
                <a:off x="3186060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8" name="ph3843">
                <a:extLst>
                  <a:ext uri="{FF2B5EF4-FFF2-40B4-BE49-F238E27FC236}">
                    <a16:creationId xmlns:a16="http://schemas.microsoft.com/office/drawing/2014/main" id="{3C4C22B0-56D8-F1A8-BFDB-FFEDED807658}"/>
                  </a:ext>
                </a:extLst>
              </p:cNvPr>
              <p:cNvSpPr/>
              <p:nvPr/>
            </p:nvSpPr>
            <p:spPr>
              <a:xfrm>
                <a:off x="319550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9" name="ph3844">
                <a:extLst>
                  <a:ext uri="{FF2B5EF4-FFF2-40B4-BE49-F238E27FC236}">
                    <a16:creationId xmlns:a16="http://schemas.microsoft.com/office/drawing/2014/main" id="{02AA0C00-1743-E349-C5AD-A6DCD4C8BBA8}"/>
                  </a:ext>
                </a:extLst>
              </p:cNvPr>
              <p:cNvSpPr/>
              <p:nvPr/>
            </p:nvSpPr>
            <p:spPr>
              <a:xfrm>
                <a:off x="320494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0" name="ph3845">
                <a:extLst>
                  <a:ext uri="{FF2B5EF4-FFF2-40B4-BE49-F238E27FC236}">
                    <a16:creationId xmlns:a16="http://schemas.microsoft.com/office/drawing/2014/main" id="{AD28BEB8-FF23-467D-D1AA-AC12D652A8BA}"/>
                  </a:ext>
                </a:extLst>
              </p:cNvPr>
              <p:cNvSpPr/>
              <p:nvPr/>
            </p:nvSpPr>
            <p:spPr>
              <a:xfrm>
                <a:off x="321438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1" name="ph3846">
                <a:extLst>
                  <a:ext uri="{FF2B5EF4-FFF2-40B4-BE49-F238E27FC236}">
                    <a16:creationId xmlns:a16="http://schemas.microsoft.com/office/drawing/2014/main" id="{67E01F75-08E3-368F-8F41-21EFF24C979F}"/>
                  </a:ext>
                </a:extLst>
              </p:cNvPr>
              <p:cNvSpPr/>
              <p:nvPr/>
            </p:nvSpPr>
            <p:spPr>
              <a:xfrm>
                <a:off x="3223821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2" name="ph3847">
                <a:extLst>
                  <a:ext uri="{FF2B5EF4-FFF2-40B4-BE49-F238E27FC236}">
                    <a16:creationId xmlns:a16="http://schemas.microsoft.com/office/drawing/2014/main" id="{8B6F6024-C7AD-F0EB-97A5-EE8A05BE2B7A}"/>
                  </a:ext>
                </a:extLst>
              </p:cNvPr>
              <p:cNvSpPr/>
              <p:nvPr/>
            </p:nvSpPr>
            <p:spPr>
              <a:xfrm>
                <a:off x="323326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3" name="ph3848">
                <a:extLst>
                  <a:ext uri="{FF2B5EF4-FFF2-40B4-BE49-F238E27FC236}">
                    <a16:creationId xmlns:a16="http://schemas.microsoft.com/office/drawing/2014/main" id="{56B1D91F-3A02-C268-DE19-34F84E83EC12}"/>
                  </a:ext>
                </a:extLst>
              </p:cNvPr>
              <p:cNvSpPr/>
              <p:nvPr/>
            </p:nvSpPr>
            <p:spPr>
              <a:xfrm>
                <a:off x="324270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4" name="ph3849">
                <a:extLst>
                  <a:ext uri="{FF2B5EF4-FFF2-40B4-BE49-F238E27FC236}">
                    <a16:creationId xmlns:a16="http://schemas.microsoft.com/office/drawing/2014/main" id="{0A8B30E7-3883-4502-0ADE-30167658CB32}"/>
                  </a:ext>
                </a:extLst>
              </p:cNvPr>
              <p:cNvSpPr/>
              <p:nvPr/>
            </p:nvSpPr>
            <p:spPr>
              <a:xfrm>
                <a:off x="325214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5" name="ph3850">
                <a:extLst>
                  <a:ext uri="{FF2B5EF4-FFF2-40B4-BE49-F238E27FC236}">
                    <a16:creationId xmlns:a16="http://schemas.microsoft.com/office/drawing/2014/main" id="{C015AFE5-22AD-A95C-6E86-BAFC07192CBE}"/>
                  </a:ext>
                </a:extLst>
              </p:cNvPr>
              <p:cNvSpPr/>
              <p:nvPr/>
            </p:nvSpPr>
            <p:spPr>
              <a:xfrm>
                <a:off x="3261582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6" name="ph3851">
                <a:extLst>
                  <a:ext uri="{FF2B5EF4-FFF2-40B4-BE49-F238E27FC236}">
                    <a16:creationId xmlns:a16="http://schemas.microsoft.com/office/drawing/2014/main" id="{5826B329-DE45-A442-11CB-334520754F68}"/>
                  </a:ext>
                </a:extLst>
              </p:cNvPr>
              <p:cNvSpPr/>
              <p:nvPr/>
            </p:nvSpPr>
            <p:spPr>
              <a:xfrm>
                <a:off x="327102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7" name="ph3852">
                <a:extLst>
                  <a:ext uri="{FF2B5EF4-FFF2-40B4-BE49-F238E27FC236}">
                    <a16:creationId xmlns:a16="http://schemas.microsoft.com/office/drawing/2014/main" id="{772ABE5E-17CF-6E31-48FC-221C7DB5C154}"/>
                  </a:ext>
                </a:extLst>
              </p:cNvPr>
              <p:cNvSpPr/>
              <p:nvPr/>
            </p:nvSpPr>
            <p:spPr>
              <a:xfrm>
                <a:off x="328046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8" name="ph3853">
                <a:extLst>
                  <a:ext uri="{FF2B5EF4-FFF2-40B4-BE49-F238E27FC236}">
                    <a16:creationId xmlns:a16="http://schemas.microsoft.com/office/drawing/2014/main" id="{F20D6976-002F-3C87-115F-231644046004}"/>
                  </a:ext>
                </a:extLst>
              </p:cNvPr>
              <p:cNvSpPr/>
              <p:nvPr/>
            </p:nvSpPr>
            <p:spPr>
              <a:xfrm>
                <a:off x="328990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9" name="ph3854">
                <a:extLst>
                  <a:ext uri="{FF2B5EF4-FFF2-40B4-BE49-F238E27FC236}">
                    <a16:creationId xmlns:a16="http://schemas.microsoft.com/office/drawing/2014/main" id="{F9D287B9-8BD8-81FC-6EB9-BBDDEC3A336B}"/>
                  </a:ext>
                </a:extLst>
              </p:cNvPr>
              <p:cNvSpPr/>
              <p:nvPr/>
            </p:nvSpPr>
            <p:spPr>
              <a:xfrm>
                <a:off x="3299343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0" name="ph3855">
                <a:extLst>
                  <a:ext uri="{FF2B5EF4-FFF2-40B4-BE49-F238E27FC236}">
                    <a16:creationId xmlns:a16="http://schemas.microsoft.com/office/drawing/2014/main" id="{7399ECB3-89CA-195F-6E05-22D96C969C25}"/>
                  </a:ext>
                </a:extLst>
              </p:cNvPr>
              <p:cNvSpPr/>
              <p:nvPr/>
            </p:nvSpPr>
            <p:spPr>
              <a:xfrm>
                <a:off x="330878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1" name="ph3856">
                <a:extLst>
                  <a:ext uri="{FF2B5EF4-FFF2-40B4-BE49-F238E27FC236}">
                    <a16:creationId xmlns:a16="http://schemas.microsoft.com/office/drawing/2014/main" id="{14C4FA55-A5FA-F3EE-30AD-59497C1465DE}"/>
                  </a:ext>
                </a:extLst>
              </p:cNvPr>
              <p:cNvSpPr/>
              <p:nvPr/>
            </p:nvSpPr>
            <p:spPr>
              <a:xfrm>
                <a:off x="331822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2" name="ph3857">
                <a:extLst>
                  <a:ext uri="{FF2B5EF4-FFF2-40B4-BE49-F238E27FC236}">
                    <a16:creationId xmlns:a16="http://schemas.microsoft.com/office/drawing/2014/main" id="{ED5252C5-7F07-CACF-C3AA-1ADE88DAC054}"/>
                  </a:ext>
                </a:extLst>
              </p:cNvPr>
              <p:cNvSpPr/>
              <p:nvPr/>
            </p:nvSpPr>
            <p:spPr>
              <a:xfrm>
                <a:off x="332766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3" name="ph3858">
                <a:extLst>
                  <a:ext uri="{FF2B5EF4-FFF2-40B4-BE49-F238E27FC236}">
                    <a16:creationId xmlns:a16="http://schemas.microsoft.com/office/drawing/2014/main" id="{480B20E0-F027-419C-1A1A-252EC1E0F016}"/>
                  </a:ext>
                </a:extLst>
              </p:cNvPr>
              <p:cNvSpPr/>
              <p:nvPr/>
            </p:nvSpPr>
            <p:spPr>
              <a:xfrm>
                <a:off x="333710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4" name="ph3859">
                <a:extLst>
                  <a:ext uri="{FF2B5EF4-FFF2-40B4-BE49-F238E27FC236}">
                    <a16:creationId xmlns:a16="http://schemas.microsoft.com/office/drawing/2014/main" id="{949EF100-DE24-29F5-FC27-C9619ED62490}"/>
                  </a:ext>
                </a:extLst>
              </p:cNvPr>
              <p:cNvSpPr/>
              <p:nvPr/>
            </p:nvSpPr>
            <p:spPr>
              <a:xfrm>
                <a:off x="3346544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5" name="ph3860">
                <a:extLst>
                  <a:ext uri="{FF2B5EF4-FFF2-40B4-BE49-F238E27FC236}">
                    <a16:creationId xmlns:a16="http://schemas.microsoft.com/office/drawing/2014/main" id="{63EBCBA2-CCE8-4330-2584-3FB68172114E}"/>
                  </a:ext>
                </a:extLst>
              </p:cNvPr>
              <p:cNvSpPr/>
              <p:nvPr/>
            </p:nvSpPr>
            <p:spPr>
              <a:xfrm>
                <a:off x="335598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6" name="ph3861">
                <a:extLst>
                  <a:ext uri="{FF2B5EF4-FFF2-40B4-BE49-F238E27FC236}">
                    <a16:creationId xmlns:a16="http://schemas.microsoft.com/office/drawing/2014/main" id="{5746982D-7621-A128-DC5F-0E4ACEB7AA72}"/>
                  </a:ext>
                </a:extLst>
              </p:cNvPr>
              <p:cNvSpPr/>
              <p:nvPr/>
            </p:nvSpPr>
            <p:spPr>
              <a:xfrm>
                <a:off x="336542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7" name="ph3862">
                <a:extLst>
                  <a:ext uri="{FF2B5EF4-FFF2-40B4-BE49-F238E27FC236}">
                    <a16:creationId xmlns:a16="http://schemas.microsoft.com/office/drawing/2014/main" id="{721C6A9B-9095-CC4B-E061-3700B8FB016B}"/>
                  </a:ext>
                </a:extLst>
              </p:cNvPr>
              <p:cNvSpPr/>
              <p:nvPr/>
            </p:nvSpPr>
            <p:spPr>
              <a:xfrm>
                <a:off x="337486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8" name="ph3863">
                <a:extLst>
                  <a:ext uri="{FF2B5EF4-FFF2-40B4-BE49-F238E27FC236}">
                    <a16:creationId xmlns:a16="http://schemas.microsoft.com/office/drawing/2014/main" id="{023BC4F7-706F-7683-AA39-A4709D7F319A}"/>
                  </a:ext>
                </a:extLst>
              </p:cNvPr>
              <p:cNvSpPr/>
              <p:nvPr/>
            </p:nvSpPr>
            <p:spPr>
              <a:xfrm>
                <a:off x="3384305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9" name="ph3864">
                <a:extLst>
                  <a:ext uri="{FF2B5EF4-FFF2-40B4-BE49-F238E27FC236}">
                    <a16:creationId xmlns:a16="http://schemas.microsoft.com/office/drawing/2014/main" id="{7B558406-903E-ECB5-0EE8-73BEBEF1336C}"/>
                  </a:ext>
                </a:extLst>
              </p:cNvPr>
              <p:cNvSpPr/>
              <p:nvPr/>
            </p:nvSpPr>
            <p:spPr>
              <a:xfrm>
                <a:off x="3393746" y="192181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0" name="ph3865">
                <a:extLst>
                  <a:ext uri="{FF2B5EF4-FFF2-40B4-BE49-F238E27FC236}">
                    <a16:creationId xmlns:a16="http://schemas.microsoft.com/office/drawing/2014/main" id="{2B2C6C65-A957-1661-38F8-D0A2FCBC158E}"/>
                  </a:ext>
                </a:extLst>
              </p:cNvPr>
              <p:cNvSpPr/>
              <p:nvPr/>
            </p:nvSpPr>
            <p:spPr>
              <a:xfrm>
                <a:off x="3403186" y="1939384"/>
                <a:ext cx="923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5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56" y="896830"/>
                    </a:lnTo>
                    <a:lnTo>
                      <a:pt x="923217" y="906088"/>
                    </a:lnTo>
                    <a:lnTo>
                      <a:pt x="922489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1" name="ph3866">
                <a:extLst>
                  <a:ext uri="{FF2B5EF4-FFF2-40B4-BE49-F238E27FC236}">
                    <a16:creationId xmlns:a16="http://schemas.microsoft.com/office/drawing/2014/main" id="{A37FF217-88CE-818C-EB95-4EDEA58F640F}"/>
                  </a:ext>
                </a:extLst>
              </p:cNvPr>
              <p:cNvSpPr/>
              <p:nvPr/>
            </p:nvSpPr>
            <p:spPr>
              <a:xfrm>
                <a:off x="2270357" y="190424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375" y="931969"/>
                    </a:lnTo>
                    <a:lnTo>
                      <a:pt x="912610" y="925340"/>
                    </a:lnTo>
                    <a:lnTo>
                      <a:pt x="910289" y="915354"/>
                    </a:lnTo>
                    <a:lnTo>
                      <a:pt x="910097" y="914400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2" name="ph3867">
                <a:extLst>
                  <a:ext uri="{FF2B5EF4-FFF2-40B4-BE49-F238E27FC236}">
                    <a16:creationId xmlns:a16="http://schemas.microsoft.com/office/drawing/2014/main" id="{3BB859E4-E546-DAC7-456E-BBBEA39718AB}"/>
                  </a:ext>
                </a:extLst>
              </p:cNvPr>
              <p:cNvSpPr/>
              <p:nvPr/>
            </p:nvSpPr>
            <p:spPr>
              <a:xfrm>
                <a:off x="227035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3" name="ph3868">
                <a:extLst>
                  <a:ext uri="{FF2B5EF4-FFF2-40B4-BE49-F238E27FC236}">
                    <a16:creationId xmlns:a16="http://schemas.microsoft.com/office/drawing/2014/main" id="{BD109AD8-874C-6621-930E-5D03B51BA329}"/>
                  </a:ext>
                </a:extLst>
              </p:cNvPr>
              <p:cNvSpPr/>
              <p:nvPr/>
            </p:nvSpPr>
            <p:spPr>
              <a:xfrm>
                <a:off x="2279797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4" name="ph3869">
                <a:extLst>
                  <a:ext uri="{FF2B5EF4-FFF2-40B4-BE49-F238E27FC236}">
                    <a16:creationId xmlns:a16="http://schemas.microsoft.com/office/drawing/2014/main" id="{D8114805-3E78-F17D-690E-9BE32A4F71C5}"/>
                  </a:ext>
                </a:extLst>
              </p:cNvPr>
              <p:cNvSpPr/>
              <p:nvPr/>
            </p:nvSpPr>
            <p:spPr>
              <a:xfrm>
                <a:off x="228923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5" name="ph3870">
                <a:extLst>
                  <a:ext uri="{FF2B5EF4-FFF2-40B4-BE49-F238E27FC236}">
                    <a16:creationId xmlns:a16="http://schemas.microsoft.com/office/drawing/2014/main" id="{6339139E-EE2C-8638-9A2A-D183DDD97FEA}"/>
                  </a:ext>
                </a:extLst>
              </p:cNvPr>
              <p:cNvSpPr/>
              <p:nvPr/>
            </p:nvSpPr>
            <p:spPr>
              <a:xfrm>
                <a:off x="229867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6" name="ph3871">
                <a:extLst>
                  <a:ext uri="{FF2B5EF4-FFF2-40B4-BE49-F238E27FC236}">
                    <a16:creationId xmlns:a16="http://schemas.microsoft.com/office/drawing/2014/main" id="{16805CA2-2E6F-2447-74E7-9D108B15D9CB}"/>
                  </a:ext>
                </a:extLst>
              </p:cNvPr>
              <p:cNvSpPr/>
              <p:nvPr/>
            </p:nvSpPr>
            <p:spPr>
              <a:xfrm>
                <a:off x="230811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7" name="ph3872">
                <a:extLst>
                  <a:ext uri="{FF2B5EF4-FFF2-40B4-BE49-F238E27FC236}">
                    <a16:creationId xmlns:a16="http://schemas.microsoft.com/office/drawing/2014/main" id="{88BE8A3C-186C-01CD-3844-70DD551ADA48}"/>
                  </a:ext>
                </a:extLst>
              </p:cNvPr>
              <p:cNvSpPr/>
              <p:nvPr/>
            </p:nvSpPr>
            <p:spPr>
              <a:xfrm>
                <a:off x="2317558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8" name="ph3873">
                <a:extLst>
                  <a:ext uri="{FF2B5EF4-FFF2-40B4-BE49-F238E27FC236}">
                    <a16:creationId xmlns:a16="http://schemas.microsoft.com/office/drawing/2014/main" id="{C6CFDD34-6371-6775-B001-43DEED6D9D3F}"/>
                  </a:ext>
                </a:extLst>
              </p:cNvPr>
              <p:cNvSpPr/>
              <p:nvPr/>
            </p:nvSpPr>
            <p:spPr>
              <a:xfrm>
                <a:off x="232699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9" name="ph3874">
                <a:extLst>
                  <a:ext uri="{FF2B5EF4-FFF2-40B4-BE49-F238E27FC236}">
                    <a16:creationId xmlns:a16="http://schemas.microsoft.com/office/drawing/2014/main" id="{35760E0A-ED54-77FD-3F06-F1848653D059}"/>
                  </a:ext>
                </a:extLst>
              </p:cNvPr>
              <p:cNvSpPr/>
              <p:nvPr/>
            </p:nvSpPr>
            <p:spPr>
              <a:xfrm>
                <a:off x="233643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0" name="ph3875">
                <a:extLst>
                  <a:ext uri="{FF2B5EF4-FFF2-40B4-BE49-F238E27FC236}">
                    <a16:creationId xmlns:a16="http://schemas.microsoft.com/office/drawing/2014/main" id="{7FC33F3E-82A0-5809-15B3-7B67B5F1D43B}"/>
                  </a:ext>
                </a:extLst>
              </p:cNvPr>
              <p:cNvSpPr/>
              <p:nvPr/>
            </p:nvSpPr>
            <p:spPr>
              <a:xfrm>
                <a:off x="234587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1" name="ph3876">
                <a:extLst>
                  <a:ext uri="{FF2B5EF4-FFF2-40B4-BE49-F238E27FC236}">
                    <a16:creationId xmlns:a16="http://schemas.microsoft.com/office/drawing/2014/main" id="{D297EE9C-2B4C-D75B-840B-9B5B218690C1}"/>
                  </a:ext>
                </a:extLst>
              </p:cNvPr>
              <p:cNvSpPr/>
              <p:nvPr/>
            </p:nvSpPr>
            <p:spPr>
              <a:xfrm>
                <a:off x="2355319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2" name="ph3877">
                <a:extLst>
                  <a:ext uri="{FF2B5EF4-FFF2-40B4-BE49-F238E27FC236}">
                    <a16:creationId xmlns:a16="http://schemas.microsoft.com/office/drawing/2014/main" id="{85B0B919-E027-C7AE-5EAE-349747980FBC}"/>
                  </a:ext>
                </a:extLst>
              </p:cNvPr>
              <p:cNvSpPr/>
              <p:nvPr/>
            </p:nvSpPr>
            <p:spPr>
              <a:xfrm>
                <a:off x="236476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3" name="ph3878">
                <a:extLst>
                  <a:ext uri="{FF2B5EF4-FFF2-40B4-BE49-F238E27FC236}">
                    <a16:creationId xmlns:a16="http://schemas.microsoft.com/office/drawing/2014/main" id="{FA74B9D5-E641-B3BF-7194-E85672EBE47B}"/>
                  </a:ext>
                </a:extLst>
              </p:cNvPr>
              <p:cNvSpPr/>
              <p:nvPr/>
            </p:nvSpPr>
            <p:spPr>
              <a:xfrm>
                <a:off x="237420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4" name="ph3879">
                <a:extLst>
                  <a:ext uri="{FF2B5EF4-FFF2-40B4-BE49-F238E27FC236}">
                    <a16:creationId xmlns:a16="http://schemas.microsoft.com/office/drawing/2014/main" id="{EEE61263-DDBD-D7C9-06F1-A909569F4F0B}"/>
                  </a:ext>
                </a:extLst>
              </p:cNvPr>
              <p:cNvSpPr/>
              <p:nvPr/>
            </p:nvSpPr>
            <p:spPr>
              <a:xfrm>
                <a:off x="238364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5" name="ph3880">
                <a:extLst>
                  <a:ext uri="{FF2B5EF4-FFF2-40B4-BE49-F238E27FC236}">
                    <a16:creationId xmlns:a16="http://schemas.microsoft.com/office/drawing/2014/main" id="{DCCE732E-5BDC-E360-8620-5779A2176288}"/>
                  </a:ext>
                </a:extLst>
              </p:cNvPr>
              <p:cNvSpPr/>
              <p:nvPr/>
            </p:nvSpPr>
            <p:spPr>
              <a:xfrm>
                <a:off x="239308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6" name="ph3881">
                <a:extLst>
                  <a:ext uri="{FF2B5EF4-FFF2-40B4-BE49-F238E27FC236}">
                    <a16:creationId xmlns:a16="http://schemas.microsoft.com/office/drawing/2014/main" id="{56939420-61BC-1791-693C-3D793EEF0F13}"/>
                  </a:ext>
                </a:extLst>
              </p:cNvPr>
              <p:cNvSpPr/>
              <p:nvPr/>
            </p:nvSpPr>
            <p:spPr>
              <a:xfrm>
                <a:off x="240252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7" name="ph3882">
                <a:extLst>
                  <a:ext uri="{FF2B5EF4-FFF2-40B4-BE49-F238E27FC236}">
                    <a16:creationId xmlns:a16="http://schemas.microsoft.com/office/drawing/2014/main" id="{32C760CB-3B1A-D108-BF65-1AFCE293EBAE}"/>
                  </a:ext>
                </a:extLst>
              </p:cNvPr>
              <p:cNvSpPr/>
              <p:nvPr/>
            </p:nvSpPr>
            <p:spPr>
              <a:xfrm>
                <a:off x="241196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8" name="ph3883">
                <a:extLst>
                  <a:ext uri="{FF2B5EF4-FFF2-40B4-BE49-F238E27FC236}">
                    <a16:creationId xmlns:a16="http://schemas.microsoft.com/office/drawing/2014/main" id="{ED735C70-F7FE-D80F-767A-5F7AB14C54A3}"/>
                  </a:ext>
                </a:extLst>
              </p:cNvPr>
              <p:cNvSpPr/>
              <p:nvPr/>
            </p:nvSpPr>
            <p:spPr>
              <a:xfrm>
                <a:off x="242140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9" name="ph3884">
                <a:extLst>
                  <a:ext uri="{FF2B5EF4-FFF2-40B4-BE49-F238E27FC236}">
                    <a16:creationId xmlns:a16="http://schemas.microsoft.com/office/drawing/2014/main" id="{29AA1FB9-4682-0C40-144B-89B0AE7D85FC}"/>
                  </a:ext>
                </a:extLst>
              </p:cNvPr>
              <p:cNvSpPr/>
              <p:nvPr/>
            </p:nvSpPr>
            <p:spPr>
              <a:xfrm>
                <a:off x="243084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0" name="ph3885">
                <a:extLst>
                  <a:ext uri="{FF2B5EF4-FFF2-40B4-BE49-F238E27FC236}">
                    <a16:creationId xmlns:a16="http://schemas.microsoft.com/office/drawing/2014/main" id="{F556258F-2CA6-3618-CCF2-3894998CAAE8}"/>
                  </a:ext>
                </a:extLst>
              </p:cNvPr>
              <p:cNvSpPr/>
              <p:nvPr/>
            </p:nvSpPr>
            <p:spPr>
              <a:xfrm>
                <a:off x="244028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1" name="ph3886">
                <a:extLst>
                  <a:ext uri="{FF2B5EF4-FFF2-40B4-BE49-F238E27FC236}">
                    <a16:creationId xmlns:a16="http://schemas.microsoft.com/office/drawing/2014/main" id="{01502CA5-D363-BE63-0680-D1CAB492989B}"/>
                  </a:ext>
                </a:extLst>
              </p:cNvPr>
              <p:cNvSpPr/>
              <p:nvPr/>
            </p:nvSpPr>
            <p:spPr>
              <a:xfrm>
                <a:off x="244972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2" name="ph3887">
                <a:extLst>
                  <a:ext uri="{FF2B5EF4-FFF2-40B4-BE49-F238E27FC236}">
                    <a16:creationId xmlns:a16="http://schemas.microsoft.com/office/drawing/2014/main" id="{39DBD3F6-6A0C-DFAC-084D-69C0CB48BDFA}"/>
                  </a:ext>
                </a:extLst>
              </p:cNvPr>
              <p:cNvSpPr/>
              <p:nvPr/>
            </p:nvSpPr>
            <p:spPr>
              <a:xfrm>
                <a:off x="245916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3" name="ph3888">
                <a:extLst>
                  <a:ext uri="{FF2B5EF4-FFF2-40B4-BE49-F238E27FC236}">
                    <a16:creationId xmlns:a16="http://schemas.microsoft.com/office/drawing/2014/main" id="{71BB53E9-8472-90A2-063F-91B89C6B810B}"/>
                  </a:ext>
                </a:extLst>
              </p:cNvPr>
              <p:cNvSpPr/>
              <p:nvPr/>
            </p:nvSpPr>
            <p:spPr>
              <a:xfrm>
                <a:off x="246860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4" name="ph3889">
                <a:extLst>
                  <a:ext uri="{FF2B5EF4-FFF2-40B4-BE49-F238E27FC236}">
                    <a16:creationId xmlns:a16="http://schemas.microsoft.com/office/drawing/2014/main" id="{773752FA-C3AB-2BB5-B318-7C377C164B1D}"/>
                  </a:ext>
                </a:extLst>
              </p:cNvPr>
              <p:cNvSpPr/>
              <p:nvPr/>
            </p:nvSpPr>
            <p:spPr>
              <a:xfrm>
                <a:off x="247804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0CF60">
                  <a:alpha val="100000"/>
                </a:srgbClr>
              </a:solidFill>
              <a:ln w="5420" cap="flat">
                <a:solidFill>
                  <a:srgbClr val="90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5" name="ph3890">
                <a:extLst>
                  <a:ext uri="{FF2B5EF4-FFF2-40B4-BE49-F238E27FC236}">
                    <a16:creationId xmlns:a16="http://schemas.microsoft.com/office/drawing/2014/main" id="{3923C4CE-4F3D-75B8-15A5-3B920E41BED4}"/>
                  </a:ext>
                </a:extLst>
              </p:cNvPr>
              <p:cNvSpPr/>
              <p:nvPr/>
            </p:nvSpPr>
            <p:spPr>
              <a:xfrm>
                <a:off x="248748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6" name="ph3891">
                <a:extLst>
                  <a:ext uri="{FF2B5EF4-FFF2-40B4-BE49-F238E27FC236}">
                    <a16:creationId xmlns:a16="http://schemas.microsoft.com/office/drawing/2014/main" id="{6D96A6A4-69E4-EF17-8F5B-24FA76CB61B4}"/>
                  </a:ext>
                </a:extLst>
              </p:cNvPr>
              <p:cNvSpPr/>
              <p:nvPr/>
            </p:nvSpPr>
            <p:spPr>
              <a:xfrm>
                <a:off x="249692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7" name="ph3892">
                <a:extLst>
                  <a:ext uri="{FF2B5EF4-FFF2-40B4-BE49-F238E27FC236}">
                    <a16:creationId xmlns:a16="http://schemas.microsoft.com/office/drawing/2014/main" id="{C94F775D-AAD8-DCBA-D62E-49A62AF3B9B2}"/>
                  </a:ext>
                </a:extLst>
              </p:cNvPr>
              <p:cNvSpPr/>
              <p:nvPr/>
            </p:nvSpPr>
            <p:spPr>
              <a:xfrm>
                <a:off x="250636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8" name="ph3893">
                <a:extLst>
                  <a:ext uri="{FF2B5EF4-FFF2-40B4-BE49-F238E27FC236}">
                    <a16:creationId xmlns:a16="http://schemas.microsoft.com/office/drawing/2014/main" id="{01BD5677-E275-5099-09EF-0228CA60904F}"/>
                  </a:ext>
                </a:extLst>
              </p:cNvPr>
              <p:cNvSpPr/>
              <p:nvPr/>
            </p:nvSpPr>
            <p:spPr>
              <a:xfrm>
                <a:off x="251580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9" name="ph3894">
                <a:extLst>
                  <a:ext uri="{FF2B5EF4-FFF2-40B4-BE49-F238E27FC236}">
                    <a16:creationId xmlns:a16="http://schemas.microsoft.com/office/drawing/2014/main" id="{C373E6AD-2498-A3CB-AF5E-7DB6465EB509}"/>
                  </a:ext>
                </a:extLst>
              </p:cNvPr>
              <p:cNvSpPr/>
              <p:nvPr/>
            </p:nvSpPr>
            <p:spPr>
              <a:xfrm>
                <a:off x="252524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0" name="ph3895">
                <a:extLst>
                  <a:ext uri="{FF2B5EF4-FFF2-40B4-BE49-F238E27FC236}">
                    <a16:creationId xmlns:a16="http://schemas.microsoft.com/office/drawing/2014/main" id="{6559B074-2664-70C1-5475-C576457CB246}"/>
                  </a:ext>
                </a:extLst>
              </p:cNvPr>
              <p:cNvSpPr/>
              <p:nvPr/>
            </p:nvSpPr>
            <p:spPr>
              <a:xfrm>
                <a:off x="253468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1" name="ph3896">
                <a:extLst>
                  <a:ext uri="{FF2B5EF4-FFF2-40B4-BE49-F238E27FC236}">
                    <a16:creationId xmlns:a16="http://schemas.microsoft.com/office/drawing/2014/main" id="{58A07EA9-8BFC-0089-90D5-850103BD6FA6}"/>
                  </a:ext>
                </a:extLst>
              </p:cNvPr>
              <p:cNvSpPr/>
              <p:nvPr/>
            </p:nvSpPr>
            <p:spPr>
              <a:xfrm>
                <a:off x="254412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2" name="ph3897">
                <a:extLst>
                  <a:ext uri="{FF2B5EF4-FFF2-40B4-BE49-F238E27FC236}">
                    <a16:creationId xmlns:a16="http://schemas.microsoft.com/office/drawing/2014/main" id="{4A56786F-B3F9-78E3-6740-C57493CB5BD4}"/>
                  </a:ext>
                </a:extLst>
              </p:cNvPr>
              <p:cNvSpPr/>
              <p:nvPr/>
            </p:nvSpPr>
            <p:spPr>
              <a:xfrm>
                <a:off x="2563005" y="192181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43" y="896937"/>
                    </a:lnTo>
                    <a:lnTo>
                      <a:pt x="907045" y="897383"/>
                    </a:lnTo>
                    <a:lnTo>
                      <a:pt x="907247" y="897829"/>
                    </a:lnTo>
                    <a:lnTo>
                      <a:pt x="907449" y="898274"/>
                    </a:lnTo>
                    <a:lnTo>
                      <a:pt x="907651" y="898720"/>
                    </a:lnTo>
                    <a:lnTo>
                      <a:pt x="907853" y="899166"/>
                    </a:lnTo>
                    <a:lnTo>
                      <a:pt x="908055" y="899612"/>
                    </a:lnTo>
                    <a:lnTo>
                      <a:pt x="908257" y="900058"/>
                    </a:lnTo>
                    <a:lnTo>
                      <a:pt x="908458" y="900504"/>
                    </a:lnTo>
                    <a:lnTo>
                      <a:pt x="908660" y="900950"/>
                    </a:lnTo>
                    <a:lnTo>
                      <a:pt x="908862" y="901395"/>
                    </a:lnTo>
                    <a:lnTo>
                      <a:pt x="909064" y="901841"/>
                    </a:lnTo>
                    <a:lnTo>
                      <a:pt x="909266" y="902287"/>
                    </a:lnTo>
                    <a:lnTo>
                      <a:pt x="909468" y="902733"/>
                    </a:lnTo>
                    <a:lnTo>
                      <a:pt x="909670" y="903179"/>
                    </a:lnTo>
                    <a:lnTo>
                      <a:pt x="909871" y="903625"/>
                    </a:lnTo>
                    <a:lnTo>
                      <a:pt x="910073" y="904071"/>
                    </a:lnTo>
                    <a:lnTo>
                      <a:pt x="910275" y="904517"/>
                    </a:lnTo>
                    <a:lnTo>
                      <a:pt x="910477" y="904962"/>
                    </a:lnTo>
                    <a:lnTo>
                      <a:pt x="910678" y="905408"/>
                    </a:lnTo>
                    <a:lnTo>
                      <a:pt x="910880" y="905854"/>
                    </a:lnTo>
                    <a:lnTo>
                      <a:pt x="911082" y="906300"/>
                    </a:lnTo>
                    <a:lnTo>
                      <a:pt x="911284" y="906746"/>
                    </a:lnTo>
                    <a:lnTo>
                      <a:pt x="911485" y="907192"/>
                    </a:lnTo>
                    <a:lnTo>
                      <a:pt x="911687" y="907638"/>
                    </a:lnTo>
                    <a:lnTo>
                      <a:pt x="911889" y="908084"/>
                    </a:lnTo>
                    <a:lnTo>
                      <a:pt x="912090" y="908530"/>
                    </a:lnTo>
                    <a:lnTo>
                      <a:pt x="912292" y="908976"/>
                    </a:lnTo>
                    <a:lnTo>
                      <a:pt x="912493" y="909421"/>
                    </a:lnTo>
                    <a:lnTo>
                      <a:pt x="912695" y="909867"/>
                    </a:lnTo>
                    <a:lnTo>
                      <a:pt x="912897" y="910313"/>
                    </a:lnTo>
                    <a:lnTo>
                      <a:pt x="913098" y="910759"/>
                    </a:lnTo>
                    <a:lnTo>
                      <a:pt x="913300" y="911205"/>
                    </a:lnTo>
                    <a:lnTo>
                      <a:pt x="913501" y="911651"/>
                    </a:lnTo>
                    <a:lnTo>
                      <a:pt x="913703" y="912097"/>
                    </a:lnTo>
                    <a:lnTo>
                      <a:pt x="914400" y="913638"/>
                    </a:lnTo>
                    <a:close/>
                  </a:path>
                </a:pathLst>
              </a:custGeom>
              <a:solidFill>
                <a:srgbClr val="9ED567">
                  <a:alpha val="100000"/>
                </a:srgbClr>
              </a:solidFill>
              <a:ln w="5420" cap="flat">
                <a:solidFill>
                  <a:srgbClr val="9ED5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3" name="ph3898">
                <a:extLst>
                  <a:ext uri="{FF2B5EF4-FFF2-40B4-BE49-F238E27FC236}">
                    <a16:creationId xmlns:a16="http://schemas.microsoft.com/office/drawing/2014/main" id="{BCCE0A0F-9DEF-C174-008C-23C29F3C6F28}"/>
                  </a:ext>
                </a:extLst>
              </p:cNvPr>
              <p:cNvSpPr/>
              <p:nvPr/>
            </p:nvSpPr>
            <p:spPr>
              <a:xfrm>
                <a:off x="2563005" y="1921815"/>
                <a:ext cx="91474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43" h="914400">
                    <a:moveTo>
                      <a:pt x="914400" y="914400"/>
                    </a:moveTo>
                    <a:lnTo>
                      <a:pt x="914400" y="913638"/>
                    </a:lnTo>
                    <a:lnTo>
                      <a:pt x="914743" y="914400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4" name="ph3899">
                <a:extLst>
                  <a:ext uri="{FF2B5EF4-FFF2-40B4-BE49-F238E27FC236}">
                    <a16:creationId xmlns:a16="http://schemas.microsoft.com/office/drawing/2014/main" id="{8F2890F8-A77A-4545-9E9F-15E8E5E4318B}"/>
                  </a:ext>
                </a:extLst>
              </p:cNvPr>
              <p:cNvSpPr/>
              <p:nvPr/>
            </p:nvSpPr>
            <p:spPr>
              <a:xfrm>
                <a:off x="3167180" y="190424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5736" y="931969"/>
                    </a:lnTo>
                    <a:lnTo>
                      <a:pt x="906381" y="928089"/>
                    </a:lnTo>
                    <a:lnTo>
                      <a:pt x="908459" y="917583"/>
                    </a:lnTo>
                    <a:lnTo>
                      <a:pt x="90919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5" name="ph3900">
                <a:extLst>
                  <a:ext uri="{FF2B5EF4-FFF2-40B4-BE49-F238E27FC236}">
                    <a16:creationId xmlns:a16="http://schemas.microsoft.com/office/drawing/2014/main" id="{14785C63-45EB-7748-EF4B-8B6A7575E88C}"/>
                  </a:ext>
                </a:extLst>
              </p:cNvPr>
              <p:cNvSpPr/>
              <p:nvPr/>
            </p:nvSpPr>
            <p:spPr>
              <a:xfrm>
                <a:off x="316718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6" name="ph3901">
                <a:extLst>
                  <a:ext uri="{FF2B5EF4-FFF2-40B4-BE49-F238E27FC236}">
                    <a16:creationId xmlns:a16="http://schemas.microsoft.com/office/drawing/2014/main" id="{7C55556E-67AE-A02B-0041-64ED7D63EA13}"/>
                  </a:ext>
                </a:extLst>
              </p:cNvPr>
              <p:cNvSpPr/>
              <p:nvPr/>
            </p:nvSpPr>
            <p:spPr>
              <a:xfrm>
                <a:off x="317662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7" name="ph3902">
                <a:extLst>
                  <a:ext uri="{FF2B5EF4-FFF2-40B4-BE49-F238E27FC236}">
                    <a16:creationId xmlns:a16="http://schemas.microsoft.com/office/drawing/2014/main" id="{A392FCAE-10DA-E55E-4121-0F1B7E1C51E7}"/>
                  </a:ext>
                </a:extLst>
              </p:cNvPr>
              <p:cNvSpPr/>
              <p:nvPr/>
            </p:nvSpPr>
            <p:spPr>
              <a:xfrm>
                <a:off x="3186060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8" name="ph3903">
                <a:extLst>
                  <a:ext uri="{FF2B5EF4-FFF2-40B4-BE49-F238E27FC236}">
                    <a16:creationId xmlns:a16="http://schemas.microsoft.com/office/drawing/2014/main" id="{EBBD18E1-0AAA-4A13-DA0D-E30EA55785BE}"/>
                  </a:ext>
                </a:extLst>
              </p:cNvPr>
              <p:cNvSpPr/>
              <p:nvPr/>
            </p:nvSpPr>
            <p:spPr>
              <a:xfrm>
                <a:off x="319550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9" name="ph3904">
                <a:extLst>
                  <a:ext uri="{FF2B5EF4-FFF2-40B4-BE49-F238E27FC236}">
                    <a16:creationId xmlns:a16="http://schemas.microsoft.com/office/drawing/2014/main" id="{DA316C34-4877-4627-B763-E99ECE75C55A}"/>
                  </a:ext>
                </a:extLst>
              </p:cNvPr>
              <p:cNvSpPr/>
              <p:nvPr/>
            </p:nvSpPr>
            <p:spPr>
              <a:xfrm>
                <a:off x="320494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0" name="ph3905">
                <a:extLst>
                  <a:ext uri="{FF2B5EF4-FFF2-40B4-BE49-F238E27FC236}">
                    <a16:creationId xmlns:a16="http://schemas.microsoft.com/office/drawing/2014/main" id="{FB184EB8-BA70-47C8-F652-5AE0751BEF7F}"/>
                  </a:ext>
                </a:extLst>
              </p:cNvPr>
              <p:cNvSpPr/>
              <p:nvPr/>
            </p:nvSpPr>
            <p:spPr>
              <a:xfrm>
                <a:off x="321438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1" name="ph3906">
                <a:extLst>
                  <a:ext uri="{FF2B5EF4-FFF2-40B4-BE49-F238E27FC236}">
                    <a16:creationId xmlns:a16="http://schemas.microsoft.com/office/drawing/2014/main" id="{AED762F3-E655-A774-5FAE-2CFEC512F6C4}"/>
                  </a:ext>
                </a:extLst>
              </p:cNvPr>
              <p:cNvSpPr/>
              <p:nvPr/>
            </p:nvSpPr>
            <p:spPr>
              <a:xfrm>
                <a:off x="3223821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2" name="ph3907">
                <a:extLst>
                  <a:ext uri="{FF2B5EF4-FFF2-40B4-BE49-F238E27FC236}">
                    <a16:creationId xmlns:a16="http://schemas.microsoft.com/office/drawing/2014/main" id="{7AAF4ABB-BBFF-C1D9-D28D-38A0D5543B1E}"/>
                  </a:ext>
                </a:extLst>
              </p:cNvPr>
              <p:cNvSpPr/>
              <p:nvPr/>
            </p:nvSpPr>
            <p:spPr>
              <a:xfrm>
                <a:off x="323326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3" name="ph3908">
                <a:extLst>
                  <a:ext uri="{FF2B5EF4-FFF2-40B4-BE49-F238E27FC236}">
                    <a16:creationId xmlns:a16="http://schemas.microsoft.com/office/drawing/2014/main" id="{350C62CD-A54E-9DA9-82EF-03E2753BF985}"/>
                  </a:ext>
                </a:extLst>
              </p:cNvPr>
              <p:cNvSpPr/>
              <p:nvPr/>
            </p:nvSpPr>
            <p:spPr>
              <a:xfrm>
                <a:off x="324270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4" name="ph3909">
                <a:extLst>
                  <a:ext uri="{FF2B5EF4-FFF2-40B4-BE49-F238E27FC236}">
                    <a16:creationId xmlns:a16="http://schemas.microsoft.com/office/drawing/2014/main" id="{059A55D7-5229-E0DD-DAF2-67030B7CB064}"/>
                  </a:ext>
                </a:extLst>
              </p:cNvPr>
              <p:cNvSpPr/>
              <p:nvPr/>
            </p:nvSpPr>
            <p:spPr>
              <a:xfrm>
                <a:off x="325214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5" name="ph3910">
                <a:extLst>
                  <a:ext uri="{FF2B5EF4-FFF2-40B4-BE49-F238E27FC236}">
                    <a16:creationId xmlns:a16="http://schemas.microsoft.com/office/drawing/2014/main" id="{E459C4C2-F8E9-F8C5-9E70-EA6897F38383}"/>
                  </a:ext>
                </a:extLst>
              </p:cNvPr>
              <p:cNvSpPr/>
              <p:nvPr/>
            </p:nvSpPr>
            <p:spPr>
              <a:xfrm>
                <a:off x="3261582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6" name="ph3911">
                <a:extLst>
                  <a:ext uri="{FF2B5EF4-FFF2-40B4-BE49-F238E27FC236}">
                    <a16:creationId xmlns:a16="http://schemas.microsoft.com/office/drawing/2014/main" id="{C5F56D81-FE20-349A-102C-587D4368E32B}"/>
                  </a:ext>
                </a:extLst>
              </p:cNvPr>
              <p:cNvSpPr/>
              <p:nvPr/>
            </p:nvSpPr>
            <p:spPr>
              <a:xfrm>
                <a:off x="327102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7" name="ph3912">
                <a:extLst>
                  <a:ext uri="{FF2B5EF4-FFF2-40B4-BE49-F238E27FC236}">
                    <a16:creationId xmlns:a16="http://schemas.microsoft.com/office/drawing/2014/main" id="{5D813872-478E-C3DF-4188-E37BDDBFF307}"/>
                  </a:ext>
                </a:extLst>
              </p:cNvPr>
              <p:cNvSpPr/>
              <p:nvPr/>
            </p:nvSpPr>
            <p:spPr>
              <a:xfrm>
                <a:off x="328046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8" name="ph3913">
                <a:extLst>
                  <a:ext uri="{FF2B5EF4-FFF2-40B4-BE49-F238E27FC236}">
                    <a16:creationId xmlns:a16="http://schemas.microsoft.com/office/drawing/2014/main" id="{5E0A8C07-D63D-E350-1C53-654153CD5810}"/>
                  </a:ext>
                </a:extLst>
              </p:cNvPr>
              <p:cNvSpPr/>
              <p:nvPr/>
            </p:nvSpPr>
            <p:spPr>
              <a:xfrm>
                <a:off x="328990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9" name="ph3914">
                <a:extLst>
                  <a:ext uri="{FF2B5EF4-FFF2-40B4-BE49-F238E27FC236}">
                    <a16:creationId xmlns:a16="http://schemas.microsoft.com/office/drawing/2014/main" id="{A4EC3CC9-432F-1610-0AB8-E6C7B0ABC6F1}"/>
                  </a:ext>
                </a:extLst>
              </p:cNvPr>
              <p:cNvSpPr/>
              <p:nvPr/>
            </p:nvSpPr>
            <p:spPr>
              <a:xfrm>
                <a:off x="3299343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0" name="ph3915">
                <a:extLst>
                  <a:ext uri="{FF2B5EF4-FFF2-40B4-BE49-F238E27FC236}">
                    <a16:creationId xmlns:a16="http://schemas.microsoft.com/office/drawing/2014/main" id="{8B699C9A-CBDF-6EEB-A871-B57A3FED04F3}"/>
                  </a:ext>
                </a:extLst>
              </p:cNvPr>
              <p:cNvSpPr/>
              <p:nvPr/>
            </p:nvSpPr>
            <p:spPr>
              <a:xfrm>
                <a:off x="330878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1" name="ph3916">
                <a:extLst>
                  <a:ext uri="{FF2B5EF4-FFF2-40B4-BE49-F238E27FC236}">
                    <a16:creationId xmlns:a16="http://schemas.microsoft.com/office/drawing/2014/main" id="{4C76373E-AAB2-7ABC-B595-95E8FA4E48EC}"/>
                  </a:ext>
                </a:extLst>
              </p:cNvPr>
              <p:cNvSpPr/>
              <p:nvPr/>
            </p:nvSpPr>
            <p:spPr>
              <a:xfrm>
                <a:off x="331822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2" name="ph3917">
                <a:extLst>
                  <a:ext uri="{FF2B5EF4-FFF2-40B4-BE49-F238E27FC236}">
                    <a16:creationId xmlns:a16="http://schemas.microsoft.com/office/drawing/2014/main" id="{EC5DC1E7-77A0-B8A2-621B-B30D53EAB5E4}"/>
                  </a:ext>
                </a:extLst>
              </p:cNvPr>
              <p:cNvSpPr/>
              <p:nvPr/>
            </p:nvSpPr>
            <p:spPr>
              <a:xfrm>
                <a:off x="332766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3" name="ph3918">
                <a:extLst>
                  <a:ext uri="{FF2B5EF4-FFF2-40B4-BE49-F238E27FC236}">
                    <a16:creationId xmlns:a16="http://schemas.microsoft.com/office/drawing/2014/main" id="{914E890C-08F9-ACF1-6F13-01EF72336BFC}"/>
                  </a:ext>
                </a:extLst>
              </p:cNvPr>
              <p:cNvSpPr/>
              <p:nvPr/>
            </p:nvSpPr>
            <p:spPr>
              <a:xfrm>
                <a:off x="333710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4" name="ph3919">
                <a:extLst>
                  <a:ext uri="{FF2B5EF4-FFF2-40B4-BE49-F238E27FC236}">
                    <a16:creationId xmlns:a16="http://schemas.microsoft.com/office/drawing/2014/main" id="{11D0E612-7FC1-A59E-8D30-0A156A4ED7B1}"/>
                  </a:ext>
                </a:extLst>
              </p:cNvPr>
              <p:cNvSpPr/>
              <p:nvPr/>
            </p:nvSpPr>
            <p:spPr>
              <a:xfrm>
                <a:off x="3346544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5" name="ph3920">
                <a:extLst>
                  <a:ext uri="{FF2B5EF4-FFF2-40B4-BE49-F238E27FC236}">
                    <a16:creationId xmlns:a16="http://schemas.microsoft.com/office/drawing/2014/main" id="{D018885C-BE5C-04E8-6FF4-9A7BADCEF132}"/>
                  </a:ext>
                </a:extLst>
              </p:cNvPr>
              <p:cNvSpPr/>
              <p:nvPr/>
            </p:nvSpPr>
            <p:spPr>
              <a:xfrm>
                <a:off x="335598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6" name="ph3921">
                <a:extLst>
                  <a:ext uri="{FF2B5EF4-FFF2-40B4-BE49-F238E27FC236}">
                    <a16:creationId xmlns:a16="http://schemas.microsoft.com/office/drawing/2014/main" id="{6249DF17-6849-CF71-1E53-D811B766B415}"/>
                  </a:ext>
                </a:extLst>
              </p:cNvPr>
              <p:cNvSpPr/>
              <p:nvPr/>
            </p:nvSpPr>
            <p:spPr>
              <a:xfrm>
                <a:off x="336542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7" name="ph3922">
                <a:extLst>
                  <a:ext uri="{FF2B5EF4-FFF2-40B4-BE49-F238E27FC236}">
                    <a16:creationId xmlns:a16="http://schemas.microsoft.com/office/drawing/2014/main" id="{5D5A478A-F66A-ED63-D150-233232C5B8AC}"/>
                  </a:ext>
                </a:extLst>
              </p:cNvPr>
              <p:cNvSpPr/>
              <p:nvPr/>
            </p:nvSpPr>
            <p:spPr>
              <a:xfrm>
                <a:off x="337486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8" name="ph3923">
                <a:extLst>
                  <a:ext uri="{FF2B5EF4-FFF2-40B4-BE49-F238E27FC236}">
                    <a16:creationId xmlns:a16="http://schemas.microsoft.com/office/drawing/2014/main" id="{F363AF20-B618-79E1-BB9C-A3E826140B53}"/>
                  </a:ext>
                </a:extLst>
              </p:cNvPr>
              <p:cNvSpPr/>
              <p:nvPr/>
            </p:nvSpPr>
            <p:spPr>
              <a:xfrm>
                <a:off x="3384305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9" name="ph3924">
                <a:extLst>
                  <a:ext uri="{FF2B5EF4-FFF2-40B4-BE49-F238E27FC236}">
                    <a16:creationId xmlns:a16="http://schemas.microsoft.com/office/drawing/2014/main" id="{00AD418C-7C51-720D-10A2-1CE644EB6810}"/>
                  </a:ext>
                </a:extLst>
              </p:cNvPr>
              <p:cNvSpPr/>
              <p:nvPr/>
            </p:nvSpPr>
            <p:spPr>
              <a:xfrm>
                <a:off x="3393746" y="190424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0" name="ph3925">
                <a:extLst>
                  <a:ext uri="{FF2B5EF4-FFF2-40B4-BE49-F238E27FC236}">
                    <a16:creationId xmlns:a16="http://schemas.microsoft.com/office/drawing/2014/main" id="{A35FFC54-42A7-6465-4AAC-654A8D6698DE}"/>
                  </a:ext>
                </a:extLst>
              </p:cNvPr>
              <p:cNvSpPr/>
              <p:nvPr/>
            </p:nvSpPr>
            <p:spPr>
              <a:xfrm>
                <a:off x="3403186" y="1921815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966"/>
                    </a:lnTo>
                    <a:lnTo>
                      <a:pt x="923756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1" name="ph3926">
                <a:extLst>
                  <a:ext uri="{FF2B5EF4-FFF2-40B4-BE49-F238E27FC236}">
                    <a16:creationId xmlns:a16="http://schemas.microsoft.com/office/drawing/2014/main" id="{40DA98CF-6053-9D73-9055-01F6A5291A4A}"/>
                  </a:ext>
                </a:extLst>
              </p:cNvPr>
              <p:cNvSpPr/>
              <p:nvPr/>
            </p:nvSpPr>
            <p:spPr>
              <a:xfrm>
                <a:off x="3412626" y="1904245"/>
                <a:ext cx="914762" cy="930536"/>
              </a:xfrm>
              <a:custGeom>
                <a:avLst/>
                <a:gdLst/>
                <a:ahLst/>
                <a:cxnLst/>
                <a:rect l="0" t="0" r="0" b="0"/>
                <a:pathLst>
                  <a:path w="914762" h="930536">
                    <a:moveTo>
                      <a:pt x="914400" y="914400"/>
                    </a:moveTo>
                    <a:lnTo>
                      <a:pt x="914762" y="914400"/>
                    </a:lnTo>
                    <a:lnTo>
                      <a:pt x="914759" y="918794"/>
                    </a:lnTo>
                    <a:lnTo>
                      <a:pt x="914429" y="930035"/>
                    </a:lnTo>
                    <a:lnTo>
                      <a:pt x="914400" y="930536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2" name="ph3927">
                <a:extLst>
                  <a:ext uri="{FF2B5EF4-FFF2-40B4-BE49-F238E27FC236}">
                    <a16:creationId xmlns:a16="http://schemas.microsoft.com/office/drawing/2014/main" id="{EF11E804-9FC9-D783-B13A-8D3FA75EE309}"/>
                  </a:ext>
                </a:extLst>
              </p:cNvPr>
              <p:cNvSpPr/>
              <p:nvPr/>
            </p:nvSpPr>
            <p:spPr>
              <a:xfrm>
                <a:off x="2270357" y="188667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097" y="931969"/>
                    </a:lnTo>
                    <a:lnTo>
                      <a:pt x="908247" y="922728"/>
                    </a:lnTo>
                    <a:lnTo>
                      <a:pt x="906995" y="915332"/>
                    </a:lnTo>
                    <a:lnTo>
                      <a:pt x="906566" y="914684"/>
                    </a:lnTo>
                    <a:lnTo>
                      <a:pt x="906397" y="914400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3" name="ph3928">
                <a:extLst>
                  <a:ext uri="{FF2B5EF4-FFF2-40B4-BE49-F238E27FC236}">
                    <a16:creationId xmlns:a16="http://schemas.microsoft.com/office/drawing/2014/main" id="{60F8A750-DF17-D384-B80D-9DCDCB35376B}"/>
                  </a:ext>
                </a:extLst>
              </p:cNvPr>
              <p:cNvSpPr/>
              <p:nvPr/>
            </p:nvSpPr>
            <p:spPr>
              <a:xfrm>
                <a:off x="227035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4" name="ph3929">
                <a:extLst>
                  <a:ext uri="{FF2B5EF4-FFF2-40B4-BE49-F238E27FC236}">
                    <a16:creationId xmlns:a16="http://schemas.microsoft.com/office/drawing/2014/main" id="{B69C89E8-D527-F570-678A-A9467CD1DC0B}"/>
                  </a:ext>
                </a:extLst>
              </p:cNvPr>
              <p:cNvSpPr/>
              <p:nvPr/>
            </p:nvSpPr>
            <p:spPr>
              <a:xfrm>
                <a:off x="2279797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5" name="ph3930">
                <a:extLst>
                  <a:ext uri="{FF2B5EF4-FFF2-40B4-BE49-F238E27FC236}">
                    <a16:creationId xmlns:a16="http://schemas.microsoft.com/office/drawing/2014/main" id="{B636E231-DF33-436E-A9D7-ECD1A62EA304}"/>
                  </a:ext>
                </a:extLst>
              </p:cNvPr>
              <p:cNvSpPr/>
              <p:nvPr/>
            </p:nvSpPr>
            <p:spPr>
              <a:xfrm>
                <a:off x="228923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05C">
                  <a:alpha val="100000"/>
                </a:srgbClr>
              </a:solidFill>
              <a:ln w="5420" cap="flat">
                <a:solidFill>
                  <a:srgbClr val="78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6" name="ph3931">
                <a:extLst>
                  <a:ext uri="{FF2B5EF4-FFF2-40B4-BE49-F238E27FC236}">
                    <a16:creationId xmlns:a16="http://schemas.microsoft.com/office/drawing/2014/main" id="{3C5F1A36-3B2A-5817-F9A1-1D9BB38EEA4E}"/>
                  </a:ext>
                </a:extLst>
              </p:cNvPr>
              <p:cNvSpPr/>
              <p:nvPr/>
            </p:nvSpPr>
            <p:spPr>
              <a:xfrm>
                <a:off x="229867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7" name="ph3932">
                <a:extLst>
                  <a:ext uri="{FF2B5EF4-FFF2-40B4-BE49-F238E27FC236}">
                    <a16:creationId xmlns:a16="http://schemas.microsoft.com/office/drawing/2014/main" id="{9C054FE5-2BF5-77D7-A1EC-E73852F39944}"/>
                  </a:ext>
                </a:extLst>
              </p:cNvPr>
              <p:cNvSpPr/>
              <p:nvPr/>
            </p:nvSpPr>
            <p:spPr>
              <a:xfrm>
                <a:off x="230811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8" name="ph3933">
                <a:extLst>
                  <a:ext uri="{FF2B5EF4-FFF2-40B4-BE49-F238E27FC236}">
                    <a16:creationId xmlns:a16="http://schemas.microsoft.com/office/drawing/2014/main" id="{0B30EE96-5250-1D57-0E9F-ACE3A36D391D}"/>
                  </a:ext>
                </a:extLst>
              </p:cNvPr>
              <p:cNvSpPr/>
              <p:nvPr/>
            </p:nvSpPr>
            <p:spPr>
              <a:xfrm>
                <a:off x="2317558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9" name="ph3934">
                <a:extLst>
                  <a:ext uri="{FF2B5EF4-FFF2-40B4-BE49-F238E27FC236}">
                    <a16:creationId xmlns:a16="http://schemas.microsoft.com/office/drawing/2014/main" id="{395087DA-7704-C418-9CF3-0162FFC4FFA9}"/>
                  </a:ext>
                </a:extLst>
              </p:cNvPr>
              <p:cNvSpPr/>
              <p:nvPr/>
            </p:nvSpPr>
            <p:spPr>
              <a:xfrm>
                <a:off x="232699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0" name="ph3935">
                <a:extLst>
                  <a:ext uri="{FF2B5EF4-FFF2-40B4-BE49-F238E27FC236}">
                    <a16:creationId xmlns:a16="http://schemas.microsoft.com/office/drawing/2014/main" id="{3FB51BE3-F50A-94F4-4225-0797AFAF7EFD}"/>
                  </a:ext>
                </a:extLst>
              </p:cNvPr>
              <p:cNvSpPr/>
              <p:nvPr/>
            </p:nvSpPr>
            <p:spPr>
              <a:xfrm>
                <a:off x="233643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1" name="ph3936">
                <a:extLst>
                  <a:ext uri="{FF2B5EF4-FFF2-40B4-BE49-F238E27FC236}">
                    <a16:creationId xmlns:a16="http://schemas.microsoft.com/office/drawing/2014/main" id="{EDECE804-7610-00E1-9060-CB03EEACAAB3}"/>
                  </a:ext>
                </a:extLst>
              </p:cNvPr>
              <p:cNvSpPr/>
              <p:nvPr/>
            </p:nvSpPr>
            <p:spPr>
              <a:xfrm>
                <a:off x="234587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2" name="ph3937">
                <a:extLst>
                  <a:ext uri="{FF2B5EF4-FFF2-40B4-BE49-F238E27FC236}">
                    <a16:creationId xmlns:a16="http://schemas.microsoft.com/office/drawing/2014/main" id="{1051E761-6324-300C-F3BC-53041C0F5B15}"/>
                  </a:ext>
                </a:extLst>
              </p:cNvPr>
              <p:cNvSpPr/>
              <p:nvPr/>
            </p:nvSpPr>
            <p:spPr>
              <a:xfrm>
                <a:off x="2355319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3" name="ph3938">
                <a:extLst>
                  <a:ext uri="{FF2B5EF4-FFF2-40B4-BE49-F238E27FC236}">
                    <a16:creationId xmlns:a16="http://schemas.microsoft.com/office/drawing/2014/main" id="{EDC35606-662B-1153-1B22-41F582E3CE28}"/>
                  </a:ext>
                </a:extLst>
              </p:cNvPr>
              <p:cNvSpPr/>
              <p:nvPr/>
            </p:nvSpPr>
            <p:spPr>
              <a:xfrm>
                <a:off x="236476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4" name="ph3939">
                <a:extLst>
                  <a:ext uri="{FF2B5EF4-FFF2-40B4-BE49-F238E27FC236}">
                    <a16:creationId xmlns:a16="http://schemas.microsoft.com/office/drawing/2014/main" id="{292B3E1B-782F-D2A8-C3A7-7FFBD579F62F}"/>
                  </a:ext>
                </a:extLst>
              </p:cNvPr>
              <p:cNvSpPr/>
              <p:nvPr/>
            </p:nvSpPr>
            <p:spPr>
              <a:xfrm>
                <a:off x="237420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5" name="ph3940">
                <a:extLst>
                  <a:ext uri="{FF2B5EF4-FFF2-40B4-BE49-F238E27FC236}">
                    <a16:creationId xmlns:a16="http://schemas.microsoft.com/office/drawing/2014/main" id="{B52E3766-079B-2C60-ABEB-08818695332D}"/>
                  </a:ext>
                </a:extLst>
              </p:cNvPr>
              <p:cNvSpPr/>
              <p:nvPr/>
            </p:nvSpPr>
            <p:spPr>
              <a:xfrm>
                <a:off x="238364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6" name="ph3941">
                <a:extLst>
                  <a:ext uri="{FF2B5EF4-FFF2-40B4-BE49-F238E27FC236}">
                    <a16:creationId xmlns:a16="http://schemas.microsoft.com/office/drawing/2014/main" id="{E120FA90-A66E-8544-7986-9B135D3037D3}"/>
                  </a:ext>
                </a:extLst>
              </p:cNvPr>
              <p:cNvSpPr/>
              <p:nvPr/>
            </p:nvSpPr>
            <p:spPr>
              <a:xfrm>
                <a:off x="239308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7" name="ph3942">
                <a:extLst>
                  <a:ext uri="{FF2B5EF4-FFF2-40B4-BE49-F238E27FC236}">
                    <a16:creationId xmlns:a16="http://schemas.microsoft.com/office/drawing/2014/main" id="{4C8600FF-D9CD-4174-812E-CA1B25FD2850}"/>
                  </a:ext>
                </a:extLst>
              </p:cNvPr>
              <p:cNvSpPr/>
              <p:nvPr/>
            </p:nvSpPr>
            <p:spPr>
              <a:xfrm>
                <a:off x="240252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8" name="ph3943">
                <a:extLst>
                  <a:ext uri="{FF2B5EF4-FFF2-40B4-BE49-F238E27FC236}">
                    <a16:creationId xmlns:a16="http://schemas.microsoft.com/office/drawing/2014/main" id="{E475A2BD-F557-E90F-BDE4-121E6A802418}"/>
                  </a:ext>
                </a:extLst>
              </p:cNvPr>
              <p:cNvSpPr/>
              <p:nvPr/>
            </p:nvSpPr>
            <p:spPr>
              <a:xfrm>
                <a:off x="241196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9" name="ph3944">
                <a:extLst>
                  <a:ext uri="{FF2B5EF4-FFF2-40B4-BE49-F238E27FC236}">
                    <a16:creationId xmlns:a16="http://schemas.microsoft.com/office/drawing/2014/main" id="{CE29F01C-A196-3EBF-62E7-AC8015007C44}"/>
                  </a:ext>
                </a:extLst>
              </p:cNvPr>
              <p:cNvSpPr/>
              <p:nvPr/>
            </p:nvSpPr>
            <p:spPr>
              <a:xfrm>
                <a:off x="242140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0" name="ph3945">
                <a:extLst>
                  <a:ext uri="{FF2B5EF4-FFF2-40B4-BE49-F238E27FC236}">
                    <a16:creationId xmlns:a16="http://schemas.microsoft.com/office/drawing/2014/main" id="{73196FED-3F1C-ED41-6962-E193EB05181E}"/>
                  </a:ext>
                </a:extLst>
              </p:cNvPr>
              <p:cNvSpPr/>
              <p:nvPr/>
            </p:nvSpPr>
            <p:spPr>
              <a:xfrm>
                <a:off x="243084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1" name="ph3946">
                <a:extLst>
                  <a:ext uri="{FF2B5EF4-FFF2-40B4-BE49-F238E27FC236}">
                    <a16:creationId xmlns:a16="http://schemas.microsoft.com/office/drawing/2014/main" id="{89FB88FC-FDC8-8238-FE77-E5B68B3DAA87}"/>
                  </a:ext>
                </a:extLst>
              </p:cNvPr>
              <p:cNvSpPr/>
              <p:nvPr/>
            </p:nvSpPr>
            <p:spPr>
              <a:xfrm>
                <a:off x="244028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D">
                  <a:alpha val="100000"/>
                </a:srgbClr>
              </a:solidFill>
              <a:ln w="5420" cap="flat">
                <a:solidFill>
                  <a:srgbClr val="82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2" name="ph3947">
                <a:extLst>
                  <a:ext uri="{FF2B5EF4-FFF2-40B4-BE49-F238E27FC236}">
                    <a16:creationId xmlns:a16="http://schemas.microsoft.com/office/drawing/2014/main" id="{3762A5F4-0D10-2839-759F-C8B275F9619C}"/>
                  </a:ext>
                </a:extLst>
              </p:cNvPr>
              <p:cNvSpPr/>
              <p:nvPr/>
            </p:nvSpPr>
            <p:spPr>
              <a:xfrm>
                <a:off x="244972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3" name="ph3948">
                <a:extLst>
                  <a:ext uri="{FF2B5EF4-FFF2-40B4-BE49-F238E27FC236}">
                    <a16:creationId xmlns:a16="http://schemas.microsoft.com/office/drawing/2014/main" id="{B6219830-EB30-8D70-061A-3CD5997CC3F4}"/>
                  </a:ext>
                </a:extLst>
              </p:cNvPr>
              <p:cNvSpPr/>
              <p:nvPr/>
            </p:nvSpPr>
            <p:spPr>
              <a:xfrm>
                <a:off x="245916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4" name="ph3949">
                <a:extLst>
                  <a:ext uri="{FF2B5EF4-FFF2-40B4-BE49-F238E27FC236}">
                    <a16:creationId xmlns:a16="http://schemas.microsoft.com/office/drawing/2014/main" id="{2E4D16AC-147D-FC31-A196-85FE99A951DA}"/>
                  </a:ext>
                </a:extLst>
              </p:cNvPr>
              <p:cNvSpPr/>
              <p:nvPr/>
            </p:nvSpPr>
            <p:spPr>
              <a:xfrm>
                <a:off x="246860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5" name="ph3950">
                <a:extLst>
                  <a:ext uri="{FF2B5EF4-FFF2-40B4-BE49-F238E27FC236}">
                    <a16:creationId xmlns:a16="http://schemas.microsoft.com/office/drawing/2014/main" id="{38A0499E-E84C-304B-0C74-56CB3D8BF67A}"/>
                  </a:ext>
                </a:extLst>
              </p:cNvPr>
              <p:cNvSpPr/>
              <p:nvPr/>
            </p:nvSpPr>
            <p:spPr>
              <a:xfrm>
                <a:off x="247804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6" name="ph3951">
                <a:extLst>
                  <a:ext uri="{FF2B5EF4-FFF2-40B4-BE49-F238E27FC236}">
                    <a16:creationId xmlns:a16="http://schemas.microsoft.com/office/drawing/2014/main" id="{E029ADF5-8E0A-CB3B-5AFA-AE40F4CD2620}"/>
                  </a:ext>
                </a:extLst>
              </p:cNvPr>
              <p:cNvSpPr/>
              <p:nvPr/>
            </p:nvSpPr>
            <p:spPr>
              <a:xfrm>
                <a:off x="248748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7" name="ph3952">
                <a:extLst>
                  <a:ext uri="{FF2B5EF4-FFF2-40B4-BE49-F238E27FC236}">
                    <a16:creationId xmlns:a16="http://schemas.microsoft.com/office/drawing/2014/main" id="{1FA3C2CF-37E2-5DD4-D5B5-71B0483F5E0D}"/>
                  </a:ext>
                </a:extLst>
              </p:cNvPr>
              <p:cNvSpPr/>
              <p:nvPr/>
            </p:nvSpPr>
            <p:spPr>
              <a:xfrm>
                <a:off x="249692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8" name="ph3953">
                <a:extLst>
                  <a:ext uri="{FF2B5EF4-FFF2-40B4-BE49-F238E27FC236}">
                    <a16:creationId xmlns:a16="http://schemas.microsoft.com/office/drawing/2014/main" id="{031D3A77-2BDC-1DA5-8101-A5D867A7ABD9}"/>
                  </a:ext>
                </a:extLst>
              </p:cNvPr>
              <p:cNvSpPr/>
              <p:nvPr/>
            </p:nvSpPr>
            <p:spPr>
              <a:xfrm>
                <a:off x="250636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9" name="ph3954">
                <a:extLst>
                  <a:ext uri="{FF2B5EF4-FFF2-40B4-BE49-F238E27FC236}">
                    <a16:creationId xmlns:a16="http://schemas.microsoft.com/office/drawing/2014/main" id="{2EB22AB0-B8E0-5580-D72A-B400B216E4AC}"/>
                  </a:ext>
                </a:extLst>
              </p:cNvPr>
              <p:cNvSpPr/>
              <p:nvPr/>
            </p:nvSpPr>
            <p:spPr>
              <a:xfrm>
                <a:off x="251580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0" name="ph3955">
                <a:extLst>
                  <a:ext uri="{FF2B5EF4-FFF2-40B4-BE49-F238E27FC236}">
                    <a16:creationId xmlns:a16="http://schemas.microsoft.com/office/drawing/2014/main" id="{97207E05-EB74-A168-F7A3-A242D37CBA4B}"/>
                  </a:ext>
                </a:extLst>
              </p:cNvPr>
              <p:cNvSpPr/>
              <p:nvPr/>
            </p:nvSpPr>
            <p:spPr>
              <a:xfrm>
                <a:off x="252524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5D162">
                  <a:alpha val="100000"/>
                </a:srgbClr>
              </a:solidFill>
              <a:ln w="5420" cap="flat">
                <a:solidFill>
                  <a:srgbClr val="95D1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1" name="ph3956">
                <a:extLst>
                  <a:ext uri="{FF2B5EF4-FFF2-40B4-BE49-F238E27FC236}">
                    <a16:creationId xmlns:a16="http://schemas.microsoft.com/office/drawing/2014/main" id="{68C7D58F-66D0-DE7C-5CFD-B68857269317}"/>
                  </a:ext>
                </a:extLst>
              </p:cNvPr>
              <p:cNvSpPr/>
              <p:nvPr/>
            </p:nvSpPr>
            <p:spPr>
              <a:xfrm>
                <a:off x="253468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3">
                  <a:alpha val="100000"/>
                </a:srgbClr>
              </a:solidFill>
              <a:ln w="5420" cap="flat">
                <a:solidFill>
                  <a:srgbClr val="97D2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2" name="ph3957">
                <a:extLst>
                  <a:ext uri="{FF2B5EF4-FFF2-40B4-BE49-F238E27FC236}">
                    <a16:creationId xmlns:a16="http://schemas.microsoft.com/office/drawing/2014/main" id="{C83A36F1-301D-461D-B30C-1183595ACE22}"/>
                  </a:ext>
                </a:extLst>
              </p:cNvPr>
              <p:cNvSpPr/>
              <p:nvPr/>
            </p:nvSpPr>
            <p:spPr>
              <a:xfrm>
                <a:off x="2553564" y="1904245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262" y="896830"/>
                    </a:lnTo>
                    <a:lnTo>
                      <a:pt x="908395" y="897121"/>
                    </a:lnTo>
                    <a:lnTo>
                      <a:pt x="908597" y="897567"/>
                    </a:lnTo>
                    <a:lnTo>
                      <a:pt x="908800" y="898013"/>
                    </a:lnTo>
                    <a:lnTo>
                      <a:pt x="909002" y="898459"/>
                    </a:lnTo>
                    <a:lnTo>
                      <a:pt x="909205" y="898904"/>
                    </a:lnTo>
                    <a:lnTo>
                      <a:pt x="909407" y="899350"/>
                    </a:lnTo>
                    <a:lnTo>
                      <a:pt x="909610" y="899796"/>
                    </a:lnTo>
                    <a:lnTo>
                      <a:pt x="909812" y="900242"/>
                    </a:lnTo>
                    <a:lnTo>
                      <a:pt x="910015" y="900687"/>
                    </a:lnTo>
                    <a:lnTo>
                      <a:pt x="910217" y="901133"/>
                    </a:lnTo>
                    <a:lnTo>
                      <a:pt x="910419" y="901579"/>
                    </a:lnTo>
                    <a:lnTo>
                      <a:pt x="910622" y="902024"/>
                    </a:lnTo>
                    <a:lnTo>
                      <a:pt x="910824" y="902470"/>
                    </a:lnTo>
                    <a:lnTo>
                      <a:pt x="911027" y="902916"/>
                    </a:lnTo>
                    <a:lnTo>
                      <a:pt x="911229" y="903362"/>
                    </a:lnTo>
                    <a:lnTo>
                      <a:pt x="911431" y="903808"/>
                    </a:lnTo>
                    <a:lnTo>
                      <a:pt x="911634" y="904253"/>
                    </a:lnTo>
                    <a:lnTo>
                      <a:pt x="911836" y="904699"/>
                    </a:lnTo>
                    <a:lnTo>
                      <a:pt x="912038" y="905145"/>
                    </a:lnTo>
                    <a:lnTo>
                      <a:pt x="912241" y="905591"/>
                    </a:lnTo>
                    <a:lnTo>
                      <a:pt x="912443" y="906036"/>
                    </a:lnTo>
                    <a:lnTo>
                      <a:pt x="912645" y="906482"/>
                    </a:lnTo>
                    <a:lnTo>
                      <a:pt x="912847" y="906928"/>
                    </a:lnTo>
                    <a:lnTo>
                      <a:pt x="913049" y="907374"/>
                    </a:lnTo>
                    <a:lnTo>
                      <a:pt x="913252" y="907820"/>
                    </a:lnTo>
                    <a:lnTo>
                      <a:pt x="913454" y="908265"/>
                    </a:lnTo>
                    <a:lnTo>
                      <a:pt x="913656" y="908711"/>
                    </a:lnTo>
                    <a:lnTo>
                      <a:pt x="913858" y="909157"/>
                    </a:lnTo>
                    <a:lnTo>
                      <a:pt x="914060" y="909603"/>
                    </a:lnTo>
                    <a:lnTo>
                      <a:pt x="914263" y="910049"/>
                    </a:lnTo>
                    <a:lnTo>
                      <a:pt x="914399" y="910351"/>
                    </a:lnTo>
                    <a:close/>
                  </a:path>
                </a:pathLst>
              </a:custGeom>
              <a:solidFill>
                <a:srgbClr val="99D264">
                  <a:alpha val="100000"/>
                </a:srgbClr>
              </a:solidFill>
              <a:ln w="5420" cap="flat">
                <a:solidFill>
                  <a:srgbClr val="99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3" name="ph3958">
                <a:extLst>
                  <a:ext uri="{FF2B5EF4-FFF2-40B4-BE49-F238E27FC236}">
                    <a16:creationId xmlns:a16="http://schemas.microsoft.com/office/drawing/2014/main" id="{F6AC95B8-0046-23FA-9C2E-3E9795C60A2D}"/>
                  </a:ext>
                </a:extLst>
              </p:cNvPr>
              <p:cNvSpPr/>
              <p:nvPr/>
            </p:nvSpPr>
            <p:spPr>
              <a:xfrm>
                <a:off x="2553564" y="1904245"/>
                <a:ext cx="9162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35" h="914400">
                    <a:moveTo>
                      <a:pt x="914399" y="914400"/>
                    </a:moveTo>
                    <a:lnTo>
                      <a:pt x="914399" y="910351"/>
                    </a:lnTo>
                    <a:lnTo>
                      <a:pt x="914465" y="910494"/>
                    </a:lnTo>
                    <a:lnTo>
                      <a:pt x="914667" y="910940"/>
                    </a:lnTo>
                    <a:lnTo>
                      <a:pt x="914869" y="911386"/>
                    </a:lnTo>
                    <a:lnTo>
                      <a:pt x="915071" y="911832"/>
                    </a:lnTo>
                    <a:lnTo>
                      <a:pt x="915273" y="912278"/>
                    </a:lnTo>
                    <a:lnTo>
                      <a:pt x="915475" y="912723"/>
                    </a:lnTo>
                    <a:lnTo>
                      <a:pt x="915677" y="913169"/>
                    </a:lnTo>
                    <a:lnTo>
                      <a:pt x="915879" y="913615"/>
                    </a:lnTo>
                    <a:lnTo>
                      <a:pt x="916081" y="914061"/>
                    </a:lnTo>
                    <a:lnTo>
                      <a:pt x="916235" y="914400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4" name="ph3959">
                <a:extLst>
                  <a:ext uri="{FF2B5EF4-FFF2-40B4-BE49-F238E27FC236}">
                    <a16:creationId xmlns:a16="http://schemas.microsoft.com/office/drawing/2014/main" id="{B6307C8E-0539-2908-09F1-44C7A9130647}"/>
                  </a:ext>
                </a:extLst>
              </p:cNvPr>
              <p:cNvSpPr/>
              <p:nvPr/>
            </p:nvSpPr>
            <p:spPr>
              <a:xfrm>
                <a:off x="3167180" y="1886675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9195" y="931969"/>
                    </a:lnTo>
                    <a:lnTo>
                      <a:pt x="910835" y="924867"/>
                    </a:lnTo>
                    <a:lnTo>
                      <a:pt x="913500" y="914830"/>
                    </a:lnTo>
                    <a:lnTo>
                      <a:pt x="91363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5" name="ph3960">
                <a:extLst>
                  <a:ext uri="{FF2B5EF4-FFF2-40B4-BE49-F238E27FC236}">
                    <a16:creationId xmlns:a16="http://schemas.microsoft.com/office/drawing/2014/main" id="{BFFF07A3-0E61-797A-9A98-1B4FC69AF716}"/>
                  </a:ext>
                </a:extLst>
              </p:cNvPr>
              <p:cNvSpPr/>
              <p:nvPr/>
            </p:nvSpPr>
            <p:spPr>
              <a:xfrm>
                <a:off x="316718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6" name="ph3961">
                <a:extLst>
                  <a:ext uri="{FF2B5EF4-FFF2-40B4-BE49-F238E27FC236}">
                    <a16:creationId xmlns:a16="http://schemas.microsoft.com/office/drawing/2014/main" id="{6D41BC30-B231-499F-1276-13796E60A894}"/>
                  </a:ext>
                </a:extLst>
              </p:cNvPr>
              <p:cNvSpPr/>
              <p:nvPr/>
            </p:nvSpPr>
            <p:spPr>
              <a:xfrm>
                <a:off x="317662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7" name="ph3962">
                <a:extLst>
                  <a:ext uri="{FF2B5EF4-FFF2-40B4-BE49-F238E27FC236}">
                    <a16:creationId xmlns:a16="http://schemas.microsoft.com/office/drawing/2014/main" id="{A73D4A97-4C61-A200-80F1-E920E18E6DB0}"/>
                  </a:ext>
                </a:extLst>
              </p:cNvPr>
              <p:cNvSpPr/>
              <p:nvPr/>
            </p:nvSpPr>
            <p:spPr>
              <a:xfrm>
                <a:off x="3186060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8" name="ph3963">
                <a:extLst>
                  <a:ext uri="{FF2B5EF4-FFF2-40B4-BE49-F238E27FC236}">
                    <a16:creationId xmlns:a16="http://schemas.microsoft.com/office/drawing/2014/main" id="{EB758397-4F23-E6E2-1FA4-756A2F9F88C2}"/>
                  </a:ext>
                </a:extLst>
              </p:cNvPr>
              <p:cNvSpPr/>
              <p:nvPr/>
            </p:nvSpPr>
            <p:spPr>
              <a:xfrm>
                <a:off x="319550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9" name="ph3964">
                <a:extLst>
                  <a:ext uri="{FF2B5EF4-FFF2-40B4-BE49-F238E27FC236}">
                    <a16:creationId xmlns:a16="http://schemas.microsoft.com/office/drawing/2014/main" id="{74BE092A-FBE9-844C-E0CF-665CD4B7B143}"/>
                  </a:ext>
                </a:extLst>
              </p:cNvPr>
              <p:cNvSpPr/>
              <p:nvPr/>
            </p:nvSpPr>
            <p:spPr>
              <a:xfrm>
                <a:off x="320494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0" name="ph3965">
                <a:extLst>
                  <a:ext uri="{FF2B5EF4-FFF2-40B4-BE49-F238E27FC236}">
                    <a16:creationId xmlns:a16="http://schemas.microsoft.com/office/drawing/2014/main" id="{83C171DA-8330-4D9B-2B57-9F58650258BA}"/>
                  </a:ext>
                </a:extLst>
              </p:cNvPr>
              <p:cNvSpPr/>
              <p:nvPr/>
            </p:nvSpPr>
            <p:spPr>
              <a:xfrm>
                <a:off x="321438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1" name="ph3966">
                <a:extLst>
                  <a:ext uri="{FF2B5EF4-FFF2-40B4-BE49-F238E27FC236}">
                    <a16:creationId xmlns:a16="http://schemas.microsoft.com/office/drawing/2014/main" id="{CA1494D5-A79B-AE21-8560-DEB1473B1F3F}"/>
                  </a:ext>
                </a:extLst>
              </p:cNvPr>
              <p:cNvSpPr/>
              <p:nvPr/>
            </p:nvSpPr>
            <p:spPr>
              <a:xfrm>
                <a:off x="3223821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2" name="ph3967">
                <a:extLst>
                  <a:ext uri="{FF2B5EF4-FFF2-40B4-BE49-F238E27FC236}">
                    <a16:creationId xmlns:a16="http://schemas.microsoft.com/office/drawing/2014/main" id="{6CA31F92-C426-7190-AF30-BC0F35AD73C4}"/>
                  </a:ext>
                </a:extLst>
              </p:cNvPr>
              <p:cNvSpPr/>
              <p:nvPr/>
            </p:nvSpPr>
            <p:spPr>
              <a:xfrm>
                <a:off x="323326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3" name="ph3968">
                <a:extLst>
                  <a:ext uri="{FF2B5EF4-FFF2-40B4-BE49-F238E27FC236}">
                    <a16:creationId xmlns:a16="http://schemas.microsoft.com/office/drawing/2014/main" id="{8BB42C82-CC04-BE12-AB99-2429B8D6335E}"/>
                  </a:ext>
                </a:extLst>
              </p:cNvPr>
              <p:cNvSpPr/>
              <p:nvPr/>
            </p:nvSpPr>
            <p:spPr>
              <a:xfrm>
                <a:off x="324270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4" name="ph3969">
                <a:extLst>
                  <a:ext uri="{FF2B5EF4-FFF2-40B4-BE49-F238E27FC236}">
                    <a16:creationId xmlns:a16="http://schemas.microsoft.com/office/drawing/2014/main" id="{1148A278-749D-136C-5C62-590CC25F29BC}"/>
                  </a:ext>
                </a:extLst>
              </p:cNvPr>
              <p:cNvSpPr/>
              <p:nvPr/>
            </p:nvSpPr>
            <p:spPr>
              <a:xfrm>
                <a:off x="325214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5" name="ph3970">
                <a:extLst>
                  <a:ext uri="{FF2B5EF4-FFF2-40B4-BE49-F238E27FC236}">
                    <a16:creationId xmlns:a16="http://schemas.microsoft.com/office/drawing/2014/main" id="{92F4F3BE-7D06-1CB6-AF18-5DF44EAEB552}"/>
                  </a:ext>
                </a:extLst>
              </p:cNvPr>
              <p:cNvSpPr/>
              <p:nvPr/>
            </p:nvSpPr>
            <p:spPr>
              <a:xfrm>
                <a:off x="3261582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6" name="ph3971">
                <a:extLst>
                  <a:ext uri="{FF2B5EF4-FFF2-40B4-BE49-F238E27FC236}">
                    <a16:creationId xmlns:a16="http://schemas.microsoft.com/office/drawing/2014/main" id="{B7B00FEC-B0C8-AE83-0F69-8C0C94245B0A}"/>
                  </a:ext>
                </a:extLst>
              </p:cNvPr>
              <p:cNvSpPr/>
              <p:nvPr/>
            </p:nvSpPr>
            <p:spPr>
              <a:xfrm>
                <a:off x="327102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7" name="ph3972">
                <a:extLst>
                  <a:ext uri="{FF2B5EF4-FFF2-40B4-BE49-F238E27FC236}">
                    <a16:creationId xmlns:a16="http://schemas.microsoft.com/office/drawing/2014/main" id="{DACC5629-69AD-8C8B-F574-81D9621C2BBB}"/>
                  </a:ext>
                </a:extLst>
              </p:cNvPr>
              <p:cNvSpPr/>
              <p:nvPr/>
            </p:nvSpPr>
            <p:spPr>
              <a:xfrm>
                <a:off x="328046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8" name="ph3973">
                <a:extLst>
                  <a:ext uri="{FF2B5EF4-FFF2-40B4-BE49-F238E27FC236}">
                    <a16:creationId xmlns:a16="http://schemas.microsoft.com/office/drawing/2014/main" id="{444BB232-3BE4-368A-299D-7725ADA24FC5}"/>
                  </a:ext>
                </a:extLst>
              </p:cNvPr>
              <p:cNvSpPr/>
              <p:nvPr/>
            </p:nvSpPr>
            <p:spPr>
              <a:xfrm>
                <a:off x="328990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9" name="ph3974">
                <a:extLst>
                  <a:ext uri="{FF2B5EF4-FFF2-40B4-BE49-F238E27FC236}">
                    <a16:creationId xmlns:a16="http://schemas.microsoft.com/office/drawing/2014/main" id="{99EFD82B-5EE5-D63D-8BA5-C408FD8B8861}"/>
                  </a:ext>
                </a:extLst>
              </p:cNvPr>
              <p:cNvSpPr/>
              <p:nvPr/>
            </p:nvSpPr>
            <p:spPr>
              <a:xfrm>
                <a:off x="3299343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0" name="ph3975">
                <a:extLst>
                  <a:ext uri="{FF2B5EF4-FFF2-40B4-BE49-F238E27FC236}">
                    <a16:creationId xmlns:a16="http://schemas.microsoft.com/office/drawing/2014/main" id="{555B6D22-9057-DBBB-28A0-3BB41247680F}"/>
                  </a:ext>
                </a:extLst>
              </p:cNvPr>
              <p:cNvSpPr/>
              <p:nvPr/>
            </p:nvSpPr>
            <p:spPr>
              <a:xfrm>
                <a:off x="330878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1" name="ph3976">
                <a:extLst>
                  <a:ext uri="{FF2B5EF4-FFF2-40B4-BE49-F238E27FC236}">
                    <a16:creationId xmlns:a16="http://schemas.microsoft.com/office/drawing/2014/main" id="{5B5D344B-E9E3-E0EA-1CB2-C02598635F2C}"/>
                  </a:ext>
                </a:extLst>
              </p:cNvPr>
              <p:cNvSpPr/>
              <p:nvPr/>
            </p:nvSpPr>
            <p:spPr>
              <a:xfrm>
                <a:off x="331822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2" name="ph3977">
                <a:extLst>
                  <a:ext uri="{FF2B5EF4-FFF2-40B4-BE49-F238E27FC236}">
                    <a16:creationId xmlns:a16="http://schemas.microsoft.com/office/drawing/2014/main" id="{2C2D942C-CF02-33F9-9553-773E43BE152A}"/>
                  </a:ext>
                </a:extLst>
              </p:cNvPr>
              <p:cNvSpPr/>
              <p:nvPr/>
            </p:nvSpPr>
            <p:spPr>
              <a:xfrm>
                <a:off x="332766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3" name="ph3978">
                <a:extLst>
                  <a:ext uri="{FF2B5EF4-FFF2-40B4-BE49-F238E27FC236}">
                    <a16:creationId xmlns:a16="http://schemas.microsoft.com/office/drawing/2014/main" id="{F8139425-A212-D3BF-9264-4890A0C63F1E}"/>
                  </a:ext>
                </a:extLst>
              </p:cNvPr>
              <p:cNvSpPr/>
              <p:nvPr/>
            </p:nvSpPr>
            <p:spPr>
              <a:xfrm>
                <a:off x="333710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4" name="ph3979">
                <a:extLst>
                  <a:ext uri="{FF2B5EF4-FFF2-40B4-BE49-F238E27FC236}">
                    <a16:creationId xmlns:a16="http://schemas.microsoft.com/office/drawing/2014/main" id="{E495B5C5-AF80-DFCC-8286-E97373654584}"/>
                  </a:ext>
                </a:extLst>
              </p:cNvPr>
              <p:cNvSpPr/>
              <p:nvPr/>
            </p:nvSpPr>
            <p:spPr>
              <a:xfrm>
                <a:off x="3346544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5" name="ph3980">
                <a:extLst>
                  <a:ext uri="{FF2B5EF4-FFF2-40B4-BE49-F238E27FC236}">
                    <a16:creationId xmlns:a16="http://schemas.microsoft.com/office/drawing/2014/main" id="{F4C23702-68CD-4385-3273-501462FC08FD}"/>
                  </a:ext>
                </a:extLst>
              </p:cNvPr>
              <p:cNvSpPr/>
              <p:nvPr/>
            </p:nvSpPr>
            <p:spPr>
              <a:xfrm>
                <a:off x="335598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6" name="ph3981">
                <a:extLst>
                  <a:ext uri="{FF2B5EF4-FFF2-40B4-BE49-F238E27FC236}">
                    <a16:creationId xmlns:a16="http://schemas.microsoft.com/office/drawing/2014/main" id="{05D62CC9-6853-AA3C-CDAF-AA8F4694E031}"/>
                  </a:ext>
                </a:extLst>
              </p:cNvPr>
              <p:cNvSpPr/>
              <p:nvPr/>
            </p:nvSpPr>
            <p:spPr>
              <a:xfrm>
                <a:off x="336542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7" name="ph3982">
                <a:extLst>
                  <a:ext uri="{FF2B5EF4-FFF2-40B4-BE49-F238E27FC236}">
                    <a16:creationId xmlns:a16="http://schemas.microsoft.com/office/drawing/2014/main" id="{4605859B-7080-9521-0355-37A09AF50CF7}"/>
                  </a:ext>
                </a:extLst>
              </p:cNvPr>
              <p:cNvSpPr/>
              <p:nvPr/>
            </p:nvSpPr>
            <p:spPr>
              <a:xfrm>
                <a:off x="337486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8" name="ph3983">
                <a:extLst>
                  <a:ext uri="{FF2B5EF4-FFF2-40B4-BE49-F238E27FC236}">
                    <a16:creationId xmlns:a16="http://schemas.microsoft.com/office/drawing/2014/main" id="{1DCDEDD2-B0AA-12A9-2712-3FF4B7B57890}"/>
                  </a:ext>
                </a:extLst>
              </p:cNvPr>
              <p:cNvSpPr/>
              <p:nvPr/>
            </p:nvSpPr>
            <p:spPr>
              <a:xfrm>
                <a:off x="3384305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9" name="ph3984">
                <a:extLst>
                  <a:ext uri="{FF2B5EF4-FFF2-40B4-BE49-F238E27FC236}">
                    <a16:creationId xmlns:a16="http://schemas.microsoft.com/office/drawing/2014/main" id="{5B8E1004-1AC9-E4C6-25E3-87BC1DB5326C}"/>
                  </a:ext>
                </a:extLst>
              </p:cNvPr>
              <p:cNvSpPr/>
              <p:nvPr/>
            </p:nvSpPr>
            <p:spPr>
              <a:xfrm>
                <a:off x="339374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0" name="ph3985">
                <a:extLst>
                  <a:ext uri="{FF2B5EF4-FFF2-40B4-BE49-F238E27FC236}">
                    <a16:creationId xmlns:a16="http://schemas.microsoft.com/office/drawing/2014/main" id="{C6DD23F4-0127-FF3F-BB80-97DE4F193D11}"/>
                  </a:ext>
                </a:extLst>
              </p:cNvPr>
              <p:cNvSpPr/>
              <p:nvPr/>
            </p:nvSpPr>
            <p:spPr>
              <a:xfrm>
                <a:off x="3403186" y="188667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1" name="ph3986">
                <a:extLst>
                  <a:ext uri="{FF2B5EF4-FFF2-40B4-BE49-F238E27FC236}">
                    <a16:creationId xmlns:a16="http://schemas.microsoft.com/office/drawing/2014/main" id="{028BEB35-9CB1-0135-8E1D-D4EE7311C92E}"/>
                  </a:ext>
                </a:extLst>
              </p:cNvPr>
              <p:cNvSpPr/>
              <p:nvPr/>
            </p:nvSpPr>
            <p:spPr>
              <a:xfrm>
                <a:off x="3412626" y="1904245"/>
                <a:ext cx="91476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67" h="914400">
                    <a:moveTo>
                      <a:pt x="914400" y="914400"/>
                    </a:moveTo>
                    <a:lnTo>
                      <a:pt x="914466" y="896830"/>
                    </a:lnTo>
                    <a:lnTo>
                      <a:pt x="914767" y="907535"/>
                    </a:lnTo>
                    <a:lnTo>
                      <a:pt x="91476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2" name="ph3987">
                <a:extLst>
                  <a:ext uri="{FF2B5EF4-FFF2-40B4-BE49-F238E27FC236}">
                    <a16:creationId xmlns:a16="http://schemas.microsoft.com/office/drawing/2014/main" id="{67E04E6F-0630-2D6A-F6E5-72E0FDDA3030}"/>
                  </a:ext>
                </a:extLst>
              </p:cNvPr>
              <p:cNvSpPr/>
              <p:nvPr/>
            </p:nvSpPr>
            <p:spPr>
              <a:xfrm>
                <a:off x="2260917" y="1869105"/>
                <a:ext cx="914400" cy="9295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50">
                    <a:moveTo>
                      <a:pt x="914400" y="914400"/>
                    </a:moveTo>
                    <a:lnTo>
                      <a:pt x="914400" y="929550"/>
                    </a:lnTo>
                    <a:lnTo>
                      <a:pt x="911558" y="924770"/>
                    </a:lnTo>
                    <a:lnTo>
                      <a:pt x="907329" y="916860"/>
                    </a:lnTo>
                    <a:lnTo>
                      <a:pt x="906146" y="914400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3" name="ph3988">
                <a:extLst>
                  <a:ext uri="{FF2B5EF4-FFF2-40B4-BE49-F238E27FC236}">
                    <a16:creationId xmlns:a16="http://schemas.microsoft.com/office/drawing/2014/main" id="{55FA121E-2314-8354-307B-0394E94EE1EB}"/>
                  </a:ext>
                </a:extLst>
              </p:cNvPr>
              <p:cNvSpPr/>
              <p:nvPr/>
            </p:nvSpPr>
            <p:spPr>
              <a:xfrm>
                <a:off x="226091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37" y="931969"/>
                    </a:lnTo>
                    <a:lnTo>
                      <a:pt x="914400" y="929550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4" name="ph3989">
                <a:extLst>
                  <a:ext uri="{FF2B5EF4-FFF2-40B4-BE49-F238E27FC236}">
                    <a16:creationId xmlns:a16="http://schemas.microsoft.com/office/drawing/2014/main" id="{6A3385E7-16F7-786D-DB67-7937B8D35267}"/>
                  </a:ext>
                </a:extLst>
              </p:cNvPr>
              <p:cNvSpPr/>
              <p:nvPr/>
            </p:nvSpPr>
            <p:spPr>
              <a:xfrm>
                <a:off x="227035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5" name="ph3990">
                <a:extLst>
                  <a:ext uri="{FF2B5EF4-FFF2-40B4-BE49-F238E27FC236}">
                    <a16:creationId xmlns:a16="http://schemas.microsoft.com/office/drawing/2014/main" id="{60242645-0E6A-68DF-37FB-B82E964F5B2B}"/>
                  </a:ext>
                </a:extLst>
              </p:cNvPr>
              <p:cNvSpPr/>
              <p:nvPr/>
            </p:nvSpPr>
            <p:spPr>
              <a:xfrm>
                <a:off x="2279797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6" name="ph3991">
                <a:extLst>
                  <a:ext uri="{FF2B5EF4-FFF2-40B4-BE49-F238E27FC236}">
                    <a16:creationId xmlns:a16="http://schemas.microsoft.com/office/drawing/2014/main" id="{BAD1C586-736B-ABAE-30B1-E946C7FEAEBA}"/>
                  </a:ext>
                </a:extLst>
              </p:cNvPr>
              <p:cNvSpPr/>
              <p:nvPr/>
            </p:nvSpPr>
            <p:spPr>
              <a:xfrm>
                <a:off x="228923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7" name="ph3992">
                <a:extLst>
                  <a:ext uri="{FF2B5EF4-FFF2-40B4-BE49-F238E27FC236}">
                    <a16:creationId xmlns:a16="http://schemas.microsoft.com/office/drawing/2014/main" id="{360D3B3F-51E4-BEB1-F919-F30ABD5B4619}"/>
                  </a:ext>
                </a:extLst>
              </p:cNvPr>
              <p:cNvSpPr/>
              <p:nvPr/>
            </p:nvSpPr>
            <p:spPr>
              <a:xfrm>
                <a:off x="229867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8" name="ph3993">
                <a:extLst>
                  <a:ext uri="{FF2B5EF4-FFF2-40B4-BE49-F238E27FC236}">
                    <a16:creationId xmlns:a16="http://schemas.microsoft.com/office/drawing/2014/main" id="{0E540912-9B2B-6BB6-3356-21E528AB0ECE}"/>
                  </a:ext>
                </a:extLst>
              </p:cNvPr>
              <p:cNvSpPr/>
              <p:nvPr/>
            </p:nvSpPr>
            <p:spPr>
              <a:xfrm>
                <a:off x="230811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9" name="ph3994">
                <a:extLst>
                  <a:ext uri="{FF2B5EF4-FFF2-40B4-BE49-F238E27FC236}">
                    <a16:creationId xmlns:a16="http://schemas.microsoft.com/office/drawing/2014/main" id="{8EC6394F-1A63-13F7-8BFE-F1434201B0AD}"/>
                  </a:ext>
                </a:extLst>
              </p:cNvPr>
              <p:cNvSpPr/>
              <p:nvPr/>
            </p:nvSpPr>
            <p:spPr>
              <a:xfrm>
                <a:off x="2317558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0" name="ph3995">
                <a:extLst>
                  <a:ext uri="{FF2B5EF4-FFF2-40B4-BE49-F238E27FC236}">
                    <a16:creationId xmlns:a16="http://schemas.microsoft.com/office/drawing/2014/main" id="{7FC983B5-2441-DFE7-448B-BD666407CBA6}"/>
                  </a:ext>
                </a:extLst>
              </p:cNvPr>
              <p:cNvSpPr/>
              <p:nvPr/>
            </p:nvSpPr>
            <p:spPr>
              <a:xfrm>
                <a:off x="232699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1" name="ph3996">
                <a:extLst>
                  <a:ext uri="{FF2B5EF4-FFF2-40B4-BE49-F238E27FC236}">
                    <a16:creationId xmlns:a16="http://schemas.microsoft.com/office/drawing/2014/main" id="{EDE06627-9AB8-AF93-E8BF-02E08403E7C3}"/>
                  </a:ext>
                </a:extLst>
              </p:cNvPr>
              <p:cNvSpPr/>
              <p:nvPr/>
            </p:nvSpPr>
            <p:spPr>
              <a:xfrm>
                <a:off x="233643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2" name="ph3997">
                <a:extLst>
                  <a:ext uri="{FF2B5EF4-FFF2-40B4-BE49-F238E27FC236}">
                    <a16:creationId xmlns:a16="http://schemas.microsoft.com/office/drawing/2014/main" id="{F7A450E1-8A68-579C-3405-904E01A5F013}"/>
                  </a:ext>
                </a:extLst>
              </p:cNvPr>
              <p:cNvSpPr/>
              <p:nvPr/>
            </p:nvSpPr>
            <p:spPr>
              <a:xfrm>
                <a:off x="234587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3" name="ph3998">
                <a:extLst>
                  <a:ext uri="{FF2B5EF4-FFF2-40B4-BE49-F238E27FC236}">
                    <a16:creationId xmlns:a16="http://schemas.microsoft.com/office/drawing/2014/main" id="{8303BA42-3288-EC09-AB02-09825C1EE895}"/>
                  </a:ext>
                </a:extLst>
              </p:cNvPr>
              <p:cNvSpPr/>
              <p:nvPr/>
            </p:nvSpPr>
            <p:spPr>
              <a:xfrm>
                <a:off x="2355319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4" name="ph3999">
                <a:extLst>
                  <a:ext uri="{FF2B5EF4-FFF2-40B4-BE49-F238E27FC236}">
                    <a16:creationId xmlns:a16="http://schemas.microsoft.com/office/drawing/2014/main" id="{312BFF37-5A56-00A5-96A6-BFE19FE5AF19}"/>
                  </a:ext>
                </a:extLst>
              </p:cNvPr>
              <p:cNvSpPr/>
              <p:nvPr/>
            </p:nvSpPr>
            <p:spPr>
              <a:xfrm>
                <a:off x="236476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5" name="ph4000">
                <a:extLst>
                  <a:ext uri="{FF2B5EF4-FFF2-40B4-BE49-F238E27FC236}">
                    <a16:creationId xmlns:a16="http://schemas.microsoft.com/office/drawing/2014/main" id="{50C73040-EEE7-9F48-FF97-CC7789EE1322}"/>
                  </a:ext>
                </a:extLst>
              </p:cNvPr>
              <p:cNvSpPr/>
              <p:nvPr/>
            </p:nvSpPr>
            <p:spPr>
              <a:xfrm>
                <a:off x="237420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B5A">
                  <a:alpha val="100000"/>
                </a:srgbClr>
              </a:solidFill>
              <a:ln w="5420" cap="flat">
                <a:solidFill>
                  <a:srgbClr val="6F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6" name="ph4001">
                <a:extLst>
                  <a:ext uri="{FF2B5EF4-FFF2-40B4-BE49-F238E27FC236}">
                    <a16:creationId xmlns:a16="http://schemas.microsoft.com/office/drawing/2014/main" id="{7D67CAE6-8A5D-E944-D5DF-3D1E1C57C337}"/>
                  </a:ext>
                </a:extLst>
              </p:cNvPr>
              <p:cNvSpPr/>
              <p:nvPr/>
            </p:nvSpPr>
            <p:spPr>
              <a:xfrm>
                <a:off x="238364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7" name="ph4002">
                <a:extLst>
                  <a:ext uri="{FF2B5EF4-FFF2-40B4-BE49-F238E27FC236}">
                    <a16:creationId xmlns:a16="http://schemas.microsoft.com/office/drawing/2014/main" id="{B5ED5E54-16E5-69B3-D71B-595965A307A0}"/>
                  </a:ext>
                </a:extLst>
              </p:cNvPr>
              <p:cNvSpPr/>
              <p:nvPr/>
            </p:nvSpPr>
            <p:spPr>
              <a:xfrm>
                <a:off x="239308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8" name="ph4003">
                <a:extLst>
                  <a:ext uri="{FF2B5EF4-FFF2-40B4-BE49-F238E27FC236}">
                    <a16:creationId xmlns:a16="http://schemas.microsoft.com/office/drawing/2014/main" id="{D1C24EAE-33AA-4324-DD3C-FBB69B1840C2}"/>
                  </a:ext>
                </a:extLst>
              </p:cNvPr>
              <p:cNvSpPr/>
              <p:nvPr/>
            </p:nvSpPr>
            <p:spPr>
              <a:xfrm>
                <a:off x="240252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9" name="ph4004">
                <a:extLst>
                  <a:ext uri="{FF2B5EF4-FFF2-40B4-BE49-F238E27FC236}">
                    <a16:creationId xmlns:a16="http://schemas.microsoft.com/office/drawing/2014/main" id="{96B8D085-B534-363F-87D1-9C2F00D17FE8}"/>
                  </a:ext>
                </a:extLst>
              </p:cNvPr>
              <p:cNvSpPr/>
              <p:nvPr/>
            </p:nvSpPr>
            <p:spPr>
              <a:xfrm>
                <a:off x="241196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0" name="ph4005">
                <a:extLst>
                  <a:ext uri="{FF2B5EF4-FFF2-40B4-BE49-F238E27FC236}">
                    <a16:creationId xmlns:a16="http://schemas.microsoft.com/office/drawing/2014/main" id="{2B0EE0F6-DC95-5070-DA49-E546EE76B52A}"/>
                  </a:ext>
                </a:extLst>
              </p:cNvPr>
              <p:cNvSpPr/>
              <p:nvPr/>
            </p:nvSpPr>
            <p:spPr>
              <a:xfrm>
                <a:off x="242140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1" name="ph4006">
                <a:extLst>
                  <a:ext uri="{FF2B5EF4-FFF2-40B4-BE49-F238E27FC236}">
                    <a16:creationId xmlns:a16="http://schemas.microsoft.com/office/drawing/2014/main" id="{EC760988-43C5-5B76-97D3-59ED0E0ECD11}"/>
                  </a:ext>
                </a:extLst>
              </p:cNvPr>
              <p:cNvSpPr/>
              <p:nvPr/>
            </p:nvSpPr>
            <p:spPr>
              <a:xfrm>
                <a:off x="243084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2" name="ph4007">
                <a:extLst>
                  <a:ext uri="{FF2B5EF4-FFF2-40B4-BE49-F238E27FC236}">
                    <a16:creationId xmlns:a16="http://schemas.microsoft.com/office/drawing/2014/main" id="{01AAD90F-00F2-A094-5580-A7455992C27E}"/>
                  </a:ext>
                </a:extLst>
              </p:cNvPr>
              <p:cNvSpPr/>
              <p:nvPr/>
            </p:nvSpPr>
            <p:spPr>
              <a:xfrm>
                <a:off x="244028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3" name="ph4008">
                <a:extLst>
                  <a:ext uri="{FF2B5EF4-FFF2-40B4-BE49-F238E27FC236}">
                    <a16:creationId xmlns:a16="http://schemas.microsoft.com/office/drawing/2014/main" id="{8931C570-E353-5273-3DFC-91AF4BA40801}"/>
                  </a:ext>
                </a:extLst>
              </p:cNvPr>
              <p:cNvSpPr/>
              <p:nvPr/>
            </p:nvSpPr>
            <p:spPr>
              <a:xfrm>
                <a:off x="244972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4" name="ph4009">
                <a:extLst>
                  <a:ext uri="{FF2B5EF4-FFF2-40B4-BE49-F238E27FC236}">
                    <a16:creationId xmlns:a16="http://schemas.microsoft.com/office/drawing/2014/main" id="{8EAC7AC8-C39F-8796-93C5-B96AF68D5F3C}"/>
                  </a:ext>
                </a:extLst>
              </p:cNvPr>
              <p:cNvSpPr/>
              <p:nvPr/>
            </p:nvSpPr>
            <p:spPr>
              <a:xfrm>
                <a:off x="245916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5" name="ph4010">
                <a:extLst>
                  <a:ext uri="{FF2B5EF4-FFF2-40B4-BE49-F238E27FC236}">
                    <a16:creationId xmlns:a16="http://schemas.microsoft.com/office/drawing/2014/main" id="{13BFE644-0A56-E84F-5AEE-49BBE5CD9655}"/>
                  </a:ext>
                </a:extLst>
              </p:cNvPr>
              <p:cNvSpPr/>
              <p:nvPr/>
            </p:nvSpPr>
            <p:spPr>
              <a:xfrm>
                <a:off x="246860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6" name="ph4011">
                <a:extLst>
                  <a:ext uri="{FF2B5EF4-FFF2-40B4-BE49-F238E27FC236}">
                    <a16:creationId xmlns:a16="http://schemas.microsoft.com/office/drawing/2014/main" id="{4DE678EF-26EF-628C-9F65-82735DA9BB26}"/>
                  </a:ext>
                </a:extLst>
              </p:cNvPr>
              <p:cNvSpPr/>
              <p:nvPr/>
            </p:nvSpPr>
            <p:spPr>
              <a:xfrm>
                <a:off x="247804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7" name="ph4012">
                <a:extLst>
                  <a:ext uri="{FF2B5EF4-FFF2-40B4-BE49-F238E27FC236}">
                    <a16:creationId xmlns:a16="http://schemas.microsoft.com/office/drawing/2014/main" id="{1A26DA63-941F-A28C-34BB-9F68F3D2585E}"/>
                  </a:ext>
                </a:extLst>
              </p:cNvPr>
              <p:cNvSpPr/>
              <p:nvPr/>
            </p:nvSpPr>
            <p:spPr>
              <a:xfrm>
                <a:off x="248748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8" name="ph4013">
                <a:extLst>
                  <a:ext uri="{FF2B5EF4-FFF2-40B4-BE49-F238E27FC236}">
                    <a16:creationId xmlns:a16="http://schemas.microsoft.com/office/drawing/2014/main" id="{E0CBB8AC-9E06-1AF7-9B47-CAC75B868299}"/>
                  </a:ext>
                </a:extLst>
              </p:cNvPr>
              <p:cNvSpPr/>
              <p:nvPr/>
            </p:nvSpPr>
            <p:spPr>
              <a:xfrm>
                <a:off x="249692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9" name="ph4014">
                <a:extLst>
                  <a:ext uri="{FF2B5EF4-FFF2-40B4-BE49-F238E27FC236}">
                    <a16:creationId xmlns:a16="http://schemas.microsoft.com/office/drawing/2014/main" id="{D317390C-DFB7-F008-BFB2-E0BF71AA6057}"/>
                  </a:ext>
                </a:extLst>
              </p:cNvPr>
              <p:cNvSpPr/>
              <p:nvPr/>
            </p:nvSpPr>
            <p:spPr>
              <a:xfrm>
                <a:off x="250636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0" name="ph4015">
                <a:extLst>
                  <a:ext uri="{FF2B5EF4-FFF2-40B4-BE49-F238E27FC236}">
                    <a16:creationId xmlns:a16="http://schemas.microsoft.com/office/drawing/2014/main" id="{90327122-1E9B-DB78-F5F9-93D16DCFEEE4}"/>
                  </a:ext>
                </a:extLst>
              </p:cNvPr>
              <p:cNvSpPr/>
              <p:nvPr/>
            </p:nvSpPr>
            <p:spPr>
              <a:xfrm>
                <a:off x="251580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1" name="ph4016">
                <a:extLst>
                  <a:ext uri="{FF2B5EF4-FFF2-40B4-BE49-F238E27FC236}">
                    <a16:creationId xmlns:a16="http://schemas.microsoft.com/office/drawing/2014/main" id="{8B7FF4C1-2C02-39B4-917A-60A7DE8789CB}"/>
                  </a:ext>
                </a:extLst>
              </p:cNvPr>
              <p:cNvSpPr/>
              <p:nvPr/>
            </p:nvSpPr>
            <p:spPr>
              <a:xfrm>
                <a:off x="252524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2" name="ph4017">
                <a:extLst>
                  <a:ext uri="{FF2B5EF4-FFF2-40B4-BE49-F238E27FC236}">
                    <a16:creationId xmlns:a16="http://schemas.microsoft.com/office/drawing/2014/main" id="{93D8348D-4855-9525-532E-3791506B2117}"/>
                  </a:ext>
                </a:extLst>
              </p:cNvPr>
              <p:cNvSpPr/>
              <p:nvPr/>
            </p:nvSpPr>
            <p:spPr>
              <a:xfrm>
                <a:off x="2544124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243" y="896830"/>
                    </a:lnTo>
                    <a:lnTo>
                      <a:pt x="914400" y="901607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3" name="ph4018">
                <a:extLst>
                  <a:ext uri="{FF2B5EF4-FFF2-40B4-BE49-F238E27FC236}">
                    <a16:creationId xmlns:a16="http://schemas.microsoft.com/office/drawing/2014/main" id="{83A6FDB9-7C52-C60B-3B76-B03505566DB9}"/>
                  </a:ext>
                </a:extLst>
              </p:cNvPr>
              <p:cNvSpPr/>
              <p:nvPr/>
            </p:nvSpPr>
            <p:spPr>
              <a:xfrm>
                <a:off x="2544124" y="1886675"/>
                <a:ext cx="91770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703" h="914400">
                    <a:moveTo>
                      <a:pt x="914400" y="914400"/>
                    </a:moveTo>
                    <a:lnTo>
                      <a:pt x="914400" y="901607"/>
                    </a:lnTo>
                    <a:lnTo>
                      <a:pt x="917261" y="913428"/>
                    </a:lnTo>
                    <a:lnTo>
                      <a:pt x="917430" y="913800"/>
                    </a:lnTo>
                    <a:lnTo>
                      <a:pt x="917633" y="914245"/>
                    </a:lnTo>
                    <a:lnTo>
                      <a:pt x="917703" y="914400"/>
                    </a:lnTo>
                    <a:close/>
                  </a:path>
                </a:pathLst>
              </a:custGeom>
              <a:solidFill>
                <a:srgbClr val="95D163">
                  <a:alpha val="100000"/>
                </a:srgbClr>
              </a:solidFill>
              <a:ln w="5420" cap="flat">
                <a:solidFill>
                  <a:srgbClr val="95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4" name="ph4019">
                <a:extLst>
                  <a:ext uri="{FF2B5EF4-FFF2-40B4-BE49-F238E27FC236}">
                    <a16:creationId xmlns:a16="http://schemas.microsoft.com/office/drawing/2014/main" id="{D72AA8BC-C1CD-414D-70B6-3370295ED396}"/>
                  </a:ext>
                </a:extLst>
              </p:cNvPr>
              <p:cNvSpPr/>
              <p:nvPr/>
            </p:nvSpPr>
            <p:spPr>
              <a:xfrm>
                <a:off x="3167180" y="1886675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3631" y="914400"/>
                    </a:lnTo>
                    <a:lnTo>
                      <a:pt x="914399" y="91185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5" name="ph4020">
                <a:extLst>
                  <a:ext uri="{FF2B5EF4-FFF2-40B4-BE49-F238E27FC236}">
                    <a16:creationId xmlns:a16="http://schemas.microsoft.com/office/drawing/2014/main" id="{EF85CBB0-AA1C-C957-B8E2-07FCA0F7B873}"/>
                  </a:ext>
                </a:extLst>
              </p:cNvPr>
              <p:cNvSpPr/>
              <p:nvPr/>
            </p:nvSpPr>
            <p:spPr>
              <a:xfrm>
                <a:off x="3176620" y="186910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9424"/>
                    </a:lnTo>
                    <a:lnTo>
                      <a:pt x="907008" y="922641"/>
                    </a:lnTo>
                    <a:lnTo>
                      <a:pt x="90981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6" name="ph4021">
                <a:extLst>
                  <a:ext uri="{FF2B5EF4-FFF2-40B4-BE49-F238E27FC236}">
                    <a16:creationId xmlns:a16="http://schemas.microsoft.com/office/drawing/2014/main" id="{0468F1D4-FBAE-5D35-EF80-5127389A39DC}"/>
                  </a:ext>
                </a:extLst>
              </p:cNvPr>
              <p:cNvSpPr/>
              <p:nvPr/>
            </p:nvSpPr>
            <p:spPr>
              <a:xfrm>
                <a:off x="317662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7" name="ph4022">
                <a:extLst>
                  <a:ext uri="{FF2B5EF4-FFF2-40B4-BE49-F238E27FC236}">
                    <a16:creationId xmlns:a16="http://schemas.microsoft.com/office/drawing/2014/main" id="{4A3F6ADB-A799-55FE-24BE-5F209A18BC4A}"/>
                  </a:ext>
                </a:extLst>
              </p:cNvPr>
              <p:cNvSpPr/>
              <p:nvPr/>
            </p:nvSpPr>
            <p:spPr>
              <a:xfrm>
                <a:off x="3186060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8" name="ph4023">
                <a:extLst>
                  <a:ext uri="{FF2B5EF4-FFF2-40B4-BE49-F238E27FC236}">
                    <a16:creationId xmlns:a16="http://schemas.microsoft.com/office/drawing/2014/main" id="{DBACDB40-C7C3-948D-95EE-C5B430FDA3B0}"/>
                  </a:ext>
                </a:extLst>
              </p:cNvPr>
              <p:cNvSpPr/>
              <p:nvPr/>
            </p:nvSpPr>
            <p:spPr>
              <a:xfrm>
                <a:off x="319550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9" name="ph4024">
                <a:extLst>
                  <a:ext uri="{FF2B5EF4-FFF2-40B4-BE49-F238E27FC236}">
                    <a16:creationId xmlns:a16="http://schemas.microsoft.com/office/drawing/2014/main" id="{7D6DEF47-DD09-549F-3721-644D5BB06027}"/>
                  </a:ext>
                </a:extLst>
              </p:cNvPr>
              <p:cNvSpPr/>
              <p:nvPr/>
            </p:nvSpPr>
            <p:spPr>
              <a:xfrm>
                <a:off x="320494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0" name="ph4025">
                <a:extLst>
                  <a:ext uri="{FF2B5EF4-FFF2-40B4-BE49-F238E27FC236}">
                    <a16:creationId xmlns:a16="http://schemas.microsoft.com/office/drawing/2014/main" id="{EE215AC1-75B7-AF8F-6A71-CE25404BDBF8}"/>
                  </a:ext>
                </a:extLst>
              </p:cNvPr>
              <p:cNvSpPr/>
              <p:nvPr/>
            </p:nvSpPr>
            <p:spPr>
              <a:xfrm>
                <a:off x="321438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1" name="ph4026">
                <a:extLst>
                  <a:ext uri="{FF2B5EF4-FFF2-40B4-BE49-F238E27FC236}">
                    <a16:creationId xmlns:a16="http://schemas.microsoft.com/office/drawing/2014/main" id="{54F2D97C-DB2C-183E-EDF6-79E35F9FCA70}"/>
                  </a:ext>
                </a:extLst>
              </p:cNvPr>
              <p:cNvSpPr/>
              <p:nvPr/>
            </p:nvSpPr>
            <p:spPr>
              <a:xfrm>
                <a:off x="3223821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2" name="ph4027">
                <a:extLst>
                  <a:ext uri="{FF2B5EF4-FFF2-40B4-BE49-F238E27FC236}">
                    <a16:creationId xmlns:a16="http://schemas.microsoft.com/office/drawing/2014/main" id="{C996E23A-4EBB-4A61-1971-CA681BF1DD7C}"/>
                  </a:ext>
                </a:extLst>
              </p:cNvPr>
              <p:cNvSpPr/>
              <p:nvPr/>
            </p:nvSpPr>
            <p:spPr>
              <a:xfrm>
                <a:off x="323326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3" name="ph4028">
                <a:extLst>
                  <a:ext uri="{FF2B5EF4-FFF2-40B4-BE49-F238E27FC236}">
                    <a16:creationId xmlns:a16="http://schemas.microsoft.com/office/drawing/2014/main" id="{2FC68595-4E7A-5494-4897-EB6445115ED1}"/>
                  </a:ext>
                </a:extLst>
              </p:cNvPr>
              <p:cNvSpPr/>
              <p:nvPr/>
            </p:nvSpPr>
            <p:spPr>
              <a:xfrm>
                <a:off x="324270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4" name="ph4029">
                <a:extLst>
                  <a:ext uri="{FF2B5EF4-FFF2-40B4-BE49-F238E27FC236}">
                    <a16:creationId xmlns:a16="http://schemas.microsoft.com/office/drawing/2014/main" id="{3ED33F9B-1353-E2F9-51AD-8D7EAD6E591D}"/>
                  </a:ext>
                </a:extLst>
              </p:cNvPr>
              <p:cNvSpPr/>
              <p:nvPr/>
            </p:nvSpPr>
            <p:spPr>
              <a:xfrm>
                <a:off x="325214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5" name="ph4030">
                <a:extLst>
                  <a:ext uri="{FF2B5EF4-FFF2-40B4-BE49-F238E27FC236}">
                    <a16:creationId xmlns:a16="http://schemas.microsoft.com/office/drawing/2014/main" id="{66551365-C172-0E78-1B12-4BEEB1A86D4E}"/>
                  </a:ext>
                </a:extLst>
              </p:cNvPr>
              <p:cNvSpPr/>
              <p:nvPr/>
            </p:nvSpPr>
            <p:spPr>
              <a:xfrm>
                <a:off x="3261582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6" name="ph4031">
                <a:extLst>
                  <a:ext uri="{FF2B5EF4-FFF2-40B4-BE49-F238E27FC236}">
                    <a16:creationId xmlns:a16="http://schemas.microsoft.com/office/drawing/2014/main" id="{AE36753E-FE6C-EE42-2DC2-51F8DD948570}"/>
                  </a:ext>
                </a:extLst>
              </p:cNvPr>
              <p:cNvSpPr/>
              <p:nvPr/>
            </p:nvSpPr>
            <p:spPr>
              <a:xfrm>
                <a:off x="327102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7" name="ph4032">
                <a:extLst>
                  <a:ext uri="{FF2B5EF4-FFF2-40B4-BE49-F238E27FC236}">
                    <a16:creationId xmlns:a16="http://schemas.microsoft.com/office/drawing/2014/main" id="{EC41C8FD-63B8-EF18-A3EF-B902AA7F08FF}"/>
                  </a:ext>
                </a:extLst>
              </p:cNvPr>
              <p:cNvSpPr/>
              <p:nvPr/>
            </p:nvSpPr>
            <p:spPr>
              <a:xfrm>
                <a:off x="328046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8" name="ph4033">
                <a:extLst>
                  <a:ext uri="{FF2B5EF4-FFF2-40B4-BE49-F238E27FC236}">
                    <a16:creationId xmlns:a16="http://schemas.microsoft.com/office/drawing/2014/main" id="{2596EACD-AAA9-758A-5B08-9AC550BEE69F}"/>
                  </a:ext>
                </a:extLst>
              </p:cNvPr>
              <p:cNvSpPr/>
              <p:nvPr/>
            </p:nvSpPr>
            <p:spPr>
              <a:xfrm>
                <a:off x="328990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9" name="ph4034">
                <a:extLst>
                  <a:ext uri="{FF2B5EF4-FFF2-40B4-BE49-F238E27FC236}">
                    <a16:creationId xmlns:a16="http://schemas.microsoft.com/office/drawing/2014/main" id="{CDEEFAD9-D6AA-39B9-9356-E21DBEDF967A}"/>
                  </a:ext>
                </a:extLst>
              </p:cNvPr>
              <p:cNvSpPr/>
              <p:nvPr/>
            </p:nvSpPr>
            <p:spPr>
              <a:xfrm>
                <a:off x="3299343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0" name="ph4035">
                <a:extLst>
                  <a:ext uri="{FF2B5EF4-FFF2-40B4-BE49-F238E27FC236}">
                    <a16:creationId xmlns:a16="http://schemas.microsoft.com/office/drawing/2014/main" id="{11216192-5E74-B2FC-B759-F3584DBAE806}"/>
                  </a:ext>
                </a:extLst>
              </p:cNvPr>
              <p:cNvSpPr/>
              <p:nvPr/>
            </p:nvSpPr>
            <p:spPr>
              <a:xfrm>
                <a:off x="330878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1" name="ph4036">
                <a:extLst>
                  <a:ext uri="{FF2B5EF4-FFF2-40B4-BE49-F238E27FC236}">
                    <a16:creationId xmlns:a16="http://schemas.microsoft.com/office/drawing/2014/main" id="{A9FDF530-3EAE-0FA0-24C5-871E2986789A}"/>
                  </a:ext>
                </a:extLst>
              </p:cNvPr>
              <p:cNvSpPr/>
              <p:nvPr/>
            </p:nvSpPr>
            <p:spPr>
              <a:xfrm>
                <a:off x="331822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2" name="ph4037">
                <a:extLst>
                  <a:ext uri="{FF2B5EF4-FFF2-40B4-BE49-F238E27FC236}">
                    <a16:creationId xmlns:a16="http://schemas.microsoft.com/office/drawing/2014/main" id="{B7940D92-6902-FD0C-B91B-7172D71D882C}"/>
                  </a:ext>
                </a:extLst>
              </p:cNvPr>
              <p:cNvSpPr/>
              <p:nvPr/>
            </p:nvSpPr>
            <p:spPr>
              <a:xfrm>
                <a:off x="332766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3" name="ph4038">
                <a:extLst>
                  <a:ext uri="{FF2B5EF4-FFF2-40B4-BE49-F238E27FC236}">
                    <a16:creationId xmlns:a16="http://schemas.microsoft.com/office/drawing/2014/main" id="{816AA2B6-7D53-5FD2-7EA7-519A64E4E42B}"/>
                  </a:ext>
                </a:extLst>
              </p:cNvPr>
              <p:cNvSpPr/>
              <p:nvPr/>
            </p:nvSpPr>
            <p:spPr>
              <a:xfrm>
                <a:off x="333710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4" name="ph4039">
                <a:extLst>
                  <a:ext uri="{FF2B5EF4-FFF2-40B4-BE49-F238E27FC236}">
                    <a16:creationId xmlns:a16="http://schemas.microsoft.com/office/drawing/2014/main" id="{12020E5C-CDB4-25BF-28C9-16F08ED798C9}"/>
                  </a:ext>
                </a:extLst>
              </p:cNvPr>
              <p:cNvSpPr/>
              <p:nvPr/>
            </p:nvSpPr>
            <p:spPr>
              <a:xfrm>
                <a:off x="3346544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5" name="ph4040">
                <a:extLst>
                  <a:ext uri="{FF2B5EF4-FFF2-40B4-BE49-F238E27FC236}">
                    <a16:creationId xmlns:a16="http://schemas.microsoft.com/office/drawing/2014/main" id="{77E57560-ABD8-CC96-E7FF-57DDFE372BE3}"/>
                  </a:ext>
                </a:extLst>
              </p:cNvPr>
              <p:cNvSpPr/>
              <p:nvPr/>
            </p:nvSpPr>
            <p:spPr>
              <a:xfrm>
                <a:off x="335598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6" name="ph4041">
                <a:extLst>
                  <a:ext uri="{FF2B5EF4-FFF2-40B4-BE49-F238E27FC236}">
                    <a16:creationId xmlns:a16="http://schemas.microsoft.com/office/drawing/2014/main" id="{4FC7362E-1098-B454-86EB-2DE44B8018EA}"/>
                  </a:ext>
                </a:extLst>
              </p:cNvPr>
              <p:cNvSpPr/>
              <p:nvPr/>
            </p:nvSpPr>
            <p:spPr>
              <a:xfrm>
                <a:off x="336542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7" name="ph4042">
                <a:extLst>
                  <a:ext uri="{FF2B5EF4-FFF2-40B4-BE49-F238E27FC236}">
                    <a16:creationId xmlns:a16="http://schemas.microsoft.com/office/drawing/2014/main" id="{E4F97A58-BBFD-A508-0A19-DE3F8B350932}"/>
                  </a:ext>
                </a:extLst>
              </p:cNvPr>
              <p:cNvSpPr/>
              <p:nvPr/>
            </p:nvSpPr>
            <p:spPr>
              <a:xfrm>
                <a:off x="337486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8" name="ph4043">
                <a:extLst>
                  <a:ext uri="{FF2B5EF4-FFF2-40B4-BE49-F238E27FC236}">
                    <a16:creationId xmlns:a16="http://schemas.microsoft.com/office/drawing/2014/main" id="{8D4E3B09-341E-661A-0F2D-B99DD9A8AD7E}"/>
                  </a:ext>
                </a:extLst>
              </p:cNvPr>
              <p:cNvSpPr/>
              <p:nvPr/>
            </p:nvSpPr>
            <p:spPr>
              <a:xfrm>
                <a:off x="3384305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9" name="ph4044">
                <a:extLst>
                  <a:ext uri="{FF2B5EF4-FFF2-40B4-BE49-F238E27FC236}">
                    <a16:creationId xmlns:a16="http://schemas.microsoft.com/office/drawing/2014/main" id="{DC83601D-38D9-144E-583B-E84F29E91C23}"/>
                  </a:ext>
                </a:extLst>
              </p:cNvPr>
              <p:cNvSpPr/>
              <p:nvPr/>
            </p:nvSpPr>
            <p:spPr>
              <a:xfrm>
                <a:off x="3393746" y="186910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0" name="ph4045">
                <a:extLst>
                  <a:ext uri="{FF2B5EF4-FFF2-40B4-BE49-F238E27FC236}">
                    <a16:creationId xmlns:a16="http://schemas.microsoft.com/office/drawing/2014/main" id="{4E7C86D1-25E5-A424-F88B-F70E84D1FE34}"/>
                  </a:ext>
                </a:extLst>
              </p:cNvPr>
              <p:cNvSpPr/>
              <p:nvPr/>
            </p:nvSpPr>
            <p:spPr>
              <a:xfrm>
                <a:off x="3412626" y="188667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311" y="896830"/>
                    </a:lnTo>
                    <a:lnTo>
                      <a:pt x="913814" y="902666"/>
                    </a:lnTo>
                    <a:lnTo>
                      <a:pt x="914400" y="91295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1" name="ph4046">
                <a:extLst>
                  <a:ext uri="{FF2B5EF4-FFF2-40B4-BE49-F238E27FC236}">
                    <a16:creationId xmlns:a16="http://schemas.microsoft.com/office/drawing/2014/main" id="{2C52A586-23D4-569A-5335-6932E5460365}"/>
                  </a:ext>
                </a:extLst>
              </p:cNvPr>
              <p:cNvSpPr/>
              <p:nvPr/>
            </p:nvSpPr>
            <p:spPr>
              <a:xfrm>
                <a:off x="3412626" y="1886675"/>
                <a:ext cx="9144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51" h="914400">
                    <a:moveTo>
                      <a:pt x="914400" y="914400"/>
                    </a:moveTo>
                    <a:lnTo>
                      <a:pt x="914400" y="912950"/>
                    </a:lnTo>
                    <a:lnTo>
                      <a:pt x="914451" y="913862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2" name="ph4047">
                <a:extLst>
                  <a:ext uri="{FF2B5EF4-FFF2-40B4-BE49-F238E27FC236}">
                    <a16:creationId xmlns:a16="http://schemas.microsoft.com/office/drawing/2014/main" id="{393DFAD1-23A5-D2A6-6A1E-C835466BED2E}"/>
                  </a:ext>
                </a:extLst>
              </p:cNvPr>
              <p:cNvSpPr/>
              <p:nvPr/>
            </p:nvSpPr>
            <p:spPr>
              <a:xfrm>
                <a:off x="2251477" y="1851536"/>
                <a:ext cx="914400" cy="92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502">
                    <a:moveTo>
                      <a:pt x="914400" y="914400"/>
                    </a:moveTo>
                    <a:lnTo>
                      <a:pt x="914400" y="929502"/>
                    </a:lnTo>
                    <a:lnTo>
                      <a:pt x="912770" y="926114"/>
                    </a:lnTo>
                    <a:lnTo>
                      <a:pt x="911606" y="923558"/>
                    </a:lnTo>
                    <a:lnTo>
                      <a:pt x="910449" y="921021"/>
                    </a:lnTo>
                    <a:lnTo>
                      <a:pt x="909291" y="918483"/>
                    </a:lnTo>
                    <a:lnTo>
                      <a:pt x="908133" y="915946"/>
                    </a:lnTo>
                    <a:lnTo>
                      <a:pt x="907427" y="914400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3" name="ph4048">
                <a:extLst>
                  <a:ext uri="{FF2B5EF4-FFF2-40B4-BE49-F238E27FC236}">
                    <a16:creationId xmlns:a16="http://schemas.microsoft.com/office/drawing/2014/main" id="{9505383A-873D-0526-088F-BC3C1288641D}"/>
                  </a:ext>
                </a:extLst>
              </p:cNvPr>
              <p:cNvSpPr/>
              <p:nvPr/>
            </p:nvSpPr>
            <p:spPr>
              <a:xfrm>
                <a:off x="225147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586" y="931969"/>
                    </a:lnTo>
                    <a:lnTo>
                      <a:pt x="914400" y="929502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4" name="ph4049">
                <a:extLst>
                  <a:ext uri="{FF2B5EF4-FFF2-40B4-BE49-F238E27FC236}">
                    <a16:creationId xmlns:a16="http://schemas.microsoft.com/office/drawing/2014/main" id="{E24A9964-F930-DC71-309F-38FCD4B529A2}"/>
                  </a:ext>
                </a:extLst>
              </p:cNvPr>
              <p:cNvSpPr/>
              <p:nvPr/>
            </p:nvSpPr>
            <p:spPr>
              <a:xfrm>
                <a:off x="226091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5" name="ph4050">
                <a:extLst>
                  <a:ext uri="{FF2B5EF4-FFF2-40B4-BE49-F238E27FC236}">
                    <a16:creationId xmlns:a16="http://schemas.microsoft.com/office/drawing/2014/main" id="{947B1A13-9E12-7451-F826-538D4E2C5641}"/>
                  </a:ext>
                </a:extLst>
              </p:cNvPr>
              <p:cNvSpPr/>
              <p:nvPr/>
            </p:nvSpPr>
            <p:spPr>
              <a:xfrm>
                <a:off x="227035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6" name="ph4051">
                <a:extLst>
                  <a:ext uri="{FF2B5EF4-FFF2-40B4-BE49-F238E27FC236}">
                    <a16:creationId xmlns:a16="http://schemas.microsoft.com/office/drawing/2014/main" id="{B10D5A4B-B7DE-61C7-7783-CEEB4B4EB2A9}"/>
                  </a:ext>
                </a:extLst>
              </p:cNvPr>
              <p:cNvSpPr/>
              <p:nvPr/>
            </p:nvSpPr>
            <p:spPr>
              <a:xfrm>
                <a:off x="2279797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7" name="ph4052">
                <a:extLst>
                  <a:ext uri="{FF2B5EF4-FFF2-40B4-BE49-F238E27FC236}">
                    <a16:creationId xmlns:a16="http://schemas.microsoft.com/office/drawing/2014/main" id="{487784CB-045C-144E-9196-0C9C349184D0}"/>
                  </a:ext>
                </a:extLst>
              </p:cNvPr>
              <p:cNvSpPr/>
              <p:nvPr/>
            </p:nvSpPr>
            <p:spPr>
              <a:xfrm>
                <a:off x="228923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8" name="ph4053">
                <a:extLst>
                  <a:ext uri="{FF2B5EF4-FFF2-40B4-BE49-F238E27FC236}">
                    <a16:creationId xmlns:a16="http://schemas.microsoft.com/office/drawing/2014/main" id="{21BEAF94-A0F7-E44D-7B61-11A074F9A9DE}"/>
                  </a:ext>
                </a:extLst>
              </p:cNvPr>
              <p:cNvSpPr/>
              <p:nvPr/>
            </p:nvSpPr>
            <p:spPr>
              <a:xfrm>
                <a:off x="229867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9" name="ph4054">
                <a:extLst>
                  <a:ext uri="{FF2B5EF4-FFF2-40B4-BE49-F238E27FC236}">
                    <a16:creationId xmlns:a16="http://schemas.microsoft.com/office/drawing/2014/main" id="{A776A1BA-0214-6417-77C5-20CCE9BF26CE}"/>
                  </a:ext>
                </a:extLst>
              </p:cNvPr>
              <p:cNvSpPr/>
              <p:nvPr/>
            </p:nvSpPr>
            <p:spPr>
              <a:xfrm>
                <a:off x="230811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0" name="ph4055">
                <a:extLst>
                  <a:ext uri="{FF2B5EF4-FFF2-40B4-BE49-F238E27FC236}">
                    <a16:creationId xmlns:a16="http://schemas.microsoft.com/office/drawing/2014/main" id="{B42F9688-01F2-CEAB-524D-5B51EA1B6190}"/>
                  </a:ext>
                </a:extLst>
              </p:cNvPr>
              <p:cNvSpPr/>
              <p:nvPr/>
            </p:nvSpPr>
            <p:spPr>
              <a:xfrm>
                <a:off x="2317558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1" name="ph4056">
                <a:extLst>
                  <a:ext uri="{FF2B5EF4-FFF2-40B4-BE49-F238E27FC236}">
                    <a16:creationId xmlns:a16="http://schemas.microsoft.com/office/drawing/2014/main" id="{3411587C-B9A0-E140-34D3-F0BFC62A6A6F}"/>
                  </a:ext>
                </a:extLst>
              </p:cNvPr>
              <p:cNvSpPr/>
              <p:nvPr/>
            </p:nvSpPr>
            <p:spPr>
              <a:xfrm>
                <a:off x="232699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2" name="ph4057">
                <a:extLst>
                  <a:ext uri="{FF2B5EF4-FFF2-40B4-BE49-F238E27FC236}">
                    <a16:creationId xmlns:a16="http://schemas.microsoft.com/office/drawing/2014/main" id="{038422C5-6817-7D55-70F4-4A979FB90696}"/>
                  </a:ext>
                </a:extLst>
              </p:cNvPr>
              <p:cNvSpPr/>
              <p:nvPr/>
            </p:nvSpPr>
            <p:spPr>
              <a:xfrm>
                <a:off x="233643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3" name="ph4058">
                <a:extLst>
                  <a:ext uri="{FF2B5EF4-FFF2-40B4-BE49-F238E27FC236}">
                    <a16:creationId xmlns:a16="http://schemas.microsoft.com/office/drawing/2014/main" id="{86B0D32A-BC17-FA2A-F169-41C0A09C60C8}"/>
                  </a:ext>
                </a:extLst>
              </p:cNvPr>
              <p:cNvSpPr/>
              <p:nvPr/>
            </p:nvSpPr>
            <p:spPr>
              <a:xfrm>
                <a:off x="234587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4" name="ph4059">
                <a:extLst>
                  <a:ext uri="{FF2B5EF4-FFF2-40B4-BE49-F238E27FC236}">
                    <a16:creationId xmlns:a16="http://schemas.microsoft.com/office/drawing/2014/main" id="{2762AE7A-5A33-65A7-2007-83EFEF29FD8A}"/>
                  </a:ext>
                </a:extLst>
              </p:cNvPr>
              <p:cNvSpPr/>
              <p:nvPr/>
            </p:nvSpPr>
            <p:spPr>
              <a:xfrm>
                <a:off x="2355319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5" name="ph4060">
                <a:extLst>
                  <a:ext uri="{FF2B5EF4-FFF2-40B4-BE49-F238E27FC236}">
                    <a16:creationId xmlns:a16="http://schemas.microsoft.com/office/drawing/2014/main" id="{B09BC497-389F-F18E-AC52-7A4FA93B92EC}"/>
                  </a:ext>
                </a:extLst>
              </p:cNvPr>
              <p:cNvSpPr/>
              <p:nvPr/>
            </p:nvSpPr>
            <p:spPr>
              <a:xfrm>
                <a:off x="236476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6" name="ph4061">
                <a:extLst>
                  <a:ext uri="{FF2B5EF4-FFF2-40B4-BE49-F238E27FC236}">
                    <a16:creationId xmlns:a16="http://schemas.microsoft.com/office/drawing/2014/main" id="{7DC72028-7EAE-1E14-F2CA-AF52C76007F8}"/>
                  </a:ext>
                </a:extLst>
              </p:cNvPr>
              <p:cNvSpPr/>
              <p:nvPr/>
            </p:nvSpPr>
            <p:spPr>
              <a:xfrm>
                <a:off x="237420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7" name="ph4062">
                <a:extLst>
                  <a:ext uri="{FF2B5EF4-FFF2-40B4-BE49-F238E27FC236}">
                    <a16:creationId xmlns:a16="http://schemas.microsoft.com/office/drawing/2014/main" id="{604C786E-21B3-F046-F450-8FC1B9BC4F13}"/>
                  </a:ext>
                </a:extLst>
              </p:cNvPr>
              <p:cNvSpPr/>
              <p:nvPr/>
            </p:nvSpPr>
            <p:spPr>
              <a:xfrm>
                <a:off x="238364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7B859">
                  <a:alpha val="100000"/>
                </a:srgbClr>
              </a:solidFill>
              <a:ln w="5420" cap="flat">
                <a:solidFill>
                  <a:srgbClr val="67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8" name="ph4063">
                <a:extLst>
                  <a:ext uri="{FF2B5EF4-FFF2-40B4-BE49-F238E27FC236}">
                    <a16:creationId xmlns:a16="http://schemas.microsoft.com/office/drawing/2014/main" id="{70A278C3-DFD8-66F7-F694-6EC20BC04504}"/>
                  </a:ext>
                </a:extLst>
              </p:cNvPr>
              <p:cNvSpPr/>
              <p:nvPr/>
            </p:nvSpPr>
            <p:spPr>
              <a:xfrm>
                <a:off x="239308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9" name="ph4064">
                <a:extLst>
                  <a:ext uri="{FF2B5EF4-FFF2-40B4-BE49-F238E27FC236}">
                    <a16:creationId xmlns:a16="http://schemas.microsoft.com/office/drawing/2014/main" id="{5E5A61D7-184C-1F4B-1954-A160A39D3ED4}"/>
                  </a:ext>
                </a:extLst>
              </p:cNvPr>
              <p:cNvSpPr/>
              <p:nvPr/>
            </p:nvSpPr>
            <p:spPr>
              <a:xfrm>
                <a:off x="240252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0" name="ph4065">
                <a:extLst>
                  <a:ext uri="{FF2B5EF4-FFF2-40B4-BE49-F238E27FC236}">
                    <a16:creationId xmlns:a16="http://schemas.microsoft.com/office/drawing/2014/main" id="{D340BCF4-D2AB-DF43-70F6-2607A6DB9D3D}"/>
                  </a:ext>
                </a:extLst>
              </p:cNvPr>
              <p:cNvSpPr/>
              <p:nvPr/>
            </p:nvSpPr>
            <p:spPr>
              <a:xfrm>
                <a:off x="241196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1" name="ph4066">
                <a:extLst>
                  <a:ext uri="{FF2B5EF4-FFF2-40B4-BE49-F238E27FC236}">
                    <a16:creationId xmlns:a16="http://schemas.microsoft.com/office/drawing/2014/main" id="{61530878-C769-028E-98BB-563E3508E73F}"/>
                  </a:ext>
                </a:extLst>
              </p:cNvPr>
              <p:cNvSpPr/>
              <p:nvPr/>
            </p:nvSpPr>
            <p:spPr>
              <a:xfrm>
                <a:off x="242140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2" name="ph4067">
                <a:extLst>
                  <a:ext uri="{FF2B5EF4-FFF2-40B4-BE49-F238E27FC236}">
                    <a16:creationId xmlns:a16="http://schemas.microsoft.com/office/drawing/2014/main" id="{AC09251C-1757-AE4E-BD58-3A3A6478A9FC}"/>
                  </a:ext>
                </a:extLst>
              </p:cNvPr>
              <p:cNvSpPr/>
              <p:nvPr/>
            </p:nvSpPr>
            <p:spPr>
              <a:xfrm>
                <a:off x="243084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3" name="ph4068">
                <a:extLst>
                  <a:ext uri="{FF2B5EF4-FFF2-40B4-BE49-F238E27FC236}">
                    <a16:creationId xmlns:a16="http://schemas.microsoft.com/office/drawing/2014/main" id="{67AE0BEF-B3C7-77C5-304D-15FBDFFA647C}"/>
                  </a:ext>
                </a:extLst>
              </p:cNvPr>
              <p:cNvSpPr/>
              <p:nvPr/>
            </p:nvSpPr>
            <p:spPr>
              <a:xfrm>
                <a:off x="244028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4" name="ph4069">
                <a:extLst>
                  <a:ext uri="{FF2B5EF4-FFF2-40B4-BE49-F238E27FC236}">
                    <a16:creationId xmlns:a16="http://schemas.microsoft.com/office/drawing/2014/main" id="{3B43406A-DF2D-DBED-BFB4-0F079459B829}"/>
                  </a:ext>
                </a:extLst>
              </p:cNvPr>
              <p:cNvSpPr/>
              <p:nvPr/>
            </p:nvSpPr>
            <p:spPr>
              <a:xfrm>
                <a:off x="244972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5" name="ph4070">
                <a:extLst>
                  <a:ext uri="{FF2B5EF4-FFF2-40B4-BE49-F238E27FC236}">
                    <a16:creationId xmlns:a16="http://schemas.microsoft.com/office/drawing/2014/main" id="{7426EB6C-8A39-B072-BFBF-FD05E19E5111}"/>
                  </a:ext>
                </a:extLst>
              </p:cNvPr>
              <p:cNvSpPr/>
              <p:nvPr/>
            </p:nvSpPr>
            <p:spPr>
              <a:xfrm>
                <a:off x="245916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6" name="ph4071">
                <a:extLst>
                  <a:ext uri="{FF2B5EF4-FFF2-40B4-BE49-F238E27FC236}">
                    <a16:creationId xmlns:a16="http://schemas.microsoft.com/office/drawing/2014/main" id="{1B67202C-FC10-53BF-3453-8A8A6A743B57}"/>
                  </a:ext>
                </a:extLst>
              </p:cNvPr>
              <p:cNvSpPr/>
              <p:nvPr/>
            </p:nvSpPr>
            <p:spPr>
              <a:xfrm>
                <a:off x="246860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7" name="ph4072">
                <a:extLst>
                  <a:ext uri="{FF2B5EF4-FFF2-40B4-BE49-F238E27FC236}">
                    <a16:creationId xmlns:a16="http://schemas.microsoft.com/office/drawing/2014/main" id="{2D99D765-41CC-A59F-42A9-27F8A39FABE6}"/>
                  </a:ext>
                </a:extLst>
              </p:cNvPr>
              <p:cNvSpPr/>
              <p:nvPr/>
            </p:nvSpPr>
            <p:spPr>
              <a:xfrm>
                <a:off x="247804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FC55D">
                  <a:alpha val="100000"/>
                </a:srgbClr>
              </a:solidFill>
              <a:ln w="5420" cap="flat">
                <a:solidFill>
                  <a:srgbClr val="7F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8" name="ph4073">
                <a:extLst>
                  <a:ext uri="{FF2B5EF4-FFF2-40B4-BE49-F238E27FC236}">
                    <a16:creationId xmlns:a16="http://schemas.microsoft.com/office/drawing/2014/main" id="{CA0C6B07-2DF9-EB26-05E7-44B7991B2A54}"/>
                  </a:ext>
                </a:extLst>
              </p:cNvPr>
              <p:cNvSpPr/>
              <p:nvPr/>
            </p:nvSpPr>
            <p:spPr>
              <a:xfrm>
                <a:off x="248748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9" name="ph4074">
                <a:extLst>
                  <a:ext uri="{FF2B5EF4-FFF2-40B4-BE49-F238E27FC236}">
                    <a16:creationId xmlns:a16="http://schemas.microsoft.com/office/drawing/2014/main" id="{26EC2015-DDED-1319-B2D7-A41DE1ECE9F4}"/>
                  </a:ext>
                </a:extLst>
              </p:cNvPr>
              <p:cNvSpPr/>
              <p:nvPr/>
            </p:nvSpPr>
            <p:spPr>
              <a:xfrm>
                <a:off x="249692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0" name="ph4075">
                <a:extLst>
                  <a:ext uri="{FF2B5EF4-FFF2-40B4-BE49-F238E27FC236}">
                    <a16:creationId xmlns:a16="http://schemas.microsoft.com/office/drawing/2014/main" id="{4BABC651-5872-E9EA-CA51-523BC8229761}"/>
                  </a:ext>
                </a:extLst>
              </p:cNvPr>
              <p:cNvSpPr/>
              <p:nvPr/>
            </p:nvSpPr>
            <p:spPr>
              <a:xfrm>
                <a:off x="250636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1" name="ph4076">
                <a:extLst>
                  <a:ext uri="{FF2B5EF4-FFF2-40B4-BE49-F238E27FC236}">
                    <a16:creationId xmlns:a16="http://schemas.microsoft.com/office/drawing/2014/main" id="{DBDDA668-E8B6-6736-4946-B6BE798BE8B7}"/>
                  </a:ext>
                </a:extLst>
              </p:cNvPr>
              <p:cNvSpPr/>
              <p:nvPr/>
            </p:nvSpPr>
            <p:spPr>
              <a:xfrm>
                <a:off x="251580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2" name="ph4077">
                <a:extLst>
                  <a:ext uri="{FF2B5EF4-FFF2-40B4-BE49-F238E27FC236}">
                    <a16:creationId xmlns:a16="http://schemas.microsoft.com/office/drawing/2014/main" id="{F1350054-9C7B-370B-8A7D-B25B8A77B662}"/>
                  </a:ext>
                </a:extLst>
              </p:cNvPr>
              <p:cNvSpPr/>
              <p:nvPr/>
            </p:nvSpPr>
            <p:spPr>
              <a:xfrm>
                <a:off x="252524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3" name="ph4078">
                <a:extLst>
                  <a:ext uri="{FF2B5EF4-FFF2-40B4-BE49-F238E27FC236}">
                    <a16:creationId xmlns:a16="http://schemas.microsoft.com/office/drawing/2014/main" id="{CFC8A750-0947-7442-39B3-ADAB5CF7A075}"/>
                  </a:ext>
                </a:extLst>
              </p:cNvPr>
              <p:cNvSpPr/>
              <p:nvPr/>
            </p:nvSpPr>
            <p:spPr>
              <a:xfrm>
                <a:off x="2534684" y="1869105"/>
                <a:ext cx="9226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683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30" y="896830"/>
                    </a:lnTo>
                    <a:lnTo>
                      <a:pt x="922683" y="914400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4" name="ph4079">
                <a:extLst>
                  <a:ext uri="{FF2B5EF4-FFF2-40B4-BE49-F238E27FC236}">
                    <a16:creationId xmlns:a16="http://schemas.microsoft.com/office/drawing/2014/main" id="{07475B0F-976D-E0CA-010D-7B55DA508B09}"/>
                  </a:ext>
                </a:extLst>
              </p:cNvPr>
              <p:cNvSpPr/>
              <p:nvPr/>
            </p:nvSpPr>
            <p:spPr>
              <a:xfrm>
                <a:off x="3176620" y="185153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817" y="931969"/>
                    </a:lnTo>
                    <a:lnTo>
                      <a:pt x="910230" y="930757"/>
                    </a:lnTo>
                    <a:lnTo>
                      <a:pt x="911509" y="927412"/>
                    </a:lnTo>
                    <a:lnTo>
                      <a:pt x="911431" y="925423"/>
                    </a:lnTo>
                    <a:lnTo>
                      <a:pt x="911387" y="920411"/>
                    </a:lnTo>
                    <a:lnTo>
                      <a:pt x="910454" y="914964"/>
                    </a:lnTo>
                    <a:lnTo>
                      <a:pt x="910374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5" name="ph4080">
                <a:extLst>
                  <a:ext uri="{FF2B5EF4-FFF2-40B4-BE49-F238E27FC236}">
                    <a16:creationId xmlns:a16="http://schemas.microsoft.com/office/drawing/2014/main" id="{3FA715CA-7FF0-ADB5-5C18-642D6F9B545C}"/>
                  </a:ext>
                </a:extLst>
              </p:cNvPr>
              <p:cNvSpPr/>
              <p:nvPr/>
            </p:nvSpPr>
            <p:spPr>
              <a:xfrm>
                <a:off x="317662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6" name="ph4081">
                <a:extLst>
                  <a:ext uri="{FF2B5EF4-FFF2-40B4-BE49-F238E27FC236}">
                    <a16:creationId xmlns:a16="http://schemas.microsoft.com/office/drawing/2014/main" id="{D1E4928D-FC3D-C892-EC4C-D0A2B7C5CF31}"/>
                  </a:ext>
                </a:extLst>
              </p:cNvPr>
              <p:cNvSpPr/>
              <p:nvPr/>
            </p:nvSpPr>
            <p:spPr>
              <a:xfrm>
                <a:off x="3186060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7" name="ph4082">
                <a:extLst>
                  <a:ext uri="{FF2B5EF4-FFF2-40B4-BE49-F238E27FC236}">
                    <a16:creationId xmlns:a16="http://schemas.microsoft.com/office/drawing/2014/main" id="{5D000AE9-F076-AFD0-E0C4-C99A46655F55}"/>
                  </a:ext>
                </a:extLst>
              </p:cNvPr>
              <p:cNvSpPr/>
              <p:nvPr/>
            </p:nvSpPr>
            <p:spPr>
              <a:xfrm>
                <a:off x="319550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8" name="ph4083">
                <a:extLst>
                  <a:ext uri="{FF2B5EF4-FFF2-40B4-BE49-F238E27FC236}">
                    <a16:creationId xmlns:a16="http://schemas.microsoft.com/office/drawing/2014/main" id="{17E5FA21-FA19-F8F4-DAAE-B3327FDAED35}"/>
                  </a:ext>
                </a:extLst>
              </p:cNvPr>
              <p:cNvSpPr/>
              <p:nvPr/>
            </p:nvSpPr>
            <p:spPr>
              <a:xfrm>
                <a:off x="320494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9" name="ph4084">
                <a:extLst>
                  <a:ext uri="{FF2B5EF4-FFF2-40B4-BE49-F238E27FC236}">
                    <a16:creationId xmlns:a16="http://schemas.microsoft.com/office/drawing/2014/main" id="{96BCE649-E6B5-E592-B581-B4D1544EFF5C}"/>
                  </a:ext>
                </a:extLst>
              </p:cNvPr>
              <p:cNvSpPr/>
              <p:nvPr/>
            </p:nvSpPr>
            <p:spPr>
              <a:xfrm>
                <a:off x="321438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0" name="ph4085">
                <a:extLst>
                  <a:ext uri="{FF2B5EF4-FFF2-40B4-BE49-F238E27FC236}">
                    <a16:creationId xmlns:a16="http://schemas.microsoft.com/office/drawing/2014/main" id="{84542DFC-B6CA-DC1E-F27D-8F04E2E40D88}"/>
                  </a:ext>
                </a:extLst>
              </p:cNvPr>
              <p:cNvSpPr/>
              <p:nvPr/>
            </p:nvSpPr>
            <p:spPr>
              <a:xfrm>
                <a:off x="3223821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1" name="ph4086">
                <a:extLst>
                  <a:ext uri="{FF2B5EF4-FFF2-40B4-BE49-F238E27FC236}">
                    <a16:creationId xmlns:a16="http://schemas.microsoft.com/office/drawing/2014/main" id="{EC38B308-7EFE-9719-58D3-72B90FA08298}"/>
                  </a:ext>
                </a:extLst>
              </p:cNvPr>
              <p:cNvSpPr/>
              <p:nvPr/>
            </p:nvSpPr>
            <p:spPr>
              <a:xfrm>
                <a:off x="323326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2" name="ph4087">
                <a:extLst>
                  <a:ext uri="{FF2B5EF4-FFF2-40B4-BE49-F238E27FC236}">
                    <a16:creationId xmlns:a16="http://schemas.microsoft.com/office/drawing/2014/main" id="{89B9202C-CED4-0ACD-F269-6536A3D458CA}"/>
                  </a:ext>
                </a:extLst>
              </p:cNvPr>
              <p:cNvSpPr/>
              <p:nvPr/>
            </p:nvSpPr>
            <p:spPr>
              <a:xfrm>
                <a:off x="324270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3" name="ph4088">
                <a:extLst>
                  <a:ext uri="{FF2B5EF4-FFF2-40B4-BE49-F238E27FC236}">
                    <a16:creationId xmlns:a16="http://schemas.microsoft.com/office/drawing/2014/main" id="{D337F740-7A5C-A37A-F1EA-F31DB318DC31}"/>
                  </a:ext>
                </a:extLst>
              </p:cNvPr>
              <p:cNvSpPr/>
              <p:nvPr/>
            </p:nvSpPr>
            <p:spPr>
              <a:xfrm>
                <a:off x="325214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4" name="ph4089">
                <a:extLst>
                  <a:ext uri="{FF2B5EF4-FFF2-40B4-BE49-F238E27FC236}">
                    <a16:creationId xmlns:a16="http://schemas.microsoft.com/office/drawing/2014/main" id="{231C4ADB-06D4-6147-E911-9B08099F7ED1}"/>
                  </a:ext>
                </a:extLst>
              </p:cNvPr>
              <p:cNvSpPr/>
              <p:nvPr/>
            </p:nvSpPr>
            <p:spPr>
              <a:xfrm>
                <a:off x="3261582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5" name="ph4090">
                <a:extLst>
                  <a:ext uri="{FF2B5EF4-FFF2-40B4-BE49-F238E27FC236}">
                    <a16:creationId xmlns:a16="http://schemas.microsoft.com/office/drawing/2014/main" id="{CDAB32C7-87CE-7444-21EA-B977D75EF560}"/>
                  </a:ext>
                </a:extLst>
              </p:cNvPr>
              <p:cNvSpPr/>
              <p:nvPr/>
            </p:nvSpPr>
            <p:spPr>
              <a:xfrm>
                <a:off x="327102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6" name="ph4091">
                <a:extLst>
                  <a:ext uri="{FF2B5EF4-FFF2-40B4-BE49-F238E27FC236}">
                    <a16:creationId xmlns:a16="http://schemas.microsoft.com/office/drawing/2014/main" id="{70D162A6-7E56-7F3A-ECEC-35F9273F5880}"/>
                  </a:ext>
                </a:extLst>
              </p:cNvPr>
              <p:cNvSpPr/>
              <p:nvPr/>
            </p:nvSpPr>
            <p:spPr>
              <a:xfrm>
                <a:off x="328046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7" name="ph4092">
                <a:extLst>
                  <a:ext uri="{FF2B5EF4-FFF2-40B4-BE49-F238E27FC236}">
                    <a16:creationId xmlns:a16="http://schemas.microsoft.com/office/drawing/2014/main" id="{89EC4F6F-EE9B-6776-C967-AB2547D3AAA6}"/>
                  </a:ext>
                </a:extLst>
              </p:cNvPr>
              <p:cNvSpPr/>
              <p:nvPr/>
            </p:nvSpPr>
            <p:spPr>
              <a:xfrm>
                <a:off x="328990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8" name="ph4093">
                <a:extLst>
                  <a:ext uri="{FF2B5EF4-FFF2-40B4-BE49-F238E27FC236}">
                    <a16:creationId xmlns:a16="http://schemas.microsoft.com/office/drawing/2014/main" id="{F7707389-0B93-7FB4-D4F2-EE063A95F5D7}"/>
                  </a:ext>
                </a:extLst>
              </p:cNvPr>
              <p:cNvSpPr/>
              <p:nvPr/>
            </p:nvSpPr>
            <p:spPr>
              <a:xfrm>
                <a:off x="3299343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9" name="ph4094">
                <a:extLst>
                  <a:ext uri="{FF2B5EF4-FFF2-40B4-BE49-F238E27FC236}">
                    <a16:creationId xmlns:a16="http://schemas.microsoft.com/office/drawing/2014/main" id="{7171C74E-0305-A99A-EE2D-5E359C70CEB7}"/>
                  </a:ext>
                </a:extLst>
              </p:cNvPr>
              <p:cNvSpPr/>
              <p:nvPr/>
            </p:nvSpPr>
            <p:spPr>
              <a:xfrm>
                <a:off x="330878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0" name="ph4095">
                <a:extLst>
                  <a:ext uri="{FF2B5EF4-FFF2-40B4-BE49-F238E27FC236}">
                    <a16:creationId xmlns:a16="http://schemas.microsoft.com/office/drawing/2014/main" id="{E538799D-9953-5630-3C8B-274974CE6301}"/>
                  </a:ext>
                </a:extLst>
              </p:cNvPr>
              <p:cNvSpPr/>
              <p:nvPr/>
            </p:nvSpPr>
            <p:spPr>
              <a:xfrm>
                <a:off x="331822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1" name="ph4096">
                <a:extLst>
                  <a:ext uri="{FF2B5EF4-FFF2-40B4-BE49-F238E27FC236}">
                    <a16:creationId xmlns:a16="http://schemas.microsoft.com/office/drawing/2014/main" id="{D2FB6FA7-0FC5-767C-D83F-7CB3359D69D0}"/>
                  </a:ext>
                </a:extLst>
              </p:cNvPr>
              <p:cNvSpPr/>
              <p:nvPr/>
            </p:nvSpPr>
            <p:spPr>
              <a:xfrm>
                <a:off x="332766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2" name="ph4097">
                <a:extLst>
                  <a:ext uri="{FF2B5EF4-FFF2-40B4-BE49-F238E27FC236}">
                    <a16:creationId xmlns:a16="http://schemas.microsoft.com/office/drawing/2014/main" id="{1649A2CB-FCDB-C534-0AF3-FE92FEF6BDCA}"/>
                  </a:ext>
                </a:extLst>
              </p:cNvPr>
              <p:cNvSpPr/>
              <p:nvPr/>
            </p:nvSpPr>
            <p:spPr>
              <a:xfrm>
                <a:off x="333710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3" name="ph4098">
                <a:extLst>
                  <a:ext uri="{FF2B5EF4-FFF2-40B4-BE49-F238E27FC236}">
                    <a16:creationId xmlns:a16="http://schemas.microsoft.com/office/drawing/2014/main" id="{BA416C36-7E12-829E-F148-C242090A4D7D}"/>
                  </a:ext>
                </a:extLst>
              </p:cNvPr>
              <p:cNvSpPr/>
              <p:nvPr/>
            </p:nvSpPr>
            <p:spPr>
              <a:xfrm>
                <a:off x="3346544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4" name="ph4099">
                <a:extLst>
                  <a:ext uri="{FF2B5EF4-FFF2-40B4-BE49-F238E27FC236}">
                    <a16:creationId xmlns:a16="http://schemas.microsoft.com/office/drawing/2014/main" id="{2F1225B2-DE49-46CF-2813-435139345D2E}"/>
                  </a:ext>
                </a:extLst>
              </p:cNvPr>
              <p:cNvSpPr/>
              <p:nvPr/>
            </p:nvSpPr>
            <p:spPr>
              <a:xfrm>
                <a:off x="335598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5" name="ph4100">
                <a:extLst>
                  <a:ext uri="{FF2B5EF4-FFF2-40B4-BE49-F238E27FC236}">
                    <a16:creationId xmlns:a16="http://schemas.microsoft.com/office/drawing/2014/main" id="{AE7E05FC-45B8-346D-0DD1-3CCB8EB718F8}"/>
                  </a:ext>
                </a:extLst>
              </p:cNvPr>
              <p:cNvSpPr/>
              <p:nvPr/>
            </p:nvSpPr>
            <p:spPr>
              <a:xfrm>
                <a:off x="336542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6" name="ph4101">
                <a:extLst>
                  <a:ext uri="{FF2B5EF4-FFF2-40B4-BE49-F238E27FC236}">
                    <a16:creationId xmlns:a16="http://schemas.microsoft.com/office/drawing/2014/main" id="{B148E88C-47B8-8813-34B1-DCB3A86657E2}"/>
                  </a:ext>
                </a:extLst>
              </p:cNvPr>
              <p:cNvSpPr/>
              <p:nvPr/>
            </p:nvSpPr>
            <p:spPr>
              <a:xfrm>
                <a:off x="337486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7" name="ph4102">
                <a:extLst>
                  <a:ext uri="{FF2B5EF4-FFF2-40B4-BE49-F238E27FC236}">
                    <a16:creationId xmlns:a16="http://schemas.microsoft.com/office/drawing/2014/main" id="{C19106E3-D7F2-E33C-C14C-0F657253F51D}"/>
                  </a:ext>
                </a:extLst>
              </p:cNvPr>
              <p:cNvSpPr/>
              <p:nvPr/>
            </p:nvSpPr>
            <p:spPr>
              <a:xfrm>
                <a:off x="3384305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8" name="ph4103">
                <a:extLst>
                  <a:ext uri="{FF2B5EF4-FFF2-40B4-BE49-F238E27FC236}">
                    <a16:creationId xmlns:a16="http://schemas.microsoft.com/office/drawing/2014/main" id="{1731ACD7-2104-5D6F-A72E-1B37BDC374D5}"/>
                  </a:ext>
                </a:extLst>
              </p:cNvPr>
              <p:cNvSpPr/>
              <p:nvPr/>
            </p:nvSpPr>
            <p:spPr>
              <a:xfrm>
                <a:off x="3393746" y="185153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9" name="ph4104">
                <a:extLst>
                  <a:ext uri="{FF2B5EF4-FFF2-40B4-BE49-F238E27FC236}">
                    <a16:creationId xmlns:a16="http://schemas.microsoft.com/office/drawing/2014/main" id="{D198DB29-BB16-E650-5B5D-54E83CB5D949}"/>
                  </a:ext>
                </a:extLst>
              </p:cNvPr>
              <p:cNvSpPr/>
              <p:nvPr/>
            </p:nvSpPr>
            <p:spPr>
              <a:xfrm>
                <a:off x="3403186" y="1869105"/>
                <a:ext cx="92275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5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834" y="896830"/>
                    </a:lnTo>
                    <a:lnTo>
                      <a:pt x="921022" y="898114"/>
                    </a:lnTo>
                    <a:lnTo>
                      <a:pt x="922297" y="909120"/>
                    </a:lnTo>
                    <a:lnTo>
                      <a:pt x="92275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0" name="ph4105">
                <a:extLst>
                  <a:ext uri="{FF2B5EF4-FFF2-40B4-BE49-F238E27FC236}">
                    <a16:creationId xmlns:a16="http://schemas.microsoft.com/office/drawing/2014/main" id="{0D0BF970-C841-5B1B-30DA-9E54CBB5D5C0}"/>
                  </a:ext>
                </a:extLst>
              </p:cNvPr>
              <p:cNvSpPr/>
              <p:nvPr/>
            </p:nvSpPr>
            <p:spPr>
              <a:xfrm>
                <a:off x="2242036" y="1833966"/>
                <a:ext cx="914400" cy="92656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568">
                    <a:moveTo>
                      <a:pt x="914400" y="914400"/>
                    </a:moveTo>
                    <a:lnTo>
                      <a:pt x="914400" y="926568"/>
                    </a:lnTo>
                    <a:lnTo>
                      <a:pt x="914096" y="925904"/>
                    </a:lnTo>
                    <a:lnTo>
                      <a:pt x="912936" y="923367"/>
                    </a:lnTo>
                    <a:lnTo>
                      <a:pt x="911776" y="920830"/>
                    </a:lnTo>
                    <a:lnTo>
                      <a:pt x="910615" y="918294"/>
                    </a:lnTo>
                    <a:lnTo>
                      <a:pt x="909453" y="915757"/>
                    </a:lnTo>
                    <a:lnTo>
                      <a:pt x="908831" y="914400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1" name="ph4106">
                <a:extLst>
                  <a:ext uri="{FF2B5EF4-FFF2-40B4-BE49-F238E27FC236}">
                    <a16:creationId xmlns:a16="http://schemas.microsoft.com/office/drawing/2014/main" id="{63FB268C-5544-D155-7BD3-40A65174F1DC}"/>
                  </a:ext>
                </a:extLst>
              </p:cNvPr>
              <p:cNvSpPr/>
              <p:nvPr/>
            </p:nvSpPr>
            <p:spPr>
              <a:xfrm>
                <a:off x="224203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867" y="931969"/>
                    </a:lnTo>
                    <a:lnTo>
                      <a:pt x="916415" y="930978"/>
                    </a:lnTo>
                    <a:lnTo>
                      <a:pt x="915255" y="928441"/>
                    </a:lnTo>
                    <a:lnTo>
                      <a:pt x="914400" y="926568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2" name="ph4107">
                <a:extLst>
                  <a:ext uri="{FF2B5EF4-FFF2-40B4-BE49-F238E27FC236}">
                    <a16:creationId xmlns:a16="http://schemas.microsoft.com/office/drawing/2014/main" id="{01F7DA0C-3224-6E92-93CD-6DBE5BE164E0}"/>
                  </a:ext>
                </a:extLst>
              </p:cNvPr>
              <p:cNvSpPr/>
              <p:nvPr/>
            </p:nvSpPr>
            <p:spPr>
              <a:xfrm>
                <a:off x="225147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3" name="ph4108">
                <a:extLst>
                  <a:ext uri="{FF2B5EF4-FFF2-40B4-BE49-F238E27FC236}">
                    <a16:creationId xmlns:a16="http://schemas.microsoft.com/office/drawing/2014/main" id="{60F5A0A4-488B-9025-CE80-77D0511CAD57}"/>
                  </a:ext>
                </a:extLst>
              </p:cNvPr>
              <p:cNvSpPr/>
              <p:nvPr/>
            </p:nvSpPr>
            <p:spPr>
              <a:xfrm>
                <a:off x="226091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4" name="ph4109">
                <a:extLst>
                  <a:ext uri="{FF2B5EF4-FFF2-40B4-BE49-F238E27FC236}">
                    <a16:creationId xmlns:a16="http://schemas.microsoft.com/office/drawing/2014/main" id="{A32DB08D-F4C9-B41C-B51A-031B1C8CA504}"/>
                  </a:ext>
                </a:extLst>
              </p:cNvPr>
              <p:cNvSpPr/>
              <p:nvPr/>
            </p:nvSpPr>
            <p:spPr>
              <a:xfrm>
                <a:off x="227035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5" name="ph4110">
                <a:extLst>
                  <a:ext uri="{FF2B5EF4-FFF2-40B4-BE49-F238E27FC236}">
                    <a16:creationId xmlns:a16="http://schemas.microsoft.com/office/drawing/2014/main" id="{4051A162-9E49-2460-5F1A-BB3427651F94}"/>
                  </a:ext>
                </a:extLst>
              </p:cNvPr>
              <p:cNvSpPr/>
              <p:nvPr/>
            </p:nvSpPr>
            <p:spPr>
              <a:xfrm>
                <a:off x="2279797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6" name="ph4111">
                <a:extLst>
                  <a:ext uri="{FF2B5EF4-FFF2-40B4-BE49-F238E27FC236}">
                    <a16:creationId xmlns:a16="http://schemas.microsoft.com/office/drawing/2014/main" id="{93F85F35-6095-B9C5-6460-E1DD1F2999A9}"/>
                  </a:ext>
                </a:extLst>
              </p:cNvPr>
              <p:cNvSpPr/>
              <p:nvPr/>
            </p:nvSpPr>
            <p:spPr>
              <a:xfrm>
                <a:off x="228923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7" name="ph4112">
                <a:extLst>
                  <a:ext uri="{FF2B5EF4-FFF2-40B4-BE49-F238E27FC236}">
                    <a16:creationId xmlns:a16="http://schemas.microsoft.com/office/drawing/2014/main" id="{321E6C2A-261F-A38D-3DDE-C446AF7252B7}"/>
                  </a:ext>
                </a:extLst>
              </p:cNvPr>
              <p:cNvSpPr/>
              <p:nvPr/>
            </p:nvSpPr>
            <p:spPr>
              <a:xfrm>
                <a:off x="229867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8" name="ph4113">
                <a:extLst>
                  <a:ext uri="{FF2B5EF4-FFF2-40B4-BE49-F238E27FC236}">
                    <a16:creationId xmlns:a16="http://schemas.microsoft.com/office/drawing/2014/main" id="{BC8CA4A0-0049-151F-D175-E137301DD6ED}"/>
                  </a:ext>
                </a:extLst>
              </p:cNvPr>
              <p:cNvSpPr/>
              <p:nvPr/>
            </p:nvSpPr>
            <p:spPr>
              <a:xfrm>
                <a:off x="230811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9" name="ph4114">
                <a:extLst>
                  <a:ext uri="{FF2B5EF4-FFF2-40B4-BE49-F238E27FC236}">
                    <a16:creationId xmlns:a16="http://schemas.microsoft.com/office/drawing/2014/main" id="{0DBAD0AC-8CEA-4B23-80F6-84BF6087458A}"/>
                  </a:ext>
                </a:extLst>
              </p:cNvPr>
              <p:cNvSpPr/>
              <p:nvPr/>
            </p:nvSpPr>
            <p:spPr>
              <a:xfrm>
                <a:off x="2317558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0" name="ph4115">
                <a:extLst>
                  <a:ext uri="{FF2B5EF4-FFF2-40B4-BE49-F238E27FC236}">
                    <a16:creationId xmlns:a16="http://schemas.microsoft.com/office/drawing/2014/main" id="{5FD88EBF-2BEF-4091-74EC-B6FC47621526}"/>
                  </a:ext>
                </a:extLst>
              </p:cNvPr>
              <p:cNvSpPr/>
              <p:nvPr/>
            </p:nvSpPr>
            <p:spPr>
              <a:xfrm>
                <a:off x="232699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1" name="ph4116">
                <a:extLst>
                  <a:ext uri="{FF2B5EF4-FFF2-40B4-BE49-F238E27FC236}">
                    <a16:creationId xmlns:a16="http://schemas.microsoft.com/office/drawing/2014/main" id="{9795A9B4-747E-2ECB-7AD1-A3468AEB36C4}"/>
                  </a:ext>
                </a:extLst>
              </p:cNvPr>
              <p:cNvSpPr/>
              <p:nvPr/>
            </p:nvSpPr>
            <p:spPr>
              <a:xfrm>
                <a:off x="233643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2" name="ph4117">
                <a:extLst>
                  <a:ext uri="{FF2B5EF4-FFF2-40B4-BE49-F238E27FC236}">
                    <a16:creationId xmlns:a16="http://schemas.microsoft.com/office/drawing/2014/main" id="{5ED6961B-1C86-5755-163A-916C6902BFEF}"/>
                  </a:ext>
                </a:extLst>
              </p:cNvPr>
              <p:cNvSpPr/>
              <p:nvPr/>
            </p:nvSpPr>
            <p:spPr>
              <a:xfrm>
                <a:off x="234587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3" name="ph4118">
                <a:extLst>
                  <a:ext uri="{FF2B5EF4-FFF2-40B4-BE49-F238E27FC236}">
                    <a16:creationId xmlns:a16="http://schemas.microsoft.com/office/drawing/2014/main" id="{797A453C-E78E-A013-A7AF-C9093B081D6C}"/>
                  </a:ext>
                </a:extLst>
              </p:cNvPr>
              <p:cNvSpPr/>
              <p:nvPr/>
            </p:nvSpPr>
            <p:spPr>
              <a:xfrm>
                <a:off x="2355319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8">
                  <a:alpha val="100000"/>
                </a:srgbClr>
              </a:solidFill>
              <a:ln w="5420" cap="flat">
                <a:solidFill>
                  <a:srgbClr val="5B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4" name="ph4119">
                <a:extLst>
                  <a:ext uri="{FF2B5EF4-FFF2-40B4-BE49-F238E27FC236}">
                    <a16:creationId xmlns:a16="http://schemas.microsoft.com/office/drawing/2014/main" id="{435995DE-E2E1-7CBF-0069-E1961CF731A7}"/>
                  </a:ext>
                </a:extLst>
              </p:cNvPr>
              <p:cNvSpPr/>
              <p:nvPr/>
            </p:nvSpPr>
            <p:spPr>
              <a:xfrm>
                <a:off x="236476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5" name="ph4120">
                <a:extLst>
                  <a:ext uri="{FF2B5EF4-FFF2-40B4-BE49-F238E27FC236}">
                    <a16:creationId xmlns:a16="http://schemas.microsoft.com/office/drawing/2014/main" id="{845C9601-B2FA-8496-B1A4-B0C86A112866}"/>
                  </a:ext>
                </a:extLst>
              </p:cNvPr>
              <p:cNvSpPr/>
              <p:nvPr/>
            </p:nvSpPr>
            <p:spPr>
              <a:xfrm>
                <a:off x="237420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6" name="ph4121">
                <a:extLst>
                  <a:ext uri="{FF2B5EF4-FFF2-40B4-BE49-F238E27FC236}">
                    <a16:creationId xmlns:a16="http://schemas.microsoft.com/office/drawing/2014/main" id="{E23617CE-7E5A-EDDB-3ECF-1A11FDA05DBB}"/>
                  </a:ext>
                </a:extLst>
              </p:cNvPr>
              <p:cNvSpPr/>
              <p:nvPr/>
            </p:nvSpPr>
            <p:spPr>
              <a:xfrm>
                <a:off x="238364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7" name="ph4122">
                <a:extLst>
                  <a:ext uri="{FF2B5EF4-FFF2-40B4-BE49-F238E27FC236}">
                    <a16:creationId xmlns:a16="http://schemas.microsoft.com/office/drawing/2014/main" id="{0EA08058-8F96-E2BC-CD2B-C698021572FF}"/>
                  </a:ext>
                </a:extLst>
              </p:cNvPr>
              <p:cNvSpPr/>
              <p:nvPr/>
            </p:nvSpPr>
            <p:spPr>
              <a:xfrm>
                <a:off x="239308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8" name="ph4123">
                <a:extLst>
                  <a:ext uri="{FF2B5EF4-FFF2-40B4-BE49-F238E27FC236}">
                    <a16:creationId xmlns:a16="http://schemas.microsoft.com/office/drawing/2014/main" id="{2F50D4B3-7DBF-ADAC-6DD4-5C108D00BF81}"/>
                  </a:ext>
                </a:extLst>
              </p:cNvPr>
              <p:cNvSpPr/>
              <p:nvPr/>
            </p:nvSpPr>
            <p:spPr>
              <a:xfrm>
                <a:off x="240252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9" name="ph4124">
                <a:extLst>
                  <a:ext uri="{FF2B5EF4-FFF2-40B4-BE49-F238E27FC236}">
                    <a16:creationId xmlns:a16="http://schemas.microsoft.com/office/drawing/2014/main" id="{DAA0F0E5-6838-5577-5297-2BA12C4C9816}"/>
                  </a:ext>
                </a:extLst>
              </p:cNvPr>
              <p:cNvSpPr/>
              <p:nvPr/>
            </p:nvSpPr>
            <p:spPr>
              <a:xfrm>
                <a:off x="241196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0" name="ph4125">
                <a:extLst>
                  <a:ext uri="{FF2B5EF4-FFF2-40B4-BE49-F238E27FC236}">
                    <a16:creationId xmlns:a16="http://schemas.microsoft.com/office/drawing/2014/main" id="{3D0C6D7B-3E43-873E-7F6A-A705C66583FB}"/>
                  </a:ext>
                </a:extLst>
              </p:cNvPr>
              <p:cNvSpPr/>
              <p:nvPr/>
            </p:nvSpPr>
            <p:spPr>
              <a:xfrm>
                <a:off x="242140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1" name="ph4126">
                <a:extLst>
                  <a:ext uri="{FF2B5EF4-FFF2-40B4-BE49-F238E27FC236}">
                    <a16:creationId xmlns:a16="http://schemas.microsoft.com/office/drawing/2014/main" id="{B92E2E34-118F-CA7F-C49F-45F148AD29E4}"/>
                  </a:ext>
                </a:extLst>
              </p:cNvPr>
              <p:cNvSpPr/>
              <p:nvPr/>
            </p:nvSpPr>
            <p:spPr>
              <a:xfrm>
                <a:off x="243084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2" name="ph4127">
                <a:extLst>
                  <a:ext uri="{FF2B5EF4-FFF2-40B4-BE49-F238E27FC236}">
                    <a16:creationId xmlns:a16="http://schemas.microsoft.com/office/drawing/2014/main" id="{8BA78B74-F479-8465-E17A-26F0DF1275C1}"/>
                  </a:ext>
                </a:extLst>
              </p:cNvPr>
              <p:cNvSpPr/>
              <p:nvPr/>
            </p:nvSpPr>
            <p:spPr>
              <a:xfrm>
                <a:off x="244028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3" name="ph4128">
                <a:extLst>
                  <a:ext uri="{FF2B5EF4-FFF2-40B4-BE49-F238E27FC236}">
                    <a16:creationId xmlns:a16="http://schemas.microsoft.com/office/drawing/2014/main" id="{0DE20F31-91B7-DEF7-CEDE-9793AD8B817D}"/>
                  </a:ext>
                </a:extLst>
              </p:cNvPr>
              <p:cNvSpPr/>
              <p:nvPr/>
            </p:nvSpPr>
            <p:spPr>
              <a:xfrm>
                <a:off x="244972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4" name="ph4129">
                <a:extLst>
                  <a:ext uri="{FF2B5EF4-FFF2-40B4-BE49-F238E27FC236}">
                    <a16:creationId xmlns:a16="http://schemas.microsoft.com/office/drawing/2014/main" id="{35DC1DDE-9A55-2FFA-D733-7E5069CE4568}"/>
                  </a:ext>
                </a:extLst>
              </p:cNvPr>
              <p:cNvSpPr/>
              <p:nvPr/>
            </p:nvSpPr>
            <p:spPr>
              <a:xfrm>
                <a:off x="245916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5" name="ph4130">
                <a:extLst>
                  <a:ext uri="{FF2B5EF4-FFF2-40B4-BE49-F238E27FC236}">
                    <a16:creationId xmlns:a16="http://schemas.microsoft.com/office/drawing/2014/main" id="{23C60A37-D0AD-997F-B2B3-3B92F0856DC8}"/>
                  </a:ext>
                </a:extLst>
              </p:cNvPr>
              <p:cNvSpPr/>
              <p:nvPr/>
            </p:nvSpPr>
            <p:spPr>
              <a:xfrm>
                <a:off x="246860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6" name="ph4131">
                <a:extLst>
                  <a:ext uri="{FF2B5EF4-FFF2-40B4-BE49-F238E27FC236}">
                    <a16:creationId xmlns:a16="http://schemas.microsoft.com/office/drawing/2014/main" id="{9A5BEA01-58FF-CA22-0105-63BD90D2787D}"/>
                  </a:ext>
                </a:extLst>
              </p:cNvPr>
              <p:cNvSpPr/>
              <p:nvPr/>
            </p:nvSpPr>
            <p:spPr>
              <a:xfrm>
                <a:off x="247804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7" name="ph4132">
                <a:extLst>
                  <a:ext uri="{FF2B5EF4-FFF2-40B4-BE49-F238E27FC236}">
                    <a16:creationId xmlns:a16="http://schemas.microsoft.com/office/drawing/2014/main" id="{C8B460F2-D5AA-3B55-03BD-67722221A915}"/>
                  </a:ext>
                </a:extLst>
              </p:cNvPr>
              <p:cNvSpPr/>
              <p:nvPr/>
            </p:nvSpPr>
            <p:spPr>
              <a:xfrm>
                <a:off x="248748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8" name="ph4133">
                <a:extLst>
                  <a:ext uri="{FF2B5EF4-FFF2-40B4-BE49-F238E27FC236}">
                    <a16:creationId xmlns:a16="http://schemas.microsoft.com/office/drawing/2014/main" id="{787091D1-33A0-2F11-30C5-542618C69181}"/>
                  </a:ext>
                </a:extLst>
              </p:cNvPr>
              <p:cNvSpPr/>
              <p:nvPr/>
            </p:nvSpPr>
            <p:spPr>
              <a:xfrm>
                <a:off x="249692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9" name="ph4134">
                <a:extLst>
                  <a:ext uri="{FF2B5EF4-FFF2-40B4-BE49-F238E27FC236}">
                    <a16:creationId xmlns:a16="http://schemas.microsoft.com/office/drawing/2014/main" id="{450199CA-A813-6659-F52E-6E8F50849842}"/>
                  </a:ext>
                </a:extLst>
              </p:cNvPr>
              <p:cNvSpPr/>
              <p:nvPr/>
            </p:nvSpPr>
            <p:spPr>
              <a:xfrm>
                <a:off x="250636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0" name="ph4135">
                <a:extLst>
                  <a:ext uri="{FF2B5EF4-FFF2-40B4-BE49-F238E27FC236}">
                    <a16:creationId xmlns:a16="http://schemas.microsoft.com/office/drawing/2014/main" id="{35CBB3F4-1BB5-570C-230D-2D6D9A305FDC}"/>
                  </a:ext>
                </a:extLst>
              </p:cNvPr>
              <p:cNvSpPr/>
              <p:nvPr/>
            </p:nvSpPr>
            <p:spPr>
              <a:xfrm>
                <a:off x="251580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6C95E">
                  <a:alpha val="100000"/>
                </a:srgbClr>
              </a:solidFill>
              <a:ln w="5420" cap="flat">
                <a:solidFill>
                  <a:srgbClr val="86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1" name="ph4136">
                <a:extLst>
                  <a:ext uri="{FF2B5EF4-FFF2-40B4-BE49-F238E27FC236}">
                    <a16:creationId xmlns:a16="http://schemas.microsoft.com/office/drawing/2014/main" id="{CDFBF176-CA5E-5C25-0914-FAE100BE0FD7}"/>
                  </a:ext>
                </a:extLst>
              </p:cNvPr>
              <p:cNvSpPr/>
              <p:nvPr/>
            </p:nvSpPr>
            <p:spPr>
              <a:xfrm>
                <a:off x="2534684" y="185153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159" y="896830"/>
                    </a:lnTo>
                    <a:lnTo>
                      <a:pt x="914400" y="897756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2" name="ph4137">
                <a:extLst>
                  <a:ext uri="{FF2B5EF4-FFF2-40B4-BE49-F238E27FC236}">
                    <a16:creationId xmlns:a16="http://schemas.microsoft.com/office/drawing/2014/main" id="{BA6C2C14-9190-B073-78C3-70470F3069A3}"/>
                  </a:ext>
                </a:extLst>
              </p:cNvPr>
              <p:cNvSpPr/>
              <p:nvPr/>
            </p:nvSpPr>
            <p:spPr>
              <a:xfrm>
                <a:off x="2534684" y="1851536"/>
                <a:ext cx="9184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30" h="914400">
                    <a:moveTo>
                      <a:pt x="914400" y="914400"/>
                    </a:moveTo>
                    <a:lnTo>
                      <a:pt x="914410" y="897796"/>
                    </a:lnTo>
                    <a:lnTo>
                      <a:pt x="914556" y="898400"/>
                    </a:lnTo>
                    <a:lnTo>
                      <a:pt x="914704" y="899011"/>
                    </a:lnTo>
                    <a:lnTo>
                      <a:pt x="914852" y="899622"/>
                    </a:lnTo>
                    <a:lnTo>
                      <a:pt x="915000" y="900233"/>
                    </a:lnTo>
                    <a:lnTo>
                      <a:pt x="915148" y="900844"/>
                    </a:lnTo>
                    <a:lnTo>
                      <a:pt x="915296" y="901455"/>
                    </a:lnTo>
                    <a:lnTo>
                      <a:pt x="915444" y="902066"/>
                    </a:lnTo>
                    <a:lnTo>
                      <a:pt x="915592" y="902676"/>
                    </a:lnTo>
                    <a:lnTo>
                      <a:pt x="915740" y="903287"/>
                    </a:lnTo>
                    <a:lnTo>
                      <a:pt x="915888" y="903898"/>
                    </a:lnTo>
                    <a:lnTo>
                      <a:pt x="916036" y="904509"/>
                    </a:lnTo>
                    <a:lnTo>
                      <a:pt x="916184" y="905120"/>
                    </a:lnTo>
                    <a:lnTo>
                      <a:pt x="918430" y="914400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3" name="ph4138">
                <a:extLst>
                  <a:ext uri="{FF2B5EF4-FFF2-40B4-BE49-F238E27FC236}">
                    <a16:creationId xmlns:a16="http://schemas.microsoft.com/office/drawing/2014/main" id="{C4FD8347-50DF-A1E9-3E60-40399BE93D67}"/>
                  </a:ext>
                </a:extLst>
              </p:cNvPr>
              <p:cNvSpPr/>
              <p:nvPr/>
            </p:nvSpPr>
            <p:spPr>
              <a:xfrm>
                <a:off x="3176620" y="183396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374" y="931969"/>
                    </a:lnTo>
                    <a:lnTo>
                      <a:pt x="908962" y="921965"/>
                    </a:lnTo>
                    <a:lnTo>
                      <a:pt x="90811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4" name="ph4139">
                <a:extLst>
                  <a:ext uri="{FF2B5EF4-FFF2-40B4-BE49-F238E27FC236}">
                    <a16:creationId xmlns:a16="http://schemas.microsoft.com/office/drawing/2014/main" id="{24530EE0-A062-668B-538D-4C509A44BA14}"/>
                  </a:ext>
                </a:extLst>
              </p:cNvPr>
              <p:cNvSpPr/>
              <p:nvPr/>
            </p:nvSpPr>
            <p:spPr>
              <a:xfrm>
                <a:off x="317662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5" name="ph4140">
                <a:extLst>
                  <a:ext uri="{FF2B5EF4-FFF2-40B4-BE49-F238E27FC236}">
                    <a16:creationId xmlns:a16="http://schemas.microsoft.com/office/drawing/2014/main" id="{5151367B-7320-D663-6308-C0F04E0E543E}"/>
                  </a:ext>
                </a:extLst>
              </p:cNvPr>
              <p:cNvSpPr/>
              <p:nvPr/>
            </p:nvSpPr>
            <p:spPr>
              <a:xfrm>
                <a:off x="3186060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6" name="ph4141">
                <a:extLst>
                  <a:ext uri="{FF2B5EF4-FFF2-40B4-BE49-F238E27FC236}">
                    <a16:creationId xmlns:a16="http://schemas.microsoft.com/office/drawing/2014/main" id="{9341D5A8-04D1-DF14-C212-82C612666380}"/>
                  </a:ext>
                </a:extLst>
              </p:cNvPr>
              <p:cNvSpPr/>
              <p:nvPr/>
            </p:nvSpPr>
            <p:spPr>
              <a:xfrm>
                <a:off x="319550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7" name="ph4142">
                <a:extLst>
                  <a:ext uri="{FF2B5EF4-FFF2-40B4-BE49-F238E27FC236}">
                    <a16:creationId xmlns:a16="http://schemas.microsoft.com/office/drawing/2014/main" id="{480B7247-8883-7FFE-18B7-A890BA31A5B5}"/>
                  </a:ext>
                </a:extLst>
              </p:cNvPr>
              <p:cNvSpPr/>
              <p:nvPr/>
            </p:nvSpPr>
            <p:spPr>
              <a:xfrm>
                <a:off x="320494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8" name="ph4143">
                <a:extLst>
                  <a:ext uri="{FF2B5EF4-FFF2-40B4-BE49-F238E27FC236}">
                    <a16:creationId xmlns:a16="http://schemas.microsoft.com/office/drawing/2014/main" id="{50B6977D-5F02-53AD-D5E1-2C464C27B12B}"/>
                  </a:ext>
                </a:extLst>
              </p:cNvPr>
              <p:cNvSpPr/>
              <p:nvPr/>
            </p:nvSpPr>
            <p:spPr>
              <a:xfrm>
                <a:off x="321438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9" name="ph4144">
                <a:extLst>
                  <a:ext uri="{FF2B5EF4-FFF2-40B4-BE49-F238E27FC236}">
                    <a16:creationId xmlns:a16="http://schemas.microsoft.com/office/drawing/2014/main" id="{B693FEC4-BA67-2A5C-8DA8-B57C1A330BB2}"/>
                  </a:ext>
                </a:extLst>
              </p:cNvPr>
              <p:cNvSpPr/>
              <p:nvPr/>
            </p:nvSpPr>
            <p:spPr>
              <a:xfrm>
                <a:off x="3223821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0" name="ph4145">
                <a:extLst>
                  <a:ext uri="{FF2B5EF4-FFF2-40B4-BE49-F238E27FC236}">
                    <a16:creationId xmlns:a16="http://schemas.microsoft.com/office/drawing/2014/main" id="{D3A9DB38-3CA2-332D-2944-13888DA8D7E4}"/>
                  </a:ext>
                </a:extLst>
              </p:cNvPr>
              <p:cNvSpPr/>
              <p:nvPr/>
            </p:nvSpPr>
            <p:spPr>
              <a:xfrm>
                <a:off x="323326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1" name="ph4146">
                <a:extLst>
                  <a:ext uri="{FF2B5EF4-FFF2-40B4-BE49-F238E27FC236}">
                    <a16:creationId xmlns:a16="http://schemas.microsoft.com/office/drawing/2014/main" id="{E74D55B8-2708-49E4-08DD-347A8691B9D3}"/>
                  </a:ext>
                </a:extLst>
              </p:cNvPr>
              <p:cNvSpPr/>
              <p:nvPr/>
            </p:nvSpPr>
            <p:spPr>
              <a:xfrm>
                <a:off x="324270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2" name="ph4147">
                <a:extLst>
                  <a:ext uri="{FF2B5EF4-FFF2-40B4-BE49-F238E27FC236}">
                    <a16:creationId xmlns:a16="http://schemas.microsoft.com/office/drawing/2014/main" id="{2BDB99F1-457E-4448-6DDA-043BACEBF4D9}"/>
                  </a:ext>
                </a:extLst>
              </p:cNvPr>
              <p:cNvSpPr/>
              <p:nvPr/>
            </p:nvSpPr>
            <p:spPr>
              <a:xfrm>
                <a:off x="325214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3" name="ph4148">
                <a:extLst>
                  <a:ext uri="{FF2B5EF4-FFF2-40B4-BE49-F238E27FC236}">
                    <a16:creationId xmlns:a16="http://schemas.microsoft.com/office/drawing/2014/main" id="{517426B5-E2FE-1433-6694-E01A06965EC5}"/>
                  </a:ext>
                </a:extLst>
              </p:cNvPr>
              <p:cNvSpPr/>
              <p:nvPr/>
            </p:nvSpPr>
            <p:spPr>
              <a:xfrm>
                <a:off x="3261582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4" name="ph4149">
                <a:extLst>
                  <a:ext uri="{FF2B5EF4-FFF2-40B4-BE49-F238E27FC236}">
                    <a16:creationId xmlns:a16="http://schemas.microsoft.com/office/drawing/2014/main" id="{45750358-64E5-6068-688D-B83FC91323D2}"/>
                  </a:ext>
                </a:extLst>
              </p:cNvPr>
              <p:cNvSpPr/>
              <p:nvPr/>
            </p:nvSpPr>
            <p:spPr>
              <a:xfrm>
                <a:off x="327102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5" name="ph4150">
                <a:extLst>
                  <a:ext uri="{FF2B5EF4-FFF2-40B4-BE49-F238E27FC236}">
                    <a16:creationId xmlns:a16="http://schemas.microsoft.com/office/drawing/2014/main" id="{19B4EF5E-C8E4-64A2-03E6-F3459BEE5090}"/>
                  </a:ext>
                </a:extLst>
              </p:cNvPr>
              <p:cNvSpPr/>
              <p:nvPr/>
            </p:nvSpPr>
            <p:spPr>
              <a:xfrm>
                <a:off x="328046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6" name="ph4151">
                <a:extLst>
                  <a:ext uri="{FF2B5EF4-FFF2-40B4-BE49-F238E27FC236}">
                    <a16:creationId xmlns:a16="http://schemas.microsoft.com/office/drawing/2014/main" id="{E699F556-9856-1601-713B-4736850CDFC4}"/>
                  </a:ext>
                </a:extLst>
              </p:cNvPr>
              <p:cNvSpPr/>
              <p:nvPr/>
            </p:nvSpPr>
            <p:spPr>
              <a:xfrm>
                <a:off x="328990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7" name="ph4152">
                <a:extLst>
                  <a:ext uri="{FF2B5EF4-FFF2-40B4-BE49-F238E27FC236}">
                    <a16:creationId xmlns:a16="http://schemas.microsoft.com/office/drawing/2014/main" id="{3748539C-D10D-59EF-2DF0-5465947DE3E7}"/>
                  </a:ext>
                </a:extLst>
              </p:cNvPr>
              <p:cNvSpPr/>
              <p:nvPr/>
            </p:nvSpPr>
            <p:spPr>
              <a:xfrm>
                <a:off x="3299343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8" name="ph4153">
                <a:extLst>
                  <a:ext uri="{FF2B5EF4-FFF2-40B4-BE49-F238E27FC236}">
                    <a16:creationId xmlns:a16="http://schemas.microsoft.com/office/drawing/2014/main" id="{F999B8DB-ADDC-9211-A84C-27204CE6EBED}"/>
                  </a:ext>
                </a:extLst>
              </p:cNvPr>
              <p:cNvSpPr/>
              <p:nvPr/>
            </p:nvSpPr>
            <p:spPr>
              <a:xfrm>
                <a:off x="330878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9" name="ph4154">
                <a:extLst>
                  <a:ext uri="{FF2B5EF4-FFF2-40B4-BE49-F238E27FC236}">
                    <a16:creationId xmlns:a16="http://schemas.microsoft.com/office/drawing/2014/main" id="{07545DC5-7527-D987-6A51-CCB038AB07DE}"/>
                  </a:ext>
                </a:extLst>
              </p:cNvPr>
              <p:cNvSpPr/>
              <p:nvPr/>
            </p:nvSpPr>
            <p:spPr>
              <a:xfrm>
                <a:off x="331822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0" name="ph4155">
                <a:extLst>
                  <a:ext uri="{FF2B5EF4-FFF2-40B4-BE49-F238E27FC236}">
                    <a16:creationId xmlns:a16="http://schemas.microsoft.com/office/drawing/2014/main" id="{25C655CC-66B3-14C5-8774-1E3CA62CCAC3}"/>
                  </a:ext>
                </a:extLst>
              </p:cNvPr>
              <p:cNvSpPr/>
              <p:nvPr/>
            </p:nvSpPr>
            <p:spPr>
              <a:xfrm>
                <a:off x="332766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1" name="ph4156">
                <a:extLst>
                  <a:ext uri="{FF2B5EF4-FFF2-40B4-BE49-F238E27FC236}">
                    <a16:creationId xmlns:a16="http://schemas.microsoft.com/office/drawing/2014/main" id="{453F57E5-4B63-2FF6-53F7-3D27484917B0}"/>
                  </a:ext>
                </a:extLst>
              </p:cNvPr>
              <p:cNvSpPr/>
              <p:nvPr/>
            </p:nvSpPr>
            <p:spPr>
              <a:xfrm>
                <a:off x="333710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2" name="ph4157">
                <a:extLst>
                  <a:ext uri="{FF2B5EF4-FFF2-40B4-BE49-F238E27FC236}">
                    <a16:creationId xmlns:a16="http://schemas.microsoft.com/office/drawing/2014/main" id="{0B5973BF-4053-8AE0-26A7-2B11D2074AE1}"/>
                  </a:ext>
                </a:extLst>
              </p:cNvPr>
              <p:cNvSpPr/>
              <p:nvPr/>
            </p:nvSpPr>
            <p:spPr>
              <a:xfrm>
                <a:off x="3346544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3" name="ph4158">
                <a:extLst>
                  <a:ext uri="{FF2B5EF4-FFF2-40B4-BE49-F238E27FC236}">
                    <a16:creationId xmlns:a16="http://schemas.microsoft.com/office/drawing/2014/main" id="{52F25B9D-14A5-23E0-C489-069549DEC117}"/>
                  </a:ext>
                </a:extLst>
              </p:cNvPr>
              <p:cNvSpPr/>
              <p:nvPr/>
            </p:nvSpPr>
            <p:spPr>
              <a:xfrm>
                <a:off x="335598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4" name="ph4159">
                <a:extLst>
                  <a:ext uri="{FF2B5EF4-FFF2-40B4-BE49-F238E27FC236}">
                    <a16:creationId xmlns:a16="http://schemas.microsoft.com/office/drawing/2014/main" id="{0B17265E-8F3A-55A0-CCD4-9C1272CDBA40}"/>
                  </a:ext>
                </a:extLst>
              </p:cNvPr>
              <p:cNvSpPr/>
              <p:nvPr/>
            </p:nvSpPr>
            <p:spPr>
              <a:xfrm>
                <a:off x="336542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5" name="ph4160">
                <a:extLst>
                  <a:ext uri="{FF2B5EF4-FFF2-40B4-BE49-F238E27FC236}">
                    <a16:creationId xmlns:a16="http://schemas.microsoft.com/office/drawing/2014/main" id="{48E19489-EF01-65E5-B18C-02526CAADD81}"/>
                  </a:ext>
                </a:extLst>
              </p:cNvPr>
              <p:cNvSpPr/>
              <p:nvPr/>
            </p:nvSpPr>
            <p:spPr>
              <a:xfrm>
                <a:off x="337486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6" name="ph4161">
                <a:extLst>
                  <a:ext uri="{FF2B5EF4-FFF2-40B4-BE49-F238E27FC236}">
                    <a16:creationId xmlns:a16="http://schemas.microsoft.com/office/drawing/2014/main" id="{B4E36305-7A4E-8002-8EAE-98FBFA4D87BD}"/>
                  </a:ext>
                </a:extLst>
              </p:cNvPr>
              <p:cNvSpPr/>
              <p:nvPr/>
            </p:nvSpPr>
            <p:spPr>
              <a:xfrm>
                <a:off x="3384305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7" name="ph4162">
                <a:extLst>
                  <a:ext uri="{FF2B5EF4-FFF2-40B4-BE49-F238E27FC236}">
                    <a16:creationId xmlns:a16="http://schemas.microsoft.com/office/drawing/2014/main" id="{7D629C4A-A9EB-370E-F1AF-01C4FA7FD896}"/>
                  </a:ext>
                </a:extLst>
              </p:cNvPr>
              <p:cNvSpPr/>
              <p:nvPr/>
            </p:nvSpPr>
            <p:spPr>
              <a:xfrm>
                <a:off x="3393746" y="183396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8" name="ph4163">
                <a:extLst>
                  <a:ext uri="{FF2B5EF4-FFF2-40B4-BE49-F238E27FC236}">
                    <a16:creationId xmlns:a16="http://schemas.microsoft.com/office/drawing/2014/main" id="{0F87BD92-73F1-0EC3-FFDC-19D9FB8ACFAF}"/>
                  </a:ext>
                </a:extLst>
              </p:cNvPr>
              <p:cNvSpPr/>
              <p:nvPr/>
            </p:nvSpPr>
            <p:spPr>
              <a:xfrm>
                <a:off x="3403186" y="1851536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022"/>
                    </a:lnTo>
                    <a:lnTo>
                      <a:pt x="921719" y="908110"/>
                    </a:lnTo>
                    <a:lnTo>
                      <a:pt x="920552" y="912474"/>
                    </a:lnTo>
                    <a:lnTo>
                      <a:pt x="920834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9" name="ph4164">
                <a:extLst>
                  <a:ext uri="{FF2B5EF4-FFF2-40B4-BE49-F238E27FC236}">
                    <a16:creationId xmlns:a16="http://schemas.microsoft.com/office/drawing/2014/main" id="{F75EC120-69D0-F85D-4683-77143109CCE8}"/>
                  </a:ext>
                </a:extLst>
              </p:cNvPr>
              <p:cNvSpPr/>
              <p:nvPr/>
            </p:nvSpPr>
            <p:spPr>
              <a:xfrm>
                <a:off x="3412626" y="1833966"/>
                <a:ext cx="914870" cy="916591"/>
              </a:xfrm>
              <a:custGeom>
                <a:avLst/>
                <a:gdLst/>
                <a:ahLst/>
                <a:cxnLst/>
                <a:rect l="0" t="0" r="0" b="0"/>
                <a:pathLst>
                  <a:path w="914870" h="916591">
                    <a:moveTo>
                      <a:pt x="914400" y="914400"/>
                    </a:moveTo>
                    <a:lnTo>
                      <a:pt x="914870" y="914400"/>
                    </a:lnTo>
                    <a:lnTo>
                      <a:pt x="914617" y="915660"/>
                    </a:lnTo>
                    <a:lnTo>
                      <a:pt x="914400" y="91659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0" name="ph4165">
                <a:extLst>
                  <a:ext uri="{FF2B5EF4-FFF2-40B4-BE49-F238E27FC236}">
                    <a16:creationId xmlns:a16="http://schemas.microsoft.com/office/drawing/2014/main" id="{7FBB7697-86EE-0D5D-6295-ED3E26E70CF7}"/>
                  </a:ext>
                </a:extLst>
              </p:cNvPr>
              <p:cNvSpPr/>
              <p:nvPr/>
            </p:nvSpPr>
            <p:spPr>
              <a:xfrm>
                <a:off x="2232596" y="1816396"/>
                <a:ext cx="914400" cy="92352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23">
                    <a:moveTo>
                      <a:pt x="914400" y="914400"/>
                    </a:moveTo>
                    <a:lnTo>
                      <a:pt x="914400" y="923523"/>
                    </a:lnTo>
                    <a:lnTo>
                      <a:pt x="914243" y="923182"/>
                    </a:lnTo>
                    <a:lnTo>
                      <a:pt x="913071" y="920628"/>
                    </a:lnTo>
                    <a:lnTo>
                      <a:pt x="910361" y="914400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1" name="ph4166">
                <a:extLst>
                  <a:ext uri="{FF2B5EF4-FFF2-40B4-BE49-F238E27FC236}">
                    <a16:creationId xmlns:a16="http://schemas.microsoft.com/office/drawing/2014/main" id="{E452561B-2794-F2EC-28E8-AAAF0EA2595D}"/>
                  </a:ext>
                </a:extLst>
              </p:cNvPr>
              <p:cNvSpPr/>
              <p:nvPr/>
            </p:nvSpPr>
            <p:spPr>
              <a:xfrm>
                <a:off x="223259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272" y="931969"/>
                    </a:lnTo>
                    <a:lnTo>
                      <a:pt x="917732" y="930791"/>
                    </a:lnTo>
                    <a:lnTo>
                      <a:pt x="916569" y="928254"/>
                    </a:lnTo>
                    <a:lnTo>
                      <a:pt x="915406" y="925718"/>
                    </a:lnTo>
                    <a:lnTo>
                      <a:pt x="914400" y="923523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2" name="ph4167">
                <a:extLst>
                  <a:ext uri="{FF2B5EF4-FFF2-40B4-BE49-F238E27FC236}">
                    <a16:creationId xmlns:a16="http://schemas.microsoft.com/office/drawing/2014/main" id="{F6D8E889-F4EA-6B45-9FFA-E552CBF53847}"/>
                  </a:ext>
                </a:extLst>
              </p:cNvPr>
              <p:cNvSpPr/>
              <p:nvPr/>
            </p:nvSpPr>
            <p:spPr>
              <a:xfrm>
                <a:off x="224203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3" name="ph4168">
                <a:extLst>
                  <a:ext uri="{FF2B5EF4-FFF2-40B4-BE49-F238E27FC236}">
                    <a16:creationId xmlns:a16="http://schemas.microsoft.com/office/drawing/2014/main" id="{CB9949E0-1B04-DDA5-D8E6-3B3938BA3137}"/>
                  </a:ext>
                </a:extLst>
              </p:cNvPr>
              <p:cNvSpPr/>
              <p:nvPr/>
            </p:nvSpPr>
            <p:spPr>
              <a:xfrm>
                <a:off x="225147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4" name="ph4169">
                <a:extLst>
                  <a:ext uri="{FF2B5EF4-FFF2-40B4-BE49-F238E27FC236}">
                    <a16:creationId xmlns:a16="http://schemas.microsoft.com/office/drawing/2014/main" id="{E839B154-8630-5DDB-267A-1EF70E3F1621}"/>
                  </a:ext>
                </a:extLst>
              </p:cNvPr>
              <p:cNvSpPr/>
              <p:nvPr/>
            </p:nvSpPr>
            <p:spPr>
              <a:xfrm>
                <a:off x="226091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5" name="ph4170">
                <a:extLst>
                  <a:ext uri="{FF2B5EF4-FFF2-40B4-BE49-F238E27FC236}">
                    <a16:creationId xmlns:a16="http://schemas.microsoft.com/office/drawing/2014/main" id="{A8ED5616-2133-61A6-1A71-25D20F8BA2F5}"/>
                  </a:ext>
                </a:extLst>
              </p:cNvPr>
              <p:cNvSpPr/>
              <p:nvPr/>
            </p:nvSpPr>
            <p:spPr>
              <a:xfrm>
                <a:off x="227035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6" name="ph4171">
                <a:extLst>
                  <a:ext uri="{FF2B5EF4-FFF2-40B4-BE49-F238E27FC236}">
                    <a16:creationId xmlns:a16="http://schemas.microsoft.com/office/drawing/2014/main" id="{D8D5CDAE-46C5-35D8-42B4-BC057491738A}"/>
                  </a:ext>
                </a:extLst>
              </p:cNvPr>
              <p:cNvSpPr/>
              <p:nvPr/>
            </p:nvSpPr>
            <p:spPr>
              <a:xfrm>
                <a:off x="2279797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7" name="ph4172">
                <a:extLst>
                  <a:ext uri="{FF2B5EF4-FFF2-40B4-BE49-F238E27FC236}">
                    <a16:creationId xmlns:a16="http://schemas.microsoft.com/office/drawing/2014/main" id="{3ADF2183-94E6-BC74-1CD7-B2EC3D96C914}"/>
                  </a:ext>
                </a:extLst>
              </p:cNvPr>
              <p:cNvSpPr/>
              <p:nvPr/>
            </p:nvSpPr>
            <p:spPr>
              <a:xfrm>
                <a:off x="228923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8" name="ph4173">
                <a:extLst>
                  <a:ext uri="{FF2B5EF4-FFF2-40B4-BE49-F238E27FC236}">
                    <a16:creationId xmlns:a16="http://schemas.microsoft.com/office/drawing/2014/main" id="{858138E5-36CB-AC01-5FD2-5844E4B27ABD}"/>
                  </a:ext>
                </a:extLst>
              </p:cNvPr>
              <p:cNvSpPr/>
              <p:nvPr/>
            </p:nvSpPr>
            <p:spPr>
              <a:xfrm>
                <a:off x="229867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9" name="ph4174">
                <a:extLst>
                  <a:ext uri="{FF2B5EF4-FFF2-40B4-BE49-F238E27FC236}">
                    <a16:creationId xmlns:a16="http://schemas.microsoft.com/office/drawing/2014/main" id="{B30125B4-95C6-7C70-C0D5-DFF429AA3749}"/>
                  </a:ext>
                </a:extLst>
              </p:cNvPr>
              <p:cNvSpPr/>
              <p:nvPr/>
            </p:nvSpPr>
            <p:spPr>
              <a:xfrm>
                <a:off x="230811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4AE56">
                  <a:alpha val="100000"/>
                </a:srgbClr>
              </a:solidFill>
              <a:ln w="5420" cap="flat">
                <a:solidFill>
                  <a:srgbClr val="54AE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0" name="ph4175">
                <a:extLst>
                  <a:ext uri="{FF2B5EF4-FFF2-40B4-BE49-F238E27FC236}">
                    <a16:creationId xmlns:a16="http://schemas.microsoft.com/office/drawing/2014/main" id="{28B7C6A6-B4F9-EF41-EA30-8F9C2F7071DE}"/>
                  </a:ext>
                </a:extLst>
              </p:cNvPr>
              <p:cNvSpPr/>
              <p:nvPr/>
            </p:nvSpPr>
            <p:spPr>
              <a:xfrm>
                <a:off x="2317558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1" name="ph4176">
                <a:extLst>
                  <a:ext uri="{FF2B5EF4-FFF2-40B4-BE49-F238E27FC236}">
                    <a16:creationId xmlns:a16="http://schemas.microsoft.com/office/drawing/2014/main" id="{BA509389-68AD-926D-9B7F-9D06544ACFD0}"/>
                  </a:ext>
                </a:extLst>
              </p:cNvPr>
              <p:cNvSpPr/>
              <p:nvPr/>
            </p:nvSpPr>
            <p:spPr>
              <a:xfrm>
                <a:off x="232699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2" name="ph4177">
                <a:extLst>
                  <a:ext uri="{FF2B5EF4-FFF2-40B4-BE49-F238E27FC236}">
                    <a16:creationId xmlns:a16="http://schemas.microsoft.com/office/drawing/2014/main" id="{23879F19-1A74-AA3C-4F2D-A3C62A39126F}"/>
                  </a:ext>
                </a:extLst>
              </p:cNvPr>
              <p:cNvSpPr/>
              <p:nvPr/>
            </p:nvSpPr>
            <p:spPr>
              <a:xfrm>
                <a:off x="233643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3" name="ph4178">
                <a:extLst>
                  <a:ext uri="{FF2B5EF4-FFF2-40B4-BE49-F238E27FC236}">
                    <a16:creationId xmlns:a16="http://schemas.microsoft.com/office/drawing/2014/main" id="{925EAE27-AB9D-94E8-C85A-6577B6BA114E}"/>
                  </a:ext>
                </a:extLst>
              </p:cNvPr>
              <p:cNvSpPr/>
              <p:nvPr/>
            </p:nvSpPr>
            <p:spPr>
              <a:xfrm>
                <a:off x="234587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C56">
                  <a:alpha val="100000"/>
                </a:srgbClr>
              </a:solidFill>
              <a:ln w="5420" cap="flat">
                <a:solidFill>
                  <a:srgbClr val="52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4" name="ph4179">
                <a:extLst>
                  <a:ext uri="{FF2B5EF4-FFF2-40B4-BE49-F238E27FC236}">
                    <a16:creationId xmlns:a16="http://schemas.microsoft.com/office/drawing/2014/main" id="{112C0C80-93A8-F167-CDA2-4B72CE452D05}"/>
                  </a:ext>
                </a:extLst>
              </p:cNvPr>
              <p:cNvSpPr/>
              <p:nvPr/>
            </p:nvSpPr>
            <p:spPr>
              <a:xfrm>
                <a:off x="2355319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5" name="ph4180">
                <a:extLst>
                  <a:ext uri="{FF2B5EF4-FFF2-40B4-BE49-F238E27FC236}">
                    <a16:creationId xmlns:a16="http://schemas.microsoft.com/office/drawing/2014/main" id="{18967118-3AB7-20B0-2DA2-2FEB271461EB}"/>
                  </a:ext>
                </a:extLst>
              </p:cNvPr>
              <p:cNvSpPr/>
              <p:nvPr/>
            </p:nvSpPr>
            <p:spPr>
              <a:xfrm>
                <a:off x="236476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6" name="ph4181">
                <a:extLst>
                  <a:ext uri="{FF2B5EF4-FFF2-40B4-BE49-F238E27FC236}">
                    <a16:creationId xmlns:a16="http://schemas.microsoft.com/office/drawing/2014/main" id="{8E623F74-1E15-8445-4FFE-899FBDA0407C}"/>
                  </a:ext>
                </a:extLst>
              </p:cNvPr>
              <p:cNvSpPr/>
              <p:nvPr/>
            </p:nvSpPr>
            <p:spPr>
              <a:xfrm>
                <a:off x="237420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7" name="ph4182">
                <a:extLst>
                  <a:ext uri="{FF2B5EF4-FFF2-40B4-BE49-F238E27FC236}">
                    <a16:creationId xmlns:a16="http://schemas.microsoft.com/office/drawing/2014/main" id="{35F98FD0-8AA0-2CA1-2DB3-3F8E2A813370}"/>
                  </a:ext>
                </a:extLst>
              </p:cNvPr>
              <p:cNvSpPr/>
              <p:nvPr/>
            </p:nvSpPr>
            <p:spPr>
              <a:xfrm>
                <a:off x="238364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8" name="ph4183">
                <a:extLst>
                  <a:ext uri="{FF2B5EF4-FFF2-40B4-BE49-F238E27FC236}">
                    <a16:creationId xmlns:a16="http://schemas.microsoft.com/office/drawing/2014/main" id="{1982435C-3FB7-CE56-6ED4-A9233A81EDD7}"/>
                  </a:ext>
                </a:extLst>
              </p:cNvPr>
              <p:cNvSpPr/>
              <p:nvPr/>
            </p:nvSpPr>
            <p:spPr>
              <a:xfrm>
                <a:off x="239308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9" name="ph4184">
                <a:extLst>
                  <a:ext uri="{FF2B5EF4-FFF2-40B4-BE49-F238E27FC236}">
                    <a16:creationId xmlns:a16="http://schemas.microsoft.com/office/drawing/2014/main" id="{1E2A9D77-4701-4DA2-36E6-05C27CF965C6}"/>
                  </a:ext>
                </a:extLst>
              </p:cNvPr>
              <p:cNvSpPr/>
              <p:nvPr/>
            </p:nvSpPr>
            <p:spPr>
              <a:xfrm>
                <a:off x="240252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0" name="ph4185">
                <a:extLst>
                  <a:ext uri="{FF2B5EF4-FFF2-40B4-BE49-F238E27FC236}">
                    <a16:creationId xmlns:a16="http://schemas.microsoft.com/office/drawing/2014/main" id="{510B1E7F-3AAA-A307-4D20-62958718A838}"/>
                  </a:ext>
                </a:extLst>
              </p:cNvPr>
              <p:cNvSpPr/>
              <p:nvPr/>
            </p:nvSpPr>
            <p:spPr>
              <a:xfrm>
                <a:off x="241196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1" name="ph4186">
                <a:extLst>
                  <a:ext uri="{FF2B5EF4-FFF2-40B4-BE49-F238E27FC236}">
                    <a16:creationId xmlns:a16="http://schemas.microsoft.com/office/drawing/2014/main" id="{CF4E45C3-94E0-636F-42BC-969462629F55}"/>
                  </a:ext>
                </a:extLst>
              </p:cNvPr>
              <p:cNvSpPr/>
              <p:nvPr/>
            </p:nvSpPr>
            <p:spPr>
              <a:xfrm>
                <a:off x="242140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2" name="ph4187">
                <a:extLst>
                  <a:ext uri="{FF2B5EF4-FFF2-40B4-BE49-F238E27FC236}">
                    <a16:creationId xmlns:a16="http://schemas.microsoft.com/office/drawing/2014/main" id="{C34E6239-DB97-7F5F-E7DF-5446F2853AE0}"/>
                  </a:ext>
                </a:extLst>
              </p:cNvPr>
              <p:cNvSpPr/>
              <p:nvPr/>
            </p:nvSpPr>
            <p:spPr>
              <a:xfrm>
                <a:off x="243084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659">
                  <a:alpha val="100000"/>
                </a:srgbClr>
              </a:solidFill>
              <a:ln w="5420" cap="flat">
                <a:solidFill>
                  <a:srgbClr val="63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3" name="ph4188">
                <a:extLst>
                  <a:ext uri="{FF2B5EF4-FFF2-40B4-BE49-F238E27FC236}">
                    <a16:creationId xmlns:a16="http://schemas.microsoft.com/office/drawing/2014/main" id="{81FDC1FD-73B9-A458-3695-4CD6737C9432}"/>
                  </a:ext>
                </a:extLst>
              </p:cNvPr>
              <p:cNvSpPr/>
              <p:nvPr/>
            </p:nvSpPr>
            <p:spPr>
              <a:xfrm>
                <a:off x="244028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4" name="ph4189">
                <a:extLst>
                  <a:ext uri="{FF2B5EF4-FFF2-40B4-BE49-F238E27FC236}">
                    <a16:creationId xmlns:a16="http://schemas.microsoft.com/office/drawing/2014/main" id="{0C76B92E-B154-B836-EF16-759D523F914F}"/>
                  </a:ext>
                </a:extLst>
              </p:cNvPr>
              <p:cNvSpPr/>
              <p:nvPr/>
            </p:nvSpPr>
            <p:spPr>
              <a:xfrm>
                <a:off x="244972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5" name="ph4190">
                <a:extLst>
                  <a:ext uri="{FF2B5EF4-FFF2-40B4-BE49-F238E27FC236}">
                    <a16:creationId xmlns:a16="http://schemas.microsoft.com/office/drawing/2014/main" id="{FC14458E-A1DE-1439-13B7-70930F9F7F1C}"/>
                  </a:ext>
                </a:extLst>
              </p:cNvPr>
              <p:cNvSpPr/>
              <p:nvPr/>
            </p:nvSpPr>
            <p:spPr>
              <a:xfrm>
                <a:off x="245916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6" name="ph4191">
                <a:extLst>
                  <a:ext uri="{FF2B5EF4-FFF2-40B4-BE49-F238E27FC236}">
                    <a16:creationId xmlns:a16="http://schemas.microsoft.com/office/drawing/2014/main" id="{486A04E0-22AD-2065-049C-74B3AAE969DA}"/>
                  </a:ext>
                </a:extLst>
              </p:cNvPr>
              <p:cNvSpPr/>
              <p:nvPr/>
            </p:nvSpPr>
            <p:spPr>
              <a:xfrm>
                <a:off x="246860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7" name="ph4192">
                <a:extLst>
                  <a:ext uri="{FF2B5EF4-FFF2-40B4-BE49-F238E27FC236}">
                    <a16:creationId xmlns:a16="http://schemas.microsoft.com/office/drawing/2014/main" id="{891B5ADF-19CB-E6EE-F65F-0E34484DC718}"/>
                  </a:ext>
                </a:extLst>
              </p:cNvPr>
              <p:cNvSpPr/>
              <p:nvPr/>
            </p:nvSpPr>
            <p:spPr>
              <a:xfrm>
                <a:off x="247804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8" name="ph4193">
                <a:extLst>
                  <a:ext uri="{FF2B5EF4-FFF2-40B4-BE49-F238E27FC236}">
                    <a16:creationId xmlns:a16="http://schemas.microsoft.com/office/drawing/2014/main" id="{29A62BB6-F7BF-C6CE-9E91-95868D885D74}"/>
                  </a:ext>
                </a:extLst>
              </p:cNvPr>
              <p:cNvSpPr/>
              <p:nvPr/>
            </p:nvSpPr>
            <p:spPr>
              <a:xfrm>
                <a:off x="248748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9" name="ph4194">
                <a:extLst>
                  <a:ext uri="{FF2B5EF4-FFF2-40B4-BE49-F238E27FC236}">
                    <a16:creationId xmlns:a16="http://schemas.microsoft.com/office/drawing/2014/main" id="{25F1A547-9244-F46D-88F4-65915F13A61E}"/>
                  </a:ext>
                </a:extLst>
              </p:cNvPr>
              <p:cNvSpPr/>
              <p:nvPr/>
            </p:nvSpPr>
            <p:spPr>
              <a:xfrm>
                <a:off x="249692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0" name="ph4195">
                <a:extLst>
                  <a:ext uri="{FF2B5EF4-FFF2-40B4-BE49-F238E27FC236}">
                    <a16:creationId xmlns:a16="http://schemas.microsoft.com/office/drawing/2014/main" id="{DE8564EB-638A-5460-5A1D-A4ADFC09BAF2}"/>
                  </a:ext>
                </a:extLst>
              </p:cNvPr>
              <p:cNvSpPr/>
              <p:nvPr/>
            </p:nvSpPr>
            <p:spPr>
              <a:xfrm>
                <a:off x="250636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1" name="ph4196">
                <a:extLst>
                  <a:ext uri="{FF2B5EF4-FFF2-40B4-BE49-F238E27FC236}">
                    <a16:creationId xmlns:a16="http://schemas.microsoft.com/office/drawing/2014/main" id="{E0DF702C-B87B-3E93-6E16-C56186AC9028}"/>
                  </a:ext>
                </a:extLst>
              </p:cNvPr>
              <p:cNvSpPr/>
              <p:nvPr/>
            </p:nvSpPr>
            <p:spPr>
              <a:xfrm>
                <a:off x="251580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2" name="ph4197">
                <a:extLst>
                  <a:ext uri="{FF2B5EF4-FFF2-40B4-BE49-F238E27FC236}">
                    <a16:creationId xmlns:a16="http://schemas.microsoft.com/office/drawing/2014/main" id="{82141E91-0C21-2E70-85C4-2CB608B6A930}"/>
                  </a:ext>
                </a:extLst>
              </p:cNvPr>
              <p:cNvSpPr/>
              <p:nvPr/>
            </p:nvSpPr>
            <p:spPr>
              <a:xfrm>
                <a:off x="2525244" y="1833966"/>
                <a:ext cx="9235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9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732" y="896830"/>
                    </a:lnTo>
                    <a:lnTo>
                      <a:pt x="921252" y="905359"/>
                    </a:lnTo>
                    <a:lnTo>
                      <a:pt x="923599" y="914400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3" name="ph4198">
                <a:extLst>
                  <a:ext uri="{FF2B5EF4-FFF2-40B4-BE49-F238E27FC236}">
                    <a16:creationId xmlns:a16="http://schemas.microsoft.com/office/drawing/2014/main" id="{F0604ED3-2A5A-5F77-22E7-201431D4BE59}"/>
                  </a:ext>
                </a:extLst>
              </p:cNvPr>
              <p:cNvSpPr/>
              <p:nvPr/>
            </p:nvSpPr>
            <p:spPr>
              <a:xfrm>
                <a:off x="3176620" y="181639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117" y="931969"/>
                    </a:lnTo>
                    <a:lnTo>
                      <a:pt x="907766" y="928836"/>
                    </a:lnTo>
                    <a:lnTo>
                      <a:pt x="906870" y="918037"/>
                    </a:lnTo>
                    <a:lnTo>
                      <a:pt x="90667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4" name="ph4199">
                <a:extLst>
                  <a:ext uri="{FF2B5EF4-FFF2-40B4-BE49-F238E27FC236}">
                    <a16:creationId xmlns:a16="http://schemas.microsoft.com/office/drawing/2014/main" id="{76279EF8-C712-7A26-7E07-12E685F8ABF1}"/>
                  </a:ext>
                </a:extLst>
              </p:cNvPr>
              <p:cNvSpPr/>
              <p:nvPr/>
            </p:nvSpPr>
            <p:spPr>
              <a:xfrm>
                <a:off x="317662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5" name="ph4200">
                <a:extLst>
                  <a:ext uri="{FF2B5EF4-FFF2-40B4-BE49-F238E27FC236}">
                    <a16:creationId xmlns:a16="http://schemas.microsoft.com/office/drawing/2014/main" id="{EE693ED9-9E79-DDED-3FD2-3C261FAD3580}"/>
                  </a:ext>
                </a:extLst>
              </p:cNvPr>
              <p:cNvSpPr/>
              <p:nvPr/>
            </p:nvSpPr>
            <p:spPr>
              <a:xfrm>
                <a:off x="3186060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6" name="ph4201">
                <a:extLst>
                  <a:ext uri="{FF2B5EF4-FFF2-40B4-BE49-F238E27FC236}">
                    <a16:creationId xmlns:a16="http://schemas.microsoft.com/office/drawing/2014/main" id="{FA5E0A5F-8B91-DFF4-B316-AC3817F47F25}"/>
                  </a:ext>
                </a:extLst>
              </p:cNvPr>
              <p:cNvSpPr/>
              <p:nvPr/>
            </p:nvSpPr>
            <p:spPr>
              <a:xfrm>
                <a:off x="319550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7" name="ph4202">
                <a:extLst>
                  <a:ext uri="{FF2B5EF4-FFF2-40B4-BE49-F238E27FC236}">
                    <a16:creationId xmlns:a16="http://schemas.microsoft.com/office/drawing/2014/main" id="{3BBD20D7-2E4A-7B23-B552-ED1ADD7A836A}"/>
                  </a:ext>
                </a:extLst>
              </p:cNvPr>
              <p:cNvSpPr/>
              <p:nvPr/>
            </p:nvSpPr>
            <p:spPr>
              <a:xfrm>
                <a:off x="320494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8" name="ph4203">
                <a:extLst>
                  <a:ext uri="{FF2B5EF4-FFF2-40B4-BE49-F238E27FC236}">
                    <a16:creationId xmlns:a16="http://schemas.microsoft.com/office/drawing/2014/main" id="{B4F54019-7BB5-D79B-39BD-7C8BA17F980F}"/>
                  </a:ext>
                </a:extLst>
              </p:cNvPr>
              <p:cNvSpPr/>
              <p:nvPr/>
            </p:nvSpPr>
            <p:spPr>
              <a:xfrm>
                <a:off x="321438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9" name="ph4204">
                <a:extLst>
                  <a:ext uri="{FF2B5EF4-FFF2-40B4-BE49-F238E27FC236}">
                    <a16:creationId xmlns:a16="http://schemas.microsoft.com/office/drawing/2014/main" id="{724E938B-E188-FB52-3E55-25538307541C}"/>
                  </a:ext>
                </a:extLst>
              </p:cNvPr>
              <p:cNvSpPr/>
              <p:nvPr/>
            </p:nvSpPr>
            <p:spPr>
              <a:xfrm>
                <a:off x="3223821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0" name="ph4205">
                <a:extLst>
                  <a:ext uri="{FF2B5EF4-FFF2-40B4-BE49-F238E27FC236}">
                    <a16:creationId xmlns:a16="http://schemas.microsoft.com/office/drawing/2014/main" id="{7F354EBC-6F56-5E68-DC6F-4A1B016C03C6}"/>
                  </a:ext>
                </a:extLst>
              </p:cNvPr>
              <p:cNvSpPr/>
              <p:nvPr/>
            </p:nvSpPr>
            <p:spPr>
              <a:xfrm>
                <a:off x="323326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1" name="ph4206">
                <a:extLst>
                  <a:ext uri="{FF2B5EF4-FFF2-40B4-BE49-F238E27FC236}">
                    <a16:creationId xmlns:a16="http://schemas.microsoft.com/office/drawing/2014/main" id="{B32EBA4E-B45C-E162-1DB2-2C16F4DE0553}"/>
                  </a:ext>
                </a:extLst>
              </p:cNvPr>
              <p:cNvSpPr/>
              <p:nvPr/>
            </p:nvSpPr>
            <p:spPr>
              <a:xfrm>
                <a:off x="324270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2" name="ph4207">
                <a:extLst>
                  <a:ext uri="{FF2B5EF4-FFF2-40B4-BE49-F238E27FC236}">
                    <a16:creationId xmlns:a16="http://schemas.microsoft.com/office/drawing/2014/main" id="{94E9C683-DEF4-71B6-3D5B-89229EACF70C}"/>
                  </a:ext>
                </a:extLst>
              </p:cNvPr>
              <p:cNvSpPr/>
              <p:nvPr/>
            </p:nvSpPr>
            <p:spPr>
              <a:xfrm>
                <a:off x="325214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3" name="ph4208">
                <a:extLst>
                  <a:ext uri="{FF2B5EF4-FFF2-40B4-BE49-F238E27FC236}">
                    <a16:creationId xmlns:a16="http://schemas.microsoft.com/office/drawing/2014/main" id="{742B117A-05A3-22AB-55E3-696246C5D18E}"/>
                  </a:ext>
                </a:extLst>
              </p:cNvPr>
              <p:cNvSpPr/>
              <p:nvPr/>
            </p:nvSpPr>
            <p:spPr>
              <a:xfrm>
                <a:off x="3261582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4" name="ph4209">
                <a:extLst>
                  <a:ext uri="{FF2B5EF4-FFF2-40B4-BE49-F238E27FC236}">
                    <a16:creationId xmlns:a16="http://schemas.microsoft.com/office/drawing/2014/main" id="{C5345125-FA6E-7693-5567-33F1216EB6FB}"/>
                  </a:ext>
                </a:extLst>
              </p:cNvPr>
              <p:cNvSpPr/>
              <p:nvPr/>
            </p:nvSpPr>
            <p:spPr>
              <a:xfrm>
                <a:off x="327102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5" name="ph4210">
                <a:extLst>
                  <a:ext uri="{FF2B5EF4-FFF2-40B4-BE49-F238E27FC236}">
                    <a16:creationId xmlns:a16="http://schemas.microsoft.com/office/drawing/2014/main" id="{0DC61D2B-148C-91F1-004A-28245D8F82F3}"/>
                  </a:ext>
                </a:extLst>
              </p:cNvPr>
              <p:cNvSpPr/>
              <p:nvPr/>
            </p:nvSpPr>
            <p:spPr>
              <a:xfrm>
                <a:off x="328046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6" name="ph4211">
                <a:extLst>
                  <a:ext uri="{FF2B5EF4-FFF2-40B4-BE49-F238E27FC236}">
                    <a16:creationId xmlns:a16="http://schemas.microsoft.com/office/drawing/2014/main" id="{357FDCDA-C45A-7DD0-6E40-857296A4FD59}"/>
                  </a:ext>
                </a:extLst>
              </p:cNvPr>
              <p:cNvSpPr/>
              <p:nvPr/>
            </p:nvSpPr>
            <p:spPr>
              <a:xfrm>
                <a:off x="328990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7" name="ph4212">
                <a:extLst>
                  <a:ext uri="{FF2B5EF4-FFF2-40B4-BE49-F238E27FC236}">
                    <a16:creationId xmlns:a16="http://schemas.microsoft.com/office/drawing/2014/main" id="{1C435751-C640-9C8E-1570-36DA2B9A0538}"/>
                  </a:ext>
                </a:extLst>
              </p:cNvPr>
              <p:cNvSpPr/>
              <p:nvPr/>
            </p:nvSpPr>
            <p:spPr>
              <a:xfrm>
                <a:off x="3299343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8" name="ph4213">
                <a:extLst>
                  <a:ext uri="{FF2B5EF4-FFF2-40B4-BE49-F238E27FC236}">
                    <a16:creationId xmlns:a16="http://schemas.microsoft.com/office/drawing/2014/main" id="{C9D76016-D379-4A65-47BF-88426FDABDD6}"/>
                  </a:ext>
                </a:extLst>
              </p:cNvPr>
              <p:cNvSpPr/>
              <p:nvPr/>
            </p:nvSpPr>
            <p:spPr>
              <a:xfrm>
                <a:off x="330878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9" name="ph4214">
                <a:extLst>
                  <a:ext uri="{FF2B5EF4-FFF2-40B4-BE49-F238E27FC236}">
                    <a16:creationId xmlns:a16="http://schemas.microsoft.com/office/drawing/2014/main" id="{B122679D-ED33-205F-9AA4-D3A28C97ED37}"/>
                  </a:ext>
                </a:extLst>
              </p:cNvPr>
              <p:cNvSpPr/>
              <p:nvPr/>
            </p:nvSpPr>
            <p:spPr>
              <a:xfrm>
                <a:off x="331822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0" name="ph4215">
                <a:extLst>
                  <a:ext uri="{FF2B5EF4-FFF2-40B4-BE49-F238E27FC236}">
                    <a16:creationId xmlns:a16="http://schemas.microsoft.com/office/drawing/2014/main" id="{8A8D4183-33F3-FC19-5D01-44C6C983C698}"/>
                  </a:ext>
                </a:extLst>
              </p:cNvPr>
              <p:cNvSpPr/>
              <p:nvPr/>
            </p:nvSpPr>
            <p:spPr>
              <a:xfrm>
                <a:off x="332766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1" name="ph4216">
                <a:extLst>
                  <a:ext uri="{FF2B5EF4-FFF2-40B4-BE49-F238E27FC236}">
                    <a16:creationId xmlns:a16="http://schemas.microsoft.com/office/drawing/2014/main" id="{FFBCE07C-2376-EF15-FA07-2A2DAEADA986}"/>
                  </a:ext>
                </a:extLst>
              </p:cNvPr>
              <p:cNvSpPr/>
              <p:nvPr/>
            </p:nvSpPr>
            <p:spPr>
              <a:xfrm>
                <a:off x="333710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2" name="ph4217">
                <a:extLst>
                  <a:ext uri="{FF2B5EF4-FFF2-40B4-BE49-F238E27FC236}">
                    <a16:creationId xmlns:a16="http://schemas.microsoft.com/office/drawing/2014/main" id="{5CDC02E6-307E-6774-F80D-27219C6212BA}"/>
                  </a:ext>
                </a:extLst>
              </p:cNvPr>
              <p:cNvSpPr/>
              <p:nvPr/>
            </p:nvSpPr>
            <p:spPr>
              <a:xfrm>
                <a:off x="3346544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3" name="ph4218">
                <a:extLst>
                  <a:ext uri="{FF2B5EF4-FFF2-40B4-BE49-F238E27FC236}">
                    <a16:creationId xmlns:a16="http://schemas.microsoft.com/office/drawing/2014/main" id="{7B3A8E5B-98C8-9C10-06BE-EF52ECDEAF1D}"/>
                  </a:ext>
                </a:extLst>
              </p:cNvPr>
              <p:cNvSpPr/>
              <p:nvPr/>
            </p:nvSpPr>
            <p:spPr>
              <a:xfrm>
                <a:off x="335598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4" name="ph4219">
                <a:extLst>
                  <a:ext uri="{FF2B5EF4-FFF2-40B4-BE49-F238E27FC236}">
                    <a16:creationId xmlns:a16="http://schemas.microsoft.com/office/drawing/2014/main" id="{55458974-C27D-128F-A5AB-AEF06FE2934B}"/>
                  </a:ext>
                </a:extLst>
              </p:cNvPr>
              <p:cNvSpPr/>
              <p:nvPr/>
            </p:nvSpPr>
            <p:spPr>
              <a:xfrm>
                <a:off x="336542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5" name="ph4220">
                <a:extLst>
                  <a:ext uri="{FF2B5EF4-FFF2-40B4-BE49-F238E27FC236}">
                    <a16:creationId xmlns:a16="http://schemas.microsoft.com/office/drawing/2014/main" id="{37F2F8E2-D0AC-E012-78B3-FFF1E7BCBA72}"/>
                  </a:ext>
                </a:extLst>
              </p:cNvPr>
              <p:cNvSpPr/>
              <p:nvPr/>
            </p:nvSpPr>
            <p:spPr>
              <a:xfrm>
                <a:off x="337486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6" name="ph4221">
                <a:extLst>
                  <a:ext uri="{FF2B5EF4-FFF2-40B4-BE49-F238E27FC236}">
                    <a16:creationId xmlns:a16="http://schemas.microsoft.com/office/drawing/2014/main" id="{C6AEF273-39FE-730E-DF96-C863CF4B09A5}"/>
                  </a:ext>
                </a:extLst>
              </p:cNvPr>
              <p:cNvSpPr/>
              <p:nvPr/>
            </p:nvSpPr>
            <p:spPr>
              <a:xfrm>
                <a:off x="3384305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7" name="ph4222">
                <a:extLst>
                  <a:ext uri="{FF2B5EF4-FFF2-40B4-BE49-F238E27FC236}">
                    <a16:creationId xmlns:a16="http://schemas.microsoft.com/office/drawing/2014/main" id="{1750BD5A-BBD3-2E30-AAA9-C42691AF1731}"/>
                  </a:ext>
                </a:extLst>
              </p:cNvPr>
              <p:cNvSpPr/>
              <p:nvPr/>
            </p:nvSpPr>
            <p:spPr>
              <a:xfrm>
                <a:off x="339374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8" name="ph4223">
                <a:extLst>
                  <a:ext uri="{FF2B5EF4-FFF2-40B4-BE49-F238E27FC236}">
                    <a16:creationId xmlns:a16="http://schemas.microsoft.com/office/drawing/2014/main" id="{EC1A4267-58F1-B7ED-9FB0-C8475D699C46}"/>
                  </a:ext>
                </a:extLst>
              </p:cNvPr>
              <p:cNvSpPr/>
              <p:nvPr/>
            </p:nvSpPr>
            <p:spPr>
              <a:xfrm>
                <a:off x="3403186" y="181639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9" name="ph4224">
                <a:extLst>
                  <a:ext uri="{FF2B5EF4-FFF2-40B4-BE49-F238E27FC236}">
                    <a16:creationId xmlns:a16="http://schemas.microsoft.com/office/drawing/2014/main" id="{E013E994-0A82-9343-6131-BFE757682467}"/>
                  </a:ext>
                </a:extLst>
              </p:cNvPr>
              <p:cNvSpPr/>
              <p:nvPr/>
            </p:nvSpPr>
            <p:spPr>
              <a:xfrm>
                <a:off x="3412626" y="1833966"/>
                <a:ext cx="9181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34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134" y="896830"/>
                    </a:lnTo>
                    <a:lnTo>
                      <a:pt x="916673" y="905429"/>
                    </a:lnTo>
                    <a:lnTo>
                      <a:pt x="914870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0" name="ph4225">
                <a:extLst>
                  <a:ext uri="{FF2B5EF4-FFF2-40B4-BE49-F238E27FC236}">
                    <a16:creationId xmlns:a16="http://schemas.microsoft.com/office/drawing/2014/main" id="{9A2E1AA2-0DFC-D860-8FA4-9D621F45BCA4}"/>
                  </a:ext>
                </a:extLst>
              </p:cNvPr>
              <p:cNvSpPr/>
              <p:nvPr/>
            </p:nvSpPr>
            <p:spPr>
              <a:xfrm>
                <a:off x="2223156" y="1798826"/>
                <a:ext cx="914400" cy="9181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128">
                    <a:moveTo>
                      <a:pt x="914400" y="914400"/>
                    </a:moveTo>
                    <a:lnTo>
                      <a:pt x="914400" y="918128"/>
                    </a:lnTo>
                    <a:lnTo>
                      <a:pt x="913098" y="914400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1" name="ph4226">
                <a:extLst>
                  <a:ext uri="{FF2B5EF4-FFF2-40B4-BE49-F238E27FC236}">
                    <a16:creationId xmlns:a16="http://schemas.microsoft.com/office/drawing/2014/main" id="{988ED454-A96D-45D0-DAB8-3DD106A774C1}"/>
                  </a:ext>
                </a:extLst>
              </p:cNvPr>
              <p:cNvSpPr/>
              <p:nvPr/>
            </p:nvSpPr>
            <p:spPr>
              <a:xfrm>
                <a:off x="222315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01" y="931969"/>
                    </a:lnTo>
                    <a:lnTo>
                      <a:pt x="918785" y="929633"/>
                    </a:lnTo>
                    <a:lnTo>
                      <a:pt x="915304" y="920718"/>
                    </a:lnTo>
                    <a:lnTo>
                      <a:pt x="914400" y="918128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2" name="ph4227">
                <a:extLst>
                  <a:ext uri="{FF2B5EF4-FFF2-40B4-BE49-F238E27FC236}">
                    <a16:creationId xmlns:a16="http://schemas.microsoft.com/office/drawing/2014/main" id="{E0AE4F5A-DEF5-F53C-C136-2EA65A0C5C08}"/>
                  </a:ext>
                </a:extLst>
              </p:cNvPr>
              <p:cNvSpPr/>
              <p:nvPr/>
            </p:nvSpPr>
            <p:spPr>
              <a:xfrm>
                <a:off x="223259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3" name="ph4228">
                <a:extLst>
                  <a:ext uri="{FF2B5EF4-FFF2-40B4-BE49-F238E27FC236}">
                    <a16:creationId xmlns:a16="http://schemas.microsoft.com/office/drawing/2014/main" id="{23778C8A-5051-F6CE-397F-3C3C11BD095C}"/>
                  </a:ext>
                </a:extLst>
              </p:cNvPr>
              <p:cNvSpPr/>
              <p:nvPr/>
            </p:nvSpPr>
            <p:spPr>
              <a:xfrm>
                <a:off x="224203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4" name="ph4229">
                <a:extLst>
                  <a:ext uri="{FF2B5EF4-FFF2-40B4-BE49-F238E27FC236}">
                    <a16:creationId xmlns:a16="http://schemas.microsoft.com/office/drawing/2014/main" id="{29037599-A80F-1A34-559A-F34513A2F44C}"/>
                  </a:ext>
                </a:extLst>
              </p:cNvPr>
              <p:cNvSpPr/>
              <p:nvPr/>
            </p:nvSpPr>
            <p:spPr>
              <a:xfrm>
                <a:off x="225147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5" name="ph4230">
                <a:extLst>
                  <a:ext uri="{FF2B5EF4-FFF2-40B4-BE49-F238E27FC236}">
                    <a16:creationId xmlns:a16="http://schemas.microsoft.com/office/drawing/2014/main" id="{C16DF951-093C-C1BC-59A1-7774D4022D14}"/>
                  </a:ext>
                </a:extLst>
              </p:cNvPr>
              <p:cNvSpPr/>
              <p:nvPr/>
            </p:nvSpPr>
            <p:spPr>
              <a:xfrm>
                <a:off x="226091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6" name="ph4231">
                <a:extLst>
                  <a:ext uri="{FF2B5EF4-FFF2-40B4-BE49-F238E27FC236}">
                    <a16:creationId xmlns:a16="http://schemas.microsoft.com/office/drawing/2014/main" id="{4AA08D11-C9BF-9AA3-C063-B3974CDCD359}"/>
                  </a:ext>
                </a:extLst>
              </p:cNvPr>
              <p:cNvSpPr/>
              <p:nvPr/>
            </p:nvSpPr>
            <p:spPr>
              <a:xfrm>
                <a:off x="227035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7" name="ph4232">
                <a:extLst>
                  <a:ext uri="{FF2B5EF4-FFF2-40B4-BE49-F238E27FC236}">
                    <a16:creationId xmlns:a16="http://schemas.microsoft.com/office/drawing/2014/main" id="{D24BECD6-93FA-70ED-98C7-F59D0025F42E}"/>
                  </a:ext>
                </a:extLst>
              </p:cNvPr>
              <p:cNvSpPr/>
              <p:nvPr/>
            </p:nvSpPr>
            <p:spPr>
              <a:xfrm>
                <a:off x="2279797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8" name="ph4233">
                <a:extLst>
                  <a:ext uri="{FF2B5EF4-FFF2-40B4-BE49-F238E27FC236}">
                    <a16:creationId xmlns:a16="http://schemas.microsoft.com/office/drawing/2014/main" id="{93DD776B-EC55-ABAF-BF23-809622E7A65E}"/>
                  </a:ext>
                </a:extLst>
              </p:cNvPr>
              <p:cNvSpPr/>
              <p:nvPr/>
            </p:nvSpPr>
            <p:spPr>
              <a:xfrm>
                <a:off x="228923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9" name="ph4234">
                <a:extLst>
                  <a:ext uri="{FF2B5EF4-FFF2-40B4-BE49-F238E27FC236}">
                    <a16:creationId xmlns:a16="http://schemas.microsoft.com/office/drawing/2014/main" id="{AAA8F24F-4586-ADB5-21B9-753030B0C84B}"/>
                  </a:ext>
                </a:extLst>
              </p:cNvPr>
              <p:cNvSpPr/>
              <p:nvPr/>
            </p:nvSpPr>
            <p:spPr>
              <a:xfrm>
                <a:off x="229867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0" name="ph4235">
                <a:extLst>
                  <a:ext uri="{FF2B5EF4-FFF2-40B4-BE49-F238E27FC236}">
                    <a16:creationId xmlns:a16="http://schemas.microsoft.com/office/drawing/2014/main" id="{70F035B6-5B01-A6B0-96B0-EB66C5B3259A}"/>
                  </a:ext>
                </a:extLst>
              </p:cNvPr>
              <p:cNvSpPr/>
              <p:nvPr/>
            </p:nvSpPr>
            <p:spPr>
              <a:xfrm>
                <a:off x="230811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1" name="ph4236">
                <a:extLst>
                  <a:ext uri="{FF2B5EF4-FFF2-40B4-BE49-F238E27FC236}">
                    <a16:creationId xmlns:a16="http://schemas.microsoft.com/office/drawing/2014/main" id="{33D7BE5E-128C-D91A-2FC1-6EE11BAE02B4}"/>
                  </a:ext>
                </a:extLst>
              </p:cNvPr>
              <p:cNvSpPr/>
              <p:nvPr/>
            </p:nvSpPr>
            <p:spPr>
              <a:xfrm>
                <a:off x="2317558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9A955">
                  <a:alpha val="100000"/>
                </a:srgbClr>
              </a:solidFill>
              <a:ln w="5420" cap="flat">
                <a:solidFill>
                  <a:srgbClr val="49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2" name="ph4237">
                <a:extLst>
                  <a:ext uri="{FF2B5EF4-FFF2-40B4-BE49-F238E27FC236}">
                    <a16:creationId xmlns:a16="http://schemas.microsoft.com/office/drawing/2014/main" id="{099136F2-F93A-9703-083A-1CCED37A40C4}"/>
                  </a:ext>
                </a:extLst>
              </p:cNvPr>
              <p:cNvSpPr/>
              <p:nvPr/>
            </p:nvSpPr>
            <p:spPr>
              <a:xfrm>
                <a:off x="232699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3" name="ph4238">
                <a:extLst>
                  <a:ext uri="{FF2B5EF4-FFF2-40B4-BE49-F238E27FC236}">
                    <a16:creationId xmlns:a16="http://schemas.microsoft.com/office/drawing/2014/main" id="{5802F96C-99AD-CB51-561B-D769EFAA0B69}"/>
                  </a:ext>
                </a:extLst>
              </p:cNvPr>
              <p:cNvSpPr/>
              <p:nvPr/>
            </p:nvSpPr>
            <p:spPr>
              <a:xfrm>
                <a:off x="233643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4" name="ph4239">
                <a:extLst>
                  <a:ext uri="{FF2B5EF4-FFF2-40B4-BE49-F238E27FC236}">
                    <a16:creationId xmlns:a16="http://schemas.microsoft.com/office/drawing/2014/main" id="{E6E94303-3981-0C41-5291-138AB6E80A0B}"/>
                  </a:ext>
                </a:extLst>
              </p:cNvPr>
              <p:cNvSpPr/>
              <p:nvPr/>
            </p:nvSpPr>
            <p:spPr>
              <a:xfrm>
                <a:off x="234587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5" name="ph4240">
                <a:extLst>
                  <a:ext uri="{FF2B5EF4-FFF2-40B4-BE49-F238E27FC236}">
                    <a16:creationId xmlns:a16="http://schemas.microsoft.com/office/drawing/2014/main" id="{0213B292-D839-EE64-1B38-EABC5B15EF9D}"/>
                  </a:ext>
                </a:extLst>
              </p:cNvPr>
              <p:cNvSpPr/>
              <p:nvPr/>
            </p:nvSpPr>
            <p:spPr>
              <a:xfrm>
                <a:off x="2355319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6" name="ph4241">
                <a:extLst>
                  <a:ext uri="{FF2B5EF4-FFF2-40B4-BE49-F238E27FC236}">
                    <a16:creationId xmlns:a16="http://schemas.microsoft.com/office/drawing/2014/main" id="{6CB36AF6-992F-5FA2-AC67-39A1242B1B61}"/>
                  </a:ext>
                </a:extLst>
              </p:cNvPr>
              <p:cNvSpPr/>
              <p:nvPr/>
            </p:nvSpPr>
            <p:spPr>
              <a:xfrm>
                <a:off x="236476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7" name="ph4242">
                <a:extLst>
                  <a:ext uri="{FF2B5EF4-FFF2-40B4-BE49-F238E27FC236}">
                    <a16:creationId xmlns:a16="http://schemas.microsoft.com/office/drawing/2014/main" id="{04ABDE8D-D622-55D7-10A1-349146FE8CA4}"/>
                  </a:ext>
                </a:extLst>
              </p:cNvPr>
              <p:cNvSpPr/>
              <p:nvPr/>
            </p:nvSpPr>
            <p:spPr>
              <a:xfrm>
                <a:off x="237420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8" name="ph4243">
                <a:extLst>
                  <a:ext uri="{FF2B5EF4-FFF2-40B4-BE49-F238E27FC236}">
                    <a16:creationId xmlns:a16="http://schemas.microsoft.com/office/drawing/2014/main" id="{38C98125-E0AC-227B-D491-08401829CF6A}"/>
                  </a:ext>
                </a:extLst>
              </p:cNvPr>
              <p:cNvSpPr/>
              <p:nvPr/>
            </p:nvSpPr>
            <p:spPr>
              <a:xfrm>
                <a:off x="238364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9" name="ph4244">
                <a:extLst>
                  <a:ext uri="{FF2B5EF4-FFF2-40B4-BE49-F238E27FC236}">
                    <a16:creationId xmlns:a16="http://schemas.microsoft.com/office/drawing/2014/main" id="{70226960-8DD0-FCDB-7FFB-99E0BDB0E1FE}"/>
                  </a:ext>
                </a:extLst>
              </p:cNvPr>
              <p:cNvSpPr/>
              <p:nvPr/>
            </p:nvSpPr>
            <p:spPr>
              <a:xfrm>
                <a:off x="239308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0" name="ph4245">
                <a:extLst>
                  <a:ext uri="{FF2B5EF4-FFF2-40B4-BE49-F238E27FC236}">
                    <a16:creationId xmlns:a16="http://schemas.microsoft.com/office/drawing/2014/main" id="{32E2ECBE-F84C-6EAA-1953-2B8E5D79861F}"/>
                  </a:ext>
                </a:extLst>
              </p:cNvPr>
              <p:cNvSpPr/>
              <p:nvPr/>
            </p:nvSpPr>
            <p:spPr>
              <a:xfrm>
                <a:off x="240252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1" name="ph4246">
                <a:extLst>
                  <a:ext uri="{FF2B5EF4-FFF2-40B4-BE49-F238E27FC236}">
                    <a16:creationId xmlns:a16="http://schemas.microsoft.com/office/drawing/2014/main" id="{B41226D3-CAA3-0AC9-E3D4-BBC73326579A}"/>
                  </a:ext>
                </a:extLst>
              </p:cNvPr>
              <p:cNvSpPr/>
              <p:nvPr/>
            </p:nvSpPr>
            <p:spPr>
              <a:xfrm>
                <a:off x="241196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2" name="ph4247">
                <a:extLst>
                  <a:ext uri="{FF2B5EF4-FFF2-40B4-BE49-F238E27FC236}">
                    <a16:creationId xmlns:a16="http://schemas.microsoft.com/office/drawing/2014/main" id="{B522B937-7CC4-C2C3-4E63-8A26D7F48507}"/>
                  </a:ext>
                </a:extLst>
              </p:cNvPr>
              <p:cNvSpPr/>
              <p:nvPr/>
            </p:nvSpPr>
            <p:spPr>
              <a:xfrm>
                <a:off x="242140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3" name="ph4248">
                <a:extLst>
                  <a:ext uri="{FF2B5EF4-FFF2-40B4-BE49-F238E27FC236}">
                    <a16:creationId xmlns:a16="http://schemas.microsoft.com/office/drawing/2014/main" id="{77E97599-5F37-6CFC-4B69-91714790108C}"/>
                  </a:ext>
                </a:extLst>
              </p:cNvPr>
              <p:cNvSpPr/>
              <p:nvPr/>
            </p:nvSpPr>
            <p:spPr>
              <a:xfrm>
                <a:off x="243084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4" name="ph4249">
                <a:extLst>
                  <a:ext uri="{FF2B5EF4-FFF2-40B4-BE49-F238E27FC236}">
                    <a16:creationId xmlns:a16="http://schemas.microsoft.com/office/drawing/2014/main" id="{9B753454-61C8-8B98-9895-9817F4564E25}"/>
                  </a:ext>
                </a:extLst>
              </p:cNvPr>
              <p:cNvSpPr/>
              <p:nvPr/>
            </p:nvSpPr>
            <p:spPr>
              <a:xfrm>
                <a:off x="244028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5" name="ph4250">
                <a:extLst>
                  <a:ext uri="{FF2B5EF4-FFF2-40B4-BE49-F238E27FC236}">
                    <a16:creationId xmlns:a16="http://schemas.microsoft.com/office/drawing/2014/main" id="{D9C0BE7D-7340-7ED7-01C9-CF22FA4A4621}"/>
                  </a:ext>
                </a:extLst>
              </p:cNvPr>
              <p:cNvSpPr/>
              <p:nvPr/>
            </p:nvSpPr>
            <p:spPr>
              <a:xfrm>
                <a:off x="244972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6" name="ph4251">
                <a:extLst>
                  <a:ext uri="{FF2B5EF4-FFF2-40B4-BE49-F238E27FC236}">
                    <a16:creationId xmlns:a16="http://schemas.microsoft.com/office/drawing/2014/main" id="{ED5031F2-BA9A-F4F5-CA21-5561AD606D09}"/>
                  </a:ext>
                </a:extLst>
              </p:cNvPr>
              <p:cNvSpPr/>
              <p:nvPr/>
            </p:nvSpPr>
            <p:spPr>
              <a:xfrm>
                <a:off x="245916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7" name="ph4252">
                <a:extLst>
                  <a:ext uri="{FF2B5EF4-FFF2-40B4-BE49-F238E27FC236}">
                    <a16:creationId xmlns:a16="http://schemas.microsoft.com/office/drawing/2014/main" id="{6EAE0FFD-C2BA-138C-466D-543E6EAE11CF}"/>
                  </a:ext>
                </a:extLst>
              </p:cNvPr>
              <p:cNvSpPr/>
              <p:nvPr/>
            </p:nvSpPr>
            <p:spPr>
              <a:xfrm>
                <a:off x="246860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8" name="ph4253">
                <a:extLst>
                  <a:ext uri="{FF2B5EF4-FFF2-40B4-BE49-F238E27FC236}">
                    <a16:creationId xmlns:a16="http://schemas.microsoft.com/office/drawing/2014/main" id="{24E8AEB0-4897-AF78-BF90-352AC422A804}"/>
                  </a:ext>
                </a:extLst>
              </p:cNvPr>
              <p:cNvSpPr/>
              <p:nvPr/>
            </p:nvSpPr>
            <p:spPr>
              <a:xfrm>
                <a:off x="247804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9" name="ph4254">
                <a:extLst>
                  <a:ext uri="{FF2B5EF4-FFF2-40B4-BE49-F238E27FC236}">
                    <a16:creationId xmlns:a16="http://schemas.microsoft.com/office/drawing/2014/main" id="{2DB9AA1E-F6CF-4B72-A4E2-270AE2B98DE5}"/>
                  </a:ext>
                </a:extLst>
              </p:cNvPr>
              <p:cNvSpPr/>
              <p:nvPr/>
            </p:nvSpPr>
            <p:spPr>
              <a:xfrm>
                <a:off x="248748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0" name="ph4255">
                <a:extLst>
                  <a:ext uri="{FF2B5EF4-FFF2-40B4-BE49-F238E27FC236}">
                    <a16:creationId xmlns:a16="http://schemas.microsoft.com/office/drawing/2014/main" id="{E26F45EC-EA93-C418-EB67-5DD4B9B9879A}"/>
                  </a:ext>
                </a:extLst>
              </p:cNvPr>
              <p:cNvSpPr/>
              <p:nvPr/>
            </p:nvSpPr>
            <p:spPr>
              <a:xfrm>
                <a:off x="249692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1" name="ph4256">
                <a:extLst>
                  <a:ext uri="{FF2B5EF4-FFF2-40B4-BE49-F238E27FC236}">
                    <a16:creationId xmlns:a16="http://schemas.microsoft.com/office/drawing/2014/main" id="{9D98C3C5-ECBE-90DE-B426-5B6670A404A3}"/>
                  </a:ext>
                </a:extLst>
              </p:cNvPr>
              <p:cNvSpPr/>
              <p:nvPr/>
            </p:nvSpPr>
            <p:spPr>
              <a:xfrm>
                <a:off x="250636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BC25C">
                  <a:alpha val="100000"/>
                </a:srgbClr>
              </a:solidFill>
              <a:ln w="5420" cap="flat">
                <a:solidFill>
                  <a:srgbClr val="7B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2" name="ph4257">
                <a:extLst>
                  <a:ext uri="{FF2B5EF4-FFF2-40B4-BE49-F238E27FC236}">
                    <a16:creationId xmlns:a16="http://schemas.microsoft.com/office/drawing/2014/main" id="{D426E7FB-D039-ED93-6D45-FF7E0815C536}"/>
                  </a:ext>
                </a:extLst>
              </p:cNvPr>
              <p:cNvSpPr/>
              <p:nvPr/>
            </p:nvSpPr>
            <p:spPr>
              <a:xfrm>
                <a:off x="2525244" y="181639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637" y="896830"/>
                    </a:lnTo>
                    <a:lnTo>
                      <a:pt x="914400" y="901540"/>
                    </a:lnTo>
                    <a:close/>
                  </a:path>
                </a:pathLst>
              </a:custGeom>
              <a:solidFill>
                <a:srgbClr val="7FC45D">
                  <a:alpha val="100000"/>
                </a:srgbClr>
              </a:solidFill>
              <a:ln w="5420" cap="flat">
                <a:solidFill>
                  <a:srgbClr val="7F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3" name="ph4258">
                <a:extLst>
                  <a:ext uri="{FF2B5EF4-FFF2-40B4-BE49-F238E27FC236}">
                    <a16:creationId xmlns:a16="http://schemas.microsoft.com/office/drawing/2014/main" id="{DFC6D334-914A-C01D-9AB9-91A1E2A262E0}"/>
                  </a:ext>
                </a:extLst>
              </p:cNvPr>
              <p:cNvSpPr/>
              <p:nvPr/>
            </p:nvSpPr>
            <p:spPr>
              <a:xfrm>
                <a:off x="2525244" y="1816396"/>
                <a:ext cx="91873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2" h="914400">
                    <a:moveTo>
                      <a:pt x="914400" y="914400"/>
                    </a:moveTo>
                    <a:lnTo>
                      <a:pt x="914400" y="901540"/>
                    </a:lnTo>
                    <a:lnTo>
                      <a:pt x="915226" y="903748"/>
                    </a:lnTo>
                    <a:lnTo>
                      <a:pt x="918375" y="913191"/>
                    </a:lnTo>
                    <a:lnTo>
                      <a:pt x="918732" y="914400"/>
                    </a:lnTo>
                    <a:close/>
                  </a:path>
                </a:pathLst>
              </a:custGeom>
              <a:solidFill>
                <a:srgbClr val="82C65E">
                  <a:alpha val="100000"/>
                </a:srgbClr>
              </a:solidFill>
              <a:ln w="5420" cap="flat">
                <a:solidFill>
                  <a:srgbClr val="82C6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4" name="ph4259">
                <a:extLst>
                  <a:ext uri="{FF2B5EF4-FFF2-40B4-BE49-F238E27FC236}">
                    <a16:creationId xmlns:a16="http://schemas.microsoft.com/office/drawing/2014/main" id="{C1498C8F-CF21-D64C-8522-FC1F60922ED1}"/>
                  </a:ext>
                </a:extLst>
              </p:cNvPr>
              <p:cNvSpPr/>
              <p:nvPr/>
            </p:nvSpPr>
            <p:spPr>
              <a:xfrm>
                <a:off x="3176620" y="179882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671" y="931969"/>
                    </a:lnTo>
                    <a:lnTo>
                      <a:pt x="906276" y="924736"/>
                    </a:lnTo>
                    <a:lnTo>
                      <a:pt x="90600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5" name="ph4260">
                <a:extLst>
                  <a:ext uri="{FF2B5EF4-FFF2-40B4-BE49-F238E27FC236}">
                    <a16:creationId xmlns:a16="http://schemas.microsoft.com/office/drawing/2014/main" id="{68F6E136-B47B-7390-2425-6BE06D7B61E8}"/>
                  </a:ext>
                </a:extLst>
              </p:cNvPr>
              <p:cNvSpPr/>
              <p:nvPr/>
            </p:nvSpPr>
            <p:spPr>
              <a:xfrm>
                <a:off x="317662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6" name="ph4261">
                <a:extLst>
                  <a:ext uri="{FF2B5EF4-FFF2-40B4-BE49-F238E27FC236}">
                    <a16:creationId xmlns:a16="http://schemas.microsoft.com/office/drawing/2014/main" id="{003085D8-5B87-469B-A398-96420B24D572}"/>
                  </a:ext>
                </a:extLst>
              </p:cNvPr>
              <p:cNvSpPr/>
              <p:nvPr/>
            </p:nvSpPr>
            <p:spPr>
              <a:xfrm>
                <a:off x="3186060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7" name="ph4262">
                <a:extLst>
                  <a:ext uri="{FF2B5EF4-FFF2-40B4-BE49-F238E27FC236}">
                    <a16:creationId xmlns:a16="http://schemas.microsoft.com/office/drawing/2014/main" id="{6B3C552F-B1D3-F164-0DD7-6A7A9F4D74FA}"/>
                  </a:ext>
                </a:extLst>
              </p:cNvPr>
              <p:cNvSpPr/>
              <p:nvPr/>
            </p:nvSpPr>
            <p:spPr>
              <a:xfrm>
                <a:off x="319550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8" name="ph4263">
                <a:extLst>
                  <a:ext uri="{FF2B5EF4-FFF2-40B4-BE49-F238E27FC236}">
                    <a16:creationId xmlns:a16="http://schemas.microsoft.com/office/drawing/2014/main" id="{496521A6-542D-A0E1-7BCA-831EFEF2EF59}"/>
                  </a:ext>
                </a:extLst>
              </p:cNvPr>
              <p:cNvSpPr/>
              <p:nvPr/>
            </p:nvSpPr>
            <p:spPr>
              <a:xfrm>
                <a:off x="320494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9" name="ph4264">
                <a:extLst>
                  <a:ext uri="{FF2B5EF4-FFF2-40B4-BE49-F238E27FC236}">
                    <a16:creationId xmlns:a16="http://schemas.microsoft.com/office/drawing/2014/main" id="{14EE8656-B8D6-EACC-6125-6D1AB548BAAE}"/>
                  </a:ext>
                </a:extLst>
              </p:cNvPr>
              <p:cNvSpPr/>
              <p:nvPr/>
            </p:nvSpPr>
            <p:spPr>
              <a:xfrm>
                <a:off x="321438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0" name="ph4265">
                <a:extLst>
                  <a:ext uri="{FF2B5EF4-FFF2-40B4-BE49-F238E27FC236}">
                    <a16:creationId xmlns:a16="http://schemas.microsoft.com/office/drawing/2014/main" id="{E6A1C587-87C6-D0AD-B2F6-29345083691A}"/>
                  </a:ext>
                </a:extLst>
              </p:cNvPr>
              <p:cNvSpPr/>
              <p:nvPr/>
            </p:nvSpPr>
            <p:spPr>
              <a:xfrm>
                <a:off x="3223821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1" name="ph4266">
                <a:extLst>
                  <a:ext uri="{FF2B5EF4-FFF2-40B4-BE49-F238E27FC236}">
                    <a16:creationId xmlns:a16="http://schemas.microsoft.com/office/drawing/2014/main" id="{062A4234-4DEE-1C7D-1864-0AC12BA71F3B}"/>
                  </a:ext>
                </a:extLst>
              </p:cNvPr>
              <p:cNvSpPr/>
              <p:nvPr/>
            </p:nvSpPr>
            <p:spPr>
              <a:xfrm>
                <a:off x="323326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2" name="ph4267">
                <a:extLst>
                  <a:ext uri="{FF2B5EF4-FFF2-40B4-BE49-F238E27FC236}">
                    <a16:creationId xmlns:a16="http://schemas.microsoft.com/office/drawing/2014/main" id="{FA118429-F472-3A82-B474-C9D56F1E2818}"/>
                  </a:ext>
                </a:extLst>
              </p:cNvPr>
              <p:cNvSpPr/>
              <p:nvPr/>
            </p:nvSpPr>
            <p:spPr>
              <a:xfrm>
                <a:off x="324270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3" name="ph4268">
                <a:extLst>
                  <a:ext uri="{FF2B5EF4-FFF2-40B4-BE49-F238E27FC236}">
                    <a16:creationId xmlns:a16="http://schemas.microsoft.com/office/drawing/2014/main" id="{7A0A870E-0979-6419-9806-106FC6E8A43B}"/>
                  </a:ext>
                </a:extLst>
              </p:cNvPr>
              <p:cNvSpPr/>
              <p:nvPr/>
            </p:nvSpPr>
            <p:spPr>
              <a:xfrm>
                <a:off x="325214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4" name="ph4269">
                <a:extLst>
                  <a:ext uri="{FF2B5EF4-FFF2-40B4-BE49-F238E27FC236}">
                    <a16:creationId xmlns:a16="http://schemas.microsoft.com/office/drawing/2014/main" id="{99C5EC0E-56B6-07F0-B7B6-F398077713D7}"/>
                  </a:ext>
                </a:extLst>
              </p:cNvPr>
              <p:cNvSpPr/>
              <p:nvPr/>
            </p:nvSpPr>
            <p:spPr>
              <a:xfrm>
                <a:off x="3261582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5" name="ph4270">
                <a:extLst>
                  <a:ext uri="{FF2B5EF4-FFF2-40B4-BE49-F238E27FC236}">
                    <a16:creationId xmlns:a16="http://schemas.microsoft.com/office/drawing/2014/main" id="{9E3B8B7E-1295-132D-C31B-D228AB999BC1}"/>
                  </a:ext>
                </a:extLst>
              </p:cNvPr>
              <p:cNvSpPr/>
              <p:nvPr/>
            </p:nvSpPr>
            <p:spPr>
              <a:xfrm>
                <a:off x="327102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6" name="ph4271">
                <a:extLst>
                  <a:ext uri="{FF2B5EF4-FFF2-40B4-BE49-F238E27FC236}">
                    <a16:creationId xmlns:a16="http://schemas.microsoft.com/office/drawing/2014/main" id="{9D4E4003-4426-2DF8-3914-9847CF6DCF12}"/>
                  </a:ext>
                </a:extLst>
              </p:cNvPr>
              <p:cNvSpPr/>
              <p:nvPr/>
            </p:nvSpPr>
            <p:spPr>
              <a:xfrm>
                <a:off x="328046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7" name="ph4272">
                <a:extLst>
                  <a:ext uri="{FF2B5EF4-FFF2-40B4-BE49-F238E27FC236}">
                    <a16:creationId xmlns:a16="http://schemas.microsoft.com/office/drawing/2014/main" id="{189E96BC-5807-FB43-4F33-4BD9B4ACF256}"/>
                  </a:ext>
                </a:extLst>
              </p:cNvPr>
              <p:cNvSpPr/>
              <p:nvPr/>
            </p:nvSpPr>
            <p:spPr>
              <a:xfrm>
                <a:off x="328990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8" name="ph4273">
                <a:extLst>
                  <a:ext uri="{FF2B5EF4-FFF2-40B4-BE49-F238E27FC236}">
                    <a16:creationId xmlns:a16="http://schemas.microsoft.com/office/drawing/2014/main" id="{DB3E3BD3-48D1-53FF-237B-4D3D5C789EC7}"/>
                  </a:ext>
                </a:extLst>
              </p:cNvPr>
              <p:cNvSpPr/>
              <p:nvPr/>
            </p:nvSpPr>
            <p:spPr>
              <a:xfrm>
                <a:off x="3299343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9" name="ph4274">
                <a:extLst>
                  <a:ext uri="{FF2B5EF4-FFF2-40B4-BE49-F238E27FC236}">
                    <a16:creationId xmlns:a16="http://schemas.microsoft.com/office/drawing/2014/main" id="{EAE837A0-46F8-8C02-394D-004A2440D693}"/>
                  </a:ext>
                </a:extLst>
              </p:cNvPr>
              <p:cNvSpPr/>
              <p:nvPr/>
            </p:nvSpPr>
            <p:spPr>
              <a:xfrm>
                <a:off x="330878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0" name="ph4275">
                <a:extLst>
                  <a:ext uri="{FF2B5EF4-FFF2-40B4-BE49-F238E27FC236}">
                    <a16:creationId xmlns:a16="http://schemas.microsoft.com/office/drawing/2014/main" id="{B739E1F3-EE3F-D7D3-4227-54D6D10EE503}"/>
                  </a:ext>
                </a:extLst>
              </p:cNvPr>
              <p:cNvSpPr/>
              <p:nvPr/>
            </p:nvSpPr>
            <p:spPr>
              <a:xfrm>
                <a:off x="331822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1" name="ph4276">
                <a:extLst>
                  <a:ext uri="{FF2B5EF4-FFF2-40B4-BE49-F238E27FC236}">
                    <a16:creationId xmlns:a16="http://schemas.microsoft.com/office/drawing/2014/main" id="{8BE6068E-2F5E-6620-FB76-61CE77061D43}"/>
                  </a:ext>
                </a:extLst>
              </p:cNvPr>
              <p:cNvSpPr/>
              <p:nvPr/>
            </p:nvSpPr>
            <p:spPr>
              <a:xfrm>
                <a:off x="332766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2" name="ph4277">
                <a:extLst>
                  <a:ext uri="{FF2B5EF4-FFF2-40B4-BE49-F238E27FC236}">
                    <a16:creationId xmlns:a16="http://schemas.microsoft.com/office/drawing/2014/main" id="{07EEC4D4-5393-2248-EC35-4C643F6B9F1B}"/>
                  </a:ext>
                </a:extLst>
              </p:cNvPr>
              <p:cNvSpPr/>
              <p:nvPr/>
            </p:nvSpPr>
            <p:spPr>
              <a:xfrm>
                <a:off x="333710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3" name="ph4278">
                <a:extLst>
                  <a:ext uri="{FF2B5EF4-FFF2-40B4-BE49-F238E27FC236}">
                    <a16:creationId xmlns:a16="http://schemas.microsoft.com/office/drawing/2014/main" id="{881759E0-EA51-61F8-81CA-557DDDBAFC33}"/>
                  </a:ext>
                </a:extLst>
              </p:cNvPr>
              <p:cNvSpPr/>
              <p:nvPr/>
            </p:nvSpPr>
            <p:spPr>
              <a:xfrm>
                <a:off x="3346544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4" name="ph4279">
                <a:extLst>
                  <a:ext uri="{FF2B5EF4-FFF2-40B4-BE49-F238E27FC236}">
                    <a16:creationId xmlns:a16="http://schemas.microsoft.com/office/drawing/2014/main" id="{6AA3CEB5-D49A-961E-D8A7-049AC6853E15}"/>
                  </a:ext>
                </a:extLst>
              </p:cNvPr>
              <p:cNvSpPr/>
              <p:nvPr/>
            </p:nvSpPr>
            <p:spPr>
              <a:xfrm>
                <a:off x="335598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5" name="ph4280">
                <a:extLst>
                  <a:ext uri="{FF2B5EF4-FFF2-40B4-BE49-F238E27FC236}">
                    <a16:creationId xmlns:a16="http://schemas.microsoft.com/office/drawing/2014/main" id="{9AA672CC-F7B4-8968-7F9D-62A692B878D9}"/>
                  </a:ext>
                </a:extLst>
              </p:cNvPr>
              <p:cNvSpPr/>
              <p:nvPr/>
            </p:nvSpPr>
            <p:spPr>
              <a:xfrm>
                <a:off x="336542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6" name="ph4281">
                <a:extLst>
                  <a:ext uri="{FF2B5EF4-FFF2-40B4-BE49-F238E27FC236}">
                    <a16:creationId xmlns:a16="http://schemas.microsoft.com/office/drawing/2014/main" id="{4EC2966B-EA67-A9E0-DA85-43C9C4507F40}"/>
                  </a:ext>
                </a:extLst>
              </p:cNvPr>
              <p:cNvSpPr/>
              <p:nvPr/>
            </p:nvSpPr>
            <p:spPr>
              <a:xfrm>
                <a:off x="337486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7" name="ph4282">
                <a:extLst>
                  <a:ext uri="{FF2B5EF4-FFF2-40B4-BE49-F238E27FC236}">
                    <a16:creationId xmlns:a16="http://schemas.microsoft.com/office/drawing/2014/main" id="{5004490C-EC20-8B9B-737C-A10DF216A300}"/>
                  </a:ext>
                </a:extLst>
              </p:cNvPr>
              <p:cNvSpPr/>
              <p:nvPr/>
            </p:nvSpPr>
            <p:spPr>
              <a:xfrm>
                <a:off x="3384305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8" name="ph4283">
                <a:extLst>
                  <a:ext uri="{FF2B5EF4-FFF2-40B4-BE49-F238E27FC236}">
                    <a16:creationId xmlns:a16="http://schemas.microsoft.com/office/drawing/2014/main" id="{1AF3680D-F4F9-313E-AFA8-8D93E4BC597A}"/>
                  </a:ext>
                </a:extLst>
              </p:cNvPr>
              <p:cNvSpPr/>
              <p:nvPr/>
            </p:nvSpPr>
            <p:spPr>
              <a:xfrm>
                <a:off x="339374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9" name="ph4284">
                <a:extLst>
                  <a:ext uri="{FF2B5EF4-FFF2-40B4-BE49-F238E27FC236}">
                    <a16:creationId xmlns:a16="http://schemas.microsoft.com/office/drawing/2014/main" id="{8AF874CB-DD29-0D35-F616-A1F4C4460738}"/>
                  </a:ext>
                </a:extLst>
              </p:cNvPr>
              <p:cNvSpPr/>
              <p:nvPr/>
            </p:nvSpPr>
            <p:spPr>
              <a:xfrm>
                <a:off x="3403186" y="179882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0" name="ph4285">
                <a:extLst>
                  <a:ext uri="{FF2B5EF4-FFF2-40B4-BE49-F238E27FC236}">
                    <a16:creationId xmlns:a16="http://schemas.microsoft.com/office/drawing/2014/main" id="{773040FD-7CEE-767C-C96A-5B073493CC59}"/>
                  </a:ext>
                </a:extLst>
              </p:cNvPr>
              <p:cNvSpPr/>
              <p:nvPr/>
            </p:nvSpPr>
            <p:spPr>
              <a:xfrm>
                <a:off x="3412626" y="1816396"/>
                <a:ext cx="92049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9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90" y="896830"/>
                    </a:lnTo>
                    <a:lnTo>
                      <a:pt x="919919" y="902010"/>
                    </a:lnTo>
                    <a:lnTo>
                      <a:pt x="918442" y="912583"/>
                    </a:lnTo>
                    <a:lnTo>
                      <a:pt x="918134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1" name="ph4286">
                <a:extLst>
                  <a:ext uri="{FF2B5EF4-FFF2-40B4-BE49-F238E27FC236}">
                    <a16:creationId xmlns:a16="http://schemas.microsoft.com/office/drawing/2014/main" id="{A48F16FA-5934-57B1-7E83-26233E84672B}"/>
                  </a:ext>
                </a:extLst>
              </p:cNvPr>
              <p:cNvSpPr/>
              <p:nvPr/>
            </p:nvSpPr>
            <p:spPr>
              <a:xfrm>
                <a:off x="2223156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3098" y="931969"/>
                    </a:lnTo>
                    <a:lnTo>
                      <a:pt x="912078" y="929047"/>
                    </a:lnTo>
                    <a:lnTo>
                      <a:pt x="909116" y="919504"/>
                    </a:lnTo>
                    <a:lnTo>
                      <a:pt x="907717" y="914400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2" name="ph4287">
                <a:extLst>
                  <a:ext uri="{FF2B5EF4-FFF2-40B4-BE49-F238E27FC236}">
                    <a16:creationId xmlns:a16="http://schemas.microsoft.com/office/drawing/2014/main" id="{306AE2ED-3A4A-B404-8D0B-F543B4AB4A40}"/>
                  </a:ext>
                </a:extLst>
              </p:cNvPr>
              <p:cNvSpPr/>
              <p:nvPr/>
            </p:nvSpPr>
            <p:spPr>
              <a:xfrm>
                <a:off x="222315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3" name="ph4288">
                <a:extLst>
                  <a:ext uri="{FF2B5EF4-FFF2-40B4-BE49-F238E27FC236}">
                    <a16:creationId xmlns:a16="http://schemas.microsoft.com/office/drawing/2014/main" id="{1B74B104-2A17-9995-E3DB-620D7AC02A73}"/>
                  </a:ext>
                </a:extLst>
              </p:cNvPr>
              <p:cNvSpPr/>
              <p:nvPr/>
            </p:nvSpPr>
            <p:spPr>
              <a:xfrm>
                <a:off x="223259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4" name="ph4289">
                <a:extLst>
                  <a:ext uri="{FF2B5EF4-FFF2-40B4-BE49-F238E27FC236}">
                    <a16:creationId xmlns:a16="http://schemas.microsoft.com/office/drawing/2014/main" id="{9537B0D1-EF6C-0EF5-C651-54017962E891}"/>
                  </a:ext>
                </a:extLst>
              </p:cNvPr>
              <p:cNvSpPr/>
              <p:nvPr/>
            </p:nvSpPr>
            <p:spPr>
              <a:xfrm>
                <a:off x="224203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5" name="ph4290">
                <a:extLst>
                  <a:ext uri="{FF2B5EF4-FFF2-40B4-BE49-F238E27FC236}">
                    <a16:creationId xmlns:a16="http://schemas.microsoft.com/office/drawing/2014/main" id="{B4F499D7-05C5-CF85-A100-23E1C6A8C765}"/>
                  </a:ext>
                </a:extLst>
              </p:cNvPr>
              <p:cNvSpPr/>
              <p:nvPr/>
            </p:nvSpPr>
            <p:spPr>
              <a:xfrm>
                <a:off x="225147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6" name="ph4291">
                <a:extLst>
                  <a:ext uri="{FF2B5EF4-FFF2-40B4-BE49-F238E27FC236}">
                    <a16:creationId xmlns:a16="http://schemas.microsoft.com/office/drawing/2014/main" id="{98337CD3-EFC3-0DE8-91C0-62DF766FE9D2}"/>
                  </a:ext>
                </a:extLst>
              </p:cNvPr>
              <p:cNvSpPr/>
              <p:nvPr/>
            </p:nvSpPr>
            <p:spPr>
              <a:xfrm>
                <a:off x="226091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7" name="ph4292">
                <a:extLst>
                  <a:ext uri="{FF2B5EF4-FFF2-40B4-BE49-F238E27FC236}">
                    <a16:creationId xmlns:a16="http://schemas.microsoft.com/office/drawing/2014/main" id="{A4589CE8-2787-6E66-5E16-F5B11E997E7F}"/>
                  </a:ext>
                </a:extLst>
              </p:cNvPr>
              <p:cNvSpPr/>
              <p:nvPr/>
            </p:nvSpPr>
            <p:spPr>
              <a:xfrm>
                <a:off x="227035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8" name="ph4293">
                <a:extLst>
                  <a:ext uri="{FF2B5EF4-FFF2-40B4-BE49-F238E27FC236}">
                    <a16:creationId xmlns:a16="http://schemas.microsoft.com/office/drawing/2014/main" id="{FF415A7A-608E-9EE3-B77E-7E5C1D677F47}"/>
                  </a:ext>
                </a:extLst>
              </p:cNvPr>
              <p:cNvSpPr/>
              <p:nvPr/>
            </p:nvSpPr>
            <p:spPr>
              <a:xfrm>
                <a:off x="2279797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9" name="ph4294">
                <a:extLst>
                  <a:ext uri="{FF2B5EF4-FFF2-40B4-BE49-F238E27FC236}">
                    <a16:creationId xmlns:a16="http://schemas.microsoft.com/office/drawing/2014/main" id="{4D37491F-4F6D-31AF-852B-3CAA2917E6D8}"/>
                  </a:ext>
                </a:extLst>
              </p:cNvPr>
              <p:cNvSpPr/>
              <p:nvPr/>
            </p:nvSpPr>
            <p:spPr>
              <a:xfrm>
                <a:off x="228923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0" name="ph4295">
                <a:extLst>
                  <a:ext uri="{FF2B5EF4-FFF2-40B4-BE49-F238E27FC236}">
                    <a16:creationId xmlns:a16="http://schemas.microsoft.com/office/drawing/2014/main" id="{8C05E97E-B316-CC7E-D3A1-BBF439B4C212}"/>
                  </a:ext>
                </a:extLst>
              </p:cNvPr>
              <p:cNvSpPr/>
              <p:nvPr/>
            </p:nvSpPr>
            <p:spPr>
              <a:xfrm>
                <a:off x="229867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1" name="ph4296">
                <a:extLst>
                  <a:ext uri="{FF2B5EF4-FFF2-40B4-BE49-F238E27FC236}">
                    <a16:creationId xmlns:a16="http://schemas.microsoft.com/office/drawing/2014/main" id="{E053FAD2-E91F-EA4F-FA8B-E5DDD878CE19}"/>
                  </a:ext>
                </a:extLst>
              </p:cNvPr>
              <p:cNvSpPr/>
              <p:nvPr/>
            </p:nvSpPr>
            <p:spPr>
              <a:xfrm>
                <a:off x="230811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2" name="ph4297">
                <a:extLst>
                  <a:ext uri="{FF2B5EF4-FFF2-40B4-BE49-F238E27FC236}">
                    <a16:creationId xmlns:a16="http://schemas.microsoft.com/office/drawing/2014/main" id="{2282640D-01CC-E53B-0A46-637B98676C7C}"/>
                  </a:ext>
                </a:extLst>
              </p:cNvPr>
              <p:cNvSpPr/>
              <p:nvPr/>
            </p:nvSpPr>
            <p:spPr>
              <a:xfrm>
                <a:off x="2317558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3" name="ph4298">
                <a:extLst>
                  <a:ext uri="{FF2B5EF4-FFF2-40B4-BE49-F238E27FC236}">
                    <a16:creationId xmlns:a16="http://schemas.microsoft.com/office/drawing/2014/main" id="{5DF3DFFD-1815-68DB-6562-F4B46938D404}"/>
                  </a:ext>
                </a:extLst>
              </p:cNvPr>
              <p:cNvSpPr/>
              <p:nvPr/>
            </p:nvSpPr>
            <p:spPr>
              <a:xfrm>
                <a:off x="232699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4" name="ph4299">
                <a:extLst>
                  <a:ext uri="{FF2B5EF4-FFF2-40B4-BE49-F238E27FC236}">
                    <a16:creationId xmlns:a16="http://schemas.microsoft.com/office/drawing/2014/main" id="{CC0BBD75-0057-9718-6972-F19F0DAF31D0}"/>
                  </a:ext>
                </a:extLst>
              </p:cNvPr>
              <p:cNvSpPr/>
              <p:nvPr/>
            </p:nvSpPr>
            <p:spPr>
              <a:xfrm>
                <a:off x="233643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5" name="ph4300">
                <a:extLst>
                  <a:ext uri="{FF2B5EF4-FFF2-40B4-BE49-F238E27FC236}">
                    <a16:creationId xmlns:a16="http://schemas.microsoft.com/office/drawing/2014/main" id="{A662078A-80E2-6518-88B1-EF40E3438CA0}"/>
                  </a:ext>
                </a:extLst>
              </p:cNvPr>
              <p:cNvSpPr/>
              <p:nvPr/>
            </p:nvSpPr>
            <p:spPr>
              <a:xfrm>
                <a:off x="234587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4">
                  <a:alpha val="100000"/>
                </a:srgbClr>
              </a:solidFill>
              <a:ln w="5420" cap="flat">
                <a:solidFill>
                  <a:srgbClr val="3E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6" name="ph4301">
                <a:extLst>
                  <a:ext uri="{FF2B5EF4-FFF2-40B4-BE49-F238E27FC236}">
                    <a16:creationId xmlns:a16="http://schemas.microsoft.com/office/drawing/2014/main" id="{7DE33CA2-7F87-4449-6EC3-2451E4A009D9}"/>
                  </a:ext>
                </a:extLst>
              </p:cNvPr>
              <p:cNvSpPr/>
              <p:nvPr/>
            </p:nvSpPr>
            <p:spPr>
              <a:xfrm>
                <a:off x="2355319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7" name="ph4302">
                <a:extLst>
                  <a:ext uri="{FF2B5EF4-FFF2-40B4-BE49-F238E27FC236}">
                    <a16:creationId xmlns:a16="http://schemas.microsoft.com/office/drawing/2014/main" id="{2D9B984D-1C81-6E6E-1BFC-6BA1859EF0A9}"/>
                  </a:ext>
                </a:extLst>
              </p:cNvPr>
              <p:cNvSpPr/>
              <p:nvPr/>
            </p:nvSpPr>
            <p:spPr>
              <a:xfrm>
                <a:off x="236476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8" name="ph4303">
                <a:extLst>
                  <a:ext uri="{FF2B5EF4-FFF2-40B4-BE49-F238E27FC236}">
                    <a16:creationId xmlns:a16="http://schemas.microsoft.com/office/drawing/2014/main" id="{FCE8CF74-5830-32B4-E8C4-F498150C11FF}"/>
                  </a:ext>
                </a:extLst>
              </p:cNvPr>
              <p:cNvSpPr/>
              <p:nvPr/>
            </p:nvSpPr>
            <p:spPr>
              <a:xfrm>
                <a:off x="237420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9" name="ph4304">
                <a:extLst>
                  <a:ext uri="{FF2B5EF4-FFF2-40B4-BE49-F238E27FC236}">
                    <a16:creationId xmlns:a16="http://schemas.microsoft.com/office/drawing/2014/main" id="{3A095E7F-D2A9-F825-00B5-C0B160F003A8}"/>
                  </a:ext>
                </a:extLst>
              </p:cNvPr>
              <p:cNvSpPr/>
              <p:nvPr/>
            </p:nvSpPr>
            <p:spPr>
              <a:xfrm>
                <a:off x="238364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0" name="ph4305">
                <a:extLst>
                  <a:ext uri="{FF2B5EF4-FFF2-40B4-BE49-F238E27FC236}">
                    <a16:creationId xmlns:a16="http://schemas.microsoft.com/office/drawing/2014/main" id="{E6EFA545-F125-57A9-362C-9C56813F641D}"/>
                  </a:ext>
                </a:extLst>
              </p:cNvPr>
              <p:cNvSpPr/>
              <p:nvPr/>
            </p:nvSpPr>
            <p:spPr>
              <a:xfrm>
                <a:off x="239308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1" name="ph4306">
                <a:extLst>
                  <a:ext uri="{FF2B5EF4-FFF2-40B4-BE49-F238E27FC236}">
                    <a16:creationId xmlns:a16="http://schemas.microsoft.com/office/drawing/2014/main" id="{692C4A14-ADDD-542F-76D4-B6DE37A5A14D}"/>
                  </a:ext>
                </a:extLst>
              </p:cNvPr>
              <p:cNvSpPr/>
              <p:nvPr/>
            </p:nvSpPr>
            <p:spPr>
              <a:xfrm>
                <a:off x="240252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2" name="ph4307">
                <a:extLst>
                  <a:ext uri="{FF2B5EF4-FFF2-40B4-BE49-F238E27FC236}">
                    <a16:creationId xmlns:a16="http://schemas.microsoft.com/office/drawing/2014/main" id="{D04B6EFE-6601-2A00-04B6-1F01336D8C9C}"/>
                  </a:ext>
                </a:extLst>
              </p:cNvPr>
              <p:cNvSpPr/>
              <p:nvPr/>
            </p:nvSpPr>
            <p:spPr>
              <a:xfrm>
                <a:off x="241196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FAB56">
                  <a:alpha val="100000"/>
                </a:srgbClr>
              </a:solidFill>
              <a:ln w="5420" cap="flat">
                <a:solidFill>
                  <a:srgbClr val="4F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3" name="ph4308">
                <a:extLst>
                  <a:ext uri="{FF2B5EF4-FFF2-40B4-BE49-F238E27FC236}">
                    <a16:creationId xmlns:a16="http://schemas.microsoft.com/office/drawing/2014/main" id="{5D9627FB-3C83-4868-5E68-A2F5B96317A4}"/>
                  </a:ext>
                </a:extLst>
              </p:cNvPr>
              <p:cNvSpPr/>
              <p:nvPr/>
            </p:nvSpPr>
            <p:spPr>
              <a:xfrm>
                <a:off x="242140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4" name="ph4309">
                <a:extLst>
                  <a:ext uri="{FF2B5EF4-FFF2-40B4-BE49-F238E27FC236}">
                    <a16:creationId xmlns:a16="http://schemas.microsoft.com/office/drawing/2014/main" id="{1AB91C7E-DA38-65D8-C01F-A61E8B2BAB37}"/>
                  </a:ext>
                </a:extLst>
              </p:cNvPr>
              <p:cNvSpPr/>
              <p:nvPr/>
            </p:nvSpPr>
            <p:spPr>
              <a:xfrm>
                <a:off x="243084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5" name="ph4310">
                <a:extLst>
                  <a:ext uri="{FF2B5EF4-FFF2-40B4-BE49-F238E27FC236}">
                    <a16:creationId xmlns:a16="http://schemas.microsoft.com/office/drawing/2014/main" id="{9F903EEB-8EA6-FF95-D162-EFEF23941562}"/>
                  </a:ext>
                </a:extLst>
              </p:cNvPr>
              <p:cNvSpPr/>
              <p:nvPr/>
            </p:nvSpPr>
            <p:spPr>
              <a:xfrm>
                <a:off x="244028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6" name="ph4311">
                <a:extLst>
                  <a:ext uri="{FF2B5EF4-FFF2-40B4-BE49-F238E27FC236}">
                    <a16:creationId xmlns:a16="http://schemas.microsoft.com/office/drawing/2014/main" id="{68A670EA-B9B9-957B-EF2B-DD196C4C8A04}"/>
                  </a:ext>
                </a:extLst>
              </p:cNvPr>
              <p:cNvSpPr/>
              <p:nvPr/>
            </p:nvSpPr>
            <p:spPr>
              <a:xfrm>
                <a:off x="244972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7" name="ph4312">
                <a:extLst>
                  <a:ext uri="{FF2B5EF4-FFF2-40B4-BE49-F238E27FC236}">
                    <a16:creationId xmlns:a16="http://schemas.microsoft.com/office/drawing/2014/main" id="{F7B57BE6-BB8C-4F14-5376-C2A3465CD99C}"/>
                  </a:ext>
                </a:extLst>
              </p:cNvPr>
              <p:cNvSpPr/>
              <p:nvPr/>
            </p:nvSpPr>
            <p:spPr>
              <a:xfrm>
                <a:off x="245916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659">
                  <a:alpha val="100000"/>
                </a:srgbClr>
              </a:solidFill>
              <a:ln w="5420" cap="flat">
                <a:solidFill>
                  <a:srgbClr val="63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8" name="ph4313">
                <a:extLst>
                  <a:ext uri="{FF2B5EF4-FFF2-40B4-BE49-F238E27FC236}">
                    <a16:creationId xmlns:a16="http://schemas.microsoft.com/office/drawing/2014/main" id="{E82A7931-8C35-E41E-C6CD-387ABA4A3225}"/>
                  </a:ext>
                </a:extLst>
              </p:cNvPr>
              <p:cNvSpPr/>
              <p:nvPr/>
            </p:nvSpPr>
            <p:spPr>
              <a:xfrm>
                <a:off x="246860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9" name="ph4314">
                <a:extLst>
                  <a:ext uri="{FF2B5EF4-FFF2-40B4-BE49-F238E27FC236}">
                    <a16:creationId xmlns:a16="http://schemas.microsoft.com/office/drawing/2014/main" id="{6BBCF9F4-1124-CB69-E3EE-D001B2ACD0A6}"/>
                  </a:ext>
                </a:extLst>
              </p:cNvPr>
              <p:cNvSpPr/>
              <p:nvPr/>
            </p:nvSpPr>
            <p:spPr>
              <a:xfrm>
                <a:off x="247804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0" name="ph4315">
                <a:extLst>
                  <a:ext uri="{FF2B5EF4-FFF2-40B4-BE49-F238E27FC236}">
                    <a16:creationId xmlns:a16="http://schemas.microsoft.com/office/drawing/2014/main" id="{F2D1947F-7E8C-A561-DD53-D71B150A8C97}"/>
                  </a:ext>
                </a:extLst>
              </p:cNvPr>
              <p:cNvSpPr/>
              <p:nvPr/>
            </p:nvSpPr>
            <p:spPr>
              <a:xfrm>
                <a:off x="248748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1" name="ph4316">
                <a:extLst>
                  <a:ext uri="{FF2B5EF4-FFF2-40B4-BE49-F238E27FC236}">
                    <a16:creationId xmlns:a16="http://schemas.microsoft.com/office/drawing/2014/main" id="{61DB4F21-84BB-538E-29E4-B70B6FB333D3}"/>
                  </a:ext>
                </a:extLst>
              </p:cNvPr>
              <p:cNvSpPr/>
              <p:nvPr/>
            </p:nvSpPr>
            <p:spPr>
              <a:xfrm>
                <a:off x="249692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4BE5B">
                  <a:alpha val="100000"/>
                </a:srgbClr>
              </a:solidFill>
              <a:ln w="5420" cap="flat">
                <a:solidFill>
                  <a:srgbClr val="74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2" name="ph4317">
                <a:extLst>
                  <a:ext uri="{FF2B5EF4-FFF2-40B4-BE49-F238E27FC236}">
                    <a16:creationId xmlns:a16="http://schemas.microsoft.com/office/drawing/2014/main" id="{3EEFFBB1-294A-B814-D3D1-6A6B1AAD9AE0}"/>
                  </a:ext>
                </a:extLst>
              </p:cNvPr>
              <p:cNvSpPr/>
              <p:nvPr/>
            </p:nvSpPr>
            <p:spPr>
              <a:xfrm>
                <a:off x="250636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3" name="ph4318">
                <a:extLst>
                  <a:ext uri="{FF2B5EF4-FFF2-40B4-BE49-F238E27FC236}">
                    <a16:creationId xmlns:a16="http://schemas.microsoft.com/office/drawing/2014/main" id="{181E04D1-D163-106E-A4DE-7E9156AD15CB}"/>
                  </a:ext>
                </a:extLst>
              </p:cNvPr>
              <p:cNvSpPr/>
              <p:nvPr/>
            </p:nvSpPr>
            <p:spPr>
              <a:xfrm>
                <a:off x="2515803" y="1798826"/>
                <a:ext cx="9220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78" h="914400">
                    <a:moveTo>
                      <a:pt x="914399" y="914400"/>
                    </a:moveTo>
                    <a:lnTo>
                      <a:pt x="914520" y="896830"/>
                    </a:lnTo>
                    <a:lnTo>
                      <a:pt x="917588" y="903424"/>
                    </a:lnTo>
                    <a:lnTo>
                      <a:pt x="921254" y="912197"/>
                    </a:lnTo>
                    <a:lnTo>
                      <a:pt x="922078" y="914400"/>
                    </a:lnTo>
                    <a:close/>
                  </a:path>
                </a:pathLst>
              </a:custGeom>
              <a:solidFill>
                <a:srgbClr val="7BC35D">
                  <a:alpha val="100000"/>
                </a:srgbClr>
              </a:solidFill>
              <a:ln w="5420" cap="flat">
                <a:solidFill>
                  <a:srgbClr val="7B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4" name="ph4319">
                <a:extLst>
                  <a:ext uri="{FF2B5EF4-FFF2-40B4-BE49-F238E27FC236}">
                    <a16:creationId xmlns:a16="http://schemas.microsoft.com/office/drawing/2014/main" id="{C60AFA28-E8C2-9F71-0329-5ED329A0C452}"/>
                  </a:ext>
                </a:extLst>
              </p:cNvPr>
              <p:cNvSpPr/>
              <p:nvPr/>
            </p:nvSpPr>
            <p:spPr>
              <a:xfrm>
                <a:off x="3176620" y="17812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000" y="931969"/>
                    </a:lnTo>
                    <a:lnTo>
                      <a:pt x="905985" y="931392"/>
                    </a:lnTo>
                    <a:lnTo>
                      <a:pt x="905998" y="920465"/>
                    </a:lnTo>
                    <a:lnTo>
                      <a:pt x="90617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5" name="ph4320">
                <a:extLst>
                  <a:ext uri="{FF2B5EF4-FFF2-40B4-BE49-F238E27FC236}">
                    <a16:creationId xmlns:a16="http://schemas.microsoft.com/office/drawing/2014/main" id="{B3C51EEA-DFDB-B895-F8E3-AE4A79C14CFA}"/>
                  </a:ext>
                </a:extLst>
              </p:cNvPr>
              <p:cNvSpPr/>
              <p:nvPr/>
            </p:nvSpPr>
            <p:spPr>
              <a:xfrm>
                <a:off x="317662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6" name="ph4321">
                <a:extLst>
                  <a:ext uri="{FF2B5EF4-FFF2-40B4-BE49-F238E27FC236}">
                    <a16:creationId xmlns:a16="http://schemas.microsoft.com/office/drawing/2014/main" id="{6A5E5065-2975-C107-39DE-36FB88B08497}"/>
                  </a:ext>
                </a:extLst>
              </p:cNvPr>
              <p:cNvSpPr/>
              <p:nvPr/>
            </p:nvSpPr>
            <p:spPr>
              <a:xfrm>
                <a:off x="3186060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7" name="ph4322">
                <a:extLst>
                  <a:ext uri="{FF2B5EF4-FFF2-40B4-BE49-F238E27FC236}">
                    <a16:creationId xmlns:a16="http://schemas.microsoft.com/office/drawing/2014/main" id="{340AE587-7CA5-2053-2E0B-9AF4204FBE55}"/>
                  </a:ext>
                </a:extLst>
              </p:cNvPr>
              <p:cNvSpPr/>
              <p:nvPr/>
            </p:nvSpPr>
            <p:spPr>
              <a:xfrm>
                <a:off x="319550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8" name="ph4323">
                <a:extLst>
                  <a:ext uri="{FF2B5EF4-FFF2-40B4-BE49-F238E27FC236}">
                    <a16:creationId xmlns:a16="http://schemas.microsoft.com/office/drawing/2014/main" id="{F61FD9A6-AF4E-62CE-A8B3-FFF536EB7704}"/>
                  </a:ext>
                </a:extLst>
              </p:cNvPr>
              <p:cNvSpPr/>
              <p:nvPr/>
            </p:nvSpPr>
            <p:spPr>
              <a:xfrm>
                <a:off x="320494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9" name="ph4324">
                <a:extLst>
                  <a:ext uri="{FF2B5EF4-FFF2-40B4-BE49-F238E27FC236}">
                    <a16:creationId xmlns:a16="http://schemas.microsoft.com/office/drawing/2014/main" id="{16F9FDB0-D3DA-B3FC-1844-92D836B4E3F7}"/>
                  </a:ext>
                </a:extLst>
              </p:cNvPr>
              <p:cNvSpPr/>
              <p:nvPr/>
            </p:nvSpPr>
            <p:spPr>
              <a:xfrm>
                <a:off x="321438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0" name="ph4325">
                <a:extLst>
                  <a:ext uri="{FF2B5EF4-FFF2-40B4-BE49-F238E27FC236}">
                    <a16:creationId xmlns:a16="http://schemas.microsoft.com/office/drawing/2014/main" id="{A4BE4297-9CF6-67A7-1C80-1FA211249DD2}"/>
                  </a:ext>
                </a:extLst>
              </p:cNvPr>
              <p:cNvSpPr/>
              <p:nvPr/>
            </p:nvSpPr>
            <p:spPr>
              <a:xfrm>
                <a:off x="3223821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1" name="ph4326">
                <a:extLst>
                  <a:ext uri="{FF2B5EF4-FFF2-40B4-BE49-F238E27FC236}">
                    <a16:creationId xmlns:a16="http://schemas.microsoft.com/office/drawing/2014/main" id="{A99FED86-ECFE-09B5-924D-4ADC2B79C167}"/>
                  </a:ext>
                </a:extLst>
              </p:cNvPr>
              <p:cNvSpPr/>
              <p:nvPr/>
            </p:nvSpPr>
            <p:spPr>
              <a:xfrm>
                <a:off x="323326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2" name="ph4327">
                <a:extLst>
                  <a:ext uri="{FF2B5EF4-FFF2-40B4-BE49-F238E27FC236}">
                    <a16:creationId xmlns:a16="http://schemas.microsoft.com/office/drawing/2014/main" id="{978A5A7A-366D-A57F-614F-47957ACC15AB}"/>
                  </a:ext>
                </a:extLst>
              </p:cNvPr>
              <p:cNvSpPr/>
              <p:nvPr/>
            </p:nvSpPr>
            <p:spPr>
              <a:xfrm>
                <a:off x="324270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3" name="ph4328">
                <a:extLst>
                  <a:ext uri="{FF2B5EF4-FFF2-40B4-BE49-F238E27FC236}">
                    <a16:creationId xmlns:a16="http://schemas.microsoft.com/office/drawing/2014/main" id="{AD2CB5CA-2979-12F7-62E6-9B522745EB35}"/>
                  </a:ext>
                </a:extLst>
              </p:cNvPr>
              <p:cNvSpPr/>
              <p:nvPr/>
            </p:nvSpPr>
            <p:spPr>
              <a:xfrm>
                <a:off x="325214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4" name="ph4329">
                <a:extLst>
                  <a:ext uri="{FF2B5EF4-FFF2-40B4-BE49-F238E27FC236}">
                    <a16:creationId xmlns:a16="http://schemas.microsoft.com/office/drawing/2014/main" id="{E020DBD5-A688-7F36-4C52-1F4487114BE0}"/>
                  </a:ext>
                </a:extLst>
              </p:cNvPr>
              <p:cNvSpPr/>
              <p:nvPr/>
            </p:nvSpPr>
            <p:spPr>
              <a:xfrm>
                <a:off x="3261582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5" name="ph4330">
                <a:extLst>
                  <a:ext uri="{FF2B5EF4-FFF2-40B4-BE49-F238E27FC236}">
                    <a16:creationId xmlns:a16="http://schemas.microsoft.com/office/drawing/2014/main" id="{30E998A8-0A4B-1335-039F-A21E5256F8D3}"/>
                  </a:ext>
                </a:extLst>
              </p:cNvPr>
              <p:cNvSpPr/>
              <p:nvPr/>
            </p:nvSpPr>
            <p:spPr>
              <a:xfrm>
                <a:off x="327102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6" name="ph4331">
                <a:extLst>
                  <a:ext uri="{FF2B5EF4-FFF2-40B4-BE49-F238E27FC236}">
                    <a16:creationId xmlns:a16="http://schemas.microsoft.com/office/drawing/2014/main" id="{1310AA9B-2D40-C341-85DA-D2BD4EF08CE3}"/>
                  </a:ext>
                </a:extLst>
              </p:cNvPr>
              <p:cNvSpPr/>
              <p:nvPr/>
            </p:nvSpPr>
            <p:spPr>
              <a:xfrm>
                <a:off x="328046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7" name="ph4332">
                <a:extLst>
                  <a:ext uri="{FF2B5EF4-FFF2-40B4-BE49-F238E27FC236}">
                    <a16:creationId xmlns:a16="http://schemas.microsoft.com/office/drawing/2014/main" id="{86D50030-5A20-962D-C844-E6522635B94A}"/>
                  </a:ext>
                </a:extLst>
              </p:cNvPr>
              <p:cNvSpPr/>
              <p:nvPr/>
            </p:nvSpPr>
            <p:spPr>
              <a:xfrm>
                <a:off x="328990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8" name="ph4333">
                <a:extLst>
                  <a:ext uri="{FF2B5EF4-FFF2-40B4-BE49-F238E27FC236}">
                    <a16:creationId xmlns:a16="http://schemas.microsoft.com/office/drawing/2014/main" id="{1471548D-8B21-37E0-4852-1A15701E5F57}"/>
                  </a:ext>
                </a:extLst>
              </p:cNvPr>
              <p:cNvSpPr/>
              <p:nvPr/>
            </p:nvSpPr>
            <p:spPr>
              <a:xfrm>
                <a:off x="3299343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9" name="ph4334">
                <a:extLst>
                  <a:ext uri="{FF2B5EF4-FFF2-40B4-BE49-F238E27FC236}">
                    <a16:creationId xmlns:a16="http://schemas.microsoft.com/office/drawing/2014/main" id="{1011C5D0-7E2A-8DBB-A839-A7AC5BF8886E}"/>
                  </a:ext>
                </a:extLst>
              </p:cNvPr>
              <p:cNvSpPr/>
              <p:nvPr/>
            </p:nvSpPr>
            <p:spPr>
              <a:xfrm>
                <a:off x="330878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0" name="ph4335">
                <a:extLst>
                  <a:ext uri="{FF2B5EF4-FFF2-40B4-BE49-F238E27FC236}">
                    <a16:creationId xmlns:a16="http://schemas.microsoft.com/office/drawing/2014/main" id="{53670E4C-C02A-AF1C-7F2C-EFFA88B1E765}"/>
                  </a:ext>
                </a:extLst>
              </p:cNvPr>
              <p:cNvSpPr/>
              <p:nvPr/>
            </p:nvSpPr>
            <p:spPr>
              <a:xfrm>
                <a:off x="331822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1" name="ph4336">
                <a:extLst>
                  <a:ext uri="{FF2B5EF4-FFF2-40B4-BE49-F238E27FC236}">
                    <a16:creationId xmlns:a16="http://schemas.microsoft.com/office/drawing/2014/main" id="{FD681A4E-E697-36C6-803C-5629528EB536}"/>
                  </a:ext>
                </a:extLst>
              </p:cNvPr>
              <p:cNvSpPr/>
              <p:nvPr/>
            </p:nvSpPr>
            <p:spPr>
              <a:xfrm>
                <a:off x="332766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2" name="ph4337">
                <a:extLst>
                  <a:ext uri="{FF2B5EF4-FFF2-40B4-BE49-F238E27FC236}">
                    <a16:creationId xmlns:a16="http://schemas.microsoft.com/office/drawing/2014/main" id="{A628F39E-FB43-7F00-3148-CFCC7090CF46}"/>
                  </a:ext>
                </a:extLst>
              </p:cNvPr>
              <p:cNvSpPr/>
              <p:nvPr/>
            </p:nvSpPr>
            <p:spPr>
              <a:xfrm>
                <a:off x="333710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3" name="ph4338">
                <a:extLst>
                  <a:ext uri="{FF2B5EF4-FFF2-40B4-BE49-F238E27FC236}">
                    <a16:creationId xmlns:a16="http://schemas.microsoft.com/office/drawing/2014/main" id="{E5985062-B3B4-9BFE-5613-EE9BD6942BA7}"/>
                  </a:ext>
                </a:extLst>
              </p:cNvPr>
              <p:cNvSpPr/>
              <p:nvPr/>
            </p:nvSpPr>
            <p:spPr>
              <a:xfrm>
                <a:off x="3346544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4" name="ph4339">
                <a:extLst>
                  <a:ext uri="{FF2B5EF4-FFF2-40B4-BE49-F238E27FC236}">
                    <a16:creationId xmlns:a16="http://schemas.microsoft.com/office/drawing/2014/main" id="{E55A9E7C-CE66-EE88-070D-634374B527D1}"/>
                  </a:ext>
                </a:extLst>
              </p:cNvPr>
              <p:cNvSpPr/>
              <p:nvPr/>
            </p:nvSpPr>
            <p:spPr>
              <a:xfrm>
                <a:off x="335598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5" name="ph4340">
                <a:extLst>
                  <a:ext uri="{FF2B5EF4-FFF2-40B4-BE49-F238E27FC236}">
                    <a16:creationId xmlns:a16="http://schemas.microsoft.com/office/drawing/2014/main" id="{0F6601B9-F75F-0541-A9B5-292F8CC87699}"/>
                  </a:ext>
                </a:extLst>
              </p:cNvPr>
              <p:cNvSpPr/>
              <p:nvPr/>
            </p:nvSpPr>
            <p:spPr>
              <a:xfrm>
                <a:off x="336542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6" name="ph4341">
                <a:extLst>
                  <a:ext uri="{FF2B5EF4-FFF2-40B4-BE49-F238E27FC236}">
                    <a16:creationId xmlns:a16="http://schemas.microsoft.com/office/drawing/2014/main" id="{FF970AE9-EC20-7D67-BC52-AB994EFB859F}"/>
                  </a:ext>
                </a:extLst>
              </p:cNvPr>
              <p:cNvSpPr/>
              <p:nvPr/>
            </p:nvSpPr>
            <p:spPr>
              <a:xfrm>
                <a:off x="337486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7" name="ph4342">
                <a:extLst>
                  <a:ext uri="{FF2B5EF4-FFF2-40B4-BE49-F238E27FC236}">
                    <a16:creationId xmlns:a16="http://schemas.microsoft.com/office/drawing/2014/main" id="{1155B81C-667C-525E-AB25-F4B5F79BDC7C}"/>
                  </a:ext>
                </a:extLst>
              </p:cNvPr>
              <p:cNvSpPr/>
              <p:nvPr/>
            </p:nvSpPr>
            <p:spPr>
              <a:xfrm>
                <a:off x="3384305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8" name="ph4343">
                <a:extLst>
                  <a:ext uri="{FF2B5EF4-FFF2-40B4-BE49-F238E27FC236}">
                    <a16:creationId xmlns:a16="http://schemas.microsoft.com/office/drawing/2014/main" id="{353CCCBC-F9E9-FA4D-A448-66525AC9B178}"/>
                  </a:ext>
                </a:extLst>
              </p:cNvPr>
              <p:cNvSpPr/>
              <p:nvPr/>
            </p:nvSpPr>
            <p:spPr>
              <a:xfrm>
                <a:off x="339374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9" name="ph4344">
                <a:extLst>
                  <a:ext uri="{FF2B5EF4-FFF2-40B4-BE49-F238E27FC236}">
                    <a16:creationId xmlns:a16="http://schemas.microsoft.com/office/drawing/2014/main" id="{ECD8474A-D30D-EC80-7143-2C442E23DC61}"/>
                  </a:ext>
                </a:extLst>
              </p:cNvPr>
              <p:cNvSpPr/>
              <p:nvPr/>
            </p:nvSpPr>
            <p:spPr>
              <a:xfrm>
                <a:off x="3403186" y="17812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0" name="ph4345">
                <a:extLst>
                  <a:ext uri="{FF2B5EF4-FFF2-40B4-BE49-F238E27FC236}">
                    <a16:creationId xmlns:a16="http://schemas.microsoft.com/office/drawing/2014/main" id="{F5FCDEDA-48D5-E17B-FBBE-36F8B4C520C0}"/>
                  </a:ext>
                </a:extLst>
              </p:cNvPr>
              <p:cNvSpPr/>
              <p:nvPr/>
            </p:nvSpPr>
            <p:spPr>
              <a:xfrm>
                <a:off x="3412626" y="1798826"/>
                <a:ext cx="9220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04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047" y="896830"/>
                    </a:lnTo>
                    <a:lnTo>
                      <a:pt x="921980" y="898079"/>
                    </a:lnTo>
                    <a:lnTo>
                      <a:pt x="921099" y="908879"/>
                    </a:lnTo>
                    <a:lnTo>
                      <a:pt x="920490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1" name="ph4346">
                <a:extLst>
                  <a:ext uri="{FF2B5EF4-FFF2-40B4-BE49-F238E27FC236}">
                    <a16:creationId xmlns:a16="http://schemas.microsoft.com/office/drawing/2014/main" id="{B92D769E-D385-1479-2552-FBE2D8C4897D}"/>
                  </a:ext>
                </a:extLst>
              </p:cNvPr>
              <p:cNvSpPr/>
              <p:nvPr/>
            </p:nvSpPr>
            <p:spPr>
              <a:xfrm>
                <a:off x="2213716" y="1763687"/>
                <a:ext cx="914400" cy="92113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135">
                    <a:moveTo>
                      <a:pt x="914400" y="914400"/>
                    </a:moveTo>
                    <a:lnTo>
                      <a:pt x="914400" y="921135"/>
                    </a:lnTo>
                    <a:lnTo>
                      <a:pt x="913971" y="919345"/>
                    </a:lnTo>
                    <a:lnTo>
                      <a:pt x="911812" y="916469"/>
                    </a:lnTo>
                    <a:lnTo>
                      <a:pt x="910418" y="914400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2" name="ph4347">
                <a:extLst>
                  <a:ext uri="{FF2B5EF4-FFF2-40B4-BE49-F238E27FC236}">
                    <a16:creationId xmlns:a16="http://schemas.microsoft.com/office/drawing/2014/main" id="{41B2D3DA-EC53-6F50-3785-70A2F71EE1AE}"/>
                  </a:ext>
                </a:extLst>
              </p:cNvPr>
              <p:cNvSpPr/>
              <p:nvPr/>
            </p:nvSpPr>
            <p:spPr>
              <a:xfrm>
                <a:off x="221371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157" y="931969"/>
                    </a:lnTo>
                    <a:lnTo>
                      <a:pt x="915866" y="927257"/>
                    </a:lnTo>
                    <a:lnTo>
                      <a:pt x="914400" y="921135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3" name="ph4348">
                <a:extLst>
                  <a:ext uri="{FF2B5EF4-FFF2-40B4-BE49-F238E27FC236}">
                    <a16:creationId xmlns:a16="http://schemas.microsoft.com/office/drawing/2014/main" id="{D8D35272-7FD0-14FE-3FC7-5B7A2E969C35}"/>
                  </a:ext>
                </a:extLst>
              </p:cNvPr>
              <p:cNvSpPr/>
              <p:nvPr/>
            </p:nvSpPr>
            <p:spPr>
              <a:xfrm>
                <a:off x="222315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4" name="ph4349">
                <a:extLst>
                  <a:ext uri="{FF2B5EF4-FFF2-40B4-BE49-F238E27FC236}">
                    <a16:creationId xmlns:a16="http://schemas.microsoft.com/office/drawing/2014/main" id="{BF650642-DBE5-1AC2-605E-EDC3A044C863}"/>
                  </a:ext>
                </a:extLst>
              </p:cNvPr>
              <p:cNvSpPr/>
              <p:nvPr/>
            </p:nvSpPr>
            <p:spPr>
              <a:xfrm>
                <a:off x="223259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158">
                  <a:alpha val="100000"/>
                </a:srgbClr>
              </a:solidFill>
              <a:ln w="5420" cap="flat">
                <a:solidFill>
                  <a:srgbClr val="5CB1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5" name="ph4350">
                <a:extLst>
                  <a:ext uri="{FF2B5EF4-FFF2-40B4-BE49-F238E27FC236}">
                    <a16:creationId xmlns:a16="http://schemas.microsoft.com/office/drawing/2014/main" id="{21C1E503-3BE9-87C4-4ADF-0F587AD2969C}"/>
                  </a:ext>
                </a:extLst>
              </p:cNvPr>
              <p:cNvSpPr/>
              <p:nvPr/>
            </p:nvSpPr>
            <p:spPr>
              <a:xfrm>
                <a:off x="224203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6" name="ph4351">
                <a:extLst>
                  <a:ext uri="{FF2B5EF4-FFF2-40B4-BE49-F238E27FC236}">
                    <a16:creationId xmlns:a16="http://schemas.microsoft.com/office/drawing/2014/main" id="{F6B97158-F5EC-31B4-5F1C-F64304531BF1}"/>
                  </a:ext>
                </a:extLst>
              </p:cNvPr>
              <p:cNvSpPr/>
              <p:nvPr/>
            </p:nvSpPr>
            <p:spPr>
              <a:xfrm>
                <a:off x="225147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7" name="ph4352">
                <a:extLst>
                  <a:ext uri="{FF2B5EF4-FFF2-40B4-BE49-F238E27FC236}">
                    <a16:creationId xmlns:a16="http://schemas.microsoft.com/office/drawing/2014/main" id="{D2FF960A-4B11-4669-9BE1-E7DB3071D313}"/>
                  </a:ext>
                </a:extLst>
              </p:cNvPr>
              <p:cNvSpPr/>
              <p:nvPr/>
            </p:nvSpPr>
            <p:spPr>
              <a:xfrm>
                <a:off x="226091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8" name="ph4353">
                <a:extLst>
                  <a:ext uri="{FF2B5EF4-FFF2-40B4-BE49-F238E27FC236}">
                    <a16:creationId xmlns:a16="http://schemas.microsoft.com/office/drawing/2014/main" id="{3AA0CEFB-7D68-E06A-AAEC-AA4656B0D0B6}"/>
                  </a:ext>
                </a:extLst>
              </p:cNvPr>
              <p:cNvSpPr/>
              <p:nvPr/>
            </p:nvSpPr>
            <p:spPr>
              <a:xfrm>
                <a:off x="227035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855">
                  <a:alpha val="100000"/>
                </a:srgbClr>
              </a:solidFill>
              <a:ln w="5420" cap="flat">
                <a:solidFill>
                  <a:srgbClr val="47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9" name="ph4354">
                <a:extLst>
                  <a:ext uri="{FF2B5EF4-FFF2-40B4-BE49-F238E27FC236}">
                    <a16:creationId xmlns:a16="http://schemas.microsoft.com/office/drawing/2014/main" id="{4BE20351-4FA9-E707-F57F-FA5F2C7F8E9C}"/>
                  </a:ext>
                </a:extLst>
              </p:cNvPr>
              <p:cNvSpPr/>
              <p:nvPr/>
            </p:nvSpPr>
            <p:spPr>
              <a:xfrm>
                <a:off x="2279797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0" name="ph4355">
                <a:extLst>
                  <a:ext uri="{FF2B5EF4-FFF2-40B4-BE49-F238E27FC236}">
                    <a16:creationId xmlns:a16="http://schemas.microsoft.com/office/drawing/2014/main" id="{C231BE3A-B72D-D521-E2E3-BBDBD9E69468}"/>
                  </a:ext>
                </a:extLst>
              </p:cNvPr>
              <p:cNvSpPr/>
              <p:nvPr/>
            </p:nvSpPr>
            <p:spPr>
              <a:xfrm>
                <a:off x="228923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1" name="ph4356">
                <a:extLst>
                  <a:ext uri="{FF2B5EF4-FFF2-40B4-BE49-F238E27FC236}">
                    <a16:creationId xmlns:a16="http://schemas.microsoft.com/office/drawing/2014/main" id="{25CE05F9-A2E9-6B3F-98F8-26529CD27BDB}"/>
                  </a:ext>
                </a:extLst>
              </p:cNvPr>
              <p:cNvSpPr/>
              <p:nvPr/>
            </p:nvSpPr>
            <p:spPr>
              <a:xfrm>
                <a:off x="229867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2" name="ph4357">
                <a:extLst>
                  <a:ext uri="{FF2B5EF4-FFF2-40B4-BE49-F238E27FC236}">
                    <a16:creationId xmlns:a16="http://schemas.microsoft.com/office/drawing/2014/main" id="{ECABA721-A873-D6ED-344C-D3C7735798CC}"/>
                  </a:ext>
                </a:extLst>
              </p:cNvPr>
              <p:cNvSpPr/>
              <p:nvPr/>
            </p:nvSpPr>
            <p:spPr>
              <a:xfrm>
                <a:off x="230811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3" name="ph4358">
                <a:extLst>
                  <a:ext uri="{FF2B5EF4-FFF2-40B4-BE49-F238E27FC236}">
                    <a16:creationId xmlns:a16="http://schemas.microsoft.com/office/drawing/2014/main" id="{DD0DC700-384A-208B-A4D7-7C242AC00977}"/>
                  </a:ext>
                </a:extLst>
              </p:cNvPr>
              <p:cNvSpPr/>
              <p:nvPr/>
            </p:nvSpPr>
            <p:spPr>
              <a:xfrm>
                <a:off x="2317558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4" name="ph4359">
                <a:extLst>
                  <a:ext uri="{FF2B5EF4-FFF2-40B4-BE49-F238E27FC236}">
                    <a16:creationId xmlns:a16="http://schemas.microsoft.com/office/drawing/2014/main" id="{F63DCF7B-700C-0227-5A58-39D0A3A7B15D}"/>
                  </a:ext>
                </a:extLst>
              </p:cNvPr>
              <p:cNvSpPr/>
              <p:nvPr/>
            </p:nvSpPr>
            <p:spPr>
              <a:xfrm>
                <a:off x="232699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5" name="ph4360">
                <a:extLst>
                  <a:ext uri="{FF2B5EF4-FFF2-40B4-BE49-F238E27FC236}">
                    <a16:creationId xmlns:a16="http://schemas.microsoft.com/office/drawing/2014/main" id="{1D328B9E-0AAD-9249-0116-BFC6150EEB4C}"/>
                  </a:ext>
                </a:extLst>
              </p:cNvPr>
              <p:cNvSpPr/>
              <p:nvPr/>
            </p:nvSpPr>
            <p:spPr>
              <a:xfrm>
                <a:off x="233643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6" name="ph4361">
                <a:extLst>
                  <a:ext uri="{FF2B5EF4-FFF2-40B4-BE49-F238E27FC236}">
                    <a16:creationId xmlns:a16="http://schemas.microsoft.com/office/drawing/2014/main" id="{5EFBFD7A-9219-7E09-EB09-3E7A14716A5F}"/>
                  </a:ext>
                </a:extLst>
              </p:cNvPr>
              <p:cNvSpPr/>
              <p:nvPr/>
            </p:nvSpPr>
            <p:spPr>
              <a:xfrm>
                <a:off x="234587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7" name="ph4362">
                <a:extLst>
                  <a:ext uri="{FF2B5EF4-FFF2-40B4-BE49-F238E27FC236}">
                    <a16:creationId xmlns:a16="http://schemas.microsoft.com/office/drawing/2014/main" id="{3ADD213A-BAB8-94C4-1C26-807822912D3B}"/>
                  </a:ext>
                </a:extLst>
              </p:cNvPr>
              <p:cNvSpPr/>
              <p:nvPr/>
            </p:nvSpPr>
            <p:spPr>
              <a:xfrm>
                <a:off x="2355319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8" name="ph4363">
                <a:extLst>
                  <a:ext uri="{FF2B5EF4-FFF2-40B4-BE49-F238E27FC236}">
                    <a16:creationId xmlns:a16="http://schemas.microsoft.com/office/drawing/2014/main" id="{0AC798A0-BE53-50D4-0769-0DB9E1816A55}"/>
                  </a:ext>
                </a:extLst>
              </p:cNvPr>
              <p:cNvSpPr/>
              <p:nvPr/>
            </p:nvSpPr>
            <p:spPr>
              <a:xfrm>
                <a:off x="236476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8A153">
                  <a:alpha val="100000"/>
                </a:srgbClr>
              </a:solidFill>
              <a:ln w="5420" cap="flat">
                <a:solidFill>
                  <a:srgbClr val="38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9" name="ph4364">
                <a:extLst>
                  <a:ext uri="{FF2B5EF4-FFF2-40B4-BE49-F238E27FC236}">
                    <a16:creationId xmlns:a16="http://schemas.microsoft.com/office/drawing/2014/main" id="{086FE247-895A-9D77-9BCF-0EC8BB828034}"/>
                  </a:ext>
                </a:extLst>
              </p:cNvPr>
              <p:cNvSpPr/>
              <p:nvPr/>
            </p:nvSpPr>
            <p:spPr>
              <a:xfrm>
                <a:off x="237420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0" name="ph4365">
                <a:extLst>
                  <a:ext uri="{FF2B5EF4-FFF2-40B4-BE49-F238E27FC236}">
                    <a16:creationId xmlns:a16="http://schemas.microsoft.com/office/drawing/2014/main" id="{BBD29DFC-20DE-DF3B-5008-6A565F4AE200}"/>
                  </a:ext>
                </a:extLst>
              </p:cNvPr>
              <p:cNvSpPr/>
              <p:nvPr/>
            </p:nvSpPr>
            <p:spPr>
              <a:xfrm>
                <a:off x="238364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1" name="ph4366">
                <a:extLst>
                  <a:ext uri="{FF2B5EF4-FFF2-40B4-BE49-F238E27FC236}">
                    <a16:creationId xmlns:a16="http://schemas.microsoft.com/office/drawing/2014/main" id="{E80330FE-9234-AF0A-960D-EF048C12087C}"/>
                  </a:ext>
                </a:extLst>
              </p:cNvPr>
              <p:cNvSpPr/>
              <p:nvPr/>
            </p:nvSpPr>
            <p:spPr>
              <a:xfrm>
                <a:off x="239308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2" name="ph4367">
                <a:extLst>
                  <a:ext uri="{FF2B5EF4-FFF2-40B4-BE49-F238E27FC236}">
                    <a16:creationId xmlns:a16="http://schemas.microsoft.com/office/drawing/2014/main" id="{7C41CD5F-DC0F-EAAB-6592-101F58AC2D72}"/>
                  </a:ext>
                </a:extLst>
              </p:cNvPr>
              <p:cNvSpPr/>
              <p:nvPr/>
            </p:nvSpPr>
            <p:spPr>
              <a:xfrm>
                <a:off x="240252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3" name="ph4368">
                <a:extLst>
                  <a:ext uri="{FF2B5EF4-FFF2-40B4-BE49-F238E27FC236}">
                    <a16:creationId xmlns:a16="http://schemas.microsoft.com/office/drawing/2014/main" id="{0CC0C135-A1EC-E555-1254-C8575306741F}"/>
                  </a:ext>
                </a:extLst>
              </p:cNvPr>
              <p:cNvSpPr/>
              <p:nvPr/>
            </p:nvSpPr>
            <p:spPr>
              <a:xfrm>
                <a:off x="241196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4" name="ph4369">
                <a:extLst>
                  <a:ext uri="{FF2B5EF4-FFF2-40B4-BE49-F238E27FC236}">
                    <a16:creationId xmlns:a16="http://schemas.microsoft.com/office/drawing/2014/main" id="{13BEA70B-A8EE-81BE-A2D3-0D442BE84FB9}"/>
                  </a:ext>
                </a:extLst>
              </p:cNvPr>
              <p:cNvSpPr/>
              <p:nvPr/>
            </p:nvSpPr>
            <p:spPr>
              <a:xfrm>
                <a:off x="242140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DAA56">
                  <a:alpha val="100000"/>
                </a:srgbClr>
              </a:solidFill>
              <a:ln w="5420" cap="flat">
                <a:solidFill>
                  <a:srgbClr val="4DAA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5" name="ph4370">
                <a:extLst>
                  <a:ext uri="{FF2B5EF4-FFF2-40B4-BE49-F238E27FC236}">
                    <a16:creationId xmlns:a16="http://schemas.microsoft.com/office/drawing/2014/main" id="{BA7C87EA-B979-D507-660A-EC80E449772C}"/>
                  </a:ext>
                </a:extLst>
              </p:cNvPr>
              <p:cNvSpPr/>
              <p:nvPr/>
            </p:nvSpPr>
            <p:spPr>
              <a:xfrm>
                <a:off x="243084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6" name="ph4371">
                <a:extLst>
                  <a:ext uri="{FF2B5EF4-FFF2-40B4-BE49-F238E27FC236}">
                    <a16:creationId xmlns:a16="http://schemas.microsoft.com/office/drawing/2014/main" id="{1122777F-2580-FE8A-22C2-891E927C9757}"/>
                  </a:ext>
                </a:extLst>
              </p:cNvPr>
              <p:cNvSpPr/>
              <p:nvPr/>
            </p:nvSpPr>
            <p:spPr>
              <a:xfrm>
                <a:off x="244028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7" name="ph4372">
                <a:extLst>
                  <a:ext uri="{FF2B5EF4-FFF2-40B4-BE49-F238E27FC236}">
                    <a16:creationId xmlns:a16="http://schemas.microsoft.com/office/drawing/2014/main" id="{9BEC6A40-9734-4166-E651-56C796DD1D2B}"/>
                  </a:ext>
                </a:extLst>
              </p:cNvPr>
              <p:cNvSpPr/>
              <p:nvPr/>
            </p:nvSpPr>
            <p:spPr>
              <a:xfrm>
                <a:off x="244972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BB157">
                  <a:alpha val="100000"/>
                </a:srgbClr>
              </a:solidFill>
              <a:ln w="5420" cap="flat">
                <a:solidFill>
                  <a:srgbClr val="5B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8" name="ph4373">
                <a:extLst>
                  <a:ext uri="{FF2B5EF4-FFF2-40B4-BE49-F238E27FC236}">
                    <a16:creationId xmlns:a16="http://schemas.microsoft.com/office/drawing/2014/main" id="{E93D186F-5099-320F-B0A7-F2512A92C9AA}"/>
                  </a:ext>
                </a:extLst>
              </p:cNvPr>
              <p:cNvSpPr/>
              <p:nvPr/>
            </p:nvSpPr>
            <p:spPr>
              <a:xfrm>
                <a:off x="245916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9" name="ph4374">
                <a:extLst>
                  <a:ext uri="{FF2B5EF4-FFF2-40B4-BE49-F238E27FC236}">
                    <a16:creationId xmlns:a16="http://schemas.microsoft.com/office/drawing/2014/main" id="{7BDB5309-ED06-0633-DB57-09E84756CCD4}"/>
                  </a:ext>
                </a:extLst>
              </p:cNvPr>
              <p:cNvSpPr/>
              <p:nvPr/>
            </p:nvSpPr>
            <p:spPr>
              <a:xfrm>
                <a:off x="246860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0" name="ph4375">
                <a:extLst>
                  <a:ext uri="{FF2B5EF4-FFF2-40B4-BE49-F238E27FC236}">
                    <a16:creationId xmlns:a16="http://schemas.microsoft.com/office/drawing/2014/main" id="{5DFB28A8-FCFA-CC06-4FA2-06F3D28921B6}"/>
                  </a:ext>
                </a:extLst>
              </p:cNvPr>
              <p:cNvSpPr/>
              <p:nvPr/>
            </p:nvSpPr>
            <p:spPr>
              <a:xfrm>
                <a:off x="247804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1" name="ph4376">
                <a:extLst>
                  <a:ext uri="{FF2B5EF4-FFF2-40B4-BE49-F238E27FC236}">
                    <a16:creationId xmlns:a16="http://schemas.microsoft.com/office/drawing/2014/main" id="{D029D455-0CD9-176B-968E-083997A9E68A}"/>
                  </a:ext>
                </a:extLst>
              </p:cNvPr>
              <p:cNvSpPr/>
              <p:nvPr/>
            </p:nvSpPr>
            <p:spPr>
              <a:xfrm>
                <a:off x="248748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2" name="ph4377">
                <a:extLst>
                  <a:ext uri="{FF2B5EF4-FFF2-40B4-BE49-F238E27FC236}">
                    <a16:creationId xmlns:a16="http://schemas.microsoft.com/office/drawing/2014/main" id="{D8041B7C-817D-2C5B-774F-C248C1C883AE}"/>
                  </a:ext>
                </a:extLst>
              </p:cNvPr>
              <p:cNvSpPr/>
              <p:nvPr/>
            </p:nvSpPr>
            <p:spPr>
              <a:xfrm>
                <a:off x="249692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3" name="ph4378">
                <a:extLst>
                  <a:ext uri="{FF2B5EF4-FFF2-40B4-BE49-F238E27FC236}">
                    <a16:creationId xmlns:a16="http://schemas.microsoft.com/office/drawing/2014/main" id="{B5E6C2F4-2AC8-DCAF-2983-8218D42E2048}"/>
                  </a:ext>
                </a:extLst>
              </p:cNvPr>
              <p:cNvSpPr/>
              <p:nvPr/>
            </p:nvSpPr>
            <p:spPr>
              <a:xfrm>
                <a:off x="2515803" y="178125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5069" y="896830"/>
                    </a:lnTo>
                    <a:lnTo>
                      <a:pt x="905175" y="896996"/>
                    </a:lnTo>
                    <a:lnTo>
                      <a:pt x="909537" y="904585"/>
                    </a:lnTo>
                    <a:lnTo>
                      <a:pt x="913679" y="912592"/>
                    </a:lnTo>
                    <a:lnTo>
                      <a:pt x="914399" y="914141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4" name="ph4379">
                <a:extLst>
                  <a:ext uri="{FF2B5EF4-FFF2-40B4-BE49-F238E27FC236}">
                    <a16:creationId xmlns:a16="http://schemas.microsoft.com/office/drawing/2014/main" id="{3D9DFE22-8305-1D4E-F76F-1FFCAA8C8A5C}"/>
                  </a:ext>
                </a:extLst>
              </p:cNvPr>
              <p:cNvSpPr/>
              <p:nvPr/>
            </p:nvSpPr>
            <p:spPr>
              <a:xfrm>
                <a:off x="2515803" y="1781256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14399" y="914141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5" name="ph4380">
                <a:extLst>
                  <a:ext uri="{FF2B5EF4-FFF2-40B4-BE49-F238E27FC236}">
                    <a16:creationId xmlns:a16="http://schemas.microsoft.com/office/drawing/2014/main" id="{727B466D-2A00-BB49-9869-AC4CF492F406}"/>
                  </a:ext>
                </a:extLst>
              </p:cNvPr>
              <p:cNvSpPr/>
              <p:nvPr/>
            </p:nvSpPr>
            <p:spPr>
              <a:xfrm>
                <a:off x="3176620" y="176368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175" y="931969"/>
                    </a:lnTo>
                    <a:lnTo>
                      <a:pt x="906316" y="927124"/>
                    </a:lnTo>
                    <a:lnTo>
                      <a:pt x="906936" y="916258"/>
                    </a:lnTo>
                    <a:lnTo>
                      <a:pt x="90709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6" name="ph4381">
                <a:extLst>
                  <a:ext uri="{FF2B5EF4-FFF2-40B4-BE49-F238E27FC236}">
                    <a16:creationId xmlns:a16="http://schemas.microsoft.com/office/drawing/2014/main" id="{C58C11D4-2B8C-34C6-1B21-B4B2DB8AAE29}"/>
                  </a:ext>
                </a:extLst>
              </p:cNvPr>
              <p:cNvSpPr/>
              <p:nvPr/>
            </p:nvSpPr>
            <p:spPr>
              <a:xfrm>
                <a:off x="317662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7" name="ph4382">
                <a:extLst>
                  <a:ext uri="{FF2B5EF4-FFF2-40B4-BE49-F238E27FC236}">
                    <a16:creationId xmlns:a16="http://schemas.microsoft.com/office/drawing/2014/main" id="{559D583A-6B6E-6D38-E5B1-25F5E6C8E950}"/>
                  </a:ext>
                </a:extLst>
              </p:cNvPr>
              <p:cNvSpPr/>
              <p:nvPr/>
            </p:nvSpPr>
            <p:spPr>
              <a:xfrm>
                <a:off x="3186060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8" name="ph4383">
                <a:extLst>
                  <a:ext uri="{FF2B5EF4-FFF2-40B4-BE49-F238E27FC236}">
                    <a16:creationId xmlns:a16="http://schemas.microsoft.com/office/drawing/2014/main" id="{E0610A5A-5790-77FF-B944-7DD5FE3C7FF1}"/>
                  </a:ext>
                </a:extLst>
              </p:cNvPr>
              <p:cNvSpPr/>
              <p:nvPr/>
            </p:nvSpPr>
            <p:spPr>
              <a:xfrm>
                <a:off x="319550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9" name="ph4384">
                <a:extLst>
                  <a:ext uri="{FF2B5EF4-FFF2-40B4-BE49-F238E27FC236}">
                    <a16:creationId xmlns:a16="http://schemas.microsoft.com/office/drawing/2014/main" id="{B4618D55-2F72-024D-7CC3-105C46D8E443}"/>
                  </a:ext>
                </a:extLst>
              </p:cNvPr>
              <p:cNvSpPr/>
              <p:nvPr/>
            </p:nvSpPr>
            <p:spPr>
              <a:xfrm>
                <a:off x="320494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0" name="ph4385">
                <a:extLst>
                  <a:ext uri="{FF2B5EF4-FFF2-40B4-BE49-F238E27FC236}">
                    <a16:creationId xmlns:a16="http://schemas.microsoft.com/office/drawing/2014/main" id="{4F4255AC-D21F-6A47-DCF7-17B77A1B4B64}"/>
                  </a:ext>
                </a:extLst>
              </p:cNvPr>
              <p:cNvSpPr/>
              <p:nvPr/>
            </p:nvSpPr>
            <p:spPr>
              <a:xfrm>
                <a:off x="321438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1" name="ph4386">
                <a:extLst>
                  <a:ext uri="{FF2B5EF4-FFF2-40B4-BE49-F238E27FC236}">
                    <a16:creationId xmlns:a16="http://schemas.microsoft.com/office/drawing/2014/main" id="{2B4F2930-5D0A-424A-D45F-7E25277B83D2}"/>
                  </a:ext>
                </a:extLst>
              </p:cNvPr>
              <p:cNvSpPr/>
              <p:nvPr/>
            </p:nvSpPr>
            <p:spPr>
              <a:xfrm>
                <a:off x="3223821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2" name="ph4387">
                <a:extLst>
                  <a:ext uri="{FF2B5EF4-FFF2-40B4-BE49-F238E27FC236}">
                    <a16:creationId xmlns:a16="http://schemas.microsoft.com/office/drawing/2014/main" id="{8C6DD328-E470-6E36-5070-BA07AFD9BF06}"/>
                  </a:ext>
                </a:extLst>
              </p:cNvPr>
              <p:cNvSpPr/>
              <p:nvPr/>
            </p:nvSpPr>
            <p:spPr>
              <a:xfrm>
                <a:off x="323326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3" name="ph4388">
                <a:extLst>
                  <a:ext uri="{FF2B5EF4-FFF2-40B4-BE49-F238E27FC236}">
                    <a16:creationId xmlns:a16="http://schemas.microsoft.com/office/drawing/2014/main" id="{DA416EBA-BAE0-8557-A966-B43CB68A6BB0}"/>
                  </a:ext>
                </a:extLst>
              </p:cNvPr>
              <p:cNvSpPr/>
              <p:nvPr/>
            </p:nvSpPr>
            <p:spPr>
              <a:xfrm>
                <a:off x="324270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4" name="ph4389">
                <a:extLst>
                  <a:ext uri="{FF2B5EF4-FFF2-40B4-BE49-F238E27FC236}">
                    <a16:creationId xmlns:a16="http://schemas.microsoft.com/office/drawing/2014/main" id="{78A0D67D-1E1B-9210-8127-608C92A94C3F}"/>
                  </a:ext>
                </a:extLst>
              </p:cNvPr>
              <p:cNvSpPr/>
              <p:nvPr/>
            </p:nvSpPr>
            <p:spPr>
              <a:xfrm>
                <a:off x="325214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5" name="ph4390">
                <a:extLst>
                  <a:ext uri="{FF2B5EF4-FFF2-40B4-BE49-F238E27FC236}">
                    <a16:creationId xmlns:a16="http://schemas.microsoft.com/office/drawing/2014/main" id="{A8452B24-70E3-5F74-5BC4-E322501D06F7}"/>
                  </a:ext>
                </a:extLst>
              </p:cNvPr>
              <p:cNvSpPr/>
              <p:nvPr/>
            </p:nvSpPr>
            <p:spPr>
              <a:xfrm>
                <a:off x="3261582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6" name="ph4391">
                <a:extLst>
                  <a:ext uri="{FF2B5EF4-FFF2-40B4-BE49-F238E27FC236}">
                    <a16:creationId xmlns:a16="http://schemas.microsoft.com/office/drawing/2014/main" id="{B0727381-CDB9-EFC1-3EB7-CFB2C97CABD8}"/>
                  </a:ext>
                </a:extLst>
              </p:cNvPr>
              <p:cNvSpPr/>
              <p:nvPr/>
            </p:nvSpPr>
            <p:spPr>
              <a:xfrm>
                <a:off x="327102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7" name="ph4392">
                <a:extLst>
                  <a:ext uri="{FF2B5EF4-FFF2-40B4-BE49-F238E27FC236}">
                    <a16:creationId xmlns:a16="http://schemas.microsoft.com/office/drawing/2014/main" id="{B8A86249-D898-BB1A-9DF0-C93100AB0153}"/>
                  </a:ext>
                </a:extLst>
              </p:cNvPr>
              <p:cNvSpPr/>
              <p:nvPr/>
            </p:nvSpPr>
            <p:spPr>
              <a:xfrm>
                <a:off x="328046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8" name="ph4393">
                <a:extLst>
                  <a:ext uri="{FF2B5EF4-FFF2-40B4-BE49-F238E27FC236}">
                    <a16:creationId xmlns:a16="http://schemas.microsoft.com/office/drawing/2014/main" id="{627FE4F1-2FA2-D771-778F-A9D139803842}"/>
                  </a:ext>
                </a:extLst>
              </p:cNvPr>
              <p:cNvSpPr/>
              <p:nvPr/>
            </p:nvSpPr>
            <p:spPr>
              <a:xfrm>
                <a:off x="328990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9" name="ph4394">
                <a:extLst>
                  <a:ext uri="{FF2B5EF4-FFF2-40B4-BE49-F238E27FC236}">
                    <a16:creationId xmlns:a16="http://schemas.microsoft.com/office/drawing/2014/main" id="{9F9523B5-FEA8-B1CC-90B1-9C5160C28E5E}"/>
                  </a:ext>
                </a:extLst>
              </p:cNvPr>
              <p:cNvSpPr/>
              <p:nvPr/>
            </p:nvSpPr>
            <p:spPr>
              <a:xfrm>
                <a:off x="3299343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0" name="ph4395">
                <a:extLst>
                  <a:ext uri="{FF2B5EF4-FFF2-40B4-BE49-F238E27FC236}">
                    <a16:creationId xmlns:a16="http://schemas.microsoft.com/office/drawing/2014/main" id="{DFFC821B-9557-D309-9F75-092A9FD8FAE1}"/>
                  </a:ext>
                </a:extLst>
              </p:cNvPr>
              <p:cNvSpPr/>
              <p:nvPr/>
            </p:nvSpPr>
            <p:spPr>
              <a:xfrm>
                <a:off x="330878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1" name="ph4396">
                <a:extLst>
                  <a:ext uri="{FF2B5EF4-FFF2-40B4-BE49-F238E27FC236}">
                    <a16:creationId xmlns:a16="http://schemas.microsoft.com/office/drawing/2014/main" id="{3814B6B7-B361-9963-AB2D-5D6C00775089}"/>
                  </a:ext>
                </a:extLst>
              </p:cNvPr>
              <p:cNvSpPr/>
              <p:nvPr/>
            </p:nvSpPr>
            <p:spPr>
              <a:xfrm>
                <a:off x="331822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2" name="ph4397">
                <a:extLst>
                  <a:ext uri="{FF2B5EF4-FFF2-40B4-BE49-F238E27FC236}">
                    <a16:creationId xmlns:a16="http://schemas.microsoft.com/office/drawing/2014/main" id="{B0B16AA6-B107-627F-FD0C-A28432CDFBC8}"/>
                  </a:ext>
                </a:extLst>
              </p:cNvPr>
              <p:cNvSpPr/>
              <p:nvPr/>
            </p:nvSpPr>
            <p:spPr>
              <a:xfrm>
                <a:off x="332766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3" name="ph4398">
                <a:extLst>
                  <a:ext uri="{FF2B5EF4-FFF2-40B4-BE49-F238E27FC236}">
                    <a16:creationId xmlns:a16="http://schemas.microsoft.com/office/drawing/2014/main" id="{60815792-254A-9FDF-8FF8-6A016375A2D2}"/>
                  </a:ext>
                </a:extLst>
              </p:cNvPr>
              <p:cNvSpPr/>
              <p:nvPr/>
            </p:nvSpPr>
            <p:spPr>
              <a:xfrm>
                <a:off x="333710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4" name="ph4399">
                <a:extLst>
                  <a:ext uri="{FF2B5EF4-FFF2-40B4-BE49-F238E27FC236}">
                    <a16:creationId xmlns:a16="http://schemas.microsoft.com/office/drawing/2014/main" id="{76C32B14-D1C7-EB52-44DD-EB96BB883450}"/>
                  </a:ext>
                </a:extLst>
              </p:cNvPr>
              <p:cNvSpPr/>
              <p:nvPr/>
            </p:nvSpPr>
            <p:spPr>
              <a:xfrm>
                <a:off x="3346544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5" name="ph4400">
                <a:extLst>
                  <a:ext uri="{FF2B5EF4-FFF2-40B4-BE49-F238E27FC236}">
                    <a16:creationId xmlns:a16="http://schemas.microsoft.com/office/drawing/2014/main" id="{850C8B1D-273F-1AF4-528E-22C57571ADFF}"/>
                  </a:ext>
                </a:extLst>
              </p:cNvPr>
              <p:cNvSpPr/>
              <p:nvPr/>
            </p:nvSpPr>
            <p:spPr>
              <a:xfrm>
                <a:off x="335598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6" name="ph4401">
                <a:extLst>
                  <a:ext uri="{FF2B5EF4-FFF2-40B4-BE49-F238E27FC236}">
                    <a16:creationId xmlns:a16="http://schemas.microsoft.com/office/drawing/2014/main" id="{A7B31942-6C93-B874-5E0D-BB3EA21B9127}"/>
                  </a:ext>
                </a:extLst>
              </p:cNvPr>
              <p:cNvSpPr/>
              <p:nvPr/>
            </p:nvSpPr>
            <p:spPr>
              <a:xfrm>
                <a:off x="336542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7" name="ph4402">
                <a:extLst>
                  <a:ext uri="{FF2B5EF4-FFF2-40B4-BE49-F238E27FC236}">
                    <a16:creationId xmlns:a16="http://schemas.microsoft.com/office/drawing/2014/main" id="{6D2B3198-E192-21E3-B949-749CC56F1F85}"/>
                  </a:ext>
                </a:extLst>
              </p:cNvPr>
              <p:cNvSpPr/>
              <p:nvPr/>
            </p:nvSpPr>
            <p:spPr>
              <a:xfrm>
                <a:off x="337486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8" name="ph4403">
                <a:extLst>
                  <a:ext uri="{FF2B5EF4-FFF2-40B4-BE49-F238E27FC236}">
                    <a16:creationId xmlns:a16="http://schemas.microsoft.com/office/drawing/2014/main" id="{FDC4B1A4-01B6-BE7F-6135-4B368D67A3F6}"/>
                  </a:ext>
                </a:extLst>
              </p:cNvPr>
              <p:cNvSpPr/>
              <p:nvPr/>
            </p:nvSpPr>
            <p:spPr>
              <a:xfrm>
                <a:off x="3384305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9" name="ph4404">
                <a:extLst>
                  <a:ext uri="{FF2B5EF4-FFF2-40B4-BE49-F238E27FC236}">
                    <a16:creationId xmlns:a16="http://schemas.microsoft.com/office/drawing/2014/main" id="{995820BB-3790-B2E3-6FED-AC2A44D3CDC4}"/>
                  </a:ext>
                </a:extLst>
              </p:cNvPr>
              <p:cNvSpPr/>
              <p:nvPr/>
            </p:nvSpPr>
            <p:spPr>
              <a:xfrm>
                <a:off x="339374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0" name="ph4405">
                <a:extLst>
                  <a:ext uri="{FF2B5EF4-FFF2-40B4-BE49-F238E27FC236}">
                    <a16:creationId xmlns:a16="http://schemas.microsoft.com/office/drawing/2014/main" id="{183801F2-D5B5-25F7-B6FB-663B03EA8308}"/>
                  </a:ext>
                </a:extLst>
              </p:cNvPr>
              <p:cNvSpPr/>
              <p:nvPr/>
            </p:nvSpPr>
            <p:spPr>
              <a:xfrm>
                <a:off x="3403186" y="176368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1" name="ph4406">
                <a:extLst>
                  <a:ext uri="{FF2B5EF4-FFF2-40B4-BE49-F238E27FC236}">
                    <a16:creationId xmlns:a16="http://schemas.microsoft.com/office/drawing/2014/main" id="{D44B25ED-D036-11E4-76A6-16ECBEF9AE4A}"/>
                  </a:ext>
                </a:extLst>
              </p:cNvPr>
              <p:cNvSpPr/>
              <p:nvPr/>
            </p:nvSpPr>
            <p:spPr>
              <a:xfrm>
                <a:off x="3412626" y="1781256"/>
                <a:ext cx="9227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76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2761" y="896830"/>
                    </a:lnTo>
                    <a:lnTo>
                      <a:pt x="922559" y="904778"/>
                    </a:lnTo>
                    <a:lnTo>
                      <a:pt x="922047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2" name="ph4407">
                <a:extLst>
                  <a:ext uri="{FF2B5EF4-FFF2-40B4-BE49-F238E27FC236}">
                    <a16:creationId xmlns:a16="http://schemas.microsoft.com/office/drawing/2014/main" id="{059D513C-1A82-BA62-3F8F-674E9E422ECC}"/>
                  </a:ext>
                </a:extLst>
              </p:cNvPr>
              <p:cNvSpPr/>
              <p:nvPr/>
            </p:nvSpPr>
            <p:spPr>
              <a:xfrm>
                <a:off x="2204275" y="1746117"/>
                <a:ext cx="914400" cy="923493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93">
                    <a:moveTo>
                      <a:pt x="914400" y="914400"/>
                    </a:moveTo>
                    <a:lnTo>
                      <a:pt x="914400" y="923493"/>
                    </a:lnTo>
                    <a:lnTo>
                      <a:pt x="912200" y="919861"/>
                    </a:lnTo>
                    <a:lnTo>
                      <a:pt x="909222" y="914400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3" name="ph4408">
                <a:extLst>
                  <a:ext uri="{FF2B5EF4-FFF2-40B4-BE49-F238E27FC236}">
                    <a16:creationId xmlns:a16="http://schemas.microsoft.com/office/drawing/2014/main" id="{87F4D4DE-84C4-2C67-8DEC-9490BC134F8A}"/>
                  </a:ext>
                </a:extLst>
              </p:cNvPr>
              <p:cNvSpPr/>
              <p:nvPr/>
            </p:nvSpPr>
            <p:spPr>
              <a:xfrm>
                <a:off x="220427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58" y="931969"/>
                    </a:lnTo>
                    <a:lnTo>
                      <a:pt x="916627" y="927170"/>
                    </a:lnTo>
                    <a:lnTo>
                      <a:pt x="914400" y="923493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4" name="ph4409">
                <a:extLst>
                  <a:ext uri="{FF2B5EF4-FFF2-40B4-BE49-F238E27FC236}">
                    <a16:creationId xmlns:a16="http://schemas.microsoft.com/office/drawing/2014/main" id="{A094242F-2E24-7876-FEDA-BF1BD522D958}"/>
                  </a:ext>
                </a:extLst>
              </p:cNvPr>
              <p:cNvSpPr/>
              <p:nvPr/>
            </p:nvSpPr>
            <p:spPr>
              <a:xfrm>
                <a:off x="221371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5" name="ph4410">
                <a:extLst>
                  <a:ext uri="{FF2B5EF4-FFF2-40B4-BE49-F238E27FC236}">
                    <a16:creationId xmlns:a16="http://schemas.microsoft.com/office/drawing/2014/main" id="{150E1D86-2279-96D0-EAFC-162FA540D71E}"/>
                  </a:ext>
                </a:extLst>
              </p:cNvPr>
              <p:cNvSpPr/>
              <p:nvPr/>
            </p:nvSpPr>
            <p:spPr>
              <a:xfrm>
                <a:off x="222315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6" name="ph4411">
                <a:extLst>
                  <a:ext uri="{FF2B5EF4-FFF2-40B4-BE49-F238E27FC236}">
                    <a16:creationId xmlns:a16="http://schemas.microsoft.com/office/drawing/2014/main" id="{71461CE9-4F1F-4F2C-8346-03E75082B623}"/>
                  </a:ext>
                </a:extLst>
              </p:cNvPr>
              <p:cNvSpPr/>
              <p:nvPr/>
            </p:nvSpPr>
            <p:spPr>
              <a:xfrm>
                <a:off x="223259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7" name="ph4412">
                <a:extLst>
                  <a:ext uri="{FF2B5EF4-FFF2-40B4-BE49-F238E27FC236}">
                    <a16:creationId xmlns:a16="http://schemas.microsoft.com/office/drawing/2014/main" id="{A9B67FBD-977B-5C00-E036-7FDD2B27A890}"/>
                  </a:ext>
                </a:extLst>
              </p:cNvPr>
              <p:cNvSpPr/>
              <p:nvPr/>
            </p:nvSpPr>
            <p:spPr>
              <a:xfrm>
                <a:off x="224203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8" name="ph4413">
                <a:extLst>
                  <a:ext uri="{FF2B5EF4-FFF2-40B4-BE49-F238E27FC236}">
                    <a16:creationId xmlns:a16="http://schemas.microsoft.com/office/drawing/2014/main" id="{CFA8039B-9C64-720B-2747-48AFB059AD58}"/>
                  </a:ext>
                </a:extLst>
              </p:cNvPr>
              <p:cNvSpPr/>
              <p:nvPr/>
            </p:nvSpPr>
            <p:spPr>
              <a:xfrm>
                <a:off x="225147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9" name="ph4414">
                <a:extLst>
                  <a:ext uri="{FF2B5EF4-FFF2-40B4-BE49-F238E27FC236}">
                    <a16:creationId xmlns:a16="http://schemas.microsoft.com/office/drawing/2014/main" id="{422F1D6F-D984-B508-FD00-F8F8B5A5EA83}"/>
                  </a:ext>
                </a:extLst>
              </p:cNvPr>
              <p:cNvSpPr/>
              <p:nvPr/>
            </p:nvSpPr>
            <p:spPr>
              <a:xfrm>
                <a:off x="226091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0" name="ph4415">
                <a:extLst>
                  <a:ext uri="{FF2B5EF4-FFF2-40B4-BE49-F238E27FC236}">
                    <a16:creationId xmlns:a16="http://schemas.microsoft.com/office/drawing/2014/main" id="{41023980-144E-D93A-266C-24DEA3ACC952}"/>
                  </a:ext>
                </a:extLst>
              </p:cNvPr>
              <p:cNvSpPr/>
              <p:nvPr/>
            </p:nvSpPr>
            <p:spPr>
              <a:xfrm>
                <a:off x="227035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1" name="ph4416">
                <a:extLst>
                  <a:ext uri="{FF2B5EF4-FFF2-40B4-BE49-F238E27FC236}">
                    <a16:creationId xmlns:a16="http://schemas.microsoft.com/office/drawing/2014/main" id="{CA1712DD-2095-9AB8-7442-9536CBB15184}"/>
                  </a:ext>
                </a:extLst>
              </p:cNvPr>
              <p:cNvSpPr/>
              <p:nvPr/>
            </p:nvSpPr>
            <p:spPr>
              <a:xfrm>
                <a:off x="2279797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2" name="ph4417">
                <a:extLst>
                  <a:ext uri="{FF2B5EF4-FFF2-40B4-BE49-F238E27FC236}">
                    <a16:creationId xmlns:a16="http://schemas.microsoft.com/office/drawing/2014/main" id="{F6E7F10D-CA4A-2F28-479D-1C257BE32982}"/>
                  </a:ext>
                </a:extLst>
              </p:cNvPr>
              <p:cNvSpPr/>
              <p:nvPr/>
            </p:nvSpPr>
            <p:spPr>
              <a:xfrm>
                <a:off x="228923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3" name="ph4418">
                <a:extLst>
                  <a:ext uri="{FF2B5EF4-FFF2-40B4-BE49-F238E27FC236}">
                    <a16:creationId xmlns:a16="http://schemas.microsoft.com/office/drawing/2014/main" id="{85C4FA27-7D4C-39BA-CFB4-3ED578AF4D7F}"/>
                  </a:ext>
                </a:extLst>
              </p:cNvPr>
              <p:cNvSpPr/>
              <p:nvPr/>
            </p:nvSpPr>
            <p:spPr>
              <a:xfrm>
                <a:off x="229867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39F52">
                  <a:alpha val="100000"/>
                </a:srgbClr>
              </a:solidFill>
              <a:ln w="5420" cap="flat">
                <a:solidFill>
                  <a:srgbClr val="33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4" name="ph4419">
                <a:extLst>
                  <a:ext uri="{FF2B5EF4-FFF2-40B4-BE49-F238E27FC236}">
                    <a16:creationId xmlns:a16="http://schemas.microsoft.com/office/drawing/2014/main" id="{75CFDD6D-E9B7-58E3-97F5-1230080BEEDA}"/>
                  </a:ext>
                </a:extLst>
              </p:cNvPr>
              <p:cNvSpPr/>
              <p:nvPr/>
            </p:nvSpPr>
            <p:spPr>
              <a:xfrm>
                <a:off x="230811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09E52">
                  <a:alpha val="100000"/>
                </a:srgbClr>
              </a:solidFill>
              <a:ln w="5420" cap="flat">
                <a:solidFill>
                  <a:srgbClr val="30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5" name="ph4420">
                <a:extLst>
                  <a:ext uri="{FF2B5EF4-FFF2-40B4-BE49-F238E27FC236}">
                    <a16:creationId xmlns:a16="http://schemas.microsoft.com/office/drawing/2014/main" id="{AA68A3D9-8920-BEA9-EB8B-9486E6657BEF}"/>
                  </a:ext>
                </a:extLst>
              </p:cNvPr>
              <p:cNvSpPr/>
              <p:nvPr/>
            </p:nvSpPr>
            <p:spPr>
              <a:xfrm>
                <a:off x="2317558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6" name="ph4421">
                <a:extLst>
                  <a:ext uri="{FF2B5EF4-FFF2-40B4-BE49-F238E27FC236}">
                    <a16:creationId xmlns:a16="http://schemas.microsoft.com/office/drawing/2014/main" id="{00F5109F-4951-77ED-A21A-36119F14D2DA}"/>
                  </a:ext>
                </a:extLst>
              </p:cNvPr>
              <p:cNvSpPr/>
              <p:nvPr/>
            </p:nvSpPr>
            <p:spPr>
              <a:xfrm>
                <a:off x="232699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7" name="ph4422">
                <a:extLst>
                  <a:ext uri="{FF2B5EF4-FFF2-40B4-BE49-F238E27FC236}">
                    <a16:creationId xmlns:a16="http://schemas.microsoft.com/office/drawing/2014/main" id="{7B5F1FD3-5881-2B96-3315-ED7E833433FD}"/>
                  </a:ext>
                </a:extLst>
              </p:cNvPr>
              <p:cNvSpPr/>
              <p:nvPr/>
            </p:nvSpPr>
            <p:spPr>
              <a:xfrm>
                <a:off x="233643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8" name="ph4423">
                <a:extLst>
                  <a:ext uri="{FF2B5EF4-FFF2-40B4-BE49-F238E27FC236}">
                    <a16:creationId xmlns:a16="http://schemas.microsoft.com/office/drawing/2014/main" id="{36B5B138-B496-06CF-64B6-B063F338487E}"/>
                  </a:ext>
                </a:extLst>
              </p:cNvPr>
              <p:cNvSpPr/>
              <p:nvPr/>
            </p:nvSpPr>
            <p:spPr>
              <a:xfrm>
                <a:off x="234587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B9D51">
                  <a:alpha val="100000"/>
                </a:srgbClr>
              </a:solidFill>
              <a:ln w="5420" cap="flat">
                <a:solidFill>
                  <a:srgbClr val="2B9D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9" name="ph4424">
                <a:extLst>
                  <a:ext uri="{FF2B5EF4-FFF2-40B4-BE49-F238E27FC236}">
                    <a16:creationId xmlns:a16="http://schemas.microsoft.com/office/drawing/2014/main" id="{A32EE64F-9093-6FB3-2133-C424D80BD202}"/>
                  </a:ext>
                </a:extLst>
              </p:cNvPr>
              <p:cNvSpPr/>
              <p:nvPr/>
            </p:nvSpPr>
            <p:spPr>
              <a:xfrm>
                <a:off x="2355319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D9D52">
                  <a:alpha val="100000"/>
                </a:srgbClr>
              </a:solidFill>
              <a:ln w="5420" cap="flat">
                <a:solidFill>
                  <a:srgbClr val="2D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0" name="ph4425">
                <a:extLst>
                  <a:ext uri="{FF2B5EF4-FFF2-40B4-BE49-F238E27FC236}">
                    <a16:creationId xmlns:a16="http://schemas.microsoft.com/office/drawing/2014/main" id="{C689E1B6-F895-8B4C-1EA1-F48B57B93E5C}"/>
                  </a:ext>
                </a:extLst>
              </p:cNvPr>
              <p:cNvSpPr/>
              <p:nvPr/>
            </p:nvSpPr>
            <p:spPr>
              <a:xfrm>
                <a:off x="236476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1" name="ph4426">
                <a:extLst>
                  <a:ext uri="{FF2B5EF4-FFF2-40B4-BE49-F238E27FC236}">
                    <a16:creationId xmlns:a16="http://schemas.microsoft.com/office/drawing/2014/main" id="{04653393-5264-74BC-5822-E02FDD8C0AED}"/>
                  </a:ext>
                </a:extLst>
              </p:cNvPr>
              <p:cNvSpPr/>
              <p:nvPr/>
            </p:nvSpPr>
            <p:spPr>
              <a:xfrm>
                <a:off x="237420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39F52">
                  <a:alpha val="100000"/>
                </a:srgbClr>
              </a:solidFill>
              <a:ln w="5420" cap="flat">
                <a:solidFill>
                  <a:srgbClr val="33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2" name="ph4427">
                <a:extLst>
                  <a:ext uri="{FF2B5EF4-FFF2-40B4-BE49-F238E27FC236}">
                    <a16:creationId xmlns:a16="http://schemas.microsoft.com/office/drawing/2014/main" id="{0CAB705D-9F44-BC22-1854-82409CE8BA1D}"/>
                  </a:ext>
                </a:extLst>
              </p:cNvPr>
              <p:cNvSpPr/>
              <p:nvPr/>
            </p:nvSpPr>
            <p:spPr>
              <a:xfrm>
                <a:off x="238364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3" name="ph4428">
                <a:extLst>
                  <a:ext uri="{FF2B5EF4-FFF2-40B4-BE49-F238E27FC236}">
                    <a16:creationId xmlns:a16="http://schemas.microsoft.com/office/drawing/2014/main" id="{475747FF-796F-56BA-E24A-1DB45D068D64}"/>
                  </a:ext>
                </a:extLst>
              </p:cNvPr>
              <p:cNvSpPr/>
              <p:nvPr/>
            </p:nvSpPr>
            <p:spPr>
              <a:xfrm>
                <a:off x="239308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4" name="ph4429">
                <a:extLst>
                  <a:ext uri="{FF2B5EF4-FFF2-40B4-BE49-F238E27FC236}">
                    <a16:creationId xmlns:a16="http://schemas.microsoft.com/office/drawing/2014/main" id="{040F2336-6653-2DF9-F470-BD7B4A3420F8}"/>
                  </a:ext>
                </a:extLst>
              </p:cNvPr>
              <p:cNvSpPr/>
              <p:nvPr/>
            </p:nvSpPr>
            <p:spPr>
              <a:xfrm>
                <a:off x="240252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5" name="ph4430">
                <a:extLst>
                  <a:ext uri="{FF2B5EF4-FFF2-40B4-BE49-F238E27FC236}">
                    <a16:creationId xmlns:a16="http://schemas.microsoft.com/office/drawing/2014/main" id="{FF16E856-6F54-3799-4E4D-7C1D471412D1}"/>
                  </a:ext>
                </a:extLst>
              </p:cNvPr>
              <p:cNvSpPr/>
              <p:nvPr/>
            </p:nvSpPr>
            <p:spPr>
              <a:xfrm>
                <a:off x="241196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6" name="ph4431">
                <a:extLst>
                  <a:ext uri="{FF2B5EF4-FFF2-40B4-BE49-F238E27FC236}">
                    <a16:creationId xmlns:a16="http://schemas.microsoft.com/office/drawing/2014/main" id="{C505ABDF-ECCE-493A-7A59-49E01D5DA20B}"/>
                  </a:ext>
                </a:extLst>
              </p:cNvPr>
              <p:cNvSpPr/>
              <p:nvPr/>
            </p:nvSpPr>
            <p:spPr>
              <a:xfrm>
                <a:off x="242140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9A855">
                  <a:alpha val="100000"/>
                </a:srgbClr>
              </a:solidFill>
              <a:ln w="5420" cap="flat">
                <a:solidFill>
                  <a:srgbClr val="49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7" name="ph4432">
                <a:extLst>
                  <a:ext uri="{FF2B5EF4-FFF2-40B4-BE49-F238E27FC236}">
                    <a16:creationId xmlns:a16="http://schemas.microsoft.com/office/drawing/2014/main" id="{6AC8BD91-9BFF-9940-22E0-E15AFBD58C88}"/>
                  </a:ext>
                </a:extLst>
              </p:cNvPr>
              <p:cNvSpPr/>
              <p:nvPr/>
            </p:nvSpPr>
            <p:spPr>
              <a:xfrm>
                <a:off x="243084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8" name="ph4433">
                <a:extLst>
                  <a:ext uri="{FF2B5EF4-FFF2-40B4-BE49-F238E27FC236}">
                    <a16:creationId xmlns:a16="http://schemas.microsoft.com/office/drawing/2014/main" id="{F8D6AE85-C03B-2B8E-D101-25D6CD8CC035}"/>
                  </a:ext>
                </a:extLst>
              </p:cNvPr>
              <p:cNvSpPr/>
              <p:nvPr/>
            </p:nvSpPr>
            <p:spPr>
              <a:xfrm>
                <a:off x="244028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9" name="ph4434">
                <a:extLst>
                  <a:ext uri="{FF2B5EF4-FFF2-40B4-BE49-F238E27FC236}">
                    <a16:creationId xmlns:a16="http://schemas.microsoft.com/office/drawing/2014/main" id="{3AAEE813-882F-30FC-5784-F05D6C453BE2}"/>
                  </a:ext>
                </a:extLst>
              </p:cNvPr>
              <p:cNvSpPr/>
              <p:nvPr/>
            </p:nvSpPr>
            <p:spPr>
              <a:xfrm>
                <a:off x="244972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0" name="ph4435">
                <a:extLst>
                  <a:ext uri="{FF2B5EF4-FFF2-40B4-BE49-F238E27FC236}">
                    <a16:creationId xmlns:a16="http://schemas.microsoft.com/office/drawing/2014/main" id="{1690EE0B-3F62-9B84-BCE4-8A70BE6FDDBD}"/>
                  </a:ext>
                </a:extLst>
              </p:cNvPr>
              <p:cNvSpPr/>
              <p:nvPr/>
            </p:nvSpPr>
            <p:spPr>
              <a:xfrm>
                <a:off x="245916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1" name="ph4436">
                <a:extLst>
                  <a:ext uri="{FF2B5EF4-FFF2-40B4-BE49-F238E27FC236}">
                    <a16:creationId xmlns:a16="http://schemas.microsoft.com/office/drawing/2014/main" id="{BF9C513A-64A8-BD26-5150-B66EB3E1BCC9}"/>
                  </a:ext>
                </a:extLst>
              </p:cNvPr>
              <p:cNvSpPr/>
              <p:nvPr/>
            </p:nvSpPr>
            <p:spPr>
              <a:xfrm>
                <a:off x="246860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2" name="ph4437">
                <a:extLst>
                  <a:ext uri="{FF2B5EF4-FFF2-40B4-BE49-F238E27FC236}">
                    <a16:creationId xmlns:a16="http://schemas.microsoft.com/office/drawing/2014/main" id="{B0432A89-0C26-DB78-0F6B-9F1C80067618}"/>
                  </a:ext>
                </a:extLst>
              </p:cNvPr>
              <p:cNvSpPr/>
              <p:nvPr/>
            </p:nvSpPr>
            <p:spPr>
              <a:xfrm>
                <a:off x="247804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3" name="ph4438">
                <a:extLst>
                  <a:ext uri="{FF2B5EF4-FFF2-40B4-BE49-F238E27FC236}">
                    <a16:creationId xmlns:a16="http://schemas.microsoft.com/office/drawing/2014/main" id="{01DD5A8C-8860-F7CA-0E8F-07A7339B6E1A}"/>
                  </a:ext>
                </a:extLst>
              </p:cNvPr>
              <p:cNvSpPr/>
              <p:nvPr/>
            </p:nvSpPr>
            <p:spPr>
              <a:xfrm>
                <a:off x="248748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4" name="ph4439">
                <a:extLst>
                  <a:ext uri="{FF2B5EF4-FFF2-40B4-BE49-F238E27FC236}">
                    <a16:creationId xmlns:a16="http://schemas.microsoft.com/office/drawing/2014/main" id="{DA47F8EC-A572-C661-1A33-CCAC81448E89}"/>
                  </a:ext>
                </a:extLst>
              </p:cNvPr>
              <p:cNvSpPr/>
              <p:nvPr/>
            </p:nvSpPr>
            <p:spPr>
              <a:xfrm>
                <a:off x="2506363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947" y="896830"/>
                    </a:lnTo>
                    <a:lnTo>
                      <a:pt x="910149" y="905489"/>
                    </a:lnTo>
                    <a:lnTo>
                      <a:pt x="910853" y="908681"/>
                    </a:ln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5" name="ph4440">
                <a:extLst>
                  <a:ext uri="{FF2B5EF4-FFF2-40B4-BE49-F238E27FC236}">
                    <a16:creationId xmlns:a16="http://schemas.microsoft.com/office/drawing/2014/main" id="{E6123DBC-7CAB-6647-740B-89FC89A69C6D}"/>
                  </a:ext>
                </a:extLst>
              </p:cNvPr>
              <p:cNvSpPr/>
              <p:nvPr/>
            </p:nvSpPr>
            <p:spPr>
              <a:xfrm>
                <a:off x="2506363" y="176368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400" y="914228"/>
                    </a:lnTo>
                    <a:close/>
                  </a:path>
                </a:pathLst>
              </a:custGeom>
              <a:solidFill>
                <a:srgbClr val="73BE5B">
                  <a:alpha val="100000"/>
                </a:srgbClr>
              </a:solidFill>
              <a:ln w="5420" cap="flat">
                <a:solidFill>
                  <a:srgbClr val="73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6" name="ph4441">
                <a:extLst>
                  <a:ext uri="{FF2B5EF4-FFF2-40B4-BE49-F238E27FC236}">
                    <a16:creationId xmlns:a16="http://schemas.microsoft.com/office/drawing/2014/main" id="{5225C97B-DB62-DFB6-EBC3-7F3FD3A9979F}"/>
                  </a:ext>
                </a:extLst>
              </p:cNvPr>
              <p:cNvSpPr/>
              <p:nvPr/>
            </p:nvSpPr>
            <p:spPr>
              <a:xfrm>
                <a:off x="3176620" y="174611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95" y="931969"/>
                    </a:lnTo>
                    <a:lnTo>
                      <a:pt x="907859" y="923036"/>
                    </a:lnTo>
                    <a:lnTo>
                      <a:pt x="90884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7" name="ph4442">
                <a:extLst>
                  <a:ext uri="{FF2B5EF4-FFF2-40B4-BE49-F238E27FC236}">
                    <a16:creationId xmlns:a16="http://schemas.microsoft.com/office/drawing/2014/main" id="{8D4AEA5D-9553-7B0F-6E7F-B60AA2A33DEB}"/>
                  </a:ext>
                </a:extLst>
              </p:cNvPr>
              <p:cNvSpPr/>
              <p:nvPr/>
            </p:nvSpPr>
            <p:spPr>
              <a:xfrm>
                <a:off x="317662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8" name="ph4443">
                <a:extLst>
                  <a:ext uri="{FF2B5EF4-FFF2-40B4-BE49-F238E27FC236}">
                    <a16:creationId xmlns:a16="http://schemas.microsoft.com/office/drawing/2014/main" id="{5097F789-8B19-3445-C51C-CECCB42747AB}"/>
                  </a:ext>
                </a:extLst>
              </p:cNvPr>
              <p:cNvSpPr/>
              <p:nvPr/>
            </p:nvSpPr>
            <p:spPr>
              <a:xfrm>
                <a:off x="3186060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9" name="ph4444">
                <a:extLst>
                  <a:ext uri="{FF2B5EF4-FFF2-40B4-BE49-F238E27FC236}">
                    <a16:creationId xmlns:a16="http://schemas.microsoft.com/office/drawing/2014/main" id="{FBA44451-34FA-E1DB-0805-555559D455AF}"/>
                  </a:ext>
                </a:extLst>
              </p:cNvPr>
              <p:cNvSpPr/>
              <p:nvPr/>
            </p:nvSpPr>
            <p:spPr>
              <a:xfrm>
                <a:off x="319550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0" name="ph4445">
                <a:extLst>
                  <a:ext uri="{FF2B5EF4-FFF2-40B4-BE49-F238E27FC236}">
                    <a16:creationId xmlns:a16="http://schemas.microsoft.com/office/drawing/2014/main" id="{1A1465E8-730B-D8D7-BC5E-774C8BC0B63C}"/>
                  </a:ext>
                </a:extLst>
              </p:cNvPr>
              <p:cNvSpPr/>
              <p:nvPr/>
            </p:nvSpPr>
            <p:spPr>
              <a:xfrm>
                <a:off x="320494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1" name="ph4446">
                <a:extLst>
                  <a:ext uri="{FF2B5EF4-FFF2-40B4-BE49-F238E27FC236}">
                    <a16:creationId xmlns:a16="http://schemas.microsoft.com/office/drawing/2014/main" id="{A8D44B45-355F-D5D1-6BEA-FCD6D85D3ADE}"/>
                  </a:ext>
                </a:extLst>
              </p:cNvPr>
              <p:cNvSpPr/>
              <p:nvPr/>
            </p:nvSpPr>
            <p:spPr>
              <a:xfrm>
                <a:off x="321438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2" name="ph4447">
                <a:extLst>
                  <a:ext uri="{FF2B5EF4-FFF2-40B4-BE49-F238E27FC236}">
                    <a16:creationId xmlns:a16="http://schemas.microsoft.com/office/drawing/2014/main" id="{A2A600C2-F964-FDB3-6461-83688E37C8C5}"/>
                  </a:ext>
                </a:extLst>
              </p:cNvPr>
              <p:cNvSpPr/>
              <p:nvPr/>
            </p:nvSpPr>
            <p:spPr>
              <a:xfrm>
                <a:off x="3223821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3" name="ph4448">
                <a:extLst>
                  <a:ext uri="{FF2B5EF4-FFF2-40B4-BE49-F238E27FC236}">
                    <a16:creationId xmlns:a16="http://schemas.microsoft.com/office/drawing/2014/main" id="{8AAF9C15-B90A-3207-2C2E-86546C6F08CF}"/>
                  </a:ext>
                </a:extLst>
              </p:cNvPr>
              <p:cNvSpPr/>
              <p:nvPr/>
            </p:nvSpPr>
            <p:spPr>
              <a:xfrm>
                <a:off x="323326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4" name="ph4449">
                <a:extLst>
                  <a:ext uri="{FF2B5EF4-FFF2-40B4-BE49-F238E27FC236}">
                    <a16:creationId xmlns:a16="http://schemas.microsoft.com/office/drawing/2014/main" id="{AF620953-71B6-89E9-A1DE-690FB94201D7}"/>
                  </a:ext>
                </a:extLst>
              </p:cNvPr>
              <p:cNvSpPr/>
              <p:nvPr/>
            </p:nvSpPr>
            <p:spPr>
              <a:xfrm>
                <a:off x="324270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5" name="ph4450">
                <a:extLst>
                  <a:ext uri="{FF2B5EF4-FFF2-40B4-BE49-F238E27FC236}">
                    <a16:creationId xmlns:a16="http://schemas.microsoft.com/office/drawing/2014/main" id="{BFD51197-3843-2E3A-7BBB-643A1DA95DA7}"/>
                  </a:ext>
                </a:extLst>
              </p:cNvPr>
              <p:cNvSpPr/>
              <p:nvPr/>
            </p:nvSpPr>
            <p:spPr>
              <a:xfrm>
                <a:off x="325214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6" name="ph4451">
                <a:extLst>
                  <a:ext uri="{FF2B5EF4-FFF2-40B4-BE49-F238E27FC236}">
                    <a16:creationId xmlns:a16="http://schemas.microsoft.com/office/drawing/2014/main" id="{97E37F28-B191-516E-3A26-446FAA6BA4F3}"/>
                  </a:ext>
                </a:extLst>
              </p:cNvPr>
              <p:cNvSpPr/>
              <p:nvPr/>
            </p:nvSpPr>
            <p:spPr>
              <a:xfrm>
                <a:off x="3261582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7" name="ph4452">
                <a:extLst>
                  <a:ext uri="{FF2B5EF4-FFF2-40B4-BE49-F238E27FC236}">
                    <a16:creationId xmlns:a16="http://schemas.microsoft.com/office/drawing/2014/main" id="{16DCD389-6C8F-1D2F-40E6-F81CCD40DCEA}"/>
                  </a:ext>
                </a:extLst>
              </p:cNvPr>
              <p:cNvSpPr/>
              <p:nvPr/>
            </p:nvSpPr>
            <p:spPr>
              <a:xfrm>
                <a:off x="327102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8" name="ph4453">
                <a:extLst>
                  <a:ext uri="{FF2B5EF4-FFF2-40B4-BE49-F238E27FC236}">
                    <a16:creationId xmlns:a16="http://schemas.microsoft.com/office/drawing/2014/main" id="{F9F9418A-C349-3B16-340E-0117AC6E1C73}"/>
                  </a:ext>
                </a:extLst>
              </p:cNvPr>
              <p:cNvSpPr/>
              <p:nvPr/>
            </p:nvSpPr>
            <p:spPr>
              <a:xfrm>
                <a:off x="328046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9" name="ph4454">
                <a:extLst>
                  <a:ext uri="{FF2B5EF4-FFF2-40B4-BE49-F238E27FC236}">
                    <a16:creationId xmlns:a16="http://schemas.microsoft.com/office/drawing/2014/main" id="{34E1D2A3-98E2-6523-D049-5A25C5C6C901}"/>
                  </a:ext>
                </a:extLst>
              </p:cNvPr>
              <p:cNvSpPr/>
              <p:nvPr/>
            </p:nvSpPr>
            <p:spPr>
              <a:xfrm>
                <a:off x="328990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0" name="ph4455">
                <a:extLst>
                  <a:ext uri="{FF2B5EF4-FFF2-40B4-BE49-F238E27FC236}">
                    <a16:creationId xmlns:a16="http://schemas.microsoft.com/office/drawing/2014/main" id="{087CE674-B50B-F02B-9514-A419370426E9}"/>
                  </a:ext>
                </a:extLst>
              </p:cNvPr>
              <p:cNvSpPr/>
              <p:nvPr/>
            </p:nvSpPr>
            <p:spPr>
              <a:xfrm>
                <a:off x="3299343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1" name="ph4456">
                <a:extLst>
                  <a:ext uri="{FF2B5EF4-FFF2-40B4-BE49-F238E27FC236}">
                    <a16:creationId xmlns:a16="http://schemas.microsoft.com/office/drawing/2014/main" id="{E979999E-1FF2-F65D-F748-760D2B5F225C}"/>
                  </a:ext>
                </a:extLst>
              </p:cNvPr>
              <p:cNvSpPr/>
              <p:nvPr/>
            </p:nvSpPr>
            <p:spPr>
              <a:xfrm>
                <a:off x="330878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2" name="ph4457">
                <a:extLst>
                  <a:ext uri="{FF2B5EF4-FFF2-40B4-BE49-F238E27FC236}">
                    <a16:creationId xmlns:a16="http://schemas.microsoft.com/office/drawing/2014/main" id="{F7377813-DB5B-438B-BCF2-291DAC43CDF6}"/>
                  </a:ext>
                </a:extLst>
              </p:cNvPr>
              <p:cNvSpPr/>
              <p:nvPr/>
            </p:nvSpPr>
            <p:spPr>
              <a:xfrm>
                <a:off x="331822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3" name="ph4458">
                <a:extLst>
                  <a:ext uri="{FF2B5EF4-FFF2-40B4-BE49-F238E27FC236}">
                    <a16:creationId xmlns:a16="http://schemas.microsoft.com/office/drawing/2014/main" id="{92712158-3CEA-E1F5-00EE-7F264D87F79E}"/>
                  </a:ext>
                </a:extLst>
              </p:cNvPr>
              <p:cNvSpPr/>
              <p:nvPr/>
            </p:nvSpPr>
            <p:spPr>
              <a:xfrm>
                <a:off x="332766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4" name="ph4459">
                <a:extLst>
                  <a:ext uri="{FF2B5EF4-FFF2-40B4-BE49-F238E27FC236}">
                    <a16:creationId xmlns:a16="http://schemas.microsoft.com/office/drawing/2014/main" id="{4B496C52-85E1-5B62-1064-4509DECB811F}"/>
                  </a:ext>
                </a:extLst>
              </p:cNvPr>
              <p:cNvSpPr/>
              <p:nvPr/>
            </p:nvSpPr>
            <p:spPr>
              <a:xfrm>
                <a:off x="333710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5" name="ph4460">
                <a:extLst>
                  <a:ext uri="{FF2B5EF4-FFF2-40B4-BE49-F238E27FC236}">
                    <a16:creationId xmlns:a16="http://schemas.microsoft.com/office/drawing/2014/main" id="{1E4C4EFC-B78D-C7A1-ADD0-8342A7D2805A}"/>
                  </a:ext>
                </a:extLst>
              </p:cNvPr>
              <p:cNvSpPr/>
              <p:nvPr/>
            </p:nvSpPr>
            <p:spPr>
              <a:xfrm>
                <a:off x="3346544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6" name="ph4461">
                <a:extLst>
                  <a:ext uri="{FF2B5EF4-FFF2-40B4-BE49-F238E27FC236}">
                    <a16:creationId xmlns:a16="http://schemas.microsoft.com/office/drawing/2014/main" id="{54BDF37F-7FB7-EBBC-4B00-16859C8B8E09}"/>
                  </a:ext>
                </a:extLst>
              </p:cNvPr>
              <p:cNvSpPr/>
              <p:nvPr/>
            </p:nvSpPr>
            <p:spPr>
              <a:xfrm>
                <a:off x="335598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7" name="ph4462">
                <a:extLst>
                  <a:ext uri="{FF2B5EF4-FFF2-40B4-BE49-F238E27FC236}">
                    <a16:creationId xmlns:a16="http://schemas.microsoft.com/office/drawing/2014/main" id="{9280AEA2-83D8-55B7-06AE-8E432CE09834}"/>
                  </a:ext>
                </a:extLst>
              </p:cNvPr>
              <p:cNvSpPr/>
              <p:nvPr/>
            </p:nvSpPr>
            <p:spPr>
              <a:xfrm>
                <a:off x="336542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8" name="ph4463">
                <a:extLst>
                  <a:ext uri="{FF2B5EF4-FFF2-40B4-BE49-F238E27FC236}">
                    <a16:creationId xmlns:a16="http://schemas.microsoft.com/office/drawing/2014/main" id="{D0B7CC0C-D42A-6C88-CC10-C08725B3A166}"/>
                  </a:ext>
                </a:extLst>
              </p:cNvPr>
              <p:cNvSpPr/>
              <p:nvPr/>
            </p:nvSpPr>
            <p:spPr>
              <a:xfrm>
                <a:off x="337486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9" name="ph4464">
                <a:extLst>
                  <a:ext uri="{FF2B5EF4-FFF2-40B4-BE49-F238E27FC236}">
                    <a16:creationId xmlns:a16="http://schemas.microsoft.com/office/drawing/2014/main" id="{34E73FA5-2A04-41E0-45C7-045FE1FE540B}"/>
                  </a:ext>
                </a:extLst>
              </p:cNvPr>
              <p:cNvSpPr/>
              <p:nvPr/>
            </p:nvSpPr>
            <p:spPr>
              <a:xfrm>
                <a:off x="3384305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0" name="ph4465">
                <a:extLst>
                  <a:ext uri="{FF2B5EF4-FFF2-40B4-BE49-F238E27FC236}">
                    <a16:creationId xmlns:a16="http://schemas.microsoft.com/office/drawing/2014/main" id="{0F0DFF50-0EC6-0472-057A-25A3093EA359}"/>
                  </a:ext>
                </a:extLst>
              </p:cNvPr>
              <p:cNvSpPr/>
              <p:nvPr/>
            </p:nvSpPr>
            <p:spPr>
              <a:xfrm>
                <a:off x="339374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1" name="ph4466">
                <a:extLst>
                  <a:ext uri="{FF2B5EF4-FFF2-40B4-BE49-F238E27FC236}">
                    <a16:creationId xmlns:a16="http://schemas.microsoft.com/office/drawing/2014/main" id="{7F0C6D45-536C-8596-183A-379CF1D687AF}"/>
                  </a:ext>
                </a:extLst>
              </p:cNvPr>
              <p:cNvSpPr/>
              <p:nvPr/>
            </p:nvSpPr>
            <p:spPr>
              <a:xfrm>
                <a:off x="3403186" y="174611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2" name="ph4467">
                <a:extLst>
                  <a:ext uri="{FF2B5EF4-FFF2-40B4-BE49-F238E27FC236}">
                    <a16:creationId xmlns:a16="http://schemas.microsoft.com/office/drawing/2014/main" id="{B2FEF82F-7624-3718-E4B2-E62C47AE6F9F}"/>
                  </a:ext>
                </a:extLst>
              </p:cNvPr>
              <p:cNvSpPr/>
              <p:nvPr/>
            </p:nvSpPr>
            <p:spPr>
              <a:xfrm>
                <a:off x="3412626" y="176368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294"/>
                    </a:lnTo>
                    <a:lnTo>
                      <a:pt x="923080" y="904042"/>
                    </a:lnTo>
                    <a:lnTo>
                      <a:pt x="922913" y="904574"/>
                    </a:lnTo>
                    <a:lnTo>
                      <a:pt x="922896" y="906096"/>
                    </a:lnTo>
                    <a:lnTo>
                      <a:pt x="922866" y="908766"/>
                    </a:lnTo>
                    <a:lnTo>
                      <a:pt x="922836" y="911436"/>
                    </a:lnTo>
                    <a:lnTo>
                      <a:pt x="922761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3" name="ph4468">
                <a:extLst>
                  <a:ext uri="{FF2B5EF4-FFF2-40B4-BE49-F238E27FC236}">
                    <a16:creationId xmlns:a16="http://schemas.microsoft.com/office/drawing/2014/main" id="{86ADEE84-F6BB-B488-79C9-FA6C82F1A0DA}"/>
                  </a:ext>
                </a:extLst>
              </p:cNvPr>
              <p:cNvSpPr/>
              <p:nvPr/>
            </p:nvSpPr>
            <p:spPr>
              <a:xfrm>
                <a:off x="3422066" y="1746117"/>
                <a:ext cx="915634" cy="918864"/>
              </a:xfrm>
              <a:custGeom>
                <a:avLst/>
                <a:gdLst/>
                <a:ahLst/>
                <a:cxnLst/>
                <a:rect l="0" t="0" r="0" b="0"/>
                <a:pathLst>
                  <a:path w="915634" h="918864">
                    <a:moveTo>
                      <a:pt x="914400" y="914400"/>
                    </a:moveTo>
                    <a:lnTo>
                      <a:pt x="915634" y="914400"/>
                    </a:lnTo>
                    <a:lnTo>
                      <a:pt x="914400" y="918864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4" name="ph4469">
                <a:extLst>
                  <a:ext uri="{FF2B5EF4-FFF2-40B4-BE49-F238E27FC236}">
                    <a16:creationId xmlns:a16="http://schemas.microsoft.com/office/drawing/2014/main" id="{83153A60-7E6A-7D41-37F3-235977B44D66}"/>
                  </a:ext>
                </a:extLst>
              </p:cNvPr>
              <p:cNvSpPr/>
              <p:nvPr/>
            </p:nvSpPr>
            <p:spPr>
              <a:xfrm>
                <a:off x="2194835" y="1728547"/>
                <a:ext cx="914400" cy="9235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42">
                    <a:moveTo>
                      <a:pt x="914400" y="914400"/>
                    </a:moveTo>
                    <a:lnTo>
                      <a:pt x="914400" y="923542"/>
                    </a:lnTo>
                    <a:lnTo>
                      <a:pt x="913433" y="921573"/>
                    </a:lnTo>
                    <a:lnTo>
                      <a:pt x="910262" y="914400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5" name="ph4470">
                <a:extLst>
                  <a:ext uri="{FF2B5EF4-FFF2-40B4-BE49-F238E27FC236}">
                    <a16:creationId xmlns:a16="http://schemas.microsoft.com/office/drawing/2014/main" id="{F49B371E-7B0D-94D7-088E-A709F64F5137}"/>
                  </a:ext>
                </a:extLst>
              </p:cNvPr>
              <p:cNvSpPr/>
              <p:nvPr/>
            </p:nvSpPr>
            <p:spPr>
              <a:xfrm>
                <a:off x="219483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662" y="931969"/>
                    </a:lnTo>
                    <a:lnTo>
                      <a:pt x="917425" y="929702"/>
                    </a:lnTo>
                    <a:lnTo>
                      <a:pt x="914400" y="923542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6" name="ph4471">
                <a:extLst>
                  <a:ext uri="{FF2B5EF4-FFF2-40B4-BE49-F238E27FC236}">
                    <a16:creationId xmlns:a16="http://schemas.microsoft.com/office/drawing/2014/main" id="{E46D55BF-625C-2939-374F-217373D442B4}"/>
                  </a:ext>
                </a:extLst>
              </p:cNvPr>
              <p:cNvSpPr/>
              <p:nvPr/>
            </p:nvSpPr>
            <p:spPr>
              <a:xfrm>
                <a:off x="220427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CBA5A">
                  <a:alpha val="100000"/>
                </a:srgbClr>
              </a:solidFill>
              <a:ln w="5420" cap="flat">
                <a:solidFill>
                  <a:srgbClr val="6C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7" name="ph4472">
                <a:extLst>
                  <a:ext uri="{FF2B5EF4-FFF2-40B4-BE49-F238E27FC236}">
                    <a16:creationId xmlns:a16="http://schemas.microsoft.com/office/drawing/2014/main" id="{1DFE002D-1FEC-87A9-16E4-235AA0669062}"/>
                  </a:ext>
                </a:extLst>
              </p:cNvPr>
              <p:cNvSpPr/>
              <p:nvPr/>
            </p:nvSpPr>
            <p:spPr>
              <a:xfrm>
                <a:off x="221371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759">
                  <a:alpha val="100000"/>
                </a:srgbClr>
              </a:solidFill>
              <a:ln w="5420" cap="flat">
                <a:solidFill>
                  <a:srgbClr val="65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8" name="ph4473">
                <a:extLst>
                  <a:ext uri="{FF2B5EF4-FFF2-40B4-BE49-F238E27FC236}">
                    <a16:creationId xmlns:a16="http://schemas.microsoft.com/office/drawing/2014/main" id="{607068EA-A625-F416-1DAA-0FAB16304484}"/>
                  </a:ext>
                </a:extLst>
              </p:cNvPr>
              <p:cNvSpPr/>
              <p:nvPr/>
            </p:nvSpPr>
            <p:spPr>
              <a:xfrm>
                <a:off x="222315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9" name="ph4474">
                <a:extLst>
                  <a:ext uri="{FF2B5EF4-FFF2-40B4-BE49-F238E27FC236}">
                    <a16:creationId xmlns:a16="http://schemas.microsoft.com/office/drawing/2014/main" id="{C0F95166-FBCC-4CE8-D58B-405C876BD2F0}"/>
                  </a:ext>
                </a:extLst>
              </p:cNvPr>
              <p:cNvSpPr/>
              <p:nvPr/>
            </p:nvSpPr>
            <p:spPr>
              <a:xfrm>
                <a:off x="223259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0" name="ph4475">
                <a:extLst>
                  <a:ext uri="{FF2B5EF4-FFF2-40B4-BE49-F238E27FC236}">
                    <a16:creationId xmlns:a16="http://schemas.microsoft.com/office/drawing/2014/main" id="{E3476F54-50A4-100F-BA65-EB4235F5EBBF}"/>
                  </a:ext>
                </a:extLst>
              </p:cNvPr>
              <p:cNvSpPr/>
              <p:nvPr/>
            </p:nvSpPr>
            <p:spPr>
              <a:xfrm>
                <a:off x="224203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1" name="ph4476">
                <a:extLst>
                  <a:ext uri="{FF2B5EF4-FFF2-40B4-BE49-F238E27FC236}">
                    <a16:creationId xmlns:a16="http://schemas.microsoft.com/office/drawing/2014/main" id="{BFA35F67-96B5-6429-60FA-E684BE6625CE}"/>
                  </a:ext>
                </a:extLst>
              </p:cNvPr>
              <p:cNvSpPr/>
              <p:nvPr/>
            </p:nvSpPr>
            <p:spPr>
              <a:xfrm>
                <a:off x="225147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2" name="ph4477">
                <a:extLst>
                  <a:ext uri="{FF2B5EF4-FFF2-40B4-BE49-F238E27FC236}">
                    <a16:creationId xmlns:a16="http://schemas.microsoft.com/office/drawing/2014/main" id="{F54B6F92-E0B0-B73A-FF75-29FBE9A67778}"/>
                  </a:ext>
                </a:extLst>
              </p:cNvPr>
              <p:cNvSpPr/>
              <p:nvPr/>
            </p:nvSpPr>
            <p:spPr>
              <a:xfrm>
                <a:off x="226091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3" name="ph4478">
                <a:extLst>
                  <a:ext uri="{FF2B5EF4-FFF2-40B4-BE49-F238E27FC236}">
                    <a16:creationId xmlns:a16="http://schemas.microsoft.com/office/drawing/2014/main" id="{1C454E96-2FBF-32B8-3E37-BFD5B6F58E47}"/>
                  </a:ext>
                </a:extLst>
              </p:cNvPr>
              <p:cNvSpPr/>
              <p:nvPr/>
            </p:nvSpPr>
            <p:spPr>
              <a:xfrm>
                <a:off x="227035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4" name="ph4479">
                <a:extLst>
                  <a:ext uri="{FF2B5EF4-FFF2-40B4-BE49-F238E27FC236}">
                    <a16:creationId xmlns:a16="http://schemas.microsoft.com/office/drawing/2014/main" id="{1860A930-4A97-EB66-FB3C-59CE04729640}"/>
                  </a:ext>
                </a:extLst>
              </p:cNvPr>
              <p:cNvSpPr/>
              <p:nvPr/>
            </p:nvSpPr>
            <p:spPr>
              <a:xfrm>
                <a:off x="2279797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7A153">
                  <a:alpha val="100000"/>
                </a:srgbClr>
              </a:solidFill>
              <a:ln w="5420" cap="flat">
                <a:solidFill>
                  <a:srgbClr val="37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5" name="ph4480">
                <a:extLst>
                  <a:ext uri="{FF2B5EF4-FFF2-40B4-BE49-F238E27FC236}">
                    <a16:creationId xmlns:a16="http://schemas.microsoft.com/office/drawing/2014/main" id="{7D9991E8-C1BF-D04A-9C2F-3308E616C202}"/>
                  </a:ext>
                </a:extLst>
              </p:cNvPr>
              <p:cNvSpPr/>
              <p:nvPr/>
            </p:nvSpPr>
            <p:spPr>
              <a:xfrm>
                <a:off x="228923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6" name="ph4481">
                <a:extLst>
                  <a:ext uri="{FF2B5EF4-FFF2-40B4-BE49-F238E27FC236}">
                    <a16:creationId xmlns:a16="http://schemas.microsoft.com/office/drawing/2014/main" id="{0836F7D9-0550-025D-F274-DE87EB0EAD75}"/>
                  </a:ext>
                </a:extLst>
              </p:cNvPr>
              <p:cNvSpPr/>
              <p:nvPr/>
            </p:nvSpPr>
            <p:spPr>
              <a:xfrm>
                <a:off x="229867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C9D52">
                  <a:alpha val="100000"/>
                </a:srgbClr>
              </a:solidFill>
              <a:ln w="5420" cap="flat">
                <a:solidFill>
                  <a:srgbClr val="2C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7" name="ph4482">
                <a:extLst>
                  <a:ext uri="{FF2B5EF4-FFF2-40B4-BE49-F238E27FC236}">
                    <a16:creationId xmlns:a16="http://schemas.microsoft.com/office/drawing/2014/main" id="{6FDAE0B2-8A0D-797B-923E-A4D40D2F72A0}"/>
                  </a:ext>
                </a:extLst>
              </p:cNvPr>
              <p:cNvSpPr/>
              <p:nvPr/>
            </p:nvSpPr>
            <p:spPr>
              <a:xfrm>
                <a:off x="230811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89C51">
                  <a:alpha val="100000"/>
                </a:srgbClr>
              </a:solidFill>
              <a:ln w="5420" cap="flat">
                <a:solidFill>
                  <a:srgbClr val="28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8" name="ph4483">
                <a:extLst>
                  <a:ext uri="{FF2B5EF4-FFF2-40B4-BE49-F238E27FC236}">
                    <a16:creationId xmlns:a16="http://schemas.microsoft.com/office/drawing/2014/main" id="{69BD3222-A29A-E40B-F02E-BA75352D3B2F}"/>
                  </a:ext>
                </a:extLst>
              </p:cNvPr>
              <p:cNvSpPr/>
              <p:nvPr/>
            </p:nvSpPr>
            <p:spPr>
              <a:xfrm>
                <a:off x="2317558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9" name="ph4484">
                <a:extLst>
                  <a:ext uri="{FF2B5EF4-FFF2-40B4-BE49-F238E27FC236}">
                    <a16:creationId xmlns:a16="http://schemas.microsoft.com/office/drawing/2014/main" id="{559FAD5F-DD4A-C413-CAF2-96066AFCF860}"/>
                  </a:ext>
                </a:extLst>
              </p:cNvPr>
              <p:cNvSpPr/>
              <p:nvPr/>
            </p:nvSpPr>
            <p:spPr>
              <a:xfrm>
                <a:off x="232699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0" name="ph4485">
                <a:extLst>
                  <a:ext uri="{FF2B5EF4-FFF2-40B4-BE49-F238E27FC236}">
                    <a16:creationId xmlns:a16="http://schemas.microsoft.com/office/drawing/2014/main" id="{FFB56AE0-17D5-0821-8B49-728FBDF878CA}"/>
                  </a:ext>
                </a:extLst>
              </p:cNvPr>
              <p:cNvSpPr/>
              <p:nvPr/>
            </p:nvSpPr>
            <p:spPr>
              <a:xfrm>
                <a:off x="233643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29A51">
                  <a:alpha val="100000"/>
                </a:srgbClr>
              </a:solidFill>
              <a:ln w="5420" cap="flat">
                <a:solidFill>
                  <a:srgbClr val="22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1" name="ph4486">
                <a:extLst>
                  <a:ext uri="{FF2B5EF4-FFF2-40B4-BE49-F238E27FC236}">
                    <a16:creationId xmlns:a16="http://schemas.microsoft.com/office/drawing/2014/main" id="{9399282F-C4E1-87DA-334A-0038F354DA39}"/>
                  </a:ext>
                </a:extLst>
              </p:cNvPr>
              <p:cNvSpPr/>
              <p:nvPr/>
            </p:nvSpPr>
            <p:spPr>
              <a:xfrm>
                <a:off x="234587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2" name="ph4487">
                <a:extLst>
                  <a:ext uri="{FF2B5EF4-FFF2-40B4-BE49-F238E27FC236}">
                    <a16:creationId xmlns:a16="http://schemas.microsoft.com/office/drawing/2014/main" id="{BEB4D2E9-152D-5162-FD7B-1FE66454BEEF}"/>
                  </a:ext>
                </a:extLst>
              </p:cNvPr>
              <p:cNvSpPr/>
              <p:nvPr/>
            </p:nvSpPr>
            <p:spPr>
              <a:xfrm>
                <a:off x="2355319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3" name="ph4488">
                <a:extLst>
                  <a:ext uri="{FF2B5EF4-FFF2-40B4-BE49-F238E27FC236}">
                    <a16:creationId xmlns:a16="http://schemas.microsoft.com/office/drawing/2014/main" id="{6480A0CA-7242-7948-BDBD-8FD6100BD50E}"/>
                  </a:ext>
                </a:extLst>
              </p:cNvPr>
              <p:cNvSpPr/>
              <p:nvPr/>
            </p:nvSpPr>
            <p:spPr>
              <a:xfrm>
                <a:off x="236476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89C51">
                  <a:alpha val="100000"/>
                </a:srgbClr>
              </a:solidFill>
              <a:ln w="5420" cap="flat">
                <a:solidFill>
                  <a:srgbClr val="28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4" name="ph4489">
                <a:extLst>
                  <a:ext uri="{FF2B5EF4-FFF2-40B4-BE49-F238E27FC236}">
                    <a16:creationId xmlns:a16="http://schemas.microsoft.com/office/drawing/2014/main" id="{46C8950F-F35C-5584-AA75-8A2B059FC286}"/>
                  </a:ext>
                </a:extLst>
              </p:cNvPr>
              <p:cNvSpPr/>
              <p:nvPr/>
            </p:nvSpPr>
            <p:spPr>
              <a:xfrm>
                <a:off x="237420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C9D52">
                  <a:alpha val="100000"/>
                </a:srgbClr>
              </a:solidFill>
              <a:ln w="5420" cap="flat">
                <a:solidFill>
                  <a:srgbClr val="2C9D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5" name="ph4490">
                <a:extLst>
                  <a:ext uri="{FF2B5EF4-FFF2-40B4-BE49-F238E27FC236}">
                    <a16:creationId xmlns:a16="http://schemas.microsoft.com/office/drawing/2014/main" id="{90B8E23C-676F-AE58-70AE-98E52414EE47}"/>
                  </a:ext>
                </a:extLst>
              </p:cNvPr>
              <p:cNvSpPr/>
              <p:nvPr/>
            </p:nvSpPr>
            <p:spPr>
              <a:xfrm>
                <a:off x="238364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6" name="ph4491">
                <a:extLst>
                  <a:ext uri="{FF2B5EF4-FFF2-40B4-BE49-F238E27FC236}">
                    <a16:creationId xmlns:a16="http://schemas.microsoft.com/office/drawing/2014/main" id="{65EFAECA-F599-2EEF-ABB9-76499A09C2B1}"/>
                  </a:ext>
                </a:extLst>
              </p:cNvPr>
              <p:cNvSpPr/>
              <p:nvPr/>
            </p:nvSpPr>
            <p:spPr>
              <a:xfrm>
                <a:off x="239308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7" name="ph4492">
                <a:extLst>
                  <a:ext uri="{FF2B5EF4-FFF2-40B4-BE49-F238E27FC236}">
                    <a16:creationId xmlns:a16="http://schemas.microsoft.com/office/drawing/2014/main" id="{D7ED6D9E-6170-14E0-FB47-E575A989377F}"/>
                  </a:ext>
                </a:extLst>
              </p:cNvPr>
              <p:cNvSpPr/>
              <p:nvPr/>
            </p:nvSpPr>
            <p:spPr>
              <a:xfrm>
                <a:off x="240252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8" name="ph4493">
                <a:extLst>
                  <a:ext uri="{FF2B5EF4-FFF2-40B4-BE49-F238E27FC236}">
                    <a16:creationId xmlns:a16="http://schemas.microsoft.com/office/drawing/2014/main" id="{D5AC024F-B4FB-670F-AC12-A8424EF63491}"/>
                  </a:ext>
                </a:extLst>
              </p:cNvPr>
              <p:cNvSpPr/>
              <p:nvPr/>
            </p:nvSpPr>
            <p:spPr>
              <a:xfrm>
                <a:off x="241196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9" name="ph4494">
                <a:extLst>
                  <a:ext uri="{FF2B5EF4-FFF2-40B4-BE49-F238E27FC236}">
                    <a16:creationId xmlns:a16="http://schemas.microsoft.com/office/drawing/2014/main" id="{CAAF4EA2-6FCD-7982-9E9F-CD997F67303E}"/>
                  </a:ext>
                </a:extLst>
              </p:cNvPr>
              <p:cNvSpPr/>
              <p:nvPr/>
            </p:nvSpPr>
            <p:spPr>
              <a:xfrm>
                <a:off x="242140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0" name="ph4495">
                <a:extLst>
                  <a:ext uri="{FF2B5EF4-FFF2-40B4-BE49-F238E27FC236}">
                    <a16:creationId xmlns:a16="http://schemas.microsoft.com/office/drawing/2014/main" id="{658643AE-F26F-FDDC-2E1A-4423829F1BBB}"/>
                  </a:ext>
                </a:extLst>
              </p:cNvPr>
              <p:cNvSpPr/>
              <p:nvPr/>
            </p:nvSpPr>
            <p:spPr>
              <a:xfrm>
                <a:off x="243084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1" name="ph4496">
                <a:extLst>
                  <a:ext uri="{FF2B5EF4-FFF2-40B4-BE49-F238E27FC236}">
                    <a16:creationId xmlns:a16="http://schemas.microsoft.com/office/drawing/2014/main" id="{8CD6AFB5-467F-CA0B-06D3-3077C8DB3B20}"/>
                  </a:ext>
                </a:extLst>
              </p:cNvPr>
              <p:cNvSpPr/>
              <p:nvPr/>
            </p:nvSpPr>
            <p:spPr>
              <a:xfrm>
                <a:off x="244028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2" name="ph4497">
                <a:extLst>
                  <a:ext uri="{FF2B5EF4-FFF2-40B4-BE49-F238E27FC236}">
                    <a16:creationId xmlns:a16="http://schemas.microsoft.com/office/drawing/2014/main" id="{60D2C4D0-0A80-2B0F-CE64-2988DECC974B}"/>
                  </a:ext>
                </a:extLst>
              </p:cNvPr>
              <p:cNvSpPr/>
              <p:nvPr/>
            </p:nvSpPr>
            <p:spPr>
              <a:xfrm>
                <a:off x="244972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3" name="ph4498">
                <a:extLst>
                  <a:ext uri="{FF2B5EF4-FFF2-40B4-BE49-F238E27FC236}">
                    <a16:creationId xmlns:a16="http://schemas.microsoft.com/office/drawing/2014/main" id="{CDA86B78-C531-820A-28E7-A3306DF7FF1E}"/>
                  </a:ext>
                </a:extLst>
              </p:cNvPr>
              <p:cNvSpPr/>
              <p:nvPr/>
            </p:nvSpPr>
            <p:spPr>
              <a:xfrm>
                <a:off x="245916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4" name="ph4499">
                <a:extLst>
                  <a:ext uri="{FF2B5EF4-FFF2-40B4-BE49-F238E27FC236}">
                    <a16:creationId xmlns:a16="http://schemas.microsoft.com/office/drawing/2014/main" id="{95251E46-24B3-209D-6297-AEF639B109E4}"/>
                  </a:ext>
                </a:extLst>
              </p:cNvPr>
              <p:cNvSpPr/>
              <p:nvPr/>
            </p:nvSpPr>
            <p:spPr>
              <a:xfrm>
                <a:off x="246860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5" name="ph4500">
                <a:extLst>
                  <a:ext uri="{FF2B5EF4-FFF2-40B4-BE49-F238E27FC236}">
                    <a16:creationId xmlns:a16="http://schemas.microsoft.com/office/drawing/2014/main" id="{7A1A0270-C726-B551-4474-E96E52A94089}"/>
                  </a:ext>
                </a:extLst>
              </p:cNvPr>
              <p:cNvSpPr/>
              <p:nvPr/>
            </p:nvSpPr>
            <p:spPr>
              <a:xfrm>
                <a:off x="247804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6B759">
                  <a:alpha val="100000"/>
                </a:srgbClr>
              </a:solidFill>
              <a:ln w="5420" cap="flat">
                <a:solidFill>
                  <a:srgbClr val="66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6" name="ph4501">
                <a:extLst>
                  <a:ext uri="{FF2B5EF4-FFF2-40B4-BE49-F238E27FC236}">
                    <a16:creationId xmlns:a16="http://schemas.microsoft.com/office/drawing/2014/main" id="{62165096-138C-F1C5-24E2-CD40176DF1EE}"/>
                  </a:ext>
                </a:extLst>
              </p:cNvPr>
              <p:cNvSpPr/>
              <p:nvPr/>
            </p:nvSpPr>
            <p:spPr>
              <a:xfrm>
                <a:off x="2496923" y="174611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02" y="896830"/>
                    </a:lnTo>
                    <a:lnTo>
                      <a:pt x="914212" y="903274"/>
                    </a:lnTo>
                    <a:lnTo>
                      <a:pt x="914399" y="903922"/>
                    </a:lnTo>
                    <a:close/>
                  </a:path>
                </a:pathLst>
              </a:custGeom>
              <a:solidFill>
                <a:srgbClr val="6BBA5A">
                  <a:alpha val="100000"/>
                </a:srgbClr>
              </a:solidFill>
              <a:ln w="5420" cap="flat">
                <a:solidFill>
                  <a:srgbClr val="6B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7" name="ph4502">
                <a:extLst>
                  <a:ext uri="{FF2B5EF4-FFF2-40B4-BE49-F238E27FC236}">
                    <a16:creationId xmlns:a16="http://schemas.microsoft.com/office/drawing/2014/main" id="{DCA11625-1DF2-F7CC-2016-483221988F97}"/>
                  </a:ext>
                </a:extLst>
              </p:cNvPr>
              <p:cNvSpPr/>
              <p:nvPr/>
            </p:nvSpPr>
            <p:spPr>
              <a:xfrm>
                <a:off x="2496923" y="1746117"/>
                <a:ext cx="91738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388" h="914400">
                    <a:moveTo>
                      <a:pt x="914399" y="914400"/>
                    </a:moveTo>
                    <a:lnTo>
                      <a:pt x="914399" y="903922"/>
                    </a:lnTo>
                    <a:lnTo>
                      <a:pt x="917041" y="913034"/>
                    </a:lnTo>
                    <a:lnTo>
                      <a:pt x="917388" y="914400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8" name="ph4503">
                <a:extLst>
                  <a:ext uri="{FF2B5EF4-FFF2-40B4-BE49-F238E27FC236}">
                    <a16:creationId xmlns:a16="http://schemas.microsoft.com/office/drawing/2014/main" id="{23B0CD87-F750-C53C-8FEB-D3A57239C6B0}"/>
                  </a:ext>
                </a:extLst>
              </p:cNvPr>
              <p:cNvSpPr/>
              <p:nvPr/>
            </p:nvSpPr>
            <p:spPr>
              <a:xfrm>
                <a:off x="3176620" y="172854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846" y="931969"/>
                    </a:lnTo>
                    <a:lnTo>
                      <a:pt x="909080" y="929918"/>
                    </a:lnTo>
                    <a:lnTo>
                      <a:pt x="910598" y="919362"/>
                    </a:lnTo>
                    <a:lnTo>
                      <a:pt x="91146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9" name="ph4504">
                <a:extLst>
                  <a:ext uri="{FF2B5EF4-FFF2-40B4-BE49-F238E27FC236}">
                    <a16:creationId xmlns:a16="http://schemas.microsoft.com/office/drawing/2014/main" id="{DF2A48E1-75C9-2462-25E1-A382FE07F6D2}"/>
                  </a:ext>
                </a:extLst>
              </p:cNvPr>
              <p:cNvSpPr/>
              <p:nvPr/>
            </p:nvSpPr>
            <p:spPr>
              <a:xfrm>
                <a:off x="317662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0" name="ph4505">
                <a:extLst>
                  <a:ext uri="{FF2B5EF4-FFF2-40B4-BE49-F238E27FC236}">
                    <a16:creationId xmlns:a16="http://schemas.microsoft.com/office/drawing/2014/main" id="{D90D53D7-4F39-0496-6EC2-A3CE6E5D535D}"/>
                  </a:ext>
                </a:extLst>
              </p:cNvPr>
              <p:cNvSpPr/>
              <p:nvPr/>
            </p:nvSpPr>
            <p:spPr>
              <a:xfrm>
                <a:off x="3186060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1" name="ph4506">
                <a:extLst>
                  <a:ext uri="{FF2B5EF4-FFF2-40B4-BE49-F238E27FC236}">
                    <a16:creationId xmlns:a16="http://schemas.microsoft.com/office/drawing/2014/main" id="{CFBE6579-CD99-219A-34A3-C0463E7C4DC0}"/>
                  </a:ext>
                </a:extLst>
              </p:cNvPr>
              <p:cNvSpPr/>
              <p:nvPr/>
            </p:nvSpPr>
            <p:spPr>
              <a:xfrm>
                <a:off x="319550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2" name="ph4507">
                <a:extLst>
                  <a:ext uri="{FF2B5EF4-FFF2-40B4-BE49-F238E27FC236}">
                    <a16:creationId xmlns:a16="http://schemas.microsoft.com/office/drawing/2014/main" id="{77C713E1-6C58-7663-6E58-06DFE8FBAE4D}"/>
                  </a:ext>
                </a:extLst>
              </p:cNvPr>
              <p:cNvSpPr/>
              <p:nvPr/>
            </p:nvSpPr>
            <p:spPr>
              <a:xfrm>
                <a:off x="320494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3" name="ph4508">
                <a:extLst>
                  <a:ext uri="{FF2B5EF4-FFF2-40B4-BE49-F238E27FC236}">
                    <a16:creationId xmlns:a16="http://schemas.microsoft.com/office/drawing/2014/main" id="{364109BB-3D06-78A8-9C7E-27B99EEBD7F4}"/>
                  </a:ext>
                </a:extLst>
              </p:cNvPr>
              <p:cNvSpPr/>
              <p:nvPr/>
            </p:nvSpPr>
            <p:spPr>
              <a:xfrm>
                <a:off x="321438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4" name="ph4509">
                <a:extLst>
                  <a:ext uri="{FF2B5EF4-FFF2-40B4-BE49-F238E27FC236}">
                    <a16:creationId xmlns:a16="http://schemas.microsoft.com/office/drawing/2014/main" id="{061EB280-50FB-A8FC-CE44-B429DED12005}"/>
                  </a:ext>
                </a:extLst>
              </p:cNvPr>
              <p:cNvSpPr/>
              <p:nvPr/>
            </p:nvSpPr>
            <p:spPr>
              <a:xfrm>
                <a:off x="3223821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5" name="ph4510">
                <a:extLst>
                  <a:ext uri="{FF2B5EF4-FFF2-40B4-BE49-F238E27FC236}">
                    <a16:creationId xmlns:a16="http://schemas.microsoft.com/office/drawing/2014/main" id="{ADF54921-5E26-E7F0-E265-768B6ED29C99}"/>
                  </a:ext>
                </a:extLst>
              </p:cNvPr>
              <p:cNvSpPr/>
              <p:nvPr/>
            </p:nvSpPr>
            <p:spPr>
              <a:xfrm>
                <a:off x="323326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6" name="ph4511">
                <a:extLst>
                  <a:ext uri="{FF2B5EF4-FFF2-40B4-BE49-F238E27FC236}">
                    <a16:creationId xmlns:a16="http://schemas.microsoft.com/office/drawing/2014/main" id="{684425C9-3029-C16E-7836-25DB3F0FA2A5}"/>
                  </a:ext>
                </a:extLst>
              </p:cNvPr>
              <p:cNvSpPr/>
              <p:nvPr/>
            </p:nvSpPr>
            <p:spPr>
              <a:xfrm>
                <a:off x="324270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7" name="ph4512">
                <a:extLst>
                  <a:ext uri="{FF2B5EF4-FFF2-40B4-BE49-F238E27FC236}">
                    <a16:creationId xmlns:a16="http://schemas.microsoft.com/office/drawing/2014/main" id="{0EF277E5-15B1-9F20-85FC-05A6A39936A9}"/>
                  </a:ext>
                </a:extLst>
              </p:cNvPr>
              <p:cNvSpPr/>
              <p:nvPr/>
            </p:nvSpPr>
            <p:spPr>
              <a:xfrm>
                <a:off x="325214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8" name="ph4513">
                <a:extLst>
                  <a:ext uri="{FF2B5EF4-FFF2-40B4-BE49-F238E27FC236}">
                    <a16:creationId xmlns:a16="http://schemas.microsoft.com/office/drawing/2014/main" id="{25077803-1FC5-DDE8-2031-3CA483C64D5F}"/>
                  </a:ext>
                </a:extLst>
              </p:cNvPr>
              <p:cNvSpPr/>
              <p:nvPr/>
            </p:nvSpPr>
            <p:spPr>
              <a:xfrm>
                <a:off x="3261582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9" name="ph4514">
                <a:extLst>
                  <a:ext uri="{FF2B5EF4-FFF2-40B4-BE49-F238E27FC236}">
                    <a16:creationId xmlns:a16="http://schemas.microsoft.com/office/drawing/2014/main" id="{74142999-AD22-6B29-5FE7-E96507FCF39A}"/>
                  </a:ext>
                </a:extLst>
              </p:cNvPr>
              <p:cNvSpPr/>
              <p:nvPr/>
            </p:nvSpPr>
            <p:spPr>
              <a:xfrm>
                <a:off x="327102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0" name="ph4515">
                <a:extLst>
                  <a:ext uri="{FF2B5EF4-FFF2-40B4-BE49-F238E27FC236}">
                    <a16:creationId xmlns:a16="http://schemas.microsoft.com/office/drawing/2014/main" id="{425CE919-A234-B2EC-1E20-4CEE9C5D6816}"/>
                  </a:ext>
                </a:extLst>
              </p:cNvPr>
              <p:cNvSpPr/>
              <p:nvPr/>
            </p:nvSpPr>
            <p:spPr>
              <a:xfrm>
                <a:off x="328046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1" name="ph4516">
                <a:extLst>
                  <a:ext uri="{FF2B5EF4-FFF2-40B4-BE49-F238E27FC236}">
                    <a16:creationId xmlns:a16="http://schemas.microsoft.com/office/drawing/2014/main" id="{9D503899-2D24-2C40-55D8-997F026322EC}"/>
                  </a:ext>
                </a:extLst>
              </p:cNvPr>
              <p:cNvSpPr/>
              <p:nvPr/>
            </p:nvSpPr>
            <p:spPr>
              <a:xfrm>
                <a:off x="328990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2" name="ph4517">
                <a:extLst>
                  <a:ext uri="{FF2B5EF4-FFF2-40B4-BE49-F238E27FC236}">
                    <a16:creationId xmlns:a16="http://schemas.microsoft.com/office/drawing/2014/main" id="{862BFD8F-5DC0-B840-A4B7-A6A2F4234FE2}"/>
                  </a:ext>
                </a:extLst>
              </p:cNvPr>
              <p:cNvSpPr/>
              <p:nvPr/>
            </p:nvSpPr>
            <p:spPr>
              <a:xfrm>
                <a:off x="3299343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3" name="ph4518">
                <a:extLst>
                  <a:ext uri="{FF2B5EF4-FFF2-40B4-BE49-F238E27FC236}">
                    <a16:creationId xmlns:a16="http://schemas.microsoft.com/office/drawing/2014/main" id="{4F89214A-4264-21E4-AC82-1CB2139FF7F5}"/>
                  </a:ext>
                </a:extLst>
              </p:cNvPr>
              <p:cNvSpPr/>
              <p:nvPr/>
            </p:nvSpPr>
            <p:spPr>
              <a:xfrm>
                <a:off x="330878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4" name="ph4519">
                <a:extLst>
                  <a:ext uri="{FF2B5EF4-FFF2-40B4-BE49-F238E27FC236}">
                    <a16:creationId xmlns:a16="http://schemas.microsoft.com/office/drawing/2014/main" id="{7193E0D1-3D73-B9CE-A63B-D9B8D06E8530}"/>
                  </a:ext>
                </a:extLst>
              </p:cNvPr>
              <p:cNvSpPr/>
              <p:nvPr/>
            </p:nvSpPr>
            <p:spPr>
              <a:xfrm>
                <a:off x="331822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5" name="ph4520">
                <a:extLst>
                  <a:ext uri="{FF2B5EF4-FFF2-40B4-BE49-F238E27FC236}">
                    <a16:creationId xmlns:a16="http://schemas.microsoft.com/office/drawing/2014/main" id="{184FE64E-5C35-79E6-015C-241BBDE06AB2}"/>
                  </a:ext>
                </a:extLst>
              </p:cNvPr>
              <p:cNvSpPr/>
              <p:nvPr/>
            </p:nvSpPr>
            <p:spPr>
              <a:xfrm>
                <a:off x="332766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6" name="ph4521">
                <a:extLst>
                  <a:ext uri="{FF2B5EF4-FFF2-40B4-BE49-F238E27FC236}">
                    <a16:creationId xmlns:a16="http://schemas.microsoft.com/office/drawing/2014/main" id="{69C84EC0-A703-3544-9956-C46D48CED2FC}"/>
                  </a:ext>
                </a:extLst>
              </p:cNvPr>
              <p:cNvSpPr/>
              <p:nvPr/>
            </p:nvSpPr>
            <p:spPr>
              <a:xfrm>
                <a:off x="333710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7" name="ph4522">
                <a:extLst>
                  <a:ext uri="{FF2B5EF4-FFF2-40B4-BE49-F238E27FC236}">
                    <a16:creationId xmlns:a16="http://schemas.microsoft.com/office/drawing/2014/main" id="{53810D62-D705-6870-70C4-EC188F85C7D5}"/>
                  </a:ext>
                </a:extLst>
              </p:cNvPr>
              <p:cNvSpPr/>
              <p:nvPr/>
            </p:nvSpPr>
            <p:spPr>
              <a:xfrm>
                <a:off x="3346544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8" name="ph4523">
                <a:extLst>
                  <a:ext uri="{FF2B5EF4-FFF2-40B4-BE49-F238E27FC236}">
                    <a16:creationId xmlns:a16="http://schemas.microsoft.com/office/drawing/2014/main" id="{DE8CCEE7-F867-5E02-5B25-38AB777E5B30}"/>
                  </a:ext>
                </a:extLst>
              </p:cNvPr>
              <p:cNvSpPr/>
              <p:nvPr/>
            </p:nvSpPr>
            <p:spPr>
              <a:xfrm>
                <a:off x="335598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9" name="ph4524">
                <a:extLst>
                  <a:ext uri="{FF2B5EF4-FFF2-40B4-BE49-F238E27FC236}">
                    <a16:creationId xmlns:a16="http://schemas.microsoft.com/office/drawing/2014/main" id="{B1382E3A-D84F-B938-786C-41E6C25ED324}"/>
                  </a:ext>
                </a:extLst>
              </p:cNvPr>
              <p:cNvSpPr/>
              <p:nvPr/>
            </p:nvSpPr>
            <p:spPr>
              <a:xfrm>
                <a:off x="336542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0" name="ph4525">
                <a:extLst>
                  <a:ext uri="{FF2B5EF4-FFF2-40B4-BE49-F238E27FC236}">
                    <a16:creationId xmlns:a16="http://schemas.microsoft.com/office/drawing/2014/main" id="{50E39359-EAF8-4222-1BC5-68B912F0A48C}"/>
                  </a:ext>
                </a:extLst>
              </p:cNvPr>
              <p:cNvSpPr/>
              <p:nvPr/>
            </p:nvSpPr>
            <p:spPr>
              <a:xfrm>
                <a:off x="337486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1" name="ph4526">
                <a:extLst>
                  <a:ext uri="{FF2B5EF4-FFF2-40B4-BE49-F238E27FC236}">
                    <a16:creationId xmlns:a16="http://schemas.microsoft.com/office/drawing/2014/main" id="{491F52DB-BAD4-EC70-1831-17A4A80E96AB}"/>
                  </a:ext>
                </a:extLst>
              </p:cNvPr>
              <p:cNvSpPr/>
              <p:nvPr/>
            </p:nvSpPr>
            <p:spPr>
              <a:xfrm>
                <a:off x="3384305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2" name="ph4527">
                <a:extLst>
                  <a:ext uri="{FF2B5EF4-FFF2-40B4-BE49-F238E27FC236}">
                    <a16:creationId xmlns:a16="http://schemas.microsoft.com/office/drawing/2014/main" id="{75FF465C-B85B-9A12-DEF2-4E1CCB05F9D8}"/>
                  </a:ext>
                </a:extLst>
              </p:cNvPr>
              <p:cNvSpPr/>
              <p:nvPr/>
            </p:nvSpPr>
            <p:spPr>
              <a:xfrm>
                <a:off x="339374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3" name="ph4528">
                <a:extLst>
                  <a:ext uri="{FF2B5EF4-FFF2-40B4-BE49-F238E27FC236}">
                    <a16:creationId xmlns:a16="http://schemas.microsoft.com/office/drawing/2014/main" id="{784220AC-C63B-C43D-F430-6613708BE5C9}"/>
                  </a:ext>
                </a:extLst>
              </p:cNvPr>
              <p:cNvSpPr/>
              <p:nvPr/>
            </p:nvSpPr>
            <p:spPr>
              <a:xfrm>
                <a:off x="340318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4" name="ph4529">
                <a:extLst>
                  <a:ext uri="{FF2B5EF4-FFF2-40B4-BE49-F238E27FC236}">
                    <a16:creationId xmlns:a16="http://schemas.microsoft.com/office/drawing/2014/main" id="{F6EF5B1A-FE12-6A67-69CE-CAB2D4B9E330}"/>
                  </a:ext>
                </a:extLst>
              </p:cNvPr>
              <p:cNvSpPr/>
              <p:nvPr/>
            </p:nvSpPr>
            <p:spPr>
              <a:xfrm>
                <a:off x="3412626" y="172854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5" name="ph4530">
                <a:extLst>
                  <a:ext uri="{FF2B5EF4-FFF2-40B4-BE49-F238E27FC236}">
                    <a16:creationId xmlns:a16="http://schemas.microsoft.com/office/drawing/2014/main" id="{61503017-5B76-E224-4081-8CE8EAB4FC80}"/>
                  </a:ext>
                </a:extLst>
              </p:cNvPr>
              <p:cNvSpPr/>
              <p:nvPr/>
            </p:nvSpPr>
            <p:spPr>
              <a:xfrm>
                <a:off x="3422066" y="1746117"/>
                <a:ext cx="9198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81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810" y="896830"/>
                    </a:lnTo>
                    <a:lnTo>
                      <a:pt x="918763" y="901834"/>
                    </a:lnTo>
                    <a:lnTo>
                      <a:pt x="916340" y="911847"/>
                    </a:lnTo>
                    <a:lnTo>
                      <a:pt x="915634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6" name="ph4531">
                <a:extLst>
                  <a:ext uri="{FF2B5EF4-FFF2-40B4-BE49-F238E27FC236}">
                    <a16:creationId xmlns:a16="http://schemas.microsoft.com/office/drawing/2014/main" id="{BB1D3A24-3736-8860-15BF-5111AA131896}"/>
                  </a:ext>
                </a:extLst>
              </p:cNvPr>
              <p:cNvSpPr/>
              <p:nvPr/>
            </p:nvSpPr>
            <p:spPr>
              <a:xfrm>
                <a:off x="2185395" y="1710977"/>
                <a:ext cx="914400" cy="9184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402">
                    <a:moveTo>
                      <a:pt x="914400" y="914400"/>
                    </a:moveTo>
                    <a:lnTo>
                      <a:pt x="914400" y="918402"/>
                    </a:lnTo>
                    <a:lnTo>
                      <a:pt x="912978" y="914400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7" name="ph4532">
                <a:extLst>
                  <a:ext uri="{FF2B5EF4-FFF2-40B4-BE49-F238E27FC236}">
                    <a16:creationId xmlns:a16="http://schemas.microsoft.com/office/drawing/2014/main" id="{88558940-81EF-3B89-68F5-E91A4782B4C2}"/>
                  </a:ext>
                </a:extLst>
              </p:cNvPr>
              <p:cNvSpPr/>
              <p:nvPr/>
            </p:nvSpPr>
            <p:spPr>
              <a:xfrm>
                <a:off x="218539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702" y="931969"/>
                    </a:lnTo>
                    <a:lnTo>
                      <a:pt x="919114" y="930638"/>
                    </a:lnTo>
                    <a:lnTo>
                      <a:pt x="915598" y="921779"/>
                    </a:lnTo>
                    <a:lnTo>
                      <a:pt x="914400" y="918402"/>
                    </a:lnTo>
                    <a:close/>
                  </a:path>
                </a:pathLst>
              </a:custGeom>
              <a:solidFill>
                <a:srgbClr val="7DC35D">
                  <a:alpha val="100000"/>
                </a:srgbClr>
              </a:solidFill>
              <a:ln w="5420" cap="flat">
                <a:solidFill>
                  <a:srgbClr val="7D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8" name="ph4533">
                <a:extLst>
                  <a:ext uri="{FF2B5EF4-FFF2-40B4-BE49-F238E27FC236}">
                    <a16:creationId xmlns:a16="http://schemas.microsoft.com/office/drawing/2014/main" id="{DB098D32-8827-3DFF-554A-93EDA60A90FE}"/>
                  </a:ext>
                </a:extLst>
              </p:cNvPr>
              <p:cNvSpPr/>
              <p:nvPr/>
            </p:nvSpPr>
            <p:spPr>
              <a:xfrm>
                <a:off x="219483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C05C">
                  <a:alpha val="100000"/>
                </a:srgbClr>
              </a:solidFill>
              <a:ln w="5420" cap="flat">
                <a:solidFill>
                  <a:srgbClr val="76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9" name="ph4534">
                <a:extLst>
                  <a:ext uri="{FF2B5EF4-FFF2-40B4-BE49-F238E27FC236}">
                    <a16:creationId xmlns:a16="http://schemas.microsoft.com/office/drawing/2014/main" id="{BDE26849-C01F-1261-61A7-13EDC8344318}"/>
                  </a:ext>
                </a:extLst>
              </p:cNvPr>
              <p:cNvSpPr/>
              <p:nvPr/>
            </p:nvSpPr>
            <p:spPr>
              <a:xfrm>
                <a:off x="220427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0" name="ph4535">
                <a:extLst>
                  <a:ext uri="{FF2B5EF4-FFF2-40B4-BE49-F238E27FC236}">
                    <a16:creationId xmlns:a16="http://schemas.microsoft.com/office/drawing/2014/main" id="{8A8F6EE9-5D7B-6333-4B33-FA3A2575B017}"/>
                  </a:ext>
                </a:extLst>
              </p:cNvPr>
              <p:cNvSpPr/>
              <p:nvPr/>
            </p:nvSpPr>
            <p:spPr>
              <a:xfrm>
                <a:off x="221371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1" name="ph4536">
                <a:extLst>
                  <a:ext uri="{FF2B5EF4-FFF2-40B4-BE49-F238E27FC236}">
                    <a16:creationId xmlns:a16="http://schemas.microsoft.com/office/drawing/2014/main" id="{72C59F49-D6DD-A7C4-D735-6F40C494F567}"/>
                  </a:ext>
                </a:extLst>
              </p:cNvPr>
              <p:cNvSpPr/>
              <p:nvPr/>
            </p:nvSpPr>
            <p:spPr>
              <a:xfrm>
                <a:off x="222315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2" name="ph4537">
                <a:extLst>
                  <a:ext uri="{FF2B5EF4-FFF2-40B4-BE49-F238E27FC236}">
                    <a16:creationId xmlns:a16="http://schemas.microsoft.com/office/drawing/2014/main" id="{695CBA4F-1774-975F-0C82-8B1352613A0E}"/>
                  </a:ext>
                </a:extLst>
              </p:cNvPr>
              <p:cNvSpPr/>
              <p:nvPr/>
            </p:nvSpPr>
            <p:spPr>
              <a:xfrm>
                <a:off x="223259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3" name="ph4538">
                <a:extLst>
                  <a:ext uri="{FF2B5EF4-FFF2-40B4-BE49-F238E27FC236}">
                    <a16:creationId xmlns:a16="http://schemas.microsoft.com/office/drawing/2014/main" id="{D2451145-B432-E83D-7613-3832B085B80F}"/>
                  </a:ext>
                </a:extLst>
              </p:cNvPr>
              <p:cNvSpPr/>
              <p:nvPr/>
            </p:nvSpPr>
            <p:spPr>
              <a:xfrm>
                <a:off x="224203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C56">
                  <a:alpha val="100000"/>
                </a:srgbClr>
              </a:solidFill>
              <a:ln w="5420" cap="flat">
                <a:solidFill>
                  <a:srgbClr val="52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4" name="ph4539">
                <a:extLst>
                  <a:ext uri="{FF2B5EF4-FFF2-40B4-BE49-F238E27FC236}">
                    <a16:creationId xmlns:a16="http://schemas.microsoft.com/office/drawing/2014/main" id="{2B2C375D-128C-819D-910C-634066A01FDF}"/>
                  </a:ext>
                </a:extLst>
              </p:cNvPr>
              <p:cNvSpPr/>
              <p:nvPr/>
            </p:nvSpPr>
            <p:spPr>
              <a:xfrm>
                <a:off x="225147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AA955">
                  <a:alpha val="100000"/>
                </a:srgbClr>
              </a:solidFill>
              <a:ln w="5420" cap="flat">
                <a:solidFill>
                  <a:srgbClr val="4A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5" name="ph4540">
                <a:extLst>
                  <a:ext uri="{FF2B5EF4-FFF2-40B4-BE49-F238E27FC236}">
                    <a16:creationId xmlns:a16="http://schemas.microsoft.com/office/drawing/2014/main" id="{9954AB63-0D19-4AE3-CB6A-A4A081EB7345}"/>
                  </a:ext>
                </a:extLst>
              </p:cNvPr>
              <p:cNvSpPr/>
              <p:nvPr/>
            </p:nvSpPr>
            <p:spPr>
              <a:xfrm>
                <a:off x="226091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6" name="ph4541">
                <a:extLst>
                  <a:ext uri="{FF2B5EF4-FFF2-40B4-BE49-F238E27FC236}">
                    <a16:creationId xmlns:a16="http://schemas.microsoft.com/office/drawing/2014/main" id="{104929DE-C0A5-4CF5-D39C-868B8AC03577}"/>
                  </a:ext>
                </a:extLst>
              </p:cNvPr>
              <p:cNvSpPr/>
              <p:nvPr/>
            </p:nvSpPr>
            <p:spPr>
              <a:xfrm>
                <a:off x="227035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CA353">
                  <a:alpha val="100000"/>
                </a:srgbClr>
              </a:solidFill>
              <a:ln w="5420" cap="flat">
                <a:solidFill>
                  <a:srgbClr val="3C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7" name="ph4542">
                <a:extLst>
                  <a:ext uri="{FF2B5EF4-FFF2-40B4-BE49-F238E27FC236}">
                    <a16:creationId xmlns:a16="http://schemas.microsoft.com/office/drawing/2014/main" id="{E46683B0-AFA0-F345-47E9-190CC77EAA39}"/>
                  </a:ext>
                </a:extLst>
              </p:cNvPr>
              <p:cNvSpPr/>
              <p:nvPr/>
            </p:nvSpPr>
            <p:spPr>
              <a:xfrm>
                <a:off x="2279797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8" name="ph4543">
                <a:extLst>
                  <a:ext uri="{FF2B5EF4-FFF2-40B4-BE49-F238E27FC236}">
                    <a16:creationId xmlns:a16="http://schemas.microsoft.com/office/drawing/2014/main" id="{2D7F1588-759B-626F-9867-EA838137CEDE}"/>
                  </a:ext>
                </a:extLst>
              </p:cNvPr>
              <p:cNvSpPr/>
              <p:nvPr/>
            </p:nvSpPr>
            <p:spPr>
              <a:xfrm>
                <a:off x="228923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9" name="ph4544">
                <a:extLst>
                  <a:ext uri="{FF2B5EF4-FFF2-40B4-BE49-F238E27FC236}">
                    <a16:creationId xmlns:a16="http://schemas.microsoft.com/office/drawing/2014/main" id="{E7E5AA8A-945D-B013-241F-186F63368C98}"/>
                  </a:ext>
                </a:extLst>
              </p:cNvPr>
              <p:cNvSpPr/>
              <p:nvPr/>
            </p:nvSpPr>
            <p:spPr>
              <a:xfrm>
                <a:off x="229867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89C51">
                  <a:alpha val="100000"/>
                </a:srgbClr>
              </a:solidFill>
              <a:ln w="5420" cap="flat">
                <a:solidFill>
                  <a:srgbClr val="28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0" name="ph4545">
                <a:extLst>
                  <a:ext uri="{FF2B5EF4-FFF2-40B4-BE49-F238E27FC236}">
                    <a16:creationId xmlns:a16="http://schemas.microsoft.com/office/drawing/2014/main" id="{04ED5C61-3965-0F6D-F30C-BA39E3AF4F4D}"/>
                  </a:ext>
                </a:extLst>
              </p:cNvPr>
              <p:cNvSpPr/>
              <p:nvPr/>
            </p:nvSpPr>
            <p:spPr>
              <a:xfrm>
                <a:off x="230811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1" name="ph4546">
                <a:extLst>
                  <a:ext uri="{FF2B5EF4-FFF2-40B4-BE49-F238E27FC236}">
                    <a16:creationId xmlns:a16="http://schemas.microsoft.com/office/drawing/2014/main" id="{8C5BD376-8CB5-B0FD-4AF3-67AF4A26B437}"/>
                  </a:ext>
                </a:extLst>
              </p:cNvPr>
              <p:cNvSpPr/>
              <p:nvPr/>
            </p:nvSpPr>
            <p:spPr>
              <a:xfrm>
                <a:off x="2317558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F9950">
                  <a:alpha val="100000"/>
                </a:srgbClr>
              </a:solidFill>
              <a:ln w="5420" cap="flat">
                <a:solidFill>
                  <a:srgbClr val="1F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2" name="ph4547">
                <a:extLst>
                  <a:ext uri="{FF2B5EF4-FFF2-40B4-BE49-F238E27FC236}">
                    <a16:creationId xmlns:a16="http://schemas.microsoft.com/office/drawing/2014/main" id="{A00C51D0-7DE6-D04F-0B0F-422A778ECCDE}"/>
                  </a:ext>
                </a:extLst>
              </p:cNvPr>
              <p:cNvSpPr/>
              <p:nvPr/>
            </p:nvSpPr>
            <p:spPr>
              <a:xfrm>
                <a:off x="232699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950">
                  <a:alpha val="100000"/>
                </a:srgbClr>
              </a:solidFill>
              <a:ln w="5420" cap="flat">
                <a:solidFill>
                  <a:srgbClr val="1C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3" name="ph4548">
                <a:extLst>
                  <a:ext uri="{FF2B5EF4-FFF2-40B4-BE49-F238E27FC236}">
                    <a16:creationId xmlns:a16="http://schemas.microsoft.com/office/drawing/2014/main" id="{8ACE94B9-606A-D1C5-ABEF-1D56857CAF9B}"/>
                  </a:ext>
                </a:extLst>
              </p:cNvPr>
              <p:cNvSpPr/>
              <p:nvPr/>
            </p:nvSpPr>
            <p:spPr>
              <a:xfrm>
                <a:off x="233643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850">
                  <a:alpha val="100000"/>
                </a:srgbClr>
              </a:solidFill>
              <a:ln w="5420" cap="flat">
                <a:solidFill>
                  <a:srgbClr val="1C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4" name="ph4549">
                <a:extLst>
                  <a:ext uri="{FF2B5EF4-FFF2-40B4-BE49-F238E27FC236}">
                    <a16:creationId xmlns:a16="http://schemas.microsoft.com/office/drawing/2014/main" id="{B5F0279C-EF2A-7BFD-83C7-76DF105FFCC6}"/>
                  </a:ext>
                </a:extLst>
              </p:cNvPr>
              <p:cNvSpPr/>
              <p:nvPr/>
            </p:nvSpPr>
            <p:spPr>
              <a:xfrm>
                <a:off x="234587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D9950">
                  <a:alpha val="100000"/>
                </a:srgbClr>
              </a:solidFill>
              <a:ln w="5420" cap="flat">
                <a:solidFill>
                  <a:srgbClr val="1D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5" name="ph4550">
                <a:extLst>
                  <a:ext uri="{FF2B5EF4-FFF2-40B4-BE49-F238E27FC236}">
                    <a16:creationId xmlns:a16="http://schemas.microsoft.com/office/drawing/2014/main" id="{A649F3EA-3880-068F-2374-D7A74FF0273F}"/>
                  </a:ext>
                </a:extLst>
              </p:cNvPr>
              <p:cNvSpPr/>
              <p:nvPr/>
            </p:nvSpPr>
            <p:spPr>
              <a:xfrm>
                <a:off x="2355319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09950">
                  <a:alpha val="100000"/>
                </a:srgbClr>
              </a:solidFill>
              <a:ln w="5420" cap="flat">
                <a:solidFill>
                  <a:srgbClr val="20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6" name="ph4551">
                <a:extLst>
                  <a:ext uri="{FF2B5EF4-FFF2-40B4-BE49-F238E27FC236}">
                    <a16:creationId xmlns:a16="http://schemas.microsoft.com/office/drawing/2014/main" id="{50B736CF-CF31-A548-13C7-D8D4110F7DB3}"/>
                  </a:ext>
                </a:extLst>
              </p:cNvPr>
              <p:cNvSpPr/>
              <p:nvPr/>
            </p:nvSpPr>
            <p:spPr>
              <a:xfrm>
                <a:off x="236476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7" name="ph4552">
                <a:extLst>
                  <a:ext uri="{FF2B5EF4-FFF2-40B4-BE49-F238E27FC236}">
                    <a16:creationId xmlns:a16="http://schemas.microsoft.com/office/drawing/2014/main" id="{E4FCB0AB-D831-A7EF-28C3-4265B57C5A02}"/>
                  </a:ext>
                </a:extLst>
              </p:cNvPr>
              <p:cNvSpPr/>
              <p:nvPr/>
            </p:nvSpPr>
            <p:spPr>
              <a:xfrm>
                <a:off x="237420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89C51">
                  <a:alpha val="100000"/>
                </a:srgbClr>
              </a:solidFill>
              <a:ln w="5420" cap="flat">
                <a:solidFill>
                  <a:srgbClr val="28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8" name="ph4553">
                <a:extLst>
                  <a:ext uri="{FF2B5EF4-FFF2-40B4-BE49-F238E27FC236}">
                    <a16:creationId xmlns:a16="http://schemas.microsoft.com/office/drawing/2014/main" id="{04506253-AE60-556F-3BD0-6B09F85B7323}"/>
                  </a:ext>
                </a:extLst>
              </p:cNvPr>
              <p:cNvSpPr/>
              <p:nvPr/>
            </p:nvSpPr>
            <p:spPr>
              <a:xfrm>
                <a:off x="238364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9" name="ph4554">
                <a:extLst>
                  <a:ext uri="{FF2B5EF4-FFF2-40B4-BE49-F238E27FC236}">
                    <a16:creationId xmlns:a16="http://schemas.microsoft.com/office/drawing/2014/main" id="{46A58D04-26AD-D8D2-FF47-8E14081A558F}"/>
                  </a:ext>
                </a:extLst>
              </p:cNvPr>
              <p:cNvSpPr/>
              <p:nvPr/>
            </p:nvSpPr>
            <p:spPr>
              <a:xfrm>
                <a:off x="239308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3A052">
                  <a:alpha val="100000"/>
                </a:srgbClr>
              </a:solidFill>
              <a:ln w="5420" cap="flat">
                <a:solidFill>
                  <a:srgbClr val="33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0" name="ph4555">
                <a:extLst>
                  <a:ext uri="{FF2B5EF4-FFF2-40B4-BE49-F238E27FC236}">
                    <a16:creationId xmlns:a16="http://schemas.microsoft.com/office/drawing/2014/main" id="{D48F9D6D-B075-DEDF-ABDF-B3F11E279217}"/>
                  </a:ext>
                </a:extLst>
              </p:cNvPr>
              <p:cNvSpPr/>
              <p:nvPr/>
            </p:nvSpPr>
            <p:spPr>
              <a:xfrm>
                <a:off x="240252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1" name="ph4556">
                <a:extLst>
                  <a:ext uri="{FF2B5EF4-FFF2-40B4-BE49-F238E27FC236}">
                    <a16:creationId xmlns:a16="http://schemas.microsoft.com/office/drawing/2014/main" id="{07A60F44-F09C-9CA6-43C7-5C1BCFCA2BF2}"/>
                  </a:ext>
                </a:extLst>
              </p:cNvPr>
              <p:cNvSpPr/>
              <p:nvPr/>
            </p:nvSpPr>
            <p:spPr>
              <a:xfrm>
                <a:off x="241196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FA454">
                  <a:alpha val="100000"/>
                </a:srgbClr>
              </a:solidFill>
              <a:ln w="5420" cap="flat">
                <a:solidFill>
                  <a:srgbClr val="3F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2" name="ph4557">
                <a:extLst>
                  <a:ext uri="{FF2B5EF4-FFF2-40B4-BE49-F238E27FC236}">
                    <a16:creationId xmlns:a16="http://schemas.microsoft.com/office/drawing/2014/main" id="{CD64EB32-929A-B9C7-4BBC-DB3EA5F2F2B1}"/>
                  </a:ext>
                </a:extLst>
              </p:cNvPr>
              <p:cNvSpPr/>
              <p:nvPr/>
            </p:nvSpPr>
            <p:spPr>
              <a:xfrm>
                <a:off x="242140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3" name="ph4558">
                <a:extLst>
                  <a:ext uri="{FF2B5EF4-FFF2-40B4-BE49-F238E27FC236}">
                    <a16:creationId xmlns:a16="http://schemas.microsoft.com/office/drawing/2014/main" id="{D23778D7-9F66-1C9E-637C-3B625793206A}"/>
                  </a:ext>
                </a:extLst>
              </p:cNvPr>
              <p:cNvSpPr/>
              <p:nvPr/>
            </p:nvSpPr>
            <p:spPr>
              <a:xfrm>
                <a:off x="243084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BA955">
                  <a:alpha val="100000"/>
                </a:srgbClr>
              </a:solidFill>
              <a:ln w="5420" cap="flat">
                <a:solidFill>
                  <a:srgbClr val="4BA9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4" name="ph4559">
                <a:extLst>
                  <a:ext uri="{FF2B5EF4-FFF2-40B4-BE49-F238E27FC236}">
                    <a16:creationId xmlns:a16="http://schemas.microsoft.com/office/drawing/2014/main" id="{E2396A78-2C3E-6D84-631D-C6737D834AB1}"/>
                  </a:ext>
                </a:extLst>
              </p:cNvPr>
              <p:cNvSpPr/>
              <p:nvPr/>
            </p:nvSpPr>
            <p:spPr>
              <a:xfrm>
                <a:off x="244028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1AC56">
                  <a:alpha val="100000"/>
                </a:srgbClr>
              </a:solidFill>
              <a:ln w="5420" cap="flat">
                <a:solidFill>
                  <a:srgbClr val="51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5" name="ph4560">
                <a:extLst>
                  <a:ext uri="{FF2B5EF4-FFF2-40B4-BE49-F238E27FC236}">
                    <a16:creationId xmlns:a16="http://schemas.microsoft.com/office/drawing/2014/main" id="{6B5A9862-3D1B-5094-759D-838470433B89}"/>
                  </a:ext>
                </a:extLst>
              </p:cNvPr>
              <p:cNvSpPr/>
              <p:nvPr/>
            </p:nvSpPr>
            <p:spPr>
              <a:xfrm>
                <a:off x="244972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6" name="ph4561">
                <a:extLst>
                  <a:ext uri="{FF2B5EF4-FFF2-40B4-BE49-F238E27FC236}">
                    <a16:creationId xmlns:a16="http://schemas.microsoft.com/office/drawing/2014/main" id="{D1E7E441-364C-E76A-AB20-26D0924022F2}"/>
                  </a:ext>
                </a:extLst>
              </p:cNvPr>
              <p:cNvSpPr/>
              <p:nvPr/>
            </p:nvSpPr>
            <p:spPr>
              <a:xfrm>
                <a:off x="245916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7" name="ph4562">
                <a:extLst>
                  <a:ext uri="{FF2B5EF4-FFF2-40B4-BE49-F238E27FC236}">
                    <a16:creationId xmlns:a16="http://schemas.microsoft.com/office/drawing/2014/main" id="{00944D9E-EFFC-D667-188C-FDE472B325F2}"/>
                  </a:ext>
                </a:extLst>
              </p:cNvPr>
              <p:cNvSpPr/>
              <p:nvPr/>
            </p:nvSpPr>
            <p:spPr>
              <a:xfrm>
                <a:off x="246860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2B558">
                  <a:alpha val="100000"/>
                </a:srgbClr>
              </a:solidFill>
              <a:ln w="5420" cap="flat">
                <a:solidFill>
                  <a:srgbClr val="62B5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8" name="ph4563">
                <a:extLst>
                  <a:ext uri="{FF2B5EF4-FFF2-40B4-BE49-F238E27FC236}">
                    <a16:creationId xmlns:a16="http://schemas.microsoft.com/office/drawing/2014/main" id="{86AE9B6F-B756-6519-69AE-E402BA3627DC}"/>
                  </a:ext>
                </a:extLst>
              </p:cNvPr>
              <p:cNvSpPr/>
              <p:nvPr/>
            </p:nvSpPr>
            <p:spPr>
              <a:xfrm>
                <a:off x="247804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7B759">
                  <a:alpha val="100000"/>
                </a:srgbClr>
              </a:solidFill>
              <a:ln w="5420" cap="flat">
                <a:solidFill>
                  <a:srgbClr val="67B7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9" name="ph4564">
                <a:extLst>
                  <a:ext uri="{FF2B5EF4-FFF2-40B4-BE49-F238E27FC236}">
                    <a16:creationId xmlns:a16="http://schemas.microsoft.com/office/drawing/2014/main" id="{7B0282BC-7319-5F8B-40D1-221572F1691D}"/>
                  </a:ext>
                </a:extLst>
              </p:cNvPr>
              <p:cNvSpPr/>
              <p:nvPr/>
            </p:nvSpPr>
            <p:spPr>
              <a:xfrm>
                <a:off x="2487483" y="1728547"/>
                <a:ext cx="92154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42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974" y="896830"/>
                    </a:lnTo>
                    <a:lnTo>
                      <a:pt x="917187" y="902219"/>
                    </a:lnTo>
                    <a:lnTo>
                      <a:pt x="920551" y="911373"/>
                    </a:lnTo>
                    <a:lnTo>
                      <a:pt x="921542" y="914400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0" name="ph4565">
                <a:extLst>
                  <a:ext uri="{FF2B5EF4-FFF2-40B4-BE49-F238E27FC236}">
                    <a16:creationId xmlns:a16="http://schemas.microsoft.com/office/drawing/2014/main" id="{BC891862-3273-D4B4-EC61-89BE5761C3DA}"/>
                  </a:ext>
                </a:extLst>
              </p:cNvPr>
              <p:cNvSpPr/>
              <p:nvPr/>
            </p:nvSpPr>
            <p:spPr>
              <a:xfrm>
                <a:off x="3176620" y="172854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461" y="914400"/>
                    </a:lnTo>
                    <a:lnTo>
                      <a:pt x="912407" y="908966"/>
                    </a:lnTo>
                    <a:lnTo>
                      <a:pt x="914400" y="89926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1" name="ph4566">
                <a:extLst>
                  <a:ext uri="{FF2B5EF4-FFF2-40B4-BE49-F238E27FC236}">
                    <a16:creationId xmlns:a16="http://schemas.microsoft.com/office/drawing/2014/main" id="{B6D6EC0E-AB83-E987-4BD8-D0684AA34934}"/>
                  </a:ext>
                </a:extLst>
              </p:cNvPr>
              <p:cNvSpPr/>
              <p:nvPr/>
            </p:nvSpPr>
            <p:spPr>
              <a:xfrm>
                <a:off x="3186060" y="171097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33"/>
                    </a:lnTo>
                    <a:lnTo>
                      <a:pt x="905063" y="916329"/>
                    </a:lnTo>
                    <a:lnTo>
                      <a:pt x="905185" y="915776"/>
                    </a:lnTo>
                    <a:lnTo>
                      <a:pt x="905309" y="915218"/>
                    </a:lnTo>
                    <a:lnTo>
                      <a:pt x="905433" y="914659"/>
                    </a:lnTo>
                    <a:lnTo>
                      <a:pt x="90549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2" name="ph4567">
                <a:extLst>
                  <a:ext uri="{FF2B5EF4-FFF2-40B4-BE49-F238E27FC236}">
                    <a16:creationId xmlns:a16="http://schemas.microsoft.com/office/drawing/2014/main" id="{3DAE298C-D0D5-8346-0935-10F66B56EDDD}"/>
                  </a:ext>
                </a:extLst>
              </p:cNvPr>
              <p:cNvSpPr/>
              <p:nvPr/>
            </p:nvSpPr>
            <p:spPr>
              <a:xfrm>
                <a:off x="3186060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3" name="ph4568">
                <a:extLst>
                  <a:ext uri="{FF2B5EF4-FFF2-40B4-BE49-F238E27FC236}">
                    <a16:creationId xmlns:a16="http://schemas.microsoft.com/office/drawing/2014/main" id="{3A2B8A73-E20B-D8DD-C3F9-DC74DD600088}"/>
                  </a:ext>
                </a:extLst>
              </p:cNvPr>
              <p:cNvSpPr/>
              <p:nvPr/>
            </p:nvSpPr>
            <p:spPr>
              <a:xfrm>
                <a:off x="319550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4" name="ph4569">
                <a:extLst>
                  <a:ext uri="{FF2B5EF4-FFF2-40B4-BE49-F238E27FC236}">
                    <a16:creationId xmlns:a16="http://schemas.microsoft.com/office/drawing/2014/main" id="{CB6F575C-FA37-ADF6-9381-497EEF8EA519}"/>
                  </a:ext>
                </a:extLst>
              </p:cNvPr>
              <p:cNvSpPr/>
              <p:nvPr/>
            </p:nvSpPr>
            <p:spPr>
              <a:xfrm>
                <a:off x="320494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5" name="ph4570">
                <a:extLst>
                  <a:ext uri="{FF2B5EF4-FFF2-40B4-BE49-F238E27FC236}">
                    <a16:creationId xmlns:a16="http://schemas.microsoft.com/office/drawing/2014/main" id="{5CAC1B7C-318A-3FAD-674F-F58157A8F46C}"/>
                  </a:ext>
                </a:extLst>
              </p:cNvPr>
              <p:cNvSpPr/>
              <p:nvPr/>
            </p:nvSpPr>
            <p:spPr>
              <a:xfrm>
                <a:off x="321438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6" name="ph4571">
                <a:extLst>
                  <a:ext uri="{FF2B5EF4-FFF2-40B4-BE49-F238E27FC236}">
                    <a16:creationId xmlns:a16="http://schemas.microsoft.com/office/drawing/2014/main" id="{E5D40A65-19FA-1F6F-D5A8-34D5F616627C}"/>
                  </a:ext>
                </a:extLst>
              </p:cNvPr>
              <p:cNvSpPr/>
              <p:nvPr/>
            </p:nvSpPr>
            <p:spPr>
              <a:xfrm>
                <a:off x="3223821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7" name="ph4572">
                <a:extLst>
                  <a:ext uri="{FF2B5EF4-FFF2-40B4-BE49-F238E27FC236}">
                    <a16:creationId xmlns:a16="http://schemas.microsoft.com/office/drawing/2014/main" id="{2F4485AC-6842-9ED3-E6D3-C71782718602}"/>
                  </a:ext>
                </a:extLst>
              </p:cNvPr>
              <p:cNvSpPr/>
              <p:nvPr/>
            </p:nvSpPr>
            <p:spPr>
              <a:xfrm>
                <a:off x="323326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8" name="ph4573">
                <a:extLst>
                  <a:ext uri="{FF2B5EF4-FFF2-40B4-BE49-F238E27FC236}">
                    <a16:creationId xmlns:a16="http://schemas.microsoft.com/office/drawing/2014/main" id="{20E98CDB-2D84-404D-A8AB-CE187AE0199D}"/>
                  </a:ext>
                </a:extLst>
              </p:cNvPr>
              <p:cNvSpPr/>
              <p:nvPr/>
            </p:nvSpPr>
            <p:spPr>
              <a:xfrm>
                <a:off x="324270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9" name="ph4574">
                <a:extLst>
                  <a:ext uri="{FF2B5EF4-FFF2-40B4-BE49-F238E27FC236}">
                    <a16:creationId xmlns:a16="http://schemas.microsoft.com/office/drawing/2014/main" id="{6CCE96EF-3CFF-AC91-29E3-2B4EE70CA908}"/>
                  </a:ext>
                </a:extLst>
              </p:cNvPr>
              <p:cNvSpPr/>
              <p:nvPr/>
            </p:nvSpPr>
            <p:spPr>
              <a:xfrm>
                <a:off x="325214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0" name="ph4575">
                <a:extLst>
                  <a:ext uri="{FF2B5EF4-FFF2-40B4-BE49-F238E27FC236}">
                    <a16:creationId xmlns:a16="http://schemas.microsoft.com/office/drawing/2014/main" id="{1A05331F-15FF-A895-C557-82595BD4B880}"/>
                  </a:ext>
                </a:extLst>
              </p:cNvPr>
              <p:cNvSpPr/>
              <p:nvPr/>
            </p:nvSpPr>
            <p:spPr>
              <a:xfrm>
                <a:off x="3261582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1" name="ph4576">
                <a:extLst>
                  <a:ext uri="{FF2B5EF4-FFF2-40B4-BE49-F238E27FC236}">
                    <a16:creationId xmlns:a16="http://schemas.microsoft.com/office/drawing/2014/main" id="{CD300215-7D70-F72C-A351-AAB898C88173}"/>
                  </a:ext>
                </a:extLst>
              </p:cNvPr>
              <p:cNvSpPr/>
              <p:nvPr/>
            </p:nvSpPr>
            <p:spPr>
              <a:xfrm>
                <a:off x="327102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2" name="ph4577">
                <a:extLst>
                  <a:ext uri="{FF2B5EF4-FFF2-40B4-BE49-F238E27FC236}">
                    <a16:creationId xmlns:a16="http://schemas.microsoft.com/office/drawing/2014/main" id="{118838E2-7B91-5E44-91C8-8FC9C822C3A1}"/>
                  </a:ext>
                </a:extLst>
              </p:cNvPr>
              <p:cNvSpPr/>
              <p:nvPr/>
            </p:nvSpPr>
            <p:spPr>
              <a:xfrm>
                <a:off x="328046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3" name="ph4578">
                <a:extLst>
                  <a:ext uri="{FF2B5EF4-FFF2-40B4-BE49-F238E27FC236}">
                    <a16:creationId xmlns:a16="http://schemas.microsoft.com/office/drawing/2014/main" id="{4627562C-F23A-AD38-4AC2-68C1ADF235BF}"/>
                  </a:ext>
                </a:extLst>
              </p:cNvPr>
              <p:cNvSpPr/>
              <p:nvPr/>
            </p:nvSpPr>
            <p:spPr>
              <a:xfrm>
                <a:off x="328990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4" name="ph4579">
                <a:extLst>
                  <a:ext uri="{FF2B5EF4-FFF2-40B4-BE49-F238E27FC236}">
                    <a16:creationId xmlns:a16="http://schemas.microsoft.com/office/drawing/2014/main" id="{4AEFC332-A661-47BB-76D0-1A33DA811AF7}"/>
                  </a:ext>
                </a:extLst>
              </p:cNvPr>
              <p:cNvSpPr/>
              <p:nvPr/>
            </p:nvSpPr>
            <p:spPr>
              <a:xfrm>
                <a:off x="3299343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5" name="ph4580">
                <a:extLst>
                  <a:ext uri="{FF2B5EF4-FFF2-40B4-BE49-F238E27FC236}">
                    <a16:creationId xmlns:a16="http://schemas.microsoft.com/office/drawing/2014/main" id="{1D489F20-2902-9929-937A-C171AA2453E7}"/>
                  </a:ext>
                </a:extLst>
              </p:cNvPr>
              <p:cNvSpPr/>
              <p:nvPr/>
            </p:nvSpPr>
            <p:spPr>
              <a:xfrm>
                <a:off x="330878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6" name="ph4581">
                <a:extLst>
                  <a:ext uri="{FF2B5EF4-FFF2-40B4-BE49-F238E27FC236}">
                    <a16:creationId xmlns:a16="http://schemas.microsoft.com/office/drawing/2014/main" id="{860060AF-562C-B778-E668-5C69EE025FBE}"/>
                  </a:ext>
                </a:extLst>
              </p:cNvPr>
              <p:cNvSpPr/>
              <p:nvPr/>
            </p:nvSpPr>
            <p:spPr>
              <a:xfrm>
                <a:off x="331822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7" name="ph4582">
                <a:extLst>
                  <a:ext uri="{FF2B5EF4-FFF2-40B4-BE49-F238E27FC236}">
                    <a16:creationId xmlns:a16="http://schemas.microsoft.com/office/drawing/2014/main" id="{DBE0E06A-A916-3FB5-0DF8-C79F8949275F}"/>
                  </a:ext>
                </a:extLst>
              </p:cNvPr>
              <p:cNvSpPr/>
              <p:nvPr/>
            </p:nvSpPr>
            <p:spPr>
              <a:xfrm>
                <a:off x="332766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8" name="ph4583">
                <a:extLst>
                  <a:ext uri="{FF2B5EF4-FFF2-40B4-BE49-F238E27FC236}">
                    <a16:creationId xmlns:a16="http://schemas.microsoft.com/office/drawing/2014/main" id="{343C41E4-CE92-5CB7-76C2-952BDCCA9E0A}"/>
                  </a:ext>
                </a:extLst>
              </p:cNvPr>
              <p:cNvSpPr/>
              <p:nvPr/>
            </p:nvSpPr>
            <p:spPr>
              <a:xfrm>
                <a:off x="333710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9" name="ph4584">
                <a:extLst>
                  <a:ext uri="{FF2B5EF4-FFF2-40B4-BE49-F238E27FC236}">
                    <a16:creationId xmlns:a16="http://schemas.microsoft.com/office/drawing/2014/main" id="{061343F2-FE0F-9AD0-72C2-7F539B057646}"/>
                  </a:ext>
                </a:extLst>
              </p:cNvPr>
              <p:cNvSpPr/>
              <p:nvPr/>
            </p:nvSpPr>
            <p:spPr>
              <a:xfrm>
                <a:off x="3346544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0" name="ph4585">
                <a:extLst>
                  <a:ext uri="{FF2B5EF4-FFF2-40B4-BE49-F238E27FC236}">
                    <a16:creationId xmlns:a16="http://schemas.microsoft.com/office/drawing/2014/main" id="{931B1B79-7759-4D08-447F-440CB3CA2677}"/>
                  </a:ext>
                </a:extLst>
              </p:cNvPr>
              <p:cNvSpPr/>
              <p:nvPr/>
            </p:nvSpPr>
            <p:spPr>
              <a:xfrm>
                <a:off x="335598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1" name="ph4586">
                <a:extLst>
                  <a:ext uri="{FF2B5EF4-FFF2-40B4-BE49-F238E27FC236}">
                    <a16:creationId xmlns:a16="http://schemas.microsoft.com/office/drawing/2014/main" id="{C5DF4BD6-D295-DF58-59C4-CEC9848EF290}"/>
                  </a:ext>
                </a:extLst>
              </p:cNvPr>
              <p:cNvSpPr/>
              <p:nvPr/>
            </p:nvSpPr>
            <p:spPr>
              <a:xfrm>
                <a:off x="336542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2" name="ph4587">
                <a:extLst>
                  <a:ext uri="{FF2B5EF4-FFF2-40B4-BE49-F238E27FC236}">
                    <a16:creationId xmlns:a16="http://schemas.microsoft.com/office/drawing/2014/main" id="{8307DB6A-8A12-5161-6826-730E5ED7F54E}"/>
                  </a:ext>
                </a:extLst>
              </p:cNvPr>
              <p:cNvSpPr/>
              <p:nvPr/>
            </p:nvSpPr>
            <p:spPr>
              <a:xfrm>
                <a:off x="337486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3" name="ph4588">
                <a:extLst>
                  <a:ext uri="{FF2B5EF4-FFF2-40B4-BE49-F238E27FC236}">
                    <a16:creationId xmlns:a16="http://schemas.microsoft.com/office/drawing/2014/main" id="{2B60FD27-D2F6-6194-AD95-EE1FCCC2FC92}"/>
                  </a:ext>
                </a:extLst>
              </p:cNvPr>
              <p:cNvSpPr/>
              <p:nvPr/>
            </p:nvSpPr>
            <p:spPr>
              <a:xfrm>
                <a:off x="3384305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4" name="ph4589">
                <a:extLst>
                  <a:ext uri="{FF2B5EF4-FFF2-40B4-BE49-F238E27FC236}">
                    <a16:creationId xmlns:a16="http://schemas.microsoft.com/office/drawing/2014/main" id="{C8117C54-38E4-EBF6-5BDF-109346CF41CF}"/>
                  </a:ext>
                </a:extLst>
              </p:cNvPr>
              <p:cNvSpPr/>
              <p:nvPr/>
            </p:nvSpPr>
            <p:spPr>
              <a:xfrm>
                <a:off x="339374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5" name="ph4590">
                <a:extLst>
                  <a:ext uri="{FF2B5EF4-FFF2-40B4-BE49-F238E27FC236}">
                    <a16:creationId xmlns:a16="http://schemas.microsoft.com/office/drawing/2014/main" id="{CB6D6469-1E8A-F870-0390-914CA933EF54}"/>
                  </a:ext>
                </a:extLst>
              </p:cNvPr>
              <p:cNvSpPr/>
              <p:nvPr/>
            </p:nvSpPr>
            <p:spPr>
              <a:xfrm>
                <a:off x="340318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6" name="ph4591">
                <a:extLst>
                  <a:ext uri="{FF2B5EF4-FFF2-40B4-BE49-F238E27FC236}">
                    <a16:creationId xmlns:a16="http://schemas.microsoft.com/office/drawing/2014/main" id="{90F12F1E-C55B-F6B3-7944-0467C8DDE43E}"/>
                  </a:ext>
                </a:extLst>
              </p:cNvPr>
              <p:cNvSpPr/>
              <p:nvPr/>
            </p:nvSpPr>
            <p:spPr>
              <a:xfrm>
                <a:off x="3412626" y="171097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7" name="ph4592">
                <a:extLst>
                  <a:ext uri="{FF2B5EF4-FFF2-40B4-BE49-F238E27FC236}">
                    <a16:creationId xmlns:a16="http://schemas.microsoft.com/office/drawing/2014/main" id="{D21E811C-E5BD-E100-615F-F7FA1D268759}"/>
                  </a:ext>
                </a:extLst>
              </p:cNvPr>
              <p:cNvSpPr/>
              <p:nvPr/>
            </p:nvSpPr>
            <p:spPr>
              <a:xfrm>
                <a:off x="3422066" y="1728547"/>
                <a:ext cx="9230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0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035" y="896830"/>
                    </a:lnTo>
                    <a:lnTo>
                      <a:pt x="922754" y="898743"/>
                    </a:lnTo>
                    <a:lnTo>
                      <a:pt x="920903" y="909170"/>
                    </a:lnTo>
                    <a:lnTo>
                      <a:pt x="91981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8" name="ph4593">
                <a:extLst>
                  <a:ext uri="{FF2B5EF4-FFF2-40B4-BE49-F238E27FC236}">
                    <a16:creationId xmlns:a16="http://schemas.microsoft.com/office/drawing/2014/main" id="{C693C77E-ED79-FC45-EE99-B979E268C635}"/>
                  </a:ext>
                </a:extLst>
              </p:cNvPr>
              <p:cNvSpPr/>
              <p:nvPr/>
            </p:nvSpPr>
            <p:spPr>
              <a:xfrm>
                <a:off x="2185395" y="16934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978" y="931969"/>
                    </a:lnTo>
                    <a:lnTo>
                      <a:pt x="912336" y="930161"/>
                    </a:lnTo>
                    <a:lnTo>
                      <a:pt x="909337" y="920668"/>
                    </a:lnTo>
                    <a:lnTo>
                      <a:pt x="907586" y="914400"/>
                    </a:lnTo>
                    <a:close/>
                  </a:path>
                </a:pathLst>
              </a:custGeom>
              <a:solidFill>
                <a:srgbClr val="89CA5F">
                  <a:alpha val="100000"/>
                </a:srgbClr>
              </a:solidFill>
              <a:ln w="5420" cap="flat">
                <a:solidFill>
                  <a:srgbClr val="89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9" name="ph4594">
                <a:extLst>
                  <a:ext uri="{FF2B5EF4-FFF2-40B4-BE49-F238E27FC236}">
                    <a16:creationId xmlns:a16="http://schemas.microsoft.com/office/drawing/2014/main" id="{53AC1555-4FEE-D328-E711-BF8CA0034580}"/>
                  </a:ext>
                </a:extLst>
              </p:cNvPr>
              <p:cNvSpPr/>
              <p:nvPr/>
            </p:nvSpPr>
            <p:spPr>
              <a:xfrm>
                <a:off x="218539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3C75E">
                  <a:alpha val="100000"/>
                </a:srgbClr>
              </a:solidFill>
              <a:ln w="5420" cap="flat">
                <a:solidFill>
                  <a:srgbClr val="83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0" name="ph4595">
                <a:extLst>
                  <a:ext uri="{FF2B5EF4-FFF2-40B4-BE49-F238E27FC236}">
                    <a16:creationId xmlns:a16="http://schemas.microsoft.com/office/drawing/2014/main" id="{E8B179DE-4DF0-1005-FF00-26F2B0FB9B0E}"/>
                  </a:ext>
                </a:extLst>
              </p:cNvPr>
              <p:cNvSpPr/>
              <p:nvPr/>
            </p:nvSpPr>
            <p:spPr>
              <a:xfrm>
                <a:off x="219483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1" name="ph4596">
                <a:extLst>
                  <a:ext uri="{FF2B5EF4-FFF2-40B4-BE49-F238E27FC236}">
                    <a16:creationId xmlns:a16="http://schemas.microsoft.com/office/drawing/2014/main" id="{5E727A8F-9DDC-9B2E-FA83-B18C453472FB}"/>
                  </a:ext>
                </a:extLst>
              </p:cNvPr>
              <p:cNvSpPr/>
              <p:nvPr/>
            </p:nvSpPr>
            <p:spPr>
              <a:xfrm>
                <a:off x="220427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4BF5B">
                  <a:alpha val="100000"/>
                </a:srgbClr>
              </a:solidFill>
              <a:ln w="5420" cap="flat">
                <a:solidFill>
                  <a:srgbClr val="74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2" name="ph4597">
                <a:extLst>
                  <a:ext uri="{FF2B5EF4-FFF2-40B4-BE49-F238E27FC236}">
                    <a16:creationId xmlns:a16="http://schemas.microsoft.com/office/drawing/2014/main" id="{3F48B6D1-761E-0963-94B8-A4E164EAA1D2}"/>
                  </a:ext>
                </a:extLst>
              </p:cNvPr>
              <p:cNvSpPr/>
              <p:nvPr/>
            </p:nvSpPr>
            <p:spPr>
              <a:xfrm>
                <a:off x="221371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3" name="ph4598">
                <a:extLst>
                  <a:ext uri="{FF2B5EF4-FFF2-40B4-BE49-F238E27FC236}">
                    <a16:creationId xmlns:a16="http://schemas.microsoft.com/office/drawing/2014/main" id="{03EC20E7-320E-F252-46D6-47AA83393448}"/>
                  </a:ext>
                </a:extLst>
              </p:cNvPr>
              <p:cNvSpPr/>
              <p:nvPr/>
            </p:nvSpPr>
            <p:spPr>
              <a:xfrm>
                <a:off x="222315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4" name="ph4599">
                <a:extLst>
                  <a:ext uri="{FF2B5EF4-FFF2-40B4-BE49-F238E27FC236}">
                    <a16:creationId xmlns:a16="http://schemas.microsoft.com/office/drawing/2014/main" id="{04DD5967-5195-6B87-5358-B153A9A41048}"/>
                  </a:ext>
                </a:extLst>
              </p:cNvPr>
              <p:cNvSpPr/>
              <p:nvPr/>
            </p:nvSpPr>
            <p:spPr>
              <a:xfrm>
                <a:off x="223259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5" name="ph4600">
                <a:extLst>
                  <a:ext uri="{FF2B5EF4-FFF2-40B4-BE49-F238E27FC236}">
                    <a16:creationId xmlns:a16="http://schemas.microsoft.com/office/drawing/2014/main" id="{1F6F0433-53D4-645D-267F-2201FC2D8E8A}"/>
                  </a:ext>
                </a:extLst>
              </p:cNvPr>
              <p:cNvSpPr/>
              <p:nvPr/>
            </p:nvSpPr>
            <p:spPr>
              <a:xfrm>
                <a:off x="224203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6" name="ph4601">
                <a:extLst>
                  <a:ext uri="{FF2B5EF4-FFF2-40B4-BE49-F238E27FC236}">
                    <a16:creationId xmlns:a16="http://schemas.microsoft.com/office/drawing/2014/main" id="{153BC704-5156-2D66-CE2F-3A897AEF9541}"/>
                  </a:ext>
                </a:extLst>
              </p:cNvPr>
              <p:cNvSpPr/>
              <p:nvPr/>
            </p:nvSpPr>
            <p:spPr>
              <a:xfrm>
                <a:off x="225147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7" name="ph4602">
                <a:extLst>
                  <a:ext uri="{FF2B5EF4-FFF2-40B4-BE49-F238E27FC236}">
                    <a16:creationId xmlns:a16="http://schemas.microsoft.com/office/drawing/2014/main" id="{101D009E-5D33-CCA3-3E0B-2170726A6359}"/>
                  </a:ext>
                </a:extLst>
              </p:cNvPr>
              <p:cNvSpPr/>
              <p:nvPr/>
            </p:nvSpPr>
            <p:spPr>
              <a:xfrm>
                <a:off x="226091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5A754">
                  <a:alpha val="100000"/>
                </a:srgbClr>
              </a:solidFill>
              <a:ln w="5420" cap="flat">
                <a:solidFill>
                  <a:srgbClr val="45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8" name="ph4603">
                <a:extLst>
                  <a:ext uri="{FF2B5EF4-FFF2-40B4-BE49-F238E27FC236}">
                    <a16:creationId xmlns:a16="http://schemas.microsoft.com/office/drawing/2014/main" id="{F90CFC6C-09EF-0397-2E32-F18E01CA55AE}"/>
                  </a:ext>
                </a:extLst>
              </p:cNvPr>
              <p:cNvSpPr/>
              <p:nvPr/>
            </p:nvSpPr>
            <p:spPr>
              <a:xfrm>
                <a:off x="227035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EA453">
                  <a:alpha val="100000"/>
                </a:srgbClr>
              </a:solidFill>
              <a:ln w="5420" cap="flat">
                <a:solidFill>
                  <a:srgbClr val="3EA4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9" name="ph4604">
                <a:extLst>
                  <a:ext uri="{FF2B5EF4-FFF2-40B4-BE49-F238E27FC236}">
                    <a16:creationId xmlns:a16="http://schemas.microsoft.com/office/drawing/2014/main" id="{DF7047B5-EA46-5814-9E6C-6203E320BEEB}"/>
                  </a:ext>
                </a:extLst>
              </p:cNvPr>
              <p:cNvSpPr/>
              <p:nvPr/>
            </p:nvSpPr>
            <p:spPr>
              <a:xfrm>
                <a:off x="2279797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153">
                  <a:alpha val="100000"/>
                </a:srgbClr>
              </a:solidFill>
              <a:ln w="5420" cap="flat">
                <a:solidFill>
                  <a:srgbClr val="36A1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0" name="ph4605">
                <a:extLst>
                  <a:ext uri="{FF2B5EF4-FFF2-40B4-BE49-F238E27FC236}">
                    <a16:creationId xmlns:a16="http://schemas.microsoft.com/office/drawing/2014/main" id="{2978D2FB-502D-972E-47A1-51281093E226}"/>
                  </a:ext>
                </a:extLst>
              </p:cNvPr>
              <p:cNvSpPr/>
              <p:nvPr/>
            </p:nvSpPr>
            <p:spPr>
              <a:xfrm>
                <a:off x="228923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1" name="ph4606">
                <a:extLst>
                  <a:ext uri="{FF2B5EF4-FFF2-40B4-BE49-F238E27FC236}">
                    <a16:creationId xmlns:a16="http://schemas.microsoft.com/office/drawing/2014/main" id="{30B996B0-4B3D-FBBF-4A82-463D9E2FCFC9}"/>
                  </a:ext>
                </a:extLst>
              </p:cNvPr>
              <p:cNvSpPr/>
              <p:nvPr/>
            </p:nvSpPr>
            <p:spPr>
              <a:xfrm>
                <a:off x="229867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99C51">
                  <a:alpha val="100000"/>
                </a:srgbClr>
              </a:solidFill>
              <a:ln w="5420" cap="flat">
                <a:solidFill>
                  <a:srgbClr val="29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2" name="ph4607">
                <a:extLst>
                  <a:ext uri="{FF2B5EF4-FFF2-40B4-BE49-F238E27FC236}">
                    <a16:creationId xmlns:a16="http://schemas.microsoft.com/office/drawing/2014/main" id="{43D41CF2-6748-22B7-79EC-CF0061DF711D}"/>
                  </a:ext>
                </a:extLst>
              </p:cNvPr>
              <p:cNvSpPr/>
              <p:nvPr/>
            </p:nvSpPr>
            <p:spPr>
              <a:xfrm>
                <a:off x="230811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3" name="ph4608">
                <a:extLst>
                  <a:ext uri="{FF2B5EF4-FFF2-40B4-BE49-F238E27FC236}">
                    <a16:creationId xmlns:a16="http://schemas.microsoft.com/office/drawing/2014/main" id="{8BB702AF-DB4A-7C71-E47B-F766D45C7AED}"/>
                  </a:ext>
                </a:extLst>
              </p:cNvPr>
              <p:cNvSpPr/>
              <p:nvPr/>
            </p:nvSpPr>
            <p:spPr>
              <a:xfrm>
                <a:off x="2317558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F9950">
                  <a:alpha val="100000"/>
                </a:srgbClr>
              </a:solidFill>
              <a:ln w="5420" cap="flat">
                <a:solidFill>
                  <a:srgbClr val="1F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4" name="ph4609">
                <a:extLst>
                  <a:ext uri="{FF2B5EF4-FFF2-40B4-BE49-F238E27FC236}">
                    <a16:creationId xmlns:a16="http://schemas.microsoft.com/office/drawing/2014/main" id="{A1DA7310-64D2-A281-B7AE-5BA587182A42}"/>
                  </a:ext>
                </a:extLst>
              </p:cNvPr>
              <p:cNvSpPr/>
              <p:nvPr/>
            </p:nvSpPr>
            <p:spPr>
              <a:xfrm>
                <a:off x="232699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850">
                  <a:alpha val="100000"/>
                </a:srgbClr>
              </a:solidFill>
              <a:ln w="5420" cap="flat">
                <a:solidFill>
                  <a:srgbClr val="1C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5" name="ph4610">
                <a:extLst>
                  <a:ext uri="{FF2B5EF4-FFF2-40B4-BE49-F238E27FC236}">
                    <a16:creationId xmlns:a16="http://schemas.microsoft.com/office/drawing/2014/main" id="{FE672A99-C7DC-3D1D-1797-D4B2016769DD}"/>
                  </a:ext>
                </a:extLst>
              </p:cNvPr>
              <p:cNvSpPr/>
              <p:nvPr/>
            </p:nvSpPr>
            <p:spPr>
              <a:xfrm>
                <a:off x="233643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B9850">
                  <a:alpha val="100000"/>
                </a:srgbClr>
              </a:solidFill>
              <a:ln w="5420" cap="flat">
                <a:solidFill>
                  <a:srgbClr val="1B9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6" name="ph4611">
                <a:extLst>
                  <a:ext uri="{FF2B5EF4-FFF2-40B4-BE49-F238E27FC236}">
                    <a16:creationId xmlns:a16="http://schemas.microsoft.com/office/drawing/2014/main" id="{D14FB1A6-74BC-2FE2-5F9D-DB4DE6E3CA25}"/>
                  </a:ext>
                </a:extLst>
              </p:cNvPr>
              <p:cNvSpPr/>
              <p:nvPr/>
            </p:nvSpPr>
            <p:spPr>
              <a:xfrm>
                <a:off x="234587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C9950">
                  <a:alpha val="100000"/>
                </a:srgbClr>
              </a:solidFill>
              <a:ln w="5420" cap="flat">
                <a:solidFill>
                  <a:srgbClr val="1C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7" name="ph4612">
                <a:extLst>
                  <a:ext uri="{FF2B5EF4-FFF2-40B4-BE49-F238E27FC236}">
                    <a16:creationId xmlns:a16="http://schemas.microsoft.com/office/drawing/2014/main" id="{01ADB6E8-9379-1206-8EE8-85FA426251D1}"/>
                  </a:ext>
                </a:extLst>
              </p:cNvPr>
              <p:cNvSpPr/>
              <p:nvPr/>
            </p:nvSpPr>
            <p:spPr>
              <a:xfrm>
                <a:off x="2355319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1F9950">
                  <a:alpha val="100000"/>
                </a:srgbClr>
              </a:solidFill>
              <a:ln w="5420" cap="flat">
                <a:solidFill>
                  <a:srgbClr val="1F99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8" name="ph4613">
                <a:extLst>
                  <a:ext uri="{FF2B5EF4-FFF2-40B4-BE49-F238E27FC236}">
                    <a16:creationId xmlns:a16="http://schemas.microsoft.com/office/drawing/2014/main" id="{A0876214-1E60-49DB-2DE9-CC0765D0EEAD}"/>
                  </a:ext>
                </a:extLst>
              </p:cNvPr>
              <p:cNvSpPr/>
              <p:nvPr/>
            </p:nvSpPr>
            <p:spPr>
              <a:xfrm>
                <a:off x="236476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49A51">
                  <a:alpha val="100000"/>
                </a:srgbClr>
              </a:solidFill>
              <a:ln w="5420" cap="flat">
                <a:solidFill>
                  <a:srgbClr val="24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9" name="ph4614">
                <a:extLst>
                  <a:ext uri="{FF2B5EF4-FFF2-40B4-BE49-F238E27FC236}">
                    <a16:creationId xmlns:a16="http://schemas.microsoft.com/office/drawing/2014/main" id="{11EE062A-A30F-CF6A-6168-5BDFD9FDD6FF}"/>
                  </a:ext>
                </a:extLst>
              </p:cNvPr>
              <p:cNvSpPr/>
              <p:nvPr/>
            </p:nvSpPr>
            <p:spPr>
              <a:xfrm>
                <a:off x="237420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99C51">
                  <a:alpha val="100000"/>
                </a:srgbClr>
              </a:solidFill>
              <a:ln w="5420" cap="flat">
                <a:solidFill>
                  <a:srgbClr val="29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0" name="ph4615">
                <a:extLst>
                  <a:ext uri="{FF2B5EF4-FFF2-40B4-BE49-F238E27FC236}">
                    <a16:creationId xmlns:a16="http://schemas.microsoft.com/office/drawing/2014/main" id="{18E8A694-5CAD-D0DA-F327-7E0B0FAEC3B5}"/>
                  </a:ext>
                </a:extLst>
              </p:cNvPr>
              <p:cNvSpPr/>
              <p:nvPr/>
            </p:nvSpPr>
            <p:spPr>
              <a:xfrm>
                <a:off x="238364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1" name="ph4616">
                <a:extLst>
                  <a:ext uri="{FF2B5EF4-FFF2-40B4-BE49-F238E27FC236}">
                    <a16:creationId xmlns:a16="http://schemas.microsoft.com/office/drawing/2014/main" id="{30E226AF-C807-32AF-4EA0-E46F833C976A}"/>
                  </a:ext>
                </a:extLst>
              </p:cNvPr>
              <p:cNvSpPr/>
              <p:nvPr/>
            </p:nvSpPr>
            <p:spPr>
              <a:xfrm>
                <a:off x="239308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2" name="ph4617">
                <a:extLst>
                  <a:ext uri="{FF2B5EF4-FFF2-40B4-BE49-F238E27FC236}">
                    <a16:creationId xmlns:a16="http://schemas.microsoft.com/office/drawing/2014/main" id="{62C0DFBE-B308-7E72-4A54-91E33464BC1D}"/>
                  </a:ext>
                </a:extLst>
              </p:cNvPr>
              <p:cNvSpPr/>
              <p:nvPr/>
            </p:nvSpPr>
            <p:spPr>
              <a:xfrm>
                <a:off x="240252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3" name="ph4618">
                <a:extLst>
                  <a:ext uri="{FF2B5EF4-FFF2-40B4-BE49-F238E27FC236}">
                    <a16:creationId xmlns:a16="http://schemas.microsoft.com/office/drawing/2014/main" id="{1C43C1EE-07C1-F602-DB97-E053B83D8944}"/>
                  </a:ext>
                </a:extLst>
              </p:cNvPr>
              <p:cNvSpPr/>
              <p:nvPr/>
            </p:nvSpPr>
            <p:spPr>
              <a:xfrm>
                <a:off x="241196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4" name="ph4619">
                <a:extLst>
                  <a:ext uri="{FF2B5EF4-FFF2-40B4-BE49-F238E27FC236}">
                    <a16:creationId xmlns:a16="http://schemas.microsoft.com/office/drawing/2014/main" id="{EF7D34B7-4C4B-1687-518B-AE696D1E6A1B}"/>
                  </a:ext>
                </a:extLst>
              </p:cNvPr>
              <p:cNvSpPr/>
              <p:nvPr/>
            </p:nvSpPr>
            <p:spPr>
              <a:xfrm>
                <a:off x="242140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7A755">
                  <a:alpha val="100000"/>
                </a:srgbClr>
              </a:solidFill>
              <a:ln w="5420" cap="flat">
                <a:solidFill>
                  <a:srgbClr val="47A7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5" name="ph4620">
                <a:extLst>
                  <a:ext uri="{FF2B5EF4-FFF2-40B4-BE49-F238E27FC236}">
                    <a16:creationId xmlns:a16="http://schemas.microsoft.com/office/drawing/2014/main" id="{5866486E-B76C-864F-A585-E41DB850B264}"/>
                  </a:ext>
                </a:extLst>
              </p:cNvPr>
              <p:cNvSpPr/>
              <p:nvPr/>
            </p:nvSpPr>
            <p:spPr>
              <a:xfrm>
                <a:off x="243084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DAA55">
                  <a:alpha val="100000"/>
                </a:srgbClr>
              </a:solidFill>
              <a:ln w="5420" cap="flat">
                <a:solidFill>
                  <a:srgbClr val="4D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6" name="ph4621">
                <a:extLst>
                  <a:ext uri="{FF2B5EF4-FFF2-40B4-BE49-F238E27FC236}">
                    <a16:creationId xmlns:a16="http://schemas.microsoft.com/office/drawing/2014/main" id="{CF930919-F1D0-5735-88A4-E6E759A8E119}"/>
                  </a:ext>
                </a:extLst>
              </p:cNvPr>
              <p:cNvSpPr/>
              <p:nvPr/>
            </p:nvSpPr>
            <p:spPr>
              <a:xfrm>
                <a:off x="244028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3AD56">
                  <a:alpha val="100000"/>
                </a:srgbClr>
              </a:solidFill>
              <a:ln w="5420" cap="flat">
                <a:solidFill>
                  <a:srgbClr val="53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7" name="ph4622">
                <a:extLst>
                  <a:ext uri="{FF2B5EF4-FFF2-40B4-BE49-F238E27FC236}">
                    <a16:creationId xmlns:a16="http://schemas.microsoft.com/office/drawing/2014/main" id="{6837FFE9-9776-E8D9-AA6C-C27923B1683D}"/>
                  </a:ext>
                </a:extLst>
              </p:cNvPr>
              <p:cNvSpPr/>
              <p:nvPr/>
            </p:nvSpPr>
            <p:spPr>
              <a:xfrm>
                <a:off x="244972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8" name="ph4623">
                <a:extLst>
                  <a:ext uri="{FF2B5EF4-FFF2-40B4-BE49-F238E27FC236}">
                    <a16:creationId xmlns:a16="http://schemas.microsoft.com/office/drawing/2014/main" id="{2D563E4A-3B99-3B31-9C8B-6B5396E6A102}"/>
                  </a:ext>
                </a:extLst>
              </p:cNvPr>
              <p:cNvSpPr/>
              <p:nvPr/>
            </p:nvSpPr>
            <p:spPr>
              <a:xfrm>
                <a:off x="245916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9" name="ph4624">
                <a:extLst>
                  <a:ext uri="{FF2B5EF4-FFF2-40B4-BE49-F238E27FC236}">
                    <a16:creationId xmlns:a16="http://schemas.microsoft.com/office/drawing/2014/main" id="{EC733ED8-7A65-4AC9-F97B-47C99E4ADBDC}"/>
                  </a:ext>
                </a:extLst>
              </p:cNvPr>
              <p:cNvSpPr/>
              <p:nvPr/>
            </p:nvSpPr>
            <p:spPr>
              <a:xfrm>
                <a:off x="246860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0" name="ph4625">
                <a:extLst>
                  <a:ext uri="{FF2B5EF4-FFF2-40B4-BE49-F238E27FC236}">
                    <a16:creationId xmlns:a16="http://schemas.microsoft.com/office/drawing/2014/main" id="{8110AB2D-7623-37B3-44A6-F3CC1334A47E}"/>
                  </a:ext>
                </a:extLst>
              </p:cNvPr>
              <p:cNvSpPr/>
              <p:nvPr/>
            </p:nvSpPr>
            <p:spPr>
              <a:xfrm>
                <a:off x="2487483" y="171097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809" y="896830"/>
                    </a:lnTo>
                    <a:lnTo>
                      <a:pt x="909707" y="902532"/>
                    </a:lnTo>
                    <a:lnTo>
                      <a:pt x="913569" y="910977"/>
                    </a:lnTo>
                    <a:lnTo>
                      <a:pt x="914400" y="91299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1" name="ph4626">
                <a:extLst>
                  <a:ext uri="{FF2B5EF4-FFF2-40B4-BE49-F238E27FC236}">
                    <a16:creationId xmlns:a16="http://schemas.microsoft.com/office/drawing/2014/main" id="{73C8FCCC-ACB5-57E3-991C-424368A2ABD9}"/>
                  </a:ext>
                </a:extLst>
              </p:cNvPr>
              <p:cNvSpPr/>
              <p:nvPr/>
            </p:nvSpPr>
            <p:spPr>
              <a:xfrm>
                <a:off x="2487483" y="1710977"/>
                <a:ext cx="91497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974" h="914400">
                    <a:moveTo>
                      <a:pt x="914400" y="914400"/>
                    </a:moveTo>
                    <a:lnTo>
                      <a:pt x="914400" y="912999"/>
                    </a:lnTo>
                    <a:lnTo>
                      <a:pt x="914974" y="914400"/>
                    </a:lnTo>
                    <a:close/>
                  </a:path>
                </a:pathLst>
              </a:custGeom>
              <a:solidFill>
                <a:srgbClr val="6BB95A">
                  <a:alpha val="100000"/>
                </a:srgbClr>
              </a:solidFill>
              <a:ln w="5420" cap="flat">
                <a:solidFill>
                  <a:srgbClr val="6B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2" name="ph4627">
                <a:extLst>
                  <a:ext uri="{FF2B5EF4-FFF2-40B4-BE49-F238E27FC236}">
                    <a16:creationId xmlns:a16="http://schemas.microsoft.com/office/drawing/2014/main" id="{FF770676-4646-6553-76B6-23489B1231C2}"/>
                  </a:ext>
                </a:extLst>
              </p:cNvPr>
              <p:cNvSpPr/>
              <p:nvPr/>
            </p:nvSpPr>
            <p:spPr>
              <a:xfrm>
                <a:off x="3176620" y="1693407"/>
                <a:ext cx="914400" cy="9214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432">
                    <a:moveTo>
                      <a:pt x="914400" y="914400"/>
                    </a:moveTo>
                    <a:lnTo>
                      <a:pt x="914400" y="921432"/>
                    </a:lnTo>
                    <a:lnTo>
                      <a:pt x="911640" y="919468"/>
                    </a:lnTo>
                    <a:lnTo>
                      <a:pt x="906267" y="915037"/>
                    </a:lnTo>
                    <a:lnTo>
                      <a:pt x="905592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3" name="ph4628">
                <a:extLst>
                  <a:ext uri="{FF2B5EF4-FFF2-40B4-BE49-F238E27FC236}">
                    <a16:creationId xmlns:a16="http://schemas.microsoft.com/office/drawing/2014/main" id="{5FB090D7-CD50-4C65-EEB8-9CDD7DA8DD80}"/>
                  </a:ext>
                </a:extLst>
              </p:cNvPr>
              <p:cNvSpPr/>
              <p:nvPr/>
            </p:nvSpPr>
            <p:spPr>
              <a:xfrm>
                <a:off x="317662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30" y="931969"/>
                    </a:lnTo>
                    <a:lnTo>
                      <a:pt x="914997" y="931670"/>
                    </a:lnTo>
                    <a:lnTo>
                      <a:pt x="915120" y="931111"/>
                    </a:lnTo>
                    <a:lnTo>
                      <a:pt x="915244" y="930553"/>
                    </a:lnTo>
                    <a:lnTo>
                      <a:pt x="915368" y="929994"/>
                    </a:lnTo>
                    <a:lnTo>
                      <a:pt x="915492" y="929435"/>
                    </a:lnTo>
                    <a:lnTo>
                      <a:pt x="915616" y="928877"/>
                    </a:lnTo>
                    <a:lnTo>
                      <a:pt x="915740" y="928318"/>
                    </a:lnTo>
                    <a:lnTo>
                      <a:pt x="915863" y="927759"/>
                    </a:lnTo>
                    <a:lnTo>
                      <a:pt x="915987" y="927200"/>
                    </a:lnTo>
                    <a:lnTo>
                      <a:pt x="916111" y="926642"/>
                    </a:lnTo>
                    <a:lnTo>
                      <a:pt x="916235" y="926083"/>
                    </a:lnTo>
                    <a:lnTo>
                      <a:pt x="916359" y="925524"/>
                    </a:lnTo>
                    <a:lnTo>
                      <a:pt x="916483" y="924966"/>
                    </a:lnTo>
                    <a:lnTo>
                      <a:pt x="916607" y="924407"/>
                    </a:lnTo>
                    <a:lnTo>
                      <a:pt x="916731" y="923848"/>
                    </a:lnTo>
                    <a:lnTo>
                      <a:pt x="916876" y="923194"/>
                    </a:lnTo>
                    <a:lnTo>
                      <a:pt x="914400" y="921432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4" name="ph4629">
                <a:extLst>
                  <a:ext uri="{FF2B5EF4-FFF2-40B4-BE49-F238E27FC236}">
                    <a16:creationId xmlns:a16="http://schemas.microsoft.com/office/drawing/2014/main" id="{13617892-5F76-87C3-FD2F-22BEC6B02B4F}"/>
                  </a:ext>
                </a:extLst>
              </p:cNvPr>
              <p:cNvSpPr/>
              <p:nvPr/>
            </p:nvSpPr>
            <p:spPr>
              <a:xfrm>
                <a:off x="3186060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5" name="ph4630">
                <a:extLst>
                  <a:ext uri="{FF2B5EF4-FFF2-40B4-BE49-F238E27FC236}">
                    <a16:creationId xmlns:a16="http://schemas.microsoft.com/office/drawing/2014/main" id="{7827F5E2-7248-6A61-8562-8EBCE67E6D93}"/>
                  </a:ext>
                </a:extLst>
              </p:cNvPr>
              <p:cNvSpPr/>
              <p:nvPr/>
            </p:nvSpPr>
            <p:spPr>
              <a:xfrm>
                <a:off x="319550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6" name="ph4631">
                <a:extLst>
                  <a:ext uri="{FF2B5EF4-FFF2-40B4-BE49-F238E27FC236}">
                    <a16:creationId xmlns:a16="http://schemas.microsoft.com/office/drawing/2014/main" id="{D7042448-CC52-8620-3CF2-94E92065F95A}"/>
                  </a:ext>
                </a:extLst>
              </p:cNvPr>
              <p:cNvSpPr/>
              <p:nvPr/>
            </p:nvSpPr>
            <p:spPr>
              <a:xfrm>
                <a:off x="320494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7" name="ph4632">
                <a:extLst>
                  <a:ext uri="{FF2B5EF4-FFF2-40B4-BE49-F238E27FC236}">
                    <a16:creationId xmlns:a16="http://schemas.microsoft.com/office/drawing/2014/main" id="{EEE68FDB-B337-B94F-55D0-64923708D04A}"/>
                  </a:ext>
                </a:extLst>
              </p:cNvPr>
              <p:cNvSpPr/>
              <p:nvPr/>
            </p:nvSpPr>
            <p:spPr>
              <a:xfrm>
                <a:off x="321438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8" name="ph4633">
                <a:extLst>
                  <a:ext uri="{FF2B5EF4-FFF2-40B4-BE49-F238E27FC236}">
                    <a16:creationId xmlns:a16="http://schemas.microsoft.com/office/drawing/2014/main" id="{496FA1A4-48D1-F23E-A6A5-F88AB30B90E4}"/>
                  </a:ext>
                </a:extLst>
              </p:cNvPr>
              <p:cNvSpPr/>
              <p:nvPr/>
            </p:nvSpPr>
            <p:spPr>
              <a:xfrm>
                <a:off x="3223821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9" name="ph4634">
                <a:extLst>
                  <a:ext uri="{FF2B5EF4-FFF2-40B4-BE49-F238E27FC236}">
                    <a16:creationId xmlns:a16="http://schemas.microsoft.com/office/drawing/2014/main" id="{6C043A6F-6C2F-0F19-274C-6FF6FDB6EFA0}"/>
                  </a:ext>
                </a:extLst>
              </p:cNvPr>
              <p:cNvSpPr/>
              <p:nvPr/>
            </p:nvSpPr>
            <p:spPr>
              <a:xfrm>
                <a:off x="323326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0" name="ph4635">
                <a:extLst>
                  <a:ext uri="{FF2B5EF4-FFF2-40B4-BE49-F238E27FC236}">
                    <a16:creationId xmlns:a16="http://schemas.microsoft.com/office/drawing/2014/main" id="{D4875BB8-1B8E-C430-C988-081E1F46AD10}"/>
                  </a:ext>
                </a:extLst>
              </p:cNvPr>
              <p:cNvSpPr/>
              <p:nvPr/>
            </p:nvSpPr>
            <p:spPr>
              <a:xfrm>
                <a:off x="324270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1" name="ph4636">
                <a:extLst>
                  <a:ext uri="{FF2B5EF4-FFF2-40B4-BE49-F238E27FC236}">
                    <a16:creationId xmlns:a16="http://schemas.microsoft.com/office/drawing/2014/main" id="{7422A0B7-F0B8-579F-AE57-C73980D1CDC5}"/>
                  </a:ext>
                </a:extLst>
              </p:cNvPr>
              <p:cNvSpPr/>
              <p:nvPr/>
            </p:nvSpPr>
            <p:spPr>
              <a:xfrm>
                <a:off x="325214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2" name="ph4637">
                <a:extLst>
                  <a:ext uri="{FF2B5EF4-FFF2-40B4-BE49-F238E27FC236}">
                    <a16:creationId xmlns:a16="http://schemas.microsoft.com/office/drawing/2014/main" id="{937B17EC-6B17-70F6-4E18-117B73F2C23B}"/>
                  </a:ext>
                </a:extLst>
              </p:cNvPr>
              <p:cNvSpPr/>
              <p:nvPr/>
            </p:nvSpPr>
            <p:spPr>
              <a:xfrm>
                <a:off x="3261582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3" name="ph4638">
                <a:extLst>
                  <a:ext uri="{FF2B5EF4-FFF2-40B4-BE49-F238E27FC236}">
                    <a16:creationId xmlns:a16="http://schemas.microsoft.com/office/drawing/2014/main" id="{E1023D82-82EC-DC87-2186-2EDB0D63D8C6}"/>
                  </a:ext>
                </a:extLst>
              </p:cNvPr>
              <p:cNvSpPr/>
              <p:nvPr/>
            </p:nvSpPr>
            <p:spPr>
              <a:xfrm>
                <a:off x="327102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4" name="ph4639">
                <a:extLst>
                  <a:ext uri="{FF2B5EF4-FFF2-40B4-BE49-F238E27FC236}">
                    <a16:creationId xmlns:a16="http://schemas.microsoft.com/office/drawing/2014/main" id="{C7FE7264-FE84-3B37-C075-FBCF4B7855C0}"/>
                  </a:ext>
                </a:extLst>
              </p:cNvPr>
              <p:cNvSpPr/>
              <p:nvPr/>
            </p:nvSpPr>
            <p:spPr>
              <a:xfrm>
                <a:off x="328046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5" name="ph4640">
                <a:extLst>
                  <a:ext uri="{FF2B5EF4-FFF2-40B4-BE49-F238E27FC236}">
                    <a16:creationId xmlns:a16="http://schemas.microsoft.com/office/drawing/2014/main" id="{EFACFC48-E007-F842-A173-DF1A9549FE06}"/>
                  </a:ext>
                </a:extLst>
              </p:cNvPr>
              <p:cNvSpPr/>
              <p:nvPr/>
            </p:nvSpPr>
            <p:spPr>
              <a:xfrm>
                <a:off x="328990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6" name="ph4641">
                <a:extLst>
                  <a:ext uri="{FF2B5EF4-FFF2-40B4-BE49-F238E27FC236}">
                    <a16:creationId xmlns:a16="http://schemas.microsoft.com/office/drawing/2014/main" id="{15ECD96D-C333-7B1A-0587-E235FE23047F}"/>
                  </a:ext>
                </a:extLst>
              </p:cNvPr>
              <p:cNvSpPr/>
              <p:nvPr/>
            </p:nvSpPr>
            <p:spPr>
              <a:xfrm>
                <a:off x="3299343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7" name="ph4642">
                <a:extLst>
                  <a:ext uri="{FF2B5EF4-FFF2-40B4-BE49-F238E27FC236}">
                    <a16:creationId xmlns:a16="http://schemas.microsoft.com/office/drawing/2014/main" id="{56AFDD71-5294-54B6-3377-F5F4ECB3BBE8}"/>
                  </a:ext>
                </a:extLst>
              </p:cNvPr>
              <p:cNvSpPr/>
              <p:nvPr/>
            </p:nvSpPr>
            <p:spPr>
              <a:xfrm>
                <a:off x="330878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8" name="ph4643">
                <a:extLst>
                  <a:ext uri="{FF2B5EF4-FFF2-40B4-BE49-F238E27FC236}">
                    <a16:creationId xmlns:a16="http://schemas.microsoft.com/office/drawing/2014/main" id="{4759F82C-9403-38CC-540D-51644FA2F808}"/>
                  </a:ext>
                </a:extLst>
              </p:cNvPr>
              <p:cNvSpPr/>
              <p:nvPr/>
            </p:nvSpPr>
            <p:spPr>
              <a:xfrm>
                <a:off x="331822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9" name="ph4644">
                <a:extLst>
                  <a:ext uri="{FF2B5EF4-FFF2-40B4-BE49-F238E27FC236}">
                    <a16:creationId xmlns:a16="http://schemas.microsoft.com/office/drawing/2014/main" id="{CCBCC00A-01DB-13BF-518D-91881B2A4032}"/>
                  </a:ext>
                </a:extLst>
              </p:cNvPr>
              <p:cNvSpPr/>
              <p:nvPr/>
            </p:nvSpPr>
            <p:spPr>
              <a:xfrm>
                <a:off x="332766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0" name="ph4645">
                <a:extLst>
                  <a:ext uri="{FF2B5EF4-FFF2-40B4-BE49-F238E27FC236}">
                    <a16:creationId xmlns:a16="http://schemas.microsoft.com/office/drawing/2014/main" id="{629EFF8D-9E89-375E-8FEA-8B8C648A9A42}"/>
                  </a:ext>
                </a:extLst>
              </p:cNvPr>
              <p:cNvSpPr/>
              <p:nvPr/>
            </p:nvSpPr>
            <p:spPr>
              <a:xfrm>
                <a:off x="333710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1" name="ph4646">
                <a:extLst>
                  <a:ext uri="{FF2B5EF4-FFF2-40B4-BE49-F238E27FC236}">
                    <a16:creationId xmlns:a16="http://schemas.microsoft.com/office/drawing/2014/main" id="{EBAAD60E-BA60-BA08-20F8-29DB96F0B90A}"/>
                  </a:ext>
                </a:extLst>
              </p:cNvPr>
              <p:cNvSpPr/>
              <p:nvPr/>
            </p:nvSpPr>
            <p:spPr>
              <a:xfrm>
                <a:off x="3346544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2" name="ph4647">
                <a:extLst>
                  <a:ext uri="{FF2B5EF4-FFF2-40B4-BE49-F238E27FC236}">
                    <a16:creationId xmlns:a16="http://schemas.microsoft.com/office/drawing/2014/main" id="{6D570E0D-3333-52A8-1826-3CE160456A5F}"/>
                  </a:ext>
                </a:extLst>
              </p:cNvPr>
              <p:cNvSpPr/>
              <p:nvPr/>
            </p:nvSpPr>
            <p:spPr>
              <a:xfrm>
                <a:off x="335598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3" name="ph4648">
                <a:extLst>
                  <a:ext uri="{FF2B5EF4-FFF2-40B4-BE49-F238E27FC236}">
                    <a16:creationId xmlns:a16="http://schemas.microsoft.com/office/drawing/2014/main" id="{9E8E9D3C-C27E-7004-7266-6728CF09E14E}"/>
                  </a:ext>
                </a:extLst>
              </p:cNvPr>
              <p:cNvSpPr/>
              <p:nvPr/>
            </p:nvSpPr>
            <p:spPr>
              <a:xfrm>
                <a:off x="336542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4" name="ph4649">
                <a:extLst>
                  <a:ext uri="{FF2B5EF4-FFF2-40B4-BE49-F238E27FC236}">
                    <a16:creationId xmlns:a16="http://schemas.microsoft.com/office/drawing/2014/main" id="{8E6A10ED-1D4F-172A-9BAA-C77A08B21FEC}"/>
                  </a:ext>
                </a:extLst>
              </p:cNvPr>
              <p:cNvSpPr/>
              <p:nvPr/>
            </p:nvSpPr>
            <p:spPr>
              <a:xfrm>
                <a:off x="337486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5" name="ph4650">
                <a:extLst>
                  <a:ext uri="{FF2B5EF4-FFF2-40B4-BE49-F238E27FC236}">
                    <a16:creationId xmlns:a16="http://schemas.microsoft.com/office/drawing/2014/main" id="{52393006-91AB-2105-AE6E-6E94426A0981}"/>
                  </a:ext>
                </a:extLst>
              </p:cNvPr>
              <p:cNvSpPr/>
              <p:nvPr/>
            </p:nvSpPr>
            <p:spPr>
              <a:xfrm>
                <a:off x="3384305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6" name="ph4651">
                <a:extLst>
                  <a:ext uri="{FF2B5EF4-FFF2-40B4-BE49-F238E27FC236}">
                    <a16:creationId xmlns:a16="http://schemas.microsoft.com/office/drawing/2014/main" id="{82369542-AC00-F308-6A16-30E55930930F}"/>
                  </a:ext>
                </a:extLst>
              </p:cNvPr>
              <p:cNvSpPr/>
              <p:nvPr/>
            </p:nvSpPr>
            <p:spPr>
              <a:xfrm>
                <a:off x="339374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7" name="ph4652">
                <a:extLst>
                  <a:ext uri="{FF2B5EF4-FFF2-40B4-BE49-F238E27FC236}">
                    <a16:creationId xmlns:a16="http://schemas.microsoft.com/office/drawing/2014/main" id="{02A90808-4628-CD58-3A3A-E83C65DE7300}"/>
                  </a:ext>
                </a:extLst>
              </p:cNvPr>
              <p:cNvSpPr/>
              <p:nvPr/>
            </p:nvSpPr>
            <p:spPr>
              <a:xfrm>
                <a:off x="340318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8" name="ph4653">
                <a:extLst>
                  <a:ext uri="{FF2B5EF4-FFF2-40B4-BE49-F238E27FC236}">
                    <a16:creationId xmlns:a16="http://schemas.microsoft.com/office/drawing/2014/main" id="{939E2142-BF34-0B77-4B5A-DA9A1A8132E2}"/>
                  </a:ext>
                </a:extLst>
              </p:cNvPr>
              <p:cNvSpPr/>
              <p:nvPr/>
            </p:nvSpPr>
            <p:spPr>
              <a:xfrm>
                <a:off x="3412626" y="16934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9" name="ph4654">
                <a:extLst>
                  <a:ext uri="{FF2B5EF4-FFF2-40B4-BE49-F238E27FC236}">
                    <a16:creationId xmlns:a16="http://schemas.microsoft.com/office/drawing/2014/main" id="{EDB94EAD-0CB1-A416-2A3D-5B33BBD3CA8B}"/>
                  </a:ext>
                </a:extLst>
              </p:cNvPr>
              <p:cNvSpPr/>
              <p:nvPr/>
            </p:nvSpPr>
            <p:spPr>
              <a:xfrm>
                <a:off x="3422066" y="171097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920"/>
                    </a:lnTo>
                    <a:lnTo>
                      <a:pt x="92303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0" name="ph4655">
                <a:extLst>
                  <a:ext uri="{FF2B5EF4-FFF2-40B4-BE49-F238E27FC236}">
                    <a16:creationId xmlns:a16="http://schemas.microsoft.com/office/drawing/2014/main" id="{247C3368-DD0D-F8E7-3A84-4EC01C135844}"/>
                  </a:ext>
                </a:extLst>
              </p:cNvPr>
              <p:cNvSpPr/>
              <p:nvPr/>
            </p:nvSpPr>
            <p:spPr>
              <a:xfrm>
                <a:off x="3431507" y="1693407"/>
                <a:ext cx="918988" cy="926490"/>
              </a:xfrm>
              <a:custGeom>
                <a:avLst/>
                <a:gdLst/>
                <a:ahLst/>
                <a:cxnLst/>
                <a:rect l="0" t="0" r="0" b="0"/>
                <a:pathLst>
                  <a:path w="918988" h="926490">
                    <a:moveTo>
                      <a:pt x="914400" y="914400"/>
                    </a:moveTo>
                    <a:lnTo>
                      <a:pt x="918988" y="914400"/>
                    </a:lnTo>
                    <a:lnTo>
                      <a:pt x="918867" y="914670"/>
                    </a:lnTo>
                    <a:lnTo>
                      <a:pt x="914965" y="922475"/>
                    </a:lnTo>
                    <a:lnTo>
                      <a:pt x="914870" y="923289"/>
                    </a:lnTo>
                    <a:lnTo>
                      <a:pt x="914400" y="92649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1" name="ph4656">
                <a:extLst>
                  <a:ext uri="{FF2B5EF4-FFF2-40B4-BE49-F238E27FC236}">
                    <a16:creationId xmlns:a16="http://schemas.microsoft.com/office/drawing/2014/main" id="{6726BFB1-7BF1-92A0-6DEC-BF151101DE2F}"/>
                  </a:ext>
                </a:extLst>
              </p:cNvPr>
              <p:cNvSpPr/>
              <p:nvPr/>
            </p:nvSpPr>
            <p:spPr>
              <a:xfrm>
                <a:off x="2175955" y="1675838"/>
                <a:ext cx="914400" cy="92172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8">
                    <a:moveTo>
                      <a:pt x="914400" y="914400"/>
                    </a:moveTo>
                    <a:lnTo>
                      <a:pt x="914400" y="921728"/>
                    </a:lnTo>
                    <a:lnTo>
                      <a:pt x="913596" y="918442"/>
                    </a:lnTo>
                    <a:lnTo>
                      <a:pt x="912741" y="914400"/>
                    </a:lnTo>
                    <a:close/>
                  </a:path>
                </a:pathLst>
              </a:custGeom>
              <a:solidFill>
                <a:srgbClr val="98D264">
                  <a:alpha val="100000"/>
                </a:srgbClr>
              </a:solidFill>
              <a:ln w="5420" cap="flat">
                <a:solidFill>
                  <a:srgbClr val="98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2" name="ph4657">
                <a:extLst>
                  <a:ext uri="{FF2B5EF4-FFF2-40B4-BE49-F238E27FC236}">
                    <a16:creationId xmlns:a16="http://schemas.microsoft.com/office/drawing/2014/main" id="{453AFCA7-AD0F-9506-B6CF-99CE9F666803}"/>
                  </a:ext>
                </a:extLst>
              </p:cNvPr>
              <p:cNvSpPr/>
              <p:nvPr/>
            </p:nvSpPr>
            <p:spPr>
              <a:xfrm>
                <a:off x="217595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026" y="931969"/>
                    </a:lnTo>
                    <a:lnTo>
                      <a:pt x="916047" y="928466"/>
                    </a:lnTo>
                    <a:lnTo>
                      <a:pt x="914400" y="921728"/>
                    </a:lnTo>
                    <a:close/>
                  </a:path>
                </a:pathLst>
              </a:custGeom>
              <a:solidFill>
                <a:srgbClr val="92CF61">
                  <a:alpha val="100000"/>
                </a:srgbClr>
              </a:solidFill>
              <a:ln w="5420" cap="flat">
                <a:solidFill>
                  <a:srgbClr val="92CF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3" name="ph4658">
                <a:extLst>
                  <a:ext uri="{FF2B5EF4-FFF2-40B4-BE49-F238E27FC236}">
                    <a16:creationId xmlns:a16="http://schemas.microsoft.com/office/drawing/2014/main" id="{71B35D2A-8F41-17D9-411D-84A64DDF852D}"/>
                  </a:ext>
                </a:extLst>
              </p:cNvPr>
              <p:cNvSpPr/>
              <p:nvPr/>
            </p:nvSpPr>
            <p:spPr>
              <a:xfrm>
                <a:off x="218539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C5F">
                  <a:alpha val="100000"/>
                </a:srgbClr>
              </a:solidFill>
              <a:ln w="5420" cap="flat">
                <a:solidFill>
                  <a:srgbClr val="8B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4" name="ph4659">
                <a:extLst>
                  <a:ext uri="{FF2B5EF4-FFF2-40B4-BE49-F238E27FC236}">
                    <a16:creationId xmlns:a16="http://schemas.microsoft.com/office/drawing/2014/main" id="{20F4753D-9C07-0000-C019-C341326A6B74}"/>
                  </a:ext>
                </a:extLst>
              </p:cNvPr>
              <p:cNvSpPr/>
              <p:nvPr/>
            </p:nvSpPr>
            <p:spPr>
              <a:xfrm>
                <a:off x="219483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5" name="ph4660">
                <a:extLst>
                  <a:ext uri="{FF2B5EF4-FFF2-40B4-BE49-F238E27FC236}">
                    <a16:creationId xmlns:a16="http://schemas.microsoft.com/office/drawing/2014/main" id="{36A1ACB3-C260-36BA-6B12-DD3DEFA51555}"/>
                  </a:ext>
                </a:extLst>
              </p:cNvPr>
              <p:cNvSpPr/>
              <p:nvPr/>
            </p:nvSpPr>
            <p:spPr>
              <a:xfrm>
                <a:off x="220427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6" name="ph4661">
                <a:extLst>
                  <a:ext uri="{FF2B5EF4-FFF2-40B4-BE49-F238E27FC236}">
                    <a16:creationId xmlns:a16="http://schemas.microsoft.com/office/drawing/2014/main" id="{945143E0-C104-F5E8-FF02-58DC00AB2852}"/>
                  </a:ext>
                </a:extLst>
              </p:cNvPr>
              <p:cNvSpPr/>
              <p:nvPr/>
            </p:nvSpPr>
            <p:spPr>
              <a:xfrm>
                <a:off x="221371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7" name="ph4662">
                <a:extLst>
                  <a:ext uri="{FF2B5EF4-FFF2-40B4-BE49-F238E27FC236}">
                    <a16:creationId xmlns:a16="http://schemas.microsoft.com/office/drawing/2014/main" id="{C0795CBB-3C02-9B78-3A8C-006A685D5F5F}"/>
                  </a:ext>
                </a:extLst>
              </p:cNvPr>
              <p:cNvSpPr/>
              <p:nvPr/>
            </p:nvSpPr>
            <p:spPr>
              <a:xfrm>
                <a:off x="222315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8" name="ph4663">
                <a:extLst>
                  <a:ext uri="{FF2B5EF4-FFF2-40B4-BE49-F238E27FC236}">
                    <a16:creationId xmlns:a16="http://schemas.microsoft.com/office/drawing/2014/main" id="{6B577246-08AC-046D-7993-29F6552E4578}"/>
                  </a:ext>
                </a:extLst>
              </p:cNvPr>
              <p:cNvSpPr/>
              <p:nvPr/>
            </p:nvSpPr>
            <p:spPr>
              <a:xfrm>
                <a:off x="223259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5B659">
                  <a:alpha val="100000"/>
                </a:srgbClr>
              </a:solidFill>
              <a:ln w="5420" cap="flat">
                <a:solidFill>
                  <a:srgbClr val="65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9" name="ph4664">
                <a:extLst>
                  <a:ext uri="{FF2B5EF4-FFF2-40B4-BE49-F238E27FC236}">
                    <a16:creationId xmlns:a16="http://schemas.microsoft.com/office/drawing/2014/main" id="{94831F9D-C51C-417A-0407-2F1AF505E972}"/>
                  </a:ext>
                </a:extLst>
              </p:cNvPr>
              <p:cNvSpPr/>
              <p:nvPr/>
            </p:nvSpPr>
            <p:spPr>
              <a:xfrm>
                <a:off x="224203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CB258">
                  <a:alpha val="100000"/>
                </a:srgbClr>
              </a:solidFill>
              <a:ln w="5420" cap="flat">
                <a:solidFill>
                  <a:srgbClr val="5C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0" name="ph4665">
                <a:extLst>
                  <a:ext uri="{FF2B5EF4-FFF2-40B4-BE49-F238E27FC236}">
                    <a16:creationId xmlns:a16="http://schemas.microsoft.com/office/drawing/2014/main" id="{7B0ABAFE-1179-25FB-9906-8CA722B2443E}"/>
                  </a:ext>
                </a:extLst>
              </p:cNvPr>
              <p:cNvSpPr/>
              <p:nvPr/>
            </p:nvSpPr>
            <p:spPr>
              <a:xfrm>
                <a:off x="225147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4AE56">
                  <a:alpha val="100000"/>
                </a:srgbClr>
              </a:solidFill>
              <a:ln w="5420" cap="flat">
                <a:solidFill>
                  <a:srgbClr val="54AE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1" name="ph4666">
                <a:extLst>
                  <a:ext uri="{FF2B5EF4-FFF2-40B4-BE49-F238E27FC236}">
                    <a16:creationId xmlns:a16="http://schemas.microsoft.com/office/drawing/2014/main" id="{5F48AA5A-7BE7-3BEC-16E3-15D62CDF7452}"/>
                  </a:ext>
                </a:extLst>
              </p:cNvPr>
              <p:cNvSpPr/>
              <p:nvPr/>
            </p:nvSpPr>
            <p:spPr>
              <a:xfrm>
                <a:off x="226091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2" name="ph4667">
                <a:extLst>
                  <a:ext uri="{FF2B5EF4-FFF2-40B4-BE49-F238E27FC236}">
                    <a16:creationId xmlns:a16="http://schemas.microsoft.com/office/drawing/2014/main" id="{5D74556F-BFB1-993B-554B-B7AE3C59DFA7}"/>
                  </a:ext>
                </a:extLst>
              </p:cNvPr>
              <p:cNvSpPr/>
              <p:nvPr/>
            </p:nvSpPr>
            <p:spPr>
              <a:xfrm>
                <a:off x="227035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3" name="ph4668">
                <a:extLst>
                  <a:ext uri="{FF2B5EF4-FFF2-40B4-BE49-F238E27FC236}">
                    <a16:creationId xmlns:a16="http://schemas.microsoft.com/office/drawing/2014/main" id="{588886F7-A756-289F-D211-249DAE81F33B}"/>
                  </a:ext>
                </a:extLst>
              </p:cNvPr>
              <p:cNvSpPr/>
              <p:nvPr/>
            </p:nvSpPr>
            <p:spPr>
              <a:xfrm>
                <a:off x="2279797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DA353">
                  <a:alpha val="100000"/>
                </a:srgbClr>
              </a:solidFill>
              <a:ln w="5420" cap="flat">
                <a:solidFill>
                  <a:srgbClr val="3D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4" name="ph4669">
                <a:extLst>
                  <a:ext uri="{FF2B5EF4-FFF2-40B4-BE49-F238E27FC236}">
                    <a16:creationId xmlns:a16="http://schemas.microsoft.com/office/drawing/2014/main" id="{4E89A9F4-7894-962F-5F8D-E0015E841EBA}"/>
                  </a:ext>
                </a:extLst>
              </p:cNvPr>
              <p:cNvSpPr/>
              <p:nvPr/>
            </p:nvSpPr>
            <p:spPr>
              <a:xfrm>
                <a:off x="228923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2">
                  <a:alpha val="100000"/>
                </a:srgbClr>
              </a:solidFill>
              <a:ln w="5420" cap="flat">
                <a:solidFill>
                  <a:srgbClr val="36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5" name="ph4670">
                <a:extLst>
                  <a:ext uri="{FF2B5EF4-FFF2-40B4-BE49-F238E27FC236}">
                    <a16:creationId xmlns:a16="http://schemas.microsoft.com/office/drawing/2014/main" id="{974CA680-5FD0-3FA4-466F-83AEC99B720E}"/>
                  </a:ext>
                </a:extLst>
              </p:cNvPr>
              <p:cNvSpPr/>
              <p:nvPr/>
            </p:nvSpPr>
            <p:spPr>
              <a:xfrm>
                <a:off x="229867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6" name="ph4671">
                <a:extLst>
                  <a:ext uri="{FF2B5EF4-FFF2-40B4-BE49-F238E27FC236}">
                    <a16:creationId xmlns:a16="http://schemas.microsoft.com/office/drawing/2014/main" id="{957EFF75-F717-BF39-172B-0B0A0EB4AD2E}"/>
                  </a:ext>
                </a:extLst>
              </p:cNvPr>
              <p:cNvSpPr/>
              <p:nvPr/>
            </p:nvSpPr>
            <p:spPr>
              <a:xfrm>
                <a:off x="230811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A9C51">
                  <a:alpha val="100000"/>
                </a:srgbClr>
              </a:solidFill>
              <a:ln w="5420" cap="flat">
                <a:solidFill>
                  <a:srgbClr val="2A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7" name="ph4672">
                <a:extLst>
                  <a:ext uri="{FF2B5EF4-FFF2-40B4-BE49-F238E27FC236}">
                    <a16:creationId xmlns:a16="http://schemas.microsoft.com/office/drawing/2014/main" id="{B916E4D3-F211-78C7-D6A3-5B168E6245C4}"/>
                  </a:ext>
                </a:extLst>
              </p:cNvPr>
              <p:cNvSpPr/>
              <p:nvPr/>
            </p:nvSpPr>
            <p:spPr>
              <a:xfrm>
                <a:off x="2317558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8" name="ph4673">
                <a:extLst>
                  <a:ext uri="{FF2B5EF4-FFF2-40B4-BE49-F238E27FC236}">
                    <a16:creationId xmlns:a16="http://schemas.microsoft.com/office/drawing/2014/main" id="{A8D08465-835A-AC9A-4B80-3FAA4552E297}"/>
                  </a:ext>
                </a:extLst>
              </p:cNvPr>
              <p:cNvSpPr/>
              <p:nvPr/>
            </p:nvSpPr>
            <p:spPr>
              <a:xfrm>
                <a:off x="232699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9" name="ph4674">
                <a:extLst>
                  <a:ext uri="{FF2B5EF4-FFF2-40B4-BE49-F238E27FC236}">
                    <a16:creationId xmlns:a16="http://schemas.microsoft.com/office/drawing/2014/main" id="{7D28CDEC-0093-3173-70F5-26521C147DDD}"/>
                  </a:ext>
                </a:extLst>
              </p:cNvPr>
              <p:cNvSpPr/>
              <p:nvPr/>
            </p:nvSpPr>
            <p:spPr>
              <a:xfrm>
                <a:off x="233643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29A51">
                  <a:alpha val="100000"/>
                </a:srgbClr>
              </a:solidFill>
              <a:ln w="5420" cap="flat">
                <a:solidFill>
                  <a:srgbClr val="22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0" name="ph4675">
                <a:extLst>
                  <a:ext uri="{FF2B5EF4-FFF2-40B4-BE49-F238E27FC236}">
                    <a16:creationId xmlns:a16="http://schemas.microsoft.com/office/drawing/2014/main" id="{44885F82-E082-5594-5882-81EB0CDF3134}"/>
                  </a:ext>
                </a:extLst>
              </p:cNvPr>
              <p:cNvSpPr/>
              <p:nvPr/>
            </p:nvSpPr>
            <p:spPr>
              <a:xfrm>
                <a:off x="234587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39A51">
                  <a:alpha val="100000"/>
                </a:srgbClr>
              </a:solidFill>
              <a:ln w="5420" cap="flat">
                <a:solidFill>
                  <a:srgbClr val="239A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1" name="ph4676">
                <a:extLst>
                  <a:ext uri="{FF2B5EF4-FFF2-40B4-BE49-F238E27FC236}">
                    <a16:creationId xmlns:a16="http://schemas.microsoft.com/office/drawing/2014/main" id="{25126E62-1536-EFFC-8F30-D285E752185A}"/>
                  </a:ext>
                </a:extLst>
              </p:cNvPr>
              <p:cNvSpPr/>
              <p:nvPr/>
            </p:nvSpPr>
            <p:spPr>
              <a:xfrm>
                <a:off x="2355319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59B51">
                  <a:alpha val="100000"/>
                </a:srgbClr>
              </a:solidFill>
              <a:ln w="5420" cap="flat">
                <a:solidFill>
                  <a:srgbClr val="259B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2" name="ph4677">
                <a:extLst>
                  <a:ext uri="{FF2B5EF4-FFF2-40B4-BE49-F238E27FC236}">
                    <a16:creationId xmlns:a16="http://schemas.microsoft.com/office/drawing/2014/main" id="{F361C62F-A416-D868-3B23-2384125DDC5C}"/>
                  </a:ext>
                </a:extLst>
              </p:cNvPr>
              <p:cNvSpPr/>
              <p:nvPr/>
            </p:nvSpPr>
            <p:spPr>
              <a:xfrm>
                <a:off x="236476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299C51">
                  <a:alpha val="100000"/>
                </a:srgbClr>
              </a:solidFill>
              <a:ln w="5420" cap="flat">
                <a:solidFill>
                  <a:srgbClr val="299C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3" name="ph4678">
                <a:extLst>
                  <a:ext uri="{FF2B5EF4-FFF2-40B4-BE49-F238E27FC236}">
                    <a16:creationId xmlns:a16="http://schemas.microsoft.com/office/drawing/2014/main" id="{2A50E905-D2BC-023A-06DA-D76D23611889}"/>
                  </a:ext>
                </a:extLst>
              </p:cNvPr>
              <p:cNvSpPr/>
              <p:nvPr/>
            </p:nvSpPr>
            <p:spPr>
              <a:xfrm>
                <a:off x="237420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E9E52">
                  <a:alpha val="100000"/>
                </a:srgbClr>
              </a:solidFill>
              <a:ln w="5420" cap="flat">
                <a:solidFill>
                  <a:srgbClr val="2E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4" name="ph4679">
                <a:extLst>
                  <a:ext uri="{FF2B5EF4-FFF2-40B4-BE49-F238E27FC236}">
                    <a16:creationId xmlns:a16="http://schemas.microsoft.com/office/drawing/2014/main" id="{2A9D90AD-38CF-1393-8F09-84D4195B82E7}"/>
                  </a:ext>
                </a:extLst>
              </p:cNvPr>
              <p:cNvSpPr/>
              <p:nvPr/>
            </p:nvSpPr>
            <p:spPr>
              <a:xfrm>
                <a:off x="238364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4A052">
                  <a:alpha val="100000"/>
                </a:srgbClr>
              </a:solidFill>
              <a:ln w="5420" cap="flat">
                <a:solidFill>
                  <a:srgbClr val="34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5" name="ph4680">
                <a:extLst>
                  <a:ext uri="{FF2B5EF4-FFF2-40B4-BE49-F238E27FC236}">
                    <a16:creationId xmlns:a16="http://schemas.microsoft.com/office/drawing/2014/main" id="{5FF91238-20F8-A516-1E3F-70E6D777408B}"/>
                  </a:ext>
                </a:extLst>
              </p:cNvPr>
              <p:cNvSpPr/>
              <p:nvPr/>
            </p:nvSpPr>
            <p:spPr>
              <a:xfrm>
                <a:off x="239308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AA253">
                  <a:alpha val="100000"/>
                </a:srgbClr>
              </a:solidFill>
              <a:ln w="5420" cap="flat">
                <a:solidFill>
                  <a:srgbClr val="3A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6" name="ph4681">
                <a:extLst>
                  <a:ext uri="{FF2B5EF4-FFF2-40B4-BE49-F238E27FC236}">
                    <a16:creationId xmlns:a16="http://schemas.microsoft.com/office/drawing/2014/main" id="{7304DB57-801D-12F8-7A71-9D65E85403C7}"/>
                  </a:ext>
                </a:extLst>
              </p:cNvPr>
              <p:cNvSpPr/>
              <p:nvPr/>
            </p:nvSpPr>
            <p:spPr>
              <a:xfrm>
                <a:off x="240252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0A454">
                  <a:alpha val="100000"/>
                </a:srgbClr>
              </a:solidFill>
              <a:ln w="5420" cap="flat">
                <a:solidFill>
                  <a:srgbClr val="40A4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7" name="ph4682">
                <a:extLst>
                  <a:ext uri="{FF2B5EF4-FFF2-40B4-BE49-F238E27FC236}">
                    <a16:creationId xmlns:a16="http://schemas.microsoft.com/office/drawing/2014/main" id="{E4FE3E66-C061-E279-79C4-199F82642976}"/>
                  </a:ext>
                </a:extLst>
              </p:cNvPr>
              <p:cNvSpPr/>
              <p:nvPr/>
            </p:nvSpPr>
            <p:spPr>
              <a:xfrm>
                <a:off x="241196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6A754">
                  <a:alpha val="100000"/>
                </a:srgbClr>
              </a:solidFill>
              <a:ln w="5420" cap="flat">
                <a:solidFill>
                  <a:srgbClr val="46A7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8" name="ph4683">
                <a:extLst>
                  <a:ext uri="{FF2B5EF4-FFF2-40B4-BE49-F238E27FC236}">
                    <a16:creationId xmlns:a16="http://schemas.microsoft.com/office/drawing/2014/main" id="{F25AFBF1-5636-1EE8-D85A-A888A0F50E37}"/>
                  </a:ext>
                </a:extLst>
              </p:cNvPr>
              <p:cNvSpPr/>
              <p:nvPr/>
            </p:nvSpPr>
            <p:spPr>
              <a:xfrm>
                <a:off x="242140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9" name="ph4684">
                <a:extLst>
                  <a:ext uri="{FF2B5EF4-FFF2-40B4-BE49-F238E27FC236}">
                    <a16:creationId xmlns:a16="http://schemas.microsoft.com/office/drawing/2014/main" id="{D12AFCE2-70F3-45F9-FE27-FBFE3DC4779C}"/>
                  </a:ext>
                </a:extLst>
              </p:cNvPr>
              <p:cNvSpPr/>
              <p:nvPr/>
            </p:nvSpPr>
            <p:spPr>
              <a:xfrm>
                <a:off x="243084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C56">
                  <a:alpha val="100000"/>
                </a:srgbClr>
              </a:solidFill>
              <a:ln w="5420" cap="flat">
                <a:solidFill>
                  <a:srgbClr val="52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0" name="ph4685">
                <a:extLst>
                  <a:ext uri="{FF2B5EF4-FFF2-40B4-BE49-F238E27FC236}">
                    <a16:creationId xmlns:a16="http://schemas.microsoft.com/office/drawing/2014/main" id="{C7D1E72B-BF0C-153F-5EB6-938F880053C8}"/>
                  </a:ext>
                </a:extLst>
              </p:cNvPr>
              <p:cNvSpPr/>
              <p:nvPr/>
            </p:nvSpPr>
            <p:spPr>
              <a:xfrm>
                <a:off x="244028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AF57">
                  <a:alpha val="100000"/>
                </a:srgbClr>
              </a:solidFill>
              <a:ln w="5420" cap="flat">
                <a:solidFill>
                  <a:srgbClr val="58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1" name="ph4686">
                <a:extLst>
                  <a:ext uri="{FF2B5EF4-FFF2-40B4-BE49-F238E27FC236}">
                    <a16:creationId xmlns:a16="http://schemas.microsoft.com/office/drawing/2014/main" id="{11E541B9-008C-FB49-03FB-413AAFDB79D1}"/>
                  </a:ext>
                </a:extLst>
              </p:cNvPr>
              <p:cNvSpPr/>
              <p:nvPr/>
            </p:nvSpPr>
            <p:spPr>
              <a:xfrm>
                <a:off x="244972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2" name="ph4687">
                <a:extLst>
                  <a:ext uri="{FF2B5EF4-FFF2-40B4-BE49-F238E27FC236}">
                    <a16:creationId xmlns:a16="http://schemas.microsoft.com/office/drawing/2014/main" id="{AA7EA064-A3BD-BBF7-91C9-5E1ABEA1E1A1}"/>
                  </a:ext>
                </a:extLst>
              </p:cNvPr>
              <p:cNvSpPr/>
              <p:nvPr/>
            </p:nvSpPr>
            <p:spPr>
              <a:xfrm>
                <a:off x="245916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3" name="ph4688">
                <a:extLst>
                  <a:ext uri="{FF2B5EF4-FFF2-40B4-BE49-F238E27FC236}">
                    <a16:creationId xmlns:a16="http://schemas.microsoft.com/office/drawing/2014/main" id="{F257D783-E1D5-B70A-E575-61A8025E6F2F}"/>
                  </a:ext>
                </a:extLst>
              </p:cNvPr>
              <p:cNvSpPr/>
              <p:nvPr/>
            </p:nvSpPr>
            <p:spPr>
              <a:xfrm>
                <a:off x="2478042" y="1693407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138" y="896830"/>
                    </a:lnTo>
                    <a:lnTo>
                      <a:pt x="910503" y="898961"/>
                    </a:lnTo>
                    <a:lnTo>
                      <a:pt x="911444" y="905656"/>
                    </a:lnTo>
                    <a:lnTo>
                      <a:pt x="914399" y="91088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4" name="ph4689">
                <a:extLst>
                  <a:ext uri="{FF2B5EF4-FFF2-40B4-BE49-F238E27FC236}">
                    <a16:creationId xmlns:a16="http://schemas.microsoft.com/office/drawing/2014/main" id="{6BF0C9BD-5080-A8C5-7F9C-51C7D0EFBE4B}"/>
                  </a:ext>
                </a:extLst>
              </p:cNvPr>
              <p:cNvSpPr/>
              <p:nvPr/>
            </p:nvSpPr>
            <p:spPr>
              <a:xfrm>
                <a:off x="2478042" y="1693407"/>
                <a:ext cx="91624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49" h="914400">
                    <a:moveTo>
                      <a:pt x="914399" y="914400"/>
                    </a:moveTo>
                    <a:lnTo>
                      <a:pt x="914399" y="910889"/>
                    </a:lnTo>
                    <a:lnTo>
                      <a:pt x="915052" y="912045"/>
                    </a:lnTo>
                    <a:lnTo>
                      <a:pt x="916249" y="914400"/>
                    </a:lnTo>
                    <a:close/>
                  </a:path>
                </a:pathLst>
              </a:custGeom>
              <a:solidFill>
                <a:srgbClr val="69B95A">
                  <a:alpha val="100000"/>
                </a:srgbClr>
              </a:solidFill>
              <a:ln w="5420" cap="flat">
                <a:solidFill>
                  <a:srgbClr val="69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5" name="ph4690">
                <a:extLst>
                  <a:ext uri="{FF2B5EF4-FFF2-40B4-BE49-F238E27FC236}">
                    <a16:creationId xmlns:a16="http://schemas.microsoft.com/office/drawing/2014/main" id="{644A3595-1616-4778-D69C-9466AF2DAC0B}"/>
                  </a:ext>
                </a:extLst>
              </p:cNvPr>
              <p:cNvSpPr/>
              <p:nvPr/>
            </p:nvSpPr>
            <p:spPr>
              <a:xfrm>
                <a:off x="3157740" y="1675838"/>
                <a:ext cx="914400" cy="9217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729">
                    <a:moveTo>
                      <a:pt x="914400" y="914400"/>
                    </a:moveTo>
                    <a:lnTo>
                      <a:pt x="914400" y="921729"/>
                    </a:lnTo>
                    <a:lnTo>
                      <a:pt x="909869" y="916291"/>
                    </a:lnTo>
                    <a:lnTo>
                      <a:pt x="908459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6" name="ph4691">
                <a:extLst>
                  <a:ext uri="{FF2B5EF4-FFF2-40B4-BE49-F238E27FC236}">
                    <a16:creationId xmlns:a16="http://schemas.microsoft.com/office/drawing/2014/main" id="{3F9332CA-054F-D5B9-49AF-A2A6E9ED6902}"/>
                  </a:ext>
                </a:extLst>
              </p:cNvPr>
              <p:cNvSpPr/>
              <p:nvPr/>
            </p:nvSpPr>
            <p:spPr>
              <a:xfrm>
                <a:off x="3157740" y="1675838"/>
                <a:ext cx="923840" cy="93137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37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373"/>
                    </a:lnTo>
                    <a:lnTo>
                      <a:pt x="919905" y="927663"/>
                    </a:lnTo>
                    <a:lnTo>
                      <a:pt x="914808" y="922219"/>
                    </a:lnTo>
                    <a:lnTo>
                      <a:pt x="914400" y="92172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7" name="ph4692">
                <a:extLst>
                  <a:ext uri="{FF2B5EF4-FFF2-40B4-BE49-F238E27FC236}">
                    <a16:creationId xmlns:a16="http://schemas.microsoft.com/office/drawing/2014/main" id="{23C1C649-EE37-2673-345D-09E2C82F65DC}"/>
                  </a:ext>
                </a:extLst>
              </p:cNvPr>
              <p:cNvSpPr/>
              <p:nvPr/>
            </p:nvSpPr>
            <p:spPr>
              <a:xfrm>
                <a:off x="316718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032" y="931969"/>
                    </a:lnTo>
                    <a:lnTo>
                      <a:pt x="914399" y="93137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8" name="ph4693">
                <a:extLst>
                  <a:ext uri="{FF2B5EF4-FFF2-40B4-BE49-F238E27FC236}">
                    <a16:creationId xmlns:a16="http://schemas.microsoft.com/office/drawing/2014/main" id="{97F3B9D8-90A6-4742-BFCD-BF79C3E296D9}"/>
                  </a:ext>
                </a:extLst>
              </p:cNvPr>
              <p:cNvSpPr/>
              <p:nvPr/>
            </p:nvSpPr>
            <p:spPr>
              <a:xfrm>
                <a:off x="317662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9" name="ph4694">
                <a:extLst>
                  <a:ext uri="{FF2B5EF4-FFF2-40B4-BE49-F238E27FC236}">
                    <a16:creationId xmlns:a16="http://schemas.microsoft.com/office/drawing/2014/main" id="{9AFA9CF2-4EB3-27CE-FB4E-950623EAC4A0}"/>
                  </a:ext>
                </a:extLst>
              </p:cNvPr>
              <p:cNvSpPr/>
              <p:nvPr/>
            </p:nvSpPr>
            <p:spPr>
              <a:xfrm>
                <a:off x="3186060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0" name="ph4695">
                <a:extLst>
                  <a:ext uri="{FF2B5EF4-FFF2-40B4-BE49-F238E27FC236}">
                    <a16:creationId xmlns:a16="http://schemas.microsoft.com/office/drawing/2014/main" id="{6C24FC1D-29DE-0629-FEBC-E2C7CBC1B156}"/>
                  </a:ext>
                </a:extLst>
              </p:cNvPr>
              <p:cNvSpPr/>
              <p:nvPr/>
            </p:nvSpPr>
            <p:spPr>
              <a:xfrm>
                <a:off x="319550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1" name="ph4696">
                <a:extLst>
                  <a:ext uri="{FF2B5EF4-FFF2-40B4-BE49-F238E27FC236}">
                    <a16:creationId xmlns:a16="http://schemas.microsoft.com/office/drawing/2014/main" id="{0ECFFE8E-B41C-D460-01A7-17D7F3AE8C0B}"/>
                  </a:ext>
                </a:extLst>
              </p:cNvPr>
              <p:cNvSpPr/>
              <p:nvPr/>
            </p:nvSpPr>
            <p:spPr>
              <a:xfrm>
                <a:off x="320494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2" name="ph4697">
                <a:extLst>
                  <a:ext uri="{FF2B5EF4-FFF2-40B4-BE49-F238E27FC236}">
                    <a16:creationId xmlns:a16="http://schemas.microsoft.com/office/drawing/2014/main" id="{9AA2ACE3-6D32-99F5-4FF8-1D243A466C68}"/>
                  </a:ext>
                </a:extLst>
              </p:cNvPr>
              <p:cNvSpPr/>
              <p:nvPr/>
            </p:nvSpPr>
            <p:spPr>
              <a:xfrm>
                <a:off x="321438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3" name="ph4698">
                <a:extLst>
                  <a:ext uri="{FF2B5EF4-FFF2-40B4-BE49-F238E27FC236}">
                    <a16:creationId xmlns:a16="http://schemas.microsoft.com/office/drawing/2014/main" id="{7D3063CC-7A9C-1BD5-98C2-76F79BAA982C}"/>
                  </a:ext>
                </a:extLst>
              </p:cNvPr>
              <p:cNvSpPr/>
              <p:nvPr/>
            </p:nvSpPr>
            <p:spPr>
              <a:xfrm>
                <a:off x="3223821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4" name="ph4699">
                <a:extLst>
                  <a:ext uri="{FF2B5EF4-FFF2-40B4-BE49-F238E27FC236}">
                    <a16:creationId xmlns:a16="http://schemas.microsoft.com/office/drawing/2014/main" id="{381E1EF5-6B80-CE77-2351-F1543AF5003D}"/>
                  </a:ext>
                </a:extLst>
              </p:cNvPr>
              <p:cNvSpPr/>
              <p:nvPr/>
            </p:nvSpPr>
            <p:spPr>
              <a:xfrm>
                <a:off x="323326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5" name="ph4700">
                <a:extLst>
                  <a:ext uri="{FF2B5EF4-FFF2-40B4-BE49-F238E27FC236}">
                    <a16:creationId xmlns:a16="http://schemas.microsoft.com/office/drawing/2014/main" id="{4BB72D5E-4833-80C9-1FC1-6C5F1CB7F41D}"/>
                  </a:ext>
                </a:extLst>
              </p:cNvPr>
              <p:cNvSpPr/>
              <p:nvPr/>
            </p:nvSpPr>
            <p:spPr>
              <a:xfrm>
                <a:off x="324270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6" name="ph4701">
                <a:extLst>
                  <a:ext uri="{FF2B5EF4-FFF2-40B4-BE49-F238E27FC236}">
                    <a16:creationId xmlns:a16="http://schemas.microsoft.com/office/drawing/2014/main" id="{D22E04B0-30AE-0707-87E7-BE0D6AE7956C}"/>
                  </a:ext>
                </a:extLst>
              </p:cNvPr>
              <p:cNvSpPr/>
              <p:nvPr/>
            </p:nvSpPr>
            <p:spPr>
              <a:xfrm>
                <a:off x="325214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7" name="ph4702">
                <a:extLst>
                  <a:ext uri="{FF2B5EF4-FFF2-40B4-BE49-F238E27FC236}">
                    <a16:creationId xmlns:a16="http://schemas.microsoft.com/office/drawing/2014/main" id="{50E8B195-C0F4-9ABB-D509-049491157FCB}"/>
                  </a:ext>
                </a:extLst>
              </p:cNvPr>
              <p:cNvSpPr/>
              <p:nvPr/>
            </p:nvSpPr>
            <p:spPr>
              <a:xfrm>
                <a:off x="3261582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8" name="ph4703">
                <a:extLst>
                  <a:ext uri="{FF2B5EF4-FFF2-40B4-BE49-F238E27FC236}">
                    <a16:creationId xmlns:a16="http://schemas.microsoft.com/office/drawing/2014/main" id="{2B6E3782-EF38-4623-E045-9C68A6936E9C}"/>
                  </a:ext>
                </a:extLst>
              </p:cNvPr>
              <p:cNvSpPr/>
              <p:nvPr/>
            </p:nvSpPr>
            <p:spPr>
              <a:xfrm>
                <a:off x="327102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9" name="ph4704">
                <a:extLst>
                  <a:ext uri="{FF2B5EF4-FFF2-40B4-BE49-F238E27FC236}">
                    <a16:creationId xmlns:a16="http://schemas.microsoft.com/office/drawing/2014/main" id="{3619FC73-339E-6F46-0761-19DFB85ED4E6}"/>
                  </a:ext>
                </a:extLst>
              </p:cNvPr>
              <p:cNvSpPr/>
              <p:nvPr/>
            </p:nvSpPr>
            <p:spPr>
              <a:xfrm>
                <a:off x="328046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0" name="ph4705">
                <a:extLst>
                  <a:ext uri="{FF2B5EF4-FFF2-40B4-BE49-F238E27FC236}">
                    <a16:creationId xmlns:a16="http://schemas.microsoft.com/office/drawing/2014/main" id="{DEEA082E-74E6-90CB-5EBF-DD29826F7B83}"/>
                  </a:ext>
                </a:extLst>
              </p:cNvPr>
              <p:cNvSpPr/>
              <p:nvPr/>
            </p:nvSpPr>
            <p:spPr>
              <a:xfrm>
                <a:off x="328990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1" name="ph4706">
                <a:extLst>
                  <a:ext uri="{FF2B5EF4-FFF2-40B4-BE49-F238E27FC236}">
                    <a16:creationId xmlns:a16="http://schemas.microsoft.com/office/drawing/2014/main" id="{E392F889-5CC6-8A53-CC10-1CF632615560}"/>
                  </a:ext>
                </a:extLst>
              </p:cNvPr>
              <p:cNvSpPr/>
              <p:nvPr/>
            </p:nvSpPr>
            <p:spPr>
              <a:xfrm>
                <a:off x="3299343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2" name="ph4707">
                <a:extLst>
                  <a:ext uri="{FF2B5EF4-FFF2-40B4-BE49-F238E27FC236}">
                    <a16:creationId xmlns:a16="http://schemas.microsoft.com/office/drawing/2014/main" id="{B9E33330-B6D0-C91F-2D85-95726CC1DC07}"/>
                  </a:ext>
                </a:extLst>
              </p:cNvPr>
              <p:cNvSpPr/>
              <p:nvPr/>
            </p:nvSpPr>
            <p:spPr>
              <a:xfrm>
                <a:off x="330878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3" name="ph4708">
                <a:extLst>
                  <a:ext uri="{FF2B5EF4-FFF2-40B4-BE49-F238E27FC236}">
                    <a16:creationId xmlns:a16="http://schemas.microsoft.com/office/drawing/2014/main" id="{09F4AB6D-20D5-F420-046A-8A595FC402AF}"/>
                  </a:ext>
                </a:extLst>
              </p:cNvPr>
              <p:cNvSpPr/>
              <p:nvPr/>
            </p:nvSpPr>
            <p:spPr>
              <a:xfrm>
                <a:off x="331822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4" name="ph4709">
                <a:extLst>
                  <a:ext uri="{FF2B5EF4-FFF2-40B4-BE49-F238E27FC236}">
                    <a16:creationId xmlns:a16="http://schemas.microsoft.com/office/drawing/2014/main" id="{41E73AEA-A929-F93B-EF42-AC96907A5DF9}"/>
                  </a:ext>
                </a:extLst>
              </p:cNvPr>
              <p:cNvSpPr/>
              <p:nvPr/>
            </p:nvSpPr>
            <p:spPr>
              <a:xfrm>
                <a:off x="332766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5" name="ph4710">
                <a:extLst>
                  <a:ext uri="{FF2B5EF4-FFF2-40B4-BE49-F238E27FC236}">
                    <a16:creationId xmlns:a16="http://schemas.microsoft.com/office/drawing/2014/main" id="{CC612381-0C15-775E-7E52-6F2EA3EA9112}"/>
                  </a:ext>
                </a:extLst>
              </p:cNvPr>
              <p:cNvSpPr/>
              <p:nvPr/>
            </p:nvSpPr>
            <p:spPr>
              <a:xfrm>
                <a:off x="333710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6" name="ph4711">
                <a:extLst>
                  <a:ext uri="{FF2B5EF4-FFF2-40B4-BE49-F238E27FC236}">
                    <a16:creationId xmlns:a16="http://schemas.microsoft.com/office/drawing/2014/main" id="{68CCF216-FC13-113C-AA45-480258E6ED1D}"/>
                  </a:ext>
                </a:extLst>
              </p:cNvPr>
              <p:cNvSpPr/>
              <p:nvPr/>
            </p:nvSpPr>
            <p:spPr>
              <a:xfrm>
                <a:off x="3346544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7" name="ph4712">
                <a:extLst>
                  <a:ext uri="{FF2B5EF4-FFF2-40B4-BE49-F238E27FC236}">
                    <a16:creationId xmlns:a16="http://schemas.microsoft.com/office/drawing/2014/main" id="{28047590-8E74-2609-86D2-D72DB14D97A5}"/>
                  </a:ext>
                </a:extLst>
              </p:cNvPr>
              <p:cNvSpPr/>
              <p:nvPr/>
            </p:nvSpPr>
            <p:spPr>
              <a:xfrm>
                <a:off x="335598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8" name="ph4713">
                <a:extLst>
                  <a:ext uri="{FF2B5EF4-FFF2-40B4-BE49-F238E27FC236}">
                    <a16:creationId xmlns:a16="http://schemas.microsoft.com/office/drawing/2014/main" id="{E34F4FE2-829E-14E5-5652-A65931F054A0}"/>
                  </a:ext>
                </a:extLst>
              </p:cNvPr>
              <p:cNvSpPr/>
              <p:nvPr/>
            </p:nvSpPr>
            <p:spPr>
              <a:xfrm>
                <a:off x="336542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9" name="ph4714">
                <a:extLst>
                  <a:ext uri="{FF2B5EF4-FFF2-40B4-BE49-F238E27FC236}">
                    <a16:creationId xmlns:a16="http://schemas.microsoft.com/office/drawing/2014/main" id="{3C29077E-7C9D-2C9A-F51D-ABBD0EC14CF0}"/>
                  </a:ext>
                </a:extLst>
              </p:cNvPr>
              <p:cNvSpPr/>
              <p:nvPr/>
            </p:nvSpPr>
            <p:spPr>
              <a:xfrm>
                <a:off x="337486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0" name="ph4715">
                <a:extLst>
                  <a:ext uri="{FF2B5EF4-FFF2-40B4-BE49-F238E27FC236}">
                    <a16:creationId xmlns:a16="http://schemas.microsoft.com/office/drawing/2014/main" id="{BD2FBD5E-9884-EADA-728E-1140DE1FF30E}"/>
                  </a:ext>
                </a:extLst>
              </p:cNvPr>
              <p:cNvSpPr/>
              <p:nvPr/>
            </p:nvSpPr>
            <p:spPr>
              <a:xfrm>
                <a:off x="3384305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1" name="ph4716">
                <a:extLst>
                  <a:ext uri="{FF2B5EF4-FFF2-40B4-BE49-F238E27FC236}">
                    <a16:creationId xmlns:a16="http://schemas.microsoft.com/office/drawing/2014/main" id="{AAA3A082-EAAC-2103-B18B-665556DC2C71}"/>
                  </a:ext>
                </a:extLst>
              </p:cNvPr>
              <p:cNvSpPr/>
              <p:nvPr/>
            </p:nvSpPr>
            <p:spPr>
              <a:xfrm>
                <a:off x="339374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2" name="ph4717">
                <a:extLst>
                  <a:ext uri="{FF2B5EF4-FFF2-40B4-BE49-F238E27FC236}">
                    <a16:creationId xmlns:a16="http://schemas.microsoft.com/office/drawing/2014/main" id="{1E7EE0DA-358D-29F7-C190-6B97AA3A663B}"/>
                  </a:ext>
                </a:extLst>
              </p:cNvPr>
              <p:cNvSpPr/>
              <p:nvPr/>
            </p:nvSpPr>
            <p:spPr>
              <a:xfrm>
                <a:off x="340318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3" name="ph4718">
                <a:extLst>
                  <a:ext uri="{FF2B5EF4-FFF2-40B4-BE49-F238E27FC236}">
                    <a16:creationId xmlns:a16="http://schemas.microsoft.com/office/drawing/2014/main" id="{A269DC56-9EC8-F934-4E2E-C128BCEBC1F0}"/>
                  </a:ext>
                </a:extLst>
              </p:cNvPr>
              <p:cNvSpPr/>
              <p:nvPr/>
            </p:nvSpPr>
            <p:spPr>
              <a:xfrm>
                <a:off x="341262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4" name="ph4719">
                <a:extLst>
                  <a:ext uri="{FF2B5EF4-FFF2-40B4-BE49-F238E27FC236}">
                    <a16:creationId xmlns:a16="http://schemas.microsoft.com/office/drawing/2014/main" id="{36509C96-EE72-3134-E709-7D1F79D580AD}"/>
                  </a:ext>
                </a:extLst>
              </p:cNvPr>
              <p:cNvSpPr/>
              <p:nvPr/>
            </p:nvSpPr>
            <p:spPr>
              <a:xfrm>
                <a:off x="3422066" y="167583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5" name="ph4720">
                <a:extLst>
                  <a:ext uri="{FF2B5EF4-FFF2-40B4-BE49-F238E27FC236}">
                    <a16:creationId xmlns:a16="http://schemas.microsoft.com/office/drawing/2014/main" id="{3950B953-166B-356A-7675-78283F355898}"/>
                  </a:ext>
                </a:extLst>
              </p:cNvPr>
              <p:cNvSpPr/>
              <p:nvPr/>
            </p:nvSpPr>
            <p:spPr>
              <a:xfrm>
                <a:off x="3431507" y="1693407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313"/>
                    </a:lnTo>
                    <a:lnTo>
                      <a:pt x="922708" y="906121"/>
                    </a:lnTo>
                    <a:lnTo>
                      <a:pt x="91898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6" name="ph4721">
                <a:extLst>
                  <a:ext uri="{FF2B5EF4-FFF2-40B4-BE49-F238E27FC236}">
                    <a16:creationId xmlns:a16="http://schemas.microsoft.com/office/drawing/2014/main" id="{B191C2CE-9451-F4B1-8BE5-397CF07F236B}"/>
                  </a:ext>
                </a:extLst>
              </p:cNvPr>
              <p:cNvSpPr/>
              <p:nvPr/>
            </p:nvSpPr>
            <p:spPr>
              <a:xfrm>
                <a:off x="3440947" y="1675838"/>
                <a:ext cx="916997" cy="920883"/>
              </a:xfrm>
              <a:custGeom>
                <a:avLst/>
                <a:gdLst/>
                <a:ahLst/>
                <a:cxnLst/>
                <a:rect l="0" t="0" r="0" b="0"/>
                <a:pathLst>
                  <a:path w="916997" h="920883">
                    <a:moveTo>
                      <a:pt x="914400" y="914400"/>
                    </a:moveTo>
                    <a:lnTo>
                      <a:pt x="916997" y="914400"/>
                    </a:lnTo>
                    <a:lnTo>
                      <a:pt x="916861" y="914775"/>
                    </a:lnTo>
                    <a:lnTo>
                      <a:pt x="914400" y="92088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7" name="ph4722">
                <a:extLst>
                  <a:ext uri="{FF2B5EF4-FFF2-40B4-BE49-F238E27FC236}">
                    <a16:creationId xmlns:a16="http://schemas.microsoft.com/office/drawing/2014/main" id="{0EE1EDF7-AF7C-115E-B3F4-EE173B91B638}"/>
                  </a:ext>
                </a:extLst>
              </p:cNvPr>
              <p:cNvSpPr/>
              <p:nvPr/>
            </p:nvSpPr>
            <p:spPr>
              <a:xfrm>
                <a:off x="2175955" y="165826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41" y="931969"/>
                    </a:lnTo>
                    <a:lnTo>
                      <a:pt x="911429" y="925764"/>
                    </a:lnTo>
                    <a:lnTo>
                      <a:pt x="909552" y="915320"/>
                    </a:lnTo>
                    <a:lnTo>
                      <a:pt x="909415" y="914400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8" name="ph4723">
                <a:extLst>
                  <a:ext uri="{FF2B5EF4-FFF2-40B4-BE49-F238E27FC236}">
                    <a16:creationId xmlns:a16="http://schemas.microsoft.com/office/drawing/2014/main" id="{C8F67DFF-D6E6-6679-46E4-1FE63E52C912}"/>
                  </a:ext>
                </a:extLst>
              </p:cNvPr>
              <p:cNvSpPr/>
              <p:nvPr/>
            </p:nvSpPr>
            <p:spPr>
              <a:xfrm>
                <a:off x="217595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366">
                  <a:alpha val="100000"/>
                </a:srgbClr>
              </a:solidFill>
              <a:ln w="5420" cap="flat">
                <a:solidFill>
                  <a:srgbClr val="9BD3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9" name="ph4724">
                <a:extLst>
                  <a:ext uri="{FF2B5EF4-FFF2-40B4-BE49-F238E27FC236}">
                    <a16:creationId xmlns:a16="http://schemas.microsoft.com/office/drawing/2014/main" id="{35B518E0-BF3C-08C4-189F-5D59061CBCA4}"/>
                  </a:ext>
                </a:extLst>
              </p:cNvPr>
              <p:cNvSpPr/>
              <p:nvPr/>
            </p:nvSpPr>
            <p:spPr>
              <a:xfrm>
                <a:off x="218539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0" name="ph4725">
                <a:extLst>
                  <a:ext uri="{FF2B5EF4-FFF2-40B4-BE49-F238E27FC236}">
                    <a16:creationId xmlns:a16="http://schemas.microsoft.com/office/drawing/2014/main" id="{62F48587-B844-46DB-6D90-4C5493024FB5}"/>
                  </a:ext>
                </a:extLst>
              </p:cNvPr>
              <p:cNvSpPr/>
              <p:nvPr/>
            </p:nvSpPr>
            <p:spPr>
              <a:xfrm>
                <a:off x="219483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1" name="ph4726">
                <a:extLst>
                  <a:ext uri="{FF2B5EF4-FFF2-40B4-BE49-F238E27FC236}">
                    <a16:creationId xmlns:a16="http://schemas.microsoft.com/office/drawing/2014/main" id="{71D103DF-7A0C-0FC3-1AE2-2AE3376946D5}"/>
                  </a:ext>
                </a:extLst>
              </p:cNvPr>
              <p:cNvSpPr/>
              <p:nvPr/>
            </p:nvSpPr>
            <p:spPr>
              <a:xfrm>
                <a:off x="220427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2" name="ph4727">
                <a:extLst>
                  <a:ext uri="{FF2B5EF4-FFF2-40B4-BE49-F238E27FC236}">
                    <a16:creationId xmlns:a16="http://schemas.microsoft.com/office/drawing/2014/main" id="{28C0908F-F12B-4524-15C1-63E67D0B95E5}"/>
                  </a:ext>
                </a:extLst>
              </p:cNvPr>
              <p:cNvSpPr/>
              <p:nvPr/>
            </p:nvSpPr>
            <p:spPr>
              <a:xfrm>
                <a:off x="221371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3" name="ph4728">
                <a:extLst>
                  <a:ext uri="{FF2B5EF4-FFF2-40B4-BE49-F238E27FC236}">
                    <a16:creationId xmlns:a16="http://schemas.microsoft.com/office/drawing/2014/main" id="{E69B5EE0-0722-3595-C295-03A27473F345}"/>
                  </a:ext>
                </a:extLst>
              </p:cNvPr>
              <p:cNvSpPr/>
              <p:nvPr/>
            </p:nvSpPr>
            <p:spPr>
              <a:xfrm>
                <a:off x="222315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4" name="ph4729">
                <a:extLst>
                  <a:ext uri="{FF2B5EF4-FFF2-40B4-BE49-F238E27FC236}">
                    <a16:creationId xmlns:a16="http://schemas.microsoft.com/office/drawing/2014/main" id="{CCEC832B-5CC2-CCAA-B2AD-B0F1FDBE14D4}"/>
                  </a:ext>
                </a:extLst>
              </p:cNvPr>
              <p:cNvSpPr/>
              <p:nvPr/>
            </p:nvSpPr>
            <p:spPr>
              <a:xfrm>
                <a:off x="223259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5" name="ph4730">
                <a:extLst>
                  <a:ext uri="{FF2B5EF4-FFF2-40B4-BE49-F238E27FC236}">
                    <a16:creationId xmlns:a16="http://schemas.microsoft.com/office/drawing/2014/main" id="{8B28292B-EEA9-84B8-58E5-FFF0CA2F7F3F}"/>
                  </a:ext>
                </a:extLst>
              </p:cNvPr>
              <p:cNvSpPr/>
              <p:nvPr/>
            </p:nvSpPr>
            <p:spPr>
              <a:xfrm>
                <a:off x="224203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6" name="ph4731">
                <a:extLst>
                  <a:ext uri="{FF2B5EF4-FFF2-40B4-BE49-F238E27FC236}">
                    <a16:creationId xmlns:a16="http://schemas.microsoft.com/office/drawing/2014/main" id="{65377D54-8956-0AF2-E83E-6743F8670A06}"/>
                  </a:ext>
                </a:extLst>
              </p:cNvPr>
              <p:cNvSpPr/>
              <p:nvPr/>
            </p:nvSpPr>
            <p:spPr>
              <a:xfrm>
                <a:off x="225147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7" name="ph4732">
                <a:extLst>
                  <a:ext uri="{FF2B5EF4-FFF2-40B4-BE49-F238E27FC236}">
                    <a16:creationId xmlns:a16="http://schemas.microsoft.com/office/drawing/2014/main" id="{E517BA00-9C4E-FDBF-FA1A-B3A7332D7428}"/>
                  </a:ext>
                </a:extLst>
              </p:cNvPr>
              <p:cNvSpPr/>
              <p:nvPr/>
            </p:nvSpPr>
            <p:spPr>
              <a:xfrm>
                <a:off x="226091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7AF57">
                  <a:alpha val="100000"/>
                </a:srgbClr>
              </a:solidFill>
              <a:ln w="5420" cap="flat">
                <a:solidFill>
                  <a:srgbClr val="57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8" name="ph4733">
                <a:extLst>
                  <a:ext uri="{FF2B5EF4-FFF2-40B4-BE49-F238E27FC236}">
                    <a16:creationId xmlns:a16="http://schemas.microsoft.com/office/drawing/2014/main" id="{0F412EE9-DB11-0935-0CBA-0C826580A40B}"/>
                  </a:ext>
                </a:extLst>
              </p:cNvPr>
              <p:cNvSpPr/>
              <p:nvPr/>
            </p:nvSpPr>
            <p:spPr>
              <a:xfrm>
                <a:off x="227035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9" name="ph4734">
                <a:extLst>
                  <a:ext uri="{FF2B5EF4-FFF2-40B4-BE49-F238E27FC236}">
                    <a16:creationId xmlns:a16="http://schemas.microsoft.com/office/drawing/2014/main" id="{2A48D6D1-4E72-6590-C2AB-8DAA48FDF34D}"/>
                  </a:ext>
                </a:extLst>
              </p:cNvPr>
              <p:cNvSpPr/>
              <p:nvPr/>
            </p:nvSpPr>
            <p:spPr>
              <a:xfrm>
                <a:off x="227979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0" name="ph4735">
                <a:extLst>
                  <a:ext uri="{FF2B5EF4-FFF2-40B4-BE49-F238E27FC236}">
                    <a16:creationId xmlns:a16="http://schemas.microsoft.com/office/drawing/2014/main" id="{CD89A32C-C1BD-3291-9CC8-FDD7D23B7047}"/>
                  </a:ext>
                </a:extLst>
              </p:cNvPr>
              <p:cNvSpPr/>
              <p:nvPr/>
            </p:nvSpPr>
            <p:spPr>
              <a:xfrm>
                <a:off x="228923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1" name="ph4736">
                <a:extLst>
                  <a:ext uri="{FF2B5EF4-FFF2-40B4-BE49-F238E27FC236}">
                    <a16:creationId xmlns:a16="http://schemas.microsoft.com/office/drawing/2014/main" id="{B8449725-D21A-DB17-88AE-E4C80F926483}"/>
                  </a:ext>
                </a:extLst>
              </p:cNvPr>
              <p:cNvSpPr/>
              <p:nvPr/>
            </p:nvSpPr>
            <p:spPr>
              <a:xfrm>
                <a:off x="229867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BA253">
                  <a:alpha val="100000"/>
                </a:srgbClr>
              </a:solidFill>
              <a:ln w="5420" cap="flat">
                <a:solidFill>
                  <a:srgbClr val="3B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2" name="ph4737">
                <a:extLst>
                  <a:ext uri="{FF2B5EF4-FFF2-40B4-BE49-F238E27FC236}">
                    <a16:creationId xmlns:a16="http://schemas.microsoft.com/office/drawing/2014/main" id="{6D3BF64B-6A01-887C-82F4-C289B695D36E}"/>
                  </a:ext>
                </a:extLst>
              </p:cNvPr>
              <p:cNvSpPr/>
              <p:nvPr/>
            </p:nvSpPr>
            <p:spPr>
              <a:xfrm>
                <a:off x="230811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6A053">
                  <a:alpha val="100000"/>
                </a:srgbClr>
              </a:solidFill>
              <a:ln w="5420" cap="flat">
                <a:solidFill>
                  <a:srgbClr val="36A0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3" name="ph4738">
                <a:extLst>
                  <a:ext uri="{FF2B5EF4-FFF2-40B4-BE49-F238E27FC236}">
                    <a16:creationId xmlns:a16="http://schemas.microsoft.com/office/drawing/2014/main" id="{EA5A1691-2232-52CF-806A-4A62820E02B4}"/>
                  </a:ext>
                </a:extLst>
              </p:cNvPr>
              <p:cNvSpPr/>
              <p:nvPr/>
            </p:nvSpPr>
            <p:spPr>
              <a:xfrm>
                <a:off x="2317558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29F52">
                  <a:alpha val="100000"/>
                </a:srgbClr>
              </a:solidFill>
              <a:ln w="5420" cap="flat">
                <a:solidFill>
                  <a:srgbClr val="32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4" name="ph4739">
                <a:extLst>
                  <a:ext uri="{FF2B5EF4-FFF2-40B4-BE49-F238E27FC236}">
                    <a16:creationId xmlns:a16="http://schemas.microsoft.com/office/drawing/2014/main" id="{0AE31794-F30C-6F90-2B89-B781B2077AE0}"/>
                  </a:ext>
                </a:extLst>
              </p:cNvPr>
              <p:cNvSpPr/>
              <p:nvPr/>
            </p:nvSpPr>
            <p:spPr>
              <a:xfrm>
                <a:off x="232699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09E52">
                  <a:alpha val="100000"/>
                </a:srgbClr>
              </a:solidFill>
              <a:ln w="5420" cap="flat">
                <a:solidFill>
                  <a:srgbClr val="30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5" name="ph4740">
                <a:extLst>
                  <a:ext uri="{FF2B5EF4-FFF2-40B4-BE49-F238E27FC236}">
                    <a16:creationId xmlns:a16="http://schemas.microsoft.com/office/drawing/2014/main" id="{F343073F-6C95-09EF-AC36-B3CB0C82DFC6}"/>
                  </a:ext>
                </a:extLst>
              </p:cNvPr>
              <p:cNvSpPr/>
              <p:nvPr/>
            </p:nvSpPr>
            <p:spPr>
              <a:xfrm>
                <a:off x="233643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6" name="ph4741">
                <a:extLst>
                  <a:ext uri="{FF2B5EF4-FFF2-40B4-BE49-F238E27FC236}">
                    <a16:creationId xmlns:a16="http://schemas.microsoft.com/office/drawing/2014/main" id="{948E1E0C-B349-6933-3CE0-6AEEBC5B24F5}"/>
                  </a:ext>
                </a:extLst>
              </p:cNvPr>
              <p:cNvSpPr/>
              <p:nvPr/>
            </p:nvSpPr>
            <p:spPr>
              <a:xfrm>
                <a:off x="234587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2F9E52">
                  <a:alpha val="100000"/>
                </a:srgbClr>
              </a:solidFill>
              <a:ln w="5420" cap="flat">
                <a:solidFill>
                  <a:srgbClr val="2F9E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7" name="ph4742">
                <a:extLst>
                  <a:ext uri="{FF2B5EF4-FFF2-40B4-BE49-F238E27FC236}">
                    <a16:creationId xmlns:a16="http://schemas.microsoft.com/office/drawing/2014/main" id="{020804B5-EA10-1540-EE93-E07D4093A9A4}"/>
                  </a:ext>
                </a:extLst>
              </p:cNvPr>
              <p:cNvSpPr/>
              <p:nvPr/>
            </p:nvSpPr>
            <p:spPr>
              <a:xfrm>
                <a:off x="235531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19F52">
                  <a:alpha val="100000"/>
                </a:srgbClr>
              </a:solidFill>
              <a:ln w="5420" cap="flat">
                <a:solidFill>
                  <a:srgbClr val="319F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8" name="ph4743">
                <a:extLst>
                  <a:ext uri="{FF2B5EF4-FFF2-40B4-BE49-F238E27FC236}">
                    <a16:creationId xmlns:a16="http://schemas.microsoft.com/office/drawing/2014/main" id="{D281F297-CCBB-E9D4-9774-F74E25A7FF10}"/>
                  </a:ext>
                </a:extLst>
              </p:cNvPr>
              <p:cNvSpPr/>
              <p:nvPr/>
            </p:nvSpPr>
            <p:spPr>
              <a:xfrm>
                <a:off x="236476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5A052">
                  <a:alpha val="100000"/>
                </a:srgbClr>
              </a:solidFill>
              <a:ln w="5420" cap="flat">
                <a:solidFill>
                  <a:srgbClr val="35A05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9" name="ph4744">
                <a:extLst>
                  <a:ext uri="{FF2B5EF4-FFF2-40B4-BE49-F238E27FC236}">
                    <a16:creationId xmlns:a16="http://schemas.microsoft.com/office/drawing/2014/main" id="{C8D55294-EE8E-D5F8-C9D9-19362245D086}"/>
                  </a:ext>
                </a:extLst>
              </p:cNvPr>
              <p:cNvSpPr/>
              <p:nvPr/>
            </p:nvSpPr>
            <p:spPr>
              <a:xfrm>
                <a:off x="237420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39A253">
                  <a:alpha val="100000"/>
                </a:srgbClr>
              </a:solidFill>
              <a:ln w="5420" cap="flat">
                <a:solidFill>
                  <a:srgbClr val="39A2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0" name="ph4745">
                <a:extLst>
                  <a:ext uri="{FF2B5EF4-FFF2-40B4-BE49-F238E27FC236}">
                    <a16:creationId xmlns:a16="http://schemas.microsoft.com/office/drawing/2014/main" id="{E0A5D4B1-86D9-D367-02DC-BFDADCBC4280}"/>
                  </a:ext>
                </a:extLst>
              </p:cNvPr>
              <p:cNvSpPr/>
              <p:nvPr/>
            </p:nvSpPr>
            <p:spPr>
              <a:xfrm>
                <a:off x="238364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3EA353">
                  <a:alpha val="100000"/>
                </a:srgbClr>
              </a:solidFill>
              <a:ln w="5420" cap="flat">
                <a:solidFill>
                  <a:srgbClr val="3EA3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1" name="ph4746">
                <a:extLst>
                  <a:ext uri="{FF2B5EF4-FFF2-40B4-BE49-F238E27FC236}">
                    <a16:creationId xmlns:a16="http://schemas.microsoft.com/office/drawing/2014/main" id="{BF99BCB2-01AC-9204-B525-394631A3014E}"/>
                  </a:ext>
                </a:extLst>
              </p:cNvPr>
              <p:cNvSpPr/>
              <p:nvPr/>
            </p:nvSpPr>
            <p:spPr>
              <a:xfrm>
                <a:off x="239308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3A654">
                  <a:alpha val="100000"/>
                </a:srgbClr>
              </a:solidFill>
              <a:ln w="5420" cap="flat">
                <a:solidFill>
                  <a:srgbClr val="43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2" name="ph4747">
                <a:extLst>
                  <a:ext uri="{FF2B5EF4-FFF2-40B4-BE49-F238E27FC236}">
                    <a16:creationId xmlns:a16="http://schemas.microsoft.com/office/drawing/2014/main" id="{DC43E1BA-45D0-23F7-9285-1744FB4AE73E}"/>
                  </a:ext>
                </a:extLst>
              </p:cNvPr>
              <p:cNvSpPr/>
              <p:nvPr/>
            </p:nvSpPr>
            <p:spPr>
              <a:xfrm>
                <a:off x="240252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3" name="ph4748">
                <a:extLst>
                  <a:ext uri="{FF2B5EF4-FFF2-40B4-BE49-F238E27FC236}">
                    <a16:creationId xmlns:a16="http://schemas.microsoft.com/office/drawing/2014/main" id="{7AA4233F-F2DA-AB43-EB3D-607E2718D7F5}"/>
                  </a:ext>
                </a:extLst>
              </p:cNvPr>
              <p:cNvSpPr/>
              <p:nvPr/>
            </p:nvSpPr>
            <p:spPr>
              <a:xfrm>
                <a:off x="241196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EAB56">
                  <a:alpha val="100000"/>
                </a:srgbClr>
              </a:solidFill>
              <a:ln w="5420" cap="flat">
                <a:solidFill>
                  <a:srgbClr val="4EA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4" name="ph4749">
                <a:extLst>
                  <a:ext uri="{FF2B5EF4-FFF2-40B4-BE49-F238E27FC236}">
                    <a16:creationId xmlns:a16="http://schemas.microsoft.com/office/drawing/2014/main" id="{A64701A9-A8E3-25F1-0641-A608AC274301}"/>
                  </a:ext>
                </a:extLst>
              </p:cNvPr>
              <p:cNvSpPr/>
              <p:nvPr/>
            </p:nvSpPr>
            <p:spPr>
              <a:xfrm>
                <a:off x="242140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4AD56">
                  <a:alpha val="100000"/>
                </a:srgbClr>
              </a:solidFill>
              <a:ln w="5420" cap="flat">
                <a:solidFill>
                  <a:srgbClr val="54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5" name="ph4750">
                <a:extLst>
                  <a:ext uri="{FF2B5EF4-FFF2-40B4-BE49-F238E27FC236}">
                    <a16:creationId xmlns:a16="http://schemas.microsoft.com/office/drawing/2014/main" id="{F99A71F6-4F01-6174-20BD-889FC040490A}"/>
                  </a:ext>
                </a:extLst>
              </p:cNvPr>
              <p:cNvSpPr/>
              <p:nvPr/>
            </p:nvSpPr>
            <p:spPr>
              <a:xfrm>
                <a:off x="243084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6" name="ph4751">
                <a:extLst>
                  <a:ext uri="{FF2B5EF4-FFF2-40B4-BE49-F238E27FC236}">
                    <a16:creationId xmlns:a16="http://schemas.microsoft.com/office/drawing/2014/main" id="{C3611BDE-1D85-B996-6F44-C0980895BDB6}"/>
                  </a:ext>
                </a:extLst>
              </p:cNvPr>
              <p:cNvSpPr/>
              <p:nvPr/>
            </p:nvSpPr>
            <p:spPr>
              <a:xfrm>
                <a:off x="244028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7" name="ph4752">
                <a:extLst>
                  <a:ext uri="{FF2B5EF4-FFF2-40B4-BE49-F238E27FC236}">
                    <a16:creationId xmlns:a16="http://schemas.microsoft.com/office/drawing/2014/main" id="{AD509D42-4108-868E-5D81-AB0391A3B02F}"/>
                  </a:ext>
                </a:extLst>
              </p:cNvPr>
              <p:cNvSpPr/>
              <p:nvPr/>
            </p:nvSpPr>
            <p:spPr>
              <a:xfrm>
                <a:off x="244972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8" name="ph4753">
                <a:extLst>
                  <a:ext uri="{FF2B5EF4-FFF2-40B4-BE49-F238E27FC236}">
                    <a16:creationId xmlns:a16="http://schemas.microsoft.com/office/drawing/2014/main" id="{185306AD-4F77-6560-D2CE-F0C3F63A93AB}"/>
                  </a:ext>
                </a:extLst>
              </p:cNvPr>
              <p:cNvSpPr/>
              <p:nvPr/>
            </p:nvSpPr>
            <p:spPr>
              <a:xfrm>
                <a:off x="245916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AB95A">
                  <a:alpha val="100000"/>
                </a:srgbClr>
              </a:solidFill>
              <a:ln w="5420" cap="flat">
                <a:solidFill>
                  <a:srgbClr val="6AB9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9" name="ph4754">
                <a:extLst>
                  <a:ext uri="{FF2B5EF4-FFF2-40B4-BE49-F238E27FC236}">
                    <a16:creationId xmlns:a16="http://schemas.microsoft.com/office/drawing/2014/main" id="{9EF20EF1-6F47-526B-80D4-6255D9CD7A90}"/>
                  </a:ext>
                </a:extLst>
              </p:cNvPr>
              <p:cNvSpPr/>
              <p:nvPr/>
            </p:nvSpPr>
            <p:spPr>
              <a:xfrm>
                <a:off x="2468602" y="1675838"/>
                <a:ext cx="919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278" y="896830"/>
                    </a:lnTo>
                    <a:lnTo>
                      <a:pt x="918127" y="905934"/>
                    </a:lnTo>
                    <a:lnTo>
                      <a:pt x="919578" y="914400"/>
                    </a:lnTo>
                    <a:close/>
                  </a:path>
                </a:pathLst>
              </a:custGeom>
              <a:solidFill>
                <a:srgbClr val="6DBB5A">
                  <a:alpha val="100000"/>
                </a:srgbClr>
              </a:solidFill>
              <a:ln w="5420" cap="flat">
                <a:solidFill>
                  <a:srgbClr val="6D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0" name="ph4755">
                <a:extLst>
                  <a:ext uri="{FF2B5EF4-FFF2-40B4-BE49-F238E27FC236}">
                    <a16:creationId xmlns:a16="http://schemas.microsoft.com/office/drawing/2014/main" id="{43DA6D10-0A7E-D52D-416E-72AF6591F6FB}"/>
                  </a:ext>
                </a:extLst>
              </p:cNvPr>
              <p:cNvSpPr/>
              <p:nvPr/>
            </p:nvSpPr>
            <p:spPr>
              <a:xfrm>
                <a:off x="3148299" y="1658268"/>
                <a:ext cx="914399" cy="927252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27252">
                    <a:moveTo>
                      <a:pt x="914399" y="914400"/>
                    </a:moveTo>
                    <a:lnTo>
                      <a:pt x="914399" y="927252"/>
                    </a:lnTo>
                    <a:lnTo>
                      <a:pt x="909959" y="920616"/>
                    </a:lnTo>
                    <a:lnTo>
                      <a:pt x="906215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1" name="ph4756">
                <a:extLst>
                  <a:ext uri="{FF2B5EF4-FFF2-40B4-BE49-F238E27FC236}">
                    <a16:creationId xmlns:a16="http://schemas.microsoft.com/office/drawing/2014/main" id="{DC76C1E3-AB00-3D16-0234-99355683226B}"/>
                  </a:ext>
                </a:extLst>
              </p:cNvPr>
              <p:cNvSpPr/>
              <p:nvPr/>
            </p:nvSpPr>
            <p:spPr>
              <a:xfrm>
                <a:off x="3148299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99" y="931969"/>
                    </a:lnTo>
                    <a:lnTo>
                      <a:pt x="914542" y="927464"/>
                    </a:lnTo>
                    <a:lnTo>
                      <a:pt x="914399" y="92725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2" name="ph4757">
                <a:extLst>
                  <a:ext uri="{FF2B5EF4-FFF2-40B4-BE49-F238E27FC236}">
                    <a16:creationId xmlns:a16="http://schemas.microsoft.com/office/drawing/2014/main" id="{D60F7EC9-A05A-9E1F-1EE0-5AA55AC92691}"/>
                  </a:ext>
                </a:extLst>
              </p:cNvPr>
              <p:cNvSpPr/>
              <p:nvPr/>
            </p:nvSpPr>
            <p:spPr>
              <a:xfrm>
                <a:off x="315774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3" name="ph4758">
                <a:extLst>
                  <a:ext uri="{FF2B5EF4-FFF2-40B4-BE49-F238E27FC236}">
                    <a16:creationId xmlns:a16="http://schemas.microsoft.com/office/drawing/2014/main" id="{6ECC061B-8DEA-DAE4-0285-FC4AAF281416}"/>
                  </a:ext>
                </a:extLst>
              </p:cNvPr>
              <p:cNvSpPr/>
              <p:nvPr/>
            </p:nvSpPr>
            <p:spPr>
              <a:xfrm>
                <a:off x="316718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4" name="ph4759">
                <a:extLst>
                  <a:ext uri="{FF2B5EF4-FFF2-40B4-BE49-F238E27FC236}">
                    <a16:creationId xmlns:a16="http://schemas.microsoft.com/office/drawing/2014/main" id="{FF602733-1A8F-DDE3-75DE-889C23EBCD18}"/>
                  </a:ext>
                </a:extLst>
              </p:cNvPr>
              <p:cNvSpPr/>
              <p:nvPr/>
            </p:nvSpPr>
            <p:spPr>
              <a:xfrm>
                <a:off x="317662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5" name="ph4760">
                <a:extLst>
                  <a:ext uri="{FF2B5EF4-FFF2-40B4-BE49-F238E27FC236}">
                    <a16:creationId xmlns:a16="http://schemas.microsoft.com/office/drawing/2014/main" id="{F0175BDC-16EE-7A7F-5027-8B6C6E521031}"/>
                  </a:ext>
                </a:extLst>
              </p:cNvPr>
              <p:cNvSpPr/>
              <p:nvPr/>
            </p:nvSpPr>
            <p:spPr>
              <a:xfrm>
                <a:off x="3186060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6" name="ph4761">
                <a:extLst>
                  <a:ext uri="{FF2B5EF4-FFF2-40B4-BE49-F238E27FC236}">
                    <a16:creationId xmlns:a16="http://schemas.microsoft.com/office/drawing/2014/main" id="{EB0E471B-8136-F339-FD41-97F8718DE80F}"/>
                  </a:ext>
                </a:extLst>
              </p:cNvPr>
              <p:cNvSpPr/>
              <p:nvPr/>
            </p:nvSpPr>
            <p:spPr>
              <a:xfrm>
                <a:off x="319550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7" name="ph4762">
                <a:extLst>
                  <a:ext uri="{FF2B5EF4-FFF2-40B4-BE49-F238E27FC236}">
                    <a16:creationId xmlns:a16="http://schemas.microsoft.com/office/drawing/2014/main" id="{FEC902B0-C147-11E9-BD5D-4E2755A972CA}"/>
                  </a:ext>
                </a:extLst>
              </p:cNvPr>
              <p:cNvSpPr/>
              <p:nvPr/>
            </p:nvSpPr>
            <p:spPr>
              <a:xfrm>
                <a:off x="320494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8" name="ph4763">
                <a:extLst>
                  <a:ext uri="{FF2B5EF4-FFF2-40B4-BE49-F238E27FC236}">
                    <a16:creationId xmlns:a16="http://schemas.microsoft.com/office/drawing/2014/main" id="{122E0D95-5B20-5FC6-00FB-A565E17332BF}"/>
                  </a:ext>
                </a:extLst>
              </p:cNvPr>
              <p:cNvSpPr/>
              <p:nvPr/>
            </p:nvSpPr>
            <p:spPr>
              <a:xfrm>
                <a:off x="321438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9" name="ph4764">
                <a:extLst>
                  <a:ext uri="{FF2B5EF4-FFF2-40B4-BE49-F238E27FC236}">
                    <a16:creationId xmlns:a16="http://schemas.microsoft.com/office/drawing/2014/main" id="{5EF66D1E-1382-CA20-DE18-8F4011C3A52B}"/>
                  </a:ext>
                </a:extLst>
              </p:cNvPr>
              <p:cNvSpPr/>
              <p:nvPr/>
            </p:nvSpPr>
            <p:spPr>
              <a:xfrm>
                <a:off x="3223821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0" name="ph4765">
                <a:extLst>
                  <a:ext uri="{FF2B5EF4-FFF2-40B4-BE49-F238E27FC236}">
                    <a16:creationId xmlns:a16="http://schemas.microsoft.com/office/drawing/2014/main" id="{CC26F943-75EE-90B8-0C5E-260A3D98435B}"/>
                  </a:ext>
                </a:extLst>
              </p:cNvPr>
              <p:cNvSpPr/>
              <p:nvPr/>
            </p:nvSpPr>
            <p:spPr>
              <a:xfrm>
                <a:off x="323326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1" name="ph4766">
                <a:extLst>
                  <a:ext uri="{FF2B5EF4-FFF2-40B4-BE49-F238E27FC236}">
                    <a16:creationId xmlns:a16="http://schemas.microsoft.com/office/drawing/2014/main" id="{76D0E79F-5016-1306-89F8-27B28469AB4E}"/>
                  </a:ext>
                </a:extLst>
              </p:cNvPr>
              <p:cNvSpPr/>
              <p:nvPr/>
            </p:nvSpPr>
            <p:spPr>
              <a:xfrm>
                <a:off x="324270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2" name="ph4767">
                <a:extLst>
                  <a:ext uri="{FF2B5EF4-FFF2-40B4-BE49-F238E27FC236}">
                    <a16:creationId xmlns:a16="http://schemas.microsoft.com/office/drawing/2014/main" id="{84014B64-D1AF-B724-B81C-E039C1EFD7C6}"/>
                  </a:ext>
                </a:extLst>
              </p:cNvPr>
              <p:cNvSpPr/>
              <p:nvPr/>
            </p:nvSpPr>
            <p:spPr>
              <a:xfrm>
                <a:off x="325214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3" name="ph4768">
                <a:extLst>
                  <a:ext uri="{FF2B5EF4-FFF2-40B4-BE49-F238E27FC236}">
                    <a16:creationId xmlns:a16="http://schemas.microsoft.com/office/drawing/2014/main" id="{8156C7F3-12F6-14EB-FC07-66B73F34E9E6}"/>
                  </a:ext>
                </a:extLst>
              </p:cNvPr>
              <p:cNvSpPr/>
              <p:nvPr/>
            </p:nvSpPr>
            <p:spPr>
              <a:xfrm>
                <a:off x="3261582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4" name="ph4769">
                <a:extLst>
                  <a:ext uri="{FF2B5EF4-FFF2-40B4-BE49-F238E27FC236}">
                    <a16:creationId xmlns:a16="http://schemas.microsoft.com/office/drawing/2014/main" id="{976CB8AF-CB17-652C-B13C-472C2454A2B3}"/>
                  </a:ext>
                </a:extLst>
              </p:cNvPr>
              <p:cNvSpPr/>
              <p:nvPr/>
            </p:nvSpPr>
            <p:spPr>
              <a:xfrm>
                <a:off x="327102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5" name="ph4770">
                <a:extLst>
                  <a:ext uri="{FF2B5EF4-FFF2-40B4-BE49-F238E27FC236}">
                    <a16:creationId xmlns:a16="http://schemas.microsoft.com/office/drawing/2014/main" id="{DE65A307-A4EC-4BF4-EBB5-5B3E92AFC27C}"/>
                  </a:ext>
                </a:extLst>
              </p:cNvPr>
              <p:cNvSpPr/>
              <p:nvPr/>
            </p:nvSpPr>
            <p:spPr>
              <a:xfrm>
                <a:off x="328046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6" name="ph4771">
                <a:extLst>
                  <a:ext uri="{FF2B5EF4-FFF2-40B4-BE49-F238E27FC236}">
                    <a16:creationId xmlns:a16="http://schemas.microsoft.com/office/drawing/2014/main" id="{47B3D5A9-B3BF-3A6B-9975-17DC24669EB3}"/>
                  </a:ext>
                </a:extLst>
              </p:cNvPr>
              <p:cNvSpPr/>
              <p:nvPr/>
            </p:nvSpPr>
            <p:spPr>
              <a:xfrm>
                <a:off x="328990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7" name="ph4772">
                <a:extLst>
                  <a:ext uri="{FF2B5EF4-FFF2-40B4-BE49-F238E27FC236}">
                    <a16:creationId xmlns:a16="http://schemas.microsoft.com/office/drawing/2014/main" id="{93DD7A4D-3D14-4137-203A-681E181816AB}"/>
                  </a:ext>
                </a:extLst>
              </p:cNvPr>
              <p:cNvSpPr/>
              <p:nvPr/>
            </p:nvSpPr>
            <p:spPr>
              <a:xfrm>
                <a:off x="3299343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8" name="ph4773">
                <a:extLst>
                  <a:ext uri="{FF2B5EF4-FFF2-40B4-BE49-F238E27FC236}">
                    <a16:creationId xmlns:a16="http://schemas.microsoft.com/office/drawing/2014/main" id="{CEF4D201-C220-1508-FD41-5B255D9F8555}"/>
                  </a:ext>
                </a:extLst>
              </p:cNvPr>
              <p:cNvSpPr/>
              <p:nvPr/>
            </p:nvSpPr>
            <p:spPr>
              <a:xfrm>
                <a:off x="330878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9" name="ph4774">
                <a:extLst>
                  <a:ext uri="{FF2B5EF4-FFF2-40B4-BE49-F238E27FC236}">
                    <a16:creationId xmlns:a16="http://schemas.microsoft.com/office/drawing/2014/main" id="{37F0FF01-0DCD-B101-41A7-A82BFE21BCD6}"/>
                  </a:ext>
                </a:extLst>
              </p:cNvPr>
              <p:cNvSpPr/>
              <p:nvPr/>
            </p:nvSpPr>
            <p:spPr>
              <a:xfrm>
                <a:off x="331822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0" name="ph4775">
                <a:extLst>
                  <a:ext uri="{FF2B5EF4-FFF2-40B4-BE49-F238E27FC236}">
                    <a16:creationId xmlns:a16="http://schemas.microsoft.com/office/drawing/2014/main" id="{521587B4-19B0-530C-0E1A-494A6FD61FBE}"/>
                  </a:ext>
                </a:extLst>
              </p:cNvPr>
              <p:cNvSpPr/>
              <p:nvPr/>
            </p:nvSpPr>
            <p:spPr>
              <a:xfrm>
                <a:off x="332766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1" name="ph4776">
                <a:extLst>
                  <a:ext uri="{FF2B5EF4-FFF2-40B4-BE49-F238E27FC236}">
                    <a16:creationId xmlns:a16="http://schemas.microsoft.com/office/drawing/2014/main" id="{158E9168-8CDF-6806-4858-42C059018D97}"/>
                  </a:ext>
                </a:extLst>
              </p:cNvPr>
              <p:cNvSpPr/>
              <p:nvPr/>
            </p:nvSpPr>
            <p:spPr>
              <a:xfrm>
                <a:off x="333710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2" name="ph4777">
                <a:extLst>
                  <a:ext uri="{FF2B5EF4-FFF2-40B4-BE49-F238E27FC236}">
                    <a16:creationId xmlns:a16="http://schemas.microsoft.com/office/drawing/2014/main" id="{D146EDF1-09FA-B5E7-5414-BF7B28CBBA58}"/>
                  </a:ext>
                </a:extLst>
              </p:cNvPr>
              <p:cNvSpPr/>
              <p:nvPr/>
            </p:nvSpPr>
            <p:spPr>
              <a:xfrm>
                <a:off x="3346544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3" name="ph4778">
                <a:extLst>
                  <a:ext uri="{FF2B5EF4-FFF2-40B4-BE49-F238E27FC236}">
                    <a16:creationId xmlns:a16="http://schemas.microsoft.com/office/drawing/2014/main" id="{74D0DD42-21C5-D131-96C5-5AC87AB8D064}"/>
                  </a:ext>
                </a:extLst>
              </p:cNvPr>
              <p:cNvSpPr/>
              <p:nvPr/>
            </p:nvSpPr>
            <p:spPr>
              <a:xfrm>
                <a:off x="335598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4" name="ph4779">
                <a:extLst>
                  <a:ext uri="{FF2B5EF4-FFF2-40B4-BE49-F238E27FC236}">
                    <a16:creationId xmlns:a16="http://schemas.microsoft.com/office/drawing/2014/main" id="{FAB056AD-2148-862D-C9F2-5672684DB872}"/>
                  </a:ext>
                </a:extLst>
              </p:cNvPr>
              <p:cNvSpPr/>
              <p:nvPr/>
            </p:nvSpPr>
            <p:spPr>
              <a:xfrm>
                <a:off x="336542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5" name="ph4780">
                <a:extLst>
                  <a:ext uri="{FF2B5EF4-FFF2-40B4-BE49-F238E27FC236}">
                    <a16:creationId xmlns:a16="http://schemas.microsoft.com/office/drawing/2014/main" id="{548E94F7-1300-9915-3D12-9B038D6F65AE}"/>
                  </a:ext>
                </a:extLst>
              </p:cNvPr>
              <p:cNvSpPr/>
              <p:nvPr/>
            </p:nvSpPr>
            <p:spPr>
              <a:xfrm>
                <a:off x="337486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6" name="ph4781">
                <a:extLst>
                  <a:ext uri="{FF2B5EF4-FFF2-40B4-BE49-F238E27FC236}">
                    <a16:creationId xmlns:a16="http://schemas.microsoft.com/office/drawing/2014/main" id="{AF956960-21F5-FF9D-CDF9-CC92524EA0F0}"/>
                  </a:ext>
                </a:extLst>
              </p:cNvPr>
              <p:cNvSpPr/>
              <p:nvPr/>
            </p:nvSpPr>
            <p:spPr>
              <a:xfrm>
                <a:off x="3384305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7" name="ph4782">
                <a:extLst>
                  <a:ext uri="{FF2B5EF4-FFF2-40B4-BE49-F238E27FC236}">
                    <a16:creationId xmlns:a16="http://schemas.microsoft.com/office/drawing/2014/main" id="{E0A3DB71-C8F6-ECC1-BBBB-B115A17943C9}"/>
                  </a:ext>
                </a:extLst>
              </p:cNvPr>
              <p:cNvSpPr/>
              <p:nvPr/>
            </p:nvSpPr>
            <p:spPr>
              <a:xfrm>
                <a:off x="339374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8" name="ph4783">
                <a:extLst>
                  <a:ext uri="{FF2B5EF4-FFF2-40B4-BE49-F238E27FC236}">
                    <a16:creationId xmlns:a16="http://schemas.microsoft.com/office/drawing/2014/main" id="{ED872B78-EA0B-11C3-2416-F20DC4171B19}"/>
                  </a:ext>
                </a:extLst>
              </p:cNvPr>
              <p:cNvSpPr/>
              <p:nvPr/>
            </p:nvSpPr>
            <p:spPr>
              <a:xfrm>
                <a:off x="340318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9" name="ph4784">
                <a:extLst>
                  <a:ext uri="{FF2B5EF4-FFF2-40B4-BE49-F238E27FC236}">
                    <a16:creationId xmlns:a16="http://schemas.microsoft.com/office/drawing/2014/main" id="{71967DFE-0B04-75B6-8FCA-C7180B0D3BEE}"/>
                  </a:ext>
                </a:extLst>
              </p:cNvPr>
              <p:cNvSpPr/>
              <p:nvPr/>
            </p:nvSpPr>
            <p:spPr>
              <a:xfrm>
                <a:off x="341262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0" name="ph4785">
                <a:extLst>
                  <a:ext uri="{FF2B5EF4-FFF2-40B4-BE49-F238E27FC236}">
                    <a16:creationId xmlns:a16="http://schemas.microsoft.com/office/drawing/2014/main" id="{14935D20-F091-228B-1C7D-97EBEF1B3859}"/>
                  </a:ext>
                </a:extLst>
              </p:cNvPr>
              <p:cNvSpPr/>
              <p:nvPr/>
            </p:nvSpPr>
            <p:spPr>
              <a:xfrm>
                <a:off x="3422066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1" name="ph4786">
                <a:extLst>
                  <a:ext uri="{FF2B5EF4-FFF2-40B4-BE49-F238E27FC236}">
                    <a16:creationId xmlns:a16="http://schemas.microsoft.com/office/drawing/2014/main" id="{13C9ECA4-B558-4ACF-F7B9-70ACBE5D169F}"/>
                  </a:ext>
                </a:extLst>
              </p:cNvPr>
              <p:cNvSpPr/>
              <p:nvPr/>
            </p:nvSpPr>
            <p:spPr>
              <a:xfrm>
                <a:off x="3431507" y="165826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2" name="ph4787">
                <a:extLst>
                  <a:ext uri="{FF2B5EF4-FFF2-40B4-BE49-F238E27FC236}">
                    <a16:creationId xmlns:a16="http://schemas.microsoft.com/office/drawing/2014/main" id="{7893AA4D-77C2-6A54-3BF8-6B7D9ACB28AD}"/>
                  </a:ext>
                </a:extLst>
              </p:cNvPr>
              <p:cNvSpPr/>
              <p:nvPr/>
            </p:nvSpPr>
            <p:spPr>
              <a:xfrm>
                <a:off x="3440947" y="167583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0519"/>
                    </a:lnTo>
                    <a:lnTo>
                      <a:pt x="922420" y="901269"/>
                    </a:lnTo>
                    <a:lnTo>
                      <a:pt x="921383" y="901817"/>
                    </a:lnTo>
                    <a:lnTo>
                      <a:pt x="920196" y="905519"/>
                    </a:lnTo>
                    <a:lnTo>
                      <a:pt x="91699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3" name="ph4788">
                <a:extLst>
                  <a:ext uri="{FF2B5EF4-FFF2-40B4-BE49-F238E27FC236}">
                    <a16:creationId xmlns:a16="http://schemas.microsoft.com/office/drawing/2014/main" id="{6632F1DD-20FA-1534-18C8-F2E148792A7B}"/>
                  </a:ext>
                </a:extLst>
              </p:cNvPr>
              <p:cNvSpPr/>
              <p:nvPr/>
            </p:nvSpPr>
            <p:spPr>
              <a:xfrm>
                <a:off x="3450387" y="1658268"/>
                <a:ext cx="921388" cy="918088"/>
              </a:xfrm>
              <a:custGeom>
                <a:avLst/>
                <a:gdLst/>
                <a:ahLst/>
                <a:cxnLst/>
                <a:rect l="0" t="0" r="0" b="0"/>
                <a:pathLst>
                  <a:path w="921388" h="918088">
                    <a:moveTo>
                      <a:pt x="914400" y="914400"/>
                    </a:moveTo>
                    <a:lnTo>
                      <a:pt x="921388" y="914400"/>
                    </a:lnTo>
                    <a:lnTo>
                      <a:pt x="920163" y="915046"/>
                    </a:lnTo>
                    <a:lnTo>
                      <a:pt x="918726" y="915804"/>
                    </a:lnTo>
                    <a:lnTo>
                      <a:pt x="917289" y="916563"/>
                    </a:lnTo>
                    <a:lnTo>
                      <a:pt x="915852" y="917321"/>
                    </a:lnTo>
                    <a:lnTo>
                      <a:pt x="914400" y="91808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4" name="ph4789">
                <a:extLst>
                  <a:ext uri="{FF2B5EF4-FFF2-40B4-BE49-F238E27FC236}">
                    <a16:creationId xmlns:a16="http://schemas.microsoft.com/office/drawing/2014/main" id="{26E740E6-5A59-450B-64E2-4F8A47EF0633}"/>
                  </a:ext>
                </a:extLst>
              </p:cNvPr>
              <p:cNvSpPr/>
              <p:nvPr/>
            </p:nvSpPr>
            <p:spPr>
              <a:xfrm>
                <a:off x="2175955" y="164069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415" y="931969"/>
                    </a:lnTo>
                    <a:lnTo>
                      <a:pt x="907972" y="922277"/>
                    </a:lnTo>
                    <a:lnTo>
                      <a:pt x="907033" y="914400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5" name="ph4790">
                <a:extLst>
                  <a:ext uri="{FF2B5EF4-FFF2-40B4-BE49-F238E27FC236}">
                    <a16:creationId xmlns:a16="http://schemas.microsoft.com/office/drawing/2014/main" id="{A3D8C58F-72DB-D245-1E66-E184E67A1691}"/>
                  </a:ext>
                </a:extLst>
              </p:cNvPr>
              <p:cNvSpPr/>
              <p:nvPr/>
            </p:nvSpPr>
            <p:spPr>
              <a:xfrm>
                <a:off x="217595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6" name="ph4791">
                <a:extLst>
                  <a:ext uri="{FF2B5EF4-FFF2-40B4-BE49-F238E27FC236}">
                    <a16:creationId xmlns:a16="http://schemas.microsoft.com/office/drawing/2014/main" id="{7909CDE5-CAE5-2F43-7141-F99C22327C17}"/>
                  </a:ext>
                </a:extLst>
              </p:cNvPr>
              <p:cNvSpPr/>
              <p:nvPr/>
            </p:nvSpPr>
            <p:spPr>
              <a:xfrm>
                <a:off x="218539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7" name="ph4792">
                <a:extLst>
                  <a:ext uri="{FF2B5EF4-FFF2-40B4-BE49-F238E27FC236}">
                    <a16:creationId xmlns:a16="http://schemas.microsoft.com/office/drawing/2014/main" id="{17DB91A3-4B8D-74D2-8415-EABD3054152E}"/>
                  </a:ext>
                </a:extLst>
              </p:cNvPr>
              <p:cNvSpPr/>
              <p:nvPr/>
            </p:nvSpPr>
            <p:spPr>
              <a:xfrm>
                <a:off x="219483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8" name="ph4793">
                <a:extLst>
                  <a:ext uri="{FF2B5EF4-FFF2-40B4-BE49-F238E27FC236}">
                    <a16:creationId xmlns:a16="http://schemas.microsoft.com/office/drawing/2014/main" id="{DDF0973F-B8AE-AC6C-8B07-561ADDF9A0A9}"/>
                  </a:ext>
                </a:extLst>
              </p:cNvPr>
              <p:cNvSpPr/>
              <p:nvPr/>
            </p:nvSpPr>
            <p:spPr>
              <a:xfrm>
                <a:off x="220427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9" name="ph4794">
                <a:extLst>
                  <a:ext uri="{FF2B5EF4-FFF2-40B4-BE49-F238E27FC236}">
                    <a16:creationId xmlns:a16="http://schemas.microsoft.com/office/drawing/2014/main" id="{625F71CC-5328-75DC-DF55-DA9168926800}"/>
                  </a:ext>
                </a:extLst>
              </p:cNvPr>
              <p:cNvSpPr/>
              <p:nvPr/>
            </p:nvSpPr>
            <p:spPr>
              <a:xfrm>
                <a:off x="221371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0CE60">
                  <a:alpha val="100000"/>
                </a:srgbClr>
              </a:solidFill>
              <a:ln w="5420" cap="flat">
                <a:solidFill>
                  <a:srgbClr val="90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0" name="ph4795">
                <a:extLst>
                  <a:ext uri="{FF2B5EF4-FFF2-40B4-BE49-F238E27FC236}">
                    <a16:creationId xmlns:a16="http://schemas.microsoft.com/office/drawing/2014/main" id="{C518A3BF-7FA9-FA87-BB7B-DBD922B2694D}"/>
                  </a:ext>
                </a:extLst>
              </p:cNvPr>
              <p:cNvSpPr/>
              <p:nvPr/>
            </p:nvSpPr>
            <p:spPr>
              <a:xfrm>
                <a:off x="222315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8CA5F">
                  <a:alpha val="100000"/>
                </a:srgbClr>
              </a:solidFill>
              <a:ln w="5420" cap="flat">
                <a:solidFill>
                  <a:srgbClr val="88CA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1" name="ph4796">
                <a:extLst>
                  <a:ext uri="{FF2B5EF4-FFF2-40B4-BE49-F238E27FC236}">
                    <a16:creationId xmlns:a16="http://schemas.microsoft.com/office/drawing/2014/main" id="{40A7B9EC-D05E-B6ED-3F25-AD7CD048A603}"/>
                  </a:ext>
                </a:extLst>
              </p:cNvPr>
              <p:cNvSpPr/>
              <p:nvPr/>
            </p:nvSpPr>
            <p:spPr>
              <a:xfrm>
                <a:off x="223259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0C55D">
                  <a:alpha val="100000"/>
                </a:srgbClr>
              </a:solidFill>
              <a:ln w="5420" cap="flat">
                <a:solidFill>
                  <a:srgbClr val="80C5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2" name="ph4797">
                <a:extLst>
                  <a:ext uri="{FF2B5EF4-FFF2-40B4-BE49-F238E27FC236}">
                    <a16:creationId xmlns:a16="http://schemas.microsoft.com/office/drawing/2014/main" id="{468C94B4-29AD-8159-5563-26B8130A949D}"/>
                  </a:ext>
                </a:extLst>
              </p:cNvPr>
              <p:cNvSpPr/>
              <p:nvPr/>
            </p:nvSpPr>
            <p:spPr>
              <a:xfrm>
                <a:off x="224203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8C15C">
                  <a:alpha val="100000"/>
                </a:srgbClr>
              </a:solidFill>
              <a:ln w="5420" cap="flat">
                <a:solidFill>
                  <a:srgbClr val="78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3" name="ph4798">
                <a:extLst>
                  <a:ext uri="{FF2B5EF4-FFF2-40B4-BE49-F238E27FC236}">
                    <a16:creationId xmlns:a16="http://schemas.microsoft.com/office/drawing/2014/main" id="{369A4DF2-1ED8-EABA-C4D3-0CFC48B8BF93}"/>
                  </a:ext>
                </a:extLst>
              </p:cNvPr>
              <p:cNvSpPr/>
              <p:nvPr/>
            </p:nvSpPr>
            <p:spPr>
              <a:xfrm>
                <a:off x="225147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4" name="ph4799">
                <a:extLst>
                  <a:ext uri="{FF2B5EF4-FFF2-40B4-BE49-F238E27FC236}">
                    <a16:creationId xmlns:a16="http://schemas.microsoft.com/office/drawing/2014/main" id="{29BF6A9F-8193-9A7B-5291-5208302F6EFF}"/>
                  </a:ext>
                </a:extLst>
              </p:cNvPr>
              <p:cNvSpPr/>
              <p:nvPr/>
            </p:nvSpPr>
            <p:spPr>
              <a:xfrm>
                <a:off x="226091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5" name="ph4800">
                <a:extLst>
                  <a:ext uri="{FF2B5EF4-FFF2-40B4-BE49-F238E27FC236}">
                    <a16:creationId xmlns:a16="http://schemas.microsoft.com/office/drawing/2014/main" id="{B982A239-4D2B-3196-BBB8-43972A4E22D4}"/>
                  </a:ext>
                </a:extLst>
              </p:cNvPr>
              <p:cNvSpPr/>
              <p:nvPr/>
            </p:nvSpPr>
            <p:spPr>
              <a:xfrm>
                <a:off x="227035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0B458">
                  <a:alpha val="100000"/>
                </a:srgbClr>
              </a:solidFill>
              <a:ln w="5420" cap="flat">
                <a:solidFill>
                  <a:srgbClr val="60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6" name="ph4801">
                <a:extLst>
                  <a:ext uri="{FF2B5EF4-FFF2-40B4-BE49-F238E27FC236}">
                    <a16:creationId xmlns:a16="http://schemas.microsoft.com/office/drawing/2014/main" id="{60FA70A2-B13F-DD77-B1B7-A5AB31B2D6AF}"/>
                  </a:ext>
                </a:extLst>
              </p:cNvPr>
              <p:cNvSpPr/>
              <p:nvPr/>
            </p:nvSpPr>
            <p:spPr>
              <a:xfrm>
                <a:off x="227979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9B057">
                  <a:alpha val="100000"/>
                </a:srgbClr>
              </a:solidFill>
              <a:ln w="5420" cap="flat">
                <a:solidFill>
                  <a:srgbClr val="59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7" name="ph4802">
                <a:extLst>
                  <a:ext uri="{FF2B5EF4-FFF2-40B4-BE49-F238E27FC236}">
                    <a16:creationId xmlns:a16="http://schemas.microsoft.com/office/drawing/2014/main" id="{C2310CFA-0D9D-6165-566C-F5B4E5CE0048}"/>
                  </a:ext>
                </a:extLst>
              </p:cNvPr>
              <p:cNvSpPr/>
              <p:nvPr/>
            </p:nvSpPr>
            <p:spPr>
              <a:xfrm>
                <a:off x="228923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2AD56">
                  <a:alpha val="100000"/>
                </a:srgbClr>
              </a:solidFill>
              <a:ln w="5420" cap="flat">
                <a:solidFill>
                  <a:srgbClr val="52AD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8" name="ph4803">
                <a:extLst>
                  <a:ext uri="{FF2B5EF4-FFF2-40B4-BE49-F238E27FC236}">
                    <a16:creationId xmlns:a16="http://schemas.microsoft.com/office/drawing/2014/main" id="{FCD6CD97-8AFE-2BBA-66ED-45C0D2A4E38B}"/>
                  </a:ext>
                </a:extLst>
              </p:cNvPr>
              <p:cNvSpPr/>
              <p:nvPr/>
            </p:nvSpPr>
            <p:spPr>
              <a:xfrm>
                <a:off x="229867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CAA55">
                  <a:alpha val="100000"/>
                </a:srgbClr>
              </a:solidFill>
              <a:ln w="5420" cap="flat">
                <a:solidFill>
                  <a:srgbClr val="4C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9" name="ph4804">
                <a:extLst>
                  <a:ext uri="{FF2B5EF4-FFF2-40B4-BE49-F238E27FC236}">
                    <a16:creationId xmlns:a16="http://schemas.microsoft.com/office/drawing/2014/main" id="{BE885C45-947E-4E48-B2E8-3DB01E927E65}"/>
                  </a:ext>
                </a:extLst>
              </p:cNvPr>
              <p:cNvSpPr/>
              <p:nvPr/>
            </p:nvSpPr>
            <p:spPr>
              <a:xfrm>
                <a:off x="230811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0" name="ph4805">
                <a:extLst>
                  <a:ext uri="{FF2B5EF4-FFF2-40B4-BE49-F238E27FC236}">
                    <a16:creationId xmlns:a16="http://schemas.microsoft.com/office/drawing/2014/main" id="{4A296BBA-7013-62D3-31E4-F4A26A95E96F}"/>
                  </a:ext>
                </a:extLst>
              </p:cNvPr>
              <p:cNvSpPr/>
              <p:nvPr/>
            </p:nvSpPr>
            <p:spPr>
              <a:xfrm>
                <a:off x="2317558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1" name="ph4806">
                <a:extLst>
                  <a:ext uri="{FF2B5EF4-FFF2-40B4-BE49-F238E27FC236}">
                    <a16:creationId xmlns:a16="http://schemas.microsoft.com/office/drawing/2014/main" id="{5C60C4FD-C44E-89C1-D441-DEB6B5732849}"/>
                  </a:ext>
                </a:extLst>
              </p:cNvPr>
              <p:cNvSpPr/>
              <p:nvPr/>
            </p:nvSpPr>
            <p:spPr>
              <a:xfrm>
                <a:off x="232699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2" name="ph4807">
                <a:extLst>
                  <a:ext uri="{FF2B5EF4-FFF2-40B4-BE49-F238E27FC236}">
                    <a16:creationId xmlns:a16="http://schemas.microsoft.com/office/drawing/2014/main" id="{29236A42-51EB-25D8-0414-E2492E4F664C}"/>
                  </a:ext>
                </a:extLst>
              </p:cNvPr>
              <p:cNvSpPr/>
              <p:nvPr/>
            </p:nvSpPr>
            <p:spPr>
              <a:xfrm>
                <a:off x="233643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0A554">
                  <a:alpha val="100000"/>
                </a:srgbClr>
              </a:solidFill>
              <a:ln w="5420" cap="flat">
                <a:solidFill>
                  <a:srgbClr val="40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3" name="ph4808">
                <a:extLst>
                  <a:ext uri="{FF2B5EF4-FFF2-40B4-BE49-F238E27FC236}">
                    <a16:creationId xmlns:a16="http://schemas.microsoft.com/office/drawing/2014/main" id="{7EB67389-DA52-6C41-D5A2-450FF17DB14A}"/>
                  </a:ext>
                </a:extLst>
              </p:cNvPr>
              <p:cNvSpPr/>
              <p:nvPr/>
            </p:nvSpPr>
            <p:spPr>
              <a:xfrm>
                <a:off x="234587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1A554">
                  <a:alpha val="100000"/>
                </a:srgbClr>
              </a:solidFill>
              <a:ln w="5420" cap="flat">
                <a:solidFill>
                  <a:srgbClr val="41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4" name="ph4809">
                <a:extLst>
                  <a:ext uri="{FF2B5EF4-FFF2-40B4-BE49-F238E27FC236}">
                    <a16:creationId xmlns:a16="http://schemas.microsoft.com/office/drawing/2014/main" id="{1EE9CF46-48B7-B9CF-00CC-C104EB18CA18}"/>
                  </a:ext>
                </a:extLst>
              </p:cNvPr>
              <p:cNvSpPr/>
              <p:nvPr/>
            </p:nvSpPr>
            <p:spPr>
              <a:xfrm>
                <a:off x="235531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2A554">
                  <a:alpha val="100000"/>
                </a:srgbClr>
              </a:solidFill>
              <a:ln w="5420" cap="flat">
                <a:solidFill>
                  <a:srgbClr val="42A5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5" name="ph4810">
                <a:extLst>
                  <a:ext uri="{FF2B5EF4-FFF2-40B4-BE49-F238E27FC236}">
                    <a16:creationId xmlns:a16="http://schemas.microsoft.com/office/drawing/2014/main" id="{DE857315-88F8-D592-FB7C-3AF075F85665}"/>
                  </a:ext>
                </a:extLst>
              </p:cNvPr>
              <p:cNvSpPr/>
              <p:nvPr/>
            </p:nvSpPr>
            <p:spPr>
              <a:xfrm>
                <a:off x="236476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4A654">
                  <a:alpha val="100000"/>
                </a:srgbClr>
              </a:solidFill>
              <a:ln w="5420" cap="flat">
                <a:solidFill>
                  <a:srgbClr val="44A6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6" name="ph4811">
                <a:extLst>
                  <a:ext uri="{FF2B5EF4-FFF2-40B4-BE49-F238E27FC236}">
                    <a16:creationId xmlns:a16="http://schemas.microsoft.com/office/drawing/2014/main" id="{3982B704-EB6D-71D8-EA83-376C7391D95D}"/>
                  </a:ext>
                </a:extLst>
              </p:cNvPr>
              <p:cNvSpPr/>
              <p:nvPr/>
            </p:nvSpPr>
            <p:spPr>
              <a:xfrm>
                <a:off x="237420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48A855">
                  <a:alpha val="100000"/>
                </a:srgbClr>
              </a:solidFill>
              <a:ln w="5420" cap="flat">
                <a:solidFill>
                  <a:srgbClr val="48A8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7" name="ph4812">
                <a:extLst>
                  <a:ext uri="{FF2B5EF4-FFF2-40B4-BE49-F238E27FC236}">
                    <a16:creationId xmlns:a16="http://schemas.microsoft.com/office/drawing/2014/main" id="{B0C200E9-E143-5B49-8E04-38B3105449E5}"/>
                  </a:ext>
                </a:extLst>
              </p:cNvPr>
              <p:cNvSpPr/>
              <p:nvPr/>
            </p:nvSpPr>
            <p:spPr>
              <a:xfrm>
                <a:off x="238364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4BAA55">
                  <a:alpha val="100000"/>
                </a:srgbClr>
              </a:solidFill>
              <a:ln w="5420" cap="flat">
                <a:solidFill>
                  <a:srgbClr val="4BA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8" name="ph4813">
                <a:extLst>
                  <a:ext uri="{FF2B5EF4-FFF2-40B4-BE49-F238E27FC236}">
                    <a16:creationId xmlns:a16="http://schemas.microsoft.com/office/drawing/2014/main" id="{93878F8D-E9BB-E41B-49A9-71C05C1FF659}"/>
                  </a:ext>
                </a:extLst>
              </p:cNvPr>
              <p:cNvSpPr/>
              <p:nvPr/>
            </p:nvSpPr>
            <p:spPr>
              <a:xfrm>
                <a:off x="239308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0AC56">
                  <a:alpha val="100000"/>
                </a:srgbClr>
              </a:solidFill>
              <a:ln w="5420" cap="flat">
                <a:solidFill>
                  <a:srgbClr val="50AC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9" name="ph4814">
                <a:extLst>
                  <a:ext uri="{FF2B5EF4-FFF2-40B4-BE49-F238E27FC236}">
                    <a16:creationId xmlns:a16="http://schemas.microsoft.com/office/drawing/2014/main" id="{5CE885E1-D3E9-0578-EC35-5C47D05837F4}"/>
                  </a:ext>
                </a:extLst>
              </p:cNvPr>
              <p:cNvSpPr/>
              <p:nvPr/>
            </p:nvSpPr>
            <p:spPr>
              <a:xfrm>
                <a:off x="240252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5AE57">
                  <a:alpha val="100000"/>
                </a:srgbClr>
              </a:solidFill>
              <a:ln w="5420" cap="flat">
                <a:solidFill>
                  <a:srgbClr val="55AE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0" name="ph4815">
                <a:extLst>
                  <a:ext uri="{FF2B5EF4-FFF2-40B4-BE49-F238E27FC236}">
                    <a16:creationId xmlns:a16="http://schemas.microsoft.com/office/drawing/2014/main" id="{527755E0-4105-452F-273D-6DACE0F3EBEC}"/>
                  </a:ext>
                </a:extLst>
              </p:cNvPr>
              <p:cNvSpPr/>
              <p:nvPr/>
            </p:nvSpPr>
            <p:spPr>
              <a:xfrm>
                <a:off x="241196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057">
                  <a:alpha val="100000"/>
                </a:srgbClr>
              </a:solidFill>
              <a:ln w="5420" cap="flat">
                <a:solidFill>
                  <a:srgbClr val="5A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1" name="ph4816">
                <a:extLst>
                  <a:ext uri="{FF2B5EF4-FFF2-40B4-BE49-F238E27FC236}">
                    <a16:creationId xmlns:a16="http://schemas.microsoft.com/office/drawing/2014/main" id="{C5F9A5EE-8B2E-2083-D339-4D6586631C91}"/>
                  </a:ext>
                </a:extLst>
              </p:cNvPr>
              <p:cNvSpPr/>
              <p:nvPr/>
            </p:nvSpPr>
            <p:spPr>
              <a:xfrm>
                <a:off x="242140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FB358">
                  <a:alpha val="100000"/>
                </a:srgbClr>
              </a:solidFill>
              <a:ln w="5420" cap="flat">
                <a:solidFill>
                  <a:srgbClr val="5F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2" name="ph4817">
                <a:extLst>
                  <a:ext uri="{FF2B5EF4-FFF2-40B4-BE49-F238E27FC236}">
                    <a16:creationId xmlns:a16="http://schemas.microsoft.com/office/drawing/2014/main" id="{87FAADE0-150B-7AA6-E330-95BDD4BEB803}"/>
                  </a:ext>
                </a:extLst>
              </p:cNvPr>
              <p:cNvSpPr/>
              <p:nvPr/>
            </p:nvSpPr>
            <p:spPr>
              <a:xfrm>
                <a:off x="243084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3" name="ph4818">
                <a:extLst>
                  <a:ext uri="{FF2B5EF4-FFF2-40B4-BE49-F238E27FC236}">
                    <a16:creationId xmlns:a16="http://schemas.microsoft.com/office/drawing/2014/main" id="{2219842F-416C-AEA1-09BC-FB80A5758803}"/>
                  </a:ext>
                </a:extLst>
              </p:cNvPr>
              <p:cNvSpPr/>
              <p:nvPr/>
            </p:nvSpPr>
            <p:spPr>
              <a:xfrm>
                <a:off x="244028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9B85A">
                  <a:alpha val="100000"/>
                </a:srgbClr>
              </a:solidFill>
              <a:ln w="5420" cap="flat">
                <a:solidFill>
                  <a:srgbClr val="69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4" name="ph4819">
                <a:extLst>
                  <a:ext uri="{FF2B5EF4-FFF2-40B4-BE49-F238E27FC236}">
                    <a16:creationId xmlns:a16="http://schemas.microsoft.com/office/drawing/2014/main" id="{2CB8FF76-880E-7E9C-2496-6C7A3B397751}"/>
                  </a:ext>
                </a:extLst>
              </p:cNvPr>
              <p:cNvSpPr/>
              <p:nvPr/>
            </p:nvSpPr>
            <p:spPr>
              <a:xfrm>
                <a:off x="244972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EBB5A">
                  <a:alpha val="100000"/>
                </a:srgbClr>
              </a:solidFill>
              <a:ln w="5420" cap="flat">
                <a:solidFill>
                  <a:srgbClr val="6EBB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5" name="ph4820">
                <a:extLst>
                  <a:ext uri="{FF2B5EF4-FFF2-40B4-BE49-F238E27FC236}">
                    <a16:creationId xmlns:a16="http://schemas.microsoft.com/office/drawing/2014/main" id="{77610819-91EF-673C-EE2B-E29E40409CAF}"/>
                  </a:ext>
                </a:extLst>
              </p:cNvPr>
              <p:cNvSpPr/>
              <p:nvPr/>
            </p:nvSpPr>
            <p:spPr>
              <a:xfrm>
                <a:off x="2468602" y="165826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1959" y="896830"/>
                    </a:lnTo>
                    <a:lnTo>
                      <a:pt x="913608" y="902919"/>
                    </a:lnTo>
                    <a:lnTo>
                      <a:pt x="914400" y="906267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6" name="ph4821">
                <a:extLst>
                  <a:ext uri="{FF2B5EF4-FFF2-40B4-BE49-F238E27FC236}">
                    <a16:creationId xmlns:a16="http://schemas.microsoft.com/office/drawing/2014/main" id="{9817A24A-C6AA-C851-A545-EC1287C008EE}"/>
                  </a:ext>
                </a:extLst>
              </p:cNvPr>
              <p:cNvSpPr/>
              <p:nvPr/>
            </p:nvSpPr>
            <p:spPr>
              <a:xfrm>
                <a:off x="2468602" y="1658268"/>
                <a:ext cx="9162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278" h="914400">
                    <a:moveTo>
                      <a:pt x="914400" y="914400"/>
                    </a:moveTo>
                    <a:lnTo>
                      <a:pt x="914400" y="906267"/>
                    </a:lnTo>
                    <a:lnTo>
                      <a:pt x="916014" y="913100"/>
                    </a:lnTo>
                    <a:lnTo>
                      <a:pt x="916278" y="914400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7" name="ph4822">
                <a:extLst>
                  <a:ext uri="{FF2B5EF4-FFF2-40B4-BE49-F238E27FC236}">
                    <a16:creationId xmlns:a16="http://schemas.microsoft.com/office/drawing/2014/main" id="{DC760AD0-6F62-5DD5-A4AE-96FE85EF561A}"/>
                  </a:ext>
                </a:extLst>
              </p:cNvPr>
              <p:cNvSpPr/>
              <p:nvPr/>
            </p:nvSpPr>
            <p:spPr>
              <a:xfrm>
                <a:off x="3138859" y="1640698"/>
                <a:ext cx="914400" cy="92977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772">
                    <a:moveTo>
                      <a:pt x="914400" y="914400"/>
                    </a:moveTo>
                    <a:lnTo>
                      <a:pt x="914400" y="929772"/>
                    </a:lnTo>
                    <a:lnTo>
                      <a:pt x="910837" y="923210"/>
                    </a:lnTo>
                    <a:lnTo>
                      <a:pt x="906880" y="915122"/>
                    </a:lnTo>
                    <a:lnTo>
                      <a:pt x="906562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8" name="ph4823">
                <a:extLst>
                  <a:ext uri="{FF2B5EF4-FFF2-40B4-BE49-F238E27FC236}">
                    <a16:creationId xmlns:a16="http://schemas.microsoft.com/office/drawing/2014/main" id="{AFF899B0-06EF-8B02-3E9F-55471FB9A3DF}"/>
                  </a:ext>
                </a:extLst>
              </p:cNvPr>
              <p:cNvSpPr/>
              <p:nvPr/>
            </p:nvSpPr>
            <p:spPr>
              <a:xfrm>
                <a:off x="313885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655" y="931969"/>
                    </a:lnTo>
                    <a:lnTo>
                      <a:pt x="915014" y="930904"/>
                    </a:lnTo>
                    <a:lnTo>
                      <a:pt x="914400" y="92977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9" name="ph4824">
                <a:extLst>
                  <a:ext uri="{FF2B5EF4-FFF2-40B4-BE49-F238E27FC236}">
                    <a16:creationId xmlns:a16="http://schemas.microsoft.com/office/drawing/2014/main" id="{556DD029-EE20-3411-6FBE-453989F721F3}"/>
                  </a:ext>
                </a:extLst>
              </p:cNvPr>
              <p:cNvSpPr/>
              <p:nvPr/>
            </p:nvSpPr>
            <p:spPr>
              <a:xfrm>
                <a:off x="3148299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0" name="ph4825">
                <a:extLst>
                  <a:ext uri="{FF2B5EF4-FFF2-40B4-BE49-F238E27FC236}">
                    <a16:creationId xmlns:a16="http://schemas.microsoft.com/office/drawing/2014/main" id="{ADB95B11-8392-705F-97EB-9506478AC682}"/>
                  </a:ext>
                </a:extLst>
              </p:cNvPr>
              <p:cNvSpPr/>
              <p:nvPr/>
            </p:nvSpPr>
            <p:spPr>
              <a:xfrm>
                <a:off x="315774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1" name="ph4826">
                <a:extLst>
                  <a:ext uri="{FF2B5EF4-FFF2-40B4-BE49-F238E27FC236}">
                    <a16:creationId xmlns:a16="http://schemas.microsoft.com/office/drawing/2014/main" id="{23F2DE43-ACB9-A184-1DDD-A056C2CC07C8}"/>
                  </a:ext>
                </a:extLst>
              </p:cNvPr>
              <p:cNvSpPr/>
              <p:nvPr/>
            </p:nvSpPr>
            <p:spPr>
              <a:xfrm>
                <a:off x="316718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2" name="ph4827">
                <a:extLst>
                  <a:ext uri="{FF2B5EF4-FFF2-40B4-BE49-F238E27FC236}">
                    <a16:creationId xmlns:a16="http://schemas.microsoft.com/office/drawing/2014/main" id="{2AF16A17-EF6E-86F5-3043-E0D694DB448B}"/>
                  </a:ext>
                </a:extLst>
              </p:cNvPr>
              <p:cNvSpPr/>
              <p:nvPr/>
            </p:nvSpPr>
            <p:spPr>
              <a:xfrm>
                <a:off x="317662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3" name="ph4828">
                <a:extLst>
                  <a:ext uri="{FF2B5EF4-FFF2-40B4-BE49-F238E27FC236}">
                    <a16:creationId xmlns:a16="http://schemas.microsoft.com/office/drawing/2014/main" id="{11AE6569-E678-718A-EE77-AFF4539B25EF}"/>
                  </a:ext>
                </a:extLst>
              </p:cNvPr>
              <p:cNvSpPr/>
              <p:nvPr/>
            </p:nvSpPr>
            <p:spPr>
              <a:xfrm>
                <a:off x="3186060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4" name="ph4829">
                <a:extLst>
                  <a:ext uri="{FF2B5EF4-FFF2-40B4-BE49-F238E27FC236}">
                    <a16:creationId xmlns:a16="http://schemas.microsoft.com/office/drawing/2014/main" id="{A0BCB828-11FF-08A6-279A-3F318EF9C178}"/>
                  </a:ext>
                </a:extLst>
              </p:cNvPr>
              <p:cNvSpPr/>
              <p:nvPr/>
            </p:nvSpPr>
            <p:spPr>
              <a:xfrm>
                <a:off x="319550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5" name="ph4830">
                <a:extLst>
                  <a:ext uri="{FF2B5EF4-FFF2-40B4-BE49-F238E27FC236}">
                    <a16:creationId xmlns:a16="http://schemas.microsoft.com/office/drawing/2014/main" id="{E0943740-0D50-B75F-C160-11F3EE1A3384}"/>
                  </a:ext>
                </a:extLst>
              </p:cNvPr>
              <p:cNvSpPr/>
              <p:nvPr/>
            </p:nvSpPr>
            <p:spPr>
              <a:xfrm>
                <a:off x="320494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6" name="ph4831">
                <a:extLst>
                  <a:ext uri="{FF2B5EF4-FFF2-40B4-BE49-F238E27FC236}">
                    <a16:creationId xmlns:a16="http://schemas.microsoft.com/office/drawing/2014/main" id="{80F84772-D3C4-7747-B25E-98C568D720B0}"/>
                  </a:ext>
                </a:extLst>
              </p:cNvPr>
              <p:cNvSpPr/>
              <p:nvPr/>
            </p:nvSpPr>
            <p:spPr>
              <a:xfrm>
                <a:off x="321438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7" name="ph4832">
                <a:extLst>
                  <a:ext uri="{FF2B5EF4-FFF2-40B4-BE49-F238E27FC236}">
                    <a16:creationId xmlns:a16="http://schemas.microsoft.com/office/drawing/2014/main" id="{0DB5C985-1779-6671-6DA3-3A6AF580BB67}"/>
                  </a:ext>
                </a:extLst>
              </p:cNvPr>
              <p:cNvSpPr/>
              <p:nvPr/>
            </p:nvSpPr>
            <p:spPr>
              <a:xfrm>
                <a:off x="3223821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8" name="ph4833">
                <a:extLst>
                  <a:ext uri="{FF2B5EF4-FFF2-40B4-BE49-F238E27FC236}">
                    <a16:creationId xmlns:a16="http://schemas.microsoft.com/office/drawing/2014/main" id="{340F87E5-2168-7091-0237-AAA50AB6EA74}"/>
                  </a:ext>
                </a:extLst>
              </p:cNvPr>
              <p:cNvSpPr/>
              <p:nvPr/>
            </p:nvSpPr>
            <p:spPr>
              <a:xfrm>
                <a:off x="323326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9" name="ph4834">
                <a:extLst>
                  <a:ext uri="{FF2B5EF4-FFF2-40B4-BE49-F238E27FC236}">
                    <a16:creationId xmlns:a16="http://schemas.microsoft.com/office/drawing/2014/main" id="{8938735A-784D-DDDC-3581-0AC5BB7943A5}"/>
                  </a:ext>
                </a:extLst>
              </p:cNvPr>
              <p:cNvSpPr/>
              <p:nvPr/>
            </p:nvSpPr>
            <p:spPr>
              <a:xfrm>
                <a:off x="324270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0" name="ph4835">
                <a:extLst>
                  <a:ext uri="{FF2B5EF4-FFF2-40B4-BE49-F238E27FC236}">
                    <a16:creationId xmlns:a16="http://schemas.microsoft.com/office/drawing/2014/main" id="{AD564BA2-EE6A-C0C2-F10C-BDEFEFF58F75}"/>
                  </a:ext>
                </a:extLst>
              </p:cNvPr>
              <p:cNvSpPr/>
              <p:nvPr/>
            </p:nvSpPr>
            <p:spPr>
              <a:xfrm>
                <a:off x="325214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1" name="ph4836">
                <a:extLst>
                  <a:ext uri="{FF2B5EF4-FFF2-40B4-BE49-F238E27FC236}">
                    <a16:creationId xmlns:a16="http://schemas.microsoft.com/office/drawing/2014/main" id="{03290051-8969-BC4E-6612-21C87F7EC8FE}"/>
                  </a:ext>
                </a:extLst>
              </p:cNvPr>
              <p:cNvSpPr/>
              <p:nvPr/>
            </p:nvSpPr>
            <p:spPr>
              <a:xfrm>
                <a:off x="3261582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2" name="ph4837">
                <a:extLst>
                  <a:ext uri="{FF2B5EF4-FFF2-40B4-BE49-F238E27FC236}">
                    <a16:creationId xmlns:a16="http://schemas.microsoft.com/office/drawing/2014/main" id="{BBF005DC-7A1E-4D32-0DE6-DC3DE279BA6A}"/>
                  </a:ext>
                </a:extLst>
              </p:cNvPr>
              <p:cNvSpPr/>
              <p:nvPr/>
            </p:nvSpPr>
            <p:spPr>
              <a:xfrm>
                <a:off x="327102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3" name="ph4838">
                <a:extLst>
                  <a:ext uri="{FF2B5EF4-FFF2-40B4-BE49-F238E27FC236}">
                    <a16:creationId xmlns:a16="http://schemas.microsoft.com/office/drawing/2014/main" id="{0050E36D-0690-701B-C5D1-474CEC76A549}"/>
                  </a:ext>
                </a:extLst>
              </p:cNvPr>
              <p:cNvSpPr/>
              <p:nvPr/>
            </p:nvSpPr>
            <p:spPr>
              <a:xfrm>
                <a:off x="328046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4" name="ph4839">
                <a:extLst>
                  <a:ext uri="{FF2B5EF4-FFF2-40B4-BE49-F238E27FC236}">
                    <a16:creationId xmlns:a16="http://schemas.microsoft.com/office/drawing/2014/main" id="{3769F79E-A478-5634-3B41-E0B73712C519}"/>
                  </a:ext>
                </a:extLst>
              </p:cNvPr>
              <p:cNvSpPr/>
              <p:nvPr/>
            </p:nvSpPr>
            <p:spPr>
              <a:xfrm>
                <a:off x="328990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5" name="ph4840">
                <a:extLst>
                  <a:ext uri="{FF2B5EF4-FFF2-40B4-BE49-F238E27FC236}">
                    <a16:creationId xmlns:a16="http://schemas.microsoft.com/office/drawing/2014/main" id="{F8DC4CC9-FBD5-DAFA-0E53-DD02CD077057}"/>
                  </a:ext>
                </a:extLst>
              </p:cNvPr>
              <p:cNvSpPr/>
              <p:nvPr/>
            </p:nvSpPr>
            <p:spPr>
              <a:xfrm>
                <a:off x="3299343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6" name="ph4841">
                <a:extLst>
                  <a:ext uri="{FF2B5EF4-FFF2-40B4-BE49-F238E27FC236}">
                    <a16:creationId xmlns:a16="http://schemas.microsoft.com/office/drawing/2014/main" id="{A4E781AD-A811-2A25-EF83-B372AF282CB0}"/>
                  </a:ext>
                </a:extLst>
              </p:cNvPr>
              <p:cNvSpPr/>
              <p:nvPr/>
            </p:nvSpPr>
            <p:spPr>
              <a:xfrm>
                <a:off x="330878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7" name="ph4842">
                <a:extLst>
                  <a:ext uri="{FF2B5EF4-FFF2-40B4-BE49-F238E27FC236}">
                    <a16:creationId xmlns:a16="http://schemas.microsoft.com/office/drawing/2014/main" id="{9904B187-AF26-19D5-8C53-785DE827D9E3}"/>
                  </a:ext>
                </a:extLst>
              </p:cNvPr>
              <p:cNvSpPr/>
              <p:nvPr/>
            </p:nvSpPr>
            <p:spPr>
              <a:xfrm>
                <a:off x="331822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8" name="ph4843">
                <a:extLst>
                  <a:ext uri="{FF2B5EF4-FFF2-40B4-BE49-F238E27FC236}">
                    <a16:creationId xmlns:a16="http://schemas.microsoft.com/office/drawing/2014/main" id="{57963CCE-2967-9874-AF78-DA327218A4D6}"/>
                  </a:ext>
                </a:extLst>
              </p:cNvPr>
              <p:cNvSpPr/>
              <p:nvPr/>
            </p:nvSpPr>
            <p:spPr>
              <a:xfrm>
                <a:off x="332766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9" name="ph4844">
                <a:extLst>
                  <a:ext uri="{FF2B5EF4-FFF2-40B4-BE49-F238E27FC236}">
                    <a16:creationId xmlns:a16="http://schemas.microsoft.com/office/drawing/2014/main" id="{EEA4DF0E-A60B-748F-AF2E-797E79C755D2}"/>
                  </a:ext>
                </a:extLst>
              </p:cNvPr>
              <p:cNvSpPr/>
              <p:nvPr/>
            </p:nvSpPr>
            <p:spPr>
              <a:xfrm>
                <a:off x="333710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0" name="ph4845">
                <a:extLst>
                  <a:ext uri="{FF2B5EF4-FFF2-40B4-BE49-F238E27FC236}">
                    <a16:creationId xmlns:a16="http://schemas.microsoft.com/office/drawing/2014/main" id="{2AD8838F-0313-BB6B-D815-67AFB9004CFC}"/>
                  </a:ext>
                </a:extLst>
              </p:cNvPr>
              <p:cNvSpPr/>
              <p:nvPr/>
            </p:nvSpPr>
            <p:spPr>
              <a:xfrm>
                <a:off x="3346544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1" name="ph4846">
                <a:extLst>
                  <a:ext uri="{FF2B5EF4-FFF2-40B4-BE49-F238E27FC236}">
                    <a16:creationId xmlns:a16="http://schemas.microsoft.com/office/drawing/2014/main" id="{F7045C53-3C46-2FED-F9AA-DA55E12658B8}"/>
                  </a:ext>
                </a:extLst>
              </p:cNvPr>
              <p:cNvSpPr/>
              <p:nvPr/>
            </p:nvSpPr>
            <p:spPr>
              <a:xfrm>
                <a:off x="335598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2" name="ph4847">
                <a:extLst>
                  <a:ext uri="{FF2B5EF4-FFF2-40B4-BE49-F238E27FC236}">
                    <a16:creationId xmlns:a16="http://schemas.microsoft.com/office/drawing/2014/main" id="{EE252425-8F71-CD06-1E34-A502F147EF68}"/>
                  </a:ext>
                </a:extLst>
              </p:cNvPr>
              <p:cNvSpPr/>
              <p:nvPr/>
            </p:nvSpPr>
            <p:spPr>
              <a:xfrm>
                <a:off x="336542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3" name="ph4848">
                <a:extLst>
                  <a:ext uri="{FF2B5EF4-FFF2-40B4-BE49-F238E27FC236}">
                    <a16:creationId xmlns:a16="http://schemas.microsoft.com/office/drawing/2014/main" id="{474949E0-EC24-C765-025B-AD379E2CB194}"/>
                  </a:ext>
                </a:extLst>
              </p:cNvPr>
              <p:cNvSpPr/>
              <p:nvPr/>
            </p:nvSpPr>
            <p:spPr>
              <a:xfrm>
                <a:off x="337486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4" name="ph4849">
                <a:extLst>
                  <a:ext uri="{FF2B5EF4-FFF2-40B4-BE49-F238E27FC236}">
                    <a16:creationId xmlns:a16="http://schemas.microsoft.com/office/drawing/2014/main" id="{D19F5A91-F56C-3AD0-8103-AE8CD8B29665}"/>
                  </a:ext>
                </a:extLst>
              </p:cNvPr>
              <p:cNvSpPr/>
              <p:nvPr/>
            </p:nvSpPr>
            <p:spPr>
              <a:xfrm>
                <a:off x="3384305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5" name="ph4850">
                <a:extLst>
                  <a:ext uri="{FF2B5EF4-FFF2-40B4-BE49-F238E27FC236}">
                    <a16:creationId xmlns:a16="http://schemas.microsoft.com/office/drawing/2014/main" id="{54CAF610-E154-E16F-C39B-D81196320987}"/>
                  </a:ext>
                </a:extLst>
              </p:cNvPr>
              <p:cNvSpPr/>
              <p:nvPr/>
            </p:nvSpPr>
            <p:spPr>
              <a:xfrm>
                <a:off x="339374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6" name="ph4851">
                <a:extLst>
                  <a:ext uri="{FF2B5EF4-FFF2-40B4-BE49-F238E27FC236}">
                    <a16:creationId xmlns:a16="http://schemas.microsoft.com/office/drawing/2014/main" id="{7973E7FE-4BC7-0CBD-B0A1-14FF7153E743}"/>
                  </a:ext>
                </a:extLst>
              </p:cNvPr>
              <p:cNvSpPr/>
              <p:nvPr/>
            </p:nvSpPr>
            <p:spPr>
              <a:xfrm>
                <a:off x="340318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7" name="ph4852">
                <a:extLst>
                  <a:ext uri="{FF2B5EF4-FFF2-40B4-BE49-F238E27FC236}">
                    <a16:creationId xmlns:a16="http://schemas.microsoft.com/office/drawing/2014/main" id="{B45FAE7F-9740-1788-8DC8-B381C17FAC03}"/>
                  </a:ext>
                </a:extLst>
              </p:cNvPr>
              <p:cNvSpPr/>
              <p:nvPr/>
            </p:nvSpPr>
            <p:spPr>
              <a:xfrm>
                <a:off x="341262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8" name="ph4853">
                <a:extLst>
                  <a:ext uri="{FF2B5EF4-FFF2-40B4-BE49-F238E27FC236}">
                    <a16:creationId xmlns:a16="http://schemas.microsoft.com/office/drawing/2014/main" id="{E39429A8-1FE4-8D71-1CC9-6FA2511DB2B7}"/>
                  </a:ext>
                </a:extLst>
              </p:cNvPr>
              <p:cNvSpPr/>
              <p:nvPr/>
            </p:nvSpPr>
            <p:spPr>
              <a:xfrm>
                <a:off x="3422066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9" name="ph4854">
                <a:extLst>
                  <a:ext uri="{FF2B5EF4-FFF2-40B4-BE49-F238E27FC236}">
                    <a16:creationId xmlns:a16="http://schemas.microsoft.com/office/drawing/2014/main" id="{95E9D645-D4BB-1437-D95D-21A03EAEB8EA}"/>
                  </a:ext>
                </a:extLst>
              </p:cNvPr>
              <p:cNvSpPr/>
              <p:nvPr/>
            </p:nvSpPr>
            <p:spPr>
              <a:xfrm>
                <a:off x="343150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0" name="ph4855">
                <a:extLst>
                  <a:ext uri="{FF2B5EF4-FFF2-40B4-BE49-F238E27FC236}">
                    <a16:creationId xmlns:a16="http://schemas.microsoft.com/office/drawing/2014/main" id="{E52CBC52-FCF8-00D9-58F5-302840439E4C}"/>
                  </a:ext>
                </a:extLst>
              </p:cNvPr>
              <p:cNvSpPr/>
              <p:nvPr/>
            </p:nvSpPr>
            <p:spPr>
              <a:xfrm>
                <a:off x="3440947" y="164069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1" name="ph4856">
                <a:extLst>
                  <a:ext uri="{FF2B5EF4-FFF2-40B4-BE49-F238E27FC236}">
                    <a16:creationId xmlns:a16="http://schemas.microsoft.com/office/drawing/2014/main" id="{31AB148E-0BF8-0314-3587-F3518CE1C2DB}"/>
                  </a:ext>
                </a:extLst>
              </p:cNvPr>
              <p:cNvSpPr/>
              <p:nvPr/>
            </p:nvSpPr>
            <p:spPr>
              <a:xfrm>
                <a:off x="3450387" y="165826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107"/>
                    </a:lnTo>
                    <a:lnTo>
                      <a:pt x="923037" y="913530"/>
                    </a:lnTo>
                    <a:lnTo>
                      <a:pt x="921600" y="914288"/>
                    </a:lnTo>
                    <a:lnTo>
                      <a:pt x="92138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2" name="ph4857">
                <a:extLst>
                  <a:ext uri="{FF2B5EF4-FFF2-40B4-BE49-F238E27FC236}">
                    <a16:creationId xmlns:a16="http://schemas.microsoft.com/office/drawing/2014/main" id="{46AC463F-4B0E-A523-8530-FBF4B776E039}"/>
                  </a:ext>
                </a:extLst>
              </p:cNvPr>
              <p:cNvSpPr/>
              <p:nvPr/>
            </p:nvSpPr>
            <p:spPr>
              <a:xfrm>
                <a:off x="3459827" y="1640698"/>
                <a:ext cx="923840" cy="9306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5127"/>
                    </a:lnTo>
                    <a:lnTo>
                      <a:pt x="921816" y="926502"/>
                    </a:lnTo>
                    <a:lnTo>
                      <a:pt x="916477" y="929582"/>
                    </a:lnTo>
                    <a:lnTo>
                      <a:pt x="915035" y="930342"/>
                    </a:lnTo>
                    <a:lnTo>
                      <a:pt x="914400" y="93067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3" name="ph4858">
                <a:extLst>
                  <a:ext uri="{FF2B5EF4-FFF2-40B4-BE49-F238E27FC236}">
                    <a16:creationId xmlns:a16="http://schemas.microsoft.com/office/drawing/2014/main" id="{C0569A27-C6F3-32C3-2F24-DE3027163B6E}"/>
                  </a:ext>
                </a:extLst>
              </p:cNvPr>
              <p:cNvSpPr/>
              <p:nvPr/>
            </p:nvSpPr>
            <p:spPr>
              <a:xfrm>
                <a:off x="3469268" y="1640698"/>
                <a:ext cx="923840" cy="92512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512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7938"/>
                    </a:lnTo>
                    <a:lnTo>
                      <a:pt x="922775" y="918892"/>
                    </a:lnTo>
                    <a:lnTo>
                      <a:pt x="917625" y="922936"/>
                    </a:lnTo>
                    <a:lnTo>
                      <a:pt x="914400" y="92512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4" name="ph4859">
                <a:extLst>
                  <a:ext uri="{FF2B5EF4-FFF2-40B4-BE49-F238E27FC236}">
                    <a16:creationId xmlns:a16="http://schemas.microsoft.com/office/drawing/2014/main" id="{BD9575DD-5C09-B872-8A4D-1C78F9352126}"/>
                  </a:ext>
                </a:extLst>
              </p:cNvPr>
              <p:cNvSpPr/>
              <p:nvPr/>
            </p:nvSpPr>
            <p:spPr>
              <a:xfrm>
                <a:off x="3478708" y="1640698"/>
                <a:ext cx="918350" cy="917938"/>
              </a:xfrm>
              <a:custGeom>
                <a:avLst/>
                <a:gdLst/>
                <a:ahLst/>
                <a:cxnLst/>
                <a:rect l="0" t="0" r="0" b="0"/>
                <a:pathLst>
                  <a:path w="918350" h="917938">
                    <a:moveTo>
                      <a:pt x="914400" y="914400"/>
                    </a:moveTo>
                    <a:lnTo>
                      <a:pt x="918350" y="914400"/>
                    </a:lnTo>
                    <a:lnTo>
                      <a:pt x="914400" y="91793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5" name="ph4860">
                <a:extLst>
                  <a:ext uri="{FF2B5EF4-FFF2-40B4-BE49-F238E27FC236}">
                    <a16:creationId xmlns:a16="http://schemas.microsoft.com/office/drawing/2014/main" id="{2F09EF47-F062-3A75-86B9-1A08009E0ADA}"/>
                  </a:ext>
                </a:extLst>
              </p:cNvPr>
              <p:cNvSpPr/>
              <p:nvPr/>
            </p:nvSpPr>
            <p:spPr>
              <a:xfrm>
                <a:off x="2175955" y="162312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033" y="931969"/>
                    </a:lnTo>
                    <a:lnTo>
                      <a:pt x="906691" y="929095"/>
                    </a:lnTo>
                    <a:lnTo>
                      <a:pt x="905713" y="918233"/>
                    </a:lnTo>
                    <a:lnTo>
                      <a:pt x="905478" y="914400"/>
                    </a:lnTo>
                    <a:close/>
                  </a:path>
                </a:pathLst>
              </a:custGeom>
              <a:solidFill>
                <a:srgbClr val="B8E077">
                  <a:alpha val="100000"/>
                </a:srgbClr>
              </a:solidFill>
              <a:ln w="5420" cap="flat">
                <a:solidFill>
                  <a:srgbClr val="B8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6" name="ph4861">
                <a:extLst>
                  <a:ext uri="{FF2B5EF4-FFF2-40B4-BE49-F238E27FC236}">
                    <a16:creationId xmlns:a16="http://schemas.microsoft.com/office/drawing/2014/main" id="{445D3396-2E2F-CACF-53FE-77AEBFB05672}"/>
                  </a:ext>
                </a:extLst>
              </p:cNvPr>
              <p:cNvSpPr/>
              <p:nvPr/>
            </p:nvSpPr>
            <p:spPr>
              <a:xfrm>
                <a:off x="217595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7" name="ph4862">
                <a:extLst>
                  <a:ext uri="{FF2B5EF4-FFF2-40B4-BE49-F238E27FC236}">
                    <a16:creationId xmlns:a16="http://schemas.microsoft.com/office/drawing/2014/main" id="{BA3C0015-C5AA-FF26-AC96-EC8E80B1EFD3}"/>
                  </a:ext>
                </a:extLst>
              </p:cNvPr>
              <p:cNvSpPr/>
              <p:nvPr/>
            </p:nvSpPr>
            <p:spPr>
              <a:xfrm>
                <a:off x="218539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8" name="ph4863">
                <a:extLst>
                  <a:ext uri="{FF2B5EF4-FFF2-40B4-BE49-F238E27FC236}">
                    <a16:creationId xmlns:a16="http://schemas.microsoft.com/office/drawing/2014/main" id="{344799FF-67FF-63B5-5FE8-2BECDB612E70}"/>
                  </a:ext>
                </a:extLst>
              </p:cNvPr>
              <p:cNvSpPr/>
              <p:nvPr/>
            </p:nvSpPr>
            <p:spPr>
              <a:xfrm>
                <a:off x="219483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ADA6F">
                  <a:alpha val="100000"/>
                </a:srgbClr>
              </a:solidFill>
              <a:ln w="5420" cap="flat">
                <a:solidFill>
                  <a:srgbClr val="AADA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9" name="ph4864">
                <a:extLst>
                  <a:ext uri="{FF2B5EF4-FFF2-40B4-BE49-F238E27FC236}">
                    <a16:creationId xmlns:a16="http://schemas.microsoft.com/office/drawing/2014/main" id="{744BA632-41F9-EC34-C11A-2CD9E09890B0}"/>
                  </a:ext>
                </a:extLst>
              </p:cNvPr>
              <p:cNvSpPr/>
              <p:nvPr/>
            </p:nvSpPr>
            <p:spPr>
              <a:xfrm>
                <a:off x="220427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5D86C">
                  <a:alpha val="100000"/>
                </a:srgbClr>
              </a:solidFill>
              <a:ln w="5420" cap="flat">
                <a:solidFill>
                  <a:srgbClr val="A5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0" name="ph4865">
                <a:extLst>
                  <a:ext uri="{FF2B5EF4-FFF2-40B4-BE49-F238E27FC236}">
                    <a16:creationId xmlns:a16="http://schemas.microsoft.com/office/drawing/2014/main" id="{8427384B-AD7D-FD31-46E6-BD5E783BF079}"/>
                  </a:ext>
                </a:extLst>
              </p:cNvPr>
              <p:cNvSpPr/>
              <p:nvPr/>
            </p:nvSpPr>
            <p:spPr>
              <a:xfrm>
                <a:off x="221371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FD568">
                  <a:alpha val="100000"/>
                </a:srgbClr>
              </a:solidFill>
              <a:ln w="5420" cap="flat">
                <a:solidFill>
                  <a:srgbClr val="9F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1" name="ph4866">
                <a:extLst>
                  <a:ext uri="{FF2B5EF4-FFF2-40B4-BE49-F238E27FC236}">
                    <a16:creationId xmlns:a16="http://schemas.microsoft.com/office/drawing/2014/main" id="{9A517CB2-5258-C627-BA5D-3697CC65481D}"/>
                  </a:ext>
                </a:extLst>
              </p:cNvPr>
              <p:cNvSpPr/>
              <p:nvPr/>
            </p:nvSpPr>
            <p:spPr>
              <a:xfrm>
                <a:off x="222315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AD365">
                  <a:alpha val="100000"/>
                </a:srgbClr>
              </a:solidFill>
              <a:ln w="5420" cap="flat">
                <a:solidFill>
                  <a:srgbClr val="9AD3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2" name="ph4867">
                <a:extLst>
                  <a:ext uri="{FF2B5EF4-FFF2-40B4-BE49-F238E27FC236}">
                    <a16:creationId xmlns:a16="http://schemas.microsoft.com/office/drawing/2014/main" id="{BF7D2720-7EA8-312C-99E5-0D8EF534E300}"/>
                  </a:ext>
                </a:extLst>
              </p:cNvPr>
              <p:cNvSpPr/>
              <p:nvPr/>
            </p:nvSpPr>
            <p:spPr>
              <a:xfrm>
                <a:off x="223259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3" name="ph4868">
                <a:extLst>
                  <a:ext uri="{FF2B5EF4-FFF2-40B4-BE49-F238E27FC236}">
                    <a16:creationId xmlns:a16="http://schemas.microsoft.com/office/drawing/2014/main" id="{C35ABA21-9BBC-DA3E-BBBB-EA4C7458048D}"/>
                  </a:ext>
                </a:extLst>
              </p:cNvPr>
              <p:cNvSpPr/>
              <p:nvPr/>
            </p:nvSpPr>
            <p:spPr>
              <a:xfrm>
                <a:off x="224203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DCC5F">
                  <a:alpha val="100000"/>
                </a:srgbClr>
              </a:solidFill>
              <a:ln w="5420" cap="flat">
                <a:solidFill>
                  <a:srgbClr val="8D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4" name="ph4869">
                <a:extLst>
                  <a:ext uri="{FF2B5EF4-FFF2-40B4-BE49-F238E27FC236}">
                    <a16:creationId xmlns:a16="http://schemas.microsoft.com/office/drawing/2014/main" id="{82E7F415-7E32-08ED-1BEE-DC83A3100705}"/>
                  </a:ext>
                </a:extLst>
              </p:cNvPr>
              <p:cNvSpPr/>
              <p:nvPr/>
            </p:nvSpPr>
            <p:spPr>
              <a:xfrm>
                <a:off x="225147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5C85E">
                  <a:alpha val="100000"/>
                </a:srgbClr>
              </a:solidFill>
              <a:ln w="5420" cap="flat">
                <a:solidFill>
                  <a:srgbClr val="85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5" name="ph4870">
                <a:extLst>
                  <a:ext uri="{FF2B5EF4-FFF2-40B4-BE49-F238E27FC236}">
                    <a16:creationId xmlns:a16="http://schemas.microsoft.com/office/drawing/2014/main" id="{1F95E526-A925-53DE-42BC-07FC0EE59497}"/>
                  </a:ext>
                </a:extLst>
              </p:cNvPr>
              <p:cNvSpPr/>
              <p:nvPr/>
            </p:nvSpPr>
            <p:spPr>
              <a:xfrm>
                <a:off x="226091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DC45D">
                  <a:alpha val="100000"/>
                </a:srgbClr>
              </a:solidFill>
              <a:ln w="5420" cap="flat">
                <a:solidFill>
                  <a:srgbClr val="7D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6" name="ph4871">
                <a:extLst>
                  <a:ext uri="{FF2B5EF4-FFF2-40B4-BE49-F238E27FC236}">
                    <a16:creationId xmlns:a16="http://schemas.microsoft.com/office/drawing/2014/main" id="{0FFC42FA-8972-6BB2-E241-E9B57318DE1C}"/>
                  </a:ext>
                </a:extLst>
              </p:cNvPr>
              <p:cNvSpPr/>
              <p:nvPr/>
            </p:nvSpPr>
            <p:spPr>
              <a:xfrm>
                <a:off x="227035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6BF5C">
                  <a:alpha val="100000"/>
                </a:srgbClr>
              </a:solidFill>
              <a:ln w="5420" cap="flat">
                <a:solidFill>
                  <a:srgbClr val="76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7" name="ph4872">
                <a:extLst>
                  <a:ext uri="{FF2B5EF4-FFF2-40B4-BE49-F238E27FC236}">
                    <a16:creationId xmlns:a16="http://schemas.microsoft.com/office/drawing/2014/main" id="{08553393-2074-BE70-BE1F-30860469726A}"/>
                  </a:ext>
                </a:extLst>
              </p:cNvPr>
              <p:cNvSpPr/>
              <p:nvPr/>
            </p:nvSpPr>
            <p:spPr>
              <a:xfrm>
                <a:off x="227979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8" name="ph4873">
                <a:extLst>
                  <a:ext uri="{FF2B5EF4-FFF2-40B4-BE49-F238E27FC236}">
                    <a16:creationId xmlns:a16="http://schemas.microsoft.com/office/drawing/2014/main" id="{272635BC-26FD-247A-F11D-C19281060851}"/>
                  </a:ext>
                </a:extLst>
              </p:cNvPr>
              <p:cNvSpPr/>
              <p:nvPr/>
            </p:nvSpPr>
            <p:spPr>
              <a:xfrm>
                <a:off x="228923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9">
                  <a:alpha val="100000"/>
                </a:srgbClr>
              </a:solidFill>
              <a:ln w="5420" cap="flat">
                <a:solidFill>
                  <a:srgbClr val="68B8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9" name="ph4874">
                <a:extLst>
                  <a:ext uri="{FF2B5EF4-FFF2-40B4-BE49-F238E27FC236}">
                    <a16:creationId xmlns:a16="http://schemas.microsoft.com/office/drawing/2014/main" id="{BEDC2BA5-C330-D8AD-F944-BFDE489A480B}"/>
                  </a:ext>
                </a:extLst>
              </p:cNvPr>
              <p:cNvSpPr/>
              <p:nvPr/>
            </p:nvSpPr>
            <p:spPr>
              <a:xfrm>
                <a:off x="229867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3B559">
                  <a:alpha val="100000"/>
                </a:srgbClr>
              </a:solidFill>
              <a:ln w="5420" cap="flat">
                <a:solidFill>
                  <a:srgbClr val="63B5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0" name="ph4875">
                <a:extLst>
                  <a:ext uri="{FF2B5EF4-FFF2-40B4-BE49-F238E27FC236}">
                    <a16:creationId xmlns:a16="http://schemas.microsoft.com/office/drawing/2014/main" id="{E1D4CED2-EDC6-2121-1924-C156EFB44ACB}"/>
                  </a:ext>
                </a:extLst>
              </p:cNvPr>
              <p:cNvSpPr/>
              <p:nvPr/>
            </p:nvSpPr>
            <p:spPr>
              <a:xfrm>
                <a:off x="230811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EB358">
                  <a:alpha val="100000"/>
                </a:srgbClr>
              </a:solidFill>
              <a:ln w="5420" cap="flat">
                <a:solidFill>
                  <a:srgbClr val="5EB3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1" name="ph4876">
                <a:extLst>
                  <a:ext uri="{FF2B5EF4-FFF2-40B4-BE49-F238E27FC236}">
                    <a16:creationId xmlns:a16="http://schemas.microsoft.com/office/drawing/2014/main" id="{8B2F189E-7D03-F8D3-92B1-7C3E0CD6B75C}"/>
                  </a:ext>
                </a:extLst>
              </p:cNvPr>
              <p:cNvSpPr/>
              <p:nvPr/>
            </p:nvSpPr>
            <p:spPr>
              <a:xfrm>
                <a:off x="231755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2" name="ph4877">
                <a:extLst>
                  <a:ext uri="{FF2B5EF4-FFF2-40B4-BE49-F238E27FC236}">
                    <a16:creationId xmlns:a16="http://schemas.microsoft.com/office/drawing/2014/main" id="{353F4145-884F-94D5-BF33-2FEE5FF48F17}"/>
                  </a:ext>
                </a:extLst>
              </p:cNvPr>
              <p:cNvSpPr/>
              <p:nvPr/>
            </p:nvSpPr>
            <p:spPr>
              <a:xfrm>
                <a:off x="232699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8AF57">
                  <a:alpha val="100000"/>
                </a:srgbClr>
              </a:solidFill>
              <a:ln w="5420" cap="flat">
                <a:solidFill>
                  <a:srgbClr val="58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3" name="ph4878">
                <a:extLst>
                  <a:ext uri="{FF2B5EF4-FFF2-40B4-BE49-F238E27FC236}">
                    <a16:creationId xmlns:a16="http://schemas.microsoft.com/office/drawing/2014/main" id="{320AE01D-0CA3-56D0-C3AF-84C9B8C69A22}"/>
                  </a:ext>
                </a:extLst>
              </p:cNvPr>
              <p:cNvSpPr/>
              <p:nvPr/>
            </p:nvSpPr>
            <p:spPr>
              <a:xfrm>
                <a:off x="233643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4" name="ph4879">
                <a:extLst>
                  <a:ext uri="{FF2B5EF4-FFF2-40B4-BE49-F238E27FC236}">
                    <a16:creationId xmlns:a16="http://schemas.microsoft.com/office/drawing/2014/main" id="{35A6A5E1-CFCF-3C23-A91C-EB95AFA670AD}"/>
                  </a:ext>
                </a:extLst>
              </p:cNvPr>
              <p:cNvSpPr/>
              <p:nvPr/>
            </p:nvSpPr>
            <p:spPr>
              <a:xfrm>
                <a:off x="234587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5" name="ph4880">
                <a:extLst>
                  <a:ext uri="{FF2B5EF4-FFF2-40B4-BE49-F238E27FC236}">
                    <a16:creationId xmlns:a16="http://schemas.microsoft.com/office/drawing/2014/main" id="{1C272A8E-0FB2-3433-C8E0-AA19FEEE9276}"/>
                  </a:ext>
                </a:extLst>
              </p:cNvPr>
              <p:cNvSpPr/>
              <p:nvPr/>
            </p:nvSpPr>
            <p:spPr>
              <a:xfrm>
                <a:off x="235531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6AF57">
                  <a:alpha val="100000"/>
                </a:srgbClr>
              </a:solidFill>
              <a:ln w="5420" cap="flat">
                <a:solidFill>
                  <a:srgbClr val="56AF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6" name="ph4881">
                <a:extLst>
                  <a:ext uri="{FF2B5EF4-FFF2-40B4-BE49-F238E27FC236}">
                    <a16:creationId xmlns:a16="http://schemas.microsoft.com/office/drawing/2014/main" id="{B9CAE177-230D-6220-16C7-ACD773ADBF7B}"/>
                  </a:ext>
                </a:extLst>
              </p:cNvPr>
              <p:cNvSpPr/>
              <p:nvPr/>
            </p:nvSpPr>
            <p:spPr>
              <a:xfrm>
                <a:off x="236476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8B057">
                  <a:alpha val="100000"/>
                </a:srgbClr>
              </a:solidFill>
              <a:ln w="5420" cap="flat">
                <a:solidFill>
                  <a:srgbClr val="58B0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7" name="ph4882">
                <a:extLst>
                  <a:ext uri="{FF2B5EF4-FFF2-40B4-BE49-F238E27FC236}">
                    <a16:creationId xmlns:a16="http://schemas.microsoft.com/office/drawing/2014/main" id="{7703100B-7DB1-340C-9C4D-834CD0F5EDE9}"/>
                  </a:ext>
                </a:extLst>
              </p:cNvPr>
              <p:cNvSpPr/>
              <p:nvPr/>
            </p:nvSpPr>
            <p:spPr>
              <a:xfrm>
                <a:off x="237420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5AB157">
                  <a:alpha val="100000"/>
                </a:srgbClr>
              </a:solidFill>
              <a:ln w="5420" cap="flat">
                <a:solidFill>
                  <a:srgbClr val="5AB1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8" name="ph4883">
                <a:extLst>
                  <a:ext uri="{FF2B5EF4-FFF2-40B4-BE49-F238E27FC236}">
                    <a16:creationId xmlns:a16="http://schemas.microsoft.com/office/drawing/2014/main" id="{C9A7E5D4-D8C1-6A0F-1EB7-81042043F462}"/>
                  </a:ext>
                </a:extLst>
              </p:cNvPr>
              <p:cNvSpPr/>
              <p:nvPr/>
            </p:nvSpPr>
            <p:spPr>
              <a:xfrm>
                <a:off x="238364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5DB258">
                  <a:alpha val="100000"/>
                </a:srgbClr>
              </a:solidFill>
              <a:ln w="5420" cap="flat">
                <a:solidFill>
                  <a:srgbClr val="5DB2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9" name="ph4884">
                <a:extLst>
                  <a:ext uri="{FF2B5EF4-FFF2-40B4-BE49-F238E27FC236}">
                    <a16:creationId xmlns:a16="http://schemas.microsoft.com/office/drawing/2014/main" id="{56FD9AD6-AA6F-FAC9-60EA-A487C2F40D6C}"/>
                  </a:ext>
                </a:extLst>
              </p:cNvPr>
              <p:cNvSpPr/>
              <p:nvPr/>
            </p:nvSpPr>
            <p:spPr>
              <a:xfrm>
                <a:off x="239308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1B458">
                  <a:alpha val="100000"/>
                </a:srgbClr>
              </a:solidFill>
              <a:ln w="5420" cap="flat">
                <a:solidFill>
                  <a:srgbClr val="61B45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0" name="ph4885">
                <a:extLst>
                  <a:ext uri="{FF2B5EF4-FFF2-40B4-BE49-F238E27FC236}">
                    <a16:creationId xmlns:a16="http://schemas.microsoft.com/office/drawing/2014/main" id="{0CCAF99E-D68F-B36A-426A-C2A8E1E4C513}"/>
                  </a:ext>
                </a:extLst>
              </p:cNvPr>
              <p:cNvSpPr/>
              <p:nvPr/>
            </p:nvSpPr>
            <p:spPr>
              <a:xfrm>
                <a:off x="240252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4B659">
                  <a:alpha val="100000"/>
                </a:srgbClr>
              </a:solidFill>
              <a:ln w="5420" cap="flat">
                <a:solidFill>
                  <a:srgbClr val="64B6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1" name="ph4886">
                <a:extLst>
                  <a:ext uri="{FF2B5EF4-FFF2-40B4-BE49-F238E27FC236}">
                    <a16:creationId xmlns:a16="http://schemas.microsoft.com/office/drawing/2014/main" id="{8B848915-39B3-FFF6-9C1E-2CE5C1206164}"/>
                  </a:ext>
                </a:extLst>
              </p:cNvPr>
              <p:cNvSpPr/>
              <p:nvPr/>
            </p:nvSpPr>
            <p:spPr>
              <a:xfrm>
                <a:off x="241196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8B85A">
                  <a:alpha val="100000"/>
                </a:srgbClr>
              </a:solidFill>
              <a:ln w="5420" cap="flat">
                <a:solidFill>
                  <a:srgbClr val="68B8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2" name="ph4887">
                <a:extLst>
                  <a:ext uri="{FF2B5EF4-FFF2-40B4-BE49-F238E27FC236}">
                    <a16:creationId xmlns:a16="http://schemas.microsoft.com/office/drawing/2014/main" id="{AC3D4029-2C07-B770-47E9-6816333BC166}"/>
                  </a:ext>
                </a:extLst>
              </p:cNvPr>
              <p:cNvSpPr/>
              <p:nvPr/>
            </p:nvSpPr>
            <p:spPr>
              <a:xfrm>
                <a:off x="242140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DBA5A">
                  <a:alpha val="100000"/>
                </a:srgbClr>
              </a:solidFill>
              <a:ln w="5420" cap="flat">
                <a:solidFill>
                  <a:srgbClr val="6DBA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3" name="ph4888">
                <a:extLst>
                  <a:ext uri="{FF2B5EF4-FFF2-40B4-BE49-F238E27FC236}">
                    <a16:creationId xmlns:a16="http://schemas.microsoft.com/office/drawing/2014/main" id="{2B6AA77C-9813-0559-7447-03D7C3DA2F59}"/>
                  </a:ext>
                </a:extLst>
              </p:cNvPr>
              <p:cNvSpPr/>
              <p:nvPr/>
            </p:nvSpPr>
            <p:spPr>
              <a:xfrm>
                <a:off x="243084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1BD5B">
                  <a:alpha val="100000"/>
                </a:srgbClr>
              </a:solidFill>
              <a:ln w="5420" cap="flat">
                <a:solidFill>
                  <a:srgbClr val="71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4" name="ph4889">
                <a:extLst>
                  <a:ext uri="{FF2B5EF4-FFF2-40B4-BE49-F238E27FC236}">
                    <a16:creationId xmlns:a16="http://schemas.microsoft.com/office/drawing/2014/main" id="{9593BC79-9C5E-9437-CFA3-9AE7923F1DA6}"/>
                  </a:ext>
                </a:extLst>
              </p:cNvPr>
              <p:cNvSpPr/>
              <p:nvPr/>
            </p:nvSpPr>
            <p:spPr>
              <a:xfrm>
                <a:off x="244028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5" name="ph4890">
                <a:extLst>
                  <a:ext uri="{FF2B5EF4-FFF2-40B4-BE49-F238E27FC236}">
                    <a16:creationId xmlns:a16="http://schemas.microsoft.com/office/drawing/2014/main" id="{523F11BF-2F52-70B1-5238-1A4F411630CA}"/>
                  </a:ext>
                </a:extLst>
              </p:cNvPr>
              <p:cNvSpPr/>
              <p:nvPr/>
            </p:nvSpPr>
            <p:spPr>
              <a:xfrm>
                <a:off x="244972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6" name="ph4891">
                <a:extLst>
                  <a:ext uri="{FF2B5EF4-FFF2-40B4-BE49-F238E27FC236}">
                    <a16:creationId xmlns:a16="http://schemas.microsoft.com/office/drawing/2014/main" id="{56B6B301-9863-9D84-48A4-061EA3C99F08}"/>
                  </a:ext>
                </a:extLst>
              </p:cNvPr>
              <p:cNvSpPr/>
              <p:nvPr/>
            </p:nvSpPr>
            <p:spPr>
              <a:xfrm>
                <a:off x="2459162" y="1640698"/>
                <a:ext cx="921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99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80" y="896830"/>
                    </a:lnTo>
                    <a:lnTo>
                      <a:pt x="917390" y="900903"/>
                    </a:lnTo>
                    <a:lnTo>
                      <a:pt x="920358" y="910557"/>
                    </a:lnTo>
                    <a:lnTo>
                      <a:pt x="921399" y="914400"/>
                    </a:lnTo>
                    <a:close/>
                  </a:path>
                </a:pathLst>
              </a:custGeom>
              <a:solidFill>
                <a:srgbClr val="7CC35D">
                  <a:alpha val="100000"/>
                </a:srgbClr>
              </a:solidFill>
              <a:ln w="5420" cap="flat">
                <a:solidFill>
                  <a:srgbClr val="7CC3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7" name="ph4892">
                <a:extLst>
                  <a:ext uri="{FF2B5EF4-FFF2-40B4-BE49-F238E27FC236}">
                    <a16:creationId xmlns:a16="http://schemas.microsoft.com/office/drawing/2014/main" id="{3C7937A4-FCA3-AA19-0B10-C787F657589F}"/>
                  </a:ext>
                </a:extLst>
              </p:cNvPr>
              <p:cNvSpPr/>
              <p:nvPr/>
            </p:nvSpPr>
            <p:spPr>
              <a:xfrm>
                <a:off x="3129419" y="1623128"/>
                <a:ext cx="914400" cy="92833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330">
                    <a:moveTo>
                      <a:pt x="914400" y="914400"/>
                    </a:moveTo>
                    <a:lnTo>
                      <a:pt x="914400" y="928330"/>
                    </a:lnTo>
                    <a:lnTo>
                      <a:pt x="912595" y="924233"/>
                    </a:lnTo>
                    <a:lnTo>
                      <a:pt x="909109" y="915426"/>
                    </a:lnTo>
                    <a:lnTo>
                      <a:pt x="908746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8" name="ph4893">
                <a:extLst>
                  <a:ext uri="{FF2B5EF4-FFF2-40B4-BE49-F238E27FC236}">
                    <a16:creationId xmlns:a16="http://schemas.microsoft.com/office/drawing/2014/main" id="{6D478D79-7A8D-D08B-CE3C-03DF269146D2}"/>
                  </a:ext>
                </a:extLst>
              </p:cNvPr>
              <p:cNvSpPr/>
              <p:nvPr/>
            </p:nvSpPr>
            <p:spPr>
              <a:xfrm>
                <a:off x="312941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003" y="931969"/>
                    </a:lnTo>
                    <a:lnTo>
                      <a:pt x="914400" y="92833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9" name="ph4894">
                <a:extLst>
                  <a:ext uri="{FF2B5EF4-FFF2-40B4-BE49-F238E27FC236}">
                    <a16:creationId xmlns:a16="http://schemas.microsoft.com/office/drawing/2014/main" id="{DE31721E-7064-12F6-02D9-10B41F480BFE}"/>
                  </a:ext>
                </a:extLst>
              </p:cNvPr>
              <p:cNvSpPr/>
              <p:nvPr/>
            </p:nvSpPr>
            <p:spPr>
              <a:xfrm>
                <a:off x="313885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0" name="ph4895">
                <a:extLst>
                  <a:ext uri="{FF2B5EF4-FFF2-40B4-BE49-F238E27FC236}">
                    <a16:creationId xmlns:a16="http://schemas.microsoft.com/office/drawing/2014/main" id="{A0E8E4E6-8E99-BE93-92B6-0F982FAAF7E2}"/>
                  </a:ext>
                </a:extLst>
              </p:cNvPr>
              <p:cNvSpPr/>
              <p:nvPr/>
            </p:nvSpPr>
            <p:spPr>
              <a:xfrm>
                <a:off x="3148299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1" name="ph4896">
                <a:extLst>
                  <a:ext uri="{FF2B5EF4-FFF2-40B4-BE49-F238E27FC236}">
                    <a16:creationId xmlns:a16="http://schemas.microsoft.com/office/drawing/2014/main" id="{9440A197-A249-1D41-0D79-8BA25CF8BA56}"/>
                  </a:ext>
                </a:extLst>
              </p:cNvPr>
              <p:cNvSpPr/>
              <p:nvPr/>
            </p:nvSpPr>
            <p:spPr>
              <a:xfrm>
                <a:off x="315774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2" name="ph4897">
                <a:extLst>
                  <a:ext uri="{FF2B5EF4-FFF2-40B4-BE49-F238E27FC236}">
                    <a16:creationId xmlns:a16="http://schemas.microsoft.com/office/drawing/2014/main" id="{5DA08F57-3239-F6B9-F707-3E95BC5D2F81}"/>
                  </a:ext>
                </a:extLst>
              </p:cNvPr>
              <p:cNvSpPr/>
              <p:nvPr/>
            </p:nvSpPr>
            <p:spPr>
              <a:xfrm>
                <a:off x="316718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3" name="ph4898">
                <a:extLst>
                  <a:ext uri="{FF2B5EF4-FFF2-40B4-BE49-F238E27FC236}">
                    <a16:creationId xmlns:a16="http://schemas.microsoft.com/office/drawing/2014/main" id="{E73D62E1-571B-9321-3198-77A10A955FD2}"/>
                  </a:ext>
                </a:extLst>
              </p:cNvPr>
              <p:cNvSpPr/>
              <p:nvPr/>
            </p:nvSpPr>
            <p:spPr>
              <a:xfrm>
                <a:off x="317662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4" name="ph4899">
                <a:extLst>
                  <a:ext uri="{FF2B5EF4-FFF2-40B4-BE49-F238E27FC236}">
                    <a16:creationId xmlns:a16="http://schemas.microsoft.com/office/drawing/2014/main" id="{162CA8D7-37BF-528F-1C72-4B36F5700240}"/>
                  </a:ext>
                </a:extLst>
              </p:cNvPr>
              <p:cNvSpPr/>
              <p:nvPr/>
            </p:nvSpPr>
            <p:spPr>
              <a:xfrm>
                <a:off x="3186060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5" name="ph4900">
                <a:extLst>
                  <a:ext uri="{FF2B5EF4-FFF2-40B4-BE49-F238E27FC236}">
                    <a16:creationId xmlns:a16="http://schemas.microsoft.com/office/drawing/2014/main" id="{4FAD428B-3B68-2BC5-4CE4-D554EEF39BB0}"/>
                  </a:ext>
                </a:extLst>
              </p:cNvPr>
              <p:cNvSpPr/>
              <p:nvPr/>
            </p:nvSpPr>
            <p:spPr>
              <a:xfrm>
                <a:off x="319550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6" name="ph4901">
                <a:extLst>
                  <a:ext uri="{FF2B5EF4-FFF2-40B4-BE49-F238E27FC236}">
                    <a16:creationId xmlns:a16="http://schemas.microsoft.com/office/drawing/2014/main" id="{341EC110-6778-E66E-EEFC-90EFD379DBEE}"/>
                  </a:ext>
                </a:extLst>
              </p:cNvPr>
              <p:cNvSpPr/>
              <p:nvPr/>
            </p:nvSpPr>
            <p:spPr>
              <a:xfrm>
                <a:off x="320494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7" name="ph4902">
                <a:extLst>
                  <a:ext uri="{FF2B5EF4-FFF2-40B4-BE49-F238E27FC236}">
                    <a16:creationId xmlns:a16="http://schemas.microsoft.com/office/drawing/2014/main" id="{DFFFA7CD-CA8C-99E5-4D46-458A2DBE0EDC}"/>
                  </a:ext>
                </a:extLst>
              </p:cNvPr>
              <p:cNvSpPr/>
              <p:nvPr/>
            </p:nvSpPr>
            <p:spPr>
              <a:xfrm>
                <a:off x="321438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8" name="ph4903">
                <a:extLst>
                  <a:ext uri="{FF2B5EF4-FFF2-40B4-BE49-F238E27FC236}">
                    <a16:creationId xmlns:a16="http://schemas.microsoft.com/office/drawing/2014/main" id="{38F2442D-B127-A8C0-17C7-A52CFF9171B8}"/>
                  </a:ext>
                </a:extLst>
              </p:cNvPr>
              <p:cNvSpPr/>
              <p:nvPr/>
            </p:nvSpPr>
            <p:spPr>
              <a:xfrm>
                <a:off x="3223821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9" name="ph4904">
                <a:extLst>
                  <a:ext uri="{FF2B5EF4-FFF2-40B4-BE49-F238E27FC236}">
                    <a16:creationId xmlns:a16="http://schemas.microsoft.com/office/drawing/2014/main" id="{2E2DF106-5B62-0C47-828E-DCC4043B6800}"/>
                  </a:ext>
                </a:extLst>
              </p:cNvPr>
              <p:cNvSpPr/>
              <p:nvPr/>
            </p:nvSpPr>
            <p:spPr>
              <a:xfrm>
                <a:off x="323326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0" name="ph4905">
                <a:extLst>
                  <a:ext uri="{FF2B5EF4-FFF2-40B4-BE49-F238E27FC236}">
                    <a16:creationId xmlns:a16="http://schemas.microsoft.com/office/drawing/2014/main" id="{7652B1F5-C83B-D3EB-64F5-3BC01B3DD800}"/>
                  </a:ext>
                </a:extLst>
              </p:cNvPr>
              <p:cNvSpPr/>
              <p:nvPr/>
            </p:nvSpPr>
            <p:spPr>
              <a:xfrm>
                <a:off x="324270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1" name="ph4906">
                <a:extLst>
                  <a:ext uri="{FF2B5EF4-FFF2-40B4-BE49-F238E27FC236}">
                    <a16:creationId xmlns:a16="http://schemas.microsoft.com/office/drawing/2014/main" id="{386B211F-DA04-66CB-B50D-DAE581D6C52E}"/>
                  </a:ext>
                </a:extLst>
              </p:cNvPr>
              <p:cNvSpPr/>
              <p:nvPr/>
            </p:nvSpPr>
            <p:spPr>
              <a:xfrm>
                <a:off x="325214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2" name="ph4907">
                <a:extLst>
                  <a:ext uri="{FF2B5EF4-FFF2-40B4-BE49-F238E27FC236}">
                    <a16:creationId xmlns:a16="http://schemas.microsoft.com/office/drawing/2014/main" id="{821E60BA-9784-12D0-1FED-67017A7EAF17}"/>
                  </a:ext>
                </a:extLst>
              </p:cNvPr>
              <p:cNvSpPr/>
              <p:nvPr/>
            </p:nvSpPr>
            <p:spPr>
              <a:xfrm>
                <a:off x="3261582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3" name="ph4908">
                <a:extLst>
                  <a:ext uri="{FF2B5EF4-FFF2-40B4-BE49-F238E27FC236}">
                    <a16:creationId xmlns:a16="http://schemas.microsoft.com/office/drawing/2014/main" id="{A87D8BD1-04C0-2911-F709-51BBC0E8CDB4}"/>
                  </a:ext>
                </a:extLst>
              </p:cNvPr>
              <p:cNvSpPr/>
              <p:nvPr/>
            </p:nvSpPr>
            <p:spPr>
              <a:xfrm>
                <a:off x="327102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4" name="ph4909">
                <a:extLst>
                  <a:ext uri="{FF2B5EF4-FFF2-40B4-BE49-F238E27FC236}">
                    <a16:creationId xmlns:a16="http://schemas.microsoft.com/office/drawing/2014/main" id="{38B69DE1-69E8-33B4-0B62-89A4546DE61E}"/>
                  </a:ext>
                </a:extLst>
              </p:cNvPr>
              <p:cNvSpPr/>
              <p:nvPr/>
            </p:nvSpPr>
            <p:spPr>
              <a:xfrm>
                <a:off x="328046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5" name="ph4910">
                <a:extLst>
                  <a:ext uri="{FF2B5EF4-FFF2-40B4-BE49-F238E27FC236}">
                    <a16:creationId xmlns:a16="http://schemas.microsoft.com/office/drawing/2014/main" id="{5967E44D-C188-309D-9AC0-5E3DE100A14B}"/>
                  </a:ext>
                </a:extLst>
              </p:cNvPr>
              <p:cNvSpPr/>
              <p:nvPr/>
            </p:nvSpPr>
            <p:spPr>
              <a:xfrm>
                <a:off x="328990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6" name="ph4911">
                <a:extLst>
                  <a:ext uri="{FF2B5EF4-FFF2-40B4-BE49-F238E27FC236}">
                    <a16:creationId xmlns:a16="http://schemas.microsoft.com/office/drawing/2014/main" id="{58398D20-1CF2-BF8C-44A2-C3499A8EAEA2}"/>
                  </a:ext>
                </a:extLst>
              </p:cNvPr>
              <p:cNvSpPr/>
              <p:nvPr/>
            </p:nvSpPr>
            <p:spPr>
              <a:xfrm>
                <a:off x="3299343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7" name="ph4912">
                <a:extLst>
                  <a:ext uri="{FF2B5EF4-FFF2-40B4-BE49-F238E27FC236}">
                    <a16:creationId xmlns:a16="http://schemas.microsoft.com/office/drawing/2014/main" id="{1946BB89-B99E-A84C-2374-8088F636A53A}"/>
                  </a:ext>
                </a:extLst>
              </p:cNvPr>
              <p:cNvSpPr/>
              <p:nvPr/>
            </p:nvSpPr>
            <p:spPr>
              <a:xfrm>
                <a:off x="330878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8" name="ph4913">
                <a:extLst>
                  <a:ext uri="{FF2B5EF4-FFF2-40B4-BE49-F238E27FC236}">
                    <a16:creationId xmlns:a16="http://schemas.microsoft.com/office/drawing/2014/main" id="{95B2297B-0898-5105-4EC8-462968EE49FE}"/>
                  </a:ext>
                </a:extLst>
              </p:cNvPr>
              <p:cNvSpPr/>
              <p:nvPr/>
            </p:nvSpPr>
            <p:spPr>
              <a:xfrm>
                <a:off x="331822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9" name="ph4914">
                <a:extLst>
                  <a:ext uri="{FF2B5EF4-FFF2-40B4-BE49-F238E27FC236}">
                    <a16:creationId xmlns:a16="http://schemas.microsoft.com/office/drawing/2014/main" id="{99976E8B-EEEC-57EB-3F82-601BA56F322A}"/>
                  </a:ext>
                </a:extLst>
              </p:cNvPr>
              <p:cNvSpPr/>
              <p:nvPr/>
            </p:nvSpPr>
            <p:spPr>
              <a:xfrm>
                <a:off x="332766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0" name="ph4915">
                <a:extLst>
                  <a:ext uri="{FF2B5EF4-FFF2-40B4-BE49-F238E27FC236}">
                    <a16:creationId xmlns:a16="http://schemas.microsoft.com/office/drawing/2014/main" id="{A4E20687-2D22-271C-9F94-1662A0ABF452}"/>
                  </a:ext>
                </a:extLst>
              </p:cNvPr>
              <p:cNvSpPr/>
              <p:nvPr/>
            </p:nvSpPr>
            <p:spPr>
              <a:xfrm>
                <a:off x="333710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1" name="ph4916">
                <a:extLst>
                  <a:ext uri="{FF2B5EF4-FFF2-40B4-BE49-F238E27FC236}">
                    <a16:creationId xmlns:a16="http://schemas.microsoft.com/office/drawing/2014/main" id="{ED0BFF10-27BD-9420-AFD9-2E8B6B24916A}"/>
                  </a:ext>
                </a:extLst>
              </p:cNvPr>
              <p:cNvSpPr/>
              <p:nvPr/>
            </p:nvSpPr>
            <p:spPr>
              <a:xfrm>
                <a:off x="3346544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2" name="ph4917">
                <a:extLst>
                  <a:ext uri="{FF2B5EF4-FFF2-40B4-BE49-F238E27FC236}">
                    <a16:creationId xmlns:a16="http://schemas.microsoft.com/office/drawing/2014/main" id="{1403BC49-C36C-5AD0-CF2C-44F3F3C7964B}"/>
                  </a:ext>
                </a:extLst>
              </p:cNvPr>
              <p:cNvSpPr/>
              <p:nvPr/>
            </p:nvSpPr>
            <p:spPr>
              <a:xfrm>
                <a:off x="335598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3" name="ph4918">
                <a:extLst>
                  <a:ext uri="{FF2B5EF4-FFF2-40B4-BE49-F238E27FC236}">
                    <a16:creationId xmlns:a16="http://schemas.microsoft.com/office/drawing/2014/main" id="{27AED18C-E59A-CD37-EE59-0C9E5315A106}"/>
                  </a:ext>
                </a:extLst>
              </p:cNvPr>
              <p:cNvSpPr/>
              <p:nvPr/>
            </p:nvSpPr>
            <p:spPr>
              <a:xfrm>
                <a:off x="336542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4" name="ph4919">
                <a:extLst>
                  <a:ext uri="{FF2B5EF4-FFF2-40B4-BE49-F238E27FC236}">
                    <a16:creationId xmlns:a16="http://schemas.microsoft.com/office/drawing/2014/main" id="{4A2CF28A-FF5A-192D-6A03-16DB502B96EA}"/>
                  </a:ext>
                </a:extLst>
              </p:cNvPr>
              <p:cNvSpPr/>
              <p:nvPr/>
            </p:nvSpPr>
            <p:spPr>
              <a:xfrm>
                <a:off x="337486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5" name="ph4920">
                <a:extLst>
                  <a:ext uri="{FF2B5EF4-FFF2-40B4-BE49-F238E27FC236}">
                    <a16:creationId xmlns:a16="http://schemas.microsoft.com/office/drawing/2014/main" id="{CEDB9496-95B6-9478-EAC4-F3D96D14EE6C}"/>
                  </a:ext>
                </a:extLst>
              </p:cNvPr>
              <p:cNvSpPr/>
              <p:nvPr/>
            </p:nvSpPr>
            <p:spPr>
              <a:xfrm>
                <a:off x="3384305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6" name="ph4921">
                <a:extLst>
                  <a:ext uri="{FF2B5EF4-FFF2-40B4-BE49-F238E27FC236}">
                    <a16:creationId xmlns:a16="http://schemas.microsoft.com/office/drawing/2014/main" id="{D9DDBC9F-F4DA-83D9-504D-5A68E4D28A71}"/>
                  </a:ext>
                </a:extLst>
              </p:cNvPr>
              <p:cNvSpPr/>
              <p:nvPr/>
            </p:nvSpPr>
            <p:spPr>
              <a:xfrm>
                <a:off x="339374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7" name="ph4922">
                <a:extLst>
                  <a:ext uri="{FF2B5EF4-FFF2-40B4-BE49-F238E27FC236}">
                    <a16:creationId xmlns:a16="http://schemas.microsoft.com/office/drawing/2014/main" id="{87F5815A-9C11-B9CB-904A-04D2A90D565F}"/>
                  </a:ext>
                </a:extLst>
              </p:cNvPr>
              <p:cNvSpPr/>
              <p:nvPr/>
            </p:nvSpPr>
            <p:spPr>
              <a:xfrm>
                <a:off x="340318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8" name="ph4923">
                <a:extLst>
                  <a:ext uri="{FF2B5EF4-FFF2-40B4-BE49-F238E27FC236}">
                    <a16:creationId xmlns:a16="http://schemas.microsoft.com/office/drawing/2014/main" id="{B11B64B9-EFE4-359F-00AD-F5FF6B126E39}"/>
                  </a:ext>
                </a:extLst>
              </p:cNvPr>
              <p:cNvSpPr/>
              <p:nvPr/>
            </p:nvSpPr>
            <p:spPr>
              <a:xfrm>
                <a:off x="341262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9" name="ph4924">
                <a:extLst>
                  <a:ext uri="{FF2B5EF4-FFF2-40B4-BE49-F238E27FC236}">
                    <a16:creationId xmlns:a16="http://schemas.microsoft.com/office/drawing/2014/main" id="{880EC48D-A81C-8329-C381-3DBDD7F2632D}"/>
                  </a:ext>
                </a:extLst>
              </p:cNvPr>
              <p:cNvSpPr/>
              <p:nvPr/>
            </p:nvSpPr>
            <p:spPr>
              <a:xfrm>
                <a:off x="3422066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0" name="ph4925">
                <a:extLst>
                  <a:ext uri="{FF2B5EF4-FFF2-40B4-BE49-F238E27FC236}">
                    <a16:creationId xmlns:a16="http://schemas.microsoft.com/office/drawing/2014/main" id="{885EB215-2A93-22FE-C17D-42EDE4325F8D}"/>
                  </a:ext>
                </a:extLst>
              </p:cNvPr>
              <p:cNvSpPr/>
              <p:nvPr/>
            </p:nvSpPr>
            <p:spPr>
              <a:xfrm>
                <a:off x="343150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1" name="ph4926">
                <a:extLst>
                  <a:ext uri="{FF2B5EF4-FFF2-40B4-BE49-F238E27FC236}">
                    <a16:creationId xmlns:a16="http://schemas.microsoft.com/office/drawing/2014/main" id="{4918A853-5E36-E1F7-6F7F-F05FB30EAB44}"/>
                  </a:ext>
                </a:extLst>
              </p:cNvPr>
              <p:cNvSpPr/>
              <p:nvPr/>
            </p:nvSpPr>
            <p:spPr>
              <a:xfrm>
                <a:off x="344094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2" name="ph4927">
                <a:extLst>
                  <a:ext uri="{FF2B5EF4-FFF2-40B4-BE49-F238E27FC236}">
                    <a16:creationId xmlns:a16="http://schemas.microsoft.com/office/drawing/2014/main" id="{795BE6FC-7735-3548-1F34-63A09F2EA1A4}"/>
                  </a:ext>
                </a:extLst>
              </p:cNvPr>
              <p:cNvSpPr/>
              <p:nvPr/>
            </p:nvSpPr>
            <p:spPr>
              <a:xfrm>
                <a:off x="345038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3" name="ph4928">
                <a:extLst>
                  <a:ext uri="{FF2B5EF4-FFF2-40B4-BE49-F238E27FC236}">
                    <a16:creationId xmlns:a16="http://schemas.microsoft.com/office/drawing/2014/main" id="{2ECE144C-A15D-E7B6-5405-D576F0CDD742}"/>
                  </a:ext>
                </a:extLst>
              </p:cNvPr>
              <p:cNvSpPr/>
              <p:nvPr/>
            </p:nvSpPr>
            <p:spPr>
              <a:xfrm>
                <a:off x="3459827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4" name="ph4929">
                <a:extLst>
                  <a:ext uri="{FF2B5EF4-FFF2-40B4-BE49-F238E27FC236}">
                    <a16:creationId xmlns:a16="http://schemas.microsoft.com/office/drawing/2014/main" id="{56562B9C-B2F1-C35F-6BFF-74D9DEE92663}"/>
                  </a:ext>
                </a:extLst>
              </p:cNvPr>
              <p:cNvSpPr/>
              <p:nvPr/>
            </p:nvSpPr>
            <p:spPr>
              <a:xfrm>
                <a:off x="3469268" y="162312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5" name="ph4930">
                <a:extLst>
                  <a:ext uri="{FF2B5EF4-FFF2-40B4-BE49-F238E27FC236}">
                    <a16:creationId xmlns:a16="http://schemas.microsoft.com/office/drawing/2014/main" id="{8AC0C08A-F094-189D-15FC-096E5415C2C5}"/>
                  </a:ext>
                </a:extLst>
              </p:cNvPr>
              <p:cNvSpPr/>
              <p:nvPr/>
            </p:nvSpPr>
            <p:spPr>
              <a:xfrm>
                <a:off x="3478708" y="164069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779"/>
                    </a:lnTo>
                    <a:lnTo>
                      <a:pt x="923281" y="909413"/>
                    </a:lnTo>
                    <a:lnTo>
                      <a:pt x="91835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6" name="ph4931">
                <a:extLst>
                  <a:ext uri="{FF2B5EF4-FFF2-40B4-BE49-F238E27FC236}">
                    <a16:creationId xmlns:a16="http://schemas.microsoft.com/office/drawing/2014/main" id="{715E46B6-5C36-E418-2DF3-5C441C42ABC8}"/>
                  </a:ext>
                </a:extLst>
              </p:cNvPr>
              <p:cNvSpPr/>
              <p:nvPr/>
            </p:nvSpPr>
            <p:spPr>
              <a:xfrm>
                <a:off x="3488148" y="1623128"/>
                <a:ext cx="923840" cy="9263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3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921"/>
                    </a:lnTo>
                    <a:lnTo>
                      <a:pt x="923236" y="915726"/>
                    </a:lnTo>
                    <a:lnTo>
                      <a:pt x="918613" y="921570"/>
                    </a:lnTo>
                    <a:lnTo>
                      <a:pt x="914400" y="92634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7" name="ph4932">
                <a:extLst>
                  <a:ext uri="{FF2B5EF4-FFF2-40B4-BE49-F238E27FC236}">
                    <a16:creationId xmlns:a16="http://schemas.microsoft.com/office/drawing/2014/main" id="{F179AF6A-593C-4750-327F-555C6CC46304}"/>
                  </a:ext>
                </a:extLst>
              </p:cNvPr>
              <p:cNvSpPr/>
              <p:nvPr/>
            </p:nvSpPr>
            <p:spPr>
              <a:xfrm>
                <a:off x="3497588" y="1623128"/>
                <a:ext cx="914791" cy="914921"/>
              </a:xfrm>
              <a:custGeom>
                <a:avLst/>
                <a:gdLst/>
                <a:ahLst/>
                <a:cxnLst/>
                <a:rect l="0" t="0" r="0" b="0"/>
                <a:pathLst>
                  <a:path w="914791" h="914921">
                    <a:moveTo>
                      <a:pt x="914400" y="914400"/>
                    </a:moveTo>
                    <a:lnTo>
                      <a:pt x="914791" y="914400"/>
                    </a:lnTo>
                    <a:lnTo>
                      <a:pt x="914400" y="91492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8" name="ph4933">
                <a:extLst>
                  <a:ext uri="{FF2B5EF4-FFF2-40B4-BE49-F238E27FC236}">
                    <a16:creationId xmlns:a16="http://schemas.microsoft.com/office/drawing/2014/main" id="{C7E7C506-C77E-500C-6400-47DE931F8BC7}"/>
                  </a:ext>
                </a:extLst>
              </p:cNvPr>
              <p:cNvSpPr/>
              <p:nvPr/>
            </p:nvSpPr>
            <p:spPr>
              <a:xfrm>
                <a:off x="2166515" y="1605559"/>
                <a:ext cx="914400" cy="92237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371">
                    <a:moveTo>
                      <a:pt x="914400" y="914400"/>
                    </a:moveTo>
                    <a:lnTo>
                      <a:pt x="914400" y="922371"/>
                    </a:lnTo>
                    <a:lnTo>
                      <a:pt x="914136" y="914400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9" name="ph4934">
                <a:extLst>
                  <a:ext uri="{FF2B5EF4-FFF2-40B4-BE49-F238E27FC236}">
                    <a16:creationId xmlns:a16="http://schemas.microsoft.com/office/drawing/2014/main" id="{4EC71A24-CF95-BC29-252C-3C7C29229823}"/>
                  </a:ext>
                </a:extLst>
              </p:cNvPr>
              <p:cNvSpPr/>
              <p:nvPr/>
            </p:nvSpPr>
            <p:spPr>
              <a:xfrm>
                <a:off x="216651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918" y="931969"/>
                    </a:lnTo>
                    <a:lnTo>
                      <a:pt x="914482" y="924861"/>
                    </a:lnTo>
                    <a:lnTo>
                      <a:pt x="914400" y="922371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0" name="ph4935">
                <a:extLst>
                  <a:ext uri="{FF2B5EF4-FFF2-40B4-BE49-F238E27FC236}">
                    <a16:creationId xmlns:a16="http://schemas.microsoft.com/office/drawing/2014/main" id="{B1645824-C713-EB5A-8005-D19C061FCFB1}"/>
                  </a:ext>
                </a:extLst>
              </p:cNvPr>
              <p:cNvSpPr/>
              <p:nvPr/>
            </p:nvSpPr>
            <p:spPr>
              <a:xfrm>
                <a:off x="217595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3E57E">
                  <a:alpha val="100000"/>
                </a:srgbClr>
              </a:solidFill>
              <a:ln w="5420" cap="flat">
                <a:solidFill>
                  <a:srgbClr val="C3E5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1" name="ph4936">
                <a:extLst>
                  <a:ext uri="{FF2B5EF4-FFF2-40B4-BE49-F238E27FC236}">
                    <a16:creationId xmlns:a16="http://schemas.microsoft.com/office/drawing/2014/main" id="{C24584F8-DFA0-FAC7-36CD-7E181C1A40DA}"/>
                  </a:ext>
                </a:extLst>
              </p:cNvPr>
              <p:cNvSpPr/>
              <p:nvPr/>
            </p:nvSpPr>
            <p:spPr>
              <a:xfrm>
                <a:off x="218539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FE37B">
                  <a:alpha val="100000"/>
                </a:srgbClr>
              </a:solidFill>
              <a:ln w="5420" cap="flat">
                <a:solidFill>
                  <a:srgbClr val="BFE3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2" name="ph4937">
                <a:extLst>
                  <a:ext uri="{FF2B5EF4-FFF2-40B4-BE49-F238E27FC236}">
                    <a16:creationId xmlns:a16="http://schemas.microsoft.com/office/drawing/2014/main" id="{5C414B93-3F28-AB3F-9F96-1B9F4F722D9D}"/>
                  </a:ext>
                </a:extLst>
              </p:cNvPr>
              <p:cNvSpPr/>
              <p:nvPr/>
            </p:nvSpPr>
            <p:spPr>
              <a:xfrm>
                <a:off x="219483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3" name="ph4938">
                <a:extLst>
                  <a:ext uri="{FF2B5EF4-FFF2-40B4-BE49-F238E27FC236}">
                    <a16:creationId xmlns:a16="http://schemas.microsoft.com/office/drawing/2014/main" id="{D31A0ED7-ABC1-B2E2-BFC9-083EB06865EA}"/>
                  </a:ext>
                </a:extLst>
              </p:cNvPr>
              <p:cNvSpPr/>
              <p:nvPr/>
            </p:nvSpPr>
            <p:spPr>
              <a:xfrm>
                <a:off x="220427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E076">
                  <a:alpha val="100000"/>
                </a:srgbClr>
              </a:solidFill>
              <a:ln w="5420" cap="flat">
                <a:solidFill>
                  <a:srgbClr val="B6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4" name="ph4939">
                <a:extLst>
                  <a:ext uri="{FF2B5EF4-FFF2-40B4-BE49-F238E27FC236}">
                    <a16:creationId xmlns:a16="http://schemas.microsoft.com/office/drawing/2014/main" id="{9130F07F-D6C3-605B-C91F-C96DE9E836DB}"/>
                  </a:ext>
                </a:extLst>
              </p:cNvPr>
              <p:cNvSpPr/>
              <p:nvPr/>
            </p:nvSpPr>
            <p:spPr>
              <a:xfrm>
                <a:off x="221371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2DD73">
                  <a:alpha val="100000"/>
                </a:srgbClr>
              </a:solidFill>
              <a:ln w="5420" cap="flat">
                <a:solidFill>
                  <a:srgbClr val="B2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5" name="ph4940">
                <a:extLst>
                  <a:ext uri="{FF2B5EF4-FFF2-40B4-BE49-F238E27FC236}">
                    <a16:creationId xmlns:a16="http://schemas.microsoft.com/office/drawing/2014/main" id="{D8FA802E-DDC3-6A04-71C1-35FA838975C7}"/>
                  </a:ext>
                </a:extLst>
              </p:cNvPr>
              <p:cNvSpPr/>
              <p:nvPr/>
            </p:nvSpPr>
            <p:spPr>
              <a:xfrm>
                <a:off x="222315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6" name="ph4941">
                <a:extLst>
                  <a:ext uri="{FF2B5EF4-FFF2-40B4-BE49-F238E27FC236}">
                    <a16:creationId xmlns:a16="http://schemas.microsoft.com/office/drawing/2014/main" id="{D45F76D2-2641-AFA9-2921-46F88CF1FD2B}"/>
                  </a:ext>
                </a:extLst>
              </p:cNvPr>
              <p:cNvSpPr/>
              <p:nvPr/>
            </p:nvSpPr>
            <p:spPr>
              <a:xfrm>
                <a:off x="223259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7D96D">
                  <a:alpha val="100000"/>
                </a:srgbClr>
              </a:solidFill>
              <a:ln w="5420" cap="flat">
                <a:solidFill>
                  <a:srgbClr val="A7D9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7" name="ph4942">
                <a:extLst>
                  <a:ext uri="{FF2B5EF4-FFF2-40B4-BE49-F238E27FC236}">
                    <a16:creationId xmlns:a16="http://schemas.microsoft.com/office/drawing/2014/main" id="{24C830BA-6026-1353-9066-4EA4720AA4C9}"/>
                  </a:ext>
                </a:extLst>
              </p:cNvPr>
              <p:cNvSpPr/>
              <p:nvPr/>
            </p:nvSpPr>
            <p:spPr>
              <a:xfrm>
                <a:off x="224203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8" name="ph4943">
                <a:extLst>
                  <a:ext uri="{FF2B5EF4-FFF2-40B4-BE49-F238E27FC236}">
                    <a16:creationId xmlns:a16="http://schemas.microsoft.com/office/drawing/2014/main" id="{736CA1F3-8830-43C1-9514-1B15AF7506EF}"/>
                  </a:ext>
                </a:extLst>
              </p:cNvPr>
              <p:cNvSpPr/>
              <p:nvPr/>
            </p:nvSpPr>
            <p:spPr>
              <a:xfrm>
                <a:off x="225147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CD466">
                  <a:alpha val="100000"/>
                </a:srgbClr>
              </a:solidFill>
              <a:ln w="5420" cap="flat">
                <a:solidFill>
                  <a:srgbClr val="9C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9" name="ph4944">
                <a:extLst>
                  <a:ext uri="{FF2B5EF4-FFF2-40B4-BE49-F238E27FC236}">
                    <a16:creationId xmlns:a16="http://schemas.microsoft.com/office/drawing/2014/main" id="{4EE95706-03F1-ADC2-3DA2-E083F068B213}"/>
                  </a:ext>
                </a:extLst>
              </p:cNvPr>
              <p:cNvSpPr/>
              <p:nvPr/>
            </p:nvSpPr>
            <p:spPr>
              <a:xfrm>
                <a:off x="226091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6D163">
                  <a:alpha val="100000"/>
                </a:srgbClr>
              </a:solidFill>
              <a:ln w="5420" cap="flat">
                <a:solidFill>
                  <a:srgbClr val="96D1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0" name="ph4945">
                <a:extLst>
                  <a:ext uri="{FF2B5EF4-FFF2-40B4-BE49-F238E27FC236}">
                    <a16:creationId xmlns:a16="http://schemas.microsoft.com/office/drawing/2014/main" id="{4EAE2063-A98F-A0AC-963B-BAA2B485C843}"/>
                  </a:ext>
                </a:extLst>
              </p:cNvPr>
              <p:cNvSpPr/>
              <p:nvPr/>
            </p:nvSpPr>
            <p:spPr>
              <a:xfrm>
                <a:off x="227035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1" name="ph4946">
                <a:extLst>
                  <a:ext uri="{FF2B5EF4-FFF2-40B4-BE49-F238E27FC236}">
                    <a16:creationId xmlns:a16="http://schemas.microsoft.com/office/drawing/2014/main" id="{37FCB015-C9F9-9960-C51B-CCA8F3915590}"/>
                  </a:ext>
                </a:extLst>
              </p:cNvPr>
              <p:cNvSpPr/>
              <p:nvPr/>
            </p:nvSpPr>
            <p:spPr>
              <a:xfrm>
                <a:off x="227979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2" name="ph4947">
                <a:extLst>
                  <a:ext uri="{FF2B5EF4-FFF2-40B4-BE49-F238E27FC236}">
                    <a16:creationId xmlns:a16="http://schemas.microsoft.com/office/drawing/2014/main" id="{AFDEA1B8-C362-EE31-E23C-1DDABEF44D36}"/>
                  </a:ext>
                </a:extLst>
              </p:cNvPr>
              <p:cNvSpPr/>
              <p:nvPr/>
            </p:nvSpPr>
            <p:spPr>
              <a:xfrm>
                <a:off x="228923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3" name="ph4948">
                <a:extLst>
                  <a:ext uri="{FF2B5EF4-FFF2-40B4-BE49-F238E27FC236}">
                    <a16:creationId xmlns:a16="http://schemas.microsoft.com/office/drawing/2014/main" id="{F9B132D7-9C41-FD44-23DB-20C06FBBC00D}"/>
                  </a:ext>
                </a:extLst>
              </p:cNvPr>
              <p:cNvSpPr/>
              <p:nvPr/>
            </p:nvSpPr>
            <p:spPr>
              <a:xfrm>
                <a:off x="229867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4" name="ph4949">
                <a:extLst>
                  <a:ext uri="{FF2B5EF4-FFF2-40B4-BE49-F238E27FC236}">
                    <a16:creationId xmlns:a16="http://schemas.microsoft.com/office/drawing/2014/main" id="{578B8E8B-3D3D-06C8-9908-9AB85A3F370C}"/>
                  </a:ext>
                </a:extLst>
              </p:cNvPr>
              <p:cNvSpPr/>
              <p:nvPr/>
            </p:nvSpPr>
            <p:spPr>
              <a:xfrm>
                <a:off x="230811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9C15C">
                  <a:alpha val="100000"/>
                </a:srgbClr>
              </a:solidFill>
              <a:ln w="5420" cap="flat">
                <a:solidFill>
                  <a:srgbClr val="79C1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5" name="ph4950">
                <a:extLst>
                  <a:ext uri="{FF2B5EF4-FFF2-40B4-BE49-F238E27FC236}">
                    <a16:creationId xmlns:a16="http://schemas.microsoft.com/office/drawing/2014/main" id="{DC42C0BE-58DC-719C-608A-6D3F0310C354}"/>
                  </a:ext>
                </a:extLst>
              </p:cNvPr>
              <p:cNvSpPr/>
              <p:nvPr/>
            </p:nvSpPr>
            <p:spPr>
              <a:xfrm>
                <a:off x="231755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C">
                  <a:alpha val="100000"/>
                </a:srgbClr>
              </a:solidFill>
              <a:ln w="5420" cap="flat">
                <a:solidFill>
                  <a:srgbClr val="75BF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6" name="ph4951">
                <a:extLst>
                  <a:ext uri="{FF2B5EF4-FFF2-40B4-BE49-F238E27FC236}">
                    <a16:creationId xmlns:a16="http://schemas.microsoft.com/office/drawing/2014/main" id="{20819A7A-C877-246C-A41B-D8FBF679CE32}"/>
                  </a:ext>
                </a:extLst>
              </p:cNvPr>
              <p:cNvSpPr/>
              <p:nvPr/>
            </p:nvSpPr>
            <p:spPr>
              <a:xfrm>
                <a:off x="232699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2BD5B">
                  <a:alpha val="100000"/>
                </a:srgbClr>
              </a:solidFill>
              <a:ln w="5420" cap="flat">
                <a:solidFill>
                  <a:srgbClr val="72BD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7" name="ph4952">
                <a:extLst>
                  <a:ext uri="{FF2B5EF4-FFF2-40B4-BE49-F238E27FC236}">
                    <a16:creationId xmlns:a16="http://schemas.microsoft.com/office/drawing/2014/main" id="{62B0EDE6-87A8-3A94-0F33-01A27273E47F}"/>
                  </a:ext>
                </a:extLst>
              </p:cNvPr>
              <p:cNvSpPr/>
              <p:nvPr/>
            </p:nvSpPr>
            <p:spPr>
              <a:xfrm>
                <a:off x="233643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8" name="ph4953">
                <a:extLst>
                  <a:ext uri="{FF2B5EF4-FFF2-40B4-BE49-F238E27FC236}">
                    <a16:creationId xmlns:a16="http://schemas.microsoft.com/office/drawing/2014/main" id="{799155C2-C641-9A6E-0395-A72F0529CBAD}"/>
                  </a:ext>
                </a:extLst>
              </p:cNvPr>
              <p:cNvSpPr/>
              <p:nvPr/>
            </p:nvSpPr>
            <p:spPr>
              <a:xfrm>
                <a:off x="234587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9" name="ph4954">
                <a:extLst>
                  <a:ext uri="{FF2B5EF4-FFF2-40B4-BE49-F238E27FC236}">
                    <a16:creationId xmlns:a16="http://schemas.microsoft.com/office/drawing/2014/main" id="{1E39A272-2CCD-E374-5B8F-1BE1DAC43010}"/>
                  </a:ext>
                </a:extLst>
              </p:cNvPr>
              <p:cNvSpPr/>
              <p:nvPr/>
            </p:nvSpPr>
            <p:spPr>
              <a:xfrm>
                <a:off x="235531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6FBC5A">
                  <a:alpha val="100000"/>
                </a:srgbClr>
              </a:solidFill>
              <a:ln w="5420" cap="flat">
                <a:solidFill>
                  <a:srgbClr val="6FBC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0" name="ph4955">
                <a:extLst>
                  <a:ext uri="{FF2B5EF4-FFF2-40B4-BE49-F238E27FC236}">
                    <a16:creationId xmlns:a16="http://schemas.microsoft.com/office/drawing/2014/main" id="{93B504BE-3F9E-50D7-65D5-E4BFBDB98B97}"/>
                  </a:ext>
                </a:extLst>
              </p:cNvPr>
              <p:cNvSpPr/>
              <p:nvPr/>
            </p:nvSpPr>
            <p:spPr>
              <a:xfrm>
                <a:off x="236476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6FBC5B">
                  <a:alpha val="100000"/>
                </a:srgbClr>
              </a:solidFill>
              <a:ln w="5420" cap="flat">
                <a:solidFill>
                  <a:srgbClr val="6F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1" name="ph4956">
                <a:extLst>
                  <a:ext uri="{FF2B5EF4-FFF2-40B4-BE49-F238E27FC236}">
                    <a16:creationId xmlns:a16="http://schemas.microsoft.com/office/drawing/2014/main" id="{9381E3D7-A17D-48D0-CB50-14AEB0B31B90}"/>
                  </a:ext>
                </a:extLst>
              </p:cNvPr>
              <p:cNvSpPr/>
              <p:nvPr/>
            </p:nvSpPr>
            <p:spPr>
              <a:xfrm>
                <a:off x="237420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0BC5B">
                  <a:alpha val="100000"/>
                </a:srgbClr>
              </a:solidFill>
              <a:ln w="5420" cap="flat">
                <a:solidFill>
                  <a:srgbClr val="70BC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2" name="ph4957">
                <a:extLst>
                  <a:ext uri="{FF2B5EF4-FFF2-40B4-BE49-F238E27FC236}">
                    <a16:creationId xmlns:a16="http://schemas.microsoft.com/office/drawing/2014/main" id="{44D5CF19-C82B-5A1C-163C-6831505784A8}"/>
                  </a:ext>
                </a:extLst>
              </p:cNvPr>
              <p:cNvSpPr/>
              <p:nvPr/>
            </p:nvSpPr>
            <p:spPr>
              <a:xfrm>
                <a:off x="238364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2BE5B">
                  <a:alpha val="100000"/>
                </a:srgbClr>
              </a:solidFill>
              <a:ln w="5420" cap="flat">
                <a:solidFill>
                  <a:srgbClr val="72BE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3" name="ph4958">
                <a:extLst>
                  <a:ext uri="{FF2B5EF4-FFF2-40B4-BE49-F238E27FC236}">
                    <a16:creationId xmlns:a16="http://schemas.microsoft.com/office/drawing/2014/main" id="{C4E67F95-6368-B2BA-5B03-6C53A3C42C09}"/>
                  </a:ext>
                </a:extLst>
              </p:cNvPr>
              <p:cNvSpPr/>
              <p:nvPr/>
            </p:nvSpPr>
            <p:spPr>
              <a:xfrm>
                <a:off x="239308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5BF5B">
                  <a:alpha val="100000"/>
                </a:srgbClr>
              </a:solidFill>
              <a:ln w="5420" cap="flat">
                <a:solidFill>
                  <a:srgbClr val="75BF5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4" name="ph4959">
                <a:extLst>
                  <a:ext uri="{FF2B5EF4-FFF2-40B4-BE49-F238E27FC236}">
                    <a16:creationId xmlns:a16="http://schemas.microsoft.com/office/drawing/2014/main" id="{70D4A328-AF12-11CC-364E-62BB4EBF70CA}"/>
                  </a:ext>
                </a:extLst>
              </p:cNvPr>
              <p:cNvSpPr/>
              <p:nvPr/>
            </p:nvSpPr>
            <p:spPr>
              <a:xfrm>
                <a:off x="240252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7C05C">
                  <a:alpha val="100000"/>
                </a:srgbClr>
              </a:solidFill>
              <a:ln w="5420" cap="flat">
                <a:solidFill>
                  <a:srgbClr val="77C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5" name="ph4960">
                <a:extLst>
                  <a:ext uri="{FF2B5EF4-FFF2-40B4-BE49-F238E27FC236}">
                    <a16:creationId xmlns:a16="http://schemas.microsoft.com/office/drawing/2014/main" id="{2D05C153-CBE5-689E-D948-2C1B36F72954}"/>
                  </a:ext>
                </a:extLst>
              </p:cNvPr>
              <p:cNvSpPr/>
              <p:nvPr/>
            </p:nvSpPr>
            <p:spPr>
              <a:xfrm>
                <a:off x="241196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7AC25C">
                  <a:alpha val="100000"/>
                </a:srgbClr>
              </a:solidFill>
              <a:ln w="5420" cap="flat">
                <a:solidFill>
                  <a:srgbClr val="7AC2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6" name="ph4961">
                <a:extLst>
                  <a:ext uri="{FF2B5EF4-FFF2-40B4-BE49-F238E27FC236}">
                    <a16:creationId xmlns:a16="http://schemas.microsoft.com/office/drawing/2014/main" id="{693C9068-C8A8-B401-9E6E-2F38A8B07004}"/>
                  </a:ext>
                </a:extLst>
              </p:cNvPr>
              <p:cNvSpPr/>
              <p:nvPr/>
            </p:nvSpPr>
            <p:spPr>
              <a:xfrm>
                <a:off x="242140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7EC45D">
                  <a:alpha val="100000"/>
                </a:srgbClr>
              </a:solidFill>
              <a:ln w="5420" cap="flat">
                <a:solidFill>
                  <a:srgbClr val="7EC4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7" name="ph4962">
                <a:extLst>
                  <a:ext uri="{FF2B5EF4-FFF2-40B4-BE49-F238E27FC236}">
                    <a16:creationId xmlns:a16="http://schemas.microsoft.com/office/drawing/2014/main" id="{3A219B3E-376F-0F02-3014-90F19FC8E9B3}"/>
                  </a:ext>
                </a:extLst>
              </p:cNvPr>
              <p:cNvSpPr/>
              <p:nvPr/>
            </p:nvSpPr>
            <p:spPr>
              <a:xfrm>
                <a:off x="243084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1C65D">
                  <a:alpha val="100000"/>
                </a:srgbClr>
              </a:solidFill>
              <a:ln w="5420" cap="flat">
                <a:solidFill>
                  <a:srgbClr val="81C6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8" name="ph4963">
                <a:extLst>
                  <a:ext uri="{FF2B5EF4-FFF2-40B4-BE49-F238E27FC236}">
                    <a16:creationId xmlns:a16="http://schemas.microsoft.com/office/drawing/2014/main" id="{FCE2AE0E-674D-C355-06F2-DAF7CD7ACAFC}"/>
                  </a:ext>
                </a:extLst>
              </p:cNvPr>
              <p:cNvSpPr/>
              <p:nvPr/>
            </p:nvSpPr>
            <p:spPr>
              <a:xfrm>
                <a:off x="244028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4C85E">
                  <a:alpha val="100000"/>
                </a:srgbClr>
              </a:solidFill>
              <a:ln w="5420" cap="flat">
                <a:solidFill>
                  <a:srgbClr val="84C8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9" name="ph4964">
                <a:extLst>
                  <a:ext uri="{FF2B5EF4-FFF2-40B4-BE49-F238E27FC236}">
                    <a16:creationId xmlns:a16="http://schemas.microsoft.com/office/drawing/2014/main" id="{B1465AD2-D2B7-2C02-E402-CDE7643203A5}"/>
                  </a:ext>
                </a:extLst>
              </p:cNvPr>
              <p:cNvSpPr/>
              <p:nvPr/>
            </p:nvSpPr>
            <p:spPr>
              <a:xfrm>
                <a:off x="2459162" y="162312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37" y="896830"/>
                    </a:lnTo>
                    <a:lnTo>
                      <a:pt x="910655" y="900106"/>
                    </a:lnTo>
                    <a:lnTo>
                      <a:pt x="914153" y="909124"/>
                    </a:lnTo>
                    <a:lnTo>
                      <a:pt x="914400" y="909837"/>
                    </a:lnTo>
                    <a:close/>
                  </a:path>
                </a:pathLst>
              </a:custGeom>
              <a:solidFill>
                <a:srgbClr val="87C95E">
                  <a:alpha val="100000"/>
                </a:srgbClr>
              </a:solidFill>
              <a:ln w="5420" cap="flat">
                <a:solidFill>
                  <a:srgbClr val="87C9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0" name="ph4965">
                <a:extLst>
                  <a:ext uri="{FF2B5EF4-FFF2-40B4-BE49-F238E27FC236}">
                    <a16:creationId xmlns:a16="http://schemas.microsoft.com/office/drawing/2014/main" id="{F99227C0-54CF-CCD6-23E2-B4F8C4376F2A}"/>
                  </a:ext>
                </a:extLst>
              </p:cNvPr>
              <p:cNvSpPr/>
              <p:nvPr/>
            </p:nvSpPr>
            <p:spPr>
              <a:xfrm>
                <a:off x="2459162" y="1623128"/>
                <a:ext cx="91598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80" h="914400">
                    <a:moveTo>
                      <a:pt x="914400" y="914400"/>
                    </a:moveTo>
                    <a:lnTo>
                      <a:pt x="914400" y="909837"/>
                    </a:lnTo>
                    <a:lnTo>
                      <a:pt x="915980" y="914400"/>
                    </a:lnTo>
                    <a:close/>
                  </a:path>
                </a:pathLst>
              </a:custGeom>
              <a:solidFill>
                <a:srgbClr val="84C75E">
                  <a:alpha val="100000"/>
                </a:srgbClr>
              </a:solidFill>
              <a:ln w="5420" cap="flat">
                <a:solidFill>
                  <a:srgbClr val="84C7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1" name="ph4966">
                <a:extLst>
                  <a:ext uri="{FF2B5EF4-FFF2-40B4-BE49-F238E27FC236}">
                    <a16:creationId xmlns:a16="http://schemas.microsoft.com/office/drawing/2014/main" id="{EB6FD5CC-22B7-58BD-4BD8-5732B4E36BD6}"/>
                  </a:ext>
                </a:extLst>
              </p:cNvPr>
              <p:cNvSpPr/>
              <p:nvPr/>
            </p:nvSpPr>
            <p:spPr>
              <a:xfrm>
                <a:off x="3119979" y="1605559"/>
                <a:ext cx="914400" cy="92096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965">
                    <a:moveTo>
                      <a:pt x="914400" y="914400"/>
                    </a:moveTo>
                    <a:lnTo>
                      <a:pt x="914400" y="920965"/>
                    </a:lnTo>
                    <a:lnTo>
                      <a:pt x="912329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2" name="ph4967">
                <a:extLst>
                  <a:ext uri="{FF2B5EF4-FFF2-40B4-BE49-F238E27FC236}">
                    <a16:creationId xmlns:a16="http://schemas.microsoft.com/office/drawing/2014/main" id="{5514F5FF-350A-B67A-CE4D-1778C153C94B}"/>
                  </a:ext>
                </a:extLst>
              </p:cNvPr>
              <p:cNvSpPr/>
              <p:nvPr/>
            </p:nvSpPr>
            <p:spPr>
              <a:xfrm>
                <a:off x="311997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186" y="931969"/>
                    </a:lnTo>
                    <a:lnTo>
                      <a:pt x="915314" y="923864"/>
                    </a:lnTo>
                    <a:lnTo>
                      <a:pt x="914400" y="920965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3" name="ph4968">
                <a:extLst>
                  <a:ext uri="{FF2B5EF4-FFF2-40B4-BE49-F238E27FC236}">
                    <a16:creationId xmlns:a16="http://schemas.microsoft.com/office/drawing/2014/main" id="{7065A4EC-0040-EE47-93B6-C0FE78F96CF5}"/>
                  </a:ext>
                </a:extLst>
              </p:cNvPr>
              <p:cNvSpPr/>
              <p:nvPr/>
            </p:nvSpPr>
            <p:spPr>
              <a:xfrm>
                <a:off x="312941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4" name="ph4969">
                <a:extLst>
                  <a:ext uri="{FF2B5EF4-FFF2-40B4-BE49-F238E27FC236}">
                    <a16:creationId xmlns:a16="http://schemas.microsoft.com/office/drawing/2014/main" id="{20E4B0FB-538D-4C81-7BCC-506A9FEA653C}"/>
                  </a:ext>
                </a:extLst>
              </p:cNvPr>
              <p:cNvSpPr/>
              <p:nvPr/>
            </p:nvSpPr>
            <p:spPr>
              <a:xfrm>
                <a:off x="313885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5" name="ph4970">
                <a:extLst>
                  <a:ext uri="{FF2B5EF4-FFF2-40B4-BE49-F238E27FC236}">
                    <a16:creationId xmlns:a16="http://schemas.microsoft.com/office/drawing/2014/main" id="{2045496A-92EC-7C31-6208-538E2A600467}"/>
                  </a:ext>
                </a:extLst>
              </p:cNvPr>
              <p:cNvSpPr/>
              <p:nvPr/>
            </p:nvSpPr>
            <p:spPr>
              <a:xfrm>
                <a:off x="3148299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6" name="ph4971">
                <a:extLst>
                  <a:ext uri="{FF2B5EF4-FFF2-40B4-BE49-F238E27FC236}">
                    <a16:creationId xmlns:a16="http://schemas.microsoft.com/office/drawing/2014/main" id="{CD1C76C4-DAA1-8D66-D724-53E5637B0A1F}"/>
                  </a:ext>
                </a:extLst>
              </p:cNvPr>
              <p:cNvSpPr/>
              <p:nvPr/>
            </p:nvSpPr>
            <p:spPr>
              <a:xfrm>
                <a:off x="315774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7" name="ph4972">
                <a:extLst>
                  <a:ext uri="{FF2B5EF4-FFF2-40B4-BE49-F238E27FC236}">
                    <a16:creationId xmlns:a16="http://schemas.microsoft.com/office/drawing/2014/main" id="{30D84DEB-4D5A-D713-8D6D-34A7AB35F594}"/>
                  </a:ext>
                </a:extLst>
              </p:cNvPr>
              <p:cNvSpPr/>
              <p:nvPr/>
            </p:nvSpPr>
            <p:spPr>
              <a:xfrm>
                <a:off x="316718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8" name="ph4973">
                <a:extLst>
                  <a:ext uri="{FF2B5EF4-FFF2-40B4-BE49-F238E27FC236}">
                    <a16:creationId xmlns:a16="http://schemas.microsoft.com/office/drawing/2014/main" id="{88A17570-7EBB-9DE6-7540-51B08CB6D3C8}"/>
                  </a:ext>
                </a:extLst>
              </p:cNvPr>
              <p:cNvSpPr/>
              <p:nvPr/>
            </p:nvSpPr>
            <p:spPr>
              <a:xfrm>
                <a:off x="317662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9" name="ph4974">
                <a:extLst>
                  <a:ext uri="{FF2B5EF4-FFF2-40B4-BE49-F238E27FC236}">
                    <a16:creationId xmlns:a16="http://schemas.microsoft.com/office/drawing/2014/main" id="{6C560536-2B99-C975-D73A-C3656BBAF808}"/>
                  </a:ext>
                </a:extLst>
              </p:cNvPr>
              <p:cNvSpPr/>
              <p:nvPr/>
            </p:nvSpPr>
            <p:spPr>
              <a:xfrm>
                <a:off x="3186060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0" name="ph4975">
                <a:extLst>
                  <a:ext uri="{FF2B5EF4-FFF2-40B4-BE49-F238E27FC236}">
                    <a16:creationId xmlns:a16="http://schemas.microsoft.com/office/drawing/2014/main" id="{0C4EAE27-05CC-EBDA-1B3F-42133AFA305E}"/>
                  </a:ext>
                </a:extLst>
              </p:cNvPr>
              <p:cNvSpPr/>
              <p:nvPr/>
            </p:nvSpPr>
            <p:spPr>
              <a:xfrm>
                <a:off x="319550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1" name="ph4976">
                <a:extLst>
                  <a:ext uri="{FF2B5EF4-FFF2-40B4-BE49-F238E27FC236}">
                    <a16:creationId xmlns:a16="http://schemas.microsoft.com/office/drawing/2014/main" id="{FA253DE1-F9F1-9FC2-3659-7621FD225CFA}"/>
                  </a:ext>
                </a:extLst>
              </p:cNvPr>
              <p:cNvSpPr/>
              <p:nvPr/>
            </p:nvSpPr>
            <p:spPr>
              <a:xfrm>
                <a:off x="320494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2" name="ph4977">
                <a:extLst>
                  <a:ext uri="{FF2B5EF4-FFF2-40B4-BE49-F238E27FC236}">
                    <a16:creationId xmlns:a16="http://schemas.microsoft.com/office/drawing/2014/main" id="{B1F07E74-93BF-F632-636C-D151D63FBA61}"/>
                  </a:ext>
                </a:extLst>
              </p:cNvPr>
              <p:cNvSpPr/>
              <p:nvPr/>
            </p:nvSpPr>
            <p:spPr>
              <a:xfrm>
                <a:off x="321438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3" name="ph4978">
                <a:extLst>
                  <a:ext uri="{FF2B5EF4-FFF2-40B4-BE49-F238E27FC236}">
                    <a16:creationId xmlns:a16="http://schemas.microsoft.com/office/drawing/2014/main" id="{587E1CF9-D543-BABE-7C87-E283D42A4DBF}"/>
                  </a:ext>
                </a:extLst>
              </p:cNvPr>
              <p:cNvSpPr/>
              <p:nvPr/>
            </p:nvSpPr>
            <p:spPr>
              <a:xfrm>
                <a:off x="3223821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4" name="ph4979">
                <a:extLst>
                  <a:ext uri="{FF2B5EF4-FFF2-40B4-BE49-F238E27FC236}">
                    <a16:creationId xmlns:a16="http://schemas.microsoft.com/office/drawing/2014/main" id="{BECFCDAC-ACE4-C571-A9D6-B0316CDA5823}"/>
                  </a:ext>
                </a:extLst>
              </p:cNvPr>
              <p:cNvSpPr/>
              <p:nvPr/>
            </p:nvSpPr>
            <p:spPr>
              <a:xfrm>
                <a:off x="323326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5" name="ph4980">
                <a:extLst>
                  <a:ext uri="{FF2B5EF4-FFF2-40B4-BE49-F238E27FC236}">
                    <a16:creationId xmlns:a16="http://schemas.microsoft.com/office/drawing/2014/main" id="{BF6350F6-2BE4-48C7-6E6D-1663A9A26AD7}"/>
                  </a:ext>
                </a:extLst>
              </p:cNvPr>
              <p:cNvSpPr/>
              <p:nvPr/>
            </p:nvSpPr>
            <p:spPr>
              <a:xfrm>
                <a:off x="324270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6" name="ph4981">
                <a:extLst>
                  <a:ext uri="{FF2B5EF4-FFF2-40B4-BE49-F238E27FC236}">
                    <a16:creationId xmlns:a16="http://schemas.microsoft.com/office/drawing/2014/main" id="{F392B3BD-9A08-F06B-2A6A-08D2DEE596F7}"/>
                  </a:ext>
                </a:extLst>
              </p:cNvPr>
              <p:cNvSpPr/>
              <p:nvPr/>
            </p:nvSpPr>
            <p:spPr>
              <a:xfrm>
                <a:off x="325214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7" name="ph4982">
                <a:extLst>
                  <a:ext uri="{FF2B5EF4-FFF2-40B4-BE49-F238E27FC236}">
                    <a16:creationId xmlns:a16="http://schemas.microsoft.com/office/drawing/2014/main" id="{D7BDE56E-254B-F955-5B81-F153C1311C70}"/>
                  </a:ext>
                </a:extLst>
              </p:cNvPr>
              <p:cNvSpPr/>
              <p:nvPr/>
            </p:nvSpPr>
            <p:spPr>
              <a:xfrm>
                <a:off x="3261582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8" name="ph4983">
                <a:extLst>
                  <a:ext uri="{FF2B5EF4-FFF2-40B4-BE49-F238E27FC236}">
                    <a16:creationId xmlns:a16="http://schemas.microsoft.com/office/drawing/2014/main" id="{30C3850E-0F1E-9C87-BBF1-9EC4B6B82A6C}"/>
                  </a:ext>
                </a:extLst>
              </p:cNvPr>
              <p:cNvSpPr/>
              <p:nvPr/>
            </p:nvSpPr>
            <p:spPr>
              <a:xfrm>
                <a:off x="327102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9" name="ph4984">
                <a:extLst>
                  <a:ext uri="{FF2B5EF4-FFF2-40B4-BE49-F238E27FC236}">
                    <a16:creationId xmlns:a16="http://schemas.microsoft.com/office/drawing/2014/main" id="{6FD1EAB9-0E37-A3B2-9CEA-D9E14F227902}"/>
                  </a:ext>
                </a:extLst>
              </p:cNvPr>
              <p:cNvSpPr/>
              <p:nvPr/>
            </p:nvSpPr>
            <p:spPr>
              <a:xfrm>
                <a:off x="328046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0" name="ph4985">
                <a:extLst>
                  <a:ext uri="{FF2B5EF4-FFF2-40B4-BE49-F238E27FC236}">
                    <a16:creationId xmlns:a16="http://schemas.microsoft.com/office/drawing/2014/main" id="{8FC8A098-D1A0-718D-3EB3-BF28D070566D}"/>
                  </a:ext>
                </a:extLst>
              </p:cNvPr>
              <p:cNvSpPr/>
              <p:nvPr/>
            </p:nvSpPr>
            <p:spPr>
              <a:xfrm>
                <a:off x="328990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1" name="ph4986">
                <a:extLst>
                  <a:ext uri="{FF2B5EF4-FFF2-40B4-BE49-F238E27FC236}">
                    <a16:creationId xmlns:a16="http://schemas.microsoft.com/office/drawing/2014/main" id="{C6CCB050-D2DF-0C68-9780-6C9A420EEBDC}"/>
                  </a:ext>
                </a:extLst>
              </p:cNvPr>
              <p:cNvSpPr/>
              <p:nvPr/>
            </p:nvSpPr>
            <p:spPr>
              <a:xfrm>
                <a:off x="3299343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2" name="ph4987">
                <a:extLst>
                  <a:ext uri="{FF2B5EF4-FFF2-40B4-BE49-F238E27FC236}">
                    <a16:creationId xmlns:a16="http://schemas.microsoft.com/office/drawing/2014/main" id="{033BA680-B95E-8AE1-203C-43F6559D5A8B}"/>
                  </a:ext>
                </a:extLst>
              </p:cNvPr>
              <p:cNvSpPr/>
              <p:nvPr/>
            </p:nvSpPr>
            <p:spPr>
              <a:xfrm>
                <a:off x="330878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3" name="ph4988">
                <a:extLst>
                  <a:ext uri="{FF2B5EF4-FFF2-40B4-BE49-F238E27FC236}">
                    <a16:creationId xmlns:a16="http://schemas.microsoft.com/office/drawing/2014/main" id="{0A42F557-04F4-024F-C1E5-648875AEB52C}"/>
                  </a:ext>
                </a:extLst>
              </p:cNvPr>
              <p:cNvSpPr/>
              <p:nvPr/>
            </p:nvSpPr>
            <p:spPr>
              <a:xfrm>
                <a:off x="331822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4" name="ph4989">
                <a:extLst>
                  <a:ext uri="{FF2B5EF4-FFF2-40B4-BE49-F238E27FC236}">
                    <a16:creationId xmlns:a16="http://schemas.microsoft.com/office/drawing/2014/main" id="{DC8F5C31-AA1C-ECA9-6D26-F4AF198CEEB9}"/>
                  </a:ext>
                </a:extLst>
              </p:cNvPr>
              <p:cNvSpPr/>
              <p:nvPr/>
            </p:nvSpPr>
            <p:spPr>
              <a:xfrm>
                <a:off x="332766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5" name="ph4990">
                <a:extLst>
                  <a:ext uri="{FF2B5EF4-FFF2-40B4-BE49-F238E27FC236}">
                    <a16:creationId xmlns:a16="http://schemas.microsoft.com/office/drawing/2014/main" id="{C87A7BA2-D757-0AA4-B013-31E53A21164B}"/>
                  </a:ext>
                </a:extLst>
              </p:cNvPr>
              <p:cNvSpPr/>
              <p:nvPr/>
            </p:nvSpPr>
            <p:spPr>
              <a:xfrm>
                <a:off x="333710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6" name="ph4991">
                <a:extLst>
                  <a:ext uri="{FF2B5EF4-FFF2-40B4-BE49-F238E27FC236}">
                    <a16:creationId xmlns:a16="http://schemas.microsoft.com/office/drawing/2014/main" id="{1B84A7DB-B959-B9E4-D9DF-F4CCFA9D0D79}"/>
                  </a:ext>
                </a:extLst>
              </p:cNvPr>
              <p:cNvSpPr/>
              <p:nvPr/>
            </p:nvSpPr>
            <p:spPr>
              <a:xfrm>
                <a:off x="3346544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7" name="ph4992">
                <a:extLst>
                  <a:ext uri="{FF2B5EF4-FFF2-40B4-BE49-F238E27FC236}">
                    <a16:creationId xmlns:a16="http://schemas.microsoft.com/office/drawing/2014/main" id="{69C9A631-9940-FD4D-90BC-0198D0485961}"/>
                  </a:ext>
                </a:extLst>
              </p:cNvPr>
              <p:cNvSpPr/>
              <p:nvPr/>
            </p:nvSpPr>
            <p:spPr>
              <a:xfrm>
                <a:off x="335598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8" name="ph4993">
                <a:extLst>
                  <a:ext uri="{FF2B5EF4-FFF2-40B4-BE49-F238E27FC236}">
                    <a16:creationId xmlns:a16="http://schemas.microsoft.com/office/drawing/2014/main" id="{7FE0BCCD-3A80-972D-5740-4D61816B3D0A}"/>
                  </a:ext>
                </a:extLst>
              </p:cNvPr>
              <p:cNvSpPr/>
              <p:nvPr/>
            </p:nvSpPr>
            <p:spPr>
              <a:xfrm>
                <a:off x="336542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9" name="ph4994">
                <a:extLst>
                  <a:ext uri="{FF2B5EF4-FFF2-40B4-BE49-F238E27FC236}">
                    <a16:creationId xmlns:a16="http://schemas.microsoft.com/office/drawing/2014/main" id="{B029580B-FE51-7DB0-A473-757506AC9F34}"/>
                  </a:ext>
                </a:extLst>
              </p:cNvPr>
              <p:cNvSpPr/>
              <p:nvPr/>
            </p:nvSpPr>
            <p:spPr>
              <a:xfrm>
                <a:off x="337486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0" name="ph4995">
                <a:extLst>
                  <a:ext uri="{FF2B5EF4-FFF2-40B4-BE49-F238E27FC236}">
                    <a16:creationId xmlns:a16="http://schemas.microsoft.com/office/drawing/2014/main" id="{6BE2BF7D-509F-F503-D266-55C63D8EB1D6}"/>
                  </a:ext>
                </a:extLst>
              </p:cNvPr>
              <p:cNvSpPr/>
              <p:nvPr/>
            </p:nvSpPr>
            <p:spPr>
              <a:xfrm>
                <a:off x="3384305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1" name="ph4996">
                <a:extLst>
                  <a:ext uri="{FF2B5EF4-FFF2-40B4-BE49-F238E27FC236}">
                    <a16:creationId xmlns:a16="http://schemas.microsoft.com/office/drawing/2014/main" id="{95D472D3-429B-94D1-3980-8DCFC445E229}"/>
                  </a:ext>
                </a:extLst>
              </p:cNvPr>
              <p:cNvSpPr/>
              <p:nvPr/>
            </p:nvSpPr>
            <p:spPr>
              <a:xfrm>
                <a:off x="339374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2" name="ph4997">
                <a:extLst>
                  <a:ext uri="{FF2B5EF4-FFF2-40B4-BE49-F238E27FC236}">
                    <a16:creationId xmlns:a16="http://schemas.microsoft.com/office/drawing/2014/main" id="{C53DE900-E0E8-5D89-A61A-876610CD9A61}"/>
                  </a:ext>
                </a:extLst>
              </p:cNvPr>
              <p:cNvSpPr/>
              <p:nvPr/>
            </p:nvSpPr>
            <p:spPr>
              <a:xfrm>
                <a:off x="340318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3" name="ph4998">
                <a:extLst>
                  <a:ext uri="{FF2B5EF4-FFF2-40B4-BE49-F238E27FC236}">
                    <a16:creationId xmlns:a16="http://schemas.microsoft.com/office/drawing/2014/main" id="{804D9B20-8199-9AC1-91D8-989411005BEB}"/>
                  </a:ext>
                </a:extLst>
              </p:cNvPr>
              <p:cNvSpPr/>
              <p:nvPr/>
            </p:nvSpPr>
            <p:spPr>
              <a:xfrm>
                <a:off x="341262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4" name="ph4999">
                <a:extLst>
                  <a:ext uri="{FF2B5EF4-FFF2-40B4-BE49-F238E27FC236}">
                    <a16:creationId xmlns:a16="http://schemas.microsoft.com/office/drawing/2014/main" id="{5A48D1C5-F2EE-96D9-3732-416784394511}"/>
                  </a:ext>
                </a:extLst>
              </p:cNvPr>
              <p:cNvSpPr/>
              <p:nvPr/>
            </p:nvSpPr>
            <p:spPr>
              <a:xfrm>
                <a:off x="3422066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5" name="ph5000">
                <a:extLst>
                  <a:ext uri="{FF2B5EF4-FFF2-40B4-BE49-F238E27FC236}">
                    <a16:creationId xmlns:a16="http://schemas.microsoft.com/office/drawing/2014/main" id="{A78E7B8A-8264-3EE8-1AA4-B32EB7640A47}"/>
                  </a:ext>
                </a:extLst>
              </p:cNvPr>
              <p:cNvSpPr/>
              <p:nvPr/>
            </p:nvSpPr>
            <p:spPr>
              <a:xfrm>
                <a:off x="343150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6" name="ph5001">
                <a:extLst>
                  <a:ext uri="{FF2B5EF4-FFF2-40B4-BE49-F238E27FC236}">
                    <a16:creationId xmlns:a16="http://schemas.microsoft.com/office/drawing/2014/main" id="{CBD89F1F-E07C-84C2-E59D-CCF7254AAE37}"/>
                  </a:ext>
                </a:extLst>
              </p:cNvPr>
              <p:cNvSpPr/>
              <p:nvPr/>
            </p:nvSpPr>
            <p:spPr>
              <a:xfrm>
                <a:off x="344094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7" name="ph5002">
                <a:extLst>
                  <a:ext uri="{FF2B5EF4-FFF2-40B4-BE49-F238E27FC236}">
                    <a16:creationId xmlns:a16="http://schemas.microsoft.com/office/drawing/2014/main" id="{4569E4B9-617E-92ED-B10A-9003C0A9C34A}"/>
                  </a:ext>
                </a:extLst>
              </p:cNvPr>
              <p:cNvSpPr/>
              <p:nvPr/>
            </p:nvSpPr>
            <p:spPr>
              <a:xfrm>
                <a:off x="345038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8" name="ph5003">
                <a:extLst>
                  <a:ext uri="{FF2B5EF4-FFF2-40B4-BE49-F238E27FC236}">
                    <a16:creationId xmlns:a16="http://schemas.microsoft.com/office/drawing/2014/main" id="{608C2922-249B-22D3-9041-6EB1762251A1}"/>
                  </a:ext>
                </a:extLst>
              </p:cNvPr>
              <p:cNvSpPr/>
              <p:nvPr/>
            </p:nvSpPr>
            <p:spPr>
              <a:xfrm>
                <a:off x="3459827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9" name="ph5004">
                <a:extLst>
                  <a:ext uri="{FF2B5EF4-FFF2-40B4-BE49-F238E27FC236}">
                    <a16:creationId xmlns:a16="http://schemas.microsoft.com/office/drawing/2014/main" id="{4F0D8120-EF85-9DE0-3737-412B499A1339}"/>
                  </a:ext>
                </a:extLst>
              </p:cNvPr>
              <p:cNvSpPr/>
              <p:nvPr/>
            </p:nvSpPr>
            <p:spPr>
              <a:xfrm>
                <a:off x="346926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0" name="ph5005">
                <a:extLst>
                  <a:ext uri="{FF2B5EF4-FFF2-40B4-BE49-F238E27FC236}">
                    <a16:creationId xmlns:a16="http://schemas.microsoft.com/office/drawing/2014/main" id="{9D6D65A1-D062-6BEB-630D-D14B273CCCFB}"/>
                  </a:ext>
                </a:extLst>
              </p:cNvPr>
              <p:cNvSpPr/>
              <p:nvPr/>
            </p:nvSpPr>
            <p:spPr>
              <a:xfrm>
                <a:off x="347870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1" name="ph5006">
                <a:extLst>
                  <a:ext uri="{FF2B5EF4-FFF2-40B4-BE49-F238E27FC236}">
                    <a16:creationId xmlns:a16="http://schemas.microsoft.com/office/drawing/2014/main" id="{93EB8F57-19DB-FD8C-3484-32DDD4B5C707}"/>
                  </a:ext>
                </a:extLst>
              </p:cNvPr>
              <p:cNvSpPr/>
              <p:nvPr/>
            </p:nvSpPr>
            <p:spPr>
              <a:xfrm>
                <a:off x="3488148" y="160555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2" name="ph5007">
                <a:extLst>
                  <a:ext uri="{FF2B5EF4-FFF2-40B4-BE49-F238E27FC236}">
                    <a16:creationId xmlns:a16="http://schemas.microsoft.com/office/drawing/2014/main" id="{A462F004-EC20-21AA-476F-34FC789192FA}"/>
                  </a:ext>
                </a:extLst>
              </p:cNvPr>
              <p:cNvSpPr/>
              <p:nvPr/>
            </p:nvSpPr>
            <p:spPr>
              <a:xfrm>
                <a:off x="3497588" y="1623128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78"/>
                    </a:lnTo>
                    <a:lnTo>
                      <a:pt x="923212" y="907695"/>
                    </a:lnTo>
                    <a:lnTo>
                      <a:pt x="921963" y="908325"/>
                    </a:lnTo>
                    <a:lnTo>
                      <a:pt x="920715" y="908956"/>
                    </a:lnTo>
                    <a:lnTo>
                      <a:pt x="919467" y="909586"/>
                    </a:lnTo>
                    <a:lnTo>
                      <a:pt x="918219" y="910217"/>
                    </a:lnTo>
                    <a:lnTo>
                      <a:pt x="917756" y="910451"/>
                    </a:lnTo>
                    <a:lnTo>
                      <a:pt x="917612" y="910643"/>
                    </a:lnTo>
                    <a:lnTo>
                      <a:pt x="916342" y="912334"/>
                    </a:lnTo>
                    <a:lnTo>
                      <a:pt x="915073" y="914025"/>
                    </a:lnTo>
                    <a:lnTo>
                      <a:pt x="914791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3" name="ph5008">
                <a:extLst>
                  <a:ext uri="{FF2B5EF4-FFF2-40B4-BE49-F238E27FC236}">
                    <a16:creationId xmlns:a16="http://schemas.microsoft.com/office/drawing/2014/main" id="{7386C54F-F833-50E5-C091-169CC69753BD}"/>
                  </a:ext>
                </a:extLst>
              </p:cNvPr>
              <p:cNvSpPr/>
              <p:nvPr/>
            </p:nvSpPr>
            <p:spPr>
              <a:xfrm>
                <a:off x="3507029" y="1605559"/>
                <a:ext cx="923840" cy="92494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94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764" y="920227"/>
                    </a:lnTo>
                    <a:lnTo>
                      <a:pt x="922514" y="920856"/>
                    </a:lnTo>
                    <a:lnTo>
                      <a:pt x="921265" y="921485"/>
                    </a:lnTo>
                    <a:lnTo>
                      <a:pt x="920016" y="922115"/>
                    </a:lnTo>
                    <a:lnTo>
                      <a:pt x="918767" y="922745"/>
                    </a:lnTo>
                    <a:lnTo>
                      <a:pt x="917518" y="923375"/>
                    </a:lnTo>
                    <a:lnTo>
                      <a:pt x="916269" y="924005"/>
                    </a:lnTo>
                    <a:lnTo>
                      <a:pt x="915020" y="924635"/>
                    </a:lnTo>
                    <a:lnTo>
                      <a:pt x="914400" y="924948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4" name="ph5009">
                <a:extLst>
                  <a:ext uri="{FF2B5EF4-FFF2-40B4-BE49-F238E27FC236}">
                    <a16:creationId xmlns:a16="http://schemas.microsoft.com/office/drawing/2014/main" id="{5BF66079-8298-BBBF-C615-66853F3EE898}"/>
                  </a:ext>
                </a:extLst>
              </p:cNvPr>
              <p:cNvSpPr/>
              <p:nvPr/>
            </p:nvSpPr>
            <p:spPr>
              <a:xfrm>
                <a:off x="3516469" y="1605559"/>
                <a:ext cx="923840" cy="920188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188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201"/>
                    </a:lnTo>
                    <a:lnTo>
                      <a:pt x="919327" y="917708"/>
                    </a:lnTo>
                    <a:lnTo>
                      <a:pt x="918073" y="918339"/>
                    </a:lnTo>
                    <a:lnTo>
                      <a:pt x="916823" y="918968"/>
                    </a:lnTo>
                    <a:lnTo>
                      <a:pt x="915573" y="919597"/>
                    </a:lnTo>
                    <a:lnTo>
                      <a:pt x="914400" y="920188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5" name="ph5010">
                <a:extLst>
                  <a:ext uri="{FF2B5EF4-FFF2-40B4-BE49-F238E27FC236}">
                    <a16:creationId xmlns:a16="http://schemas.microsoft.com/office/drawing/2014/main" id="{A5E3479F-5453-FB2C-5D5C-20D8A36AADB1}"/>
                  </a:ext>
                </a:extLst>
              </p:cNvPr>
              <p:cNvSpPr/>
              <p:nvPr/>
            </p:nvSpPr>
            <p:spPr>
              <a:xfrm>
                <a:off x="3525909" y="1605559"/>
                <a:ext cx="915793" cy="915201"/>
              </a:xfrm>
              <a:custGeom>
                <a:avLst/>
                <a:gdLst/>
                <a:ahLst/>
                <a:cxnLst/>
                <a:rect l="0" t="0" r="0" b="0"/>
                <a:pathLst>
                  <a:path w="915793" h="915201">
                    <a:moveTo>
                      <a:pt x="914400" y="914400"/>
                    </a:moveTo>
                    <a:lnTo>
                      <a:pt x="915793" y="914400"/>
                    </a:lnTo>
                    <a:lnTo>
                      <a:pt x="915535" y="914571"/>
                    </a:lnTo>
                    <a:lnTo>
                      <a:pt x="914400" y="915201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6" name="ph5011">
                <a:extLst>
                  <a:ext uri="{FF2B5EF4-FFF2-40B4-BE49-F238E27FC236}">
                    <a16:creationId xmlns:a16="http://schemas.microsoft.com/office/drawing/2014/main" id="{56F31614-F1D8-7A94-48BE-4F0139F03877}"/>
                  </a:ext>
                </a:extLst>
              </p:cNvPr>
              <p:cNvSpPr/>
              <p:nvPr/>
            </p:nvSpPr>
            <p:spPr>
              <a:xfrm>
                <a:off x="2166515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4136" y="931969"/>
                    </a:lnTo>
                    <a:lnTo>
                      <a:pt x="914118" y="931438"/>
                    </a:lnTo>
                    <a:lnTo>
                      <a:pt x="914064" y="920426"/>
                    </a:lnTo>
                    <a:lnTo>
                      <a:pt x="914203" y="914400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7" name="ph5012">
                <a:extLst>
                  <a:ext uri="{FF2B5EF4-FFF2-40B4-BE49-F238E27FC236}">
                    <a16:creationId xmlns:a16="http://schemas.microsoft.com/office/drawing/2014/main" id="{D26258E9-31A7-3BC7-E629-182C68EFFC18}"/>
                  </a:ext>
                </a:extLst>
              </p:cNvPr>
              <p:cNvSpPr/>
              <p:nvPr/>
            </p:nvSpPr>
            <p:spPr>
              <a:xfrm>
                <a:off x="216651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8" name="ph5013">
                <a:extLst>
                  <a:ext uri="{FF2B5EF4-FFF2-40B4-BE49-F238E27FC236}">
                    <a16:creationId xmlns:a16="http://schemas.microsoft.com/office/drawing/2014/main" id="{6C03CDCE-4956-8C8B-DB51-CCBC8C5F02C7}"/>
                  </a:ext>
                </a:extLst>
              </p:cNvPr>
              <p:cNvSpPr/>
              <p:nvPr/>
            </p:nvSpPr>
            <p:spPr>
              <a:xfrm>
                <a:off x="217595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9" name="ph5014">
                <a:extLst>
                  <a:ext uri="{FF2B5EF4-FFF2-40B4-BE49-F238E27FC236}">
                    <a16:creationId xmlns:a16="http://schemas.microsoft.com/office/drawing/2014/main" id="{53C911F1-1611-88B0-EEE2-FF770447A028}"/>
                  </a:ext>
                </a:extLst>
              </p:cNvPr>
              <p:cNvSpPr/>
              <p:nvPr/>
            </p:nvSpPr>
            <p:spPr>
              <a:xfrm>
                <a:off x="218539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1EC86">
                  <a:alpha val="100000"/>
                </a:srgbClr>
              </a:solidFill>
              <a:ln w="5420" cap="flat">
                <a:solidFill>
                  <a:srgbClr val="D1EC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0" name="ph5015">
                <a:extLst>
                  <a:ext uri="{FF2B5EF4-FFF2-40B4-BE49-F238E27FC236}">
                    <a16:creationId xmlns:a16="http://schemas.microsoft.com/office/drawing/2014/main" id="{B3212AD1-7F49-DB7A-66BC-F1CEB23AD912}"/>
                  </a:ext>
                </a:extLst>
              </p:cNvPr>
              <p:cNvSpPr/>
              <p:nvPr/>
            </p:nvSpPr>
            <p:spPr>
              <a:xfrm>
                <a:off x="219483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1" name="ph5016">
                <a:extLst>
                  <a:ext uri="{FF2B5EF4-FFF2-40B4-BE49-F238E27FC236}">
                    <a16:creationId xmlns:a16="http://schemas.microsoft.com/office/drawing/2014/main" id="{065E4701-74B9-5531-4936-EFCD4EFE328D}"/>
                  </a:ext>
                </a:extLst>
              </p:cNvPr>
              <p:cNvSpPr/>
              <p:nvPr/>
            </p:nvSpPr>
            <p:spPr>
              <a:xfrm>
                <a:off x="220427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2" name="ph5017">
                <a:extLst>
                  <a:ext uri="{FF2B5EF4-FFF2-40B4-BE49-F238E27FC236}">
                    <a16:creationId xmlns:a16="http://schemas.microsoft.com/office/drawing/2014/main" id="{4EF397ED-1EB0-D73B-DF1B-B609B9F393EA}"/>
                  </a:ext>
                </a:extLst>
              </p:cNvPr>
              <p:cNvSpPr/>
              <p:nvPr/>
            </p:nvSpPr>
            <p:spPr>
              <a:xfrm>
                <a:off x="221371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7E780">
                  <a:alpha val="100000"/>
                </a:srgbClr>
              </a:solidFill>
              <a:ln w="5420" cap="flat">
                <a:solidFill>
                  <a:srgbClr val="C7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3" name="ph5018">
                <a:extLst>
                  <a:ext uri="{FF2B5EF4-FFF2-40B4-BE49-F238E27FC236}">
                    <a16:creationId xmlns:a16="http://schemas.microsoft.com/office/drawing/2014/main" id="{6B73AC87-DF26-AC7C-700C-76E5CDDCEC65}"/>
                  </a:ext>
                </a:extLst>
              </p:cNvPr>
              <p:cNvSpPr/>
              <p:nvPr/>
            </p:nvSpPr>
            <p:spPr>
              <a:xfrm>
                <a:off x="222315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2E57D">
                  <a:alpha val="100000"/>
                </a:srgbClr>
              </a:solidFill>
              <a:ln w="5420" cap="flat">
                <a:solidFill>
                  <a:srgbClr val="C2E5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4" name="ph5019">
                <a:extLst>
                  <a:ext uri="{FF2B5EF4-FFF2-40B4-BE49-F238E27FC236}">
                    <a16:creationId xmlns:a16="http://schemas.microsoft.com/office/drawing/2014/main" id="{6AF92516-4306-2A18-7691-1CBCF9CD985D}"/>
                  </a:ext>
                </a:extLst>
              </p:cNvPr>
              <p:cNvSpPr/>
              <p:nvPr/>
            </p:nvSpPr>
            <p:spPr>
              <a:xfrm>
                <a:off x="223259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5" name="ph5020">
                <a:extLst>
                  <a:ext uri="{FF2B5EF4-FFF2-40B4-BE49-F238E27FC236}">
                    <a16:creationId xmlns:a16="http://schemas.microsoft.com/office/drawing/2014/main" id="{6F026021-875A-3E97-F7C8-9A1276C54A4E}"/>
                  </a:ext>
                </a:extLst>
              </p:cNvPr>
              <p:cNvSpPr/>
              <p:nvPr/>
            </p:nvSpPr>
            <p:spPr>
              <a:xfrm>
                <a:off x="224203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7">
                  <a:alpha val="100000"/>
                </a:srgbClr>
              </a:solidFill>
              <a:ln w="5420" cap="flat">
                <a:solidFill>
                  <a:srgbClr val="B9E1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6" name="ph5021">
                <a:extLst>
                  <a:ext uri="{FF2B5EF4-FFF2-40B4-BE49-F238E27FC236}">
                    <a16:creationId xmlns:a16="http://schemas.microsoft.com/office/drawing/2014/main" id="{2E70C0EE-4F6A-A21D-DACB-6223011A4253}"/>
                  </a:ext>
                </a:extLst>
              </p:cNvPr>
              <p:cNvSpPr/>
              <p:nvPr/>
            </p:nvSpPr>
            <p:spPr>
              <a:xfrm>
                <a:off x="225147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7" name="ph5022">
                <a:extLst>
                  <a:ext uri="{FF2B5EF4-FFF2-40B4-BE49-F238E27FC236}">
                    <a16:creationId xmlns:a16="http://schemas.microsoft.com/office/drawing/2014/main" id="{948B0193-AD5F-15E3-FB18-32FB089A8764}"/>
                  </a:ext>
                </a:extLst>
              </p:cNvPr>
              <p:cNvSpPr/>
              <p:nvPr/>
            </p:nvSpPr>
            <p:spPr>
              <a:xfrm>
                <a:off x="226091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1">
                  <a:alpha val="100000"/>
                </a:srgbClr>
              </a:solidFill>
              <a:ln w="5420" cap="flat">
                <a:solidFill>
                  <a:srgbClr val="AFDC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8" name="ph5023">
                <a:extLst>
                  <a:ext uri="{FF2B5EF4-FFF2-40B4-BE49-F238E27FC236}">
                    <a16:creationId xmlns:a16="http://schemas.microsoft.com/office/drawing/2014/main" id="{B2D61F70-F676-EBA6-3D45-88A9837CCADB}"/>
                  </a:ext>
                </a:extLst>
              </p:cNvPr>
              <p:cNvSpPr/>
              <p:nvPr/>
            </p:nvSpPr>
            <p:spPr>
              <a:xfrm>
                <a:off x="227035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A6E">
                  <a:alpha val="100000"/>
                </a:srgbClr>
              </a:solidFill>
              <a:ln w="5420" cap="flat">
                <a:solidFill>
                  <a:srgbClr val="A9DA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9" name="ph5024">
                <a:extLst>
                  <a:ext uri="{FF2B5EF4-FFF2-40B4-BE49-F238E27FC236}">
                    <a16:creationId xmlns:a16="http://schemas.microsoft.com/office/drawing/2014/main" id="{940A42AC-7A2F-6679-7C57-5E45A57B58E4}"/>
                  </a:ext>
                </a:extLst>
              </p:cNvPr>
              <p:cNvSpPr/>
              <p:nvPr/>
            </p:nvSpPr>
            <p:spPr>
              <a:xfrm>
                <a:off x="227979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86B">
                  <a:alpha val="100000"/>
                </a:srgbClr>
              </a:solidFill>
              <a:ln w="5420" cap="flat">
                <a:solidFill>
                  <a:srgbClr val="A4D8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0" name="ph5025">
                <a:extLst>
                  <a:ext uri="{FF2B5EF4-FFF2-40B4-BE49-F238E27FC236}">
                    <a16:creationId xmlns:a16="http://schemas.microsoft.com/office/drawing/2014/main" id="{4DD8AA74-3AD1-40A9-9E50-F0653298493C}"/>
                  </a:ext>
                </a:extLst>
              </p:cNvPr>
              <p:cNvSpPr/>
              <p:nvPr/>
            </p:nvSpPr>
            <p:spPr>
              <a:xfrm>
                <a:off x="228923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0D569">
                  <a:alpha val="100000"/>
                </a:srgbClr>
              </a:solidFill>
              <a:ln w="5420" cap="flat">
                <a:solidFill>
                  <a:srgbClr val="A0D5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1" name="ph5026">
                <a:extLst>
                  <a:ext uri="{FF2B5EF4-FFF2-40B4-BE49-F238E27FC236}">
                    <a16:creationId xmlns:a16="http://schemas.microsoft.com/office/drawing/2014/main" id="{17D1E6B5-9537-F16E-CC0A-BA6E5180D6C6}"/>
                  </a:ext>
                </a:extLst>
              </p:cNvPr>
              <p:cNvSpPr/>
              <p:nvPr/>
            </p:nvSpPr>
            <p:spPr>
              <a:xfrm>
                <a:off x="229867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BD466">
                  <a:alpha val="100000"/>
                </a:srgbClr>
              </a:solidFill>
              <a:ln w="5420" cap="flat">
                <a:solidFill>
                  <a:srgbClr val="9BD4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2" name="ph5027">
                <a:extLst>
                  <a:ext uri="{FF2B5EF4-FFF2-40B4-BE49-F238E27FC236}">
                    <a16:creationId xmlns:a16="http://schemas.microsoft.com/office/drawing/2014/main" id="{BD777E7E-153A-59B1-9494-13562397DF44}"/>
                  </a:ext>
                </a:extLst>
              </p:cNvPr>
              <p:cNvSpPr/>
              <p:nvPr/>
            </p:nvSpPr>
            <p:spPr>
              <a:xfrm>
                <a:off x="230811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7D264">
                  <a:alpha val="100000"/>
                </a:srgbClr>
              </a:solidFill>
              <a:ln w="5420" cap="flat">
                <a:solidFill>
                  <a:srgbClr val="97D2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3" name="ph5028">
                <a:extLst>
                  <a:ext uri="{FF2B5EF4-FFF2-40B4-BE49-F238E27FC236}">
                    <a16:creationId xmlns:a16="http://schemas.microsoft.com/office/drawing/2014/main" id="{28AA4745-621D-0668-CA5F-CEEDE0E91959}"/>
                  </a:ext>
                </a:extLst>
              </p:cNvPr>
              <p:cNvSpPr/>
              <p:nvPr/>
            </p:nvSpPr>
            <p:spPr>
              <a:xfrm>
                <a:off x="231755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4" name="ph5029">
                <a:extLst>
                  <a:ext uri="{FF2B5EF4-FFF2-40B4-BE49-F238E27FC236}">
                    <a16:creationId xmlns:a16="http://schemas.microsoft.com/office/drawing/2014/main" id="{B7F729A4-1310-F31F-D6D7-A560CA6E62C2}"/>
                  </a:ext>
                </a:extLst>
              </p:cNvPr>
              <p:cNvSpPr/>
              <p:nvPr/>
            </p:nvSpPr>
            <p:spPr>
              <a:xfrm>
                <a:off x="232699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5" name="ph5030">
                <a:extLst>
                  <a:ext uri="{FF2B5EF4-FFF2-40B4-BE49-F238E27FC236}">
                    <a16:creationId xmlns:a16="http://schemas.microsoft.com/office/drawing/2014/main" id="{8F399E34-B000-D1A8-AC9C-AC25DE16B10F}"/>
                  </a:ext>
                </a:extLst>
              </p:cNvPr>
              <p:cNvSpPr/>
              <p:nvPr/>
            </p:nvSpPr>
            <p:spPr>
              <a:xfrm>
                <a:off x="233643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ECD60">
                  <a:alpha val="100000"/>
                </a:srgbClr>
              </a:solidFill>
              <a:ln w="5420" cap="flat">
                <a:solidFill>
                  <a:srgbClr val="8ECD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6" name="ph5031">
                <a:extLst>
                  <a:ext uri="{FF2B5EF4-FFF2-40B4-BE49-F238E27FC236}">
                    <a16:creationId xmlns:a16="http://schemas.microsoft.com/office/drawing/2014/main" id="{F8050916-695D-9A20-8EC8-9E8B4E1CA241}"/>
                  </a:ext>
                </a:extLst>
              </p:cNvPr>
              <p:cNvSpPr/>
              <p:nvPr/>
            </p:nvSpPr>
            <p:spPr>
              <a:xfrm>
                <a:off x="234587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7" name="ph5032">
                <a:extLst>
                  <a:ext uri="{FF2B5EF4-FFF2-40B4-BE49-F238E27FC236}">
                    <a16:creationId xmlns:a16="http://schemas.microsoft.com/office/drawing/2014/main" id="{DDB44324-81C9-D979-E3C1-9F7CDBD17C81}"/>
                  </a:ext>
                </a:extLst>
              </p:cNvPr>
              <p:cNvSpPr/>
              <p:nvPr/>
            </p:nvSpPr>
            <p:spPr>
              <a:xfrm>
                <a:off x="235531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8" name="ph5033">
                <a:extLst>
                  <a:ext uri="{FF2B5EF4-FFF2-40B4-BE49-F238E27FC236}">
                    <a16:creationId xmlns:a16="http://schemas.microsoft.com/office/drawing/2014/main" id="{1F142CDD-7DE7-583C-2BCA-835D13A79CAA}"/>
                  </a:ext>
                </a:extLst>
              </p:cNvPr>
              <p:cNvSpPr/>
              <p:nvPr/>
            </p:nvSpPr>
            <p:spPr>
              <a:xfrm>
                <a:off x="236476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9" name="ph5034">
                <a:extLst>
                  <a:ext uri="{FF2B5EF4-FFF2-40B4-BE49-F238E27FC236}">
                    <a16:creationId xmlns:a16="http://schemas.microsoft.com/office/drawing/2014/main" id="{58E474E7-CBBA-DB2F-50AE-92C725BFBF66}"/>
                  </a:ext>
                </a:extLst>
              </p:cNvPr>
              <p:cNvSpPr/>
              <p:nvPr/>
            </p:nvSpPr>
            <p:spPr>
              <a:xfrm>
                <a:off x="237420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ACB5F">
                  <a:alpha val="100000"/>
                </a:srgbClr>
              </a:solidFill>
              <a:ln w="5420" cap="flat">
                <a:solidFill>
                  <a:srgbClr val="8A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0" name="ph5035">
                <a:extLst>
                  <a:ext uri="{FF2B5EF4-FFF2-40B4-BE49-F238E27FC236}">
                    <a16:creationId xmlns:a16="http://schemas.microsoft.com/office/drawing/2014/main" id="{BB18A17D-6B16-01A0-2943-F44C223B7599}"/>
                  </a:ext>
                </a:extLst>
              </p:cNvPr>
              <p:cNvSpPr/>
              <p:nvPr/>
            </p:nvSpPr>
            <p:spPr>
              <a:xfrm>
                <a:off x="238364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BCB5F">
                  <a:alpha val="100000"/>
                </a:srgbClr>
              </a:solidFill>
              <a:ln w="5420" cap="flat">
                <a:solidFill>
                  <a:srgbClr val="8BCB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1" name="ph5036">
                <a:extLst>
                  <a:ext uri="{FF2B5EF4-FFF2-40B4-BE49-F238E27FC236}">
                    <a16:creationId xmlns:a16="http://schemas.microsoft.com/office/drawing/2014/main" id="{80E9F614-BC12-27DB-7288-B92C08164393}"/>
                  </a:ext>
                </a:extLst>
              </p:cNvPr>
              <p:cNvSpPr/>
              <p:nvPr/>
            </p:nvSpPr>
            <p:spPr>
              <a:xfrm>
                <a:off x="239308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CCC5F">
                  <a:alpha val="100000"/>
                </a:srgbClr>
              </a:solidFill>
              <a:ln w="5420" cap="flat">
                <a:solidFill>
                  <a:srgbClr val="8CCC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2" name="ph5037">
                <a:extLst>
                  <a:ext uri="{FF2B5EF4-FFF2-40B4-BE49-F238E27FC236}">
                    <a16:creationId xmlns:a16="http://schemas.microsoft.com/office/drawing/2014/main" id="{B397A04D-8F8B-6FAF-3724-732572F5CA5F}"/>
                  </a:ext>
                </a:extLst>
              </p:cNvPr>
              <p:cNvSpPr/>
              <p:nvPr/>
            </p:nvSpPr>
            <p:spPr>
              <a:xfrm>
                <a:off x="240252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8DCD5F">
                  <a:alpha val="100000"/>
                </a:srgbClr>
              </a:solidFill>
              <a:ln w="5420" cap="flat">
                <a:solidFill>
                  <a:srgbClr val="8DCD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3" name="ph5038">
                <a:extLst>
                  <a:ext uri="{FF2B5EF4-FFF2-40B4-BE49-F238E27FC236}">
                    <a16:creationId xmlns:a16="http://schemas.microsoft.com/office/drawing/2014/main" id="{1564BBDC-D95C-7D7E-8B66-F6997B0811C4}"/>
                  </a:ext>
                </a:extLst>
              </p:cNvPr>
              <p:cNvSpPr/>
              <p:nvPr/>
            </p:nvSpPr>
            <p:spPr>
              <a:xfrm>
                <a:off x="241196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8FCE60">
                  <a:alpha val="100000"/>
                </a:srgbClr>
              </a:solidFill>
              <a:ln w="5420" cap="flat">
                <a:solidFill>
                  <a:srgbClr val="8FCE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4" name="ph5039">
                <a:extLst>
                  <a:ext uri="{FF2B5EF4-FFF2-40B4-BE49-F238E27FC236}">
                    <a16:creationId xmlns:a16="http://schemas.microsoft.com/office/drawing/2014/main" id="{51FD5B89-6521-8533-7E23-2E734D9E5FD8}"/>
                  </a:ext>
                </a:extLst>
              </p:cNvPr>
              <p:cNvSpPr/>
              <p:nvPr/>
            </p:nvSpPr>
            <p:spPr>
              <a:xfrm>
                <a:off x="242140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91CF60">
                  <a:alpha val="100000"/>
                </a:srgbClr>
              </a:solidFill>
              <a:ln w="5420" cap="flat">
                <a:solidFill>
                  <a:srgbClr val="91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5" name="ph5040">
                <a:extLst>
                  <a:ext uri="{FF2B5EF4-FFF2-40B4-BE49-F238E27FC236}">
                    <a16:creationId xmlns:a16="http://schemas.microsoft.com/office/drawing/2014/main" id="{1F99B567-7540-7FD1-0FFC-C1609AF94E61}"/>
                  </a:ext>
                </a:extLst>
              </p:cNvPr>
              <p:cNvSpPr/>
              <p:nvPr/>
            </p:nvSpPr>
            <p:spPr>
              <a:xfrm>
                <a:off x="243084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93D061">
                  <a:alpha val="100000"/>
                </a:srgbClr>
              </a:solidFill>
              <a:ln w="5420" cap="flat">
                <a:solidFill>
                  <a:srgbClr val="93D0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6" name="ph5041">
                <a:extLst>
                  <a:ext uri="{FF2B5EF4-FFF2-40B4-BE49-F238E27FC236}">
                    <a16:creationId xmlns:a16="http://schemas.microsoft.com/office/drawing/2014/main" id="{1BC5CB64-2A86-BE49-4B0C-2E049927A7DB}"/>
                  </a:ext>
                </a:extLst>
              </p:cNvPr>
              <p:cNvSpPr/>
              <p:nvPr/>
            </p:nvSpPr>
            <p:spPr>
              <a:xfrm>
                <a:off x="2449722" y="160555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269" y="896830"/>
                    </a:lnTo>
                    <a:lnTo>
                      <a:pt x="912358" y="900731"/>
                    </a:lnTo>
                    <a:lnTo>
                      <a:pt x="914400" y="904971"/>
                    </a:lnTo>
                    <a:close/>
                  </a:path>
                </a:pathLst>
              </a:custGeom>
              <a:solidFill>
                <a:srgbClr val="94D062">
                  <a:alpha val="100000"/>
                </a:srgbClr>
              </a:solidFill>
              <a:ln w="5420" cap="flat">
                <a:solidFill>
                  <a:srgbClr val="94D0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7" name="ph5042">
                <a:extLst>
                  <a:ext uri="{FF2B5EF4-FFF2-40B4-BE49-F238E27FC236}">
                    <a16:creationId xmlns:a16="http://schemas.microsoft.com/office/drawing/2014/main" id="{9A0C2A6E-9CE8-FC14-8FD6-A28DB3531AEC}"/>
                  </a:ext>
                </a:extLst>
              </p:cNvPr>
              <p:cNvSpPr/>
              <p:nvPr/>
            </p:nvSpPr>
            <p:spPr>
              <a:xfrm>
                <a:off x="2449722" y="1605559"/>
                <a:ext cx="91867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77" h="914400">
                    <a:moveTo>
                      <a:pt x="914400" y="914400"/>
                    </a:moveTo>
                    <a:lnTo>
                      <a:pt x="914400" y="904971"/>
                    </a:lnTo>
                    <a:lnTo>
                      <a:pt x="916346" y="909014"/>
                    </a:lnTo>
                    <a:lnTo>
                      <a:pt x="918677" y="914400"/>
                    </a:lnTo>
                    <a:close/>
                  </a:path>
                </a:pathLst>
              </a:custGeom>
              <a:solidFill>
                <a:srgbClr val="92CF60">
                  <a:alpha val="100000"/>
                </a:srgbClr>
              </a:solidFill>
              <a:ln w="5420" cap="flat">
                <a:solidFill>
                  <a:srgbClr val="92CF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8" name="ph5043">
                <a:extLst>
                  <a:ext uri="{FF2B5EF4-FFF2-40B4-BE49-F238E27FC236}">
                    <a16:creationId xmlns:a16="http://schemas.microsoft.com/office/drawing/2014/main" id="{056E7BFC-B48C-7A7A-EE4E-B6A10790DE67}"/>
                  </a:ext>
                </a:extLst>
              </p:cNvPr>
              <p:cNvSpPr/>
              <p:nvPr/>
            </p:nvSpPr>
            <p:spPr>
              <a:xfrm>
                <a:off x="3119979" y="158798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29" y="931969"/>
                    </a:lnTo>
                    <a:lnTo>
                      <a:pt x="909628" y="922297"/>
                    </a:lnTo>
                    <a:lnTo>
                      <a:pt x="907696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9" name="ph5044">
                <a:extLst>
                  <a:ext uri="{FF2B5EF4-FFF2-40B4-BE49-F238E27FC236}">
                    <a16:creationId xmlns:a16="http://schemas.microsoft.com/office/drawing/2014/main" id="{D29FEBCB-7255-F68B-F76F-CA25B09E49B4}"/>
                  </a:ext>
                </a:extLst>
              </p:cNvPr>
              <p:cNvSpPr/>
              <p:nvPr/>
            </p:nvSpPr>
            <p:spPr>
              <a:xfrm>
                <a:off x="311997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0" name="ph5045">
                <a:extLst>
                  <a:ext uri="{FF2B5EF4-FFF2-40B4-BE49-F238E27FC236}">
                    <a16:creationId xmlns:a16="http://schemas.microsoft.com/office/drawing/2014/main" id="{1CE6B1F2-8FFE-457E-3953-79737B9A19BD}"/>
                  </a:ext>
                </a:extLst>
              </p:cNvPr>
              <p:cNvSpPr/>
              <p:nvPr/>
            </p:nvSpPr>
            <p:spPr>
              <a:xfrm>
                <a:off x="312941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1" name="ph5046">
                <a:extLst>
                  <a:ext uri="{FF2B5EF4-FFF2-40B4-BE49-F238E27FC236}">
                    <a16:creationId xmlns:a16="http://schemas.microsoft.com/office/drawing/2014/main" id="{3BA179F0-C5B4-A302-7197-F5464AF3C386}"/>
                  </a:ext>
                </a:extLst>
              </p:cNvPr>
              <p:cNvSpPr/>
              <p:nvPr/>
            </p:nvSpPr>
            <p:spPr>
              <a:xfrm>
                <a:off x="313885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2" name="ph5047">
                <a:extLst>
                  <a:ext uri="{FF2B5EF4-FFF2-40B4-BE49-F238E27FC236}">
                    <a16:creationId xmlns:a16="http://schemas.microsoft.com/office/drawing/2014/main" id="{0CF72139-C70C-F834-921B-F547676D87CD}"/>
                  </a:ext>
                </a:extLst>
              </p:cNvPr>
              <p:cNvSpPr/>
              <p:nvPr/>
            </p:nvSpPr>
            <p:spPr>
              <a:xfrm>
                <a:off x="314829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3" name="ph5048">
                <a:extLst>
                  <a:ext uri="{FF2B5EF4-FFF2-40B4-BE49-F238E27FC236}">
                    <a16:creationId xmlns:a16="http://schemas.microsoft.com/office/drawing/2014/main" id="{1783CA02-2BB9-4025-082C-8BC51A70E1C0}"/>
                  </a:ext>
                </a:extLst>
              </p:cNvPr>
              <p:cNvSpPr/>
              <p:nvPr/>
            </p:nvSpPr>
            <p:spPr>
              <a:xfrm>
                <a:off x="315774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4" name="ph5049">
                <a:extLst>
                  <a:ext uri="{FF2B5EF4-FFF2-40B4-BE49-F238E27FC236}">
                    <a16:creationId xmlns:a16="http://schemas.microsoft.com/office/drawing/2014/main" id="{E45F5191-0A5E-D77C-2183-304A890E503F}"/>
                  </a:ext>
                </a:extLst>
              </p:cNvPr>
              <p:cNvSpPr/>
              <p:nvPr/>
            </p:nvSpPr>
            <p:spPr>
              <a:xfrm>
                <a:off x="316718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5" name="ph5050">
                <a:extLst>
                  <a:ext uri="{FF2B5EF4-FFF2-40B4-BE49-F238E27FC236}">
                    <a16:creationId xmlns:a16="http://schemas.microsoft.com/office/drawing/2014/main" id="{14F9C21F-7EFE-63BF-F28E-69173924541C}"/>
                  </a:ext>
                </a:extLst>
              </p:cNvPr>
              <p:cNvSpPr/>
              <p:nvPr/>
            </p:nvSpPr>
            <p:spPr>
              <a:xfrm>
                <a:off x="317662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6" name="ph5051">
                <a:extLst>
                  <a:ext uri="{FF2B5EF4-FFF2-40B4-BE49-F238E27FC236}">
                    <a16:creationId xmlns:a16="http://schemas.microsoft.com/office/drawing/2014/main" id="{AF576053-F5CC-48FA-1FF8-9906CBB08707}"/>
                  </a:ext>
                </a:extLst>
              </p:cNvPr>
              <p:cNvSpPr/>
              <p:nvPr/>
            </p:nvSpPr>
            <p:spPr>
              <a:xfrm>
                <a:off x="3186060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7" name="ph5052">
                <a:extLst>
                  <a:ext uri="{FF2B5EF4-FFF2-40B4-BE49-F238E27FC236}">
                    <a16:creationId xmlns:a16="http://schemas.microsoft.com/office/drawing/2014/main" id="{343770C6-9FAB-BC4F-72C9-9D56D14D27CB}"/>
                  </a:ext>
                </a:extLst>
              </p:cNvPr>
              <p:cNvSpPr/>
              <p:nvPr/>
            </p:nvSpPr>
            <p:spPr>
              <a:xfrm>
                <a:off x="319550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8" name="ph5053">
                <a:extLst>
                  <a:ext uri="{FF2B5EF4-FFF2-40B4-BE49-F238E27FC236}">
                    <a16:creationId xmlns:a16="http://schemas.microsoft.com/office/drawing/2014/main" id="{A177CD88-7D69-A7F5-1AD2-AD0E2EF7FEBD}"/>
                  </a:ext>
                </a:extLst>
              </p:cNvPr>
              <p:cNvSpPr/>
              <p:nvPr/>
            </p:nvSpPr>
            <p:spPr>
              <a:xfrm>
                <a:off x="320494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9" name="ph5054">
                <a:extLst>
                  <a:ext uri="{FF2B5EF4-FFF2-40B4-BE49-F238E27FC236}">
                    <a16:creationId xmlns:a16="http://schemas.microsoft.com/office/drawing/2014/main" id="{3929860E-0391-D0BB-A105-A0B7ABE24A20}"/>
                  </a:ext>
                </a:extLst>
              </p:cNvPr>
              <p:cNvSpPr/>
              <p:nvPr/>
            </p:nvSpPr>
            <p:spPr>
              <a:xfrm>
                <a:off x="321438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0" name="ph5055">
                <a:extLst>
                  <a:ext uri="{FF2B5EF4-FFF2-40B4-BE49-F238E27FC236}">
                    <a16:creationId xmlns:a16="http://schemas.microsoft.com/office/drawing/2014/main" id="{CBAB3FA8-FAD2-35C5-6DB8-E41F83D1BA8A}"/>
                  </a:ext>
                </a:extLst>
              </p:cNvPr>
              <p:cNvSpPr/>
              <p:nvPr/>
            </p:nvSpPr>
            <p:spPr>
              <a:xfrm>
                <a:off x="3223821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1" name="ph5056">
                <a:extLst>
                  <a:ext uri="{FF2B5EF4-FFF2-40B4-BE49-F238E27FC236}">
                    <a16:creationId xmlns:a16="http://schemas.microsoft.com/office/drawing/2014/main" id="{8548510C-D065-B186-FC63-33E6A3BDA5A8}"/>
                  </a:ext>
                </a:extLst>
              </p:cNvPr>
              <p:cNvSpPr/>
              <p:nvPr/>
            </p:nvSpPr>
            <p:spPr>
              <a:xfrm>
                <a:off x="323326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2" name="ph5057">
                <a:extLst>
                  <a:ext uri="{FF2B5EF4-FFF2-40B4-BE49-F238E27FC236}">
                    <a16:creationId xmlns:a16="http://schemas.microsoft.com/office/drawing/2014/main" id="{4AC78F2D-7F1D-0EAB-97DA-AAC6E91B3BFA}"/>
                  </a:ext>
                </a:extLst>
              </p:cNvPr>
              <p:cNvSpPr/>
              <p:nvPr/>
            </p:nvSpPr>
            <p:spPr>
              <a:xfrm>
                <a:off x="324270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3" name="ph5058">
                <a:extLst>
                  <a:ext uri="{FF2B5EF4-FFF2-40B4-BE49-F238E27FC236}">
                    <a16:creationId xmlns:a16="http://schemas.microsoft.com/office/drawing/2014/main" id="{69E852E0-1D0E-8B64-B958-6C88F117F6C6}"/>
                  </a:ext>
                </a:extLst>
              </p:cNvPr>
              <p:cNvSpPr/>
              <p:nvPr/>
            </p:nvSpPr>
            <p:spPr>
              <a:xfrm>
                <a:off x="325214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4" name="ph5059">
                <a:extLst>
                  <a:ext uri="{FF2B5EF4-FFF2-40B4-BE49-F238E27FC236}">
                    <a16:creationId xmlns:a16="http://schemas.microsoft.com/office/drawing/2014/main" id="{9496288F-63F3-08DF-BC71-8D31221AEFD4}"/>
                  </a:ext>
                </a:extLst>
              </p:cNvPr>
              <p:cNvSpPr/>
              <p:nvPr/>
            </p:nvSpPr>
            <p:spPr>
              <a:xfrm>
                <a:off x="3261582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5" name="ph5060">
                <a:extLst>
                  <a:ext uri="{FF2B5EF4-FFF2-40B4-BE49-F238E27FC236}">
                    <a16:creationId xmlns:a16="http://schemas.microsoft.com/office/drawing/2014/main" id="{B2B375D6-F4D4-905B-F9CB-3B78973B6F7C}"/>
                  </a:ext>
                </a:extLst>
              </p:cNvPr>
              <p:cNvSpPr/>
              <p:nvPr/>
            </p:nvSpPr>
            <p:spPr>
              <a:xfrm>
                <a:off x="327102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6" name="ph5061">
                <a:extLst>
                  <a:ext uri="{FF2B5EF4-FFF2-40B4-BE49-F238E27FC236}">
                    <a16:creationId xmlns:a16="http://schemas.microsoft.com/office/drawing/2014/main" id="{864967D1-E9F9-384B-40AF-39705FB48628}"/>
                  </a:ext>
                </a:extLst>
              </p:cNvPr>
              <p:cNvSpPr/>
              <p:nvPr/>
            </p:nvSpPr>
            <p:spPr>
              <a:xfrm>
                <a:off x="328046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7" name="ph5062">
                <a:extLst>
                  <a:ext uri="{FF2B5EF4-FFF2-40B4-BE49-F238E27FC236}">
                    <a16:creationId xmlns:a16="http://schemas.microsoft.com/office/drawing/2014/main" id="{11931212-B463-743D-BBBD-13AD176A7372}"/>
                  </a:ext>
                </a:extLst>
              </p:cNvPr>
              <p:cNvSpPr/>
              <p:nvPr/>
            </p:nvSpPr>
            <p:spPr>
              <a:xfrm>
                <a:off x="328990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8" name="ph5063">
                <a:extLst>
                  <a:ext uri="{FF2B5EF4-FFF2-40B4-BE49-F238E27FC236}">
                    <a16:creationId xmlns:a16="http://schemas.microsoft.com/office/drawing/2014/main" id="{B56ABB58-B3C1-3A93-7D5E-C872A01D6443}"/>
                  </a:ext>
                </a:extLst>
              </p:cNvPr>
              <p:cNvSpPr/>
              <p:nvPr/>
            </p:nvSpPr>
            <p:spPr>
              <a:xfrm>
                <a:off x="3299343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9" name="ph5064">
                <a:extLst>
                  <a:ext uri="{FF2B5EF4-FFF2-40B4-BE49-F238E27FC236}">
                    <a16:creationId xmlns:a16="http://schemas.microsoft.com/office/drawing/2014/main" id="{FBFE726A-C9E3-16BD-EE1C-14BFEFACE882}"/>
                  </a:ext>
                </a:extLst>
              </p:cNvPr>
              <p:cNvSpPr/>
              <p:nvPr/>
            </p:nvSpPr>
            <p:spPr>
              <a:xfrm>
                <a:off x="330878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0" name="ph5065">
                <a:extLst>
                  <a:ext uri="{FF2B5EF4-FFF2-40B4-BE49-F238E27FC236}">
                    <a16:creationId xmlns:a16="http://schemas.microsoft.com/office/drawing/2014/main" id="{5540F363-0315-0D90-B259-FCCB45970ECB}"/>
                  </a:ext>
                </a:extLst>
              </p:cNvPr>
              <p:cNvSpPr/>
              <p:nvPr/>
            </p:nvSpPr>
            <p:spPr>
              <a:xfrm>
                <a:off x="331822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1" name="ph5066">
                <a:extLst>
                  <a:ext uri="{FF2B5EF4-FFF2-40B4-BE49-F238E27FC236}">
                    <a16:creationId xmlns:a16="http://schemas.microsoft.com/office/drawing/2014/main" id="{D49B7DE9-38E9-1843-4AE6-BAE4F611E554}"/>
                  </a:ext>
                </a:extLst>
              </p:cNvPr>
              <p:cNvSpPr/>
              <p:nvPr/>
            </p:nvSpPr>
            <p:spPr>
              <a:xfrm>
                <a:off x="332766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2" name="ph5067">
                <a:extLst>
                  <a:ext uri="{FF2B5EF4-FFF2-40B4-BE49-F238E27FC236}">
                    <a16:creationId xmlns:a16="http://schemas.microsoft.com/office/drawing/2014/main" id="{1C1C4C91-E575-0CFF-C15A-743474CC2836}"/>
                  </a:ext>
                </a:extLst>
              </p:cNvPr>
              <p:cNvSpPr/>
              <p:nvPr/>
            </p:nvSpPr>
            <p:spPr>
              <a:xfrm>
                <a:off x="333710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3" name="ph5068">
                <a:extLst>
                  <a:ext uri="{FF2B5EF4-FFF2-40B4-BE49-F238E27FC236}">
                    <a16:creationId xmlns:a16="http://schemas.microsoft.com/office/drawing/2014/main" id="{546FD450-2FDB-17A5-9608-B8E1EF670018}"/>
                  </a:ext>
                </a:extLst>
              </p:cNvPr>
              <p:cNvSpPr/>
              <p:nvPr/>
            </p:nvSpPr>
            <p:spPr>
              <a:xfrm>
                <a:off x="3346544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4" name="ph5069">
                <a:extLst>
                  <a:ext uri="{FF2B5EF4-FFF2-40B4-BE49-F238E27FC236}">
                    <a16:creationId xmlns:a16="http://schemas.microsoft.com/office/drawing/2014/main" id="{307AC41C-49A9-D169-39B6-EF942FADCB0D}"/>
                  </a:ext>
                </a:extLst>
              </p:cNvPr>
              <p:cNvSpPr/>
              <p:nvPr/>
            </p:nvSpPr>
            <p:spPr>
              <a:xfrm>
                <a:off x="335598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5" name="ph5070">
                <a:extLst>
                  <a:ext uri="{FF2B5EF4-FFF2-40B4-BE49-F238E27FC236}">
                    <a16:creationId xmlns:a16="http://schemas.microsoft.com/office/drawing/2014/main" id="{F60B0957-B27D-CAA1-4C5F-C6C70B7F9F75}"/>
                  </a:ext>
                </a:extLst>
              </p:cNvPr>
              <p:cNvSpPr/>
              <p:nvPr/>
            </p:nvSpPr>
            <p:spPr>
              <a:xfrm>
                <a:off x="336542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6" name="ph5071">
                <a:extLst>
                  <a:ext uri="{FF2B5EF4-FFF2-40B4-BE49-F238E27FC236}">
                    <a16:creationId xmlns:a16="http://schemas.microsoft.com/office/drawing/2014/main" id="{A972FD38-1D6A-6237-F74A-1EB2B0D6E97E}"/>
                  </a:ext>
                </a:extLst>
              </p:cNvPr>
              <p:cNvSpPr/>
              <p:nvPr/>
            </p:nvSpPr>
            <p:spPr>
              <a:xfrm>
                <a:off x="337486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7" name="ph5072">
                <a:extLst>
                  <a:ext uri="{FF2B5EF4-FFF2-40B4-BE49-F238E27FC236}">
                    <a16:creationId xmlns:a16="http://schemas.microsoft.com/office/drawing/2014/main" id="{B1B5A592-C8C1-B172-6BCB-F43D6EA191C3}"/>
                  </a:ext>
                </a:extLst>
              </p:cNvPr>
              <p:cNvSpPr/>
              <p:nvPr/>
            </p:nvSpPr>
            <p:spPr>
              <a:xfrm>
                <a:off x="3384305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8" name="ph5073">
                <a:extLst>
                  <a:ext uri="{FF2B5EF4-FFF2-40B4-BE49-F238E27FC236}">
                    <a16:creationId xmlns:a16="http://schemas.microsoft.com/office/drawing/2014/main" id="{C7B6A2F0-5004-3EF7-3697-745E5A36DEE2}"/>
                  </a:ext>
                </a:extLst>
              </p:cNvPr>
              <p:cNvSpPr/>
              <p:nvPr/>
            </p:nvSpPr>
            <p:spPr>
              <a:xfrm>
                <a:off x="339374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9" name="ph5074">
                <a:extLst>
                  <a:ext uri="{FF2B5EF4-FFF2-40B4-BE49-F238E27FC236}">
                    <a16:creationId xmlns:a16="http://schemas.microsoft.com/office/drawing/2014/main" id="{DDC011E1-20A5-9B88-E87E-CF96DA3A88E5}"/>
                  </a:ext>
                </a:extLst>
              </p:cNvPr>
              <p:cNvSpPr/>
              <p:nvPr/>
            </p:nvSpPr>
            <p:spPr>
              <a:xfrm>
                <a:off x="340318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0" name="ph5075">
                <a:extLst>
                  <a:ext uri="{FF2B5EF4-FFF2-40B4-BE49-F238E27FC236}">
                    <a16:creationId xmlns:a16="http://schemas.microsoft.com/office/drawing/2014/main" id="{B584D22E-3AD9-85E3-7A05-25B8ABBB89D5}"/>
                  </a:ext>
                </a:extLst>
              </p:cNvPr>
              <p:cNvSpPr/>
              <p:nvPr/>
            </p:nvSpPr>
            <p:spPr>
              <a:xfrm>
                <a:off x="341262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1" name="ph5076">
                <a:extLst>
                  <a:ext uri="{FF2B5EF4-FFF2-40B4-BE49-F238E27FC236}">
                    <a16:creationId xmlns:a16="http://schemas.microsoft.com/office/drawing/2014/main" id="{BC8B18EC-077C-99B4-FD95-E184B3DD58FE}"/>
                  </a:ext>
                </a:extLst>
              </p:cNvPr>
              <p:cNvSpPr/>
              <p:nvPr/>
            </p:nvSpPr>
            <p:spPr>
              <a:xfrm>
                <a:off x="3422066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2" name="ph5077">
                <a:extLst>
                  <a:ext uri="{FF2B5EF4-FFF2-40B4-BE49-F238E27FC236}">
                    <a16:creationId xmlns:a16="http://schemas.microsoft.com/office/drawing/2014/main" id="{E37F0B9D-6B85-050A-476C-758FE18681E6}"/>
                  </a:ext>
                </a:extLst>
              </p:cNvPr>
              <p:cNvSpPr/>
              <p:nvPr/>
            </p:nvSpPr>
            <p:spPr>
              <a:xfrm>
                <a:off x="343150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3" name="ph5078">
                <a:extLst>
                  <a:ext uri="{FF2B5EF4-FFF2-40B4-BE49-F238E27FC236}">
                    <a16:creationId xmlns:a16="http://schemas.microsoft.com/office/drawing/2014/main" id="{DDD0BBB1-7D6C-4498-7536-8D8DD8D1C598}"/>
                  </a:ext>
                </a:extLst>
              </p:cNvPr>
              <p:cNvSpPr/>
              <p:nvPr/>
            </p:nvSpPr>
            <p:spPr>
              <a:xfrm>
                <a:off x="344094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4" name="ph5079">
                <a:extLst>
                  <a:ext uri="{FF2B5EF4-FFF2-40B4-BE49-F238E27FC236}">
                    <a16:creationId xmlns:a16="http://schemas.microsoft.com/office/drawing/2014/main" id="{37336D7F-56D8-93A4-9D4B-12AF1CACC7CD}"/>
                  </a:ext>
                </a:extLst>
              </p:cNvPr>
              <p:cNvSpPr/>
              <p:nvPr/>
            </p:nvSpPr>
            <p:spPr>
              <a:xfrm>
                <a:off x="345038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5" name="ph5080">
                <a:extLst>
                  <a:ext uri="{FF2B5EF4-FFF2-40B4-BE49-F238E27FC236}">
                    <a16:creationId xmlns:a16="http://schemas.microsoft.com/office/drawing/2014/main" id="{CD50BB44-0D91-A660-DE82-12115DDC5F69}"/>
                  </a:ext>
                </a:extLst>
              </p:cNvPr>
              <p:cNvSpPr/>
              <p:nvPr/>
            </p:nvSpPr>
            <p:spPr>
              <a:xfrm>
                <a:off x="3459827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6" name="ph5081">
                <a:extLst>
                  <a:ext uri="{FF2B5EF4-FFF2-40B4-BE49-F238E27FC236}">
                    <a16:creationId xmlns:a16="http://schemas.microsoft.com/office/drawing/2014/main" id="{D3128E85-A29B-2FD9-34DD-8796DCE66FA1}"/>
                  </a:ext>
                </a:extLst>
              </p:cNvPr>
              <p:cNvSpPr/>
              <p:nvPr/>
            </p:nvSpPr>
            <p:spPr>
              <a:xfrm>
                <a:off x="346926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7" name="ph5082">
                <a:extLst>
                  <a:ext uri="{FF2B5EF4-FFF2-40B4-BE49-F238E27FC236}">
                    <a16:creationId xmlns:a16="http://schemas.microsoft.com/office/drawing/2014/main" id="{FB0CA537-9CDF-9F9E-A646-0B3CF5208525}"/>
                  </a:ext>
                </a:extLst>
              </p:cNvPr>
              <p:cNvSpPr/>
              <p:nvPr/>
            </p:nvSpPr>
            <p:spPr>
              <a:xfrm>
                <a:off x="347870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8" name="ph5083">
                <a:extLst>
                  <a:ext uri="{FF2B5EF4-FFF2-40B4-BE49-F238E27FC236}">
                    <a16:creationId xmlns:a16="http://schemas.microsoft.com/office/drawing/2014/main" id="{489A46EB-D1D5-D96D-8BF5-7D511CAEBC66}"/>
                  </a:ext>
                </a:extLst>
              </p:cNvPr>
              <p:cNvSpPr/>
              <p:nvPr/>
            </p:nvSpPr>
            <p:spPr>
              <a:xfrm>
                <a:off x="348814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9" name="ph5084">
                <a:extLst>
                  <a:ext uri="{FF2B5EF4-FFF2-40B4-BE49-F238E27FC236}">
                    <a16:creationId xmlns:a16="http://schemas.microsoft.com/office/drawing/2014/main" id="{0EE62042-256A-14E6-8E68-031091943381}"/>
                  </a:ext>
                </a:extLst>
              </p:cNvPr>
              <p:cNvSpPr/>
              <p:nvPr/>
            </p:nvSpPr>
            <p:spPr>
              <a:xfrm>
                <a:off x="3497588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0" name="ph5085">
                <a:extLst>
                  <a:ext uri="{FF2B5EF4-FFF2-40B4-BE49-F238E27FC236}">
                    <a16:creationId xmlns:a16="http://schemas.microsoft.com/office/drawing/2014/main" id="{C6E5D1F9-0FE6-ADC5-C929-BBF6F89E825B}"/>
                  </a:ext>
                </a:extLst>
              </p:cNvPr>
              <p:cNvSpPr/>
              <p:nvPr/>
            </p:nvSpPr>
            <p:spPr>
              <a:xfrm>
                <a:off x="350702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1" name="ph5086">
                <a:extLst>
                  <a:ext uri="{FF2B5EF4-FFF2-40B4-BE49-F238E27FC236}">
                    <a16:creationId xmlns:a16="http://schemas.microsoft.com/office/drawing/2014/main" id="{2FFA7A31-7E77-530B-57ED-E33A0543E5CE}"/>
                  </a:ext>
                </a:extLst>
              </p:cNvPr>
              <p:cNvSpPr/>
              <p:nvPr/>
            </p:nvSpPr>
            <p:spPr>
              <a:xfrm>
                <a:off x="3516469" y="158798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2" name="ph5087">
                <a:extLst>
                  <a:ext uri="{FF2B5EF4-FFF2-40B4-BE49-F238E27FC236}">
                    <a16:creationId xmlns:a16="http://schemas.microsoft.com/office/drawing/2014/main" id="{9DCD7BA7-5729-5B7C-8178-759E0B198C9D}"/>
                  </a:ext>
                </a:extLst>
              </p:cNvPr>
              <p:cNvSpPr/>
              <p:nvPr/>
            </p:nvSpPr>
            <p:spPr>
              <a:xfrm>
                <a:off x="3525909" y="160555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984"/>
                    </a:lnTo>
                    <a:lnTo>
                      <a:pt x="922292" y="910365"/>
                    </a:lnTo>
                    <a:lnTo>
                      <a:pt x="921644" y="910460"/>
                    </a:lnTo>
                    <a:lnTo>
                      <a:pt x="921088" y="910891"/>
                    </a:lnTo>
                    <a:lnTo>
                      <a:pt x="91579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3" name="ph5088">
                <a:extLst>
                  <a:ext uri="{FF2B5EF4-FFF2-40B4-BE49-F238E27FC236}">
                    <a16:creationId xmlns:a16="http://schemas.microsoft.com/office/drawing/2014/main" id="{0A0A5818-2308-B42F-85EB-159B63F6B230}"/>
                  </a:ext>
                </a:extLst>
              </p:cNvPr>
              <p:cNvSpPr/>
              <p:nvPr/>
            </p:nvSpPr>
            <p:spPr>
              <a:xfrm>
                <a:off x="3535349" y="1587989"/>
                <a:ext cx="923840" cy="9275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75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4715"/>
                    </a:lnTo>
                    <a:lnTo>
                      <a:pt x="918875" y="926449"/>
                    </a:lnTo>
                    <a:lnTo>
                      <a:pt x="914400" y="927553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4" name="ph5089">
                <a:extLst>
                  <a:ext uri="{FF2B5EF4-FFF2-40B4-BE49-F238E27FC236}">
                    <a16:creationId xmlns:a16="http://schemas.microsoft.com/office/drawing/2014/main" id="{32FF3AD8-04CF-CEB4-6FC4-276E76E9C0C2}"/>
                  </a:ext>
                </a:extLst>
              </p:cNvPr>
              <p:cNvSpPr/>
              <p:nvPr/>
            </p:nvSpPr>
            <p:spPr>
              <a:xfrm>
                <a:off x="3544790" y="1587989"/>
                <a:ext cx="923840" cy="92471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471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265"/>
                    </a:lnTo>
                    <a:lnTo>
                      <a:pt x="921309" y="921685"/>
                    </a:lnTo>
                    <a:lnTo>
                      <a:pt x="915406" y="924363"/>
                    </a:lnTo>
                    <a:lnTo>
                      <a:pt x="914400" y="924715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5" name="ph5090">
                <a:extLst>
                  <a:ext uri="{FF2B5EF4-FFF2-40B4-BE49-F238E27FC236}">
                    <a16:creationId xmlns:a16="http://schemas.microsoft.com/office/drawing/2014/main" id="{86F7F923-9977-D243-6F72-E53370A12667}"/>
                  </a:ext>
                </a:extLst>
              </p:cNvPr>
              <p:cNvSpPr/>
              <p:nvPr/>
            </p:nvSpPr>
            <p:spPr>
              <a:xfrm>
                <a:off x="3554230" y="1587989"/>
                <a:ext cx="923840" cy="92026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026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4633"/>
                    </a:lnTo>
                    <a:lnTo>
                      <a:pt x="922803" y="915270"/>
                    </a:lnTo>
                    <a:lnTo>
                      <a:pt x="921099" y="916319"/>
                    </a:lnTo>
                    <a:lnTo>
                      <a:pt x="919395" y="917368"/>
                    </a:lnTo>
                    <a:lnTo>
                      <a:pt x="917686" y="918421"/>
                    </a:lnTo>
                    <a:lnTo>
                      <a:pt x="914400" y="920265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6" name="ph5091">
                <a:extLst>
                  <a:ext uri="{FF2B5EF4-FFF2-40B4-BE49-F238E27FC236}">
                    <a16:creationId xmlns:a16="http://schemas.microsoft.com/office/drawing/2014/main" id="{2AFF95A4-B5F9-2B0D-3AAF-7B4311C638C0}"/>
                  </a:ext>
                </a:extLst>
              </p:cNvPr>
              <p:cNvSpPr/>
              <p:nvPr/>
            </p:nvSpPr>
            <p:spPr>
              <a:xfrm>
                <a:off x="3563670" y="1587989"/>
                <a:ext cx="914779" cy="914633"/>
              </a:xfrm>
              <a:custGeom>
                <a:avLst/>
                <a:gdLst/>
                <a:ahLst/>
                <a:cxnLst/>
                <a:rect l="0" t="0" r="0" b="0"/>
                <a:pathLst>
                  <a:path w="914779" h="914633">
                    <a:moveTo>
                      <a:pt x="914400" y="914400"/>
                    </a:moveTo>
                    <a:lnTo>
                      <a:pt x="914779" y="914400"/>
                    </a:lnTo>
                    <a:lnTo>
                      <a:pt x="914400" y="914633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7" name="ph5092">
                <a:extLst>
                  <a:ext uri="{FF2B5EF4-FFF2-40B4-BE49-F238E27FC236}">
                    <a16:creationId xmlns:a16="http://schemas.microsoft.com/office/drawing/2014/main" id="{4BC2E8B5-4F77-4022-08D2-05EA4E00B37E}"/>
                  </a:ext>
                </a:extLst>
              </p:cNvPr>
              <p:cNvSpPr/>
              <p:nvPr/>
            </p:nvSpPr>
            <p:spPr>
              <a:xfrm>
                <a:off x="2166515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203" y="914400"/>
                    </a:lnTo>
                    <a:lnTo>
                      <a:pt x="914318" y="909423"/>
                    </a:lnTo>
                    <a:lnTo>
                      <a:pt x="914340" y="908820"/>
                    </a:lnTo>
                    <a:lnTo>
                      <a:pt x="914363" y="908215"/>
                    </a:lnTo>
                    <a:lnTo>
                      <a:pt x="914385" y="907611"/>
                    </a:lnTo>
                    <a:lnTo>
                      <a:pt x="914400" y="907231"/>
                    </a:lnTo>
                    <a:close/>
                  </a:path>
                </a:pathLst>
              </a:custGeom>
              <a:solidFill>
                <a:srgbClr val="DFF193">
                  <a:alpha val="100000"/>
                </a:srgbClr>
              </a:solidFill>
              <a:ln w="5420" cap="flat">
                <a:solidFill>
                  <a:srgbClr val="DFF1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8" name="ph5093">
                <a:extLst>
                  <a:ext uri="{FF2B5EF4-FFF2-40B4-BE49-F238E27FC236}">
                    <a16:creationId xmlns:a16="http://schemas.microsoft.com/office/drawing/2014/main" id="{F6B08445-E863-3F97-6F64-63E9B00F794C}"/>
                  </a:ext>
                </a:extLst>
              </p:cNvPr>
              <p:cNvSpPr/>
              <p:nvPr/>
            </p:nvSpPr>
            <p:spPr>
              <a:xfrm>
                <a:off x="2175955" y="157041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01"/>
                    </a:lnTo>
                    <a:lnTo>
                      <a:pt x="904968" y="924576"/>
                    </a:lnTo>
                    <a:lnTo>
                      <a:pt x="904990" y="923971"/>
                    </a:lnTo>
                    <a:lnTo>
                      <a:pt x="905013" y="923367"/>
                    </a:lnTo>
                    <a:lnTo>
                      <a:pt x="905035" y="922762"/>
                    </a:lnTo>
                    <a:lnTo>
                      <a:pt x="905058" y="922157"/>
                    </a:lnTo>
                    <a:lnTo>
                      <a:pt x="905080" y="921553"/>
                    </a:lnTo>
                    <a:lnTo>
                      <a:pt x="905103" y="920948"/>
                    </a:lnTo>
                    <a:lnTo>
                      <a:pt x="905125" y="920343"/>
                    </a:lnTo>
                    <a:lnTo>
                      <a:pt x="905148" y="919739"/>
                    </a:lnTo>
                    <a:lnTo>
                      <a:pt x="905170" y="919134"/>
                    </a:lnTo>
                    <a:lnTo>
                      <a:pt x="905193" y="918530"/>
                    </a:lnTo>
                    <a:lnTo>
                      <a:pt x="905215" y="917925"/>
                    </a:lnTo>
                    <a:lnTo>
                      <a:pt x="905238" y="917320"/>
                    </a:lnTo>
                    <a:lnTo>
                      <a:pt x="905260" y="916716"/>
                    </a:lnTo>
                    <a:lnTo>
                      <a:pt x="905283" y="916111"/>
                    </a:lnTo>
                    <a:lnTo>
                      <a:pt x="905305" y="915506"/>
                    </a:lnTo>
                    <a:lnTo>
                      <a:pt x="905328" y="914902"/>
                    </a:lnTo>
                    <a:lnTo>
                      <a:pt x="905347" y="914399"/>
                    </a:lnTo>
                    <a:close/>
                  </a:path>
                </a:pathLst>
              </a:custGeom>
              <a:solidFill>
                <a:srgbClr val="E1F396">
                  <a:alpha val="100000"/>
                </a:srgbClr>
              </a:solidFill>
              <a:ln w="5420" cap="flat">
                <a:solidFill>
                  <a:srgbClr val="E1F3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9" name="ph5094">
                <a:extLst>
                  <a:ext uri="{FF2B5EF4-FFF2-40B4-BE49-F238E27FC236}">
                    <a16:creationId xmlns:a16="http://schemas.microsoft.com/office/drawing/2014/main" id="{87794651-8279-0D5F-A82A-840FD643F9F9}"/>
                  </a:ext>
                </a:extLst>
              </p:cNvPr>
              <p:cNvSpPr/>
              <p:nvPr/>
            </p:nvSpPr>
            <p:spPr>
              <a:xfrm>
                <a:off x="217595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1F295">
                  <a:alpha val="100000"/>
                </a:srgbClr>
              </a:solidFill>
              <a:ln w="5420" cap="flat">
                <a:solidFill>
                  <a:srgbClr val="E1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0" name="ph5095">
                <a:extLst>
                  <a:ext uri="{FF2B5EF4-FFF2-40B4-BE49-F238E27FC236}">
                    <a16:creationId xmlns:a16="http://schemas.microsoft.com/office/drawing/2014/main" id="{8F78FC0E-705C-BA10-2893-4C9B24CD8CFA}"/>
                  </a:ext>
                </a:extLst>
              </p:cNvPr>
              <p:cNvSpPr/>
              <p:nvPr/>
            </p:nvSpPr>
            <p:spPr>
              <a:xfrm>
                <a:off x="218539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4">
                  <a:alpha val="100000"/>
                </a:srgbClr>
              </a:solidFill>
              <a:ln w="5420" cap="flat">
                <a:solidFill>
                  <a:srgbClr val="E0F2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1" name="ph5096">
                <a:extLst>
                  <a:ext uri="{FF2B5EF4-FFF2-40B4-BE49-F238E27FC236}">
                    <a16:creationId xmlns:a16="http://schemas.microsoft.com/office/drawing/2014/main" id="{5C95B12F-5F83-1322-503F-107320505E7E}"/>
                  </a:ext>
                </a:extLst>
              </p:cNvPr>
              <p:cNvSpPr/>
              <p:nvPr/>
            </p:nvSpPr>
            <p:spPr>
              <a:xfrm>
                <a:off x="219483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2" name="ph5097">
                <a:extLst>
                  <a:ext uri="{FF2B5EF4-FFF2-40B4-BE49-F238E27FC236}">
                    <a16:creationId xmlns:a16="http://schemas.microsoft.com/office/drawing/2014/main" id="{2D9D17AF-E91A-082C-9F36-D02DC9FFEC7E}"/>
                  </a:ext>
                </a:extLst>
              </p:cNvPr>
              <p:cNvSpPr/>
              <p:nvPr/>
            </p:nvSpPr>
            <p:spPr>
              <a:xfrm>
                <a:off x="220427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3" name="ph5098">
                <a:extLst>
                  <a:ext uri="{FF2B5EF4-FFF2-40B4-BE49-F238E27FC236}">
                    <a16:creationId xmlns:a16="http://schemas.microsoft.com/office/drawing/2014/main" id="{EA302946-7A59-A6C0-116F-BB3607782526}"/>
                  </a:ext>
                </a:extLst>
              </p:cNvPr>
              <p:cNvSpPr/>
              <p:nvPr/>
            </p:nvSpPr>
            <p:spPr>
              <a:xfrm>
                <a:off x="221371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BF08E">
                  <a:alpha val="100000"/>
                </a:srgbClr>
              </a:solidFill>
              <a:ln w="5420" cap="flat">
                <a:solidFill>
                  <a:srgbClr val="DBF0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4" name="ph5099">
                <a:extLst>
                  <a:ext uri="{FF2B5EF4-FFF2-40B4-BE49-F238E27FC236}">
                    <a16:creationId xmlns:a16="http://schemas.microsoft.com/office/drawing/2014/main" id="{49DFFB20-D0FC-FFAB-42A8-6770B5932140}"/>
                  </a:ext>
                </a:extLst>
              </p:cNvPr>
              <p:cNvSpPr/>
              <p:nvPr/>
            </p:nvSpPr>
            <p:spPr>
              <a:xfrm>
                <a:off x="222315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EF8C">
                  <a:alpha val="100000"/>
                </a:srgbClr>
              </a:solidFill>
              <a:ln w="5420" cap="flat">
                <a:solidFill>
                  <a:srgbClr val="DAEF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5" name="ph5100">
                <a:extLst>
                  <a:ext uri="{FF2B5EF4-FFF2-40B4-BE49-F238E27FC236}">
                    <a16:creationId xmlns:a16="http://schemas.microsoft.com/office/drawing/2014/main" id="{FFAE5E9B-5573-472B-9414-60883C5B84F0}"/>
                  </a:ext>
                </a:extLst>
              </p:cNvPr>
              <p:cNvSpPr/>
              <p:nvPr/>
            </p:nvSpPr>
            <p:spPr>
              <a:xfrm>
                <a:off x="223259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6EE89">
                  <a:alpha val="100000"/>
                </a:srgbClr>
              </a:solidFill>
              <a:ln w="5420" cap="flat">
                <a:solidFill>
                  <a:srgbClr val="D6EE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6" name="ph5101">
                <a:extLst>
                  <a:ext uri="{FF2B5EF4-FFF2-40B4-BE49-F238E27FC236}">
                    <a16:creationId xmlns:a16="http://schemas.microsoft.com/office/drawing/2014/main" id="{A29FCEEE-DEAA-20B8-93BF-6C1FC68AEA71}"/>
                  </a:ext>
                </a:extLst>
              </p:cNvPr>
              <p:cNvSpPr/>
              <p:nvPr/>
            </p:nvSpPr>
            <p:spPr>
              <a:xfrm>
                <a:off x="224203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2EC87">
                  <a:alpha val="100000"/>
                </a:srgbClr>
              </a:solidFill>
              <a:ln w="5420" cap="flat">
                <a:solidFill>
                  <a:srgbClr val="D2EC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7" name="ph5102">
                <a:extLst>
                  <a:ext uri="{FF2B5EF4-FFF2-40B4-BE49-F238E27FC236}">
                    <a16:creationId xmlns:a16="http://schemas.microsoft.com/office/drawing/2014/main" id="{AC4BEB0D-B858-4C73-0754-6A89C6F639BE}"/>
                  </a:ext>
                </a:extLst>
              </p:cNvPr>
              <p:cNvSpPr/>
              <p:nvPr/>
            </p:nvSpPr>
            <p:spPr>
              <a:xfrm>
                <a:off x="225147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EEA84">
                  <a:alpha val="100000"/>
                </a:srgbClr>
              </a:solidFill>
              <a:ln w="5420" cap="flat">
                <a:solidFill>
                  <a:srgbClr val="CE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8" name="ph5103">
                <a:extLst>
                  <a:ext uri="{FF2B5EF4-FFF2-40B4-BE49-F238E27FC236}">
                    <a16:creationId xmlns:a16="http://schemas.microsoft.com/office/drawing/2014/main" id="{3779B6C4-0449-DD1C-B12F-DC955AE769AA}"/>
                  </a:ext>
                </a:extLst>
              </p:cNvPr>
              <p:cNvSpPr/>
              <p:nvPr/>
            </p:nvSpPr>
            <p:spPr>
              <a:xfrm>
                <a:off x="226091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AE882">
                  <a:alpha val="100000"/>
                </a:srgbClr>
              </a:solidFill>
              <a:ln w="5420" cap="flat">
                <a:solidFill>
                  <a:srgbClr val="CAE8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9" name="ph5104">
                <a:extLst>
                  <a:ext uri="{FF2B5EF4-FFF2-40B4-BE49-F238E27FC236}">
                    <a16:creationId xmlns:a16="http://schemas.microsoft.com/office/drawing/2014/main" id="{92C32DE5-915C-5956-7768-42194C4AA178}"/>
                  </a:ext>
                </a:extLst>
              </p:cNvPr>
              <p:cNvSpPr/>
              <p:nvPr/>
            </p:nvSpPr>
            <p:spPr>
              <a:xfrm>
                <a:off x="227035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5E67F">
                  <a:alpha val="100000"/>
                </a:srgbClr>
              </a:solidFill>
              <a:ln w="5420" cap="flat">
                <a:solidFill>
                  <a:srgbClr val="C5E6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0" name="ph5105">
                <a:extLst>
                  <a:ext uri="{FF2B5EF4-FFF2-40B4-BE49-F238E27FC236}">
                    <a16:creationId xmlns:a16="http://schemas.microsoft.com/office/drawing/2014/main" id="{E63D283E-E339-381E-1DE8-EC124629AA1F}"/>
                  </a:ext>
                </a:extLst>
              </p:cNvPr>
              <p:cNvSpPr/>
              <p:nvPr/>
            </p:nvSpPr>
            <p:spPr>
              <a:xfrm>
                <a:off x="227979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0E47C">
                  <a:alpha val="100000"/>
                </a:srgbClr>
              </a:solidFill>
              <a:ln w="5420" cap="flat">
                <a:solidFill>
                  <a:srgbClr val="C0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1" name="ph5106">
                <a:extLst>
                  <a:ext uri="{FF2B5EF4-FFF2-40B4-BE49-F238E27FC236}">
                    <a16:creationId xmlns:a16="http://schemas.microsoft.com/office/drawing/2014/main" id="{541D01AA-48EA-65F8-FCC0-5A6576C4D17D}"/>
                  </a:ext>
                </a:extLst>
              </p:cNvPr>
              <p:cNvSpPr/>
              <p:nvPr/>
            </p:nvSpPr>
            <p:spPr>
              <a:xfrm>
                <a:off x="228923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CE279">
                  <a:alpha val="100000"/>
                </a:srgbClr>
              </a:solidFill>
              <a:ln w="5420" cap="flat">
                <a:solidFill>
                  <a:srgbClr val="BC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2" name="ph5107">
                <a:extLst>
                  <a:ext uri="{FF2B5EF4-FFF2-40B4-BE49-F238E27FC236}">
                    <a16:creationId xmlns:a16="http://schemas.microsoft.com/office/drawing/2014/main" id="{6351A42C-ED23-D484-8548-89D8E2B42A4E}"/>
                  </a:ext>
                </a:extLst>
              </p:cNvPr>
              <p:cNvSpPr/>
              <p:nvPr/>
            </p:nvSpPr>
            <p:spPr>
              <a:xfrm>
                <a:off x="229867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7E077">
                  <a:alpha val="100000"/>
                </a:srgbClr>
              </a:solidFill>
              <a:ln w="5420" cap="flat">
                <a:solidFill>
                  <a:srgbClr val="B7E0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3" name="ph5108">
                <a:extLst>
                  <a:ext uri="{FF2B5EF4-FFF2-40B4-BE49-F238E27FC236}">
                    <a16:creationId xmlns:a16="http://schemas.microsoft.com/office/drawing/2014/main" id="{434FE403-030F-71EF-306D-FDEEF65C817A}"/>
                  </a:ext>
                </a:extLst>
              </p:cNvPr>
              <p:cNvSpPr/>
              <p:nvPr/>
            </p:nvSpPr>
            <p:spPr>
              <a:xfrm>
                <a:off x="230811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3DE74">
                  <a:alpha val="100000"/>
                </a:srgbClr>
              </a:solidFill>
              <a:ln w="5420" cap="flat">
                <a:solidFill>
                  <a:srgbClr val="B3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4" name="ph5109">
                <a:extLst>
                  <a:ext uri="{FF2B5EF4-FFF2-40B4-BE49-F238E27FC236}">
                    <a16:creationId xmlns:a16="http://schemas.microsoft.com/office/drawing/2014/main" id="{BFF88B3E-C626-2E2F-4C29-ECEB6163F022}"/>
                  </a:ext>
                </a:extLst>
              </p:cNvPr>
              <p:cNvSpPr/>
              <p:nvPr/>
            </p:nvSpPr>
            <p:spPr>
              <a:xfrm>
                <a:off x="231755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FDC72">
                  <a:alpha val="100000"/>
                </a:srgbClr>
              </a:solidFill>
              <a:ln w="5420" cap="flat">
                <a:solidFill>
                  <a:srgbClr val="AFDC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5" name="ph5110">
                <a:extLst>
                  <a:ext uri="{FF2B5EF4-FFF2-40B4-BE49-F238E27FC236}">
                    <a16:creationId xmlns:a16="http://schemas.microsoft.com/office/drawing/2014/main" id="{304E3AAD-B0BD-199C-3829-889225F7B7C8}"/>
                  </a:ext>
                </a:extLst>
              </p:cNvPr>
              <p:cNvSpPr/>
              <p:nvPr/>
            </p:nvSpPr>
            <p:spPr>
              <a:xfrm>
                <a:off x="232699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6" name="ph5111">
                <a:extLst>
                  <a:ext uri="{FF2B5EF4-FFF2-40B4-BE49-F238E27FC236}">
                    <a16:creationId xmlns:a16="http://schemas.microsoft.com/office/drawing/2014/main" id="{D03EB254-503B-4A4E-B6DC-C6584E40F288}"/>
                  </a:ext>
                </a:extLst>
              </p:cNvPr>
              <p:cNvSpPr/>
              <p:nvPr/>
            </p:nvSpPr>
            <p:spPr>
              <a:xfrm>
                <a:off x="233643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9D96E">
                  <a:alpha val="100000"/>
                </a:srgbClr>
              </a:solidFill>
              <a:ln w="5420" cap="flat">
                <a:solidFill>
                  <a:srgbClr val="A9D9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7" name="ph5112">
                <a:extLst>
                  <a:ext uri="{FF2B5EF4-FFF2-40B4-BE49-F238E27FC236}">
                    <a16:creationId xmlns:a16="http://schemas.microsoft.com/office/drawing/2014/main" id="{3CCF889F-ECEB-9689-488C-0CCA1DF1DB02}"/>
                  </a:ext>
                </a:extLst>
              </p:cNvPr>
              <p:cNvSpPr/>
              <p:nvPr/>
            </p:nvSpPr>
            <p:spPr>
              <a:xfrm>
                <a:off x="234587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6D86C">
                  <a:alpha val="100000"/>
                </a:srgbClr>
              </a:solidFill>
              <a:ln w="5420" cap="flat">
                <a:solidFill>
                  <a:srgbClr val="A6D8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8" name="ph5113">
                <a:extLst>
                  <a:ext uri="{FF2B5EF4-FFF2-40B4-BE49-F238E27FC236}">
                    <a16:creationId xmlns:a16="http://schemas.microsoft.com/office/drawing/2014/main" id="{F79B4FEA-1D06-815D-6818-F598FEB112A8}"/>
                  </a:ext>
                </a:extLst>
              </p:cNvPr>
              <p:cNvSpPr/>
              <p:nvPr/>
            </p:nvSpPr>
            <p:spPr>
              <a:xfrm>
                <a:off x="235531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4D76B">
                  <a:alpha val="100000"/>
                </a:srgbClr>
              </a:solidFill>
              <a:ln w="5420" cap="flat">
                <a:solidFill>
                  <a:srgbClr val="A4D7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9" name="ph5114">
                <a:extLst>
                  <a:ext uri="{FF2B5EF4-FFF2-40B4-BE49-F238E27FC236}">
                    <a16:creationId xmlns:a16="http://schemas.microsoft.com/office/drawing/2014/main" id="{9AE30335-8590-D007-77AE-3FDB73CBCBA3}"/>
                  </a:ext>
                </a:extLst>
              </p:cNvPr>
              <p:cNvSpPr/>
              <p:nvPr/>
            </p:nvSpPr>
            <p:spPr>
              <a:xfrm>
                <a:off x="236476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3D76A">
                  <a:alpha val="100000"/>
                </a:srgbClr>
              </a:solidFill>
              <a:ln w="5420" cap="flat">
                <a:solidFill>
                  <a:srgbClr val="A3D7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0" name="ph5115">
                <a:extLst>
                  <a:ext uri="{FF2B5EF4-FFF2-40B4-BE49-F238E27FC236}">
                    <a16:creationId xmlns:a16="http://schemas.microsoft.com/office/drawing/2014/main" id="{90B7A4CC-0B5C-6599-60C8-A1412123C3AE}"/>
                  </a:ext>
                </a:extLst>
              </p:cNvPr>
              <p:cNvSpPr/>
              <p:nvPr/>
            </p:nvSpPr>
            <p:spPr>
              <a:xfrm>
                <a:off x="237420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1" name="ph5116">
                <a:extLst>
                  <a:ext uri="{FF2B5EF4-FFF2-40B4-BE49-F238E27FC236}">
                    <a16:creationId xmlns:a16="http://schemas.microsoft.com/office/drawing/2014/main" id="{CA8EFF71-0245-EAC5-B33F-833E777617EC}"/>
                  </a:ext>
                </a:extLst>
              </p:cNvPr>
              <p:cNvSpPr/>
              <p:nvPr/>
            </p:nvSpPr>
            <p:spPr>
              <a:xfrm>
                <a:off x="238364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2" name="ph5117">
                <a:extLst>
                  <a:ext uri="{FF2B5EF4-FFF2-40B4-BE49-F238E27FC236}">
                    <a16:creationId xmlns:a16="http://schemas.microsoft.com/office/drawing/2014/main" id="{2EC71ABD-D106-8038-DB7C-B9827B7878B4}"/>
                  </a:ext>
                </a:extLst>
              </p:cNvPr>
              <p:cNvSpPr/>
              <p:nvPr/>
            </p:nvSpPr>
            <p:spPr>
              <a:xfrm>
                <a:off x="239308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3" name="ph5118">
                <a:extLst>
                  <a:ext uri="{FF2B5EF4-FFF2-40B4-BE49-F238E27FC236}">
                    <a16:creationId xmlns:a16="http://schemas.microsoft.com/office/drawing/2014/main" id="{03DB55ED-9A88-16C9-CACC-7E3CF6192884}"/>
                  </a:ext>
                </a:extLst>
              </p:cNvPr>
              <p:cNvSpPr/>
              <p:nvPr/>
            </p:nvSpPr>
            <p:spPr>
              <a:xfrm>
                <a:off x="240252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4" name="ph5119">
                <a:extLst>
                  <a:ext uri="{FF2B5EF4-FFF2-40B4-BE49-F238E27FC236}">
                    <a16:creationId xmlns:a16="http://schemas.microsoft.com/office/drawing/2014/main" id="{ED145818-3ADB-C96E-B000-43F2562B464F}"/>
                  </a:ext>
                </a:extLst>
              </p:cNvPr>
              <p:cNvSpPr/>
              <p:nvPr/>
            </p:nvSpPr>
            <p:spPr>
              <a:xfrm>
                <a:off x="241196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A1D669">
                  <a:alpha val="100000"/>
                </a:srgbClr>
              </a:solidFill>
              <a:ln w="5420" cap="flat">
                <a:solidFill>
                  <a:srgbClr val="A1D6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5" name="ph5120">
                <a:extLst>
                  <a:ext uri="{FF2B5EF4-FFF2-40B4-BE49-F238E27FC236}">
                    <a16:creationId xmlns:a16="http://schemas.microsoft.com/office/drawing/2014/main" id="{3299E445-A458-3B3C-15B3-5D412FB313E4}"/>
                  </a:ext>
                </a:extLst>
              </p:cNvPr>
              <p:cNvSpPr/>
              <p:nvPr/>
            </p:nvSpPr>
            <p:spPr>
              <a:xfrm>
                <a:off x="242140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A2D66A">
                  <a:alpha val="100000"/>
                </a:srgbClr>
              </a:solidFill>
              <a:ln w="5420" cap="flat">
                <a:solidFill>
                  <a:srgbClr val="A2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6" name="ph5121">
                <a:extLst>
                  <a:ext uri="{FF2B5EF4-FFF2-40B4-BE49-F238E27FC236}">
                    <a16:creationId xmlns:a16="http://schemas.microsoft.com/office/drawing/2014/main" id="{09429247-DFA2-B834-51C8-F704DC961E46}"/>
                  </a:ext>
                </a:extLst>
              </p:cNvPr>
              <p:cNvSpPr/>
              <p:nvPr/>
            </p:nvSpPr>
            <p:spPr>
              <a:xfrm>
                <a:off x="2440281" y="158798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81" y="896830"/>
                    </a:lnTo>
                    <a:lnTo>
                      <a:pt x="913145" y="902967"/>
                    </a:lnTo>
                    <a:lnTo>
                      <a:pt x="914400" y="905076"/>
                    </a:lnTo>
                    <a:close/>
                  </a:path>
                </a:pathLst>
              </a:custGeom>
              <a:solidFill>
                <a:srgbClr val="A1D66A">
                  <a:alpha val="100000"/>
                </a:srgbClr>
              </a:solidFill>
              <a:ln w="5420" cap="flat">
                <a:solidFill>
                  <a:srgbClr val="A1D6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7" name="ph5122">
                <a:extLst>
                  <a:ext uri="{FF2B5EF4-FFF2-40B4-BE49-F238E27FC236}">
                    <a16:creationId xmlns:a16="http://schemas.microsoft.com/office/drawing/2014/main" id="{B2715EBD-1CAA-EC21-8F37-CE91A1EB1823}"/>
                  </a:ext>
                </a:extLst>
              </p:cNvPr>
              <p:cNvSpPr/>
              <p:nvPr/>
            </p:nvSpPr>
            <p:spPr>
              <a:xfrm>
                <a:off x="2440281" y="1587989"/>
                <a:ext cx="91970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709" h="914400">
                    <a:moveTo>
                      <a:pt x="914400" y="914400"/>
                    </a:moveTo>
                    <a:lnTo>
                      <a:pt x="914400" y="905076"/>
                    </a:lnTo>
                    <a:lnTo>
                      <a:pt x="917580" y="910422"/>
                    </a:lnTo>
                    <a:lnTo>
                      <a:pt x="919709" y="914400"/>
                    </a:lnTo>
                    <a:close/>
                  </a:path>
                </a:pathLst>
              </a:custGeom>
              <a:solidFill>
                <a:srgbClr val="9ED568">
                  <a:alpha val="100000"/>
                </a:srgbClr>
              </a:solidFill>
              <a:ln w="5420" cap="flat">
                <a:solidFill>
                  <a:srgbClr val="9ED5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8" name="ph5123">
                <a:extLst>
                  <a:ext uri="{FF2B5EF4-FFF2-40B4-BE49-F238E27FC236}">
                    <a16:creationId xmlns:a16="http://schemas.microsoft.com/office/drawing/2014/main" id="{78B4B20D-0DFE-1E1E-EFAE-9AF88BAEC2E1}"/>
                  </a:ext>
                </a:extLst>
              </p:cNvPr>
              <p:cNvSpPr/>
              <p:nvPr/>
            </p:nvSpPr>
            <p:spPr>
              <a:xfrm>
                <a:off x="3110538" y="1570419"/>
                <a:ext cx="914400" cy="91929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298">
                    <a:moveTo>
                      <a:pt x="914400" y="914399"/>
                    </a:moveTo>
                    <a:lnTo>
                      <a:pt x="914400" y="919298"/>
                    </a:lnTo>
                    <a:lnTo>
                      <a:pt x="913517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9" name="ph5124">
                <a:extLst>
                  <a:ext uri="{FF2B5EF4-FFF2-40B4-BE49-F238E27FC236}">
                    <a16:creationId xmlns:a16="http://schemas.microsoft.com/office/drawing/2014/main" id="{2912DEE0-9186-CB3E-45BD-FFFED2419032}"/>
                  </a:ext>
                </a:extLst>
              </p:cNvPr>
              <p:cNvSpPr/>
              <p:nvPr/>
            </p:nvSpPr>
            <p:spPr>
              <a:xfrm>
                <a:off x="311053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137" y="931969"/>
                    </a:lnTo>
                    <a:lnTo>
                      <a:pt x="916633" y="929912"/>
                    </a:lnTo>
                    <a:lnTo>
                      <a:pt x="914478" y="919736"/>
                    </a:lnTo>
                    <a:lnTo>
                      <a:pt x="914400" y="919298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0" name="ph5125">
                <a:extLst>
                  <a:ext uri="{FF2B5EF4-FFF2-40B4-BE49-F238E27FC236}">
                    <a16:creationId xmlns:a16="http://schemas.microsoft.com/office/drawing/2014/main" id="{49CE6DB3-7767-A800-600B-A29AC06689AB}"/>
                  </a:ext>
                </a:extLst>
              </p:cNvPr>
              <p:cNvSpPr/>
              <p:nvPr/>
            </p:nvSpPr>
            <p:spPr>
              <a:xfrm>
                <a:off x="311997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1" name="ph5126">
                <a:extLst>
                  <a:ext uri="{FF2B5EF4-FFF2-40B4-BE49-F238E27FC236}">
                    <a16:creationId xmlns:a16="http://schemas.microsoft.com/office/drawing/2014/main" id="{0D74476C-5F77-376F-46D1-21BD209EAC93}"/>
                  </a:ext>
                </a:extLst>
              </p:cNvPr>
              <p:cNvSpPr/>
              <p:nvPr/>
            </p:nvSpPr>
            <p:spPr>
              <a:xfrm>
                <a:off x="312941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2" name="ph5127">
                <a:extLst>
                  <a:ext uri="{FF2B5EF4-FFF2-40B4-BE49-F238E27FC236}">
                    <a16:creationId xmlns:a16="http://schemas.microsoft.com/office/drawing/2014/main" id="{074EBA14-3FA5-8D96-E4BB-5B397BFD4F44}"/>
                  </a:ext>
                </a:extLst>
              </p:cNvPr>
              <p:cNvSpPr/>
              <p:nvPr/>
            </p:nvSpPr>
            <p:spPr>
              <a:xfrm>
                <a:off x="313885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3" name="ph5128">
                <a:extLst>
                  <a:ext uri="{FF2B5EF4-FFF2-40B4-BE49-F238E27FC236}">
                    <a16:creationId xmlns:a16="http://schemas.microsoft.com/office/drawing/2014/main" id="{A65E803F-71F3-7214-343E-A6A33A519068}"/>
                  </a:ext>
                </a:extLst>
              </p:cNvPr>
              <p:cNvSpPr/>
              <p:nvPr/>
            </p:nvSpPr>
            <p:spPr>
              <a:xfrm>
                <a:off x="314829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4" name="ph5129">
                <a:extLst>
                  <a:ext uri="{FF2B5EF4-FFF2-40B4-BE49-F238E27FC236}">
                    <a16:creationId xmlns:a16="http://schemas.microsoft.com/office/drawing/2014/main" id="{9F7A7D7E-92A7-CA22-15DC-707009007FFF}"/>
                  </a:ext>
                </a:extLst>
              </p:cNvPr>
              <p:cNvSpPr/>
              <p:nvPr/>
            </p:nvSpPr>
            <p:spPr>
              <a:xfrm>
                <a:off x="315774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5" name="ph5130">
                <a:extLst>
                  <a:ext uri="{FF2B5EF4-FFF2-40B4-BE49-F238E27FC236}">
                    <a16:creationId xmlns:a16="http://schemas.microsoft.com/office/drawing/2014/main" id="{AD5D9C0A-0F46-1517-5B5D-3AB63352AAFD}"/>
                  </a:ext>
                </a:extLst>
              </p:cNvPr>
              <p:cNvSpPr/>
              <p:nvPr/>
            </p:nvSpPr>
            <p:spPr>
              <a:xfrm>
                <a:off x="316718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6" name="ph5131">
                <a:extLst>
                  <a:ext uri="{FF2B5EF4-FFF2-40B4-BE49-F238E27FC236}">
                    <a16:creationId xmlns:a16="http://schemas.microsoft.com/office/drawing/2014/main" id="{7D126587-05A5-DF83-B50F-109A392DC132}"/>
                  </a:ext>
                </a:extLst>
              </p:cNvPr>
              <p:cNvSpPr/>
              <p:nvPr/>
            </p:nvSpPr>
            <p:spPr>
              <a:xfrm>
                <a:off x="317662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7" name="ph5132">
                <a:extLst>
                  <a:ext uri="{FF2B5EF4-FFF2-40B4-BE49-F238E27FC236}">
                    <a16:creationId xmlns:a16="http://schemas.microsoft.com/office/drawing/2014/main" id="{427B96FD-BC76-8FF6-80A0-8BD54D631BD2}"/>
                  </a:ext>
                </a:extLst>
              </p:cNvPr>
              <p:cNvSpPr/>
              <p:nvPr/>
            </p:nvSpPr>
            <p:spPr>
              <a:xfrm>
                <a:off x="318606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8" name="ph5133">
                <a:extLst>
                  <a:ext uri="{FF2B5EF4-FFF2-40B4-BE49-F238E27FC236}">
                    <a16:creationId xmlns:a16="http://schemas.microsoft.com/office/drawing/2014/main" id="{8598E694-A0FE-2F08-2704-E8CA8FABBB29}"/>
                  </a:ext>
                </a:extLst>
              </p:cNvPr>
              <p:cNvSpPr/>
              <p:nvPr/>
            </p:nvSpPr>
            <p:spPr>
              <a:xfrm>
                <a:off x="319550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9" name="ph5134">
                <a:extLst>
                  <a:ext uri="{FF2B5EF4-FFF2-40B4-BE49-F238E27FC236}">
                    <a16:creationId xmlns:a16="http://schemas.microsoft.com/office/drawing/2014/main" id="{B07FCAE5-0865-E523-86D6-1AA2F68593B3}"/>
                  </a:ext>
                </a:extLst>
              </p:cNvPr>
              <p:cNvSpPr/>
              <p:nvPr/>
            </p:nvSpPr>
            <p:spPr>
              <a:xfrm>
                <a:off x="320494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0" name="ph5135">
                <a:extLst>
                  <a:ext uri="{FF2B5EF4-FFF2-40B4-BE49-F238E27FC236}">
                    <a16:creationId xmlns:a16="http://schemas.microsoft.com/office/drawing/2014/main" id="{4E9FC453-9516-2860-5CAF-95D8D538AB08}"/>
                  </a:ext>
                </a:extLst>
              </p:cNvPr>
              <p:cNvSpPr/>
              <p:nvPr/>
            </p:nvSpPr>
            <p:spPr>
              <a:xfrm>
                <a:off x="321438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1" name="ph5136">
                <a:extLst>
                  <a:ext uri="{FF2B5EF4-FFF2-40B4-BE49-F238E27FC236}">
                    <a16:creationId xmlns:a16="http://schemas.microsoft.com/office/drawing/2014/main" id="{8DA7A258-B0AA-717C-5D49-3E4B3F9FD421}"/>
                  </a:ext>
                </a:extLst>
              </p:cNvPr>
              <p:cNvSpPr/>
              <p:nvPr/>
            </p:nvSpPr>
            <p:spPr>
              <a:xfrm>
                <a:off x="3223821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2" name="ph5137">
                <a:extLst>
                  <a:ext uri="{FF2B5EF4-FFF2-40B4-BE49-F238E27FC236}">
                    <a16:creationId xmlns:a16="http://schemas.microsoft.com/office/drawing/2014/main" id="{3C7E303C-594F-BDEA-599F-29F6CFC28E98}"/>
                  </a:ext>
                </a:extLst>
              </p:cNvPr>
              <p:cNvSpPr/>
              <p:nvPr/>
            </p:nvSpPr>
            <p:spPr>
              <a:xfrm>
                <a:off x="323326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3" name="ph5138">
                <a:extLst>
                  <a:ext uri="{FF2B5EF4-FFF2-40B4-BE49-F238E27FC236}">
                    <a16:creationId xmlns:a16="http://schemas.microsoft.com/office/drawing/2014/main" id="{2B018FAF-792D-842F-359B-C243580C6897}"/>
                  </a:ext>
                </a:extLst>
              </p:cNvPr>
              <p:cNvSpPr/>
              <p:nvPr/>
            </p:nvSpPr>
            <p:spPr>
              <a:xfrm>
                <a:off x="324270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4" name="ph5139">
                <a:extLst>
                  <a:ext uri="{FF2B5EF4-FFF2-40B4-BE49-F238E27FC236}">
                    <a16:creationId xmlns:a16="http://schemas.microsoft.com/office/drawing/2014/main" id="{17BCB671-DFBF-81A0-194D-DB6B6B4A0CAC}"/>
                  </a:ext>
                </a:extLst>
              </p:cNvPr>
              <p:cNvSpPr/>
              <p:nvPr/>
            </p:nvSpPr>
            <p:spPr>
              <a:xfrm>
                <a:off x="325214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5" name="ph5140">
                <a:extLst>
                  <a:ext uri="{FF2B5EF4-FFF2-40B4-BE49-F238E27FC236}">
                    <a16:creationId xmlns:a16="http://schemas.microsoft.com/office/drawing/2014/main" id="{DEED4D0C-D1EF-1B0B-42CA-F7955E40C8B8}"/>
                  </a:ext>
                </a:extLst>
              </p:cNvPr>
              <p:cNvSpPr/>
              <p:nvPr/>
            </p:nvSpPr>
            <p:spPr>
              <a:xfrm>
                <a:off x="3261582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6" name="ph5141">
                <a:extLst>
                  <a:ext uri="{FF2B5EF4-FFF2-40B4-BE49-F238E27FC236}">
                    <a16:creationId xmlns:a16="http://schemas.microsoft.com/office/drawing/2014/main" id="{70C9B48D-556D-FA05-709C-ACE64C0281CC}"/>
                  </a:ext>
                </a:extLst>
              </p:cNvPr>
              <p:cNvSpPr/>
              <p:nvPr/>
            </p:nvSpPr>
            <p:spPr>
              <a:xfrm>
                <a:off x="327102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7" name="ph5142">
                <a:extLst>
                  <a:ext uri="{FF2B5EF4-FFF2-40B4-BE49-F238E27FC236}">
                    <a16:creationId xmlns:a16="http://schemas.microsoft.com/office/drawing/2014/main" id="{177583D3-3969-D542-80A4-C76BCAF92A30}"/>
                  </a:ext>
                </a:extLst>
              </p:cNvPr>
              <p:cNvSpPr/>
              <p:nvPr/>
            </p:nvSpPr>
            <p:spPr>
              <a:xfrm>
                <a:off x="328046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8" name="ph5143">
                <a:extLst>
                  <a:ext uri="{FF2B5EF4-FFF2-40B4-BE49-F238E27FC236}">
                    <a16:creationId xmlns:a16="http://schemas.microsoft.com/office/drawing/2014/main" id="{F6425A66-08E5-4C11-A0C3-1D6CBFAC4A3A}"/>
                  </a:ext>
                </a:extLst>
              </p:cNvPr>
              <p:cNvSpPr/>
              <p:nvPr/>
            </p:nvSpPr>
            <p:spPr>
              <a:xfrm>
                <a:off x="328990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9" name="ph5144">
                <a:extLst>
                  <a:ext uri="{FF2B5EF4-FFF2-40B4-BE49-F238E27FC236}">
                    <a16:creationId xmlns:a16="http://schemas.microsoft.com/office/drawing/2014/main" id="{D0A4E21B-230D-78B4-30B6-1CA19F1AE4C0}"/>
                  </a:ext>
                </a:extLst>
              </p:cNvPr>
              <p:cNvSpPr/>
              <p:nvPr/>
            </p:nvSpPr>
            <p:spPr>
              <a:xfrm>
                <a:off x="3299343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0" name="ph5145">
                <a:extLst>
                  <a:ext uri="{FF2B5EF4-FFF2-40B4-BE49-F238E27FC236}">
                    <a16:creationId xmlns:a16="http://schemas.microsoft.com/office/drawing/2014/main" id="{DB1626CE-9324-1899-D7BD-0CDDF96C25EB}"/>
                  </a:ext>
                </a:extLst>
              </p:cNvPr>
              <p:cNvSpPr/>
              <p:nvPr/>
            </p:nvSpPr>
            <p:spPr>
              <a:xfrm>
                <a:off x="330878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1" name="ph5146">
                <a:extLst>
                  <a:ext uri="{FF2B5EF4-FFF2-40B4-BE49-F238E27FC236}">
                    <a16:creationId xmlns:a16="http://schemas.microsoft.com/office/drawing/2014/main" id="{7BB5445C-0155-607B-8F60-6AB0D718530D}"/>
                  </a:ext>
                </a:extLst>
              </p:cNvPr>
              <p:cNvSpPr/>
              <p:nvPr/>
            </p:nvSpPr>
            <p:spPr>
              <a:xfrm>
                <a:off x="331822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2" name="ph5147">
                <a:extLst>
                  <a:ext uri="{FF2B5EF4-FFF2-40B4-BE49-F238E27FC236}">
                    <a16:creationId xmlns:a16="http://schemas.microsoft.com/office/drawing/2014/main" id="{23A8C538-3B11-4BB6-CC09-BBF2F1C11E86}"/>
                  </a:ext>
                </a:extLst>
              </p:cNvPr>
              <p:cNvSpPr/>
              <p:nvPr/>
            </p:nvSpPr>
            <p:spPr>
              <a:xfrm>
                <a:off x="332766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3" name="ph5148">
                <a:extLst>
                  <a:ext uri="{FF2B5EF4-FFF2-40B4-BE49-F238E27FC236}">
                    <a16:creationId xmlns:a16="http://schemas.microsoft.com/office/drawing/2014/main" id="{8E7984E5-8C3E-8962-7F8C-160F50CD697B}"/>
                  </a:ext>
                </a:extLst>
              </p:cNvPr>
              <p:cNvSpPr/>
              <p:nvPr/>
            </p:nvSpPr>
            <p:spPr>
              <a:xfrm>
                <a:off x="333710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4" name="ph5149">
                <a:extLst>
                  <a:ext uri="{FF2B5EF4-FFF2-40B4-BE49-F238E27FC236}">
                    <a16:creationId xmlns:a16="http://schemas.microsoft.com/office/drawing/2014/main" id="{CB61F5B9-114A-2320-C5E7-4ECC9B52C719}"/>
                  </a:ext>
                </a:extLst>
              </p:cNvPr>
              <p:cNvSpPr/>
              <p:nvPr/>
            </p:nvSpPr>
            <p:spPr>
              <a:xfrm>
                <a:off x="3346544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5" name="ph5150">
                <a:extLst>
                  <a:ext uri="{FF2B5EF4-FFF2-40B4-BE49-F238E27FC236}">
                    <a16:creationId xmlns:a16="http://schemas.microsoft.com/office/drawing/2014/main" id="{E4F4E717-9283-737E-234F-A28727BFDC39}"/>
                  </a:ext>
                </a:extLst>
              </p:cNvPr>
              <p:cNvSpPr/>
              <p:nvPr/>
            </p:nvSpPr>
            <p:spPr>
              <a:xfrm>
                <a:off x="335598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6" name="ph5151">
                <a:extLst>
                  <a:ext uri="{FF2B5EF4-FFF2-40B4-BE49-F238E27FC236}">
                    <a16:creationId xmlns:a16="http://schemas.microsoft.com/office/drawing/2014/main" id="{D86EC22C-17DE-20C5-0DF9-BECE69D19EE2}"/>
                  </a:ext>
                </a:extLst>
              </p:cNvPr>
              <p:cNvSpPr/>
              <p:nvPr/>
            </p:nvSpPr>
            <p:spPr>
              <a:xfrm>
                <a:off x="336542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7" name="ph5152">
                <a:extLst>
                  <a:ext uri="{FF2B5EF4-FFF2-40B4-BE49-F238E27FC236}">
                    <a16:creationId xmlns:a16="http://schemas.microsoft.com/office/drawing/2014/main" id="{10F9832F-FAA2-31EB-7272-709FA64D3F71}"/>
                  </a:ext>
                </a:extLst>
              </p:cNvPr>
              <p:cNvSpPr/>
              <p:nvPr/>
            </p:nvSpPr>
            <p:spPr>
              <a:xfrm>
                <a:off x="337486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8" name="ph5153">
                <a:extLst>
                  <a:ext uri="{FF2B5EF4-FFF2-40B4-BE49-F238E27FC236}">
                    <a16:creationId xmlns:a16="http://schemas.microsoft.com/office/drawing/2014/main" id="{948F703B-06E9-DD99-B0CE-9933760442F3}"/>
                  </a:ext>
                </a:extLst>
              </p:cNvPr>
              <p:cNvSpPr/>
              <p:nvPr/>
            </p:nvSpPr>
            <p:spPr>
              <a:xfrm>
                <a:off x="3384305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9" name="ph5154">
                <a:extLst>
                  <a:ext uri="{FF2B5EF4-FFF2-40B4-BE49-F238E27FC236}">
                    <a16:creationId xmlns:a16="http://schemas.microsoft.com/office/drawing/2014/main" id="{C579AD71-817A-F38D-95FB-9854CCA37036}"/>
                  </a:ext>
                </a:extLst>
              </p:cNvPr>
              <p:cNvSpPr/>
              <p:nvPr/>
            </p:nvSpPr>
            <p:spPr>
              <a:xfrm>
                <a:off x="339374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0" name="ph5155">
                <a:extLst>
                  <a:ext uri="{FF2B5EF4-FFF2-40B4-BE49-F238E27FC236}">
                    <a16:creationId xmlns:a16="http://schemas.microsoft.com/office/drawing/2014/main" id="{DF31CC91-2885-DFFB-588F-C5BDBA8A76F6}"/>
                  </a:ext>
                </a:extLst>
              </p:cNvPr>
              <p:cNvSpPr/>
              <p:nvPr/>
            </p:nvSpPr>
            <p:spPr>
              <a:xfrm>
                <a:off x="340318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1" name="ph5156">
                <a:extLst>
                  <a:ext uri="{FF2B5EF4-FFF2-40B4-BE49-F238E27FC236}">
                    <a16:creationId xmlns:a16="http://schemas.microsoft.com/office/drawing/2014/main" id="{348D667B-BF1A-98D8-9DE2-8996957BB150}"/>
                  </a:ext>
                </a:extLst>
              </p:cNvPr>
              <p:cNvSpPr/>
              <p:nvPr/>
            </p:nvSpPr>
            <p:spPr>
              <a:xfrm>
                <a:off x="341262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2" name="ph5157">
                <a:extLst>
                  <a:ext uri="{FF2B5EF4-FFF2-40B4-BE49-F238E27FC236}">
                    <a16:creationId xmlns:a16="http://schemas.microsoft.com/office/drawing/2014/main" id="{2E48D0E2-0286-340F-B5A4-4DFD8FBB7AD0}"/>
                  </a:ext>
                </a:extLst>
              </p:cNvPr>
              <p:cNvSpPr/>
              <p:nvPr/>
            </p:nvSpPr>
            <p:spPr>
              <a:xfrm>
                <a:off x="3422066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3" name="ph5158">
                <a:extLst>
                  <a:ext uri="{FF2B5EF4-FFF2-40B4-BE49-F238E27FC236}">
                    <a16:creationId xmlns:a16="http://schemas.microsoft.com/office/drawing/2014/main" id="{285C9CE6-63F2-384E-A3F4-FC369C3DBDFF}"/>
                  </a:ext>
                </a:extLst>
              </p:cNvPr>
              <p:cNvSpPr/>
              <p:nvPr/>
            </p:nvSpPr>
            <p:spPr>
              <a:xfrm>
                <a:off x="343150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4" name="ph5159">
                <a:extLst>
                  <a:ext uri="{FF2B5EF4-FFF2-40B4-BE49-F238E27FC236}">
                    <a16:creationId xmlns:a16="http://schemas.microsoft.com/office/drawing/2014/main" id="{7601AC67-4D4A-5A98-C819-D85FE6214AF8}"/>
                  </a:ext>
                </a:extLst>
              </p:cNvPr>
              <p:cNvSpPr/>
              <p:nvPr/>
            </p:nvSpPr>
            <p:spPr>
              <a:xfrm>
                <a:off x="344094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5" name="ph5160">
                <a:extLst>
                  <a:ext uri="{FF2B5EF4-FFF2-40B4-BE49-F238E27FC236}">
                    <a16:creationId xmlns:a16="http://schemas.microsoft.com/office/drawing/2014/main" id="{A1AF5B9B-2AEF-672C-17DD-C73F6D0B1D48}"/>
                  </a:ext>
                </a:extLst>
              </p:cNvPr>
              <p:cNvSpPr/>
              <p:nvPr/>
            </p:nvSpPr>
            <p:spPr>
              <a:xfrm>
                <a:off x="345038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6" name="ph5161">
                <a:extLst>
                  <a:ext uri="{FF2B5EF4-FFF2-40B4-BE49-F238E27FC236}">
                    <a16:creationId xmlns:a16="http://schemas.microsoft.com/office/drawing/2014/main" id="{03EB2538-E091-21D8-719D-1B97F9731138}"/>
                  </a:ext>
                </a:extLst>
              </p:cNvPr>
              <p:cNvSpPr/>
              <p:nvPr/>
            </p:nvSpPr>
            <p:spPr>
              <a:xfrm>
                <a:off x="3459827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7" name="ph5162">
                <a:extLst>
                  <a:ext uri="{FF2B5EF4-FFF2-40B4-BE49-F238E27FC236}">
                    <a16:creationId xmlns:a16="http://schemas.microsoft.com/office/drawing/2014/main" id="{A54A3F36-4ECB-283E-867D-CF64FB9881ED}"/>
                  </a:ext>
                </a:extLst>
              </p:cNvPr>
              <p:cNvSpPr/>
              <p:nvPr/>
            </p:nvSpPr>
            <p:spPr>
              <a:xfrm>
                <a:off x="346926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8" name="ph5163">
                <a:extLst>
                  <a:ext uri="{FF2B5EF4-FFF2-40B4-BE49-F238E27FC236}">
                    <a16:creationId xmlns:a16="http://schemas.microsoft.com/office/drawing/2014/main" id="{D40F826E-5994-89B3-6DC6-335520D08B96}"/>
                  </a:ext>
                </a:extLst>
              </p:cNvPr>
              <p:cNvSpPr/>
              <p:nvPr/>
            </p:nvSpPr>
            <p:spPr>
              <a:xfrm>
                <a:off x="347870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9" name="ph5164">
                <a:extLst>
                  <a:ext uri="{FF2B5EF4-FFF2-40B4-BE49-F238E27FC236}">
                    <a16:creationId xmlns:a16="http://schemas.microsoft.com/office/drawing/2014/main" id="{46060C7E-C104-CEA7-D88C-9441439CC811}"/>
                  </a:ext>
                </a:extLst>
              </p:cNvPr>
              <p:cNvSpPr/>
              <p:nvPr/>
            </p:nvSpPr>
            <p:spPr>
              <a:xfrm>
                <a:off x="348814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0" name="ph5165">
                <a:extLst>
                  <a:ext uri="{FF2B5EF4-FFF2-40B4-BE49-F238E27FC236}">
                    <a16:creationId xmlns:a16="http://schemas.microsoft.com/office/drawing/2014/main" id="{9134CCDE-7D01-60EE-6AB8-20C9D796F598}"/>
                  </a:ext>
                </a:extLst>
              </p:cNvPr>
              <p:cNvSpPr/>
              <p:nvPr/>
            </p:nvSpPr>
            <p:spPr>
              <a:xfrm>
                <a:off x="3497588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1" name="ph5166">
                <a:extLst>
                  <a:ext uri="{FF2B5EF4-FFF2-40B4-BE49-F238E27FC236}">
                    <a16:creationId xmlns:a16="http://schemas.microsoft.com/office/drawing/2014/main" id="{0F3A4A4A-F97B-337E-B6EA-F88DBB5AFEB0}"/>
                  </a:ext>
                </a:extLst>
              </p:cNvPr>
              <p:cNvSpPr/>
              <p:nvPr/>
            </p:nvSpPr>
            <p:spPr>
              <a:xfrm>
                <a:off x="350702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2" name="ph5167">
                <a:extLst>
                  <a:ext uri="{FF2B5EF4-FFF2-40B4-BE49-F238E27FC236}">
                    <a16:creationId xmlns:a16="http://schemas.microsoft.com/office/drawing/2014/main" id="{ED22AE5C-CC3A-82A8-5A94-A41B9E4CFC76}"/>
                  </a:ext>
                </a:extLst>
              </p:cNvPr>
              <p:cNvSpPr/>
              <p:nvPr/>
            </p:nvSpPr>
            <p:spPr>
              <a:xfrm>
                <a:off x="351646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3" name="ph5168">
                <a:extLst>
                  <a:ext uri="{FF2B5EF4-FFF2-40B4-BE49-F238E27FC236}">
                    <a16:creationId xmlns:a16="http://schemas.microsoft.com/office/drawing/2014/main" id="{875BE315-079F-0DD9-C9E6-3961E398C616}"/>
                  </a:ext>
                </a:extLst>
              </p:cNvPr>
              <p:cNvSpPr/>
              <p:nvPr/>
            </p:nvSpPr>
            <p:spPr>
              <a:xfrm>
                <a:off x="352590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4" name="ph5169">
                <a:extLst>
                  <a:ext uri="{FF2B5EF4-FFF2-40B4-BE49-F238E27FC236}">
                    <a16:creationId xmlns:a16="http://schemas.microsoft.com/office/drawing/2014/main" id="{D8734A5F-38DC-3956-E749-F3C4E3D2E6E3}"/>
                  </a:ext>
                </a:extLst>
              </p:cNvPr>
              <p:cNvSpPr/>
              <p:nvPr/>
            </p:nvSpPr>
            <p:spPr>
              <a:xfrm>
                <a:off x="3535349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5" name="ph5170">
                <a:extLst>
                  <a:ext uri="{FF2B5EF4-FFF2-40B4-BE49-F238E27FC236}">
                    <a16:creationId xmlns:a16="http://schemas.microsoft.com/office/drawing/2014/main" id="{A2119649-821D-4E80-13CC-E70D7D944B82}"/>
                  </a:ext>
                </a:extLst>
              </p:cNvPr>
              <p:cNvSpPr/>
              <p:nvPr/>
            </p:nvSpPr>
            <p:spPr>
              <a:xfrm>
                <a:off x="354479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6" name="ph5171">
                <a:extLst>
                  <a:ext uri="{FF2B5EF4-FFF2-40B4-BE49-F238E27FC236}">
                    <a16:creationId xmlns:a16="http://schemas.microsoft.com/office/drawing/2014/main" id="{930C2565-D31F-639F-57E2-0CB67B90F559}"/>
                  </a:ext>
                </a:extLst>
              </p:cNvPr>
              <p:cNvSpPr/>
              <p:nvPr/>
            </p:nvSpPr>
            <p:spPr>
              <a:xfrm>
                <a:off x="3554230" y="157041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7" name="ph5172">
                <a:extLst>
                  <a:ext uri="{FF2B5EF4-FFF2-40B4-BE49-F238E27FC236}">
                    <a16:creationId xmlns:a16="http://schemas.microsoft.com/office/drawing/2014/main" id="{47C904EF-E8A5-AF6E-A22D-B81E3BA70A0A}"/>
                  </a:ext>
                </a:extLst>
              </p:cNvPr>
              <p:cNvSpPr/>
              <p:nvPr/>
            </p:nvSpPr>
            <p:spPr>
              <a:xfrm>
                <a:off x="3563670" y="158798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8831"/>
                    </a:lnTo>
                    <a:lnTo>
                      <a:pt x="923594" y="908982"/>
                    </a:lnTo>
                    <a:lnTo>
                      <a:pt x="921889" y="910029"/>
                    </a:lnTo>
                    <a:lnTo>
                      <a:pt x="920183" y="911077"/>
                    </a:lnTo>
                    <a:lnTo>
                      <a:pt x="918478" y="912125"/>
                    </a:lnTo>
                    <a:lnTo>
                      <a:pt x="916772" y="913173"/>
                    </a:lnTo>
                    <a:lnTo>
                      <a:pt x="915068" y="914222"/>
                    </a:lnTo>
                    <a:lnTo>
                      <a:pt x="914779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8" name="ph5173">
                <a:extLst>
                  <a:ext uri="{FF2B5EF4-FFF2-40B4-BE49-F238E27FC236}">
                    <a16:creationId xmlns:a16="http://schemas.microsoft.com/office/drawing/2014/main" id="{4E8B5FA2-5578-A439-75D9-620A206D7F0C}"/>
                  </a:ext>
                </a:extLst>
              </p:cNvPr>
              <p:cNvSpPr/>
              <p:nvPr/>
            </p:nvSpPr>
            <p:spPr>
              <a:xfrm>
                <a:off x="3573110" y="1570419"/>
                <a:ext cx="923840" cy="92640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40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0612"/>
                    </a:lnTo>
                    <a:lnTo>
                      <a:pt x="922688" y="921317"/>
                    </a:lnTo>
                    <a:lnTo>
                      <a:pt x="920981" y="922364"/>
                    </a:lnTo>
                    <a:lnTo>
                      <a:pt x="919274" y="923410"/>
                    </a:lnTo>
                    <a:lnTo>
                      <a:pt x="917567" y="924457"/>
                    </a:lnTo>
                    <a:lnTo>
                      <a:pt x="915860" y="925504"/>
                    </a:lnTo>
                    <a:lnTo>
                      <a:pt x="914400" y="92640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9" name="ph5174">
                <a:extLst>
                  <a:ext uri="{FF2B5EF4-FFF2-40B4-BE49-F238E27FC236}">
                    <a16:creationId xmlns:a16="http://schemas.microsoft.com/office/drawing/2014/main" id="{4F2869DD-895C-A592-4EBD-3FC49C888D43}"/>
                  </a:ext>
                </a:extLst>
              </p:cNvPr>
              <p:cNvSpPr/>
              <p:nvPr/>
            </p:nvSpPr>
            <p:spPr>
              <a:xfrm>
                <a:off x="3582550" y="1570419"/>
                <a:ext cx="923669" cy="920612"/>
              </a:xfrm>
              <a:custGeom>
                <a:avLst/>
                <a:gdLst/>
                <a:ahLst/>
                <a:cxnLst/>
                <a:rect l="0" t="0" r="0" b="0"/>
                <a:pathLst>
                  <a:path w="923669" h="920612">
                    <a:moveTo>
                      <a:pt x="914400" y="914399"/>
                    </a:moveTo>
                    <a:lnTo>
                      <a:pt x="923669" y="914399"/>
                    </a:lnTo>
                    <a:lnTo>
                      <a:pt x="921408" y="916102"/>
                    </a:lnTo>
                    <a:lnTo>
                      <a:pt x="916670" y="919222"/>
                    </a:lnTo>
                    <a:lnTo>
                      <a:pt x="914956" y="920271"/>
                    </a:lnTo>
                    <a:lnTo>
                      <a:pt x="914400" y="92061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0" name="ph5175">
                <a:extLst>
                  <a:ext uri="{FF2B5EF4-FFF2-40B4-BE49-F238E27FC236}">
                    <a16:creationId xmlns:a16="http://schemas.microsoft.com/office/drawing/2014/main" id="{BDC4215E-94AA-E75B-4C81-CD381D437A0E}"/>
                  </a:ext>
                </a:extLst>
              </p:cNvPr>
              <p:cNvSpPr/>
              <p:nvPr/>
            </p:nvSpPr>
            <p:spPr>
              <a:xfrm>
                <a:off x="2175955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50" y="931867"/>
                    </a:lnTo>
                    <a:lnTo>
                      <a:pt x="905373" y="931262"/>
                    </a:lnTo>
                    <a:lnTo>
                      <a:pt x="905395" y="930658"/>
                    </a:lnTo>
                    <a:lnTo>
                      <a:pt x="905418" y="930053"/>
                    </a:lnTo>
                    <a:lnTo>
                      <a:pt x="905441" y="929448"/>
                    </a:lnTo>
                    <a:lnTo>
                      <a:pt x="905463" y="928844"/>
                    </a:lnTo>
                    <a:lnTo>
                      <a:pt x="905486" y="928239"/>
                    </a:lnTo>
                    <a:lnTo>
                      <a:pt x="905508" y="927635"/>
                    </a:lnTo>
                    <a:lnTo>
                      <a:pt x="905531" y="927030"/>
                    </a:lnTo>
                    <a:lnTo>
                      <a:pt x="905553" y="926425"/>
                    </a:lnTo>
                    <a:lnTo>
                      <a:pt x="905576" y="925821"/>
                    </a:lnTo>
                    <a:lnTo>
                      <a:pt x="905598" y="925216"/>
                    </a:lnTo>
                    <a:lnTo>
                      <a:pt x="905832" y="920589"/>
                    </a:lnTo>
                    <a:lnTo>
                      <a:pt x="905813" y="920436"/>
                    </a:lnTo>
                    <a:lnTo>
                      <a:pt x="905532" y="918209"/>
                    </a:lnTo>
                    <a:lnTo>
                      <a:pt x="905252" y="915983"/>
                    </a:lnTo>
                    <a:lnTo>
                      <a:pt x="905052" y="91439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1" name="ph5176">
                <a:extLst>
                  <a:ext uri="{FF2B5EF4-FFF2-40B4-BE49-F238E27FC236}">
                    <a16:creationId xmlns:a16="http://schemas.microsoft.com/office/drawing/2014/main" id="{B1DA1BA7-E31E-83AD-7778-E620CECEEFDD}"/>
                  </a:ext>
                </a:extLst>
              </p:cNvPr>
              <p:cNvSpPr/>
              <p:nvPr/>
            </p:nvSpPr>
            <p:spPr>
              <a:xfrm>
                <a:off x="217595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2" name="ph5177">
                <a:extLst>
                  <a:ext uri="{FF2B5EF4-FFF2-40B4-BE49-F238E27FC236}">
                    <a16:creationId xmlns:a16="http://schemas.microsoft.com/office/drawing/2014/main" id="{4E4B57B7-0CA9-86D0-2B2E-25326ECEBB41}"/>
                  </a:ext>
                </a:extLst>
              </p:cNvPr>
              <p:cNvSpPr/>
              <p:nvPr/>
            </p:nvSpPr>
            <p:spPr>
              <a:xfrm>
                <a:off x="218539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3">
                  <a:alpha val="100000"/>
                </a:srgbClr>
              </a:solidFill>
              <a:ln w="5420" cap="flat">
                <a:solidFill>
                  <a:srgbClr val="EA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3" name="ph5178">
                <a:extLst>
                  <a:ext uri="{FF2B5EF4-FFF2-40B4-BE49-F238E27FC236}">
                    <a16:creationId xmlns:a16="http://schemas.microsoft.com/office/drawing/2014/main" id="{A5A64663-2169-2FA9-693A-4B707317FE1A}"/>
                  </a:ext>
                </a:extLst>
              </p:cNvPr>
              <p:cNvSpPr/>
              <p:nvPr/>
            </p:nvSpPr>
            <p:spPr>
              <a:xfrm>
                <a:off x="219483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AF6A2">
                  <a:alpha val="100000"/>
                </a:srgbClr>
              </a:solidFill>
              <a:ln w="5420" cap="flat">
                <a:solidFill>
                  <a:srgbClr val="EAF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4" name="ph5179">
                <a:extLst>
                  <a:ext uri="{FF2B5EF4-FFF2-40B4-BE49-F238E27FC236}">
                    <a16:creationId xmlns:a16="http://schemas.microsoft.com/office/drawing/2014/main" id="{3B936850-A9E1-9CEA-0B87-0D6C04C61AEC}"/>
                  </a:ext>
                </a:extLst>
              </p:cNvPr>
              <p:cNvSpPr/>
              <p:nvPr/>
            </p:nvSpPr>
            <p:spPr>
              <a:xfrm>
                <a:off x="220427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5" name="ph5180">
                <a:extLst>
                  <a:ext uri="{FF2B5EF4-FFF2-40B4-BE49-F238E27FC236}">
                    <a16:creationId xmlns:a16="http://schemas.microsoft.com/office/drawing/2014/main" id="{F7DEBE89-6F97-C3B4-BE56-44B67A9FC71B}"/>
                  </a:ext>
                </a:extLst>
              </p:cNvPr>
              <p:cNvSpPr/>
              <p:nvPr/>
            </p:nvSpPr>
            <p:spPr>
              <a:xfrm>
                <a:off x="221371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A0">
                  <a:alpha val="100000"/>
                </a:srgbClr>
              </a:solidFill>
              <a:ln w="5420" cap="flat">
                <a:solidFill>
                  <a:srgbClr val="E8F5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6" name="ph5181">
                <a:extLst>
                  <a:ext uri="{FF2B5EF4-FFF2-40B4-BE49-F238E27FC236}">
                    <a16:creationId xmlns:a16="http://schemas.microsoft.com/office/drawing/2014/main" id="{811B0271-17DE-0C27-138E-38FEB22F1B12}"/>
                  </a:ext>
                </a:extLst>
              </p:cNvPr>
              <p:cNvSpPr/>
              <p:nvPr/>
            </p:nvSpPr>
            <p:spPr>
              <a:xfrm>
                <a:off x="222315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7" name="ph5182">
                <a:extLst>
                  <a:ext uri="{FF2B5EF4-FFF2-40B4-BE49-F238E27FC236}">
                    <a16:creationId xmlns:a16="http://schemas.microsoft.com/office/drawing/2014/main" id="{AEB30822-6513-D739-8E2B-D1DC95447AFA}"/>
                  </a:ext>
                </a:extLst>
              </p:cNvPr>
              <p:cNvSpPr/>
              <p:nvPr/>
            </p:nvSpPr>
            <p:spPr>
              <a:xfrm>
                <a:off x="223259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49C">
                  <a:alpha val="100000"/>
                </a:srgbClr>
              </a:solidFill>
              <a:ln w="5420" cap="flat">
                <a:solidFill>
                  <a:srgbClr val="E6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8" name="ph5183">
                <a:extLst>
                  <a:ext uri="{FF2B5EF4-FFF2-40B4-BE49-F238E27FC236}">
                    <a16:creationId xmlns:a16="http://schemas.microsoft.com/office/drawing/2014/main" id="{2918717B-8D81-3B31-16DC-0F017127326B}"/>
                  </a:ext>
                </a:extLst>
              </p:cNvPr>
              <p:cNvSpPr/>
              <p:nvPr/>
            </p:nvSpPr>
            <p:spPr>
              <a:xfrm>
                <a:off x="224203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9" name="ph5184">
                <a:extLst>
                  <a:ext uri="{FF2B5EF4-FFF2-40B4-BE49-F238E27FC236}">
                    <a16:creationId xmlns:a16="http://schemas.microsoft.com/office/drawing/2014/main" id="{98830318-4FEF-D914-66BF-D5DBB39F40FC}"/>
                  </a:ext>
                </a:extLst>
              </p:cNvPr>
              <p:cNvSpPr/>
              <p:nvPr/>
            </p:nvSpPr>
            <p:spPr>
              <a:xfrm>
                <a:off x="225147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0" name="ph5185">
                <a:extLst>
                  <a:ext uri="{FF2B5EF4-FFF2-40B4-BE49-F238E27FC236}">
                    <a16:creationId xmlns:a16="http://schemas.microsoft.com/office/drawing/2014/main" id="{3C5FDD27-FCE4-BAFB-1DD1-32E7EE477D44}"/>
                  </a:ext>
                </a:extLst>
              </p:cNvPr>
              <p:cNvSpPr/>
              <p:nvPr/>
            </p:nvSpPr>
            <p:spPr>
              <a:xfrm>
                <a:off x="226091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1" name="ph5186">
                <a:extLst>
                  <a:ext uri="{FF2B5EF4-FFF2-40B4-BE49-F238E27FC236}">
                    <a16:creationId xmlns:a16="http://schemas.microsoft.com/office/drawing/2014/main" id="{574A87B5-83C3-D571-C77F-8A603FD6E7E5}"/>
                  </a:ext>
                </a:extLst>
              </p:cNvPr>
              <p:cNvSpPr/>
              <p:nvPr/>
            </p:nvSpPr>
            <p:spPr>
              <a:xfrm>
                <a:off x="227035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2" name="ph5187">
                <a:extLst>
                  <a:ext uri="{FF2B5EF4-FFF2-40B4-BE49-F238E27FC236}">
                    <a16:creationId xmlns:a16="http://schemas.microsoft.com/office/drawing/2014/main" id="{CA610FF0-2DE8-4CC3-B50E-87756354A376}"/>
                  </a:ext>
                </a:extLst>
              </p:cNvPr>
              <p:cNvSpPr/>
              <p:nvPr/>
            </p:nvSpPr>
            <p:spPr>
              <a:xfrm>
                <a:off x="227979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3" name="ph5188">
                <a:extLst>
                  <a:ext uri="{FF2B5EF4-FFF2-40B4-BE49-F238E27FC236}">
                    <a16:creationId xmlns:a16="http://schemas.microsoft.com/office/drawing/2014/main" id="{CED40F51-01FC-EC2E-A49F-BC2943FA0148}"/>
                  </a:ext>
                </a:extLst>
              </p:cNvPr>
              <p:cNvSpPr/>
              <p:nvPr/>
            </p:nvSpPr>
            <p:spPr>
              <a:xfrm>
                <a:off x="228923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9EF8B">
                  <a:alpha val="100000"/>
                </a:srgbClr>
              </a:solidFill>
              <a:ln w="5420" cap="flat">
                <a:solidFill>
                  <a:srgbClr val="D9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4" name="ph5189">
                <a:extLst>
                  <a:ext uri="{FF2B5EF4-FFF2-40B4-BE49-F238E27FC236}">
                    <a16:creationId xmlns:a16="http://schemas.microsoft.com/office/drawing/2014/main" id="{977D737D-73FD-9DC1-FF54-15C9F3E80638}"/>
                  </a:ext>
                </a:extLst>
              </p:cNvPr>
              <p:cNvSpPr/>
              <p:nvPr/>
            </p:nvSpPr>
            <p:spPr>
              <a:xfrm>
                <a:off x="229867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5ED88">
                  <a:alpha val="100000"/>
                </a:srgbClr>
              </a:solidFill>
              <a:ln w="5420" cap="flat">
                <a:solidFill>
                  <a:srgbClr val="D5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5" name="ph5190">
                <a:extLst>
                  <a:ext uri="{FF2B5EF4-FFF2-40B4-BE49-F238E27FC236}">
                    <a16:creationId xmlns:a16="http://schemas.microsoft.com/office/drawing/2014/main" id="{FD0EF215-9DF7-7368-0FF9-36EA6ACA8EEE}"/>
                  </a:ext>
                </a:extLst>
              </p:cNvPr>
              <p:cNvSpPr/>
              <p:nvPr/>
            </p:nvSpPr>
            <p:spPr>
              <a:xfrm>
                <a:off x="230811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6" name="ph5191">
                <a:extLst>
                  <a:ext uri="{FF2B5EF4-FFF2-40B4-BE49-F238E27FC236}">
                    <a16:creationId xmlns:a16="http://schemas.microsoft.com/office/drawing/2014/main" id="{50448929-35BF-45A1-171A-A8BA230BDC20}"/>
                  </a:ext>
                </a:extLst>
              </p:cNvPr>
              <p:cNvSpPr/>
              <p:nvPr/>
            </p:nvSpPr>
            <p:spPr>
              <a:xfrm>
                <a:off x="231755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CE983">
                  <a:alpha val="100000"/>
                </a:srgbClr>
              </a:solidFill>
              <a:ln w="5420" cap="flat">
                <a:solidFill>
                  <a:srgbClr val="CCE9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7" name="ph5192">
                <a:extLst>
                  <a:ext uri="{FF2B5EF4-FFF2-40B4-BE49-F238E27FC236}">
                    <a16:creationId xmlns:a16="http://schemas.microsoft.com/office/drawing/2014/main" id="{E7F774C2-8F78-C7A3-B4E5-4EE778DEE49C}"/>
                  </a:ext>
                </a:extLst>
              </p:cNvPr>
              <p:cNvSpPr/>
              <p:nvPr/>
            </p:nvSpPr>
            <p:spPr>
              <a:xfrm>
                <a:off x="232699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8E781">
                  <a:alpha val="100000"/>
                </a:srgbClr>
              </a:solidFill>
              <a:ln w="5420" cap="flat">
                <a:solidFill>
                  <a:srgbClr val="C8E7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8" name="ph5193">
                <a:extLst>
                  <a:ext uri="{FF2B5EF4-FFF2-40B4-BE49-F238E27FC236}">
                    <a16:creationId xmlns:a16="http://schemas.microsoft.com/office/drawing/2014/main" id="{B0838226-1046-B1A7-6BCA-225E56E15B31}"/>
                  </a:ext>
                </a:extLst>
              </p:cNvPr>
              <p:cNvSpPr/>
              <p:nvPr/>
            </p:nvSpPr>
            <p:spPr>
              <a:xfrm>
                <a:off x="233643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4E67E">
                  <a:alpha val="100000"/>
                </a:srgbClr>
              </a:solidFill>
              <a:ln w="5420" cap="flat">
                <a:solidFill>
                  <a:srgbClr val="C4E6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9" name="ph5194">
                <a:extLst>
                  <a:ext uri="{FF2B5EF4-FFF2-40B4-BE49-F238E27FC236}">
                    <a16:creationId xmlns:a16="http://schemas.microsoft.com/office/drawing/2014/main" id="{86C55EA1-1034-E490-EC11-069611C4B48A}"/>
                  </a:ext>
                </a:extLst>
              </p:cNvPr>
              <p:cNvSpPr/>
              <p:nvPr/>
            </p:nvSpPr>
            <p:spPr>
              <a:xfrm>
                <a:off x="234587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0" name="ph5195">
                <a:extLst>
                  <a:ext uri="{FF2B5EF4-FFF2-40B4-BE49-F238E27FC236}">
                    <a16:creationId xmlns:a16="http://schemas.microsoft.com/office/drawing/2014/main" id="{E2FD738A-0B10-9728-BB61-6A766139A239}"/>
                  </a:ext>
                </a:extLst>
              </p:cNvPr>
              <p:cNvSpPr/>
              <p:nvPr/>
            </p:nvSpPr>
            <p:spPr>
              <a:xfrm>
                <a:off x="235531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EE37A">
                  <a:alpha val="100000"/>
                </a:srgbClr>
              </a:solidFill>
              <a:ln w="5420" cap="flat">
                <a:solidFill>
                  <a:srgbClr val="BEE3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1" name="ph5196">
                <a:extLst>
                  <a:ext uri="{FF2B5EF4-FFF2-40B4-BE49-F238E27FC236}">
                    <a16:creationId xmlns:a16="http://schemas.microsoft.com/office/drawing/2014/main" id="{32D731B7-DD10-38DB-1DF0-A37D4B72C747}"/>
                  </a:ext>
                </a:extLst>
              </p:cNvPr>
              <p:cNvSpPr/>
              <p:nvPr/>
            </p:nvSpPr>
            <p:spPr>
              <a:xfrm>
                <a:off x="236476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BE279">
                  <a:alpha val="100000"/>
                </a:srgbClr>
              </a:solidFill>
              <a:ln w="5420" cap="flat">
                <a:solidFill>
                  <a:srgbClr val="BBE2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2" name="ph5197">
                <a:extLst>
                  <a:ext uri="{FF2B5EF4-FFF2-40B4-BE49-F238E27FC236}">
                    <a16:creationId xmlns:a16="http://schemas.microsoft.com/office/drawing/2014/main" id="{D6B845B6-311D-4476-A735-FF7EDDCCFA19}"/>
                  </a:ext>
                </a:extLst>
              </p:cNvPr>
              <p:cNvSpPr/>
              <p:nvPr/>
            </p:nvSpPr>
            <p:spPr>
              <a:xfrm>
                <a:off x="237420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9E178">
                  <a:alpha val="100000"/>
                </a:srgbClr>
              </a:solidFill>
              <a:ln w="5420" cap="flat">
                <a:solidFill>
                  <a:srgbClr val="B9E1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3" name="ph5198">
                <a:extLst>
                  <a:ext uri="{FF2B5EF4-FFF2-40B4-BE49-F238E27FC236}">
                    <a16:creationId xmlns:a16="http://schemas.microsoft.com/office/drawing/2014/main" id="{BB273A9B-FA2C-B4DB-8181-1E345A800C53}"/>
                  </a:ext>
                </a:extLst>
              </p:cNvPr>
              <p:cNvSpPr/>
              <p:nvPr/>
            </p:nvSpPr>
            <p:spPr>
              <a:xfrm>
                <a:off x="238364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7E076">
                  <a:alpha val="100000"/>
                </a:srgbClr>
              </a:solidFill>
              <a:ln w="5420" cap="flat">
                <a:solidFill>
                  <a:srgbClr val="B7E0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4" name="ph5199">
                <a:extLst>
                  <a:ext uri="{FF2B5EF4-FFF2-40B4-BE49-F238E27FC236}">
                    <a16:creationId xmlns:a16="http://schemas.microsoft.com/office/drawing/2014/main" id="{B251351F-346F-ADF5-9668-C09295907479}"/>
                  </a:ext>
                </a:extLst>
              </p:cNvPr>
              <p:cNvSpPr/>
              <p:nvPr/>
            </p:nvSpPr>
            <p:spPr>
              <a:xfrm>
                <a:off x="239308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6DF76">
                  <a:alpha val="100000"/>
                </a:srgbClr>
              </a:solidFill>
              <a:ln w="5420" cap="flat">
                <a:solidFill>
                  <a:srgbClr val="B6DF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5" name="ph5200">
                <a:extLst>
                  <a:ext uri="{FF2B5EF4-FFF2-40B4-BE49-F238E27FC236}">
                    <a16:creationId xmlns:a16="http://schemas.microsoft.com/office/drawing/2014/main" id="{9DFB14F5-319A-354E-0669-F9AD11832D6E}"/>
                  </a:ext>
                </a:extLst>
              </p:cNvPr>
              <p:cNvSpPr/>
              <p:nvPr/>
            </p:nvSpPr>
            <p:spPr>
              <a:xfrm>
                <a:off x="240252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B4DF75">
                  <a:alpha val="100000"/>
                </a:srgbClr>
              </a:solidFill>
              <a:ln w="5420" cap="flat">
                <a:solidFill>
                  <a:srgbClr val="B4DF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6" name="ph5201">
                <a:extLst>
                  <a:ext uri="{FF2B5EF4-FFF2-40B4-BE49-F238E27FC236}">
                    <a16:creationId xmlns:a16="http://schemas.microsoft.com/office/drawing/2014/main" id="{2FFDEC60-0DE8-59E2-9830-987AEBFCE8E0}"/>
                  </a:ext>
                </a:extLst>
              </p:cNvPr>
              <p:cNvSpPr/>
              <p:nvPr/>
            </p:nvSpPr>
            <p:spPr>
              <a:xfrm>
                <a:off x="241196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B4DE74">
                  <a:alpha val="100000"/>
                </a:srgbClr>
              </a:solidFill>
              <a:ln w="5420" cap="flat">
                <a:solidFill>
                  <a:srgbClr val="B4DE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7" name="ph5202">
                <a:extLst>
                  <a:ext uri="{FF2B5EF4-FFF2-40B4-BE49-F238E27FC236}">
                    <a16:creationId xmlns:a16="http://schemas.microsoft.com/office/drawing/2014/main" id="{BA0C8C80-7AD7-9809-FA5A-630DA359D7D3}"/>
                  </a:ext>
                </a:extLst>
              </p:cNvPr>
              <p:cNvSpPr/>
              <p:nvPr/>
            </p:nvSpPr>
            <p:spPr>
              <a:xfrm>
                <a:off x="2430841" y="157041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6937" y="896830"/>
                    </a:lnTo>
                    <a:lnTo>
                      <a:pt x="907436" y="900211"/>
                    </a:lnTo>
                    <a:lnTo>
                      <a:pt x="908101" y="900925"/>
                    </a:lnTo>
                    <a:lnTo>
                      <a:pt x="913112" y="906985"/>
                    </a:lnTo>
                    <a:lnTo>
                      <a:pt x="914400" y="908728"/>
                    </a:lnTo>
                    <a:close/>
                  </a:path>
                </a:pathLst>
              </a:custGeom>
              <a:solidFill>
                <a:srgbClr val="B1DD73">
                  <a:alpha val="100000"/>
                </a:srgbClr>
              </a:solidFill>
              <a:ln w="5420" cap="flat">
                <a:solidFill>
                  <a:srgbClr val="B1DD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8" name="ph5203">
                <a:extLst>
                  <a:ext uri="{FF2B5EF4-FFF2-40B4-BE49-F238E27FC236}">
                    <a16:creationId xmlns:a16="http://schemas.microsoft.com/office/drawing/2014/main" id="{B429A7D4-6FAB-079B-A090-F8B5CF1D19C7}"/>
                  </a:ext>
                </a:extLst>
              </p:cNvPr>
              <p:cNvSpPr/>
              <p:nvPr/>
            </p:nvSpPr>
            <p:spPr>
              <a:xfrm>
                <a:off x="2430841" y="1570419"/>
                <a:ext cx="91852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521" h="914399">
                    <a:moveTo>
                      <a:pt x="914400" y="914399"/>
                    </a:moveTo>
                    <a:lnTo>
                      <a:pt x="914400" y="908728"/>
                    </a:lnTo>
                    <a:lnTo>
                      <a:pt x="917945" y="913529"/>
                    </a:lnTo>
                    <a:lnTo>
                      <a:pt x="918521" y="914399"/>
                    </a:lnTo>
                    <a:close/>
                  </a:path>
                </a:pathLst>
              </a:custGeom>
              <a:solidFill>
                <a:srgbClr val="ACDB70">
                  <a:alpha val="100000"/>
                </a:srgbClr>
              </a:solidFill>
              <a:ln w="5420" cap="flat">
                <a:solidFill>
                  <a:srgbClr val="ACDB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9" name="ph5204">
                <a:extLst>
                  <a:ext uri="{FF2B5EF4-FFF2-40B4-BE49-F238E27FC236}">
                    <a16:creationId xmlns:a16="http://schemas.microsoft.com/office/drawing/2014/main" id="{678CBDAC-30D6-79DF-AE49-001944CB18EA}"/>
                  </a:ext>
                </a:extLst>
              </p:cNvPr>
              <p:cNvSpPr/>
              <p:nvPr/>
            </p:nvSpPr>
            <p:spPr>
              <a:xfrm>
                <a:off x="3110538" y="155284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3517" y="931969"/>
                    </a:lnTo>
                    <a:lnTo>
                      <a:pt x="912610" y="926935"/>
                    </a:lnTo>
                    <a:lnTo>
                      <a:pt x="911033" y="916398"/>
                    </a:lnTo>
                    <a:lnTo>
                      <a:pt x="910793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0" name="ph5205">
                <a:extLst>
                  <a:ext uri="{FF2B5EF4-FFF2-40B4-BE49-F238E27FC236}">
                    <a16:creationId xmlns:a16="http://schemas.microsoft.com/office/drawing/2014/main" id="{8232243A-8E5B-6D83-1D9C-A61B77D86C65}"/>
                  </a:ext>
                </a:extLst>
              </p:cNvPr>
              <p:cNvSpPr/>
              <p:nvPr/>
            </p:nvSpPr>
            <p:spPr>
              <a:xfrm>
                <a:off x="311053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1" name="ph5206">
                <a:extLst>
                  <a:ext uri="{FF2B5EF4-FFF2-40B4-BE49-F238E27FC236}">
                    <a16:creationId xmlns:a16="http://schemas.microsoft.com/office/drawing/2014/main" id="{4825BFB6-B841-4005-C6C9-F5EBFBB029FA}"/>
                  </a:ext>
                </a:extLst>
              </p:cNvPr>
              <p:cNvSpPr/>
              <p:nvPr/>
            </p:nvSpPr>
            <p:spPr>
              <a:xfrm>
                <a:off x="311997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2" name="ph5207">
                <a:extLst>
                  <a:ext uri="{FF2B5EF4-FFF2-40B4-BE49-F238E27FC236}">
                    <a16:creationId xmlns:a16="http://schemas.microsoft.com/office/drawing/2014/main" id="{6D3DED15-9DE1-64AE-89FA-7E31712E67BA}"/>
                  </a:ext>
                </a:extLst>
              </p:cNvPr>
              <p:cNvSpPr/>
              <p:nvPr/>
            </p:nvSpPr>
            <p:spPr>
              <a:xfrm>
                <a:off x="312941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3" name="ph5208">
                <a:extLst>
                  <a:ext uri="{FF2B5EF4-FFF2-40B4-BE49-F238E27FC236}">
                    <a16:creationId xmlns:a16="http://schemas.microsoft.com/office/drawing/2014/main" id="{004F9806-42DE-AE55-4D2F-E6B1CBFC398D}"/>
                  </a:ext>
                </a:extLst>
              </p:cNvPr>
              <p:cNvSpPr/>
              <p:nvPr/>
            </p:nvSpPr>
            <p:spPr>
              <a:xfrm>
                <a:off x="313885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4" name="ph5209">
                <a:extLst>
                  <a:ext uri="{FF2B5EF4-FFF2-40B4-BE49-F238E27FC236}">
                    <a16:creationId xmlns:a16="http://schemas.microsoft.com/office/drawing/2014/main" id="{357322C8-A422-48BF-95C5-BC2709B48356}"/>
                  </a:ext>
                </a:extLst>
              </p:cNvPr>
              <p:cNvSpPr/>
              <p:nvPr/>
            </p:nvSpPr>
            <p:spPr>
              <a:xfrm>
                <a:off x="314829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5" name="ph5210">
                <a:extLst>
                  <a:ext uri="{FF2B5EF4-FFF2-40B4-BE49-F238E27FC236}">
                    <a16:creationId xmlns:a16="http://schemas.microsoft.com/office/drawing/2014/main" id="{140E17A5-0D41-FBC7-86D3-C685B2105A04}"/>
                  </a:ext>
                </a:extLst>
              </p:cNvPr>
              <p:cNvSpPr/>
              <p:nvPr/>
            </p:nvSpPr>
            <p:spPr>
              <a:xfrm>
                <a:off x="315774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6" name="ph5211">
                <a:extLst>
                  <a:ext uri="{FF2B5EF4-FFF2-40B4-BE49-F238E27FC236}">
                    <a16:creationId xmlns:a16="http://schemas.microsoft.com/office/drawing/2014/main" id="{D35CAF28-1990-C7C7-1509-72ED5688409B}"/>
                  </a:ext>
                </a:extLst>
              </p:cNvPr>
              <p:cNvSpPr/>
              <p:nvPr/>
            </p:nvSpPr>
            <p:spPr>
              <a:xfrm>
                <a:off x="316718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7" name="ph5212">
                <a:extLst>
                  <a:ext uri="{FF2B5EF4-FFF2-40B4-BE49-F238E27FC236}">
                    <a16:creationId xmlns:a16="http://schemas.microsoft.com/office/drawing/2014/main" id="{CD997E3D-85F4-6772-9607-FE3171E76FB2}"/>
                  </a:ext>
                </a:extLst>
              </p:cNvPr>
              <p:cNvSpPr/>
              <p:nvPr/>
            </p:nvSpPr>
            <p:spPr>
              <a:xfrm>
                <a:off x="317662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8" name="ph5213">
                <a:extLst>
                  <a:ext uri="{FF2B5EF4-FFF2-40B4-BE49-F238E27FC236}">
                    <a16:creationId xmlns:a16="http://schemas.microsoft.com/office/drawing/2014/main" id="{DB12D268-B76B-8B48-0F8A-6A850C04B9BF}"/>
                  </a:ext>
                </a:extLst>
              </p:cNvPr>
              <p:cNvSpPr/>
              <p:nvPr/>
            </p:nvSpPr>
            <p:spPr>
              <a:xfrm>
                <a:off x="318606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9" name="ph5214">
                <a:extLst>
                  <a:ext uri="{FF2B5EF4-FFF2-40B4-BE49-F238E27FC236}">
                    <a16:creationId xmlns:a16="http://schemas.microsoft.com/office/drawing/2014/main" id="{7C646463-B116-FD4F-B3E2-AA617B23E863}"/>
                  </a:ext>
                </a:extLst>
              </p:cNvPr>
              <p:cNvSpPr/>
              <p:nvPr/>
            </p:nvSpPr>
            <p:spPr>
              <a:xfrm>
                <a:off x="319550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0" name="ph5215">
                <a:extLst>
                  <a:ext uri="{FF2B5EF4-FFF2-40B4-BE49-F238E27FC236}">
                    <a16:creationId xmlns:a16="http://schemas.microsoft.com/office/drawing/2014/main" id="{16E9B8A8-5FBD-2484-E79E-EBD805D6980D}"/>
                  </a:ext>
                </a:extLst>
              </p:cNvPr>
              <p:cNvSpPr/>
              <p:nvPr/>
            </p:nvSpPr>
            <p:spPr>
              <a:xfrm>
                <a:off x="320494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1" name="ph5216">
                <a:extLst>
                  <a:ext uri="{FF2B5EF4-FFF2-40B4-BE49-F238E27FC236}">
                    <a16:creationId xmlns:a16="http://schemas.microsoft.com/office/drawing/2014/main" id="{33614069-D482-A6B9-CF38-CE297937C1C7}"/>
                  </a:ext>
                </a:extLst>
              </p:cNvPr>
              <p:cNvSpPr/>
              <p:nvPr/>
            </p:nvSpPr>
            <p:spPr>
              <a:xfrm>
                <a:off x="321438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2" name="ph5217">
                <a:extLst>
                  <a:ext uri="{FF2B5EF4-FFF2-40B4-BE49-F238E27FC236}">
                    <a16:creationId xmlns:a16="http://schemas.microsoft.com/office/drawing/2014/main" id="{18A726B9-D5E1-F6B5-9BEA-D3F2DF0B5713}"/>
                  </a:ext>
                </a:extLst>
              </p:cNvPr>
              <p:cNvSpPr/>
              <p:nvPr/>
            </p:nvSpPr>
            <p:spPr>
              <a:xfrm>
                <a:off x="3223821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3" name="ph5218">
                <a:extLst>
                  <a:ext uri="{FF2B5EF4-FFF2-40B4-BE49-F238E27FC236}">
                    <a16:creationId xmlns:a16="http://schemas.microsoft.com/office/drawing/2014/main" id="{AEF7A301-0FDC-1A91-D9E9-9043863F9B37}"/>
                  </a:ext>
                </a:extLst>
              </p:cNvPr>
              <p:cNvSpPr/>
              <p:nvPr/>
            </p:nvSpPr>
            <p:spPr>
              <a:xfrm>
                <a:off x="323326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4" name="ph5219">
                <a:extLst>
                  <a:ext uri="{FF2B5EF4-FFF2-40B4-BE49-F238E27FC236}">
                    <a16:creationId xmlns:a16="http://schemas.microsoft.com/office/drawing/2014/main" id="{3951257F-8C99-9BBA-1767-65D13E05B0DF}"/>
                  </a:ext>
                </a:extLst>
              </p:cNvPr>
              <p:cNvSpPr/>
              <p:nvPr/>
            </p:nvSpPr>
            <p:spPr>
              <a:xfrm>
                <a:off x="324270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5" name="ph5220">
                <a:extLst>
                  <a:ext uri="{FF2B5EF4-FFF2-40B4-BE49-F238E27FC236}">
                    <a16:creationId xmlns:a16="http://schemas.microsoft.com/office/drawing/2014/main" id="{C93ADFDE-3AE7-294C-D6F9-49E8B7D6EC98}"/>
                  </a:ext>
                </a:extLst>
              </p:cNvPr>
              <p:cNvSpPr/>
              <p:nvPr/>
            </p:nvSpPr>
            <p:spPr>
              <a:xfrm>
                <a:off x="325214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6" name="ph5221">
                <a:extLst>
                  <a:ext uri="{FF2B5EF4-FFF2-40B4-BE49-F238E27FC236}">
                    <a16:creationId xmlns:a16="http://schemas.microsoft.com/office/drawing/2014/main" id="{6E96E3EF-E0E8-F8CC-E2CA-10FD6D5B8120}"/>
                  </a:ext>
                </a:extLst>
              </p:cNvPr>
              <p:cNvSpPr/>
              <p:nvPr/>
            </p:nvSpPr>
            <p:spPr>
              <a:xfrm>
                <a:off x="3261582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7" name="ph5222">
                <a:extLst>
                  <a:ext uri="{FF2B5EF4-FFF2-40B4-BE49-F238E27FC236}">
                    <a16:creationId xmlns:a16="http://schemas.microsoft.com/office/drawing/2014/main" id="{EFB7CA88-805D-5714-B207-B1BBA8C02362}"/>
                  </a:ext>
                </a:extLst>
              </p:cNvPr>
              <p:cNvSpPr/>
              <p:nvPr/>
            </p:nvSpPr>
            <p:spPr>
              <a:xfrm>
                <a:off x="327102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8" name="ph5223">
                <a:extLst>
                  <a:ext uri="{FF2B5EF4-FFF2-40B4-BE49-F238E27FC236}">
                    <a16:creationId xmlns:a16="http://schemas.microsoft.com/office/drawing/2014/main" id="{6A190BA3-4CBA-DD1E-6BA2-B19677B48E2C}"/>
                  </a:ext>
                </a:extLst>
              </p:cNvPr>
              <p:cNvSpPr/>
              <p:nvPr/>
            </p:nvSpPr>
            <p:spPr>
              <a:xfrm>
                <a:off x="328046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9" name="ph5224">
                <a:extLst>
                  <a:ext uri="{FF2B5EF4-FFF2-40B4-BE49-F238E27FC236}">
                    <a16:creationId xmlns:a16="http://schemas.microsoft.com/office/drawing/2014/main" id="{79CA72DA-4424-D6AD-3B9B-9C102FB1B6CB}"/>
                  </a:ext>
                </a:extLst>
              </p:cNvPr>
              <p:cNvSpPr/>
              <p:nvPr/>
            </p:nvSpPr>
            <p:spPr>
              <a:xfrm>
                <a:off x="328990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0" name="ph5225">
                <a:extLst>
                  <a:ext uri="{FF2B5EF4-FFF2-40B4-BE49-F238E27FC236}">
                    <a16:creationId xmlns:a16="http://schemas.microsoft.com/office/drawing/2014/main" id="{581B09D8-DCCF-8A5E-7C32-7DD45008190B}"/>
                  </a:ext>
                </a:extLst>
              </p:cNvPr>
              <p:cNvSpPr/>
              <p:nvPr/>
            </p:nvSpPr>
            <p:spPr>
              <a:xfrm>
                <a:off x="3299343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1" name="ph5226">
                <a:extLst>
                  <a:ext uri="{FF2B5EF4-FFF2-40B4-BE49-F238E27FC236}">
                    <a16:creationId xmlns:a16="http://schemas.microsoft.com/office/drawing/2014/main" id="{678AC961-4E19-C7D6-1D35-82B7F291575F}"/>
                  </a:ext>
                </a:extLst>
              </p:cNvPr>
              <p:cNvSpPr/>
              <p:nvPr/>
            </p:nvSpPr>
            <p:spPr>
              <a:xfrm>
                <a:off x="330878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2" name="ph5227">
                <a:extLst>
                  <a:ext uri="{FF2B5EF4-FFF2-40B4-BE49-F238E27FC236}">
                    <a16:creationId xmlns:a16="http://schemas.microsoft.com/office/drawing/2014/main" id="{C3CB737E-C8C1-E61C-C864-4DB35E8197ED}"/>
                  </a:ext>
                </a:extLst>
              </p:cNvPr>
              <p:cNvSpPr/>
              <p:nvPr/>
            </p:nvSpPr>
            <p:spPr>
              <a:xfrm>
                <a:off x="331822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3" name="ph5228">
                <a:extLst>
                  <a:ext uri="{FF2B5EF4-FFF2-40B4-BE49-F238E27FC236}">
                    <a16:creationId xmlns:a16="http://schemas.microsoft.com/office/drawing/2014/main" id="{573E3C81-E3E8-1850-8DDC-CDB2984E9714}"/>
                  </a:ext>
                </a:extLst>
              </p:cNvPr>
              <p:cNvSpPr/>
              <p:nvPr/>
            </p:nvSpPr>
            <p:spPr>
              <a:xfrm>
                <a:off x="332766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4" name="ph5229">
                <a:extLst>
                  <a:ext uri="{FF2B5EF4-FFF2-40B4-BE49-F238E27FC236}">
                    <a16:creationId xmlns:a16="http://schemas.microsoft.com/office/drawing/2014/main" id="{201FF972-CA22-C693-ECED-AEF61CC74CCC}"/>
                  </a:ext>
                </a:extLst>
              </p:cNvPr>
              <p:cNvSpPr/>
              <p:nvPr/>
            </p:nvSpPr>
            <p:spPr>
              <a:xfrm>
                <a:off x="333710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5" name="ph5230">
                <a:extLst>
                  <a:ext uri="{FF2B5EF4-FFF2-40B4-BE49-F238E27FC236}">
                    <a16:creationId xmlns:a16="http://schemas.microsoft.com/office/drawing/2014/main" id="{F48DD44D-3DC7-5E76-75C3-8DE726185EF9}"/>
                  </a:ext>
                </a:extLst>
              </p:cNvPr>
              <p:cNvSpPr/>
              <p:nvPr/>
            </p:nvSpPr>
            <p:spPr>
              <a:xfrm>
                <a:off x="3346544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6" name="ph5231">
                <a:extLst>
                  <a:ext uri="{FF2B5EF4-FFF2-40B4-BE49-F238E27FC236}">
                    <a16:creationId xmlns:a16="http://schemas.microsoft.com/office/drawing/2014/main" id="{E9C401C5-A9BB-CE5D-5375-FA545541493C}"/>
                  </a:ext>
                </a:extLst>
              </p:cNvPr>
              <p:cNvSpPr/>
              <p:nvPr/>
            </p:nvSpPr>
            <p:spPr>
              <a:xfrm>
                <a:off x="335598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7" name="ph5232">
                <a:extLst>
                  <a:ext uri="{FF2B5EF4-FFF2-40B4-BE49-F238E27FC236}">
                    <a16:creationId xmlns:a16="http://schemas.microsoft.com/office/drawing/2014/main" id="{7EB875C1-8C49-6674-4615-E588AF06D2D1}"/>
                  </a:ext>
                </a:extLst>
              </p:cNvPr>
              <p:cNvSpPr/>
              <p:nvPr/>
            </p:nvSpPr>
            <p:spPr>
              <a:xfrm>
                <a:off x="336542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8" name="ph5233">
                <a:extLst>
                  <a:ext uri="{FF2B5EF4-FFF2-40B4-BE49-F238E27FC236}">
                    <a16:creationId xmlns:a16="http://schemas.microsoft.com/office/drawing/2014/main" id="{190A3ECD-40F7-5F4A-46ED-A58E7FF2FB7F}"/>
                  </a:ext>
                </a:extLst>
              </p:cNvPr>
              <p:cNvSpPr/>
              <p:nvPr/>
            </p:nvSpPr>
            <p:spPr>
              <a:xfrm>
                <a:off x="337486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9" name="ph5234">
                <a:extLst>
                  <a:ext uri="{FF2B5EF4-FFF2-40B4-BE49-F238E27FC236}">
                    <a16:creationId xmlns:a16="http://schemas.microsoft.com/office/drawing/2014/main" id="{CC4F0B44-5914-EEF6-ECCA-A53BD862B680}"/>
                  </a:ext>
                </a:extLst>
              </p:cNvPr>
              <p:cNvSpPr/>
              <p:nvPr/>
            </p:nvSpPr>
            <p:spPr>
              <a:xfrm>
                <a:off x="3384305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0" name="ph5235">
                <a:extLst>
                  <a:ext uri="{FF2B5EF4-FFF2-40B4-BE49-F238E27FC236}">
                    <a16:creationId xmlns:a16="http://schemas.microsoft.com/office/drawing/2014/main" id="{EDBA6C74-5772-2056-7AF9-A27BACB069A1}"/>
                  </a:ext>
                </a:extLst>
              </p:cNvPr>
              <p:cNvSpPr/>
              <p:nvPr/>
            </p:nvSpPr>
            <p:spPr>
              <a:xfrm>
                <a:off x="339374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1" name="ph5236">
                <a:extLst>
                  <a:ext uri="{FF2B5EF4-FFF2-40B4-BE49-F238E27FC236}">
                    <a16:creationId xmlns:a16="http://schemas.microsoft.com/office/drawing/2014/main" id="{7A89A073-50E5-7E0D-7060-35DB8B26570F}"/>
                  </a:ext>
                </a:extLst>
              </p:cNvPr>
              <p:cNvSpPr/>
              <p:nvPr/>
            </p:nvSpPr>
            <p:spPr>
              <a:xfrm>
                <a:off x="340318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2" name="ph5237">
                <a:extLst>
                  <a:ext uri="{FF2B5EF4-FFF2-40B4-BE49-F238E27FC236}">
                    <a16:creationId xmlns:a16="http://schemas.microsoft.com/office/drawing/2014/main" id="{1B24FA37-B2D7-4BC6-275D-79EBC5E7C5FF}"/>
                  </a:ext>
                </a:extLst>
              </p:cNvPr>
              <p:cNvSpPr/>
              <p:nvPr/>
            </p:nvSpPr>
            <p:spPr>
              <a:xfrm>
                <a:off x="341262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3" name="ph5238">
                <a:extLst>
                  <a:ext uri="{FF2B5EF4-FFF2-40B4-BE49-F238E27FC236}">
                    <a16:creationId xmlns:a16="http://schemas.microsoft.com/office/drawing/2014/main" id="{25DA6B2D-CF30-68E7-1F67-F3312342FD48}"/>
                  </a:ext>
                </a:extLst>
              </p:cNvPr>
              <p:cNvSpPr/>
              <p:nvPr/>
            </p:nvSpPr>
            <p:spPr>
              <a:xfrm>
                <a:off x="3422066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4" name="ph5239">
                <a:extLst>
                  <a:ext uri="{FF2B5EF4-FFF2-40B4-BE49-F238E27FC236}">
                    <a16:creationId xmlns:a16="http://schemas.microsoft.com/office/drawing/2014/main" id="{ADB19F06-07A2-E6C8-D6DD-D8E68B3A7E76}"/>
                  </a:ext>
                </a:extLst>
              </p:cNvPr>
              <p:cNvSpPr/>
              <p:nvPr/>
            </p:nvSpPr>
            <p:spPr>
              <a:xfrm>
                <a:off x="343150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5" name="ph5240">
                <a:extLst>
                  <a:ext uri="{FF2B5EF4-FFF2-40B4-BE49-F238E27FC236}">
                    <a16:creationId xmlns:a16="http://schemas.microsoft.com/office/drawing/2014/main" id="{029435D1-513B-97F7-0C65-E8C4F14C0440}"/>
                  </a:ext>
                </a:extLst>
              </p:cNvPr>
              <p:cNvSpPr/>
              <p:nvPr/>
            </p:nvSpPr>
            <p:spPr>
              <a:xfrm>
                <a:off x="344094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6" name="ph5241">
                <a:extLst>
                  <a:ext uri="{FF2B5EF4-FFF2-40B4-BE49-F238E27FC236}">
                    <a16:creationId xmlns:a16="http://schemas.microsoft.com/office/drawing/2014/main" id="{2E61F219-F77A-9009-8D78-C00ACAB78A61}"/>
                  </a:ext>
                </a:extLst>
              </p:cNvPr>
              <p:cNvSpPr/>
              <p:nvPr/>
            </p:nvSpPr>
            <p:spPr>
              <a:xfrm>
                <a:off x="345038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7" name="ph5242">
                <a:extLst>
                  <a:ext uri="{FF2B5EF4-FFF2-40B4-BE49-F238E27FC236}">
                    <a16:creationId xmlns:a16="http://schemas.microsoft.com/office/drawing/2014/main" id="{7C286B59-6984-D602-BEA2-088416343314}"/>
                  </a:ext>
                </a:extLst>
              </p:cNvPr>
              <p:cNvSpPr/>
              <p:nvPr/>
            </p:nvSpPr>
            <p:spPr>
              <a:xfrm>
                <a:off x="3459827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8" name="ph5243">
                <a:extLst>
                  <a:ext uri="{FF2B5EF4-FFF2-40B4-BE49-F238E27FC236}">
                    <a16:creationId xmlns:a16="http://schemas.microsoft.com/office/drawing/2014/main" id="{0BBE2D9C-6063-954C-DD75-457A440BCD47}"/>
                  </a:ext>
                </a:extLst>
              </p:cNvPr>
              <p:cNvSpPr/>
              <p:nvPr/>
            </p:nvSpPr>
            <p:spPr>
              <a:xfrm>
                <a:off x="346926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9" name="ph5244">
                <a:extLst>
                  <a:ext uri="{FF2B5EF4-FFF2-40B4-BE49-F238E27FC236}">
                    <a16:creationId xmlns:a16="http://schemas.microsoft.com/office/drawing/2014/main" id="{2049E96B-7508-E0D8-69D5-2D070CD5B4A6}"/>
                  </a:ext>
                </a:extLst>
              </p:cNvPr>
              <p:cNvSpPr/>
              <p:nvPr/>
            </p:nvSpPr>
            <p:spPr>
              <a:xfrm>
                <a:off x="347870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0" name="ph5245">
                <a:extLst>
                  <a:ext uri="{FF2B5EF4-FFF2-40B4-BE49-F238E27FC236}">
                    <a16:creationId xmlns:a16="http://schemas.microsoft.com/office/drawing/2014/main" id="{B3BEC944-BCD9-75C1-DD49-69D1C0221840}"/>
                  </a:ext>
                </a:extLst>
              </p:cNvPr>
              <p:cNvSpPr/>
              <p:nvPr/>
            </p:nvSpPr>
            <p:spPr>
              <a:xfrm>
                <a:off x="348814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1" name="ph5246">
                <a:extLst>
                  <a:ext uri="{FF2B5EF4-FFF2-40B4-BE49-F238E27FC236}">
                    <a16:creationId xmlns:a16="http://schemas.microsoft.com/office/drawing/2014/main" id="{32710971-4E76-E80F-990D-522410BF753A}"/>
                  </a:ext>
                </a:extLst>
              </p:cNvPr>
              <p:cNvSpPr/>
              <p:nvPr/>
            </p:nvSpPr>
            <p:spPr>
              <a:xfrm>
                <a:off x="3497588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2" name="ph5247">
                <a:extLst>
                  <a:ext uri="{FF2B5EF4-FFF2-40B4-BE49-F238E27FC236}">
                    <a16:creationId xmlns:a16="http://schemas.microsoft.com/office/drawing/2014/main" id="{7646002D-E97E-E034-4684-D33BC7D534B0}"/>
                  </a:ext>
                </a:extLst>
              </p:cNvPr>
              <p:cNvSpPr/>
              <p:nvPr/>
            </p:nvSpPr>
            <p:spPr>
              <a:xfrm>
                <a:off x="350702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3" name="ph5248">
                <a:extLst>
                  <a:ext uri="{FF2B5EF4-FFF2-40B4-BE49-F238E27FC236}">
                    <a16:creationId xmlns:a16="http://schemas.microsoft.com/office/drawing/2014/main" id="{E3483FEA-18DA-E597-7D3C-09B3BEEC458F}"/>
                  </a:ext>
                </a:extLst>
              </p:cNvPr>
              <p:cNvSpPr/>
              <p:nvPr/>
            </p:nvSpPr>
            <p:spPr>
              <a:xfrm>
                <a:off x="351646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4" name="ph5249">
                <a:extLst>
                  <a:ext uri="{FF2B5EF4-FFF2-40B4-BE49-F238E27FC236}">
                    <a16:creationId xmlns:a16="http://schemas.microsoft.com/office/drawing/2014/main" id="{B0119D06-60C1-940C-B75D-BA430D8B51B7}"/>
                  </a:ext>
                </a:extLst>
              </p:cNvPr>
              <p:cNvSpPr/>
              <p:nvPr/>
            </p:nvSpPr>
            <p:spPr>
              <a:xfrm>
                <a:off x="352590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5" name="ph5250">
                <a:extLst>
                  <a:ext uri="{FF2B5EF4-FFF2-40B4-BE49-F238E27FC236}">
                    <a16:creationId xmlns:a16="http://schemas.microsoft.com/office/drawing/2014/main" id="{42B3D7F6-7297-AB03-29BF-0B19ABDF0604}"/>
                  </a:ext>
                </a:extLst>
              </p:cNvPr>
              <p:cNvSpPr/>
              <p:nvPr/>
            </p:nvSpPr>
            <p:spPr>
              <a:xfrm>
                <a:off x="3535349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6" name="ph5251">
                <a:extLst>
                  <a:ext uri="{FF2B5EF4-FFF2-40B4-BE49-F238E27FC236}">
                    <a16:creationId xmlns:a16="http://schemas.microsoft.com/office/drawing/2014/main" id="{AF6EB4EE-7B95-0733-6937-C57C78B8F40A}"/>
                  </a:ext>
                </a:extLst>
              </p:cNvPr>
              <p:cNvSpPr/>
              <p:nvPr/>
            </p:nvSpPr>
            <p:spPr>
              <a:xfrm>
                <a:off x="354479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7" name="ph5252">
                <a:extLst>
                  <a:ext uri="{FF2B5EF4-FFF2-40B4-BE49-F238E27FC236}">
                    <a16:creationId xmlns:a16="http://schemas.microsoft.com/office/drawing/2014/main" id="{5355B299-0FC3-CE8E-1847-290634C09786}"/>
                  </a:ext>
                </a:extLst>
              </p:cNvPr>
              <p:cNvSpPr/>
              <p:nvPr/>
            </p:nvSpPr>
            <p:spPr>
              <a:xfrm>
                <a:off x="355423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8" name="ph5253">
                <a:extLst>
                  <a:ext uri="{FF2B5EF4-FFF2-40B4-BE49-F238E27FC236}">
                    <a16:creationId xmlns:a16="http://schemas.microsoft.com/office/drawing/2014/main" id="{EC334022-4FCC-3F90-1139-916872BC699D}"/>
                  </a:ext>
                </a:extLst>
              </p:cNvPr>
              <p:cNvSpPr/>
              <p:nvPr/>
            </p:nvSpPr>
            <p:spPr>
              <a:xfrm>
                <a:off x="356367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9" name="ph5254">
                <a:extLst>
                  <a:ext uri="{FF2B5EF4-FFF2-40B4-BE49-F238E27FC236}">
                    <a16:creationId xmlns:a16="http://schemas.microsoft.com/office/drawing/2014/main" id="{495FC3B8-DBB9-EC3B-0AD5-BF0CF1DAB910}"/>
                  </a:ext>
                </a:extLst>
              </p:cNvPr>
              <p:cNvSpPr/>
              <p:nvPr/>
            </p:nvSpPr>
            <p:spPr>
              <a:xfrm>
                <a:off x="3573110" y="155284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0" name="ph5255">
                <a:extLst>
                  <a:ext uri="{FF2B5EF4-FFF2-40B4-BE49-F238E27FC236}">
                    <a16:creationId xmlns:a16="http://schemas.microsoft.com/office/drawing/2014/main" id="{4F9FA33A-635A-3A4E-5345-DF65A0F93ECA}"/>
                  </a:ext>
                </a:extLst>
              </p:cNvPr>
              <p:cNvSpPr/>
              <p:nvPr/>
            </p:nvSpPr>
            <p:spPr>
              <a:xfrm>
                <a:off x="3582550" y="157041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71"/>
                    </a:lnTo>
                    <a:lnTo>
                      <a:pt x="923669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1" name="ph5256">
                <a:extLst>
                  <a:ext uri="{FF2B5EF4-FFF2-40B4-BE49-F238E27FC236}">
                    <a16:creationId xmlns:a16="http://schemas.microsoft.com/office/drawing/2014/main" id="{503AC6E7-5047-1E4A-27F9-5DB96765FD7F}"/>
                  </a:ext>
                </a:extLst>
              </p:cNvPr>
              <p:cNvSpPr/>
              <p:nvPr/>
            </p:nvSpPr>
            <p:spPr>
              <a:xfrm>
                <a:off x="3591991" y="1552849"/>
                <a:ext cx="923840" cy="93184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84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3894"/>
                    </a:lnTo>
                    <a:lnTo>
                      <a:pt x="922645" y="924970"/>
                    </a:lnTo>
                    <a:lnTo>
                      <a:pt x="921196" y="926276"/>
                    </a:lnTo>
                    <a:lnTo>
                      <a:pt x="916626" y="930164"/>
                    </a:lnTo>
                    <a:lnTo>
                      <a:pt x="914400" y="93184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2" name="ph5257">
                <a:extLst>
                  <a:ext uri="{FF2B5EF4-FFF2-40B4-BE49-F238E27FC236}">
                    <a16:creationId xmlns:a16="http://schemas.microsoft.com/office/drawing/2014/main" id="{3FAF9F8E-4C5F-7635-4E4D-87F10579A657}"/>
                  </a:ext>
                </a:extLst>
              </p:cNvPr>
              <p:cNvSpPr/>
              <p:nvPr/>
            </p:nvSpPr>
            <p:spPr>
              <a:xfrm>
                <a:off x="3601431" y="1552849"/>
                <a:ext cx="923840" cy="92389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9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5399"/>
                    </a:lnTo>
                    <a:lnTo>
                      <a:pt x="923306" y="915879"/>
                    </a:lnTo>
                    <a:lnTo>
                      <a:pt x="921862" y="917177"/>
                    </a:lnTo>
                    <a:lnTo>
                      <a:pt x="920418" y="918476"/>
                    </a:lnTo>
                    <a:lnTo>
                      <a:pt x="918975" y="919774"/>
                    </a:lnTo>
                    <a:lnTo>
                      <a:pt x="917532" y="921073"/>
                    </a:lnTo>
                    <a:lnTo>
                      <a:pt x="916089" y="922372"/>
                    </a:lnTo>
                    <a:lnTo>
                      <a:pt x="914647" y="923671"/>
                    </a:lnTo>
                    <a:lnTo>
                      <a:pt x="914400" y="92389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3" name="ph5258">
                <a:extLst>
                  <a:ext uri="{FF2B5EF4-FFF2-40B4-BE49-F238E27FC236}">
                    <a16:creationId xmlns:a16="http://schemas.microsoft.com/office/drawing/2014/main" id="{C73D2314-927C-20E0-E410-087CEEB89B32}"/>
                  </a:ext>
                </a:extLst>
              </p:cNvPr>
              <p:cNvSpPr/>
              <p:nvPr/>
            </p:nvSpPr>
            <p:spPr>
              <a:xfrm>
                <a:off x="3610871" y="1552849"/>
                <a:ext cx="915873" cy="915399"/>
              </a:xfrm>
              <a:custGeom>
                <a:avLst/>
                <a:gdLst/>
                <a:ahLst/>
                <a:cxnLst/>
                <a:rect l="0" t="0" r="0" b="0"/>
                <a:pathLst>
                  <a:path w="915873" h="915399">
                    <a:moveTo>
                      <a:pt x="914400" y="914399"/>
                    </a:moveTo>
                    <a:lnTo>
                      <a:pt x="915873" y="914399"/>
                    </a:lnTo>
                    <a:lnTo>
                      <a:pt x="915119" y="914753"/>
                    </a:lnTo>
                    <a:lnTo>
                      <a:pt x="914400" y="915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4" name="ph5259">
                <a:extLst>
                  <a:ext uri="{FF2B5EF4-FFF2-40B4-BE49-F238E27FC236}">
                    <a16:creationId xmlns:a16="http://schemas.microsoft.com/office/drawing/2014/main" id="{E919267C-D5EC-6918-2F23-DDED54E650DD}"/>
                  </a:ext>
                </a:extLst>
              </p:cNvPr>
              <p:cNvSpPr/>
              <p:nvPr/>
            </p:nvSpPr>
            <p:spPr>
              <a:xfrm>
                <a:off x="2166515" y="1535279"/>
                <a:ext cx="914400" cy="9312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29">
                    <a:moveTo>
                      <a:pt x="914400" y="914400"/>
                    </a:moveTo>
                    <a:lnTo>
                      <a:pt x="914400" y="931229"/>
                    </a:lnTo>
                    <a:lnTo>
                      <a:pt x="914131" y="929099"/>
                    </a:lnTo>
                    <a:lnTo>
                      <a:pt x="913850" y="926873"/>
                    </a:lnTo>
                    <a:lnTo>
                      <a:pt x="913570" y="924646"/>
                    </a:lnTo>
                    <a:lnTo>
                      <a:pt x="913289" y="922420"/>
                    </a:lnTo>
                    <a:lnTo>
                      <a:pt x="913008" y="920193"/>
                    </a:lnTo>
                    <a:lnTo>
                      <a:pt x="912726" y="917967"/>
                    </a:lnTo>
                    <a:lnTo>
                      <a:pt x="912444" y="915732"/>
                    </a:lnTo>
                    <a:lnTo>
                      <a:pt x="912294" y="914400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5" name="ph5260">
                <a:extLst>
                  <a:ext uri="{FF2B5EF4-FFF2-40B4-BE49-F238E27FC236}">
                    <a16:creationId xmlns:a16="http://schemas.microsoft.com/office/drawing/2014/main" id="{5B83EB2F-5253-10B5-20CA-C5B6F6EC2871}"/>
                  </a:ext>
                </a:extLst>
              </p:cNvPr>
              <p:cNvSpPr/>
              <p:nvPr/>
            </p:nvSpPr>
            <p:spPr>
              <a:xfrm>
                <a:off x="216651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93" y="931969"/>
                    </a:lnTo>
                    <a:lnTo>
                      <a:pt x="914400" y="93122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6" name="ph5261">
                <a:extLst>
                  <a:ext uri="{FF2B5EF4-FFF2-40B4-BE49-F238E27FC236}">
                    <a16:creationId xmlns:a16="http://schemas.microsoft.com/office/drawing/2014/main" id="{11F4F94B-38BB-4C0A-D7D9-5946DCEFB7BC}"/>
                  </a:ext>
                </a:extLst>
              </p:cNvPr>
              <p:cNvSpPr/>
              <p:nvPr/>
            </p:nvSpPr>
            <p:spPr>
              <a:xfrm>
                <a:off x="217595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7" name="ph5262">
                <a:extLst>
                  <a:ext uri="{FF2B5EF4-FFF2-40B4-BE49-F238E27FC236}">
                    <a16:creationId xmlns:a16="http://schemas.microsoft.com/office/drawing/2014/main" id="{CD123B5D-A624-5D46-4EDC-2B5BB985F98D}"/>
                  </a:ext>
                </a:extLst>
              </p:cNvPr>
              <p:cNvSpPr/>
              <p:nvPr/>
            </p:nvSpPr>
            <p:spPr>
              <a:xfrm>
                <a:off x="218539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8" name="ph5263">
                <a:extLst>
                  <a:ext uri="{FF2B5EF4-FFF2-40B4-BE49-F238E27FC236}">
                    <a16:creationId xmlns:a16="http://schemas.microsoft.com/office/drawing/2014/main" id="{BEC290E9-0F1C-9AA0-E287-799C7DE9B1D6}"/>
                  </a:ext>
                </a:extLst>
              </p:cNvPr>
              <p:cNvSpPr/>
              <p:nvPr/>
            </p:nvSpPr>
            <p:spPr>
              <a:xfrm>
                <a:off x="219483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9" name="ph5264">
                <a:extLst>
                  <a:ext uri="{FF2B5EF4-FFF2-40B4-BE49-F238E27FC236}">
                    <a16:creationId xmlns:a16="http://schemas.microsoft.com/office/drawing/2014/main" id="{B4D9A755-4F8C-135C-1264-273F0976B1E1}"/>
                  </a:ext>
                </a:extLst>
              </p:cNvPr>
              <p:cNvSpPr/>
              <p:nvPr/>
            </p:nvSpPr>
            <p:spPr>
              <a:xfrm>
                <a:off x="220427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0" name="ph5265">
                <a:extLst>
                  <a:ext uri="{FF2B5EF4-FFF2-40B4-BE49-F238E27FC236}">
                    <a16:creationId xmlns:a16="http://schemas.microsoft.com/office/drawing/2014/main" id="{7D8D7EAF-EB20-B799-1EB7-AD521CF913EA}"/>
                  </a:ext>
                </a:extLst>
              </p:cNvPr>
              <p:cNvSpPr/>
              <p:nvPr/>
            </p:nvSpPr>
            <p:spPr>
              <a:xfrm>
                <a:off x="221371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1" name="ph5266">
                <a:extLst>
                  <a:ext uri="{FF2B5EF4-FFF2-40B4-BE49-F238E27FC236}">
                    <a16:creationId xmlns:a16="http://schemas.microsoft.com/office/drawing/2014/main" id="{E27C8606-C468-C1C2-B06D-D1C641ACF98B}"/>
                  </a:ext>
                </a:extLst>
              </p:cNvPr>
              <p:cNvSpPr/>
              <p:nvPr/>
            </p:nvSpPr>
            <p:spPr>
              <a:xfrm>
                <a:off x="222315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2" name="ph5267">
                <a:extLst>
                  <a:ext uri="{FF2B5EF4-FFF2-40B4-BE49-F238E27FC236}">
                    <a16:creationId xmlns:a16="http://schemas.microsoft.com/office/drawing/2014/main" id="{34776E92-046B-14EF-3E55-42C59427D262}"/>
                  </a:ext>
                </a:extLst>
              </p:cNvPr>
              <p:cNvSpPr/>
              <p:nvPr/>
            </p:nvSpPr>
            <p:spPr>
              <a:xfrm>
                <a:off x="223259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3" name="ph5268">
                <a:extLst>
                  <a:ext uri="{FF2B5EF4-FFF2-40B4-BE49-F238E27FC236}">
                    <a16:creationId xmlns:a16="http://schemas.microsoft.com/office/drawing/2014/main" id="{EF089494-B8FC-38E5-480B-21A6F419F048}"/>
                  </a:ext>
                </a:extLst>
              </p:cNvPr>
              <p:cNvSpPr/>
              <p:nvPr/>
            </p:nvSpPr>
            <p:spPr>
              <a:xfrm>
                <a:off x="224203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4" name="ph5269">
                <a:extLst>
                  <a:ext uri="{FF2B5EF4-FFF2-40B4-BE49-F238E27FC236}">
                    <a16:creationId xmlns:a16="http://schemas.microsoft.com/office/drawing/2014/main" id="{D8736CAB-7D88-F79D-419A-FFB3BF0B8014}"/>
                  </a:ext>
                </a:extLst>
              </p:cNvPr>
              <p:cNvSpPr/>
              <p:nvPr/>
            </p:nvSpPr>
            <p:spPr>
              <a:xfrm>
                <a:off x="225147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5" name="ph5270">
                <a:extLst>
                  <a:ext uri="{FF2B5EF4-FFF2-40B4-BE49-F238E27FC236}">
                    <a16:creationId xmlns:a16="http://schemas.microsoft.com/office/drawing/2014/main" id="{F15CF9CF-7D2E-750B-3657-D583135CE2CA}"/>
                  </a:ext>
                </a:extLst>
              </p:cNvPr>
              <p:cNvSpPr/>
              <p:nvPr/>
            </p:nvSpPr>
            <p:spPr>
              <a:xfrm>
                <a:off x="226091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6" name="ph5271">
                <a:extLst>
                  <a:ext uri="{FF2B5EF4-FFF2-40B4-BE49-F238E27FC236}">
                    <a16:creationId xmlns:a16="http://schemas.microsoft.com/office/drawing/2014/main" id="{9D2E41B6-641E-CFDF-150F-C36C24BEE1E7}"/>
                  </a:ext>
                </a:extLst>
              </p:cNvPr>
              <p:cNvSpPr/>
              <p:nvPr/>
            </p:nvSpPr>
            <p:spPr>
              <a:xfrm>
                <a:off x="227035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7" name="ph5272">
                <a:extLst>
                  <a:ext uri="{FF2B5EF4-FFF2-40B4-BE49-F238E27FC236}">
                    <a16:creationId xmlns:a16="http://schemas.microsoft.com/office/drawing/2014/main" id="{6A9BA153-E952-52E7-2233-AEBE71E35CD7}"/>
                  </a:ext>
                </a:extLst>
              </p:cNvPr>
              <p:cNvSpPr/>
              <p:nvPr/>
            </p:nvSpPr>
            <p:spPr>
              <a:xfrm>
                <a:off x="227979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8" name="ph5273">
                <a:extLst>
                  <a:ext uri="{FF2B5EF4-FFF2-40B4-BE49-F238E27FC236}">
                    <a16:creationId xmlns:a16="http://schemas.microsoft.com/office/drawing/2014/main" id="{97487518-975F-87B1-7B35-5D72C07A6FED}"/>
                  </a:ext>
                </a:extLst>
              </p:cNvPr>
              <p:cNvSpPr/>
              <p:nvPr/>
            </p:nvSpPr>
            <p:spPr>
              <a:xfrm>
                <a:off x="228923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9F6A1">
                  <a:alpha val="100000"/>
                </a:srgbClr>
              </a:solidFill>
              <a:ln w="5420" cap="flat">
                <a:solidFill>
                  <a:srgbClr val="E9F6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9" name="ph5274">
                <a:extLst>
                  <a:ext uri="{FF2B5EF4-FFF2-40B4-BE49-F238E27FC236}">
                    <a16:creationId xmlns:a16="http://schemas.microsoft.com/office/drawing/2014/main" id="{A55FC566-8D46-7316-E375-BF207EA03F25}"/>
                  </a:ext>
                </a:extLst>
              </p:cNvPr>
              <p:cNvSpPr/>
              <p:nvPr/>
            </p:nvSpPr>
            <p:spPr>
              <a:xfrm>
                <a:off x="229867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7F59E">
                  <a:alpha val="100000"/>
                </a:srgbClr>
              </a:solidFill>
              <a:ln w="5420" cap="flat">
                <a:solidFill>
                  <a:srgbClr val="E7F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0" name="ph5275">
                <a:extLst>
                  <a:ext uri="{FF2B5EF4-FFF2-40B4-BE49-F238E27FC236}">
                    <a16:creationId xmlns:a16="http://schemas.microsoft.com/office/drawing/2014/main" id="{3A578EA0-3FB2-3789-DE89-FB205A59CFBE}"/>
                  </a:ext>
                </a:extLst>
              </p:cNvPr>
              <p:cNvSpPr/>
              <p:nvPr/>
            </p:nvSpPr>
            <p:spPr>
              <a:xfrm>
                <a:off x="230811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1" name="ph5276">
                <a:extLst>
                  <a:ext uri="{FF2B5EF4-FFF2-40B4-BE49-F238E27FC236}">
                    <a16:creationId xmlns:a16="http://schemas.microsoft.com/office/drawing/2014/main" id="{E1C04F2C-368A-0762-2364-03D457E49CF3}"/>
                  </a:ext>
                </a:extLst>
              </p:cNvPr>
              <p:cNvSpPr/>
              <p:nvPr/>
            </p:nvSpPr>
            <p:spPr>
              <a:xfrm>
                <a:off x="231755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2F397">
                  <a:alpha val="100000"/>
                </a:srgbClr>
              </a:solidFill>
              <a:ln w="5420" cap="flat">
                <a:solidFill>
                  <a:srgbClr val="E2F3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2" name="ph5277">
                <a:extLst>
                  <a:ext uri="{FF2B5EF4-FFF2-40B4-BE49-F238E27FC236}">
                    <a16:creationId xmlns:a16="http://schemas.microsoft.com/office/drawing/2014/main" id="{90A0AF64-523C-C05D-046B-B539A6610464}"/>
                  </a:ext>
                </a:extLst>
              </p:cNvPr>
              <p:cNvSpPr/>
              <p:nvPr/>
            </p:nvSpPr>
            <p:spPr>
              <a:xfrm>
                <a:off x="232699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FF293">
                  <a:alpha val="100000"/>
                </a:srgbClr>
              </a:solidFill>
              <a:ln w="5420" cap="flat">
                <a:solidFill>
                  <a:srgbClr val="DFF2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3" name="ph5278">
                <a:extLst>
                  <a:ext uri="{FF2B5EF4-FFF2-40B4-BE49-F238E27FC236}">
                    <a16:creationId xmlns:a16="http://schemas.microsoft.com/office/drawing/2014/main" id="{1EF7FB8B-EBDB-C787-8449-F35C32EAFCB2}"/>
                  </a:ext>
                </a:extLst>
              </p:cNvPr>
              <p:cNvSpPr/>
              <p:nvPr/>
            </p:nvSpPr>
            <p:spPr>
              <a:xfrm>
                <a:off x="233643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DF190">
                  <a:alpha val="100000"/>
                </a:srgbClr>
              </a:solidFill>
              <a:ln w="5420" cap="flat">
                <a:solidFill>
                  <a:srgbClr val="DDF1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4" name="ph5279">
                <a:extLst>
                  <a:ext uri="{FF2B5EF4-FFF2-40B4-BE49-F238E27FC236}">
                    <a16:creationId xmlns:a16="http://schemas.microsoft.com/office/drawing/2014/main" id="{B8920DE1-F69C-CB02-6131-C0B3EF2597B1}"/>
                  </a:ext>
                </a:extLst>
              </p:cNvPr>
              <p:cNvSpPr/>
              <p:nvPr/>
            </p:nvSpPr>
            <p:spPr>
              <a:xfrm>
                <a:off x="234587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5" name="ph5280">
                <a:extLst>
                  <a:ext uri="{FF2B5EF4-FFF2-40B4-BE49-F238E27FC236}">
                    <a16:creationId xmlns:a16="http://schemas.microsoft.com/office/drawing/2014/main" id="{2C674032-C022-7B41-380C-47E03A97A917}"/>
                  </a:ext>
                </a:extLst>
              </p:cNvPr>
              <p:cNvSpPr/>
              <p:nvPr/>
            </p:nvSpPr>
            <p:spPr>
              <a:xfrm>
                <a:off x="235531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7EE8A">
                  <a:alpha val="100000"/>
                </a:srgbClr>
              </a:solidFill>
              <a:ln w="5420" cap="flat">
                <a:solidFill>
                  <a:srgbClr val="D7EE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6" name="ph5281">
                <a:extLst>
                  <a:ext uri="{FF2B5EF4-FFF2-40B4-BE49-F238E27FC236}">
                    <a16:creationId xmlns:a16="http://schemas.microsoft.com/office/drawing/2014/main" id="{40B83C8B-0B19-83F0-DC84-7D7853D5A1EC}"/>
                  </a:ext>
                </a:extLst>
              </p:cNvPr>
              <p:cNvSpPr/>
              <p:nvPr/>
            </p:nvSpPr>
            <p:spPr>
              <a:xfrm>
                <a:off x="236476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4ED88">
                  <a:alpha val="100000"/>
                </a:srgbClr>
              </a:solidFill>
              <a:ln w="5420" cap="flat">
                <a:solidFill>
                  <a:srgbClr val="D4ED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7" name="ph5282">
                <a:extLst>
                  <a:ext uri="{FF2B5EF4-FFF2-40B4-BE49-F238E27FC236}">
                    <a16:creationId xmlns:a16="http://schemas.microsoft.com/office/drawing/2014/main" id="{812E5B29-4964-6400-51BB-64E5968BDE70}"/>
                  </a:ext>
                </a:extLst>
              </p:cNvPr>
              <p:cNvSpPr/>
              <p:nvPr/>
            </p:nvSpPr>
            <p:spPr>
              <a:xfrm>
                <a:off x="237420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0EB86">
                  <a:alpha val="100000"/>
                </a:srgbClr>
              </a:solidFill>
              <a:ln w="5420" cap="flat">
                <a:solidFill>
                  <a:srgbClr val="D0EB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8" name="ph5283">
                <a:extLst>
                  <a:ext uri="{FF2B5EF4-FFF2-40B4-BE49-F238E27FC236}">
                    <a16:creationId xmlns:a16="http://schemas.microsoft.com/office/drawing/2014/main" id="{910E7041-C52B-F00F-AB86-123B1C1F20C8}"/>
                  </a:ext>
                </a:extLst>
              </p:cNvPr>
              <p:cNvSpPr/>
              <p:nvPr/>
            </p:nvSpPr>
            <p:spPr>
              <a:xfrm>
                <a:off x="238364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DEA84">
                  <a:alpha val="100000"/>
                </a:srgbClr>
              </a:solidFill>
              <a:ln w="5420" cap="flat">
                <a:solidFill>
                  <a:srgbClr val="CDEA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9" name="ph5284">
                <a:extLst>
                  <a:ext uri="{FF2B5EF4-FFF2-40B4-BE49-F238E27FC236}">
                    <a16:creationId xmlns:a16="http://schemas.microsoft.com/office/drawing/2014/main" id="{B3A4A110-508E-430B-7D22-B4F80B619425}"/>
                  </a:ext>
                </a:extLst>
              </p:cNvPr>
              <p:cNvSpPr/>
              <p:nvPr/>
            </p:nvSpPr>
            <p:spPr>
              <a:xfrm>
                <a:off x="239308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CBE982">
                  <a:alpha val="100000"/>
                </a:srgbClr>
              </a:solidFill>
              <a:ln w="5420" cap="flat">
                <a:solidFill>
                  <a:srgbClr val="CBE9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0" name="ph5285">
                <a:extLst>
                  <a:ext uri="{FF2B5EF4-FFF2-40B4-BE49-F238E27FC236}">
                    <a16:creationId xmlns:a16="http://schemas.microsoft.com/office/drawing/2014/main" id="{AC5964C0-7805-FD29-CBA4-F2C393CBFEB2}"/>
                  </a:ext>
                </a:extLst>
              </p:cNvPr>
              <p:cNvSpPr/>
              <p:nvPr/>
            </p:nvSpPr>
            <p:spPr>
              <a:xfrm>
                <a:off x="240252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C8E881">
                  <a:alpha val="100000"/>
                </a:srgbClr>
              </a:solidFill>
              <a:ln w="5420" cap="flat">
                <a:solidFill>
                  <a:srgbClr val="C8E8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1" name="ph5286">
                <a:extLst>
                  <a:ext uri="{FF2B5EF4-FFF2-40B4-BE49-F238E27FC236}">
                    <a16:creationId xmlns:a16="http://schemas.microsoft.com/office/drawing/2014/main" id="{ECE088D1-9557-6160-A487-29F14621C79A}"/>
                  </a:ext>
                </a:extLst>
              </p:cNvPr>
              <p:cNvSpPr/>
              <p:nvPr/>
            </p:nvSpPr>
            <p:spPr>
              <a:xfrm>
                <a:off x="2421401" y="1552849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07" y="896830"/>
                    </a:lnTo>
                    <a:lnTo>
                      <a:pt x="913575" y="897626"/>
                    </a:lnTo>
                    <a:lnTo>
                      <a:pt x="914399" y="902244"/>
                    </a:lnTo>
                    <a:close/>
                  </a:path>
                </a:pathLst>
              </a:custGeom>
              <a:solidFill>
                <a:srgbClr val="C6E780">
                  <a:alpha val="100000"/>
                </a:srgbClr>
              </a:solidFill>
              <a:ln w="5420" cap="flat">
                <a:solidFill>
                  <a:srgbClr val="C6E7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2" name="ph5287">
                <a:extLst>
                  <a:ext uri="{FF2B5EF4-FFF2-40B4-BE49-F238E27FC236}">
                    <a16:creationId xmlns:a16="http://schemas.microsoft.com/office/drawing/2014/main" id="{81B00ACF-12EB-27FC-296E-698DF1DE6815}"/>
                  </a:ext>
                </a:extLst>
              </p:cNvPr>
              <p:cNvSpPr/>
              <p:nvPr/>
            </p:nvSpPr>
            <p:spPr>
              <a:xfrm>
                <a:off x="2421401" y="1552849"/>
                <a:ext cx="91637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377" h="914399">
                    <a:moveTo>
                      <a:pt x="914399" y="914399"/>
                    </a:moveTo>
                    <a:lnTo>
                      <a:pt x="914399" y="902244"/>
                    </a:lnTo>
                    <a:lnTo>
                      <a:pt x="915461" y="908190"/>
                    </a:lnTo>
                    <a:lnTo>
                      <a:pt x="916377" y="914399"/>
                    </a:lnTo>
                    <a:close/>
                  </a:path>
                </a:pathLst>
              </a:custGeom>
              <a:solidFill>
                <a:srgbClr val="C1E47C">
                  <a:alpha val="100000"/>
                </a:srgbClr>
              </a:solidFill>
              <a:ln w="5420" cap="flat">
                <a:solidFill>
                  <a:srgbClr val="C1E4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3" name="ph5288">
                <a:extLst>
                  <a:ext uri="{FF2B5EF4-FFF2-40B4-BE49-F238E27FC236}">
                    <a16:creationId xmlns:a16="http://schemas.microsoft.com/office/drawing/2014/main" id="{2454B1A0-7C0D-82CC-5F4D-70F2C45B63B0}"/>
                  </a:ext>
                </a:extLst>
              </p:cNvPr>
              <p:cNvSpPr/>
              <p:nvPr/>
            </p:nvSpPr>
            <p:spPr>
              <a:xfrm>
                <a:off x="3110538" y="15352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793" y="931969"/>
                    </a:lnTo>
                    <a:lnTo>
                      <a:pt x="909752" y="923293"/>
                    </a:lnTo>
                    <a:lnTo>
                      <a:pt x="908942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4" name="ph5289">
                <a:extLst>
                  <a:ext uri="{FF2B5EF4-FFF2-40B4-BE49-F238E27FC236}">
                    <a16:creationId xmlns:a16="http://schemas.microsoft.com/office/drawing/2014/main" id="{F60F22B6-5389-4610-3E0B-0CCA7C614B08}"/>
                  </a:ext>
                </a:extLst>
              </p:cNvPr>
              <p:cNvSpPr/>
              <p:nvPr/>
            </p:nvSpPr>
            <p:spPr>
              <a:xfrm>
                <a:off x="311053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5" name="ph5290">
                <a:extLst>
                  <a:ext uri="{FF2B5EF4-FFF2-40B4-BE49-F238E27FC236}">
                    <a16:creationId xmlns:a16="http://schemas.microsoft.com/office/drawing/2014/main" id="{FD0F8225-3C0C-2A90-D13B-9A35667CA7D9}"/>
                  </a:ext>
                </a:extLst>
              </p:cNvPr>
              <p:cNvSpPr/>
              <p:nvPr/>
            </p:nvSpPr>
            <p:spPr>
              <a:xfrm>
                <a:off x="311997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6" name="ph5291">
                <a:extLst>
                  <a:ext uri="{FF2B5EF4-FFF2-40B4-BE49-F238E27FC236}">
                    <a16:creationId xmlns:a16="http://schemas.microsoft.com/office/drawing/2014/main" id="{0F90A9FC-E622-8190-55A9-538E53FF0BC1}"/>
                  </a:ext>
                </a:extLst>
              </p:cNvPr>
              <p:cNvSpPr/>
              <p:nvPr/>
            </p:nvSpPr>
            <p:spPr>
              <a:xfrm>
                <a:off x="312941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7" name="ph5292">
                <a:extLst>
                  <a:ext uri="{FF2B5EF4-FFF2-40B4-BE49-F238E27FC236}">
                    <a16:creationId xmlns:a16="http://schemas.microsoft.com/office/drawing/2014/main" id="{92F98FCA-C99F-29CF-B160-56F1C163138A}"/>
                  </a:ext>
                </a:extLst>
              </p:cNvPr>
              <p:cNvSpPr/>
              <p:nvPr/>
            </p:nvSpPr>
            <p:spPr>
              <a:xfrm>
                <a:off x="313885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8" name="ph5293">
                <a:extLst>
                  <a:ext uri="{FF2B5EF4-FFF2-40B4-BE49-F238E27FC236}">
                    <a16:creationId xmlns:a16="http://schemas.microsoft.com/office/drawing/2014/main" id="{E7A20CC1-A093-0E17-59E7-6851954AA02B}"/>
                  </a:ext>
                </a:extLst>
              </p:cNvPr>
              <p:cNvSpPr/>
              <p:nvPr/>
            </p:nvSpPr>
            <p:spPr>
              <a:xfrm>
                <a:off x="314829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9" name="ph5294">
                <a:extLst>
                  <a:ext uri="{FF2B5EF4-FFF2-40B4-BE49-F238E27FC236}">
                    <a16:creationId xmlns:a16="http://schemas.microsoft.com/office/drawing/2014/main" id="{A1C626C7-2939-8011-E261-97B5B20D81E8}"/>
                  </a:ext>
                </a:extLst>
              </p:cNvPr>
              <p:cNvSpPr/>
              <p:nvPr/>
            </p:nvSpPr>
            <p:spPr>
              <a:xfrm>
                <a:off x="315774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0" name="ph5295">
                <a:extLst>
                  <a:ext uri="{FF2B5EF4-FFF2-40B4-BE49-F238E27FC236}">
                    <a16:creationId xmlns:a16="http://schemas.microsoft.com/office/drawing/2014/main" id="{4B5FDBF9-546C-3555-81FE-8B94EE59DE0F}"/>
                  </a:ext>
                </a:extLst>
              </p:cNvPr>
              <p:cNvSpPr/>
              <p:nvPr/>
            </p:nvSpPr>
            <p:spPr>
              <a:xfrm>
                <a:off x="316718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1" name="ph5296">
                <a:extLst>
                  <a:ext uri="{FF2B5EF4-FFF2-40B4-BE49-F238E27FC236}">
                    <a16:creationId xmlns:a16="http://schemas.microsoft.com/office/drawing/2014/main" id="{70D5B217-D73E-5F44-4D67-5B6F9EA9AB88}"/>
                  </a:ext>
                </a:extLst>
              </p:cNvPr>
              <p:cNvSpPr/>
              <p:nvPr/>
            </p:nvSpPr>
            <p:spPr>
              <a:xfrm>
                <a:off x="317662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2" name="ph5297">
                <a:extLst>
                  <a:ext uri="{FF2B5EF4-FFF2-40B4-BE49-F238E27FC236}">
                    <a16:creationId xmlns:a16="http://schemas.microsoft.com/office/drawing/2014/main" id="{C7C74D02-A2CB-07E0-CDB9-668D80A8FCF4}"/>
                  </a:ext>
                </a:extLst>
              </p:cNvPr>
              <p:cNvSpPr/>
              <p:nvPr/>
            </p:nvSpPr>
            <p:spPr>
              <a:xfrm>
                <a:off x="318606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3" name="ph5298">
                <a:extLst>
                  <a:ext uri="{FF2B5EF4-FFF2-40B4-BE49-F238E27FC236}">
                    <a16:creationId xmlns:a16="http://schemas.microsoft.com/office/drawing/2014/main" id="{591F5D59-41A1-8A62-7C2E-624EFB45CB45}"/>
                  </a:ext>
                </a:extLst>
              </p:cNvPr>
              <p:cNvSpPr/>
              <p:nvPr/>
            </p:nvSpPr>
            <p:spPr>
              <a:xfrm>
                <a:off x="319550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4" name="ph5299">
                <a:extLst>
                  <a:ext uri="{FF2B5EF4-FFF2-40B4-BE49-F238E27FC236}">
                    <a16:creationId xmlns:a16="http://schemas.microsoft.com/office/drawing/2014/main" id="{E8D05B0D-8CC3-C6C3-E3E9-DF8C3CD55C54}"/>
                  </a:ext>
                </a:extLst>
              </p:cNvPr>
              <p:cNvSpPr/>
              <p:nvPr/>
            </p:nvSpPr>
            <p:spPr>
              <a:xfrm>
                <a:off x="320494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5" name="ph5300">
                <a:extLst>
                  <a:ext uri="{FF2B5EF4-FFF2-40B4-BE49-F238E27FC236}">
                    <a16:creationId xmlns:a16="http://schemas.microsoft.com/office/drawing/2014/main" id="{612D340F-9D21-1BEF-B6E5-F525AA035D7B}"/>
                  </a:ext>
                </a:extLst>
              </p:cNvPr>
              <p:cNvSpPr/>
              <p:nvPr/>
            </p:nvSpPr>
            <p:spPr>
              <a:xfrm>
                <a:off x="321438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6" name="ph5301">
                <a:extLst>
                  <a:ext uri="{FF2B5EF4-FFF2-40B4-BE49-F238E27FC236}">
                    <a16:creationId xmlns:a16="http://schemas.microsoft.com/office/drawing/2014/main" id="{9DE31456-B78A-B61B-EBAB-75774986EA16}"/>
                  </a:ext>
                </a:extLst>
              </p:cNvPr>
              <p:cNvSpPr/>
              <p:nvPr/>
            </p:nvSpPr>
            <p:spPr>
              <a:xfrm>
                <a:off x="322382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7" name="ph5302">
                <a:extLst>
                  <a:ext uri="{FF2B5EF4-FFF2-40B4-BE49-F238E27FC236}">
                    <a16:creationId xmlns:a16="http://schemas.microsoft.com/office/drawing/2014/main" id="{B550DF4B-5B53-1ACE-5E91-E7DBF5CFA8F9}"/>
                  </a:ext>
                </a:extLst>
              </p:cNvPr>
              <p:cNvSpPr/>
              <p:nvPr/>
            </p:nvSpPr>
            <p:spPr>
              <a:xfrm>
                <a:off x="323326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8" name="ph5303">
                <a:extLst>
                  <a:ext uri="{FF2B5EF4-FFF2-40B4-BE49-F238E27FC236}">
                    <a16:creationId xmlns:a16="http://schemas.microsoft.com/office/drawing/2014/main" id="{B4674514-8C1A-67E6-DBA9-F7BB1E450501}"/>
                  </a:ext>
                </a:extLst>
              </p:cNvPr>
              <p:cNvSpPr/>
              <p:nvPr/>
            </p:nvSpPr>
            <p:spPr>
              <a:xfrm>
                <a:off x="324270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9" name="ph5304">
                <a:extLst>
                  <a:ext uri="{FF2B5EF4-FFF2-40B4-BE49-F238E27FC236}">
                    <a16:creationId xmlns:a16="http://schemas.microsoft.com/office/drawing/2014/main" id="{6346366C-B0EE-71B9-4B31-45CBDA45F73C}"/>
                  </a:ext>
                </a:extLst>
              </p:cNvPr>
              <p:cNvSpPr/>
              <p:nvPr/>
            </p:nvSpPr>
            <p:spPr>
              <a:xfrm>
                <a:off x="325214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0" name="ph5305">
                <a:extLst>
                  <a:ext uri="{FF2B5EF4-FFF2-40B4-BE49-F238E27FC236}">
                    <a16:creationId xmlns:a16="http://schemas.microsoft.com/office/drawing/2014/main" id="{837797D9-5C87-919E-C54C-F051E4BC6C7A}"/>
                  </a:ext>
                </a:extLst>
              </p:cNvPr>
              <p:cNvSpPr/>
              <p:nvPr/>
            </p:nvSpPr>
            <p:spPr>
              <a:xfrm>
                <a:off x="3261582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1" name="ph5306">
                <a:extLst>
                  <a:ext uri="{FF2B5EF4-FFF2-40B4-BE49-F238E27FC236}">
                    <a16:creationId xmlns:a16="http://schemas.microsoft.com/office/drawing/2014/main" id="{70ADF98E-DFD6-23C5-7374-64121070A5A7}"/>
                  </a:ext>
                </a:extLst>
              </p:cNvPr>
              <p:cNvSpPr/>
              <p:nvPr/>
            </p:nvSpPr>
            <p:spPr>
              <a:xfrm>
                <a:off x="327102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2" name="ph5307">
                <a:extLst>
                  <a:ext uri="{FF2B5EF4-FFF2-40B4-BE49-F238E27FC236}">
                    <a16:creationId xmlns:a16="http://schemas.microsoft.com/office/drawing/2014/main" id="{DA3173DA-30A0-6E1F-4732-A2A712CE44AA}"/>
                  </a:ext>
                </a:extLst>
              </p:cNvPr>
              <p:cNvSpPr/>
              <p:nvPr/>
            </p:nvSpPr>
            <p:spPr>
              <a:xfrm>
                <a:off x="328046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3" name="ph5308">
                <a:extLst>
                  <a:ext uri="{FF2B5EF4-FFF2-40B4-BE49-F238E27FC236}">
                    <a16:creationId xmlns:a16="http://schemas.microsoft.com/office/drawing/2014/main" id="{25B068F5-1FC6-F4F1-B4FA-522F5A0D9392}"/>
                  </a:ext>
                </a:extLst>
              </p:cNvPr>
              <p:cNvSpPr/>
              <p:nvPr/>
            </p:nvSpPr>
            <p:spPr>
              <a:xfrm>
                <a:off x="328990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4" name="ph5309">
                <a:extLst>
                  <a:ext uri="{FF2B5EF4-FFF2-40B4-BE49-F238E27FC236}">
                    <a16:creationId xmlns:a16="http://schemas.microsoft.com/office/drawing/2014/main" id="{07FD3F53-B888-5CCB-1F0F-1EB3FACBC609}"/>
                  </a:ext>
                </a:extLst>
              </p:cNvPr>
              <p:cNvSpPr/>
              <p:nvPr/>
            </p:nvSpPr>
            <p:spPr>
              <a:xfrm>
                <a:off x="3299343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5" name="ph5310">
                <a:extLst>
                  <a:ext uri="{FF2B5EF4-FFF2-40B4-BE49-F238E27FC236}">
                    <a16:creationId xmlns:a16="http://schemas.microsoft.com/office/drawing/2014/main" id="{058A2CD0-66C9-54F4-2F9D-B5C40BBD23B1}"/>
                  </a:ext>
                </a:extLst>
              </p:cNvPr>
              <p:cNvSpPr/>
              <p:nvPr/>
            </p:nvSpPr>
            <p:spPr>
              <a:xfrm>
                <a:off x="330878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6" name="ph5311">
                <a:extLst>
                  <a:ext uri="{FF2B5EF4-FFF2-40B4-BE49-F238E27FC236}">
                    <a16:creationId xmlns:a16="http://schemas.microsoft.com/office/drawing/2014/main" id="{A4160657-04E0-DC50-FEA9-AE43B7107203}"/>
                  </a:ext>
                </a:extLst>
              </p:cNvPr>
              <p:cNvSpPr/>
              <p:nvPr/>
            </p:nvSpPr>
            <p:spPr>
              <a:xfrm>
                <a:off x="331822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7" name="ph5312">
                <a:extLst>
                  <a:ext uri="{FF2B5EF4-FFF2-40B4-BE49-F238E27FC236}">
                    <a16:creationId xmlns:a16="http://schemas.microsoft.com/office/drawing/2014/main" id="{43EAB84B-8B75-E3EB-817F-7F2CB6455A23}"/>
                  </a:ext>
                </a:extLst>
              </p:cNvPr>
              <p:cNvSpPr/>
              <p:nvPr/>
            </p:nvSpPr>
            <p:spPr>
              <a:xfrm>
                <a:off x="332766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8" name="ph5313">
                <a:extLst>
                  <a:ext uri="{FF2B5EF4-FFF2-40B4-BE49-F238E27FC236}">
                    <a16:creationId xmlns:a16="http://schemas.microsoft.com/office/drawing/2014/main" id="{0ECBD84B-DFAD-A1D4-28D9-136D44808FD5}"/>
                  </a:ext>
                </a:extLst>
              </p:cNvPr>
              <p:cNvSpPr/>
              <p:nvPr/>
            </p:nvSpPr>
            <p:spPr>
              <a:xfrm>
                <a:off x="333710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9" name="ph5314">
                <a:extLst>
                  <a:ext uri="{FF2B5EF4-FFF2-40B4-BE49-F238E27FC236}">
                    <a16:creationId xmlns:a16="http://schemas.microsoft.com/office/drawing/2014/main" id="{3BCB7E20-94FE-548B-77B4-6EAF067C1F06}"/>
                  </a:ext>
                </a:extLst>
              </p:cNvPr>
              <p:cNvSpPr/>
              <p:nvPr/>
            </p:nvSpPr>
            <p:spPr>
              <a:xfrm>
                <a:off x="3346544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0" name="ph5315">
                <a:extLst>
                  <a:ext uri="{FF2B5EF4-FFF2-40B4-BE49-F238E27FC236}">
                    <a16:creationId xmlns:a16="http://schemas.microsoft.com/office/drawing/2014/main" id="{C5194ACD-9740-D378-7B35-B917E50542A9}"/>
                  </a:ext>
                </a:extLst>
              </p:cNvPr>
              <p:cNvSpPr/>
              <p:nvPr/>
            </p:nvSpPr>
            <p:spPr>
              <a:xfrm>
                <a:off x="335598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1" name="ph5316">
                <a:extLst>
                  <a:ext uri="{FF2B5EF4-FFF2-40B4-BE49-F238E27FC236}">
                    <a16:creationId xmlns:a16="http://schemas.microsoft.com/office/drawing/2014/main" id="{9C5B4527-9C77-DBF6-E326-B7BD7DD4FA7E}"/>
                  </a:ext>
                </a:extLst>
              </p:cNvPr>
              <p:cNvSpPr/>
              <p:nvPr/>
            </p:nvSpPr>
            <p:spPr>
              <a:xfrm>
                <a:off x="336542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2" name="ph5317">
                <a:extLst>
                  <a:ext uri="{FF2B5EF4-FFF2-40B4-BE49-F238E27FC236}">
                    <a16:creationId xmlns:a16="http://schemas.microsoft.com/office/drawing/2014/main" id="{AFEDEBD2-2CE8-A4D0-C975-58F597F1E46A}"/>
                  </a:ext>
                </a:extLst>
              </p:cNvPr>
              <p:cNvSpPr/>
              <p:nvPr/>
            </p:nvSpPr>
            <p:spPr>
              <a:xfrm>
                <a:off x="337486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3" name="ph5318">
                <a:extLst>
                  <a:ext uri="{FF2B5EF4-FFF2-40B4-BE49-F238E27FC236}">
                    <a16:creationId xmlns:a16="http://schemas.microsoft.com/office/drawing/2014/main" id="{887D4B5B-A84D-DE74-2B75-93FF8240DE1B}"/>
                  </a:ext>
                </a:extLst>
              </p:cNvPr>
              <p:cNvSpPr/>
              <p:nvPr/>
            </p:nvSpPr>
            <p:spPr>
              <a:xfrm>
                <a:off x="3384305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4" name="ph5319">
                <a:extLst>
                  <a:ext uri="{FF2B5EF4-FFF2-40B4-BE49-F238E27FC236}">
                    <a16:creationId xmlns:a16="http://schemas.microsoft.com/office/drawing/2014/main" id="{BFD4304B-DCAD-5E59-5B5D-E4B31DB5BA62}"/>
                  </a:ext>
                </a:extLst>
              </p:cNvPr>
              <p:cNvSpPr/>
              <p:nvPr/>
            </p:nvSpPr>
            <p:spPr>
              <a:xfrm>
                <a:off x="339374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5" name="ph5320">
                <a:extLst>
                  <a:ext uri="{FF2B5EF4-FFF2-40B4-BE49-F238E27FC236}">
                    <a16:creationId xmlns:a16="http://schemas.microsoft.com/office/drawing/2014/main" id="{E4F4E28A-7D2D-BC23-D873-969FE9AF0884}"/>
                  </a:ext>
                </a:extLst>
              </p:cNvPr>
              <p:cNvSpPr/>
              <p:nvPr/>
            </p:nvSpPr>
            <p:spPr>
              <a:xfrm>
                <a:off x="340318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6" name="ph5321">
                <a:extLst>
                  <a:ext uri="{FF2B5EF4-FFF2-40B4-BE49-F238E27FC236}">
                    <a16:creationId xmlns:a16="http://schemas.microsoft.com/office/drawing/2014/main" id="{FAD2A2F7-7534-5F2C-575D-6B2177414979}"/>
                  </a:ext>
                </a:extLst>
              </p:cNvPr>
              <p:cNvSpPr/>
              <p:nvPr/>
            </p:nvSpPr>
            <p:spPr>
              <a:xfrm>
                <a:off x="341262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7" name="ph5322">
                <a:extLst>
                  <a:ext uri="{FF2B5EF4-FFF2-40B4-BE49-F238E27FC236}">
                    <a16:creationId xmlns:a16="http://schemas.microsoft.com/office/drawing/2014/main" id="{76DB8A9D-1465-CA47-8147-648B8F87CD26}"/>
                  </a:ext>
                </a:extLst>
              </p:cNvPr>
              <p:cNvSpPr/>
              <p:nvPr/>
            </p:nvSpPr>
            <p:spPr>
              <a:xfrm>
                <a:off x="3422066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8" name="ph5323">
                <a:extLst>
                  <a:ext uri="{FF2B5EF4-FFF2-40B4-BE49-F238E27FC236}">
                    <a16:creationId xmlns:a16="http://schemas.microsoft.com/office/drawing/2014/main" id="{4685D382-5AE2-BC1B-1BF8-9AAA7DB639EF}"/>
                  </a:ext>
                </a:extLst>
              </p:cNvPr>
              <p:cNvSpPr/>
              <p:nvPr/>
            </p:nvSpPr>
            <p:spPr>
              <a:xfrm>
                <a:off x="343150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9" name="ph5324">
                <a:extLst>
                  <a:ext uri="{FF2B5EF4-FFF2-40B4-BE49-F238E27FC236}">
                    <a16:creationId xmlns:a16="http://schemas.microsoft.com/office/drawing/2014/main" id="{29EF58B3-31B5-A5A7-8CB6-E6ED25347675}"/>
                  </a:ext>
                </a:extLst>
              </p:cNvPr>
              <p:cNvSpPr/>
              <p:nvPr/>
            </p:nvSpPr>
            <p:spPr>
              <a:xfrm>
                <a:off x="344094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0" name="ph5325">
                <a:extLst>
                  <a:ext uri="{FF2B5EF4-FFF2-40B4-BE49-F238E27FC236}">
                    <a16:creationId xmlns:a16="http://schemas.microsoft.com/office/drawing/2014/main" id="{FDC1E113-A81D-9EE2-B47A-B2DAFFD14607}"/>
                  </a:ext>
                </a:extLst>
              </p:cNvPr>
              <p:cNvSpPr/>
              <p:nvPr/>
            </p:nvSpPr>
            <p:spPr>
              <a:xfrm>
                <a:off x="345038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1" name="ph5326">
                <a:extLst>
                  <a:ext uri="{FF2B5EF4-FFF2-40B4-BE49-F238E27FC236}">
                    <a16:creationId xmlns:a16="http://schemas.microsoft.com/office/drawing/2014/main" id="{831EFA8D-B813-EF4A-1BD6-22C3AE5AD368}"/>
                  </a:ext>
                </a:extLst>
              </p:cNvPr>
              <p:cNvSpPr/>
              <p:nvPr/>
            </p:nvSpPr>
            <p:spPr>
              <a:xfrm>
                <a:off x="3459827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2" name="ph5327">
                <a:extLst>
                  <a:ext uri="{FF2B5EF4-FFF2-40B4-BE49-F238E27FC236}">
                    <a16:creationId xmlns:a16="http://schemas.microsoft.com/office/drawing/2014/main" id="{D64D2F93-E113-5DFC-2156-0B0B4B296D08}"/>
                  </a:ext>
                </a:extLst>
              </p:cNvPr>
              <p:cNvSpPr/>
              <p:nvPr/>
            </p:nvSpPr>
            <p:spPr>
              <a:xfrm>
                <a:off x="346926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3" name="ph5328">
                <a:extLst>
                  <a:ext uri="{FF2B5EF4-FFF2-40B4-BE49-F238E27FC236}">
                    <a16:creationId xmlns:a16="http://schemas.microsoft.com/office/drawing/2014/main" id="{2DBA2238-AD91-10F6-E8E2-F7C73C0594F7}"/>
                  </a:ext>
                </a:extLst>
              </p:cNvPr>
              <p:cNvSpPr/>
              <p:nvPr/>
            </p:nvSpPr>
            <p:spPr>
              <a:xfrm>
                <a:off x="347870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4" name="ph5329">
                <a:extLst>
                  <a:ext uri="{FF2B5EF4-FFF2-40B4-BE49-F238E27FC236}">
                    <a16:creationId xmlns:a16="http://schemas.microsoft.com/office/drawing/2014/main" id="{2D0EDF2D-0FF0-0D3C-20E2-9334B0023CB1}"/>
                  </a:ext>
                </a:extLst>
              </p:cNvPr>
              <p:cNvSpPr/>
              <p:nvPr/>
            </p:nvSpPr>
            <p:spPr>
              <a:xfrm>
                <a:off x="348814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5" name="ph5330">
                <a:extLst>
                  <a:ext uri="{FF2B5EF4-FFF2-40B4-BE49-F238E27FC236}">
                    <a16:creationId xmlns:a16="http://schemas.microsoft.com/office/drawing/2014/main" id="{A271DAA5-61A4-2145-F1C6-1F880EA6BE8E}"/>
                  </a:ext>
                </a:extLst>
              </p:cNvPr>
              <p:cNvSpPr/>
              <p:nvPr/>
            </p:nvSpPr>
            <p:spPr>
              <a:xfrm>
                <a:off x="3497588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6" name="ph5331">
                <a:extLst>
                  <a:ext uri="{FF2B5EF4-FFF2-40B4-BE49-F238E27FC236}">
                    <a16:creationId xmlns:a16="http://schemas.microsoft.com/office/drawing/2014/main" id="{8E591A2A-F9C8-4E8F-EFD5-69EAF0A3609E}"/>
                  </a:ext>
                </a:extLst>
              </p:cNvPr>
              <p:cNvSpPr/>
              <p:nvPr/>
            </p:nvSpPr>
            <p:spPr>
              <a:xfrm>
                <a:off x="350702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7" name="ph5332">
                <a:extLst>
                  <a:ext uri="{FF2B5EF4-FFF2-40B4-BE49-F238E27FC236}">
                    <a16:creationId xmlns:a16="http://schemas.microsoft.com/office/drawing/2014/main" id="{BF0F2D04-0788-7C50-200C-937389B513ED}"/>
                  </a:ext>
                </a:extLst>
              </p:cNvPr>
              <p:cNvSpPr/>
              <p:nvPr/>
            </p:nvSpPr>
            <p:spPr>
              <a:xfrm>
                <a:off x="351646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8" name="ph5333">
                <a:extLst>
                  <a:ext uri="{FF2B5EF4-FFF2-40B4-BE49-F238E27FC236}">
                    <a16:creationId xmlns:a16="http://schemas.microsoft.com/office/drawing/2014/main" id="{4D8A4CF7-3AF2-81B5-4455-393F7873C877}"/>
                  </a:ext>
                </a:extLst>
              </p:cNvPr>
              <p:cNvSpPr/>
              <p:nvPr/>
            </p:nvSpPr>
            <p:spPr>
              <a:xfrm>
                <a:off x="352590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9" name="ph5334">
                <a:extLst>
                  <a:ext uri="{FF2B5EF4-FFF2-40B4-BE49-F238E27FC236}">
                    <a16:creationId xmlns:a16="http://schemas.microsoft.com/office/drawing/2014/main" id="{B2B7C5C5-11CC-8B7E-AD05-3D63C0D6EB2E}"/>
                  </a:ext>
                </a:extLst>
              </p:cNvPr>
              <p:cNvSpPr/>
              <p:nvPr/>
            </p:nvSpPr>
            <p:spPr>
              <a:xfrm>
                <a:off x="3535349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0" name="ph5335">
                <a:extLst>
                  <a:ext uri="{FF2B5EF4-FFF2-40B4-BE49-F238E27FC236}">
                    <a16:creationId xmlns:a16="http://schemas.microsoft.com/office/drawing/2014/main" id="{4C7CF428-1702-867A-F787-90CD31B11034}"/>
                  </a:ext>
                </a:extLst>
              </p:cNvPr>
              <p:cNvSpPr/>
              <p:nvPr/>
            </p:nvSpPr>
            <p:spPr>
              <a:xfrm>
                <a:off x="354479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1" name="ph5336">
                <a:extLst>
                  <a:ext uri="{FF2B5EF4-FFF2-40B4-BE49-F238E27FC236}">
                    <a16:creationId xmlns:a16="http://schemas.microsoft.com/office/drawing/2014/main" id="{D1D03C94-5DAB-AC53-E6B1-C8FA074F2DA0}"/>
                  </a:ext>
                </a:extLst>
              </p:cNvPr>
              <p:cNvSpPr/>
              <p:nvPr/>
            </p:nvSpPr>
            <p:spPr>
              <a:xfrm>
                <a:off x="355423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2" name="ph5337">
                <a:extLst>
                  <a:ext uri="{FF2B5EF4-FFF2-40B4-BE49-F238E27FC236}">
                    <a16:creationId xmlns:a16="http://schemas.microsoft.com/office/drawing/2014/main" id="{DED0A972-9873-C261-F8F3-F0F495F5064C}"/>
                  </a:ext>
                </a:extLst>
              </p:cNvPr>
              <p:cNvSpPr/>
              <p:nvPr/>
            </p:nvSpPr>
            <p:spPr>
              <a:xfrm>
                <a:off x="356367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3" name="ph5338">
                <a:extLst>
                  <a:ext uri="{FF2B5EF4-FFF2-40B4-BE49-F238E27FC236}">
                    <a16:creationId xmlns:a16="http://schemas.microsoft.com/office/drawing/2014/main" id="{45A9E8E3-794B-038C-08CA-64592E65C2E0}"/>
                  </a:ext>
                </a:extLst>
              </p:cNvPr>
              <p:cNvSpPr/>
              <p:nvPr/>
            </p:nvSpPr>
            <p:spPr>
              <a:xfrm>
                <a:off x="357311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4" name="ph5339">
                <a:extLst>
                  <a:ext uri="{FF2B5EF4-FFF2-40B4-BE49-F238E27FC236}">
                    <a16:creationId xmlns:a16="http://schemas.microsoft.com/office/drawing/2014/main" id="{71926663-BF57-CF06-A4F4-49EE5D289CA5}"/>
                  </a:ext>
                </a:extLst>
              </p:cNvPr>
              <p:cNvSpPr/>
              <p:nvPr/>
            </p:nvSpPr>
            <p:spPr>
              <a:xfrm>
                <a:off x="3582550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5" name="ph5340">
                <a:extLst>
                  <a:ext uri="{FF2B5EF4-FFF2-40B4-BE49-F238E27FC236}">
                    <a16:creationId xmlns:a16="http://schemas.microsoft.com/office/drawing/2014/main" id="{96017DC0-ED3C-8765-8244-0462B0974BA9}"/>
                  </a:ext>
                </a:extLst>
              </p:cNvPr>
              <p:cNvSpPr/>
              <p:nvPr/>
            </p:nvSpPr>
            <p:spPr>
              <a:xfrm>
                <a:off x="359199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6" name="ph5341">
                <a:extLst>
                  <a:ext uri="{FF2B5EF4-FFF2-40B4-BE49-F238E27FC236}">
                    <a16:creationId xmlns:a16="http://schemas.microsoft.com/office/drawing/2014/main" id="{F5BCF6EF-F642-6944-3C11-1EB56B850CB0}"/>
                  </a:ext>
                </a:extLst>
              </p:cNvPr>
              <p:cNvSpPr/>
              <p:nvPr/>
            </p:nvSpPr>
            <p:spPr>
              <a:xfrm>
                <a:off x="3601431" y="15352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7" name="ph5342">
                <a:extLst>
                  <a:ext uri="{FF2B5EF4-FFF2-40B4-BE49-F238E27FC236}">
                    <a16:creationId xmlns:a16="http://schemas.microsoft.com/office/drawing/2014/main" id="{75519532-0CEA-B597-CB4E-C3AE8BC14638}"/>
                  </a:ext>
                </a:extLst>
              </p:cNvPr>
              <p:cNvSpPr/>
              <p:nvPr/>
            </p:nvSpPr>
            <p:spPr>
              <a:xfrm>
                <a:off x="3610871" y="1552849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48" y="910713"/>
                    </a:lnTo>
                    <a:lnTo>
                      <a:pt x="922650" y="911226"/>
                    </a:lnTo>
                    <a:lnTo>
                      <a:pt x="921552" y="911740"/>
                    </a:lnTo>
                    <a:lnTo>
                      <a:pt x="920455" y="912254"/>
                    </a:lnTo>
                    <a:lnTo>
                      <a:pt x="919357" y="912768"/>
                    </a:lnTo>
                    <a:lnTo>
                      <a:pt x="918260" y="913281"/>
                    </a:lnTo>
                    <a:lnTo>
                      <a:pt x="917162" y="913795"/>
                    </a:lnTo>
                    <a:lnTo>
                      <a:pt x="916065" y="914310"/>
                    </a:lnTo>
                    <a:lnTo>
                      <a:pt x="915873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8" name="ph5343">
                <a:extLst>
                  <a:ext uri="{FF2B5EF4-FFF2-40B4-BE49-F238E27FC236}">
                    <a16:creationId xmlns:a16="http://schemas.microsoft.com/office/drawing/2014/main" id="{C58A2260-C5CD-5BE7-8E6E-FDE94D28CEEC}"/>
                  </a:ext>
                </a:extLst>
              </p:cNvPr>
              <p:cNvSpPr/>
              <p:nvPr/>
            </p:nvSpPr>
            <p:spPr>
              <a:xfrm>
                <a:off x="3620311" y="1535279"/>
                <a:ext cx="923840" cy="92824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24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829"/>
                    </a:lnTo>
                    <a:lnTo>
                      <a:pt x="923093" y="924178"/>
                    </a:lnTo>
                    <a:lnTo>
                      <a:pt x="921995" y="924691"/>
                    </a:lnTo>
                    <a:lnTo>
                      <a:pt x="920896" y="925203"/>
                    </a:lnTo>
                    <a:lnTo>
                      <a:pt x="919798" y="925716"/>
                    </a:lnTo>
                    <a:lnTo>
                      <a:pt x="918700" y="926229"/>
                    </a:lnTo>
                    <a:lnTo>
                      <a:pt x="917601" y="926743"/>
                    </a:lnTo>
                    <a:lnTo>
                      <a:pt x="916503" y="927256"/>
                    </a:lnTo>
                    <a:lnTo>
                      <a:pt x="915405" y="927769"/>
                    </a:lnTo>
                    <a:lnTo>
                      <a:pt x="914400" y="92824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9" name="ph5344">
                <a:extLst>
                  <a:ext uri="{FF2B5EF4-FFF2-40B4-BE49-F238E27FC236}">
                    <a16:creationId xmlns:a16="http://schemas.microsoft.com/office/drawing/2014/main" id="{AC6458C2-DBE4-2792-0D14-08BD76C7F68C}"/>
                  </a:ext>
                </a:extLst>
              </p:cNvPr>
              <p:cNvSpPr/>
              <p:nvPr/>
            </p:nvSpPr>
            <p:spPr>
              <a:xfrm>
                <a:off x="3629752" y="1535279"/>
                <a:ext cx="923840" cy="9238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38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9242"/>
                    </a:lnTo>
                    <a:lnTo>
                      <a:pt x="920250" y="921101"/>
                    </a:lnTo>
                    <a:lnTo>
                      <a:pt x="919147" y="921615"/>
                    </a:lnTo>
                    <a:lnTo>
                      <a:pt x="918048" y="922127"/>
                    </a:lnTo>
                    <a:lnTo>
                      <a:pt x="916949" y="922640"/>
                    </a:lnTo>
                    <a:lnTo>
                      <a:pt x="915851" y="923152"/>
                    </a:lnTo>
                    <a:lnTo>
                      <a:pt x="914752" y="923665"/>
                    </a:lnTo>
                    <a:lnTo>
                      <a:pt x="914400" y="92382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0" name="ph5345">
                <a:extLst>
                  <a:ext uri="{FF2B5EF4-FFF2-40B4-BE49-F238E27FC236}">
                    <a16:creationId xmlns:a16="http://schemas.microsoft.com/office/drawing/2014/main" id="{0B30DA7C-7115-7C14-20C2-81B305B1DCD4}"/>
                  </a:ext>
                </a:extLst>
              </p:cNvPr>
              <p:cNvSpPr/>
              <p:nvPr/>
            </p:nvSpPr>
            <p:spPr>
              <a:xfrm>
                <a:off x="3639192" y="1535279"/>
                <a:ext cx="922453" cy="919242"/>
              </a:xfrm>
              <a:custGeom>
                <a:avLst/>
                <a:gdLst/>
                <a:ahLst/>
                <a:cxnLst/>
                <a:rect l="0" t="0" r="0" b="0"/>
                <a:pathLst>
                  <a:path w="922453" h="919242">
                    <a:moveTo>
                      <a:pt x="914400" y="914400"/>
                    </a:moveTo>
                    <a:lnTo>
                      <a:pt x="922453" y="914400"/>
                    </a:lnTo>
                    <a:lnTo>
                      <a:pt x="922098" y="914660"/>
                    </a:lnTo>
                    <a:lnTo>
                      <a:pt x="916499" y="918154"/>
                    </a:lnTo>
                    <a:lnTo>
                      <a:pt x="914400" y="91924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1" name="ph5346">
                <a:extLst>
                  <a:ext uri="{FF2B5EF4-FFF2-40B4-BE49-F238E27FC236}">
                    <a16:creationId xmlns:a16="http://schemas.microsoft.com/office/drawing/2014/main" id="{727BE7B3-EA76-FB19-330B-25E54D2DB184}"/>
                  </a:ext>
                </a:extLst>
              </p:cNvPr>
              <p:cNvSpPr/>
              <p:nvPr/>
            </p:nvSpPr>
            <p:spPr>
              <a:xfrm>
                <a:off x="2166515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294" y="931969"/>
                    </a:lnTo>
                    <a:lnTo>
                      <a:pt x="911312" y="923249"/>
                    </a:lnTo>
                    <a:lnTo>
                      <a:pt x="910556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2" name="ph5347">
                <a:extLst>
                  <a:ext uri="{FF2B5EF4-FFF2-40B4-BE49-F238E27FC236}">
                    <a16:creationId xmlns:a16="http://schemas.microsoft.com/office/drawing/2014/main" id="{54E9EAE3-699C-A313-E403-BD1E870B9A2D}"/>
                  </a:ext>
                </a:extLst>
              </p:cNvPr>
              <p:cNvSpPr/>
              <p:nvPr/>
            </p:nvSpPr>
            <p:spPr>
              <a:xfrm>
                <a:off x="216651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3" name="ph5348">
                <a:extLst>
                  <a:ext uri="{FF2B5EF4-FFF2-40B4-BE49-F238E27FC236}">
                    <a16:creationId xmlns:a16="http://schemas.microsoft.com/office/drawing/2014/main" id="{E23E4C8E-99E7-4423-73B4-FCA2444D3A42}"/>
                  </a:ext>
                </a:extLst>
              </p:cNvPr>
              <p:cNvSpPr/>
              <p:nvPr/>
            </p:nvSpPr>
            <p:spPr>
              <a:xfrm>
                <a:off x="217595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4" name="ph5349">
                <a:extLst>
                  <a:ext uri="{FF2B5EF4-FFF2-40B4-BE49-F238E27FC236}">
                    <a16:creationId xmlns:a16="http://schemas.microsoft.com/office/drawing/2014/main" id="{7FEB6BC4-D614-645F-B7B8-2655B2679FA0}"/>
                  </a:ext>
                </a:extLst>
              </p:cNvPr>
              <p:cNvSpPr/>
              <p:nvPr/>
            </p:nvSpPr>
            <p:spPr>
              <a:xfrm>
                <a:off x="218539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5" name="ph5350">
                <a:extLst>
                  <a:ext uri="{FF2B5EF4-FFF2-40B4-BE49-F238E27FC236}">
                    <a16:creationId xmlns:a16="http://schemas.microsoft.com/office/drawing/2014/main" id="{F75D4378-7944-692A-1B54-F058C14F7DEF}"/>
                  </a:ext>
                </a:extLst>
              </p:cNvPr>
              <p:cNvSpPr/>
              <p:nvPr/>
            </p:nvSpPr>
            <p:spPr>
              <a:xfrm>
                <a:off x="219483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6" name="ph5351">
                <a:extLst>
                  <a:ext uri="{FF2B5EF4-FFF2-40B4-BE49-F238E27FC236}">
                    <a16:creationId xmlns:a16="http://schemas.microsoft.com/office/drawing/2014/main" id="{2F8C72F8-5E84-9646-EEC0-2074E9CF1F5B}"/>
                  </a:ext>
                </a:extLst>
              </p:cNvPr>
              <p:cNvSpPr/>
              <p:nvPr/>
            </p:nvSpPr>
            <p:spPr>
              <a:xfrm>
                <a:off x="220427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7" name="ph5352">
                <a:extLst>
                  <a:ext uri="{FF2B5EF4-FFF2-40B4-BE49-F238E27FC236}">
                    <a16:creationId xmlns:a16="http://schemas.microsoft.com/office/drawing/2014/main" id="{8B3C98D1-9628-72AB-9689-71D8B9ED1C34}"/>
                  </a:ext>
                </a:extLst>
              </p:cNvPr>
              <p:cNvSpPr/>
              <p:nvPr/>
            </p:nvSpPr>
            <p:spPr>
              <a:xfrm>
                <a:off x="221371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8" name="ph5353">
                <a:extLst>
                  <a:ext uri="{FF2B5EF4-FFF2-40B4-BE49-F238E27FC236}">
                    <a16:creationId xmlns:a16="http://schemas.microsoft.com/office/drawing/2014/main" id="{7ECC715C-6CBA-5133-364B-FB8D4409167B}"/>
                  </a:ext>
                </a:extLst>
              </p:cNvPr>
              <p:cNvSpPr/>
              <p:nvPr/>
            </p:nvSpPr>
            <p:spPr>
              <a:xfrm>
                <a:off x="222315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9" name="ph5354">
                <a:extLst>
                  <a:ext uri="{FF2B5EF4-FFF2-40B4-BE49-F238E27FC236}">
                    <a16:creationId xmlns:a16="http://schemas.microsoft.com/office/drawing/2014/main" id="{1B9AD2DB-A4A9-8F40-00F5-2F536F71161C}"/>
                  </a:ext>
                </a:extLst>
              </p:cNvPr>
              <p:cNvSpPr/>
              <p:nvPr/>
            </p:nvSpPr>
            <p:spPr>
              <a:xfrm>
                <a:off x="223259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0" name="ph5355">
                <a:extLst>
                  <a:ext uri="{FF2B5EF4-FFF2-40B4-BE49-F238E27FC236}">
                    <a16:creationId xmlns:a16="http://schemas.microsoft.com/office/drawing/2014/main" id="{80C5AB4E-F406-D77E-D012-C2D8A87CDE2A}"/>
                  </a:ext>
                </a:extLst>
              </p:cNvPr>
              <p:cNvSpPr/>
              <p:nvPr/>
            </p:nvSpPr>
            <p:spPr>
              <a:xfrm>
                <a:off x="224203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1" name="ph5356">
                <a:extLst>
                  <a:ext uri="{FF2B5EF4-FFF2-40B4-BE49-F238E27FC236}">
                    <a16:creationId xmlns:a16="http://schemas.microsoft.com/office/drawing/2014/main" id="{F806717C-B903-F0A3-6A3C-D1ADC3AC5E18}"/>
                  </a:ext>
                </a:extLst>
              </p:cNvPr>
              <p:cNvSpPr/>
              <p:nvPr/>
            </p:nvSpPr>
            <p:spPr>
              <a:xfrm>
                <a:off x="225147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2" name="ph5357">
                <a:extLst>
                  <a:ext uri="{FF2B5EF4-FFF2-40B4-BE49-F238E27FC236}">
                    <a16:creationId xmlns:a16="http://schemas.microsoft.com/office/drawing/2014/main" id="{62452A71-8249-D8CD-4C0E-7B6F50013D93}"/>
                  </a:ext>
                </a:extLst>
              </p:cNvPr>
              <p:cNvSpPr/>
              <p:nvPr/>
            </p:nvSpPr>
            <p:spPr>
              <a:xfrm>
                <a:off x="226091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3" name="ph5358">
                <a:extLst>
                  <a:ext uri="{FF2B5EF4-FFF2-40B4-BE49-F238E27FC236}">
                    <a16:creationId xmlns:a16="http://schemas.microsoft.com/office/drawing/2014/main" id="{018CD49D-6119-73BB-2101-F6083AADE193}"/>
                  </a:ext>
                </a:extLst>
              </p:cNvPr>
              <p:cNvSpPr/>
              <p:nvPr/>
            </p:nvSpPr>
            <p:spPr>
              <a:xfrm>
                <a:off x="227035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4" name="ph5359">
                <a:extLst>
                  <a:ext uri="{FF2B5EF4-FFF2-40B4-BE49-F238E27FC236}">
                    <a16:creationId xmlns:a16="http://schemas.microsoft.com/office/drawing/2014/main" id="{986836E6-8DF3-65FC-540F-75BC8A4C1F7E}"/>
                  </a:ext>
                </a:extLst>
              </p:cNvPr>
              <p:cNvSpPr/>
              <p:nvPr/>
            </p:nvSpPr>
            <p:spPr>
              <a:xfrm>
                <a:off x="227979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5" name="ph5360">
                <a:extLst>
                  <a:ext uri="{FF2B5EF4-FFF2-40B4-BE49-F238E27FC236}">
                    <a16:creationId xmlns:a16="http://schemas.microsoft.com/office/drawing/2014/main" id="{893B7254-CA8D-780A-B281-AB5A731259A1}"/>
                  </a:ext>
                </a:extLst>
              </p:cNvPr>
              <p:cNvSpPr/>
              <p:nvPr/>
            </p:nvSpPr>
            <p:spPr>
              <a:xfrm>
                <a:off x="228923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6" name="ph5361">
                <a:extLst>
                  <a:ext uri="{FF2B5EF4-FFF2-40B4-BE49-F238E27FC236}">
                    <a16:creationId xmlns:a16="http://schemas.microsoft.com/office/drawing/2014/main" id="{3C9AAFCC-0EEC-0EED-CEFA-AD95072B8BB3}"/>
                  </a:ext>
                </a:extLst>
              </p:cNvPr>
              <p:cNvSpPr/>
              <p:nvPr/>
            </p:nvSpPr>
            <p:spPr>
              <a:xfrm>
                <a:off x="229867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7" name="ph5362">
                <a:extLst>
                  <a:ext uri="{FF2B5EF4-FFF2-40B4-BE49-F238E27FC236}">
                    <a16:creationId xmlns:a16="http://schemas.microsoft.com/office/drawing/2014/main" id="{9CF1B0B8-7E60-11F3-92FD-082CA595F274}"/>
                  </a:ext>
                </a:extLst>
              </p:cNvPr>
              <p:cNvSpPr/>
              <p:nvPr/>
            </p:nvSpPr>
            <p:spPr>
              <a:xfrm>
                <a:off x="230811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8" name="ph5363">
                <a:extLst>
                  <a:ext uri="{FF2B5EF4-FFF2-40B4-BE49-F238E27FC236}">
                    <a16:creationId xmlns:a16="http://schemas.microsoft.com/office/drawing/2014/main" id="{7ED9ED2E-B34B-692F-CACE-EDC34C441D2F}"/>
                  </a:ext>
                </a:extLst>
              </p:cNvPr>
              <p:cNvSpPr/>
              <p:nvPr/>
            </p:nvSpPr>
            <p:spPr>
              <a:xfrm>
                <a:off x="231755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0F9AA">
                  <a:alpha val="100000"/>
                </a:srgbClr>
              </a:solidFill>
              <a:ln w="5420" cap="flat">
                <a:solidFill>
                  <a:srgbClr val="F0F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9" name="ph5364">
                <a:extLst>
                  <a:ext uri="{FF2B5EF4-FFF2-40B4-BE49-F238E27FC236}">
                    <a16:creationId xmlns:a16="http://schemas.microsoft.com/office/drawing/2014/main" id="{55EEEDCC-D602-C96B-DE6A-A7A31E7DB1F2}"/>
                  </a:ext>
                </a:extLst>
              </p:cNvPr>
              <p:cNvSpPr/>
              <p:nvPr/>
            </p:nvSpPr>
            <p:spPr>
              <a:xfrm>
                <a:off x="232699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DF8A7">
                  <a:alpha val="100000"/>
                </a:srgbClr>
              </a:solidFill>
              <a:ln w="5420" cap="flat">
                <a:solidFill>
                  <a:srgbClr val="EDF8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0" name="ph5365">
                <a:extLst>
                  <a:ext uri="{FF2B5EF4-FFF2-40B4-BE49-F238E27FC236}">
                    <a16:creationId xmlns:a16="http://schemas.microsoft.com/office/drawing/2014/main" id="{65B64B20-F7E1-942C-7560-67C1ABAB98C3}"/>
                  </a:ext>
                </a:extLst>
              </p:cNvPr>
              <p:cNvSpPr/>
              <p:nvPr/>
            </p:nvSpPr>
            <p:spPr>
              <a:xfrm>
                <a:off x="233643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6A3">
                  <a:alpha val="100000"/>
                </a:srgbClr>
              </a:solidFill>
              <a:ln w="5420" cap="flat">
                <a:solidFill>
                  <a:srgbClr val="EBF6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1" name="ph5366">
                <a:extLst>
                  <a:ext uri="{FF2B5EF4-FFF2-40B4-BE49-F238E27FC236}">
                    <a16:creationId xmlns:a16="http://schemas.microsoft.com/office/drawing/2014/main" id="{D1A5FDEA-483A-037F-5257-9B7A8D8F1BE5}"/>
                  </a:ext>
                </a:extLst>
              </p:cNvPr>
              <p:cNvSpPr/>
              <p:nvPr/>
            </p:nvSpPr>
            <p:spPr>
              <a:xfrm>
                <a:off x="234587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8F59F">
                  <a:alpha val="100000"/>
                </a:srgbClr>
              </a:solidFill>
              <a:ln w="5420" cap="flat">
                <a:solidFill>
                  <a:srgbClr val="E8F5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2" name="ph5367">
                <a:extLst>
                  <a:ext uri="{FF2B5EF4-FFF2-40B4-BE49-F238E27FC236}">
                    <a16:creationId xmlns:a16="http://schemas.microsoft.com/office/drawing/2014/main" id="{452CC08E-69A5-A21B-1D92-32A3232419F0}"/>
                  </a:ext>
                </a:extLst>
              </p:cNvPr>
              <p:cNvSpPr/>
              <p:nvPr/>
            </p:nvSpPr>
            <p:spPr>
              <a:xfrm>
                <a:off x="235531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5F49C">
                  <a:alpha val="100000"/>
                </a:srgbClr>
              </a:solidFill>
              <a:ln w="5420" cap="flat">
                <a:solidFill>
                  <a:srgbClr val="E5F4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3" name="ph5368">
                <a:extLst>
                  <a:ext uri="{FF2B5EF4-FFF2-40B4-BE49-F238E27FC236}">
                    <a16:creationId xmlns:a16="http://schemas.microsoft.com/office/drawing/2014/main" id="{B276D167-7D7F-90C3-0DF7-C409B5F09AF1}"/>
                  </a:ext>
                </a:extLst>
              </p:cNvPr>
              <p:cNvSpPr/>
              <p:nvPr/>
            </p:nvSpPr>
            <p:spPr>
              <a:xfrm>
                <a:off x="236476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3F398">
                  <a:alpha val="100000"/>
                </a:srgbClr>
              </a:solidFill>
              <a:ln w="5420" cap="flat">
                <a:solidFill>
                  <a:srgbClr val="E3F3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4" name="ph5369">
                <a:extLst>
                  <a:ext uri="{FF2B5EF4-FFF2-40B4-BE49-F238E27FC236}">
                    <a16:creationId xmlns:a16="http://schemas.microsoft.com/office/drawing/2014/main" id="{4E9EC6E5-7256-3CBF-9B51-E0741D079C07}"/>
                  </a:ext>
                </a:extLst>
              </p:cNvPr>
              <p:cNvSpPr/>
              <p:nvPr/>
            </p:nvSpPr>
            <p:spPr>
              <a:xfrm>
                <a:off x="237420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0F295">
                  <a:alpha val="100000"/>
                </a:srgbClr>
              </a:solidFill>
              <a:ln w="5420" cap="flat">
                <a:solidFill>
                  <a:srgbClr val="E0F2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5" name="ph5370">
                <a:extLst>
                  <a:ext uri="{FF2B5EF4-FFF2-40B4-BE49-F238E27FC236}">
                    <a16:creationId xmlns:a16="http://schemas.microsoft.com/office/drawing/2014/main" id="{402FB482-FE2A-1D93-3887-09203D31503B}"/>
                  </a:ext>
                </a:extLst>
              </p:cNvPr>
              <p:cNvSpPr/>
              <p:nvPr/>
            </p:nvSpPr>
            <p:spPr>
              <a:xfrm>
                <a:off x="238364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EF192">
                  <a:alpha val="100000"/>
                </a:srgbClr>
              </a:solidFill>
              <a:ln w="5420" cap="flat">
                <a:solidFill>
                  <a:srgbClr val="DEF1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6" name="ph5371">
                <a:extLst>
                  <a:ext uri="{FF2B5EF4-FFF2-40B4-BE49-F238E27FC236}">
                    <a16:creationId xmlns:a16="http://schemas.microsoft.com/office/drawing/2014/main" id="{BBBBA547-AC95-0868-3B47-E45C136D986B}"/>
                  </a:ext>
                </a:extLst>
              </p:cNvPr>
              <p:cNvSpPr/>
              <p:nvPr/>
            </p:nvSpPr>
            <p:spPr>
              <a:xfrm>
                <a:off x="239308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DCF08F">
                  <a:alpha val="100000"/>
                </a:srgbClr>
              </a:solidFill>
              <a:ln w="5420" cap="flat">
                <a:solidFill>
                  <a:srgbClr val="DCF0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7" name="ph5372">
                <a:extLst>
                  <a:ext uri="{FF2B5EF4-FFF2-40B4-BE49-F238E27FC236}">
                    <a16:creationId xmlns:a16="http://schemas.microsoft.com/office/drawing/2014/main" id="{CF246FD3-A2C3-872B-AE63-4CB12ECAA06A}"/>
                  </a:ext>
                </a:extLst>
              </p:cNvPr>
              <p:cNvSpPr/>
              <p:nvPr/>
            </p:nvSpPr>
            <p:spPr>
              <a:xfrm>
                <a:off x="240252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DAF08D">
                  <a:alpha val="100000"/>
                </a:srgbClr>
              </a:solidFill>
              <a:ln w="5420" cap="flat">
                <a:solidFill>
                  <a:srgbClr val="DAF0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8" name="ph5373">
                <a:extLst>
                  <a:ext uri="{FF2B5EF4-FFF2-40B4-BE49-F238E27FC236}">
                    <a16:creationId xmlns:a16="http://schemas.microsoft.com/office/drawing/2014/main" id="{F86661BD-10AB-FB5F-7AB7-368392EFDD9E}"/>
                  </a:ext>
                </a:extLst>
              </p:cNvPr>
              <p:cNvSpPr/>
              <p:nvPr/>
            </p:nvSpPr>
            <p:spPr>
              <a:xfrm>
                <a:off x="2411961" y="1535279"/>
                <a:ext cx="9228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879" y="896830"/>
                    </a:lnTo>
                    <a:lnTo>
                      <a:pt x="920832" y="904832"/>
                    </a:lnTo>
                    <a:lnTo>
                      <a:pt x="922848" y="914400"/>
                    </a:lnTo>
                    <a:close/>
                  </a:path>
                </a:pathLst>
              </a:custGeom>
              <a:solidFill>
                <a:srgbClr val="D8EF8B">
                  <a:alpha val="100000"/>
                </a:srgbClr>
              </a:solidFill>
              <a:ln w="5420" cap="flat">
                <a:solidFill>
                  <a:srgbClr val="D8EF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9" name="ph5374">
                <a:extLst>
                  <a:ext uri="{FF2B5EF4-FFF2-40B4-BE49-F238E27FC236}">
                    <a16:creationId xmlns:a16="http://schemas.microsoft.com/office/drawing/2014/main" id="{8F4FE791-C7D0-A9BA-16EA-2677947B21AC}"/>
                  </a:ext>
                </a:extLst>
              </p:cNvPr>
              <p:cNvSpPr/>
              <p:nvPr/>
            </p:nvSpPr>
            <p:spPr>
              <a:xfrm>
                <a:off x="3110538" y="151771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42" y="931969"/>
                    </a:lnTo>
                    <a:lnTo>
                      <a:pt x="908770" y="930078"/>
                    </a:lnTo>
                    <a:lnTo>
                      <a:pt x="908090" y="919214"/>
                    </a:lnTo>
                    <a:lnTo>
                      <a:pt x="907924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0" name="ph5375">
                <a:extLst>
                  <a:ext uri="{FF2B5EF4-FFF2-40B4-BE49-F238E27FC236}">
                    <a16:creationId xmlns:a16="http://schemas.microsoft.com/office/drawing/2014/main" id="{43B0B87F-C21F-F4CB-B0C3-0BA344EDDA8E}"/>
                  </a:ext>
                </a:extLst>
              </p:cNvPr>
              <p:cNvSpPr/>
              <p:nvPr/>
            </p:nvSpPr>
            <p:spPr>
              <a:xfrm>
                <a:off x="311053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1" name="ph5376">
                <a:extLst>
                  <a:ext uri="{FF2B5EF4-FFF2-40B4-BE49-F238E27FC236}">
                    <a16:creationId xmlns:a16="http://schemas.microsoft.com/office/drawing/2014/main" id="{E78C3553-3464-DEF3-60A4-2CEB105C7C1B}"/>
                  </a:ext>
                </a:extLst>
              </p:cNvPr>
              <p:cNvSpPr/>
              <p:nvPr/>
            </p:nvSpPr>
            <p:spPr>
              <a:xfrm>
                <a:off x="311997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2" name="ph5377">
                <a:extLst>
                  <a:ext uri="{FF2B5EF4-FFF2-40B4-BE49-F238E27FC236}">
                    <a16:creationId xmlns:a16="http://schemas.microsoft.com/office/drawing/2014/main" id="{87DBD7C7-DA34-0F75-0947-E493783B4113}"/>
                  </a:ext>
                </a:extLst>
              </p:cNvPr>
              <p:cNvSpPr/>
              <p:nvPr/>
            </p:nvSpPr>
            <p:spPr>
              <a:xfrm>
                <a:off x="312941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3" name="ph5378">
                <a:extLst>
                  <a:ext uri="{FF2B5EF4-FFF2-40B4-BE49-F238E27FC236}">
                    <a16:creationId xmlns:a16="http://schemas.microsoft.com/office/drawing/2014/main" id="{9818777E-0E3D-FFF3-0379-C439C3278D13}"/>
                  </a:ext>
                </a:extLst>
              </p:cNvPr>
              <p:cNvSpPr/>
              <p:nvPr/>
            </p:nvSpPr>
            <p:spPr>
              <a:xfrm>
                <a:off x="313885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4" name="ph5379">
                <a:extLst>
                  <a:ext uri="{FF2B5EF4-FFF2-40B4-BE49-F238E27FC236}">
                    <a16:creationId xmlns:a16="http://schemas.microsoft.com/office/drawing/2014/main" id="{2E305253-12CC-840E-8C69-B3B7C269F796}"/>
                  </a:ext>
                </a:extLst>
              </p:cNvPr>
              <p:cNvSpPr/>
              <p:nvPr/>
            </p:nvSpPr>
            <p:spPr>
              <a:xfrm>
                <a:off x="314829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5" name="ph5380">
                <a:extLst>
                  <a:ext uri="{FF2B5EF4-FFF2-40B4-BE49-F238E27FC236}">
                    <a16:creationId xmlns:a16="http://schemas.microsoft.com/office/drawing/2014/main" id="{54C2C06F-3BAE-C6DF-7C73-4A1B69A45F93}"/>
                  </a:ext>
                </a:extLst>
              </p:cNvPr>
              <p:cNvSpPr/>
              <p:nvPr/>
            </p:nvSpPr>
            <p:spPr>
              <a:xfrm>
                <a:off x="315774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6" name="ph5381">
                <a:extLst>
                  <a:ext uri="{FF2B5EF4-FFF2-40B4-BE49-F238E27FC236}">
                    <a16:creationId xmlns:a16="http://schemas.microsoft.com/office/drawing/2014/main" id="{732F9869-BB4A-E86A-BE5B-21F52C1F06B3}"/>
                  </a:ext>
                </a:extLst>
              </p:cNvPr>
              <p:cNvSpPr/>
              <p:nvPr/>
            </p:nvSpPr>
            <p:spPr>
              <a:xfrm>
                <a:off x="316718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7" name="ph5382">
                <a:extLst>
                  <a:ext uri="{FF2B5EF4-FFF2-40B4-BE49-F238E27FC236}">
                    <a16:creationId xmlns:a16="http://schemas.microsoft.com/office/drawing/2014/main" id="{E62CA58C-1A69-736A-7C71-B5E33B648078}"/>
                  </a:ext>
                </a:extLst>
              </p:cNvPr>
              <p:cNvSpPr/>
              <p:nvPr/>
            </p:nvSpPr>
            <p:spPr>
              <a:xfrm>
                <a:off x="317662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8" name="ph5383">
                <a:extLst>
                  <a:ext uri="{FF2B5EF4-FFF2-40B4-BE49-F238E27FC236}">
                    <a16:creationId xmlns:a16="http://schemas.microsoft.com/office/drawing/2014/main" id="{687A7158-0200-53D5-55A1-C037FA3EA934}"/>
                  </a:ext>
                </a:extLst>
              </p:cNvPr>
              <p:cNvSpPr/>
              <p:nvPr/>
            </p:nvSpPr>
            <p:spPr>
              <a:xfrm>
                <a:off x="318606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9" name="ph5384">
                <a:extLst>
                  <a:ext uri="{FF2B5EF4-FFF2-40B4-BE49-F238E27FC236}">
                    <a16:creationId xmlns:a16="http://schemas.microsoft.com/office/drawing/2014/main" id="{E59BB9C7-E05E-0EA3-E0D5-13CC592CEEDA}"/>
                  </a:ext>
                </a:extLst>
              </p:cNvPr>
              <p:cNvSpPr/>
              <p:nvPr/>
            </p:nvSpPr>
            <p:spPr>
              <a:xfrm>
                <a:off x="319550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0" name="ph5385">
                <a:extLst>
                  <a:ext uri="{FF2B5EF4-FFF2-40B4-BE49-F238E27FC236}">
                    <a16:creationId xmlns:a16="http://schemas.microsoft.com/office/drawing/2014/main" id="{FE8DD6C3-A51F-1098-FC91-FE5D5814FBD3}"/>
                  </a:ext>
                </a:extLst>
              </p:cNvPr>
              <p:cNvSpPr/>
              <p:nvPr/>
            </p:nvSpPr>
            <p:spPr>
              <a:xfrm>
                <a:off x="320494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1" name="ph5386">
                <a:extLst>
                  <a:ext uri="{FF2B5EF4-FFF2-40B4-BE49-F238E27FC236}">
                    <a16:creationId xmlns:a16="http://schemas.microsoft.com/office/drawing/2014/main" id="{3A3C98E2-85AB-3D72-5D7D-53E8F628971F}"/>
                  </a:ext>
                </a:extLst>
              </p:cNvPr>
              <p:cNvSpPr/>
              <p:nvPr/>
            </p:nvSpPr>
            <p:spPr>
              <a:xfrm>
                <a:off x="321438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2" name="ph5387">
                <a:extLst>
                  <a:ext uri="{FF2B5EF4-FFF2-40B4-BE49-F238E27FC236}">
                    <a16:creationId xmlns:a16="http://schemas.microsoft.com/office/drawing/2014/main" id="{BC15DEB3-E0DE-C9B4-1B8D-5EB45E681E63}"/>
                  </a:ext>
                </a:extLst>
              </p:cNvPr>
              <p:cNvSpPr/>
              <p:nvPr/>
            </p:nvSpPr>
            <p:spPr>
              <a:xfrm>
                <a:off x="322382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3" name="ph5388">
                <a:extLst>
                  <a:ext uri="{FF2B5EF4-FFF2-40B4-BE49-F238E27FC236}">
                    <a16:creationId xmlns:a16="http://schemas.microsoft.com/office/drawing/2014/main" id="{CF386AE3-2CDD-FE5E-FF81-E3D103C3F55B}"/>
                  </a:ext>
                </a:extLst>
              </p:cNvPr>
              <p:cNvSpPr/>
              <p:nvPr/>
            </p:nvSpPr>
            <p:spPr>
              <a:xfrm>
                <a:off x="323326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4" name="ph5389">
                <a:extLst>
                  <a:ext uri="{FF2B5EF4-FFF2-40B4-BE49-F238E27FC236}">
                    <a16:creationId xmlns:a16="http://schemas.microsoft.com/office/drawing/2014/main" id="{ADB99950-11B8-D3A9-8E88-6BCF8164FB78}"/>
                  </a:ext>
                </a:extLst>
              </p:cNvPr>
              <p:cNvSpPr/>
              <p:nvPr/>
            </p:nvSpPr>
            <p:spPr>
              <a:xfrm>
                <a:off x="324270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5" name="ph5390">
                <a:extLst>
                  <a:ext uri="{FF2B5EF4-FFF2-40B4-BE49-F238E27FC236}">
                    <a16:creationId xmlns:a16="http://schemas.microsoft.com/office/drawing/2014/main" id="{70B2E7F0-3018-F68C-E28A-4B61B2727D3E}"/>
                  </a:ext>
                </a:extLst>
              </p:cNvPr>
              <p:cNvSpPr/>
              <p:nvPr/>
            </p:nvSpPr>
            <p:spPr>
              <a:xfrm>
                <a:off x="325214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6" name="ph5391">
                <a:extLst>
                  <a:ext uri="{FF2B5EF4-FFF2-40B4-BE49-F238E27FC236}">
                    <a16:creationId xmlns:a16="http://schemas.microsoft.com/office/drawing/2014/main" id="{D97BC21F-9054-8E8E-E38D-0D74D1B22597}"/>
                  </a:ext>
                </a:extLst>
              </p:cNvPr>
              <p:cNvSpPr/>
              <p:nvPr/>
            </p:nvSpPr>
            <p:spPr>
              <a:xfrm>
                <a:off x="326158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7" name="ph5392">
                <a:extLst>
                  <a:ext uri="{FF2B5EF4-FFF2-40B4-BE49-F238E27FC236}">
                    <a16:creationId xmlns:a16="http://schemas.microsoft.com/office/drawing/2014/main" id="{E6AB4FBF-9A77-2ECD-C96C-70B86B53C015}"/>
                  </a:ext>
                </a:extLst>
              </p:cNvPr>
              <p:cNvSpPr/>
              <p:nvPr/>
            </p:nvSpPr>
            <p:spPr>
              <a:xfrm>
                <a:off x="327102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8" name="ph5393">
                <a:extLst>
                  <a:ext uri="{FF2B5EF4-FFF2-40B4-BE49-F238E27FC236}">
                    <a16:creationId xmlns:a16="http://schemas.microsoft.com/office/drawing/2014/main" id="{80DB73DC-3A0E-14F2-1206-1D71A19A08BB}"/>
                  </a:ext>
                </a:extLst>
              </p:cNvPr>
              <p:cNvSpPr/>
              <p:nvPr/>
            </p:nvSpPr>
            <p:spPr>
              <a:xfrm>
                <a:off x="328046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9" name="ph5394">
                <a:extLst>
                  <a:ext uri="{FF2B5EF4-FFF2-40B4-BE49-F238E27FC236}">
                    <a16:creationId xmlns:a16="http://schemas.microsoft.com/office/drawing/2014/main" id="{0EF66940-A220-AB3A-DE87-E93FB4E4B641}"/>
                  </a:ext>
                </a:extLst>
              </p:cNvPr>
              <p:cNvSpPr/>
              <p:nvPr/>
            </p:nvSpPr>
            <p:spPr>
              <a:xfrm>
                <a:off x="328990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0" name="ph5395">
                <a:extLst>
                  <a:ext uri="{FF2B5EF4-FFF2-40B4-BE49-F238E27FC236}">
                    <a16:creationId xmlns:a16="http://schemas.microsoft.com/office/drawing/2014/main" id="{276845ED-0679-8CFC-3771-933983B17B6C}"/>
                  </a:ext>
                </a:extLst>
              </p:cNvPr>
              <p:cNvSpPr/>
              <p:nvPr/>
            </p:nvSpPr>
            <p:spPr>
              <a:xfrm>
                <a:off x="3299343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1" name="ph5396">
                <a:extLst>
                  <a:ext uri="{FF2B5EF4-FFF2-40B4-BE49-F238E27FC236}">
                    <a16:creationId xmlns:a16="http://schemas.microsoft.com/office/drawing/2014/main" id="{BCE07FF7-C953-763A-DE01-CA989C18EBA8}"/>
                  </a:ext>
                </a:extLst>
              </p:cNvPr>
              <p:cNvSpPr/>
              <p:nvPr/>
            </p:nvSpPr>
            <p:spPr>
              <a:xfrm>
                <a:off x="330878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2" name="ph5397">
                <a:extLst>
                  <a:ext uri="{FF2B5EF4-FFF2-40B4-BE49-F238E27FC236}">
                    <a16:creationId xmlns:a16="http://schemas.microsoft.com/office/drawing/2014/main" id="{BDC47C26-55FB-55E7-784F-67E66770C5AC}"/>
                  </a:ext>
                </a:extLst>
              </p:cNvPr>
              <p:cNvSpPr/>
              <p:nvPr/>
            </p:nvSpPr>
            <p:spPr>
              <a:xfrm>
                <a:off x="331822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3" name="ph5398">
                <a:extLst>
                  <a:ext uri="{FF2B5EF4-FFF2-40B4-BE49-F238E27FC236}">
                    <a16:creationId xmlns:a16="http://schemas.microsoft.com/office/drawing/2014/main" id="{CBDFB692-B6B0-A733-0B9F-3C1987EE7352}"/>
                  </a:ext>
                </a:extLst>
              </p:cNvPr>
              <p:cNvSpPr/>
              <p:nvPr/>
            </p:nvSpPr>
            <p:spPr>
              <a:xfrm>
                <a:off x="332766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4" name="ph5399">
                <a:extLst>
                  <a:ext uri="{FF2B5EF4-FFF2-40B4-BE49-F238E27FC236}">
                    <a16:creationId xmlns:a16="http://schemas.microsoft.com/office/drawing/2014/main" id="{88485A2A-E674-C6CC-3415-B11B142B9ED4}"/>
                  </a:ext>
                </a:extLst>
              </p:cNvPr>
              <p:cNvSpPr/>
              <p:nvPr/>
            </p:nvSpPr>
            <p:spPr>
              <a:xfrm>
                <a:off x="333710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5" name="ph5400">
                <a:extLst>
                  <a:ext uri="{FF2B5EF4-FFF2-40B4-BE49-F238E27FC236}">
                    <a16:creationId xmlns:a16="http://schemas.microsoft.com/office/drawing/2014/main" id="{395E72FB-A538-0153-6D55-267BF3F976CE}"/>
                  </a:ext>
                </a:extLst>
              </p:cNvPr>
              <p:cNvSpPr/>
              <p:nvPr/>
            </p:nvSpPr>
            <p:spPr>
              <a:xfrm>
                <a:off x="3346544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6" name="ph5401">
                <a:extLst>
                  <a:ext uri="{FF2B5EF4-FFF2-40B4-BE49-F238E27FC236}">
                    <a16:creationId xmlns:a16="http://schemas.microsoft.com/office/drawing/2014/main" id="{503C78AB-CFD4-269C-F274-5FF45A6916FA}"/>
                  </a:ext>
                </a:extLst>
              </p:cNvPr>
              <p:cNvSpPr/>
              <p:nvPr/>
            </p:nvSpPr>
            <p:spPr>
              <a:xfrm>
                <a:off x="335598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7" name="ph5402">
                <a:extLst>
                  <a:ext uri="{FF2B5EF4-FFF2-40B4-BE49-F238E27FC236}">
                    <a16:creationId xmlns:a16="http://schemas.microsoft.com/office/drawing/2014/main" id="{0131207F-14EC-E9D9-16B0-D4FA77458486}"/>
                  </a:ext>
                </a:extLst>
              </p:cNvPr>
              <p:cNvSpPr/>
              <p:nvPr/>
            </p:nvSpPr>
            <p:spPr>
              <a:xfrm>
                <a:off x="336542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8" name="ph5403">
                <a:extLst>
                  <a:ext uri="{FF2B5EF4-FFF2-40B4-BE49-F238E27FC236}">
                    <a16:creationId xmlns:a16="http://schemas.microsoft.com/office/drawing/2014/main" id="{2ACF85E4-67BF-2709-3689-25DE282D0FE9}"/>
                  </a:ext>
                </a:extLst>
              </p:cNvPr>
              <p:cNvSpPr/>
              <p:nvPr/>
            </p:nvSpPr>
            <p:spPr>
              <a:xfrm>
                <a:off x="337486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9" name="ph5404">
                <a:extLst>
                  <a:ext uri="{FF2B5EF4-FFF2-40B4-BE49-F238E27FC236}">
                    <a16:creationId xmlns:a16="http://schemas.microsoft.com/office/drawing/2014/main" id="{469A2513-80F5-15E9-49B0-58DDAEBFAAB4}"/>
                  </a:ext>
                </a:extLst>
              </p:cNvPr>
              <p:cNvSpPr/>
              <p:nvPr/>
            </p:nvSpPr>
            <p:spPr>
              <a:xfrm>
                <a:off x="3384305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0" name="ph5405">
                <a:extLst>
                  <a:ext uri="{FF2B5EF4-FFF2-40B4-BE49-F238E27FC236}">
                    <a16:creationId xmlns:a16="http://schemas.microsoft.com/office/drawing/2014/main" id="{23B066D5-52E1-0DBC-FE01-A4B62802D207}"/>
                  </a:ext>
                </a:extLst>
              </p:cNvPr>
              <p:cNvSpPr/>
              <p:nvPr/>
            </p:nvSpPr>
            <p:spPr>
              <a:xfrm>
                <a:off x="339374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1" name="ph5406">
                <a:extLst>
                  <a:ext uri="{FF2B5EF4-FFF2-40B4-BE49-F238E27FC236}">
                    <a16:creationId xmlns:a16="http://schemas.microsoft.com/office/drawing/2014/main" id="{38304EB1-B37E-CC56-F0ED-5C4F05205E6C}"/>
                  </a:ext>
                </a:extLst>
              </p:cNvPr>
              <p:cNvSpPr/>
              <p:nvPr/>
            </p:nvSpPr>
            <p:spPr>
              <a:xfrm>
                <a:off x="340318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2" name="ph5407">
                <a:extLst>
                  <a:ext uri="{FF2B5EF4-FFF2-40B4-BE49-F238E27FC236}">
                    <a16:creationId xmlns:a16="http://schemas.microsoft.com/office/drawing/2014/main" id="{9D9F9C93-D77A-8535-B9F0-B31C96AD3AD0}"/>
                  </a:ext>
                </a:extLst>
              </p:cNvPr>
              <p:cNvSpPr/>
              <p:nvPr/>
            </p:nvSpPr>
            <p:spPr>
              <a:xfrm>
                <a:off x="341262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3" name="ph5408">
                <a:extLst>
                  <a:ext uri="{FF2B5EF4-FFF2-40B4-BE49-F238E27FC236}">
                    <a16:creationId xmlns:a16="http://schemas.microsoft.com/office/drawing/2014/main" id="{2BBE55DB-8DB5-FB5F-CD3D-33D8279C72FC}"/>
                  </a:ext>
                </a:extLst>
              </p:cNvPr>
              <p:cNvSpPr/>
              <p:nvPr/>
            </p:nvSpPr>
            <p:spPr>
              <a:xfrm>
                <a:off x="3422066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4" name="ph5409">
                <a:extLst>
                  <a:ext uri="{FF2B5EF4-FFF2-40B4-BE49-F238E27FC236}">
                    <a16:creationId xmlns:a16="http://schemas.microsoft.com/office/drawing/2014/main" id="{7BB54314-D21B-B61B-140F-4EEEA3CDB762}"/>
                  </a:ext>
                </a:extLst>
              </p:cNvPr>
              <p:cNvSpPr/>
              <p:nvPr/>
            </p:nvSpPr>
            <p:spPr>
              <a:xfrm>
                <a:off x="343150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5" name="ph5410">
                <a:extLst>
                  <a:ext uri="{FF2B5EF4-FFF2-40B4-BE49-F238E27FC236}">
                    <a16:creationId xmlns:a16="http://schemas.microsoft.com/office/drawing/2014/main" id="{E7D516DA-6B39-19D9-094F-2F61B5853414}"/>
                  </a:ext>
                </a:extLst>
              </p:cNvPr>
              <p:cNvSpPr/>
              <p:nvPr/>
            </p:nvSpPr>
            <p:spPr>
              <a:xfrm>
                <a:off x="344094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6" name="ph5411">
                <a:extLst>
                  <a:ext uri="{FF2B5EF4-FFF2-40B4-BE49-F238E27FC236}">
                    <a16:creationId xmlns:a16="http://schemas.microsoft.com/office/drawing/2014/main" id="{D7B57277-83FD-8F83-762C-09190824EBF1}"/>
                  </a:ext>
                </a:extLst>
              </p:cNvPr>
              <p:cNvSpPr/>
              <p:nvPr/>
            </p:nvSpPr>
            <p:spPr>
              <a:xfrm>
                <a:off x="345038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7" name="ph5412">
                <a:extLst>
                  <a:ext uri="{FF2B5EF4-FFF2-40B4-BE49-F238E27FC236}">
                    <a16:creationId xmlns:a16="http://schemas.microsoft.com/office/drawing/2014/main" id="{75D68A1C-F381-A08E-3A57-FE1BB8924A3F}"/>
                  </a:ext>
                </a:extLst>
              </p:cNvPr>
              <p:cNvSpPr/>
              <p:nvPr/>
            </p:nvSpPr>
            <p:spPr>
              <a:xfrm>
                <a:off x="3459827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8" name="ph5413">
                <a:extLst>
                  <a:ext uri="{FF2B5EF4-FFF2-40B4-BE49-F238E27FC236}">
                    <a16:creationId xmlns:a16="http://schemas.microsoft.com/office/drawing/2014/main" id="{9B36F4D7-74BE-90AC-C6D2-7621448EFD2F}"/>
                  </a:ext>
                </a:extLst>
              </p:cNvPr>
              <p:cNvSpPr/>
              <p:nvPr/>
            </p:nvSpPr>
            <p:spPr>
              <a:xfrm>
                <a:off x="346926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9" name="ph5414">
                <a:extLst>
                  <a:ext uri="{FF2B5EF4-FFF2-40B4-BE49-F238E27FC236}">
                    <a16:creationId xmlns:a16="http://schemas.microsoft.com/office/drawing/2014/main" id="{8801A0E8-8BE9-B4B8-7D30-CBDB0867D0CA}"/>
                  </a:ext>
                </a:extLst>
              </p:cNvPr>
              <p:cNvSpPr/>
              <p:nvPr/>
            </p:nvSpPr>
            <p:spPr>
              <a:xfrm>
                <a:off x="347870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0" name="ph5415">
                <a:extLst>
                  <a:ext uri="{FF2B5EF4-FFF2-40B4-BE49-F238E27FC236}">
                    <a16:creationId xmlns:a16="http://schemas.microsoft.com/office/drawing/2014/main" id="{8C546C50-A079-B1E3-56C1-67CB166A72D7}"/>
                  </a:ext>
                </a:extLst>
              </p:cNvPr>
              <p:cNvSpPr/>
              <p:nvPr/>
            </p:nvSpPr>
            <p:spPr>
              <a:xfrm>
                <a:off x="348814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1" name="ph5416">
                <a:extLst>
                  <a:ext uri="{FF2B5EF4-FFF2-40B4-BE49-F238E27FC236}">
                    <a16:creationId xmlns:a16="http://schemas.microsoft.com/office/drawing/2014/main" id="{504CB688-4FBF-5BA5-37C1-982F548B9DBE}"/>
                  </a:ext>
                </a:extLst>
              </p:cNvPr>
              <p:cNvSpPr/>
              <p:nvPr/>
            </p:nvSpPr>
            <p:spPr>
              <a:xfrm>
                <a:off x="3497588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2" name="ph5417">
                <a:extLst>
                  <a:ext uri="{FF2B5EF4-FFF2-40B4-BE49-F238E27FC236}">
                    <a16:creationId xmlns:a16="http://schemas.microsoft.com/office/drawing/2014/main" id="{382F0451-81A1-65CB-5B26-87C2F73B73DB}"/>
                  </a:ext>
                </a:extLst>
              </p:cNvPr>
              <p:cNvSpPr/>
              <p:nvPr/>
            </p:nvSpPr>
            <p:spPr>
              <a:xfrm>
                <a:off x="350702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3" name="ph5418">
                <a:extLst>
                  <a:ext uri="{FF2B5EF4-FFF2-40B4-BE49-F238E27FC236}">
                    <a16:creationId xmlns:a16="http://schemas.microsoft.com/office/drawing/2014/main" id="{3AFFFF94-29FC-08E4-5E29-67BD3DD79303}"/>
                  </a:ext>
                </a:extLst>
              </p:cNvPr>
              <p:cNvSpPr/>
              <p:nvPr/>
            </p:nvSpPr>
            <p:spPr>
              <a:xfrm>
                <a:off x="351646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4" name="ph5419">
                <a:extLst>
                  <a:ext uri="{FF2B5EF4-FFF2-40B4-BE49-F238E27FC236}">
                    <a16:creationId xmlns:a16="http://schemas.microsoft.com/office/drawing/2014/main" id="{05FE4195-0263-5D77-66E5-AB8497DA5FF7}"/>
                  </a:ext>
                </a:extLst>
              </p:cNvPr>
              <p:cNvSpPr/>
              <p:nvPr/>
            </p:nvSpPr>
            <p:spPr>
              <a:xfrm>
                <a:off x="352590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5" name="ph5420">
                <a:extLst>
                  <a:ext uri="{FF2B5EF4-FFF2-40B4-BE49-F238E27FC236}">
                    <a16:creationId xmlns:a16="http://schemas.microsoft.com/office/drawing/2014/main" id="{6605FDEA-E79B-7187-4674-D40A0A269043}"/>
                  </a:ext>
                </a:extLst>
              </p:cNvPr>
              <p:cNvSpPr/>
              <p:nvPr/>
            </p:nvSpPr>
            <p:spPr>
              <a:xfrm>
                <a:off x="3535349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6" name="ph5421">
                <a:extLst>
                  <a:ext uri="{FF2B5EF4-FFF2-40B4-BE49-F238E27FC236}">
                    <a16:creationId xmlns:a16="http://schemas.microsoft.com/office/drawing/2014/main" id="{A4A98A50-C7AD-AC5A-22B2-431EBCA2BDD1}"/>
                  </a:ext>
                </a:extLst>
              </p:cNvPr>
              <p:cNvSpPr/>
              <p:nvPr/>
            </p:nvSpPr>
            <p:spPr>
              <a:xfrm>
                <a:off x="354479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7" name="ph5422">
                <a:extLst>
                  <a:ext uri="{FF2B5EF4-FFF2-40B4-BE49-F238E27FC236}">
                    <a16:creationId xmlns:a16="http://schemas.microsoft.com/office/drawing/2014/main" id="{E5CE6243-4F54-D383-4EC9-4D61A950D39F}"/>
                  </a:ext>
                </a:extLst>
              </p:cNvPr>
              <p:cNvSpPr/>
              <p:nvPr/>
            </p:nvSpPr>
            <p:spPr>
              <a:xfrm>
                <a:off x="355423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8" name="ph5423">
                <a:extLst>
                  <a:ext uri="{FF2B5EF4-FFF2-40B4-BE49-F238E27FC236}">
                    <a16:creationId xmlns:a16="http://schemas.microsoft.com/office/drawing/2014/main" id="{45C62328-EA36-B3F7-4F66-E3D36EF68C28}"/>
                  </a:ext>
                </a:extLst>
              </p:cNvPr>
              <p:cNvSpPr/>
              <p:nvPr/>
            </p:nvSpPr>
            <p:spPr>
              <a:xfrm>
                <a:off x="356367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9" name="ph5424">
                <a:extLst>
                  <a:ext uri="{FF2B5EF4-FFF2-40B4-BE49-F238E27FC236}">
                    <a16:creationId xmlns:a16="http://schemas.microsoft.com/office/drawing/2014/main" id="{D27D35AD-2F6A-E0C2-C6F0-FF46900CA2AC}"/>
                  </a:ext>
                </a:extLst>
              </p:cNvPr>
              <p:cNvSpPr/>
              <p:nvPr/>
            </p:nvSpPr>
            <p:spPr>
              <a:xfrm>
                <a:off x="357311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0" name="ph5425">
                <a:extLst>
                  <a:ext uri="{FF2B5EF4-FFF2-40B4-BE49-F238E27FC236}">
                    <a16:creationId xmlns:a16="http://schemas.microsoft.com/office/drawing/2014/main" id="{B62ED6B1-F85E-9B8B-12E7-5E7BEA73582F}"/>
                  </a:ext>
                </a:extLst>
              </p:cNvPr>
              <p:cNvSpPr/>
              <p:nvPr/>
            </p:nvSpPr>
            <p:spPr>
              <a:xfrm>
                <a:off x="3582550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1" name="ph5426">
                <a:extLst>
                  <a:ext uri="{FF2B5EF4-FFF2-40B4-BE49-F238E27FC236}">
                    <a16:creationId xmlns:a16="http://schemas.microsoft.com/office/drawing/2014/main" id="{2E92C51B-30FA-C86B-05AF-D8B2399DB511}"/>
                  </a:ext>
                </a:extLst>
              </p:cNvPr>
              <p:cNvSpPr/>
              <p:nvPr/>
            </p:nvSpPr>
            <p:spPr>
              <a:xfrm>
                <a:off x="359199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2" name="ph5427">
                <a:extLst>
                  <a:ext uri="{FF2B5EF4-FFF2-40B4-BE49-F238E27FC236}">
                    <a16:creationId xmlns:a16="http://schemas.microsoft.com/office/drawing/2014/main" id="{6CE2C670-6841-145C-0DB6-B1802E583E71}"/>
                  </a:ext>
                </a:extLst>
              </p:cNvPr>
              <p:cNvSpPr/>
              <p:nvPr/>
            </p:nvSpPr>
            <p:spPr>
              <a:xfrm>
                <a:off x="360143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3" name="ph5428">
                <a:extLst>
                  <a:ext uri="{FF2B5EF4-FFF2-40B4-BE49-F238E27FC236}">
                    <a16:creationId xmlns:a16="http://schemas.microsoft.com/office/drawing/2014/main" id="{83ABF80C-5C29-201F-D021-A3399AFFFEF7}"/>
                  </a:ext>
                </a:extLst>
              </p:cNvPr>
              <p:cNvSpPr/>
              <p:nvPr/>
            </p:nvSpPr>
            <p:spPr>
              <a:xfrm>
                <a:off x="361087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4" name="ph5429">
                <a:extLst>
                  <a:ext uri="{FF2B5EF4-FFF2-40B4-BE49-F238E27FC236}">
                    <a16:creationId xmlns:a16="http://schemas.microsoft.com/office/drawing/2014/main" id="{DFE4712D-D337-9AD6-0F28-6519AEEB6B83}"/>
                  </a:ext>
                </a:extLst>
              </p:cNvPr>
              <p:cNvSpPr/>
              <p:nvPr/>
            </p:nvSpPr>
            <p:spPr>
              <a:xfrm>
                <a:off x="3620311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5" name="ph5430">
                <a:extLst>
                  <a:ext uri="{FF2B5EF4-FFF2-40B4-BE49-F238E27FC236}">
                    <a16:creationId xmlns:a16="http://schemas.microsoft.com/office/drawing/2014/main" id="{8EC81D8D-CAF5-10D9-8C33-690EAC20B418}"/>
                  </a:ext>
                </a:extLst>
              </p:cNvPr>
              <p:cNvSpPr/>
              <p:nvPr/>
            </p:nvSpPr>
            <p:spPr>
              <a:xfrm>
                <a:off x="3629752" y="151771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6" name="ph5431">
                <a:extLst>
                  <a:ext uri="{FF2B5EF4-FFF2-40B4-BE49-F238E27FC236}">
                    <a16:creationId xmlns:a16="http://schemas.microsoft.com/office/drawing/2014/main" id="{596AAFF0-4767-1436-8962-64E9C9C9B31E}"/>
                  </a:ext>
                </a:extLst>
              </p:cNvPr>
              <p:cNvSpPr/>
              <p:nvPr/>
            </p:nvSpPr>
            <p:spPr>
              <a:xfrm>
                <a:off x="3639192" y="1535279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381"/>
                    </a:lnTo>
                    <a:lnTo>
                      <a:pt x="92245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7" name="ph5432">
                <a:extLst>
                  <a:ext uri="{FF2B5EF4-FFF2-40B4-BE49-F238E27FC236}">
                    <a16:creationId xmlns:a16="http://schemas.microsoft.com/office/drawing/2014/main" id="{D57FE103-676C-D6E3-1173-C4B6A9640E43}"/>
                  </a:ext>
                </a:extLst>
              </p:cNvPr>
              <p:cNvSpPr/>
              <p:nvPr/>
            </p:nvSpPr>
            <p:spPr>
              <a:xfrm>
                <a:off x="3648632" y="1517710"/>
                <a:ext cx="923840" cy="93095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951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3331"/>
                    </a:lnTo>
                    <a:lnTo>
                      <a:pt x="923525" y="923636"/>
                    </a:lnTo>
                    <a:lnTo>
                      <a:pt x="918152" y="928197"/>
                    </a:lnTo>
                    <a:lnTo>
                      <a:pt x="914400" y="93095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8" name="ph5433">
                <a:extLst>
                  <a:ext uri="{FF2B5EF4-FFF2-40B4-BE49-F238E27FC236}">
                    <a16:creationId xmlns:a16="http://schemas.microsoft.com/office/drawing/2014/main" id="{FE492186-B938-6933-2064-B4FEC62D60AD}"/>
                  </a:ext>
                </a:extLst>
              </p:cNvPr>
              <p:cNvSpPr/>
              <p:nvPr/>
            </p:nvSpPr>
            <p:spPr>
              <a:xfrm>
                <a:off x="3658072" y="1517710"/>
                <a:ext cx="923121" cy="923331"/>
              </a:xfrm>
              <a:custGeom>
                <a:avLst/>
                <a:gdLst/>
                <a:ahLst/>
                <a:cxnLst/>
                <a:rect l="0" t="0" r="0" b="0"/>
                <a:pathLst>
                  <a:path w="923121" h="923331">
                    <a:moveTo>
                      <a:pt x="914400" y="914400"/>
                    </a:moveTo>
                    <a:lnTo>
                      <a:pt x="923121" y="914400"/>
                    </a:lnTo>
                    <a:lnTo>
                      <a:pt x="919323" y="918561"/>
                    </a:lnTo>
                    <a:lnTo>
                      <a:pt x="914400" y="923331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9" name="ph5434">
                <a:extLst>
                  <a:ext uri="{FF2B5EF4-FFF2-40B4-BE49-F238E27FC236}">
                    <a16:creationId xmlns:a16="http://schemas.microsoft.com/office/drawing/2014/main" id="{4F1E15AD-06C2-EA9C-D418-7CF18CE5B95E}"/>
                  </a:ext>
                </a:extLst>
              </p:cNvPr>
              <p:cNvSpPr/>
              <p:nvPr/>
            </p:nvSpPr>
            <p:spPr>
              <a:xfrm>
                <a:off x="2157074" y="1500140"/>
                <a:ext cx="914400" cy="919531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31">
                    <a:moveTo>
                      <a:pt x="914400" y="914400"/>
                    </a:moveTo>
                    <a:lnTo>
                      <a:pt x="914400" y="919531"/>
                    </a:lnTo>
                    <a:lnTo>
                      <a:pt x="911974" y="917627"/>
                    </a:lnTo>
                    <a:lnTo>
                      <a:pt x="908386" y="914400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0" name="ph5435">
                <a:extLst>
                  <a:ext uri="{FF2B5EF4-FFF2-40B4-BE49-F238E27FC236}">
                    <a16:creationId xmlns:a16="http://schemas.microsoft.com/office/drawing/2014/main" id="{3F1FF012-206F-BC18-470B-32FBF3407CD6}"/>
                  </a:ext>
                </a:extLst>
              </p:cNvPr>
              <p:cNvSpPr/>
              <p:nvPr/>
            </p:nvSpPr>
            <p:spPr>
              <a:xfrm>
                <a:off x="215707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996" y="931969"/>
                    </a:lnTo>
                    <a:lnTo>
                      <a:pt x="919885" y="930675"/>
                    </a:lnTo>
                    <a:lnTo>
                      <a:pt x="919449" y="923260"/>
                    </a:lnTo>
                    <a:lnTo>
                      <a:pt x="917319" y="921822"/>
                    </a:lnTo>
                    <a:lnTo>
                      <a:pt x="914400" y="919531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1" name="ph5436">
                <a:extLst>
                  <a:ext uri="{FF2B5EF4-FFF2-40B4-BE49-F238E27FC236}">
                    <a16:creationId xmlns:a16="http://schemas.microsoft.com/office/drawing/2014/main" id="{52D79C1C-4848-230D-504D-4B7B050A4DE5}"/>
                  </a:ext>
                </a:extLst>
              </p:cNvPr>
              <p:cNvSpPr/>
              <p:nvPr/>
            </p:nvSpPr>
            <p:spPr>
              <a:xfrm>
                <a:off x="216651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2" name="ph5437">
                <a:extLst>
                  <a:ext uri="{FF2B5EF4-FFF2-40B4-BE49-F238E27FC236}">
                    <a16:creationId xmlns:a16="http://schemas.microsoft.com/office/drawing/2014/main" id="{0988041C-C5C7-785C-642B-26C2BC0651C4}"/>
                  </a:ext>
                </a:extLst>
              </p:cNvPr>
              <p:cNvSpPr/>
              <p:nvPr/>
            </p:nvSpPr>
            <p:spPr>
              <a:xfrm>
                <a:off x="217595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3" name="ph5438">
                <a:extLst>
                  <a:ext uri="{FF2B5EF4-FFF2-40B4-BE49-F238E27FC236}">
                    <a16:creationId xmlns:a16="http://schemas.microsoft.com/office/drawing/2014/main" id="{8A32169B-F4EB-6B2D-EB66-24AD9C55E579}"/>
                  </a:ext>
                </a:extLst>
              </p:cNvPr>
              <p:cNvSpPr/>
              <p:nvPr/>
            </p:nvSpPr>
            <p:spPr>
              <a:xfrm>
                <a:off x="218539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4" name="ph5439">
                <a:extLst>
                  <a:ext uri="{FF2B5EF4-FFF2-40B4-BE49-F238E27FC236}">
                    <a16:creationId xmlns:a16="http://schemas.microsoft.com/office/drawing/2014/main" id="{FE891980-ABEB-1933-B130-937A5864C93F}"/>
                  </a:ext>
                </a:extLst>
              </p:cNvPr>
              <p:cNvSpPr/>
              <p:nvPr/>
            </p:nvSpPr>
            <p:spPr>
              <a:xfrm>
                <a:off x="219483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5" name="ph5440">
                <a:extLst>
                  <a:ext uri="{FF2B5EF4-FFF2-40B4-BE49-F238E27FC236}">
                    <a16:creationId xmlns:a16="http://schemas.microsoft.com/office/drawing/2014/main" id="{FC84E68C-4FBD-B693-2D9A-EA39F6ED4CD0}"/>
                  </a:ext>
                </a:extLst>
              </p:cNvPr>
              <p:cNvSpPr/>
              <p:nvPr/>
            </p:nvSpPr>
            <p:spPr>
              <a:xfrm>
                <a:off x="220427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6" name="ph5441">
                <a:extLst>
                  <a:ext uri="{FF2B5EF4-FFF2-40B4-BE49-F238E27FC236}">
                    <a16:creationId xmlns:a16="http://schemas.microsoft.com/office/drawing/2014/main" id="{A4548091-553A-F05A-CEEF-B99A2DCFB9CB}"/>
                  </a:ext>
                </a:extLst>
              </p:cNvPr>
              <p:cNvSpPr/>
              <p:nvPr/>
            </p:nvSpPr>
            <p:spPr>
              <a:xfrm>
                <a:off x="221371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7" name="ph5442">
                <a:extLst>
                  <a:ext uri="{FF2B5EF4-FFF2-40B4-BE49-F238E27FC236}">
                    <a16:creationId xmlns:a16="http://schemas.microsoft.com/office/drawing/2014/main" id="{C3796492-B223-2857-4B03-0895057C76D0}"/>
                  </a:ext>
                </a:extLst>
              </p:cNvPr>
              <p:cNvSpPr/>
              <p:nvPr/>
            </p:nvSpPr>
            <p:spPr>
              <a:xfrm>
                <a:off x="222315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8" name="ph5443">
                <a:extLst>
                  <a:ext uri="{FF2B5EF4-FFF2-40B4-BE49-F238E27FC236}">
                    <a16:creationId xmlns:a16="http://schemas.microsoft.com/office/drawing/2014/main" id="{816D871F-BD4A-264C-480E-7D325469DF0A}"/>
                  </a:ext>
                </a:extLst>
              </p:cNvPr>
              <p:cNvSpPr/>
              <p:nvPr/>
            </p:nvSpPr>
            <p:spPr>
              <a:xfrm>
                <a:off x="223259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9" name="ph5444">
                <a:extLst>
                  <a:ext uri="{FF2B5EF4-FFF2-40B4-BE49-F238E27FC236}">
                    <a16:creationId xmlns:a16="http://schemas.microsoft.com/office/drawing/2014/main" id="{656A4BDA-BFBB-099C-AF02-F3115678E826}"/>
                  </a:ext>
                </a:extLst>
              </p:cNvPr>
              <p:cNvSpPr/>
              <p:nvPr/>
            </p:nvSpPr>
            <p:spPr>
              <a:xfrm>
                <a:off x="224203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0" name="ph5445">
                <a:extLst>
                  <a:ext uri="{FF2B5EF4-FFF2-40B4-BE49-F238E27FC236}">
                    <a16:creationId xmlns:a16="http://schemas.microsoft.com/office/drawing/2014/main" id="{10D2A9A2-A481-795E-9294-64F6997840E9}"/>
                  </a:ext>
                </a:extLst>
              </p:cNvPr>
              <p:cNvSpPr/>
              <p:nvPr/>
            </p:nvSpPr>
            <p:spPr>
              <a:xfrm>
                <a:off x="225147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1" name="ph5446">
                <a:extLst>
                  <a:ext uri="{FF2B5EF4-FFF2-40B4-BE49-F238E27FC236}">
                    <a16:creationId xmlns:a16="http://schemas.microsoft.com/office/drawing/2014/main" id="{04F71DE1-276E-E00F-CB31-F8D33E81E8EB}"/>
                  </a:ext>
                </a:extLst>
              </p:cNvPr>
              <p:cNvSpPr/>
              <p:nvPr/>
            </p:nvSpPr>
            <p:spPr>
              <a:xfrm>
                <a:off x="226091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2" name="ph5447">
                <a:extLst>
                  <a:ext uri="{FF2B5EF4-FFF2-40B4-BE49-F238E27FC236}">
                    <a16:creationId xmlns:a16="http://schemas.microsoft.com/office/drawing/2014/main" id="{8A5577D1-8057-9CC2-3037-9D3D386C1ECE}"/>
                  </a:ext>
                </a:extLst>
              </p:cNvPr>
              <p:cNvSpPr/>
              <p:nvPr/>
            </p:nvSpPr>
            <p:spPr>
              <a:xfrm>
                <a:off x="227035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3" name="ph5448">
                <a:extLst>
                  <a:ext uri="{FF2B5EF4-FFF2-40B4-BE49-F238E27FC236}">
                    <a16:creationId xmlns:a16="http://schemas.microsoft.com/office/drawing/2014/main" id="{C53B2F8E-9931-2938-D959-535B62C58FED}"/>
                  </a:ext>
                </a:extLst>
              </p:cNvPr>
              <p:cNvSpPr/>
              <p:nvPr/>
            </p:nvSpPr>
            <p:spPr>
              <a:xfrm>
                <a:off x="227979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4" name="ph5449">
                <a:extLst>
                  <a:ext uri="{FF2B5EF4-FFF2-40B4-BE49-F238E27FC236}">
                    <a16:creationId xmlns:a16="http://schemas.microsoft.com/office/drawing/2014/main" id="{E76AF77D-C8EE-2707-2BA6-607B3A771C0C}"/>
                  </a:ext>
                </a:extLst>
              </p:cNvPr>
              <p:cNvSpPr/>
              <p:nvPr/>
            </p:nvSpPr>
            <p:spPr>
              <a:xfrm>
                <a:off x="228923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5" name="ph5450">
                <a:extLst>
                  <a:ext uri="{FF2B5EF4-FFF2-40B4-BE49-F238E27FC236}">
                    <a16:creationId xmlns:a16="http://schemas.microsoft.com/office/drawing/2014/main" id="{111C7477-259A-882E-E286-06273D545F02}"/>
                  </a:ext>
                </a:extLst>
              </p:cNvPr>
              <p:cNvSpPr/>
              <p:nvPr/>
            </p:nvSpPr>
            <p:spPr>
              <a:xfrm>
                <a:off x="229867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6" name="ph5451">
                <a:extLst>
                  <a:ext uri="{FF2B5EF4-FFF2-40B4-BE49-F238E27FC236}">
                    <a16:creationId xmlns:a16="http://schemas.microsoft.com/office/drawing/2014/main" id="{8852D41A-3B08-6E93-978B-882B31F4788C}"/>
                  </a:ext>
                </a:extLst>
              </p:cNvPr>
              <p:cNvSpPr/>
              <p:nvPr/>
            </p:nvSpPr>
            <p:spPr>
              <a:xfrm>
                <a:off x="230811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7" name="ph5452">
                <a:extLst>
                  <a:ext uri="{FF2B5EF4-FFF2-40B4-BE49-F238E27FC236}">
                    <a16:creationId xmlns:a16="http://schemas.microsoft.com/office/drawing/2014/main" id="{D6B9927A-3EE1-424F-30AB-610031F27669}"/>
                  </a:ext>
                </a:extLst>
              </p:cNvPr>
              <p:cNvSpPr/>
              <p:nvPr/>
            </p:nvSpPr>
            <p:spPr>
              <a:xfrm>
                <a:off x="231755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8" name="ph5453">
                <a:extLst>
                  <a:ext uri="{FF2B5EF4-FFF2-40B4-BE49-F238E27FC236}">
                    <a16:creationId xmlns:a16="http://schemas.microsoft.com/office/drawing/2014/main" id="{28FCFB17-9910-B901-548F-4AACB0084200}"/>
                  </a:ext>
                </a:extLst>
              </p:cNvPr>
              <p:cNvSpPr/>
              <p:nvPr/>
            </p:nvSpPr>
            <p:spPr>
              <a:xfrm>
                <a:off x="232699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9" name="ph5454">
                <a:extLst>
                  <a:ext uri="{FF2B5EF4-FFF2-40B4-BE49-F238E27FC236}">
                    <a16:creationId xmlns:a16="http://schemas.microsoft.com/office/drawing/2014/main" id="{346C0177-0E18-1CD6-2171-D6CB92F11860}"/>
                  </a:ext>
                </a:extLst>
              </p:cNvPr>
              <p:cNvSpPr/>
              <p:nvPr/>
            </p:nvSpPr>
            <p:spPr>
              <a:xfrm>
                <a:off x="233643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0" name="ph5455">
                <a:extLst>
                  <a:ext uri="{FF2B5EF4-FFF2-40B4-BE49-F238E27FC236}">
                    <a16:creationId xmlns:a16="http://schemas.microsoft.com/office/drawing/2014/main" id="{2362BAB3-877F-F9D6-4FCB-192423829B07}"/>
                  </a:ext>
                </a:extLst>
              </p:cNvPr>
              <p:cNvSpPr/>
              <p:nvPr/>
            </p:nvSpPr>
            <p:spPr>
              <a:xfrm>
                <a:off x="234587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1" name="ph5456">
                <a:extLst>
                  <a:ext uri="{FF2B5EF4-FFF2-40B4-BE49-F238E27FC236}">
                    <a16:creationId xmlns:a16="http://schemas.microsoft.com/office/drawing/2014/main" id="{769F131C-6792-3C83-556E-D36FA8DA9581}"/>
                  </a:ext>
                </a:extLst>
              </p:cNvPr>
              <p:cNvSpPr/>
              <p:nvPr/>
            </p:nvSpPr>
            <p:spPr>
              <a:xfrm>
                <a:off x="235531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1F9AB">
                  <a:alpha val="100000"/>
                </a:srgbClr>
              </a:solidFill>
              <a:ln w="5420" cap="flat">
                <a:solidFill>
                  <a:srgbClr val="F1F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2" name="ph5457">
                <a:extLst>
                  <a:ext uri="{FF2B5EF4-FFF2-40B4-BE49-F238E27FC236}">
                    <a16:creationId xmlns:a16="http://schemas.microsoft.com/office/drawing/2014/main" id="{A339B1AC-0DC0-7A32-EC7C-16D4011CA665}"/>
                  </a:ext>
                </a:extLst>
              </p:cNvPr>
              <p:cNvSpPr/>
              <p:nvPr/>
            </p:nvSpPr>
            <p:spPr>
              <a:xfrm>
                <a:off x="236476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EF8A8">
                  <a:alpha val="100000"/>
                </a:srgbClr>
              </a:solidFill>
              <a:ln w="5420" cap="flat">
                <a:solidFill>
                  <a:srgbClr val="EEF8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3" name="ph5458">
                <a:extLst>
                  <a:ext uri="{FF2B5EF4-FFF2-40B4-BE49-F238E27FC236}">
                    <a16:creationId xmlns:a16="http://schemas.microsoft.com/office/drawing/2014/main" id="{3ECB663C-B17E-CE8D-47C4-756DCF7B8791}"/>
                  </a:ext>
                </a:extLst>
              </p:cNvPr>
              <p:cNvSpPr/>
              <p:nvPr/>
            </p:nvSpPr>
            <p:spPr>
              <a:xfrm>
                <a:off x="237420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BF7A4">
                  <a:alpha val="100000"/>
                </a:srgbClr>
              </a:solidFill>
              <a:ln w="5420" cap="flat">
                <a:solidFill>
                  <a:srgbClr val="EBF7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4" name="ph5459">
                <a:extLst>
                  <a:ext uri="{FF2B5EF4-FFF2-40B4-BE49-F238E27FC236}">
                    <a16:creationId xmlns:a16="http://schemas.microsoft.com/office/drawing/2014/main" id="{90569A16-F8C6-4BAD-645A-8ED50FD16F2F}"/>
                  </a:ext>
                </a:extLst>
              </p:cNvPr>
              <p:cNvSpPr/>
              <p:nvPr/>
            </p:nvSpPr>
            <p:spPr>
              <a:xfrm>
                <a:off x="238364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E9F6A0">
                  <a:alpha val="100000"/>
                </a:srgbClr>
              </a:solidFill>
              <a:ln w="5420" cap="flat">
                <a:solidFill>
                  <a:srgbClr val="E9F6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5" name="ph5460">
                <a:extLst>
                  <a:ext uri="{FF2B5EF4-FFF2-40B4-BE49-F238E27FC236}">
                    <a16:creationId xmlns:a16="http://schemas.microsoft.com/office/drawing/2014/main" id="{5C2DFF1F-3007-9222-1EAF-72D3818B29B8}"/>
                  </a:ext>
                </a:extLst>
              </p:cNvPr>
              <p:cNvSpPr/>
              <p:nvPr/>
            </p:nvSpPr>
            <p:spPr>
              <a:xfrm>
                <a:off x="239308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6F59D">
                  <a:alpha val="100000"/>
                </a:srgbClr>
              </a:solidFill>
              <a:ln w="5420" cap="flat">
                <a:solidFill>
                  <a:srgbClr val="E6F5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6" name="ph5461">
                <a:extLst>
                  <a:ext uri="{FF2B5EF4-FFF2-40B4-BE49-F238E27FC236}">
                    <a16:creationId xmlns:a16="http://schemas.microsoft.com/office/drawing/2014/main" id="{E5DD4974-47A2-10E3-176A-FDEC80D1D97D}"/>
                  </a:ext>
                </a:extLst>
              </p:cNvPr>
              <p:cNvSpPr/>
              <p:nvPr/>
            </p:nvSpPr>
            <p:spPr>
              <a:xfrm>
                <a:off x="2411961" y="151771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843" y="896830"/>
                    </a:lnTo>
                    <a:lnTo>
                      <a:pt x="914400" y="898590"/>
                    </a:lnTo>
                    <a:close/>
                  </a:path>
                </a:pathLst>
              </a:custGeom>
              <a:solidFill>
                <a:srgbClr val="E4F49A">
                  <a:alpha val="100000"/>
                </a:srgbClr>
              </a:solidFill>
              <a:ln w="5420" cap="flat">
                <a:solidFill>
                  <a:srgbClr val="E4F4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7" name="ph5462">
                <a:extLst>
                  <a:ext uri="{FF2B5EF4-FFF2-40B4-BE49-F238E27FC236}">
                    <a16:creationId xmlns:a16="http://schemas.microsoft.com/office/drawing/2014/main" id="{19514890-C725-2C98-D76F-0824D0678362}"/>
                  </a:ext>
                </a:extLst>
              </p:cNvPr>
              <p:cNvSpPr/>
              <p:nvPr/>
            </p:nvSpPr>
            <p:spPr>
              <a:xfrm>
                <a:off x="2411961" y="1517710"/>
                <a:ext cx="9188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879" h="914400">
                    <a:moveTo>
                      <a:pt x="914400" y="914400"/>
                    </a:moveTo>
                    <a:lnTo>
                      <a:pt x="914400" y="898590"/>
                    </a:lnTo>
                    <a:lnTo>
                      <a:pt x="915601" y="902389"/>
                    </a:lnTo>
                    <a:lnTo>
                      <a:pt x="918359" y="912267"/>
                    </a:lnTo>
                    <a:lnTo>
                      <a:pt x="918879" y="914400"/>
                    </a:lnTo>
                    <a:close/>
                  </a:path>
                </a:pathLst>
              </a:custGeom>
              <a:solidFill>
                <a:srgbClr val="E1F296">
                  <a:alpha val="100000"/>
                </a:srgbClr>
              </a:solidFill>
              <a:ln w="5420" cap="flat">
                <a:solidFill>
                  <a:srgbClr val="E1F2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8" name="ph5463">
                <a:extLst>
                  <a:ext uri="{FF2B5EF4-FFF2-40B4-BE49-F238E27FC236}">
                    <a16:creationId xmlns:a16="http://schemas.microsoft.com/office/drawing/2014/main" id="{755B099F-7D26-8079-B303-9F789280582A}"/>
                  </a:ext>
                </a:extLst>
              </p:cNvPr>
              <p:cNvSpPr/>
              <p:nvPr/>
            </p:nvSpPr>
            <p:spPr>
              <a:xfrm>
                <a:off x="3110538" y="150014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924" y="931969"/>
                    </a:lnTo>
                    <a:lnTo>
                      <a:pt x="907714" y="925868"/>
                    </a:lnTo>
                    <a:lnTo>
                      <a:pt x="907642" y="914931"/>
                    </a:lnTo>
                    <a:lnTo>
                      <a:pt x="907653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9" name="ph5464">
                <a:extLst>
                  <a:ext uri="{FF2B5EF4-FFF2-40B4-BE49-F238E27FC236}">
                    <a16:creationId xmlns:a16="http://schemas.microsoft.com/office/drawing/2014/main" id="{E6154590-8922-546A-D911-1CB324D7E4D6}"/>
                  </a:ext>
                </a:extLst>
              </p:cNvPr>
              <p:cNvSpPr/>
              <p:nvPr/>
            </p:nvSpPr>
            <p:spPr>
              <a:xfrm>
                <a:off x="311053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0" name="ph5465">
                <a:extLst>
                  <a:ext uri="{FF2B5EF4-FFF2-40B4-BE49-F238E27FC236}">
                    <a16:creationId xmlns:a16="http://schemas.microsoft.com/office/drawing/2014/main" id="{A5F5EE82-1E73-7C36-120F-7808A3904021}"/>
                  </a:ext>
                </a:extLst>
              </p:cNvPr>
              <p:cNvSpPr/>
              <p:nvPr/>
            </p:nvSpPr>
            <p:spPr>
              <a:xfrm>
                <a:off x="311997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1" name="ph5466">
                <a:extLst>
                  <a:ext uri="{FF2B5EF4-FFF2-40B4-BE49-F238E27FC236}">
                    <a16:creationId xmlns:a16="http://schemas.microsoft.com/office/drawing/2014/main" id="{3F0B918D-7D32-5D40-6190-914FA5126DD9}"/>
                  </a:ext>
                </a:extLst>
              </p:cNvPr>
              <p:cNvSpPr/>
              <p:nvPr/>
            </p:nvSpPr>
            <p:spPr>
              <a:xfrm>
                <a:off x="312941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2" name="ph5467">
                <a:extLst>
                  <a:ext uri="{FF2B5EF4-FFF2-40B4-BE49-F238E27FC236}">
                    <a16:creationId xmlns:a16="http://schemas.microsoft.com/office/drawing/2014/main" id="{CF6BFF08-DB7D-514B-B4A0-52C39032ED7F}"/>
                  </a:ext>
                </a:extLst>
              </p:cNvPr>
              <p:cNvSpPr/>
              <p:nvPr/>
            </p:nvSpPr>
            <p:spPr>
              <a:xfrm>
                <a:off x="313885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3" name="ph5468">
                <a:extLst>
                  <a:ext uri="{FF2B5EF4-FFF2-40B4-BE49-F238E27FC236}">
                    <a16:creationId xmlns:a16="http://schemas.microsoft.com/office/drawing/2014/main" id="{7B7903C4-6513-EFD8-9630-487DD204F986}"/>
                  </a:ext>
                </a:extLst>
              </p:cNvPr>
              <p:cNvSpPr/>
              <p:nvPr/>
            </p:nvSpPr>
            <p:spPr>
              <a:xfrm>
                <a:off x="314829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4" name="ph5469">
                <a:extLst>
                  <a:ext uri="{FF2B5EF4-FFF2-40B4-BE49-F238E27FC236}">
                    <a16:creationId xmlns:a16="http://schemas.microsoft.com/office/drawing/2014/main" id="{D56A7473-9983-8359-6DEB-AE6888A06C53}"/>
                  </a:ext>
                </a:extLst>
              </p:cNvPr>
              <p:cNvSpPr/>
              <p:nvPr/>
            </p:nvSpPr>
            <p:spPr>
              <a:xfrm>
                <a:off x="315774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5" name="ph5470">
                <a:extLst>
                  <a:ext uri="{FF2B5EF4-FFF2-40B4-BE49-F238E27FC236}">
                    <a16:creationId xmlns:a16="http://schemas.microsoft.com/office/drawing/2014/main" id="{CD6B97E3-274C-BBE0-2E23-CFEF489A4F05}"/>
                  </a:ext>
                </a:extLst>
              </p:cNvPr>
              <p:cNvSpPr/>
              <p:nvPr/>
            </p:nvSpPr>
            <p:spPr>
              <a:xfrm>
                <a:off x="316718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6" name="ph5471">
                <a:extLst>
                  <a:ext uri="{FF2B5EF4-FFF2-40B4-BE49-F238E27FC236}">
                    <a16:creationId xmlns:a16="http://schemas.microsoft.com/office/drawing/2014/main" id="{FC1D2387-6A7D-8F8A-F34B-BE7554B20A24}"/>
                  </a:ext>
                </a:extLst>
              </p:cNvPr>
              <p:cNvSpPr/>
              <p:nvPr/>
            </p:nvSpPr>
            <p:spPr>
              <a:xfrm>
                <a:off x="317662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7" name="ph5472">
                <a:extLst>
                  <a:ext uri="{FF2B5EF4-FFF2-40B4-BE49-F238E27FC236}">
                    <a16:creationId xmlns:a16="http://schemas.microsoft.com/office/drawing/2014/main" id="{FE7A6F6F-01F6-706F-5997-3417FA7C9822}"/>
                  </a:ext>
                </a:extLst>
              </p:cNvPr>
              <p:cNvSpPr/>
              <p:nvPr/>
            </p:nvSpPr>
            <p:spPr>
              <a:xfrm>
                <a:off x="318606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8" name="ph5473">
                <a:extLst>
                  <a:ext uri="{FF2B5EF4-FFF2-40B4-BE49-F238E27FC236}">
                    <a16:creationId xmlns:a16="http://schemas.microsoft.com/office/drawing/2014/main" id="{42AF778A-FCFA-B18E-8609-B866B394CE6D}"/>
                  </a:ext>
                </a:extLst>
              </p:cNvPr>
              <p:cNvSpPr/>
              <p:nvPr/>
            </p:nvSpPr>
            <p:spPr>
              <a:xfrm>
                <a:off x="319550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9" name="ph5474">
                <a:extLst>
                  <a:ext uri="{FF2B5EF4-FFF2-40B4-BE49-F238E27FC236}">
                    <a16:creationId xmlns:a16="http://schemas.microsoft.com/office/drawing/2014/main" id="{85A67262-E71E-9016-7F7E-1426CDD92797}"/>
                  </a:ext>
                </a:extLst>
              </p:cNvPr>
              <p:cNvSpPr/>
              <p:nvPr/>
            </p:nvSpPr>
            <p:spPr>
              <a:xfrm>
                <a:off x="320494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0" name="ph5475">
                <a:extLst>
                  <a:ext uri="{FF2B5EF4-FFF2-40B4-BE49-F238E27FC236}">
                    <a16:creationId xmlns:a16="http://schemas.microsoft.com/office/drawing/2014/main" id="{E12740D6-F3ED-108E-E28B-521ECBEE8324}"/>
                  </a:ext>
                </a:extLst>
              </p:cNvPr>
              <p:cNvSpPr/>
              <p:nvPr/>
            </p:nvSpPr>
            <p:spPr>
              <a:xfrm>
                <a:off x="321438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1" name="ph5476">
                <a:extLst>
                  <a:ext uri="{FF2B5EF4-FFF2-40B4-BE49-F238E27FC236}">
                    <a16:creationId xmlns:a16="http://schemas.microsoft.com/office/drawing/2014/main" id="{4B8871FB-ED55-627E-7B91-717CA752C2E4}"/>
                  </a:ext>
                </a:extLst>
              </p:cNvPr>
              <p:cNvSpPr/>
              <p:nvPr/>
            </p:nvSpPr>
            <p:spPr>
              <a:xfrm>
                <a:off x="322382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2" name="ph5477">
                <a:extLst>
                  <a:ext uri="{FF2B5EF4-FFF2-40B4-BE49-F238E27FC236}">
                    <a16:creationId xmlns:a16="http://schemas.microsoft.com/office/drawing/2014/main" id="{D4C0E8F8-6B80-F691-7AF4-1310453B5F10}"/>
                  </a:ext>
                </a:extLst>
              </p:cNvPr>
              <p:cNvSpPr/>
              <p:nvPr/>
            </p:nvSpPr>
            <p:spPr>
              <a:xfrm>
                <a:off x="323326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3" name="ph5478">
                <a:extLst>
                  <a:ext uri="{FF2B5EF4-FFF2-40B4-BE49-F238E27FC236}">
                    <a16:creationId xmlns:a16="http://schemas.microsoft.com/office/drawing/2014/main" id="{61628294-DC58-C798-0E68-527D3D180975}"/>
                  </a:ext>
                </a:extLst>
              </p:cNvPr>
              <p:cNvSpPr/>
              <p:nvPr/>
            </p:nvSpPr>
            <p:spPr>
              <a:xfrm>
                <a:off x="324270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4" name="ph5479">
                <a:extLst>
                  <a:ext uri="{FF2B5EF4-FFF2-40B4-BE49-F238E27FC236}">
                    <a16:creationId xmlns:a16="http://schemas.microsoft.com/office/drawing/2014/main" id="{82386A48-AB96-E949-2B72-DC8BC96F6013}"/>
                  </a:ext>
                </a:extLst>
              </p:cNvPr>
              <p:cNvSpPr/>
              <p:nvPr/>
            </p:nvSpPr>
            <p:spPr>
              <a:xfrm>
                <a:off x="325214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5" name="ph5480">
                <a:extLst>
                  <a:ext uri="{FF2B5EF4-FFF2-40B4-BE49-F238E27FC236}">
                    <a16:creationId xmlns:a16="http://schemas.microsoft.com/office/drawing/2014/main" id="{3727CCC2-F667-7239-B832-CE91882CAC7A}"/>
                  </a:ext>
                </a:extLst>
              </p:cNvPr>
              <p:cNvSpPr/>
              <p:nvPr/>
            </p:nvSpPr>
            <p:spPr>
              <a:xfrm>
                <a:off x="326158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6" name="ph5481">
                <a:extLst>
                  <a:ext uri="{FF2B5EF4-FFF2-40B4-BE49-F238E27FC236}">
                    <a16:creationId xmlns:a16="http://schemas.microsoft.com/office/drawing/2014/main" id="{794C91BA-6703-FEAF-51AB-CC0E650EA109}"/>
                  </a:ext>
                </a:extLst>
              </p:cNvPr>
              <p:cNvSpPr/>
              <p:nvPr/>
            </p:nvSpPr>
            <p:spPr>
              <a:xfrm>
                <a:off x="327102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7" name="ph5482">
                <a:extLst>
                  <a:ext uri="{FF2B5EF4-FFF2-40B4-BE49-F238E27FC236}">
                    <a16:creationId xmlns:a16="http://schemas.microsoft.com/office/drawing/2014/main" id="{17B5F67A-B519-2CCB-010D-F29ABDBD8679}"/>
                  </a:ext>
                </a:extLst>
              </p:cNvPr>
              <p:cNvSpPr/>
              <p:nvPr/>
            </p:nvSpPr>
            <p:spPr>
              <a:xfrm>
                <a:off x="328046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8" name="ph5483">
                <a:extLst>
                  <a:ext uri="{FF2B5EF4-FFF2-40B4-BE49-F238E27FC236}">
                    <a16:creationId xmlns:a16="http://schemas.microsoft.com/office/drawing/2014/main" id="{BE051011-D314-0DFB-4698-C86D1368EC7E}"/>
                  </a:ext>
                </a:extLst>
              </p:cNvPr>
              <p:cNvSpPr/>
              <p:nvPr/>
            </p:nvSpPr>
            <p:spPr>
              <a:xfrm>
                <a:off x="328990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9" name="ph5484">
                <a:extLst>
                  <a:ext uri="{FF2B5EF4-FFF2-40B4-BE49-F238E27FC236}">
                    <a16:creationId xmlns:a16="http://schemas.microsoft.com/office/drawing/2014/main" id="{8FCD5602-2852-8EB2-F9E2-8E1D96597C82}"/>
                  </a:ext>
                </a:extLst>
              </p:cNvPr>
              <p:cNvSpPr/>
              <p:nvPr/>
            </p:nvSpPr>
            <p:spPr>
              <a:xfrm>
                <a:off x="3299343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0" name="ph5485">
                <a:extLst>
                  <a:ext uri="{FF2B5EF4-FFF2-40B4-BE49-F238E27FC236}">
                    <a16:creationId xmlns:a16="http://schemas.microsoft.com/office/drawing/2014/main" id="{6A8B12BE-D4AC-61CA-3800-B1A006459D33}"/>
                  </a:ext>
                </a:extLst>
              </p:cNvPr>
              <p:cNvSpPr/>
              <p:nvPr/>
            </p:nvSpPr>
            <p:spPr>
              <a:xfrm>
                <a:off x="330878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1" name="ph5486">
                <a:extLst>
                  <a:ext uri="{FF2B5EF4-FFF2-40B4-BE49-F238E27FC236}">
                    <a16:creationId xmlns:a16="http://schemas.microsoft.com/office/drawing/2014/main" id="{69BB0391-AE6E-9D8C-1E52-A7BAADD54631}"/>
                  </a:ext>
                </a:extLst>
              </p:cNvPr>
              <p:cNvSpPr/>
              <p:nvPr/>
            </p:nvSpPr>
            <p:spPr>
              <a:xfrm>
                <a:off x="331822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2" name="ph5487">
                <a:extLst>
                  <a:ext uri="{FF2B5EF4-FFF2-40B4-BE49-F238E27FC236}">
                    <a16:creationId xmlns:a16="http://schemas.microsoft.com/office/drawing/2014/main" id="{C1798418-FD74-3ED7-7528-1E9BC040213E}"/>
                  </a:ext>
                </a:extLst>
              </p:cNvPr>
              <p:cNvSpPr/>
              <p:nvPr/>
            </p:nvSpPr>
            <p:spPr>
              <a:xfrm>
                <a:off x="332766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3" name="ph5488">
                <a:extLst>
                  <a:ext uri="{FF2B5EF4-FFF2-40B4-BE49-F238E27FC236}">
                    <a16:creationId xmlns:a16="http://schemas.microsoft.com/office/drawing/2014/main" id="{F6E310D6-1628-0586-8F79-470F451B0F72}"/>
                  </a:ext>
                </a:extLst>
              </p:cNvPr>
              <p:cNvSpPr/>
              <p:nvPr/>
            </p:nvSpPr>
            <p:spPr>
              <a:xfrm>
                <a:off x="333710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4" name="ph5489">
                <a:extLst>
                  <a:ext uri="{FF2B5EF4-FFF2-40B4-BE49-F238E27FC236}">
                    <a16:creationId xmlns:a16="http://schemas.microsoft.com/office/drawing/2014/main" id="{D88D237E-CFB8-F27F-0918-718FA8E74F96}"/>
                  </a:ext>
                </a:extLst>
              </p:cNvPr>
              <p:cNvSpPr/>
              <p:nvPr/>
            </p:nvSpPr>
            <p:spPr>
              <a:xfrm>
                <a:off x="3346544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5" name="ph5490">
                <a:extLst>
                  <a:ext uri="{FF2B5EF4-FFF2-40B4-BE49-F238E27FC236}">
                    <a16:creationId xmlns:a16="http://schemas.microsoft.com/office/drawing/2014/main" id="{85F64AFC-A9E9-02F6-76B6-46472BCCBAF5}"/>
                  </a:ext>
                </a:extLst>
              </p:cNvPr>
              <p:cNvSpPr/>
              <p:nvPr/>
            </p:nvSpPr>
            <p:spPr>
              <a:xfrm>
                <a:off x="335598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6" name="ph5491">
                <a:extLst>
                  <a:ext uri="{FF2B5EF4-FFF2-40B4-BE49-F238E27FC236}">
                    <a16:creationId xmlns:a16="http://schemas.microsoft.com/office/drawing/2014/main" id="{BD17DC55-EFC8-209A-A7CA-FB72AEC12323}"/>
                  </a:ext>
                </a:extLst>
              </p:cNvPr>
              <p:cNvSpPr/>
              <p:nvPr/>
            </p:nvSpPr>
            <p:spPr>
              <a:xfrm>
                <a:off x="336542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7" name="ph5492">
                <a:extLst>
                  <a:ext uri="{FF2B5EF4-FFF2-40B4-BE49-F238E27FC236}">
                    <a16:creationId xmlns:a16="http://schemas.microsoft.com/office/drawing/2014/main" id="{720EE507-BFA9-FB29-9686-8D51DF867BD3}"/>
                  </a:ext>
                </a:extLst>
              </p:cNvPr>
              <p:cNvSpPr/>
              <p:nvPr/>
            </p:nvSpPr>
            <p:spPr>
              <a:xfrm>
                <a:off x="337486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8" name="ph5493">
                <a:extLst>
                  <a:ext uri="{FF2B5EF4-FFF2-40B4-BE49-F238E27FC236}">
                    <a16:creationId xmlns:a16="http://schemas.microsoft.com/office/drawing/2014/main" id="{DB3CAFA6-BF02-C0C4-55CB-7CC5083EAD47}"/>
                  </a:ext>
                </a:extLst>
              </p:cNvPr>
              <p:cNvSpPr/>
              <p:nvPr/>
            </p:nvSpPr>
            <p:spPr>
              <a:xfrm>
                <a:off x="3384305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9" name="ph5494">
                <a:extLst>
                  <a:ext uri="{FF2B5EF4-FFF2-40B4-BE49-F238E27FC236}">
                    <a16:creationId xmlns:a16="http://schemas.microsoft.com/office/drawing/2014/main" id="{0D6B397B-1E1C-326B-A06B-F1413FF690F6}"/>
                  </a:ext>
                </a:extLst>
              </p:cNvPr>
              <p:cNvSpPr/>
              <p:nvPr/>
            </p:nvSpPr>
            <p:spPr>
              <a:xfrm>
                <a:off x="339374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0" name="ph5495">
                <a:extLst>
                  <a:ext uri="{FF2B5EF4-FFF2-40B4-BE49-F238E27FC236}">
                    <a16:creationId xmlns:a16="http://schemas.microsoft.com/office/drawing/2014/main" id="{38E361D6-808C-F574-16C4-DCF96E5D03E4}"/>
                  </a:ext>
                </a:extLst>
              </p:cNvPr>
              <p:cNvSpPr/>
              <p:nvPr/>
            </p:nvSpPr>
            <p:spPr>
              <a:xfrm>
                <a:off x="340318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1" name="ph5496">
                <a:extLst>
                  <a:ext uri="{FF2B5EF4-FFF2-40B4-BE49-F238E27FC236}">
                    <a16:creationId xmlns:a16="http://schemas.microsoft.com/office/drawing/2014/main" id="{62370D4A-0FE2-D9A4-2069-F8AEA78A1951}"/>
                  </a:ext>
                </a:extLst>
              </p:cNvPr>
              <p:cNvSpPr/>
              <p:nvPr/>
            </p:nvSpPr>
            <p:spPr>
              <a:xfrm>
                <a:off x="341262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2" name="ph5497">
                <a:extLst>
                  <a:ext uri="{FF2B5EF4-FFF2-40B4-BE49-F238E27FC236}">
                    <a16:creationId xmlns:a16="http://schemas.microsoft.com/office/drawing/2014/main" id="{03102B00-0845-0069-158D-A433EA238201}"/>
                  </a:ext>
                </a:extLst>
              </p:cNvPr>
              <p:cNvSpPr/>
              <p:nvPr/>
            </p:nvSpPr>
            <p:spPr>
              <a:xfrm>
                <a:off x="3422066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3" name="ph5498">
                <a:extLst>
                  <a:ext uri="{FF2B5EF4-FFF2-40B4-BE49-F238E27FC236}">
                    <a16:creationId xmlns:a16="http://schemas.microsoft.com/office/drawing/2014/main" id="{4CB9DBC7-FED8-4CB1-3C7D-325A85505962}"/>
                  </a:ext>
                </a:extLst>
              </p:cNvPr>
              <p:cNvSpPr/>
              <p:nvPr/>
            </p:nvSpPr>
            <p:spPr>
              <a:xfrm>
                <a:off x="343150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4" name="ph5499">
                <a:extLst>
                  <a:ext uri="{FF2B5EF4-FFF2-40B4-BE49-F238E27FC236}">
                    <a16:creationId xmlns:a16="http://schemas.microsoft.com/office/drawing/2014/main" id="{D6C8BAA6-92E0-6056-A8C2-A79B05789DE9}"/>
                  </a:ext>
                </a:extLst>
              </p:cNvPr>
              <p:cNvSpPr/>
              <p:nvPr/>
            </p:nvSpPr>
            <p:spPr>
              <a:xfrm>
                <a:off x="344094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5" name="ph5500">
                <a:extLst>
                  <a:ext uri="{FF2B5EF4-FFF2-40B4-BE49-F238E27FC236}">
                    <a16:creationId xmlns:a16="http://schemas.microsoft.com/office/drawing/2014/main" id="{8895295C-DA13-F1D9-A538-48AE32814D71}"/>
                  </a:ext>
                </a:extLst>
              </p:cNvPr>
              <p:cNvSpPr/>
              <p:nvPr/>
            </p:nvSpPr>
            <p:spPr>
              <a:xfrm>
                <a:off x="345038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6" name="ph5501">
                <a:extLst>
                  <a:ext uri="{FF2B5EF4-FFF2-40B4-BE49-F238E27FC236}">
                    <a16:creationId xmlns:a16="http://schemas.microsoft.com/office/drawing/2014/main" id="{F501C7B9-EA0D-73EE-EAAE-27033C18E8A2}"/>
                  </a:ext>
                </a:extLst>
              </p:cNvPr>
              <p:cNvSpPr/>
              <p:nvPr/>
            </p:nvSpPr>
            <p:spPr>
              <a:xfrm>
                <a:off x="3459827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7" name="ph5502">
                <a:extLst>
                  <a:ext uri="{FF2B5EF4-FFF2-40B4-BE49-F238E27FC236}">
                    <a16:creationId xmlns:a16="http://schemas.microsoft.com/office/drawing/2014/main" id="{1DF7B678-2F05-0ADF-B6E8-F80DCB9B43BE}"/>
                  </a:ext>
                </a:extLst>
              </p:cNvPr>
              <p:cNvSpPr/>
              <p:nvPr/>
            </p:nvSpPr>
            <p:spPr>
              <a:xfrm>
                <a:off x="346926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8" name="ph5503">
                <a:extLst>
                  <a:ext uri="{FF2B5EF4-FFF2-40B4-BE49-F238E27FC236}">
                    <a16:creationId xmlns:a16="http://schemas.microsoft.com/office/drawing/2014/main" id="{E8F84D22-153A-5414-AEC3-D0488ABFEAF8}"/>
                  </a:ext>
                </a:extLst>
              </p:cNvPr>
              <p:cNvSpPr/>
              <p:nvPr/>
            </p:nvSpPr>
            <p:spPr>
              <a:xfrm>
                <a:off x="347870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9" name="ph5504">
                <a:extLst>
                  <a:ext uri="{FF2B5EF4-FFF2-40B4-BE49-F238E27FC236}">
                    <a16:creationId xmlns:a16="http://schemas.microsoft.com/office/drawing/2014/main" id="{5D65267D-7529-285C-F5FB-68864638DDDC}"/>
                  </a:ext>
                </a:extLst>
              </p:cNvPr>
              <p:cNvSpPr/>
              <p:nvPr/>
            </p:nvSpPr>
            <p:spPr>
              <a:xfrm>
                <a:off x="348814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0" name="ph5505">
                <a:extLst>
                  <a:ext uri="{FF2B5EF4-FFF2-40B4-BE49-F238E27FC236}">
                    <a16:creationId xmlns:a16="http://schemas.microsoft.com/office/drawing/2014/main" id="{F19F96AB-7D0A-C7DA-6BCA-C849945A0B37}"/>
                  </a:ext>
                </a:extLst>
              </p:cNvPr>
              <p:cNvSpPr/>
              <p:nvPr/>
            </p:nvSpPr>
            <p:spPr>
              <a:xfrm>
                <a:off x="3497588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1" name="ph5506">
                <a:extLst>
                  <a:ext uri="{FF2B5EF4-FFF2-40B4-BE49-F238E27FC236}">
                    <a16:creationId xmlns:a16="http://schemas.microsoft.com/office/drawing/2014/main" id="{18394C3F-2DC4-9D91-040A-FEC18DE6D819}"/>
                  </a:ext>
                </a:extLst>
              </p:cNvPr>
              <p:cNvSpPr/>
              <p:nvPr/>
            </p:nvSpPr>
            <p:spPr>
              <a:xfrm>
                <a:off x="350702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2" name="ph5507">
                <a:extLst>
                  <a:ext uri="{FF2B5EF4-FFF2-40B4-BE49-F238E27FC236}">
                    <a16:creationId xmlns:a16="http://schemas.microsoft.com/office/drawing/2014/main" id="{0B833602-ABF1-666D-928F-B2FA7C81733E}"/>
                  </a:ext>
                </a:extLst>
              </p:cNvPr>
              <p:cNvSpPr/>
              <p:nvPr/>
            </p:nvSpPr>
            <p:spPr>
              <a:xfrm>
                <a:off x="351646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3" name="ph5508">
                <a:extLst>
                  <a:ext uri="{FF2B5EF4-FFF2-40B4-BE49-F238E27FC236}">
                    <a16:creationId xmlns:a16="http://schemas.microsoft.com/office/drawing/2014/main" id="{909827D8-7F33-5207-5EB8-AA0B1D4FE9F6}"/>
                  </a:ext>
                </a:extLst>
              </p:cNvPr>
              <p:cNvSpPr/>
              <p:nvPr/>
            </p:nvSpPr>
            <p:spPr>
              <a:xfrm>
                <a:off x="352590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4" name="ph5509">
                <a:extLst>
                  <a:ext uri="{FF2B5EF4-FFF2-40B4-BE49-F238E27FC236}">
                    <a16:creationId xmlns:a16="http://schemas.microsoft.com/office/drawing/2014/main" id="{6480EF63-D15E-569D-873E-EBFEC82B7D3C}"/>
                  </a:ext>
                </a:extLst>
              </p:cNvPr>
              <p:cNvSpPr/>
              <p:nvPr/>
            </p:nvSpPr>
            <p:spPr>
              <a:xfrm>
                <a:off x="3535349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5" name="ph5510">
                <a:extLst>
                  <a:ext uri="{FF2B5EF4-FFF2-40B4-BE49-F238E27FC236}">
                    <a16:creationId xmlns:a16="http://schemas.microsoft.com/office/drawing/2014/main" id="{AC3079AC-FC56-D3B5-EDA0-331F72F6DBAA}"/>
                  </a:ext>
                </a:extLst>
              </p:cNvPr>
              <p:cNvSpPr/>
              <p:nvPr/>
            </p:nvSpPr>
            <p:spPr>
              <a:xfrm>
                <a:off x="354479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6" name="ph5511">
                <a:extLst>
                  <a:ext uri="{FF2B5EF4-FFF2-40B4-BE49-F238E27FC236}">
                    <a16:creationId xmlns:a16="http://schemas.microsoft.com/office/drawing/2014/main" id="{F33D2C6F-5DE3-C831-813A-3FB84D85729A}"/>
                  </a:ext>
                </a:extLst>
              </p:cNvPr>
              <p:cNvSpPr/>
              <p:nvPr/>
            </p:nvSpPr>
            <p:spPr>
              <a:xfrm>
                <a:off x="355423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7" name="ph5512">
                <a:extLst>
                  <a:ext uri="{FF2B5EF4-FFF2-40B4-BE49-F238E27FC236}">
                    <a16:creationId xmlns:a16="http://schemas.microsoft.com/office/drawing/2014/main" id="{B5792825-A43D-8708-2B40-23A69A5E21BC}"/>
                  </a:ext>
                </a:extLst>
              </p:cNvPr>
              <p:cNvSpPr/>
              <p:nvPr/>
            </p:nvSpPr>
            <p:spPr>
              <a:xfrm>
                <a:off x="356367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8" name="ph5513">
                <a:extLst>
                  <a:ext uri="{FF2B5EF4-FFF2-40B4-BE49-F238E27FC236}">
                    <a16:creationId xmlns:a16="http://schemas.microsoft.com/office/drawing/2014/main" id="{72628F4A-4BD2-29AE-448C-39FE3A98F4DE}"/>
                  </a:ext>
                </a:extLst>
              </p:cNvPr>
              <p:cNvSpPr/>
              <p:nvPr/>
            </p:nvSpPr>
            <p:spPr>
              <a:xfrm>
                <a:off x="357311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9" name="ph5514">
                <a:extLst>
                  <a:ext uri="{FF2B5EF4-FFF2-40B4-BE49-F238E27FC236}">
                    <a16:creationId xmlns:a16="http://schemas.microsoft.com/office/drawing/2014/main" id="{1BC8A844-FEDB-301B-F306-DAA094A57E06}"/>
                  </a:ext>
                </a:extLst>
              </p:cNvPr>
              <p:cNvSpPr/>
              <p:nvPr/>
            </p:nvSpPr>
            <p:spPr>
              <a:xfrm>
                <a:off x="3582550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0" name="ph5515">
                <a:extLst>
                  <a:ext uri="{FF2B5EF4-FFF2-40B4-BE49-F238E27FC236}">
                    <a16:creationId xmlns:a16="http://schemas.microsoft.com/office/drawing/2014/main" id="{6E996459-4D91-F4C6-BEE9-C9BA585CCB5F}"/>
                  </a:ext>
                </a:extLst>
              </p:cNvPr>
              <p:cNvSpPr/>
              <p:nvPr/>
            </p:nvSpPr>
            <p:spPr>
              <a:xfrm>
                <a:off x="359199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1" name="ph5516">
                <a:extLst>
                  <a:ext uri="{FF2B5EF4-FFF2-40B4-BE49-F238E27FC236}">
                    <a16:creationId xmlns:a16="http://schemas.microsoft.com/office/drawing/2014/main" id="{A97BF6BD-59A9-AE45-094A-1BB89237675B}"/>
                  </a:ext>
                </a:extLst>
              </p:cNvPr>
              <p:cNvSpPr/>
              <p:nvPr/>
            </p:nvSpPr>
            <p:spPr>
              <a:xfrm>
                <a:off x="360143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2" name="ph5517">
                <a:extLst>
                  <a:ext uri="{FF2B5EF4-FFF2-40B4-BE49-F238E27FC236}">
                    <a16:creationId xmlns:a16="http://schemas.microsoft.com/office/drawing/2014/main" id="{CCFC6A0E-36D2-3B56-DEB5-ABEB88B38E1A}"/>
                  </a:ext>
                </a:extLst>
              </p:cNvPr>
              <p:cNvSpPr/>
              <p:nvPr/>
            </p:nvSpPr>
            <p:spPr>
              <a:xfrm>
                <a:off x="361087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3" name="ph5518">
                <a:extLst>
                  <a:ext uri="{FF2B5EF4-FFF2-40B4-BE49-F238E27FC236}">
                    <a16:creationId xmlns:a16="http://schemas.microsoft.com/office/drawing/2014/main" id="{FBB94F5E-2B13-C9E3-7407-11E957D28AE1}"/>
                  </a:ext>
                </a:extLst>
              </p:cNvPr>
              <p:cNvSpPr/>
              <p:nvPr/>
            </p:nvSpPr>
            <p:spPr>
              <a:xfrm>
                <a:off x="3620311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4" name="ph5519">
                <a:extLst>
                  <a:ext uri="{FF2B5EF4-FFF2-40B4-BE49-F238E27FC236}">
                    <a16:creationId xmlns:a16="http://schemas.microsoft.com/office/drawing/2014/main" id="{FE4EF80C-B001-CDF8-6CEC-D6DE86C8DEDC}"/>
                  </a:ext>
                </a:extLst>
              </p:cNvPr>
              <p:cNvSpPr/>
              <p:nvPr/>
            </p:nvSpPr>
            <p:spPr>
              <a:xfrm>
                <a:off x="362975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5" name="ph5520">
                <a:extLst>
                  <a:ext uri="{FF2B5EF4-FFF2-40B4-BE49-F238E27FC236}">
                    <a16:creationId xmlns:a16="http://schemas.microsoft.com/office/drawing/2014/main" id="{F62DA3B8-8CBB-1521-1C50-5716C73055DF}"/>
                  </a:ext>
                </a:extLst>
              </p:cNvPr>
              <p:cNvSpPr/>
              <p:nvPr/>
            </p:nvSpPr>
            <p:spPr>
              <a:xfrm>
                <a:off x="363919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6" name="ph5521">
                <a:extLst>
                  <a:ext uri="{FF2B5EF4-FFF2-40B4-BE49-F238E27FC236}">
                    <a16:creationId xmlns:a16="http://schemas.microsoft.com/office/drawing/2014/main" id="{87414D1F-47E8-C205-3B91-582A90B16366}"/>
                  </a:ext>
                </a:extLst>
              </p:cNvPr>
              <p:cNvSpPr/>
              <p:nvPr/>
            </p:nvSpPr>
            <p:spPr>
              <a:xfrm>
                <a:off x="3648632" y="150014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7" name="ph5522">
                <a:extLst>
                  <a:ext uri="{FF2B5EF4-FFF2-40B4-BE49-F238E27FC236}">
                    <a16:creationId xmlns:a16="http://schemas.microsoft.com/office/drawing/2014/main" id="{727FD07E-83CA-A97E-C3F1-79726B4AF0D1}"/>
                  </a:ext>
                </a:extLst>
              </p:cNvPr>
              <p:cNvSpPr/>
              <p:nvPr/>
            </p:nvSpPr>
            <p:spPr>
              <a:xfrm>
                <a:off x="3658072" y="151771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612"/>
                    </a:lnTo>
                    <a:lnTo>
                      <a:pt x="923121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8" name="ph5523">
                <a:extLst>
                  <a:ext uri="{FF2B5EF4-FFF2-40B4-BE49-F238E27FC236}">
                    <a16:creationId xmlns:a16="http://schemas.microsoft.com/office/drawing/2014/main" id="{356AE14E-5027-5FF9-B7BA-588FA7A2AA14}"/>
                  </a:ext>
                </a:extLst>
              </p:cNvPr>
              <p:cNvSpPr/>
              <p:nvPr/>
            </p:nvSpPr>
            <p:spPr>
              <a:xfrm>
                <a:off x="3667513" y="1500140"/>
                <a:ext cx="923840" cy="93118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182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130"/>
                    </a:lnTo>
                    <a:lnTo>
                      <a:pt x="921828" y="922592"/>
                    </a:lnTo>
                    <a:lnTo>
                      <a:pt x="920108" y="924588"/>
                    </a:lnTo>
                    <a:lnTo>
                      <a:pt x="918399" y="926573"/>
                    </a:lnTo>
                    <a:lnTo>
                      <a:pt x="916690" y="928558"/>
                    </a:lnTo>
                    <a:lnTo>
                      <a:pt x="914972" y="930554"/>
                    </a:lnTo>
                    <a:lnTo>
                      <a:pt x="914400" y="93118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9" name="ph5524">
                <a:extLst>
                  <a:ext uri="{FF2B5EF4-FFF2-40B4-BE49-F238E27FC236}">
                    <a16:creationId xmlns:a16="http://schemas.microsoft.com/office/drawing/2014/main" id="{402F64EF-8491-6019-67FD-F0E56A3C8BE9}"/>
                  </a:ext>
                </a:extLst>
              </p:cNvPr>
              <p:cNvSpPr/>
              <p:nvPr/>
            </p:nvSpPr>
            <p:spPr>
              <a:xfrm>
                <a:off x="3676953" y="1500140"/>
                <a:ext cx="918873" cy="920130"/>
              </a:xfrm>
              <a:custGeom>
                <a:avLst/>
                <a:gdLst/>
                <a:ahLst/>
                <a:cxnLst/>
                <a:rect l="0" t="0" r="0" b="0"/>
                <a:pathLst>
                  <a:path w="918873" h="920130">
                    <a:moveTo>
                      <a:pt x="914400" y="914400"/>
                    </a:moveTo>
                    <a:lnTo>
                      <a:pt x="918873" y="914400"/>
                    </a:lnTo>
                    <a:lnTo>
                      <a:pt x="916940" y="917021"/>
                    </a:lnTo>
                    <a:lnTo>
                      <a:pt x="914400" y="92013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0" name="ph5525">
                <a:extLst>
                  <a:ext uri="{FF2B5EF4-FFF2-40B4-BE49-F238E27FC236}">
                    <a16:creationId xmlns:a16="http://schemas.microsoft.com/office/drawing/2014/main" id="{1A85E6F6-7F07-7517-3AD2-AE01FDCD9B79}"/>
                  </a:ext>
                </a:extLst>
              </p:cNvPr>
              <p:cNvSpPr/>
              <p:nvPr/>
            </p:nvSpPr>
            <p:spPr>
              <a:xfrm>
                <a:off x="2138194" y="1482570"/>
                <a:ext cx="914400" cy="91808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8089">
                    <a:moveTo>
                      <a:pt x="914400" y="914400"/>
                    </a:moveTo>
                    <a:lnTo>
                      <a:pt x="914400" y="918089"/>
                    </a:lnTo>
                    <a:lnTo>
                      <a:pt x="911526" y="914400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1" name="ph5526">
                <a:extLst>
                  <a:ext uri="{FF2B5EF4-FFF2-40B4-BE49-F238E27FC236}">
                    <a16:creationId xmlns:a16="http://schemas.microsoft.com/office/drawing/2014/main" id="{40737F79-A9BF-9AA1-DCDC-0ACEE1D7C171}"/>
                  </a:ext>
                </a:extLst>
              </p:cNvPr>
              <p:cNvSpPr/>
              <p:nvPr/>
            </p:nvSpPr>
            <p:spPr>
              <a:xfrm>
                <a:off x="2138194" y="1482570"/>
                <a:ext cx="923840" cy="92867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670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8670"/>
                    </a:lnTo>
                    <a:lnTo>
                      <a:pt x="920545" y="925308"/>
                    </a:lnTo>
                    <a:lnTo>
                      <a:pt x="915608" y="919640"/>
                    </a:lnTo>
                    <a:lnTo>
                      <a:pt x="914400" y="91808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2" name="ph5527">
                <a:extLst>
                  <a:ext uri="{FF2B5EF4-FFF2-40B4-BE49-F238E27FC236}">
                    <a16:creationId xmlns:a16="http://schemas.microsoft.com/office/drawing/2014/main" id="{941BE0AC-6CCF-BF02-08C8-8A6D1744E815}"/>
                  </a:ext>
                </a:extLst>
              </p:cNvPr>
              <p:cNvSpPr/>
              <p:nvPr/>
            </p:nvSpPr>
            <p:spPr>
              <a:xfrm>
                <a:off x="214763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826" y="931969"/>
                    </a:lnTo>
                    <a:lnTo>
                      <a:pt x="916191" y="930498"/>
                    </a:lnTo>
                    <a:lnTo>
                      <a:pt x="914400" y="928670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3" name="ph5528">
                <a:extLst>
                  <a:ext uri="{FF2B5EF4-FFF2-40B4-BE49-F238E27FC236}">
                    <a16:creationId xmlns:a16="http://schemas.microsoft.com/office/drawing/2014/main" id="{CF4E5083-4EE2-3A55-A989-4BCA2FEB3C0B}"/>
                  </a:ext>
                </a:extLst>
              </p:cNvPr>
              <p:cNvSpPr/>
              <p:nvPr/>
            </p:nvSpPr>
            <p:spPr>
              <a:xfrm>
                <a:off x="215707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4" name="ph5529">
                <a:extLst>
                  <a:ext uri="{FF2B5EF4-FFF2-40B4-BE49-F238E27FC236}">
                    <a16:creationId xmlns:a16="http://schemas.microsoft.com/office/drawing/2014/main" id="{2F3648DB-3E4A-3C75-B5CA-756424BFDE3B}"/>
                  </a:ext>
                </a:extLst>
              </p:cNvPr>
              <p:cNvSpPr/>
              <p:nvPr/>
            </p:nvSpPr>
            <p:spPr>
              <a:xfrm>
                <a:off x="216651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5" name="ph5530">
                <a:extLst>
                  <a:ext uri="{FF2B5EF4-FFF2-40B4-BE49-F238E27FC236}">
                    <a16:creationId xmlns:a16="http://schemas.microsoft.com/office/drawing/2014/main" id="{0D5C34E1-31EE-C94B-D6AA-13ABD59265B5}"/>
                  </a:ext>
                </a:extLst>
              </p:cNvPr>
              <p:cNvSpPr/>
              <p:nvPr/>
            </p:nvSpPr>
            <p:spPr>
              <a:xfrm>
                <a:off x="217595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6" name="ph5531">
                <a:extLst>
                  <a:ext uri="{FF2B5EF4-FFF2-40B4-BE49-F238E27FC236}">
                    <a16:creationId xmlns:a16="http://schemas.microsoft.com/office/drawing/2014/main" id="{07A68EB3-6032-247B-799D-3BEA1628F43E}"/>
                  </a:ext>
                </a:extLst>
              </p:cNvPr>
              <p:cNvSpPr/>
              <p:nvPr/>
            </p:nvSpPr>
            <p:spPr>
              <a:xfrm>
                <a:off x="218539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7" name="ph5532">
                <a:extLst>
                  <a:ext uri="{FF2B5EF4-FFF2-40B4-BE49-F238E27FC236}">
                    <a16:creationId xmlns:a16="http://schemas.microsoft.com/office/drawing/2014/main" id="{06EB027E-4B7E-4A30-0E16-9935298FB998}"/>
                  </a:ext>
                </a:extLst>
              </p:cNvPr>
              <p:cNvSpPr/>
              <p:nvPr/>
            </p:nvSpPr>
            <p:spPr>
              <a:xfrm>
                <a:off x="219483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8" name="ph5533">
                <a:extLst>
                  <a:ext uri="{FF2B5EF4-FFF2-40B4-BE49-F238E27FC236}">
                    <a16:creationId xmlns:a16="http://schemas.microsoft.com/office/drawing/2014/main" id="{B7EFFB11-34AA-BFE6-60FF-B00382F2BD2A}"/>
                  </a:ext>
                </a:extLst>
              </p:cNvPr>
              <p:cNvSpPr/>
              <p:nvPr/>
            </p:nvSpPr>
            <p:spPr>
              <a:xfrm>
                <a:off x="220427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9" name="ph5534">
                <a:extLst>
                  <a:ext uri="{FF2B5EF4-FFF2-40B4-BE49-F238E27FC236}">
                    <a16:creationId xmlns:a16="http://schemas.microsoft.com/office/drawing/2014/main" id="{ED9ACAF0-6E5A-45CC-DF53-8D8F8068313A}"/>
                  </a:ext>
                </a:extLst>
              </p:cNvPr>
              <p:cNvSpPr/>
              <p:nvPr/>
            </p:nvSpPr>
            <p:spPr>
              <a:xfrm>
                <a:off x="221371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0" name="ph5535">
                <a:extLst>
                  <a:ext uri="{FF2B5EF4-FFF2-40B4-BE49-F238E27FC236}">
                    <a16:creationId xmlns:a16="http://schemas.microsoft.com/office/drawing/2014/main" id="{51F28BAD-5792-CC79-18C1-9AA73B580928}"/>
                  </a:ext>
                </a:extLst>
              </p:cNvPr>
              <p:cNvSpPr/>
              <p:nvPr/>
            </p:nvSpPr>
            <p:spPr>
              <a:xfrm>
                <a:off x="222315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1" name="ph5536">
                <a:extLst>
                  <a:ext uri="{FF2B5EF4-FFF2-40B4-BE49-F238E27FC236}">
                    <a16:creationId xmlns:a16="http://schemas.microsoft.com/office/drawing/2014/main" id="{25BDB66F-E5DF-BD40-ED44-564562A20614}"/>
                  </a:ext>
                </a:extLst>
              </p:cNvPr>
              <p:cNvSpPr/>
              <p:nvPr/>
            </p:nvSpPr>
            <p:spPr>
              <a:xfrm>
                <a:off x="223259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2" name="ph5537">
                <a:extLst>
                  <a:ext uri="{FF2B5EF4-FFF2-40B4-BE49-F238E27FC236}">
                    <a16:creationId xmlns:a16="http://schemas.microsoft.com/office/drawing/2014/main" id="{5166870E-275A-BD8B-D51C-0D94859D8B54}"/>
                  </a:ext>
                </a:extLst>
              </p:cNvPr>
              <p:cNvSpPr/>
              <p:nvPr/>
            </p:nvSpPr>
            <p:spPr>
              <a:xfrm>
                <a:off x="224203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3" name="ph5538">
                <a:extLst>
                  <a:ext uri="{FF2B5EF4-FFF2-40B4-BE49-F238E27FC236}">
                    <a16:creationId xmlns:a16="http://schemas.microsoft.com/office/drawing/2014/main" id="{769B4A1F-E761-197F-048B-0CA2F6155D59}"/>
                  </a:ext>
                </a:extLst>
              </p:cNvPr>
              <p:cNvSpPr/>
              <p:nvPr/>
            </p:nvSpPr>
            <p:spPr>
              <a:xfrm>
                <a:off x="225147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4" name="ph5539">
                <a:extLst>
                  <a:ext uri="{FF2B5EF4-FFF2-40B4-BE49-F238E27FC236}">
                    <a16:creationId xmlns:a16="http://schemas.microsoft.com/office/drawing/2014/main" id="{B8AC8774-FA9D-247E-4718-D91658771395}"/>
                  </a:ext>
                </a:extLst>
              </p:cNvPr>
              <p:cNvSpPr/>
              <p:nvPr/>
            </p:nvSpPr>
            <p:spPr>
              <a:xfrm>
                <a:off x="226091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5" name="ph5540">
                <a:extLst>
                  <a:ext uri="{FF2B5EF4-FFF2-40B4-BE49-F238E27FC236}">
                    <a16:creationId xmlns:a16="http://schemas.microsoft.com/office/drawing/2014/main" id="{BB56A498-80A2-7454-98CF-37DA8297756B}"/>
                  </a:ext>
                </a:extLst>
              </p:cNvPr>
              <p:cNvSpPr/>
              <p:nvPr/>
            </p:nvSpPr>
            <p:spPr>
              <a:xfrm>
                <a:off x="227035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6" name="ph5541">
                <a:extLst>
                  <a:ext uri="{FF2B5EF4-FFF2-40B4-BE49-F238E27FC236}">
                    <a16:creationId xmlns:a16="http://schemas.microsoft.com/office/drawing/2014/main" id="{78E0047C-4AA6-BFA5-8181-8A02727695C0}"/>
                  </a:ext>
                </a:extLst>
              </p:cNvPr>
              <p:cNvSpPr/>
              <p:nvPr/>
            </p:nvSpPr>
            <p:spPr>
              <a:xfrm>
                <a:off x="227979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7" name="ph5542">
                <a:extLst>
                  <a:ext uri="{FF2B5EF4-FFF2-40B4-BE49-F238E27FC236}">
                    <a16:creationId xmlns:a16="http://schemas.microsoft.com/office/drawing/2014/main" id="{3AB150E4-59E9-AA3C-3C41-75E31EDB37D7}"/>
                  </a:ext>
                </a:extLst>
              </p:cNvPr>
              <p:cNvSpPr/>
              <p:nvPr/>
            </p:nvSpPr>
            <p:spPr>
              <a:xfrm>
                <a:off x="228923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8" name="ph5543">
                <a:extLst>
                  <a:ext uri="{FF2B5EF4-FFF2-40B4-BE49-F238E27FC236}">
                    <a16:creationId xmlns:a16="http://schemas.microsoft.com/office/drawing/2014/main" id="{02F742EA-990A-0C8B-F202-2D01F7078310}"/>
                  </a:ext>
                </a:extLst>
              </p:cNvPr>
              <p:cNvSpPr/>
              <p:nvPr/>
            </p:nvSpPr>
            <p:spPr>
              <a:xfrm>
                <a:off x="229867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9" name="ph5544">
                <a:extLst>
                  <a:ext uri="{FF2B5EF4-FFF2-40B4-BE49-F238E27FC236}">
                    <a16:creationId xmlns:a16="http://schemas.microsoft.com/office/drawing/2014/main" id="{6603FE52-4692-E479-03ED-EDFE5777DE75}"/>
                  </a:ext>
                </a:extLst>
              </p:cNvPr>
              <p:cNvSpPr/>
              <p:nvPr/>
            </p:nvSpPr>
            <p:spPr>
              <a:xfrm>
                <a:off x="230811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0" name="ph5545">
                <a:extLst>
                  <a:ext uri="{FF2B5EF4-FFF2-40B4-BE49-F238E27FC236}">
                    <a16:creationId xmlns:a16="http://schemas.microsoft.com/office/drawing/2014/main" id="{31D25D81-1801-5D91-1922-4D3331820F2F}"/>
                  </a:ext>
                </a:extLst>
              </p:cNvPr>
              <p:cNvSpPr/>
              <p:nvPr/>
            </p:nvSpPr>
            <p:spPr>
              <a:xfrm>
                <a:off x="231755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1" name="ph5546">
                <a:extLst>
                  <a:ext uri="{FF2B5EF4-FFF2-40B4-BE49-F238E27FC236}">
                    <a16:creationId xmlns:a16="http://schemas.microsoft.com/office/drawing/2014/main" id="{3AF3E585-4ED7-8ACB-BBB3-1FEA3EDB4F7E}"/>
                  </a:ext>
                </a:extLst>
              </p:cNvPr>
              <p:cNvSpPr/>
              <p:nvPr/>
            </p:nvSpPr>
            <p:spPr>
              <a:xfrm>
                <a:off x="232699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2" name="ph5547">
                <a:extLst>
                  <a:ext uri="{FF2B5EF4-FFF2-40B4-BE49-F238E27FC236}">
                    <a16:creationId xmlns:a16="http://schemas.microsoft.com/office/drawing/2014/main" id="{C74460AC-6FD8-2E17-F641-E6F25CF169C4}"/>
                  </a:ext>
                </a:extLst>
              </p:cNvPr>
              <p:cNvSpPr/>
              <p:nvPr/>
            </p:nvSpPr>
            <p:spPr>
              <a:xfrm>
                <a:off x="233643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3" name="ph5548">
                <a:extLst>
                  <a:ext uri="{FF2B5EF4-FFF2-40B4-BE49-F238E27FC236}">
                    <a16:creationId xmlns:a16="http://schemas.microsoft.com/office/drawing/2014/main" id="{AE423F77-6016-5F5A-6766-61784B8DEA71}"/>
                  </a:ext>
                </a:extLst>
              </p:cNvPr>
              <p:cNvSpPr/>
              <p:nvPr/>
            </p:nvSpPr>
            <p:spPr>
              <a:xfrm>
                <a:off x="234587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4" name="ph5549">
                <a:extLst>
                  <a:ext uri="{FF2B5EF4-FFF2-40B4-BE49-F238E27FC236}">
                    <a16:creationId xmlns:a16="http://schemas.microsoft.com/office/drawing/2014/main" id="{F7727573-5334-1AC5-7F41-B544F7E64FCC}"/>
                  </a:ext>
                </a:extLst>
              </p:cNvPr>
              <p:cNvSpPr/>
              <p:nvPr/>
            </p:nvSpPr>
            <p:spPr>
              <a:xfrm>
                <a:off x="235531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5" name="ph5550">
                <a:extLst>
                  <a:ext uri="{FF2B5EF4-FFF2-40B4-BE49-F238E27FC236}">
                    <a16:creationId xmlns:a16="http://schemas.microsoft.com/office/drawing/2014/main" id="{10275263-FDC2-1E76-77E4-16C8E6F3FCD1}"/>
                  </a:ext>
                </a:extLst>
              </p:cNvPr>
              <p:cNvSpPr/>
              <p:nvPr/>
            </p:nvSpPr>
            <p:spPr>
              <a:xfrm>
                <a:off x="236476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6" name="ph5551">
                <a:extLst>
                  <a:ext uri="{FF2B5EF4-FFF2-40B4-BE49-F238E27FC236}">
                    <a16:creationId xmlns:a16="http://schemas.microsoft.com/office/drawing/2014/main" id="{B1FF280A-9CA3-3F37-410F-D5DFFDBD8CE7}"/>
                  </a:ext>
                </a:extLst>
              </p:cNvPr>
              <p:cNvSpPr/>
              <p:nvPr/>
            </p:nvSpPr>
            <p:spPr>
              <a:xfrm>
                <a:off x="237420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7" name="ph5552">
                <a:extLst>
                  <a:ext uri="{FF2B5EF4-FFF2-40B4-BE49-F238E27FC236}">
                    <a16:creationId xmlns:a16="http://schemas.microsoft.com/office/drawing/2014/main" id="{69DD6E37-96A1-4A29-906C-78D1334EC6D0}"/>
                  </a:ext>
                </a:extLst>
              </p:cNvPr>
              <p:cNvSpPr/>
              <p:nvPr/>
            </p:nvSpPr>
            <p:spPr>
              <a:xfrm>
                <a:off x="238364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8" name="ph5553">
                <a:extLst>
                  <a:ext uri="{FF2B5EF4-FFF2-40B4-BE49-F238E27FC236}">
                    <a16:creationId xmlns:a16="http://schemas.microsoft.com/office/drawing/2014/main" id="{80F6B4B0-5CFE-A7DB-EEBC-732811EA92B8}"/>
                  </a:ext>
                </a:extLst>
              </p:cNvPr>
              <p:cNvSpPr/>
              <p:nvPr/>
            </p:nvSpPr>
            <p:spPr>
              <a:xfrm>
                <a:off x="239308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EFF8A9">
                  <a:alpha val="100000"/>
                </a:srgbClr>
              </a:solidFill>
              <a:ln w="5420" cap="flat">
                <a:solidFill>
                  <a:srgbClr val="EFF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9" name="ph5554">
                <a:extLst>
                  <a:ext uri="{FF2B5EF4-FFF2-40B4-BE49-F238E27FC236}">
                    <a16:creationId xmlns:a16="http://schemas.microsoft.com/office/drawing/2014/main" id="{DE55B1ED-AAD3-4468-75FF-75822AFFD05F}"/>
                  </a:ext>
                </a:extLst>
              </p:cNvPr>
              <p:cNvSpPr/>
              <p:nvPr/>
            </p:nvSpPr>
            <p:spPr>
              <a:xfrm>
                <a:off x="2402521" y="1500140"/>
                <a:ext cx="9232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283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012" y="896830"/>
                    </a:lnTo>
                    <a:lnTo>
                      <a:pt x="918705" y="901084"/>
                    </a:lnTo>
                    <a:lnTo>
                      <a:pt x="922007" y="910366"/>
                    </a:lnTo>
                    <a:lnTo>
                      <a:pt x="923283" y="914400"/>
                    </a:lnTo>
                    <a:close/>
                  </a:path>
                </a:pathLst>
              </a:custGeom>
              <a:solidFill>
                <a:srgbClr val="ECF7A5">
                  <a:alpha val="100000"/>
                </a:srgbClr>
              </a:solidFill>
              <a:ln w="5420" cap="flat">
                <a:solidFill>
                  <a:srgbClr val="ECF7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0" name="ph5555">
                <a:extLst>
                  <a:ext uri="{FF2B5EF4-FFF2-40B4-BE49-F238E27FC236}">
                    <a16:creationId xmlns:a16="http://schemas.microsoft.com/office/drawing/2014/main" id="{72C0CF23-5013-8660-C747-AE7390CFFAAD}"/>
                  </a:ext>
                </a:extLst>
              </p:cNvPr>
              <p:cNvSpPr/>
              <p:nvPr/>
            </p:nvSpPr>
            <p:spPr>
              <a:xfrm>
                <a:off x="3110538" y="148257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653" y="931969"/>
                    </a:lnTo>
                    <a:lnTo>
                      <a:pt x="907875" y="921571"/>
                    </a:lnTo>
                    <a:lnTo>
                      <a:pt x="908229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1" name="ph5556">
                <a:extLst>
                  <a:ext uri="{FF2B5EF4-FFF2-40B4-BE49-F238E27FC236}">
                    <a16:creationId xmlns:a16="http://schemas.microsoft.com/office/drawing/2014/main" id="{3AEA77A2-A355-0A53-59CB-696232CE1B81}"/>
                  </a:ext>
                </a:extLst>
              </p:cNvPr>
              <p:cNvSpPr/>
              <p:nvPr/>
            </p:nvSpPr>
            <p:spPr>
              <a:xfrm>
                <a:off x="311053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2" name="ph5557">
                <a:extLst>
                  <a:ext uri="{FF2B5EF4-FFF2-40B4-BE49-F238E27FC236}">
                    <a16:creationId xmlns:a16="http://schemas.microsoft.com/office/drawing/2014/main" id="{640F3060-8231-63C9-C406-DA4338F58DEF}"/>
                  </a:ext>
                </a:extLst>
              </p:cNvPr>
              <p:cNvSpPr/>
              <p:nvPr/>
            </p:nvSpPr>
            <p:spPr>
              <a:xfrm>
                <a:off x="311997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3" name="ph5558">
                <a:extLst>
                  <a:ext uri="{FF2B5EF4-FFF2-40B4-BE49-F238E27FC236}">
                    <a16:creationId xmlns:a16="http://schemas.microsoft.com/office/drawing/2014/main" id="{E1438BF6-6BA2-AEB6-2419-5EAFEE05D3C3}"/>
                  </a:ext>
                </a:extLst>
              </p:cNvPr>
              <p:cNvSpPr/>
              <p:nvPr/>
            </p:nvSpPr>
            <p:spPr>
              <a:xfrm>
                <a:off x="312941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4" name="ph5559">
                <a:extLst>
                  <a:ext uri="{FF2B5EF4-FFF2-40B4-BE49-F238E27FC236}">
                    <a16:creationId xmlns:a16="http://schemas.microsoft.com/office/drawing/2014/main" id="{0A00B4F1-DDDB-02CA-2624-35D994549306}"/>
                  </a:ext>
                </a:extLst>
              </p:cNvPr>
              <p:cNvSpPr/>
              <p:nvPr/>
            </p:nvSpPr>
            <p:spPr>
              <a:xfrm>
                <a:off x="313885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5" name="ph5560">
                <a:extLst>
                  <a:ext uri="{FF2B5EF4-FFF2-40B4-BE49-F238E27FC236}">
                    <a16:creationId xmlns:a16="http://schemas.microsoft.com/office/drawing/2014/main" id="{9DE9B949-9AAD-DC82-42E0-FB912AF888F1}"/>
                  </a:ext>
                </a:extLst>
              </p:cNvPr>
              <p:cNvSpPr/>
              <p:nvPr/>
            </p:nvSpPr>
            <p:spPr>
              <a:xfrm>
                <a:off x="314829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6" name="ph5561">
                <a:extLst>
                  <a:ext uri="{FF2B5EF4-FFF2-40B4-BE49-F238E27FC236}">
                    <a16:creationId xmlns:a16="http://schemas.microsoft.com/office/drawing/2014/main" id="{E1ED48B2-A80A-9F0D-DB0F-8EB00F63517C}"/>
                  </a:ext>
                </a:extLst>
              </p:cNvPr>
              <p:cNvSpPr/>
              <p:nvPr/>
            </p:nvSpPr>
            <p:spPr>
              <a:xfrm>
                <a:off x="315774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7" name="ph5562">
                <a:extLst>
                  <a:ext uri="{FF2B5EF4-FFF2-40B4-BE49-F238E27FC236}">
                    <a16:creationId xmlns:a16="http://schemas.microsoft.com/office/drawing/2014/main" id="{63E73CCF-A3C2-1EA0-145C-6A4CEBB74338}"/>
                  </a:ext>
                </a:extLst>
              </p:cNvPr>
              <p:cNvSpPr/>
              <p:nvPr/>
            </p:nvSpPr>
            <p:spPr>
              <a:xfrm>
                <a:off x="316718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8" name="ph5563">
                <a:extLst>
                  <a:ext uri="{FF2B5EF4-FFF2-40B4-BE49-F238E27FC236}">
                    <a16:creationId xmlns:a16="http://schemas.microsoft.com/office/drawing/2014/main" id="{C41FEFAE-8816-2A2B-7CF1-42F7067759FD}"/>
                  </a:ext>
                </a:extLst>
              </p:cNvPr>
              <p:cNvSpPr/>
              <p:nvPr/>
            </p:nvSpPr>
            <p:spPr>
              <a:xfrm>
                <a:off x="317662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9" name="ph5564">
                <a:extLst>
                  <a:ext uri="{FF2B5EF4-FFF2-40B4-BE49-F238E27FC236}">
                    <a16:creationId xmlns:a16="http://schemas.microsoft.com/office/drawing/2014/main" id="{DB1A3419-734D-370A-754E-E6B903508A29}"/>
                  </a:ext>
                </a:extLst>
              </p:cNvPr>
              <p:cNvSpPr/>
              <p:nvPr/>
            </p:nvSpPr>
            <p:spPr>
              <a:xfrm>
                <a:off x="318606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0" name="ph5565">
                <a:extLst>
                  <a:ext uri="{FF2B5EF4-FFF2-40B4-BE49-F238E27FC236}">
                    <a16:creationId xmlns:a16="http://schemas.microsoft.com/office/drawing/2014/main" id="{090C606A-452C-AD9E-1B99-E50B8FF69ED2}"/>
                  </a:ext>
                </a:extLst>
              </p:cNvPr>
              <p:cNvSpPr/>
              <p:nvPr/>
            </p:nvSpPr>
            <p:spPr>
              <a:xfrm>
                <a:off x="319550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1" name="ph5566">
                <a:extLst>
                  <a:ext uri="{FF2B5EF4-FFF2-40B4-BE49-F238E27FC236}">
                    <a16:creationId xmlns:a16="http://schemas.microsoft.com/office/drawing/2014/main" id="{C57E79B1-8119-5218-2462-67EB8AB0F24C}"/>
                  </a:ext>
                </a:extLst>
              </p:cNvPr>
              <p:cNvSpPr/>
              <p:nvPr/>
            </p:nvSpPr>
            <p:spPr>
              <a:xfrm>
                <a:off x="320494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2" name="ph5567">
                <a:extLst>
                  <a:ext uri="{FF2B5EF4-FFF2-40B4-BE49-F238E27FC236}">
                    <a16:creationId xmlns:a16="http://schemas.microsoft.com/office/drawing/2014/main" id="{CCA09C90-3E37-DB25-B0FE-CE35829A2B2E}"/>
                  </a:ext>
                </a:extLst>
              </p:cNvPr>
              <p:cNvSpPr/>
              <p:nvPr/>
            </p:nvSpPr>
            <p:spPr>
              <a:xfrm>
                <a:off x="321438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3" name="ph5568">
                <a:extLst>
                  <a:ext uri="{FF2B5EF4-FFF2-40B4-BE49-F238E27FC236}">
                    <a16:creationId xmlns:a16="http://schemas.microsoft.com/office/drawing/2014/main" id="{54307799-C453-C6F4-7848-4ED2EEAA7581}"/>
                  </a:ext>
                </a:extLst>
              </p:cNvPr>
              <p:cNvSpPr/>
              <p:nvPr/>
            </p:nvSpPr>
            <p:spPr>
              <a:xfrm>
                <a:off x="322382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4" name="ph5569">
                <a:extLst>
                  <a:ext uri="{FF2B5EF4-FFF2-40B4-BE49-F238E27FC236}">
                    <a16:creationId xmlns:a16="http://schemas.microsoft.com/office/drawing/2014/main" id="{21D0EB95-A965-BBFF-F6EB-A5BF322041DC}"/>
                  </a:ext>
                </a:extLst>
              </p:cNvPr>
              <p:cNvSpPr/>
              <p:nvPr/>
            </p:nvSpPr>
            <p:spPr>
              <a:xfrm>
                <a:off x="323326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5" name="ph5570">
                <a:extLst>
                  <a:ext uri="{FF2B5EF4-FFF2-40B4-BE49-F238E27FC236}">
                    <a16:creationId xmlns:a16="http://schemas.microsoft.com/office/drawing/2014/main" id="{34B81C52-FD28-9F25-AFD6-3033973DC6CE}"/>
                  </a:ext>
                </a:extLst>
              </p:cNvPr>
              <p:cNvSpPr/>
              <p:nvPr/>
            </p:nvSpPr>
            <p:spPr>
              <a:xfrm>
                <a:off x="324270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6" name="ph5571">
                <a:extLst>
                  <a:ext uri="{FF2B5EF4-FFF2-40B4-BE49-F238E27FC236}">
                    <a16:creationId xmlns:a16="http://schemas.microsoft.com/office/drawing/2014/main" id="{49B3A0F4-A223-4F88-97DB-B923EAE693AA}"/>
                  </a:ext>
                </a:extLst>
              </p:cNvPr>
              <p:cNvSpPr/>
              <p:nvPr/>
            </p:nvSpPr>
            <p:spPr>
              <a:xfrm>
                <a:off x="325214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7" name="ph5572">
                <a:extLst>
                  <a:ext uri="{FF2B5EF4-FFF2-40B4-BE49-F238E27FC236}">
                    <a16:creationId xmlns:a16="http://schemas.microsoft.com/office/drawing/2014/main" id="{638A59D4-4F03-C73C-91D7-32D080FFE434}"/>
                  </a:ext>
                </a:extLst>
              </p:cNvPr>
              <p:cNvSpPr/>
              <p:nvPr/>
            </p:nvSpPr>
            <p:spPr>
              <a:xfrm>
                <a:off x="326158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8" name="ph5573">
                <a:extLst>
                  <a:ext uri="{FF2B5EF4-FFF2-40B4-BE49-F238E27FC236}">
                    <a16:creationId xmlns:a16="http://schemas.microsoft.com/office/drawing/2014/main" id="{FA10D2BA-5728-ADB2-16D1-D844E5E7D7A0}"/>
                  </a:ext>
                </a:extLst>
              </p:cNvPr>
              <p:cNvSpPr/>
              <p:nvPr/>
            </p:nvSpPr>
            <p:spPr>
              <a:xfrm>
                <a:off x="327102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9" name="ph5574">
                <a:extLst>
                  <a:ext uri="{FF2B5EF4-FFF2-40B4-BE49-F238E27FC236}">
                    <a16:creationId xmlns:a16="http://schemas.microsoft.com/office/drawing/2014/main" id="{CECDAEA2-8A20-2127-C767-AB1878BB4C33}"/>
                  </a:ext>
                </a:extLst>
              </p:cNvPr>
              <p:cNvSpPr/>
              <p:nvPr/>
            </p:nvSpPr>
            <p:spPr>
              <a:xfrm>
                <a:off x="328046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0" name="ph5575">
                <a:extLst>
                  <a:ext uri="{FF2B5EF4-FFF2-40B4-BE49-F238E27FC236}">
                    <a16:creationId xmlns:a16="http://schemas.microsoft.com/office/drawing/2014/main" id="{09EA2F45-C60A-BA01-D786-D1B8E7A826A1}"/>
                  </a:ext>
                </a:extLst>
              </p:cNvPr>
              <p:cNvSpPr/>
              <p:nvPr/>
            </p:nvSpPr>
            <p:spPr>
              <a:xfrm>
                <a:off x="328990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1" name="ph5576">
                <a:extLst>
                  <a:ext uri="{FF2B5EF4-FFF2-40B4-BE49-F238E27FC236}">
                    <a16:creationId xmlns:a16="http://schemas.microsoft.com/office/drawing/2014/main" id="{8E311976-9BF0-18FC-A1C5-DC85BA1B6E98}"/>
                  </a:ext>
                </a:extLst>
              </p:cNvPr>
              <p:cNvSpPr/>
              <p:nvPr/>
            </p:nvSpPr>
            <p:spPr>
              <a:xfrm>
                <a:off x="329934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2" name="ph5577">
                <a:extLst>
                  <a:ext uri="{FF2B5EF4-FFF2-40B4-BE49-F238E27FC236}">
                    <a16:creationId xmlns:a16="http://schemas.microsoft.com/office/drawing/2014/main" id="{6594193B-51F3-464F-736D-3C466FFD49C1}"/>
                  </a:ext>
                </a:extLst>
              </p:cNvPr>
              <p:cNvSpPr/>
              <p:nvPr/>
            </p:nvSpPr>
            <p:spPr>
              <a:xfrm>
                <a:off x="330878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3" name="ph5578">
                <a:extLst>
                  <a:ext uri="{FF2B5EF4-FFF2-40B4-BE49-F238E27FC236}">
                    <a16:creationId xmlns:a16="http://schemas.microsoft.com/office/drawing/2014/main" id="{81D50B47-9313-BDD4-95BF-40C3DCFBCADA}"/>
                  </a:ext>
                </a:extLst>
              </p:cNvPr>
              <p:cNvSpPr/>
              <p:nvPr/>
            </p:nvSpPr>
            <p:spPr>
              <a:xfrm>
                <a:off x="331822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4" name="ph5579">
                <a:extLst>
                  <a:ext uri="{FF2B5EF4-FFF2-40B4-BE49-F238E27FC236}">
                    <a16:creationId xmlns:a16="http://schemas.microsoft.com/office/drawing/2014/main" id="{9D92CDE8-A3BD-6E6D-B557-961C6BF371A6}"/>
                  </a:ext>
                </a:extLst>
              </p:cNvPr>
              <p:cNvSpPr/>
              <p:nvPr/>
            </p:nvSpPr>
            <p:spPr>
              <a:xfrm>
                <a:off x="332766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5" name="ph5580">
                <a:extLst>
                  <a:ext uri="{FF2B5EF4-FFF2-40B4-BE49-F238E27FC236}">
                    <a16:creationId xmlns:a16="http://schemas.microsoft.com/office/drawing/2014/main" id="{994E2914-39E3-E72B-B7F6-C695ED39F00B}"/>
                  </a:ext>
                </a:extLst>
              </p:cNvPr>
              <p:cNvSpPr/>
              <p:nvPr/>
            </p:nvSpPr>
            <p:spPr>
              <a:xfrm>
                <a:off x="333710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6" name="ph5581">
                <a:extLst>
                  <a:ext uri="{FF2B5EF4-FFF2-40B4-BE49-F238E27FC236}">
                    <a16:creationId xmlns:a16="http://schemas.microsoft.com/office/drawing/2014/main" id="{4ED39A77-9BB4-EDA2-2677-BFA57EAF8581}"/>
                  </a:ext>
                </a:extLst>
              </p:cNvPr>
              <p:cNvSpPr/>
              <p:nvPr/>
            </p:nvSpPr>
            <p:spPr>
              <a:xfrm>
                <a:off x="3346544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7" name="ph5582">
                <a:extLst>
                  <a:ext uri="{FF2B5EF4-FFF2-40B4-BE49-F238E27FC236}">
                    <a16:creationId xmlns:a16="http://schemas.microsoft.com/office/drawing/2014/main" id="{ED64BB0E-EB7F-750E-3AF1-353F2EB516C8}"/>
                  </a:ext>
                </a:extLst>
              </p:cNvPr>
              <p:cNvSpPr/>
              <p:nvPr/>
            </p:nvSpPr>
            <p:spPr>
              <a:xfrm>
                <a:off x="335598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8" name="ph5583">
                <a:extLst>
                  <a:ext uri="{FF2B5EF4-FFF2-40B4-BE49-F238E27FC236}">
                    <a16:creationId xmlns:a16="http://schemas.microsoft.com/office/drawing/2014/main" id="{4785AA5C-E95B-371B-DCFE-1AB73CC48A08}"/>
                  </a:ext>
                </a:extLst>
              </p:cNvPr>
              <p:cNvSpPr/>
              <p:nvPr/>
            </p:nvSpPr>
            <p:spPr>
              <a:xfrm>
                <a:off x="336542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9" name="ph5584">
                <a:extLst>
                  <a:ext uri="{FF2B5EF4-FFF2-40B4-BE49-F238E27FC236}">
                    <a16:creationId xmlns:a16="http://schemas.microsoft.com/office/drawing/2014/main" id="{BA6730A2-FCC6-66A7-1298-D79753B3017A}"/>
                  </a:ext>
                </a:extLst>
              </p:cNvPr>
              <p:cNvSpPr/>
              <p:nvPr/>
            </p:nvSpPr>
            <p:spPr>
              <a:xfrm>
                <a:off x="337486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0" name="ph5585">
                <a:extLst>
                  <a:ext uri="{FF2B5EF4-FFF2-40B4-BE49-F238E27FC236}">
                    <a16:creationId xmlns:a16="http://schemas.microsoft.com/office/drawing/2014/main" id="{7973E354-F35A-B9B8-B552-3801CADC39E0}"/>
                  </a:ext>
                </a:extLst>
              </p:cNvPr>
              <p:cNvSpPr/>
              <p:nvPr/>
            </p:nvSpPr>
            <p:spPr>
              <a:xfrm>
                <a:off x="3384305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1" name="ph5586">
                <a:extLst>
                  <a:ext uri="{FF2B5EF4-FFF2-40B4-BE49-F238E27FC236}">
                    <a16:creationId xmlns:a16="http://schemas.microsoft.com/office/drawing/2014/main" id="{3DB73518-F2B1-0558-A919-487338637D99}"/>
                  </a:ext>
                </a:extLst>
              </p:cNvPr>
              <p:cNvSpPr/>
              <p:nvPr/>
            </p:nvSpPr>
            <p:spPr>
              <a:xfrm>
                <a:off x="339374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2" name="ph5587">
                <a:extLst>
                  <a:ext uri="{FF2B5EF4-FFF2-40B4-BE49-F238E27FC236}">
                    <a16:creationId xmlns:a16="http://schemas.microsoft.com/office/drawing/2014/main" id="{EE8CBBB8-CFB1-C990-D9F3-4E4E0386C3F3}"/>
                  </a:ext>
                </a:extLst>
              </p:cNvPr>
              <p:cNvSpPr/>
              <p:nvPr/>
            </p:nvSpPr>
            <p:spPr>
              <a:xfrm>
                <a:off x="340318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3" name="ph5588">
                <a:extLst>
                  <a:ext uri="{FF2B5EF4-FFF2-40B4-BE49-F238E27FC236}">
                    <a16:creationId xmlns:a16="http://schemas.microsoft.com/office/drawing/2014/main" id="{2B136063-257C-50BE-2579-4C68289AE716}"/>
                  </a:ext>
                </a:extLst>
              </p:cNvPr>
              <p:cNvSpPr/>
              <p:nvPr/>
            </p:nvSpPr>
            <p:spPr>
              <a:xfrm>
                <a:off x="341262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4" name="ph5589">
                <a:extLst>
                  <a:ext uri="{FF2B5EF4-FFF2-40B4-BE49-F238E27FC236}">
                    <a16:creationId xmlns:a16="http://schemas.microsoft.com/office/drawing/2014/main" id="{B3C06003-99DB-B444-C8C7-58313C638B72}"/>
                  </a:ext>
                </a:extLst>
              </p:cNvPr>
              <p:cNvSpPr/>
              <p:nvPr/>
            </p:nvSpPr>
            <p:spPr>
              <a:xfrm>
                <a:off x="3422066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5" name="ph5590">
                <a:extLst>
                  <a:ext uri="{FF2B5EF4-FFF2-40B4-BE49-F238E27FC236}">
                    <a16:creationId xmlns:a16="http://schemas.microsoft.com/office/drawing/2014/main" id="{B04B4C03-8571-63AE-79F1-03AD0DC82C7A}"/>
                  </a:ext>
                </a:extLst>
              </p:cNvPr>
              <p:cNvSpPr/>
              <p:nvPr/>
            </p:nvSpPr>
            <p:spPr>
              <a:xfrm>
                <a:off x="343150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6" name="ph5591">
                <a:extLst>
                  <a:ext uri="{FF2B5EF4-FFF2-40B4-BE49-F238E27FC236}">
                    <a16:creationId xmlns:a16="http://schemas.microsoft.com/office/drawing/2014/main" id="{B60B6B18-0F1F-A385-D8C4-420DEC60F7D9}"/>
                  </a:ext>
                </a:extLst>
              </p:cNvPr>
              <p:cNvSpPr/>
              <p:nvPr/>
            </p:nvSpPr>
            <p:spPr>
              <a:xfrm>
                <a:off x="344094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7" name="ph5592">
                <a:extLst>
                  <a:ext uri="{FF2B5EF4-FFF2-40B4-BE49-F238E27FC236}">
                    <a16:creationId xmlns:a16="http://schemas.microsoft.com/office/drawing/2014/main" id="{EAC7ED7B-9A91-E4B3-B021-6E36B5E89D5C}"/>
                  </a:ext>
                </a:extLst>
              </p:cNvPr>
              <p:cNvSpPr/>
              <p:nvPr/>
            </p:nvSpPr>
            <p:spPr>
              <a:xfrm>
                <a:off x="345038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8" name="ph5593">
                <a:extLst>
                  <a:ext uri="{FF2B5EF4-FFF2-40B4-BE49-F238E27FC236}">
                    <a16:creationId xmlns:a16="http://schemas.microsoft.com/office/drawing/2014/main" id="{F617E725-63A7-4826-65F2-2A754276A1F1}"/>
                  </a:ext>
                </a:extLst>
              </p:cNvPr>
              <p:cNvSpPr/>
              <p:nvPr/>
            </p:nvSpPr>
            <p:spPr>
              <a:xfrm>
                <a:off x="3459827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9" name="ph5594">
                <a:extLst>
                  <a:ext uri="{FF2B5EF4-FFF2-40B4-BE49-F238E27FC236}">
                    <a16:creationId xmlns:a16="http://schemas.microsoft.com/office/drawing/2014/main" id="{7829A4C9-881D-4227-F2C7-4371032BACB6}"/>
                  </a:ext>
                </a:extLst>
              </p:cNvPr>
              <p:cNvSpPr/>
              <p:nvPr/>
            </p:nvSpPr>
            <p:spPr>
              <a:xfrm>
                <a:off x="346926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0" name="ph5595">
                <a:extLst>
                  <a:ext uri="{FF2B5EF4-FFF2-40B4-BE49-F238E27FC236}">
                    <a16:creationId xmlns:a16="http://schemas.microsoft.com/office/drawing/2014/main" id="{98CF526C-3AAF-F120-A5D7-977F411458A2}"/>
                  </a:ext>
                </a:extLst>
              </p:cNvPr>
              <p:cNvSpPr/>
              <p:nvPr/>
            </p:nvSpPr>
            <p:spPr>
              <a:xfrm>
                <a:off x="347870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1" name="ph5596">
                <a:extLst>
                  <a:ext uri="{FF2B5EF4-FFF2-40B4-BE49-F238E27FC236}">
                    <a16:creationId xmlns:a16="http://schemas.microsoft.com/office/drawing/2014/main" id="{D8E1FB98-9FD6-A64D-451D-B7A3C9C73DD3}"/>
                  </a:ext>
                </a:extLst>
              </p:cNvPr>
              <p:cNvSpPr/>
              <p:nvPr/>
            </p:nvSpPr>
            <p:spPr>
              <a:xfrm>
                <a:off x="348814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2" name="ph5597">
                <a:extLst>
                  <a:ext uri="{FF2B5EF4-FFF2-40B4-BE49-F238E27FC236}">
                    <a16:creationId xmlns:a16="http://schemas.microsoft.com/office/drawing/2014/main" id="{E423CA9F-59BC-9021-DF19-1B544F81ABD7}"/>
                  </a:ext>
                </a:extLst>
              </p:cNvPr>
              <p:cNvSpPr/>
              <p:nvPr/>
            </p:nvSpPr>
            <p:spPr>
              <a:xfrm>
                <a:off x="3497588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3" name="ph5598">
                <a:extLst>
                  <a:ext uri="{FF2B5EF4-FFF2-40B4-BE49-F238E27FC236}">
                    <a16:creationId xmlns:a16="http://schemas.microsoft.com/office/drawing/2014/main" id="{AB3CA7A2-D912-C25C-B272-BB8FC2C87043}"/>
                  </a:ext>
                </a:extLst>
              </p:cNvPr>
              <p:cNvSpPr/>
              <p:nvPr/>
            </p:nvSpPr>
            <p:spPr>
              <a:xfrm>
                <a:off x="350702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4" name="ph5599">
                <a:extLst>
                  <a:ext uri="{FF2B5EF4-FFF2-40B4-BE49-F238E27FC236}">
                    <a16:creationId xmlns:a16="http://schemas.microsoft.com/office/drawing/2014/main" id="{31624823-A28C-74EC-CC9B-FA5E351BFAAA}"/>
                  </a:ext>
                </a:extLst>
              </p:cNvPr>
              <p:cNvSpPr/>
              <p:nvPr/>
            </p:nvSpPr>
            <p:spPr>
              <a:xfrm>
                <a:off x="351646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5" name="ph5600">
                <a:extLst>
                  <a:ext uri="{FF2B5EF4-FFF2-40B4-BE49-F238E27FC236}">
                    <a16:creationId xmlns:a16="http://schemas.microsoft.com/office/drawing/2014/main" id="{A9E5198D-B348-69D7-626D-F5EC11D59A7A}"/>
                  </a:ext>
                </a:extLst>
              </p:cNvPr>
              <p:cNvSpPr/>
              <p:nvPr/>
            </p:nvSpPr>
            <p:spPr>
              <a:xfrm>
                <a:off x="352590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6" name="ph5601">
                <a:extLst>
                  <a:ext uri="{FF2B5EF4-FFF2-40B4-BE49-F238E27FC236}">
                    <a16:creationId xmlns:a16="http://schemas.microsoft.com/office/drawing/2014/main" id="{5A0FAE20-9527-8C49-A502-BEB2F24212A4}"/>
                  </a:ext>
                </a:extLst>
              </p:cNvPr>
              <p:cNvSpPr/>
              <p:nvPr/>
            </p:nvSpPr>
            <p:spPr>
              <a:xfrm>
                <a:off x="3535349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7" name="ph5602">
                <a:extLst>
                  <a:ext uri="{FF2B5EF4-FFF2-40B4-BE49-F238E27FC236}">
                    <a16:creationId xmlns:a16="http://schemas.microsoft.com/office/drawing/2014/main" id="{3ACE891E-ED76-7B37-A5BF-44BC030CC8D5}"/>
                  </a:ext>
                </a:extLst>
              </p:cNvPr>
              <p:cNvSpPr/>
              <p:nvPr/>
            </p:nvSpPr>
            <p:spPr>
              <a:xfrm>
                <a:off x="354479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8" name="ph5603">
                <a:extLst>
                  <a:ext uri="{FF2B5EF4-FFF2-40B4-BE49-F238E27FC236}">
                    <a16:creationId xmlns:a16="http://schemas.microsoft.com/office/drawing/2014/main" id="{D836DEAE-7DA5-E6DA-966E-788025466000}"/>
                  </a:ext>
                </a:extLst>
              </p:cNvPr>
              <p:cNvSpPr/>
              <p:nvPr/>
            </p:nvSpPr>
            <p:spPr>
              <a:xfrm>
                <a:off x="355423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9" name="ph5604">
                <a:extLst>
                  <a:ext uri="{FF2B5EF4-FFF2-40B4-BE49-F238E27FC236}">
                    <a16:creationId xmlns:a16="http://schemas.microsoft.com/office/drawing/2014/main" id="{222476F2-2FDE-6692-D685-764460635FCC}"/>
                  </a:ext>
                </a:extLst>
              </p:cNvPr>
              <p:cNvSpPr/>
              <p:nvPr/>
            </p:nvSpPr>
            <p:spPr>
              <a:xfrm>
                <a:off x="356367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0" name="ph5605">
                <a:extLst>
                  <a:ext uri="{FF2B5EF4-FFF2-40B4-BE49-F238E27FC236}">
                    <a16:creationId xmlns:a16="http://schemas.microsoft.com/office/drawing/2014/main" id="{05AB8514-3195-BAB3-24F5-21D5655AFE08}"/>
                  </a:ext>
                </a:extLst>
              </p:cNvPr>
              <p:cNvSpPr/>
              <p:nvPr/>
            </p:nvSpPr>
            <p:spPr>
              <a:xfrm>
                <a:off x="357311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1" name="ph5606">
                <a:extLst>
                  <a:ext uri="{FF2B5EF4-FFF2-40B4-BE49-F238E27FC236}">
                    <a16:creationId xmlns:a16="http://schemas.microsoft.com/office/drawing/2014/main" id="{C05328FC-8BC6-C800-4BAF-9690A482F344}"/>
                  </a:ext>
                </a:extLst>
              </p:cNvPr>
              <p:cNvSpPr/>
              <p:nvPr/>
            </p:nvSpPr>
            <p:spPr>
              <a:xfrm>
                <a:off x="3582550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2" name="ph5607">
                <a:extLst>
                  <a:ext uri="{FF2B5EF4-FFF2-40B4-BE49-F238E27FC236}">
                    <a16:creationId xmlns:a16="http://schemas.microsoft.com/office/drawing/2014/main" id="{A8721C82-FA8E-5A51-10D7-32932A9C2334}"/>
                  </a:ext>
                </a:extLst>
              </p:cNvPr>
              <p:cNvSpPr/>
              <p:nvPr/>
            </p:nvSpPr>
            <p:spPr>
              <a:xfrm>
                <a:off x="359199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3" name="ph5608">
                <a:extLst>
                  <a:ext uri="{FF2B5EF4-FFF2-40B4-BE49-F238E27FC236}">
                    <a16:creationId xmlns:a16="http://schemas.microsoft.com/office/drawing/2014/main" id="{C4EC2B52-0F40-A12C-F05E-24FB15389ED8}"/>
                  </a:ext>
                </a:extLst>
              </p:cNvPr>
              <p:cNvSpPr/>
              <p:nvPr/>
            </p:nvSpPr>
            <p:spPr>
              <a:xfrm>
                <a:off x="360143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4" name="ph5609">
                <a:extLst>
                  <a:ext uri="{FF2B5EF4-FFF2-40B4-BE49-F238E27FC236}">
                    <a16:creationId xmlns:a16="http://schemas.microsoft.com/office/drawing/2014/main" id="{A74B7B25-8E35-2F0E-695B-24DC2AB5C31A}"/>
                  </a:ext>
                </a:extLst>
              </p:cNvPr>
              <p:cNvSpPr/>
              <p:nvPr/>
            </p:nvSpPr>
            <p:spPr>
              <a:xfrm>
                <a:off x="361087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5" name="ph5610">
                <a:extLst>
                  <a:ext uri="{FF2B5EF4-FFF2-40B4-BE49-F238E27FC236}">
                    <a16:creationId xmlns:a16="http://schemas.microsoft.com/office/drawing/2014/main" id="{947489A3-BDE3-7ED6-E0CD-B94BBB7BB33E}"/>
                  </a:ext>
                </a:extLst>
              </p:cNvPr>
              <p:cNvSpPr/>
              <p:nvPr/>
            </p:nvSpPr>
            <p:spPr>
              <a:xfrm>
                <a:off x="3620311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6" name="ph5611">
                <a:extLst>
                  <a:ext uri="{FF2B5EF4-FFF2-40B4-BE49-F238E27FC236}">
                    <a16:creationId xmlns:a16="http://schemas.microsoft.com/office/drawing/2014/main" id="{B723E4CF-C116-F86B-C7D9-9D62A2434916}"/>
                  </a:ext>
                </a:extLst>
              </p:cNvPr>
              <p:cNvSpPr/>
              <p:nvPr/>
            </p:nvSpPr>
            <p:spPr>
              <a:xfrm>
                <a:off x="362975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7" name="ph5612">
                <a:extLst>
                  <a:ext uri="{FF2B5EF4-FFF2-40B4-BE49-F238E27FC236}">
                    <a16:creationId xmlns:a16="http://schemas.microsoft.com/office/drawing/2014/main" id="{98AB1589-F7DD-10C7-1669-F174D3753125}"/>
                  </a:ext>
                </a:extLst>
              </p:cNvPr>
              <p:cNvSpPr/>
              <p:nvPr/>
            </p:nvSpPr>
            <p:spPr>
              <a:xfrm>
                <a:off x="363919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8" name="ph5613">
                <a:extLst>
                  <a:ext uri="{FF2B5EF4-FFF2-40B4-BE49-F238E27FC236}">
                    <a16:creationId xmlns:a16="http://schemas.microsoft.com/office/drawing/2014/main" id="{B86B7F66-E512-66A7-D026-9C1BD1EC2BBA}"/>
                  </a:ext>
                </a:extLst>
              </p:cNvPr>
              <p:cNvSpPr/>
              <p:nvPr/>
            </p:nvSpPr>
            <p:spPr>
              <a:xfrm>
                <a:off x="364863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9" name="ph5614">
                <a:extLst>
                  <a:ext uri="{FF2B5EF4-FFF2-40B4-BE49-F238E27FC236}">
                    <a16:creationId xmlns:a16="http://schemas.microsoft.com/office/drawing/2014/main" id="{77D72191-1B88-9DDF-8199-2FD733AB0765}"/>
                  </a:ext>
                </a:extLst>
              </p:cNvPr>
              <p:cNvSpPr/>
              <p:nvPr/>
            </p:nvSpPr>
            <p:spPr>
              <a:xfrm>
                <a:off x="3658072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0" name="ph5615">
                <a:extLst>
                  <a:ext uri="{FF2B5EF4-FFF2-40B4-BE49-F238E27FC236}">
                    <a16:creationId xmlns:a16="http://schemas.microsoft.com/office/drawing/2014/main" id="{A38F5E51-25C5-87E4-B835-1494150AEC94}"/>
                  </a:ext>
                </a:extLst>
              </p:cNvPr>
              <p:cNvSpPr/>
              <p:nvPr/>
            </p:nvSpPr>
            <p:spPr>
              <a:xfrm>
                <a:off x="3667513" y="148257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1" name="ph5616">
                <a:extLst>
                  <a:ext uri="{FF2B5EF4-FFF2-40B4-BE49-F238E27FC236}">
                    <a16:creationId xmlns:a16="http://schemas.microsoft.com/office/drawing/2014/main" id="{DC83360E-B593-E343-C1AA-5B8A314307DA}"/>
                  </a:ext>
                </a:extLst>
              </p:cNvPr>
              <p:cNvSpPr/>
              <p:nvPr/>
            </p:nvSpPr>
            <p:spPr>
              <a:xfrm>
                <a:off x="3676953" y="150014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309"/>
                    </a:lnTo>
                    <a:lnTo>
                      <a:pt x="921343" y="911050"/>
                    </a:lnTo>
                    <a:lnTo>
                      <a:pt x="91887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2" name="ph5617">
                <a:extLst>
                  <a:ext uri="{FF2B5EF4-FFF2-40B4-BE49-F238E27FC236}">
                    <a16:creationId xmlns:a16="http://schemas.microsoft.com/office/drawing/2014/main" id="{895B0C90-C2CB-312A-C5B6-647128BB031F}"/>
                  </a:ext>
                </a:extLst>
              </p:cNvPr>
              <p:cNvSpPr/>
              <p:nvPr/>
            </p:nvSpPr>
            <p:spPr>
              <a:xfrm>
                <a:off x="3686393" y="1482570"/>
                <a:ext cx="920873" cy="924879"/>
              </a:xfrm>
              <a:custGeom>
                <a:avLst/>
                <a:gdLst/>
                <a:ahLst/>
                <a:cxnLst/>
                <a:rect l="0" t="0" r="0" b="0"/>
                <a:pathLst>
                  <a:path w="920873" h="924879">
                    <a:moveTo>
                      <a:pt x="914400" y="914400"/>
                    </a:moveTo>
                    <a:lnTo>
                      <a:pt x="920873" y="914400"/>
                    </a:lnTo>
                    <a:lnTo>
                      <a:pt x="920220" y="915532"/>
                    </a:lnTo>
                    <a:lnTo>
                      <a:pt x="916146" y="922262"/>
                    </a:lnTo>
                    <a:lnTo>
                      <a:pt x="914400" y="92487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3" name="ph5618">
                <a:extLst>
                  <a:ext uri="{FF2B5EF4-FFF2-40B4-BE49-F238E27FC236}">
                    <a16:creationId xmlns:a16="http://schemas.microsoft.com/office/drawing/2014/main" id="{6FCEE9C3-9C8B-AC20-7352-F5A9404A5C4C}"/>
                  </a:ext>
                </a:extLst>
              </p:cNvPr>
              <p:cNvSpPr/>
              <p:nvPr/>
            </p:nvSpPr>
            <p:spPr>
              <a:xfrm>
                <a:off x="2128754" y="1465000"/>
                <a:ext cx="914400" cy="922478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2478">
                    <a:moveTo>
                      <a:pt x="914400" y="914400"/>
                    </a:moveTo>
                    <a:lnTo>
                      <a:pt x="914400" y="922478"/>
                    </a:lnTo>
                    <a:lnTo>
                      <a:pt x="911260" y="917493"/>
                    </a:lnTo>
                    <a:lnTo>
                      <a:pt x="909503" y="914400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4" name="ph5619">
                <a:extLst>
                  <a:ext uri="{FF2B5EF4-FFF2-40B4-BE49-F238E27FC236}">
                    <a16:creationId xmlns:a16="http://schemas.microsoft.com/office/drawing/2014/main" id="{9E765D1B-75AA-2CC2-0B1F-B97D070D5F68}"/>
                  </a:ext>
                </a:extLst>
              </p:cNvPr>
              <p:cNvSpPr/>
              <p:nvPr/>
            </p:nvSpPr>
            <p:spPr>
              <a:xfrm>
                <a:off x="212875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0967" y="931969"/>
                    </a:lnTo>
                    <a:lnTo>
                      <a:pt x="920273" y="931078"/>
                    </a:lnTo>
                    <a:lnTo>
                      <a:pt x="915673" y="924500"/>
                    </a:lnTo>
                    <a:lnTo>
                      <a:pt x="914400" y="922478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5" name="ph5620">
                <a:extLst>
                  <a:ext uri="{FF2B5EF4-FFF2-40B4-BE49-F238E27FC236}">
                    <a16:creationId xmlns:a16="http://schemas.microsoft.com/office/drawing/2014/main" id="{E7536A4D-1BBC-5B76-81D9-8ACE18FCD9FD}"/>
                  </a:ext>
                </a:extLst>
              </p:cNvPr>
              <p:cNvSpPr/>
              <p:nvPr/>
            </p:nvSpPr>
            <p:spPr>
              <a:xfrm>
                <a:off x="213819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6" name="ph5621">
                <a:extLst>
                  <a:ext uri="{FF2B5EF4-FFF2-40B4-BE49-F238E27FC236}">
                    <a16:creationId xmlns:a16="http://schemas.microsoft.com/office/drawing/2014/main" id="{29901C96-DA53-DA1C-8F53-EF1F832DFAE9}"/>
                  </a:ext>
                </a:extLst>
              </p:cNvPr>
              <p:cNvSpPr/>
              <p:nvPr/>
            </p:nvSpPr>
            <p:spPr>
              <a:xfrm>
                <a:off x="214763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7" name="ph5622">
                <a:extLst>
                  <a:ext uri="{FF2B5EF4-FFF2-40B4-BE49-F238E27FC236}">
                    <a16:creationId xmlns:a16="http://schemas.microsoft.com/office/drawing/2014/main" id="{A0AC92AE-38AD-C1A7-3AD8-20A38DF60967}"/>
                  </a:ext>
                </a:extLst>
              </p:cNvPr>
              <p:cNvSpPr/>
              <p:nvPr/>
            </p:nvSpPr>
            <p:spPr>
              <a:xfrm>
                <a:off x="215707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8" name="ph5623">
                <a:extLst>
                  <a:ext uri="{FF2B5EF4-FFF2-40B4-BE49-F238E27FC236}">
                    <a16:creationId xmlns:a16="http://schemas.microsoft.com/office/drawing/2014/main" id="{74FE6FE8-BCAA-6982-D9EB-D6CCD7B86160}"/>
                  </a:ext>
                </a:extLst>
              </p:cNvPr>
              <p:cNvSpPr/>
              <p:nvPr/>
            </p:nvSpPr>
            <p:spPr>
              <a:xfrm>
                <a:off x="216651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9" name="ph5624">
                <a:extLst>
                  <a:ext uri="{FF2B5EF4-FFF2-40B4-BE49-F238E27FC236}">
                    <a16:creationId xmlns:a16="http://schemas.microsoft.com/office/drawing/2014/main" id="{DBC46560-D11A-B1EB-6928-E149D48F1FCC}"/>
                  </a:ext>
                </a:extLst>
              </p:cNvPr>
              <p:cNvSpPr/>
              <p:nvPr/>
            </p:nvSpPr>
            <p:spPr>
              <a:xfrm>
                <a:off x="217595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0" name="ph5625">
                <a:extLst>
                  <a:ext uri="{FF2B5EF4-FFF2-40B4-BE49-F238E27FC236}">
                    <a16:creationId xmlns:a16="http://schemas.microsoft.com/office/drawing/2014/main" id="{11791008-F2DB-7F07-5584-849BD30D7B46}"/>
                  </a:ext>
                </a:extLst>
              </p:cNvPr>
              <p:cNvSpPr/>
              <p:nvPr/>
            </p:nvSpPr>
            <p:spPr>
              <a:xfrm>
                <a:off x="218539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1" name="ph5626">
                <a:extLst>
                  <a:ext uri="{FF2B5EF4-FFF2-40B4-BE49-F238E27FC236}">
                    <a16:creationId xmlns:a16="http://schemas.microsoft.com/office/drawing/2014/main" id="{6E2343E5-91C3-74D7-75FD-B09ED82CDC60}"/>
                  </a:ext>
                </a:extLst>
              </p:cNvPr>
              <p:cNvSpPr/>
              <p:nvPr/>
            </p:nvSpPr>
            <p:spPr>
              <a:xfrm>
                <a:off x="219483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2" name="ph5627">
                <a:extLst>
                  <a:ext uri="{FF2B5EF4-FFF2-40B4-BE49-F238E27FC236}">
                    <a16:creationId xmlns:a16="http://schemas.microsoft.com/office/drawing/2014/main" id="{0056A310-A8DF-1FCF-C23A-0310DD89EF3C}"/>
                  </a:ext>
                </a:extLst>
              </p:cNvPr>
              <p:cNvSpPr/>
              <p:nvPr/>
            </p:nvSpPr>
            <p:spPr>
              <a:xfrm>
                <a:off x="220427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3" name="ph5628">
                <a:extLst>
                  <a:ext uri="{FF2B5EF4-FFF2-40B4-BE49-F238E27FC236}">
                    <a16:creationId xmlns:a16="http://schemas.microsoft.com/office/drawing/2014/main" id="{7AE93614-4A87-5109-6784-C9997A96B655}"/>
                  </a:ext>
                </a:extLst>
              </p:cNvPr>
              <p:cNvSpPr/>
              <p:nvPr/>
            </p:nvSpPr>
            <p:spPr>
              <a:xfrm>
                <a:off x="221371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4" name="ph5629">
                <a:extLst>
                  <a:ext uri="{FF2B5EF4-FFF2-40B4-BE49-F238E27FC236}">
                    <a16:creationId xmlns:a16="http://schemas.microsoft.com/office/drawing/2014/main" id="{7D6EEF8F-92C6-C8AA-E27B-D0900280F2E9}"/>
                  </a:ext>
                </a:extLst>
              </p:cNvPr>
              <p:cNvSpPr/>
              <p:nvPr/>
            </p:nvSpPr>
            <p:spPr>
              <a:xfrm>
                <a:off x="222315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5" name="ph5630">
                <a:extLst>
                  <a:ext uri="{FF2B5EF4-FFF2-40B4-BE49-F238E27FC236}">
                    <a16:creationId xmlns:a16="http://schemas.microsoft.com/office/drawing/2014/main" id="{5F818D32-9154-14C6-69C5-0FC1FCF44106}"/>
                  </a:ext>
                </a:extLst>
              </p:cNvPr>
              <p:cNvSpPr/>
              <p:nvPr/>
            </p:nvSpPr>
            <p:spPr>
              <a:xfrm>
                <a:off x="223259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6" name="ph5631">
                <a:extLst>
                  <a:ext uri="{FF2B5EF4-FFF2-40B4-BE49-F238E27FC236}">
                    <a16:creationId xmlns:a16="http://schemas.microsoft.com/office/drawing/2014/main" id="{01DCA17B-D453-7E53-4946-16670F5E65C9}"/>
                  </a:ext>
                </a:extLst>
              </p:cNvPr>
              <p:cNvSpPr/>
              <p:nvPr/>
            </p:nvSpPr>
            <p:spPr>
              <a:xfrm>
                <a:off x="224203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7" name="ph5632">
                <a:extLst>
                  <a:ext uri="{FF2B5EF4-FFF2-40B4-BE49-F238E27FC236}">
                    <a16:creationId xmlns:a16="http://schemas.microsoft.com/office/drawing/2014/main" id="{FBD3130E-9C69-5859-4C1F-DCCD504DBB39}"/>
                  </a:ext>
                </a:extLst>
              </p:cNvPr>
              <p:cNvSpPr/>
              <p:nvPr/>
            </p:nvSpPr>
            <p:spPr>
              <a:xfrm>
                <a:off x="225147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8" name="ph5633">
                <a:extLst>
                  <a:ext uri="{FF2B5EF4-FFF2-40B4-BE49-F238E27FC236}">
                    <a16:creationId xmlns:a16="http://schemas.microsoft.com/office/drawing/2014/main" id="{C767FC93-B219-4B03-C004-F19C9F78C584}"/>
                  </a:ext>
                </a:extLst>
              </p:cNvPr>
              <p:cNvSpPr/>
              <p:nvPr/>
            </p:nvSpPr>
            <p:spPr>
              <a:xfrm>
                <a:off x="226091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9" name="ph5634">
                <a:extLst>
                  <a:ext uri="{FF2B5EF4-FFF2-40B4-BE49-F238E27FC236}">
                    <a16:creationId xmlns:a16="http://schemas.microsoft.com/office/drawing/2014/main" id="{949BC876-9EB7-C88B-F56A-3E6310B2DFDD}"/>
                  </a:ext>
                </a:extLst>
              </p:cNvPr>
              <p:cNvSpPr/>
              <p:nvPr/>
            </p:nvSpPr>
            <p:spPr>
              <a:xfrm>
                <a:off x="227035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0" name="ph5635">
                <a:extLst>
                  <a:ext uri="{FF2B5EF4-FFF2-40B4-BE49-F238E27FC236}">
                    <a16:creationId xmlns:a16="http://schemas.microsoft.com/office/drawing/2014/main" id="{FF4FB53F-27CC-8D66-1E8A-F5053C1D0BE2}"/>
                  </a:ext>
                </a:extLst>
              </p:cNvPr>
              <p:cNvSpPr/>
              <p:nvPr/>
            </p:nvSpPr>
            <p:spPr>
              <a:xfrm>
                <a:off x="227979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1" name="ph5636">
                <a:extLst>
                  <a:ext uri="{FF2B5EF4-FFF2-40B4-BE49-F238E27FC236}">
                    <a16:creationId xmlns:a16="http://schemas.microsoft.com/office/drawing/2014/main" id="{7F6F6B4B-710D-2791-4818-1143439C4DCA}"/>
                  </a:ext>
                </a:extLst>
              </p:cNvPr>
              <p:cNvSpPr/>
              <p:nvPr/>
            </p:nvSpPr>
            <p:spPr>
              <a:xfrm>
                <a:off x="228923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2" name="ph5637">
                <a:extLst>
                  <a:ext uri="{FF2B5EF4-FFF2-40B4-BE49-F238E27FC236}">
                    <a16:creationId xmlns:a16="http://schemas.microsoft.com/office/drawing/2014/main" id="{A16DDD2F-FEF6-D6F4-FC02-BD9866F3F6BA}"/>
                  </a:ext>
                </a:extLst>
              </p:cNvPr>
              <p:cNvSpPr/>
              <p:nvPr/>
            </p:nvSpPr>
            <p:spPr>
              <a:xfrm>
                <a:off x="229867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3" name="ph5638">
                <a:extLst>
                  <a:ext uri="{FF2B5EF4-FFF2-40B4-BE49-F238E27FC236}">
                    <a16:creationId xmlns:a16="http://schemas.microsoft.com/office/drawing/2014/main" id="{3E4602A8-CDE8-882F-4602-11F18BCE9B25}"/>
                  </a:ext>
                </a:extLst>
              </p:cNvPr>
              <p:cNvSpPr/>
              <p:nvPr/>
            </p:nvSpPr>
            <p:spPr>
              <a:xfrm>
                <a:off x="230811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4" name="ph5639">
                <a:extLst>
                  <a:ext uri="{FF2B5EF4-FFF2-40B4-BE49-F238E27FC236}">
                    <a16:creationId xmlns:a16="http://schemas.microsoft.com/office/drawing/2014/main" id="{0843E3AC-ED87-74CD-0C6D-5C5AEDCDABA9}"/>
                  </a:ext>
                </a:extLst>
              </p:cNvPr>
              <p:cNvSpPr/>
              <p:nvPr/>
            </p:nvSpPr>
            <p:spPr>
              <a:xfrm>
                <a:off x="231755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5" name="ph5640">
                <a:extLst>
                  <a:ext uri="{FF2B5EF4-FFF2-40B4-BE49-F238E27FC236}">
                    <a16:creationId xmlns:a16="http://schemas.microsoft.com/office/drawing/2014/main" id="{5741D359-6412-85A1-11C0-1C73AD693678}"/>
                  </a:ext>
                </a:extLst>
              </p:cNvPr>
              <p:cNvSpPr/>
              <p:nvPr/>
            </p:nvSpPr>
            <p:spPr>
              <a:xfrm>
                <a:off x="232699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6" name="ph5641">
                <a:extLst>
                  <a:ext uri="{FF2B5EF4-FFF2-40B4-BE49-F238E27FC236}">
                    <a16:creationId xmlns:a16="http://schemas.microsoft.com/office/drawing/2014/main" id="{EA422C03-4809-6E38-E17D-0FF4F06A9F88}"/>
                  </a:ext>
                </a:extLst>
              </p:cNvPr>
              <p:cNvSpPr/>
              <p:nvPr/>
            </p:nvSpPr>
            <p:spPr>
              <a:xfrm>
                <a:off x="233643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7" name="ph5642">
                <a:extLst>
                  <a:ext uri="{FF2B5EF4-FFF2-40B4-BE49-F238E27FC236}">
                    <a16:creationId xmlns:a16="http://schemas.microsoft.com/office/drawing/2014/main" id="{3003D3C4-A1E6-04B8-22AB-2337C1B46286}"/>
                  </a:ext>
                </a:extLst>
              </p:cNvPr>
              <p:cNvSpPr/>
              <p:nvPr/>
            </p:nvSpPr>
            <p:spPr>
              <a:xfrm>
                <a:off x="234587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8" name="ph5643">
                <a:extLst>
                  <a:ext uri="{FF2B5EF4-FFF2-40B4-BE49-F238E27FC236}">
                    <a16:creationId xmlns:a16="http://schemas.microsoft.com/office/drawing/2014/main" id="{9F5F94CA-736A-1608-B0E8-49E22A585CE0}"/>
                  </a:ext>
                </a:extLst>
              </p:cNvPr>
              <p:cNvSpPr/>
              <p:nvPr/>
            </p:nvSpPr>
            <p:spPr>
              <a:xfrm>
                <a:off x="235531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9" name="ph5644">
                <a:extLst>
                  <a:ext uri="{FF2B5EF4-FFF2-40B4-BE49-F238E27FC236}">
                    <a16:creationId xmlns:a16="http://schemas.microsoft.com/office/drawing/2014/main" id="{54013909-EC25-5B0A-4380-23D980D7E29C}"/>
                  </a:ext>
                </a:extLst>
              </p:cNvPr>
              <p:cNvSpPr/>
              <p:nvPr/>
            </p:nvSpPr>
            <p:spPr>
              <a:xfrm>
                <a:off x="236476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0" name="ph5645">
                <a:extLst>
                  <a:ext uri="{FF2B5EF4-FFF2-40B4-BE49-F238E27FC236}">
                    <a16:creationId xmlns:a16="http://schemas.microsoft.com/office/drawing/2014/main" id="{6E0EC96D-B119-D0B3-57AA-EBBB5F95FD0D}"/>
                  </a:ext>
                </a:extLst>
              </p:cNvPr>
              <p:cNvSpPr/>
              <p:nvPr/>
            </p:nvSpPr>
            <p:spPr>
              <a:xfrm>
                <a:off x="237420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1" name="ph5646">
                <a:extLst>
                  <a:ext uri="{FF2B5EF4-FFF2-40B4-BE49-F238E27FC236}">
                    <a16:creationId xmlns:a16="http://schemas.microsoft.com/office/drawing/2014/main" id="{F7446303-5A5F-CF4A-627A-D72B15197CB8}"/>
                  </a:ext>
                </a:extLst>
              </p:cNvPr>
              <p:cNvSpPr/>
              <p:nvPr/>
            </p:nvSpPr>
            <p:spPr>
              <a:xfrm>
                <a:off x="238364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2" name="ph5647">
                <a:extLst>
                  <a:ext uri="{FF2B5EF4-FFF2-40B4-BE49-F238E27FC236}">
                    <a16:creationId xmlns:a16="http://schemas.microsoft.com/office/drawing/2014/main" id="{D4AAFDBB-59F8-4E85-2F6A-18D996344E49}"/>
                  </a:ext>
                </a:extLst>
              </p:cNvPr>
              <p:cNvSpPr/>
              <p:nvPr/>
            </p:nvSpPr>
            <p:spPr>
              <a:xfrm>
                <a:off x="2402521" y="1482570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399" y="896830"/>
                    </a:lnTo>
                    <a:lnTo>
                      <a:pt x="914399" y="904815"/>
                    </a:lnTo>
                    <a:lnTo>
                      <a:pt x="913804" y="906688"/>
                    </a:lnTo>
                    <a:lnTo>
                      <a:pt x="914399" y="908030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3" name="ph5648">
                <a:extLst>
                  <a:ext uri="{FF2B5EF4-FFF2-40B4-BE49-F238E27FC236}">
                    <a16:creationId xmlns:a16="http://schemas.microsoft.com/office/drawing/2014/main" id="{422F4EE0-5309-4CBB-BC5B-005AAB8A21D1}"/>
                  </a:ext>
                </a:extLst>
              </p:cNvPr>
              <p:cNvSpPr/>
              <p:nvPr/>
            </p:nvSpPr>
            <p:spPr>
              <a:xfrm>
                <a:off x="2402521" y="1482570"/>
                <a:ext cx="91701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12" h="914400">
                    <a:moveTo>
                      <a:pt x="914399" y="914400"/>
                    </a:moveTo>
                    <a:lnTo>
                      <a:pt x="914399" y="908030"/>
                    </a:lnTo>
                    <a:lnTo>
                      <a:pt x="915145" y="909709"/>
                    </a:lnTo>
                    <a:lnTo>
                      <a:pt x="917012" y="914400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4" name="ph5649">
                <a:extLst>
                  <a:ext uri="{FF2B5EF4-FFF2-40B4-BE49-F238E27FC236}">
                    <a16:creationId xmlns:a16="http://schemas.microsoft.com/office/drawing/2014/main" id="{D688AF06-A686-4FC5-1CA8-208ABDA2B1C2}"/>
                  </a:ext>
                </a:extLst>
              </p:cNvPr>
              <p:cNvSpPr/>
              <p:nvPr/>
            </p:nvSpPr>
            <p:spPr>
              <a:xfrm>
                <a:off x="2402521" y="1465000"/>
                <a:ext cx="916914" cy="922385"/>
              </a:xfrm>
              <a:custGeom>
                <a:avLst/>
                <a:gdLst/>
                <a:ahLst/>
                <a:cxnLst/>
                <a:rect l="0" t="0" r="0" b="0"/>
                <a:pathLst>
                  <a:path w="916914" h="922385">
                    <a:moveTo>
                      <a:pt x="914399" y="914400"/>
                    </a:moveTo>
                    <a:lnTo>
                      <a:pt x="916914" y="914400"/>
                    </a:lnTo>
                    <a:lnTo>
                      <a:pt x="916719" y="915091"/>
                    </a:lnTo>
                    <a:lnTo>
                      <a:pt x="914399" y="922385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5" name="ph5650">
                <a:extLst>
                  <a:ext uri="{FF2B5EF4-FFF2-40B4-BE49-F238E27FC236}">
                    <a16:creationId xmlns:a16="http://schemas.microsoft.com/office/drawing/2014/main" id="{4C881BDD-C01D-073F-5FA9-C044AB64F4C4}"/>
                  </a:ext>
                </a:extLst>
              </p:cNvPr>
              <p:cNvSpPr/>
              <p:nvPr/>
            </p:nvSpPr>
            <p:spPr>
              <a:xfrm>
                <a:off x="3110538" y="146500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229" y="931969"/>
                    </a:lnTo>
                    <a:lnTo>
                      <a:pt x="908412" y="928249"/>
                    </a:lnTo>
                    <a:lnTo>
                      <a:pt x="909252" y="917423"/>
                    </a:lnTo>
                    <a:lnTo>
                      <a:pt x="909574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6" name="ph5651">
                <a:extLst>
                  <a:ext uri="{FF2B5EF4-FFF2-40B4-BE49-F238E27FC236}">
                    <a16:creationId xmlns:a16="http://schemas.microsoft.com/office/drawing/2014/main" id="{31AA432B-1BB8-0A36-A641-5475D3F6DF37}"/>
                  </a:ext>
                </a:extLst>
              </p:cNvPr>
              <p:cNvSpPr/>
              <p:nvPr/>
            </p:nvSpPr>
            <p:spPr>
              <a:xfrm>
                <a:off x="311053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7" name="ph5652">
                <a:extLst>
                  <a:ext uri="{FF2B5EF4-FFF2-40B4-BE49-F238E27FC236}">
                    <a16:creationId xmlns:a16="http://schemas.microsoft.com/office/drawing/2014/main" id="{0982980F-3B69-3E58-19FC-2B95101329C3}"/>
                  </a:ext>
                </a:extLst>
              </p:cNvPr>
              <p:cNvSpPr/>
              <p:nvPr/>
            </p:nvSpPr>
            <p:spPr>
              <a:xfrm>
                <a:off x="311997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8" name="ph5653">
                <a:extLst>
                  <a:ext uri="{FF2B5EF4-FFF2-40B4-BE49-F238E27FC236}">
                    <a16:creationId xmlns:a16="http://schemas.microsoft.com/office/drawing/2014/main" id="{48D844BF-E432-3449-A621-0A1B81702606}"/>
                  </a:ext>
                </a:extLst>
              </p:cNvPr>
              <p:cNvSpPr/>
              <p:nvPr/>
            </p:nvSpPr>
            <p:spPr>
              <a:xfrm>
                <a:off x="312941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9" name="ph5654">
                <a:extLst>
                  <a:ext uri="{FF2B5EF4-FFF2-40B4-BE49-F238E27FC236}">
                    <a16:creationId xmlns:a16="http://schemas.microsoft.com/office/drawing/2014/main" id="{8E96D90B-F067-E6D8-303D-01ABEC0587D1}"/>
                  </a:ext>
                </a:extLst>
              </p:cNvPr>
              <p:cNvSpPr/>
              <p:nvPr/>
            </p:nvSpPr>
            <p:spPr>
              <a:xfrm>
                <a:off x="313885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0" name="ph5655">
                <a:extLst>
                  <a:ext uri="{FF2B5EF4-FFF2-40B4-BE49-F238E27FC236}">
                    <a16:creationId xmlns:a16="http://schemas.microsoft.com/office/drawing/2014/main" id="{80F72F00-C1A6-3170-2391-3E7104301522}"/>
                  </a:ext>
                </a:extLst>
              </p:cNvPr>
              <p:cNvSpPr/>
              <p:nvPr/>
            </p:nvSpPr>
            <p:spPr>
              <a:xfrm>
                <a:off x="314829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1" name="ph5656">
                <a:extLst>
                  <a:ext uri="{FF2B5EF4-FFF2-40B4-BE49-F238E27FC236}">
                    <a16:creationId xmlns:a16="http://schemas.microsoft.com/office/drawing/2014/main" id="{7DB83699-22F8-22B0-B252-C5CB30B584E3}"/>
                  </a:ext>
                </a:extLst>
              </p:cNvPr>
              <p:cNvSpPr/>
              <p:nvPr/>
            </p:nvSpPr>
            <p:spPr>
              <a:xfrm>
                <a:off x="315774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2" name="ph5657">
                <a:extLst>
                  <a:ext uri="{FF2B5EF4-FFF2-40B4-BE49-F238E27FC236}">
                    <a16:creationId xmlns:a16="http://schemas.microsoft.com/office/drawing/2014/main" id="{CF48E9F4-F880-2441-AEBD-918F3A5603DD}"/>
                  </a:ext>
                </a:extLst>
              </p:cNvPr>
              <p:cNvSpPr/>
              <p:nvPr/>
            </p:nvSpPr>
            <p:spPr>
              <a:xfrm>
                <a:off x="316718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3" name="ph5658">
                <a:extLst>
                  <a:ext uri="{FF2B5EF4-FFF2-40B4-BE49-F238E27FC236}">
                    <a16:creationId xmlns:a16="http://schemas.microsoft.com/office/drawing/2014/main" id="{EC5555BE-F8E4-DD8F-0CB0-F2CD94431466}"/>
                  </a:ext>
                </a:extLst>
              </p:cNvPr>
              <p:cNvSpPr/>
              <p:nvPr/>
            </p:nvSpPr>
            <p:spPr>
              <a:xfrm>
                <a:off x="317662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4" name="ph5659">
                <a:extLst>
                  <a:ext uri="{FF2B5EF4-FFF2-40B4-BE49-F238E27FC236}">
                    <a16:creationId xmlns:a16="http://schemas.microsoft.com/office/drawing/2014/main" id="{0A345E86-FF5D-EF05-EB7E-59F641D78278}"/>
                  </a:ext>
                </a:extLst>
              </p:cNvPr>
              <p:cNvSpPr/>
              <p:nvPr/>
            </p:nvSpPr>
            <p:spPr>
              <a:xfrm>
                <a:off x="318606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5" name="ph5660">
                <a:extLst>
                  <a:ext uri="{FF2B5EF4-FFF2-40B4-BE49-F238E27FC236}">
                    <a16:creationId xmlns:a16="http://schemas.microsoft.com/office/drawing/2014/main" id="{C62A7AA3-1D6E-8BCE-72C9-A95F4BE2F5B3}"/>
                  </a:ext>
                </a:extLst>
              </p:cNvPr>
              <p:cNvSpPr/>
              <p:nvPr/>
            </p:nvSpPr>
            <p:spPr>
              <a:xfrm>
                <a:off x="319550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6" name="ph5661">
                <a:extLst>
                  <a:ext uri="{FF2B5EF4-FFF2-40B4-BE49-F238E27FC236}">
                    <a16:creationId xmlns:a16="http://schemas.microsoft.com/office/drawing/2014/main" id="{44571D02-BAF0-27E9-D379-216029A1C347}"/>
                  </a:ext>
                </a:extLst>
              </p:cNvPr>
              <p:cNvSpPr/>
              <p:nvPr/>
            </p:nvSpPr>
            <p:spPr>
              <a:xfrm>
                <a:off x="320494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7" name="ph5662">
                <a:extLst>
                  <a:ext uri="{FF2B5EF4-FFF2-40B4-BE49-F238E27FC236}">
                    <a16:creationId xmlns:a16="http://schemas.microsoft.com/office/drawing/2014/main" id="{492CAC05-637D-66F9-41E8-75FBDE803FE1}"/>
                  </a:ext>
                </a:extLst>
              </p:cNvPr>
              <p:cNvSpPr/>
              <p:nvPr/>
            </p:nvSpPr>
            <p:spPr>
              <a:xfrm>
                <a:off x="321438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8" name="ph5663">
                <a:extLst>
                  <a:ext uri="{FF2B5EF4-FFF2-40B4-BE49-F238E27FC236}">
                    <a16:creationId xmlns:a16="http://schemas.microsoft.com/office/drawing/2014/main" id="{FC169BBB-01AC-2395-77B6-3DC1ADA73A7A}"/>
                  </a:ext>
                </a:extLst>
              </p:cNvPr>
              <p:cNvSpPr/>
              <p:nvPr/>
            </p:nvSpPr>
            <p:spPr>
              <a:xfrm>
                <a:off x="322382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9" name="ph5664">
                <a:extLst>
                  <a:ext uri="{FF2B5EF4-FFF2-40B4-BE49-F238E27FC236}">
                    <a16:creationId xmlns:a16="http://schemas.microsoft.com/office/drawing/2014/main" id="{6284CB2F-D199-40F1-B90D-0D7262FBB02C}"/>
                  </a:ext>
                </a:extLst>
              </p:cNvPr>
              <p:cNvSpPr/>
              <p:nvPr/>
            </p:nvSpPr>
            <p:spPr>
              <a:xfrm>
                <a:off x="323326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0" name="ph5665">
                <a:extLst>
                  <a:ext uri="{FF2B5EF4-FFF2-40B4-BE49-F238E27FC236}">
                    <a16:creationId xmlns:a16="http://schemas.microsoft.com/office/drawing/2014/main" id="{EFB597B0-5231-89B8-24A2-F55C8CA5C838}"/>
                  </a:ext>
                </a:extLst>
              </p:cNvPr>
              <p:cNvSpPr/>
              <p:nvPr/>
            </p:nvSpPr>
            <p:spPr>
              <a:xfrm>
                <a:off x="324270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1" name="ph5666">
                <a:extLst>
                  <a:ext uri="{FF2B5EF4-FFF2-40B4-BE49-F238E27FC236}">
                    <a16:creationId xmlns:a16="http://schemas.microsoft.com/office/drawing/2014/main" id="{31DF88CC-33AE-B810-819C-7EC8BEDE5450}"/>
                  </a:ext>
                </a:extLst>
              </p:cNvPr>
              <p:cNvSpPr/>
              <p:nvPr/>
            </p:nvSpPr>
            <p:spPr>
              <a:xfrm>
                <a:off x="325214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2" name="ph5667">
                <a:extLst>
                  <a:ext uri="{FF2B5EF4-FFF2-40B4-BE49-F238E27FC236}">
                    <a16:creationId xmlns:a16="http://schemas.microsoft.com/office/drawing/2014/main" id="{6E7216F6-3F3D-A56F-14C3-BCE4478FED7F}"/>
                  </a:ext>
                </a:extLst>
              </p:cNvPr>
              <p:cNvSpPr/>
              <p:nvPr/>
            </p:nvSpPr>
            <p:spPr>
              <a:xfrm>
                <a:off x="326158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3" name="ph5668">
                <a:extLst>
                  <a:ext uri="{FF2B5EF4-FFF2-40B4-BE49-F238E27FC236}">
                    <a16:creationId xmlns:a16="http://schemas.microsoft.com/office/drawing/2014/main" id="{2153EE0C-3A8C-CBAC-A37B-1153505E6146}"/>
                  </a:ext>
                </a:extLst>
              </p:cNvPr>
              <p:cNvSpPr/>
              <p:nvPr/>
            </p:nvSpPr>
            <p:spPr>
              <a:xfrm>
                <a:off x="327102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4" name="ph5669">
                <a:extLst>
                  <a:ext uri="{FF2B5EF4-FFF2-40B4-BE49-F238E27FC236}">
                    <a16:creationId xmlns:a16="http://schemas.microsoft.com/office/drawing/2014/main" id="{AC31EAB4-2E92-1D96-B6F4-0E992263ED20}"/>
                  </a:ext>
                </a:extLst>
              </p:cNvPr>
              <p:cNvSpPr/>
              <p:nvPr/>
            </p:nvSpPr>
            <p:spPr>
              <a:xfrm>
                <a:off x="328046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5" name="ph5670">
                <a:extLst>
                  <a:ext uri="{FF2B5EF4-FFF2-40B4-BE49-F238E27FC236}">
                    <a16:creationId xmlns:a16="http://schemas.microsoft.com/office/drawing/2014/main" id="{D2D5042C-5A63-5454-C27B-38CA978415B7}"/>
                  </a:ext>
                </a:extLst>
              </p:cNvPr>
              <p:cNvSpPr/>
              <p:nvPr/>
            </p:nvSpPr>
            <p:spPr>
              <a:xfrm>
                <a:off x="328990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6" name="ph5671">
                <a:extLst>
                  <a:ext uri="{FF2B5EF4-FFF2-40B4-BE49-F238E27FC236}">
                    <a16:creationId xmlns:a16="http://schemas.microsoft.com/office/drawing/2014/main" id="{FEA9A1D8-7975-11B5-B9F6-F29DD1C4EA74}"/>
                  </a:ext>
                </a:extLst>
              </p:cNvPr>
              <p:cNvSpPr/>
              <p:nvPr/>
            </p:nvSpPr>
            <p:spPr>
              <a:xfrm>
                <a:off x="329934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7" name="ph5672">
                <a:extLst>
                  <a:ext uri="{FF2B5EF4-FFF2-40B4-BE49-F238E27FC236}">
                    <a16:creationId xmlns:a16="http://schemas.microsoft.com/office/drawing/2014/main" id="{C8D0E649-D68C-64C1-0688-D9CA9EAB2267}"/>
                  </a:ext>
                </a:extLst>
              </p:cNvPr>
              <p:cNvSpPr/>
              <p:nvPr/>
            </p:nvSpPr>
            <p:spPr>
              <a:xfrm>
                <a:off x="330878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8" name="ph5673">
                <a:extLst>
                  <a:ext uri="{FF2B5EF4-FFF2-40B4-BE49-F238E27FC236}">
                    <a16:creationId xmlns:a16="http://schemas.microsoft.com/office/drawing/2014/main" id="{ABA2B250-32F7-5234-2E03-2E61B025EAC7}"/>
                  </a:ext>
                </a:extLst>
              </p:cNvPr>
              <p:cNvSpPr/>
              <p:nvPr/>
            </p:nvSpPr>
            <p:spPr>
              <a:xfrm>
                <a:off x="331822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9" name="ph5674">
                <a:extLst>
                  <a:ext uri="{FF2B5EF4-FFF2-40B4-BE49-F238E27FC236}">
                    <a16:creationId xmlns:a16="http://schemas.microsoft.com/office/drawing/2014/main" id="{5DD63505-160E-833C-026C-559E03E15967}"/>
                  </a:ext>
                </a:extLst>
              </p:cNvPr>
              <p:cNvSpPr/>
              <p:nvPr/>
            </p:nvSpPr>
            <p:spPr>
              <a:xfrm>
                <a:off x="332766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0" name="ph5675">
                <a:extLst>
                  <a:ext uri="{FF2B5EF4-FFF2-40B4-BE49-F238E27FC236}">
                    <a16:creationId xmlns:a16="http://schemas.microsoft.com/office/drawing/2014/main" id="{071531C7-99AA-F4C8-BFDD-E7774C64A018}"/>
                  </a:ext>
                </a:extLst>
              </p:cNvPr>
              <p:cNvSpPr/>
              <p:nvPr/>
            </p:nvSpPr>
            <p:spPr>
              <a:xfrm>
                <a:off x="333710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1" name="ph5676">
                <a:extLst>
                  <a:ext uri="{FF2B5EF4-FFF2-40B4-BE49-F238E27FC236}">
                    <a16:creationId xmlns:a16="http://schemas.microsoft.com/office/drawing/2014/main" id="{68474C78-B5F7-FFFD-3231-52450EC8E1D6}"/>
                  </a:ext>
                </a:extLst>
              </p:cNvPr>
              <p:cNvSpPr/>
              <p:nvPr/>
            </p:nvSpPr>
            <p:spPr>
              <a:xfrm>
                <a:off x="3346544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2" name="ph5677">
                <a:extLst>
                  <a:ext uri="{FF2B5EF4-FFF2-40B4-BE49-F238E27FC236}">
                    <a16:creationId xmlns:a16="http://schemas.microsoft.com/office/drawing/2014/main" id="{E7061B72-3966-BE70-9995-9BB9C88A7266}"/>
                  </a:ext>
                </a:extLst>
              </p:cNvPr>
              <p:cNvSpPr/>
              <p:nvPr/>
            </p:nvSpPr>
            <p:spPr>
              <a:xfrm>
                <a:off x="335598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3" name="ph5678">
                <a:extLst>
                  <a:ext uri="{FF2B5EF4-FFF2-40B4-BE49-F238E27FC236}">
                    <a16:creationId xmlns:a16="http://schemas.microsoft.com/office/drawing/2014/main" id="{93354BE0-F347-763A-9275-986B25CF0B76}"/>
                  </a:ext>
                </a:extLst>
              </p:cNvPr>
              <p:cNvSpPr/>
              <p:nvPr/>
            </p:nvSpPr>
            <p:spPr>
              <a:xfrm>
                <a:off x="336542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4" name="ph5679">
                <a:extLst>
                  <a:ext uri="{FF2B5EF4-FFF2-40B4-BE49-F238E27FC236}">
                    <a16:creationId xmlns:a16="http://schemas.microsoft.com/office/drawing/2014/main" id="{771A67F3-90EE-29ED-CA07-6C71BB30F237}"/>
                  </a:ext>
                </a:extLst>
              </p:cNvPr>
              <p:cNvSpPr/>
              <p:nvPr/>
            </p:nvSpPr>
            <p:spPr>
              <a:xfrm>
                <a:off x="337486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5" name="ph5680">
                <a:extLst>
                  <a:ext uri="{FF2B5EF4-FFF2-40B4-BE49-F238E27FC236}">
                    <a16:creationId xmlns:a16="http://schemas.microsoft.com/office/drawing/2014/main" id="{BA16978E-6A6F-3C80-41C9-7206CEBE587B}"/>
                  </a:ext>
                </a:extLst>
              </p:cNvPr>
              <p:cNvSpPr/>
              <p:nvPr/>
            </p:nvSpPr>
            <p:spPr>
              <a:xfrm>
                <a:off x="3384305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6" name="ph5681">
                <a:extLst>
                  <a:ext uri="{FF2B5EF4-FFF2-40B4-BE49-F238E27FC236}">
                    <a16:creationId xmlns:a16="http://schemas.microsoft.com/office/drawing/2014/main" id="{58D0ADBA-5124-FF9C-9188-21C3244E4A28}"/>
                  </a:ext>
                </a:extLst>
              </p:cNvPr>
              <p:cNvSpPr/>
              <p:nvPr/>
            </p:nvSpPr>
            <p:spPr>
              <a:xfrm>
                <a:off x="339374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7" name="ph5682">
                <a:extLst>
                  <a:ext uri="{FF2B5EF4-FFF2-40B4-BE49-F238E27FC236}">
                    <a16:creationId xmlns:a16="http://schemas.microsoft.com/office/drawing/2014/main" id="{6FB3B04E-A2F9-C1E1-3544-EEE7DEEF4160}"/>
                  </a:ext>
                </a:extLst>
              </p:cNvPr>
              <p:cNvSpPr/>
              <p:nvPr/>
            </p:nvSpPr>
            <p:spPr>
              <a:xfrm>
                <a:off x="340318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8" name="ph5683">
                <a:extLst>
                  <a:ext uri="{FF2B5EF4-FFF2-40B4-BE49-F238E27FC236}">
                    <a16:creationId xmlns:a16="http://schemas.microsoft.com/office/drawing/2014/main" id="{159A5885-2418-0A0D-E878-A9B1EBE74D79}"/>
                  </a:ext>
                </a:extLst>
              </p:cNvPr>
              <p:cNvSpPr/>
              <p:nvPr/>
            </p:nvSpPr>
            <p:spPr>
              <a:xfrm>
                <a:off x="341262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9" name="ph5684">
                <a:extLst>
                  <a:ext uri="{FF2B5EF4-FFF2-40B4-BE49-F238E27FC236}">
                    <a16:creationId xmlns:a16="http://schemas.microsoft.com/office/drawing/2014/main" id="{D405299D-E10B-BB7E-31BF-185734B910BF}"/>
                  </a:ext>
                </a:extLst>
              </p:cNvPr>
              <p:cNvSpPr/>
              <p:nvPr/>
            </p:nvSpPr>
            <p:spPr>
              <a:xfrm>
                <a:off x="3422066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0" name="ph5685">
                <a:extLst>
                  <a:ext uri="{FF2B5EF4-FFF2-40B4-BE49-F238E27FC236}">
                    <a16:creationId xmlns:a16="http://schemas.microsoft.com/office/drawing/2014/main" id="{29278B5B-9FFA-6C4B-4130-B4F6EF0CFABD}"/>
                  </a:ext>
                </a:extLst>
              </p:cNvPr>
              <p:cNvSpPr/>
              <p:nvPr/>
            </p:nvSpPr>
            <p:spPr>
              <a:xfrm>
                <a:off x="343150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1" name="ph5686">
                <a:extLst>
                  <a:ext uri="{FF2B5EF4-FFF2-40B4-BE49-F238E27FC236}">
                    <a16:creationId xmlns:a16="http://schemas.microsoft.com/office/drawing/2014/main" id="{01CE3C1B-D2D9-E87F-FC12-E876AD42BDA9}"/>
                  </a:ext>
                </a:extLst>
              </p:cNvPr>
              <p:cNvSpPr/>
              <p:nvPr/>
            </p:nvSpPr>
            <p:spPr>
              <a:xfrm>
                <a:off x="344094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2" name="ph5687">
                <a:extLst>
                  <a:ext uri="{FF2B5EF4-FFF2-40B4-BE49-F238E27FC236}">
                    <a16:creationId xmlns:a16="http://schemas.microsoft.com/office/drawing/2014/main" id="{EFB1961D-D6B0-1761-0BB0-35FB0FFE9841}"/>
                  </a:ext>
                </a:extLst>
              </p:cNvPr>
              <p:cNvSpPr/>
              <p:nvPr/>
            </p:nvSpPr>
            <p:spPr>
              <a:xfrm>
                <a:off x="345038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3" name="ph5688">
                <a:extLst>
                  <a:ext uri="{FF2B5EF4-FFF2-40B4-BE49-F238E27FC236}">
                    <a16:creationId xmlns:a16="http://schemas.microsoft.com/office/drawing/2014/main" id="{68D4CCAD-2684-0313-FC2F-7639C94030DA}"/>
                  </a:ext>
                </a:extLst>
              </p:cNvPr>
              <p:cNvSpPr/>
              <p:nvPr/>
            </p:nvSpPr>
            <p:spPr>
              <a:xfrm>
                <a:off x="3459827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4" name="ph5689">
                <a:extLst>
                  <a:ext uri="{FF2B5EF4-FFF2-40B4-BE49-F238E27FC236}">
                    <a16:creationId xmlns:a16="http://schemas.microsoft.com/office/drawing/2014/main" id="{303547EB-CE56-7927-E9DC-986708B1CA1D}"/>
                  </a:ext>
                </a:extLst>
              </p:cNvPr>
              <p:cNvSpPr/>
              <p:nvPr/>
            </p:nvSpPr>
            <p:spPr>
              <a:xfrm>
                <a:off x="346926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5" name="ph5690">
                <a:extLst>
                  <a:ext uri="{FF2B5EF4-FFF2-40B4-BE49-F238E27FC236}">
                    <a16:creationId xmlns:a16="http://schemas.microsoft.com/office/drawing/2014/main" id="{B9EE6148-4944-9F4D-56A9-69EA53A03DC1}"/>
                  </a:ext>
                </a:extLst>
              </p:cNvPr>
              <p:cNvSpPr/>
              <p:nvPr/>
            </p:nvSpPr>
            <p:spPr>
              <a:xfrm>
                <a:off x="347870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6" name="ph5691">
                <a:extLst>
                  <a:ext uri="{FF2B5EF4-FFF2-40B4-BE49-F238E27FC236}">
                    <a16:creationId xmlns:a16="http://schemas.microsoft.com/office/drawing/2014/main" id="{798F54D0-A3B9-615D-5E46-A62E4A5319BF}"/>
                  </a:ext>
                </a:extLst>
              </p:cNvPr>
              <p:cNvSpPr/>
              <p:nvPr/>
            </p:nvSpPr>
            <p:spPr>
              <a:xfrm>
                <a:off x="348814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7" name="ph5692">
                <a:extLst>
                  <a:ext uri="{FF2B5EF4-FFF2-40B4-BE49-F238E27FC236}">
                    <a16:creationId xmlns:a16="http://schemas.microsoft.com/office/drawing/2014/main" id="{7612FEC3-14D8-8615-9B6B-FDAB1CBE9B1A}"/>
                  </a:ext>
                </a:extLst>
              </p:cNvPr>
              <p:cNvSpPr/>
              <p:nvPr/>
            </p:nvSpPr>
            <p:spPr>
              <a:xfrm>
                <a:off x="3497588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8" name="ph5693">
                <a:extLst>
                  <a:ext uri="{FF2B5EF4-FFF2-40B4-BE49-F238E27FC236}">
                    <a16:creationId xmlns:a16="http://schemas.microsoft.com/office/drawing/2014/main" id="{82744FE3-BE20-F36B-C9AF-C63674C541E5}"/>
                  </a:ext>
                </a:extLst>
              </p:cNvPr>
              <p:cNvSpPr/>
              <p:nvPr/>
            </p:nvSpPr>
            <p:spPr>
              <a:xfrm>
                <a:off x="350702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9" name="ph5694">
                <a:extLst>
                  <a:ext uri="{FF2B5EF4-FFF2-40B4-BE49-F238E27FC236}">
                    <a16:creationId xmlns:a16="http://schemas.microsoft.com/office/drawing/2014/main" id="{1145C771-8EC4-DC1B-A611-4930D08E8085}"/>
                  </a:ext>
                </a:extLst>
              </p:cNvPr>
              <p:cNvSpPr/>
              <p:nvPr/>
            </p:nvSpPr>
            <p:spPr>
              <a:xfrm>
                <a:off x="351646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0" name="ph5695">
                <a:extLst>
                  <a:ext uri="{FF2B5EF4-FFF2-40B4-BE49-F238E27FC236}">
                    <a16:creationId xmlns:a16="http://schemas.microsoft.com/office/drawing/2014/main" id="{E52FD53E-8AED-6B6A-7560-980DBBCDA9DE}"/>
                  </a:ext>
                </a:extLst>
              </p:cNvPr>
              <p:cNvSpPr/>
              <p:nvPr/>
            </p:nvSpPr>
            <p:spPr>
              <a:xfrm>
                <a:off x="352590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1" name="ph5696">
                <a:extLst>
                  <a:ext uri="{FF2B5EF4-FFF2-40B4-BE49-F238E27FC236}">
                    <a16:creationId xmlns:a16="http://schemas.microsoft.com/office/drawing/2014/main" id="{FF64ED85-BF2F-DB57-BC65-ABE15DCCD48F}"/>
                  </a:ext>
                </a:extLst>
              </p:cNvPr>
              <p:cNvSpPr/>
              <p:nvPr/>
            </p:nvSpPr>
            <p:spPr>
              <a:xfrm>
                <a:off x="3535349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2" name="ph5697">
                <a:extLst>
                  <a:ext uri="{FF2B5EF4-FFF2-40B4-BE49-F238E27FC236}">
                    <a16:creationId xmlns:a16="http://schemas.microsoft.com/office/drawing/2014/main" id="{7467145E-0FC2-7DB3-550C-09ECCC4D11B2}"/>
                  </a:ext>
                </a:extLst>
              </p:cNvPr>
              <p:cNvSpPr/>
              <p:nvPr/>
            </p:nvSpPr>
            <p:spPr>
              <a:xfrm>
                <a:off x="354479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3" name="ph5698">
                <a:extLst>
                  <a:ext uri="{FF2B5EF4-FFF2-40B4-BE49-F238E27FC236}">
                    <a16:creationId xmlns:a16="http://schemas.microsoft.com/office/drawing/2014/main" id="{30FD91D1-757C-4AF8-F3FF-C749CD73CCC7}"/>
                  </a:ext>
                </a:extLst>
              </p:cNvPr>
              <p:cNvSpPr/>
              <p:nvPr/>
            </p:nvSpPr>
            <p:spPr>
              <a:xfrm>
                <a:off x="355423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4" name="ph5699">
                <a:extLst>
                  <a:ext uri="{FF2B5EF4-FFF2-40B4-BE49-F238E27FC236}">
                    <a16:creationId xmlns:a16="http://schemas.microsoft.com/office/drawing/2014/main" id="{0E390EAD-690C-48BC-A985-CFCCDB9B0CA4}"/>
                  </a:ext>
                </a:extLst>
              </p:cNvPr>
              <p:cNvSpPr/>
              <p:nvPr/>
            </p:nvSpPr>
            <p:spPr>
              <a:xfrm>
                <a:off x="356367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5" name="ph5700">
                <a:extLst>
                  <a:ext uri="{FF2B5EF4-FFF2-40B4-BE49-F238E27FC236}">
                    <a16:creationId xmlns:a16="http://schemas.microsoft.com/office/drawing/2014/main" id="{91549975-0016-B74D-26B2-FB82D9F4A3EE}"/>
                  </a:ext>
                </a:extLst>
              </p:cNvPr>
              <p:cNvSpPr/>
              <p:nvPr/>
            </p:nvSpPr>
            <p:spPr>
              <a:xfrm>
                <a:off x="357311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6" name="ph5701">
                <a:extLst>
                  <a:ext uri="{FF2B5EF4-FFF2-40B4-BE49-F238E27FC236}">
                    <a16:creationId xmlns:a16="http://schemas.microsoft.com/office/drawing/2014/main" id="{F74DC80F-FEB5-B2FE-A602-D062D0AC9ED6}"/>
                  </a:ext>
                </a:extLst>
              </p:cNvPr>
              <p:cNvSpPr/>
              <p:nvPr/>
            </p:nvSpPr>
            <p:spPr>
              <a:xfrm>
                <a:off x="3582550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7" name="ph5702">
                <a:extLst>
                  <a:ext uri="{FF2B5EF4-FFF2-40B4-BE49-F238E27FC236}">
                    <a16:creationId xmlns:a16="http://schemas.microsoft.com/office/drawing/2014/main" id="{60D182F4-C225-E5BD-0F6E-94BFF2712A72}"/>
                  </a:ext>
                </a:extLst>
              </p:cNvPr>
              <p:cNvSpPr/>
              <p:nvPr/>
            </p:nvSpPr>
            <p:spPr>
              <a:xfrm>
                <a:off x="359199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8" name="ph5703">
                <a:extLst>
                  <a:ext uri="{FF2B5EF4-FFF2-40B4-BE49-F238E27FC236}">
                    <a16:creationId xmlns:a16="http://schemas.microsoft.com/office/drawing/2014/main" id="{9F84AF89-F876-653B-2A87-39DB78187830}"/>
                  </a:ext>
                </a:extLst>
              </p:cNvPr>
              <p:cNvSpPr/>
              <p:nvPr/>
            </p:nvSpPr>
            <p:spPr>
              <a:xfrm>
                <a:off x="360143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9" name="ph5704">
                <a:extLst>
                  <a:ext uri="{FF2B5EF4-FFF2-40B4-BE49-F238E27FC236}">
                    <a16:creationId xmlns:a16="http://schemas.microsoft.com/office/drawing/2014/main" id="{DE819FE6-D3BD-668D-B6C3-A1700137979E}"/>
                  </a:ext>
                </a:extLst>
              </p:cNvPr>
              <p:cNvSpPr/>
              <p:nvPr/>
            </p:nvSpPr>
            <p:spPr>
              <a:xfrm>
                <a:off x="361087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0" name="ph5705">
                <a:extLst>
                  <a:ext uri="{FF2B5EF4-FFF2-40B4-BE49-F238E27FC236}">
                    <a16:creationId xmlns:a16="http://schemas.microsoft.com/office/drawing/2014/main" id="{28B0BD9A-D3CE-5FB6-CEBA-CDBBE243A40F}"/>
                  </a:ext>
                </a:extLst>
              </p:cNvPr>
              <p:cNvSpPr/>
              <p:nvPr/>
            </p:nvSpPr>
            <p:spPr>
              <a:xfrm>
                <a:off x="3620311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1" name="ph5706">
                <a:extLst>
                  <a:ext uri="{FF2B5EF4-FFF2-40B4-BE49-F238E27FC236}">
                    <a16:creationId xmlns:a16="http://schemas.microsoft.com/office/drawing/2014/main" id="{6812EACC-6C47-5E9A-8592-D15C0FC799DD}"/>
                  </a:ext>
                </a:extLst>
              </p:cNvPr>
              <p:cNvSpPr/>
              <p:nvPr/>
            </p:nvSpPr>
            <p:spPr>
              <a:xfrm>
                <a:off x="362975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2" name="ph5707">
                <a:extLst>
                  <a:ext uri="{FF2B5EF4-FFF2-40B4-BE49-F238E27FC236}">
                    <a16:creationId xmlns:a16="http://schemas.microsoft.com/office/drawing/2014/main" id="{778E3AD8-6849-F633-3267-42597C71AD10}"/>
                  </a:ext>
                </a:extLst>
              </p:cNvPr>
              <p:cNvSpPr/>
              <p:nvPr/>
            </p:nvSpPr>
            <p:spPr>
              <a:xfrm>
                <a:off x="363919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3" name="ph5708">
                <a:extLst>
                  <a:ext uri="{FF2B5EF4-FFF2-40B4-BE49-F238E27FC236}">
                    <a16:creationId xmlns:a16="http://schemas.microsoft.com/office/drawing/2014/main" id="{3CE69317-D8A2-BD91-28EB-9D585E6B5FCB}"/>
                  </a:ext>
                </a:extLst>
              </p:cNvPr>
              <p:cNvSpPr/>
              <p:nvPr/>
            </p:nvSpPr>
            <p:spPr>
              <a:xfrm>
                <a:off x="364863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4" name="ph5709">
                <a:extLst>
                  <a:ext uri="{FF2B5EF4-FFF2-40B4-BE49-F238E27FC236}">
                    <a16:creationId xmlns:a16="http://schemas.microsoft.com/office/drawing/2014/main" id="{8DD77836-F07F-9C76-6CBC-C56B453FE8D1}"/>
                  </a:ext>
                </a:extLst>
              </p:cNvPr>
              <p:cNvSpPr/>
              <p:nvPr/>
            </p:nvSpPr>
            <p:spPr>
              <a:xfrm>
                <a:off x="3658072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5" name="ph5710">
                <a:extLst>
                  <a:ext uri="{FF2B5EF4-FFF2-40B4-BE49-F238E27FC236}">
                    <a16:creationId xmlns:a16="http://schemas.microsoft.com/office/drawing/2014/main" id="{585A8EED-CAC6-32E7-1281-2143B8C69C9A}"/>
                  </a:ext>
                </a:extLst>
              </p:cNvPr>
              <p:cNvSpPr/>
              <p:nvPr/>
            </p:nvSpPr>
            <p:spPr>
              <a:xfrm>
                <a:off x="366751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6" name="ph5711">
                <a:extLst>
                  <a:ext uri="{FF2B5EF4-FFF2-40B4-BE49-F238E27FC236}">
                    <a16:creationId xmlns:a16="http://schemas.microsoft.com/office/drawing/2014/main" id="{AE14E04A-FBD6-96F1-5D56-68220257ED3D}"/>
                  </a:ext>
                </a:extLst>
              </p:cNvPr>
              <p:cNvSpPr/>
              <p:nvPr/>
            </p:nvSpPr>
            <p:spPr>
              <a:xfrm>
                <a:off x="3676953" y="146500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7" name="ph5712">
                <a:extLst>
                  <a:ext uri="{FF2B5EF4-FFF2-40B4-BE49-F238E27FC236}">
                    <a16:creationId xmlns:a16="http://schemas.microsoft.com/office/drawing/2014/main" id="{13BF9010-BEE6-B166-CFC1-174B765CE87B}"/>
                  </a:ext>
                </a:extLst>
              </p:cNvPr>
              <p:cNvSpPr/>
              <p:nvPr/>
            </p:nvSpPr>
            <p:spPr>
              <a:xfrm>
                <a:off x="3686393" y="148257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792" y="909342"/>
                    </a:lnTo>
                    <a:lnTo>
                      <a:pt x="922604" y="911400"/>
                    </a:lnTo>
                    <a:lnTo>
                      <a:pt x="921416" y="913459"/>
                    </a:lnTo>
                    <a:lnTo>
                      <a:pt x="92087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8" name="ph5713">
                <a:extLst>
                  <a:ext uri="{FF2B5EF4-FFF2-40B4-BE49-F238E27FC236}">
                    <a16:creationId xmlns:a16="http://schemas.microsoft.com/office/drawing/2014/main" id="{C7B52C5E-9864-B7E1-2E7E-A0A509BBDB00}"/>
                  </a:ext>
                </a:extLst>
              </p:cNvPr>
              <p:cNvSpPr/>
              <p:nvPr/>
            </p:nvSpPr>
            <p:spPr>
              <a:xfrm>
                <a:off x="3695833" y="1465000"/>
                <a:ext cx="921520" cy="926829"/>
              </a:xfrm>
              <a:custGeom>
                <a:avLst/>
                <a:gdLst/>
                <a:ahLst/>
                <a:cxnLst/>
                <a:rect l="0" t="0" r="0" b="0"/>
                <a:pathLst>
                  <a:path w="921520" h="926829">
                    <a:moveTo>
                      <a:pt x="914400" y="914400"/>
                    </a:moveTo>
                    <a:lnTo>
                      <a:pt x="921520" y="914400"/>
                    </a:lnTo>
                    <a:lnTo>
                      <a:pt x="920307" y="916607"/>
                    </a:lnTo>
                    <a:lnTo>
                      <a:pt x="919109" y="918679"/>
                    </a:lnTo>
                    <a:lnTo>
                      <a:pt x="917919" y="920737"/>
                    </a:lnTo>
                    <a:lnTo>
                      <a:pt x="916729" y="922795"/>
                    </a:lnTo>
                    <a:lnTo>
                      <a:pt x="915540" y="924853"/>
                    </a:lnTo>
                    <a:lnTo>
                      <a:pt x="914400" y="92682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9" name="ph5714">
                <a:extLst>
                  <a:ext uri="{FF2B5EF4-FFF2-40B4-BE49-F238E27FC236}">
                    <a16:creationId xmlns:a16="http://schemas.microsoft.com/office/drawing/2014/main" id="{16C968C9-3392-DE59-0B18-D0843A32EABC}"/>
                  </a:ext>
                </a:extLst>
              </p:cNvPr>
              <p:cNvSpPr/>
              <p:nvPr/>
            </p:nvSpPr>
            <p:spPr>
              <a:xfrm>
                <a:off x="2119313" y="1447430"/>
                <a:ext cx="914400" cy="9235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575">
                    <a:moveTo>
                      <a:pt x="914400" y="914400"/>
                    </a:moveTo>
                    <a:lnTo>
                      <a:pt x="914400" y="923575"/>
                    </a:lnTo>
                    <a:lnTo>
                      <a:pt x="912481" y="919833"/>
                    </a:lnTo>
                    <a:lnTo>
                      <a:pt x="909967" y="914400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0" name="ph5715">
                <a:extLst>
                  <a:ext uri="{FF2B5EF4-FFF2-40B4-BE49-F238E27FC236}">
                    <a16:creationId xmlns:a16="http://schemas.microsoft.com/office/drawing/2014/main" id="{EB52C5CB-9F74-1A16-8FFD-E5047D1BBBAB}"/>
                  </a:ext>
                </a:extLst>
              </p:cNvPr>
              <p:cNvSpPr/>
              <p:nvPr/>
            </p:nvSpPr>
            <p:spPr>
              <a:xfrm>
                <a:off x="211931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8943" y="931969"/>
                    </a:lnTo>
                    <a:lnTo>
                      <a:pt x="916486" y="927644"/>
                    </a:lnTo>
                    <a:lnTo>
                      <a:pt x="914400" y="923575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1" name="ph5716">
                <a:extLst>
                  <a:ext uri="{FF2B5EF4-FFF2-40B4-BE49-F238E27FC236}">
                    <a16:creationId xmlns:a16="http://schemas.microsoft.com/office/drawing/2014/main" id="{A8C9C61E-062E-1D52-710C-5E78176FD1B5}"/>
                  </a:ext>
                </a:extLst>
              </p:cNvPr>
              <p:cNvSpPr/>
              <p:nvPr/>
            </p:nvSpPr>
            <p:spPr>
              <a:xfrm>
                <a:off x="212875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2" name="ph5717">
                <a:extLst>
                  <a:ext uri="{FF2B5EF4-FFF2-40B4-BE49-F238E27FC236}">
                    <a16:creationId xmlns:a16="http://schemas.microsoft.com/office/drawing/2014/main" id="{E225B131-419E-8D46-7101-1E8492994464}"/>
                  </a:ext>
                </a:extLst>
              </p:cNvPr>
              <p:cNvSpPr/>
              <p:nvPr/>
            </p:nvSpPr>
            <p:spPr>
              <a:xfrm>
                <a:off x="213819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3" name="ph5718">
                <a:extLst>
                  <a:ext uri="{FF2B5EF4-FFF2-40B4-BE49-F238E27FC236}">
                    <a16:creationId xmlns:a16="http://schemas.microsoft.com/office/drawing/2014/main" id="{3F002719-33DC-B0E8-DF44-CAC8F165D37F}"/>
                  </a:ext>
                </a:extLst>
              </p:cNvPr>
              <p:cNvSpPr/>
              <p:nvPr/>
            </p:nvSpPr>
            <p:spPr>
              <a:xfrm>
                <a:off x="214763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4" name="ph5719">
                <a:extLst>
                  <a:ext uri="{FF2B5EF4-FFF2-40B4-BE49-F238E27FC236}">
                    <a16:creationId xmlns:a16="http://schemas.microsoft.com/office/drawing/2014/main" id="{5E27893A-435D-F6B5-0277-33419B827B98}"/>
                  </a:ext>
                </a:extLst>
              </p:cNvPr>
              <p:cNvSpPr/>
              <p:nvPr/>
            </p:nvSpPr>
            <p:spPr>
              <a:xfrm>
                <a:off x="215707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5" name="ph5720">
                <a:extLst>
                  <a:ext uri="{FF2B5EF4-FFF2-40B4-BE49-F238E27FC236}">
                    <a16:creationId xmlns:a16="http://schemas.microsoft.com/office/drawing/2014/main" id="{B9250B3F-8F3A-FA30-0F33-02BB1DF3B113}"/>
                  </a:ext>
                </a:extLst>
              </p:cNvPr>
              <p:cNvSpPr/>
              <p:nvPr/>
            </p:nvSpPr>
            <p:spPr>
              <a:xfrm>
                <a:off x="216651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6" name="ph5721">
                <a:extLst>
                  <a:ext uri="{FF2B5EF4-FFF2-40B4-BE49-F238E27FC236}">
                    <a16:creationId xmlns:a16="http://schemas.microsoft.com/office/drawing/2014/main" id="{D2926A9E-7A62-AF5F-D5B3-7C05835DEA2D}"/>
                  </a:ext>
                </a:extLst>
              </p:cNvPr>
              <p:cNvSpPr/>
              <p:nvPr/>
            </p:nvSpPr>
            <p:spPr>
              <a:xfrm>
                <a:off x="217595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7" name="ph5722">
                <a:extLst>
                  <a:ext uri="{FF2B5EF4-FFF2-40B4-BE49-F238E27FC236}">
                    <a16:creationId xmlns:a16="http://schemas.microsoft.com/office/drawing/2014/main" id="{BBED4979-468D-94CB-C70F-EEF831B9DE70}"/>
                  </a:ext>
                </a:extLst>
              </p:cNvPr>
              <p:cNvSpPr/>
              <p:nvPr/>
            </p:nvSpPr>
            <p:spPr>
              <a:xfrm>
                <a:off x="218539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8" name="ph5723">
                <a:extLst>
                  <a:ext uri="{FF2B5EF4-FFF2-40B4-BE49-F238E27FC236}">
                    <a16:creationId xmlns:a16="http://schemas.microsoft.com/office/drawing/2014/main" id="{769F3EE7-4C07-CACA-BB26-B2F3586B4C99}"/>
                  </a:ext>
                </a:extLst>
              </p:cNvPr>
              <p:cNvSpPr/>
              <p:nvPr/>
            </p:nvSpPr>
            <p:spPr>
              <a:xfrm>
                <a:off x="219483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9" name="ph5724">
                <a:extLst>
                  <a:ext uri="{FF2B5EF4-FFF2-40B4-BE49-F238E27FC236}">
                    <a16:creationId xmlns:a16="http://schemas.microsoft.com/office/drawing/2014/main" id="{5B6A2E62-E618-E3E8-746E-094FC6DE91C5}"/>
                  </a:ext>
                </a:extLst>
              </p:cNvPr>
              <p:cNvSpPr/>
              <p:nvPr/>
            </p:nvSpPr>
            <p:spPr>
              <a:xfrm>
                <a:off x="220427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0" name="ph5725">
                <a:extLst>
                  <a:ext uri="{FF2B5EF4-FFF2-40B4-BE49-F238E27FC236}">
                    <a16:creationId xmlns:a16="http://schemas.microsoft.com/office/drawing/2014/main" id="{64FC383C-ADC8-0E73-EADD-1FE8CC249AB0}"/>
                  </a:ext>
                </a:extLst>
              </p:cNvPr>
              <p:cNvSpPr/>
              <p:nvPr/>
            </p:nvSpPr>
            <p:spPr>
              <a:xfrm>
                <a:off x="221371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1" name="ph5726">
                <a:extLst>
                  <a:ext uri="{FF2B5EF4-FFF2-40B4-BE49-F238E27FC236}">
                    <a16:creationId xmlns:a16="http://schemas.microsoft.com/office/drawing/2014/main" id="{18FABF75-6086-E5D8-B047-14A74554D55A}"/>
                  </a:ext>
                </a:extLst>
              </p:cNvPr>
              <p:cNvSpPr/>
              <p:nvPr/>
            </p:nvSpPr>
            <p:spPr>
              <a:xfrm>
                <a:off x="222315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2" name="ph5727">
                <a:extLst>
                  <a:ext uri="{FF2B5EF4-FFF2-40B4-BE49-F238E27FC236}">
                    <a16:creationId xmlns:a16="http://schemas.microsoft.com/office/drawing/2014/main" id="{3E853234-694A-33AB-3156-F9872C8E2376}"/>
                  </a:ext>
                </a:extLst>
              </p:cNvPr>
              <p:cNvSpPr/>
              <p:nvPr/>
            </p:nvSpPr>
            <p:spPr>
              <a:xfrm>
                <a:off x="223259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3" name="ph5728">
                <a:extLst>
                  <a:ext uri="{FF2B5EF4-FFF2-40B4-BE49-F238E27FC236}">
                    <a16:creationId xmlns:a16="http://schemas.microsoft.com/office/drawing/2014/main" id="{B968E313-6D8E-C5CB-897A-4E14BA7CC5F3}"/>
                  </a:ext>
                </a:extLst>
              </p:cNvPr>
              <p:cNvSpPr/>
              <p:nvPr/>
            </p:nvSpPr>
            <p:spPr>
              <a:xfrm>
                <a:off x="224203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4" name="ph5729">
                <a:extLst>
                  <a:ext uri="{FF2B5EF4-FFF2-40B4-BE49-F238E27FC236}">
                    <a16:creationId xmlns:a16="http://schemas.microsoft.com/office/drawing/2014/main" id="{8ADC3578-51FF-63BB-D429-734E1FBE6843}"/>
                  </a:ext>
                </a:extLst>
              </p:cNvPr>
              <p:cNvSpPr/>
              <p:nvPr/>
            </p:nvSpPr>
            <p:spPr>
              <a:xfrm>
                <a:off x="225147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5" name="ph5730">
                <a:extLst>
                  <a:ext uri="{FF2B5EF4-FFF2-40B4-BE49-F238E27FC236}">
                    <a16:creationId xmlns:a16="http://schemas.microsoft.com/office/drawing/2014/main" id="{4FD131EB-A6A6-050E-727B-DFC98BC9BF88}"/>
                  </a:ext>
                </a:extLst>
              </p:cNvPr>
              <p:cNvSpPr/>
              <p:nvPr/>
            </p:nvSpPr>
            <p:spPr>
              <a:xfrm>
                <a:off x="226091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6" name="ph5731">
                <a:extLst>
                  <a:ext uri="{FF2B5EF4-FFF2-40B4-BE49-F238E27FC236}">
                    <a16:creationId xmlns:a16="http://schemas.microsoft.com/office/drawing/2014/main" id="{716DDEF0-BE41-5C9A-947D-42BC874D9014}"/>
                  </a:ext>
                </a:extLst>
              </p:cNvPr>
              <p:cNvSpPr/>
              <p:nvPr/>
            </p:nvSpPr>
            <p:spPr>
              <a:xfrm>
                <a:off x="227035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7" name="ph5732">
                <a:extLst>
                  <a:ext uri="{FF2B5EF4-FFF2-40B4-BE49-F238E27FC236}">
                    <a16:creationId xmlns:a16="http://schemas.microsoft.com/office/drawing/2014/main" id="{2C03EB49-A3B7-8615-18DB-6FA8CCC3A44E}"/>
                  </a:ext>
                </a:extLst>
              </p:cNvPr>
              <p:cNvSpPr/>
              <p:nvPr/>
            </p:nvSpPr>
            <p:spPr>
              <a:xfrm>
                <a:off x="227979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8" name="ph5733">
                <a:extLst>
                  <a:ext uri="{FF2B5EF4-FFF2-40B4-BE49-F238E27FC236}">
                    <a16:creationId xmlns:a16="http://schemas.microsoft.com/office/drawing/2014/main" id="{799F37C2-B90E-E5BE-E6F5-2B2A747683BD}"/>
                  </a:ext>
                </a:extLst>
              </p:cNvPr>
              <p:cNvSpPr/>
              <p:nvPr/>
            </p:nvSpPr>
            <p:spPr>
              <a:xfrm>
                <a:off x="228923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9" name="ph5734">
                <a:extLst>
                  <a:ext uri="{FF2B5EF4-FFF2-40B4-BE49-F238E27FC236}">
                    <a16:creationId xmlns:a16="http://schemas.microsoft.com/office/drawing/2014/main" id="{E0B2D8C3-0FD4-241D-68A4-30A9B5903697}"/>
                  </a:ext>
                </a:extLst>
              </p:cNvPr>
              <p:cNvSpPr/>
              <p:nvPr/>
            </p:nvSpPr>
            <p:spPr>
              <a:xfrm>
                <a:off x="229867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0" name="ph5735">
                <a:extLst>
                  <a:ext uri="{FF2B5EF4-FFF2-40B4-BE49-F238E27FC236}">
                    <a16:creationId xmlns:a16="http://schemas.microsoft.com/office/drawing/2014/main" id="{11F707DC-D72D-5A78-2610-9E446063D58F}"/>
                  </a:ext>
                </a:extLst>
              </p:cNvPr>
              <p:cNvSpPr/>
              <p:nvPr/>
            </p:nvSpPr>
            <p:spPr>
              <a:xfrm>
                <a:off x="230811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1" name="ph5736">
                <a:extLst>
                  <a:ext uri="{FF2B5EF4-FFF2-40B4-BE49-F238E27FC236}">
                    <a16:creationId xmlns:a16="http://schemas.microsoft.com/office/drawing/2014/main" id="{0FE51549-373A-34AA-A12F-1C860870B3EC}"/>
                  </a:ext>
                </a:extLst>
              </p:cNvPr>
              <p:cNvSpPr/>
              <p:nvPr/>
            </p:nvSpPr>
            <p:spPr>
              <a:xfrm>
                <a:off x="231755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2" name="ph5737">
                <a:extLst>
                  <a:ext uri="{FF2B5EF4-FFF2-40B4-BE49-F238E27FC236}">
                    <a16:creationId xmlns:a16="http://schemas.microsoft.com/office/drawing/2014/main" id="{A0BEABDD-CB30-0193-EE47-E14986B77BF5}"/>
                  </a:ext>
                </a:extLst>
              </p:cNvPr>
              <p:cNvSpPr/>
              <p:nvPr/>
            </p:nvSpPr>
            <p:spPr>
              <a:xfrm>
                <a:off x="232699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3" name="ph5738">
                <a:extLst>
                  <a:ext uri="{FF2B5EF4-FFF2-40B4-BE49-F238E27FC236}">
                    <a16:creationId xmlns:a16="http://schemas.microsoft.com/office/drawing/2014/main" id="{17332320-52C5-9CC8-0140-9E2DAE7ADE4C}"/>
                  </a:ext>
                </a:extLst>
              </p:cNvPr>
              <p:cNvSpPr/>
              <p:nvPr/>
            </p:nvSpPr>
            <p:spPr>
              <a:xfrm>
                <a:off x="233643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4" name="ph5739">
                <a:extLst>
                  <a:ext uri="{FF2B5EF4-FFF2-40B4-BE49-F238E27FC236}">
                    <a16:creationId xmlns:a16="http://schemas.microsoft.com/office/drawing/2014/main" id="{A8CA7963-B229-76F9-034B-4898F542C4EF}"/>
                  </a:ext>
                </a:extLst>
              </p:cNvPr>
              <p:cNvSpPr/>
              <p:nvPr/>
            </p:nvSpPr>
            <p:spPr>
              <a:xfrm>
                <a:off x="234587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5" name="ph5740">
                <a:extLst>
                  <a:ext uri="{FF2B5EF4-FFF2-40B4-BE49-F238E27FC236}">
                    <a16:creationId xmlns:a16="http://schemas.microsoft.com/office/drawing/2014/main" id="{23FDE873-6C66-CB1A-C2FA-740A468BB92C}"/>
                  </a:ext>
                </a:extLst>
              </p:cNvPr>
              <p:cNvSpPr/>
              <p:nvPr/>
            </p:nvSpPr>
            <p:spPr>
              <a:xfrm>
                <a:off x="235531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6" name="ph5741">
                <a:extLst>
                  <a:ext uri="{FF2B5EF4-FFF2-40B4-BE49-F238E27FC236}">
                    <a16:creationId xmlns:a16="http://schemas.microsoft.com/office/drawing/2014/main" id="{4BB8B857-474C-F040-FDBC-A7CF63F9B9FC}"/>
                  </a:ext>
                </a:extLst>
              </p:cNvPr>
              <p:cNvSpPr/>
              <p:nvPr/>
            </p:nvSpPr>
            <p:spPr>
              <a:xfrm>
                <a:off x="236476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7" name="ph5742">
                <a:extLst>
                  <a:ext uri="{FF2B5EF4-FFF2-40B4-BE49-F238E27FC236}">
                    <a16:creationId xmlns:a16="http://schemas.microsoft.com/office/drawing/2014/main" id="{8CB077C7-6A2D-A4D7-275F-FAAA7088623D}"/>
                  </a:ext>
                </a:extLst>
              </p:cNvPr>
              <p:cNvSpPr/>
              <p:nvPr/>
            </p:nvSpPr>
            <p:spPr>
              <a:xfrm>
                <a:off x="237420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8" name="ph5743">
                <a:extLst>
                  <a:ext uri="{FF2B5EF4-FFF2-40B4-BE49-F238E27FC236}">
                    <a16:creationId xmlns:a16="http://schemas.microsoft.com/office/drawing/2014/main" id="{34B20531-F3E8-94DD-DC2F-E759B15EBBD2}"/>
                  </a:ext>
                </a:extLst>
              </p:cNvPr>
              <p:cNvSpPr/>
              <p:nvPr/>
            </p:nvSpPr>
            <p:spPr>
              <a:xfrm>
                <a:off x="238364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9" name="ph5744">
                <a:extLst>
                  <a:ext uri="{FF2B5EF4-FFF2-40B4-BE49-F238E27FC236}">
                    <a16:creationId xmlns:a16="http://schemas.microsoft.com/office/drawing/2014/main" id="{B076B779-38ED-BF47-B232-CF4877DBF03D}"/>
                  </a:ext>
                </a:extLst>
              </p:cNvPr>
              <p:cNvSpPr/>
              <p:nvPr/>
            </p:nvSpPr>
            <p:spPr>
              <a:xfrm>
                <a:off x="239308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0" name="ph5745">
                <a:extLst>
                  <a:ext uri="{FF2B5EF4-FFF2-40B4-BE49-F238E27FC236}">
                    <a16:creationId xmlns:a16="http://schemas.microsoft.com/office/drawing/2014/main" id="{6BAA2243-7D38-621F-50CB-9412672B8174}"/>
                  </a:ext>
                </a:extLst>
              </p:cNvPr>
              <p:cNvSpPr/>
              <p:nvPr/>
            </p:nvSpPr>
            <p:spPr>
              <a:xfrm>
                <a:off x="2402521" y="1465000"/>
                <a:ext cx="9215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61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1561" y="896830"/>
                    </a:lnTo>
                    <a:lnTo>
                      <a:pt x="919451" y="905383"/>
                    </a:lnTo>
                    <a:lnTo>
                      <a:pt x="916914" y="914400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1" name="ph5746">
                <a:extLst>
                  <a:ext uri="{FF2B5EF4-FFF2-40B4-BE49-F238E27FC236}">
                    <a16:creationId xmlns:a16="http://schemas.microsoft.com/office/drawing/2014/main" id="{1999D407-729F-F7DB-57FD-EB279828D2B6}"/>
                  </a:ext>
                </a:extLst>
              </p:cNvPr>
              <p:cNvSpPr/>
              <p:nvPr/>
            </p:nvSpPr>
            <p:spPr>
              <a:xfrm>
                <a:off x="3110538" y="14474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9574" y="931969"/>
                    </a:lnTo>
                    <a:lnTo>
                      <a:pt x="910393" y="924263"/>
                    </a:lnTo>
                    <a:lnTo>
                      <a:pt x="911730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2" name="ph5747">
                <a:extLst>
                  <a:ext uri="{FF2B5EF4-FFF2-40B4-BE49-F238E27FC236}">
                    <a16:creationId xmlns:a16="http://schemas.microsoft.com/office/drawing/2014/main" id="{EEE46BC4-0B02-7269-F6ED-5CC1058BCA67}"/>
                  </a:ext>
                </a:extLst>
              </p:cNvPr>
              <p:cNvSpPr/>
              <p:nvPr/>
            </p:nvSpPr>
            <p:spPr>
              <a:xfrm>
                <a:off x="311053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3" name="ph5748">
                <a:extLst>
                  <a:ext uri="{FF2B5EF4-FFF2-40B4-BE49-F238E27FC236}">
                    <a16:creationId xmlns:a16="http://schemas.microsoft.com/office/drawing/2014/main" id="{7F64153B-4838-70AB-B473-3A2829F37D48}"/>
                  </a:ext>
                </a:extLst>
              </p:cNvPr>
              <p:cNvSpPr/>
              <p:nvPr/>
            </p:nvSpPr>
            <p:spPr>
              <a:xfrm>
                <a:off x="311997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4" name="ph5749">
                <a:extLst>
                  <a:ext uri="{FF2B5EF4-FFF2-40B4-BE49-F238E27FC236}">
                    <a16:creationId xmlns:a16="http://schemas.microsoft.com/office/drawing/2014/main" id="{50F01B12-4EA1-6C8D-69D9-1166638ED34E}"/>
                  </a:ext>
                </a:extLst>
              </p:cNvPr>
              <p:cNvSpPr/>
              <p:nvPr/>
            </p:nvSpPr>
            <p:spPr>
              <a:xfrm>
                <a:off x="312941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5" name="ph5750">
                <a:extLst>
                  <a:ext uri="{FF2B5EF4-FFF2-40B4-BE49-F238E27FC236}">
                    <a16:creationId xmlns:a16="http://schemas.microsoft.com/office/drawing/2014/main" id="{4A3F850A-FF05-1CEC-9A27-69A5F4D5A816}"/>
                  </a:ext>
                </a:extLst>
              </p:cNvPr>
              <p:cNvSpPr/>
              <p:nvPr/>
            </p:nvSpPr>
            <p:spPr>
              <a:xfrm>
                <a:off x="313885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6" name="ph5751">
                <a:extLst>
                  <a:ext uri="{FF2B5EF4-FFF2-40B4-BE49-F238E27FC236}">
                    <a16:creationId xmlns:a16="http://schemas.microsoft.com/office/drawing/2014/main" id="{F5E6058B-6DB3-57B4-4D3A-CF4836A3EFC0}"/>
                  </a:ext>
                </a:extLst>
              </p:cNvPr>
              <p:cNvSpPr/>
              <p:nvPr/>
            </p:nvSpPr>
            <p:spPr>
              <a:xfrm>
                <a:off x="314829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7" name="ph5752">
                <a:extLst>
                  <a:ext uri="{FF2B5EF4-FFF2-40B4-BE49-F238E27FC236}">
                    <a16:creationId xmlns:a16="http://schemas.microsoft.com/office/drawing/2014/main" id="{DB8A6DE6-6208-4E14-083D-543676AF9D71}"/>
                  </a:ext>
                </a:extLst>
              </p:cNvPr>
              <p:cNvSpPr/>
              <p:nvPr/>
            </p:nvSpPr>
            <p:spPr>
              <a:xfrm>
                <a:off x="315774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8" name="ph5753">
                <a:extLst>
                  <a:ext uri="{FF2B5EF4-FFF2-40B4-BE49-F238E27FC236}">
                    <a16:creationId xmlns:a16="http://schemas.microsoft.com/office/drawing/2014/main" id="{1EBFAE84-DADA-34DA-B6BF-DE824C00D4FF}"/>
                  </a:ext>
                </a:extLst>
              </p:cNvPr>
              <p:cNvSpPr/>
              <p:nvPr/>
            </p:nvSpPr>
            <p:spPr>
              <a:xfrm>
                <a:off x="316718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9" name="ph5754">
                <a:extLst>
                  <a:ext uri="{FF2B5EF4-FFF2-40B4-BE49-F238E27FC236}">
                    <a16:creationId xmlns:a16="http://schemas.microsoft.com/office/drawing/2014/main" id="{FC673977-F97F-9A68-ACA7-576331AC9488}"/>
                  </a:ext>
                </a:extLst>
              </p:cNvPr>
              <p:cNvSpPr/>
              <p:nvPr/>
            </p:nvSpPr>
            <p:spPr>
              <a:xfrm>
                <a:off x="317662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0" name="ph5755">
                <a:extLst>
                  <a:ext uri="{FF2B5EF4-FFF2-40B4-BE49-F238E27FC236}">
                    <a16:creationId xmlns:a16="http://schemas.microsoft.com/office/drawing/2014/main" id="{5E8479EA-A8E2-414B-6E4A-11F9434503B8}"/>
                  </a:ext>
                </a:extLst>
              </p:cNvPr>
              <p:cNvSpPr/>
              <p:nvPr/>
            </p:nvSpPr>
            <p:spPr>
              <a:xfrm>
                <a:off x="318606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1" name="ph5756">
                <a:extLst>
                  <a:ext uri="{FF2B5EF4-FFF2-40B4-BE49-F238E27FC236}">
                    <a16:creationId xmlns:a16="http://schemas.microsoft.com/office/drawing/2014/main" id="{0E186458-C981-B4AC-958B-2914F11C7121}"/>
                  </a:ext>
                </a:extLst>
              </p:cNvPr>
              <p:cNvSpPr/>
              <p:nvPr/>
            </p:nvSpPr>
            <p:spPr>
              <a:xfrm>
                <a:off x="319550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2" name="ph5757">
                <a:extLst>
                  <a:ext uri="{FF2B5EF4-FFF2-40B4-BE49-F238E27FC236}">
                    <a16:creationId xmlns:a16="http://schemas.microsoft.com/office/drawing/2014/main" id="{F3ACF7F8-D2C9-5A11-1CE9-F0713D49E214}"/>
                  </a:ext>
                </a:extLst>
              </p:cNvPr>
              <p:cNvSpPr/>
              <p:nvPr/>
            </p:nvSpPr>
            <p:spPr>
              <a:xfrm>
                <a:off x="320494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3" name="ph5758">
                <a:extLst>
                  <a:ext uri="{FF2B5EF4-FFF2-40B4-BE49-F238E27FC236}">
                    <a16:creationId xmlns:a16="http://schemas.microsoft.com/office/drawing/2014/main" id="{E5FC62D8-B82F-598C-4750-9A2C41E7F3E4}"/>
                  </a:ext>
                </a:extLst>
              </p:cNvPr>
              <p:cNvSpPr/>
              <p:nvPr/>
            </p:nvSpPr>
            <p:spPr>
              <a:xfrm>
                <a:off x="321438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4" name="ph5759">
                <a:extLst>
                  <a:ext uri="{FF2B5EF4-FFF2-40B4-BE49-F238E27FC236}">
                    <a16:creationId xmlns:a16="http://schemas.microsoft.com/office/drawing/2014/main" id="{B91F35DD-F0A2-C7A4-8822-4036A3183FC9}"/>
                  </a:ext>
                </a:extLst>
              </p:cNvPr>
              <p:cNvSpPr/>
              <p:nvPr/>
            </p:nvSpPr>
            <p:spPr>
              <a:xfrm>
                <a:off x="322382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5" name="ph5760">
                <a:extLst>
                  <a:ext uri="{FF2B5EF4-FFF2-40B4-BE49-F238E27FC236}">
                    <a16:creationId xmlns:a16="http://schemas.microsoft.com/office/drawing/2014/main" id="{73EA97DC-5347-08AE-50C1-6AF14D45DC61}"/>
                  </a:ext>
                </a:extLst>
              </p:cNvPr>
              <p:cNvSpPr/>
              <p:nvPr/>
            </p:nvSpPr>
            <p:spPr>
              <a:xfrm>
                <a:off x="323326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6" name="ph5761">
                <a:extLst>
                  <a:ext uri="{FF2B5EF4-FFF2-40B4-BE49-F238E27FC236}">
                    <a16:creationId xmlns:a16="http://schemas.microsoft.com/office/drawing/2014/main" id="{F2026239-3902-EC23-84A2-8D59DE1BCD1F}"/>
                  </a:ext>
                </a:extLst>
              </p:cNvPr>
              <p:cNvSpPr/>
              <p:nvPr/>
            </p:nvSpPr>
            <p:spPr>
              <a:xfrm>
                <a:off x="324270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7" name="ph5762">
                <a:extLst>
                  <a:ext uri="{FF2B5EF4-FFF2-40B4-BE49-F238E27FC236}">
                    <a16:creationId xmlns:a16="http://schemas.microsoft.com/office/drawing/2014/main" id="{8DEDE86B-3B53-C67C-9DA2-4A015A44B4C9}"/>
                  </a:ext>
                </a:extLst>
              </p:cNvPr>
              <p:cNvSpPr/>
              <p:nvPr/>
            </p:nvSpPr>
            <p:spPr>
              <a:xfrm>
                <a:off x="325214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8" name="ph5763">
                <a:extLst>
                  <a:ext uri="{FF2B5EF4-FFF2-40B4-BE49-F238E27FC236}">
                    <a16:creationId xmlns:a16="http://schemas.microsoft.com/office/drawing/2014/main" id="{59EB42D5-3782-AA85-F478-A7F66E885495}"/>
                  </a:ext>
                </a:extLst>
              </p:cNvPr>
              <p:cNvSpPr/>
              <p:nvPr/>
            </p:nvSpPr>
            <p:spPr>
              <a:xfrm>
                <a:off x="326158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9" name="ph5764">
                <a:extLst>
                  <a:ext uri="{FF2B5EF4-FFF2-40B4-BE49-F238E27FC236}">
                    <a16:creationId xmlns:a16="http://schemas.microsoft.com/office/drawing/2014/main" id="{7C8F5F8E-4ECD-A4E4-CB0F-BEC680639EC8}"/>
                  </a:ext>
                </a:extLst>
              </p:cNvPr>
              <p:cNvSpPr/>
              <p:nvPr/>
            </p:nvSpPr>
            <p:spPr>
              <a:xfrm>
                <a:off x="327102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0" name="ph5765">
                <a:extLst>
                  <a:ext uri="{FF2B5EF4-FFF2-40B4-BE49-F238E27FC236}">
                    <a16:creationId xmlns:a16="http://schemas.microsoft.com/office/drawing/2014/main" id="{F0DA9B07-BCC5-B827-150C-35E08D1DB685}"/>
                  </a:ext>
                </a:extLst>
              </p:cNvPr>
              <p:cNvSpPr/>
              <p:nvPr/>
            </p:nvSpPr>
            <p:spPr>
              <a:xfrm>
                <a:off x="328046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1" name="ph5766">
                <a:extLst>
                  <a:ext uri="{FF2B5EF4-FFF2-40B4-BE49-F238E27FC236}">
                    <a16:creationId xmlns:a16="http://schemas.microsoft.com/office/drawing/2014/main" id="{51A3911D-C298-4310-2B52-B3FAFD901773}"/>
                  </a:ext>
                </a:extLst>
              </p:cNvPr>
              <p:cNvSpPr/>
              <p:nvPr/>
            </p:nvSpPr>
            <p:spPr>
              <a:xfrm>
                <a:off x="328990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2" name="ph5767">
                <a:extLst>
                  <a:ext uri="{FF2B5EF4-FFF2-40B4-BE49-F238E27FC236}">
                    <a16:creationId xmlns:a16="http://schemas.microsoft.com/office/drawing/2014/main" id="{B37C632F-9F29-D01F-55FB-7C58C3887677}"/>
                  </a:ext>
                </a:extLst>
              </p:cNvPr>
              <p:cNvSpPr/>
              <p:nvPr/>
            </p:nvSpPr>
            <p:spPr>
              <a:xfrm>
                <a:off x="329934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3" name="ph5768">
                <a:extLst>
                  <a:ext uri="{FF2B5EF4-FFF2-40B4-BE49-F238E27FC236}">
                    <a16:creationId xmlns:a16="http://schemas.microsoft.com/office/drawing/2014/main" id="{9C797965-CFF9-E728-B648-0E3DA05B79A6}"/>
                  </a:ext>
                </a:extLst>
              </p:cNvPr>
              <p:cNvSpPr/>
              <p:nvPr/>
            </p:nvSpPr>
            <p:spPr>
              <a:xfrm>
                <a:off x="330878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4" name="ph5769">
                <a:extLst>
                  <a:ext uri="{FF2B5EF4-FFF2-40B4-BE49-F238E27FC236}">
                    <a16:creationId xmlns:a16="http://schemas.microsoft.com/office/drawing/2014/main" id="{0E5BC4A9-DE73-54AB-DAF5-3CDF1DC5FC59}"/>
                  </a:ext>
                </a:extLst>
              </p:cNvPr>
              <p:cNvSpPr/>
              <p:nvPr/>
            </p:nvSpPr>
            <p:spPr>
              <a:xfrm>
                <a:off x="331822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5" name="ph5770">
                <a:extLst>
                  <a:ext uri="{FF2B5EF4-FFF2-40B4-BE49-F238E27FC236}">
                    <a16:creationId xmlns:a16="http://schemas.microsoft.com/office/drawing/2014/main" id="{9A7C8AFB-1504-54E0-B31D-1AC88B2AE524}"/>
                  </a:ext>
                </a:extLst>
              </p:cNvPr>
              <p:cNvSpPr/>
              <p:nvPr/>
            </p:nvSpPr>
            <p:spPr>
              <a:xfrm>
                <a:off x="332766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6" name="ph5771">
                <a:extLst>
                  <a:ext uri="{FF2B5EF4-FFF2-40B4-BE49-F238E27FC236}">
                    <a16:creationId xmlns:a16="http://schemas.microsoft.com/office/drawing/2014/main" id="{BD176CF4-75D6-C163-1CC9-23DE5D77BD53}"/>
                  </a:ext>
                </a:extLst>
              </p:cNvPr>
              <p:cNvSpPr/>
              <p:nvPr/>
            </p:nvSpPr>
            <p:spPr>
              <a:xfrm>
                <a:off x="333710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7" name="ph5772">
                <a:extLst>
                  <a:ext uri="{FF2B5EF4-FFF2-40B4-BE49-F238E27FC236}">
                    <a16:creationId xmlns:a16="http://schemas.microsoft.com/office/drawing/2014/main" id="{E3B65136-CA51-4BFC-ED5C-83347BBCAFF5}"/>
                  </a:ext>
                </a:extLst>
              </p:cNvPr>
              <p:cNvSpPr/>
              <p:nvPr/>
            </p:nvSpPr>
            <p:spPr>
              <a:xfrm>
                <a:off x="3346544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8" name="ph5773">
                <a:extLst>
                  <a:ext uri="{FF2B5EF4-FFF2-40B4-BE49-F238E27FC236}">
                    <a16:creationId xmlns:a16="http://schemas.microsoft.com/office/drawing/2014/main" id="{3F9B0637-BB3C-3225-F381-BDB8D65B0771}"/>
                  </a:ext>
                </a:extLst>
              </p:cNvPr>
              <p:cNvSpPr/>
              <p:nvPr/>
            </p:nvSpPr>
            <p:spPr>
              <a:xfrm>
                <a:off x="335598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9" name="ph5774">
                <a:extLst>
                  <a:ext uri="{FF2B5EF4-FFF2-40B4-BE49-F238E27FC236}">
                    <a16:creationId xmlns:a16="http://schemas.microsoft.com/office/drawing/2014/main" id="{3C803D2D-9D0F-93EE-A7EC-BC303C533BDB}"/>
                  </a:ext>
                </a:extLst>
              </p:cNvPr>
              <p:cNvSpPr/>
              <p:nvPr/>
            </p:nvSpPr>
            <p:spPr>
              <a:xfrm>
                <a:off x="336542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0" name="ph5775">
                <a:extLst>
                  <a:ext uri="{FF2B5EF4-FFF2-40B4-BE49-F238E27FC236}">
                    <a16:creationId xmlns:a16="http://schemas.microsoft.com/office/drawing/2014/main" id="{FF1EA9F4-F940-799C-BF4D-99006B829B8D}"/>
                  </a:ext>
                </a:extLst>
              </p:cNvPr>
              <p:cNvSpPr/>
              <p:nvPr/>
            </p:nvSpPr>
            <p:spPr>
              <a:xfrm>
                <a:off x="337486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1" name="ph5776">
                <a:extLst>
                  <a:ext uri="{FF2B5EF4-FFF2-40B4-BE49-F238E27FC236}">
                    <a16:creationId xmlns:a16="http://schemas.microsoft.com/office/drawing/2014/main" id="{8F75AB00-CB39-83D1-763C-9BFCCBC5B845}"/>
                  </a:ext>
                </a:extLst>
              </p:cNvPr>
              <p:cNvSpPr/>
              <p:nvPr/>
            </p:nvSpPr>
            <p:spPr>
              <a:xfrm>
                <a:off x="3384305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2" name="ph5777">
                <a:extLst>
                  <a:ext uri="{FF2B5EF4-FFF2-40B4-BE49-F238E27FC236}">
                    <a16:creationId xmlns:a16="http://schemas.microsoft.com/office/drawing/2014/main" id="{E444D3DB-4D87-E02E-3CBC-CCFEAD79DF12}"/>
                  </a:ext>
                </a:extLst>
              </p:cNvPr>
              <p:cNvSpPr/>
              <p:nvPr/>
            </p:nvSpPr>
            <p:spPr>
              <a:xfrm>
                <a:off x="339374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3" name="ph5778">
                <a:extLst>
                  <a:ext uri="{FF2B5EF4-FFF2-40B4-BE49-F238E27FC236}">
                    <a16:creationId xmlns:a16="http://schemas.microsoft.com/office/drawing/2014/main" id="{5658DFA4-21A3-5987-1A83-0E9EF9168F0B}"/>
                  </a:ext>
                </a:extLst>
              </p:cNvPr>
              <p:cNvSpPr/>
              <p:nvPr/>
            </p:nvSpPr>
            <p:spPr>
              <a:xfrm>
                <a:off x="340318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4" name="ph5779">
                <a:extLst>
                  <a:ext uri="{FF2B5EF4-FFF2-40B4-BE49-F238E27FC236}">
                    <a16:creationId xmlns:a16="http://schemas.microsoft.com/office/drawing/2014/main" id="{BC168BFE-B942-05E4-E6CE-5436BF9FF339}"/>
                  </a:ext>
                </a:extLst>
              </p:cNvPr>
              <p:cNvSpPr/>
              <p:nvPr/>
            </p:nvSpPr>
            <p:spPr>
              <a:xfrm>
                <a:off x="341262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5" name="ph5780">
                <a:extLst>
                  <a:ext uri="{FF2B5EF4-FFF2-40B4-BE49-F238E27FC236}">
                    <a16:creationId xmlns:a16="http://schemas.microsoft.com/office/drawing/2014/main" id="{C4A9F1A1-79DC-2373-ED3A-8E456D570C92}"/>
                  </a:ext>
                </a:extLst>
              </p:cNvPr>
              <p:cNvSpPr/>
              <p:nvPr/>
            </p:nvSpPr>
            <p:spPr>
              <a:xfrm>
                <a:off x="3422066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6" name="ph5781">
                <a:extLst>
                  <a:ext uri="{FF2B5EF4-FFF2-40B4-BE49-F238E27FC236}">
                    <a16:creationId xmlns:a16="http://schemas.microsoft.com/office/drawing/2014/main" id="{8E41A014-89BB-53CA-B01B-AE9923BD8B70}"/>
                  </a:ext>
                </a:extLst>
              </p:cNvPr>
              <p:cNvSpPr/>
              <p:nvPr/>
            </p:nvSpPr>
            <p:spPr>
              <a:xfrm>
                <a:off x="343150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7" name="ph5782">
                <a:extLst>
                  <a:ext uri="{FF2B5EF4-FFF2-40B4-BE49-F238E27FC236}">
                    <a16:creationId xmlns:a16="http://schemas.microsoft.com/office/drawing/2014/main" id="{2F15BA36-D769-5980-3150-D0DD401E4665}"/>
                  </a:ext>
                </a:extLst>
              </p:cNvPr>
              <p:cNvSpPr/>
              <p:nvPr/>
            </p:nvSpPr>
            <p:spPr>
              <a:xfrm>
                <a:off x="344094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8" name="ph5783">
                <a:extLst>
                  <a:ext uri="{FF2B5EF4-FFF2-40B4-BE49-F238E27FC236}">
                    <a16:creationId xmlns:a16="http://schemas.microsoft.com/office/drawing/2014/main" id="{FC230868-9AE2-29DB-2326-16B6B0A0C2E0}"/>
                  </a:ext>
                </a:extLst>
              </p:cNvPr>
              <p:cNvSpPr/>
              <p:nvPr/>
            </p:nvSpPr>
            <p:spPr>
              <a:xfrm>
                <a:off x="345038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9" name="ph5784">
                <a:extLst>
                  <a:ext uri="{FF2B5EF4-FFF2-40B4-BE49-F238E27FC236}">
                    <a16:creationId xmlns:a16="http://schemas.microsoft.com/office/drawing/2014/main" id="{48E9709C-BCF5-75D8-9A98-326A57962749}"/>
                  </a:ext>
                </a:extLst>
              </p:cNvPr>
              <p:cNvSpPr/>
              <p:nvPr/>
            </p:nvSpPr>
            <p:spPr>
              <a:xfrm>
                <a:off x="3459827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0" name="ph5785">
                <a:extLst>
                  <a:ext uri="{FF2B5EF4-FFF2-40B4-BE49-F238E27FC236}">
                    <a16:creationId xmlns:a16="http://schemas.microsoft.com/office/drawing/2014/main" id="{9E830346-8770-FD6D-EFC6-80DF10FE65A6}"/>
                  </a:ext>
                </a:extLst>
              </p:cNvPr>
              <p:cNvSpPr/>
              <p:nvPr/>
            </p:nvSpPr>
            <p:spPr>
              <a:xfrm>
                <a:off x="346926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1" name="ph5786">
                <a:extLst>
                  <a:ext uri="{FF2B5EF4-FFF2-40B4-BE49-F238E27FC236}">
                    <a16:creationId xmlns:a16="http://schemas.microsoft.com/office/drawing/2014/main" id="{558DF320-EEFA-A428-C442-25B46D8F9F2A}"/>
                  </a:ext>
                </a:extLst>
              </p:cNvPr>
              <p:cNvSpPr/>
              <p:nvPr/>
            </p:nvSpPr>
            <p:spPr>
              <a:xfrm>
                <a:off x="347870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2" name="ph5787">
                <a:extLst>
                  <a:ext uri="{FF2B5EF4-FFF2-40B4-BE49-F238E27FC236}">
                    <a16:creationId xmlns:a16="http://schemas.microsoft.com/office/drawing/2014/main" id="{8408AEB9-4FDC-C27F-CFC8-349CF0107954}"/>
                  </a:ext>
                </a:extLst>
              </p:cNvPr>
              <p:cNvSpPr/>
              <p:nvPr/>
            </p:nvSpPr>
            <p:spPr>
              <a:xfrm>
                <a:off x="348814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3" name="ph5788">
                <a:extLst>
                  <a:ext uri="{FF2B5EF4-FFF2-40B4-BE49-F238E27FC236}">
                    <a16:creationId xmlns:a16="http://schemas.microsoft.com/office/drawing/2014/main" id="{98AF98AF-F975-71DB-7A7E-83B88AAC2ED9}"/>
                  </a:ext>
                </a:extLst>
              </p:cNvPr>
              <p:cNvSpPr/>
              <p:nvPr/>
            </p:nvSpPr>
            <p:spPr>
              <a:xfrm>
                <a:off x="3497588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4" name="ph5789">
                <a:extLst>
                  <a:ext uri="{FF2B5EF4-FFF2-40B4-BE49-F238E27FC236}">
                    <a16:creationId xmlns:a16="http://schemas.microsoft.com/office/drawing/2014/main" id="{57404098-585A-618E-E3EF-054DC2C43B17}"/>
                  </a:ext>
                </a:extLst>
              </p:cNvPr>
              <p:cNvSpPr/>
              <p:nvPr/>
            </p:nvSpPr>
            <p:spPr>
              <a:xfrm>
                <a:off x="350702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5" name="ph5790">
                <a:extLst>
                  <a:ext uri="{FF2B5EF4-FFF2-40B4-BE49-F238E27FC236}">
                    <a16:creationId xmlns:a16="http://schemas.microsoft.com/office/drawing/2014/main" id="{299564F1-CCAE-D94A-2B3A-062BC5FC2E54}"/>
                  </a:ext>
                </a:extLst>
              </p:cNvPr>
              <p:cNvSpPr/>
              <p:nvPr/>
            </p:nvSpPr>
            <p:spPr>
              <a:xfrm>
                <a:off x="351646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6" name="ph5791">
                <a:extLst>
                  <a:ext uri="{FF2B5EF4-FFF2-40B4-BE49-F238E27FC236}">
                    <a16:creationId xmlns:a16="http://schemas.microsoft.com/office/drawing/2014/main" id="{2118246A-9C6F-10C3-A71A-F118C5DCE0A2}"/>
                  </a:ext>
                </a:extLst>
              </p:cNvPr>
              <p:cNvSpPr/>
              <p:nvPr/>
            </p:nvSpPr>
            <p:spPr>
              <a:xfrm>
                <a:off x="352590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7" name="ph5792">
                <a:extLst>
                  <a:ext uri="{FF2B5EF4-FFF2-40B4-BE49-F238E27FC236}">
                    <a16:creationId xmlns:a16="http://schemas.microsoft.com/office/drawing/2014/main" id="{07044A39-AD34-29B5-ABEB-81ED78CB7259}"/>
                  </a:ext>
                </a:extLst>
              </p:cNvPr>
              <p:cNvSpPr/>
              <p:nvPr/>
            </p:nvSpPr>
            <p:spPr>
              <a:xfrm>
                <a:off x="3535349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8" name="ph5793">
                <a:extLst>
                  <a:ext uri="{FF2B5EF4-FFF2-40B4-BE49-F238E27FC236}">
                    <a16:creationId xmlns:a16="http://schemas.microsoft.com/office/drawing/2014/main" id="{3CB839C8-B8C0-8BE9-B33A-6AD32364E0D1}"/>
                  </a:ext>
                </a:extLst>
              </p:cNvPr>
              <p:cNvSpPr/>
              <p:nvPr/>
            </p:nvSpPr>
            <p:spPr>
              <a:xfrm>
                <a:off x="354479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9" name="ph5794">
                <a:extLst>
                  <a:ext uri="{FF2B5EF4-FFF2-40B4-BE49-F238E27FC236}">
                    <a16:creationId xmlns:a16="http://schemas.microsoft.com/office/drawing/2014/main" id="{EE280D56-FE60-AF6F-5BCD-E0B3659E5E82}"/>
                  </a:ext>
                </a:extLst>
              </p:cNvPr>
              <p:cNvSpPr/>
              <p:nvPr/>
            </p:nvSpPr>
            <p:spPr>
              <a:xfrm>
                <a:off x="355423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0" name="ph5795">
                <a:extLst>
                  <a:ext uri="{FF2B5EF4-FFF2-40B4-BE49-F238E27FC236}">
                    <a16:creationId xmlns:a16="http://schemas.microsoft.com/office/drawing/2014/main" id="{C43AD3AC-CDFC-7B46-0A11-9C2535723CC4}"/>
                  </a:ext>
                </a:extLst>
              </p:cNvPr>
              <p:cNvSpPr/>
              <p:nvPr/>
            </p:nvSpPr>
            <p:spPr>
              <a:xfrm>
                <a:off x="356367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1" name="ph5796">
                <a:extLst>
                  <a:ext uri="{FF2B5EF4-FFF2-40B4-BE49-F238E27FC236}">
                    <a16:creationId xmlns:a16="http://schemas.microsoft.com/office/drawing/2014/main" id="{858B9879-7319-D532-97C2-7F5898E792F8}"/>
                  </a:ext>
                </a:extLst>
              </p:cNvPr>
              <p:cNvSpPr/>
              <p:nvPr/>
            </p:nvSpPr>
            <p:spPr>
              <a:xfrm>
                <a:off x="357311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2" name="ph5797">
                <a:extLst>
                  <a:ext uri="{FF2B5EF4-FFF2-40B4-BE49-F238E27FC236}">
                    <a16:creationId xmlns:a16="http://schemas.microsoft.com/office/drawing/2014/main" id="{F922048A-FA94-454C-81E0-B8DA9440A18D}"/>
                  </a:ext>
                </a:extLst>
              </p:cNvPr>
              <p:cNvSpPr/>
              <p:nvPr/>
            </p:nvSpPr>
            <p:spPr>
              <a:xfrm>
                <a:off x="3582550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3" name="ph5798">
                <a:extLst>
                  <a:ext uri="{FF2B5EF4-FFF2-40B4-BE49-F238E27FC236}">
                    <a16:creationId xmlns:a16="http://schemas.microsoft.com/office/drawing/2014/main" id="{1F77E413-368B-C168-4F0C-4B568E8D862D}"/>
                  </a:ext>
                </a:extLst>
              </p:cNvPr>
              <p:cNvSpPr/>
              <p:nvPr/>
            </p:nvSpPr>
            <p:spPr>
              <a:xfrm>
                <a:off x="359199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4" name="ph5799">
                <a:extLst>
                  <a:ext uri="{FF2B5EF4-FFF2-40B4-BE49-F238E27FC236}">
                    <a16:creationId xmlns:a16="http://schemas.microsoft.com/office/drawing/2014/main" id="{715841F0-21CF-6AE9-C73D-E22C5FDB37B7}"/>
                  </a:ext>
                </a:extLst>
              </p:cNvPr>
              <p:cNvSpPr/>
              <p:nvPr/>
            </p:nvSpPr>
            <p:spPr>
              <a:xfrm>
                <a:off x="360143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5" name="ph5800">
                <a:extLst>
                  <a:ext uri="{FF2B5EF4-FFF2-40B4-BE49-F238E27FC236}">
                    <a16:creationId xmlns:a16="http://schemas.microsoft.com/office/drawing/2014/main" id="{A9B8E27A-5C53-BA39-DD72-F548BA542E41}"/>
                  </a:ext>
                </a:extLst>
              </p:cNvPr>
              <p:cNvSpPr/>
              <p:nvPr/>
            </p:nvSpPr>
            <p:spPr>
              <a:xfrm>
                <a:off x="361087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6" name="ph5801">
                <a:extLst>
                  <a:ext uri="{FF2B5EF4-FFF2-40B4-BE49-F238E27FC236}">
                    <a16:creationId xmlns:a16="http://schemas.microsoft.com/office/drawing/2014/main" id="{EA38711C-7000-59DE-431C-40ACC9011174}"/>
                  </a:ext>
                </a:extLst>
              </p:cNvPr>
              <p:cNvSpPr/>
              <p:nvPr/>
            </p:nvSpPr>
            <p:spPr>
              <a:xfrm>
                <a:off x="3620311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7" name="ph5802">
                <a:extLst>
                  <a:ext uri="{FF2B5EF4-FFF2-40B4-BE49-F238E27FC236}">
                    <a16:creationId xmlns:a16="http://schemas.microsoft.com/office/drawing/2014/main" id="{0D615122-C0C3-B192-6770-2D3013932834}"/>
                  </a:ext>
                </a:extLst>
              </p:cNvPr>
              <p:cNvSpPr/>
              <p:nvPr/>
            </p:nvSpPr>
            <p:spPr>
              <a:xfrm>
                <a:off x="362975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8" name="ph5803">
                <a:extLst>
                  <a:ext uri="{FF2B5EF4-FFF2-40B4-BE49-F238E27FC236}">
                    <a16:creationId xmlns:a16="http://schemas.microsoft.com/office/drawing/2014/main" id="{EE2B76E2-2316-7014-CBF0-11EE367BECEB}"/>
                  </a:ext>
                </a:extLst>
              </p:cNvPr>
              <p:cNvSpPr/>
              <p:nvPr/>
            </p:nvSpPr>
            <p:spPr>
              <a:xfrm>
                <a:off x="363919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9" name="ph5804">
                <a:extLst>
                  <a:ext uri="{FF2B5EF4-FFF2-40B4-BE49-F238E27FC236}">
                    <a16:creationId xmlns:a16="http://schemas.microsoft.com/office/drawing/2014/main" id="{3775A827-A060-7B67-CDC2-AD83D2F92D21}"/>
                  </a:ext>
                </a:extLst>
              </p:cNvPr>
              <p:cNvSpPr/>
              <p:nvPr/>
            </p:nvSpPr>
            <p:spPr>
              <a:xfrm>
                <a:off x="364863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0" name="ph5805">
                <a:extLst>
                  <a:ext uri="{FF2B5EF4-FFF2-40B4-BE49-F238E27FC236}">
                    <a16:creationId xmlns:a16="http://schemas.microsoft.com/office/drawing/2014/main" id="{17D97134-FBF1-0279-83C6-3FA19C0AE202}"/>
                  </a:ext>
                </a:extLst>
              </p:cNvPr>
              <p:cNvSpPr/>
              <p:nvPr/>
            </p:nvSpPr>
            <p:spPr>
              <a:xfrm>
                <a:off x="3658072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1" name="ph5806">
                <a:extLst>
                  <a:ext uri="{FF2B5EF4-FFF2-40B4-BE49-F238E27FC236}">
                    <a16:creationId xmlns:a16="http://schemas.microsoft.com/office/drawing/2014/main" id="{41CF9C8C-76C0-F0AC-E85E-752B42577FFC}"/>
                  </a:ext>
                </a:extLst>
              </p:cNvPr>
              <p:cNvSpPr/>
              <p:nvPr/>
            </p:nvSpPr>
            <p:spPr>
              <a:xfrm>
                <a:off x="366751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2" name="ph5807">
                <a:extLst>
                  <a:ext uri="{FF2B5EF4-FFF2-40B4-BE49-F238E27FC236}">
                    <a16:creationId xmlns:a16="http://schemas.microsoft.com/office/drawing/2014/main" id="{E234BC6C-CE59-181C-22D5-B330089D7134}"/>
                  </a:ext>
                </a:extLst>
              </p:cNvPr>
              <p:cNvSpPr/>
              <p:nvPr/>
            </p:nvSpPr>
            <p:spPr>
              <a:xfrm>
                <a:off x="367695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3" name="ph5808">
                <a:extLst>
                  <a:ext uri="{FF2B5EF4-FFF2-40B4-BE49-F238E27FC236}">
                    <a16:creationId xmlns:a16="http://schemas.microsoft.com/office/drawing/2014/main" id="{0956D8BE-FE60-E796-DEAD-A4011C2D86CA}"/>
                  </a:ext>
                </a:extLst>
              </p:cNvPr>
              <p:cNvSpPr/>
              <p:nvPr/>
            </p:nvSpPr>
            <p:spPr>
              <a:xfrm>
                <a:off x="3686393" y="14474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4" name="ph5809">
                <a:extLst>
                  <a:ext uri="{FF2B5EF4-FFF2-40B4-BE49-F238E27FC236}">
                    <a16:creationId xmlns:a16="http://schemas.microsoft.com/office/drawing/2014/main" id="{1DDAE758-7C88-01D1-E239-ADCFD28645AE}"/>
                  </a:ext>
                </a:extLst>
              </p:cNvPr>
              <p:cNvSpPr/>
              <p:nvPr/>
            </p:nvSpPr>
            <p:spPr>
              <a:xfrm>
                <a:off x="3695833" y="146500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137"/>
                    </a:lnTo>
                    <a:lnTo>
                      <a:pt x="923051" y="911612"/>
                    </a:lnTo>
                    <a:lnTo>
                      <a:pt x="921520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5" name="ph5810">
                <a:extLst>
                  <a:ext uri="{FF2B5EF4-FFF2-40B4-BE49-F238E27FC236}">
                    <a16:creationId xmlns:a16="http://schemas.microsoft.com/office/drawing/2014/main" id="{B627B97A-547A-0661-B156-9753767B5FF9}"/>
                  </a:ext>
                </a:extLst>
              </p:cNvPr>
              <p:cNvSpPr/>
              <p:nvPr/>
            </p:nvSpPr>
            <p:spPr>
              <a:xfrm>
                <a:off x="3705274" y="1447430"/>
                <a:ext cx="923840" cy="92870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70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2261"/>
                    </a:lnTo>
                    <a:lnTo>
                      <a:pt x="923109" y="922864"/>
                    </a:lnTo>
                    <a:lnTo>
                      <a:pt x="917573" y="926799"/>
                    </a:lnTo>
                    <a:lnTo>
                      <a:pt x="914400" y="928707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6" name="ph5811">
                <a:extLst>
                  <a:ext uri="{FF2B5EF4-FFF2-40B4-BE49-F238E27FC236}">
                    <a16:creationId xmlns:a16="http://schemas.microsoft.com/office/drawing/2014/main" id="{6F93E035-8DD2-C02B-5FB4-86F70374D40B}"/>
                  </a:ext>
                </a:extLst>
              </p:cNvPr>
              <p:cNvSpPr/>
              <p:nvPr/>
            </p:nvSpPr>
            <p:spPr>
              <a:xfrm>
                <a:off x="3714714" y="1447430"/>
                <a:ext cx="923319" cy="922261"/>
              </a:xfrm>
              <a:custGeom>
                <a:avLst/>
                <a:gdLst/>
                <a:ahLst/>
                <a:cxnLst/>
                <a:rect l="0" t="0" r="0" b="0"/>
                <a:pathLst>
                  <a:path w="923319" h="922261">
                    <a:moveTo>
                      <a:pt x="914400" y="914400"/>
                    </a:moveTo>
                    <a:lnTo>
                      <a:pt x="923319" y="914400"/>
                    </a:lnTo>
                    <a:lnTo>
                      <a:pt x="919086" y="918396"/>
                    </a:lnTo>
                    <a:lnTo>
                      <a:pt x="914400" y="922261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7" name="ph5812">
                <a:extLst>
                  <a:ext uri="{FF2B5EF4-FFF2-40B4-BE49-F238E27FC236}">
                    <a16:creationId xmlns:a16="http://schemas.microsoft.com/office/drawing/2014/main" id="{A2D8AEDD-BA25-B724-5040-5C2B44E47AB5}"/>
                  </a:ext>
                </a:extLst>
              </p:cNvPr>
              <p:cNvSpPr/>
              <p:nvPr/>
            </p:nvSpPr>
            <p:spPr>
              <a:xfrm>
                <a:off x="2109873" y="1429861"/>
                <a:ext cx="914400" cy="92071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717">
                    <a:moveTo>
                      <a:pt x="914400" y="914400"/>
                    </a:moveTo>
                    <a:lnTo>
                      <a:pt x="914400" y="920717"/>
                    </a:lnTo>
                    <a:lnTo>
                      <a:pt x="913864" y="919499"/>
                    </a:lnTo>
                    <a:lnTo>
                      <a:pt x="912797" y="917073"/>
                    </a:lnTo>
                    <a:lnTo>
                      <a:pt x="911729" y="914648"/>
                    </a:lnTo>
                    <a:lnTo>
                      <a:pt x="911620" y="914400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8" name="ph5813">
                <a:extLst>
                  <a:ext uri="{FF2B5EF4-FFF2-40B4-BE49-F238E27FC236}">
                    <a16:creationId xmlns:a16="http://schemas.microsoft.com/office/drawing/2014/main" id="{29FF401B-755D-5CCE-9F44-61941D9CBB57}"/>
                  </a:ext>
                </a:extLst>
              </p:cNvPr>
              <p:cNvSpPr/>
              <p:nvPr/>
            </p:nvSpPr>
            <p:spPr>
              <a:xfrm>
                <a:off x="210987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407" y="931969"/>
                    </a:lnTo>
                    <a:lnTo>
                      <a:pt x="918136" y="929221"/>
                    </a:lnTo>
                    <a:lnTo>
                      <a:pt x="917063" y="926777"/>
                    </a:lnTo>
                    <a:lnTo>
                      <a:pt x="915997" y="924351"/>
                    </a:lnTo>
                    <a:lnTo>
                      <a:pt x="914931" y="921925"/>
                    </a:lnTo>
                    <a:lnTo>
                      <a:pt x="914400" y="920717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9" name="ph5814">
                <a:extLst>
                  <a:ext uri="{FF2B5EF4-FFF2-40B4-BE49-F238E27FC236}">
                    <a16:creationId xmlns:a16="http://schemas.microsoft.com/office/drawing/2014/main" id="{4B71C9FC-B3C3-BC80-CCC5-E18E3B3DDA3D}"/>
                  </a:ext>
                </a:extLst>
              </p:cNvPr>
              <p:cNvSpPr/>
              <p:nvPr/>
            </p:nvSpPr>
            <p:spPr>
              <a:xfrm>
                <a:off x="211931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0" name="ph5815">
                <a:extLst>
                  <a:ext uri="{FF2B5EF4-FFF2-40B4-BE49-F238E27FC236}">
                    <a16:creationId xmlns:a16="http://schemas.microsoft.com/office/drawing/2014/main" id="{AF2902C1-0A10-A8B5-30F1-7FB82444F7DE}"/>
                  </a:ext>
                </a:extLst>
              </p:cNvPr>
              <p:cNvSpPr/>
              <p:nvPr/>
            </p:nvSpPr>
            <p:spPr>
              <a:xfrm>
                <a:off x="212875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1" name="ph5816">
                <a:extLst>
                  <a:ext uri="{FF2B5EF4-FFF2-40B4-BE49-F238E27FC236}">
                    <a16:creationId xmlns:a16="http://schemas.microsoft.com/office/drawing/2014/main" id="{0F840F36-0B27-87C2-DC82-0797F2F5C094}"/>
                  </a:ext>
                </a:extLst>
              </p:cNvPr>
              <p:cNvSpPr/>
              <p:nvPr/>
            </p:nvSpPr>
            <p:spPr>
              <a:xfrm>
                <a:off x="213819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2" name="ph5817">
                <a:extLst>
                  <a:ext uri="{FF2B5EF4-FFF2-40B4-BE49-F238E27FC236}">
                    <a16:creationId xmlns:a16="http://schemas.microsoft.com/office/drawing/2014/main" id="{8422C469-35F9-F6A7-08F7-F3C0D39D90DE}"/>
                  </a:ext>
                </a:extLst>
              </p:cNvPr>
              <p:cNvSpPr/>
              <p:nvPr/>
            </p:nvSpPr>
            <p:spPr>
              <a:xfrm>
                <a:off x="214763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3" name="ph5818">
                <a:extLst>
                  <a:ext uri="{FF2B5EF4-FFF2-40B4-BE49-F238E27FC236}">
                    <a16:creationId xmlns:a16="http://schemas.microsoft.com/office/drawing/2014/main" id="{1A6C5EB3-74E3-B8DC-5620-E92DA0EAB61D}"/>
                  </a:ext>
                </a:extLst>
              </p:cNvPr>
              <p:cNvSpPr/>
              <p:nvPr/>
            </p:nvSpPr>
            <p:spPr>
              <a:xfrm>
                <a:off x="215707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4" name="ph5819">
                <a:extLst>
                  <a:ext uri="{FF2B5EF4-FFF2-40B4-BE49-F238E27FC236}">
                    <a16:creationId xmlns:a16="http://schemas.microsoft.com/office/drawing/2014/main" id="{0C4976D8-6F96-1270-CC3B-62E2C8EBEB8F}"/>
                  </a:ext>
                </a:extLst>
              </p:cNvPr>
              <p:cNvSpPr/>
              <p:nvPr/>
            </p:nvSpPr>
            <p:spPr>
              <a:xfrm>
                <a:off x="216651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5" name="ph5820">
                <a:extLst>
                  <a:ext uri="{FF2B5EF4-FFF2-40B4-BE49-F238E27FC236}">
                    <a16:creationId xmlns:a16="http://schemas.microsoft.com/office/drawing/2014/main" id="{D4CA0E98-3CB4-E4A4-CF0C-C6DBB932FD08}"/>
                  </a:ext>
                </a:extLst>
              </p:cNvPr>
              <p:cNvSpPr/>
              <p:nvPr/>
            </p:nvSpPr>
            <p:spPr>
              <a:xfrm>
                <a:off x="217595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6" name="ph5821">
                <a:extLst>
                  <a:ext uri="{FF2B5EF4-FFF2-40B4-BE49-F238E27FC236}">
                    <a16:creationId xmlns:a16="http://schemas.microsoft.com/office/drawing/2014/main" id="{CB84A683-63F4-EB5A-E182-CAB6421FEE42}"/>
                  </a:ext>
                </a:extLst>
              </p:cNvPr>
              <p:cNvSpPr/>
              <p:nvPr/>
            </p:nvSpPr>
            <p:spPr>
              <a:xfrm>
                <a:off x="218539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B">
                  <a:alpha val="100000"/>
                </a:srgbClr>
              </a:solidFill>
              <a:ln w="5420" cap="flat">
                <a:solidFill>
                  <a:srgbClr val="FFEA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7" name="ph5822">
                <a:extLst>
                  <a:ext uri="{FF2B5EF4-FFF2-40B4-BE49-F238E27FC236}">
                    <a16:creationId xmlns:a16="http://schemas.microsoft.com/office/drawing/2014/main" id="{E7D1986C-F668-E532-9605-CAD74B3091D5}"/>
                  </a:ext>
                </a:extLst>
              </p:cNvPr>
              <p:cNvSpPr/>
              <p:nvPr/>
            </p:nvSpPr>
            <p:spPr>
              <a:xfrm>
                <a:off x="219483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8" name="ph5823">
                <a:extLst>
                  <a:ext uri="{FF2B5EF4-FFF2-40B4-BE49-F238E27FC236}">
                    <a16:creationId xmlns:a16="http://schemas.microsoft.com/office/drawing/2014/main" id="{EDE6F8BF-8CB4-0D04-5304-A742B5A4ED76}"/>
                  </a:ext>
                </a:extLst>
              </p:cNvPr>
              <p:cNvSpPr/>
              <p:nvPr/>
            </p:nvSpPr>
            <p:spPr>
              <a:xfrm>
                <a:off x="220427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9" name="ph5824">
                <a:extLst>
                  <a:ext uri="{FF2B5EF4-FFF2-40B4-BE49-F238E27FC236}">
                    <a16:creationId xmlns:a16="http://schemas.microsoft.com/office/drawing/2014/main" id="{EE56C095-15D7-E029-D61D-F737B5C2C96F}"/>
                  </a:ext>
                </a:extLst>
              </p:cNvPr>
              <p:cNvSpPr/>
              <p:nvPr/>
            </p:nvSpPr>
            <p:spPr>
              <a:xfrm>
                <a:off x="221371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0" name="ph5825">
                <a:extLst>
                  <a:ext uri="{FF2B5EF4-FFF2-40B4-BE49-F238E27FC236}">
                    <a16:creationId xmlns:a16="http://schemas.microsoft.com/office/drawing/2014/main" id="{1BF18497-7963-D9AC-C4D8-19E2A274B39C}"/>
                  </a:ext>
                </a:extLst>
              </p:cNvPr>
              <p:cNvSpPr/>
              <p:nvPr/>
            </p:nvSpPr>
            <p:spPr>
              <a:xfrm>
                <a:off x="222315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1" name="ph5826">
                <a:extLst>
                  <a:ext uri="{FF2B5EF4-FFF2-40B4-BE49-F238E27FC236}">
                    <a16:creationId xmlns:a16="http://schemas.microsoft.com/office/drawing/2014/main" id="{AFB6FBD9-FD48-DC68-8CF1-672798B0A067}"/>
                  </a:ext>
                </a:extLst>
              </p:cNvPr>
              <p:cNvSpPr/>
              <p:nvPr/>
            </p:nvSpPr>
            <p:spPr>
              <a:xfrm>
                <a:off x="223259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2" name="ph5827">
                <a:extLst>
                  <a:ext uri="{FF2B5EF4-FFF2-40B4-BE49-F238E27FC236}">
                    <a16:creationId xmlns:a16="http://schemas.microsoft.com/office/drawing/2014/main" id="{9572FF9E-AA2C-118E-BD84-8714F65A2341}"/>
                  </a:ext>
                </a:extLst>
              </p:cNvPr>
              <p:cNvSpPr/>
              <p:nvPr/>
            </p:nvSpPr>
            <p:spPr>
              <a:xfrm>
                <a:off x="224203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3" name="ph5828">
                <a:extLst>
                  <a:ext uri="{FF2B5EF4-FFF2-40B4-BE49-F238E27FC236}">
                    <a16:creationId xmlns:a16="http://schemas.microsoft.com/office/drawing/2014/main" id="{0C696713-EC18-C1FD-DC87-A2F2F01880B4}"/>
                  </a:ext>
                </a:extLst>
              </p:cNvPr>
              <p:cNvSpPr/>
              <p:nvPr/>
            </p:nvSpPr>
            <p:spPr>
              <a:xfrm>
                <a:off x="225147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4" name="ph5829">
                <a:extLst>
                  <a:ext uri="{FF2B5EF4-FFF2-40B4-BE49-F238E27FC236}">
                    <a16:creationId xmlns:a16="http://schemas.microsoft.com/office/drawing/2014/main" id="{CF91E5B9-7B7C-84CE-EC8F-A22DE5F0F5CB}"/>
                  </a:ext>
                </a:extLst>
              </p:cNvPr>
              <p:cNvSpPr/>
              <p:nvPr/>
            </p:nvSpPr>
            <p:spPr>
              <a:xfrm>
                <a:off x="226091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5" name="ph5830">
                <a:extLst>
                  <a:ext uri="{FF2B5EF4-FFF2-40B4-BE49-F238E27FC236}">
                    <a16:creationId xmlns:a16="http://schemas.microsoft.com/office/drawing/2014/main" id="{8239DABF-0622-2346-6EE9-927D810FF092}"/>
                  </a:ext>
                </a:extLst>
              </p:cNvPr>
              <p:cNvSpPr/>
              <p:nvPr/>
            </p:nvSpPr>
            <p:spPr>
              <a:xfrm>
                <a:off x="227035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6" name="ph5831">
                <a:extLst>
                  <a:ext uri="{FF2B5EF4-FFF2-40B4-BE49-F238E27FC236}">
                    <a16:creationId xmlns:a16="http://schemas.microsoft.com/office/drawing/2014/main" id="{AEADCC21-D5D5-95CA-1E73-093A2975697F}"/>
                  </a:ext>
                </a:extLst>
              </p:cNvPr>
              <p:cNvSpPr/>
              <p:nvPr/>
            </p:nvSpPr>
            <p:spPr>
              <a:xfrm>
                <a:off x="227979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7" name="ph5832">
                <a:extLst>
                  <a:ext uri="{FF2B5EF4-FFF2-40B4-BE49-F238E27FC236}">
                    <a16:creationId xmlns:a16="http://schemas.microsoft.com/office/drawing/2014/main" id="{F494E14E-0CBA-40D6-585B-D48266E0F268}"/>
                  </a:ext>
                </a:extLst>
              </p:cNvPr>
              <p:cNvSpPr/>
              <p:nvPr/>
            </p:nvSpPr>
            <p:spPr>
              <a:xfrm>
                <a:off x="228923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8" name="ph5833">
                <a:extLst>
                  <a:ext uri="{FF2B5EF4-FFF2-40B4-BE49-F238E27FC236}">
                    <a16:creationId xmlns:a16="http://schemas.microsoft.com/office/drawing/2014/main" id="{D6206EF2-0BD2-4873-2E8C-8C529A8B8393}"/>
                  </a:ext>
                </a:extLst>
              </p:cNvPr>
              <p:cNvSpPr/>
              <p:nvPr/>
            </p:nvSpPr>
            <p:spPr>
              <a:xfrm>
                <a:off x="229867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9" name="ph5834">
                <a:extLst>
                  <a:ext uri="{FF2B5EF4-FFF2-40B4-BE49-F238E27FC236}">
                    <a16:creationId xmlns:a16="http://schemas.microsoft.com/office/drawing/2014/main" id="{6D445A2F-C610-7AEF-E90F-475DA2C2B6D9}"/>
                  </a:ext>
                </a:extLst>
              </p:cNvPr>
              <p:cNvSpPr/>
              <p:nvPr/>
            </p:nvSpPr>
            <p:spPr>
              <a:xfrm>
                <a:off x="230811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0" name="ph5835">
                <a:extLst>
                  <a:ext uri="{FF2B5EF4-FFF2-40B4-BE49-F238E27FC236}">
                    <a16:creationId xmlns:a16="http://schemas.microsoft.com/office/drawing/2014/main" id="{5E4C6FA3-074F-7BF1-507A-61675AFF9233}"/>
                  </a:ext>
                </a:extLst>
              </p:cNvPr>
              <p:cNvSpPr/>
              <p:nvPr/>
            </p:nvSpPr>
            <p:spPr>
              <a:xfrm>
                <a:off x="231755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1" name="ph5836">
                <a:extLst>
                  <a:ext uri="{FF2B5EF4-FFF2-40B4-BE49-F238E27FC236}">
                    <a16:creationId xmlns:a16="http://schemas.microsoft.com/office/drawing/2014/main" id="{027765AE-E725-7E0C-0F1F-D531B4ECCD3B}"/>
                  </a:ext>
                </a:extLst>
              </p:cNvPr>
              <p:cNvSpPr/>
              <p:nvPr/>
            </p:nvSpPr>
            <p:spPr>
              <a:xfrm>
                <a:off x="232699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2" name="ph5837">
                <a:extLst>
                  <a:ext uri="{FF2B5EF4-FFF2-40B4-BE49-F238E27FC236}">
                    <a16:creationId xmlns:a16="http://schemas.microsoft.com/office/drawing/2014/main" id="{F01DC9F4-A278-337E-693A-01426B115DB0}"/>
                  </a:ext>
                </a:extLst>
              </p:cNvPr>
              <p:cNvSpPr/>
              <p:nvPr/>
            </p:nvSpPr>
            <p:spPr>
              <a:xfrm>
                <a:off x="233643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3" name="ph5838">
                <a:extLst>
                  <a:ext uri="{FF2B5EF4-FFF2-40B4-BE49-F238E27FC236}">
                    <a16:creationId xmlns:a16="http://schemas.microsoft.com/office/drawing/2014/main" id="{A5914DF6-2E37-8621-9145-5E0E5106AD3C}"/>
                  </a:ext>
                </a:extLst>
              </p:cNvPr>
              <p:cNvSpPr/>
              <p:nvPr/>
            </p:nvSpPr>
            <p:spPr>
              <a:xfrm>
                <a:off x="234587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4" name="ph5839">
                <a:extLst>
                  <a:ext uri="{FF2B5EF4-FFF2-40B4-BE49-F238E27FC236}">
                    <a16:creationId xmlns:a16="http://schemas.microsoft.com/office/drawing/2014/main" id="{2BADE26A-9AB2-B98B-B0E3-8E921E6E5AE4}"/>
                  </a:ext>
                </a:extLst>
              </p:cNvPr>
              <p:cNvSpPr/>
              <p:nvPr/>
            </p:nvSpPr>
            <p:spPr>
              <a:xfrm>
                <a:off x="235531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5" name="ph5840">
                <a:extLst>
                  <a:ext uri="{FF2B5EF4-FFF2-40B4-BE49-F238E27FC236}">
                    <a16:creationId xmlns:a16="http://schemas.microsoft.com/office/drawing/2014/main" id="{ADAAFC29-535C-FD22-7A04-6496E0554C54}"/>
                  </a:ext>
                </a:extLst>
              </p:cNvPr>
              <p:cNvSpPr/>
              <p:nvPr/>
            </p:nvSpPr>
            <p:spPr>
              <a:xfrm>
                <a:off x="236476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6" name="ph5841">
                <a:extLst>
                  <a:ext uri="{FF2B5EF4-FFF2-40B4-BE49-F238E27FC236}">
                    <a16:creationId xmlns:a16="http://schemas.microsoft.com/office/drawing/2014/main" id="{F43D1935-68E9-583E-635E-745BCB8D34EE}"/>
                  </a:ext>
                </a:extLst>
              </p:cNvPr>
              <p:cNvSpPr/>
              <p:nvPr/>
            </p:nvSpPr>
            <p:spPr>
              <a:xfrm>
                <a:off x="237420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7" name="ph5842">
                <a:extLst>
                  <a:ext uri="{FF2B5EF4-FFF2-40B4-BE49-F238E27FC236}">
                    <a16:creationId xmlns:a16="http://schemas.microsoft.com/office/drawing/2014/main" id="{AE60ED38-A9F9-3A96-5333-C87E881C00C0}"/>
                  </a:ext>
                </a:extLst>
              </p:cNvPr>
              <p:cNvSpPr/>
              <p:nvPr/>
            </p:nvSpPr>
            <p:spPr>
              <a:xfrm>
                <a:off x="238364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8" name="ph5843">
                <a:extLst>
                  <a:ext uri="{FF2B5EF4-FFF2-40B4-BE49-F238E27FC236}">
                    <a16:creationId xmlns:a16="http://schemas.microsoft.com/office/drawing/2014/main" id="{EB6C5B07-1481-A3FB-3205-485C9C68BF7D}"/>
                  </a:ext>
                </a:extLst>
              </p:cNvPr>
              <p:cNvSpPr/>
              <p:nvPr/>
            </p:nvSpPr>
            <p:spPr>
              <a:xfrm>
                <a:off x="239308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9" name="ph5844">
                <a:extLst>
                  <a:ext uri="{FF2B5EF4-FFF2-40B4-BE49-F238E27FC236}">
                    <a16:creationId xmlns:a16="http://schemas.microsoft.com/office/drawing/2014/main" id="{7D280099-3F3F-D552-B7D3-FE1A85652DE9}"/>
                  </a:ext>
                </a:extLst>
              </p:cNvPr>
              <p:cNvSpPr/>
              <p:nvPr/>
            </p:nvSpPr>
            <p:spPr>
              <a:xfrm>
                <a:off x="2402521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23840" y="896830"/>
                    </a:lnTo>
                    <a:lnTo>
                      <a:pt x="923840" y="903950"/>
                    </a:lnTo>
                    <a:lnTo>
                      <a:pt x="921908" y="912993"/>
                    </a:lnTo>
                    <a:lnTo>
                      <a:pt x="921561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0" name="ph5845">
                <a:extLst>
                  <a:ext uri="{FF2B5EF4-FFF2-40B4-BE49-F238E27FC236}">
                    <a16:creationId xmlns:a16="http://schemas.microsoft.com/office/drawing/2014/main" id="{828D44F6-3F82-8F6F-C861-673C6F4D2AEC}"/>
                  </a:ext>
                </a:extLst>
              </p:cNvPr>
              <p:cNvSpPr/>
              <p:nvPr/>
            </p:nvSpPr>
            <p:spPr>
              <a:xfrm>
                <a:off x="2411961" y="1429861"/>
                <a:ext cx="915731" cy="921520"/>
              </a:xfrm>
              <a:custGeom>
                <a:avLst/>
                <a:gdLst/>
                <a:ahLst/>
                <a:cxnLst/>
                <a:rect l="0" t="0" r="0" b="0"/>
                <a:pathLst>
                  <a:path w="915731" h="921520">
                    <a:moveTo>
                      <a:pt x="914400" y="914400"/>
                    </a:moveTo>
                    <a:lnTo>
                      <a:pt x="915731" y="914400"/>
                    </a:lnTo>
                    <a:lnTo>
                      <a:pt x="914643" y="920380"/>
                    </a:lnTo>
                    <a:lnTo>
                      <a:pt x="914400" y="92152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1" name="ph5846">
                <a:extLst>
                  <a:ext uri="{FF2B5EF4-FFF2-40B4-BE49-F238E27FC236}">
                    <a16:creationId xmlns:a16="http://schemas.microsoft.com/office/drawing/2014/main" id="{0C4EAA06-29B8-B298-349A-6B39D7682BBA}"/>
                  </a:ext>
                </a:extLst>
              </p:cNvPr>
              <p:cNvSpPr/>
              <p:nvPr/>
            </p:nvSpPr>
            <p:spPr>
              <a:xfrm>
                <a:off x="3110538" y="14474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730" y="914400"/>
                    </a:lnTo>
                    <a:lnTo>
                      <a:pt x="911831" y="913657"/>
                    </a:lnTo>
                    <a:lnTo>
                      <a:pt x="913562" y="903205"/>
                    </a:lnTo>
                    <a:lnTo>
                      <a:pt x="914400" y="89895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2" name="ph5847">
                <a:extLst>
                  <a:ext uri="{FF2B5EF4-FFF2-40B4-BE49-F238E27FC236}">
                    <a16:creationId xmlns:a16="http://schemas.microsoft.com/office/drawing/2014/main" id="{88A11BCF-5E83-1F7C-3260-8FCDFAC9AC6B}"/>
                  </a:ext>
                </a:extLst>
              </p:cNvPr>
              <p:cNvSpPr/>
              <p:nvPr/>
            </p:nvSpPr>
            <p:spPr>
              <a:xfrm>
                <a:off x="3119979" y="142986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520"/>
                    </a:lnTo>
                    <a:lnTo>
                      <a:pt x="905376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3" name="ph5848">
                <a:extLst>
                  <a:ext uri="{FF2B5EF4-FFF2-40B4-BE49-F238E27FC236}">
                    <a16:creationId xmlns:a16="http://schemas.microsoft.com/office/drawing/2014/main" id="{C60275DE-EBC4-D79A-8344-FEC64FD6EB51}"/>
                  </a:ext>
                </a:extLst>
              </p:cNvPr>
              <p:cNvSpPr/>
              <p:nvPr/>
            </p:nvSpPr>
            <p:spPr>
              <a:xfrm>
                <a:off x="311997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4" name="ph5849">
                <a:extLst>
                  <a:ext uri="{FF2B5EF4-FFF2-40B4-BE49-F238E27FC236}">
                    <a16:creationId xmlns:a16="http://schemas.microsoft.com/office/drawing/2014/main" id="{C6534ECB-963C-BFB2-6889-30D742313898}"/>
                  </a:ext>
                </a:extLst>
              </p:cNvPr>
              <p:cNvSpPr/>
              <p:nvPr/>
            </p:nvSpPr>
            <p:spPr>
              <a:xfrm>
                <a:off x="312941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5" name="ph5850">
                <a:extLst>
                  <a:ext uri="{FF2B5EF4-FFF2-40B4-BE49-F238E27FC236}">
                    <a16:creationId xmlns:a16="http://schemas.microsoft.com/office/drawing/2014/main" id="{FE7FAA95-0C10-F7E2-2B18-74ABF368ABA9}"/>
                  </a:ext>
                </a:extLst>
              </p:cNvPr>
              <p:cNvSpPr/>
              <p:nvPr/>
            </p:nvSpPr>
            <p:spPr>
              <a:xfrm>
                <a:off x="313885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6" name="ph5851">
                <a:extLst>
                  <a:ext uri="{FF2B5EF4-FFF2-40B4-BE49-F238E27FC236}">
                    <a16:creationId xmlns:a16="http://schemas.microsoft.com/office/drawing/2014/main" id="{942A39DD-5F39-0208-9769-C7CE01042A8C}"/>
                  </a:ext>
                </a:extLst>
              </p:cNvPr>
              <p:cNvSpPr/>
              <p:nvPr/>
            </p:nvSpPr>
            <p:spPr>
              <a:xfrm>
                <a:off x="314829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7" name="ph5852">
                <a:extLst>
                  <a:ext uri="{FF2B5EF4-FFF2-40B4-BE49-F238E27FC236}">
                    <a16:creationId xmlns:a16="http://schemas.microsoft.com/office/drawing/2014/main" id="{2BD97392-1D3A-9D83-9E0A-14E58CA2A3BC}"/>
                  </a:ext>
                </a:extLst>
              </p:cNvPr>
              <p:cNvSpPr/>
              <p:nvPr/>
            </p:nvSpPr>
            <p:spPr>
              <a:xfrm>
                <a:off x="315774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8" name="ph5853">
                <a:extLst>
                  <a:ext uri="{FF2B5EF4-FFF2-40B4-BE49-F238E27FC236}">
                    <a16:creationId xmlns:a16="http://schemas.microsoft.com/office/drawing/2014/main" id="{276BE61A-43D3-8E50-449C-B435913AF27B}"/>
                  </a:ext>
                </a:extLst>
              </p:cNvPr>
              <p:cNvSpPr/>
              <p:nvPr/>
            </p:nvSpPr>
            <p:spPr>
              <a:xfrm>
                <a:off x="316718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9" name="ph5854">
                <a:extLst>
                  <a:ext uri="{FF2B5EF4-FFF2-40B4-BE49-F238E27FC236}">
                    <a16:creationId xmlns:a16="http://schemas.microsoft.com/office/drawing/2014/main" id="{9A422433-4919-F4F0-E52E-66729F512078}"/>
                  </a:ext>
                </a:extLst>
              </p:cNvPr>
              <p:cNvSpPr/>
              <p:nvPr/>
            </p:nvSpPr>
            <p:spPr>
              <a:xfrm>
                <a:off x="317662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0" name="ph5855">
                <a:extLst>
                  <a:ext uri="{FF2B5EF4-FFF2-40B4-BE49-F238E27FC236}">
                    <a16:creationId xmlns:a16="http://schemas.microsoft.com/office/drawing/2014/main" id="{B5AE1207-A432-D634-DDEF-D6050ED92677}"/>
                  </a:ext>
                </a:extLst>
              </p:cNvPr>
              <p:cNvSpPr/>
              <p:nvPr/>
            </p:nvSpPr>
            <p:spPr>
              <a:xfrm>
                <a:off x="318606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1" name="ph5856">
                <a:extLst>
                  <a:ext uri="{FF2B5EF4-FFF2-40B4-BE49-F238E27FC236}">
                    <a16:creationId xmlns:a16="http://schemas.microsoft.com/office/drawing/2014/main" id="{8EDA0A44-F4D0-2D26-9182-89BFE8D1C90D}"/>
                  </a:ext>
                </a:extLst>
              </p:cNvPr>
              <p:cNvSpPr/>
              <p:nvPr/>
            </p:nvSpPr>
            <p:spPr>
              <a:xfrm>
                <a:off x="319550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2" name="ph5857">
                <a:extLst>
                  <a:ext uri="{FF2B5EF4-FFF2-40B4-BE49-F238E27FC236}">
                    <a16:creationId xmlns:a16="http://schemas.microsoft.com/office/drawing/2014/main" id="{9B981F5C-856C-E256-AC3D-E176CF916CAA}"/>
                  </a:ext>
                </a:extLst>
              </p:cNvPr>
              <p:cNvSpPr/>
              <p:nvPr/>
            </p:nvSpPr>
            <p:spPr>
              <a:xfrm>
                <a:off x="320494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3" name="ph5858">
                <a:extLst>
                  <a:ext uri="{FF2B5EF4-FFF2-40B4-BE49-F238E27FC236}">
                    <a16:creationId xmlns:a16="http://schemas.microsoft.com/office/drawing/2014/main" id="{7CA38F69-D509-6037-9B71-EDA87C915C15}"/>
                  </a:ext>
                </a:extLst>
              </p:cNvPr>
              <p:cNvSpPr/>
              <p:nvPr/>
            </p:nvSpPr>
            <p:spPr>
              <a:xfrm>
                <a:off x="321438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4" name="ph5859">
                <a:extLst>
                  <a:ext uri="{FF2B5EF4-FFF2-40B4-BE49-F238E27FC236}">
                    <a16:creationId xmlns:a16="http://schemas.microsoft.com/office/drawing/2014/main" id="{329FC682-1CF3-0B72-C4F0-793CC2B71A43}"/>
                  </a:ext>
                </a:extLst>
              </p:cNvPr>
              <p:cNvSpPr/>
              <p:nvPr/>
            </p:nvSpPr>
            <p:spPr>
              <a:xfrm>
                <a:off x="322382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5" name="ph5860">
                <a:extLst>
                  <a:ext uri="{FF2B5EF4-FFF2-40B4-BE49-F238E27FC236}">
                    <a16:creationId xmlns:a16="http://schemas.microsoft.com/office/drawing/2014/main" id="{8C37B496-552A-C0EB-FBB8-98549DB6C872}"/>
                  </a:ext>
                </a:extLst>
              </p:cNvPr>
              <p:cNvSpPr/>
              <p:nvPr/>
            </p:nvSpPr>
            <p:spPr>
              <a:xfrm>
                <a:off x="323326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6" name="ph5861">
                <a:extLst>
                  <a:ext uri="{FF2B5EF4-FFF2-40B4-BE49-F238E27FC236}">
                    <a16:creationId xmlns:a16="http://schemas.microsoft.com/office/drawing/2014/main" id="{689C494E-EA5D-2784-1392-987941E9B4AF}"/>
                  </a:ext>
                </a:extLst>
              </p:cNvPr>
              <p:cNvSpPr/>
              <p:nvPr/>
            </p:nvSpPr>
            <p:spPr>
              <a:xfrm>
                <a:off x="324270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7" name="ph5862">
                <a:extLst>
                  <a:ext uri="{FF2B5EF4-FFF2-40B4-BE49-F238E27FC236}">
                    <a16:creationId xmlns:a16="http://schemas.microsoft.com/office/drawing/2014/main" id="{86C36EFF-0A0A-BCC0-7037-DDF3137D7506}"/>
                  </a:ext>
                </a:extLst>
              </p:cNvPr>
              <p:cNvSpPr/>
              <p:nvPr/>
            </p:nvSpPr>
            <p:spPr>
              <a:xfrm>
                <a:off x="325214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8" name="ph5863">
                <a:extLst>
                  <a:ext uri="{FF2B5EF4-FFF2-40B4-BE49-F238E27FC236}">
                    <a16:creationId xmlns:a16="http://schemas.microsoft.com/office/drawing/2014/main" id="{658BF014-E1A3-4660-07C9-5DF10C5A1411}"/>
                  </a:ext>
                </a:extLst>
              </p:cNvPr>
              <p:cNvSpPr/>
              <p:nvPr/>
            </p:nvSpPr>
            <p:spPr>
              <a:xfrm>
                <a:off x="326158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9" name="ph5864">
                <a:extLst>
                  <a:ext uri="{FF2B5EF4-FFF2-40B4-BE49-F238E27FC236}">
                    <a16:creationId xmlns:a16="http://schemas.microsoft.com/office/drawing/2014/main" id="{6B0C4FF0-1DEA-9D85-C145-8BDFAA972466}"/>
                  </a:ext>
                </a:extLst>
              </p:cNvPr>
              <p:cNvSpPr/>
              <p:nvPr/>
            </p:nvSpPr>
            <p:spPr>
              <a:xfrm>
                <a:off x="327102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0" name="ph5865">
                <a:extLst>
                  <a:ext uri="{FF2B5EF4-FFF2-40B4-BE49-F238E27FC236}">
                    <a16:creationId xmlns:a16="http://schemas.microsoft.com/office/drawing/2014/main" id="{61D3D8C6-477C-1D60-204D-3C9761397FB9}"/>
                  </a:ext>
                </a:extLst>
              </p:cNvPr>
              <p:cNvSpPr/>
              <p:nvPr/>
            </p:nvSpPr>
            <p:spPr>
              <a:xfrm>
                <a:off x="328046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1" name="ph5866">
                <a:extLst>
                  <a:ext uri="{FF2B5EF4-FFF2-40B4-BE49-F238E27FC236}">
                    <a16:creationId xmlns:a16="http://schemas.microsoft.com/office/drawing/2014/main" id="{F8711F1B-C888-7267-65D9-303DDEB220E3}"/>
                  </a:ext>
                </a:extLst>
              </p:cNvPr>
              <p:cNvSpPr/>
              <p:nvPr/>
            </p:nvSpPr>
            <p:spPr>
              <a:xfrm>
                <a:off x="328990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2" name="ph5867">
                <a:extLst>
                  <a:ext uri="{FF2B5EF4-FFF2-40B4-BE49-F238E27FC236}">
                    <a16:creationId xmlns:a16="http://schemas.microsoft.com/office/drawing/2014/main" id="{D3D9B068-08BF-4513-C560-B9688055C82E}"/>
                  </a:ext>
                </a:extLst>
              </p:cNvPr>
              <p:cNvSpPr/>
              <p:nvPr/>
            </p:nvSpPr>
            <p:spPr>
              <a:xfrm>
                <a:off x="329934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3" name="ph5868">
                <a:extLst>
                  <a:ext uri="{FF2B5EF4-FFF2-40B4-BE49-F238E27FC236}">
                    <a16:creationId xmlns:a16="http://schemas.microsoft.com/office/drawing/2014/main" id="{FA54D038-7C91-0585-44ED-E3F64E4FBAB8}"/>
                  </a:ext>
                </a:extLst>
              </p:cNvPr>
              <p:cNvSpPr/>
              <p:nvPr/>
            </p:nvSpPr>
            <p:spPr>
              <a:xfrm>
                <a:off x="330878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4" name="ph5869">
                <a:extLst>
                  <a:ext uri="{FF2B5EF4-FFF2-40B4-BE49-F238E27FC236}">
                    <a16:creationId xmlns:a16="http://schemas.microsoft.com/office/drawing/2014/main" id="{EBAE0171-8BCD-AC9F-4043-E51992564FCF}"/>
                  </a:ext>
                </a:extLst>
              </p:cNvPr>
              <p:cNvSpPr/>
              <p:nvPr/>
            </p:nvSpPr>
            <p:spPr>
              <a:xfrm>
                <a:off x="331822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5" name="ph5870">
                <a:extLst>
                  <a:ext uri="{FF2B5EF4-FFF2-40B4-BE49-F238E27FC236}">
                    <a16:creationId xmlns:a16="http://schemas.microsoft.com/office/drawing/2014/main" id="{6A4989BD-08AB-D35E-5902-273D7EFC0CB8}"/>
                  </a:ext>
                </a:extLst>
              </p:cNvPr>
              <p:cNvSpPr/>
              <p:nvPr/>
            </p:nvSpPr>
            <p:spPr>
              <a:xfrm>
                <a:off x="332766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6" name="ph5871">
                <a:extLst>
                  <a:ext uri="{FF2B5EF4-FFF2-40B4-BE49-F238E27FC236}">
                    <a16:creationId xmlns:a16="http://schemas.microsoft.com/office/drawing/2014/main" id="{6F6D8982-744F-2BFA-D157-507085683DD9}"/>
                  </a:ext>
                </a:extLst>
              </p:cNvPr>
              <p:cNvSpPr/>
              <p:nvPr/>
            </p:nvSpPr>
            <p:spPr>
              <a:xfrm>
                <a:off x="333710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7" name="ph5872">
                <a:extLst>
                  <a:ext uri="{FF2B5EF4-FFF2-40B4-BE49-F238E27FC236}">
                    <a16:creationId xmlns:a16="http://schemas.microsoft.com/office/drawing/2014/main" id="{536A8C1D-532D-4145-4924-FB1DFEB9D33F}"/>
                  </a:ext>
                </a:extLst>
              </p:cNvPr>
              <p:cNvSpPr/>
              <p:nvPr/>
            </p:nvSpPr>
            <p:spPr>
              <a:xfrm>
                <a:off x="334654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8" name="ph5873">
                <a:extLst>
                  <a:ext uri="{FF2B5EF4-FFF2-40B4-BE49-F238E27FC236}">
                    <a16:creationId xmlns:a16="http://schemas.microsoft.com/office/drawing/2014/main" id="{B7416662-B933-D940-E9FD-C60FC5D5EE24}"/>
                  </a:ext>
                </a:extLst>
              </p:cNvPr>
              <p:cNvSpPr/>
              <p:nvPr/>
            </p:nvSpPr>
            <p:spPr>
              <a:xfrm>
                <a:off x="335598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9" name="ph5874">
                <a:extLst>
                  <a:ext uri="{FF2B5EF4-FFF2-40B4-BE49-F238E27FC236}">
                    <a16:creationId xmlns:a16="http://schemas.microsoft.com/office/drawing/2014/main" id="{70D1369E-70E9-D7A8-E923-4265B9C2034F}"/>
                  </a:ext>
                </a:extLst>
              </p:cNvPr>
              <p:cNvSpPr/>
              <p:nvPr/>
            </p:nvSpPr>
            <p:spPr>
              <a:xfrm>
                <a:off x="336542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0" name="ph5875">
                <a:extLst>
                  <a:ext uri="{FF2B5EF4-FFF2-40B4-BE49-F238E27FC236}">
                    <a16:creationId xmlns:a16="http://schemas.microsoft.com/office/drawing/2014/main" id="{B8AE5718-F544-2A3B-B246-0EF4D98A5583}"/>
                  </a:ext>
                </a:extLst>
              </p:cNvPr>
              <p:cNvSpPr/>
              <p:nvPr/>
            </p:nvSpPr>
            <p:spPr>
              <a:xfrm>
                <a:off x="337486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1" name="ph5876">
                <a:extLst>
                  <a:ext uri="{FF2B5EF4-FFF2-40B4-BE49-F238E27FC236}">
                    <a16:creationId xmlns:a16="http://schemas.microsoft.com/office/drawing/2014/main" id="{177DAB37-65F2-AF95-D783-06CEADA50BBF}"/>
                  </a:ext>
                </a:extLst>
              </p:cNvPr>
              <p:cNvSpPr/>
              <p:nvPr/>
            </p:nvSpPr>
            <p:spPr>
              <a:xfrm>
                <a:off x="3384305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2" name="ph5877">
                <a:extLst>
                  <a:ext uri="{FF2B5EF4-FFF2-40B4-BE49-F238E27FC236}">
                    <a16:creationId xmlns:a16="http://schemas.microsoft.com/office/drawing/2014/main" id="{D77D21CD-3768-FAC4-D298-AEE90296D9D0}"/>
                  </a:ext>
                </a:extLst>
              </p:cNvPr>
              <p:cNvSpPr/>
              <p:nvPr/>
            </p:nvSpPr>
            <p:spPr>
              <a:xfrm>
                <a:off x="339374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3" name="ph5878">
                <a:extLst>
                  <a:ext uri="{FF2B5EF4-FFF2-40B4-BE49-F238E27FC236}">
                    <a16:creationId xmlns:a16="http://schemas.microsoft.com/office/drawing/2014/main" id="{5F206FEA-D39F-CD77-7083-7AFCA451180C}"/>
                  </a:ext>
                </a:extLst>
              </p:cNvPr>
              <p:cNvSpPr/>
              <p:nvPr/>
            </p:nvSpPr>
            <p:spPr>
              <a:xfrm>
                <a:off x="340318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4" name="ph5879">
                <a:extLst>
                  <a:ext uri="{FF2B5EF4-FFF2-40B4-BE49-F238E27FC236}">
                    <a16:creationId xmlns:a16="http://schemas.microsoft.com/office/drawing/2014/main" id="{2195401E-82FB-3AC0-944C-F36D8909326C}"/>
                  </a:ext>
                </a:extLst>
              </p:cNvPr>
              <p:cNvSpPr/>
              <p:nvPr/>
            </p:nvSpPr>
            <p:spPr>
              <a:xfrm>
                <a:off x="341262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5" name="ph5880">
                <a:extLst>
                  <a:ext uri="{FF2B5EF4-FFF2-40B4-BE49-F238E27FC236}">
                    <a16:creationId xmlns:a16="http://schemas.microsoft.com/office/drawing/2014/main" id="{A0FA4499-F66F-3BA9-C197-ED7318EEAB0B}"/>
                  </a:ext>
                </a:extLst>
              </p:cNvPr>
              <p:cNvSpPr/>
              <p:nvPr/>
            </p:nvSpPr>
            <p:spPr>
              <a:xfrm>
                <a:off x="3422066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6" name="ph5881">
                <a:extLst>
                  <a:ext uri="{FF2B5EF4-FFF2-40B4-BE49-F238E27FC236}">
                    <a16:creationId xmlns:a16="http://schemas.microsoft.com/office/drawing/2014/main" id="{44080E6D-B970-8BC8-CF4E-B503E76EA1BC}"/>
                  </a:ext>
                </a:extLst>
              </p:cNvPr>
              <p:cNvSpPr/>
              <p:nvPr/>
            </p:nvSpPr>
            <p:spPr>
              <a:xfrm>
                <a:off x="343150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7" name="ph5882">
                <a:extLst>
                  <a:ext uri="{FF2B5EF4-FFF2-40B4-BE49-F238E27FC236}">
                    <a16:creationId xmlns:a16="http://schemas.microsoft.com/office/drawing/2014/main" id="{15DC369F-FDD2-E469-D817-B30BB9C59781}"/>
                  </a:ext>
                </a:extLst>
              </p:cNvPr>
              <p:cNvSpPr/>
              <p:nvPr/>
            </p:nvSpPr>
            <p:spPr>
              <a:xfrm>
                <a:off x="344094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8" name="ph5883">
                <a:extLst>
                  <a:ext uri="{FF2B5EF4-FFF2-40B4-BE49-F238E27FC236}">
                    <a16:creationId xmlns:a16="http://schemas.microsoft.com/office/drawing/2014/main" id="{D45E2256-4E15-F553-8402-49D957FA30CD}"/>
                  </a:ext>
                </a:extLst>
              </p:cNvPr>
              <p:cNvSpPr/>
              <p:nvPr/>
            </p:nvSpPr>
            <p:spPr>
              <a:xfrm>
                <a:off x="345038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9" name="ph5884">
                <a:extLst>
                  <a:ext uri="{FF2B5EF4-FFF2-40B4-BE49-F238E27FC236}">
                    <a16:creationId xmlns:a16="http://schemas.microsoft.com/office/drawing/2014/main" id="{456BEB59-C276-FE92-5638-E6E4FD6FAFBF}"/>
                  </a:ext>
                </a:extLst>
              </p:cNvPr>
              <p:cNvSpPr/>
              <p:nvPr/>
            </p:nvSpPr>
            <p:spPr>
              <a:xfrm>
                <a:off x="3459827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0" name="ph5885">
                <a:extLst>
                  <a:ext uri="{FF2B5EF4-FFF2-40B4-BE49-F238E27FC236}">
                    <a16:creationId xmlns:a16="http://schemas.microsoft.com/office/drawing/2014/main" id="{00C02E86-FEDC-79BF-2315-7CD78AE8BB3F}"/>
                  </a:ext>
                </a:extLst>
              </p:cNvPr>
              <p:cNvSpPr/>
              <p:nvPr/>
            </p:nvSpPr>
            <p:spPr>
              <a:xfrm>
                <a:off x="346926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1" name="ph5886">
                <a:extLst>
                  <a:ext uri="{FF2B5EF4-FFF2-40B4-BE49-F238E27FC236}">
                    <a16:creationId xmlns:a16="http://schemas.microsoft.com/office/drawing/2014/main" id="{B168E411-F059-DCF9-1F44-F5332B764638}"/>
                  </a:ext>
                </a:extLst>
              </p:cNvPr>
              <p:cNvSpPr/>
              <p:nvPr/>
            </p:nvSpPr>
            <p:spPr>
              <a:xfrm>
                <a:off x="347870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2" name="ph5887">
                <a:extLst>
                  <a:ext uri="{FF2B5EF4-FFF2-40B4-BE49-F238E27FC236}">
                    <a16:creationId xmlns:a16="http://schemas.microsoft.com/office/drawing/2014/main" id="{8899A2EC-119F-FBB5-44E7-8E278B570A29}"/>
                  </a:ext>
                </a:extLst>
              </p:cNvPr>
              <p:cNvSpPr/>
              <p:nvPr/>
            </p:nvSpPr>
            <p:spPr>
              <a:xfrm>
                <a:off x="348814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3" name="ph5888">
                <a:extLst>
                  <a:ext uri="{FF2B5EF4-FFF2-40B4-BE49-F238E27FC236}">
                    <a16:creationId xmlns:a16="http://schemas.microsoft.com/office/drawing/2014/main" id="{8EA0193D-8CEE-F5C0-D874-54F1A33A5C9E}"/>
                  </a:ext>
                </a:extLst>
              </p:cNvPr>
              <p:cNvSpPr/>
              <p:nvPr/>
            </p:nvSpPr>
            <p:spPr>
              <a:xfrm>
                <a:off x="3497588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4" name="ph5889">
                <a:extLst>
                  <a:ext uri="{FF2B5EF4-FFF2-40B4-BE49-F238E27FC236}">
                    <a16:creationId xmlns:a16="http://schemas.microsoft.com/office/drawing/2014/main" id="{7C636C92-D16F-465B-D2A0-83701E29E629}"/>
                  </a:ext>
                </a:extLst>
              </p:cNvPr>
              <p:cNvSpPr/>
              <p:nvPr/>
            </p:nvSpPr>
            <p:spPr>
              <a:xfrm>
                <a:off x="350702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5" name="ph5890">
                <a:extLst>
                  <a:ext uri="{FF2B5EF4-FFF2-40B4-BE49-F238E27FC236}">
                    <a16:creationId xmlns:a16="http://schemas.microsoft.com/office/drawing/2014/main" id="{AAB1C1ED-7E9D-A725-BA99-A4F8F7B672EA}"/>
                  </a:ext>
                </a:extLst>
              </p:cNvPr>
              <p:cNvSpPr/>
              <p:nvPr/>
            </p:nvSpPr>
            <p:spPr>
              <a:xfrm>
                <a:off x="351646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6" name="ph5891">
                <a:extLst>
                  <a:ext uri="{FF2B5EF4-FFF2-40B4-BE49-F238E27FC236}">
                    <a16:creationId xmlns:a16="http://schemas.microsoft.com/office/drawing/2014/main" id="{E426BE96-6279-B9A7-A488-F4638E3BD8C6}"/>
                  </a:ext>
                </a:extLst>
              </p:cNvPr>
              <p:cNvSpPr/>
              <p:nvPr/>
            </p:nvSpPr>
            <p:spPr>
              <a:xfrm>
                <a:off x="352590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7" name="ph5892">
                <a:extLst>
                  <a:ext uri="{FF2B5EF4-FFF2-40B4-BE49-F238E27FC236}">
                    <a16:creationId xmlns:a16="http://schemas.microsoft.com/office/drawing/2014/main" id="{8D867874-0F35-EC20-0FA6-0FB03DFB4502}"/>
                  </a:ext>
                </a:extLst>
              </p:cNvPr>
              <p:cNvSpPr/>
              <p:nvPr/>
            </p:nvSpPr>
            <p:spPr>
              <a:xfrm>
                <a:off x="3535349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8" name="ph5893">
                <a:extLst>
                  <a:ext uri="{FF2B5EF4-FFF2-40B4-BE49-F238E27FC236}">
                    <a16:creationId xmlns:a16="http://schemas.microsoft.com/office/drawing/2014/main" id="{B99E9B30-539E-E8D3-691B-77B63F2B4F4D}"/>
                  </a:ext>
                </a:extLst>
              </p:cNvPr>
              <p:cNvSpPr/>
              <p:nvPr/>
            </p:nvSpPr>
            <p:spPr>
              <a:xfrm>
                <a:off x="354479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9" name="ph5894">
                <a:extLst>
                  <a:ext uri="{FF2B5EF4-FFF2-40B4-BE49-F238E27FC236}">
                    <a16:creationId xmlns:a16="http://schemas.microsoft.com/office/drawing/2014/main" id="{A75A582C-9D87-7DD8-AE03-5E6FC832422B}"/>
                  </a:ext>
                </a:extLst>
              </p:cNvPr>
              <p:cNvSpPr/>
              <p:nvPr/>
            </p:nvSpPr>
            <p:spPr>
              <a:xfrm>
                <a:off x="355423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0" name="ph5895">
                <a:extLst>
                  <a:ext uri="{FF2B5EF4-FFF2-40B4-BE49-F238E27FC236}">
                    <a16:creationId xmlns:a16="http://schemas.microsoft.com/office/drawing/2014/main" id="{126479C9-44E8-38CB-D7F1-F9C983878B60}"/>
                  </a:ext>
                </a:extLst>
              </p:cNvPr>
              <p:cNvSpPr/>
              <p:nvPr/>
            </p:nvSpPr>
            <p:spPr>
              <a:xfrm>
                <a:off x="356367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1" name="ph5896">
                <a:extLst>
                  <a:ext uri="{FF2B5EF4-FFF2-40B4-BE49-F238E27FC236}">
                    <a16:creationId xmlns:a16="http://schemas.microsoft.com/office/drawing/2014/main" id="{613ABE0F-6BB0-3AFB-3F5E-D8DAE242248C}"/>
                  </a:ext>
                </a:extLst>
              </p:cNvPr>
              <p:cNvSpPr/>
              <p:nvPr/>
            </p:nvSpPr>
            <p:spPr>
              <a:xfrm>
                <a:off x="357311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2" name="ph5897">
                <a:extLst>
                  <a:ext uri="{FF2B5EF4-FFF2-40B4-BE49-F238E27FC236}">
                    <a16:creationId xmlns:a16="http://schemas.microsoft.com/office/drawing/2014/main" id="{FFD9E25D-7899-886E-AD67-959461C9235F}"/>
                  </a:ext>
                </a:extLst>
              </p:cNvPr>
              <p:cNvSpPr/>
              <p:nvPr/>
            </p:nvSpPr>
            <p:spPr>
              <a:xfrm>
                <a:off x="3582550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3" name="ph5898">
                <a:extLst>
                  <a:ext uri="{FF2B5EF4-FFF2-40B4-BE49-F238E27FC236}">
                    <a16:creationId xmlns:a16="http://schemas.microsoft.com/office/drawing/2014/main" id="{7A7F7CF4-DC52-CDDB-53AC-3FB919F5DA30}"/>
                  </a:ext>
                </a:extLst>
              </p:cNvPr>
              <p:cNvSpPr/>
              <p:nvPr/>
            </p:nvSpPr>
            <p:spPr>
              <a:xfrm>
                <a:off x="359199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4" name="ph5899">
                <a:extLst>
                  <a:ext uri="{FF2B5EF4-FFF2-40B4-BE49-F238E27FC236}">
                    <a16:creationId xmlns:a16="http://schemas.microsoft.com/office/drawing/2014/main" id="{4492191A-6517-B091-8506-9DA85EB33D6E}"/>
                  </a:ext>
                </a:extLst>
              </p:cNvPr>
              <p:cNvSpPr/>
              <p:nvPr/>
            </p:nvSpPr>
            <p:spPr>
              <a:xfrm>
                <a:off x="360143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5" name="ph5900">
                <a:extLst>
                  <a:ext uri="{FF2B5EF4-FFF2-40B4-BE49-F238E27FC236}">
                    <a16:creationId xmlns:a16="http://schemas.microsoft.com/office/drawing/2014/main" id="{7F49FC77-6B69-F35B-2083-3771AF7EBFD5}"/>
                  </a:ext>
                </a:extLst>
              </p:cNvPr>
              <p:cNvSpPr/>
              <p:nvPr/>
            </p:nvSpPr>
            <p:spPr>
              <a:xfrm>
                <a:off x="361087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6" name="ph5901">
                <a:extLst>
                  <a:ext uri="{FF2B5EF4-FFF2-40B4-BE49-F238E27FC236}">
                    <a16:creationId xmlns:a16="http://schemas.microsoft.com/office/drawing/2014/main" id="{B1EE6898-BCBE-89C5-605E-0A579391FC2E}"/>
                  </a:ext>
                </a:extLst>
              </p:cNvPr>
              <p:cNvSpPr/>
              <p:nvPr/>
            </p:nvSpPr>
            <p:spPr>
              <a:xfrm>
                <a:off x="3620311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7" name="ph5902">
                <a:extLst>
                  <a:ext uri="{FF2B5EF4-FFF2-40B4-BE49-F238E27FC236}">
                    <a16:creationId xmlns:a16="http://schemas.microsoft.com/office/drawing/2014/main" id="{DA2EE05F-0609-8ECD-55F0-455C311B9945}"/>
                  </a:ext>
                </a:extLst>
              </p:cNvPr>
              <p:cNvSpPr/>
              <p:nvPr/>
            </p:nvSpPr>
            <p:spPr>
              <a:xfrm>
                <a:off x="362975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8" name="ph5903">
                <a:extLst>
                  <a:ext uri="{FF2B5EF4-FFF2-40B4-BE49-F238E27FC236}">
                    <a16:creationId xmlns:a16="http://schemas.microsoft.com/office/drawing/2014/main" id="{06B7DA8C-77EE-2A67-4C15-A6C6835E1462}"/>
                  </a:ext>
                </a:extLst>
              </p:cNvPr>
              <p:cNvSpPr/>
              <p:nvPr/>
            </p:nvSpPr>
            <p:spPr>
              <a:xfrm>
                <a:off x="363919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9" name="ph5904">
                <a:extLst>
                  <a:ext uri="{FF2B5EF4-FFF2-40B4-BE49-F238E27FC236}">
                    <a16:creationId xmlns:a16="http://schemas.microsoft.com/office/drawing/2014/main" id="{CCD97D76-652F-1350-924F-4B809DF6A8CB}"/>
                  </a:ext>
                </a:extLst>
              </p:cNvPr>
              <p:cNvSpPr/>
              <p:nvPr/>
            </p:nvSpPr>
            <p:spPr>
              <a:xfrm>
                <a:off x="364863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0" name="ph5905">
                <a:extLst>
                  <a:ext uri="{FF2B5EF4-FFF2-40B4-BE49-F238E27FC236}">
                    <a16:creationId xmlns:a16="http://schemas.microsoft.com/office/drawing/2014/main" id="{7D89038B-BDA0-93CA-4FA0-23C9CDFAB6AC}"/>
                  </a:ext>
                </a:extLst>
              </p:cNvPr>
              <p:cNvSpPr/>
              <p:nvPr/>
            </p:nvSpPr>
            <p:spPr>
              <a:xfrm>
                <a:off x="3658072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1" name="ph5906">
                <a:extLst>
                  <a:ext uri="{FF2B5EF4-FFF2-40B4-BE49-F238E27FC236}">
                    <a16:creationId xmlns:a16="http://schemas.microsoft.com/office/drawing/2014/main" id="{CC1639F9-0A31-873F-19F7-807BF75460E6}"/>
                  </a:ext>
                </a:extLst>
              </p:cNvPr>
              <p:cNvSpPr/>
              <p:nvPr/>
            </p:nvSpPr>
            <p:spPr>
              <a:xfrm>
                <a:off x="366751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2" name="ph5907">
                <a:extLst>
                  <a:ext uri="{FF2B5EF4-FFF2-40B4-BE49-F238E27FC236}">
                    <a16:creationId xmlns:a16="http://schemas.microsoft.com/office/drawing/2014/main" id="{C243C7FD-28CA-924F-5AFF-6CCF61296903}"/>
                  </a:ext>
                </a:extLst>
              </p:cNvPr>
              <p:cNvSpPr/>
              <p:nvPr/>
            </p:nvSpPr>
            <p:spPr>
              <a:xfrm>
                <a:off x="367695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3" name="ph5908">
                <a:extLst>
                  <a:ext uri="{FF2B5EF4-FFF2-40B4-BE49-F238E27FC236}">
                    <a16:creationId xmlns:a16="http://schemas.microsoft.com/office/drawing/2014/main" id="{91AC05E8-E4C5-AA6B-D7A8-2AB6CDB21132}"/>
                  </a:ext>
                </a:extLst>
              </p:cNvPr>
              <p:cNvSpPr/>
              <p:nvPr/>
            </p:nvSpPr>
            <p:spPr>
              <a:xfrm>
                <a:off x="368639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4" name="ph5909">
                <a:extLst>
                  <a:ext uri="{FF2B5EF4-FFF2-40B4-BE49-F238E27FC236}">
                    <a16:creationId xmlns:a16="http://schemas.microsoft.com/office/drawing/2014/main" id="{EF67585E-EBF9-735A-98DE-351D93C83C4D}"/>
                  </a:ext>
                </a:extLst>
              </p:cNvPr>
              <p:cNvSpPr/>
              <p:nvPr/>
            </p:nvSpPr>
            <p:spPr>
              <a:xfrm>
                <a:off x="3695833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5" name="ph5910">
                <a:extLst>
                  <a:ext uri="{FF2B5EF4-FFF2-40B4-BE49-F238E27FC236}">
                    <a16:creationId xmlns:a16="http://schemas.microsoft.com/office/drawing/2014/main" id="{49631003-6D0D-BA44-6B2D-7FEB1109C33B}"/>
                  </a:ext>
                </a:extLst>
              </p:cNvPr>
              <p:cNvSpPr/>
              <p:nvPr/>
            </p:nvSpPr>
            <p:spPr>
              <a:xfrm>
                <a:off x="3705274" y="142986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6" name="ph5911">
                <a:extLst>
                  <a:ext uri="{FF2B5EF4-FFF2-40B4-BE49-F238E27FC236}">
                    <a16:creationId xmlns:a16="http://schemas.microsoft.com/office/drawing/2014/main" id="{3A91AE03-707B-C8A0-F3A9-B87369C09194}"/>
                  </a:ext>
                </a:extLst>
              </p:cNvPr>
              <p:cNvSpPr/>
              <p:nvPr/>
            </p:nvSpPr>
            <p:spPr>
              <a:xfrm>
                <a:off x="3714714" y="1447430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3907"/>
                    </a:lnTo>
                    <a:lnTo>
                      <a:pt x="923319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7" name="ph5912">
                <a:extLst>
                  <a:ext uri="{FF2B5EF4-FFF2-40B4-BE49-F238E27FC236}">
                    <a16:creationId xmlns:a16="http://schemas.microsoft.com/office/drawing/2014/main" id="{0CFA5CA2-A891-50AE-EA9E-B0E949FE60D8}"/>
                  </a:ext>
                </a:extLst>
              </p:cNvPr>
              <p:cNvSpPr/>
              <p:nvPr/>
            </p:nvSpPr>
            <p:spPr>
              <a:xfrm>
                <a:off x="3724154" y="1429861"/>
                <a:ext cx="923840" cy="93147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47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0939"/>
                    </a:lnTo>
                    <a:lnTo>
                      <a:pt x="920068" y="925479"/>
                    </a:lnTo>
                    <a:lnTo>
                      <a:pt x="914930" y="930976"/>
                    </a:lnTo>
                    <a:lnTo>
                      <a:pt x="914400" y="931477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8" name="ph5913">
                <a:extLst>
                  <a:ext uri="{FF2B5EF4-FFF2-40B4-BE49-F238E27FC236}">
                    <a16:creationId xmlns:a16="http://schemas.microsoft.com/office/drawing/2014/main" id="{1B210FCA-A1F5-A12F-CED2-2379D785C8E6}"/>
                  </a:ext>
                </a:extLst>
              </p:cNvPr>
              <p:cNvSpPr/>
              <p:nvPr/>
            </p:nvSpPr>
            <p:spPr>
              <a:xfrm>
                <a:off x="3733594" y="1429861"/>
                <a:ext cx="919383" cy="920939"/>
              </a:xfrm>
              <a:custGeom>
                <a:avLst/>
                <a:gdLst/>
                <a:ahLst/>
                <a:cxnLst/>
                <a:rect l="0" t="0" r="0" b="0"/>
                <a:pathLst>
                  <a:path w="919383" h="920939">
                    <a:moveTo>
                      <a:pt x="914400" y="914400"/>
                    </a:moveTo>
                    <a:lnTo>
                      <a:pt x="919383" y="914400"/>
                    </a:lnTo>
                    <a:lnTo>
                      <a:pt x="915603" y="919490"/>
                    </a:lnTo>
                    <a:lnTo>
                      <a:pt x="914400" y="92093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9" name="ph5914">
                <a:extLst>
                  <a:ext uri="{FF2B5EF4-FFF2-40B4-BE49-F238E27FC236}">
                    <a16:creationId xmlns:a16="http://schemas.microsoft.com/office/drawing/2014/main" id="{3F9F3894-EBB5-15A3-6954-49C4234D3E24}"/>
                  </a:ext>
                </a:extLst>
              </p:cNvPr>
              <p:cNvSpPr/>
              <p:nvPr/>
            </p:nvSpPr>
            <p:spPr>
              <a:xfrm>
                <a:off x="2100433" y="1412291"/>
                <a:ext cx="914400" cy="91702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025">
                    <a:moveTo>
                      <a:pt x="914400" y="914399"/>
                    </a:moveTo>
                    <a:lnTo>
                      <a:pt x="914400" y="917025"/>
                    </a:lnTo>
                    <a:lnTo>
                      <a:pt x="913924" y="916179"/>
                    </a:lnTo>
                    <a:lnTo>
                      <a:pt x="912923" y="91439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0" name="ph5915">
                <a:extLst>
                  <a:ext uri="{FF2B5EF4-FFF2-40B4-BE49-F238E27FC236}">
                    <a16:creationId xmlns:a16="http://schemas.microsoft.com/office/drawing/2014/main" id="{D6C92E2C-3FAB-3A0E-26F0-57AE8E415D31}"/>
                  </a:ext>
                </a:extLst>
              </p:cNvPr>
              <p:cNvSpPr/>
              <p:nvPr/>
            </p:nvSpPr>
            <p:spPr>
              <a:xfrm>
                <a:off x="210043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1060" y="931969"/>
                    </a:lnTo>
                    <a:lnTo>
                      <a:pt x="920102" y="929792"/>
                    </a:lnTo>
                    <a:lnTo>
                      <a:pt x="919033" y="927367"/>
                    </a:lnTo>
                    <a:lnTo>
                      <a:pt x="917964" y="924941"/>
                    </a:lnTo>
                    <a:lnTo>
                      <a:pt x="916895" y="922516"/>
                    </a:lnTo>
                    <a:lnTo>
                      <a:pt x="915825" y="920091"/>
                    </a:lnTo>
                    <a:lnTo>
                      <a:pt x="914738" y="917627"/>
                    </a:lnTo>
                    <a:lnTo>
                      <a:pt x="914400" y="917025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1" name="ph5916">
                <a:extLst>
                  <a:ext uri="{FF2B5EF4-FFF2-40B4-BE49-F238E27FC236}">
                    <a16:creationId xmlns:a16="http://schemas.microsoft.com/office/drawing/2014/main" id="{E86C7605-E158-E0B1-4A51-E602363DFBDC}"/>
                  </a:ext>
                </a:extLst>
              </p:cNvPr>
              <p:cNvSpPr/>
              <p:nvPr/>
            </p:nvSpPr>
            <p:spPr>
              <a:xfrm>
                <a:off x="210987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2" name="ph5917">
                <a:extLst>
                  <a:ext uri="{FF2B5EF4-FFF2-40B4-BE49-F238E27FC236}">
                    <a16:creationId xmlns:a16="http://schemas.microsoft.com/office/drawing/2014/main" id="{DC91671A-F85A-2628-DD05-885AF4FCCFB3}"/>
                  </a:ext>
                </a:extLst>
              </p:cNvPr>
              <p:cNvSpPr/>
              <p:nvPr/>
            </p:nvSpPr>
            <p:spPr>
              <a:xfrm>
                <a:off x="211931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3" name="ph5918">
                <a:extLst>
                  <a:ext uri="{FF2B5EF4-FFF2-40B4-BE49-F238E27FC236}">
                    <a16:creationId xmlns:a16="http://schemas.microsoft.com/office/drawing/2014/main" id="{179ED916-E63C-45D2-646A-E86804C94BD7}"/>
                  </a:ext>
                </a:extLst>
              </p:cNvPr>
              <p:cNvSpPr/>
              <p:nvPr/>
            </p:nvSpPr>
            <p:spPr>
              <a:xfrm>
                <a:off x="212875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4" name="ph5919">
                <a:extLst>
                  <a:ext uri="{FF2B5EF4-FFF2-40B4-BE49-F238E27FC236}">
                    <a16:creationId xmlns:a16="http://schemas.microsoft.com/office/drawing/2014/main" id="{421BB149-A62C-C704-DEB5-94405BD31D36}"/>
                  </a:ext>
                </a:extLst>
              </p:cNvPr>
              <p:cNvSpPr/>
              <p:nvPr/>
            </p:nvSpPr>
            <p:spPr>
              <a:xfrm>
                <a:off x="213819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5" name="ph5920">
                <a:extLst>
                  <a:ext uri="{FF2B5EF4-FFF2-40B4-BE49-F238E27FC236}">
                    <a16:creationId xmlns:a16="http://schemas.microsoft.com/office/drawing/2014/main" id="{BB906FCB-ED05-9872-B54E-C91CDF2D0E05}"/>
                  </a:ext>
                </a:extLst>
              </p:cNvPr>
              <p:cNvSpPr/>
              <p:nvPr/>
            </p:nvSpPr>
            <p:spPr>
              <a:xfrm>
                <a:off x="214763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6" name="ph5921">
                <a:extLst>
                  <a:ext uri="{FF2B5EF4-FFF2-40B4-BE49-F238E27FC236}">
                    <a16:creationId xmlns:a16="http://schemas.microsoft.com/office/drawing/2014/main" id="{71108505-3529-8E21-D215-1179BC8DA6FA}"/>
                  </a:ext>
                </a:extLst>
              </p:cNvPr>
              <p:cNvSpPr/>
              <p:nvPr/>
            </p:nvSpPr>
            <p:spPr>
              <a:xfrm>
                <a:off x="215707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7" name="ph5922">
                <a:extLst>
                  <a:ext uri="{FF2B5EF4-FFF2-40B4-BE49-F238E27FC236}">
                    <a16:creationId xmlns:a16="http://schemas.microsoft.com/office/drawing/2014/main" id="{34C89886-55EC-C4B4-A2ED-4387463C44BF}"/>
                  </a:ext>
                </a:extLst>
              </p:cNvPr>
              <p:cNvSpPr/>
              <p:nvPr/>
            </p:nvSpPr>
            <p:spPr>
              <a:xfrm>
                <a:off x="216651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8" name="ph5923">
                <a:extLst>
                  <a:ext uri="{FF2B5EF4-FFF2-40B4-BE49-F238E27FC236}">
                    <a16:creationId xmlns:a16="http://schemas.microsoft.com/office/drawing/2014/main" id="{55B4A12F-6AE9-7B03-53AE-93BC2F449963}"/>
                  </a:ext>
                </a:extLst>
              </p:cNvPr>
              <p:cNvSpPr/>
              <p:nvPr/>
            </p:nvSpPr>
            <p:spPr>
              <a:xfrm>
                <a:off x="217595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9" name="ph5924">
                <a:extLst>
                  <a:ext uri="{FF2B5EF4-FFF2-40B4-BE49-F238E27FC236}">
                    <a16:creationId xmlns:a16="http://schemas.microsoft.com/office/drawing/2014/main" id="{BBBCE629-A43F-A59A-AFA8-1007E187D062}"/>
                  </a:ext>
                </a:extLst>
              </p:cNvPr>
              <p:cNvSpPr/>
              <p:nvPr/>
            </p:nvSpPr>
            <p:spPr>
              <a:xfrm>
                <a:off x="218539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0" name="ph5925">
                <a:extLst>
                  <a:ext uri="{FF2B5EF4-FFF2-40B4-BE49-F238E27FC236}">
                    <a16:creationId xmlns:a16="http://schemas.microsoft.com/office/drawing/2014/main" id="{B6D509A8-76F4-0E64-32D6-9604A0F9677B}"/>
                  </a:ext>
                </a:extLst>
              </p:cNvPr>
              <p:cNvSpPr/>
              <p:nvPr/>
            </p:nvSpPr>
            <p:spPr>
              <a:xfrm>
                <a:off x="219483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1" name="ph5926">
                <a:extLst>
                  <a:ext uri="{FF2B5EF4-FFF2-40B4-BE49-F238E27FC236}">
                    <a16:creationId xmlns:a16="http://schemas.microsoft.com/office/drawing/2014/main" id="{F6A51A8A-F37C-F91A-2BDD-A69D36D41B17}"/>
                  </a:ext>
                </a:extLst>
              </p:cNvPr>
              <p:cNvSpPr/>
              <p:nvPr/>
            </p:nvSpPr>
            <p:spPr>
              <a:xfrm>
                <a:off x="220427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2" name="ph5927">
                <a:extLst>
                  <a:ext uri="{FF2B5EF4-FFF2-40B4-BE49-F238E27FC236}">
                    <a16:creationId xmlns:a16="http://schemas.microsoft.com/office/drawing/2014/main" id="{3F8FC78B-05FF-F25E-BCCE-0301CBC0B331}"/>
                  </a:ext>
                </a:extLst>
              </p:cNvPr>
              <p:cNvSpPr/>
              <p:nvPr/>
            </p:nvSpPr>
            <p:spPr>
              <a:xfrm>
                <a:off x="221371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3" name="ph5928">
                <a:extLst>
                  <a:ext uri="{FF2B5EF4-FFF2-40B4-BE49-F238E27FC236}">
                    <a16:creationId xmlns:a16="http://schemas.microsoft.com/office/drawing/2014/main" id="{1A4D80F7-404C-F791-C9DC-74ED1058E516}"/>
                  </a:ext>
                </a:extLst>
              </p:cNvPr>
              <p:cNvSpPr/>
              <p:nvPr/>
            </p:nvSpPr>
            <p:spPr>
              <a:xfrm>
                <a:off x="222315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4" name="ph5929">
                <a:extLst>
                  <a:ext uri="{FF2B5EF4-FFF2-40B4-BE49-F238E27FC236}">
                    <a16:creationId xmlns:a16="http://schemas.microsoft.com/office/drawing/2014/main" id="{FEEAE799-5411-4D63-F8ED-A6B81592E58E}"/>
                  </a:ext>
                </a:extLst>
              </p:cNvPr>
              <p:cNvSpPr/>
              <p:nvPr/>
            </p:nvSpPr>
            <p:spPr>
              <a:xfrm>
                <a:off x="223259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5" name="ph5930">
                <a:extLst>
                  <a:ext uri="{FF2B5EF4-FFF2-40B4-BE49-F238E27FC236}">
                    <a16:creationId xmlns:a16="http://schemas.microsoft.com/office/drawing/2014/main" id="{CBB2BD78-9D9D-1861-00B3-BBE8DE8A5C24}"/>
                  </a:ext>
                </a:extLst>
              </p:cNvPr>
              <p:cNvSpPr/>
              <p:nvPr/>
            </p:nvSpPr>
            <p:spPr>
              <a:xfrm>
                <a:off x="224203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6" name="ph5931">
                <a:extLst>
                  <a:ext uri="{FF2B5EF4-FFF2-40B4-BE49-F238E27FC236}">
                    <a16:creationId xmlns:a16="http://schemas.microsoft.com/office/drawing/2014/main" id="{33CBD0C3-238B-0E41-E987-497EA33737EA}"/>
                  </a:ext>
                </a:extLst>
              </p:cNvPr>
              <p:cNvSpPr/>
              <p:nvPr/>
            </p:nvSpPr>
            <p:spPr>
              <a:xfrm>
                <a:off x="225147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7" name="ph5932">
                <a:extLst>
                  <a:ext uri="{FF2B5EF4-FFF2-40B4-BE49-F238E27FC236}">
                    <a16:creationId xmlns:a16="http://schemas.microsoft.com/office/drawing/2014/main" id="{02F1215A-EB05-9AAD-C724-5DDC7FB4B2A4}"/>
                  </a:ext>
                </a:extLst>
              </p:cNvPr>
              <p:cNvSpPr/>
              <p:nvPr/>
            </p:nvSpPr>
            <p:spPr>
              <a:xfrm>
                <a:off x="226091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492">
                  <a:alpha val="100000"/>
                </a:srgbClr>
              </a:solidFill>
              <a:ln w="5420" cap="flat">
                <a:solidFill>
                  <a:srgbClr val="FEE4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8" name="ph5933">
                <a:extLst>
                  <a:ext uri="{FF2B5EF4-FFF2-40B4-BE49-F238E27FC236}">
                    <a16:creationId xmlns:a16="http://schemas.microsoft.com/office/drawing/2014/main" id="{E1567846-42BB-03AF-54FC-E141707B717F}"/>
                  </a:ext>
                </a:extLst>
              </p:cNvPr>
              <p:cNvSpPr/>
              <p:nvPr/>
            </p:nvSpPr>
            <p:spPr>
              <a:xfrm>
                <a:off x="227035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9" name="ph5934">
                <a:extLst>
                  <a:ext uri="{FF2B5EF4-FFF2-40B4-BE49-F238E27FC236}">
                    <a16:creationId xmlns:a16="http://schemas.microsoft.com/office/drawing/2014/main" id="{9A77C7C2-14AC-08AB-8DE6-4F5F3087E6AE}"/>
                  </a:ext>
                </a:extLst>
              </p:cNvPr>
              <p:cNvSpPr/>
              <p:nvPr/>
            </p:nvSpPr>
            <p:spPr>
              <a:xfrm>
                <a:off x="227979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0" name="ph5935">
                <a:extLst>
                  <a:ext uri="{FF2B5EF4-FFF2-40B4-BE49-F238E27FC236}">
                    <a16:creationId xmlns:a16="http://schemas.microsoft.com/office/drawing/2014/main" id="{9E30F0BA-13BB-8DC3-99B2-FA34D4BA34BC}"/>
                  </a:ext>
                </a:extLst>
              </p:cNvPr>
              <p:cNvSpPr/>
              <p:nvPr/>
            </p:nvSpPr>
            <p:spPr>
              <a:xfrm>
                <a:off x="228923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1" name="ph5936">
                <a:extLst>
                  <a:ext uri="{FF2B5EF4-FFF2-40B4-BE49-F238E27FC236}">
                    <a16:creationId xmlns:a16="http://schemas.microsoft.com/office/drawing/2014/main" id="{09E9708C-4D3E-169D-E18B-12E3C7FFD207}"/>
                  </a:ext>
                </a:extLst>
              </p:cNvPr>
              <p:cNvSpPr/>
              <p:nvPr/>
            </p:nvSpPr>
            <p:spPr>
              <a:xfrm>
                <a:off x="229867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2" name="ph5937">
                <a:extLst>
                  <a:ext uri="{FF2B5EF4-FFF2-40B4-BE49-F238E27FC236}">
                    <a16:creationId xmlns:a16="http://schemas.microsoft.com/office/drawing/2014/main" id="{03820B6D-0538-AFF8-2102-AA92EE0C33A4}"/>
                  </a:ext>
                </a:extLst>
              </p:cNvPr>
              <p:cNvSpPr/>
              <p:nvPr/>
            </p:nvSpPr>
            <p:spPr>
              <a:xfrm>
                <a:off x="230811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3" name="ph5938">
                <a:extLst>
                  <a:ext uri="{FF2B5EF4-FFF2-40B4-BE49-F238E27FC236}">
                    <a16:creationId xmlns:a16="http://schemas.microsoft.com/office/drawing/2014/main" id="{3E486ED1-F661-A943-44E4-067970915718}"/>
                  </a:ext>
                </a:extLst>
              </p:cNvPr>
              <p:cNvSpPr/>
              <p:nvPr/>
            </p:nvSpPr>
            <p:spPr>
              <a:xfrm>
                <a:off x="231755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4" name="ph5939">
                <a:extLst>
                  <a:ext uri="{FF2B5EF4-FFF2-40B4-BE49-F238E27FC236}">
                    <a16:creationId xmlns:a16="http://schemas.microsoft.com/office/drawing/2014/main" id="{31C338D4-22D3-2DA1-95C6-EFB5E0ECCB34}"/>
                  </a:ext>
                </a:extLst>
              </p:cNvPr>
              <p:cNvSpPr/>
              <p:nvPr/>
            </p:nvSpPr>
            <p:spPr>
              <a:xfrm>
                <a:off x="232699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5" name="ph5940">
                <a:extLst>
                  <a:ext uri="{FF2B5EF4-FFF2-40B4-BE49-F238E27FC236}">
                    <a16:creationId xmlns:a16="http://schemas.microsoft.com/office/drawing/2014/main" id="{E168A836-2EAE-23ED-DD66-7B4EB289282C}"/>
                  </a:ext>
                </a:extLst>
              </p:cNvPr>
              <p:cNvSpPr/>
              <p:nvPr/>
            </p:nvSpPr>
            <p:spPr>
              <a:xfrm>
                <a:off x="233643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6" name="ph5941">
                <a:extLst>
                  <a:ext uri="{FF2B5EF4-FFF2-40B4-BE49-F238E27FC236}">
                    <a16:creationId xmlns:a16="http://schemas.microsoft.com/office/drawing/2014/main" id="{0B356836-530C-58C2-3EB0-6C9A21FAF29E}"/>
                  </a:ext>
                </a:extLst>
              </p:cNvPr>
              <p:cNvSpPr/>
              <p:nvPr/>
            </p:nvSpPr>
            <p:spPr>
              <a:xfrm>
                <a:off x="234587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7" name="ph5942">
                <a:extLst>
                  <a:ext uri="{FF2B5EF4-FFF2-40B4-BE49-F238E27FC236}">
                    <a16:creationId xmlns:a16="http://schemas.microsoft.com/office/drawing/2014/main" id="{ADC1CA78-6EF3-A626-DDA6-188DCD5BDEAF}"/>
                  </a:ext>
                </a:extLst>
              </p:cNvPr>
              <p:cNvSpPr/>
              <p:nvPr/>
            </p:nvSpPr>
            <p:spPr>
              <a:xfrm>
                <a:off x="235531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8" name="ph5943">
                <a:extLst>
                  <a:ext uri="{FF2B5EF4-FFF2-40B4-BE49-F238E27FC236}">
                    <a16:creationId xmlns:a16="http://schemas.microsoft.com/office/drawing/2014/main" id="{E701DE0C-444F-B0AC-A685-4A06EC35EEE6}"/>
                  </a:ext>
                </a:extLst>
              </p:cNvPr>
              <p:cNvSpPr/>
              <p:nvPr/>
            </p:nvSpPr>
            <p:spPr>
              <a:xfrm>
                <a:off x="236476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9" name="ph5944">
                <a:extLst>
                  <a:ext uri="{FF2B5EF4-FFF2-40B4-BE49-F238E27FC236}">
                    <a16:creationId xmlns:a16="http://schemas.microsoft.com/office/drawing/2014/main" id="{594672BC-0722-6E28-06E9-1F48D12C9EEE}"/>
                  </a:ext>
                </a:extLst>
              </p:cNvPr>
              <p:cNvSpPr/>
              <p:nvPr/>
            </p:nvSpPr>
            <p:spPr>
              <a:xfrm>
                <a:off x="237420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0" name="ph5945">
                <a:extLst>
                  <a:ext uri="{FF2B5EF4-FFF2-40B4-BE49-F238E27FC236}">
                    <a16:creationId xmlns:a16="http://schemas.microsoft.com/office/drawing/2014/main" id="{8EB43497-5933-B652-E417-75332A62730F}"/>
                  </a:ext>
                </a:extLst>
              </p:cNvPr>
              <p:cNvSpPr/>
              <p:nvPr/>
            </p:nvSpPr>
            <p:spPr>
              <a:xfrm>
                <a:off x="238364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1" name="ph5946">
                <a:extLst>
                  <a:ext uri="{FF2B5EF4-FFF2-40B4-BE49-F238E27FC236}">
                    <a16:creationId xmlns:a16="http://schemas.microsoft.com/office/drawing/2014/main" id="{868E0BE7-50E1-CC18-F392-60FF8FCC74F5}"/>
                  </a:ext>
                </a:extLst>
              </p:cNvPr>
              <p:cNvSpPr/>
              <p:nvPr/>
            </p:nvSpPr>
            <p:spPr>
              <a:xfrm>
                <a:off x="239308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2" name="ph5947">
                <a:extLst>
                  <a:ext uri="{FF2B5EF4-FFF2-40B4-BE49-F238E27FC236}">
                    <a16:creationId xmlns:a16="http://schemas.microsoft.com/office/drawing/2014/main" id="{970736E3-9D1A-B1A1-9ABA-4EA2C9BDE8F7}"/>
                  </a:ext>
                </a:extLst>
              </p:cNvPr>
              <p:cNvSpPr/>
              <p:nvPr/>
            </p:nvSpPr>
            <p:spPr>
              <a:xfrm>
                <a:off x="24025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3" name="ph5948">
                <a:extLst>
                  <a:ext uri="{FF2B5EF4-FFF2-40B4-BE49-F238E27FC236}">
                    <a16:creationId xmlns:a16="http://schemas.microsoft.com/office/drawing/2014/main" id="{B470358E-BCD6-2AA0-169C-3272D7CA0A17}"/>
                  </a:ext>
                </a:extLst>
              </p:cNvPr>
              <p:cNvSpPr/>
              <p:nvPr/>
            </p:nvSpPr>
            <p:spPr>
              <a:xfrm>
                <a:off x="2411961" y="1429861"/>
                <a:ext cx="91844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4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8446" y="896830"/>
                    </a:lnTo>
                    <a:lnTo>
                      <a:pt x="918127" y="899451"/>
                    </a:lnTo>
                    <a:lnTo>
                      <a:pt x="916531" y="910000"/>
                    </a:lnTo>
                    <a:lnTo>
                      <a:pt x="915731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4" name="ph5949">
                <a:extLst>
                  <a:ext uri="{FF2B5EF4-FFF2-40B4-BE49-F238E27FC236}">
                    <a16:creationId xmlns:a16="http://schemas.microsoft.com/office/drawing/2014/main" id="{4BAF62ED-365C-91FE-F02E-ED0E385FA792}"/>
                  </a:ext>
                </a:extLst>
              </p:cNvPr>
              <p:cNvSpPr/>
              <p:nvPr/>
            </p:nvSpPr>
            <p:spPr>
              <a:xfrm>
                <a:off x="3119979" y="141229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5376" y="931969"/>
                    </a:lnTo>
                    <a:lnTo>
                      <a:pt x="906143" y="928073"/>
                    </a:lnTo>
                    <a:lnTo>
                      <a:pt x="908447" y="918011"/>
                    </a:lnTo>
                    <a:lnTo>
                      <a:pt x="909396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5" name="ph5950">
                <a:extLst>
                  <a:ext uri="{FF2B5EF4-FFF2-40B4-BE49-F238E27FC236}">
                    <a16:creationId xmlns:a16="http://schemas.microsoft.com/office/drawing/2014/main" id="{2FACBE52-869B-CAC4-DEC4-7562CD1F832E}"/>
                  </a:ext>
                </a:extLst>
              </p:cNvPr>
              <p:cNvSpPr/>
              <p:nvPr/>
            </p:nvSpPr>
            <p:spPr>
              <a:xfrm>
                <a:off x="311997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6" name="ph5951">
                <a:extLst>
                  <a:ext uri="{FF2B5EF4-FFF2-40B4-BE49-F238E27FC236}">
                    <a16:creationId xmlns:a16="http://schemas.microsoft.com/office/drawing/2014/main" id="{F3CD2D40-4B9A-04C7-FEC4-2F77910226DA}"/>
                  </a:ext>
                </a:extLst>
              </p:cNvPr>
              <p:cNvSpPr/>
              <p:nvPr/>
            </p:nvSpPr>
            <p:spPr>
              <a:xfrm>
                <a:off x="312941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7" name="ph5952">
                <a:extLst>
                  <a:ext uri="{FF2B5EF4-FFF2-40B4-BE49-F238E27FC236}">
                    <a16:creationId xmlns:a16="http://schemas.microsoft.com/office/drawing/2014/main" id="{269333F5-8C79-6D0D-1C54-7834D7C4EE5A}"/>
                  </a:ext>
                </a:extLst>
              </p:cNvPr>
              <p:cNvSpPr/>
              <p:nvPr/>
            </p:nvSpPr>
            <p:spPr>
              <a:xfrm>
                <a:off x="313885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8" name="ph5953">
                <a:extLst>
                  <a:ext uri="{FF2B5EF4-FFF2-40B4-BE49-F238E27FC236}">
                    <a16:creationId xmlns:a16="http://schemas.microsoft.com/office/drawing/2014/main" id="{7FF92F2E-BE1A-49F6-1918-A760326E103C}"/>
                  </a:ext>
                </a:extLst>
              </p:cNvPr>
              <p:cNvSpPr/>
              <p:nvPr/>
            </p:nvSpPr>
            <p:spPr>
              <a:xfrm>
                <a:off x="314829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9" name="ph5954">
                <a:extLst>
                  <a:ext uri="{FF2B5EF4-FFF2-40B4-BE49-F238E27FC236}">
                    <a16:creationId xmlns:a16="http://schemas.microsoft.com/office/drawing/2014/main" id="{40AB9FBD-5D6D-3403-A3D4-88264978FB2A}"/>
                  </a:ext>
                </a:extLst>
              </p:cNvPr>
              <p:cNvSpPr/>
              <p:nvPr/>
            </p:nvSpPr>
            <p:spPr>
              <a:xfrm>
                <a:off x="315774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0" name="ph5955">
                <a:extLst>
                  <a:ext uri="{FF2B5EF4-FFF2-40B4-BE49-F238E27FC236}">
                    <a16:creationId xmlns:a16="http://schemas.microsoft.com/office/drawing/2014/main" id="{EA0D034E-468C-2A96-2294-9D8F9EF46423}"/>
                  </a:ext>
                </a:extLst>
              </p:cNvPr>
              <p:cNvSpPr/>
              <p:nvPr/>
            </p:nvSpPr>
            <p:spPr>
              <a:xfrm>
                <a:off x="316718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1" name="ph5956">
                <a:extLst>
                  <a:ext uri="{FF2B5EF4-FFF2-40B4-BE49-F238E27FC236}">
                    <a16:creationId xmlns:a16="http://schemas.microsoft.com/office/drawing/2014/main" id="{36A6D7DE-B1EE-27A6-608F-9B02BAEE69D2}"/>
                  </a:ext>
                </a:extLst>
              </p:cNvPr>
              <p:cNvSpPr/>
              <p:nvPr/>
            </p:nvSpPr>
            <p:spPr>
              <a:xfrm>
                <a:off x="317662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2" name="ph5957">
                <a:extLst>
                  <a:ext uri="{FF2B5EF4-FFF2-40B4-BE49-F238E27FC236}">
                    <a16:creationId xmlns:a16="http://schemas.microsoft.com/office/drawing/2014/main" id="{F2AD6E5A-102A-BF84-4A0D-7993654251D2}"/>
                  </a:ext>
                </a:extLst>
              </p:cNvPr>
              <p:cNvSpPr/>
              <p:nvPr/>
            </p:nvSpPr>
            <p:spPr>
              <a:xfrm>
                <a:off x="318606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3" name="ph5958">
                <a:extLst>
                  <a:ext uri="{FF2B5EF4-FFF2-40B4-BE49-F238E27FC236}">
                    <a16:creationId xmlns:a16="http://schemas.microsoft.com/office/drawing/2014/main" id="{7DBEA9EA-CD7E-B3D8-2E93-678BC1C776CC}"/>
                  </a:ext>
                </a:extLst>
              </p:cNvPr>
              <p:cNvSpPr/>
              <p:nvPr/>
            </p:nvSpPr>
            <p:spPr>
              <a:xfrm>
                <a:off x="319550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4" name="ph5959">
                <a:extLst>
                  <a:ext uri="{FF2B5EF4-FFF2-40B4-BE49-F238E27FC236}">
                    <a16:creationId xmlns:a16="http://schemas.microsoft.com/office/drawing/2014/main" id="{C0ED0420-0F9A-400B-A30C-A8D18ABAB0F3}"/>
                  </a:ext>
                </a:extLst>
              </p:cNvPr>
              <p:cNvSpPr/>
              <p:nvPr/>
            </p:nvSpPr>
            <p:spPr>
              <a:xfrm>
                <a:off x="320494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5" name="ph5960">
                <a:extLst>
                  <a:ext uri="{FF2B5EF4-FFF2-40B4-BE49-F238E27FC236}">
                    <a16:creationId xmlns:a16="http://schemas.microsoft.com/office/drawing/2014/main" id="{E9ABFDD6-0A84-FB56-5940-BF978672D91F}"/>
                  </a:ext>
                </a:extLst>
              </p:cNvPr>
              <p:cNvSpPr/>
              <p:nvPr/>
            </p:nvSpPr>
            <p:spPr>
              <a:xfrm>
                <a:off x="321438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6" name="ph5961">
                <a:extLst>
                  <a:ext uri="{FF2B5EF4-FFF2-40B4-BE49-F238E27FC236}">
                    <a16:creationId xmlns:a16="http://schemas.microsoft.com/office/drawing/2014/main" id="{ED5A9AC6-4D80-D686-C81C-BF8FBD82B370}"/>
                  </a:ext>
                </a:extLst>
              </p:cNvPr>
              <p:cNvSpPr/>
              <p:nvPr/>
            </p:nvSpPr>
            <p:spPr>
              <a:xfrm>
                <a:off x="322382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7" name="ph5962">
                <a:extLst>
                  <a:ext uri="{FF2B5EF4-FFF2-40B4-BE49-F238E27FC236}">
                    <a16:creationId xmlns:a16="http://schemas.microsoft.com/office/drawing/2014/main" id="{FF72C250-BCDE-AB75-FD15-3666B7919428}"/>
                  </a:ext>
                </a:extLst>
              </p:cNvPr>
              <p:cNvSpPr/>
              <p:nvPr/>
            </p:nvSpPr>
            <p:spPr>
              <a:xfrm>
                <a:off x="323326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8" name="ph5963">
                <a:extLst>
                  <a:ext uri="{FF2B5EF4-FFF2-40B4-BE49-F238E27FC236}">
                    <a16:creationId xmlns:a16="http://schemas.microsoft.com/office/drawing/2014/main" id="{73424E78-3484-7CD9-E83B-102F06D6FAEE}"/>
                  </a:ext>
                </a:extLst>
              </p:cNvPr>
              <p:cNvSpPr/>
              <p:nvPr/>
            </p:nvSpPr>
            <p:spPr>
              <a:xfrm>
                <a:off x="324270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9" name="ph5964">
                <a:extLst>
                  <a:ext uri="{FF2B5EF4-FFF2-40B4-BE49-F238E27FC236}">
                    <a16:creationId xmlns:a16="http://schemas.microsoft.com/office/drawing/2014/main" id="{BF15736C-D67E-481B-6EF0-A114C0102BDF}"/>
                  </a:ext>
                </a:extLst>
              </p:cNvPr>
              <p:cNvSpPr/>
              <p:nvPr/>
            </p:nvSpPr>
            <p:spPr>
              <a:xfrm>
                <a:off x="325214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0" name="ph5965">
                <a:extLst>
                  <a:ext uri="{FF2B5EF4-FFF2-40B4-BE49-F238E27FC236}">
                    <a16:creationId xmlns:a16="http://schemas.microsoft.com/office/drawing/2014/main" id="{66419693-8AAD-AB3A-2D10-308B7BA2E973}"/>
                  </a:ext>
                </a:extLst>
              </p:cNvPr>
              <p:cNvSpPr/>
              <p:nvPr/>
            </p:nvSpPr>
            <p:spPr>
              <a:xfrm>
                <a:off x="326158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1" name="ph5966">
                <a:extLst>
                  <a:ext uri="{FF2B5EF4-FFF2-40B4-BE49-F238E27FC236}">
                    <a16:creationId xmlns:a16="http://schemas.microsoft.com/office/drawing/2014/main" id="{71801291-014E-098E-4F7B-39FA5832A126}"/>
                  </a:ext>
                </a:extLst>
              </p:cNvPr>
              <p:cNvSpPr/>
              <p:nvPr/>
            </p:nvSpPr>
            <p:spPr>
              <a:xfrm>
                <a:off x="327102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2" name="ph5967">
                <a:extLst>
                  <a:ext uri="{FF2B5EF4-FFF2-40B4-BE49-F238E27FC236}">
                    <a16:creationId xmlns:a16="http://schemas.microsoft.com/office/drawing/2014/main" id="{CDD21A75-F643-9645-B935-407F105EDB65}"/>
                  </a:ext>
                </a:extLst>
              </p:cNvPr>
              <p:cNvSpPr/>
              <p:nvPr/>
            </p:nvSpPr>
            <p:spPr>
              <a:xfrm>
                <a:off x="328046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3" name="ph5968">
                <a:extLst>
                  <a:ext uri="{FF2B5EF4-FFF2-40B4-BE49-F238E27FC236}">
                    <a16:creationId xmlns:a16="http://schemas.microsoft.com/office/drawing/2014/main" id="{910C664E-72A7-49D5-0BA3-803F12BA6368}"/>
                  </a:ext>
                </a:extLst>
              </p:cNvPr>
              <p:cNvSpPr/>
              <p:nvPr/>
            </p:nvSpPr>
            <p:spPr>
              <a:xfrm>
                <a:off x="328990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4" name="ph5969">
                <a:extLst>
                  <a:ext uri="{FF2B5EF4-FFF2-40B4-BE49-F238E27FC236}">
                    <a16:creationId xmlns:a16="http://schemas.microsoft.com/office/drawing/2014/main" id="{8A94D70C-5372-6A5B-EB03-B2F7002984B0}"/>
                  </a:ext>
                </a:extLst>
              </p:cNvPr>
              <p:cNvSpPr/>
              <p:nvPr/>
            </p:nvSpPr>
            <p:spPr>
              <a:xfrm>
                <a:off x="329934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5" name="ph5970">
                <a:extLst>
                  <a:ext uri="{FF2B5EF4-FFF2-40B4-BE49-F238E27FC236}">
                    <a16:creationId xmlns:a16="http://schemas.microsoft.com/office/drawing/2014/main" id="{407C3CF8-41A8-01CA-21DF-CEAA5F591CD6}"/>
                  </a:ext>
                </a:extLst>
              </p:cNvPr>
              <p:cNvSpPr/>
              <p:nvPr/>
            </p:nvSpPr>
            <p:spPr>
              <a:xfrm>
                <a:off x="330878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6" name="ph5971">
                <a:extLst>
                  <a:ext uri="{FF2B5EF4-FFF2-40B4-BE49-F238E27FC236}">
                    <a16:creationId xmlns:a16="http://schemas.microsoft.com/office/drawing/2014/main" id="{F3823A0D-0973-5EEF-1A59-8532FC011D38}"/>
                  </a:ext>
                </a:extLst>
              </p:cNvPr>
              <p:cNvSpPr/>
              <p:nvPr/>
            </p:nvSpPr>
            <p:spPr>
              <a:xfrm>
                <a:off x="331822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7" name="ph5972">
                <a:extLst>
                  <a:ext uri="{FF2B5EF4-FFF2-40B4-BE49-F238E27FC236}">
                    <a16:creationId xmlns:a16="http://schemas.microsoft.com/office/drawing/2014/main" id="{CB37105E-002B-A73B-224B-9AF94261A8CB}"/>
                  </a:ext>
                </a:extLst>
              </p:cNvPr>
              <p:cNvSpPr/>
              <p:nvPr/>
            </p:nvSpPr>
            <p:spPr>
              <a:xfrm>
                <a:off x="332766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8" name="ph5973">
                <a:extLst>
                  <a:ext uri="{FF2B5EF4-FFF2-40B4-BE49-F238E27FC236}">
                    <a16:creationId xmlns:a16="http://schemas.microsoft.com/office/drawing/2014/main" id="{CDB0F01B-947F-C4EC-E499-59449B123A7F}"/>
                  </a:ext>
                </a:extLst>
              </p:cNvPr>
              <p:cNvSpPr/>
              <p:nvPr/>
            </p:nvSpPr>
            <p:spPr>
              <a:xfrm>
                <a:off x="333710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9" name="ph5974">
                <a:extLst>
                  <a:ext uri="{FF2B5EF4-FFF2-40B4-BE49-F238E27FC236}">
                    <a16:creationId xmlns:a16="http://schemas.microsoft.com/office/drawing/2014/main" id="{B12E84D3-3727-C8A5-89E1-846C5C7C5D06}"/>
                  </a:ext>
                </a:extLst>
              </p:cNvPr>
              <p:cNvSpPr/>
              <p:nvPr/>
            </p:nvSpPr>
            <p:spPr>
              <a:xfrm>
                <a:off x="334654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0" name="ph5975">
                <a:extLst>
                  <a:ext uri="{FF2B5EF4-FFF2-40B4-BE49-F238E27FC236}">
                    <a16:creationId xmlns:a16="http://schemas.microsoft.com/office/drawing/2014/main" id="{D7D33B43-7D04-6529-8762-1BB74E902F2E}"/>
                  </a:ext>
                </a:extLst>
              </p:cNvPr>
              <p:cNvSpPr/>
              <p:nvPr/>
            </p:nvSpPr>
            <p:spPr>
              <a:xfrm>
                <a:off x="335598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1" name="ph5976">
                <a:extLst>
                  <a:ext uri="{FF2B5EF4-FFF2-40B4-BE49-F238E27FC236}">
                    <a16:creationId xmlns:a16="http://schemas.microsoft.com/office/drawing/2014/main" id="{902D1729-BDB5-DB9E-4EC1-5DF549308331}"/>
                  </a:ext>
                </a:extLst>
              </p:cNvPr>
              <p:cNvSpPr/>
              <p:nvPr/>
            </p:nvSpPr>
            <p:spPr>
              <a:xfrm>
                <a:off x="336542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2" name="ph5977">
                <a:extLst>
                  <a:ext uri="{FF2B5EF4-FFF2-40B4-BE49-F238E27FC236}">
                    <a16:creationId xmlns:a16="http://schemas.microsoft.com/office/drawing/2014/main" id="{1111F1DE-6AA3-6B00-50C1-797D9C5528BD}"/>
                  </a:ext>
                </a:extLst>
              </p:cNvPr>
              <p:cNvSpPr/>
              <p:nvPr/>
            </p:nvSpPr>
            <p:spPr>
              <a:xfrm>
                <a:off x="337486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3" name="ph5978">
                <a:extLst>
                  <a:ext uri="{FF2B5EF4-FFF2-40B4-BE49-F238E27FC236}">
                    <a16:creationId xmlns:a16="http://schemas.microsoft.com/office/drawing/2014/main" id="{4A2D194D-7514-8E07-CCE9-7694EF104C0C}"/>
                  </a:ext>
                </a:extLst>
              </p:cNvPr>
              <p:cNvSpPr/>
              <p:nvPr/>
            </p:nvSpPr>
            <p:spPr>
              <a:xfrm>
                <a:off x="3384305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4" name="ph5979">
                <a:extLst>
                  <a:ext uri="{FF2B5EF4-FFF2-40B4-BE49-F238E27FC236}">
                    <a16:creationId xmlns:a16="http://schemas.microsoft.com/office/drawing/2014/main" id="{7BFF7A48-E6B0-6D74-49A3-3743F66CF565}"/>
                  </a:ext>
                </a:extLst>
              </p:cNvPr>
              <p:cNvSpPr/>
              <p:nvPr/>
            </p:nvSpPr>
            <p:spPr>
              <a:xfrm>
                <a:off x="339374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5" name="ph5980">
                <a:extLst>
                  <a:ext uri="{FF2B5EF4-FFF2-40B4-BE49-F238E27FC236}">
                    <a16:creationId xmlns:a16="http://schemas.microsoft.com/office/drawing/2014/main" id="{B558CC75-9BB1-5987-9973-8F914FEE3706}"/>
                  </a:ext>
                </a:extLst>
              </p:cNvPr>
              <p:cNvSpPr/>
              <p:nvPr/>
            </p:nvSpPr>
            <p:spPr>
              <a:xfrm>
                <a:off x="340318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6" name="ph5981">
                <a:extLst>
                  <a:ext uri="{FF2B5EF4-FFF2-40B4-BE49-F238E27FC236}">
                    <a16:creationId xmlns:a16="http://schemas.microsoft.com/office/drawing/2014/main" id="{4CC760FE-4EA3-2490-2E3D-CC34A724153C}"/>
                  </a:ext>
                </a:extLst>
              </p:cNvPr>
              <p:cNvSpPr/>
              <p:nvPr/>
            </p:nvSpPr>
            <p:spPr>
              <a:xfrm>
                <a:off x="341262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7" name="ph5982">
                <a:extLst>
                  <a:ext uri="{FF2B5EF4-FFF2-40B4-BE49-F238E27FC236}">
                    <a16:creationId xmlns:a16="http://schemas.microsoft.com/office/drawing/2014/main" id="{D10AA38E-CCE2-AB73-A8DF-47A2B98B6EE4}"/>
                  </a:ext>
                </a:extLst>
              </p:cNvPr>
              <p:cNvSpPr/>
              <p:nvPr/>
            </p:nvSpPr>
            <p:spPr>
              <a:xfrm>
                <a:off x="3422066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8" name="ph5983">
                <a:extLst>
                  <a:ext uri="{FF2B5EF4-FFF2-40B4-BE49-F238E27FC236}">
                    <a16:creationId xmlns:a16="http://schemas.microsoft.com/office/drawing/2014/main" id="{0FC9A3BE-2F99-5105-76B4-1D998D588D21}"/>
                  </a:ext>
                </a:extLst>
              </p:cNvPr>
              <p:cNvSpPr/>
              <p:nvPr/>
            </p:nvSpPr>
            <p:spPr>
              <a:xfrm>
                <a:off x="343150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9" name="ph5984">
                <a:extLst>
                  <a:ext uri="{FF2B5EF4-FFF2-40B4-BE49-F238E27FC236}">
                    <a16:creationId xmlns:a16="http://schemas.microsoft.com/office/drawing/2014/main" id="{E184B152-97B5-E517-1E5B-68CC3CD17BDC}"/>
                  </a:ext>
                </a:extLst>
              </p:cNvPr>
              <p:cNvSpPr/>
              <p:nvPr/>
            </p:nvSpPr>
            <p:spPr>
              <a:xfrm>
                <a:off x="344094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0" name="ph5985">
                <a:extLst>
                  <a:ext uri="{FF2B5EF4-FFF2-40B4-BE49-F238E27FC236}">
                    <a16:creationId xmlns:a16="http://schemas.microsoft.com/office/drawing/2014/main" id="{5B6311D2-5F19-2614-4CF7-1626C5CC5627}"/>
                  </a:ext>
                </a:extLst>
              </p:cNvPr>
              <p:cNvSpPr/>
              <p:nvPr/>
            </p:nvSpPr>
            <p:spPr>
              <a:xfrm>
                <a:off x="345038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1" name="ph5986">
                <a:extLst>
                  <a:ext uri="{FF2B5EF4-FFF2-40B4-BE49-F238E27FC236}">
                    <a16:creationId xmlns:a16="http://schemas.microsoft.com/office/drawing/2014/main" id="{A7F9367D-8C3E-731E-EF2B-EBE7BF9EBFED}"/>
                  </a:ext>
                </a:extLst>
              </p:cNvPr>
              <p:cNvSpPr/>
              <p:nvPr/>
            </p:nvSpPr>
            <p:spPr>
              <a:xfrm>
                <a:off x="3459827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2" name="ph5987">
                <a:extLst>
                  <a:ext uri="{FF2B5EF4-FFF2-40B4-BE49-F238E27FC236}">
                    <a16:creationId xmlns:a16="http://schemas.microsoft.com/office/drawing/2014/main" id="{1B51863D-CCB5-4FB9-3569-0C137348B671}"/>
                  </a:ext>
                </a:extLst>
              </p:cNvPr>
              <p:cNvSpPr/>
              <p:nvPr/>
            </p:nvSpPr>
            <p:spPr>
              <a:xfrm>
                <a:off x="346926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3" name="ph5988">
                <a:extLst>
                  <a:ext uri="{FF2B5EF4-FFF2-40B4-BE49-F238E27FC236}">
                    <a16:creationId xmlns:a16="http://schemas.microsoft.com/office/drawing/2014/main" id="{000E5A18-2E67-F06C-919B-2DC4A992441A}"/>
                  </a:ext>
                </a:extLst>
              </p:cNvPr>
              <p:cNvSpPr/>
              <p:nvPr/>
            </p:nvSpPr>
            <p:spPr>
              <a:xfrm>
                <a:off x="347870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4" name="ph5989">
                <a:extLst>
                  <a:ext uri="{FF2B5EF4-FFF2-40B4-BE49-F238E27FC236}">
                    <a16:creationId xmlns:a16="http://schemas.microsoft.com/office/drawing/2014/main" id="{75EAADDF-1889-B175-9805-DD41125538BA}"/>
                  </a:ext>
                </a:extLst>
              </p:cNvPr>
              <p:cNvSpPr/>
              <p:nvPr/>
            </p:nvSpPr>
            <p:spPr>
              <a:xfrm>
                <a:off x="348814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5" name="ph5990">
                <a:extLst>
                  <a:ext uri="{FF2B5EF4-FFF2-40B4-BE49-F238E27FC236}">
                    <a16:creationId xmlns:a16="http://schemas.microsoft.com/office/drawing/2014/main" id="{FBB0DE2B-1A67-99F2-79DE-F8AC06214654}"/>
                  </a:ext>
                </a:extLst>
              </p:cNvPr>
              <p:cNvSpPr/>
              <p:nvPr/>
            </p:nvSpPr>
            <p:spPr>
              <a:xfrm>
                <a:off x="3497588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6" name="ph5991">
                <a:extLst>
                  <a:ext uri="{FF2B5EF4-FFF2-40B4-BE49-F238E27FC236}">
                    <a16:creationId xmlns:a16="http://schemas.microsoft.com/office/drawing/2014/main" id="{B21F2419-5F5F-00A9-70F8-72082F06837B}"/>
                  </a:ext>
                </a:extLst>
              </p:cNvPr>
              <p:cNvSpPr/>
              <p:nvPr/>
            </p:nvSpPr>
            <p:spPr>
              <a:xfrm>
                <a:off x="350702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7" name="ph5992">
                <a:extLst>
                  <a:ext uri="{FF2B5EF4-FFF2-40B4-BE49-F238E27FC236}">
                    <a16:creationId xmlns:a16="http://schemas.microsoft.com/office/drawing/2014/main" id="{D7326EFF-3DD4-F6B4-BE42-0154260A906B}"/>
                  </a:ext>
                </a:extLst>
              </p:cNvPr>
              <p:cNvSpPr/>
              <p:nvPr/>
            </p:nvSpPr>
            <p:spPr>
              <a:xfrm>
                <a:off x="351646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8" name="ph5993">
                <a:extLst>
                  <a:ext uri="{FF2B5EF4-FFF2-40B4-BE49-F238E27FC236}">
                    <a16:creationId xmlns:a16="http://schemas.microsoft.com/office/drawing/2014/main" id="{4E71DE7B-3739-01DB-4CAA-F373E0BD175D}"/>
                  </a:ext>
                </a:extLst>
              </p:cNvPr>
              <p:cNvSpPr/>
              <p:nvPr/>
            </p:nvSpPr>
            <p:spPr>
              <a:xfrm>
                <a:off x="352590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9" name="ph5994">
                <a:extLst>
                  <a:ext uri="{FF2B5EF4-FFF2-40B4-BE49-F238E27FC236}">
                    <a16:creationId xmlns:a16="http://schemas.microsoft.com/office/drawing/2014/main" id="{B0EF52B1-190B-0AF5-CC58-482ECE3288A5}"/>
                  </a:ext>
                </a:extLst>
              </p:cNvPr>
              <p:cNvSpPr/>
              <p:nvPr/>
            </p:nvSpPr>
            <p:spPr>
              <a:xfrm>
                <a:off x="3535349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0" name="ph5995">
                <a:extLst>
                  <a:ext uri="{FF2B5EF4-FFF2-40B4-BE49-F238E27FC236}">
                    <a16:creationId xmlns:a16="http://schemas.microsoft.com/office/drawing/2014/main" id="{DFCA1DF7-8D66-5FA4-902F-ECAD060CB5ED}"/>
                  </a:ext>
                </a:extLst>
              </p:cNvPr>
              <p:cNvSpPr/>
              <p:nvPr/>
            </p:nvSpPr>
            <p:spPr>
              <a:xfrm>
                <a:off x="354479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1" name="ph5996">
                <a:extLst>
                  <a:ext uri="{FF2B5EF4-FFF2-40B4-BE49-F238E27FC236}">
                    <a16:creationId xmlns:a16="http://schemas.microsoft.com/office/drawing/2014/main" id="{DBEDB2FB-72C1-DC84-43DC-7E4DF807C5C0}"/>
                  </a:ext>
                </a:extLst>
              </p:cNvPr>
              <p:cNvSpPr/>
              <p:nvPr/>
            </p:nvSpPr>
            <p:spPr>
              <a:xfrm>
                <a:off x="355423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2" name="ph5997">
                <a:extLst>
                  <a:ext uri="{FF2B5EF4-FFF2-40B4-BE49-F238E27FC236}">
                    <a16:creationId xmlns:a16="http://schemas.microsoft.com/office/drawing/2014/main" id="{47A87F65-DA07-482C-111C-31636D4A8684}"/>
                  </a:ext>
                </a:extLst>
              </p:cNvPr>
              <p:cNvSpPr/>
              <p:nvPr/>
            </p:nvSpPr>
            <p:spPr>
              <a:xfrm>
                <a:off x="356367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3" name="ph5998">
                <a:extLst>
                  <a:ext uri="{FF2B5EF4-FFF2-40B4-BE49-F238E27FC236}">
                    <a16:creationId xmlns:a16="http://schemas.microsoft.com/office/drawing/2014/main" id="{8B1923D0-FD29-0B66-2BD4-E7C0A6AD508F}"/>
                  </a:ext>
                </a:extLst>
              </p:cNvPr>
              <p:cNvSpPr/>
              <p:nvPr/>
            </p:nvSpPr>
            <p:spPr>
              <a:xfrm>
                <a:off x="357311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4" name="ph5999">
                <a:extLst>
                  <a:ext uri="{FF2B5EF4-FFF2-40B4-BE49-F238E27FC236}">
                    <a16:creationId xmlns:a16="http://schemas.microsoft.com/office/drawing/2014/main" id="{836D4AAE-71C6-7343-10BB-6C06CF274AD2}"/>
                  </a:ext>
                </a:extLst>
              </p:cNvPr>
              <p:cNvSpPr/>
              <p:nvPr/>
            </p:nvSpPr>
            <p:spPr>
              <a:xfrm>
                <a:off x="3582550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5" name="ph6000">
                <a:extLst>
                  <a:ext uri="{FF2B5EF4-FFF2-40B4-BE49-F238E27FC236}">
                    <a16:creationId xmlns:a16="http://schemas.microsoft.com/office/drawing/2014/main" id="{CB02228A-F433-AB28-C1C7-CAA1FA64124A}"/>
                  </a:ext>
                </a:extLst>
              </p:cNvPr>
              <p:cNvSpPr/>
              <p:nvPr/>
            </p:nvSpPr>
            <p:spPr>
              <a:xfrm>
                <a:off x="359199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6" name="ph6001">
                <a:extLst>
                  <a:ext uri="{FF2B5EF4-FFF2-40B4-BE49-F238E27FC236}">
                    <a16:creationId xmlns:a16="http://schemas.microsoft.com/office/drawing/2014/main" id="{4AE06516-758D-9A12-3AEE-C802F908BB7A}"/>
                  </a:ext>
                </a:extLst>
              </p:cNvPr>
              <p:cNvSpPr/>
              <p:nvPr/>
            </p:nvSpPr>
            <p:spPr>
              <a:xfrm>
                <a:off x="360143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7" name="ph6002">
                <a:extLst>
                  <a:ext uri="{FF2B5EF4-FFF2-40B4-BE49-F238E27FC236}">
                    <a16:creationId xmlns:a16="http://schemas.microsoft.com/office/drawing/2014/main" id="{83634DD7-4942-0F6C-DC84-AE32BF2388EB}"/>
                  </a:ext>
                </a:extLst>
              </p:cNvPr>
              <p:cNvSpPr/>
              <p:nvPr/>
            </p:nvSpPr>
            <p:spPr>
              <a:xfrm>
                <a:off x="361087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8" name="ph6003">
                <a:extLst>
                  <a:ext uri="{FF2B5EF4-FFF2-40B4-BE49-F238E27FC236}">
                    <a16:creationId xmlns:a16="http://schemas.microsoft.com/office/drawing/2014/main" id="{F705D7D5-B26F-B809-E1FB-5C2AB927856D}"/>
                  </a:ext>
                </a:extLst>
              </p:cNvPr>
              <p:cNvSpPr/>
              <p:nvPr/>
            </p:nvSpPr>
            <p:spPr>
              <a:xfrm>
                <a:off x="3620311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9" name="ph6004">
                <a:extLst>
                  <a:ext uri="{FF2B5EF4-FFF2-40B4-BE49-F238E27FC236}">
                    <a16:creationId xmlns:a16="http://schemas.microsoft.com/office/drawing/2014/main" id="{AD438E59-21FF-DE62-391B-B001CA1804E3}"/>
                  </a:ext>
                </a:extLst>
              </p:cNvPr>
              <p:cNvSpPr/>
              <p:nvPr/>
            </p:nvSpPr>
            <p:spPr>
              <a:xfrm>
                <a:off x="362975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0" name="ph6005">
                <a:extLst>
                  <a:ext uri="{FF2B5EF4-FFF2-40B4-BE49-F238E27FC236}">
                    <a16:creationId xmlns:a16="http://schemas.microsoft.com/office/drawing/2014/main" id="{F1BC6036-4A4D-896C-4A59-3C100392DB66}"/>
                  </a:ext>
                </a:extLst>
              </p:cNvPr>
              <p:cNvSpPr/>
              <p:nvPr/>
            </p:nvSpPr>
            <p:spPr>
              <a:xfrm>
                <a:off x="363919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1" name="ph6006">
                <a:extLst>
                  <a:ext uri="{FF2B5EF4-FFF2-40B4-BE49-F238E27FC236}">
                    <a16:creationId xmlns:a16="http://schemas.microsoft.com/office/drawing/2014/main" id="{56848F15-7193-9F67-0CC2-97AE843C4A9E}"/>
                  </a:ext>
                </a:extLst>
              </p:cNvPr>
              <p:cNvSpPr/>
              <p:nvPr/>
            </p:nvSpPr>
            <p:spPr>
              <a:xfrm>
                <a:off x="364863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2" name="ph6007">
                <a:extLst>
                  <a:ext uri="{FF2B5EF4-FFF2-40B4-BE49-F238E27FC236}">
                    <a16:creationId xmlns:a16="http://schemas.microsoft.com/office/drawing/2014/main" id="{EB0FB3B3-5D96-B33C-4274-81BE4033E79E}"/>
                  </a:ext>
                </a:extLst>
              </p:cNvPr>
              <p:cNvSpPr/>
              <p:nvPr/>
            </p:nvSpPr>
            <p:spPr>
              <a:xfrm>
                <a:off x="3658072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3" name="ph6008">
                <a:extLst>
                  <a:ext uri="{FF2B5EF4-FFF2-40B4-BE49-F238E27FC236}">
                    <a16:creationId xmlns:a16="http://schemas.microsoft.com/office/drawing/2014/main" id="{CE091983-BB39-D08A-F9A7-B00E5F58C8D0}"/>
                  </a:ext>
                </a:extLst>
              </p:cNvPr>
              <p:cNvSpPr/>
              <p:nvPr/>
            </p:nvSpPr>
            <p:spPr>
              <a:xfrm>
                <a:off x="366751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4" name="ph6009">
                <a:extLst>
                  <a:ext uri="{FF2B5EF4-FFF2-40B4-BE49-F238E27FC236}">
                    <a16:creationId xmlns:a16="http://schemas.microsoft.com/office/drawing/2014/main" id="{BEE0224F-0496-9E4D-3912-70E0F9C783C4}"/>
                  </a:ext>
                </a:extLst>
              </p:cNvPr>
              <p:cNvSpPr/>
              <p:nvPr/>
            </p:nvSpPr>
            <p:spPr>
              <a:xfrm>
                <a:off x="367695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5" name="ph6010">
                <a:extLst>
                  <a:ext uri="{FF2B5EF4-FFF2-40B4-BE49-F238E27FC236}">
                    <a16:creationId xmlns:a16="http://schemas.microsoft.com/office/drawing/2014/main" id="{BE750205-9AAE-5E36-F446-B70CAACDAA8D}"/>
                  </a:ext>
                </a:extLst>
              </p:cNvPr>
              <p:cNvSpPr/>
              <p:nvPr/>
            </p:nvSpPr>
            <p:spPr>
              <a:xfrm>
                <a:off x="368639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6" name="ph6011">
                <a:extLst>
                  <a:ext uri="{FF2B5EF4-FFF2-40B4-BE49-F238E27FC236}">
                    <a16:creationId xmlns:a16="http://schemas.microsoft.com/office/drawing/2014/main" id="{2E6CB800-BD09-716F-DAA6-AE653D5EB620}"/>
                  </a:ext>
                </a:extLst>
              </p:cNvPr>
              <p:cNvSpPr/>
              <p:nvPr/>
            </p:nvSpPr>
            <p:spPr>
              <a:xfrm>
                <a:off x="3695833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7" name="ph6012">
                <a:extLst>
                  <a:ext uri="{FF2B5EF4-FFF2-40B4-BE49-F238E27FC236}">
                    <a16:creationId xmlns:a16="http://schemas.microsoft.com/office/drawing/2014/main" id="{CE4C3B1B-44C2-81FA-892F-EA8EF6B34C2D}"/>
                  </a:ext>
                </a:extLst>
              </p:cNvPr>
              <p:cNvSpPr/>
              <p:nvPr/>
            </p:nvSpPr>
            <p:spPr>
              <a:xfrm>
                <a:off x="370527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8" name="ph6013">
                <a:extLst>
                  <a:ext uri="{FF2B5EF4-FFF2-40B4-BE49-F238E27FC236}">
                    <a16:creationId xmlns:a16="http://schemas.microsoft.com/office/drawing/2014/main" id="{EA1AE308-4CF2-9D74-99E9-8EAAE7B3420B}"/>
                  </a:ext>
                </a:extLst>
              </p:cNvPr>
              <p:cNvSpPr/>
              <p:nvPr/>
            </p:nvSpPr>
            <p:spPr>
              <a:xfrm>
                <a:off x="371471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9" name="ph6014">
                <a:extLst>
                  <a:ext uri="{FF2B5EF4-FFF2-40B4-BE49-F238E27FC236}">
                    <a16:creationId xmlns:a16="http://schemas.microsoft.com/office/drawing/2014/main" id="{A96EFD34-FC73-9338-260E-6F36901DA491}"/>
                  </a:ext>
                </a:extLst>
              </p:cNvPr>
              <p:cNvSpPr/>
              <p:nvPr/>
            </p:nvSpPr>
            <p:spPr>
              <a:xfrm>
                <a:off x="3724154" y="141229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0" name="ph6015">
                <a:extLst>
                  <a:ext uri="{FF2B5EF4-FFF2-40B4-BE49-F238E27FC236}">
                    <a16:creationId xmlns:a16="http://schemas.microsoft.com/office/drawing/2014/main" id="{94700D7E-2698-F1A7-0C82-3C58E295C4D3}"/>
                  </a:ext>
                </a:extLst>
              </p:cNvPr>
              <p:cNvSpPr/>
              <p:nvPr/>
            </p:nvSpPr>
            <p:spPr>
              <a:xfrm>
                <a:off x="3733594" y="142986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7867"/>
                    </a:lnTo>
                    <a:lnTo>
                      <a:pt x="920404" y="913025"/>
                    </a:lnTo>
                    <a:lnTo>
                      <a:pt x="919383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1" name="ph6016">
                <a:extLst>
                  <a:ext uri="{FF2B5EF4-FFF2-40B4-BE49-F238E27FC236}">
                    <a16:creationId xmlns:a16="http://schemas.microsoft.com/office/drawing/2014/main" id="{57D6754D-0C23-1C8C-BC20-07C3696CA011}"/>
                  </a:ext>
                </a:extLst>
              </p:cNvPr>
              <p:cNvSpPr/>
              <p:nvPr/>
            </p:nvSpPr>
            <p:spPr>
              <a:xfrm>
                <a:off x="3743035" y="1412291"/>
                <a:ext cx="921017" cy="925437"/>
              </a:xfrm>
              <a:custGeom>
                <a:avLst/>
                <a:gdLst/>
                <a:ahLst/>
                <a:cxnLst/>
                <a:rect l="0" t="0" r="0" b="0"/>
                <a:pathLst>
                  <a:path w="921017" h="925437">
                    <a:moveTo>
                      <a:pt x="914400" y="914399"/>
                    </a:moveTo>
                    <a:lnTo>
                      <a:pt x="921017" y="914399"/>
                    </a:lnTo>
                    <a:lnTo>
                      <a:pt x="919987" y="916308"/>
                    </a:lnTo>
                    <a:lnTo>
                      <a:pt x="915576" y="923671"/>
                    </a:lnTo>
                    <a:lnTo>
                      <a:pt x="914400" y="92543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2" name="ph6017">
                <a:extLst>
                  <a:ext uri="{FF2B5EF4-FFF2-40B4-BE49-F238E27FC236}">
                    <a16:creationId xmlns:a16="http://schemas.microsoft.com/office/drawing/2014/main" id="{55B4F1C4-BBD7-BB01-CCFC-E598E3F88AB3}"/>
                  </a:ext>
                </a:extLst>
              </p:cNvPr>
              <p:cNvSpPr/>
              <p:nvPr/>
            </p:nvSpPr>
            <p:spPr>
              <a:xfrm>
                <a:off x="2090993" y="1394721"/>
                <a:ext cx="914400" cy="91782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829">
                    <a:moveTo>
                      <a:pt x="914400" y="914400"/>
                    </a:moveTo>
                    <a:lnTo>
                      <a:pt x="914400" y="917829"/>
                    </a:lnTo>
                    <a:lnTo>
                      <a:pt x="914270" y="917600"/>
                    </a:lnTo>
                    <a:lnTo>
                      <a:pt x="913132" y="915582"/>
                    </a:lnTo>
                    <a:lnTo>
                      <a:pt x="912465" y="914400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3" name="ph6018">
                <a:extLst>
                  <a:ext uri="{FF2B5EF4-FFF2-40B4-BE49-F238E27FC236}">
                    <a16:creationId xmlns:a16="http://schemas.microsoft.com/office/drawing/2014/main" id="{40FF91BF-CBD3-0586-A77E-F3BD0F13AA8A}"/>
                  </a:ext>
                </a:extLst>
              </p:cNvPr>
              <p:cNvSpPr/>
              <p:nvPr/>
            </p:nvSpPr>
            <p:spPr>
              <a:xfrm>
                <a:off x="209099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2364" y="931969"/>
                    </a:lnTo>
                    <a:lnTo>
                      <a:pt x="922229" y="931730"/>
                    </a:lnTo>
                    <a:lnTo>
                      <a:pt x="921093" y="929711"/>
                    </a:lnTo>
                    <a:lnTo>
                      <a:pt x="919957" y="927692"/>
                    </a:lnTo>
                    <a:lnTo>
                      <a:pt x="918820" y="925673"/>
                    </a:lnTo>
                    <a:lnTo>
                      <a:pt x="917683" y="923655"/>
                    </a:lnTo>
                    <a:lnTo>
                      <a:pt x="916546" y="921636"/>
                    </a:lnTo>
                    <a:lnTo>
                      <a:pt x="915408" y="919618"/>
                    </a:lnTo>
                    <a:lnTo>
                      <a:pt x="914400" y="91782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4" name="ph6019">
                <a:extLst>
                  <a:ext uri="{FF2B5EF4-FFF2-40B4-BE49-F238E27FC236}">
                    <a16:creationId xmlns:a16="http://schemas.microsoft.com/office/drawing/2014/main" id="{8D63E149-CB98-9079-6A28-1E30F517C9CD}"/>
                  </a:ext>
                </a:extLst>
              </p:cNvPr>
              <p:cNvSpPr/>
              <p:nvPr/>
            </p:nvSpPr>
            <p:spPr>
              <a:xfrm>
                <a:off x="210043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D">
                  <a:alpha val="100000"/>
                </a:srgbClr>
              </a:solidFill>
              <a:ln w="5420" cap="flat">
                <a:solidFill>
                  <a:srgbClr val="FFF5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5" name="ph6020">
                <a:extLst>
                  <a:ext uri="{FF2B5EF4-FFF2-40B4-BE49-F238E27FC236}">
                    <a16:creationId xmlns:a16="http://schemas.microsoft.com/office/drawing/2014/main" id="{77D4080F-38C5-A6CD-C2BB-95025F8C4EC7}"/>
                  </a:ext>
                </a:extLst>
              </p:cNvPr>
              <p:cNvSpPr/>
              <p:nvPr/>
            </p:nvSpPr>
            <p:spPr>
              <a:xfrm>
                <a:off x="210987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6" name="ph6021">
                <a:extLst>
                  <a:ext uri="{FF2B5EF4-FFF2-40B4-BE49-F238E27FC236}">
                    <a16:creationId xmlns:a16="http://schemas.microsoft.com/office/drawing/2014/main" id="{FD3402A3-C0DD-C6F3-7F3E-637DDB0A580A}"/>
                  </a:ext>
                </a:extLst>
              </p:cNvPr>
              <p:cNvSpPr/>
              <p:nvPr/>
            </p:nvSpPr>
            <p:spPr>
              <a:xfrm>
                <a:off x="211931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7" name="ph6022">
                <a:extLst>
                  <a:ext uri="{FF2B5EF4-FFF2-40B4-BE49-F238E27FC236}">
                    <a16:creationId xmlns:a16="http://schemas.microsoft.com/office/drawing/2014/main" id="{7E87AABC-9198-4479-A14E-860A894058A3}"/>
                  </a:ext>
                </a:extLst>
              </p:cNvPr>
              <p:cNvSpPr/>
              <p:nvPr/>
            </p:nvSpPr>
            <p:spPr>
              <a:xfrm>
                <a:off x="212875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8" name="ph6023">
                <a:extLst>
                  <a:ext uri="{FF2B5EF4-FFF2-40B4-BE49-F238E27FC236}">
                    <a16:creationId xmlns:a16="http://schemas.microsoft.com/office/drawing/2014/main" id="{DB36ABDE-1AE2-0B3A-9DA0-F11E5D0DD7F7}"/>
                  </a:ext>
                </a:extLst>
              </p:cNvPr>
              <p:cNvSpPr/>
              <p:nvPr/>
            </p:nvSpPr>
            <p:spPr>
              <a:xfrm>
                <a:off x="213819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9" name="ph6024">
                <a:extLst>
                  <a:ext uri="{FF2B5EF4-FFF2-40B4-BE49-F238E27FC236}">
                    <a16:creationId xmlns:a16="http://schemas.microsoft.com/office/drawing/2014/main" id="{EFE0D136-1058-8F74-EF94-332823E065BB}"/>
                  </a:ext>
                </a:extLst>
              </p:cNvPr>
              <p:cNvSpPr/>
              <p:nvPr/>
            </p:nvSpPr>
            <p:spPr>
              <a:xfrm>
                <a:off x="214763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0" name="ph6025">
                <a:extLst>
                  <a:ext uri="{FF2B5EF4-FFF2-40B4-BE49-F238E27FC236}">
                    <a16:creationId xmlns:a16="http://schemas.microsoft.com/office/drawing/2014/main" id="{93047256-20EC-CD3C-0315-C231435616FD}"/>
                  </a:ext>
                </a:extLst>
              </p:cNvPr>
              <p:cNvSpPr/>
              <p:nvPr/>
            </p:nvSpPr>
            <p:spPr>
              <a:xfrm>
                <a:off x="215707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1" name="ph6026">
                <a:extLst>
                  <a:ext uri="{FF2B5EF4-FFF2-40B4-BE49-F238E27FC236}">
                    <a16:creationId xmlns:a16="http://schemas.microsoft.com/office/drawing/2014/main" id="{65320B12-E486-5E72-196B-E4BBBFBD80E7}"/>
                  </a:ext>
                </a:extLst>
              </p:cNvPr>
              <p:cNvSpPr/>
              <p:nvPr/>
            </p:nvSpPr>
            <p:spPr>
              <a:xfrm>
                <a:off x="216651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2" name="ph6027">
                <a:extLst>
                  <a:ext uri="{FF2B5EF4-FFF2-40B4-BE49-F238E27FC236}">
                    <a16:creationId xmlns:a16="http://schemas.microsoft.com/office/drawing/2014/main" id="{E97B0A33-76A7-407C-8EE3-FBC33AEA4252}"/>
                  </a:ext>
                </a:extLst>
              </p:cNvPr>
              <p:cNvSpPr/>
              <p:nvPr/>
            </p:nvSpPr>
            <p:spPr>
              <a:xfrm>
                <a:off x="217595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3" name="ph6028">
                <a:extLst>
                  <a:ext uri="{FF2B5EF4-FFF2-40B4-BE49-F238E27FC236}">
                    <a16:creationId xmlns:a16="http://schemas.microsoft.com/office/drawing/2014/main" id="{FF1D6A40-7B0A-D194-F33C-537302012842}"/>
                  </a:ext>
                </a:extLst>
              </p:cNvPr>
              <p:cNvSpPr/>
              <p:nvPr/>
            </p:nvSpPr>
            <p:spPr>
              <a:xfrm>
                <a:off x="218539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4" name="ph6029">
                <a:extLst>
                  <a:ext uri="{FF2B5EF4-FFF2-40B4-BE49-F238E27FC236}">
                    <a16:creationId xmlns:a16="http://schemas.microsoft.com/office/drawing/2014/main" id="{1F4AB2EA-4CD4-6BDB-1284-DCA40462318F}"/>
                  </a:ext>
                </a:extLst>
              </p:cNvPr>
              <p:cNvSpPr/>
              <p:nvPr/>
            </p:nvSpPr>
            <p:spPr>
              <a:xfrm>
                <a:off x="219483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5" name="ph6030">
                <a:extLst>
                  <a:ext uri="{FF2B5EF4-FFF2-40B4-BE49-F238E27FC236}">
                    <a16:creationId xmlns:a16="http://schemas.microsoft.com/office/drawing/2014/main" id="{D30D1362-8F82-0CFE-BE4A-8BCAB0ED3DCA}"/>
                  </a:ext>
                </a:extLst>
              </p:cNvPr>
              <p:cNvSpPr/>
              <p:nvPr/>
            </p:nvSpPr>
            <p:spPr>
              <a:xfrm>
                <a:off x="220427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6" name="ph6031">
                <a:extLst>
                  <a:ext uri="{FF2B5EF4-FFF2-40B4-BE49-F238E27FC236}">
                    <a16:creationId xmlns:a16="http://schemas.microsoft.com/office/drawing/2014/main" id="{B0E35C04-D046-8590-C8F6-B14849463A4D}"/>
                  </a:ext>
                </a:extLst>
              </p:cNvPr>
              <p:cNvSpPr/>
              <p:nvPr/>
            </p:nvSpPr>
            <p:spPr>
              <a:xfrm>
                <a:off x="221371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7" name="ph6032">
                <a:extLst>
                  <a:ext uri="{FF2B5EF4-FFF2-40B4-BE49-F238E27FC236}">
                    <a16:creationId xmlns:a16="http://schemas.microsoft.com/office/drawing/2014/main" id="{BEF0876B-9B3A-8B46-7A96-6948A7CDED65}"/>
                  </a:ext>
                </a:extLst>
              </p:cNvPr>
              <p:cNvSpPr/>
              <p:nvPr/>
            </p:nvSpPr>
            <p:spPr>
              <a:xfrm>
                <a:off x="222315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8" name="ph6033">
                <a:extLst>
                  <a:ext uri="{FF2B5EF4-FFF2-40B4-BE49-F238E27FC236}">
                    <a16:creationId xmlns:a16="http://schemas.microsoft.com/office/drawing/2014/main" id="{C96D3204-AA6B-CCDA-5056-9C3E7034A47E}"/>
                  </a:ext>
                </a:extLst>
              </p:cNvPr>
              <p:cNvSpPr/>
              <p:nvPr/>
            </p:nvSpPr>
            <p:spPr>
              <a:xfrm>
                <a:off x="223259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3">
                  <a:alpha val="100000"/>
                </a:srgbClr>
              </a:solidFill>
              <a:ln w="5420" cap="flat">
                <a:solidFill>
                  <a:srgbClr val="FF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9" name="ph6034">
                <a:extLst>
                  <a:ext uri="{FF2B5EF4-FFF2-40B4-BE49-F238E27FC236}">
                    <a16:creationId xmlns:a16="http://schemas.microsoft.com/office/drawing/2014/main" id="{D651AF55-165C-1ADB-F0A0-3F5F7534F6DC}"/>
                  </a:ext>
                </a:extLst>
              </p:cNvPr>
              <p:cNvSpPr/>
              <p:nvPr/>
            </p:nvSpPr>
            <p:spPr>
              <a:xfrm>
                <a:off x="224203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0" name="ph6035">
                <a:extLst>
                  <a:ext uri="{FF2B5EF4-FFF2-40B4-BE49-F238E27FC236}">
                    <a16:creationId xmlns:a16="http://schemas.microsoft.com/office/drawing/2014/main" id="{486A6326-91A0-2173-B622-4DA9682E1D89}"/>
                  </a:ext>
                </a:extLst>
              </p:cNvPr>
              <p:cNvSpPr/>
              <p:nvPr/>
            </p:nvSpPr>
            <p:spPr>
              <a:xfrm>
                <a:off x="225147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1" name="ph6036">
                <a:extLst>
                  <a:ext uri="{FF2B5EF4-FFF2-40B4-BE49-F238E27FC236}">
                    <a16:creationId xmlns:a16="http://schemas.microsoft.com/office/drawing/2014/main" id="{4A898D9C-B52C-C103-17ED-82BBE335AC08}"/>
                  </a:ext>
                </a:extLst>
              </p:cNvPr>
              <p:cNvSpPr/>
              <p:nvPr/>
            </p:nvSpPr>
            <p:spPr>
              <a:xfrm>
                <a:off x="226091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E593">
                  <a:alpha val="100000"/>
                </a:srgbClr>
              </a:solidFill>
              <a:ln w="5420" cap="flat">
                <a:solidFill>
                  <a:srgbClr val="FEE5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2" name="ph6037">
                <a:extLst>
                  <a:ext uri="{FF2B5EF4-FFF2-40B4-BE49-F238E27FC236}">
                    <a16:creationId xmlns:a16="http://schemas.microsoft.com/office/drawing/2014/main" id="{89EDCCA4-2924-0C03-E7D2-21A7E0FBB77C}"/>
                  </a:ext>
                </a:extLst>
              </p:cNvPr>
              <p:cNvSpPr/>
              <p:nvPr/>
            </p:nvSpPr>
            <p:spPr>
              <a:xfrm>
                <a:off x="227035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3" name="ph6038">
                <a:extLst>
                  <a:ext uri="{FF2B5EF4-FFF2-40B4-BE49-F238E27FC236}">
                    <a16:creationId xmlns:a16="http://schemas.microsoft.com/office/drawing/2014/main" id="{E8406EAC-63C1-0B62-D27D-F0114C026D5D}"/>
                  </a:ext>
                </a:extLst>
              </p:cNvPr>
              <p:cNvSpPr/>
              <p:nvPr/>
            </p:nvSpPr>
            <p:spPr>
              <a:xfrm>
                <a:off x="227979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4" name="ph6039">
                <a:extLst>
                  <a:ext uri="{FF2B5EF4-FFF2-40B4-BE49-F238E27FC236}">
                    <a16:creationId xmlns:a16="http://schemas.microsoft.com/office/drawing/2014/main" id="{8B87E722-E9F1-096E-AFA0-3F3FEACD5D0C}"/>
                  </a:ext>
                </a:extLst>
              </p:cNvPr>
              <p:cNvSpPr/>
              <p:nvPr/>
            </p:nvSpPr>
            <p:spPr>
              <a:xfrm>
                <a:off x="228923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6">
                  <a:alpha val="100000"/>
                </a:srgbClr>
              </a:solidFill>
              <a:ln w="5420" cap="flat">
                <a:solidFill>
                  <a:srgbClr val="FFE6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5" name="ph6040">
                <a:extLst>
                  <a:ext uri="{FF2B5EF4-FFF2-40B4-BE49-F238E27FC236}">
                    <a16:creationId xmlns:a16="http://schemas.microsoft.com/office/drawing/2014/main" id="{352FCC72-2AA1-4080-3BFE-A04036197B35}"/>
                  </a:ext>
                </a:extLst>
              </p:cNvPr>
              <p:cNvSpPr/>
              <p:nvPr/>
            </p:nvSpPr>
            <p:spPr>
              <a:xfrm>
                <a:off x="229867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8">
                  <a:alpha val="100000"/>
                </a:srgbClr>
              </a:solidFill>
              <a:ln w="5420" cap="flat">
                <a:solidFill>
                  <a:srgbClr val="FFE7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6" name="ph6041">
                <a:extLst>
                  <a:ext uri="{FF2B5EF4-FFF2-40B4-BE49-F238E27FC236}">
                    <a16:creationId xmlns:a16="http://schemas.microsoft.com/office/drawing/2014/main" id="{24E831A7-7411-DB00-F71E-F31E1E492264}"/>
                  </a:ext>
                </a:extLst>
              </p:cNvPr>
              <p:cNvSpPr/>
              <p:nvPr/>
            </p:nvSpPr>
            <p:spPr>
              <a:xfrm>
                <a:off x="230811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7" name="ph6042">
                <a:extLst>
                  <a:ext uri="{FF2B5EF4-FFF2-40B4-BE49-F238E27FC236}">
                    <a16:creationId xmlns:a16="http://schemas.microsoft.com/office/drawing/2014/main" id="{129018C3-FE5A-BEDB-7333-DFCD455A46BA}"/>
                  </a:ext>
                </a:extLst>
              </p:cNvPr>
              <p:cNvSpPr/>
              <p:nvPr/>
            </p:nvSpPr>
            <p:spPr>
              <a:xfrm>
                <a:off x="231755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8" name="ph6043">
                <a:extLst>
                  <a:ext uri="{FF2B5EF4-FFF2-40B4-BE49-F238E27FC236}">
                    <a16:creationId xmlns:a16="http://schemas.microsoft.com/office/drawing/2014/main" id="{EEA57BCC-339B-E47E-6266-31A4B04CE2B2}"/>
                  </a:ext>
                </a:extLst>
              </p:cNvPr>
              <p:cNvSpPr/>
              <p:nvPr/>
            </p:nvSpPr>
            <p:spPr>
              <a:xfrm>
                <a:off x="232699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9" name="ph6044">
                <a:extLst>
                  <a:ext uri="{FF2B5EF4-FFF2-40B4-BE49-F238E27FC236}">
                    <a16:creationId xmlns:a16="http://schemas.microsoft.com/office/drawing/2014/main" id="{459D6F28-224D-744C-CE8E-10B463FFC8B0}"/>
                  </a:ext>
                </a:extLst>
              </p:cNvPr>
              <p:cNvSpPr/>
              <p:nvPr/>
            </p:nvSpPr>
            <p:spPr>
              <a:xfrm>
                <a:off x="233643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0" name="ph6045">
                <a:extLst>
                  <a:ext uri="{FF2B5EF4-FFF2-40B4-BE49-F238E27FC236}">
                    <a16:creationId xmlns:a16="http://schemas.microsoft.com/office/drawing/2014/main" id="{E694AEDC-E6AB-8524-76D5-FB2453602CAF}"/>
                  </a:ext>
                </a:extLst>
              </p:cNvPr>
              <p:cNvSpPr/>
              <p:nvPr/>
            </p:nvSpPr>
            <p:spPr>
              <a:xfrm>
                <a:off x="234587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1" name="ph6046">
                <a:extLst>
                  <a:ext uri="{FF2B5EF4-FFF2-40B4-BE49-F238E27FC236}">
                    <a16:creationId xmlns:a16="http://schemas.microsoft.com/office/drawing/2014/main" id="{EAA44EF7-F41E-C257-CD86-D1908BE0F3AA}"/>
                  </a:ext>
                </a:extLst>
              </p:cNvPr>
              <p:cNvSpPr/>
              <p:nvPr/>
            </p:nvSpPr>
            <p:spPr>
              <a:xfrm>
                <a:off x="235531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2" name="ph6047">
                <a:extLst>
                  <a:ext uri="{FF2B5EF4-FFF2-40B4-BE49-F238E27FC236}">
                    <a16:creationId xmlns:a16="http://schemas.microsoft.com/office/drawing/2014/main" id="{08C0FB84-F203-C401-96E2-55C694B28A69}"/>
                  </a:ext>
                </a:extLst>
              </p:cNvPr>
              <p:cNvSpPr/>
              <p:nvPr/>
            </p:nvSpPr>
            <p:spPr>
              <a:xfrm>
                <a:off x="236476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3" name="ph6048">
                <a:extLst>
                  <a:ext uri="{FF2B5EF4-FFF2-40B4-BE49-F238E27FC236}">
                    <a16:creationId xmlns:a16="http://schemas.microsoft.com/office/drawing/2014/main" id="{87AB1ABB-79C5-4ED1-AD34-EFE41B75318C}"/>
                  </a:ext>
                </a:extLst>
              </p:cNvPr>
              <p:cNvSpPr/>
              <p:nvPr/>
            </p:nvSpPr>
            <p:spPr>
              <a:xfrm>
                <a:off x="237420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4" name="ph6049">
                <a:extLst>
                  <a:ext uri="{FF2B5EF4-FFF2-40B4-BE49-F238E27FC236}">
                    <a16:creationId xmlns:a16="http://schemas.microsoft.com/office/drawing/2014/main" id="{13D5ABFE-FDC2-2E22-0EA7-1F4698329303}"/>
                  </a:ext>
                </a:extLst>
              </p:cNvPr>
              <p:cNvSpPr/>
              <p:nvPr/>
            </p:nvSpPr>
            <p:spPr>
              <a:xfrm>
                <a:off x="238364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5" name="ph6050">
                <a:extLst>
                  <a:ext uri="{FF2B5EF4-FFF2-40B4-BE49-F238E27FC236}">
                    <a16:creationId xmlns:a16="http://schemas.microsoft.com/office/drawing/2014/main" id="{6A8F5158-315E-D8CB-738C-5A87CDDD2A94}"/>
                  </a:ext>
                </a:extLst>
              </p:cNvPr>
              <p:cNvSpPr/>
              <p:nvPr/>
            </p:nvSpPr>
            <p:spPr>
              <a:xfrm>
                <a:off x="239308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6" name="ph6051">
                <a:extLst>
                  <a:ext uri="{FF2B5EF4-FFF2-40B4-BE49-F238E27FC236}">
                    <a16:creationId xmlns:a16="http://schemas.microsoft.com/office/drawing/2014/main" id="{F3E53C27-5BD1-6BBB-2799-2B09A10F3BA5}"/>
                  </a:ext>
                </a:extLst>
              </p:cNvPr>
              <p:cNvSpPr/>
              <p:nvPr/>
            </p:nvSpPr>
            <p:spPr>
              <a:xfrm>
                <a:off x="24025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7" name="ph6052">
                <a:extLst>
                  <a:ext uri="{FF2B5EF4-FFF2-40B4-BE49-F238E27FC236}">
                    <a16:creationId xmlns:a16="http://schemas.microsoft.com/office/drawing/2014/main" id="{1742DDC8-25A2-3C87-6345-257F55F0AED6}"/>
                  </a:ext>
                </a:extLst>
              </p:cNvPr>
              <p:cNvSpPr/>
              <p:nvPr/>
            </p:nvSpPr>
            <p:spPr>
              <a:xfrm>
                <a:off x="2411961" y="1412291"/>
                <a:ext cx="92030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306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306" y="896830"/>
                    </a:lnTo>
                    <a:lnTo>
                      <a:pt x="919427" y="906332"/>
                    </a:lnTo>
                    <a:lnTo>
                      <a:pt x="918446" y="91439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8" name="ph6053">
                <a:extLst>
                  <a:ext uri="{FF2B5EF4-FFF2-40B4-BE49-F238E27FC236}">
                    <a16:creationId xmlns:a16="http://schemas.microsoft.com/office/drawing/2014/main" id="{2FC94150-4F34-7B8A-DA84-F2832B8D6D33}"/>
                  </a:ext>
                </a:extLst>
              </p:cNvPr>
              <p:cNvSpPr/>
              <p:nvPr/>
            </p:nvSpPr>
            <p:spPr>
              <a:xfrm>
                <a:off x="3119979" y="1412291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9396" y="914399"/>
                    </a:lnTo>
                    <a:lnTo>
                      <a:pt x="911028" y="908185"/>
                    </a:lnTo>
                    <a:lnTo>
                      <a:pt x="913880" y="898621"/>
                    </a:lnTo>
                    <a:lnTo>
                      <a:pt x="914400" y="89707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9" name="ph6054">
                <a:extLst>
                  <a:ext uri="{FF2B5EF4-FFF2-40B4-BE49-F238E27FC236}">
                    <a16:creationId xmlns:a16="http://schemas.microsoft.com/office/drawing/2014/main" id="{FBC8AD56-BB3D-2678-CE59-CAF67FE39F09}"/>
                  </a:ext>
                </a:extLst>
              </p:cNvPr>
              <p:cNvSpPr/>
              <p:nvPr/>
            </p:nvSpPr>
            <p:spPr>
              <a:xfrm>
                <a:off x="3129419" y="139472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4643"/>
                    </a:lnTo>
                    <a:lnTo>
                      <a:pt x="905041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0" name="ph6055">
                <a:extLst>
                  <a:ext uri="{FF2B5EF4-FFF2-40B4-BE49-F238E27FC236}">
                    <a16:creationId xmlns:a16="http://schemas.microsoft.com/office/drawing/2014/main" id="{D2A23BC0-4C61-65E4-966F-C1663C94DBD8}"/>
                  </a:ext>
                </a:extLst>
              </p:cNvPr>
              <p:cNvSpPr/>
              <p:nvPr/>
            </p:nvSpPr>
            <p:spPr>
              <a:xfrm>
                <a:off x="312941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1" name="ph6056">
                <a:extLst>
                  <a:ext uri="{FF2B5EF4-FFF2-40B4-BE49-F238E27FC236}">
                    <a16:creationId xmlns:a16="http://schemas.microsoft.com/office/drawing/2014/main" id="{14936C37-13A3-FC67-6C78-A35E42AE6DA5}"/>
                  </a:ext>
                </a:extLst>
              </p:cNvPr>
              <p:cNvSpPr/>
              <p:nvPr/>
            </p:nvSpPr>
            <p:spPr>
              <a:xfrm>
                <a:off x="313885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2" name="ph6057">
                <a:extLst>
                  <a:ext uri="{FF2B5EF4-FFF2-40B4-BE49-F238E27FC236}">
                    <a16:creationId xmlns:a16="http://schemas.microsoft.com/office/drawing/2014/main" id="{3F0648D7-F686-E591-9582-AC70DF279999}"/>
                  </a:ext>
                </a:extLst>
              </p:cNvPr>
              <p:cNvSpPr/>
              <p:nvPr/>
            </p:nvSpPr>
            <p:spPr>
              <a:xfrm>
                <a:off x="314829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3" name="ph6058">
                <a:extLst>
                  <a:ext uri="{FF2B5EF4-FFF2-40B4-BE49-F238E27FC236}">
                    <a16:creationId xmlns:a16="http://schemas.microsoft.com/office/drawing/2014/main" id="{0CB7E1C3-83D2-C9EA-AE89-E597357B2E5B}"/>
                  </a:ext>
                </a:extLst>
              </p:cNvPr>
              <p:cNvSpPr/>
              <p:nvPr/>
            </p:nvSpPr>
            <p:spPr>
              <a:xfrm>
                <a:off x="315774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4" name="ph6059">
                <a:extLst>
                  <a:ext uri="{FF2B5EF4-FFF2-40B4-BE49-F238E27FC236}">
                    <a16:creationId xmlns:a16="http://schemas.microsoft.com/office/drawing/2014/main" id="{0CFE164B-AC5F-1D18-2791-1D39700A9158}"/>
                  </a:ext>
                </a:extLst>
              </p:cNvPr>
              <p:cNvSpPr/>
              <p:nvPr/>
            </p:nvSpPr>
            <p:spPr>
              <a:xfrm>
                <a:off x="316718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5" name="ph6060">
                <a:extLst>
                  <a:ext uri="{FF2B5EF4-FFF2-40B4-BE49-F238E27FC236}">
                    <a16:creationId xmlns:a16="http://schemas.microsoft.com/office/drawing/2014/main" id="{C7445794-3601-DE42-3BB2-17FA061EADB1}"/>
                  </a:ext>
                </a:extLst>
              </p:cNvPr>
              <p:cNvSpPr/>
              <p:nvPr/>
            </p:nvSpPr>
            <p:spPr>
              <a:xfrm>
                <a:off x="317662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6" name="ph6061">
                <a:extLst>
                  <a:ext uri="{FF2B5EF4-FFF2-40B4-BE49-F238E27FC236}">
                    <a16:creationId xmlns:a16="http://schemas.microsoft.com/office/drawing/2014/main" id="{685DFB11-B23B-49A1-0E72-4917FA984DB2}"/>
                  </a:ext>
                </a:extLst>
              </p:cNvPr>
              <p:cNvSpPr/>
              <p:nvPr/>
            </p:nvSpPr>
            <p:spPr>
              <a:xfrm>
                <a:off x="318606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7" name="ph6062">
                <a:extLst>
                  <a:ext uri="{FF2B5EF4-FFF2-40B4-BE49-F238E27FC236}">
                    <a16:creationId xmlns:a16="http://schemas.microsoft.com/office/drawing/2014/main" id="{E810682A-E352-4B19-43C6-555AA1186DC1}"/>
                  </a:ext>
                </a:extLst>
              </p:cNvPr>
              <p:cNvSpPr/>
              <p:nvPr/>
            </p:nvSpPr>
            <p:spPr>
              <a:xfrm>
                <a:off x="319550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8" name="ph6063">
                <a:extLst>
                  <a:ext uri="{FF2B5EF4-FFF2-40B4-BE49-F238E27FC236}">
                    <a16:creationId xmlns:a16="http://schemas.microsoft.com/office/drawing/2014/main" id="{3FA8185A-4CBA-98D9-59B4-B7238A5B6D31}"/>
                  </a:ext>
                </a:extLst>
              </p:cNvPr>
              <p:cNvSpPr/>
              <p:nvPr/>
            </p:nvSpPr>
            <p:spPr>
              <a:xfrm>
                <a:off x="320494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9" name="ph6064">
                <a:extLst>
                  <a:ext uri="{FF2B5EF4-FFF2-40B4-BE49-F238E27FC236}">
                    <a16:creationId xmlns:a16="http://schemas.microsoft.com/office/drawing/2014/main" id="{21E3E22C-0E29-66FC-27B3-D2933CC38488}"/>
                  </a:ext>
                </a:extLst>
              </p:cNvPr>
              <p:cNvSpPr/>
              <p:nvPr/>
            </p:nvSpPr>
            <p:spPr>
              <a:xfrm>
                <a:off x="321438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0" name="ph6065">
                <a:extLst>
                  <a:ext uri="{FF2B5EF4-FFF2-40B4-BE49-F238E27FC236}">
                    <a16:creationId xmlns:a16="http://schemas.microsoft.com/office/drawing/2014/main" id="{60809576-95B0-A98A-9B7B-C40C61183F5A}"/>
                  </a:ext>
                </a:extLst>
              </p:cNvPr>
              <p:cNvSpPr/>
              <p:nvPr/>
            </p:nvSpPr>
            <p:spPr>
              <a:xfrm>
                <a:off x="322382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1" name="ph6066">
                <a:extLst>
                  <a:ext uri="{FF2B5EF4-FFF2-40B4-BE49-F238E27FC236}">
                    <a16:creationId xmlns:a16="http://schemas.microsoft.com/office/drawing/2014/main" id="{FBF075C1-A000-C173-9E40-68D96D84F1B6}"/>
                  </a:ext>
                </a:extLst>
              </p:cNvPr>
              <p:cNvSpPr/>
              <p:nvPr/>
            </p:nvSpPr>
            <p:spPr>
              <a:xfrm>
                <a:off x="323326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2" name="ph6067">
                <a:extLst>
                  <a:ext uri="{FF2B5EF4-FFF2-40B4-BE49-F238E27FC236}">
                    <a16:creationId xmlns:a16="http://schemas.microsoft.com/office/drawing/2014/main" id="{AF927D2D-9F4F-C3C7-32EA-238C4EAE9E8E}"/>
                  </a:ext>
                </a:extLst>
              </p:cNvPr>
              <p:cNvSpPr/>
              <p:nvPr/>
            </p:nvSpPr>
            <p:spPr>
              <a:xfrm>
                <a:off x="324270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3" name="ph6068">
                <a:extLst>
                  <a:ext uri="{FF2B5EF4-FFF2-40B4-BE49-F238E27FC236}">
                    <a16:creationId xmlns:a16="http://schemas.microsoft.com/office/drawing/2014/main" id="{B0EF61F8-92C1-80F6-8A18-3156041F4F07}"/>
                  </a:ext>
                </a:extLst>
              </p:cNvPr>
              <p:cNvSpPr/>
              <p:nvPr/>
            </p:nvSpPr>
            <p:spPr>
              <a:xfrm>
                <a:off x="325214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4" name="ph6069">
                <a:extLst>
                  <a:ext uri="{FF2B5EF4-FFF2-40B4-BE49-F238E27FC236}">
                    <a16:creationId xmlns:a16="http://schemas.microsoft.com/office/drawing/2014/main" id="{4FCB81D5-8F3C-D7E1-5819-6B4420933CF8}"/>
                  </a:ext>
                </a:extLst>
              </p:cNvPr>
              <p:cNvSpPr/>
              <p:nvPr/>
            </p:nvSpPr>
            <p:spPr>
              <a:xfrm>
                <a:off x="326158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5" name="ph6070">
                <a:extLst>
                  <a:ext uri="{FF2B5EF4-FFF2-40B4-BE49-F238E27FC236}">
                    <a16:creationId xmlns:a16="http://schemas.microsoft.com/office/drawing/2014/main" id="{C0A71925-C4E8-5916-9398-5DB97CE28A39}"/>
                  </a:ext>
                </a:extLst>
              </p:cNvPr>
              <p:cNvSpPr/>
              <p:nvPr/>
            </p:nvSpPr>
            <p:spPr>
              <a:xfrm>
                <a:off x="327102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6" name="ph6071">
                <a:extLst>
                  <a:ext uri="{FF2B5EF4-FFF2-40B4-BE49-F238E27FC236}">
                    <a16:creationId xmlns:a16="http://schemas.microsoft.com/office/drawing/2014/main" id="{4A698E6D-1BB5-156F-AB97-B8A69EA3FD97}"/>
                  </a:ext>
                </a:extLst>
              </p:cNvPr>
              <p:cNvSpPr/>
              <p:nvPr/>
            </p:nvSpPr>
            <p:spPr>
              <a:xfrm>
                <a:off x="328046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7" name="ph6072">
                <a:extLst>
                  <a:ext uri="{FF2B5EF4-FFF2-40B4-BE49-F238E27FC236}">
                    <a16:creationId xmlns:a16="http://schemas.microsoft.com/office/drawing/2014/main" id="{483B7E9F-226C-ECB2-9533-5F3BDA711648}"/>
                  </a:ext>
                </a:extLst>
              </p:cNvPr>
              <p:cNvSpPr/>
              <p:nvPr/>
            </p:nvSpPr>
            <p:spPr>
              <a:xfrm>
                <a:off x="328990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8" name="ph6073">
                <a:extLst>
                  <a:ext uri="{FF2B5EF4-FFF2-40B4-BE49-F238E27FC236}">
                    <a16:creationId xmlns:a16="http://schemas.microsoft.com/office/drawing/2014/main" id="{95C07B9C-3AD2-CF35-B26D-B94280851B9E}"/>
                  </a:ext>
                </a:extLst>
              </p:cNvPr>
              <p:cNvSpPr/>
              <p:nvPr/>
            </p:nvSpPr>
            <p:spPr>
              <a:xfrm>
                <a:off x="329934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9" name="ph6074">
                <a:extLst>
                  <a:ext uri="{FF2B5EF4-FFF2-40B4-BE49-F238E27FC236}">
                    <a16:creationId xmlns:a16="http://schemas.microsoft.com/office/drawing/2014/main" id="{F8E8CB5A-DD81-DDD8-9041-DD62401232C3}"/>
                  </a:ext>
                </a:extLst>
              </p:cNvPr>
              <p:cNvSpPr/>
              <p:nvPr/>
            </p:nvSpPr>
            <p:spPr>
              <a:xfrm>
                <a:off x="330878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0" name="ph6075">
                <a:extLst>
                  <a:ext uri="{FF2B5EF4-FFF2-40B4-BE49-F238E27FC236}">
                    <a16:creationId xmlns:a16="http://schemas.microsoft.com/office/drawing/2014/main" id="{DF49C805-5A31-0FD3-831D-D9394211393D}"/>
                  </a:ext>
                </a:extLst>
              </p:cNvPr>
              <p:cNvSpPr/>
              <p:nvPr/>
            </p:nvSpPr>
            <p:spPr>
              <a:xfrm>
                <a:off x="331822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1" name="ph6076">
                <a:extLst>
                  <a:ext uri="{FF2B5EF4-FFF2-40B4-BE49-F238E27FC236}">
                    <a16:creationId xmlns:a16="http://schemas.microsoft.com/office/drawing/2014/main" id="{982C0F02-BC73-B102-0086-A3FA0FB6874F}"/>
                  </a:ext>
                </a:extLst>
              </p:cNvPr>
              <p:cNvSpPr/>
              <p:nvPr/>
            </p:nvSpPr>
            <p:spPr>
              <a:xfrm>
                <a:off x="332766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2" name="ph6077">
                <a:extLst>
                  <a:ext uri="{FF2B5EF4-FFF2-40B4-BE49-F238E27FC236}">
                    <a16:creationId xmlns:a16="http://schemas.microsoft.com/office/drawing/2014/main" id="{80AA45D7-D8EB-4A5E-645D-8C1B24CF1157}"/>
                  </a:ext>
                </a:extLst>
              </p:cNvPr>
              <p:cNvSpPr/>
              <p:nvPr/>
            </p:nvSpPr>
            <p:spPr>
              <a:xfrm>
                <a:off x="333710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3" name="ph6078">
                <a:extLst>
                  <a:ext uri="{FF2B5EF4-FFF2-40B4-BE49-F238E27FC236}">
                    <a16:creationId xmlns:a16="http://schemas.microsoft.com/office/drawing/2014/main" id="{4DA484F3-4694-72BA-A31F-301EF22C52A5}"/>
                  </a:ext>
                </a:extLst>
              </p:cNvPr>
              <p:cNvSpPr/>
              <p:nvPr/>
            </p:nvSpPr>
            <p:spPr>
              <a:xfrm>
                <a:off x="334654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4" name="ph6079">
                <a:extLst>
                  <a:ext uri="{FF2B5EF4-FFF2-40B4-BE49-F238E27FC236}">
                    <a16:creationId xmlns:a16="http://schemas.microsoft.com/office/drawing/2014/main" id="{08816170-8330-0463-8A9E-20B6D62A683D}"/>
                  </a:ext>
                </a:extLst>
              </p:cNvPr>
              <p:cNvSpPr/>
              <p:nvPr/>
            </p:nvSpPr>
            <p:spPr>
              <a:xfrm>
                <a:off x="335598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5" name="ph6080">
                <a:extLst>
                  <a:ext uri="{FF2B5EF4-FFF2-40B4-BE49-F238E27FC236}">
                    <a16:creationId xmlns:a16="http://schemas.microsoft.com/office/drawing/2014/main" id="{3FEF3F2F-385D-1D8D-AC15-A618FB277209}"/>
                  </a:ext>
                </a:extLst>
              </p:cNvPr>
              <p:cNvSpPr/>
              <p:nvPr/>
            </p:nvSpPr>
            <p:spPr>
              <a:xfrm>
                <a:off x="336542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6" name="ph6081">
                <a:extLst>
                  <a:ext uri="{FF2B5EF4-FFF2-40B4-BE49-F238E27FC236}">
                    <a16:creationId xmlns:a16="http://schemas.microsoft.com/office/drawing/2014/main" id="{E8C881EE-D8EB-1488-9F6A-B6BE5D7FCE15}"/>
                  </a:ext>
                </a:extLst>
              </p:cNvPr>
              <p:cNvSpPr/>
              <p:nvPr/>
            </p:nvSpPr>
            <p:spPr>
              <a:xfrm>
                <a:off x="337486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7" name="ph6082">
                <a:extLst>
                  <a:ext uri="{FF2B5EF4-FFF2-40B4-BE49-F238E27FC236}">
                    <a16:creationId xmlns:a16="http://schemas.microsoft.com/office/drawing/2014/main" id="{EB68BD2F-7B8D-0DF1-BA87-B046D3272188}"/>
                  </a:ext>
                </a:extLst>
              </p:cNvPr>
              <p:cNvSpPr/>
              <p:nvPr/>
            </p:nvSpPr>
            <p:spPr>
              <a:xfrm>
                <a:off x="3384305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8" name="ph6083">
                <a:extLst>
                  <a:ext uri="{FF2B5EF4-FFF2-40B4-BE49-F238E27FC236}">
                    <a16:creationId xmlns:a16="http://schemas.microsoft.com/office/drawing/2014/main" id="{DE665B77-6C15-C152-43D9-079400E7752D}"/>
                  </a:ext>
                </a:extLst>
              </p:cNvPr>
              <p:cNvSpPr/>
              <p:nvPr/>
            </p:nvSpPr>
            <p:spPr>
              <a:xfrm>
                <a:off x="339374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9" name="ph6084">
                <a:extLst>
                  <a:ext uri="{FF2B5EF4-FFF2-40B4-BE49-F238E27FC236}">
                    <a16:creationId xmlns:a16="http://schemas.microsoft.com/office/drawing/2014/main" id="{F64EC4FD-C224-60E6-0772-4257572EAA8B}"/>
                  </a:ext>
                </a:extLst>
              </p:cNvPr>
              <p:cNvSpPr/>
              <p:nvPr/>
            </p:nvSpPr>
            <p:spPr>
              <a:xfrm>
                <a:off x="340318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0" name="ph6085">
                <a:extLst>
                  <a:ext uri="{FF2B5EF4-FFF2-40B4-BE49-F238E27FC236}">
                    <a16:creationId xmlns:a16="http://schemas.microsoft.com/office/drawing/2014/main" id="{AA535DE5-E85B-989B-1038-1ECD1D9E22F3}"/>
                  </a:ext>
                </a:extLst>
              </p:cNvPr>
              <p:cNvSpPr/>
              <p:nvPr/>
            </p:nvSpPr>
            <p:spPr>
              <a:xfrm>
                <a:off x="341262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1" name="ph6086">
                <a:extLst>
                  <a:ext uri="{FF2B5EF4-FFF2-40B4-BE49-F238E27FC236}">
                    <a16:creationId xmlns:a16="http://schemas.microsoft.com/office/drawing/2014/main" id="{E22F9B1F-5E84-CB83-C074-548672F7F0D8}"/>
                  </a:ext>
                </a:extLst>
              </p:cNvPr>
              <p:cNvSpPr/>
              <p:nvPr/>
            </p:nvSpPr>
            <p:spPr>
              <a:xfrm>
                <a:off x="3422066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2" name="ph6087">
                <a:extLst>
                  <a:ext uri="{FF2B5EF4-FFF2-40B4-BE49-F238E27FC236}">
                    <a16:creationId xmlns:a16="http://schemas.microsoft.com/office/drawing/2014/main" id="{6CFEB618-028F-6455-0E14-9113E4F06C41}"/>
                  </a:ext>
                </a:extLst>
              </p:cNvPr>
              <p:cNvSpPr/>
              <p:nvPr/>
            </p:nvSpPr>
            <p:spPr>
              <a:xfrm>
                <a:off x="343150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3" name="ph6088">
                <a:extLst>
                  <a:ext uri="{FF2B5EF4-FFF2-40B4-BE49-F238E27FC236}">
                    <a16:creationId xmlns:a16="http://schemas.microsoft.com/office/drawing/2014/main" id="{2B309EBD-03FE-B6A1-4A1B-49BB8312647F}"/>
                  </a:ext>
                </a:extLst>
              </p:cNvPr>
              <p:cNvSpPr/>
              <p:nvPr/>
            </p:nvSpPr>
            <p:spPr>
              <a:xfrm>
                <a:off x="344094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4" name="ph6089">
                <a:extLst>
                  <a:ext uri="{FF2B5EF4-FFF2-40B4-BE49-F238E27FC236}">
                    <a16:creationId xmlns:a16="http://schemas.microsoft.com/office/drawing/2014/main" id="{F8FFDFAC-8744-A42C-D87D-B8CF26E916AA}"/>
                  </a:ext>
                </a:extLst>
              </p:cNvPr>
              <p:cNvSpPr/>
              <p:nvPr/>
            </p:nvSpPr>
            <p:spPr>
              <a:xfrm>
                <a:off x="345038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5" name="ph6090">
                <a:extLst>
                  <a:ext uri="{FF2B5EF4-FFF2-40B4-BE49-F238E27FC236}">
                    <a16:creationId xmlns:a16="http://schemas.microsoft.com/office/drawing/2014/main" id="{0BA52F7E-56AB-1E61-E83D-173190B9B18F}"/>
                  </a:ext>
                </a:extLst>
              </p:cNvPr>
              <p:cNvSpPr/>
              <p:nvPr/>
            </p:nvSpPr>
            <p:spPr>
              <a:xfrm>
                <a:off x="3459827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6" name="ph6091">
                <a:extLst>
                  <a:ext uri="{FF2B5EF4-FFF2-40B4-BE49-F238E27FC236}">
                    <a16:creationId xmlns:a16="http://schemas.microsoft.com/office/drawing/2014/main" id="{AE6042E3-968C-C1CE-AADF-529A2C053A93}"/>
                  </a:ext>
                </a:extLst>
              </p:cNvPr>
              <p:cNvSpPr/>
              <p:nvPr/>
            </p:nvSpPr>
            <p:spPr>
              <a:xfrm>
                <a:off x="346926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7" name="ph6092">
                <a:extLst>
                  <a:ext uri="{FF2B5EF4-FFF2-40B4-BE49-F238E27FC236}">
                    <a16:creationId xmlns:a16="http://schemas.microsoft.com/office/drawing/2014/main" id="{84284947-8E45-F056-650D-5576C201942B}"/>
                  </a:ext>
                </a:extLst>
              </p:cNvPr>
              <p:cNvSpPr/>
              <p:nvPr/>
            </p:nvSpPr>
            <p:spPr>
              <a:xfrm>
                <a:off x="347870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8" name="ph6093">
                <a:extLst>
                  <a:ext uri="{FF2B5EF4-FFF2-40B4-BE49-F238E27FC236}">
                    <a16:creationId xmlns:a16="http://schemas.microsoft.com/office/drawing/2014/main" id="{75961334-0815-407C-72AB-8A860A6D7B09}"/>
                  </a:ext>
                </a:extLst>
              </p:cNvPr>
              <p:cNvSpPr/>
              <p:nvPr/>
            </p:nvSpPr>
            <p:spPr>
              <a:xfrm>
                <a:off x="348814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9" name="ph6094">
                <a:extLst>
                  <a:ext uri="{FF2B5EF4-FFF2-40B4-BE49-F238E27FC236}">
                    <a16:creationId xmlns:a16="http://schemas.microsoft.com/office/drawing/2014/main" id="{C58D84EF-763F-B4A3-55BE-152129A62155}"/>
                  </a:ext>
                </a:extLst>
              </p:cNvPr>
              <p:cNvSpPr/>
              <p:nvPr/>
            </p:nvSpPr>
            <p:spPr>
              <a:xfrm>
                <a:off x="3497588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0" name="ph6095">
                <a:extLst>
                  <a:ext uri="{FF2B5EF4-FFF2-40B4-BE49-F238E27FC236}">
                    <a16:creationId xmlns:a16="http://schemas.microsoft.com/office/drawing/2014/main" id="{96601B08-E397-D937-DBFC-466C7F698660}"/>
                  </a:ext>
                </a:extLst>
              </p:cNvPr>
              <p:cNvSpPr/>
              <p:nvPr/>
            </p:nvSpPr>
            <p:spPr>
              <a:xfrm>
                <a:off x="350702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1" name="ph6096">
                <a:extLst>
                  <a:ext uri="{FF2B5EF4-FFF2-40B4-BE49-F238E27FC236}">
                    <a16:creationId xmlns:a16="http://schemas.microsoft.com/office/drawing/2014/main" id="{F6B42209-5263-0662-725C-8EE08590A999}"/>
                  </a:ext>
                </a:extLst>
              </p:cNvPr>
              <p:cNvSpPr/>
              <p:nvPr/>
            </p:nvSpPr>
            <p:spPr>
              <a:xfrm>
                <a:off x="351646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2" name="ph6097">
                <a:extLst>
                  <a:ext uri="{FF2B5EF4-FFF2-40B4-BE49-F238E27FC236}">
                    <a16:creationId xmlns:a16="http://schemas.microsoft.com/office/drawing/2014/main" id="{6112904E-AE6D-09C7-54D3-311CEB00BA84}"/>
                  </a:ext>
                </a:extLst>
              </p:cNvPr>
              <p:cNvSpPr/>
              <p:nvPr/>
            </p:nvSpPr>
            <p:spPr>
              <a:xfrm>
                <a:off x="352590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3" name="ph6098">
                <a:extLst>
                  <a:ext uri="{FF2B5EF4-FFF2-40B4-BE49-F238E27FC236}">
                    <a16:creationId xmlns:a16="http://schemas.microsoft.com/office/drawing/2014/main" id="{50A34115-82FD-002C-C52F-0C5DA4C83292}"/>
                  </a:ext>
                </a:extLst>
              </p:cNvPr>
              <p:cNvSpPr/>
              <p:nvPr/>
            </p:nvSpPr>
            <p:spPr>
              <a:xfrm>
                <a:off x="3535349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4" name="ph6099">
                <a:extLst>
                  <a:ext uri="{FF2B5EF4-FFF2-40B4-BE49-F238E27FC236}">
                    <a16:creationId xmlns:a16="http://schemas.microsoft.com/office/drawing/2014/main" id="{DB1DE5D0-1CB7-542C-7412-C7DCB5DFF05A}"/>
                  </a:ext>
                </a:extLst>
              </p:cNvPr>
              <p:cNvSpPr/>
              <p:nvPr/>
            </p:nvSpPr>
            <p:spPr>
              <a:xfrm>
                <a:off x="354479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5" name="ph6100">
                <a:extLst>
                  <a:ext uri="{FF2B5EF4-FFF2-40B4-BE49-F238E27FC236}">
                    <a16:creationId xmlns:a16="http://schemas.microsoft.com/office/drawing/2014/main" id="{4BB2EA32-BFFD-6714-610C-A4F8C68A8CC2}"/>
                  </a:ext>
                </a:extLst>
              </p:cNvPr>
              <p:cNvSpPr/>
              <p:nvPr/>
            </p:nvSpPr>
            <p:spPr>
              <a:xfrm>
                <a:off x="355423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6" name="ph6101">
                <a:extLst>
                  <a:ext uri="{FF2B5EF4-FFF2-40B4-BE49-F238E27FC236}">
                    <a16:creationId xmlns:a16="http://schemas.microsoft.com/office/drawing/2014/main" id="{01C30D61-5198-8A3D-F7EB-CAEBC0E1739C}"/>
                  </a:ext>
                </a:extLst>
              </p:cNvPr>
              <p:cNvSpPr/>
              <p:nvPr/>
            </p:nvSpPr>
            <p:spPr>
              <a:xfrm>
                <a:off x="356367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7" name="ph6102">
                <a:extLst>
                  <a:ext uri="{FF2B5EF4-FFF2-40B4-BE49-F238E27FC236}">
                    <a16:creationId xmlns:a16="http://schemas.microsoft.com/office/drawing/2014/main" id="{431DBC98-4650-25EE-BC9B-2251DE979BCC}"/>
                  </a:ext>
                </a:extLst>
              </p:cNvPr>
              <p:cNvSpPr/>
              <p:nvPr/>
            </p:nvSpPr>
            <p:spPr>
              <a:xfrm>
                <a:off x="357311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8" name="ph6103">
                <a:extLst>
                  <a:ext uri="{FF2B5EF4-FFF2-40B4-BE49-F238E27FC236}">
                    <a16:creationId xmlns:a16="http://schemas.microsoft.com/office/drawing/2014/main" id="{CB46C9CF-57F3-54EC-A69F-97DF51DE03C9}"/>
                  </a:ext>
                </a:extLst>
              </p:cNvPr>
              <p:cNvSpPr/>
              <p:nvPr/>
            </p:nvSpPr>
            <p:spPr>
              <a:xfrm>
                <a:off x="3582550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9" name="ph6104">
                <a:extLst>
                  <a:ext uri="{FF2B5EF4-FFF2-40B4-BE49-F238E27FC236}">
                    <a16:creationId xmlns:a16="http://schemas.microsoft.com/office/drawing/2014/main" id="{FE88B1C8-AE84-5543-DE60-3E6FFA52E6A1}"/>
                  </a:ext>
                </a:extLst>
              </p:cNvPr>
              <p:cNvSpPr/>
              <p:nvPr/>
            </p:nvSpPr>
            <p:spPr>
              <a:xfrm>
                <a:off x="359199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0" name="ph6105">
                <a:extLst>
                  <a:ext uri="{FF2B5EF4-FFF2-40B4-BE49-F238E27FC236}">
                    <a16:creationId xmlns:a16="http://schemas.microsoft.com/office/drawing/2014/main" id="{698DBDFC-29E9-9649-7AEF-E28E740F5B1A}"/>
                  </a:ext>
                </a:extLst>
              </p:cNvPr>
              <p:cNvSpPr/>
              <p:nvPr/>
            </p:nvSpPr>
            <p:spPr>
              <a:xfrm>
                <a:off x="360143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1" name="ph6106">
                <a:extLst>
                  <a:ext uri="{FF2B5EF4-FFF2-40B4-BE49-F238E27FC236}">
                    <a16:creationId xmlns:a16="http://schemas.microsoft.com/office/drawing/2014/main" id="{78DD6B43-3295-7CAE-706D-FA55327E8865}"/>
                  </a:ext>
                </a:extLst>
              </p:cNvPr>
              <p:cNvSpPr/>
              <p:nvPr/>
            </p:nvSpPr>
            <p:spPr>
              <a:xfrm>
                <a:off x="361087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2" name="ph6107">
                <a:extLst>
                  <a:ext uri="{FF2B5EF4-FFF2-40B4-BE49-F238E27FC236}">
                    <a16:creationId xmlns:a16="http://schemas.microsoft.com/office/drawing/2014/main" id="{792D488B-C08E-B904-4D81-6E141CC5EB13}"/>
                  </a:ext>
                </a:extLst>
              </p:cNvPr>
              <p:cNvSpPr/>
              <p:nvPr/>
            </p:nvSpPr>
            <p:spPr>
              <a:xfrm>
                <a:off x="3620311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3" name="ph6108">
                <a:extLst>
                  <a:ext uri="{FF2B5EF4-FFF2-40B4-BE49-F238E27FC236}">
                    <a16:creationId xmlns:a16="http://schemas.microsoft.com/office/drawing/2014/main" id="{98A10603-02F2-973F-B2AC-040A8AD59B54}"/>
                  </a:ext>
                </a:extLst>
              </p:cNvPr>
              <p:cNvSpPr/>
              <p:nvPr/>
            </p:nvSpPr>
            <p:spPr>
              <a:xfrm>
                <a:off x="362975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4" name="ph6109">
                <a:extLst>
                  <a:ext uri="{FF2B5EF4-FFF2-40B4-BE49-F238E27FC236}">
                    <a16:creationId xmlns:a16="http://schemas.microsoft.com/office/drawing/2014/main" id="{82442D34-FFA9-6324-19BD-44D81F4EBE26}"/>
                  </a:ext>
                </a:extLst>
              </p:cNvPr>
              <p:cNvSpPr/>
              <p:nvPr/>
            </p:nvSpPr>
            <p:spPr>
              <a:xfrm>
                <a:off x="363919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5" name="ph6110">
                <a:extLst>
                  <a:ext uri="{FF2B5EF4-FFF2-40B4-BE49-F238E27FC236}">
                    <a16:creationId xmlns:a16="http://schemas.microsoft.com/office/drawing/2014/main" id="{EBBB250F-A791-5B9E-95DD-AE0388F5F391}"/>
                  </a:ext>
                </a:extLst>
              </p:cNvPr>
              <p:cNvSpPr/>
              <p:nvPr/>
            </p:nvSpPr>
            <p:spPr>
              <a:xfrm>
                <a:off x="364863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6" name="ph6111">
                <a:extLst>
                  <a:ext uri="{FF2B5EF4-FFF2-40B4-BE49-F238E27FC236}">
                    <a16:creationId xmlns:a16="http://schemas.microsoft.com/office/drawing/2014/main" id="{40D8B165-57C8-5B57-2479-234500584CA6}"/>
                  </a:ext>
                </a:extLst>
              </p:cNvPr>
              <p:cNvSpPr/>
              <p:nvPr/>
            </p:nvSpPr>
            <p:spPr>
              <a:xfrm>
                <a:off x="3658072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7" name="ph6112">
                <a:extLst>
                  <a:ext uri="{FF2B5EF4-FFF2-40B4-BE49-F238E27FC236}">
                    <a16:creationId xmlns:a16="http://schemas.microsoft.com/office/drawing/2014/main" id="{2C149726-6EE4-8E57-2BE8-957739C244F3}"/>
                  </a:ext>
                </a:extLst>
              </p:cNvPr>
              <p:cNvSpPr/>
              <p:nvPr/>
            </p:nvSpPr>
            <p:spPr>
              <a:xfrm>
                <a:off x="366751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8" name="ph6113">
                <a:extLst>
                  <a:ext uri="{FF2B5EF4-FFF2-40B4-BE49-F238E27FC236}">
                    <a16:creationId xmlns:a16="http://schemas.microsoft.com/office/drawing/2014/main" id="{00006E40-C3BC-74D8-0F38-2728BB929BCA}"/>
                  </a:ext>
                </a:extLst>
              </p:cNvPr>
              <p:cNvSpPr/>
              <p:nvPr/>
            </p:nvSpPr>
            <p:spPr>
              <a:xfrm>
                <a:off x="367695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9" name="ph6114">
                <a:extLst>
                  <a:ext uri="{FF2B5EF4-FFF2-40B4-BE49-F238E27FC236}">
                    <a16:creationId xmlns:a16="http://schemas.microsoft.com/office/drawing/2014/main" id="{D4DA928D-2B87-5CC3-3FFE-42B6251FC799}"/>
                  </a:ext>
                </a:extLst>
              </p:cNvPr>
              <p:cNvSpPr/>
              <p:nvPr/>
            </p:nvSpPr>
            <p:spPr>
              <a:xfrm>
                <a:off x="368639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0" name="ph6115">
                <a:extLst>
                  <a:ext uri="{FF2B5EF4-FFF2-40B4-BE49-F238E27FC236}">
                    <a16:creationId xmlns:a16="http://schemas.microsoft.com/office/drawing/2014/main" id="{E081B05F-8152-0517-192A-821DFC13315D}"/>
                  </a:ext>
                </a:extLst>
              </p:cNvPr>
              <p:cNvSpPr/>
              <p:nvPr/>
            </p:nvSpPr>
            <p:spPr>
              <a:xfrm>
                <a:off x="3695833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1" name="ph6116">
                <a:extLst>
                  <a:ext uri="{FF2B5EF4-FFF2-40B4-BE49-F238E27FC236}">
                    <a16:creationId xmlns:a16="http://schemas.microsoft.com/office/drawing/2014/main" id="{2BE11FA6-8315-89B5-EBDB-760D2F945880}"/>
                  </a:ext>
                </a:extLst>
              </p:cNvPr>
              <p:cNvSpPr/>
              <p:nvPr/>
            </p:nvSpPr>
            <p:spPr>
              <a:xfrm>
                <a:off x="370527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2" name="ph6117">
                <a:extLst>
                  <a:ext uri="{FF2B5EF4-FFF2-40B4-BE49-F238E27FC236}">
                    <a16:creationId xmlns:a16="http://schemas.microsoft.com/office/drawing/2014/main" id="{57925FC3-295A-5981-4B74-7582924B0AF7}"/>
                  </a:ext>
                </a:extLst>
              </p:cNvPr>
              <p:cNvSpPr/>
              <p:nvPr/>
            </p:nvSpPr>
            <p:spPr>
              <a:xfrm>
                <a:off x="371471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3" name="ph6118">
                <a:extLst>
                  <a:ext uri="{FF2B5EF4-FFF2-40B4-BE49-F238E27FC236}">
                    <a16:creationId xmlns:a16="http://schemas.microsoft.com/office/drawing/2014/main" id="{820912CE-52D7-C4D6-66A4-54C1F6E26CEB}"/>
                  </a:ext>
                </a:extLst>
              </p:cNvPr>
              <p:cNvSpPr/>
              <p:nvPr/>
            </p:nvSpPr>
            <p:spPr>
              <a:xfrm>
                <a:off x="372415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4" name="ph6119">
                <a:extLst>
                  <a:ext uri="{FF2B5EF4-FFF2-40B4-BE49-F238E27FC236}">
                    <a16:creationId xmlns:a16="http://schemas.microsoft.com/office/drawing/2014/main" id="{6C50096A-F202-FDDD-8C21-2DBF1DC6EC03}"/>
                  </a:ext>
                </a:extLst>
              </p:cNvPr>
              <p:cNvSpPr/>
              <p:nvPr/>
            </p:nvSpPr>
            <p:spPr>
              <a:xfrm>
                <a:off x="3733594" y="139472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5" name="ph6120">
                <a:extLst>
                  <a:ext uri="{FF2B5EF4-FFF2-40B4-BE49-F238E27FC236}">
                    <a16:creationId xmlns:a16="http://schemas.microsoft.com/office/drawing/2014/main" id="{EB935C1B-CD0C-858A-CD2A-A57E5E4A3006}"/>
                  </a:ext>
                </a:extLst>
              </p:cNvPr>
              <p:cNvSpPr/>
              <p:nvPr/>
            </p:nvSpPr>
            <p:spPr>
              <a:xfrm>
                <a:off x="3743035" y="1412291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9168"/>
                    </a:lnTo>
                    <a:lnTo>
                      <a:pt x="921017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6" name="ph6121">
                <a:extLst>
                  <a:ext uri="{FF2B5EF4-FFF2-40B4-BE49-F238E27FC236}">
                    <a16:creationId xmlns:a16="http://schemas.microsoft.com/office/drawing/2014/main" id="{E98649B4-ADF1-BD85-3FA2-F3D9DD9E360C}"/>
                  </a:ext>
                </a:extLst>
              </p:cNvPr>
              <p:cNvSpPr/>
              <p:nvPr/>
            </p:nvSpPr>
            <p:spPr>
              <a:xfrm>
                <a:off x="3752475" y="1394721"/>
                <a:ext cx="920257" cy="926738"/>
              </a:xfrm>
              <a:custGeom>
                <a:avLst/>
                <a:gdLst/>
                <a:ahLst/>
                <a:cxnLst/>
                <a:rect l="0" t="0" r="0" b="0"/>
                <a:pathLst>
                  <a:path w="920257" h="926738">
                    <a:moveTo>
                      <a:pt x="914400" y="914400"/>
                    </a:moveTo>
                    <a:lnTo>
                      <a:pt x="920257" y="914400"/>
                    </a:lnTo>
                    <a:lnTo>
                      <a:pt x="918720" y="917915"/>
                    </a:lnTo>
                    <a:lnTo>
                      <a:pt x="914746" y="926095"/>
                    </a:lnTo>
                    <a:lnTo>
                      <a:pt x="914400" y="926738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7" name="ph6122">
                <a:extLst>
                  <a:ext uri="{FF2B5EF4-FFF2-40B4-BE49-F238E27FC236}">
                    <a16:creationId xmlns:a16="http://schemas.microsoft.com/office/drawing/2014/main" id="{25E08F2A-518F-654D-8524-D935D8C75C99}"/>
                  </a:ext>
                </a:extLst>
              </p:cNvPr>
              <p:cNvSpPr/>
              <p:nvPr/>
            </p:nvSpPr>
            <p:spPr>
              <a:xfrm>
                <a:off x="2081552" y="1377151"/>
                <a:ext cx="914400" cy="91776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7764">
                    <a:moveTo>
                      <a:pt x="914400" y="914400"/>
                    </a:moveTo>
                    <a:lnTo>
                      <a:pt x="914400" y="917764"/>
                    </a:lnTo>
                    <a:lnTo>
                      <a:pt x="912775" y="914400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8" name="ph6123">
                <a:extLst>
                  <a:ext uri="{FF2B5EF4-FFF2-40B4-BE49-F238E27FC236}">
                    <a16:creationId xmlns:a16="http://schemas.microsoft.com/office/drawing/2014/main" id="{6221EC23-3061-D266-5693-1B7D9591A6A4}"/>
                  </a:ext>
                </a:extLst>
              </p:cNvPr>
              <p:cNvSpPr/>
              <p:nvPr/>
            </p:nvSpPr>
            <p:spPr>
              <a:xfrm>
                <a:off x="208155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21905" y="931969"/>
                    </a:lnTo>
                    <a:lnTo>
                      <a:pt x="921433" y="931134"/>
                    </a:lnTo>
                    <a:lnTo>
                      <a:pt x="920286" y="929101"/>
                    </a:lnTo>
                    <a:lnTo>
                      <a:pt x="916122" y="921332"/>
                    </a:lnTo>
                    <a:lnTo>
                      <a:pt x="914400" y="917764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9" name="ph6124">
                <a:extLst>
                  <a:ext uri="{FF2B5EF4-FFF2-40B4-BE49-F238E27FC236}">
                    <a16:creationId xmlns:a16="http://schemas.microsoft.com/office/drawing/2014/main" id="{57E151EC-7B22-3F41-1E47-4EA079BA3D5B}"/>
                  </a:ext>
                </a:extLst>
              </p:cNvPr>
              <p:cNvSpPr/>
              <p:nvPr/>
            </p:nvSpPr>
            <p:spPr>
              <a:xfrm>
                <a:off x="209099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0" name="ph6125">
                <a:extLst>
                  <a:ext uri="{FF2B5EF4-FFF2-40B4-BE49-F238E27FC236}">
                    <a16:creationId xmlns:a16="http://schemas.microsoft.com/office/drawing/2014/main" id="{675EF000-3CAC-5C5A-8FF3-2A9CBBA7DC96}"/>
                  </a:ext>
                </a:extLst>
              </p:cNvPr>
              <p:cNvSpPr/>
              <p:nvPr/>
            </p:nvSpPr>
            <p:spPr>
              <a:xfrm>
                <a:off x="210043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1" name="ph6126">
                <a:extLst>
                  <a:ext uri="{FF2B5EF4-FFF2-40B4-BE49-F238E27FC236}">
                    <a16:creationId xmlns:a16="http://schemas.microsoft.com/office/drawing/2014/main" id="{B8F5F890-0095-E0C6-CED2-FB191020DD04}"/>
                  </a:ext>
                </a:extLst>
              </p:cNvPr>
              <p:cNvSpPr/>
              <p:nvPr/>
            </p:nvSpPr>
            <p:spPr>
              <a:xfrm>
                <a:off x="210987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2" name="ph6127">
                <a:extLst>
                  <a:ext uri="{FF2B5EF4-FFF2-40B4-BE49-F238E27FC236}">
                    <a16:creationId xmlns:a16="http://schemas.microsoft.com/office/drawing/2014/main" id="{9251FDDE-BB8B-0C96-49BB-F464F853452D}"/>
                  </a:ext>
                </a:extLst>
              </p:cNvPr>
              <p:cNvSpPr/>
              <p:nvPr/>
            </p:nvSpPr>
            <p:spPr>
              <a:xfrm>
                <a:off x="211931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8">
                  <a:alpha val="100000"/>
                </a:srgbClr>
              </a:solidFill>
              <a:ln w="5420" cap="flat">
                <a:solidFill>
                  <a:srgbClr val="FFF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3" name="ph6128">
                <a:extLst>
                  <a:ext uri="{FF2B5EF4-FFF2-40B4-BE49-F238E27FC236}">
                    <a16:creationId xmlns:a16="http://schemas.microsoft.com/office/drawing/2014/main" id="{80C9CB55-F653-7527-EFA4-1B844038413A}"/>
                  </a:ext>
                </a:extLst>
              </p:cNvPr>
              <p:cNvSpPr/>
              <p:nvPr/>
            </p:nvSpPr>
            <p:spPr>
              <a:xfrm>
                <a:off x="212875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4" name="ph6129">
                <a:extLst>
                  <a:ext uri="{FF2B5EF4-FFF2-40B4-BE49-F238E27FC236}">
                    <a16:creationId xmlns:a16="http://schemas.microsoft.com/office/drawing/2014/main" id="{64855209-89E5-112A-59BF-B4D211C59D52}"/>
                  </a:ext>
                </a:extLst>
              </p:cNvPr>
              <p:cNvSpPr/>
              <p:nvPr/>
            </p:nvSpPr>
            <p:spPr>
              <a:xfrm>
                <a:off x="213819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5" name="ph6130">
                <a:extLst>
                  <a:ext uri="{FF2B5EF4-FFF2-40B4-BE49-F238E27FC236}">
                    <a16:creationId xmlns:a16="http://schemas.microsoft.com/office/drawing/2014/main" id="{E3C82689-B4E4-C16B-BBD1-A6AE5BFE5414}"/>
                  </a:ext>
                </a:extLst>
              </p:cNvPr>
              <p:cNvSpPr/>
              <p:nvPr/>
            </p:nvSpPr>
            <p:spPr>
              <a:xfrm>
                <a:off x="214763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6" name="ph6131">
                <a:extLst>
                  <a:ext uri="{FF2B5EF4-FFF2-40B4-BE49-F238E27FC236}">
                    <a16:creationId xmlns:a16="http://schemas.microsoft.com/office/drawing/2014/main" id="{A96BB8FC-65F4-3A4A-6C88-5DF4E6DF362A}"/>
                  </a:ext>
                </a:extLst>
              </p:cNvPr>
              <p:cNvSpPr/>
              <p:nvPr/>
            </p:nvSpPr>
            <p:spPr>
              <a:xfrm>
                <a:off x="215707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7" name="ph6132">
                <a:extLst>
                  <a:ext uri="{FF2B5EF4-FFF2-40B4-BE49-F238E27FC236}">
                    <a16:creationId xmlns:a16="http://schemas.microsoft.com/office/drawing/2014/main" id="{81CA3A95-65D4-2604-7BE1-C6CE75B3877C}"/>
                  </a:ext>
                </a:extLst>
              </p:cNvPr>
              <p:cNvSpPr/>
              <p:nvPr/>
            </p:nvSpPr>
            <p:spPr>
              <a:xfrm>
                <a:off x="216651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8" name="ph6133">
                <a:extLst>
                  <a:ext uri="{FF2B5EF4-FFF2-40B4-BE49-F238E27FC236}">
                    <a16:creationId xmlns:a16="http://schemas.microsoft.com/office/drawing/2014/main" id="{B3F441F5-8DF3-A319-3573-D67828E461C8}"/>
                  </a:ext>
                </a:extLst>
              </p:cNvPr>
              <p:cNvSpPr/>
              <p:nvPr/>
            </p:nvSpPr>
            <p:spPr>
              <a:xfrm>
                <a:off x="217595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9" name="ph6134">
                <a:extLst>
                  <a:ext uri="{FF2B5EF4-FFF2-40B4-BE49-F238E27FC236}">
                    <a16:creationId xmlns:a16="http://schemas.microsoft.com/office/drawing/2014/main" id="{26A18D0C-F7CD-CB4A-8567-C65ABFE153B7}"/>
                  </a:ext>
                </a:extLst>
              </p:cNvPr>
              <p:cNvSpPr/>
              <p:nvPr/>
            </p:nvSpPr>
            <p:spPr>
              <a:xfrm>
                <a:off x="218539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0" name="ph6135">
                <a:extLst>
                  <a:ext uri="{FF2B5EF4-FFF2-40B4-BE49-F238E27FC236}">
                    <a16:creationId xmlns:a16="http://schemas.microsoft.com/office/drawing/2014/main" id="{75DF4150-2623-5941-59D4-9EAC7BD36304}"/>
                  </a:ext>
                </a:extLst>
              </p:cNvPr>
              <p:cNvSpPr/>
              <p:nvPr/>
            </p:nvSpPr>
            <p:spPr>
              <a:xfrm>
                <a:off x="219483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1" name="ph6136">
                <a:extLst>
                  <a:ext uri="{FF2B5EF4-FFF2-40B4-BE49-F238E27FC236}">
                    <a16:creationId xmlns:a16="http://schemas.microsoft.com/office/drawing/2014/main" id="{1A26810F-C00E-5AE4-5661-A5509AC5BA2C}"/>
                  </a:ext>
                </a:extLst>
              </p:cNvPr>
              <p:cNvSpPr/>
              <p:nvPr/>
            </p:nvSpPr>
            <p:spPr>
              <a:xfrm>
                <a:off x="220427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2" name="ph6137">
                <a:extLst>
                  <a:ext uri="{FF2B5EF4-FFF2-40B4-BE49-F238E27FC236}">
                    <a16:creationId xmlns:a16="http://schemas.microsoft.com/office/drawing/2014/main" id="{5E635C13-C7AF-8EEF-7CEE-5E05DAD75379}"/>
                  </a:ext>
                </a:extLst>
              </p:cNvPr>
              <p:cNvSpPr/>
              <p:nvPr/>
            </p:nvSpPr>
            <p:spPr>
              <a:xfrm>
                <a:off x="221371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3" name="ph6138">
                <a:extLst>
                  <a:ext uri="{FF2B5EF4-FFF2-40B4-BE49-F238E27FC236}">
                    <a16:creationId xmlns:a16="http://schemas.microsoft.com/office/drawing/2014/main" id="{B6FB7F4E-D17F-4266-841B-671A21601665}"/>
                  </a:ext>
                </a:extLst>
              </p:cNvPr>
              <p:cNvSpPr/>
              <p:nvPr/>
            </p:nvSpPr>
            <p:spPr>
              <a:xfrm>
                <a:off x="222315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4" name="ph6139">
                <a:extLst>
                  <a:ext uri="{FF2B5EF4-FFF2-40B4-BE49-F238E27FC236}">
                    <a16:creationId xmlns:a16="http://schemas.microsoft.com/office/drawing/2014/main" id="{49381F75-E546-A805-AB65-FED0F850AF68}"/>
                  </a:ext>
                </a:extLst>
              </p:cNvPr>
              <p:cNvSpPr/>
              <p:nvPr/>
            </p:nvSpPr>
            <p:spPr>
              <a:xfrm>
                <a:off x="223259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5" name="ph6140">
                <a:extLst>
                  <a:ext uri="{FF2B5EF4-FFF2-40B4-BE49-F238E27FC236}">
                    <a16:creationId xmlns:a16="http://schemas.microsoft.com/office/drawing/2014/main" id="{CC8D8F98-3CBD-3069-E1F3-ED69897E1886}"/>
                  </a:ext>
                </a:extLst>
              </p:cNvPr>
              <p:cNvSpPr/>
              <p:nvPr/>
            </p:nvSpPr>
            <p:spPr>
              <a:xfrm>
                <a:off x="224203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6" name="ph6141">
                <a:extLst>
                  <a:ext uri="{FF2B5EF4-FFF2-40B4-BE49-F238E27FC236}">
                    <a16:creationId xmlns:a16="http://schemas.microsoft.com/office/drawing/2014/main" id="{AF719653-3C1D-376D-8C78-ABDD4FDFC02E}"/>
                  </a:ext>
                </a:extLst>
              </p:cNvPr>
              <p:cNvSpPr/>
              <p:nvPr/>
            </p:nvSpPr>
            <p:spPr>
              <a:xfrm>
                <a:off x="225147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594">
                  <a:alpha val="100000"/>
                </a:srgbClr>
              </a:solidFill>
              <a:ln w="5420" cap="flat">
                <a:solidFill>
                  <a:srgbClr val="FFE5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7" name="ph6142">
                <a:extLst>
                  <a:ext uri="{FF2B5EF4-FFF2-40B4-BE49-F238E27FC236}">
                    <a16:creationId xmlns:a16="http://schemas.microsoft.com/office/drawing/2014/main" id="{C8EE5841-73F6-804C-2A53-A585F5502C4A}"/>
                  </a:ext>
                </a:extLst>
              </p:cNvPr>
              <p:cNvSpPr/>
              <p:nvPr/>
            </p:nvSpPr>
            <p:spPr>
              <a:xfrm>
                <a:off x="226091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4">
                  <a:alpha val="100000"/>
                </a:srgbClr>
              </a:solidFill>
              <a:ln w="5420" cap="flat">
                <a:solidFill>
                  <a:srgbClr val="FFE6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8" name="ph6143">
                <a:extLst>
                  <a:ext uri="{FF2B5EF4-FFF2-40B4-BE49-F238E27FC236}">
                    <a16:creationId xmlns:a16="http://schemas.microsoft.com/office/drawing/2014/main" id="{722D34D5-622C-F546-B841-EE4AF72AF073}"/>
                  </a:ext>
                </a:extLst>
              </p:cNvPr>
              <p:cNvSpPr/>
              <p:nvPr/>
            </p:nvSpPr>
            <p:spPr>
              <a:xfrm>
                <a:off x="227035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695">
                  <a:alpha val="100000"/>
                </a:srgbClr>
              </a:solidFill>
              <a:ln w="5420" cap="flat">
                <a:solidFill>
                  <a:srgbClr val="FFE6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9" name="ph6144">
                <a:extLst>
                  <a:ext uri="{FF2B5EF4-FFF2-40B4-BE49-F238E27FC236}">
                    <a16:creationId xmlns:a16="http://schemas.microsoft.com/office/drawing/2014/main" id="{3975C195-5D9C-2611-DBD7-B9F012619E2C}"/>
                  </a:ext>
                </a:extLst>
              </p:cNvPr>
              <p:cNvSpPr/>
              <p:nvPr/>
            </p:nvSpPr>
            <p:spPr>
              <a:xfrm>
                <a:off x="227979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6">
                  <a:alpha val="100000"/>
                </a:srgbClr>
              </a:solidFill>
              <a:ln w="5420" cap="flat">
                <a:solidFill>
                  <a:srgbClr val="FFE7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0" name="ph6145">
                <a:extLst>
                  <a:ext uri="{FF2B5EF4-FFF2-40B4-BE49-F238E27FC236}">
                    <a16:creationId xmlns:a16="http://schemas.microsoft.com/office/drawing/2014/main" id="{5D5B25EF-EAB7-EEF0-9EC5-5D7F39A00F78}"/>
                  </a:ext>
                </a:extLst>
              </p:cNvPr>
              <p:cNvSpPr/>
              <p:nvPr/>
            </p:nvSpPr>
            <p:spPr>
              <a:xfrm>
                <a:off x="228923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1" name="ph6146">
                <a:extLst>
                  <a:ext uri="{FF2B5EF4-FFF2-40B4-BE49-F238E27FC236}">
                    <a16:creationId xmlns:a16="http://schemas.microsoft.com/office/drawing/2014/main" id="{D2DBC9EB-518C-6951-8EE1-5DFFA3ABABB0}"/>
                  </a:ext>
                </a:extLst>
              </p:cNvPr>
              <p:cNvSpPr/>
              <p:nvPr/>
            </p:nvSpPr>
            <p:spPr>
              <a:xfrm>
                <a:off x="229867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2" name="ph6147">
                <a:extLst>
                  <a:ext uri="{FF2B5EF4-FFF2-40B4-BE49-F238E27FC236}">
                    <a16:creationId xmlns:a16="http://schemas.microsoft.com/office/drawing/2014/main" id="{27ED3B3E-659A-8481-0DAD-5F46B3EBAD64}"/>
                  </a:ext>
                </a:extLst>
              </p:cNvPr>
              <p:cNvSpPr/>
              <p:nvPr/>
            </p:nvSpPr>
            <p:spPr>
              <a:xfrm>
                <a:off x="230811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3" name="ph6148">
                <a:extLst>
                  <a:ext uri="{FF2B5EF4-FFF2-40B4-BE49-F238E27FC236}">
                    <a16:creationId xmlns:a16="http://schemas.microsoft.com/office/drawing/2014/main" id="{9883C433-7E4F-36CC-C640-E33030A58E70}"/>
                  </a:ext>
                </a:extLst>
              </p:cNvPr>
              <p:cNvSpPr/>
              <p:nvPr/>
            </p:nvSpPr>
            <p:spPr>
              <a:xfrm>
                <a:off x="231755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4" name="ph6149">
                <a:extLst>
                  <a:ext uri="{FF2B5EF4-FFF2-40B4-BE49-F238E27FC236}">
                    <a16:creationId xmlns:a16="http://schemas.microsoft.com/office/drawing/2014/main" id="{E2555C76-CB05-D386-A736-F2622A32F9AE}"/>
                  </a:ext>
                </a:extLst>
              </p:cNvPr>
              <p:cNvSpPr/>
              <p:nvPr/>
            </p:nvSpPr>
            <p:spPr>
              <a:xfrm>
                <a:off x="232699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5" name="ph6150">
                <a:extLst>
                  <a:ext uri="{FF2B5EF4-FFF2-40B4-BE49-F238E27FC236}">
                    <a16:creationId xmlns:a16="http://schemas.microsoft.com/office/drawing/2014/main" id="{9AA37DF6-402B-4A47-80BF-69495184C3DF}"/>
                  </a:ext>
                </a:extLst>
              </p:cNvPr>
              <p:cNvSpPr/>
              <p:nvPr/>
            </p:nvSpPr>
            <p:spPr>
              <a:xfrm>
                <a:off x="233643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6" name="ph6151">
                <a:extLst>
                  <a:ext uri="{FF2B5EF4-FFF2-40B4-BE49-F238E27FC236}">
                    <a16:creationId xmlns:a16="http://schemas.microsoft.com/office/drawing/2014/main" id="{A75883F9-BA67-621A-946E-AC3C95FD43EB}"/>
                  </a:ext>
                </a:extLst>
              </p:cNvPr>
              <p:cNvSpPr/>
              <p:nvPr/>
            </p:nvSpPr>
            <p:spPr>
              <a:xfrm>
                <a:off x="234587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7" name="ph6152">
                <a:extLst>
                  <a:ext uri="{FF2B5EF4-FFF2-40B4-BE49-F238E27FC236}">
                    <a16:creationId xmlns:a16="http://schemas.microsoft.com/office/drawing/2014/main" id="{D986A865-352D-23D5-72C0-8AC9B91FB2C7}"/>
                  </a:ext>
                </a:extLst>
              </p:cNvPr>
              <p:cNvSpPr/>
              <p:nvPr/>
            </p:nvSpPr>
            <p:spPr>
              <a:xfrm>
                <a:off x="235531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8" name="ph6153">
                <a:extLst>
                  <a:ext uri="{FF2B5EF4-FFF2-40B4-BE49-F238E27FC236}">
                    <a16:creationId xmlns:a16="http://schemas.microsoft.com/office/drawing/2014/main" id="{FAF64BDF-4864-D357-5411-6994407403D1}"/>
                  </a:ext>
                </a:extLst>
              </p:cNvPr>
              <p:cNvSpPr/>
              <p:nvPr/>
            </p:nvSpPr>
            <p:spPr>
              <a:xfrm>
                <a:off x="23647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9" name="ph6154">
                <a:extLst>
                  <a:ext uri="{FF2B5EF4-FFF2-40B4-BE49-F238E27FC236}">
                    <a16:creationId xmlns:a16="http://schemas.microsoft.com/office/drawing/2014/main" id="{A3446364-D96C-2B51-F0A9-9BDAF5B79B49}"/>
                  </a:ext>
                </a:extLst>
              </p:cNvPr>
              <p:cNvSpPr/>
              <p:nvPr/>
            </p:nvSpPr>
            <p:spPr>
              <a:xfrm>
                <a:off x="237420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D">
                  <a:alpha val="100000"/>
                </a:srgbClr>
              </a:solidFill>
              <a:ln w="5420" cap="flat">
                <a:solidFill>
                  <a:srgbClr val="FFF5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0" name="ph6155">
                <a:extLst>
                  <a:ext uri="{FF2B5EF4-FFF2-40B4-BE49-F238E27FC236}">
                    <a16:creationId xmlns:a16="http://schemas.microsoft.com/office/drawing/2014/main" id="{68692CE0-BA2E-B365-5B2C-A7D80F677D4E}"/>
                  </a:ext>
                </a:extLst>
              </p:cNvPr>
              <p:cNvSpPr/>
              <p:nvPr/>
            </p:nvSpPr>
            <p:spPr>
              <a:xfrm>
                <a:off x="238364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1" name="ph6156">
                <a:extLst>
                  <a:ext uri="{FF2B5EF4-FFF2-40B4-BE49-F238E27FC236}">
                    <a16:creationId xmlns:a16="http://schemas.microsoft.com/office/drawing/2014/main" id="{F6ED87E6-9390-6659-9036-9B5012B6CEE2}"/>
                  </a:ext>
                </a:extLst>
              </p:cNvPr>
              <p:cNvSpPr/>
              <p:nvPr/>
            </p:nvSpPr>
            <p:spPr>
              <a:xfrm>
                <a:off x="239308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2" name="ph6157">
                <a:extLst>
                  <a:ext uri="{FF2B5EF4-FFF2-40B4-BE49-F238E27FC236}">
                    <a16:creationId xmlns:a16="http://schemas.microsoft.com/office/drawing/2014/main" id="{21D1DFA8-66C9-602A-29D8-22F75764EB47}"/>
                  </a:ext>
                </a:extLst>
              </p:cNvPr>
              <p:cNvSpPr/>
              <p:nvPr/>
            </p:nvSpPr>
            <p:spPr>
              <a:xfrm>
                <a:off x="24025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3" name="ph6158">
                <a:extLst>
                  <a:ext uri="{FF2B5EF4-FFF2-40B4-BE49-F238E27FC236}">
                    <a16:creationId xmlns:a16="http://schemas.microsoft.com/office/drawing/2014/main" id="{0D6E112D-485E-6A1C-D72F-FD17FB4A6C14}"/>
                  </a:ext>
                </a:extLst>
              </p:cNvPr>
              <p:cNvSpPr/>
              <p:nvPr/>
            </p:nvSpPr>
            <p:spPr>
              <a:xfrm>
                <a:off x="2411961" y="1394721"/>
                <a:ext cx="92131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31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315" y="896830"/>
                    </a:lnTo>
                    <a:lnTo>
                      <a:pt x="921122" y="902220"/>
                    </a:lnTo>
                    <a:lnTo>
                      <a:pt x="920426" y="913102"/>
                    </a:lnTo>
                    <a:lnTo>
                      <a:pt x="920306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4" name="ph6159">
                <a:extLst>
                  <a:ext uri="{FF2B5EF4-FFF2-40B4-BE49-F238E27FC236}">
                    <a16:creationId xmlns:a16="http://schemas.microsoft.com/office/drawing/2014/main" id="{E693255E-402C-EEAB-C0CD-1D188556B2BD}"/>
                  </a:ext>
                </a:extLst>
              </p:cNvPr>
              <p:cNvSpPr/>
              <p:nvPr/>
            </p:nvSpPr>
            <p:spPr>
              <a:xfrm>
                <a:off x="3129419" y="137715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041" y="931969"/>
                    </a:lnTo>
                    <a:lnTo>
                      <a:pt x="907554" y="924484"/>
                    </a:lnTo>
                    <a:lnTo>
                      <a:pt x="910923" y="915522"/>
                    </a:lnTo>
                    <a:lnTo>
                      <a:pt x="911393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5" name="ph6160">
                <a:extLst>
                  <a:ext uri="{FF2B5EF4-FFF2-40B4-BE49-F238E27FC236}">
                    <a16:creationId xmlns:a16="http://schemas.microsoft.com/office/drawing/2014/main" id="{19A47AA5-4BAF-644E-702E-37FD16BB2A65}"/>
                  </a:ext>
                </a:extLst>
              </p:cNvPr>
              <p:cNvSpPr/>
              <p:nvPr/>
            </p:nvSpPr>
            <p:spPr>
              <a:xfrm>
                <a:off x="312941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6" name="ph6161">
                <a:extLst>
                  <a:ext uri="{FF2B5EF4-FFF2-40B4-BE49-F238E27FC236}">
                    <a16:creationId xmlns:a16="http://schemas.microsoft.com/office/drawing/2014/main" id="{5747AE52-3513-3302-63F4-C2439E1F7AE4}"/>
                  </a:ext>
                </a:extLst>
              </p:cNvPr>
              <p:cNvSpPr/>
              <p:nvPr/>
            </p:nvSpPr>
            <p:spPr>
              <a:xfrm>
                <a:off x="313885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7" name="ph6162">
                <a:extLst>
                  <a:ext uri="{FF2B5EF4-FFF2-40B4-BE49-F238E27FC236}">
                    <a16:creationId xmlns:a16="http://schemas.microsoft.com/office/drawing/2014/main" id="{EDC97ABD-AAC1-2E6B-0FED-3B87300DE58D}"/>
                  </a:ext>
                </a:extLst>
              </p:cNvPr>
              <p:cNvSpPr/>
              <p:nvPr/>
            </p:nvSpPr>
            <p:spPr>
              <a:xfrm>
                <a:off x="314829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8" name="ph6163">
                <a:extLst>
                  <a:ext uri="{FF2B5EF4-FFF2-40B4-BE49-F238E27FC236}">
                    <a16:creationId xmlns:a16="http://schemas.microsoft.com/office/drawing/2014/main" id="{FD053168-A29A-B319-08BE-4FE11481353B}"/>
                  </a:ext>
                </a:extLst>
              </p:cNvPr>
              <p:cNvSpPr/>
              <p:nvPr/>
            </p:nvSpPr>
            <p:spPr>
              <a:xfrm>
                <a:off x="315774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9" name="ph6164">
                <a:extLst>
                  <a:ext uri="{FF2B5EF4-FFF2-40B4-BE49-F238E27FC236}">
                    <a16:creationId xmlns:a16="http://schemas.microsoft.com/office/drawing/2014/main" id="{336D92FF-AB04-2766-22AA-84ED340B4D89}"/>
                  </a:ext>
                </a:extLst>
              </p:cNvPr>
              <p:cNvSpPr/>
              <p:nvPr/>
            </p:nvSpPr>
            <p:spPr>
              <a:xfrm>
                <a:off x="316718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0" name="ph6165">
                <a:extLst>
                  <a:ext uri="{FF2B5EF4-FFF2-40B4-BE49-F238E27FC236}">
                    <a16:creationId xmlns:a16="http://schemas.microsoft.com/office/drawing/2014/main" id="{A28C80B5-DAD5-7277-10FF-B7800D64A5FE}"/>
                  </a:ext>
                </a:extLst>
              </p:cNvPr>
              <p:cNvSpPr/>
              <p:nvPr/>
            </p:nvSpPr>
            <p:spPr>
              <a:xfrm>
                <a:off x="317662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1" name="ph6166">
                <a:extLst>
                  <a:ext uri="{FF2B5EF4-FFF2-40B4-BE49-F238E27FC236}">
                    <a16:creationId xmlns:a16="http://schemas.microsoft.com/office/drawing/2014/main" id="{5A19B09B-7BD6-6789-5500-5B4BA664C525}"/>
                  </a:ext>
                </a:extLst>
              </p:cNvPr>
              <p:cNvSpPr/>
              <p:nvPr/>
            </p:nvSpPr>
            <p:spPr>
              <a:xfrm>
                <a:off x="318606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2" name="ph6167">
                <a:extLst>
                  <a:ext uri="{FF2B5EF4-FFF2-40B4-BE49-F238E27FC236}">
                    <a16:creationId xmlns:a16="http://schemas.microsoft.com/office/drawing/2014/main" id="{7CD54E5F-1FE4-7C5E-60CB-920E680AFCA2}"/>
                  </a:ext>
                </a:extLst>
              </p:cNvPr>
              <p:cNvSpPr/>
              <p:nvPr/>
            </p:nvSpPr>
            <p:spPr>
              <a:xfrm>
                <a:off x="319550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3" name="ph6168">
                <a:extLst>
                  <a:ext uri="{FF2B5EF4-FFF2-40B4-BE49-F238E27FC236}">
                    <a16:creationId xmlns:a16="http://schemas.microsoft.com/office/drawing/2014/main" id="{B0D5AF66-A39A-BD1C-4674-039124F36CCB}"/>
                  </a:ext>
                </a:extLst>
              </p:cNvPr>
              <p:cNvSpPr/>
              <p:nvPr/>
            </p:nvSpPr>
            <p:spPr>
              <a:xfrm>
                <a:off x="320494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4" name="ph6169">
                <a:extLst>
                  <a:ext uri="{FF2B5EF4-FFF2-40B4-BE49-F238E27FC236}">
                    <a16:creationId xmlns:a16="http://schemas.microsoft.com/office/drawing/2014/main" id="{B83FEF6D-E624-58CB-46CB-BEE61104C14E}"/>
                  </a:ext>
                </a:extLst>
              </p:cNvPr>
              <p:cNvSpPr/>
              <p:nvPr/>
            </p:nvSpPr>
            <p:spPr>
              <a:xfrm>
                <a:off x="321438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5" name="ph6170">
                <a:extLst>
                  <a:ext uri="{FF2B5EF4-FFF2-40B4-BE49-F238E27FC236}">
                    <a16:creationId xmlns:a16="http://schemas.microsoft.com/office/drawing/2014/main" id="{CBF09FA4-78E5-B6B0-97DE-6E0038B29D3D}"/>
                  </a:ext>
                </a:extLst>
              </p:cNvPr>
              <p:cNvSpPr/>
              <p:nvPr/>
            </p:nvSpPr>
            <p:spPr>
              <a:xfrm>
                <a:off x="322382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6" name="ph6171">
                <a:extLst>
                  <a:ext uri="{FF2B5EF4-FFF2-40B4-BE49-F238E27FC236}">
                    <a16:creationId xmlns:a16="http://schemas.microsoft.com/office/drawing/2014/main" id="{97E5956C-C071-084A-816C-06C192F5EF03}"/>
                  </a:ext>
                </a:extLst>
              </p:cNvPr>
              <p:cNvSpPr/>
              <p:nvPr/>
            </p:nvSpPr>
            <p:spPr>
              <a:xfrm>
                <a:off x="323326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7" name="ph6172">
                <a:extLst>
                  <a:ext uri="{FF2B5EF4-FFF2-40B4-BE49-F238E27FC236}">
                    <a16:creationId xmlns:a16="http://schemas.microsoft.com/office/drawing/2014/main" id="{67FA04AD-3BEB-34FF-45B1-96A577442167}"/>
                  </a:ext>
                </a:extLst>
              </p:cNvPr>
              <p:cNvSpPr/>
              <p:nvPr/>
            </p:nvSpPr>
            <p:spPr>
              <a:xfrm>
                <a:off x="324270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8" name="ph6173">
                <a:extLst>
                  <a:ext uri="{FF2B5EF4-FFF2-40B4-BE49-F238E27FC236}">
                    <a16:creationId xmlns:a16="http://schemas.microsoft.com/office/drawing/2014/main" id="{D82D65B3-4CA8-8476-B9FF-D6AB1E7C02F8}"/>
                  </a:ext>
                </a:extLst>
              </p:cNvPr>
              <p:cNvSpPr/>
              <p:nvPr/>
            </p:nvSpPr>
            <p:spPr>
              <a:xfrm>
                <a:off x="325214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9" name="ph6174">
                <a:extLst>
                  <a:ext uri="{FF2B5EF4-FFF2-40B4-BE49-F238E27FC236}">
                    <a16:creationId xmlns:a16="http://schemas.microsoft.com/office/drawing/2014/main" id="{978CE0B2-0CCC-4A42-29C5-543B96DE6569}"/>
                  </a:ext>
                </a:extLst>
              </p:cNvPr>
              <p:cNvSpPr/>
              <p:nvPr/>
            </p:nvSpPr>
            <p:spPr>
              <a:xfrm>
                <a:off x="326158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0" name="ph6175">
                <a:extLst>
                  <a:ext uri="{FF2B5EF4-FFF2-40B4-BE49-F238E27FC236}">
                    <a16:creationId xmlns:a16="http://schemas.microsoft.com/office/drawing/2014/main" id="{2AE5DAAB-D66E-499C-2E4A-2046409AA896}"/>
                  </a:ext>
                </a:extLst>
              </p:cNvPr>
              <p:cNvSpPr/>
              <p:nvPr/>
            </p:nvSpPr>
            <p:spPr>
              <a:xfrm>
                <a:off x="327102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1" name="ph6176">
                <a:extLst>
                  <a:ext uri="{FF2B5EF4-FFF2-40B4-BE49-F238E27FC236}">
                    <a16:creationId xmlns:a16="http://schemas.microsoft.com/office/drawing/2014/main" id="{11F4CF96-E745-566F-BDD8-542E8BADE7E3}"/>
                  </a:ext>
                </a:extLst>
              </p:cNvPr>
              <p:cNvSpPr/>
              <p:nvPr/>
            </p:nvSpPr>
            <p:spPr>
              <a:xfrm>
                <a:off x="328046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2" name="ph6177">
                <a:extLst>
                  <a:ext uri="{FF2B5EF4-FFF2-40B4-BE49-F238E27FC236}">
                    <a16:creationId xmlns:a16="http://schemas.microsoft.com/office/drawing/2014/main" id="{15BF446D-7779-20E1-EB52-69A8B52E9FD4}"/>
                  </a:ext>
                </a:extLst>
              </p:cNvPr>
              <p:cNvSpPr/>
              <p:nvPr/>
            </p:nvSpPr>
            <p:spPr>
              <a:xfrm>
                <a:off x="328990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3" name="ph6178">
                <a:extLst>
                  <a:ext uri="{FF2B5EF4-FFF2-40B4-BE49-F238E27FC236}">
                    <a16:creationId xmlns:a16="http://schemas.microsoft.com/office/drawing/2014/main" id="{E1C86B17-2DE1-B432-4620-09E335A11E34}"/>
                  </a:ext>
                </a:extLst>
              </p:cNvPr>
              <p:cNvSpPr/>
              <p:nvPr/>
            </p:nvSpPr>
            <p:spPr>
              <a:xfrm>
                <a:off x="329934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4" name="ph6179">
                <a:extLst>
                  <a:ext uri="{FF2B5EF4-FFF2-40B4-BE49-F238E27FC236}">
                    <a16:creationId xmlns:a16="http://schemas.microsoft.com/office/drawing/2014/main" id="{219DA84E-A9E9-7721-5CA9-C720970756E3}"/>
                  </a:ext>
                </a:extLst>
              </p:cNvPr>
              <p:cNvSpPr/>
              <p:nvPr/>
            </p:nvSpPr>
            <p:spPr>
              <a:xfrm>
                <a:off x="330878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5" name="ph6180">
                <a:extLst>
                  <a:ext uri="{FF2B5EF4-FFF2-40B4-BE49-F238E27FC236}">
                    <a16:creationId xmlns:a16="http://schemas.microsoft.com/office/drawing/2014/main" id="{5A4F38D1-EE2E-7FE3-6247-8F576544C9ED}"/>
                  </a:ext>
                </a:extLst>
              </p:cNvPr>
              <p:cNvSpPr/>
              <p:nvPr/>
            </p:nvSpPr>
            <p:spPr>
              <a:xfrm>
                <a:off x="331822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6" name="ph6181">
                <a:extLst>
                  <a:ext uri="{FF2B5EF4-FFF2-40B4-BE49-F238E27FC236}">
                    <a16:creationId xmlns:a16="http://schemas.microsoft.com/office/drawing/2014/main" id="{CA4214D6-8AB5-AEA3-31BF-889DA3195D92}"/>
                  </a:ext>
                </a:extLst>
              </p:cNvPr>
              <p:cNvSpPr/>
              <p:nvPr/>
            </p:nvSpPr>
            <p:spPr>
              <a:xfrm>
                <a:off x="332766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7" name="ph6182">
                <a:extLst>
                  <a:ext uri="{FF2B5EF4-FFF2-40B4-BE49-F238E27FC236}">
                    <a16:creationId xmlns:a16="http://schemas.microsoft.com/office/drawing/2014/main" id="{5A9EC5AF-CB7E-E13F-124F-5618CB4FA5BE}"/>
                  </a:ext>
                </a:extLst>
              </p:cNvPr>
              <p:cNvSpPr/>
              <p:nvPr/>
            </p:nvSpPr>
            <p:spPr>
              <a:xfrm>
                <a:off x="333710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8" name="ph6183">
                <a:extLst>
                  <a:ext uri="{FF2B5EF4-FFF2-40B4-BE49-F238E27FC236}">
                    <a16:creationId xmlns:a16="http://schemas.microsoft.com/office/drawing/2014/main" id="{0C726C08-BCF1-E769-C711-1F8560AB2622}"/>
                  </a:ext>
                </a:extLst>
              </p:cNvPr>
              <p:cNvSpPr/>
              <p:nvPr/>
            </p:nvSpPr>
            <p:spPr>
              <a:xfrm>
                <a:off x="334654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9" name="ph6184">
                <a:extLst>
                  <a:ext uri="{FF2B5EF4-FFF2-40B4-BE49-F238E27FC236}">
                    <a16:creationId xmlns:a16="http://schemas.microsoft.com/office/drawing/2014/main" id="{DDA054B1-5A30-E685-1216-A0993F182D47}"/>
                  </a:ext>
                </a:extLst>
              </p:cNvPr>
              <p:cNvSpPr/>
              <p:nvPr/>
            </p:nvSpPr>
            <p:spPr>
              <a:xfrm>
                <a:off x="335598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0" name="ph6185">
                <a:extLst>
                  <a:ext uri="{FF2B5EF4-FFF2-40B4-BE49-F238E27FC236}">
                    <a16:creationId xmlns:a16="http://schemas.microsoft.com/office/drawing/2014/main" id="{D5DA4B03-5A3F-0EE5-AE5A-C3E3214FE287}"/>
                  </a:ext>
                </a:extLst>
              </p:cNvPr>
              <p:cNvSpPr/>
              <p:nvPr/>
            </p:nvSpPr>
            <p:spPr>
              <a:xfrm>
                <a:off x="336542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1" name="ph6186">
                <a:extLst>
                  <a:ext uri="{FF2B5EF4-FFF2-40B4-BE49-F238E27FC236}">
                    <a16:creationId xmlns:a16="http://schemas.microsoft.com/office/drawing/2014/main" id="{BBDF1AF1-0993-003E-7FC2-50A81A610533}"/>
                  </a:ext>
                </a:extLst>
              </p:cNvPr>
              <p:cNvSpPr/>
              <p:nvPr/>
            </p:nvSpPr>
            <p:spPr>
              <a:xfrm>
                <a:off x="337486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2" name="ph6187">
                <a:extLst>
                  <a:ext uri="{FF2B5EF4-FFF2-40B4-BE49-F238E27FC236}">
                    <a16:creationId xmlns:a16="http://schemas.microsoft.com/office/drawing/2014/main" id="{205E302A-4875-2AFD-EFCA-973536FE19B3}"/>
                  </a:ext>
                </a:extLst>
              </p:cNvPr>
              <p:cNvSpPr/>
              <p:nvPr/>
            </p:nvSpPr>
            <p:spPr>
              <a:xfrm>
                <a:off x="338430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3" name="ph6188">
                <a:extLst>
                  <a:ext uri="{FF2B5EF4-FFF2-40B4-BE49-F238E27FC236}">
                    <a16:creationId xmlns:a16="http://schemas.microsoft.com/office/drawing/2014/main" id="{D91CAE7B-AC18-F5C0-4A6D-50AE21902C27}"/>
                  </a:ext>
                </a:extLst>
              </p:cNvPr>
              <p:cNvSpPr/>
              <p:nvPr/>
            </p:nvSpPr>
            <p:spPr>
              <a:xfrm>
                <a:off x="339374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4" name="ph6189">
                <a:extLst>
                  <a:ext uri="{FF2B5EF4-FFF2-40B4-BE49-F238E27FC236}">
                    <a16:creationId xmlns:a16="http://schemas.microsoft.com/office/drawing/2014/main" id="{C5F1ADB7-66EC-E0ED-34DA-7B083D05EB5D}"/>
                  </a:ext>
                </a:extLst>
              </p:cNvPr>
              <p:cNvSpPr/>
              <p:nvPr/>
            </p:nvSpPr>
            <p:spPr>
              <a:xfrm>
                <a:off x="340318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5" name="ph6190">
                <a:extLst>
                  <a:ext uri="{FF2B5EF4-FFF2-40B4-BE49-F238E27FC236}">
                    <a16:creationId xmlns:a16="http://schemas.microsoft.com/office/drawing/2014/main" id="{28BAF9AF-E9ED-4948-706E-4F79C6D0DEFE}"/>
                  </a:ext>
                </a:extLst>
              </p:cNvPr>
              <p:cNvSpPr/>
              <p:nvPr/>
            </p:nvSpPr>
            <p:spPr>
              <a:xfrm>
                <a:off x="341262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6" name="ph6191">
                <a:extLst>
                  <a:ext uri="{FF2B5EF4-FFF2-40B4-BE49-F238E27FC236}">
                    <a16:creationId xmlns:a16="http://schemas.microsoft.com/office/drawing/2014/main" id="{761CBEB4-F5E3-9306-CA1B-EB9C0A13A46B}"/>
                  </a:ext>
                </a:extLst>
              </p:cNvPr>
              <p:cNvSpPr/>
              <p:nvPr/>
            </p:nvSpPr>
            <p:spPr>
              <a:xfrm>
                <a:off x="3422066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7" name="ph6192">
                <a:extLst>
                  <a:ext uri="{FF2B5EF4-FFF2-40B4-BE49-F238E27FC236}">
                    <a16:creationId xmlns:a16="http://schemas.microsoft.com/office/drawing/2014/main" id="{819519F2-2426-CC53-2101-6E4B55DAEC52}"/>
                  </a:ext>
                </a:extLst>
              </p:cNvPr>
              <p:cNvSpPr/>
              <p:nvPr/>
            </p:nvSpPr>
            <p:spPr>
              <a:xfrm>
                <a:off x="343150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8" name="ph6193">
                <a:extLst>
                  <a:ext uri="{FF2B5EF4-FFF2-40B4-BE49-F238E27FC236}">
                    <a16:creationId xmlns:a16="http://schemas.microsoft.com/office/drawing/2014/main" id="{40DFC132-09EB-E37E-25BF-D578724E2299}"/>
                  </a:ext>
                </a:extLst>
              </p:cNvPr>
              <p:cNvSpPr/>
              <p:nvPr/>
            </p:nvSpPr>
            <p:spPr>
              <a:xfrm>
                <a:off x="344094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9" name="ph6194">
                <a:extLst>
                  <a:ext uri="{FF2B5EF4-FFF2-40B4-BE49-F238E27FC236}">
                    <a16:creationId xmlns:a16="http://schemas.microsoft.com/office/drawing/2014/main" id="{E3D9667C-F064-DABB-5E8A-6759009E695D}"/>
                  </a:ext>
                </a:extLst>
              </p:cNvPr>
              <p:cNvSpPr/>
              <p:nvPr/>
            </p:nvSpPr>
            <p:spPr>
              <a:xfrm>
                <a:off x="345038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0" name="ph6195">
                <a:extLst>
                  <a:ext uri="{FF2B5EF4-FFF2-40B4-BE49-F238E27FC236}">
                    <a16:creationId xmlns:a16="http://schemas.microsoft.com/office/drawing/2014/main" id="{ED5B5414-3AE1-C22B-F847-0653711B109E}"/>
                  </a:ext>
                </a:extLst>
              </p:cNvPr>
              <p:cNvSpPr/>
              <p:nvPr/>
            </p:nvSpPr>
            <p:spPr>
              <a:xfrm>
                <a:off x="3459827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1" name="ph6196">
                <a:extLst>
                  <a:ext uri="{FF2B5EF4-FFF2-40B4-BE49-F238E27FC236}">
                    <a16:creationId xmlns:a16="http://schemas.microsoft.com/office/drawing/2014/main" id="{15778FC9-8FCB-670E-E479-AC4E80CAEF2A}"/>
                  </a:ext>
                </a:extLst>
              </p:cNvPr>
              <p:cNvSpPr/>
              <p:nvPr/>
            </p:nvSpPr>
            <p:spPr>
              <a:xfrm>
                <a:off x="346926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2" name="ph6197">
                <a:extLst>
                  <a:ext uri="{FF2B5EF4-FFF2-40B4-BE49-F238E27FC236}">
                    <a16:creationId xmlns:a16="http://schemas.microsoft.com/office/drawing/2014/main" id="{79A0AEE9-A591-4CEB-38F1-AA2BEDD653AC}"/>
                  </a:ext>
                </a:extLst>
              </p:cNvPr>
              <p:cNvSpPr/>
              <p:nvPr/>
            </p:nvSpPr>
            <p:spPr>
              <a:xfrm>
                <a:off x="347870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3" name="ph6198">
                <a:extLst>
                  <a:ext uri="{FF2B5EF4-FFF2-40B4-BE49-F238E27FC236}">
                    <a16:creationId xmlns:a16="http://schemas.microsoft.com/office/drawing/2014/main" id="{9FE650D1-6CFE-6999-FD5E-C3CCE05C70B0}"/>
                  </a:ext>
                </a:extLst>
              </p:cNvPr>
              <p:cNvSpPr/>
              <p:nvPr/>
            </p:nvSpPr>
            <p:spPr>
              <a:xfrm>
                <a:off x="348814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4" name="ph6199">
                <a:extLst>
                  <a:ext uri="{FF2B5EF4-FFF2-40B4-BE49-F238E27FC236}">
                    <a16:creationId xmlns:a16="http://schemas.microsoft.com/office/drawing/2014/main" id="{C5E34377-B1CF-1989-198A-53819019D085}"/>
                  </a:ext>
                </a:extLst>
              </p:cNvPr>
              <p:cNvSpPr/>
              <p:nvPr/>
            </p:nvSpPr>
            <p:spPr>
              <a:xfrm>
                <a:off x="3497588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5" name="ph6200">
                <a:extLst>
                  <a:ext uri="{FF2B5EF4-FFF2-40B4-BE49-F238E27FC236}">
                    <a16:creationId xmlns:a16="http://schemas.microsoft.com/office/drawing/2014/main" id="{F57BE8B1-3294-7CF9-BCEF-505B631EB246}"/>
                  </a:ext>
                </a:extLst>
              </p:cNvPr>
              <p:cNvSpPr/>
              <p:nvPr/>
            </p:nvSpPr>
            <p:spPr>
              <a:xfrm>
                <a:off x="350702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6" name="ph6201">
                <a:extLst>
                  <a:ext uri="{FF2B5EF4-FFF2-40B4-BE49-F238E27FC236}">
                    <a16:creationId xmlns:a16="http://schemas.microsoft.com/office/drawing/2014/main" id="{8DAF12EA-3FDF-0C77-E7F9-F7E111E11E30}"/>
                  </a:ext>
                </a:extLst>
              </p:cNvPr>
              <p:cNvSpPr/>
              <p:nvPr/>
            </p:nvSpPr>
            <p:spPr>
              <a:xfrm>
                <a:off x="351646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7" name="ph6202">
                <a:extLst>
                  <a:ext uri="{FF2B5EF4-FFF2-40B4-BE49-F238E27FC236}">
                    <a16:creationId xmlns:a16="http://schemas.microsoft.com/office/drawing/2014/main" id="{D98DB031-C98F-CF17-AA97-10496A96EF0B}"/>
                  </a:ext>
                </a:extLst>
              </p:cNvPr>
              <p:cNvSpPr/>
              <p:nvPr/>
            </p:nvSpPr>
            <p:spPr>
              <a:xfrm>
                <a:off x="352590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8" name="ph6203">
                <a:extLst>
                  <a:ext uri="{FF2B5EF4-FFF2-40B4-BE49-F238E27FC236}">
                    <a16:creationId xmlns:a16="http://schemas.microsoft.com/office/drawing/2014/main" id="{2A7B7701-5208-42D7-E4F6-829ACF31E604}"/>
                  </a:ext>
                </a:extLst>
              </p:cNvPr>
              <p:cNvSpPr/>
              <p:nvPr/>
            </p:nvSpPr>
            <p:spPr>
              <a:xfrm>
                <a:off x="3535349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9" name="ph6204">
                <a:extLst>
                  <a:ext uri="{FF2B5EF4-FFF2-40B4-BE49-F238E27FC236}">
                    <a16:creationId xmlns:a16="http://schemas.microsoft.com/office/drawing/2014/main" id="{715221A7-131F-B5C6-A642-E8079BF6B6BC}"/>
                  </a:ext>
                </a:extLst>
              </p:cNvPr>
              <p:cNvSpPr/>
              <p:nvPr/>
            </p:nvSpPr>
            <p:spPr>
              <a:xfrm>
                <a:off x="354479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0" name="ph6205">
                <a:extLst>
                  <a:ext uri="{FF2B5EF4-FFF2-40B4-BE49-F238E27FC236}">
                    <a16:creationId xmlns:a16="http://schemas.microsoft.com/office/drawing/2014/main" id="{73EFC0B2-77C5-BEBC-8239-23C26F37100B}"/>
                  </a:ext>
                </a:extLst>
              </p:cNvPr>
              <p:cNvSpPr/>
              <p:nvPr/>
            </p:nvSpPr>
            <p:spPr>
              <a:xfrm>
                <a:off x="355423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1" name="ph6206">
                <a:extLst>
                  <a:ext uri="{FF2B5EF4-FFF2-40B4-BE49-F238E27FC236}">
                    <a16:creationId xmlns:a16="http://schemas.microsoft.com/office/drawing/2014/main" id="{AD1B2B14-E8B9-A2B8-E0C0-F73EE3112C3C}"/>
                  </a:ext>
                </a:extLst>
              </p:cNvPr>
              <p:cNvSpPr/>
              <p:nvPr/>
            </p:nvSpPr>
            <p:spPr>
              <a:xfrm>
                <a:off x="356367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2" name="ph6207">
                <a:extLst>
                  <a:ext uri="{FF2B5EF4-FFF2-40B4-BE49-F238E27FC236}">
                    <a16:creationId xmlns:a16="http://schemas.microsoft.com/office/drawing/2014/main" id="{E02061D1-7366-8E3A-BB8A-917368FEA23D}"/>
                  </a:ext>
                </a:extLst>
              </p:cNvPr>
              <p:cNvSpPr/>
              <p:nvPr/>
            </p:nvSpPr>
            <p:spPr>
              <a:xfrm>
                <a:off x="357311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3" name="ph6208">
                <a:extLst>
                  <a:ext uri="{FF2B5EF4-FFF2-40B4-BE49-F238E27FC236}">
                    <a16:creationId xmlns:a16="http://schemas.microsoft.com/office/drawing/2014/main" id="{CA798DCD-68F3-931B-3A02-847059310A24}"/>
                  </a:ext>
                </a:extLst>
              </p:cNvPr>
              <p:cNvSpPr/>
              <p:nvPr/>
            </p:nvSpPr>
            <p:spPr>
              <a:xfrm>
                <a:off x="3582550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4" name="ph6209">
                <a:extLst>
                  <a:ext uri="{FF2B5EF4-FFF2-40B4-BE49-F238E27FC236}">
                    <a16:creationId xmlns:a16="http://schemas.microsoft.com/office/drawing/2014/main" id="{5C343609-5A6A-B35E-B823-C0B6A18C3C22}"/>
                  </a:ext>
                </a:extLst>
              </p:cNvPr>
              <p:cNvSpPr/>
              <p:nvPr/>
            </p:nvSpPr>
            <p:spPr>
              <a:xfrm>
                <a:off x="359199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5" name="ph6210">
                <a:extLst>
                  <a:ext uri="{FF2B5EF4-FFF2-40B4-BE49-F238E27FC236}">
                    <a16:creationId xmlns:a16="http://schemas.microsoft.com/office/drawing/2014/main" id="{C0085C38-1D09-9781-0E65-1960518F0200}"/>
                  </a:ext>
                </a:extLst>
              </p:cNvPr>
              <p:cNvSpPr/>
              <p:nvPr/>
            </p:nvSpPr>
            <p:spPr>
              <a:xfrm>
                <a:off x="360143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6" name="ph6211">
                <a:extLst>
                  <a:ext uri="{FF2B5EF4-FFF2-40B4-BE49-F238E27FC236}">
                    <a16:creationId xmlns:a16="http://schemas.microsoft.com/office/drawing/2014/main" id="{7425148D-B602-F835-6E4C-29E27BEA280E}"/>
                  </a:ext>
                </a:extLst>
              </p:cNvPr>
              <p:cNvSpPr/>
              <p:nvPr/>
            </p:nvSpPr>
            <p:spPr>
              <a:xfrm>
                <a:off x="361087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7" name="ph6212">
                <a:extLst>
                  <a:ext uri="{FF2B5EF4-FFF2-40B4-BE49-F238E27FC236}">
                    <a16:creationId xmlns:a16="http://schemas.microsoft.com/office/drawing/2014/main" id="{DF28915D-6427-C828-8381-4D4AC5CBAC6D}"/>
                  </a:ext>
                </a:extLst>
              </p:cNvPr>
              <p:cNvSpPr/>
              <p:nvPr/>
            </p:nvSpPr>
            <p:spPr>
              <a:xfrm>
                <a:off x="3620311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8" name="ph6213">
                <a:extLst>
                  <a:ext uri="{FF2B5EF4-FFF2-40B4-BE49-F238E27FC236}">
                    <a16:creationId xmlns:a16="http://schemas.microsoft.com/office/drawing/2014/main" id="{7C4825C2-FAFC-F2C4-88E9-72BB35236163}"/>
                  </a:ext>
                </a:extLst>
              </p:cNvPr>
              <p:cNvSpPr/>
              <p:nvPr/>
            </p:nvSpPr>
            <p:spPr>
              <a:xfrm>
                <a:off x="362975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9" name="ph6214">
                <a:extLst>
                  <a:ext uri="{FF2B5EF4-FFF2-40B4-BE49-F238E27FC236}">
                    <a16:creationId xmlns:a16="http://schemas.microsoft.com/office/drawing/2014/main" id="{DA784B76-8D10-9E6B-B6F3-1121EB4B3068}"/>
                  </a:ext>
                </a:extLst>
              </p:cNvPr>
              <p:cNvSpPr/>
              <p:nvPr/>
            </p:nvSpPr>
            <p:spPr>
              <a:xfrm>
                <a:off x="363919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0" name="ph6215">
                <a:extLst>
                  <a:ext uri="{FF2B5EF4-FFF2-40B4-BE49-F238E27FC236}">
                    <a16:creationId xmlns:a16="http://schemas.microsoft.com/office/drawing/2014/main" id="{EBC4E050-F4B3-33F8-C1E3-96EEEBB43CB8}"/>
                  </a:ext>
                </a:extLst>
              </p:cNvPr>
              <p:cNvSpPr/>
              <p:nvPr/>
            </p:nvSpPr>
            <p:spPr>
              <a:xfrm>
                <a:off x="364863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1" name="ph6216">
                <a:extLst>
                  <a:ext uri="{FF2B5EF4-FFF2-40B4-BE49-F238E27FC236}">
                    <a16:creationId xmlns:a16="http://schemas.microsoft.com/office/drawing/2014/main" id="{261646A8-CA5F-F1B6-6BED-C43FE24763E5}"/>
                  </a:ext>
                </a:extLst>
              </p:cNvPr>
              <p:cNvSpPr/>
              <p:nvPr/>
            </p:nvSpPr>
            <p:spPr>
              <a:xfrm>
                <a:off x="3658072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2" name="ph6217">
                <a:extLst>
                  <a:ext uri="{FF2B5EF4-FFF2-40B4-BE49-F238E27FC236}">
                    <a16:creationId xmlns:a16="http://schemas.microsoft.com/office/drawing/2014/main" id="{109B71A3-000D-94CA-2DF0-8F7D4CA850E5}"/>
                  </a:ext>
                </a:extLst>
              </p:cNvPr>
              <p:cNvSpPr/>
              <p:nvPr/>
            </p:nvSpPr>
            <p:spPr>
              <a:xfrm>
                <a:off x="366751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3" name="ph6218">
                <a:extLst>
                  <a:ext uri="{FF2B5EF4-FFF2-40B4-BE49-F238E27FC236}">
                    <a16:creationId xmlns:a16="http://schemas.microsoft.com/office/drawing/2014/main" id="{FE46190D-4C96-5D65-4595-954DC18D331F}"/>
                  </a:ext>
                </a:extLst>
              </p:cNvPr>
              <p:cNvSpPr/>
              <p:nvPr/>
            </p:nvSpPr>
            <p:spPr>
              <a:xfrm>
                <a:off x="367695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4" name="ph6219">
                <a:extLst>
                  <a:ext uri="{FF2B5EF4-FFF2-40B4-BE49-F238E27FC236}">
                    <a16:creationId xmlns:a16="http://schemas.microsoft.com/office/drawing/2014/main" id="{8976C7CB-49B1-3641-D74E-88A969F2C64F}"/>
                  </a:ext>
                </a:extLst>
              </p:cNvPr>
              <p:cNvSpPr/>
              <p:nvPr/>
            </p:nvSpPr>
            <p:spPr>
              <a:xfrm>
                <a:off x="368639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5" name="ph6220">
                <a:extLst>
                  <a:ext uri="{FF2B5EF4-FFF2-40B4-BE49-F238E27FC236}">
                    <a16:creationId xmlns:a16="http://schemas.microsoft.com/office/drawing/2014/main" id="{5E0EADE6-754C-E206-25C0-BA74DD6C1395}"/>
                  </a:ext>
                </a:extLst>
              </p:cNvPr>
              <p:cNvSpPr/>
              <p:nvPr/>
            </p:nvSpPr>
            <p:spPr>
              <a:xfrm>
                <a:off x="3695833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6" name="ph6221">
                <a:extLst>
                  <a:ext uri="{FF2B5EF4-FFF2-40B4-BE49-F238E27FC236}">
                    <a16:creationId xmlns:a16="http://schemas.microsoft.com/office/drawing/2014/main" id="{659E49F4-0E0F-9E9D-C9B3-61BD9912200A}"/>
                  </a:ext>
                </a:extLst>
              </p:cNvPr>
              <p:cNvSpPr/>
              <p:nvPr/>
            </p:nvSpPr>
            <p:spPr>
              <a:xfrm>
                <a:off x="370527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7" name="ph6222">
                <a:extLst>
                  <a:ext uri="{FF2B5EF4-FFF2-40B4-BE49-F238E27FC236}">
                    <a16:creationId xmlns:a16="http://schemas.microsoft.com/office/drawing/2014/main" id="{05470363-0FCE-A081-7112-96D23924451B}"/>
                  </a:ext>
                </a:extLst>
              </p:cNvPr>
              <p:cNvSpPr/>
              <p:nvPr/>
            </p:nvSpPr>
            <p:spPr>
              <a:xfrm>
                <a:off x="371471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8" name="ph6223">
                <a:extLst>
                  <a:ext uri="{FF2B5EF4-FFF2-40B4-BE49-F238E27FC236}">
                    <a16:creationId xmlns:a16="http://schemas.microsoft.com/office/drawing/2014/main" id="{E58F46FA-553D-9AAC-A13B-65831D1809CE}"/>
                  </a:ext>
                </a:extLst>
              </p:cNvPr>
              <p:cNvSpPr/>
              <p:nvPr/>
            </p:nvSpPr>
            <p:spPr>
              <a:xfrm>
                <a:off x="372415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9" name="ph6224">
                <a:extLst>
                  <a:ext uri="{FF2B5EF4-FFF2-40B4-BE49-F238E27FC236}">
                    <a16:creationId xmlns:a16="http://schemas.microsoft.com/office/drawing/2014/main" id="{24AA7378-B062-0680-3928-03B18A710ECC}"/>
                  </a:ext>
                </a:extLst>
              </p:cNvPr>
              <p:cNvSpPr/>
              <p:nvPr/>
            </p:nvSpPr>
            <p:spPr>
              <a:xfrm>
                <a:off x="3733594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0" name="ph6225">
                <a:extLst>
                  <a:ext uri="{FF2B5EF4-FFF2-40B4-BE49-F238E27FC236}">
                    <a16:creationId xmlns:a16="http://schemas.microsoft.com/office/drawing/2014/main" id="{2DFAD5FE-9808-2668-FDC8-DA983AE57F55}"/>
                  </a:ext>
                </a:extLst>
              </p:cNvPr>
              <p:cNvSpPr/>
              <p:nvPr/>
            </p:nvSpPr>
            <p:spPr>
              <a:xfrm>
                <a:off x="3743035" y="137715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1" name="ph6226">
                <a:extLst>
                  <a:ext uri="{FF2B5EF4-FFF2-40B4-BE49-F238E27FC236}">
                    <a16:creationId xmlns:a16="http://schemas.microsoft.com/office/drawing/2014/main" id="{3A414261-7819-48BB-4947-9AC3FCBCF164}"/>
                  </a:ext>
                </a:extLst>
              </p:cNvPr>
              <p:cNvSpPr/>
              <p:nvPr/>
            </p:nvSpPr>
            <p:spPr>
              <a:xfrm>
                <a:off x="3752475" y="139472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5839"/>
                    </a:lnTo>
                    <a:lnTo>
                      <a:pt x="922459" y="909359"/>
                    </a:lnTo>
                    <a:lnTo>
                      <a:pt x="920257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2" name="ph6227">
                <a:extLst>
                  <a:ext uri="{FF2B5EF4-FFF2-40B4-BE49-F238E27FC236}">
                    <a16:creationId xmlns:a16="http://schemas.microsoft.com/office/drawing/2014/main" id="{BDD98395-E01E-4E46-2EB6-7C081B5A16A8}"/>
                  </a:ext>
                </a:extLst>
              </p:cNvPr>
              <p:cNvSpPr/>
              <p:nvPr/>
            </p:nvSpPr>
            <p:spPr>
              <a:xfrm>
                <a:off x="3761915" y="1377151"/>
                <a:ext cx="917782" cy="923409"/>
              </a:xfrm>
              <a:custGeom>
                <a:avLst/>
                <a:gdLst/>
                <a:ahLst/>
                <a:cxnLst/>
                <a:rect l="0" t="0" r="0" b="0"/>
                <a:pathLst>
                  <a:path w="917782" h="923409">
                    <a:moveTo>
                      <a:pt x="914400" y="914400"/>
                    </a:moveTo>
                    <a:lnTo>
                      <a:pt x="917782" y="914400"/>
                    </a:lnTo>
                    <a:lnTo>
                      <a:pt x="916513" y="918021"/>
                    </a:lnTo>
                    <a:lnTo>
                      <a:pt x="914400" y="92340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3" name="ph6228">
                <a:extLst>
                  <a:ext uri="{FF2B5EF4-FFF2-40B4-BE49-F238E27FC236}">
                    <a16:creationId xmlns:a16="http://schemas.microsoft.com/office/drawing/2014/main" id="{B4170050-45B6-142A-2357-66C135814DBE}"/>
                  </a:ext>
                </a:extLst>
              </p:cNvPr>
              <p:cNvSpPr/>
              <p:nvPr/>
            </p:nvSpPr>
            <p:spPr>
              <a:xfrm>
                <a:off x="2081552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775" y="931969"/>
                    </a:lnTo>
                    <a:lnTo>
                      <a:pt x="912181" y="930739"/>
                    </a:lnTo>
                    <a:lnTo>
                      <a:pt x="908473" y="922206"/>
                    </a:lnTo>
                    <a:lnTo>
                      <a:pt x="905428" y="914400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4" name="ph6229">
                <a:extLst>
                  <a:ext uri="{FF2B5EF4-FFF2-40B4-BE49-F238E27FC236}">
                    <a16:creationId xmlns:a16="http://schemas.microsoft.com/office/drawing/2014/main" id="{084DBFD7-6456-9455-2124-4E69A1347043}"/>
                  </a:ext>
                </a:extLst>
              </p:cNvPr>
              <p:cNvSpPr/>
              <p:nvPr/>
            </p:nvSpPr>
            <p:spPr>
              <a:xfrm>
                <a:off x="208155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5" name="ph6230">
                <a:extLst>
                  <a:ext uri="{FF2B5EF4-FFF2-40B4-BE49-F238E27FC236}">
                    <a16:creationId xmlns:a16="http://schemas.microsoft.com/office/drawing/2014/main" id="{FF32AD89-F251-1557-7136-3EE37153A093}"/>
                  </a:ext>
                </a:extLst>
              </p:cNvPr>
              <p:cNvSpPr/>
              <p:nvPr/>
            </p:nvSpPr>
            <p:spPr>
              <a:xfrm>
                <a:off x="209099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6" name="ph6231">
                <a:extLst>
                  <a:ext uri="{FF2B5EF4-FFF2-40B4-BE49-F238E27FC236}">
                    <a16:creationId xmlns:a16="http://schemas.microsoft.com/office/drawing/2014/main" id="{40A6F732-59D8-7D57-39D4-8197A23418BA}"/>
                  </a:ext>
                </a:extLst>
              </p:cNvPr>
              <p:cNvSpPr/>
              <p:nvPr/>
            </p:nvSpPr>
            <p:spPr>
              <a:xfrm>
                <a:off x="210043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7" name="ph6232">
                <a:extLst>
                  <a:ext uri="{FF2B5EF4-FFF2-40B4-BE49-F238E27FC236}">
                    <a16:creationId xmlns:a16="http://schemas.microsoft.com/office/drawing/2014/main" id="{F8CECF3D-23D5-AFB1-51C3-3A7816C588E5}"/>
                  </a:ext>
                </a:extLst>
              </p:cNvPr>
              <p:cNvSpPr/>
              <p:nvPr/>
            </p:nvSpPr>
            <p:spPr>
              <a:xfrm>
                <a:off x="210987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8" name="ph6233">
                <a:extLst>
                  <a:ext uri="{FF2B5EF4-FFF2-40B4-BE49-F238E27FC236}">
                    <a16:creationId xmlns:a16="http://schemas.microsoft.com/office/drawing/2014/main" id="{D088CE43-B4BA-EFC8-9FD3-1ECE72122BC3}"/>
                  </a:ext>
                </a:extLst>
              </p:cNvPr>
              <p:cNvSpPr/>
              <p:nvPr/>
            </p:nvSpPr>
            <p:spPr>
              <a:xfrm>
                <a:off x="211931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9" name="ph6234">
                <a:extLst>
                  <a:ext uri="{FF2B5EF4-FFF2-40B4-BE49-F238E27FC236}">
                    <a16:creationId xmlns:a16="http://schemas.microsoft.com/office/drawing/2014/main" id="{3614FE1A-E09E-8A83-B476-4FF929E40A9E}"/>
                  </a:ext>
                </a:extLst>
              </p:cNvPr>
              <p:cNvSpPr/>
              <p:nvPr/>
            </p:nvSpPr>
            <p:spPr>
              <a:xfrm>
                <a:off x="212875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0" name="ph6235">
                <a:extLst>
                  <a:ext uri="{FF2B5EF4-FFF2-40B4-BE49-F238E27FC236}">
                    <a16:creationId xmlns:a16="http://schemas.microsoft.com/office/drawing/2014/main" id="{6C3189A3-AECA-D84F-33A2-0995F6AD2E00}"/>
                  </a:ext>
                </a:extLst>
              </p:cNvPr>
              <p:cNvSpPr/>
              <p:nvPr/>
            </p:nvSpPr>
            <p:spPr>
              <a:xfrm>
                <a:off x="213819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1" name="ph6236">
                <a:extLst>
                  <a:ext uri="{FF2B5EF4-FFF2-40B4-BE49-F238E27FC236}">
                    <a16:creationId xmlns:a16="http://schemas.microsoft.com/office/drawing/2014/main" id="{EC40059D-2434-59A0-F4D5-4786F9A1CEB3}"/>
                  </a:ext>
                </a:extLst>
              </p:cNvPr>
              <p:cNvSpPr/>
              <p:nvPr/>
            </p:nvSpPr>
            <p:spPr>
              <a:xfrm>
                <a:off x="214763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2" name="ph6237">
                <a:extLst>
                  <a:ext uri="{FF2B5EF4-FFF2-40B4-BE49-F238E27FC236}">
                    <a16:creationId xmlns:a16="http://schemas.microsoft.com/office/drawing/2014/main" id="{D0783478-6BAF-5DCD-DC42-A69DC0D32BEF}"/>
                  </a:ext>
                </a:extLst>
              </p:cNvPr>
              <p:cNvSpPr/>
              <p:nvPr/>
            </p:nvSpPr>
            <p:spPr>
              <a:xfrm>
                <a:off x="215707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3" name="ph6238">
                <a:extLst>
                  <a:ext uri="{FF2B5EF4-FFF2-40B4-BE49-F238E27FC236}">
                    <a16:creationId xmlns:a16="http://schemas.microsoft.com/office/drawing/2014/main" id="{560A886E-E163-A751-3C7B-41203844D922}"/>
                  </a:ext>
                </a:extLst>
              </p:cNvPr>
              <p:cNvSpPr/>
              <p:nvPr/>
            </p:nvSpPr>
            <p:spPr>
              <a:xfrm>
                <a:off x="216651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4" name="ph6239">
                <a:extLst>
                  <a:ext uri="{FF2B5EF4-FFF2-40B4-BE49-F238E27FC236}">
                    <a16:creationId xmlns:a16="http://schemas.microsoft.com/office/drawing/2014/main" id="{F5D4D1B1-7E1C-CFC1-2A80-A2D710F16D11}"/>
                  </a:ext>
                </a:extLst>
              </p:cNvPr>
              <p:cNvSpPr/>
              <p:nvPr/>
            </p:nvSpPr>
            <p:spPr>
              <a:xfrm>
                <a:off x="217595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5" name="ph6240">
                <a:extLst>
                  <a:ext uri="{FF2B5EF4-FFF2-40B4-BE49-F238E27FC236}">
                    <a16:creationId xmlns:a16="http://schemas.microsoft.com/office/drawing/2014/main" id="{BFFA9EDE-1A48-6E0C-7599-1D172AAEC767}"/>
                  </a:ext>
                </a:extLst>
              </p:cNvPr>
              <p:cNvSpPr/>
              <p:nvPr/>
            </p:nvSpPr>
            <p:spPr>
              <a:xfrm>
                <a:off x="218539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6" name="ph6241">
                <a:extLst>
                  <a:ext uri="{FF2B5EF4-FFF2-40B4-BE49-F238E27FC236}">
                    <a16:creationId xmlns:a16="http://schemas.microsoft.com/office/drawing/2014/main" id="{76D7CF6D-F9E7-3AD1-A298-80AA26EE8716}"/>
                  </a:ext>
                </a:extLst>
              </p:cNvPr>
              <p:cNvSpPr/>
              <p:nvPr/>
            </p:nvSpPr>
            <p:spPr>
              <a:xfrm>
                <a:off x="219483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7" name="ph6242">
                <a:extLst>
                  <a:ext uri="{FF2B5EF4-FFF2-40B4-BE49-F238E27FC236}">
                    <a16:creationId xmlns:a16="http://schemas.microsoft.com/office/drawing/2014/main" id="{670BEB85-137E-E4D1-08AF-4AB9362380CA}"/>
                  </a:ext>
                </a:extLst>
              </p:cNvPr>
              <p:cNvSpPr/>
              <p:nvPr/>
            </p:nvSpPr>
            <p:spPr>
              <a:xfrm>
                <a:off x="220427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8" name="ph6243">
                <a:extLst>
                  <a:ext uri="{FF2B5EF4-FFF2-40B4-BE49-F238E27FC236}">
                    <a16:creationId xmlns:a16="http://schemas.microsoft.com/office/drawing/2014/main" id="{1D39437F-DEE8-3FCA-758C-6E9D3B96F1D6}"/>
                  </a:ext>
                </a:extLst>
              </p:cNvPr>
              <p:cNvSpPr/>
              <p:nvPr/>
            </p:nvSpPr>
            <p:spPr>
              <a:xfrm>
                <a:off x="221371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9" name="ph6244">
                <a:extLst>
                  <a:ext uri="{FF2B5EF4-FFF2-40B4-BE49-F238E27FC236}">
                    <a16:creationId xmlns:a16="http://schemas.microsoft.com/office/drawing/2014/main" id="{653CF861-5792-B3AD-A337-AFF9B78E443B}"/>
                  </a:ext>
                </a:extLst>
              </p:cNvPr>
              <p:cNvSpPr/>
              <p:nvPr/>
            </p:nvSpPr>
            <p:spPr>
              <a:xfrm>
                <a:off x="222315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0" name="ph6245">
                <a:extLst>
                  <a:ext uri="{FF2B5EF4-FFF2-40B4-BE49-F238E27FC236}">
                    <a16:creationId xmlns:a16="http://schemas.microsoft.com/office/drawing/2014/main" id="{E9F0838A-AD03-DBD2-78F8-90825E113713}"/>
                  </a:ext>
                </a:extLst>
              </p:cNvPr>
              <p:cNvSpPr/>
              <p:nvPr/>
            </p:nvSpPr>
            <p:spPr>
              <a:xfrm>
                <a:off x="223259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1" name="ph6246">
                <a:extLst>
                  <a:ext uri="{FF2B5EF4-FFF2-40B4-BE49-F238E27FC236}">
                    <a16:creationId xmlns:a16="http://schemas.microsoft.com/office/drawing/2014/main" id="{91C99FA6-5561-2F69-22C5-0A1F4FE4FFC9}"/>
                  </a:ext>
                </a:extLst>
              </p:cNvPr>
              <p:cNvSpPr/>
              <p:nvPr/>
            </p:nvSpPr>
            <p:spPr>
              <a:xfrm>
                <a:off x="224203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2" name="ph6247">
                <a:extLst>
                  <a:ext uri="{FF2B5EF4-FFF2-40B4-BE49-F238E27FC236}">
                    <a16:creationId xmlns:a16="http://schemas.microsoft.com/office/drawing/2014/main" id="{4B1272F7-CA55-3F6F-2A2C-FC67540A51DB}"/>
                  </a:ext>
                </a:extLst>
              </p:cNvPr>
              <p:cNvSpPr/>
              <p:nvPr/>
            </p:nvSpPr>
            <p:spPr>
              <a:xfrm>
                <a:off x="225147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3" name="ph6248">
                <a:extLst>
                  <a:ext uri="{FF2B5EF4-FFF2-40B4-BE49-F238E27FC236}">
                    <a16:creationId xmlns:a16="http://schemas.microsoft.com/office/drawing/2014/main" id="{6CA48CF1-0F35-CF11-3D7D-5B32983D4A28}"/>
                  </a:ext>
                </a:extLst>
              </p:cNvPr>
              <p:cNvSpPr/>
              <p:nvPr/>
            </p:nvSpPr>
            <p:spPr>
              <a:xfrm>
                <a:off x="226091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4" name="ph6249">
                <a:extLst>
                  <a:ext uri="{FF2B5EF4-FFF2-40B4-BE49-F238E27FC236}">
                    <a16:creationId xmlns:a16="http://schemas.microsoft.com/office/drawing/2014/main" id="{2EF3AEFD-FE5E-2080-4B87-A4F2D6EAC850}"/>
                  </a:ext>
                </a:extLst>
              </p:cNvPr>
              <p:cNvSpPr/>
              <p:nvPr/>
            </p:nvSpPr>
            <p:spPr>
              <a:xfrm>
                <a:off x="227035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797">
                  <a:alpha val="100000"/>
                </a:srgbClr>
              </a:solidFill>
              <a:ln w="5420" cap="flat">
                <a:solidFill>
                  <a:srgbClr val="FFE7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5" name="ph6250">
                <a:extLst>
                  <a:ext uri="{FF2B5EF4-FFF2-40B4-BE49-F238E27FC236}">
                    <a16:creationId xmlns:a16="http://schemas.microsoft.com/office/drawing/2014/main" id="{69B5831C-246C-F410-D08E-3A13E1E7D57B}"/>
                  </a:ext>
                </a:extLst>
              </p:cNvPr>
              <p:cNvSpPr/>
              <p:nvPr/>
            </p:nvSpPr>
            <p:spPr>
              <a:xfrm>
                <a:off x="227979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8">
                  <a:alpha val="100000"/>
                </a:srgbClr>
              </a:solidFill>
              <a:ln w="5420" cap="flat">
                <a:solidFill>
                  <a:srgbClr val="FFE8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6" name="ph6251">
                <a:extLst>
                  <a:ext uri="{FF2B5EF4-FFF2-40B4-BE49-F238E27FC236}">
                    <a16:creationId xmlns:a16="http://schemas.microsoft.com/office/drawing/2014/main" id="{EAAD7D52-F62A-D92C-0893-F4E4B5348049}"/>
                  </a:ext>
                </a:extLst>
              </p:cNvPr>
              <p:cNvSpPr/>
              <p:nvPr/>
            </p:nvSpPr>
            <p:spPr>
              <a:xfrm>
                <a:off x="228923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899">
                  <a:alpha val="100000"/>
                </a:srgbClr>
              </a:solidFill>
              <a:ln w="5420" cap="flat">
                <a:solidFill>
                  <a:srgbClr val="FFE8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7" name="ph6252">
                <a:extLst>
                  <a:ext uri="{FF2B5EF4-FFF2-40B4-BE49-F238E27FC236}">
                    <a16:creationId xmlns:a16="http://schemas.microsoft.com/office/drawing/2014/main" id="{98D57C5C-7115-2178-5360-EB84AA5D22E4}"/>
                  </a:ext>
                </a:extLst>
              </p:cNvPr>
              <p:cNvSpPr/>
              <p:nvPr/>
            </p:nvSpPr>
            <p:spPr>
              <a:xfrm>
                <a:off x="229867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8" name="ph6253">
                <a:extLst>
                  <a:ext uri="{FF2B5EF4-FFF2-40B4-BE49-F238E27FC236}">
                    <a16:creationId xmlns:a16="http://schemas.microsoft.com/office/drawing/2014/main" id="{8D0282AB-D323-4C31-51C9-CE67C3836C5F}"/>
                  </a:ext>
                </a:extLst>
              </p:cNvPr>
              <p:cNvSpPr/>
              <p:nvPr/>
            </p:nvSpPr>
            <p:spPr>
              <a:xfrm>
                <a:off x="230811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9" name="ph6254">
                <a:extLst>
                  <a:ext uri="{FF2B5EF4-FFF2-40B4-BE49-F238E27FC236}">
                    <a16:creationId xmlns:a16="http://schemas.microsoft.com/office/drawing/2014/main" id="{7198B432-27E5-BC70-DC9C-D0E50080B759}"/>
                  </a:ext>
                </a:extLst>
              </p:cNvPr>
              <p:cNvSpPr/>
              <p:nvPr/>
            </p:nvSpPr>
            <p:spPr>
              <a:xfrm>
                <a:off x="231755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0" name="ph6255">
                <a:extLst>
                  <a:ext uri="{FF2B5EF4-FFF2-40B4-BE49-F238E27FC236}">
                    <a16:creationId xmlns:a16="http://schemas.microsoft.com/office/drawing/2014/main" id="{E61C5E68-89A6-BA3D-F353-1F3364304E43}"/>
                  </a:ext>
                </a:extLst>
              </p:cNvPr>
              <p:cNvSpPr/>
              <p:nvPr/>
            </p:nvSpPr>
            <p:spPr>
              <a:xfrm>
                <a:off x="232699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1" name="ph6256">
                <a:extLst>
                  <a:ext uri="{FF2B5EF4-FFF2-40B4-BE49-F238E27FC236}">
                    <a16:creationId xmlns:a16="http://schemas.microsoft.com/office/drawing/2014/main" id="{22CCA5A8-AE7B-3ABF-D14E-CB2495EF44BE}"/>
                  </a:ext>
                </a:extLst>
              </p:cNvPr>
              <p:cNvSpPr/>
              <p:nvPr/>
            </p:nvSpPr>
            <p:spPr>
              <a:xfrm>
                <a:off x="233643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2" name="ph6257">
                <a:extLst>
                  <a:ext uri="{FF2B5EF4-FFF2-40B4-BE49-F238E27FC236}">
                    <a16:creationId xmlns:a16="http://schemas.microsoft.com/office/drawing/2014/main" id="{F12B7C98-60B3-75E4-7E3E-66D9F5888EA0}"/>
                  </a:ext>
                </a:extLst>
              </p:cNvPr>
              <p:cNvSpPr/>
              <p:nvPr/>
            </p:nvSpPr>
            <p:spPr>
              <a:xfrm>
                <a:off x="234587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3" name="ph6258">
                <a:extLst>
                  <a:ext uri="{FF2B5EF4-FFF2-40B4-BE49-F238E27FC236}">
                    <a16:creationId xmlns:a16="http://schemas.microsoft.com/office/drawing/2014/main" id="{A38C18A4-A985-80C0-AFA7-85B46E2C46A3}"/>
                  </a:ext>
                </a:extLst>
              </p:cNvPr>
              <p:cNvSpPr/>
              <p:nvPr/>
            </p:nvSpPr>
            <p:spPr>
              <a:xfrm>
                <a:off x="235531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4" name="ph6259">
                <a:extLst>
                  <a:ext uri="{FF2B5EF4-FFF2-40B4-BE49-F238E27FC236}">
                    <a16:creationId xmlns:a16="http://schemas.microsoft.com/office/drawing/2014/main" id="{05A7A18D-1A66-7018-36C3-D1E280828CB0}"/>
                  </a:ext>
                </a:extLst>
              </p:cNvPr>
              <p:cNvSpPr/>
              <p:nvPr/>
            </p:nvSpPr>
            <p:spPr>
              <a:xfrm>
                <a:off x="23647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5" name="ph6260">
                <a:extLst>
                  <a:ext uri="{FF2B5EF4-FFF2-40B4-BE49-F238E27FC236}">
                    <a16:creationId xmlns:a16="http://schemas.microsoft.com/office/drawing/2014/main" id="{7B89E1CD-D440-C58E-8157-59F0EEABEF4F}"/>
                  </a:ext>
                </a:extLst>
              </p:cNvPr>
              <p:cNvSpPr/>
              <p:nvPr/>
            </p:nvSpPr>
            <p:spPr>
              <a:xfrm>
                <a:off x="237420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6" name="ph6261">
                <a:extLst>
                  <a:ext uri="{FF2B5EF4-FFF2-40B4-BE49-F238E27FC236}">
                    <a16:creationId xmlns:a16="http://schemas.microsoft.com/office/drawing/2014/main" id="{603AEE14-0928-8C6B-81A6-3AD244F31F6A}"/>
                  </a:ext>
                </a:extLst>
              </p:cNvPr>
              <p:cNvSpPr/>
              <p:nvPr/>
            </p:nvSpPr>
            <p:spPr>
              <a:xfrm>
                <a:off x="238364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7" name="ph6262">
                <a:extLst>
                  <a:ext uri="{FF2B5EF4-FFF2-40B4-BE49-F238E27FC236}">
                    <a16:creationId xmlns:a16="http://schemas.microsoft.com/office/drawing/2014/main" id="{11516776-5292-5506-FC34-24BDFFA67F0C}"/>
                  </a:ext>
                </a:extLst>
              </p:cNvPr>
              <p:cNvSpPr/>
              <p:nvPr/>
            </p:nvSpPr>
            <p:spPr>
              <a:xfrm>
                <a:off x="239308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8" name="ph6263">
                <a:extLst>
                  <a:ext uri="{FF2B5EF4-FFF2-40B4-BE49-F238E27FC236}">
                    <a16:creationId xmlns:a16="http://schemas.microsoft.com/office/drawing/2014/main" id="{1364B603-4B3C-6723-6D08-C13318DE0448}"/>
                  </a:ext>
                </a:extLst>
              </p:cNvPr>
              <p:cNvSpPr/>
              <p:nvPr/>
            </p:nvSpPr>
            <p:spPr>
              <a:xfrm>
                <a:off x="24025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9" name="ph6264">
                <a:extLst>
                  <a:ext uri="{FF2B5EF4-FFF2-40B4-BE49-F238E27FC236}">
                    <a16:creationId xmlns:a16="http://schemas.microsoft.com/office/drawing/2014/main" id="{87E66DF0-639E-DF0E-2203-52CB681B7CC8}"/>
                  </a:ext>
                </a:extLst>
              </p:cNvPr>
              <p:cNvSpPr/>
              <p:nvPr/>
            </p:nvSpPr>
            <p:spPr>
              <a:xfrm>
                <a:off x="2411961" y="1377151"/>
                <a:ext cx="9216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0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578" y="896830"/>
                    </a:lnTo>
                    <a:lnTo>
                      <a:pt x="921600" y="897898"/>
                    </a:lnTo>
                    <a:lnTo>
                      <a:pt x="921514" y="908855"/>
                    </a:lnTo>
                    <a:lnTo>
                      <a:pt x="921315" y="914400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0" name="ph6265">
                <a:extLst>
                  <a:ext uri="{FF2B5EF4-FFF2-40B4-BE49-F238E27FC236}">
                    <a16:creationId xmlns:a16="http://schemas.microsoft.com/office/drawing/2014/main" id="{D4D687BC-4B72-7776-E8B6-2FEE1A5A2187}"/>
                  </a:ext>
                </a:extLst>
              </p:cNvPr>
              <p:cNvSpPr/>
              <p:nvPr/>
            </p:nvSpPr>
            <p:spPr>
              <a:xfrm>
                <a:off x="3129419" y="137715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393" y="914400"/>
                    </a:lnTo>
                    <a:lnTo>
                      <a:pt x="914400" y="90722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1" name="ph6266">
                <a:extLst>
                  <a:ext uri="{FF2B5EF4-FFF2-40B4-BE49-F238E27FC236}">
                    <a16:creationId xmlns:a16="http://schemas.microsoft.com/office/drawing/2014/main" id="{7BEED2CB-5576-8C0A-3444-700AE0D2EBCF}"/>
                  </a:ext>
                </a:extLst>
              </p:cNvPr>
              <p:cNvSpPr/>
              <p:nvPr/>
            </p:nvSpPr>
            <p:spPr>
              <a:xfrm>
                <a:off x="3138859" y="1359581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793"/>
                    </a:lnTo>
                    <a:lnTo>
                      <a:pt x="905096" y="924466"/>
                    </a:lnTo>
                    <a:lnTo>
                      <a:pt x="908946" y="916201"/>
                    </a:lnTo>
                    <a:lnTo>
                      <a:pt x="909877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2" name="ph6267">
                <a:extLst>
                  <a:ext uri="{FF2B5EF4-FFF2-40B4-BE49-F238E27FC236}">
                    <a16:creationId xmlns:a16="http://schemas.microsoft.com/office/drawing/2014/main" id="{B75A524D-3D4B-760D-D7D6-7F342A1C4471}"/>
                  </a:ext>
                </a:extLst>
              </p:cNvPr>
              <p:cNvSpPr/>
              <p:nvPr/>
            </p:nvSpPr>
            <p:spPr>
              <a:xfrm>
                <a:off x="313885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3" name="ph6268">
                <a:extLst>
                  <a:ext uri="{FF2B5EF4-FFF2-40B4-BE49-F238E27FC236}">
                    <a16:creationId xmlns:a16="http://schemas.microsoft.com/office/drawing/2014/main" id="{B8DEF096-A9D0-3C3A-E45B-90D857739369}"/>
                  </a:ext>
                </a:extLst>
              </p:cNvPr>
              <p:cNvSpPr/>
              <p:nvPr/>
            </p:nvSpPr>
            <p:spPr>
              <a:xfrm>
                <a:off x="314829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4" name="ph6269">
                <a:extLst>
                  <a:ext uri="{FF2B5EF4-FFF2-40B4-BE49-F238E27FC236}">
                    <a16:creationId xmlns:a16="http://schemas.microsoft.com/office/drawing/2014/main" id="{A2C28A36-5A90-D589-53B6-68365571DD83}"/>
                  </a:ext>
                </a:extLst>
              </p:cNvPr>
              <p:cNvSpPr/>
              <p:nvPr/>
            </p:nvSpPr>
            <p:spPr>
              <a:xfrm>
                <a:off x="315774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5" name="ph6270">
                <a:extLst>
                  <a:ext uri="{FF2B5EF4-FFF2-40B4-BE49-F238E27FC236}">
                    <a16:creationId xmlns:a16="http://schemas.microsoft.com/office/drawing/2014/main" id="{D85EA549-C4E4-0FF5-3A4B-8E9CFC1B443C}"/>
                  </a:ext>
                </a:extLst>
              </p:cNvPr>
              <p:cNvSpPr/>
              <p:nvPr/>
            </p:nvSpPr>
            <p:spPr>
              <a:xfrm>
                <a:off x="316718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6" name="ph6271">
                <a:extLst>
                  <a:ext uri="{FF2B5EF4-FFF2-40B4-BE49-F238E27FC236}">
                    <a16:creationId xmlns:a16="http://schemas.microsoft.com/office/drawing/2014/main" id="{B8C411BD-D548-0CA2-CAEE-4D713E5B9ABF}"/>
                  </a:ext>
                </a:extLst>
              </p:cNvPr>
              <p:cNvSpPr/>
              <p:nvPr/>
            </p:nvSpPr>
            <p:spPr>
              <a:xfrm>
                <a:off x="317662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7" name="ph6272">
                <a:extLst>
                  <a:ext uri="{FF2B5EF4-FFF2-40B4-BE49-F238E27FC236}">
                    <a16:creationId xmlns:a16="http://schemas.microsoft.com/office/drawing/2014/main" id="{E6442F34-0C98-7AC2-F711-9CBD406B8EE2}"/>
                  </a:ext>
                </a:extLst>
              </p:cNvPr>
              <p:cNvSpPr/>
              <p:nvPr/>
            </p:nvSpPr>
            <p:spPr>
              <a:xfrm>
                <a:off x="318606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8" name="ph6273">
                <a:extLst>
                  <a:ext uri="{FF2B5EF4-FFF2-40B4-BE49-F238E27FC236}">
                    <a16:creationId xmlns:a16="http://schemas.microsoft.com/office/drawing/2014/main" id="{60B766AD-5387-C852-9DA7-DCD5012507B2}"/>
                  </a:ext>
                </a:extLst>
              </p:cNvPr>
              <p:cNvSpPr/>
              <p:nvPr/>
            </p:nvSpPr>
            <p:spPr>
              <a:xfrm>
                <a:off x="319550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9" name="ph6274">
                <a:extLst>
                  <a:ext uri="{FF2B5EF4-FFF2-40B4-BE49-F238E27FC236}">
                    <a16:creationId xmlns:a16="http://schemas.microsoft.com/office/drawing/2014/main" id="{4392B85E-AF3C-AE97-E975-A0C91B4408EA}"/>
                  </a:ext>
                </a:extLst>
              </p:cNvPr>
              <p:cNvSpPr/>
              <p:nvPr/>
            </p:nvSpPr>
            <p:spPr>
              <a:xfrm>
                <a:off x="320494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0" name="ph6275">
                <a:extLst>
                  <a:ext uri="{FF2B5EF4-FFF2-40B4-BE49-F238E27FC236}">
                    <a16:creationId xmlns:a16="http://schemas.microsoft.com/office/drawing/2014/main" id="{096458C7-0FAD-E8DB-C5AE-684092DB96E4}"/>
                  </a:ext>
                </a:extLst>
              </p:cNvPr>
              <p:cNvSpPr/>
              <p:nvPr/>
            </p:nvSpPr>
            <p:spPr>
              <a:xfrm>
                <a:off x="321438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1" name="ph6276">
                <a:extLst>
                  <a:ext uri="{FF2B5EF4-FFF2-40B4-BE49-F238E27FC236}">
                    <a16:creationId xmlns:a16="http://schemas.microsoft.com/office/drawing/2014/main" id="{F6939127-1FC9-9674-35D8-0C809921F958}"/>
                  </a:ext>
                </a:extLst>
              </p:cNvPr>
              <p:cNvSpPr/>
              <p:nvPr/>
            </p:nvSpPr>
            <p:spPr>
              <a:xfrm>
                <a:off x="322382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2" name="ph6277">
                <a:extLst>
                  <a:ext uri="{FF2B5EF4-FFF2-40B4-BE49-F238E27FC236}">
                    <a16:creationId xmlns:a16="http://schemas.microsoft.com/office/drawing/2014/main" id="{7173BB68-CC44-4E72-B534-CD3D780BC9CE}"/>
                  </a:ext>
                </a:extLst>
              </p:cNvPr>
              <p:cNvSpPr/>
              <p:nvPr/>
            </p:nvSpPr>
            <p:spPr>
              <a:xfrm>
                <a:off x="323326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3" name="ph6278">
                <a:extLst>
                  <a:ext uri="{FF2B5EF4-FFF2-40B4-BE49-F238E27FC236}">
                    <a16:creationId xmlns:a16="http://schemas.microsoft.com/office/drawing/2014/main" id="{6E81FED0-633C-56F7-0E15-A5434ADED543}"/>
                  </a:ext>
                </a:extLst>
              </p:cNvPr>
              <p:cNvSpPr/>
              <p:nvPr/>
            </p:nvSpPr>
            <p:spPr>
              <a:xfrm>
                <a:off x="324270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4" name="ph6279">
                <a:extLst>
                  <a:ext uri="{FF2B5EF4-FFF2-40B4-BE49-F238E27FC236}">
                    <a16:creationId xmlns:a16="http://schemas.microsoft.com/office/drawing/2014/main" id="{633EB55C-F597-240E-37BC-9ADAE168FB5C}"/>
                  </a:ext>
                </a:extLst>
              </p:cNvPr>
              <p:cNvSpPr/>
              <p:nvPr/>
            </p:nvSpPr>
            <p:spPr>
              <a:xfrm>
                <a:off x="325214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5" name="ph6280">
                <a:extLst>
                  <a:ext uri="{FF2B5EF4-FFF2-40B4-BE49-F238E27FC236}">
                    <a16:creationId xmlns:a16="http://schemas.microsoft.com/office/drawing/2014/main" id="{36739D24-28DB-AD92-77DF-4E436E964034}"/>
                  </a:ext>
                </a:extLst>
              </p:cNvPr>
              <p:cNvSpPr/>
              <p:nvPr/>
            </p:nvSpPr>
            <p:spPr>
              <a:xfrm>
                <a:off x="326158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6" name="ph6281">
                <a:extLst>
                  <a:ext uri="{FF2B5EF4-FFF2-40B4-BE49-F238E27FC236}">
                    <a16:creationId xmlns:a16="http://schemas.microsoft.com/office/drawing/2014/main" id="{0756EEBF-F0A3-9A20-C9D5-4264B070534A}"/>
                  </a:ext>
                </a:extLst>
              </p:cNvPr>
              <p:cNvSpPr/>
              <p:nvPr/>
            </p:nvSpPr>
            <p:spPr>
              <a:xfrm>
                <a:off x="327102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7" name="ph6282">
                <a:extLst>
                  <a:ext uri="{FF2B5EF4-FFF2-40B4-BE49-F238E27FC236}">
                    <a16:creationId xmlns:a16="http://schemas.microsoft.com/office/drawing/2014/main" id="{9644C8BA-6870-D80E-B0A5-E230EB0F19FD}"/>
                  </a:ext>
                </a:extLst>
              </p:cNvPr>
              <p:cNvSpPr/>
              <p:nvPr/>
            </p:nvSpPr>
            <p:spPr>
              <a:xfrm>
                <a:off x="328046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8" name="ph6283">
                <a:extLst>
                  <a:ext uri="{FF2B5EF4-FFF2-40B4-BE49-F238E27FC236}">
                    <a16:creationId xmlns:a16="http://schemas.microsoft.com/office/drawing/2014/main" id="{1126ADA3-4255-28CC-075B-C9202303E029}"/>
                  </a:ext>
                </a:extLst>
              </p:cNvPr>
              <p:cNvSpPr/>
              <p:nvPr/>
            </p:nvSpPr>
            <p:spPr>
              <a:xfrm>
                <a:off x="328990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9" name="ph6284">
                <a:extLst>
                  <a:ext uri="{FF2B5EF4-FFF2-40B4-BE49-F238E27FC236}">
                    <a16:creationId xmlns:a16="http://schemas.microsoft.com/office/drawing/2014/main" id="{DF050673-041A-17D3-D177-0C831BD9E0F9}"/>
                  </a:ext>
                </a:extLst>
              </p:cNvPr>
              <p:cNvSpPr/>
              <p:nvPr/>
            </p:nvSpPr>
            <p:spPr>
              <a:xfrm>
                <a:off x="329934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0" name="ph6285">
                <a:extLst>
                  <a:ext uri="{FF2B5EF4-FFF2-40B4-BE49-F238E27FC236}">
                    <a16:creationId xmlns:a16="http://schemas.microsoft.com/office/drawing/2014/main" id="{0550AFE6-3A78-BF34-9D99-CE111D21B748}"/>
                  </a:ext>
                </a:extLst>
              </p:cNvPr>
              <p:cNvSpPr/>
              <p:nvPr/>
            </p:nvSpPr>
            <p:spPr>
              <a:xfrm>
                <a:off x="330878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1" name="ph6286">
                <a:extLst>
                  <a:ext uri="{FF2B5EF4-FFF2-40B4-BE49-F238E27FC236}">
                    <a16:creationId xmlns:a16="http://schemas.microsoft.com/office/drawing/2014/main" id="{811F4D10-E5CC-65DC-B476-49BF71AE21A1}"/>
                  </a:ext>
                </a:extLst>
              </p:cNvPr>
              <p:cNvSpPr/>
              <p:nvPr/>
            </p:nvSpPr>
            <p:spPr>
              <a:xfrm>
                <a:off x="331822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2" name="ph6287">
                <a:extLst>
                  <a:ext uri="{FF2B5EF4-FFF2-40B4-BE49-F238E27FC236}">
                    <a16:creationId xmlns:a16="http://schemas.microsoft.com/office/drawing/2014/main" id="{DE9EB0B8-A1E8-F627-1676-B3E6B5A832FA}"/>
                  </a:ext>
                </a:extLst>
              </p:cNvPr>
              <p:cNvSpPr/>
              <p:nvPr/>
            </p:nvSpPr>
            <p:spPr>
              <a:xfrm>
                <a:off x="332766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3" name="ph6288">
                <a:extLst>
                  <a:ext uri="{FF2B5EF4-FFF2-40B4-BE49-F238E27FC236}">
                    <a16:creationId xmlns:a16="http://schemas.microsoft.com/office/drawing/2014/main" id="{F8D8D62F-DF36-7374-1A25-87B99755E52B}"/>
                  </a:ext>
                </a:extLst>
              </p:cNvPr>
              <p:cNvSpPr/>
              <p:nvPr/>
            </p:nvSpPr>
            <p:spPr>
              <a:xfrm>
                <a:off x="333710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4" name="ph6289">
                <a:extLst>
                  <a:ext uri="{FF2B5EF4-FFF2-40B4-BE49-F238E27FC236}">
                    <a16:creationId xmlns:a16="http://schemas.microsoft.com/office/drawing/2014/main" id="{70A8E0EF-4E3A-115C-FCF0-26693E8B3090}"/>
                  </a:ext>
                </a:extLst>
              </p:cNvPr>
              <p:cNvSpPr/>
              <p:nvPr/>
            </p:nvSpPr>
            <p:spPr>
              <a:xfrm>
                <a:off x="334654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5" name="ph6290">
                <a:extLst>
                  <a:ext uri="{FF2B5EF4-FFF2-40B4-BE49-F238E27FC236}">
                    <a16:creationId xmlns:a16="http://schemas.microsoft.com/office/drawing/2014/main" id="{ADA69F71-1498-9CD9-2255-A2D0D9F6D0A2}"/>
                  </a:ext>
                </a:extLst>
              </p:cNvPr>
              <p:cNvSpPr/>
              <p:nvPr/>
            </p:nvSpPr>
            <p:spPr>
              <a:xfrm>
                <a:off x="335598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6" name="ph6291">
                <a:extLst>
                  <a:ext uri="{FF2B5EF4-FFF2-40B4-BE49-F238E27FC236}">
                    <a16:creationId xmlns:a16="http://schemas.microsoft.com/office/drawing/2014/main" id="{3854BDB6-2D7B-90EB-7F1F-2E29275CDABB}"/>
                  </a:ext>
                </a:extLst>
              </p:cNvPr>
              <p:cNvSpPr/>
              <p:nvPr/>
            </p:nvSpPr>
            <p:spPr>
              <a:xfrm>
                <a:off x="336542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7" name="ph6292">
                <a:extLst>
                  <a:ext uri="{FF2B5EF4-FFF2-40B4-BE49-F238E27FC236}">
                    <a16:creationId xmlns:a16="http://schemas.microsoft.com/office/drawing/2014/main" id="{100BF1C6-84DC-0AEF-980A-7F9BBB908163}"/>
                  </a:ext>
                </a:extLst>
              </p:cNvPr>
              <p:cNvSpPr/>
              <p:nvPr/>
            </p:nvSpPr>
            <p:spPr>
              <a:xfrm>
                <a:off x="337486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8" name="ph6293">
                <a:extLst>
                  <a:ext uri="{FF2B5EF4-FFF2-40B4-BE49-F238E27FC236}">
                    <a16:creationId xmlns:a16="http://schemas.microsoft.com/office/drawing/2014/main" id="{5CC03D93-991B-972F-F91B-F23449D7648C}"/>
                  </a:ext>
                </a:extLst>
              </p:cNvPr>
              <p:cNvSpPr/>
              <p:nvPr/>
            </p:nvSpPr>
            <p:spPr>
              <a:xfrm>
                <a:off x="338430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9" name="ph6294">
                <a:extLst>
                  <a:ext uri="{FF2B5EF4-FFF2-40B4-BE49-F238E27FC236}">
                    <a16:creationId xmlns:a16="http://schemas.microsoft.com/office/drawing/2014/main" id="{D3B10079-64DE-6144-2B0B-5D3AC1D50AC3}"/>
                  </a:ext>
                </a:extLst>
              </p:cNvPr>
              <p:cNvSpPr/>
              <p:nvPr/>
            </p:nvSpPr>
            <p:spPr>
              <a:xfrm>
                <a:off x="339374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0" name="ph6295">
                <a:extLst>
                  <a:ext uri="{FF2B5EF4-FFF2-40B4-BE49-F238E27FC236}">
                    <a16:creationId xmlns:a16="http://schemas.microsoft.com/office/drawing/2014/main" id="{2D9A05C8-A60E-7993-83AE-687B13025128}"/>
                  </a:ext>
                </a:extLst>
              </p:cNvPr>
              <p:cNvSpPr/>
              <p:nvPr/>
            </p:nvSpPr>
            <p:spPr>
              <a:xfrm>
                <a:off x="340318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1" name="ph6296">
                <a:extLst>
                  <a:ext uri="{FF2B5EF4-FFF2-40B4-BE49-F238E27FC236}">
                    <a16:creationId xmlns:a16="http://schemas.microsoft.com/office/drawing/2014/main" id="{E173FEB0-AF64-4061-5839-15DAA9801AA3}"/>
                  </a:ext>
                </a:extLst>
              </p:cNvPr>
              <p:cNvSpPr/>
              <p:nvPr/>
            </p:nvSpPr>
            <p:spPr>
              <a:xfrm>
                <a:off x="341262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2" name="ph6297">
                <a:extLst>
                  <a:ext uri="{FF2B5EF4-FFF2-40B4-BE49-F238E27FC236}">
                    <a16:creationId xmlns:a16="http://schemas.microsoft.com/office/drawing/2014/main" id="{7A25CB6C-09C5-770A-7457-A1F9568AF310}"/>
                  </a:ext>
                </a:extLst>
              </p:cNvPr>
              <p:cNvSpPr/>
              <p:nvPr/>
            </p:nvSpPr>
            <p:spPr>
              <a:xfrm>
                <a:off x="3422066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3" name="ph6298">
                <a:extLst>
                  <a:ext uri="{FF2B5EF4-FFF2-40B4-BE49-F238E27FC236}">
                    <a16:creationId xmlns:a16="http://schemas.microsoft.com/office/drawing/2014/main" id="{D2317C65-5AF9-0C04-BEFA-A60A823ECA22}"/>
                  </a:ext>
                </a:extLst>
              </p:cNvPr>
              <p:cNvSpPr/>
              <p:nvPr/>
            </p:nvSpPr>
            <p:spPr>
              <a:xfrm>
                <a:off x="343150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4" name="ph6299">
                <a:extLst>
                  <a:ext uri="{FF2B5EF4-FFF2-40B4-BE49-F238E27FC236}">
                    <a16:creationId xmlns:a16="http://schemas.microsoft.com/office/drawing/2014/main" id="{DD4FA519-E452-2BAA-A65F-1B6FF41C7BCF}"/>
                  </a:ext>
                </a:extLst>
              </p:cNvPr>
              <p:cNvSpPr/>
              <p:nvPr/>
            </p:nvSpPr>
            <p:spPr>
              <a:xfrm>
                <a:off x="344094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5" name="ph6300">
                <a:extLst>
                  <a:ext uri="{FF2B5EF4-FFF2-40B4-BE49-F238E27FC236}">
                    <a16:creationId xmlns:a16="http://schemas.microsoft.com/office/drawing/2014/main" id="{A228C9C6-79CB-17AC-FE2B-CFAA2CCB90B3}"/>
                  </a:ext>
                </a:extLst>
              </p:cNvPr>
              <p:cNvSpPr/>
              <p:nvPr/>
            </p:nvSpPr>
            <p:spPr>
              <a:xfrm>
                <a:off x="345038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6" name="ph6301">
                <a:extLst>
                  <a:ext uri="{FF2B5EF4-FFF2-40B4-BE49-F238E27FC236}">
                    <a16:creationId xmlns:a16="http://schemas.microsoft.com/office/drawing/2014/main" id="{B6B3B87C-9452-7538-7AD2-741AE9C3BB4F}"/>
                  </a:ext>
                </a:extLst>
              </p:cNvPr>
              <p:cNvSpPr/>
              <p:nvPr/>
            </p:nvSpPr>
            <p:spPr>
              <a:xfrm>
                <a:off x="3459827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7" name="ph6302">
                <a:extLst>
                  <a:ext uri="{FF2B5EF4-FFF2-40B4-BE49-F238E27FC236}">
                    <a16:creationId xmlns:a16="http://schemas.microsoft.com/office/drawing/2014/main" id="{2261E441-8607-27BE-0164-CAC2DBFAEF4F}"/>
                  </a:ext>
                </a:extLst>
              </p:cNvPr>
              <p:cNvSpPr/>
              <p:nvPr/>
            </p:nvSpPr>
            <p:spPr>
              <a:xfrm>
                <a:off x="346926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8" name="ph6303">
                <a:extLst>
                  <a:ext uri="{FF2B5EF4-FFF2-40B4-BE49-F238E27FC236}">
                    <a16:creationId xmlns:a16="http://schemas.microsoft.com/office/drawing/2014/main" id="{31AFC505-E67A-A3A0-7707-AFED96C24A42}"/>
                  </a:ext>
                </a:extLst>
              </p:cNvPr>
              <p:cNvSpPr/>
              <p:nvPr/>
            </p:nvSpPr>
            <p:spPr>
              <a:xfrm>
                <a:off x="347870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9" name="ph6304">
                <a:extLst>
                  <a:ext uri="{FF2B5EF4-FFF2-40B4-BE49-F238E27FC236}">
                    <a16:creationId xmlns:a16="http://schemas.microsoft.com/office/drawing/2014/main" id="{928051AB-8B33-7944-308B-CFDF416D7621}"/>
                  </a:ext>
                </a:extLst>
              </p:cNvPr>
              <p:cNvSpPr/>
              <p:nvPr/>
            </p:nvSpPr>
            <p:spPr>
              <a:xfrm>
                <a:off x="348814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0" name="ph6305">
                <a:extLst>
                  <a:ext uri="{FF2B5EF4-FFF2-40B4-BE49-F238E27FC236}">
                    <a16:creationId xmlns:a16="http://schemas.microsoft.com/office/drawing/2014/main" id="{2C784654-541E-BBDF-7ECB-7C0E574C2F36}"/>
                  </a:ext>
                </a:extLst>
              </p:cNvPr>
              <p:cNvSpPr/>
              <p:nvPr/>
            </p:nvSpPr>
            <p:spPr>
              <a:xfrm>
                <a:off x="3497588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1" name="ph6306">
                <a:extLst>
                  <a:ext uri="{FF2B5EF4-FFF2-40B4-BE49-F238E27FC236}">
                    <a16:creationId xmlns:a16="http://schemas.microsoft.com/office/drawing/2014/main" id="{41A23E93-EB52-2543-87E0-BD037AAFC332}"/>
                  </a:ext>
                </a:extLst>
              </p:cNvPr>
              <p:cNvSpPr/>
              <p:nvPr/>
            </p:nvSpPr>
            <p:spPr>
              <a:xfrm>
                <a:off x="350702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2" name="ph6307">
                <a:extLst>
                  <a:ext uri="{FF2B5EF4-FFF2-40B4-BE49-F238E27FC236}">
                    <a16:creationId xmlns:a16="http://schemas.microsoft.com/office/drawing/2014/main" id="{22471C09-8B6E-3BFC-395B-C3F00CB3190E}"/>
                  </a:ext>
                </a:extLst>
              </p:cNvPr>
              <p:cNvSpPr/>
              <p:nvPr/>
            </p:nvSpPr>
            <p:spPr>
              <a:xfrm>
                <a:off x="351646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3" name="ph6308">
                <a:extLst>
                  <a:ext uri="{FF2B5EF4-FFF2-40B4-BE49-F238E27FC236}">
                    <a16:creationId xmlns:a16="http://schemas.microsoft.com/office/drawing/2014/main" id="{51856917-59E6-D6C1-0743-16271E534977}"/>
                  </a:ext>
                </a:extLst>
              </p:cNvPr>
              <p:cNvSpPr/>
              <p:nvPr/>
            </p:nvSpPr>
            <p:spPr>
              <a:xfrm>
                <a:off x="352590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4" name="ph6309">
                <a:extLst>
                  <a:ext uri="{FF2B5EF4-FFF2-40B4-BE49-F238E27FC236}">
                    <a16:creationId xmlns:a16="http://schemas.microsoft.com/office/drawing/2014/main" id="{E5EE8F90-1A48-C024-8CD4-1FF44E61C168}"/>
                  </a:ext>
                </a:extLst>
              </p:cNvPr>
              <p:cNvSpPr/>
              <p:nvPr/>
            </p:nvSpPr>
            <p:spPr>
              <a:xfrm>
                <a:off x="3535349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5" name="ph6310">
                <a:extLst>
                  <a:ext uri="{FF2B5EF4-FFF2-40B4-BE49-F238E27FC236}">
                    <a16:creationId xmlns:a16="http://schemas.microsoft.com/office/drawing/2014/main" id="{879AD209-7264-3925-0DA5-214D4B6C272C}"/>
                  </a:ext>
                </a:extLst>
              </p:cNvPr>
              <p:cNvSpPr/>
              <p:nvPr/>
            </p:nvSpPr>
            <p:spPr>
              <a:xfrm>
                <a:off x="354479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6" name="ph6311">
                <a:extLst>
                  <a:ext uri="{FF2B5EF4-FFF2-40B4-BE49-F238E27FC236}">
                    <a16:creationId xmlns:a16="http://schemas.microsoft.com/office/drawing/2014/main" id="{83D607D8-9B97-02C4-9260-009B6DA03D4D}"/>
                  </a:ext>
                </a:extLst>
              </p:cNvPr>
              <p:cNvSpPr/>
              <p:nvPr/>
            </p:nvSpPr>
            <p:spPr>
              <a:xfrm>
                <a:off x="355423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7" name="ph6312">
                <a:extLst>
                  <a:ext uri="{FF2B5EF4-FFF2-40B4-BE49-F238E27FC236}">
                    <a16:creationId xmlns:a16="http://schemas.microsoft.com/office/drawing/2014/main" id="{65B1CD67-E3D6-28F1-1B15-348FC421B259}"/>
                  </a:ext>
                </a:extLst>
              </p:cNvPr>
              <p:cNvSpPr/>
              <p:nvPr/>
            </p:nvSpPr>
            <p:spPr>
              <a:xfrm>
                <a:off x="356367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8" name="ph6313">
                <a:extLst>
                  <a:ext uri="{FF2B5EF4-FFF2-40B4-BE49-F238E27FC236}">
                    <a16:creationId xmlns:a16="http://schemas.microsoft.com/office/drawing/2014/main" id="{005979D2-8148-702B-90E4-C3D85D63669B}"/>
                  </a:ext>
                </a:extLst>
              </p:cNvPr>
              <p:cNvSpPr/>
              <p:nvPr/>
            </p:nvSpPr>
            <p:spPr>
              <a:xfrm>
                <a:off x="357311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9" name="ph6314">
                <a:extLst>
                  <a:ext uri="{FF2B5EF4-FFF2-40B4-BE49-F238E27FC236}">
                    <a16:creationId xmlns:a16="http://schemas.microsoft.com/office/drawing/2014/main" id="{394841A7-EB0E-A464-9FF4-B7D8D8A6F4AD}"/>
                  </a:ext>
                </a:extLst>
              </p:cNvPr>
              <p:cNvSpPr/>
              <p:nvPr/>
            </p:nvSpPr>
            <p:spPr>
              <a:xfrm>
                <a:off x="3582550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0" name="ph6315">
                <a:extLst>
                  <a:ext uri="{FF2B5EF4-FFF2-40B4-BE49-F238E27FC236}">
                    <a16:creationId xmlns:a16="http://schemas.microsoft.com/office/drawing/2014/main" id="{ABED7B68-8BD6-0415-7D0A-AA063EE70EDB}"/>
                  </a:ext>
                </a:extLst>
              </p:cNvPr>
              <p:cNvSpPr/>
              <p:nvPr/>
            </p:nvSpPr>
            <p:spPr>
              <a:xfrm>
                <a:off x="359199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1" name="ph6316">
                <a:extLst>
                  <a:ext uri="{FF2B5EF4-FFF2-40B4-BE49-F238E27FC236}">
                    <a16:creationId xmlns:a16="http://schemas.microsoft.com/office/drawing/2014/main" id="{78DCA370-D170-0445-E753-7D2E6C2303BF}"/>
                  </a:ext>
                </a:extLst>
              </p:cNvPr>
              <p:cNvSpPr/>
              <p:nvPr/>
            </p:nvSpPr>
            <p:spPr>
              <a:xfrm>
                <a:off x="360143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2" name="ph6317">
                <a:extLst>
                  <a:ext uri="{FF2B5EF4-FFF2-40B4-BE49-F238E27FC236}">
                    <a16:creationId xmlns:a16="http://schemas.microsoft.com/office/drawing/2014/main" id="{0DA7C76C-1BB2-F51A-7C25-B86A64FC0516}"/>
                  </a:ext>
                </a:extLst>
              </p:cNvPr>
              <p:cNvSpPr/>
              <p:nvPr/>
            </p:nvSpPr>
            <p:spPr>
              <a:xfrm>
                <a:off x="361087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3" name="ph6318">
                <a:extLst>
                  <a:ext uri="{FF2B5EF4-FFF2-40B4-BE49-F238E27FC236}">
                    <a16:creationId xmlns:a16="http://schemas.microsoft.com/office/drawing/2014/main" id="{1524401A-5223-FA36-52F6-938B418C2F6B}"/>
                  </a:ext>
                </a:extLst>
              </p:cNvPr>
              <p:cNvSpPr/>
              <p:nvPr/>
            </p:nvSpPr>
            <p:spPr>
              <a:xfrm>
                <a:off x="3620311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4" name="ph6319">
                <a:extLst>
                  <a:ext uri="{FF2B5EF4-FFF2-40B4-BE49-F238E27FC236}">
                    <a16:creationId xmlns:a16="http://schemas.microsoft.com/office/drawing/2014/main" id="{F74016D6-7AB6-792D-DB38-D4772476984A}"/>
                  </a:ext>
                </a:extLst>
              </p:cNvPr>
              <p:cNvSpPr/>
              <p:nvPr/>
            </p:nvSpPr>
            <p:spPr>
              <a:xfrm>
                <a:off x="362975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5" name="ph6320">
                <a:extLst>
                  <a:ext uri="{FF2B5EF4-FFF2-40B4-BE49-F238E27FC236}">
                    <a16:creationId xmlns:a16="http://schemas.microsoft.com/office/drawing/2014/main" id="{27E73003-872F-3982-DB46-373F6E63F4AF}"/>
                  </a:ext>
                </a:extLst>
              </p:cNvPr>
              <p:cNvSpPr/>
              <p:nvPr/>
            </p:nvSpPr>
            <p:spPr>
              <a:xfrm>
                <a:off x="363919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6" name="ph6321">
                <a:extLst>
                  <a:ext uri="{FF2B5EF4-FFF2-40B4-BE49-F238E27FC236}">
                    <a16:creationId xmlns:a16="http://schemas.microsoft.com/office/drawing/2014/main" id="{9240AFFF-915A-5E26-07F0-C9BDA252174C}"/>
                  </a:ext>
                </a:extLst>
              </p:cNvPr>
              <p:cNvSpPr/>
              <p:nvPr/>
            </p:nvSpPr>
            <p:spPr>
              <a:xfrm>
                <a:off x="364863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7" name="ph6322">
                <a:extLst>
                  <a:ext uri="{FF2B5EF4-FFF2-40B4-BE49-F238E27FC236}">
                    <a16:creationId xmlns:a16="http://schemas.microsoft.com/office/drawing/2014/main" id="{D360F029-C369-A0A6-2DAD-EF7C5FEA401D}"/>
                  </a:ext>
                </a:extLst>
              </p:cNvPr>
              <p:cNvSpPr/>
              <p:nvPr/>
            </p:nvSpPr>
            <p:spPr>
              <a:xfrm>
                <a:off x="3658072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8" name="ph6323">
                <a:extLst>
                  <a:ext uri="{FF2B5EF4-FFF2-40B4-BE49-F238E27FC236}">
                    <a16:creationId xmlns:a16="http://schemas.microsoft.com/office/drawing/2014/main" id="{C7EA36E6-9F49-3917-3603-AA2625272D2E}"/>
                  </a:ext>
                </a:extLst>
              </p:cNvPr>
              <p:cNvSpPr/>
              <p:nvPr/>
            </p:nvSpPr>
            <p:spPr>
              <a:xfrm>
                <a:off x="366751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9" name="ph6324">
                <a:extLst>
                  <a:ext uri="{FF2B5EF4-FFF2-40B4-BE49-F238E27FC236}">
                    <a16:creationId xmlns:a16="http://schemas.microsoft.com/office/drawing/2014/main" id="{5E925D89-3D15-A286-C307-D028AB02C6CF}"/>
                  </a:ext>
                </a:extLst>
              </p:cNvPr>
              <p:cNvSpPr/>
              <p:nvPr/>
            </p:nvSpPr>
            <p:spPr>
              <a:xfrm>
                <a:off x="367695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0" name="ph6325">
                <a:extLst>
                  <a:ext uri="{FF2B5EF4-FFF2-40B4-BE49-F238E27FC236}">
                    <a16:creationId xmlns:a16="http://schemas.microsoft.com/office/drawing/2014/main" id="{598B8B36-21F9-ED8E-F8A9-7E7B46D6948B}"/>
                  </a:ext>
                </a:extLst>
              </p:cNvPr>
              <p:cNvSpPr/>
              <p:nvPr/>
            </p:nvSpPr>
            <p:spPr>
              <a:xfrm>
                <a:off x="368639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1" name="ph6326">
                <a:extLst>
                  <a:ext uri="{FF2B5EF4-FFF2-40B4-BE49-F238E27FC236}">
                    <a16:creationId xmlns:a16="http://schemas.microsoft.com/office/drawing/2014/main" id="{BDD2E8C0-64EF-3D79-DA0B-55494E2F5440}"/>
                  </a:ext>
                </a:extLst>
              </p:cNvPr>
              <p:cNvSpPr/>
              <p:nvPr/>
            </p:nvSpPr>
            <p:spPr>
              <a:xfrm>
                <a:off x="3695833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2" name="ph6327">
                <a:extLst>
                  <a:ext uri="{FF2B5EF4-FFF2-40B4-BE49-F238E27FC236}">
                    <a16:creationId xmlns:a16="http://schemas.microsoft.com/office/drawing/2014/main" id="{AF16F40B-B530-2A2E-B880-610366C92286}"/>
                  </a:ext>
                </a:extLst>
              </p:cNvPr>
              <p:cNvSpPr/>
              <p:nvPr/>
            </p:nvSpPr>
            <p:spPr>
              <a:xfrm>
                <a:off x="370527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3" name="ph6328">
                <a:extLst>
                  <a:ext uri="{FF2B5EF4-FFF2-40B4-BE49-F238E27FC236}">
                    <a16:creationId xmlns:a16="http://schemas.microsoft.com/office/drawing/2014/main" id="{87BF2EEC-67BE-DF7B-1E02-6B005A380E29}"/>
                  </a:ext>
                </a:extLst>
              </p:cNvPr>
              <p:cNvSpPr/>
              <p:nvPr/>
            </p:nvSpPr>
            <p:spPr>
              <a:xfrm>
                <a:off x="371471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4" name="ph6329">
                <a:extLst>
                  <a:ext uri="{FF2B5EF4-FFF2-40B4-BE49-F238E27FC236}">
                    <a16:creationId xmlns:a16="http://schemas.microsoft.com/office/drawing/2014/main" id="{495D7E6F-1D76-D40E-B46F-CA6512FC151D}"/>
                  </a:ext>
                </a:extLst>
              </p:cNvPr>
              <p:cNvSpPr/>
              <p:nvPr/>
            </p:nvSpPr>
            <p:spPr>
              <a:xfrm>
                <a:off x="372415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5" name="ph6330">
                <a:extLst>
                  <a:ext uri="{FF2B5EF4-FFF2-40B4-BE49-F238E27FC236}">
                    <a16:creationId xmlns:a16="http://schemas.microsoft.com/office/drawing/2014/main" id="{638EF6A5-D91C-CA56-CB9D-3FCB584BB189}"/>
                  </a:ext>
                </a:extLst>
              </p:cNvPr>
              <p:cNvSpPr/>
              <p:nvPr/>
            </p:nvSpPr>
            <p:spPr>
              <a:xfrm>
                <a:off x="3733594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6" name="ph6331">
                <a:extLst>
                  <a:ext uri="{FF2B5EF4-FFF2-40B4-BE49-F238E27FC236}">
                    <a16:creationId xmlns:a16="http://schemas.microsoft.com/office/drawing/2014/main" id="{FCA29F22-6126-D22C-37FE-213DF7D8EEEC}"/>
                  </a:ext>
                </a:extLst>
              </p:cNvPr>
              <p:cNvSpPr/>
              <p:nvPr/>
            </p:nvSpPr>
            <p:spPr>
              <a:xfrm>
                <a:off x="374303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7" name="ph6332">
                <a:extLst>
                  <a:ext uri="{FF2B5EF4-FFF2-40B4-BE49-F238E27FC236}">
                    <a16:creationId xmlns:a16="http://schemas.microsoft.com/office/drawing/2014/main" id="{7525B1D4-85FF-99D4-F4C1-94C5521DD11E}"/>
                  </a:ext>
                </a:extLst>
              </p:cNvPr>
              <p:cNvSpPr/>
              <p:nvPr/>
            </p:nvSpPr>
            <p:spPr>
              <a:xfrm>
                <a:off x="3752475" y="1359581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8" name="ph6333">
                <a:extLst>
                  <a:ext uri="{FF2B5EF4-FFF2-40B4-BE49-F238E27FC236}">
                    <a16:creationId xmlns:a16="http://schemas.microsoft.com/office/drawing/2014/main" id="{2EE5CE73-F749-E1F5-17AF-1C60C9732FCB}"/>
                  </a:ext>
                </a:extLst>
              </p:cNvPr>
              <p:cNvSpPr/>
              <p:nvPr/>
            </p:nvSpPr>
            <p:spPr>
              <a:xfrm>
                <a:off x="3761915" y="1377151"/>
                <a:ext cx="9233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39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391" y="896830"/>
                    </a:lnTo>
                    <a:lnTo>
                      <a:pt x="922726" y="899247"/>
                    </a:lnTo>
                    <a:lnTo>
                      <a:pt x="919751" y="908785"/>
                    </a:lnTo>
                    <a:lnTo>
                      <a:pt x="917782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9" name="ph6334">
                <a:extLst>
                  <a:ext uri="{FF2B5EF4-FFF2-40B4-BE49-F238E27FC236}">
                    <a16:creationId xmlns:a16="http://schemas.microsoft.com/office/drawing/2014/main" id="{8FB05CB1-9FE2-21DE-6315-D724DC7EB433}"/>
                  </a:ext>
                </a:extLst>
              </p:cNvPr>
              <p:cNvSpPr/>
              <p:nvPr/>
            </p:nvSpPr>
            <p:spPr>
              <a:xfrm>
                <a:off x="2072112" y="1342012"/>
                <a:ext cx="914400" cy="93075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0752">
                    <a:moveTo>
                      <a:pt x="914400" y="914399"/>
                    </a:moveTo>
                    <a:lnTo>
                      <a:pt x="914400" y="930752"/>
                    </a:lnTo>
                    <a:lnTo>
                      <a:pt x="912479" y="925248"/>
                    </a:lnTo>
                    <a:lnTo>
                      <a:pt x="910843" y="923002"/>
                    </a:lnTo>
                    <a:lnTo>
                      <a:pt x="906262" y="915992"/>
                    </a:lnTo>
                    <a:lnTo>
                      <a:pt x="905325" y="91439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0" name="ph6335">
                <a:extLst>
                  <a:ext uri="{FF2B5EF4-FFF2-40B4-BE49-F238E27FC236}">
                    <a16:creationId xmlns:a16="http://schemas.microsoft.com/office/drawing/2014/main" id="{160355BF-B3C8-EFD0-3263-A998B46B8685}"/>
                  </a:ext>
                </a:extLst>
              </p:cNvPr>
              <p:cNvSpPr/>
              <p:nvPr/>
            </p:nvSpPr>
            <p:spPr>
              <a:xfrm>
                <a:off x="207211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869" y="931969"/>
                    </a:lnTo>
                    <a:lnTo>
                      <a:pt x="914449" y="930895"/>
                    </a:lnTo>
                    <a:lnTo>
                      <a:pt x="914400" y="930752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1" name="ph6336">
                <a:extLst>
                  <a:ext uri="{FF2B5EF4-FFF2-40B4-BE49-F238E27FC236}">
                    <a16:creationId xmlns:a16="http://schemas.microsoft.com/office/drawing/2014/main" id="{7E2F1F26-307F-B500-F296-433740EB90FB}"/>
                  </a:ext>
                </a:extLst>
              </p:cNvPr>
              <p:cNvSpPr/>
              <p:nvPr/>
            </p:nvSpPr>
            <p:spPr>
              <a:xfrm>
                <a:off x="208155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2" name="ph6337">
                <a:extLst>
                  <a:ext uri="{FF2B5EF4-FFF2-40B4-BE49-F238E27FC236}">
                    <a16:creationId xmlns:a16="http://schemas.microsoft.com/office/drawing/2014/main" id="{30299C9F-6786-2EAD-87E6-AD4BCDEC929A}"/>
                  </a:ext>
                </a:extLst>
              </p:cNvPr>
              <p:cNvSpPr/>
              <p:nvPr/>
            </p:nvSpPr>
            <p:spPr>
              <a:xfrm>
                <a:off x="209099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3" name="ph6338">
                <a:extLst>
                  <a:ext uri="{FF2B5EF4-FFF2-40B4-BE49-F238E27FC236}">
                    <a16:creationId xmlns:a16="http://schemas.microsoft.com/office/drawing/2014/main" id="{E7EA993E-2768-4A13-24CF-EC546C18F0CB}"/>
                  </a:ext>
                </a:extLst>
              </p:cNvPr>
              <p:cNvSpPr/>
              <p:nvPr/>
            </p:nvSpPr>
            <p:spPr>
              <a:xfrm>
                <a:off x="210043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4" name="ph6339">
                <a:extLst>
                  <a:ext uri="{FF2B5EF4-FFF2-40B4-BE49-F238E27FC236}">
                    <a16:creationId xmlns:a16="http://schemas.microsoft.com/office/drawing/2014/main" id="{B8223929-61C8-2474-A8CB-62C02EB0D71D}"/>
                  </a:ext>
                </a:extLst>
              </p:cNvPr>
              <p:cNvSpPr/>
              <p:nvPr/>
            </p:nvSpPr>
            <p:spPr>
              <a:xfrm>
                <a:off x="210987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5" name="ph6340">
                <a:extLst>
                  <a:ext uri="{FF2B5EF4-FFF2-40B4-BE49-F238E27FC236}">
                    <a16:creationId xmlns:a16="http://schemas.microsoft.com/office/drawing/2014/main" id="{6EE89DFE-3D5E-B4D4-62AD-C6B9EF2F115C}"/>
                  </a:ext>
                </a:extLst>
              </p:cNvPr>
              <p:cNvSpPr/>
              <p:nvPr/>
            </p:nvSpPr>
            <p:spPr>
              <a:xfrm>
                <a:off x="211931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6" name="ph6341">
                <a:extLst>
                  <a:ext uri="{FF2B5EF4-FFF2-40B4-BE49-F238E27FC236}">
                    <a16:creationId xmlns:a16="http://schemas.microsoft.com/office/drawing/2014/main" id="{AA353126-F296-FBB1-F764-DD2923FA8D14}"/>
                  </a:ext>
                </a:extLst>
              </p:cNvPr>
              <p:cNvSpPr/>
              <p:nvPr/>
            </p:nvSpPr>
            <p:spPr>
              <a:xfrm>
                <a:off x="212875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7" name="ph6342">
                <a:extLst>
                  <a:ext uri="{FF2B5EF4-FFF2-40B4-BE49-F238E27FC236}">
                    <a16:creationId xmlns:a16="http://schemas.microsoft.com/office/drawing/2014/main" id="{4ACF3277-6BF5-E568-B23E-C908C3BFEABF}"/>
                  </a:ext>
                </a:extLst>
              </p:cNvPr>
              <p:cNvSpPr/>
              <p:nvPr/>
            </p:nvSpPr>
            <p:spPr>
              <a:xfrm>
                <a:off x="213819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8" name="ph6343">
                <a:extLst>
                  <a:ext uri="{FF2B5EF4-FFF2-40B4-BE49-F238E27FC236}">
                    <a16:creationId xmlns:a16="http://schemas.microsoft.com/office/drawing/2014/main" id="{9914C3C7-45EF-0005-0509-384311E1E895}"/>
                  </a:ext>
                </a:extLst>
              </p:cNvPr>
              <p:cNvSpPr/>
              <p:nvPr/>
            </p:nvSpPr>
            <p:spPr>
              <a:xfrm>
                <a:off x="214763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9" name="ph6344">
                <a:extLst>
                  <a:ext uri="{FF2B5EF4-FFF2-40B4-BE49-F238E27FC236}">
                    <a16:creationId xmlns:a16="http://schemas.microsoft.com/office/drawing/2014/main" id="{377B679F-2288-D0BD-98BC-D1CB7C47F85C}"/>
                  </a:ext>
                </a:extLst>
              </p:cNvPr>
              <p:cNvSpPr/>
              <p:nvPr/>
            </p:nvSpPr>
            <p:spPr>
              <a:xfrm>
                <a:off x="215707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0" name="ph6345">
                <a:extLst>
                  <a:ext uri="{FF2B5EF4-FFF2-40B4-BE49-F238E27FC236}">
                    <a16:creationId xmlns:a16="http://schemas.microsoft.com/office/drawing/2014/main" id="{D374D3BA-39A1-1496-12EB-9B33D62D55ED}"/>
                  </a:ext>
                </a:extLst>
              </p:cNvPr>
              <p:cNvSpPr/>
              <p:nvPr/>
            </p:nvSpPr>
            <p:spPr>
              <a:xfrm>
                <a:off x="216651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1" name="ph6346">
                <a:extLst>
                  <a:ext uri="{FF2B5EF4-FFF2-40B4-BE49-F238E27FC236}">
                    <a16:creationId xmlns:a16="http://schemas.microsoft.com/office/drawing/2014/main" id="{944728D6-3C56-98E1-51A6-7FC1BC20B9C6}"/>
                  </a:ext>
                </a:extLst>
              </p:cNvPr>
              <p:cNvSpPr/>
              <p:nvPr/>
            </p:nvSpPr>
            <p:spPr>
              <a:xfrm>
                <a:off x="217595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2" name="ph6347">
                <a:extLst>
                  <a:ext uri="{FF2B5EF4-FFF2-40B4-BE49-F238E27FC236}">
                    <a16:creationId xmlns:a16="http://schemas.microsoft.com/office/drawing/2014/main" id="{C5D9C544-F973-0B03-BD77-C42C8C4DD527}"/>
                  </a:ext>
                </a:extLst>
              </p:cNvPr>
              <p:cNvSpPr/>
              <p:nvPr/>
            </p:nvSpPr>
            <p:spPr>
              <a:xfrm>
                <a:off x="218539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3" name="ph6348">
                <a:extLst>
                  <a:ext uri="{FF2B5EF4-FFF2-40B4-BE49-F238E27FC236}">
                    <a16:creationId xmlns:a16="http://schemas.microsoft.com/office/drawing/2014/main" id="{BF8F048F-84D5-9369-F6B1-914640FD87C3}"/>
                  </a:ext>
                </a:extLst>
              </p:cNvPr>
              <p:cNvSpPr/>
              <p:nvPr/>
            </p:nvSpPr>
            <p:spPr>
              <a:xfrm>
                <a:off x="219483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4" name="ph6349">
                <a:extLst>
                  <a:ext uri="{FF2B5EF4-FFF2-40B4-BE49-F238E27FC236}">
                    <a16:creationId xmlns:a16="http://schemas.microsoft.com/office/drawing/2014/main" id="{1375CA3B-964D-C520-5974-D704E0A718DB}"/>
                  </a:ext>
                </a:extLst>
              </p:cNvPr>
              <p:cNvSpPr/>
              <p:nvPr/>
            </p:nvSpPr>
            <p:spPr>
              <a:xfrm>
                <a:off x="220427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5" name="ph6350">
                <a:extLst>
                  <a:ext uri="{FF2B5EF4-FFF2-40B4-BE49-F238E27FC236}">
                    <a16:creationId xmlns:a16="http://schemas.microsoft.com/office/drawing/2014/main" id="{074CAE6D-4A8A-96B8-6B0F-FE5E92B3B602}"/>
                  </a:ext>
                </a:extLst>
              </p:cNvPr>
              <p:cNvSpPr/>
              <p:nvPr/>
            </p:nvSpPr>
            <p:spPr>
              <a:xfrm>
                <a:off x="221371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6" name="ph6351">
                <a:extLst>
                  <a:ext uri="{FF2B5EF4-FFF2-40B4-BE49-F238E27FC236}">
                    <a16:creationId xmlns:a16="http://schemas.microsoft.com/office/drawing/2014/main" id="{90FEA066-9C56-54FE-0811-44DA6B081AB3}"/>
                  </a:ext>
                </a:extLst>
              </p:cNvPr>
              <p:cNvSpPr/>
              <p:nvPr/>
            </p:nvSpPr>
            <p:spPr>
              <a:xfrm>
                <a:off x="222315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7" name="ph6352">
                <a:extLst>
                  <a:ext uri="{FF2B5EF4-FFF2-40B4-BE49-F238E27FC236}">
                    <a16:creationId xmlns:a16="http://schemas.microsoft.com/office/drawing/2014/main" id="{C77AC3FD-F6DE-91A4-A690-CE00CCD8F9CD}"/>
                  </a:ext>
                </a:extLst>
              </p:cNvPr>
              <p:cNvSpPr/>
              <p:nvPr/>
            </p:nvSpPr>
            <p:spPr>
              <a:xfrm>
                <a:off x="223259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8" name="ph6353">
                <a:extLst>
                  <a:ext uri="{FF2B5EF4-FFF2-40B4-BE49-F238E27FC236}">
                    <a16:creationId xmlns:a16="http://schemas.microsoft.com/office/drawing/2014/main" id="{B26D24D6-A992-EB31-01EB-946EEF00C531}"/>
                  </a:ext>
                </a:extLst>
              </p:cNvPr>
              <p:cNvSpPr/>
              <p:nvPr/>
            </p:nvSpPr>
            <p:spPr>
              <a:xfrm>
                <a:off x="224203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9" name="ph6354">
                <a:extLst>
                  <a:ext uri="{FF2B5EF4-FFF2-40B4-BE49-F238E27FC236}">
                    <a16:creationId xmlns:a16="http://schemas.microsoft.com/office/drawing/2014/main" id="{537BE8F1-76FF-EBD6-D7C4-0E472CCF0E57}"/>
                  </a:ext>
                </a:extLst>
              </p:cNvPr>
              <p:cNvSpPr/>
              <p:nvPr/>
            </p:nvSpPr>
            <p:spPr>
              <a:xfrm>
                <a:off x="225147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9">
                  <a:alpha val="100000"/>
                </a:srgbClr>
              </a:solidFill>
              <a:ln w="5420" cap="flat">
                <a:solidFill>
                  <a:srgbClr val="FFE9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0" name="ph6355">
                <a:extLst>
                  <a:ext uri="{FF2B5EF4-FFF2-40B4-BE49-F238E27FC236}">
                    <a16:creationId xmlns:a16="http://schemas.microsoft.com/office/drawing/2014/main" id="{3EBA364A-1C85-82BA-9DE8-569FC7411869}"/>
                  </a:ext>
                </a:extLst>
              </p:cNvPr>
              <p:cNvSpPr/>
              <p:nvPr/>
            </p:nvSpPr>
            <p:spPr>
              <a:xfrm>
                <a:off x="226091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1" name="ph6356">
                <a:extLst>
                  <a:ext uri="{FF2B5EF4-FFF2-40B4-BE49-F238E27FC236}">
                    <a16:creationId xmlns:a16="http://schemas.microsoft.com/office/drawing/2014/main" id="{DC35877E-3D66-A29C-EDE0-A59B89D34590}"/>
                  </a:ext>
                </a:extLst>
              </p:cNvPr>
              <p:cNvSpPr/>
              <p:nvPr/>
            </p:nvSpPr>
            <p:spPr>
              <a:xfrm>
                <a:off x="227035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A">
                  <a:alpha val="100000"/>
                </a:srgbClr>
              </a:solidFill>
              <a:ln w="5420" cap="flat">
                <a:solidFill>
                  <a:srgbClr val="FFE9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2" name="ph6357">
                <a:extLst>
                  <a:ext uri="{FF2B5EF4-FFF2-40B4-BE49-F238E27FC236}">
                    <a16:creationId xmlns:a16="http://schemas.microsoft.com/office/drawing/2014/main" id="{2DE65F47-DE73-FFC4-6953-DE596575C63D}"/>
                  </a:ext>
                </a:extLst>
              </p:cNvPr>
              <p:cNvSpPr/>
              <p:nvPr/>
            </p:nvSpPr>
            <p:spPr>
              <a:xfrm>
                <a:off x="227979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99B">
                  <a:alpha val="100000"/>
                </a:srgbClr>
              </a:solidFill>
              <a:ln w="5420" cap="flat">
                <a:solidFill>
                  <a:srgbClr val="FFE9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3" name="ph6358">
                <a:extLst>
                  <a:ext uri="{FF2B5EF4-FFF2-40B4-BE49-F238E27FC236}">
                    <a16:creationId xmlns:a16="http://schemas.microsoft.com/office/drawing/2014/main" id="{DE49654C-83C2-0B1E-3D0D-00B73F5CD14B}"/>
                  </a:ext>
                </a:extLst>
              </p:cNvPr>
              <p:cNvSpPr/>
              <p:nvPr/>
            </p:nvSpPr>
            <p:spPr>
              <a:xfrm>
                <a:off x="228923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C">
                  <a:alpha val="100000"/>
                </a:srgbClr>
              </a:solidFill>
              <a:ln w="5420" cap="flat">
                <a:solidFill>
                  <a:srgbClr val="FFEA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4" name="ph6359">
                <a:extLst>
                  <a:ext uri="{FF2B5EF4-FFF2-40B4-BE49-F238E27FC236}">
                    <a16:creationId xmlns:a16="http://schemas.microsoft.com/office/drawing/2014/main" id="{10ADFAC4-5605-EC14-89F9-BEC5AAE4EC68}"/>
                  </a:ext>
                </a:extLst>
              </p:cNvPr>
              <p:cNvSpPr/>
              <p:nvPr/>
            </p:nvSpPr>
            <p:spPr>
              <a:xfrm>
                <a:off x="229867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5" name="ph6360">
                <a:extLst>
                  <a:ext uri="{FF2B5EF4-FFF2-40B4-BE49-F238E27FC236}">
                    <a16:creationId xmlns:a16="http://schemas.microsoft.com/office/drawing/2014/main" id="{ACBA0C8B-5E36-26BC-D83E-0ED22C36E0E1}"/>
                  </a:ext>
                </a:extLst>
              </p:cNvPr>
              <p:cNvSpPr/>
              <p:nvPr/>
            </p:nvSpPr>
            <p:spPr>
              <a:xfrm>
                <a:off x="230811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6" name="ph6361">
                <a:extLst>
                  <a:ext uri="{FF2B5EF4-FFF2-40B4-BE49-F238E27FC236}">
                    <a16:creationId xmlns:a16="http://schemas.microsoft.com/office/drawing/2014/main" id="{C175734A-5D01-4B67-2104-77AB1633AC60}"/>
                  </a:ext>
                </a:extLst>
              </p:cNvPr>
              <p:cNvSpPr/>
              <p:nvPr/>
            </p:nvSpPr>
            <p:spPr>
              <a:xfrm>
                <a:off x="231755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7" name="ph6362">
                <a:extLst>
                  <a:ext uri="{FF2B5EF4-FFF2-40B4-BE49-F238E27FC236}">
                    <a16:creationId xmlns:a16="http://schemas.microsoft.com/office/drawing/2014/main" id="{83A8F304-9314-2F8C-0B4F-5DBDE62A51B3}"/>
                  </a:ext>
                </a:extLst>
              </p:cNvPr>
              <p:cNvSpPr/>
              <p:nvPr/>
            </p:nvSpPr>
            <p:spPr>
              <a:xfrm>
                <a:off x="232699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8" name="ph6363">
                <a:extLst>
                  <a:ext uri="{FF2B5EF4-FFF2-40B4-BE49-F238E27FC236}">
                    <a16:creationId xmlns:a16="http://schemas.microsoft.com/office/drawing/2014/main" id="{2E61BB07-3C4A-72B4-A863-C148D8072AA9}"/>
                  </a:ext>
                </a:extLst>
              </p:cNvPr>
              <p:cNvSpPr/>
              <p:nvPr/>
            </p:nvSpPr>
            <p:spPr>
              <a:xfrm>
                <a:off x="233643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9" name="ph6364">
                <a:extLst>
                  <a:ext uri="{FF2B5EF4-FFF2-40B4-BE49-F238E27FC236}">
                    <a16:creationId xmlns:a16="http://schemas.microsoft.com/office/drawing/2014/main" id="{A6E381BE-A91F-B2E6-50C9-90C3BFB400D9}"/>
                  </a:ext>
                </a:extLst>
              </p:cNvPr>
              <p:cNvSpPr/>
              <p:nvPr/>
            </p:nvSpPr>
            <p:spPr>
              <a:xfrm>
                <a:off x="234587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0" name="ph6365">
                <a:extLst>
                  <a:ext uri="{FF2B5EF4-FFF2-40B4-BE49-F238E27FC236}">
                    <a16:creationId xmlns:a16="http://schemas.microsoft.com/office/drawing/2014/main" id="{CE7DD0D8-57A3-3A87-E7B4-29CF36FD17E9}"/>
                  </a:ext>
                </a:extLst>
              </p:cNvPr>
              <p:cNvSpPr/>
              <p:nvPr/>
            </p:nvSpPr>
            <p:spPr>
              <a:xfrm>
                <a:off x="235531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1" name="ph6366">
                <a:extLst>
                  <a:ext uri="{FF2B5EF4-FFF2-40B4-BE49-F238E27FC236}">
                    <a16:creationId xmlns:a16="http://schemas.microsoft.com/office/drawing/2014/main" id="{33782969-2945-7BC6-DEEA-2F5FD87748FF}"/>
                  </a:ext>
                </a:extLst>
              </p:cNvPr>
              <p:cNvSpPr/>
              <p:nvPr/>
            </p:nvSpPr>
            <p:spPr>
              <a:xfrm>
                <a:off x="23647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2" name="ph6367">
                <a:extLst>
                  <a:ext uri="{FF2B5EF4-FFF2-40B4-BE49-F238E27FC236}">
                    <a16:creationId xmlns:a16="http://schemas.microsoft.com/office/drawing/2014/main" id="{A115FCF4-CAEA-8E30-8E31-64114E32E1D7}"/>
                  </a:ext>
                </a:extLst>
              </p:cNvPr>
              <p:cNvSpPr/>
              <p:nvPr/>
            </p:nvSpPr>
            <p:spPr>
              <a:xfrm>
                <a:off x="237420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3" name="ph6368">
                <a:extLst>
                  <a:ext uri="{FF2B5EF4-FFF2-40B4-BE49-F238E27FC236}">
                    <a16:creationId xmlns:a16="http://schemas.microsoft.com/office/drawing/2014/main" id="{A1E49F19-7779-71DE-2926-11FAABEBB09C}"/>
                  </a:ext>
                </a:extLst>
              </p:cNvPr>
              <p:cNvSpPr/>
              <p:nvPr/>
            </p:nvSpPr>
            <p:spPr>
              <a:xfrm>
                <a:off x="238364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4" name="ph6369">
                <a:extLst>
                  <a:ext uri="{FF2B5EF4-FFF2-40B4-BE49-F238E27FC236}">
                    <a16:creationId xmlns:a16="http://schemas.microsoft.com/office/drawing/2014/main" id="{60F90BFB-4F41-CAA3-3B94-D8E9FC15DCA2}"/>
                  </a:ext>
                </a:extLst>
              </p:cNvPr>
              <p:cNvSpPr/>
              <p:nvPr/>
            </p:nvSpPr>
            <p:spPr>
              <a:xfrm>
                <a:off x="239308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5" name="ph6370">
                <a:extLst>
                  <a:ext uri="{FF2B5EF4-FFF2-40B4-BE49-F238E27FC236}">
                    <a16:creationId xmlns:a16="http://schemas.microsoft.com/office/drawing/2014/main" id="{201C5245-3EFE-09E8-4724-5E4C8CA16399}"/>
                  </a:ext>
                </a:extLst>
              </p:cNvPr>
              <p:cNvSpPr/>
              <p:nvPr/>
            </p:nvSpPr>
            <p:spPr>
              <a:xfrm>
                <a:off x="24025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6" name="ph6371">
                <a:extLst>
                  <a:ext uri="{FF2B5EF4-FFF2-40B4-BE49-F238E27FC236}">
                    <a16:creationId xmlns:a16="http://schemas.microsoft.com/office/drawing/2014/main" id="{4CAF00F1-1C50-9C93-8CB7-EB2E52EE50FB}"/>
                  </a:ext>
                </a:extLst>
              </p:cNvPr>
              <p:cNvSpPr/>
              <p:nvPr/>
            </p:nvSpPr>
            <p:spPr>
              <a:xfrm>
                <a:off x="2411961" y="1359581"/>
                <a:ext cx="9215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57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117" y="896830"/>
                    </a:lnTo>
                    <a:lnTo>
                      <a:pt x="921127" y="897125"/>
                    </a:lnTo>
                    <a:lnTo>
                      <a:pt x="921138" y="897447"/>
                    </a:lnTo>
                    <a:lnTo>
                      <a:pt x="921149" y="897768"/>
                    </a:lnTo>
                    <a:lnTo>
                      <a:pt x="921160" y="898089"/>
                    </a:lnTo>
                    <a:lnTo>
                      <a:pt x="921171" y="898411"/>
                    </a:lnTo>
                    <a:lnTo>
                      <a:pt x="921182" y="898732"/>
                    </a:lnTo>
                    <a:lnTo>
                      <a:pt x="921193" y="899053"/>
                    </a:lnTo>
                    <a:lnTo>
                      <a:pt x="921204" y="899375"/>
                    </a:lnTo>
                    <a:lnTo>
                      <a:pt x="921215" y="899696"/>
                    </a:lnTo>
                    <a:lnTo>
                      <a:pt x="921226" y="900017"/>
                    </a:lnTo>
                    <a:lnTo>
                      <a:pt x="921237" y="900339"/>
                    </a:lnTo>
                    <a:lnTo>
                      <a:pt x="921248" y="900660"/>
                    </a:lnTo>
                    <a:lnTo>
                      <a:pt x="921259" y="900981"/>
                    </a:lnTo>
                    <a:lnTo>
                      <a:pt x="921270" y="901303"/>
                    </a:lnTo>
                    <a:lnTo>
                      <a:pt x="921281" y="901624"/>
                    </a:lnTo>
                    <a:lnTo>
                      <a:pt x="921292" y="901945"/>
                    </a:lnTo>
                    <a:lnTo>
                      <a:pt x="921303" y="902267"/>
                    </a:lnTo>
                    <a:lnTo>
                      <a:pt x="921314" y="902588"/>
                    </a:lnTo>
                    <a:lnTo>
                      <a:pt x="921325" y="902909"/>
                    </a:lnTo>
                    <a:lnTo>
                      <a:pt x="921336" y="903231"/>
                    </a:lnTo>
                    <a:lnTo>
                      <a:pt x="921346" y="903552"/>
                    </a:lnTo>
                    <a:lnTo>
                      <a:pt x="921357" y="903873"/>
                    </a:lnTo>
                    <a:lnTo>
                      <a:pt x="921368" y="904195"/>
                    </a:lnTo>
                    <a:lnTo>
                      <a:pt x="921379" y="904516"/>
                    </a:lnTo>
                    <a:lnTo>
                      <a:pt x="921578" y="914400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7" name="ph6372">
                <a:extLst>
                  <a:ext uri="{FF2B5EF4-FFF2-40B4-BE49-F238E27FC236}">
                    <a16:creationId xmlns:a16="http://schemas.microsoft.com/office/drawing/2014/main" id="{B5AA5117-80F0-492C-9224-5C89CB16BA4A}"/>
                  </a:ext>
                </a:extLst>
              </p:cNvPr>
              <p:cNvSpPr/>
              <p:nvPr/>
            </p:nvSpPr>
            <p:spPr>
              <a:xfrm>
                <a:off x="3138859" y="1359581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9877" y="914400"/>
                    </a:lnTo>
                    <a:lnTo>
                      <a:pt x="913020" y="908318"/>
                    </a:lnTo>
                    <a:lnTo>
                      <a:pt x="914400" y="90591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8" name="ph6373">
                <a:extLst>
                  <a:ext uri="{FF2B5EF4-FFF2-40B4-BE49-F238E27FC236}">
                    <a16:creationId xmlns:a16="http://schemas.microsoft.com/office/drawing/2014/main" id="{F4C45660-E6BD-021C-D7F4-2CBD5CBA1222}"/>
                  </a:ext>
                </a:extLst>
              </p:cNvPr>
              <p:cNvSpPr/>
              <p:nvPr/>
            </p:nvSpPr>
            <p:spPr>
              <a:xfrm>
                <a:off x="3148299" y="134201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399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23483"/>
                    </a:lnTo>
                    <a:lnTo>
                      <a:pt x="907869" y="918409"/>
                    </a:lnTo>
                    <a:lnTo>
                      <a:pt x="910421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9" name="ph6374">
                <a:extLst>
                  <a:ext uri="{FF2B5EF4-FFF2-40B4-BE49-F238E27FC236}">
                    <a16:creationId xmlns:a16="http://schemas.microsoft.com/office/drawing/2014/main" id="{D9268852-7B72-C285-D6B2-9FB83CC5CA1E}"/>
                  </a:ext>
                </a:extLst>
              </p:cNvPr>
              <p:cNvSpPr/>
              <p:nvPr/>
            </p:nvSpPr>
            <p:spPr>
              <a:xfrm>
                <a:off x="314829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0" name="ph6375">
                <a:extLst>
                  <a:ext uri="{FF2B5EF4-FFF2-40B4-BE49-F238E27FC236}">
                    <a16:creationId xmlns:a16="http://schemas.microsoft.com/office/drawing/2014/main" id="{658A36E3-9ED5-AB34-7433-0071DB301673}"/>
                  </a:ext>
                </a:extLst>
              </p:cNvPr>
              <p:cNvSpPr/>
              <p:nvPr/>
            </p:nvSpPr>
            <p:spPr>
              <a:xfrm>
                <a:off x="315774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1" name="ph6376">
                <a:extLst>
                  <a:ext uri="{FF2B5EF4-FFF2-40B4-BE49-F238E27FC236}">
                    <a16:creationId xmlns:a16="http://schemas.microsoft.com/office/drawing/2014/main" id="{C0A35008-AEA2-FF1C-9E71-6D38F63BE0A9}"/>
                  </a:ext>
                </a:extLst>
              </p:cNvPr>
              <p:cNvSpPr/>
              <p:nvPr/>
            </p:nvSpPr>
            <p:spPr>
              <a:xfrm>
                <a:off x="316718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2" name="ph6377">
                <a:extLst>
                  <a:ext uri="{FF2B5EF4-FFF2-40B4-BE49-F238E27FC236}">
                    <a16:creationId xmlns:a16="http://schemas.microsoft.com/office/drawing/2014/main" id="{4722ED4E-ADA6-9F61-8F0F-6BC6D2B98D20}"/>
                  </a:ext>
                </a:extLst>
              </p:cNvPr>
              <p:cNvSpPr/>
              <p:nvPr/>
            </p:nvSpPr>
            <p:spPr>
              <a:xfrm>
                <a:off x="317662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3" name="ph6378">
                <a:extLst>
                  <a:ext uri="{FF2B5EF4-FFF2-40B4-BE49-F238E27FC236}">
                    <a16:creationId xmlns:a16="http://schemas.microsoft.com/office/drawing/2014/main" id="{8EAB9A0F-1180-704F-F2AF-5540F2543E96}"/>
                  </a:ext>
                </a:extLst>
              </p:cNvPr>
              <p:cNvSpPr/>
              <p:nvPr/>
            </p:nvSpPr>
            <p:spPr>
              <a:xfrm>
                <a:off x="318606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4" name="ph6379">
                <a:extLst>
                  <a:ext uri="{FF2B5EF4-FFF2-40B4-BE49-F238E27FC236}">
                    <a16:creationId xmlns:a16="http://schemas.microsoft.com/office/drawing/2014/main" id="{6B349C2F-2A37-C1A9-21D2-A36889EC69B7}"/>
                  </a:ext>
                </a:extLst>
              </p:cNvPr>
              <p:cNvSpPr/>
              <p:nvPr/>
            </p:nvSpPr>
            <p:spPr>
              <a:xfrm>
                <a:off x="319550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5" name="ph6380">
                <a:extLst>
                  <a:ext uri="{FF2B5EF4-FFF2-40B4-BE49-F238E27FC236}">
                    <a16:creationId xmlns:a16="http://schemas.microsoft.com/office/drawing/2014/main" id="{09A39AC2-541A-7283-CC15-91728A476597}"/>
                  </a:ext>
                </a:extLst>
              </p:cNvPr>
              <p:cNvSpPr/>
              <p:nvPr/>
            </p:nvSpPr>
            <p:spPr>
              <a:xfrm>
                <a:off x="320494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6" name="ph6381">
                <a:extLst>
                  <a:ext uri="{FF2B5EF4-FFF2-40B4-BE49-F238E27FC236}">
                    <a16:creationId xmlns:a16="http://schemas.microsoft.com/office/drawing/2014/main" id="{02B85733-8C06-C214-818D-239A82250C72}"/>
                  </a:ext>
                </a:extLst>
              </p:cNvPr>
              <p:cNvSpPr/>
              <p:nvPr/>
            </p:nvSpPr>
            <p:spPr>
              <a:xfrm>
                <a:off x="321438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7" name="ph6382">
                <a:extLst>
                  <a:ext uri="{FF2B5EF4-FFF2-40B4-BE49-F238E27FC236}">
                    <a16:creationId xmlns:a16="http://schemas.microsoft.com/office/drawing/2014/main" id="{B9298CB0-A6D0-C8F1-BF34-8976C3E10EC8}"/>
                  </a:ext>
                </a:extLst>
              </p:cNvPr>
              <p:cNvSpPr/>
              <p:nvPr/>
            </p:nvSpPr>
            <p:spPr>
              <a:xfrm>
                <a:off x="322382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8" name="ph6383">
                <a:extLst>
                  <a:ext uri="{FF2B5EF4-FFF2-40B4-BE49-F238E27FC236}">
                    <a16:creationId xmlns:a16="http://schemas.microsoft.com/office/drawing/2014/main" id="{107DE2BD-E385-D949-37C6-DB43670F06DC}"/>
                  </a:ext>
                </a:extLst>
              </p:cNvPr>
              <p:cNvSpPr/>
              <p:nvPr/>
            </p:nvSpPr>
            <p:spPr>
              <a:xfrm>
                <a:off x="323326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9" name="ph6384">
                <a:extLst>
                  <a:ext uri="{FF2B5EF4-FFF2-40B4-BE49-F238E27FC236}">
                    <a16:creationId xmlns:a16="http://schemas.microsoft.com/office/drawing/2014/main" id="{6DC9DC94-BB7C-5423-FC7D-9E8799BA8B35}"/>
                  </a:ext>
                </a:extLst>
              </p:cNvPr>
              <p:cNvSpPr/>
              <p:nvPr/>
            </p:nvSpPr>
            <p:spPr>
              <a:xfrm>
                <a:off x="324270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0" name="ph6385">
                <a:extLst>
                  <a:ext uri="{FF2B5EF4-FFF2-40B4-BE49-F238E27FC236}">
                    <a16:creationId xmlns:a16="http://schemas.microsoft.com/office/drawing/2014/main" id="{6616AC89-BAC7-FDAD-4A5C-D2CF2F782C60}"/>
                  </a:ext>
                </a:extLst>
              </p:cNvPr>
              <p:cNvSpPr/>
              <p:nvPr/>
            </p:nvSpPr>
            <p:spPr>
              <a:xfrm>
                <a:off x="325214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1" name="ph6386">
                <a:extLst>
                  <a:ext uri="{FF2B5EF4-FFF2-40B4-BE49-F238E27FC236}">
                    <a16:creationId xmlns:a16="http://schemas.microsoft.com/office/drawing/2014/main" id="{434DA985-21C0-B66C-1C03-BB3509282A1A}"/>
                  </a:ext>
                </a:extLst>
              </p:cNvPr>
              <p:cNvSpPr/>
              <p:nvPr/>
            </p:nvSpPr>
            <p:spPr>
              <a:xfrm>
                <a:off x="326158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2" name="ph6387">
                <a:extLst>
                  <a:ext uri="{FF2B5EF4-FFF2-40B4-BE49-F238E27FC236}">
                    <a16:creationId xmlns:a16="http://schemas.microsoft.com/office/drawing/2014/main" id="{59EB6F26-4B3F-1D31-CEF4-906A55769BD6}"/>
                  </a:ext>
                </a:extLst>
              </p:cNvPr>
              <p:cNvSpPr/>
              <p:nvPr/>
            </p:nvSpPr>
            <p:spPr>
              <a:xfrm>
                <a:off x="327102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3" name="ph6388">
                <a:extLst>
                  <a:ext uri="{FF2B5EF4-FFF2-40B4-BE49-F238E27FC236}">
                    <a16:creationId xmlns:a16="http://schemas.microsoft.com/office/drawing/2014/main" id="{DD9ABCD3-6291-7146-B631-FC5E5E3A2512}"/>
                  </a:ext>
                </a:extLst>
              </p:cNvPr>
              <p:cNvSpPr/>
              <p:nvPr/>
            </p:nvSpPr>
            <p:spPr>
              <a:xfrm>
                <a:off x="328046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4" name="ph6389">
                <a:extLst>
                  <a:ext uri="{FF2B5EF4-FFF2-40B4-BE49-F238E27FC236}">
                    <a16:creationId xmlns:a16="http://schemas.microsoft.com/office/drawing/2014/main" id="{63BC1830-023C-7F74-F4A5-C58AF9A829A9}"/>
                  </a:ext>
                </a:extLst>
              </p:cNvPr>
              <p:cNvSpPr/>
              <p:nvPr/>
            </p:nvSpPr>
            <p:spPr>
              <a:xfrm>
                <a:off x="328990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5" name="ph6390">
                <a:extLst>
                  <a:ext uri="{FF2B5EF4-FFF2-40B4-BE49-F238E27FC236}">
                    <a16:creationId xmlns:a16="http://schemas.microsoft.com/office/drawing/2014/main" id="{9F4D32BD-0BF5-E4CF-D846-472E7417B747}"/>
                  </a:ext>
                </a:extLst>
              </p:cNvPr>
              <p:cNvSpPr/>
              <p:nvPr/>
            </p:nvSpPr>
            <p:spPr>
              <a:xfrm>
                <a:off x="329934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6" name="ph6391">
                <a:extLst>
                  <a:ext uri="{FF2B5EF4-FFF2-40B4-BE49-F238E27FC236}">
                    <a16:creationId xmlns:a16="http://schemas.microsoft.com/office/drawing/2014/main" id="{543D6C56-3F93-A542-1444-F88CC6B2F82D}"/>
                  </a:ext>
                </a:extLst>
              </p:cNvPr>
              <p:cNvSpPr/>
              <p:nvPr/>
            </p:nvSpPr>
            <p:spPr>
              <a:xfrm>
                <a:off x="330878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7" name="ph6392">
                <a:extLst>
                  <a:ext uri="{FF2B5EF4-FFF2-40B4-BE49-F238E27FC236}">
                    <a16:creationId xmlns:a16="http://schemas.microsoft.com/office/drawing/2014/main" id="{C7E604D9-FEA9-9A42-09E0-3799ED4BA7D6}"/>
                  </a:ext>
                </a:extLst>
              </p:cNvPr>
              <p:cNvSpPr/>
              <p:nvPr/>
            </p:nvSpPr>
            <p:spPr>
              <a:xfrm>
                <a:off x="331822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8" name="ph6393">
                <a:extLst>
                  <a:ext uri="{FF2B5EF4-FFF2-40B4-BE49-F238E27FC236}">
                    <a16:creationId xmlns:a16="http://schemas.microsoft.com/office/drawing/2014/main" id="{BAAE1977-367B-115B-73D8-7ED3D36C849A}"/>
                  </a:ext>
                </a:extLst>
              </p:cNvPr>
              <p:cNvSpPr/>
              <p:nvPr/>
            </p:nvSpPr>
            <p:spPr>
              <a:xfrm>
                <a:off x="332766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9" name="ph6394">
                <a:extLst>
                  <a:ext uri="{FF2B5EF4-FFF2-40B4-BE49-F238E27FC236}">
                    <a16:creationId xmlns:a16="http://schemas.microsoft.com/office/drawing/2014/main" id="{67020F0E-6B83-897C-C730-F878F69F9048}"/>
                  </a:ext>
                </a:extLst>
              </p:cNvPr>
              <p:cNvSpPr/>
              <p:nvPr/>
            </p:nvSpPr>
            <p:spPr>
              <a:xfrm>
                <a:off x="333710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0" name="ph6395">
                <a:extLst>
                  <a:ext uri="{FF2B5EF4-FFF2-40B4-BE49-F238E27FC236}">
                    <a16:creationId xmlns:a16="http://schemas.microsoft.com/office/drawing/2014/main" id="{F7732BBC-1460-D7A1-10C2-295A81CA9915}"/>
                  </a:ext>
                </a:extLst>
              </p:cNvPr>
              <p:cNvSpPr/>
              <p:nvPr/>
            </p:nvSpPr>
            <p:spPr>
              <a:xfrm>
                <a:off x="334654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1" name="ph6396">
                <a:extLst>
                  <a:ext uri="{FF2B5EF4-FFF2-40B4-BE49-F238E27FC236}">
                    <a16:creationId xmlns:a16="http://schemas.microsoft.com/office/drawing/2014/main" id="{B59EB401-46E6-6411-76D5-FDE1A5FBC140}"/>
                  </a:ext>
                </a:extLst>
              </p:cNvPr>
              <p:cNvSpPr/>
              <p:nvPr/>
            </p:nvSpPr>
            <p:spPr>
              <a:xfrm>
                <a:off x="335598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2" name="ph6397">
                <a:extLst>
                  <a:ext uri="{FF2B5EF4-FFF2-40B4-BE49-F238E27FC236}">
                    <a16:creationId xmlns:a16="http://schemas.microsoft.com/office/drawing/2014/main" id="{D93B85B6-9CE3-6217-B752-6A398EBD2819}"/>
                  </a:ext>
                </a:extLst>
              </p:cNvPr>
              <p:cNvSpPr/>
              <p:nvPr/>
            </p:nvSpPr>
            <p:spPr>
              <a:xfrm>
                <a:off x="336542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3" name="ph6398">
                <a:extLst>
                  <a:ext uri="{FF2B5EF4-FFF2-40B4-BE49-F238E27FC236}">
                    <a16:creationId xmlns:a16="http://schemas.microsoft.com/office/drawing/2014/main" id="{D3DAD641-77DA-43A4-9ED8-B25627D9F8F0}"/>
                  </a:ext>
                </a:extLst>
              </p:cNvPr>
              <p:cNvSpPr/>
              <p:nvPr/>
            </p:nvSpPr>
            <p:spPr>
              <a:xfrm>
                <a:off x="337486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4" name="ph6399">
                <a:extLst>
                  <a:ext uri="{FF2B5EF4-FFF2-40B4-BE49-F238E27FC236}">
                    <a16:creationId xmlns:a16="http://schemas.microsoft.com/office/drawing/2014/main" id="{1329FC6E-27E7-0CFE-AF34-0112BBE8FD9F}"/>
                  </a:ext>
                </a:extLst>
              </p:cNvPr>
              <p:cNvSpPr/>
              <p:nvPr/>
            </p:nvSpPr>
            <p:spPr>
              <a:xfrm>
                <a:off x="338430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5" name="ph6400">
                <a:extLst>
                  <a:ext uri="{FF2B5EF4-FFF2-40B4-BE49-F238E27FC236}">
                    <a16:creationId xmlns:a16="http://schemas.microsoft.com/office/drawing/2014/main" id="{26AAA53B-6764-6BFF-1933-F00643E3E916}"/>
                  </a:ext>
                </a:extLst>
              </p:cNvPr>
              <p:cNvSpPr/>
              <p:nvPr/>
            </p:nvSpPr>
            <p:spPr>
              <a:xfrm>
                <a:off x="339374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6" name="ph6401">
                <a:extLst>
                  <a:ext uri="{FF2B5EF4-FFF2-40B4-BE49-F238E27FC236}">
                    <a16:creationId xmlns:a16="http://schemas.microsoft.com/office/drawing/2014/main" id="{192A0DDD-D4AF-C2D5-B371-5B2CEB96EDCF}"/>
                  </a:ext>
                </a:extLst>
              </p:cNvPr>
              <p:cNvSpPr/>
              <p:nvPr/>
            </p:nvSpPr>
            <p:spPr>
              <a:xfrm>
                <a:off x="340318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7" name="ph6402">
                <a:extLst>
                  <a:ext uri="{FF2B5EF4-FFF2-40B4-BE49-F238E27FC236}">
                    <a16:creationId xmlns:a16="http://schemas.microsoft.com/office/drawing/2014/main" id="{ECDAA3C4-52B9-7B88-85DC-3A5259786E94}"/>
                  </a:ext>
                </a:extLst>
              </p:cNvPr>
              <p:cNvSpPr/>
              <p:nvPr/>
            </p:nvSpPr>
            <p:spPr>
              <a:xfrm>
                <a:off x="341262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8" name="ph6403">
                <a:extLst>
                  <a:ext uri="{FF2B5EF4-FFF2-40B4-BE49-F238E27FC236}">
                    <a16:creationId xmlns:a16="http://schemas.microsoft.com/office/drawing/2014/main" id="{5A99385C-959F-92C2-815A-7005E4B881C0}"/>
                  </a:ext>
                </a:extLst>
              </p:cNvPr>
              <p:cNvSpPr/>
              <p:nvPr/>
            </p:nvSpPr>
            <p:spPr>
              <a:xfrm>
                <a:off x="3422066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9" name="ph6404">
                <a:extLst>
                  <a:ext uri="{FF2B5EF4-FFF2-40B4-BE49-F238E27FC236}">
                    <a16:creationId xmlns:a16="http://schemas.microsoft.com/office/drawing/2014/main" id="{F2B27725-EE20-74D4-AD76-0C1BCACB4EF3}"/>
                  </a:ext>
                </a:extLst>
              </p:cNvPr>
              <p:cNvSpPr/>
              <p:nvPr/>
            </p:nvSpPr>
            <p:spPr>
              <a:xfrm>
                <a:off x="343150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0" name="ph6405">
                <a:extLst>
                  <a:ext uri="{FF2B5EF4-FFF2-40B4-BE49-F238E27FC236}">
                    <a16:creationId xmlns:a16="http://schemas.microsoft.com/office/drawing/2014/main" id="{F3AA85C9-FD68-034A-8383-E9241FFF3EC2}"/>
                  </a:ext>
                </a:extLst>
              </p:cNvPr>
              <p:cNvSpPr/>
              <p:nvPr/>
            </p:nvSpPr>
            <p:spPr>
              <a:xfrm>
                <a:off x="344094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1" name="ph6406">
                <a:extLst>
                  <a:ext uri="{FF2B5EF4-FFF2-40B4-BE49-F238E27FC236}">
                    <a16:creationId xmlns:a16="http://schemas.microsoft.com/office/drawing/2014/main" id="{C94990F1-5A61-92A1-5037-DB6895D7749C}"/>
                  </a:ext>
                </a:extLst>
              </p:cNvPr>
              <p:cNvSpPr/>
              <p:nvPr/>
            </p:nvSpPr>
            <p:spPr>
              <a:xfrm>
                <a:off x="345038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2" name="ph6407">
                <a:extLst>
                  <a:ext uri="{FF2B5EF4-FFF2-40B4-BE49-F238E27FC236}">
                    <a16:creationId xmlns:a16="http://schemas.microsoft.com/office/drawing/2014/main" id="{4E51EFB6-5EDF-FABD-2254-2086C54B4A84}"/>
                  </a:ext>
                </a:extLst>
              </p:cNvPr>
              <p:cNvSpPr/>
              <p:nvPr/>
            </p:nvSpPr>
            <p:spPr>
              <a:xfrm>
                <a:off x="3459827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3" name="ph6408">
                <a:extLst>
                  <a:ext uri="{FF2B5EF4-FFF2-40B4-BE49-F238E27FC236}">
                    <a16:creationId xmlns:a16="http://schemas.microsoft.com/office/drawing/2014/main" id="{29B3F165-FB42-B739-B38E-6D9B839FC4A0}"/>
                  </a:ext>
                </a:extLst>
              </p:cNvPr>
              <p:cNvSpPr/>
              <p:nvPr/>
            </p:nvSpPr>
            <p:spPr>
              <a:xfrm>
                <a:off x="346926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4" name="ph6409">
                <a:extLst>
                  <a:ext uri="{FF2B5EF4-FFF2-40B4-BE49-F238E27FC236}">
                    <a16:creationId xmlns:a16="http://schemas.microsoft.com/office/drawing/2014/main" id="{AC95F3B6-700B-11AC-48AB-C2F10D4CBFA3}"/>
                  </a:ext>
                </a:extLst>
              </p:cNvPr>
              <p:cNvSpPr/>
              <p:nvPr/>
            </p:nvSpPr>
            <p:spPr>
              <a:xfrm>
                <a:off x="347870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5" name="ph6410">
                <a:extLst>
                  <a:ext uri="{FF2B5EF4-FFF2-40B4-BE49-F238E27FC236}">
                    <a16:creationId xmlns:a16="http://schemas.microsoft.com/office/drawing/2014/main" id="{B6C22ACB-510B-8B61-B4F9-F2EA09E05628}"/>
                  </a:ext>
                </a:extLst>
              </p:cNvPr>
              <p:cNvSpPr/>
              <p:nvPr/>
            </p:nvSpPr>
            <p:spPr>
              <a:xfrm>
                <a:off x="348814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6" name="ph6411">
                <a:extLst>
                  <a:ext uri="{FF2B5EF4-FFF2-40B4-BE49-F238E27FC236}">
                    <a16:creationId xmlns:a16="http://schemas.microsoft.com/office/drawing/2014/main" id="{31B92AF1-29A8-C045-D014-D46E0DBDE561}"/>
                  </a:ext>
                </a:extLst>
              </p:cNvPr>
              <p:cNvSpPr/>
              <p:nvPr/>
            </p:nvSpPr>
            <p:spPr>
              <a:xfrm>
                <a:off x="3497588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7" name="ph6412">
                <a:extLst>
                  <a:ext uri="{FF2B5EF4-FFF2-40B4-BE49-F238E27FC236}">
                    <a16:creationId xmlns:a16="http://schemas.microsoft.com/office/drawing/2014/main" id="{713DB1FD-BF70-6757-049F-9BB1141D1608}"/>
                  </a:ext>
                </a:extLst>
              </p:cNvPr>
              <p:cNvSpPr/>
              <p:nvPr/>
            </p:nvSpPr>
            <p:spPr>
              <a:xfrm>
                <a:off x="350702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8" name="ph6413">
                <a:extLst>
                  <a:ext uri="{FF2B5EF4-FFF2-40B4-BE49-F238E27FC236}">
                    <a16:creationId xmlns:a16="http://schemas.microsoft.com/office/drawing/2014/main" id="{8CDCDEBB-DBFF-A907-44C3-475D9C5369BC}"/>
                  </a:ext>
                </a:extLst>
              </p:cNvPr>
              <p:cNvSpPr/>
              <p:nvPr/>
            </p:nvSpPr>
            <p:spPr>
              <a:xfrm>
                <a:off x="351646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9" name="ph6414">
                <a:extLst>
                  <a:ext uri="{FF2B5EF4-FFF2-40B4-BE49-F238E27FC236}">
                    <a16:creationId xmlns:a16="http://schemas.microsoft.com/office/drawing/2014/main" id="{451EFF53-E62F-6A08-8367-F1EEFD854642}"/>
                  </a:ext>
                </a:extLst>
              </p:cNvPr>
              <p:cNvSpPr/>
              <p:nvPr/>
            </p:nvSpPr>
            <p:spPr>
              <a:xfrm>
                <a:off x="352590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0" name="ph6415">
                <a:extLst>
                  <a:ext uri="{FF2B5EF4-FFF2-40B4-BE49-F238E27FC236}">
                    <a16:creationId xmlns:a16="http://schemas.microsoft.com/office/drawing/2014/main" id="{6475A580-8FB4-B27A-C781-7B5B43442F24}"/>
                  </a:ext>
                </a:extLst>
              </p:cNvPr>
              <p:cNvSpPr/>
              <p:nvPr/>
            </p:nvSpPr>
            <p:spPr>
              <a:xfrm>
                <a:off x="3535349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1" name="ph6416">
                <a:extLst>
                  <a:ext uri="{FF2B5EF4-FFF2-40B4-BE49-F238E27FC236}">
                    <a16:creationId xmlns:a16="http://schemas.microsoft.com/office/drawing/2014/main" id="{9BA0D0CC-E81B-7806-0250-99EAD11AC558}"/>
                  </a:ext>
                </a:extLst>
              </p:cNvPr>
              <p:cNvSpPr/>
              <p:nvPr/>
            </p:nvSpPr>
            <p:spPr>
              <a:xfrm>
                <a:off x="354479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2" name="ph6417">
                <a:extLst>
                  <a:ext uri="{FF2B5EF4-FFF2-40B4-BE49-F238E27FC236}">
                    <a16:creationId xmlns:a16="http://schemas.microsoft.com/office/drawing/2014/main" id="{A43A8185-2306-26D3-5905-14F014F6F8B8}"/>
                  </a:ext>
                </a:extLst>
              </p:cNvPr>
              <p:cNvSpPr/>
              <p:nvPr/>
            </p:nvSpPr>
            <p:spPr>
              <a:xfrm>
                <a:off x="355423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3" name="ph6418">
                <a:extLst>
                  <a:ext uri="{FF2B5EF4-FFF2-40B4-BE49-F238E27FC236}">
                    <a16:creationId xmlns:a16="http://schemas.microsoft.com/office/drawing/2014/main" id="{77EEE721-50F5-9F56-4C37-6DA5671E4412}"/>
                  </a:ext>
                </a:extLst>
              </p:cNvPr>
              <p:cNvSpPr/>
              <p:nvPr/>
            </p:nvSpPr>
            <p:spPr>
              <a:xfrm>
                <a:off x="356367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4" name="ph6419">
                <a:extLst>
                  <a:ext uri="{FF2B5EF4-FFF2-40B4-BE49-F238E27FC236}">
                    <a16:creationId xmlns:a16="http://schemas.microsoft.com/office/drawing/2014/main" id="{03A4DDFB-3405-05A1-0663-97197D0CA310}"/>
                  </a:ext>
                </a:extLst>
              </p:cNvPr>
              <p:cNvSpPr/>
              <p:nvPr/>
            </p:nvSpPr>
            <p:spPr>
              <a:xfrm>
                <a:off x="357311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5" name="ph6420">
                <a:extLst>
                  <a:ext uri="{FF2B5EF4-FFF2-40B4-BE49-F238E27FC236}">
                    <a16:creationId xmlns:a16="http://schemas.microsoft.com/office/drawing/2014/main" id="{A506666B-FD0A-C18B-23A6-FCE6A5D22265}"/>
                  </a:ext>
                </a:extLst>
              </p:cNvPr>
              <p:cNvSpPr/>
              <p:nvPr/>
            </p:nvSpPr>
            <p:spPr>
              <a:xfrm>
                <a:off x="3582550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6" name="ph6421">
                <a:extLst>
                  <a:ext uri="{FF2B5EF4-FFF2-40B4-BE49-F238E27FC236}">
                    <a16:creationId xmlns:a16="http://schemas.microsoft.com/office/drawing/2014/main" id="{C6CCFEA1-11C4-D375-F97B-FB45436281E7}"/>
                  </a:ext>
                </a:extLst>
              </p:cNvPr>
              <p:cNvSpPr/>
              <p:nvPr/>
            </p:nvSpPr>
            <p:spPr>
              <a:xfrm>
                <a:off x="359199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7" name="ph6422">
                <a:extLst>
                  <a:ext uri="{FF2B5EF4-FFF2-40B4-BE49-F238E27FC236}">
                    <a16:creationId xmlns:a16="http://schemas.microsoft.com/office/drawing/2014/main" id="{92095E57-FD56-1ABB-C6D2-17C35EC41202}"/>
                  </a:ext>
                </a:extLst>
              </p:cNvPr>
              <p:cNvSpPr/>
              <p:nvPr/>
            </p:nvSpPr>
            <p:spPr>
              <a:xfrm>
                <a:off x="360143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8" name="ph6423">
                <a:extLst>
                  <a:ext uri="{FF2B5EF4-FFF2-40B4-BE49-F238E27FC236}">
                    <a16:creationId xmlns:a16="http://schemas.microsoft.com/office/drawing/2014/main" id="{E96AD3CD-FCC2-53EC-6FD5-122DC0974470}"/>
                  </a:ext>
                </a:extLst>
              </p:cNvPr>
              <p:cNvSpPr/>
              <p:nvPr/>
            </p:nvSpPr>
            <p:spPr>
              <a:xfrm>
                <a:off x="361087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9" name="ph6424">
                <a:extLst>
                  <a:ext uri="{FF2B5EF4-FFF2-40B4-BE49-F238E27FC236}">
                    <a16:creationId xmlns:a16="http://schemas.microsoft.com/office/drawing/2014/main" id="{2BA0AF51-2BC3-3E4D-E405-7C7AE17A89B1}"/>
                  </a:ext>
                </a:extLst>
              </p:cNvPr>
              <p:cNvSpPr/>
              <p:nvPr/>
            </p:nvSpPr>
            <p:spPr>
              <a:xfrm>
                <a:off x="3620311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0" name="ph6425">
                <a:extLst>
                  <a:ext uri="{FF2B5EF4-FFF2-40B4-BE49-F238E27FC236}">
                    <a16:creationId xmlns:a16="http://schemas.microsoft.com/office/drawing/2014/main" id="{95D3F936-E46D-9EF7-D3E2-9EC03AB2D3DE}"/>
                  </a:ext>
                </a:extLst>
              </p:cNvPr>
              <p:cNvSpPr/>
              <p:nvPr/>
            </p:nvSpPr>
            <p:spPr>
              <a:xfrm>
                <a:off x="362975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1" name="ph6426">
                <a:extLst>
                  <a:ext uri="{FF2B5EF4-FFF2-40B4-BE49-F238E27FC236}">
                    <a16:creationId xmlns:a16="http://schemas.microsoft.com/office/drawing/2014/main" id="{33D50387-B708-2A4F-6D6B-93215EB5EC84}"/>
                  </a:ext>
                </a:extLst>
              </p:cNvPr>
              <p:cNvSpPr/>
              <p:nvPr/>
            </p:nvSpPr>
            <p:spPr>
              <a:xfrm>
                <a:off x="363919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2" name="ph6427">
                <a:extLst>
                  <a:ext uri="{FF2B5EF4-FFF2-40B4-BE49-F238E27FC236}">
                    <a16:creationId xmlns:a16="http://schemas.microsoft.com/office/drawing/2014/main" id="{42B393E4-0BB6-D6B1-3CC9-5DFA62AB24B6}"/>
                  </a:ext>
                </a:extLst>
              </p:cNvPr>
              <p:cNvSpPr/>
              <p:nvPr/>
            </p:nvSpPr>
            <p:spPr>
              <a:xfrm>
                <a:off x="364863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3" name="ph6428">
                <a:extLst>
                  <a:ext uri="{FF2B5EF4-FFF2-40B4-BE49-F238E27FC236}">
                    <a16:creationId xmlns:a16="http://schemas.microsoft.com/office/drawing/2014/main" id="{A58317B1-0665-E992-43C1-F52B276F0950}"/>
                  </a:ext>
                </a:extLst>
              </p:cNvPr>
              <p:cNvSpPr/>
              <p:nvPr/>
            </p:nvSpPr>
            <p:spPr>
              <a:xfrm>
                <a:off x="3658072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4" name="ph6429">
                <a:extLst>
                  <a:ext uri="{FF2B5EF4-FFF2-40B4-BE49-F238E27FC236}">
                    <a16:creationId xmlns:a16="http://schemas.microsoft.com/office/drawing/2014/main" id="{D43DF818-8979-39E4-21BD-0F217E4E370E}"/>
                  </a:ext>
                </a:extLst>
              </p:cNvPr>
              <p:cNvSpPr/>
              <p:nvPr/>
            </p:nvSpPr>
            <p:spPr>
              <a:xfrm>
                <a:off x="366751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5" name="ph6430">
                <a:extLst>
                  <a:ext uri="{FF2B5EF4-FFF2-40B4-BE49-F238E27FC236}">
                    <a16:creationId xmlns:a16="http://schemas.microsoft.com/office/drawing/2014/main" id="{1DABA7DF-F531-3830-7C66-80AD863E76E5}"/>
                  </a:ext>
                </a:extLst>
              </p:cNvPr>
              <p:cNvSpPr/>
              <p:nvPr/>
            </p:nvSpPr>
            <p:spPr>
              <a:xfrm>
                <a:off x="367695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6" name="ph6431">
                <a:extLst>
                  <a:ext uri="{FF2B5EF4-FFF2-40B4-BE49-F238E27FC236}">
                    <a16:creationId xmlns:a16="http://schemas.microsoft.com/office/drawing/2014/main" id="{5A9BD65C-15A5-3897-CEE5-B265CC7F7E75}"/>
                  </a:ext>
                </a:extLst>
              </p:cNvPr>
              <p:cNvSpPr/>
              <p:nvPr/>
            </p:nvSpPr>
            <p:spPr>
              <a:xfrm>
                <a:off x="368639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7" name="ph6432">
                <a:extLst>
                  <a:ext uri="{FF2B5EF4-FFF2-40B4-BE49-F238E27FC236}">
                    <a16:creationId xmlns:a16="http://schemas.microsoft.com/office/drawing/2014/main" id="{7AF5F094-E504-3F00-39E8-7F1B2AE81E5A}"/>
                  </a:ext>
                </a:extLst>
              </p:cNvPr>
              <p:cNvSpPr/>
              <p:nvPr/>
            </p:nvSpPr>
            <p:spPr>
              <a:xfrm>
                <a:off x="3695833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8" name="ph6433">
                <a:extLst>
                  <a:ext uri="{FF2B5EF4-FFF2-40B4-BE49-F238E27FC236}">
                    <a16:creationId xmlns:a16="http://schemas.microsoft.com/office/drawing/2014/main" id="{B7630A6C-4DB7-8B8B-312F-465E53A09F75}"/>
                  </a:ext>
                </a:extLst>
              </p:cNvPr>
              <p:cNvSpPr/>
              <p:nvPr/>
            </p:nvSpPr>
            <p:spPr>
              <a:xfrm>
                <a:off x="370527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9" name="ph6434">
                <a:extLst>
                  <a:ext uri="{FF2B5EF4-FFF2-40B4-BE49-F238E27FC236}">
                    <a16:creationId xmlns:a16="http://schemas.microsoft.com/office/drawing/2014/main" id="{92C2C2AE-4DCF-4D9E-118E-A7CC59240000}"/>
                  </a:ext>
                </a:extLst>
              </p:cNvPr>
              <p:cNvSpPr/>
              <p:nvPr/>
            </p:nvSpPr>
            <p:spPr>
              <a:xfrm>
                <a:off x="371471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0" name="ph6435">
                <a:extLst>
                  <a:ext uri="{FF2B5EF4-FFF2-40B4-BE49-F238E27FC236}">
                    <a16:creationId xmlns:a16="http://schemas.microsoft.com/office/drawing/2014/main" id="{B7C323B3-9320-D173-F974-168203E7DA93}"/>
                  </a:ext>
                </a:extLst>
              </p:cNvPr>
              <p:cNvSpPr/>
              <p:nvPr/>
            </p:nvSpPr>
            <p:spPr>
              <a:xfrm>
                <a:off x="372415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1" name="ph6436">
                <a:extLst>
                  <a:ext uri="{FF2B5EF4-FFF2-40B4-BE49-F238E27FC236}">
                    <a16:creationId xmlns:a16="http://schemas.microsoft.com/office/drawing/2014/main" id="{FF9DCDA6-933E-68DC-4A87-DE5D9245F45F}"/>
                  </a:ext>
                </a:extLst>
              </p:cNvPr>
              <p:cNvSpPr/>
              <p:nvPr/>
            </p:nvSpPr>
            <p:spPr>
              <a:xfrm>
                <a:off x="3733594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2" name="ph6437">
                <a:extLst>
                  <a:ext uri="{FF2B5EF4-FFF2-40B4-BE49-F238E27FC236}">
                    <a16:creationId xmlns:a16="http://schemas.microsoft.com/office/drawing/2014/main" id="{46370AA2-57F4-8FB4-F8E2-BB4088866256}"/>
                  </a:ext>
                </a:extLst>
              </p:cNvPr>
              <p:cNvSpPr/>
              <p:nvPr/>
            </p:nvSpPr>
            <p:spPr>
              <a:xfrm>
                <a:off x="374303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3" name="ph6438">
                <a:extLst>
                  <a:ext uri="{FF2B5EF4-FFF2-40B4-BE49-F238E27FC236}">
                    <a16:creationId xmlns:a16="http://schemas.microsoft.com/office/drawing/2014/main" id="{79D481E5-2272-0E3D-0F60-0DFDFC64A3A6}"/>
                  </a:ext>
                </a:extLst>
              </p:cNvPr>
              <p:cNvSpPr/>
              <p:nvPr/>
            </p:nvSpPr>
            <p:spPr>
              <a:xfrm>
                <a:off x="3752475" y="134201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4" name="ph6439">
                <a:extLst>
                  <a:ext uri="{FF2B5EF4-FFF2-40B4-BE49-F238E27FC236}">
                    <a16:creationId xmlns:a16="http://schemas.microsoft.com/office/drawing/2014/main" id="{8849CF77-CD8E-B7FB-10AD-AC4EFD8DE4F8}"/>
                  </a:ext>
                </a:extLst>
              </p:cNvPr>
              <p:cNvSpPr/>
              <p:nvPr/>
            </p:nvSpPr>
            <p:spPr>
              <a:xfrm>
                <a:off x="3761915" y="1359581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770"/>
                    </a:lnTo>
                    <a:lnTo>
                      <a:pt x="923391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5" name="ph6440">
                <a:extLst>
                  <a:ext uri="{FF2B5EF4-FFF2-40B4-BE49-F238E27FC236}">
                    <a16:creationId xmlns:a16="http://schemas.microsoft.com/office/drawing/2014/main" id="{AED977F6-AA82-84B8-4CCB-E04454354663}"/>
                  </a:ext>
                </a:extLst>
              </p:cNvPr>
              <p:cNvSpPr/>
              <p:nvPr/>
            </p:nvSpPr>
            <p:spPr>
              <a:xfrm>
                <a:off x="3771355" y="1342012"/>
                <a:ext cx="918411" cy="930340"/>
              </a:xfrm>
              <a:custGeom>
                <a:avLst/>
                <a:gdLst/>
                <a:ahLst/>
                <a:cxnLst/>
                <a:rect l="0" t="0" r="0" b="0"/>
                <a:pathLst>
                  <a:path w="918411" h="930340">
                    <a:moveTo>
                      <a:pt x="914400" y="914399"/>
                    </a:moveTo>
                    <a:lnTo>
                      <a:pt x="918411" y="914507"/>
                    </a:lnTo>
                    <a:lnTo>
                      <a:pt x="915988" y="924572"/>
                    </a:lnTo>
                    <a:lnTo>
                      <a:pt x="914400" y="93034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6" name="ph6441">
                <a:extLst>
                  <a:ext uri="{FF2B5EF4-FFF2-40B4-BE49-F238E27FC236}">
                    <a16:creationId xmlns:a16="http://schemas.microsoft.com/office/drawing/2014/main" id="{D65DCB42-373F-C425-E75D-390C91B0F89A}"/>
                  </a:ext>
                </a:extLst>
              </p:cNvPr>
              <p:cNvSpPr/>
              <p:nvPr/>
            </p:nvSpPr>
            <p:spPr>
              <a:xfrm>
                <a:off x="2062672" y="1324442"/>
                <a:ext cx="914400" cy="931347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347">
                    <a:moveTo>
                      <a:pt x="914400" y="914399"/>
                    </a:moveTo>
                    <a:lnTo>
                      <a:pt x="914400" y="931347"/>
                    </a:lnTo>
                    <a:lnTo>
                      <a:pt x="911324" y="926116"/>
                    </a:lnTo>
                    <a:lnTo>
                      <a:pt x="907161" y="918254"/>
                    </a:lnTo>
                    <a:lnTo>
                      <a:pt x="905323" y="91439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7" name="ph6442">
                <a:extLst>
                  <a:ext uri="{FF2B5EF4-FFF2-40B4-BE49-F238E27FC236}">
                    <a16:creationId xmlns:a16="http://schemas.microsoft.com/office/drawing/2014/main" id="{A8261F70-A350-4B54-5F4D-AB375355D3B1}"/>
                  </a:ext>
                </a:extLst>
              </p:cNvPr>
              <p:cNvSpPr/>
              <p:nvPr/>
            </p:nvSpPr>
            <p:spPr>
              <a:xfrm>
                <a:off x="206267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765" y="931969"/>
                    </a:lnTo>
                    <a:lnTo>
                      <a:pt x="914400" y="931347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8" name="ph6443">
                <a:extLst>
                  <a:ext uri="{FF2B5EF4-FFF2-40B4-BE49-F238E27FC236}">
                    <a16:creationId xmlns:a16="http://schemas.microsoft.com/office/drawing/2014/main" id="{B62ACD36-063D-35B8-03D0-011BFD88B683}"/>
                  </a:ext>
                </a:extLst>
              </p:cNvPr>
              <p:cNvSpPr/>
              <p:nvPr/>
            </p:nvSpPr>
            <p:spPr>
              <a:xfrm>
                <a:off x="207211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9" name="ph6444">
                <a:extLst>
                  <a:ext uri="{FF2B5EF4-FFF2-40B4-BE49-F238E27FC236}">
                    <a16:creationId xmlns:a16="http://schemas.microsoft.com/office/drawing/2014/main" id="{6850D1D4-408F-93DD-E9CF-CE98773E4AB4}"/>
                  </a:ext>
                </a:extLst>
              </p:cNvPr>
              <p:cNvSpPr/>
              <p:nvPr/>
            </p:nvSpPr>
            <p:spPr>
              <a:xfrm>
                <a:off x="208155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0" name="ph6445">
                <a:extLst>
                  <a:ext uri="{FF2B5EF4-FFF2-40B4-BE49-F238E27FC236}">
                    <a16:creationId xmlns:a16="http://schemas.microsoft.com/office/drawing/2014/main" id="{49AC0879-BD8F-4F6E-CFD7-798AF05838C8}"/>
                  </a:ext>
                </a:extLst>
              </p:cNvPr>
              <p:cNvSpPr/>
              <p:nvPr/>
            </p:nvSpPr>
            <p:spPr>
              <a:xfrm>
                <a:off x="209099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1" name="ph6446">
                <a:extLst>
                  <a:ext uri="{FF2B5EF4-FFF2-40B4-BE49-F238E27FC236}">
                    <a16:creationId xmlns:a16="http://schemas.microsoft.com/office/drawing/2014/main" id="{42A278BB-AA45-9716-EA7E-D77E56D84AF4}"/>
                  </a:ext>
                </a:extLst>
              </p:cNvPr>
              <p:cNvSpPr/>
              <p:nvPr/>
            </p:nvSpPr>
            <p:spPr>
              <a:xfrm>
                <a:off x="210043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2" name="ph6447">
                <a:extLst>
                  <a:ext uri="{FF2B5EF4-FFF2-40B4-BE49-F238E27FC236}">
                    <a16:creationId xmlns:a16="http://schemas.microsoft.com/office/drawing/2014/main" id="{56FBB16A-E34F-1B9E-CB5E-36C903FAF103}"/>
                  </a:ext>
                </a:extLst>
              </p:cNvPr>
              <p:cNvSpPr/>
              <p:nvPr/>
            </p:nvSpPr>
            <p:spPr>
              <a:xfrm>
                <a:off x="210987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3" name="ph6448">
                <a:extLst>
                  <a:ext uri="{FF2B5EF4-FFF2-40B4-BE49-F238E27FC236}">
                    <a16:creationId xmlns:a16="http://schemas.microsoft.com/office/drawing/2014/main" id="{3C59CB0B-2B4D-4730-E5A2-3DDDD1E68FD0}"/>
                  </a:ext>
                </a:extLst>
              </p:cNvPr>
              <p:cNvSpPr/>
              <p:nvPr/>
            </p:nvSpPr>
            <p:spPr>
              <a:xfrm>
                <a:off x="211931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4" name="ph6449">
                <a:extLst>
                  <a:ext uri="{FF2B5EF4-FFF2-40B4-BE49-F238E27FC236}">
                    <a16:creationId xmlns:a16="http://schemas.microsoft.com/office/drawing/2014/main" id="{7E4839EC-C9C8-6020-4CC4-48EB5236EB83}"/>
                  </a:ext>
                </a:extLst>
              </p:cNvPr>
              <p:cNvSpPr/>
              <p:nvPr/>
            </p:nvSpPr>
            <p:spPr>
              <a:xfrm>
                <a:off x="212875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5" name="ph6450">
                <a:extLst>
                  <a:ext uri="{FF2B5EF4-FFF2-40B4-BE49-F238E27FC236}">
                    <a16:creationId xmlns:a16="http://schemas.microsoft.com/office/drawing/2014/main" id="{D5D28326-FDED-DCE3-4516-9DB898D89134}"/>
                  </a:ext>
                </a:extLst>
              </p:cNvPr>
              <p:cNvSpPr/>
              <p:nvPr/>
            </p:nvSpPr>
            <p:spPr>
              <a:xfrm>
                <a:off x="213819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6" name="ph6451">
                <a:extLst>
                  <a:ext uri="{FF2B5EF4-FFF2-40B4-BE49-F238E27FC236}">
                    <a16:creationId xmlns:a16="http://schemas.microsoft.com/office/drawing/2014/main" id="{7104C5CC-81F0-3624-8702-940A86C5B3FE}"/>
                  </a:ext>
                </a:extLst>
              </p:cNvPr>
              <p:cNvSpPr/>
              <p:nvPr/>
            </p:nvSpPr>
            <p:spPr>
              <a:xfrm>
                <a:off x="214763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7" name="ph6452">
                <a:extLst>
                  <a:ext uri="{FF2B5EF4-FFF2-40B4-BE49-F238E27FC236}">
                    <a16:creationId xmlns:a16="http://schemas.microsoft.com/office/drawing/2014/main" id="{2523091F-817A-533B-5404-D4678DC9D43B}"/>
                  </a:ext>
                </a:extLst>
              </p:cNvPr>
              <p:cNvSpPr/>
              <p:nvPr/>
            </p:nvSpPr>
            <p:spPr>
              <a:xfrm>
                <a:off x="215707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8" name="ph6453">
                <a:extLst>
                  <a:ext uri="{FF2B5EF4-FFF2-40B4-BE49-F238E27FC236}">
                    <a16:creationId xmlns:a16="http://schemas.microsoft.com/office/drawing/2014/main" id="{CDEE38B6-AB4C-DAAA-6C6F-404793919634}"/>
                  </a:ext>
                </a:extLst>
              </p:cNvPr>
              <p:cNvSpPr/>
              <p:nvPr/>
            </p:nvSpPr>
            <p:spPr>
              <a:xfrm>
                <a:off x="216651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9" name="ph6454">
                <a:extLst>
                  <a:ext uri="{FF2B5EF4-FFF2-40B4-BE49-F238E27FC236}">
                    <a16:creationId xmlns:a16="http://schemas.microsoft.com/office/drawing/2014/main" id="{9F142126-CE21-FC1E-B9FB-50B5ACD145A3}"/>
                  </a:ext>
                </a:extLst>
              </p:cNvPr>
              <p:cNvSpPr/>
              <p:nvPr/>
            </p:nvSpPr>
            <p:spPr>
              <a:xfrm>
                <a:off x="217595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2">
                  <a:alpha val="100000"/>
                </a:srgbClr>
              </a:solidFill>
              <a:ln w="5420" cap="flat">
                <a:solidFill>
                  <a:srgbClr val="FFED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0" name="ph6455">
                <a:extLst>
                  <a:ext uri="{FF2B5EF4-FFF2-40B4-BE49-F238E27FC236}">
                    <a16:creationId xmlns:a16="http://schemas.microsoft.com/office/drawing/2014/main" id="{8F7B5F41-B988-C724-8A6C-8C26AC2D4210}"/>
                  </a:ext>
                </a:extLst>
              </p:cNvPr>
              <p:cNvSpPr/>
              <p:nvPr/>
            </p:nvSpPr>
            <p:spPr>
              <a:xfrm>
                <a:off x="218539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1" name="ph6456">
                <a:extLst>
                  <a:ext uri="{FF2B5EF4-FFF2-40B4-BE49-F238E27FC236}">
                    <a16:creationId xmlns:a16="http://schemas.microsoft.com/office/drawing/2014/main" id="{B738AE7A-BB4F-B639-FAAB-670646F22291}"/>
                  </a:ext>
                </a:extLst>
              </p:cNvPr>
              <p:cNvSpPr/>
              <p:nvPr/>
            </p:nvSpPr>
            <p:spPr>
              <a:xfrm>
                <a:off x="219483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2" name="ph6457">
                <a:extLst>
                  <a:ext uri="{FF2B5EF4-FFF2-40B4-BE49-F238E27FC236}">
                    <a16:creationId xmlns:a16="http://schemas.microsoft.com/office/drawing/2014/main" id="{41471A2C-46BB-0C47-8876-0AFC1784965C}"/>
                  </a:ext>
                </a:extLst>
              </p:cNvPr>
              <p:cNvSpPr/>
              <p:nvPr/>
            </p:nvSpPr>
            <p:spPr>
              <a:xfrm>
                <a:off x="220427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E">
                  <a:alpha val="100000"/>
                </a:srgbClr>
              </a:solidFill>
              <a:ln w="5420" cap="flat">
                <a:solidFill>
                  <a:srgbClr val="FFEC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3" name="ph6458">
                <a:extLst>
                  <a:ext uri="{FF2B5EF4-FFF2-40B4-BE49-F238E27FC236}">
                    <a16:creationId xmlns:a16="http://schemas.microsoft.com/office/drawing/2014/main" id="{872B9D0F-27B8-DD24-77B2-B6A3B83350AF}"/>
                  </a:ext>
                </a:extLst>
              </p:cNvPr>
              <p:cNvSpPr/>
              <p:nvPr/>
            </p:nvSpPr>
            <p:spPr>
              <a:xfrm>
                <a:off x="221371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4" name="ph6459">
                <a:extLst>
                  <a:ext uri="{FF2B5EF4-FFF2-40B4-BE49-F238E27FC236}">
                    <a16:creationId xmlns:a16="http://schemas.microsoft.com/office/drawing/2014/main" id="{F7D7B145-ED02-63C7-1751-D45284F96887}"/>
                  </a:ext>
                </a:extLst>
              </p:cNvPr>
              <p:cNvSpPr/>
              <p:nvPr/>
            </p:nvSpPr>
            <p:spPr>
              <a:xfrm>
                <a:off x="222315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5" name="ph6460">
                <a:extLst>
                  <a:ext uri="{FF2B5EF4-FFF2-40B4-BE49-F238E27FC236}">
                    <a16:creationId xmlns:a16="http://schemas.microsoft.com/office/drawing/2014/main" id="{DEAAE469-9667-4C6A-C825-05016B06CB41}"/>
                  </a:ext>
                </a:extLst>
              </p:cNvPr>
              <p:cNvSpPr/>
              <p:nvPr/>
            </p:nvSpPr>
            <p:spPr>
              <a:xfrm>
                <a:off x="223259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6" name="ph6461">
                <a:extLst>
                  <a:ext uri="{FF2B5EF4-FFF2-40B4-BE49-F238E27FC236}">
                    <a16:creationId xmlns:a16="http://schemas.microsoft.com/office/drawing/2014/main" id="{E9787A74-8DC1-D099-8BAC-382A62C365B9}"/>
                  </a:ext>
                </a:extLst>
              </p:cNvPr>
              <p:cNvSpPr/>
              <p:nvPr/>
            </p:nvSpPr>
            <p:spPr>
              <a:xfrm>
                <a:off x="224203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7" name="ph6462">
                <a:extLst>
                  <a:ext uri="{FF2B5EF4-FFF2-40B4-BE49-F238E27FC236}">
                    <a16:creationId xmlns:a16="http://schemas.microsoft.com/office/drawing/2014/main" id="{45FF1AB2-A178-1666-A8AE-C7663F10AD89}"/>
                  </a:ext>
                </a:extLst>
              </p:cNvPr>
              <p:cNvSpPr/>
              <p:nvPr/>
            </p:nvSpPr>
            <p:spPr>
              <a:xfrm>
                <a:off x="225147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A9D">
                  <a:alpha val="100000"/>
                </a:srgbClr>
              </a:solidFill>
              <a:ln w="5420" cap="flat">
                <a:solidFill>
                  <a:srgbClr val="FFEA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8" name="ph6463">
                <a:extLst>
                  <a:ext uri="{FF2B5EF4-FFF2-40B4-BE49-F238E27FC236}">
                    <a16:creationId xmlns:a16="http://schemas.microsoft.com/office/drawing/2014/main" id="{FBF74FAE-7431-0BD5-49E3-44AA5165FF80}"/>
                  </a:ext>
                </a:extLst>
              </p:cNvPr>
              <p:cNvSpPr/>
              <p:nvPr/>
            </p:nvSpPr>
            <p:spPr>
              <a:xfrm>
                <a:off x="226091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9" name="ph6464">
                <a:extLst>
                  <a:ext uri="{FF2B5EF4-FFF2-40B4-BE49-F238E27FC236}">
                    <a16:creationId xmlns:a16="http://schemas.microsoft.com/office/drawing/2014/main" id="{018A7A2D-0256-9352-0E0E-3D0BB67053FA}"/>
                  </a:ext>
                </a:extLst>
              </p:cNvPr>
              <p:cNvSpPr/>
              <p:nvPr/>
            </p:nvSpPr>
            <p:spPr>
              <a:xfrm>
                <a:off x="227035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D">
                  <a:alpha val="100000"/>
                </a:srgbClr>
              </a:solidFill>
              <a:ln w="5420" cap="flat">
                <a:solidFill>
                  <a:srgbClr val="FFEB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0" name="ph6465">
                <a:extLst>
                  <a:ext uri="{FF2B5EF4-FFF2-40B4-BE49-F238E27FC236}">
                    <a16:creationId xmlns:a16="http://schemas.microsoft.com/office/drawing/2014/main" id="{5FA4CD50-03E3-E151-4EFD-D0015B32B60B}"/>
                  </a:ext>
                </a:extLst>
              </p:cNvPr>
              <p:cNvSpPr/>
              <p:nvPr/>
            </p:nvSpPr>
            <p:spPr>
              <a:xfrm>
                <a:off x="227979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B9E">
                  <a:alpha val="100000"/>
                </a:srgbClr>
              </a:solidFill>
              <a:ln w="5420" cap="flat">
                <a:solidFill>
                  <a:srgbClr val="FFEB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1" name="ph6466">
                <a:extLst>
                  <a:ext uri="{FF2B5EF4-FFF2-40B4-BE49-F238E27FC236}">
                    <a16:creationId xmlns:a16="http://schemas.microsoft.com/office/drawing/2014/main" id="{42D503F5-99B8-AF9A-F9AA-B81171F8A8ED}"/>
                  </a:ext>
                </a:extLst>
              </p:cNvPr>
              <p:cNvSpPr/>
              <p:nvPr/>
            </p:nvSpPr>
            <p:spPr>
              <a:xfrm>
                <a:off x="228923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9F">
                  <a:alpha val="100000"/>
                </a:srgbClr>
              </a:solidFill>
              <a:ln w="5420" cap="flat">
                <a:solidFill>
                  <a:srgbClr val="FFE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2" name="ph6467">
                <a:extLst>
                  <a:ext uri="{FF2B5EF4-FFF2-40B4-BE49-F238E27FC236}">
                    <a16:creationId xmlns:a16="http://schemas.microsoft.com/office/drawing/2014/main" id="{2F8D63DF-86FA-05D0-01E9-D05F7DDBA2C8}"/>
                  </a:ext>
                </a:extLst>
              </p:cNvPr>
              <p:cNvSpPr/>
              <p:nvPr/>
            </p:nvSpPr>
            <p:spPr>
              <a:xfrm>
                <a:off x="229867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3" name="ph6468">
                <a:extLst>
                  <a:ext uri="{FF2B5EF4-FFF2-40B4-BE49-F238E27FC236}">
                    <a16:creationId xmlns:a16="http://schemas.microsoft.com/office/drawing/2014/main" id="{C6A6E972-56C6-62E5-119B-3C59E7C1A30E}"/>
                  </a:ext>
                </a:extLst>
              </p:cNvPr>
              <p:cNvSpPr/>
              <p:nvPr/>
            </p:nvSpPr>
            <p:spPr>
              <a:xfrm>
                <a:off x="230811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4" name="ph6469">
                <a:extLst>
                  <a:ext uri="{FF2B5EF4-FFF2-40B4-BE49-F238E27FC236}">
                    <a16:creationId xmlns:a16="http://schemas.microsoft.com/office/drawing/2014/main" id="{A7D30359-40A6-9AD8-D2C9-50DD751E5B6E}"/>
                  </a:ext>
                </a:extLst>
              </p:cNvPr>
              <p:cNvSpPr/>
              <p:nvPr/>
            </p:nvSpPr>
            <p:spPr>
              <a:xfrm>
                <a:off x="231755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5" name="ph6470">
                <a:extLst>
                  <a:ext uri="{FF2B5EF4-FFF2-40B4-BE49-F238E27FC236}">
                    <a16:creationId xmlns:a16="http://schemas.microsoft.com/office/drawing/2014/main" id="{36DE7E1F-A910-5FD8-6C89-CBBCCD561DB1}"/>
                  </a:ext>
                </a:extLst>
              </p:cNvPr>
              <p:cNvSpPr/>
              <p:nvPr/>
            </p:nvSpPr>
            <p:spPr>
              <a:xfrm>
                <a:off x="232699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6" name="ph6471">
                <a:extLst>
                  <a:ext uri="{FF2B5EF4-FFF2-40B4-BE49-F238E27FC236}">
                    <a16:creationId xmlns:a16="http://schemas.microsoft.com/office/drawing/2014/main" id="{05E18C5A-3455-98EC-989E-8D039D9BD093}"/>
                  </a:ext>
                </a:extLst>
              </p:cNvPr>
              <p:cNvSpPr/>
              <p:nvPr/>
            </p:nvSpPr>
            <p:spPr>
              <a:xfrm>
                <a:off x="233643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7" name="ph6472">
                <a:extLst>
                  <a:ext uri="{FF2B5EF4-FFF2-40B4-BE49-F238E27FC236}">
                    <a16:creationId xmlns:a16="http://schemas.microsoft.com/office/drawing/2014/main" id="{8A4FF675-8683-5A81-CC46-CAE8B66FAEFD}"/>
                  </a:ext>
                </a:extLst>
              </p:cNvPr>
              <p:cNvSpPr/>
              <p:nvPr/>
            </p:nvSpPr>
            <p:spPr>
              <a:xfrm>
                <a:off x="234587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8" name="ph6473">
                <a:extLst>
                  <a:ext uri="{FF2B5EF4-FFF2-40B4-BE49-F238E27FC236}">
                    <a16:creationId xmlns:a16="http://schemas.microsoft.com/office/drawing/2014/main" id="{F6FFAB12-7118-60CE-4A27-EAB324B30E05}"/>
                  </a:ext>
                </a:extLst>
              </p:cNvPr>
              <p:cNvSpPr/>
              <p:nvPr/>
            </p:nvSpPr>
            <p:spPr>
              <a:xfrm>
                <a:off x="235531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9" name="ph6474">
                <a:extLst>
                  <a:ext uri="{FF2B5EF4-FFF2-40B4-BE49-F238E27FC236}">
                    <a16:creationId xmlns:a16="http://schemas.microsoft.com/office/drawing/2014/main" id="{F6C086BC-BDF8-C05A-1395-BD8397313E6F}"/>
                  </a:ext>
                </a:extLst>
              </p:cNvPr>
              <p:cNvSpPr/>
              <p:nvPr/>
            </p:nvSpPr>
            <p:spPr>
              <a:xfrm>
                <a:off x="23647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0" name="ph6475">
                <a:extLst>
                  <a:ext uri="{FF2B5EF4-FFF2-40B4-BE49-F238E27FC236}">
                    <a16:creationId xmlns:a16="http://schemas.microsoft.com/office/drawing/2014/main" id="{89C74890-40DE-4D65-B693-293C540ECAAC}"/>
                  </a:ext>
                </a:extLst>
              </p:cNvPr>
              <p:cNvSpPr/>
              <p:nvPr/>
            </p:nvSpPr>
            <p:spPr>
              <a:xfrm>
                <a:off x="237420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1" name="ph6476">
                <a:extLst>
                  <a:ext uri="{FF2B5EF4-FFF2-40B4-BE49-F238E27FC236}">
                    <a16:creationId xmlns:a16="http://schemas.microsoft.com/office/drawing/2014/main" id="{3B85871E-7AC7-4274-5D09-E67672E4F6AE}"/>
                  </a:ext>
                </a:extLst>
              </p:cNvPr>
              <p:cNvSpPr/>
              <p:nvPr/>
            </p:nvSpPr>
            <p:spPr>
              <a:xfrm>
                <a:off x="238364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2" name="ph6477">
                <a:extLst>
                  <a:ext uri="{FF2B5EF4-FFF2-40B4-BE49-F238E27FC236}">
                    <a16:creationId xmlns:a16="http://schemas.microsoft.com/office/drawing/2014/main" id="{47BA99B9-5B76-2273-FC0E-9DDDDDE5D229}"/>
                  </a:ext>
                </a:extLst>
              </p:cNvPr>
              <p:cNvSpPr/>
              <p:nvPr/>
            </p:nvSpPr>
            <p:spPr>
              <a:xfrm>
                <a:off x="23930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3" name="ph6478">
                <a:extLst>
                  <a:ext uri="{FF2B5EF4-FFF2-40B4-BE49-F238E27FC236}">
                    <a16:creationId xmlns:a16="http://schemas.microsoft.com/office/drawing/2014/main" id="{328D9E7A-2F24-4D1C-E7FD-A978B8D89D32}"/>
                  </a:ext>
                </a:extLst>
              </p:cNvPr>
              <p:cNvSpPr/>
              <p:nvPr/>
            </p:nvSpPr>
            <p:spPr>
              <a:xfrm>
                <a:off x="24025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4" name="ph6479">
                <a:extLst>
                  <a:ext uri="{FF2B5EF4-FFF2-40B4-BE49-F238E27FC236}">
                    <a16:creationId xmlns:a16="http://schemas.microsoft.com/office/drawing/2014/main" id="{715100E6-3C00-827A-CFD5-02A4F08826DD}"/>
                  </a:ext>
                </a:extLst>
              </p:cNvPr>
              <p:cNvSpPr/>
              <p:nvPr/>
            </p:nvSpPr>
            <p:spPr>
              <a:xfrm>
                <a:off x="2411961" y="1342012"/>
                <a:ext cx="92111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117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0191" y="896830"/>
                    </a:lnTo>
                    <a:lnTo>
                      <a:pt x="920492" y="900727"/>
                    </a:lnTo>
                    <a:lnTo>
                      <a:pt x="921028" y="911804"/>
                    </a:lnTo>
                    <a:lnTo>
                      <a:pt x="921039" y="912124"/>
                    </a:lnTo>
                    <a:lnTo>
                      <a:pt x="921050" y="912446"/>
                    </a:lnTo>
                    <a:lnTo>
                      <a:pt x="921061" y="912767"/>
                    </a:lnTo>
                    <a:lnTo>
                      <a:pt x="921072" y="913088"/>
                    </a:lnTo>
                    <a:lnTo>
                      <a:pt x="921083" y="913410"/>
                    </a:lnTo>
                    <a:lnTo>
                      <a:pt x="921094" y="913731"/>
                    </a:lnTo>
                    <a:lnTo>
                      <a:pt x="921105" y="914052"/>
                    </a:lnTo>
                    <a:lnTo>
                      <a:pt x="921117" y="91439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5" name="ph6480">
                <a:extLst>
                  <a:ext uri="{FF2B5EF4-FFF2-40B4-BE49-F238E27FC236}">
                    <a16:creationId xmlns:a16="http://schemas.microsoft.com/office/drawing/2014/main" id="{481D9A3D-39CC-A035-6FB2-D0C003C1159B}"/>
                  </a:ext>
                </a:extLst>
              </p:cNvPr>
              <p:cNvSpPr/>
              <p:nvPr/>
            </p:nvSpPr>
            <p:spPr>
              <a:xfrm>
                <a:off x="3148299" y="1342012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10421" y="914399"/>
                    </a:lnTo>
                    <a:lnTo>
                      <a:pt x="912360" y="911355"/>
                    </a:lnTo>
                    <a:lnTo>
                      <a:pt x="914399" y="908474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6" name="ph6481">
                <a:extLst>
                  <a:ext uri="{FF2B5EF4-FFF2-40B4-BE49-F238E27FC236}">
                    <a16:creationId xmlns:a16="http://schemas.microsoft.com/office/drawing/2014/main" id="{A9477A4E-B5E4-8BAB-BC32-58C9CC9D6CE7}"/>
                  </a:ext>
                </a:extLst>
              </p:cNvPr>
              <p:cNvSpPr/>
              <p:nvPr/>
            </p:nvSpPr>
            <p:spPr>
              <a:xfrm>
                <a:off x="3157740" y="132444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044"/>
                    </a:lnTo>
                    <a:lnTo>
                      <a:pt x="907601" y="922313"/>
                    </a:lnTo>
                    <a:lnTo>
                      <a:pt x="912461" y="916162"/>
                    </a:lnTo>
                    <a:lnTo>
                      <a:pt x="914022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7" name="ph6482">
                <a:extLst>
                  <a:ext uri="{FF2B5EF4-FFF2-40B4-BE49-F238E27FC236}">
                    <a16:creationId xmlns:a16="http://schemas.microsoft.com/office/drawing/2014/main" id="{5A721D47-0D9B-A7CC-CAB8-828DC55D1C42}"/>
                  </a:ext>
                </a:extLst>
              </p:cNvPr>
              <p:cNvSpPr/>
              <p:nvPr/>
            </p:nvSpPr>
            <p:spPr>
              <a:xfrm>
                <a:off x="315774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8" name="ph6483">
                <a:extLst>
                  <a:ext uri="{FF2B5EF4-FFF2-40B4-BE49-F238E27FC236}">
                    <a16:creationId xmlns:a16="http://schemas.microsoft.com/office/drawing/2014/main" id="{63DDD3C3-0138-44DB-A423-E970EF575364}"/>
                  </a:ext>
                </a:extLst>
              </p:cNvPr>
              <p:cNvSpPr/>
              <p:nvPr/>
            </p:nvSpPr>
            <p:spPr>
              <a:xfrm>
                <a:off x="316718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9" name="ph6484">
                <a:extLst>
                  <a:ext uri="{FF2B5EF4-FFF2-40B4-BE49-F238E27FC236}">
                    <a16:creationId xmlns:a16="http://schemas.microsoft.com/office/drawing/2014/main" id="{89B75D44-26CB-BED1-A323-F051648BB7D2}"/>
                  </a:ext>
                </a:extLst>
              </p:cNvPr>
              <p:cNvSpPr/>
              <p:nvPr/>
            </p:nvSpPr>
            <p:spPr>
              <a:xfrm>
                <a:off x="317662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0" name="ph6485">
                <a:extLst>
                  <a:ext uri="{FF2B5EF4-FFF2-40B4-BE49-F238E27FC236}">
                    <a16:creationId xmlns:a16="http://schemas.microsoft.com/office/drawing/2014/main" id="{1A1F354F-C341-1E4B-B74C-F6F3C55C9B4D}"/>
                  </a:ext>
                </a:extLst>
              </p:cNvPr>
              <p:cNvSpPr/>
              <p:nvPr/>
            </p:nvSpPr>
            <p:spPr>
              <a:xfrm>
                <a:off x="318606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1" name="ph6486">
                <a:extLst>
                  <a:ext uri="{FF2B5EF4-FFF2-40B4-BE49-F238E27FC236}">
                    <a16:creationId xmlns:a16="http://schemas.microsoft.com/office/drawing/2014/main" id="{CE92DE79-0056-A187-A190-05137E2EDABC}"/>
                  </a:ext>
                </a:extLst>
              </p:cNvPr>
              <p:cNvSpPr/>
              <p:nvPr/>
            </p:nvSpPr>
            <p:spPr>
              <a:xfrm>
                <a:off x="319550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2" name="ph6487">
                <a:extLst>
                  <a:ext uri="{FF2B5EF4-FFF2-40B4-BE49-F238E27FC236}">
                    <a16:creationId xmlns:a16="http://schemas.microsoft.com/office/drawing/2014/main" id="{4B71DD40-44BC-39B9-0992-C57EBF935886}"/>
                  </a:ext>
                </a:extLst>
              </p:cNvPr>
              <p:cNvSpPr/>
              <p:nvPr/>
            </p:nvSpPr>
            <p:spPr>
              <a:xfrm>
                <a:off x="320494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3" name="ph6488">
                <a:extLst>
                  <a:ext uri="{FF2B5EF4-FFF2-40B4-BE49-F238E27FC236}">
                    <a16:creationId xmlns:a16="http://schemas.microsoft.com/office/drawing/2014/main" id="{52950E66-BA14-C412-83B0-65327C1752ED}"/>
                  </a:ext>
                </a:extLst>
              </p:cNvPr>
              <p:cNvSpPr/>
              <p:nvPr/>
            </p:nvSpPr>
            <p:spPr>
              <a:xfrm>
                <a:off x="321438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4" name="ph6489">
                <a:extLst>
                  <a:ext uri="{FF2B5EF4-FFF2-40B4-BE49-F238E27FC236}">
                    <a16:creationId xmlns:a16="http://schemas.microsoft.com/office/drawing/2014/main" id="{E3326E6F-F179-2955-C50D-24D9EB59380B}"/>
                  </a:ext>
                </a:extLst>
              </p:cNvPr>
              <p:cNvSpPr/>
              <p:nvPr/>
            </p:nvSpPr>
            <p:spPr>
              <a:xfrm>
                <a:off x="322382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5" name="ph6490">
                <a:extLst>
                  <a:ext uri="{FF2B5EF4-FFF2-40B4-BE49-F238E27FC236}">
                    <a16:creationId xmlns:a16="http://schemas.microsoft.com/office/drawing/2014/main" id="{5537666E-A9B7-BE10-70AF-A89434D6EEE8}"/>
                  </a:ext>
                </a:extLst>
              </p:cNvPr>
              <p:cNvSpPr/>
              <p:nvPr/>
            </p:nvSpPr>
            <p:spPr>
              <a:xfrm>
                <a:off x="323326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6" name="ph6491">
                <a:extLst>
                  <a:ext uri="{FF2B5EF4-FFF2-40B4-BE49-F238E27FC236}">
                    <a16:creationId xmlns:a16="http://schemas.microsoft.com/office/drawing/2014/main" id="{2540E4B8-1297-BFBE-646A-EC599F85811F}"/>
                  </a:ext>
                </a:extLst>
              </p:cNvPr>
              <p:cNvSpPr/>
              <p:nvPr/>
            </p:nvSpPr>
            <p:spPr>
              <a:xfrm>
                <a:off x="324270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7" name="ph6492">
                <a:extLst>
                  <a:ext uri="{FF2B5EF4-FFF2-40B4-BE49-F238E27FC236}">
                    <a16:creationId xmlns:a16="http://schemas.microsoft.com/office/drawing/2014/main" id="{D9E69396-5936-5F0C-CD4C-617F40D79299}"/>
                  </a:ext>
                </a:extLst>
              </p:cNvPr>
              <p:cNvSpPr/>
              <p:nvPr/>
            </p:nvSpPr>
            <p:spPr>
              <a:xfrm>
                <a:off x="325214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8" name="ph6493">
                <a:extLst>
                  <a:ext uri="{FF2B5EF4-FFF2-40B4-BE49-F238E27FC236}">
                    <a16:creationId xmlns:a16="http://schemas.microsoft.com/office/drawing/2014/main" id="{1B74DA98-112E-7C55-C21B-7C3E5FC90F8C}"/>
                  </a:ext>
                </a:extLst>
              </p:cNvPr>
              <p:cNvSpPr/>
              <p:nvPr/>
            </p:nvSpPr>
            <p:spPr>
              <a:xfrm>
                <a:off x="326158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9" name="ph6494">
                <a:extLst>
                  <a:ext uri="{FF2B5EF4-FFF2-40B4-BE49-F238E27FC236}">
                    <a16:creationId xmlns:a16="http://schemas.microsoft.com/office/drawing/2014/main" id="{925E8A80-A92B-E760-E970-3395E5BC8931}"/>
                  </a:ext>
                </a:extLst>
              </p:cNvPr>
              <p:cNvSpPr/>
              <p:nvPr/>
            </p:nvSpPr>
            <p:spPr>
              <a:xfrm>
                <a:off x="327102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0" name="ph6495">
                <a:extLst>
                  <a:ext uri="{FF2B5EF4-FFF2-40B4-BE49-F238E27FC236}">
                    <a16:creationId xmlns:a16="http://schemas.microsoft.com/office/drawing/2014/main" id="{76A2AE01-4454-A7C7-FF15-28E5BD17E1E3}"/>
                  </a:ext>
                </a:extLst>
              </p:cNvPr>
              <p:cNvSpPr/>
              <p:nvPr/>
            </p:nvSpPr>
            <p:spPr>
              <a:xfrm>
                <a:off x="328046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1" name="ph6496">
                <a:extLst>
                  <a:ext uri="{FF2B5EF4-FFF2-40B4-BE49-F238E27FC236}">
                    <a16:creationId xmlns:a16="http://schemas.microsoft.com/office/drawing/2014/main" id="{1D6CEF97-2A52-1AD5-E50D-FF8B487A0BAF}"/>
                  </a:ext>
                </a:extLst>
              </p:cNvPr>
              <p:cNvSpPr/>
              <p:nvPr/>
            </p:nvSpPr>
            <p:spPr>
              <a:xfrm>
                <a:off x="328990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2" name="ph6497">
                <a:extLst>
                  <a:ext uri="{FF2B5EF4-FFF2-40B4-BE49-F238E27FC236}">
                    <a16:creationId xmlns:a16="http://schemas.microsoft.com/office/drawing/2014/main" id="{C2C6EE4C-EC06-7BE4-82F9-3C4D7A094FA2}"/>
                  </a:ext>
                </a:extLst>
              </p:cNvPr>
              <p:cNvSpPr/>
              <p:nvPr/>
            </p:nvSpPr>
            <p:spPr>
              <a:xfrm>
                <a:off x="329934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3" name="ph6498">
                <a:extLst>
                  <a:ext uri="{FF2B5EF4-FFF2-40B4-BE49-F238E27FC236}">
                    <a16:creationId xmlns:a16="http://schemas.microsoft.com/office/drawing/2014/main" id="{E5995BD7-7D86-05DE-DC88-9E9BFBACC088}"/>
                  </a:ext>
                </a:extLst>
              </p:cNvPr>
              <p:cNvSpPr/>
              <p:nvPr/>
            </p:nvSpPr>
            <p:spPr>
              <a:xfrm>
                <a:off x="330878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4" name="ph6499">
                <a:extLst>
                  <a:ext uri="{FF2B5EF4-FFF2-40B4-BE49-F238E27FC236}">
                    <a16:creationId xmlns:a16="http://schemas.microsoft.com/office/drawing/2014/main" id="{38267CA4-5A52-700F-0F62-1AEF7C0AF659}"/>
                  </a:ext>
                </a:extLst>
              </p:cNvPr>
              <p:cNvSpPr/>
              <p:nvPr/>
            </p:nvSpPr>
            <p:spPr>
              <a:xfrm>
                <a:off x="331822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5" name="ph6500">
                <a:extLst>
                  <a:ext uri="{FF2B5EF4-FFF2-40B4-BE49-F238E27FC236}">
                    <a16:creationId xmlns:a16="http://schemas.microsoft.com/office/drawing/2014/main" id="{4F676A07-BB92-7A07-6780-5C77F0B83228}"/>
                  </a:ext>
                </a:extLst>
              </p:cNvPr>
              <p:cNvSpPr/>
              <p:nvPr/>
            </p:nvSpPr>
            <p:spPr>
              <a:xfrm>
                <a:off x="332766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6" name="ph6501">
                <a:extLst>
                  <a:ext uri="{FF2B5EF4-FFF2-40B4-BE49-F238E27FC236}">
                    <a16:creationId xmlns:a16="http://schemas.microsoft.com/office/drawing/2014/main" id="{7F8D8962-6D97-7DB8-A2A0-816080DBEA01}"/>
                  </a:ext>
                </a:extLst>
              </p:cNvPr>
              <p:cNvSpPr/>
              <p:nvPr/>
            </p:nvSpPr>
            <p:spPr>
              <a:xfrm>
                <a:off x="333710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7" name="ph6502">
                <a:extLst>
                  <a:ext uri="{FF2B5EF4-FFF2-40B4-BE49-F238E27FC236}">
                    <a16:creationId xmlns:a16="http://schemas.microsoft.com/office/drawing/2014/main" id="{F39CACD4-00C8-E9D5-6D47-52DDC814C1CD}"/>
                  </a:ext>
                </a:extLst>
              </p:cNvPr>
              <p:cNvSpPr/>
              <p:nvPr/>
            </p:nvSpPr>
            <p:spPr>
              <a:xfrm>
                <a:off x="334654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8" name="ph6503">
                <a:extLst>
                  <a:ext uri="{FF2B5EF4-FFF2-40B4-BE49-F238E27FC236}">
                    <a16:creationId xmlns:a16="http://schemas.microsoft.com/office/drawing/2014/main" id="{D76D1099-52E4-9BA1-ADC3-4037FF97A00C}"/>
                  </a:ext>
                </a:extLst>
              </p:cNvPr>
              <p:cNvSpPr/>
              <p:nvPr/>
            </p:nvSpPr>
            <p:spPr>
              <a:xfrm>
                <a:off x="335598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9" name="ph6504">
                <a:extLst>
                  <a:ext uri="{FF2B5EF4-FFF2-40B4-BE49-F238E27FC236}">
                    <a16:creationId xmlns:a16="http://schemas.microsoft.com/office/drawing/2014/main" id="{B29212CC-827C-0943-874D-18C7A975B6F4}"/>
                  </a:ext>
                </a:extLst>
              </p:cNvPr>
              <p:cNvSpPr/>
              <p:nvPr/>
            </p:nvSpPr>
            <p:spPr>
              <a:xfrm>
                <a:off x="336542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0" name="ph6505">
                <a:extLst>
                  <a:ext uri="{FF2B5EF4-FFF2-40B4-BE49-F238E27FC236}">
                    <a16:creationId xmlns:a16="http://schemas.microsoft.com/office/drawing/2014/main" id="{086A8032-789D-0EE2-C7EA-071C1C5E1606}"/>
                  </a:ext>
                </a:extLst>
              </p:cNvPr>
              <p:cNvSpPr/>
              <p:nvPr/>
            </p:nvSpPr>
            <p:spPr>
              <a:xfrm>
                <a:off x="337486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1" name="ph6506">
                <a:extLst>
                  <a:ext uri="{FF2B5EF4-FFF2-40B4-BE49-F238E27FC236}">
                    <a16:creationId xmlns:a16="http://schemas.microsoft.com/office/drawing/2014/main" id="{02E6221D-9D83-118F-745F-5A65F9CC7650}"/>
                  </a:ext>
                </a:extLst>
              </p:cNvPr>
              <p:cNvSpPr/>
              <p:nvPr/>
            </p:nvSpPr>
            <p:spPr>
              <a:xfrm>
                <a:off x="338430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2" name="ph6507">
                <a:extLst>
                  <a:ext uri="{FF2B5EF4-FFF2-40B4-BE49-F238E27FC236}">
                    <a16:creationId xmlns:a16="http://schemas.microsoft.com/office/drawing/2014/main" id="{369398A5-E65A-0CBA-AEC7-5F9EEF5F283F}"/>
                  </a:ext>
                </a:extLst>
              </p:cNvPr>
              <p:cNvSpPr/>
              <p:nvPr/>
            </p:nvSpPr>
            <p:spPr>
              <a:xfrm>
                <a:off x="339374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3" name="ph6508">
                <a:extLst>
                  <a:ext uri="{FF2B5EF4-FFF2-40B4-BE49-F238E27FC236}">
                    <a16:creationId xmlns:a16="http://schemas.microsoft.com/office/drawing/2014/main" id="{B651E4D3-AB2B-5137-2991-52233975828E}"/>
                  </a:ext>
                </a:extLst>
              </p:cNvPr>
              <p:cNvSpPr/>
              <p:nvPr/>
            </p:nvSpPr>
            <p:spPr>
              <a:xfrm>
                <a:off x="340318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4" name="ph6509">
                <a:extLst>
                  <a:ext uri="{FF2B5EF4-FFF2-40B4-BE49-F238E27FC236}">
                    <a16:creationId xmlns:a16="http://schemas.microsoft.com/office/drawing/2014/main" id="{E70BCBE5-BBEB-0D79-B3EF-768D6A8922EF}"/>
                  </a:ext>
                </a:extLst>
              </p:cNvPr>
              <p:cNvSpPr/>
              <p:nvPr/>
            </p:nvSpPr>
            <p:spPr>
              <a:xfrm>
                <a:off x="341262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5" name="ph6510">
                <a:extLst>
                  <a:ext uri="{FF2B5EF4-FFF2-40B4-BE49-F238E27FC236}">
                    <a16:creationId xmlns:a16="http://schemas.microsoft.com/office/drawing/2014/main" id="{FDD7CD08-044B-850F-2C6D-1F038001A44F}"/>
                  </a:ext>
                </a:extLst>
              </p:cNvPr>
              <p:cNvSpPr/>
              <p:nvPr/>
            </p:nvSpPr>
            <p:spPr>
              <a:xfrm>
                <a:off x="3422066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6" name="ph6511">
                <a:extLst>
                  <a:ext uri="{FF2B5EF4-FFF2-40B4-BE49-F238E27FC236}">
                    <a16:creationId xmlns:a16="http://schemas.microsoft.com/office/drawing/2014/main" id="{6004C55E-01A4-D196-AFB2-C4031AD407DE}"/>
                  </a:ext>
                </a:extLst>
              </p:cNvPr>
              <p:cNvSpPr/>
              <p:nvPr/>
            </p:nvSpPr>
            <p:spPr>
              <a:xfrm>
                <a:off x="343150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7" name="ph6512">
                <a:extLst>
                  <a:ext uri="{FF2B5EF4-FFF2-40B4-BE49-F238E27FC236}">
                    <a16:creationId xmlns:a16="http://schemas.microsoft.com/office/drawing/2014/main" id="{B11B0B5A-B7D3-6FFE-55E1-BA90535080C8}"/>
                  </a:ext>
                </a:extLst>
              </p:cNvPr>
              <p:cNvSpPr/>
              <p:nvPr/>
            </p:nvSpPr>
            <p:spPr>
              <a:xfrm>
                <a:off x="344094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8" name="ph6513">
                <a:extLst>
                  <a:ext uri="{FF2B5EF4-FFF2-40B4-BE49-F238E27FC236}">
                    <a16:creationId xmlns:a16="http://schemas.microsoft.com/office/drawing/2014/main" id="{09C9BC6C-36D9-7540-312E-46677CF0DD2C}"/>
                  </a:ext>
                </a:extLst>
              </p:cNvPr>
              <p:cNvSpPr/>
              <p:nvPr/>
            </p:nvSpPr>
            <p:spPr>
              <a:xfrm>
                <a:off x="345038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9" name="ph6514">
                <a:extLst>
                  <a:ext uri="{FF2B5EF4-FFF2-40B4-BE49-F238E27FC236}">
                    <a16:creationId xmlns:a16="http://schemas.microsoft.com/office/drawing/2014/main" id="{5A406091-B83D-1A1A-D5BC-13F9B6DCE9D7}"/>
                  </a:ext>
                </a:extLst>
              </p:cNvPr>
              <p:cNvSpPr/>
              <p:nvPr/>
            </p:nvSpPr>
            <p:spPr>
              <a:xfrm>
                <a:off x="3459827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0" name="ph6515">
                <a:extLst>
                  <a:ext uri="{FF2B5EF4-FFF2-40B4-BE49-F238E27FC236}">
                    <a16:creationId xmlns:a16="http://schemas.microsoft.com/office/drawing/2014/main" id="{8349E6F5-CB36-710F-DBB3-945C57604FDD}"/>
                  </a:ext>
                </a:extLst>
              </p:cNvPr>
              <p:cNvSpPr/>
              <p:nvPr/>
            </p:nvSpPr>
            <p:spPr>
              <a:xfrm>
                <a:off x="346926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1" name="ph6516">
                <a:extLst>
                  <a:ext uri="{FF2B5EF4-FFF2-40B4-BE49-F238E27FC236}">
                    <a16:creationId xmlns:a16="http://schemas.microsoft.com/office/drawing/2014/main" id="{712A8CCF-2DE0-161C-030D-D8F56EAB621C}"/>
                  </a:ext>
                </a:extLst>
              </p:cNvPr>
              <p:cNvSpPr/>
              <p:nvPr/>
            </p:nvSpPr>
            <p:spPr>
              <a:xfrm>
                <a:off x="347870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2" name="ph6517">
                <a:extLst>
                  <a:ext uri="{FF2B5EF4-FFF2-40B4-BE49-F238E27FC236}">
                    <a16:creationId xmlns:a16="http://schemas.microsoft.com/office/drawing/2014/main" id="{F433AB0B-199F-9F40-4A52-2D17D2CFD96E}"/>
                  </a:ext>
                </a:extLst>
              </p:cNvPr>
              <p:cNvSpPr/>
              <p:nvPr/>
            </p:nvSpPr>
            <p:spPr>
              <a:xfrm>
                <a:off x="348814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3" name="ph6518">
                <a:extLst>
                  <a:ext uri="{FF2B5EF4-FFF2-40B4-BE49-F238E27FC236}">
                    <a16:creationId xmlns:a16="http://schemas.microsoft.com/office/drawing/2014/main" id="{090BAA15-AE85-2BA9-858B-9857698AFAF7}"/>
                  </a:ext>
                </a:extLst>
              </p:cNvPr>
              <p:cNvSpPr/>
              <p:nvPr/>
            </p:nvSpPr>
            <p:spPr>
              <a:xfrm>
                <a:off x="3497588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4" name="ph6519">
                <a:extLst>
                  <a:ext uri="{FF2B5EF4-FFF2-40B4-BE49-F238E27FC236}">
                    <a16:creationId xmlns:a16="http://schemas.microsoft.com/office/drawing/2014/main" id="{386DF0BF-4B4A-1A8C-4F5A-53EEF67D4346}"/>
                  </a:ext>
                </a:extLst>
              </p:cNvPr>
              <p:cNvSpPr/>
              <p:nvPr/>
            </p:nvSpPr>
            <p:spPr>
              <a:xfrm>
                <a:off x="350702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5" name="ph6520">
                <a:extLst>
                  <a:ext uri="{FF2B5EF4-FFF2-40B4-BE49-F238E27FC236}">
                    <a16:creationId xmlns:a16="http://schemas.microsoft.com/office/drawing/2014/main" id="{3B617951-42E1-24AE-D41A-06D9C03DBD86}"/>
                  </a:ext>
                </a:extLst>
              </p:cNvPr>
              <p:cNvSpPr/>
              <p:nvPr/>
            </p:nvSpPr>
            <p:spPr>
              <a:xfrm>
                <a:off x="351646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6" name="ph6521">
                <a:extLst>
                  <a:ext uri="{FF2B5EF4-FFF2-40B4-BE49-F238E27FC236}">
                    <a16:creationId xmlns:a16="http://schemas.microsoft.com/office/drawing/2014/main" id="{3323F0A0-065C-6B8E-21D2-750C27B045E9}"/>
                  </a:ext>
                </a:extLst>
              </p:cNvPr>
              <p:cNvSpPr/>
              <p:nvPr/>
            </p:nvSpPr>
            <p:spPr>
              <a:xfrm>
                <a:off x="352590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7" name="ph6522">
                <a:extLst>
                  <a:ext uri="{FF2B5EF4-FFF2-40B4-BE49-F238E27FC236}">
                    <a16:creationId xmlns:a16="http://schemas.microsoft.com/office/drawing/2014/main" id="{5EEFA3FB-1C4E-7B50-930B-8342E372BB51}"/>
                  </a:ext>
                </a:extLst>
              </p:cNvPr>
              <p:cNvSpPr/>
              <p:nvPr/>
            </p:nvSpPr>
            <p:spPr>
              <a:xfrm>
                <a:off x="3535349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8" name="ph6523">
                <a:extLst>
                  <a:ext uri="{FF2B5EF4-FFF2-40B4-BE49-F238E27FC236}">
                    <a16:creationId xmlns:a16="http://schemas.microsoft.com/office/drawing/2014/main" id="{A89B900D-5FBB-D802-DCEC-0DC461960D69}"/>
                  </a:ext>
                </a:extLst>
              </p:cNvPr>
              <p:cNvSpPr/>
              <p:nvPr/>
            </p:nvSpPr>
            <p:spPr>
              <a:xfrm>
                <a:off x="354479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9" name="ph6524">
                <a:extLst>
                  <a:ext uri="{FF2B5EF4-FFF2-40B4-BE49-F238E27FC236}">
                    <a16:creationId xmlns:a16="http://schemas.microsoft.com/office/drawing/2014/main" id="{E2A48CBF-5CB5-1CEF-DC7D-99B92871F1EE}"/>
                  </a:ext>
                </a:extLst>
              </p:cNvPr>
              <p:cNvSpPr/>
              <p:nvPr/>
            </p:nvSpPr>
            <p:spPr>
              <a:xfrm>
                <a:off x="355423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0" name="ph6525">
                <a:extLst>
                  <a:ext uri="{FF2B5EF4-FFF2-40B4-BE49-F238E27FC236}">
                    <a16:creationId xmlns:a16="http://schemas.microsoft.com/office/drawing/2014/main" id="{FC31C689-C3EA-22B4-20E1-B889AF008F60}"/>
                  </a:ext>
                </a:extLst>
              </p:cNvPr>
              <p:cNvSpPr/>
              <p:nvPr/>
            </p:nvSpPr>
            <p:spPr>
              <a:xfrm>
                <a:off x="356367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1" name="ph6526">
                <a:extLst>
                  <a:ext uri="{FF2B5EF4-FFF2-40B4-BE49-F238E27FC236}">
                    <a16:creationId xmlns:a16="http://schemas.microsoft.com/office/drawing/2014/main" id="{4601933D-717D-5B4B-9F0D-686706EB17BB}"/>
                  </a:ext>
                </a:extLst>
              </p:cNvPr>
              <p:cNvSpPr/>
              <p:nvPr/>
            </p:nvSpPr>
            <p:spPr>
              <a:xfrm>
                <a:off x="357311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2" name="ph6527">
                <a:extLst>
                  <a:ext uri="{FF2B5EF4-FFF2-40B4-BE49-F238E27FC236}">
                    <a16:creationId xmlns:a16="http://schemas.microsoft.com/office/drawing/2014/main" id="{CB340474-9ED8-B2DB-3F90-7C15BBC36EA3}"/>
                  </a:ext>
                </a:extLst>
              </p:cNvPr>
              <p:cNvSpPr/>
              <p:nvPr/>
            </p:nvSpPr>
            <p:spPr>
              <a:xfrm>
                <a:off x="3582550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3" name="ph6528">
                <a:extLst>
                  <a:ext uri="{FF2B5EF4-FFF2-40B4-BE49-F238E27FC236}">
                    <a16:creationId xmlns:a16="http://schemas.microsoft.com/office/drawing/2014/main" id="{2D3AC7D2-3944-68C2-6D72-36BDDAF3D806}"/>
                  </a:ext>
                </a:extLst>
              </p:cNvPr>
              <p:cNvSpPr/>
              <p:nvPr/>
            </p:nvSpPr>
            <p:spPr>
              <a:xfrm>
                <a:off x="359199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4" name="ph6529">
                <a:extLst>
                  <a:ext uri="{FF2B5EF4-FFF2-40B4-BE49-F238E27FC236}">
                    <a16:creationId xmlns:a16="http://schemas.microsoft.com/office/drawing/2014/main" id="{0AA4D6C4-231E-FC86-FBD6-7A5D53B1F5D3}"/>
                  </a:ext>
                </a:extLst>
              </p:cNvPr>
              <p:cNvSpPr/>
              <p:nvPr/>
            </p:nvSpPr>
            <p:spPr>
              <a:xfrm>
                <a:off x="360143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5" name="ph6530">
                <a:extLst>
                  <a:ext uri="{FF2B5EF4-FFF2-40B4-BE49-F238E27FC236}">
                    <a16:creationId xmlns:a16="http://schemas.microsoft.com/office/drawing/2014/main" id="{596D9A97-1540-1E19-36BB-1447D2637A5E}"/>
                  </a:ext>
                </a:extLst>
              </p:cNvPr>
              <p:cNvSpPr/>
              <p:nvPr/>
            </p:nvSpPr>
            <p:spPr>
              <a:xfrm>
                <a:off x="361087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6" name="ph6531">
                <a:extLst>
                  <a:ext uri="{FF2B5EF4-FFF2-40B4-BE49-F238E27FC236}">
                    <a16:creationId xmlns:a16="http://schemas.microsoft.com/office/drawing/2014/main" id="{1568F477-C392-4CA3-B5E5-57972A02A139}"/>
                  </a:ext>
                </a:extLst>
              </p:cNvPr>
              <p:cNvSpPr/>
              <p:nvPr/>
            </p:nvSpPr>
            <p:spPr>
              <a:xfrm>
                <a:off x="3620311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7" name="ph6532">
                <a:extLst>
                  <a:ext uri="{FF2B5EF4-FFF2-40B4-BE49-F238E27FC236}">
                    <a16:creationId xmlns:a16="http://schemas.microsoft.com/office/drawing/2014/main" id="{B7029C1E-C99A-F517-2E83-E6D9AF59BA0F}"/>
                  </a:ext>
                </a:extLst>
              </p:cNvPr>
              <p:cNvSpPr/>
              <p:nvPr/>
            </p:nvSpPr>
            <p:spPr>
              <a:xfrm>
                <a:off x="362975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8" name="ph6533">
                <a:extLst>
                  <a:ext uri="{FF2B5EF4-FFF2-40B4-BE49-F238E27FC236}">
                    <a16:creationId xmlns:a16="http://schemas.microsoft.com/office/drawing/2014/main" id="{8953308C-95B8-1B42-1F13-2D74C491BBE8}"/>
                  </a:ext>
                </a:extLst>
              </p:cNvPr>
              <p:cNvSpPr/>
              <p:nvPr/>
            </p:nvSpPr>
            <p:spPr>
              <a:xfrm>
                <a:off x="363919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9" name="ph6534">
                <a:extLst>
                  <a:ext uri="{FF2B5EF4-FFF2-40B4-BE49-F238E27FC236}">
                    <a16:creationId xmlns:a16="http://schemas.microsoft.com/office/drawing/2014/main" id="{6046DCB9-7818-632F-FFB0-53D05BE5ED80}"/>
                  </a:ext>
                </a:extLst>
              </p:cNvPr>
              <p:cNvSpPr/>
              <p:nvPr/>
            </p:nvSpPr>
            <p:spPr>
              <a:xfrm>
                <a:off x="364863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0" name="ph6535">
                <a:extLst>
                  <a:ext uri="{FF2B5EF4-FFF2-40B4-BE49-F238E27FC236}">
                    <a16:creationId xmlns:a16="http://schemas.microsoft.com/office/drawing/2014/main" id="{3366A441-EB9C-63B4-60E4-55632A77905D}"/>
                  </a:ext>
                </a:extLst>
              </p:cNvPr>
              <p:cNvSpPr/>
              <p:nvPr/>
            </p:nvSpPr>
            <p:spPr>
              <a:xfrm>
                <a:off x="3658072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1" name="ph6536">
                <a:extLst>
                  <a:ext uri="{FF2B5EF4-FFF2-40B4-BE49-F238E27FC236}">
                    <a16:creationId xmlns:a16="http://schemas.microsoft.com/office/drawing/2014/main" id="{E6CE06BE-6280-B91C-93F6-4BC2BF06F781}"/>
                  </a:ext>
                </a:extLst>
              </p:cNvPr>
              <p:cNvSpPr/>
              <p:nvPr/>
            </p:nvSpPr>
            <p:spPr>
              <a:xfrm>
                <a:off x="366751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2" name="ph6537">
                <a:extLst>
                  <a:ext uri="{FF2B5EF4-FFF2-40B4-BE49-F238E27FC236}">
                    <a16:creationId xmlns:a16="http://schemas.microsoft.com/office/drawing/2014/main" id="{A7F15EEE-D6B5-4AF0-82A0-1DF7ACC0CB9C}"/>
                  </a:ext>
                </a:extLst>
              </p:cNvPr>
              <p:cNvSpPr/>
              <p:nvPr/>
            </p:nvSpPr>
            <p:spPr>
              <a:xfrm>
                <a:off x="367695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3" name="ph6538">
                <a:extLst>
                  <a:ext uri="{FF2B5EF4-FFF2-40B4-BE49-F238E27FC236}">
                    <a16:creationId xmlns:a16="http://schemas.microsoft.com/office/drawing/2014/main" id="{0DF3598D-7337-B9CE-4450-C85B1AA39EC9}"/>
                  </a:ext>
                </a:extLst>
              </p:cNvPr>
              <p:cNvSpPr/>
              <p:nvPr/>
            </p:nvSpPr>
            <p:spPr>
              <a:xfrm>
                <a:off x="368639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4" name="ph6539">
                <a:extLst>
                  <a:ext uri="{FF2B5EF4-FFF2-40B4-BE49-F238E27FC236}">
                    <a16:creationId xmlns:a16="http://schemas.microsoft.com/office/drawing/2014/main" id="{2003B505-8A12-64AA-7E49-F0B143DAF12A}"/>
                  </a:ext>
                </a:extLst>
              </p:cNvPr>
              <p:cNvSpPr/>
              <p:nvPr/>
            </p:nvSpPr>
            <p:spPr>
              <a:xfrm>
                <a:off x="3695833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5" name="ph6540">
                <a:extLst>
                  <a:ext uri="{FF2B5EF4-FFF2-40B4-BE49-F238E27FC236}">
                    <a16:creationId xmlns:a16="http://schemas.microsoft.com/office/drawing/2014/main" id="{274EFCD3-E5E4-EE6F-C4BB-B9FBD8E6A7EA}"/>
                  </a:ext>
                </a:extLst>
              </p:cNvPr>
              <p:cNvSpPr/>
              <p:nvPr/>
            </p:nvSpPr>
            <p:spPr>
              <a:xfrm>
                <a:off x="370527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6" name="ph6541">
                <a:extLst>
                  <a:ext uri="{FF2B5EF4-FFF2-40B4-BE49-F238E27FC236}">
                    <a16:creationId xmlns:a16="http://schemas.microsoft.com/office/drawing/2014/main" id="{1BF72C40-BED6-4EC7-B866-B5143962AA0C}"/>
                  </a:ext>
                </a:extLst>
              </p:cNvPr>
              <p:cNvSpPr/>
              <p:nvPr/>
            </p:nvSpPr>
            <p:spPr>
              <a:xfrm>
                <a:off x="371471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7" name="ph6542">
                <a:extLst>
                  <a:ext uri="{FF2B5EF4-FFF2-40B4-BE49-F238E27FC236}">
                    <a16:creationId xmlns:a16="http://schemas.microsoft.com/office/drawing/2014/main" id="{A08DCEC2-115B-0FF9-3976-BE864747D329}"/>
                  </a:ext>
                </a:extLst>
              </p:cNvPr>
              <p:cNvSpPr/>
              <p:nvPr/>
            </p:nvSpPr>
            <p:spPr>
              <a:xfrm>
                <a:off x="372415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8" name="ph6543">
                <a:extLst>
                  <a:ext uri="{FF2B5EF4-FFF2-40B4-BE49-F238E27FC236}">
                    <a16:creationId xmlns:a16="http://schemas.microsoft.com/office/drawing/2014/main" id="{48C7D4DB-C91C-FAFA-8F09-E88EB31CC962}"/>
                  </a:ext>
                </a:extLst>
              </p:cNvPr>
              <p:cNvSpPr/>
              <p:nvPr/>
            </p:nvSpPr>
            <p:spPr>
              <a:xfrm>
                <a:off x="3733594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9" name="ph6544">
                <a:extLst>
                  <a:ext uri="{FF2B5EF4-FFF2-40B4-BE49-F238E27FC236}">
                    <a16:creationId xmlns:a16="http://schemas.microsoft.com/office/drawing/2014/main" id="{D40EB7EF-B3D9-0F24-8775-6036F0D102B4}"/>
                  </a:ext>
                </a:extLst>
              </p:cNvPr>
              <p:cNvSpPr/>
              <p:nvPr/>
            </p:nvSpPr>
            <p:spPr>
              <a:xfrm>
                <a:off x="374303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0" name="ph6545">
                <a:extLst>
                  <a:ext uri="{FF2B5EF4-FFF2-40B4-BE49-F238E27FC236}">
                    <a16:creationId xmlns:a16="http://schemas.microsoft.com/office/drawing/2014/main" id="{3D288657-C48D-9D2D-A02F-D1C8FD816D8A}"/>
                  </a:ext>
                </a:extLst>
              </p:cNvPr>
              <p:cNvSpPr/>
              <p:nvPr/>
            </p:nvSpPr>
            <p:spPr>
              <a:xfrm>
                <a:off x="375247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1" name="ph6546">
                <a:extLst>
                  <a:ext uri="{FF2B5EF4-FFF2-40B4-BE49-F238E27FC236}">
                    <a16:creationId xmlns:a16="http://schemas.microsoft.com/office/drawing/2014/main" id="{EAA118D4-6D5A-D719-238E-16125B29B85B}"/>
                  </a:ext>
                </a:extLst>
              </p:cNvPr>
              <p:cNvSpPr/>
              <p:nvPr/>
            </p:nvSpPr>
            <p:spPr>
              <a:xfrm>
                <a:off x="3761915" y="132444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2" name="ph6547">
                <a:extLst>
                  <a:ext uri="{FF2B5EF4-FFF2-40B4-BE49-F238E27FC236}">
                    <a16:creationId xmlns:a16="http://schemas.microsoft.com/office/drawing/2014/main" id="{BA27E89D-F28A-CF2A-80FA-F26020CC4D5C}"/>
                  </a:ext>
                </a:extLst>
              </p:cNvPr>
              <p:cNvSpPr/>
              <p:nvPr/>
            </p:nvSpPr>
            <p:spPr>
              <a:xfrm>
                <a:off x="3771355" y="1342012"/>
                <a:ext cx="92184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4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49" y="896830"/>
                    </a:lnTo>
                    <a:lnTo>
                      <a:pt x="920548" y="904221"/>
                    </a:lnTo>
                    <a:lnTo>
                      <a:pt x="918433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3" name="ph6548">
                <a:extLst>
                  <a:ext uri="{FF2B5EF4-FFF2-40B4-BE49-F238E27FC236}">
                    <a16:creationId xmlns:a16="http://schemas.microsoft.com/office/drawing/2014/main" id="{BE6914A4-C224-CD1B-5AD0-00EEC95D5B81}"/>
                  </a:ext>
                </a:extLst>
              </p:cNvPr>
              <p:cNvSpPr/>
              <p:nvPr/>
            </p:nvSpPr>
            <p:spPr>
              <a:xfrm>
                <a:off x="2053232" y="1306872"/>
                <a:ext cx="914400" cy="93120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206">
                    <a:moveTo>
                      <a:pt x="914400" y="914400"/>
                    </a:moveTo>
                    <a:lnTo>
                      <a:pt x="914400" y="931206"/>
                    </a:lnTo>
                    <a:lnTo>
                      <a:pt x="912665" y="927568"/>
                    </a:lnTo>
                    <a:lnTo>
                      <a:pt x="908966" y="918939"/>
                    </a:lnTo>
                    <a:lnTo>
                      <a:pt x="907221" y="914400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4" name="ph6549">
                <a:extLst>
                  <a:ext uri="{FF2B5EF4-FFF2-40B4-BE49-F238E27FC236}">
                    <a16:creationId xmlns:a16="http://schemas.microsoft.com/office/drawing/2014/main" id="{D67284DC-0834-F0C6-A391-2A5969AC5EAB}"/>
                  </a:ext>
                </a:extLst>
              </p:cNvPr>
              <p:cNvSpPr/>
              <p:nvPr/>
            </p:nvSpPr>
            <p:spPr>
              <a:xfrm>
                <a:off x="205323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763" y="931969"/>
                    </a:lnTo>
                    <a:lnTo>
                      <a:pt x="914400" y="931206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5" name="ph6550">
                <a:extLst>
                  <a:ext uri="{FF2B5EF4-FFF2-40B4-BE49-F238E27FC236}">
                    <a16:creationId xmlns:a16="http://schemas.microsoft.com/office/drawing/2014/main" id="{480506DD-32E4-4FB2-6D9E-244B12584D9A}"/>
                  </a:ext>
                </a:extLst>
              </p:cNvPr>
              <p:cNvSpPr/>
              <p:nvPr/>
            </p:nvSpPr>
            <p:spPr>
              <a:xfrm>
                <a:off x="206267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6" name="ph6551">
                <a:extLst>
                  <a:ext uri="{FF2B5EF4-FFF2-40B4-BE49-F238E27FC236}">
                    <a16:creationId xmlns:a16="http://schemas.microsoft.com/office/drawing/2014/main" id="{C52E6E0D-390C-B10C-36C9-ABFC0D0AE892}"/>
                  </a:ext>
                </a:extLst>
              </p:cNvPr>
              <p:cNvSpPr/>
              <p:nvPr/>
            </p:nvSpPr>
            <p:spPr>
              <a:xfrm>
                <a:off x="207211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7" name="ph6552">
                <a:extLst>
                  <a:ext uri="{FF2B5EF4-FFF2-40B4-BE49-F238E27FC236}">
                    <a16:creationId xmlns:a16="http://schemas.microsoft.com/office/drawing/2014/main" id="{E107D500-06BB-01DA-9A33-5AED4C51CE6B}"/>
                  </a:ext>
                </a:extLst>
              </p:cNvPr>
              <p:cNvSpPr/>
              <p:nvPr/>
            </p:nvSpPr>
            <p:spPr>
              <a:xfrm>
                <a:off x="208155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8" name="ph6553">
                <a:extLst>
                  <a:ext uri="{FF2B5EF4-FFF2-40B4-BE49-F238E27FC236}">
                    <a16:creationId xmlns:a16="http://schemas.microsoft.com/office/drawing/2014/main" id="{E26AAB43-BF2C-90C4-F6CB-2615016C9CA1}"/>
                  </a:ext>
                </a:extLst>
              </p:cNvPr>
              <p:cNvSpPr/>
              <p:nvPr/>
            </p:nvSpPr>
            <p:spPr>
              <a:xfrm>
                <a:off x="209099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9" name="ph6554">
                <a:extLst>
                  <a:ext uri="{FF2B5EF4-FFF2-40B4-BE49-F238E27FC236}">
                    <a16:creationId xmlns:a16="http://schemas.microsoft.com/office/drawing/2014/main" id="{A0B75FD3-2BED-A10D-51AE-F2A5763B91F3}"/>
                  </a:ext>
                </a:extLst>
              </p:cNvPr>
              <p:cNvSpPr/>
              <p:nvPr/>
            </p:nvSpPr>
            <p:spPr>
              <a:xfrm>
                <a:off x="210043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0" name="ph6555">
                <a:extLst>
                  <a:ext uri="{FF2B5EF4-FFF2-40B4-BE49-F238E27FC236}">
                    <a16:creationId xmlns:a16="http://schemas.microsoft.com/office/drawing/2014/main" id="{0B1ACCE8-2089-43C4-52BB-D8614E9E761A}"/>
                  </a:ext>
                </a:extLst>
              </p:cNvPr>
              <p:cNvSpPr/>
              <p:nvPr/>
            </p:nvSpPr>
            <p:spPr>
              <a:xfrm>
                <a:off x="210987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1" name="ph6556">
                <a:extLst>
                  <a:ext uri="{FF2B5EF4-FFF2-40B4-BE49-F238E27FC236}">
                    <a16:creationId xmlns:a16="http://schemas.microsoft.com/office/drawing/2014/main" id="{2E207DA4-D5FA-9B69-59F2-1D1DE624D0A1}"/>
                  </a:ext>
                </a:extLst>
              </p:cNvPr>
              <p:cNvSpPr/>
              <p:nvPr/>
            </p:nvSpPr>
            <p:spPr>
              <a:xfrm>
                <a:off x="211931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2" name="ph6557">
                <a:extLst>
                  <a:ext uri="{FF2B5EF4-FFF2-40B4-BE49-F238E27FC236}">
                    <a16:creationId xmlns:a16="http://schemas.microsoft.com/office/drawing/2014/main" id="{8D6B7DDF-77BB-BDA8-90BA-55E1B8F4E4D9}"/>
                  </a:ext>
                </a:extLst>
              </p:cNvPr>
              <p:cNvSpPr/>
              <p:nvPr/>
            </p:nvSpPr>
            <p:spPr>
              <a:xfrm>
                <a:off x="212875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3" name="ph6558">
                <a:extLst>
                  <a:ext uri="{FF2B5EF4-FFF2-40B4-BE49-F238E27FC236}">
                    <a16:creationId xmlns:a16="http://schemas.microsoft.com/office/drawing/2014/main" id="{F18C84DE-174B-717C-EFA5-E3BDD392753B}"/>
                  </a:ext>
                </a:extLst>
              </p:cNvPr>
              <p:cNvSpPr/>
              <p:nvPr/>
            </p:nvSpPr>
            <p:spPr>
              <a:xfrm>
                <a:off x="213819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4" name="ph6559">
                <a:extLst>
                  <a:ext uri="{FF2B5EF4-FFF2-40B4-BE49-F238E27FC236}">
                    <a16:creationId xmlns:a16="http://schemas.microsoft.com/office/drawing/2014/main" id="{3D241B69-B3F4-DD84-075B-6DA53F58BC31}"/>
                  </a:ext>
                </a:extLst>
              </p:cNvPr>
              <p:cNvSpPr/>
              <p:nvPr/>
            </p:nvSpPr>
            <p:spPr>
              <a:xfrm>
                <a:off x="214763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5" name="ph6560">
                <a:extLst>
                  <a:ext uri="{FF2B5EF4-FFF2-40B4-BE49-F238E27FC236}">
                    <a16:creationId xmlns:a16="http://schemas.microsoft.com/office/drawing/2014/main" id="{53164398-BB8D-322F-6BF3-82C259172353}"/>
                  </a:ext>
                </a:extLst>
              </p:cNvPr>
              <p:cNvSpPr/>
              <p:nvPr/>
            </p:nvSpPr>
            <p:spPr>
              <a:xfrm>
                <a:off x="215707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6" name="ph6561">
                <a:extLst>
                  <a:ext uri="{FF2B5EF4-FFF2-40B4-BE49-F238E27FC236}">
                    <a16:creationId xmlns:a16="http://schemas.microsoft.com/office/drawing/2014/main" id="{EDF6AD0B-F54D-C4C4-B016-84EF3E20B5F7}"/>
                  </a:ext>
                </a:extLst>
              </p:cNvPr>
              <p:cNvSpPr/>
              <p:nvPr/>
            </p:nvSpPr>
            <p:spPr>
              <a:xfrm>
                <a:off x="216651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7" name="ph6562">
                <a:extLst>
                  <a:ext uri="{FF2B5EF4-FFF2-40B4-BE49-F238E27FC236}">
                    <a16:creationId xmlns:a16="http://schemas.microsoft.com/office/drawing/2014/main" id="{7349DEB4-A731-ED4E-DF17-1B29E51B0A02}"/>
                  </a:ext>
                </a:extLst>
              </p:cNvPr>
              <p:cNvSpPr/>
              <p:nvPr/>
            </p:nvSpPr>
            <p:spPr>
              <a:xfrm>
                <a:off x="217595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8" name="ph6563">
                <a:extLst>
                  <a:ext uri="{FF2B5EF4-FFF2-40B4-BE49-F238E27FC236}">
                    <a16:creationId xmlns:a16="http://schemas.microsoft.com/office/drawing/2014/main" id="{BA8CA895-6017-3621-8C30-5FA2F332AB0A}"/>
                  </a:ext>
                </a:extLst>
              </p:cNvPr>
              <p:cNvSpPr/>
              <p:nvPr/>
            </p:nvSpPr>
            <p:spPr>
              <a:xfrm>
                <a:off x="218539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9" name="ph6564">
                <a:extLst>
                  <a:ext uri="{FF2B5EF4-FFF2-40B4-BE49-F238E27FC236}">
                    <a16:creationId xmlns:a16="http://schemas.microsoft.com/office/drawing/2014/main" id="{B4BBB29B-4D6F-FEB3-290F-2234EEB7AE15}"/>
                  </a:ext>
                </a:extLst>
              </p:cNvPr>
              <p:cNvSpPr/>
              <p:nvPr/>
            </p:nvSpPr>
            <p:spPr>
              <a:xfrm>
                <a:off x="219483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0" name="ph6565">
                <a:extLst>
                  <a:ext uri="{FF2B5EF4-FFF2-40B4-BE49-F238E27FC236}">
                    <a16:creationId xmlns:a16="http://schemas.microsoft.com/office/drawing/2014/main" id="{C1CF9601-1DF2-446C-FADF-D08832D2EEF4}"/>
                  </a:ext>
                </a:extLst>
              </p:cNvPr>
              <p:cNvSpPr/>
              <p:nvPr/>
            </p:nvSpPr>
            <p:spPr>
              <a:xfrm>
                <a:off x="220427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1" name="ph6566">
                <a:extLst>
                  <a:ext uri="{FF2B5EF4-FFF2-40B4-BE49-F238E27FC236}">
                    <a16:creationId xmlns:a16="http://schemas.microsoft.com/office/drawing/2014/main" id="{5885AB34-16ED-94BD-2585-B2DEE5F5DE7C}"/>
                  </a:ext>
                </a:extLst>
              </p:cNvPr>
              <p:cNvSpPr/>
              <p:nvPr/>
            </p:nvSpPr>
            <p:spPr>
              <a:xfrm>
                <a:off x="221371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2" name="ph6567">
                <a:extLst>
                  <a:ext uri="{FF2B5EF4-FFF2-40B4-BE49-F238E27FC236}">
                    <a16:creationId xmlns:a16="http://schemas.microsoft.com/office/drawing/2014/main" id="{EACCDC05-8C40-C638-B6FC-23F5CD8D2ACB}"/>
                  </a:ext>
                </a:extLst>
              </p:cNvPr>
              <p:cNvSpPr/>
              <p:nvPr/>
            </p:nvSpPr>
            <p:spPr>
              <a:xfrm>
                <a:off x="222315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3" name="ph6568">
                <a:extLst>
                  <a:ext uri="{FF2B5EF4-FFF2-40B4-BE49-F238E27FC236}">
                    <a16:creationId xmlns:a16="http://schemas.microsoft.com/office/drawing/2014/main" id="{F26C907E-08C7-FF0F-4244-A5E7DD311A6F}"/>
                  </a:ext>
                </a:extLst>
              </p:cNvPr>
              <p:cNvSpPr/>
              <p:nvPr/>
            </p:nvSpPr>
            <p:spPr>
              <a:xfrm>
                <a:off x="223259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4" name="ph6569">
                <a:extLst>
                  <a:ext uri="{FF2B5EF4-FFF2-40B4-BE49-F238E27FC236}">
                    <a16:creationId xmlns:a16="http://schemas.microsoft.com/office/drawing/2014/main" id="{03F37F21-6E44-98E2-208C-1E24F76293BC}"/>
                  </a:ext>
                </a:extLst>
              </p:cNvPr>
              <p:cNvSpPr/>
              <p:nvPr/>
            </p:nvSpPr>
            <p:spPr>
              <a:xfrm>
                <a:off x="224203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5" name="ph6570">
                <a:extLst>
                  <a:ext uri="{FF2B5EF4-FFF2-40B4-BE49-F238E27FC236}">
                    <a16:creationId xmlns:a16="http://schemas.microsoft.com/office/drawing/2014/main" id="{515A8D4C-CEAE-1B5B-A86D-5244B63C2750}"/>
                  </a:ext>
                </a:extLst>
              </p:cNvPr>
              <p:cNvSpPr/>
              <p:nvPr/>
            </p:nvSpPr>
            <p:spPr>
              <a:xfrm>
                <a:off x="225147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CA0">
                  <a:alpha val="100000"/>
                </a:srgbClr>
              </a:solidFill>
              <a:ln w="5420" cap="flat">
                <a:solidFill>
                  <a:srgbClr val="FFE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6" name="ph6571">
                <a:extLst>
                  <a:ext uri="{FF2B5EF4-FFF2-40B4-BE49-F238E27FC236}">
                    <a16:creationId xmlns:a16="http://schemas.microsoft.com/office/drawing/2014/main" id="{CC9611AB-86F0-8066-9386-AABC529B070F}"/>
                  </a:ext>
                </a:extLst>
              </p:cNvPr>
              <p:cNvSpPr/>
              <p:nvPr/>
            </p:nvSpPr>
            <p:spPr>
              <a:xfrm>
                <a:off x="226091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0">
                  <a:alpha val="100000"/>
                </a:srgbClr>
              </a:solidFill>
              <a:ln w="5420" cap="flat">
                <a:solidFill>
                  <a:srgbClr val="FFE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7" name="ph6572">
                <a:extLst>
                  <a:ext uri="{FF2B5EF4-FFF2-40B4-BE49-F238E27FC236}">
                    <a16:creationId xmlns:a16="http://schemas.microsoft.com/office/drawing/2014/main" id="{512CF7B4-C5AF-0731-5A9A-6414BCAED8BF}"/>
                  </a:ext>
                </a:extLst>
              </p:cNvPr>
              <p:cNvSpPr/>
              <p:nvPr/>
            </p:nvSpPr>
            <p:spPr>
              <a:xfrm>
                <a:off x="227035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8" name="ph6573">
                <a:extLst>
                  <a:ext uri="{FF2B5EF4-FFF2-40B4-BE49-F238E27FC236}">
                    <a16:creationId xmlns:a16="http://schemas.microsoft.com/office/drawing/2014/main" id="{34168A43-8441-40A0-5DDC-BEA95DE581AF}"/>
                  </a:ext>
                </a:extLst>
              </p:cNvPr>
              <p:cNvSpPr/>
              <p:nvPr/>
            </p:nvSpPr>
            <p:spPr>
              <a:xfrm>
                <a:off x="227979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DA1">
                  <a:alpha val="100000"/>
                </a:srgbClr>
              </a:solidFill>
              <a:ln w="5420" cap="flat">
                <a:solidFill>
                  <a:srgbClr val="FFED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9" name="ph6574">
                <a:extLst>
                  <a:ext uri="{FF2B5EF4-FFF2-40B4-BE49-F238E27FC236}">
                    <a16:creationId xmlns:a16="http://schemas.microsoft.com/office/drawing/2014/main" id="{2D4220E1-1872-7992-6119-6B3CB447D983}"/>
                  </a:ext>
                </a:extLst>
              </p:cNvPr>
              <p:cNvSpPr/>
              <p:nvPr/>
            </p:nvSpPr>
            <p:spPr>
              <a:xfrm>
                <a:off x="228923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2">
                  <a:alpha val="100000"/>
                </a:srgbClr>
              </a:solidFill>
              <a:ln w="5420" cap="flat">
                <a:solidFill>
                  <a:srgbClr val="FFEE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0" name="ph6575">
                <a:extLst>
                  <a:ext uri="{FF2B5EF4-FFF2-40B4-BE49-F238E27FC236}">
                    <a16:creationId xmlns:a16="http://schemas.microsoft.com/office/drawing/2014/main" id="{A60AAE38-C50F-8452-6E83-3A4CDF755D75}"/>
                  </a:ext>
                </a:extLst>
              </p:cNvPr>
              <p:cNvSpPr/>
              <p:nvPr/>
            </p:nvSpPr>
            <p:spPr>
              <a:xfrm>
                <a:off x="229867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1" name="ph6576">
                <a:extLst>
                  <a:ext uri="{FF2B5EF4-FFF2-40B4-BE49-F238E27FC236}">
                    <a16:creationId xmlns:a16="http://schemas.microsoft.com/office/drawing/2014/main" id="{C219A910-AFAB-9000-264B-6ED374E40086}"/>
                  </a:ext>
                </a:extLst>
              </p:cNvPr>
              <p:cNvSpPr/>
              <p:nvPr/>
            </p:nvSpPr>
            <p:spPr>
              <a:xfrm>
                <a:off x="230811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2" name="ph6577">
                <a:extLst>
                  <a:ext uri="{FF2B5EF4-FFF2-40B4-BE49-F238E27FC236}">
                    <a16:creationId xmlns:a16="http://schemas.microsoft.com/office/drawing/2014/main" id="{8F5198F5-7B38-734A-39B8-5D8EBE7FA07A}"/>
                  </a:ext>
                </a:extLst>
              </p:cNvPr>
              <p:cNvSpPr/>
              <p:nvPr/>
            </p:nvSpPr>
            <p:spPr>
              <a:xfrm>
                <a:off x="231755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3" name="ph6578">
                <a:extLst>
                  <a:ext uri="{FF2B5EF4-FFF2-40B4-BE49-F238E27FC236}">
                    <a16:creationId xmlns:a16="http://schemas.microsoft.com/office/drawing/2014/main" id="{4631EFFA-9B56-4480-6893-1929E4800003}"/>
                  </a:ext>
                </a:extLst>
              </p:cNvPr>
              <p:cNvSpPr/>
              <p:nvPr/>
            </p:nvSpPr>
            <p:spPr>
              <a:xfrm>
                <a:off x="232699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4" name="ph6579">
                <a:extLst>
                  <a:ext uri="{FF2B5EF4-FFF2-40B4-BE49-F238E27FC236}">
                    <a16:creationId xmlns:a16="http://schemas.microsoft.com/office/drawing/2014/main" id="{9A262C1F-7093-CE65-4ACF-1D788A10A33C}"/>
                  </a:ext>
                </a:extLst>
              </p:cNvPr>
              <p:cNvSpPr/>
              <p:nvPr/>
            </p:nvSpPr>
            <p:spPr>
              <a:xfrm>
                <a:off x="233643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5" name="ph6580">
                <a:extLst>
                  <a:ext uri="{FF2B5EF4-FFF2-40B4-BE49-F238E27FC236}">
                    <a16:creationId xmlns:a16="http://schemas.microsoft.com/office/drawing/2014/main" id="{D385DAF8-0C85-25E5-8C0E-04FB3A76AEA6}"/>
                  </a:ext>
                </a:extLst>
              </p:cNvPr>
              <p:cNvSpPr/>
              <p:nvPr/>
            </p:nvSpPr>
            <p:spPr>
              <a:xfrm>
                <a:off x="234587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6" name="ph6581">
                <a:extLst>
                  <a:ext uri="{FF2B5EF4-FFF2-40B4-BE49-F238E27FC236}">
                    <a16:creationId xmlns:a16="http://schemas.microsoft.com/office/drawing/2014/main" id="{76AB7C9E-547F-8B44-A6BC-2007668573E4}"/>
                  </a:ext>
                </a:extLst>
              </p:cNvPr>
              <p:cNvSpPr/>
              <p:nvPr/>
            </p:nvSpPr>
            <p:spPr>
              <a:xfrm>
                <a:off x="235531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7" name="ph6582">
                <a:extLst>
                  <a:ext uri="{FF2B5EF4-FFF2-40B4-BE49-F238E27FC236}">
                    <a16:creationId xmlns:a16="http://schemas.microsoft.com/office/drawing/2014/main" id="{8669A194-1913-C098-DC55-B0ABD9AF0E7C}"/>
                  </a:ext>
                </a:extLst>
              </p:cNvPr>
              <p:cNvSpPr/>
              <p:nvPr/>
            </p:nvSpPr>
            <p:spPr>
              <a:xfrm>
                <a:off x="23647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8" name="ph6583">
                <a:extLst>
                  <a:ext uri="{FF2B5EF4-FFF2-40B4-BE49-F238E27FC236}">
                    <a16:creationId xmlns:a16="http://schemas.microsoft.com/office/drawing/2014/main" id="{C69348C0-78BD-2DA4-B044-7A095F7CC7FA}"/>
                  </a:ext>
                </a:extLst>
              </p:cNvPr>
              <p:cNvSpPr/>
              <p:nvPr/>
            </p:nvSpPr>
            <p:spPr>
              <a:xfrm>
                <a:off x="237420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9" name="ph6584">
                <a:extLst>
                  <a:ext uri="{FF2B5EF4-FFF2-40B4-BE49-F238E27FC236}">
                    <a16:creationId xmlns:a16="http://schemas.microsoft.com/office/drawing/2014/main" id="{A64D36E6-D4ED-A17B-E9E8-A64C63AE6683}"/>
                  </a:ext>
                </a:extLst>
              </p:cNvPr>
              <p:cNvSpPr/>
              <p:nvPr/>
            </p:nvSpPr>
            <p:spPr>
              <a:xfrm>
                <a:off x="238364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0" name="ph6585">
                <a:extLst>
                  <a:ext uri="{FF2B5EF4-FFF2-40B4-BE49-F238E27FC236}">
                    <a16:creationId xmlns:a16="http://schemas.microsoft.com/office/drawing/2014/main" id="{5B772535-7346-31A6-76BB-0F31636CAD3F}"/>
                  </a:ext>
                </a:extLst>
              </p:cNvPr>
              <p:cNvSpPr/>
              <p:nvPr/>
            </p:nvSpPr>
            <p:spPr>
              <a:xfrm>
                <a:off x="239308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1" name="ph6586">
                <a:extLst>
                  <a:ext uri="{FF2B5EF4-FFF2-40B4-BE49-F238E27FC236}">
                    <a16:creationId xmlns:a16="http://schemas.microsoft.com/office/drawing/2014/main" id="{15D6A702-346D-48EF-A422-1CCD2108A8F6}"/>
                  </a:ext>
                </a:extLst>
              </p:cNvPr>
              <p:cNvSpPr/>
              <p:nvPr/>
            </p:nvSpPr>
            <p:spPr>
              <a:xfrm>
                <a:off x="24025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2" name="ph6587">
                <a:extLst>
                  <a:ext uri="{FF2B5EF4-FFF2-40B4-BE49-F238E27FC236}">
                    <a16:creationId xmlns:a16="http://schemas.microsoft.com/office/drawing/2014/main" id="{BA11EE0F-82DB-D71E-80D4-D470A75DA56E}"/>
                  </a:ext>
                </a:extLst>
              </p:cNvPr>
              <p:cNvSpPr/>
              <p:nvPr/>
            </p:nvSpPr>
            <p:spPr>
              <a:xfrm>
                <a:off x="2411961" y="1324442"/>
                <a:ext cx="920191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0191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8530" y="896830"/>
                    </a:lnTo>
                    <a:lnTo>
                      <a:pt x="919642" y="907288"/>
                    </a:lnTo>
                    <a:lnTo>
                      <a:pt x="920191" y="91439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3" name="ph6588">
                <a:extLst>
                  <a:ext uri="{FF2B5EF4-FFF2-40B4-BE49-F238E27FC236}">
                    <a16:creationId xmlns:a16="http://schemas.microsoft.com/office/drawing/2014/main" id="{76DA2FA0-FD29-1E93-3BE1-AC91D340DE11}"/>
                  </a:ext>
                </a:extLst>
              </p:cNvPr>
              <p:cNvSpPr/>
              <p:nvPr/>
            </p:nvSpPr>
            <p:spPr>
              <a:xfrm>
                <a:off x="3157740" y="1324442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4022" y="914399"/>
                    </a:lnTo>
                    <a:lnTo>
                      <a:pt x="914400" y="91397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4" name="ph6589">
                <a:extLst>
                  <a:ext uri="{FF2B5EF4-FFF2-40B4-BE49-F238E27FC236}">
                    <a16:creationId xmlns:a16="http://schemas.microsoft.com/office/drawing/2014/main" id="{7B285851-E3D9-FEF5-A18A-5A6CCDBAE658}"/>
                  </a:ext>
                </a:extLst>
              </p:cNvPr>
              <p:cNvSpPr/>
              <p:nvPr/>
            </p:nvSpPr>
            <p:spPr>
              <a:xfrm>
                <a:off x="3167180" y="1324442"/>
                <a:ext cx="91439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399">
                    <a:moveTo>
                      <a:pt x="914399" y="914399"/>
                    </a:moveTo>
                    <a:lnTo>
                      <a:pt x="904959" y="914399"/>
                    </a:lnTo>
                    <a:lnTo>
                      <a:pt x="904959" y="913973"/>
                    </a:lnTo>
                    <a:lnTo>
                      <a:pt x="908046" y="910489"/>
                    </a:lnTo>
                    <a:lnTo>
                      <a:pt x="913221" y="905308"/>
                    </a:lnTo>
                    <a:lnTo>
                      <a:pt x="914399" y="904271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5" name="ph6590">
                <a:extLst>
                  <a:ext uri="{FF2B5EF4-FFF2-40B4-BE49-F238E27FC236}">
                    <a16:creationId xmlns:a16="http://schemas.microsoft.com/office/drawing/2014/main" id="{4A0A3182-EE51-F035-877F-C88C083609C9}"/>
                  </a:ext>
                </a:extLst>
              </p:cNvPr>
              <p:cNvSpPr/>
              <p:nvPr/>
            </p:nvSpPr>
            <p:spPr>
              <a:xfrm>
                <a:off x="3176620" y="1306872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1841"/>
                    </a:lnTo>
                    <a:lnTo>
                      <a:pt x="909095" y="918203"/>
                    </a:lnTo>
                    <a:lnTo>
                      <a:pt x="914071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6" name="ph6591">
                <a:extLst>
                  <a:ext uri="{FF2B5EF4-FFF2-40B4-BE49-F238E27FC236}">
                    <a16:creationId xmlns:a16="http://schemas.microsoft.com/office/drawing/2014/main" id="{3120FC87-07B1-2353-F4E4-BA6263660A87}"/>
                  </a:ext>
                </a:extLst>
              </p:cNvPr>
              <p:cNvSpPr/>
              <p:nvPr/>
            </p:nvSpPr>
            <p:spPr>
              <a:xfrm>
                <a:off x="317662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7" name="ph6592">
                <a:extLst>
                  <a:ext uri="{FF2B5EF4-FFF2-40B4-BE49-F238E27FC236}">
                    <a16:creationId xmlns:a16="http://schemas.microsoft.com/office/drawing/2014/main" id="{447038CB-53B2-90F5-0D07-DC0E0F711640}"/>
                  </a:ext>
                </a:extLst>
              </p:cNvPr>
              <p:cNvSpPr/>
              <p:nvPr/>
            </p:nvSpPr>
            <p:spPr>
              <a:xfrm>
                <a:off x="318606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8" name="ph6593">
                <a:extLst>
                  <a:ext uri="{FF2B5EF4-FFF2-40B4-BE49-F238E27FC236}">
                    <a16:creationId xmlns:a16="http://schemas.microsoft.com/office/drawing/2014/main" id="{C81D9AC2-7519-F65D-CD60-7C1FBD0A98F5}"/>
                  </a:ext>
                </a:extLst>
              </p:cNvPr>
              <p:cNvSpPr/>
              <p:nvPr/>
            </p:nvSpPr>
            <p:spPr>
              <a:xfrm>
                <a:off x="319550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9" name="ph6594">
                <a:extLst>
                  <a:ext uri="{FF2B5EF4-FFF2-40B4-BE49-F238E27FC236}">
                    <a16:creationId xmlns:a16="http://schemas.microsoft.com/office/drawing/2014/main" id="{C0D92A11-B797-B003-3DF5-1EBBE01036A0}"/>
                  </a:ext>
                </a:extLst>
              </p:cNvPr>
              <p:cNvSpPr/>
              <p:nvPr/>
            </p:nvSpPr>
            <p:spPr>
              <a:xfrm>
                <a:off x="320494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0" name="ph6595">
                <a:extLst>
                  <a:ext uri="{FF2B5EF4-FFF2-40B4-BE49-F238E27FC236}">
                    <a16:creationId xmlns:a16="http://schemas.microsoft.com/office/drawing/2014/main" id="{3D101F3D-12BC-8E48-6A46-A3ED8766BC1C}"/>
                  </a:ext>
                </a:extLst>
              </p:cNvPr>
              <p:cNvSpPr/>
              <p:nvPr/>
            </p:nvSpPr>
            <p:spPr>
              <a:xfrm>
                <a:off x="321438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1" name="ph6596">
                <a:extLst>
                  <a:ext uri="{FF2B5EF4-FFF2-40B4-BE49-F238E27FC236}">
                    <a16:creationId xmlns:a16="http://schemas.microsoft.com/office/drawing/2014/main" id="{1BB1DF2A-A8FA-DF0A-6C7D-30D578B1310A}"/>
                  </a:ext>
                </a:extLst>
              </p:cNvPr>
              <p:cNvSpPr/>
              <p:nvPr/>
            </p:nvSpPr>
            <p:spPr>
              <a:xfrm>
                <a:off x="322382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2" name="ph6597">
                <a:extLst>
                  <a:ext uri="{FF2B5EF4-FFF2-40B4-BE49-F238E27FC236}">
                    <a16:creationId xmlns:a16="http://schemas.microsoft.com/office/drawing/2014/main" id="{FAEC28C5-5EF4-6B6F-75CA-451B1DD087FB}"/>
                  </a:ext>
                </a:extLst>
              </p:cNvPr>
              <p:cNvSpPr/>
              <p:nvPr/>
            </p:nvSpPr>
            <p:spPr>
              <a:xfrm>
                <a:off x="323326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3" name="ph6598">
                <a:extLst>
                  <a:ext uri="{FF2B5EF4-FFF2-40B4-BE49-F238E27FC236}">
                    <a16:creationId xmlns:a16="http://schemas.microsoft.com/office/drawing/2014/main" id="{6C4CCD2E-16F6-47FE-3AD1-20FF313DD9A4}"/>
                  </a:ext>
                </a:extLst>
              </p:cNvPr>
              <p:cNvSpPr/>
              <p:nvPr/>
            </p:nvSpPr>
            <p:spPr>
              <a:xfrm>
                <a:off x="324270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4" name="ph6599">
                <a:extLst>
                  <a:ext uri="{FF2B5EF4-FFF2-40B4-BE49-F238E27FC236}">
                    <a16:creationId xmlns:a16="http://schemas.microsoft.com/office/drawing/2014/main" id="{BA3F36C5-258D-BC89-3504-94D858DF026E}"/>
                  </a:ext>
                </a:extLst>
              </p:cNvPr>
              <p:cNvSpPr/>
              <p:nvPr/>
            </p:nvSpPr>
            <p:spPr>
              <a:xfrm>
                <a:off x="325214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5" name="ph6600">
                <a:extLst>
                  <a:ext uri="{FF2B5EF4-FFF2-40B4-BE49-F238E27FC236}">
                    <a16:creationId xmlns:a16="http://schemas.microsoft.com/office/drawing/2014/main" id="{8ACCEF90-1E48-9D15-3D66-5B4D278E5AAB}"/>
                  </a:ext>
                </a:extLst>
              </p:cNvPr>
              <p:cNvSpPr/>
              <p:nvPr/>
            </p:nvSpPr>
            <p:spPr>
              <a:xfrm>
                <a:off x="326158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6" name="ph6601">
                <a:extLst>
                  <a:ext uri="{FF2B5EF4-FFF2-40B4-BE49-F238E27FC236}">
                    <a16:creationId xmlns:a16="http://schemas.microsoft.com/office/drawing/2014/main" id="{E728835A-3984-2F1B-A078-F09E08E8C824}"/>
                  </a:ext>
                </a:extLst>
              </p:cNvPr>
              <p:cNvSpPr/>
              <p:nvPr/>
            </p:nvSpPr>
            <p:spPr>
              <a:xfrm>
                <a:off x="327102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7" name="ph6602">
                <a:extLst>
                  <a:ext uri="{FF2B5EF4-FFF2-40B4-BE49-F238E27FC236}">
                    <a16:creationId xmlns:a16="http://schemas.microsoft.com/office/drawing/2014/main" id="{5D4902C6-6E9D-3246-1342-0C9B71FBDF7C}"/>
                  </a:ext>
                </a:extLst>
              </p:cNvPr>
              <p:cNvSpPr/>
              <p:nvPr/>
            </p:nvSpPr>
            <p:spPr>
              <a:xfrm>
                <a:off x="328046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8" name="ph6603">
                <a:extLst>
                  <a:ext uri="{FF2B5EF4-FFF2-40B4-BE49-F238E27FC236}">
                    <a16:creationId xmlns:a16="http://schemas.microsoft.com/office/drawing/2014/main" id="{B090220F-0658-E850-8833-000B7A529108}"/>
                  </a:ext>
                </a:extLst>
              </p:cNvPr>
              <p:cNvSpPr/>
              <p:nvPr/>
            </p:nvSpPr>
            <p:spPr>
              <a:xfrm>
                <a:off x="328990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9" name="ph6604">
                <a:extLst>
                  <a:ext uri="{FF2B5EF4-FFF2-40B4-BE49-F238E27FC236}">
                    <a16:creationId xmlns:a16="http://schemas.microsoft.com/office/drawing/2014/main" id="{2EE39F95-BC60-5E89-4F81-4918DB1F1E00}"/>
                  </a:ext>
                </a:extLst>
              </p:cNvPr>
              <p:cNvSpPr/>
              <p:nvPr/>
            </p:nvSpPr>
            <p:spPr>
              <a:xfrm>
                <a:off x="329934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0" name="ph6605">
                <a:extLst>
                  <a:ext uri="{FF2B5EF4-FFF2-40B4-BE49-F238E27FC236}">
                    <a16:creationId xmlns:a16="http://schemas.microsoft.com/office/drawing/2014/main" id="{3F3646B1-9231-76D5-0D5F-A027534B7551}"/>
                  </a:ext>
                </a:extLst>
              </p:cNvPr>
              <p:cNvSpPr/>
              <p:nvPr/>
            </p:nvSpPr>
            <p:spPr>
              <a:xfrm>
                <a:off x="330878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1" name="ph6606">
                <a:extLst>
                  <a:ext uri="{FF2B5EF4-FFF2-40B4-BE49-F238E27FC236}">
                    <a16:creationId xmlns:a16="http://schemas.microsoft.com/office/drawing/2014/main" id="{DAA7A2C6-E9E5-A300-9B52-7954E57EB936}"/>
                  </a:ext>
                </a:extLst>
              </p:cNvPr>
              <p:cNvSpPr/>
              <p:nvPr/>
            </p:nvSpPr>
            <p:spPr>
              <a:xfrm>
                <a:off x="331822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2" name="ph6607">
                <a:extLst>
                  <a:ext uri="{FF2B5EF4-FFF2-40B4-BE49-F238E27FC236}">
                    <a16:creationId xmlns:a16="http://schemas.microsoft.com/office/drawing/2014/main" id="{D67E44E7-07E1-188F-6FFF-9CE13373B0F5}"/>
                  </a:ext>
                </a:extLst>
              </p:cNvPr>
              <p:cNvSpPr/>
              <p:nvPr/>
            </p:nvSpPr>
            <p:spPr>
              <a:xfrm>
                <a:off x="332766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3" name="ph6608">
                <a:extLst>
                  <a:ext uri="{FF2B5EF4-FFF2-40B4-BE49-F238E27FC236}">
                    <a16:creationId xmlns:a16="http://schemas.microsoft.com/office/drawing/2014/main" id="{F9C73C0A-DC6C-A75E-40F0-486EDD6664EB}"/>
                  </a:ext>
                </a:extLst>
              </p:cNvPr>
              <p:cNvSpPr/>
              <p:nvPr/>
            </p:nvSpPr>
            <p:spPr>
              <a:xfrm>
                <a:off x="333710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4" name="ph6609">
                <a:extLst>
                  <a:ext uri="{FF2B5EF4-FFF2-40B4-BE49-F238E27FC236}">
                    <a16:creationId xmlns:a16="http://schemas.microsoft.com/office/drawing/2014/main" id="{DFFFD944-8009-869F-2541-638FE462457B}"/>
                  </a:ext>
                </a:extLst>
              </p:cNvPr>
              <p:cNvSpPr/>
              <p:nvPr/>
            </p:nvSpPr>
            <p:spPr>
              <a:xfrm>
                <a:off x="334654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5" name="ph6610">
                <a:extLst>
                  <a:ext uri="{FF2B5EF4-FFF2-40B4-BE49-F238E27FC236}">
                    <a16:creationId xmlns:a16="http://schemas.microsoft.com/office/drawing/2014/main" id="{ACAD470C-A9CF-232D-2738-30A625B707CE}"/>
                  </a:ext>
                </a:extLst>
              </p:cNvPr>
              <p:cNvSpPr/>
              <p:nvPr/>
            </p:nvSpPr>
            <p:spPr>
              <a:xfrm>
                <a:off x="335598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6" name="ph6611">
                <a:extLst>
                  <a:ext uri="{FF2B5EF4-FFF2-40B4-BE49-F238E27FC236}">
                    <a16:creationId xmlns:a16="http://schemas.microsoft.com/office/drawing/2014/main" id="{D563E1C6-B1DA-FE76-4667-817ABB07AE2D}"/>
                  </a:ext>
                </a:extLst>
              </p:cNvPr>
              <p:cNvSpPr/>
              <p:nvPr/>
            </p:nvSpPr>
            <p:spPr>
              <a:xfrm>
                <a:off x="336542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7" name="ph6612">
                <a:extLst>
                  <a:ext uri="{FF2B5EF4-FFF2-40B4-BE49-F238E27FC236}">
                    <a16:creationId xmlns:a16="http://schemas.microsoft.com/office/drawing/2014/main" id="{E4B57246-36DC-C5B2-E71A-681F51B4D019}"/>
                  </a:ext>
                </a:extLst>
              </p:cNvPr>
              <p:cNvSpPr/>
              <p:nvPr/>
            </p:nvSpPr>
            <p:spPr>
              <a:xfrm>
                <a:off x="337486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8" name="ph6613">
                <a:extLst>
                  <a:ext uri="{FF2B5EF4-FFF2-40B4-BE49-F238E27FC236}">
                    <a16:creationId xmlns:a16="http://schemas.microsoft.com/office/drawing/2014/main" id="{EFA09024-99FA-4326-578C-C0742FE6726E}"/>
                  </a:ext>
                </a:extLst>
              </p:cNvPr>
              <p:cNvSpPr/>
              <p:nvPr/>
            </p:nvSpPr>
            <p:spPr>
              <a:xfrm>
                <a:off x="338430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9" name="ph6614">
                <a:extLst>
                  <a:ext uri="{FF2B5EF4-FFF2-40B4-BE49-F238E27FC236}">
                    <a16:creationId xmlns:a16="http://schemas.microsoft.com/office/drawing/2014/main" id="{B4DECC86-A8C1-22A4-3BBF-6414A25FA321}"/>
                  </a:ext>
                </a:extLst>
              </p:cNvPr>
              <p:cNvSpPr/>
              <p:nvPr/>
            </p:nvSpPr>
            <p:spPr>
              <a:xfrm>
                <a:off x="339374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0" name="ph6615">
                <a:extLst>
                  <a:ext uri="{FF2B5EF4-FFF2-40B4-BE49-F238E27FC236}">
                    <a16:creationId xmlns:a16="http://schemas.microsoft.com/office/drawing/2014/main" id="{92982D26-A320-435E-7EEA-A7FD14DDD1B2}"/>
                  </a:ext>
                </a:extLst>
              </p:cNvPr>
              <p:cNvSpPr/>
              <p:nvPr/>
            </p:nvSpPr>
            <p:spPr>
              <a:xfrm>
                <a:off x="340318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1" name="ph6616">
                <a:extLst>
                  <a:ext uri="{FF2B5EF4-FFF2-40B4-BE49-F238E27FC236}">
                    <a16:creationId xmlns:a16="http://schemas.microsoft.com/office/drawing/2014/main" id="{39D39620-A2FB-B751-6DFD-E7C7F884886C}"/>
                  </a:ext>
                </a:extLst>
              </p:cNvPr>
              <p:cNvSpPr/>
              <p:nvPr/>
            </p:nvSpPr>
            <p:spPr>
              <a:xfrm>
                <a:off x="341262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2" name="ph6617">
                <a:extLst>
                  <a:ext uri="{FF2B5EF4-FFF2-40B4-BE49-F238E27FC236}">
                    <a16:creationId xmlns:a16="http://schemas.microsoft.com/office/drawing/2014/main" id="{7B35A905-06B2-76CC-3DF7-327795BE94FB}"/>
                  </a:ext>
                </a:extLst>
              </p:cNvPr>
              <p:cNvSpPr/>
              <p:nvPr/>
            </p:nvSpPr>
            <p:spPr>
              <a:xfrm>
                <a:off x="3422066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3" name="ph6618">
                <a:extLst>
                  <a:ext uri="{FF2B5EF4-FFF2-40B4-BE49-F238E27FC236}">
                    <a16:creationId xmlns:a16="http://schemas.microsoft.com/office/drawing/2014/main" id="{34D4409C-9D1C-8139-7030-D58DD7C790BD}"/>
                  </a:ext>
                </a:extLst>
              </p:cNvPr>
              <p:cNvSpPr/>
              <p:nvPr/>
            </p:nvSpPr>
            <p:spPr>
              <a:xfrm>
                <a:off x="343150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4" name="ph6619">
                <a:extLst>
                  <a:ext uri="{FF2B5EF4-FFF2-40B4-BE49-F238E27FC236}">
                    <a16:creationId xmlns:a16="http://schemas.microsoft.com/office/drawing/2014/main" id="{2555C74F-987B-EA56-D535-891232638CF9}"/>
                  </a:ext>
                </a:extLst>
              </p:cNvPr>
              <p:cNvSpPr/>
              <p:nvPr/>
            </p:nvSpPr>
            <p:spPr>
              <a:xfrm>
                <a:off x="344094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5" name="ph6620">
                <a:extLst>
                  <a:ext uri="{FF2B5EF4-FFF2-40B4-BE49-F238E27FC236}">
                    <a16:creationId xmlns:a16="http://schemas.microsoft.com/office/drawing/2014/main" id="{2E607A42-7B7B-B6E5-DA6C-544DEDDFE9FD}"/>
                  </a:ext>
                </a:extLst>
              </p:cNvPr>
              <p:cNvSpPr/>
              <p:nvPr/>
            </p:nvSpPr>
            <p:spPr>
              <a:xfrm>
                <a:off x="345038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6" name="ph6621">
                <a:extLst>
                  <a:ext uri="{FF2B5EF4-FFF2-40B4-BE49-F238E27FC236}">
                    <a16:creationId xmlns:a16="http://schemas.microsoft.com/office/drawing/2014/main" id="{021A9B93-4234-732B-2683-D94E7FADE022}"/>
                  </a:ext>
                </a:extLst>
              </p:cNvPr>
              <p:cNvSpPr/>
              <p:nvPr/>
            </p:nvSpPr>
            <p:spPr>
              <a:xfrm>
                <a:off x="3459827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7" name="ph6622">
                <a:extLst>
                  <a:ext uri="{FF2B5EF4-FFF2-40B4-BE49-F238E27FC236}">
                    <a16:creationId xmlns:a16="http://schemas.microsoft.com/office/drawing/2014/main" id="{DDEE3514-502C-2771-B673-E83CEA181C66}"/>
                  </a:ext>
                </a:extLst>
              </p:cNvPr>
              <p:cNvSpPr/>
              <p:nvPr/>
            </p:nvSpPr>
            <p:spPr>
              <a:xfrm>
                <a:off x="346926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8" name="ph6623">
                <a:extLst>
                  <a:ext uri="{FF2B5EF4-FFF2-40B4-BE49-F238E27FC236}">
                    <a16:creationId xmlns:a16="http://schemas.microsoft.com/office/drawing/2014/main" id="{C6C87B5D-A1BA-91AC-A216-665E21350BF2}"/>
                  </a:ext>
                </a:extLst>
              </p:cNvPr>
              <p:cNvSpPr/>
              <p:nvPr/>
            </p:nvSpPr>
            <p:spPr>
              <a:xfrm>
                <a:off x="347870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9" name="ph6624">
                <a:extLst>
                  <a:ext uri="{FF2B5EF4-FFF2-40B4-BE49-F238E27FC236}">
                    <a16:creationId xmlns:a16="http://schemas.microsoft.com/office/drawing/2014/main" id="{5103C567-A3C0-C382-7B66-02D48E71DD7D}"/>
                  </a:ext>
                </a:extLst>
              </p:cNvPr>
              <p:cNvSpPr/>
              <p:nvPr/>
            </p:nvSpPr>
            <p:spPr>
              <a:xfrm>
                <a:off x="348814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0" name="ph6625">
                <a:extLst>
                  <a:ext uri="{FF2B5EF4-FFF2-40B4-BE49-F238E27FC236}">
                    <a16:creationId xmlns:a16="http://schemas.microsoft.com/office/drawing/2014/main" id="{C7C6560A-2768-FBF9-5171-0C9B8E3628D9}"/>
                  </a:ext>
                </a:extLst>
              </p:cNvPr>
              <p:cNvSpPr/>
              <p:nvPr/>
            </p:nvSpPr>
            <p:spPr>
              <a:xfrm>
                <a:off x="3497588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1" name="ph6626">
                <a:extLst>
                  <a:ext uri="{FF2B5EF4-FFF2-40B4-BE49-F238E27FC236}">
                    <a16:creationId xmlns:a16="http://schemas.microsoft.com/office/drawing/2014/main" id="{642B6138-520F-28D7-EC16-F9E4FCACE184}"/>
                  </a:ext>
                </a:extLst>
              </p:cNvPr>
              <p:cNvSpPr/>
              <p:nvPr/>
            </p:nvSpPr>
            <p:spPr>
              <a:xfrm>
                <a:off x="350702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2" name="ph6627">
                <a:extLst>
                  <a:ext uri="{FF2B5EF4-FFF2-40B4-BE49-F238E27FC236}">
                    <a16:creationId xmlns:a16="http://schemas.microsoft.com/office/drawing/2014/main" id="{34779D12-7B4A-5C2A-91AF-0626C1431DCB}"/>
                  </a:ext>
                </a:extLst>
              </p:cNvPr>
              <p:cNvSpPr/>
              <p:nvPr/>
            </p:nvSpPr>
            <p:spPr>
              <a:xfrm>
                <a:off x="351646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3" name="ph6628">
                <a:extLst>
                  <a:ext uri="{FF2B5EF4-FFF2-40B4-BE49-F238E27FC236}">
                    <a16:creationId xmlns:a16="http://schemas.microsoft.com/office/drawing/2014/main" id="{03308A1E-E500-2361-A7A4-ABE9380323C5}"/>
                  </a:ext>
                </a:extLst>
              </p:cNvPr>
              <p:cNvSpPr/>
              <p:nvPr/>
            </p:nvSpPr>
            <p:spPr>
              <a:xfrm>
                <a:off x="352590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4" name="ph6629">
                <a:extLst>
                  <a:ext uri="{FF2B5EF4-FFF2-40B4-BE49-F238E27FC236}">
                    <a16:creationId xmlns:a16="http://schemas.microsoft.com/office/drawing/2014/main" id="{E8649522-D651-522F-10E2-29654E0998E1}"/>
                  </a:ext>
                </a:extLst>
              </p:cNvPr>
              <p:cNvSpPr/>
              <p:nvPr/>
            </p:nvSpPr>
            <p:spPr>
              <a:xfrm>
                <a:off x="3535349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5" name="ph6630">
                <a:extLst>
                  <a:ext uri="{FF2B5EF4-FFF2-40B4-BE49-F238E27FC236}">
                    <a16:creationId xmlns:a16="http://schemas.microsoft.com/office/drawing/2014/main" id="{836B8F26-BB45-E039-5201-BBB9EE717854}"/>
                  </a:ext>
                </a:extLst>
              </p:cNvPr>
              <p:cNvSpPr/>
              <p:nvPr/>
            </p:nvSpPr>
            <p:spPr>
              <a:xfrm>
                <a:off x="354479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6" name="ph6631">
                <a:extLst>
                  <a:ext uri="{FF2B5EF4-FFF2-40B4-BE49-F238E27FC236}">
                    <a16:creationId xmlns:a16="http://schemas.microsoft.com/office/drawing/2014/main" id="{59BACF98-6E93-B3B0-30CC-699E3BFBEF36}"/>
                  </a:ext>
                </a:extLst>
              </p:cNvPr>
              <p:cNvSpPr/>
              <p:nvPr/>
            </p:nvSpPr>
            <p:spPr>
              <a:xfrm>
                <a:off x="355423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7" name="ph6632">
                <a:extLst>
                  <a:ext uri="{FF2B5EF4-FFF2-40B4-BE49-F238E27FC236}">
                    <a16:creationId xmlns:a16="http://schemas.microsoft.com/office/drawing/2014/main" id="{62554F66-3EAD-CA06-23AC-4031C1E31AB5}"/>
                  </a:ext>
                </a:extLst>
              </p:cNvPr>
              <p:cNvSpPr/>
              <p:nvPr/>
            </p:nvSpPr>
            <p:spPr>
              <a:xfrm>
                <a:off x="356367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8" name="ph6633">
                <a:extLst>
                  <a:ext uri="{FF2B5EF4-FFF2-40B4-BE49-F238E27FC236}">
                    <a16:creationId xmlns:a16="http://schemas.microsoft.com/office/drawing/2014/main" id="{3F254B95-A97E-3B30-2944-77E7E9382ACF}"/>
                  </a:ext>
                </a:extLst>
              </p:cNvPr>
              <p:cNvSpPr/>
              <p:nvPr/>
            </p:nvSpPr>
            <p:spPr>
              <a:xfrm>
                <a:off x="357311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9" name="ph6634">
                <a:extLst>
                  <a:ext uri="{FF2B5EF4-FFF2-40B4-BE49-F238E27FC236}">
                    <a16:creationId xmlns:a16="http://schemas.microsoft.com/office/drawing/2014/main" id="{4323482F-7B1B-126B-D2A1-5DD60B5C0B63}"/>
                  </a:ext>
                </a:extLst>
              </p:cNvPr>
              <p:cNvSpPr/>
              <p:nvPr/>
            </p:nvSpPr>
            <p:spPr>
              <a:xfrm>
                <a:off x="3582550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0" name="ph6635">
                <a:extLst>
                  <a:ext uri="{FF2B5EF4-FFF2-40B4-BE49-F238E27FC236}">
                    <a16:creationId xmlns:a16="http://schemas.microsoft.com/office/drawing/2014/main" id="{97EF5A65-3A4E-3C3A-5B5C-106ADCF7FDBD}"/>
                  </a:ext>
                </a:extLst>
              </p:cNvPr>
              <p:cNvSpPr/>
              <p:nvPr/>
            </p:nvSpPr>
            <p:spPr>
              <a:xfrm>
                <a:off x="359199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1" name="ph6636">
                <a:extLst>
                  <a:ext uri="{FF2B5EF4-FFF2-40B4-BE49-F238E27FC236}">
                    <a16:creationId xmlns:a16="http://schemas.microsoft.com/office/drawing/2014/main" id="{47612DDE-2681-6F1C-85FD-8DEEDF933256}"/>
                  </a:ext>
                </a:extLst>
              </p:cNvPr>
              <p:cNvSpPr/>
              <p:nvPr/>
            </p:nvSpPr>
            <p:spPr>
              <a:xfrm>
                <a:off x="360143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2" name="ph6637">
                <a:extLst>
                  <a:ext uri="{FF2B5EF4-FFF2-40B4-BE49-F238E27FC236}">
                    <a16:creationId xmlns:a16="http://schemas.microsoft.com/office/drawing/2014/main" id="{0826CCE7-E1C5-49CA-D734-8A35AF38875E}"/>
                  </a:ext>
                </a:extLst>
              </p:cNvPr>
              <p:cNvSpPr/>
              <p:nvPr/>
            </p:nvSpPr>
            <p:spPr>
              <a:xfrm>
                <a:off x="361087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3" name="ph6638">
                <a:extLst>
                  <a:ext uri="{FF2B5EF4-FFF2-40B4-BE49-F238E27FC236}">
                    <a16:creationId xmlns:a16="http://schemas.microsoft.com/office/drawing/2014/main" id="{D5F99DC0-70D7-4FEA-9ED5-855EFF7F3503}"/>
                  </a:ext>
                </a:extLst>
              </p:cNvPr>
              <p:cNvSpPr/>
              <p:nvPr/>
            </p:nvSpPr>
            <p:spPr>
              <a:xfrm>
                <a:off x="3620311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4" name="ph6639">
                <a:extLst>
                  <a:ext uri="{FF2B5EF4-FFF2-40B4-BE49-F238E27FC236}">
                    <a16:creationId xmlns:a16="http://schemas.microsoft.com/office/drawing/2014/main" id="{C5645E8E-AEF1-E6B9-3FCB-D2C5E1BABC6C}"/>
                  </a:ext>
                </a:extLst>
              </p:cNvPr>
              <p:cNvSpPr/>
              <p:nvPr/>
            </p:nvSpPr>
            <p:spPr>
              <a:xfrm>
                <a:off x="362975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5" name="ph6640">
                <a:extLst>
                  <a:ext uri="{FF2B5EF4-FFF2-40B4-BE49-F238E27FC236}">
                    <a16:creationId xmlns:a16="http://schemas.microsoft.com/office/drawing/2014/main" id="{88894130-A98C-6F5A-6E08-7B471C61D82B}"/>
                  </a:ext>
                </a:extLst>
              </p:cNvPr>
              <p:cNvSpPr/>
              <p:nvPr/>
            </p:nvSpPr>
            <p:spPr>
              <a:xfrm>
                <a:off x="363919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6" name="ph6641">
                <a:extLst>
                  <a:ext uri="{FF2B5EF4-FFF2-40B4-BE49-F238E27FC236}">
                    <a16:creationId xmlns:a16="http://schemas.microsoft.com/office/drawing/2014/main" id="{A656E3F9-7DBB-ACD9-C753-B5F8E2EF8610}"/>
                  </a:ext>
                </a:extLst>
              </p:cNvPr>
              <p:cNvSpPr/>
              <p:nvPr/>
            </p:nvSpPr>
            <p:spPr>
              <a:xfrm>
                <a:off x="364863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7" name="ph6642">
                <a:extLst>
                  <a:ext uri="{FF2B5EF4-FFF2-40B4-BE49-F238E27FC236}">
                    <a16:creationId xmlns:a16="http://schemas.microsoft.com/office/drawing/2014/main" id="{3E977511-C70C-FFCE-361B-774D9CF409AA}"/>
                  </a:ext>
                </a:extLst>
              </p:cNvPr>
              <p:cNvSpPr/>
              <p:nvPr/>
            </p:nvSpPr>
            <p:spPr>
              <a:xfrm>
                <a:off x="3658072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8" name="ph6643">
                <a:extLst>
                  <a:ext uri="{FF2B5EF4-FFF2-40B4-BE49-F238E27FC236}">
                    <a16:creationId xmlns:a16="http://schemas.microsoft.com/office/drawing/2014/main" id="{525C972E-3BCD-F2A5-CD62-83E64F050104}"/>
                  </a:ext>
                </a:extLst>
              </p:cNvPr>
              <p:cNvSpPr/>
              <p:nvPr/>
            </p:nvSpPr>
            <p:spPr>
              <a:xfrm>
                <a:off x="366751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9" name="ph6644">
                <a:extLst>
                  <a:ext uri="{FF2B5EF4-FFF2-40B4-BE49-F238E27FC236}">
                    <a16:creationId xmlns:a16="http://schemas.microsoft.com/office/drawing/2014/main" id="{E6D5411E-12CC-7D6E-E152-BB9A494F0496}"/>
                  </a:ext>
                </a:extLst>
              </p:cNvPr>
              <p:cNvSpPr/>
              <p:nvPr/>
            </p:nvSpPr>
            <p:spPr>
              <a:xfrm>
                <a:off x="367695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0" name="ph6645">
                <a:extLst>
                  <a:ext uri="{FF2B5EF4-FFF2-40B4-BE49-F238E27FC236}">
                    <a16:creationId xmlns:a16="http://schemas.microsoft.com/office/drawing/2014/main" id="{1CF8AF6E-BD44-53D5-7796-8A3F5CDEBF2C}"/>
                  </a:ext>
                </a:extLst>
              </p:cNvPr>
              <p:cNvSpPr/>
              <p:nvPr/>
            </p:nvSpPr>
            <p:spPr>
              <a:xfrm>
                <a:off x="368639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1" name="ph6646">
                <a:extLst>
                  <a:ext uri="{FF2B5EF4-FFF2-40B4-BE49-F238E27FC236}">
                    <a16:creationId xmlns:a16="http://schemas.microsoft.com/office/drawing/2014/main" id="{F748C416-A80D-01E6-201A-D5DDD0FD5BE2}"/>
                  </a:ext>
                </a:extLst>
              </p:cNvPr>
              <p:cNvSpPr/>
              <p:nvPr/>
            </p:nvSpPr>
            <p:spPr>
              <a:xfrm>
                <a:off x="3695833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2" name="ph6647">
                <a:extLst>
                  <a:ext uri="{FF2B5EF4-FFF2-40B4-BE49-F238E27FC236}">
                    <a16:creationId xmlns:a16="http://schemas.microsoft.com/office/drawing/2014/main" id="{4845D842-C58A-69A2-CDAE-22DF3CAE8157}"/>
                  </a:ext>
                </a:extLst>
              </p:cNvPr>
              <p:cNvSpPr/>
              <p:nvPr/>
            </p:nvSpPr>
            <p:spPr>
              <a:xfrm>
                <a:off x="370527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3" name="ph6648">
                <a:extLst>
                  <a:ext uri="{FF2B5EF4-FFF2-40B4-BE49-F238E27FC236}">
                    <a16:creationId xmlns:a16="http://schemas.microsoft.com/office/drawing/2014/main" id="{F65B48FD-8BF4-E420-1D27-AC0E581CFFBA}"/>
                  </a:ext>
                </a:extLst>
              </p:cNvPr>
              <p:cNvSpPr/>
              <p:nvPr/>
            </p:nvSpPr>
            <p:spPr>
              <a:xfrm>
                <a:off x="371471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4" name="ph6649">
                <a:extLst>
                  <a:ext uri="{FF2B5EF4-FFF2-40B4-BE49-F238E27FC236}">
                    <a16:creationId xmlns:a16="http://schemas.microsoft.com/office/drawing/2014/main" id="{C78DB4BC-6616-8862-C163-2FC68E7DFE0A}"/>
                  </a:ext>
                </a:extLst>
              </p:cNvPr>
              <p:cNvSpPr/>
              <p:nvPr/>
            </p:nvSpPr>
            <p:spPr>
              <a:xfrm>
                <a:off x="372415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5" name="ph6650">
                <a:extLst>
                  <a:ext uri="{FF2B5EF4-FFF2-40B4-BE49-F238E27FC236}">
                    <a16:creationId xmlns:a16="http://schemas.microsoft.com/office/drawing/2014/main" id="{52EF4A06-3891-1A06-46F3-669FB4F33688}"/>
                  </a:ext>
                </a:extLst>
              </p:cNvPr>
              <p:cNvSpPr/>
              <p:nvPr/>
            </p:nvSpPr>
            <p:spPr>
              <a:xfrm>
                <a:off x="3733594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6" name="ph6651">
                <a:extLst>
                  <a:ext uri="{FF2B5EF4-FFF2-40B4-BE49-F238E27FC236}">
                    <a16:creationId xmlns:a16="http://schemas.microsoft.com/office/drawing/2014/main" id="{886E47D7-91A8-8F27-B21A-9331B3A8072D}"/>
                  </a:ext>
                </a:extLst>
              </p:cNvPr>
              <p:cNvSpPr/>
              <p:nvPr/>
            </p:nvSpPr>
            <p:spPr>
              <a:xfrm>
                <a:off x="374303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7" name="ph6652">
                <a:extLst>
                  <a:ext uri="{FF2B5EF4-FFF2-40B4-BE49-F238E27FC236}">
                    <a16:creationId xmlns:a16="http://schemas.microsoft.com/office/drawing/2014/main" id="{2D10725E-AA29-59D1-7D59-C92F647BCFC8}"/>
                  </a:ext>
                </a:extLst>
              </p:cNvPr>
              <p:cNvSpPr/>
              <p:nvPr/>
            </p:nvSpPr>
            <p:spPr>
              <a:xfrm>
                <a:off x="375247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8" name="ph6653">
                <a:extLst>
                  <a:ext uri="{FF2B5EF4-FFF2-40B4-BE49-F238E27FC236}">
                    <a16:creationId xmlns:a16="http://schemas.microsoft.com/office/drawing/2014/main" id="{AA2464CA-A04C-F5A0-6F1F-A2ABE876B245}"/>
                  </a:ext>
                </a:extLst>
              </p:cNvPr>
              <p:cNvSpPr/>
              <p:nvPr/>
            </p:nvSpPr>
            <p:spPr>
              <a:xfrm>
                <a:off x="3761915" y="130687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9" name="ph6654">
                <a:extLst>
                  <a:ext uri="{FF2B5EF4-FFF2-40B4-BE49-F238E27FC236}">
                    <a16:creationId xmlns:a16="http://schemas.microsoft.com/office/drawing/2014/main" id="{814D2CF7-439A-0485-7C89-4F2FB374D1E7}"/>
                  </a:ext>
                </a:extLst>
              </p:cNvPr>
              <p:cNvSpPr/>
              <p:nvPr/>
            </p:nvSpPr>
            <p:spPr>
              <a:xfrm>
                <a:off x="3771355" y="1324442"/>
                <a:ext cx="92384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1360"/>
                    </a:lnTo>
                    <a:lnTo>
                      <a:pt x="922393" y="911310"/>
                    </a:lnTo>
                    <a:lnTo>
                      <a:pt x="921849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0" name="ph6655">
                <a:extLst>
                  <a:ext uri="{FF2B5EF4-FFF2-40B4-BE49-F238E27FC236}">
                    <a16:creationId xmlns:a16="http://schemas.microsoft.com/office/drawing/2014/main" id="{2D755363-CB66-66FD-CA42-E46A27274385}"/>
                  </a:ext>
                </a:extLst>
              </p:cNvPr>
              <p:cNvSpPr/>
              <p:nvPr/>
            </p:nvSpPr>
            <p:spPr>
              <a:xfrm>
                <a:off x="3780796" y="1306872"/>
                <a:ext cx="914944" cy="918930"/>
              </a:xfrm>
              <a:custGeom>
                <a:avLst/>
                <a:gdLst/>
                <a:ahLst/>
                <a:cxnLst/>
                <a:rect l="0" t="0" r="0" b="0"/>
                <a:pathLst>
                  <a:path w="914944" h="918930">
                    <a:moveTo>
                      <a:pt x="914400" y="914400"/>
                    </a:moveTo>
                    <a:lnTo>
                      <a:pt x="914944" y="914400"/>
                    </a:lnTo>
                    <a:lnTo>
                      <a:pt x="914501" y="918234"/>
                    </a:lnTo>
                    <a:lnTo>
                      <a:pt x="914400" y="91893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1" name="ph6656">
                <a:extLst>
                  <a:ext uri="{FF2B5EF4-FFF2-40B4-BE49-F238E27FC236}">
                    <a16:creationId xmlns:a16="http://schemas.microsoft.com/office/drawing/2014/main" id="{754C1526-5D6C-057C-B055-0AF42907A1D5}"/>
                  </a:ext>
                </a:extLst>
              </p:cNvPr>
              <p:cNvSpPr/>
              <p:nvPr/>
            </p:nvSpPr>
            <p:spPr>
              <a:xfrm>
                <a:off x="2043791" y="1289302"/>
                <a:ext cx="914400" cy="92591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912">
                    <a:moveTo>
                      <a:pt x="914400" y="914400"/>
                    </a:moveTo>
                    <a:lnTo>
                      <a:pt x="914400" y="925912"/>
                    </a:lnTo>
                    <a:lnTo>
                      <a:pt x="911762" y="918230"/>
                    </a:lnTo>
                    <a:lnTo>
                      <a:pt x="910594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2" name="ph6657">
                <a:extLst>
                  <a:ext uri="{FF2B5EF4-FFF2-40B4-BE49-F238E27FC236}">
                    <a16:creationId xmlns:a16="http://schemas.microsoft.com/office/drawing/2014/main" id="{FA29F09F-33FA-DC77-3FBB-6C4A82F4FAF5}"/>
                  </a:ext>
                </a:extLst>
              </p:cNvPr>
              <p:cNvSpPr/>
              <p:nvPr/>
            </p:nvSpPr>
            <p:spPr>
              <a:xfrm>
                <a:off x="204379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662" y="931969"/>
                    </a:lnTo>
                    <a:lnTo>
                      <a:pt x="914956" y="927531"/>
                    </a:lnTo>
                    <a:lnTo>
                      <a:pt x="914400" y="925912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3" name="ph6658">
                <a:extLst>
                  <a:ext uri="{FF2B5EF4-FFF2-40B4-BE49-F238E27FC236}">
                    <a16:creationId xmlns:a16="http://schemas.microsoft.com/office/drawing/2014/main" id="{60E08111-017C-F6BB-05C2-334135D69F03}"/>
                  </a:ext>
                </a:extLst>
              </p:cNvPr>
              <p:cNvSpPr/>
              <p:nvPr/>
            </p:nvSpPr>
            <p:spPr>
              <a:xfrm>
                <a:off x="205323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4" name="ph6659">
                <a:extLst>
                  <a:ext uri="{FF2B5EF4-FFF2-40B4-BE49-F238E27FC236}">
                    <a16:creationId xmlns:a16="http://schemas.microsoft.com/office/drawing/2014/main" id="{7E87041B-F58E-1C63-D71D-FE14EB650389}"/>
                  </a:ext>
                </a:extLst>
              </p:cNvPr>
              <p:cNvSpPr/>
              <p:nvPr/>
            </p:nvSpPr>
            <p:spPr>
              <a:xfrm>
                <a:off x="206267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5" name="ph6660">
                <a:extLst>
                  <a:ext uri="{FF2B5EF4-FFF2-40B4-BE49-F238E27FC236}">
                    <a16:creationId xmlns:a16="http://schemas.microsoft.com/office/drawing/2014/main" id="{B92B21AD-6079-3DFA-81B3-72747D83499F}"/>
                  </a:ext>
                </a:extLst>
              </p:cNvPr>
              <p:cNvSpPr/>
              <p:nvPr/>
            </p:nvSpPr>
            <p:spPr>
              <a:xfrm>
                <a:off x="207211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6" name="ph6661">
                <a:extLst>
                  <a:ext uri="{FF2B5EF4-FFF2-40B4-BE49-F238E27FC236}">
                    <a16:creationId xmlns:a16="http://schemas.microsoft.com/office/drawing/2014/main" id="{5C50210B-887C-4360-1B7D-0BAC58452A2E}"/>
                  </a:ext>
                </a:extLst>
              </p:cNvPr>
              <p:cNvSpPr/>
              <p:nvPr/>
            </p:nvSpPr>
            <p:spPr>
              <a:xfrm>
                <a:off x="208155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7" name="ph6662">
                <a:extLst>
                  <a:ext uri="{FF2B5EF4-FFF2-40B4-BE49-F238E27FC236}">
                    <a16:creationId xmlns:a16="http://schemas.microsoft.com/office/drawing/2014/main" id="{C39735A8-5B74-F6D8-BE69-4EB8F37744A4}"/>
                  </a:ext>
                </a:extLst>
              </p:cNvPr>
              <p:cNvSpPr/>
              <p:nvPr/>
            </p:nvSpPr>
            <p:spPr>
              <a:xfrm>
                <a:off x="209099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8" name="ph6663">
                <a:extLst>
                  <a:ext uri="{FF2B5EF4-FFF2-40B4-BE49-F238E27FC236}">
                    <a16:creationId xmlns:a16="http://schemas.microsoft.com/office/drawing/2014/main" id="{C46B2CED-7A75-D9BC-DBCB-BF63A2327616}"/>
                  </a:ext>
                </a:extLst>
              </p:cNvPr>
              <p:cNvSpPr/>
              <p:nvPr/>
            </p:nvSpPr>
            <p:spPr>
              <a:xfrm>
                <a:off x="210043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9" name="ph6664">
                <a:extLst>
                  <a:ext uri="{FF2B5EF4-FFF2-40B4-BE49-F238E27FC236}">
                    <a16:creationId xmlns:a16="http://schemas.microsoft.com/office/drawing/2014/main" id="{36974F86-8519-6F68-B6FF-23EB27CD9666}"/>
                  </a:ext>
                </a:extLst>
              </p:cNvPr>
              <p:cNvSpPr/>
              <p:nvPr/>
            </p:nvSpPr>
            <p:spPr>
              <a:xfrm>
                <a:off x="210987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0" name="ph6665">
                <a:extLst>
                  <a:ext uri="{FF2B5EF4-FFF2-40B4-BE49-F238E27FC236}">
                    <a16:creationId xmlns:a16="http://schemas.microsoft.com/office/drawing/2014/main" id="{F6ADAE4F-F3FC-B957-CD73-D0C75583696E}"/>
                  </a:ext>
                </a:extLst>
              </p:cNvPr>
              <p:cNvSpPr/>
              <p:nvPr/>
            </p:nvSpPr>
            <p:spPr>
              <a:xfrm>
                <a:off x="211931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1" name="ph6666">
                <a:extLst>
                  <a:ext uri="{FF2B5EF4-FFF2-40B4-BE49-F238E27FC236}">
                    <a16:creationId xmlns:a16="http://schemas.microsoft.com/office/drawing/2014/main" id="{CDAF6571-20E6-23D5-9648-6BD17A0C1852}"/>
                  </a:ext>
                </a:extLst>
              </p:cNvPr>
              <p:cNvSpPr/>
              <p:nvPr/>
            </p:nvSpPr>
            <p:spPr>
              <a:xfrm>
                <a:off x="212875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2" name="ph6667">
                <a:extLst>
                  <a:ext uri="{FF2B5EF4-FFF2-40B4-BE49-F238E27FC236}">
                    <a16:creationId xmlns:a16="http://schemas.microsoft.com/office/drawing/2014/main" id="{D8251848-B1FA-7394-C946-5014C5CFDB0E}"/>
                  </a:ext>
                </a:extLst>
              </p:cNvPr>
              <p:cNvSpPr/>
              <p:nvPr/>
            </p:nvSpPr>
            <p:spPr>
              <a:xfrm>
                <a:off x="213819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3" name="ph6668">
                <a:extLst>
                  <a:ext uri="{FF2B5EF4-FFF2-40B4-BE49-F238E27FC236}">
                    <a16:creationId xmlns:a16="http://schemas.microsoft.com/office/drawing/2014/main" id="{6CA64CF2-37B6-AE94-EF15-902D07174ADC}"/>
                  </a:ext>
                </a:extLst>
              </p:cNvPr>
              <p:cNvSpPr/>
              <p:nvPr/>
            </p:nvSpPr>
            <p:spPr>
              <a:xfrm>
                <a:off x="214763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4" name="ph6669">
                <a:extLst>
                  <a:ext uri="{FF2B5EF4-FFF2-40B4-BE49-F238E27FC236}">
                    <a16:creationId xmlns:a16="http://schemas.microsoft.com/office/drawing/2014/main" id="{D788D9B3-FA57-1AF6-D0AE-5648FA30B8A7}"/>
                  </a:ext>
                </a:extLst>
              </p:cNvPr>
              <p:cNvSpPr/>
              <p:nvPr/>
            </p:nvSpPr>
            <p:spPr>
              <a:xfrm>
                <a:off x="215707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5" name="ph6670">
                <a:extLst>
                  <a:ext uri="{FF2B5EF4-FFF2-40B4-BE49-F238E27FC236}">
                    <a16:creationId xmlns:a16="http://schemas.microsoft.com/office/drawing/2014/main" id="{8E45972B-89E7-F883-A6F0-55654DEF108D}"/>
                  </a:ext>
                </a:extLst>
              </p:cNvPr>
              <p:cNvSpPr/>
              <p:nvPr/>
            </p:nvSpPr>
            <p:spPr>
              <a:xfrm>
                <a:off x="216651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6" name="ph6671">
                <a:extLst>
                  <a:ext uri="{FF2B5EF4-FFF2-40B4-BE49-F238E27FC236}">
                    <a16:creationId xmlns:a16="http://schemas.microsoft.com/office/drawing/2014/main" id="{C426AB04-2B39-2605-F0DF-53CF2FDC11E4}"/>
                  </a:ext>
                </a:extLst>
              </p:cNvPr>
              <p:cNvSpPr/>
              <p:nvPr/>
            </p:nvSpPr>
            <p:spPr>
              <a:xfrm>
                <a:off x="217595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7" name="ph6672">
                <a:extLst>
                  <a:ext uri="{FF2B5EF4-FFF2-40B4-BE49-F238E27FC236}">
                    <a16:creationId xmlns:a16="http://schemas.microsoft.com/office/drawing/2014/main" id="{803708AB-0EFE-238A-76FB-AC435F924598}"/>
                  </a:ext>
                </a:extLst>
              </p:cNvPr>
              <p:cNvSpPr/>
              <p:nvPr/>
            </p:nvSpPr>
            <p:spPr>
              <a:xfrm>
                <a:off x="218539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8" name="ph6673">
                <a:extLst>
                  <a:ext uri="{FF2B5EF4-FFF2-40B4-BE49-F238E27FC236}">
                    <a16:creationId xmlns:a16="http://schemas.microsoft.com/office/drawing/2014/main" id="{2BDC12D5-0940-766C-4487-44F8821FFF6B}"/>
                  </a:ext>
                </a:extLst>
              </p:cNvPr>
              <p:cNvSpPr/>
              <p:nvPr/>
            </p:nvSpPr>
            <p:spPr>
              <a:xfrm>
                <a:off x="219483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5">
                  <a:alpha val="100000"/>
                </a:srgbClr>
              </a:solidFill>
              <a:ln w="5420" cap="flat">
                <a:solidFill>
                  <a:srgbClr val="FFEF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9" name="ph6674">
                <a:extLst>
                  <a:ext uri="{FF2B5EF4-FFF2-40B4-BE49-F238E27FC236}">
                    <a16:creationId xmlns:a16="http://schemas.microsoft.com/office/drawing/2014/main" id="{EE9CCD0A-DC83-DAF5-5BAA-7944CF62F60E}"/>
                  </a:ext>
                </a:extLst>
              </p:cNvPr>
              <p:cNvSpPr/>
              <p:nvPr/>
            </p:nvSpPr>
            <p:spPr>
              <a:xfrm>
                <a:off x="220427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0" name="ph6675">
                <a:extLst>
                  <a:ext uri="{FF2B5EF4-FFF2-40B4-BE49-F238E27FC236}">
                    <a16:creationId xmlns:a16="http://schemas.microsoft.com/office/drawing/2014/main" id="{47731DC2-3D8D-942C-6BE6-BCD66453FB92}"/>
                  </a:ext>
                </a:extLst>
              </p:cNvPr>
              <p:cNvSpPr/>
              <p:nvPr/>
            </p:nvSpPr>
            <p:spPr>
              <a:xfrm>
                <a:off x="221371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1" name="ph6676">
                <a:extLst>
                  <a:ext uri="{FF2B5EF4-FFF2-40B4-BE49-F238E27FC236}">
                    <a16:creationId xmlns:a16="http://schemas.microsoft.com/office/drawing/2014/main" id="{27D8703D-A2BA-7B6A-D25E-935A9D2701E3}"/>
                  </a:ext>
                </a:extLst>
              </p:cNvPr>
              <p:cNvSpPr/>
              <p:nvPr/>
            </p:nvSpPr>
            <p:spPr>
              <a:xfrm>
                <a:off x="222315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2" name="ph6677">
                <a:extLst>
                  <a:ext uri="{FF2B5EF4-FFF2-40B4-BE49-F238E27FC236}">
                    <a16:creationId xmlns:a16="http://schemas.microsoft.com/office/drawing/2014/main" id="{D5C6D3FF-3EB4-C0CB-D781-112A2835EF61}"/>
                  </a:ext>
                </a:extLst>
              </p:cNvPr>
              <p:cNvSpPr/>
              <p:nvPr/>
            </p:nvSpPr>
            <p:spPr>
              <a:xfrm>
                <a:off x="223259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3" name="ph6678">
                <a:extLst>
                  <a:ext uri="{FF2B5EF4-FFF2-40B4-BE49-F238E27FC236}">
                    <a16:creationId xmlns:a16="http://schemas.microsoft.com/office/drawing/2014/main" id="{13360070-08C9-32BA-52DA-2D39F4016906}"/>
                  </a:ext>
                </a:extLst>
              </p:cNvPr>
              <p:cNvSpPr/>
              <p:nvPr/>
            </p:nvSpPr>
            <p:spPr>
              <a:xfrm>
                <a:off x="224203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4" name="ph6679">
                <a:extLst>
                  <a:ext uri="{FF2B5EF4-FFF2-40B4-BE49-F238E27FC236}">
                    <a16:creationId xmlns:a16="http://schemas.microsoft.com/office/drawing/2014/main" id="{C72C7C66-1E6A-244D-BF45-E77E0A1792E1}"/>
                  </a:ext>
                </a:extLst>
              </p:cNvPr>
              <p:cNvSpPr/>
              <p:nvPr/>
            </p:nvSpPr>
            <p:spPr>
              <a:xfrm>
                <a:off x="225147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EA3">
                  <a:alpha val="100000"/>
                </a:srgbClr>
              </a:solidFill>
              <a:ln w="5420" cap="flat">
                <a:solidFill>
                  <a:srgbClr val="FFEE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5" name="ph6680">
                <a:extLst>
                  <a:ext uri="{FF2B5EF4-FFF2-40B4-BE49-F238E27FC236}">
                    <a16:creationId xmlns:a16="http://schemas.microsoft.com/office/drawing/2014/main" id="{043BAFC1-BE09-D1F3-42C1-A804988E2DCD}"/>
                  </a:ext>
                </a:extLst>
              </p:cNvPr>
              <p:cNvSpPr/>
              <p:nvPr/>
            </p:nvSpPr>
            <p:spPr>
              <a:xfrm>
                <a:off x="226091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3">
                  <a:alpha val="100000"/>
                </a:srgbClr>
              </a:solidFill>
              <a:ln w="5420" cap="flat">
                <a:solidFill>
                  <a:srgbClr val="FFEF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6" name="ph6681">
                <a:extLst>
                  <a:ext uri="{FF2B5EF4-FFF2-40B4-BE49-F238E27FC236}">
                    <a16:creationId xmlns:a16="http://schemas.microsoft.com/office/drawing/2014/main" id="{C3212084-EDEA-158E-7F1D-624B83593C66}"/>
                  </a:ext>
                </a:extLst>
              </p:cNvPr>
              <p:cNvSpPr/>
              <p:nvPr/>
            </p:nvSpPr>
            <p:spPr>
              <a:xfrm>
                <a:off x="227035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7" name="ph6682">
                <a:extLst>
                  <a:ext uri="{FF2B5EF4-FFF2-40B4-BE49-F238E27FC236}">
                    <a16:creationId xmlns:a16="http://schemas.microsoft.com/office/drawing/2014/main" id="{0436BDA0-E550-9745-0871-7C7E8FD7896E}"/>
                  </a:ext>
                </a:extLst>
              </p:cNvPr>
              <p:cNvSpPr/>
              <p:nvPr/>
            </p:nvSpPr>
            <p:spPr>
              <a:xfrm>
                <a:off x="227979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EFA4">
                  <a:alpha val="100000"/>
                </a:srgbClr>
              </a:solidFill>
              <a:ln w="5420" cap="flat">
                <a:solidFill>
                  <a:srgbClr val="FFE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8" name="ph6683">
                <a:extLst>
                  <a:ext uri="{FF2B5EF4-FFF2-40B4-BE49-F238E27FC236}">
                    <a16:creationId xmlns:a16="http://schemas.microsoft.com/office/drawing/2014/main" id="{68DA19AC-6030-65B2-3C13-71DBE39D2135}"/>
                  </a:ext>
                </a:extLst>
              </p:cNvPr>
              <p:cNvSpPr/>
              <p:nvPr/>
            </p:nvSpPr>
            <p:spPr>
              <a:xfrm>
                <a:off x="228923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5">
                  <a:alpha val="100000"/>
                </a:srgbClr>
              </a:solidFill>
              <a:ln w="5420" cap="flat">
                <a:solidFill>
                  <a:srgbClr val="FFF0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9" name="ph6684">
                <a:extLst>
                  <a:ext uri="{FF2B5EF4-FFF2-40B4-BE49-F238E27FC236}">
                    <a16:creationId xmlns:a16="http://schemas.microsoft.com/office/drawing/2014/main" id="{4C3EF5CF-E18C-D60A-3782-044262545DF9}"/>
                  </a:ext>
                </a:extLst>
              </p:cNvPr>
              <p:cNvSpPr/>
              <p:nvPr/>
            </p:nvSpPr>
            <p:spPr>
              <a:xfrm>
                <a:off x="229867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0" name="ph6685">
                <a:extLst>
                  <a:ext uri="{FF2B5EF4-FFF2-40B4-BE49-F238E27FC236}">
                    <a16:creationId xmlns:a16="http://schemas.microsoft.com/office/drawing/2014/main" id="{63674495-D3A7-098E-5E69-0574318496D4}"/>
                  </a:ext>
                </a:extLst>
              </p:cNvPr>
              <p:cNvSpPr/>
              <p:nvPr/>
            </p:nvSpPr>
            <p:spPr>
              <a:xfrm>
                <a:off x="230811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1" name="ph6686">
                <a:extLst>
                  <a:ext uri="{FF2B5EF4-FFF2-40B4-BE49-F238E27FC236}">
                    <a16:creationId xmlns:a16="http://schemas.microsoft.com/office/drawing/2014/main" id="{FB9D3471-2374-7DCB-0C92-A0DB45299B5C}"/>
                  </a:ext>
                </a:extLst>
              </p:cNvPr>
              <p:cNvSpPr/>
              <p:nvPr/>
            </p:nvSpPr>
            <p:spPr>
              <a:xfrm>
                <a:off x="231755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2" name="ph6687">
                <a:extLst>
                  <a:ext uri="{FF2B5EF4-FFF2-40B4-BE49-F238E27FC236}">
                    <a16:creationId xmlns:a16="http://schemas.microsoft.com/office/drawing/2014/main" id="{6119A537-0E63-C224-A976-478F7929C5A3}"/>
                  </a:ext>
                </a:extLst>
              </p:cNvPr>
              <p:cNvSpPr/>
              <p:nvPr/>
            </p:nvSpPr>
            <p:spPr>
              <a:xfrm>
                <a:off x="232699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3" name="ph6688">
                <a:extLst>
                  <a:ext uri="{FF2B5EF4-FFF2-40B4-BE49-F238E27FC236}">
                    <a16:creationId xmlns:a16="http://schemas.microsoft.com/office/drawing/2014/main" id="{3AE4AB3C-A96B-A8D9-82B0-949E82130F8D}"/>
                  </a:ext>
                </a:extLst>
              </p:cNvPr>
              <p:cNvSpPr/>
              <p:nvPr/>
            </p:nvSpPr>
            <p:spPr>
              <a:xfrm>
                <a:off x="233643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4" name="ph6689">
                <a:extLst>
                  <a:ext uri="{FF2B5EF4-FFF2-40B4-BE49-F238E27FC236}">
                    <a16:creationId xmlns:a16="http://schemas.microsoft.com/office/drawing/2014/main" id="{AA68E319-8F55-110C-4A75-89A9F7CFB0E5}"/>
                  </a:ext>
                </a:extLst>
              </p:cNvPr>
              <p:cNvSpPr/>
              <p:nvPr/>
            </p:nvSpPr>
            <p:spPr>
              <a:xfrm>
                <a:off x="234587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5" name="ph6690">
                <a:extLst>
                  <a:ext uri="{FF2B5EF4-FFF2-40B4-BE49-F238E27FC236}">
                    <a16:creationId xmlns:a16="http://schemas.microsoft.com/office/drawing/2014/main" id="{3C548B1C-9177-F28B-7D13-D4734225C5A4}"/>
                  </a:ext>
                </a:extLst>
              </p:cNvPr>
              <p:cNvSpPr/>
              <p:nvPr/>
            </p:nvSpPr>
            <p:spPr>
              <a:xfrm>
                <a:off x="235531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6" name="ph6691">
                <a:extLst>
                  <a:ext uri="{FF2B5EF4-FFF2-40B4-BE49-F238E27FC236}">
                    <a16:creationId xmlns:a16="http://schemas.microsoft.com/office/drawing/2014/main" id="{E3E36F6E-D61A-841B-9664-7EC4E0A89399}"/>
                  </a:ext>
                </a:extLst>
              </p:cNvPr>
              <p:cNvSpPr/>
              <p:nvPr/>
            </p:nvSpPr>
            <p:spPr>
              <a:xfrm>
                <a:off x="236476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7" name="ph6692">
                <a:extLst>
                  <a:ext uri="{FF2B5EF4-FFF2-40B4-BE49-F238E27FC236}">
                    <a16:creationId xmlns:a16="http://schemas.microsoft.com/office/drawing/2014/main" id="{FB5E1ACF-AEF9-9AD3-73BF-7D966D351E1A}"/>
                  </a:ext>
                </a:extLst>
              </p:cNvPr>
              <p:cNvSpPr/>
              <p:nvPr/>
            </p:nvSpPr>
            <p:spPr>
              <a:xfrm>
                <a:off x="237420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8" name="ph6693">
                <a:extLst>
                  <a:ext uri="{FF2B5EF4-FFF2-40B4-BE49-F238E27FC236}">
                    <a16:creationId xmlns:a16="http://schemas.microsoft.com/office/drawing/2014/main" id="{5BEF4D41-FFF3-711A-A272-86670BC933C2}"/>
                  </a:ext>
                </a:extLst>
              </p:cNvPr>
              <p:cNvSpPr/>
              <p:nvPr/>
            </p:nvSpPr>
            <p:spPr>
              <a:xfrm>
                <a:off x="238364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9" name="ph6694">
                <a:extLst>
                  <a:ext uri="{FF2B5EF4-FFF2-40B4-BE49-F238E27FC236}">
                    <a16:creationId xmlns:a16="http://schemas.microsoft.com/office/drawing/2014/main" id="{F9D8E8E3-26C7-4F92-DAD2-D65BA1B69BDD}"/>
                  </a:ext>
                </a:extLst>
              </p:cNvPr>
              <p:cNvSpPr/>
              <p:nvPr/>
            </p:nvSpPr>
            <p:spPr>
              <a:xfrm>
                <a:off x="239308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0" name="ph6695">
                <a:extLst>
                  <a:ext uri="{FF2B5EF4-FFF2-40B4-BE49-F238E27FC236}">
                    <a16:creationId xmlns:a16="http://schemas.microsoft.com/office/drawing/2014/main" id="{B32780EC-F5FE-8E19-B946-CF34F3E22BCE}"/>
                  </a:ext>
                </a:extLst>
              </p:cNvPr>
              <p:cNvSpPr/>
              <p:nvPr/>
            </p:nvSpPr>
            <p:spPr>
              <a:xfrm>
                <a:off x="24025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1" name="ph6696">
                <a:extLst>
                  <a:ext uri="{FF2B5EF4-FFF2-40B4-BE49-F238E27FC236}">
                    <a16:creationId xmlns:a16="http://schemas.microsoft.com/office/drawing/2014/main" id="{D25D4AF6-B5CF-F158-C26D-B6AB0C69C5CA}"/>
                  </a:ext>
                </a:extLst>
              </p:cNvPr>
              <p:cNvSpPr/>
              <p:nvPr/>
            </p:nvSpPr>
            <p:spPr>
              <a:xfrm>
                <a:off x="2411961" y="1306872"/>
                <a:ext cx="9185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5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958" y="896830"/>
                    </a:lnTo>
                    <a:lnTo>
                      <a:pt x="917014" y="903166"/>
                    </a:lnTo>
                    <a:lnTo>
                      <a:pt x="918482" y="913947"/>
                    </a:lnTo>
                    <a:lnTo>
                      <a:pt x="918530" y="914400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2" name="ph6697">
                <a:extLst>
                  <a:ext uri="{FF2B5EF4-FFF2-40B4-BE49-F238E27FC236}">
                    <a16:creationId xmlns:a16="http://schemas.microsoft.com/office/drawing/2014/main" id="{6D474A3F-7358-2263-5AB2-BF227D9BAAFB}"/>
                  </a:ext>
                </a:extLst>
              </p:cNvPr>
              <p:cNvSpPr/>
              <p:nvPr/>
            </p:nvSpPr>
            <p:spPr>
              <a:xfrm>
                <a:off x="3176620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4071" y="914400"/>
                    </a:lnTo>
                    <a:lnTo>
                      <a:pt x="914400" y="91414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3" name="ph6698">
                <a:extLst>
                  <a:ext uri="{FF2B5EF4-FFF2-40B4-BE49-F238E27FC236}">
                    <a16:creationId xmlns:a16="http://schemas.microsoft.com/office/drawing/2014/main" id="{04600C50-481F-6A90-F263-0D700B759533}"/>
                  </a:ext>
                </a:extLst>
              </p:cNvPr>
              <p:cNvSpPr/>
              <p:nvPr/>
            </p:nvSpPr>
            <p:spPr>
              <a:xfrm>
                <a:off x="3186060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4149"/>
                    </a:lnTo>
                    <a:lnTo>
                      <a:pt x="905091" y="914048"/>
                    </a:lnTo>
                    <a:lnTo>
                      <a:pt x="910636" y="910423"/>
                    </a:lnTo>
                    <a:lnTo>
                      <a:pt x="914400" y="908364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4" name="ph6699">
                <a:extLst>
                  <a:ext uri="{FF2B5EF4-FFF2-40B4-BE49-F238E27FC236}">
                    <a16:creationId xmlns:a16="http://schemas.microsoft.com/office/drawing/2014/main" id="{7926A0F1-8583-849D-B97B-2B536E7DCA0F}"/>
                  </a:ext>
                </a:extLst>
              </p:cNvPr>
              <p:cNvSpPr/>
              <p:nvPr/>
            </p:nvSpPr>
            <p:spPr>
              <a:xfrm>
                <a:off x="3195501" y="130687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364"/>
                    </a:lnTo>
                    <a:lnTo>
                      <a:pt x="906834" y="907339"/>
                    </a:lnTo>
                    <a:lnTo>
                      <a:pt x="907133" y="907190"/>
                    </a:lnTo>
                    <a:lnTo>
                      <a:pt x="907434" y="907041"/>
                    </a:lnTo>
                    <a:lnTo>
                      <a:pt x="907736" y="906892"/>
                    </a:lnTo>
                    <a:lnTo>
                      <a:pt x="908037" y="906743"/>
                    </a:lnTo>
                    <a:lnTo>
                      <a:pt x="908338" y="906594"/>
                    </a:lnTo>
                    <a:lnTo>
                      <a:pt x="908640" y="906445"/>
                    </a:lnTo>
                    <a:lnTo>
                      <a:pt x="908941" y="906296"/>
                    </a:lnTo>
                    <a:lnTo>
                      <a:pt x="909242" y="906146"/>
                    </a:lnTo>
                    <a:lnTo>
                      <a:pt x="909544" y="905997"/>
                    </a:lnTo>
                    <a:lnTo>
                      <a:pt x="909845" y="905848"/>
                    </a:lnTo>
                    <a:lnTo>
                      <a:pt x="910147" y="905699"/>
                    </a:lnTo>
                    <a:lnTo>
                      <a:pt x="910448" y="905550"/>
                    </a:lnTo>
                    <a:lnTo>
                      <a:pt x="910749" y="905401"/>
                    </a:lnTo>
                    <a:lnTo>
                      <a:pt x="911051" y="905252"/>
                    </a:lnTo>
                    <a:lnTo>
                      <a:pt x="911352" y="905103"/>
                    </a:lnTo>
                    <a:lnTo>
                      <a:pt x="911654" y="904954"/>
                    </a:lnTo>
                    <a:lnTo>
                      <a:pt x="911955" y="904805"/>
                    </a:lnTo>
                    <a:lnTo>
                      <a:pt x="912256" y="904656"/>
                    </a:lnTo>
                    <a:lnTo>
                      <a:pt x="912558" y="904507"/>
                    </a:lnTo>
                    <a:lnTo>
                      <a:pt x="912859" y="904358"/>
                    </a:lnTo>
                    <a:lnTo>
                      <a:pt x="913161" y="904209"/>
                    </a:lnTo>
                    <a:lnTo>
                      <a:pt x="913462" y="904060"/>
                    </a:lnTo>
                    <a:lnTo>
                      <a:pt x="913764" y="903911"/>
                    </a:lnTo>
                    <a:lnTo>
                      <a:pt x="914065" y="903762"/>
                    </a:lnTo>
                    <a:lnTo>
                      <a:pt x="914400" y="903597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5" name="ph6700">
                <a:extLst>
                  <a:ext uri="{FF2B5EF4-FFF2-40B4-BE49-F238E27FC236}">
                    <a16:creationId xmlns:a16="http://schemas.microsoft.com/office/drawing/2014/main" id="{5F28A9D0-F03E-E402-E225-156F93BB6910}"/>
                  </a:ext>
                </a:extLst>
              </p:cNvPr>
              <p:cNvSpPr/>
              <p:nvPr/>
            </p:nvSpPr>
            <p:spPr>
              <a:xfrm>
                <a:off x="3204941" y="130687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3597"/>
                    </a:lnTo>
                    <a:lnTo>
                      <a:pt x="905228" y="903464"/>
                    </a:lnTo>
                    <a:lnTo>
                      <a:pt x="905529" y="903315"/>
                    </a:lnTo>
                    <a:lnTo>
                      <a:pt x="905831" y="903166"/>
                    </a:lnTo>
                    <a:lnTo>
                      <a:pt x="906132" y="903017"/>
                    </a:lnTo>
                    <a:lnTo>
                      <a:pt x="906434" y="902868"/>
                    </a:lnTo>
                    <a:lnTo>
                      <a:pt x="906735" y="902719"/>
                    </a:lnTo>
                    <a:lnTo>
                      <a:pt x="907037" y="902570"/>
                    </a:lnTo>
                    <a:lnTo>
                      <a:pt x="907338" y="902421"/>
                    </a:lnTo>
                    <a:lnTo>
                      <a:pt x="907640" y="902272"/>
                    </a:lnTo>
                    <a:lnTo>
                      <a:pt x="907942" y="902123"/>
                    </a:lnTo>
                    <a:lnTo>
                      <a:pt x="908243" y="901974"/>
                    </a:lnTo>
                    <a:lnTo>
                      <a:pt x="908545" y="901826"/>
                    </a:lnTo>
                    <a:lnTo>
                      <a:pt x="908846" y="901677"/>
                    </a:lnTo>
                    <a:lnTo>
                      <a:pt x="909148" y="901528"/>
                    </a:lnTo>
                    <a:lnTo>
                      <a:pt x="909449" y="901379"/>
                    </a:lnTo>
                    <a:lnTo>
                      <a:pt x="909751" y="901230"/>
                    </a:lnTo>
                    <a:lnTo>
                      <a:pt x="910053" y="901081"/>
                    </a:lnTo>
                    <a:lnTo>
                      <a:pt x="910354" y="900932"/>
                    </a:lnTo>
                    <a:lnTo>
                      <a:pt x="910656" y="900783"/>
                    </a:lnTo>
                    <a:lnTo>
                      <a:pt x="910957" y="900635"/>
                    </a:lnTo>
                    <a:lnTo>
                      <a:pt x="911259" y="900486"/>
                    </a:lnTo>
                    <a:lnTo>
                      <a:pt x="911561" y="900337"/>
                    </a:lnTo>
                    <a:lnTo>
                      <a:pt x="911862" y="900188"/>
                    </a:lnTo>
                    <a:lnTo>
                      <a:pt x="912164" y="900039"/>
                    </a:lnTo>
                    <a:lnTo>
                      <a:pt x="912466" y="899890"/>
                    </a:lnTo>
                    <a:lnTo>
                      <a:pt x="912767" y="899742"/>
                    </a:lnTo>
                    <a:lnTo>
                      <a:pt x="913069" y="899593"/>
                    </a:lnTo>
                    <a:lnTo>
                      <a:pt x="913371" y="899444"/>
                    </a:lnTo>
                    <a:lnTo>
                      <a:pt x="913672" y="899295"/>
                    </a:lnTo>
                    <a:lnTo>
                      <a:pt x="913974" y="899146"/>
                    </a:lnTo>
                    <a:lnTo>
                      <a:pt x="914399" y="898937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6" name="ph6701">
                <a:extLst>
                  <a:ext uri="{FF2B5EF4-FFF2-40B4-BE49-F238E27FC236}">
                    <a16:creationId xmlns:a16="http://schemas.microsoft.com/office/drawing/2014/main" id="{71854CC7-C53E-FFF7-BA44-FDF839EE46F5}"/>
                  </a:ext>
                </a:extLst>
              </p:cNvPr>
              <p:cNvSpPr/>
              <p:nvPr/>
            </p:nvSpPr>
            <p:spPr>
              <a:xfrm>
                <a:off x="3214381" y="1289302"/>
                <a:ext cx="914399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31969">
                    <a:moveTo>
                      <a:pt x="914399" y="914400"/>
                    </a:moveTo>
                    <a:lnTo>
                      <a:pt x="914399" y="931969"/>
                    </a:lnTo>
                    <a:lnTo>
                      <a:pt x="904959" y="931969"/>
                    </a:lnTo>
                    <a:lnTo>
                      <a:pt x="904959" y="916506"/>
                    </a:lnTo>
                    <a:lnTo>
                      <a:pt x="905137" y="916419"/>
                    </a:lnTo>
                    <a:lnTo>
                      <a:pt x="905439" y="916270"/>
                    </a:lnTo>
                    <a:lnTo>
                      <a:pt x="905741" y="916121"/>
                    </a:lnTo>
                    <a:lnTo>
                      <a:pt x="906042" y="915972"/>
                    </a:lnTo>
                    <a:lnTo>
                      <a:pt x="906344" y="915824"/>
                    </a:lnTo>
                    <a:lnTo>
                      <a:pt x="906646" y="915675"/>
                    </a:lnTo>
                    <a:lnTo>
                      <a:pt x="906948" y="915526"/>
                    </a:lnTo>
                    <a:lnTo>
                      <a:pt x="907249" y="915378"/>
                    </a:lnTo>
                    <a:lnTo>
                      <a:pt x="909452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7" name="ph6702">
                <a:extLst>
                  <a:ext uri="{FF2B5EF4-FFF2-40B4-BE49-F238E27FC236}">
                    <a16:creationId xmlns:a16="http://schemas.microsoft.com/office/drawing/2014/main" id="{C3E2E516-2A08-D8AA-BA67-6FF4D3219F1A}"/>
                  </a:ext>
                </a:extLst>
              </p:cNvPr>
              <p:cNvSpPr/>
              <p:nvPr/>
            </p:nvSpPr>
            <p:spPr>
              <a:xfrm>
                <a:off x="321438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8" name="ph6703">
                <a:extLst>
                  <a:ext uri="{FF2B5EF4-FFF2-40B4-BE49-F238E27FC236}">
                    <a16:creationId xmlns:a16="http://schemas.microsoft.com/office/drawing/2014/main" id="{A5CF40B3-45E0-1C80-0472-C2AD1C2096FE}"/>
                  </a:ext>
                </a:extLst>
              </p:cNvPr>
              <p:cNvSpPr/>
              <p:nvPr/>
            </p:nvSpPr>
            <p:spPr>
              <a:xfrm>
                <a:off x="322382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9" name="ph6704">
                <a:extLst>
                  <a:ext uri="{FF2B5EF4-FFF2-40B4-BE49-F238E27FC236}">
                    <a16:creationId xmlns:a16="http://schemas.microsoft.com/office/drawing/2014/main" id="{4E3D13F5-46CA-50EA-813B-A1DCF2B5DAF1}"/>
                  </a:ext>
                </a:extLst>
              </p:cNvPr>
              <p:cNvSpPr/>
              <p:nvPr/>
            </p:nvSpPr>
            <p:spPr>
              <a:xfrm>
                <a:off x="323326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0" name="ph6705">
                <a:extLst>
                  <a:ext uri="{FF2B5EF4-FFF2-40B4-BE49-F238E27FC236}">
                    <a16:creationId xmlns:a16="http://schemas.microsoft.com/office/drawing/2014/main" id="{006426A4-995E-96F4-0552-21EF880DABCF}"/>
                  </a:ext>
                </a:extLst>
              </p:cNvPr>
              <p:cNvSpPr/>
              <p:nvPr/>
            </p:nvSpPr>
            <p:spPr>
              <a:xfrm>
                <a:off x="324270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1" name="ph6706">
                <a:extLst>
                  <a:ext uri="{FF2B5EF4-FFF2-40B4-BE49-F238E27FC236}">
                    <a16:creationId xmlns:a16="http://schemas.microsoft.com/office/drawing/2014/main" id="{E3011E4A-1A56-87B2-A84E-E4C3ED03AB31}"/>
                  </a:ext>
                </a:extLst>
              </p:cNvPr>
              <p:cNvSpPr/>
              <p:nvPr/>
            </p:nvSpPr>
            <p:spPr>
              <a:xfrm>
                <a:off x="325214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2" name="ph6707">
                <a:extLst>
                  <a:ext uri="{FF2B5EF4-FFF2-40B4-BE49-F238E27FC236}">
                    <a16:creationId xmlns:a16="http://schemas.microsoft.com/office/drawing/2014/main" id="{D8844B04-1F20-9640-5E94-2DD9F81884D1}"/>
                  </a:ext>
                </a:extLst>
              </p:cNvPr>
              <p:cNvSpPr/>
              <p:nvPr/>
            </p:nvSpPr>
            <p:spPr>
              <a:xfrm>
                <a:off x="326158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3" name="ph6708">
                <a:extLst>
                  <a:ext uri="{FF2B5EF4-FFF2-40B4-BE49-F238E27FC236}">
                    <a16:creationId xmlns:a16="http://schemas.microsoft.com/office/drawing/2014/main" id="{66F00C40-BA75-4D4B-7158-4FEEA575388D}"/>
                  </a:ext>
                </a:extLst>
              </p:cNvPr>
              <p:cNvSpPr/>
              <p:nvPr/>
            </p:nvSpPr>
            <p:spPr>
              <a:xfrm>
                <a:off x="327102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4" name="ph6709">
                <a:extLst>
                  <a:ext uri="{FF2B5EF4-FFF2-40B4-BE49-F238E27FC236}">
                    <a16:creationId xmlns:a16="http://schemas.microsoft.com/office/drawing/2014/main" id="{CF909376-175F-3E75-5D10-82FEA77F9A80}"/>
                  </a:ext>
                </a:extLst>
              </p:cNvPr>
              <p:cNvSpPr/>
              <p:nvPr/>
            </p:nvSpPr>
            <p:spPr>
              <a:xfrm>
                <a:off x="328046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5" name="ph6710">
                <a:extLst>
                  <a:ext uri="{FF2B5EF4-FFF2-40B4-BE49-F238E27FC236}">
                    <a16:creationId xmlns:a16="http://schemas.microsoft.com/office/drawing/2014/main" id="{2E88CBA3-EDE6-D037-E38D-E7977502F70E}"/>
                  </a:ext>
                </a:extLst>
              </p:cNvPr>
              <p:cNvSpPr/>
              <p:nvPr/>
            </p:nvSpPr>
            <p:spPr>
              <a:xfrm>
                <a:off x="328990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6" name="ph6711">
                <a:extLst>
                  <a:ext uri="{FF2B5EF4-FFF2-40B4-BE49-F238E27FC236}">
                    <a16:creationId xmlns:a16="http://schemas.microsoft.com/office/drawing/2014/main" id="{195709C9-4324-9447-33AF-F157A8293BEE}"/>
                  </a:ext>
                </a:extLst>
              </p:cNvPr>
              <p:cNvSpPr/>
              <p:nvPr/>
            </p:nvSpPr>
            <p:spPr>
              <a:xfrm>
                <a:off x="329934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7" name="ph6712">
                <a:extLst>
                  <a:ext uri="{FF2B5EF4-FFF2-40B4-BE49-F238E27FC236}">
                    <a16:creationId xmlns:a16="http://schemas.microsoft.com/office/drawing/2014/main" id="{4CA56202-D193-8066-12D8-E9B4AF0D5809}"/>
                  </a:ext>
                </a:extLst>
              </p:cNvPr>
              <p:cNvSpPr/>
              <p:nvPr/>
            </p:nvSpPr>
            <p:spPr>
              <a:xfrm>
                <a:off x="330878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8" name="ph6713">
                <a:extLst>
                  <a:ext uri="{FF2B5EF4-FFF2-40B4-BE49-F238E27FC236}">
                    <a16:creationId xmlns:a16="http://schemas.microsoft.com/office/drawing/2014/main" id="{F23B0FE4-B6D6-4D42-536E-4F39855ABC45}"/>
                  </a:ext>
                </a:extLst>
              </p:cNvPr>
              <p:cNvSpPr/>
              <p:nvPr/>
            </p:nvSpPr>
            <p:spPr>
              <a:xfrm>
                <a:off x="331822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9" name="ph6714">
                <a:extLst>
                  <a:ext uri="{FF2B5EF4-FFF2-40B4-BE49-F238E27FC236}">
                    <a16:creationId xmlns:a16="http://schemas.microsoft.com/office/drawing/2014/main" id="{B0081A56-33B9-E7E1-FE2F-B97FFF24714E}"/>
                  </a:ext>
                </a:extLst>
              </p:cNvPr>
              <p:cNvSpPr/>
              <p:nvPr/>
            </p:nvSpPr>
            <p:spPr>
              <a:xfrm>
                <a:off x="332766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0" name="ph6715">
                <a:extLst>
                  <a:ext uri="{FF2B5EF4-FFF2-40B4-BE49-F238E27FC236}">
                    <a16:creationId xmlns:a16="http://schemas.microsoft.com/office/drawing/2014/main" id="{09EAD77C-E38E-995E-2504-F4953554608D}"/>
                  </a:ext>
                </a:extLst>
              </p:cNvPr>
              <p:cNvSpPr/>
              <p:nvPr/>
            </p:nvSpPr>
            <p:spPr>
              <a:xfrm>
                <a:off x="333710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1" name="ph6716">
                <a:extLst>
                  <a:ext uri="{FF2B5EF4-FFF2-40B4-BE49-F238E27FC236}">
                    <a16:creationId xmlns:a16="http://schemas.microsoft.com/office/drawing/2014/main" id="{ABCCD5DD-992C-31F7-FB1D-3824D15036FF}"/>
                  </a:ext>
                </a:extLst>
              </p:cNvPr>
              <p:cNvSpPr/>
              <p:nvPr/>
            </p:nvSpPr>
            <p:spPr>
              <a:xfrm>
                <a:off x="334654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2" name="ph6717">
                <a:extLst>
                  <a:ext uri="{FF2B5EF4-FFF2-40B4-BE49-F238E27FC236}">
                    <a16:creationId xmlns:a16="http://schemas.microsoft.com/office/drawing/2014/main" id="{D2271813-4F07-B47D-7364-1C6E2ED2E83C}"/>
                  </a:ext>
                </a:extLst>
              </p:cNvPr>
              <p:cNvSpPr/>
              <p:nvPr/>
            </p:nvSpPr>
            <p:spPr>
              <a:xfrm>
                <a:off x="335598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3" name="ph6718">
                <a:extLst>
                  <a:ext uri="{FF2B5EF4-FFF2-40B4-BE49-F238E27FC236}">
                    <a16:creationId xmlns:a16="http://schemas.microsoft.com/office/drawing/2014/main" id="{0F8B4FDC-312B-1E99-9EE4-7EF90BB58106}"/>
                  </a:ext>
                </a:extLst>
              </p:cNvPr>
              <p:cNvSpPr/>
              <p:nvPr/>
            </p:nvSpPr>
            <p:spPr>
              <a:xfrm>
                <a:off x="336542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4" name="ph6719">
                <a:extLst>
                  <a:ext uri="{FF2B5EF4-FFF2-40B4-BE49-F238E27FC236}">
                    <a16:creationId xmlns:a16="http://schemas.microsoft.com/office/drawing/2014/main" id="{8A46BAE6-4988-727D-7AE3-8485BCA92D24}"/>
                  </a:ext>
                </a:extLst>
              </p:cNvPr>
              <p:cNvSpPr/>
              <p:nvPr/>
            </p:nvSpPr>
            <p:spPr>
              <a:xfrm>
                <a:off x="337486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5" name="ph6720">
                <a:extLst>
                  <a:ext uri="{FF2B5EF4-FFF2-40B4-BE49-F238E27FC236}">
                    <a16:creationId xmlns:a16="http://schemas.microsoft.com/office/drawing/2014/main" id="{A08519F3-1999-C65A-2396-4067CCE35233}"/>
                  </a:ext>
                </a:extLst>
              </p:cNvPr>
              <p:cNvSpPr/>
              <p:nvPr/>
            </p:nvSpPr>
            <p:spPr>
              <a:xfrm>
                <a:off x="338430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6" name="ph6721">
                <a:extLst>
                  <a:ext uri="{FF2B5EF4-FFF2-40B4-BE49-F238E27FC236}">
                    <a16:creationId xmlns:a16="http://schemas.microsoft.com/office/drawing/2014/main" id="{D36488CD-44A8-C056-E9D6-726ABFFD1ECD}"/>
                  </a:ext>
                </a:extLst>
              </p:cNvPr>
              <p:cNvSpPr/>
              <p:nvPr/>
            </p:nvSpPr>
            <p:spPr>
              <a:xfrm>
                <a:off x="339374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7" name="ph6722">
                <a:extLst>
                  <a:ext uri="{FF2B5EF4-FFF2-40B4-BE49-F238E27FC236}">
                    <a16:creationId xmlns:a16="http://schemas.microsoft.com/office/drawing/2014/main" id="{CEEB0CC3-7EFF-AC2B-9F11-AC3B6A34C20C}"/>
                  </a:ext>
                </a:extLst>
              </p:cNvPr>
              <p:cNvSpPr/>
              <p:nvPr/>
            </p:nvSpPr>
            <p:spPr>
              <a:xfrm>
                <a:off x="340318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8" name="ph6723">
                <a:extLst>
                  <a:ext uri="{FF2B5EF4-FFF2-40B4-BE49-F238E27FC236}">
                    <a16:creationId xmlns:a16="http://schemas.microsoft.com/office/drawing/2014/main" id="{C68441FE-DCA8-4E45-336F-D763CEB119DA}"/>
                  </a:ext>
                </a:extLst>
              </p:cNvPr>
              <p:cNvSpPr/>
              <p:nvPr/>
            </p:nvSpPr>
            <p:spPr>
              <a:xfrm>
                <a:off x="341262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9" name="ph6724">
                <a:extLst>
                  <a:ext uri="{FF2B5EF4-FFF2-40B4-BE49-F238E27FC236}">
                    <a16:creationId xmlns:a16="http://schemas.microsoft.com/office/drawing/2014/main" id="{754BC5CD-1D24-95D0-2D22-D69F7E0DCF19}"/>
                  </a:ext>
                </a:extLst>
              </p:cNvPr>
              <p:cNvSpPr/>
              <p:nvPr/>
            </p:nvSpPr>
            <p:spPr>
              <a:xfrm>
                <a:off x="3422066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0" name="ph6725">
                <a:extLst>
                  <a:ext uri="{FF2B5EF4-FFF2-40B4-BE49-F238E27FC236}">
                    <a16:creationId xmlns:a16="http://schemas.microsoft.com/office/drawing/2014/main" id="{2B514BC9-16D6-D7B8-D366-C3436DD391D4}"/>
                  </a:ext>
                </a:extLst>
              </p:cNvPr>
              <p:cNvSpPr/>
              <p:nvPr/>
            </p:nvSpPr>
            <p:spPr>
              <a:xfrm>
                <a:off x="343150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1" name="ph6726">
                <a:extLst>
                  <a:ext uri="{FF2B5EF4-FFF2-40B4-BE49-F238E27FC236}">
                    <a16:creationId xmlns:a16="http://schemas.microsoft.com/office/drawing/2014/main" id="{096379D2-793F-B57B-9480-EB151B3AFFB2}"/>
                  </a:ext>
                </a:extLst>
              </p:cNvPr>
              <p:cNvSpPr/>
              <p:nvPr/>
            </p:nvSpPr>
            <p:spPr>
              <a:xfrm>
                <a:off x="344094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2" name="ph6727">
                <a:extLst>
                  <a:ext uri="{FF2B5EF4-FFF2-40B4-BE49-F238E27FC236}">
                    <a16:creationId xmlns:a16="http://schemas.microsoft.com/office/drawing/2014/main" id="{CAA0CE83-5067-8ABD-3546-9187DA20A7D5}"/>
                  </a:ext>
                </a:extLst>
              </p:cNvPr>
              <p:cNvSpPr/>
              <p:nvPr/>
            </p:nvSpPr>
            <p:spPr>
              <a:xfrm>
                <a:off x="345038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3" name="ph6728">
                <a:extLst>
                  <a:ext uri="{FF2B5EF4-FFF2-40B4-BE49-F238E27FC236}">
                    <a16:creationId xmlns:a16="http://schemas.microsoft.com/office/drawing/2014/main" id="{6688A97F-A31C-B4BF-4E59-31CB0CAD2EC7}"/>
                  </a:ext>
                </a:extLst>
              </p:cNvPr>
              <p:cNvSpPr/>
              <p:nvPr/>
            </p:nvSpPr>
            <p:spPr>
              <a:xfrm>
                <a:off x="3459827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4" name="ph6729">
                <a:extLst>
                  <a:ext uri="{FF2B5EF4-FFF2-40B4-BE49-F238E27FC236}">
                    <a16:creationId xmlns:a16="http://schemas.microsoft.com/office/drawing/2014/main" id="{C23B09CF-47ED-9200-F657-F37DC70FEFA4}"/>
                  </a:ext>
                </a:extLst>
              </p:cNvPr>
              <p:cNvSpPr/>
              <p:nvPr/>
            </p:nvSpPr>
            <p:spPr>
              <a:xfrm>
                <a:off x="346926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5" name="ph6730">
                <a:extLst>
                  <a:ext uri="{FF2B5EF4-FFF2-40B4-BE49-F238E27FC236}">
                    <a16:creationId xmlns:a16="http://schemas.microsoft.com/office/drawing/2014/main" id="{73A30B02-9B49-3E41-4720-EF7F01B12360}"/>
                  </a:ext>
                </a:extLst>
              </p:cNvPr>
              <p:cNvSpPr/>
              <p:nvPr/>
            </p:nvSpPr>
            <p:spPr>
              <a:xfrm>
                <a:off x="347870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6" name="ph6731">
                <a:extLst>
                  <a:ext uri="{FF2B5EF4-FFF2-40B4-BE49-F238E27FC236}">
                    <a16:creationId xmlns:a16="http://schemas.microsoft.com/office/drawing/2014/main" id="{EC53B59B-EBA2-47C6-1EE5-3DFE9EBB5804}"/>
                  </a:ext>
                </a:extLst>
              </p:cNvPr>
              <p:cNvSpPr/>
              <p:nvPr/>
            </p:nvSpPr>
            <p:spPr>
              <a:xfrm>
                <a:off x="348814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7" name="ph6732">
                <a:extLst>
                  <a:ext uri="{FF2B5EF4-FFF2-40B4-BE49-F238E27FC236}">
                    <a16:creationId xmlns:a16="http://schemas.microsoft.com/office/drawing/2014/main" id="{EB1BDEFC-3E74-9B8F-C7AE-7B0CCDE3CAAB}"/>
                  </a:ext>
                </a:extLst>
              </p:cNvPr>
              <p:cNvSpPr/>
              <p:nvPr/>
            </p:nvSpPr>
            <p:spPr>
              <a:xfrm>
                <a:off x="3497588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8" name="ph6733">
                <a:extLst>
                  <a:ext uri="{FF2B5EF4-FFF2-40B4-BE49-F238E27FC236}">
                    <a16:creationId xmlns:a16="http://schemas.microsoft.com/office/drawing/2014/main" id="{052C0120-F305-BE6A-454B-5F3BC482C25A}"/>
                  </a:ext>
                </a:extLst>
              </p:cNvPr>
              <p:cNvSpPr/>
              <p:nvPr/>
            </p:nvSpPr>
            <p:spPr>
              <a:xfrm>
                <a:off x="350702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9" name="ph6734">
                <a:extLst>
                  <a:ext uri="{FF2B5EF4-FFF2-40B4-BE49-F238E27FC236}">
                    <a16:creationId xmlns:a16="http://schemas.microsoft.com/office/drawing/2014/main" id="{BF7F3CEC-9937-E904-3BA3-5386F78F42C2}"/>
                  </a:ext>
                </a:extLst>
              </p:cNvPr>
              <p:cNvSpPr/>
              <p:nvPr/>
            </p:nvSpPr>
            <p:spPr>
              <a:xfrm>
                <a:off x="351646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0" name="ph6735">
                <a:extLst>
                  <a:ext uri="{FF2B5EF4-FFF2-40B4-BE49-F238E27FC236}">
                    <a16:creationId xmlns:a16="http://schemas.microsoft.com/office/drawing/2014/main" id="{89FD518F-67F6-828B-CFEF-DB56C655172A}"/>
                  </a:ext>
                </a:extLst>
              </p:cNvPr>
              <p:cNvSpPr/>
              <p:nvPr/>
            </p:nvSpPr>
            <p:spPr>
              <a:xfrm>
                <a:off x="352590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1" name="ph6736">
                <a:extLst>
                  <a:ext uri="{FF2B5EF4-FFF2-40B4-BE49-F238E27FC236}">
                    <a16:creationId xmlns:a16="http://schemas.microsoft.com/office/drawing/2014/main" id="{0ED55F17-EF23-A309-5816-3B0B0A3DC22C}"/>
                  </a:ext>
                </a:extLst>
              </p:cNvPr>
              <p:cNvSpPr/>
              <p:nvPr/>
            </p:nvSpPr>
            <p:spPr>
              <a:xfrm>
                <a:off x="3535349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2" name="ph6737">
                <a:extLst>
                  <a:ext uri="{FF2B5EF4-FFF2-40B4-BE49-F238E27FC236}">
                    <a16:creationId xmlns:a16="http://schemas.microsoft.com/office/drawing/2014/main" id="{D8670323-5354-B907-158F-481CB22D398E}"/>
                  </a:ext>
                </a:extLst>
              </p:cNvPr>
              <p:cNvSpPr/>
              <p:nvPr/>
            </p:nvSpPr>
            <p:spPr>
              <a:xfrm>
                <a:off x="354479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3" name="ph6738">
                <a:extLst>
                  <a:ext uri="{FF2B5EF4-FFF2-40B4-BE49-F238E27FC236}">
                    <a16:creationId xmlns:a16="http://schemas.microsoft.com/office/drawing/2014/main" id="{C5B1F6CC-F199-D22B-D485-FC7CCFE03A13}"/>
                  </a:ext>
                </a:extLst>
              </p:cNvPr>
              <p:cNvSpPr/>
              <p:nvPr/>
            </p:nvSpPr>
            <p:spPr>
              <a:xfrm>
                <a:off x="355423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4" name="ph6739">
                <a:extLst>
                  <a:ext uri="{FF2B5EF4-FFF2-40B4-BE49-F238E27FC236}">
                    <a16:creationId xmlns:a16="http://schemas.microsoft.com/office/drawing/2014/main" id="{0323A1A4-6E12-0F2C-9DCD-5EDF44106C34}"/>
                  </a:ext>
                </a:extLst>
              </p:cNvPr>
              <p:cNvSpPr/>
              <p:nvPr/>
            </p:nvSpPr>
            <p:spPr>
              <a:xfrm>
                <a:off x="356367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5" name="ph6740">
                <a:extLst>
                  <a:ext uri="{FF2B5EF4-FFF2-40B4-BE49-F238E27FC236}">
                    <a16:creationId xmlns:a16="http://schemas.microsoft.com/office/drawing/2014/main" id="{0B480026-21D2-18E3-FCC5-38AE0856C4F2}"/>
                  </a:ext>
                </a:extLst>
              </p:cNvPr>
              <p:cNvSpPr/>
              <p:nvPr/>
            </p:nvSpPr>
            <p:spPr>
              <a:xfrm>
                <a:off x="357311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6" name="ph6741">
                <a:extLst>
                  <a:ext uri="{FF2B5EF4-FFF2-40B4-BE49-F238E27FC236}">
                    <a16:creationId xmlns:a16="http://schemas.microsoft.com/office/drawing/2014/main" id="{4059D2B1-9C52-FED8-9BB1-E153488A6AD6}"/>
                  </a:ext>
                </a:extLst>
              </p:cNvPr>
              <p:cNvSpPr/>
              <p:nvPr/>
            </p:nvSpPr>
            <p:spPr>
              <a:xfrm>
                <a:off x="3582550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7" name="ph6742">
                <a:extLst>
                  <a:ext uri="{FF2B5EF4-FFF2-40B4-BE49-F238E27FC236}">
                    <a16:creationId xmlns:a16="http://schemas.microsoft.com/office/drawing/2014/main" id="{6A131D74-FD79-6782-591F-2B83E9761914}"/>
                  </a:ext>
                </a:extLst>
              </p:cNvPr>
              <p:cNvSpPr/>
              <p:nvPr/>
            </p:nvSpPr>
            <p:spPr>
              <a:xfrm>
                <a:off x="359199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8" name="ph6743">
                <a:extLst>
                  <a:ext uri="{FF2B5EF4-FFF2-40B4-BE49-F238E27FC236}">
                    <a16:creationId xmlns:a16="http://schemas.microsoft.com/office/drawing/2014/main" id="{3E5D748E-AE58-C7A5-AFB7-1323B7A9BF2A}"/>
                  </a:ext>
                </a:extLst>
              </p:cNvPr>
              <p:cNvSpPr/>
              <p:nvPr/>
            </p:nvSpPr>
            <p:spPr>
              <a:xfrm>
                <a:off x="360143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9" name="ph6744">
                <a:extLst>
                  <a:ext uri="{FF2B5EF4-FFF2-40B4-BE49-F238E27FC236}">
                    <a16:creationId xmlns:a16="http://schemas.microsoft.com/office/drawing/2014/main" id="{1954D3A0-315C-2E41-5E72-AFED4C742B4B}"/>
                  </a:ext>
                </a:extLst>
              </p:cNvPr>
              <p:cNvSpPr/>
              <p:nvPr/>
            </p:nvSpPr>
            <p:spPr>
              <a:xfrm>
                <a:off x="361087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0" name="ph6745">
                <a:extLst>
                  <a:ext uri="{FF2B5EF4-FFF2-40B4-BE49-F238E27FC236}">
                    <a16:creationId xmlns:a16="http://schemas.microsoft.com/office/drawing/2014/main" id="{69684623-B25D-39BD-18C6-CD850B4E7B33}"/>
                  </a:ext>
                </a:extLst>
              </p:cNvPr>
              <p:cNvSpPr/>
              <p:nvPr/>
            </p:nvSpPr>
            <p:spPr>
              <a:xfrm>
                <a:off x="3620311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1" name="ph6746">
                <a:extLst>
                  <a:ext uri="{FF2B5EF4-FFF2-40B4-BE49-F238E27FC236}">
                    <a16:creationId xmlns:a16="http://schemas.microsoft.com/office/drawing/2014/main" id="{8151D52C-40C4-5686-6C6E-0C812EC8F1DE}"/>
                  </a:ext>
                </a:extLst>
              </p:cNvPr>
              <p:cNvSpPr/>
              <p:nvPr/>
            </p:nvSpPr>
            <p:spPr>
              <a:xfrm>
                <a:off x="362975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2" name="ph6747">
                <a:extLst>
                  <a:ext uri="{FF2B5EF4-FFF2-40B4-BE49-F238E27FC236}">
                    <a16:creationId xmlns:a16="http://schemas.microsoft.com/office/drawing/2014/main" id="{4063A28A-DC28-5071-0542-66B05B103A0E}"/>
                  </a:ext>
                </a:extLst>
              </p:cNvPr>
              <p:cNvSpPr/>
              <p:nvPr/>
            </p:nvSpPr>
            <p:spPr>
              <a:xfrm>
                <a:off x="363919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3" name="ph6748">
                <a:extLst>
                  <a:ext uri="{FF2B5EF4-FFF2-40B4-BE49-F238E27FC236}">
                    <a16:creationId xmlns:a16="http://schemas.microsoft.com/office/drawing/2014/main" id="{86347ED4-9ACB-CDF1-9813-BAA3F23D6C03}"/>
                  </a:ext>
                </a:extLst>
              </p:cNvPr>
              <p:cNvSpPr/>
              <p:nvPr/>
            </p:nvSpPr>
            <p:spPr>
              <a:xfrm>
                <a:off x="364863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4" name="ph6749">
                <a:extLst>
                  <a:ext uri="{FF2B5EF4-FFF2-40B4-BE49-F238E27FC236}">
                    <a16:creationId xmlns:a16="http://schemas.microsoft.com/office/drawing/2014/main" id="{BC6D246F-FD3F-5681-CAB9-6616BE61BB98}"/>
                  </a:ext>
                </a:extLst>
              </p:cNvPr>
              <p:cNvSpPr/>
              <p:nvPr/>
            </p:nvSpPr>
            <p:spPr>
              <a:xfrm>
                <a:off x="3658072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5" name="ph6750">
                <a:extLst>
                  <a:ext uri="{FF2B5EF4-FFF2-40B4-BE49-F238E27FC236}">
                    <a16:creationId xmlns:a16="http://schemas.microsoft.com/office/drawing/2014/main" id="{7B246F73-E390-EFB5-5908-C388411AD53B}"/>
                  </a:ext>
                </a:extLst>
              </p:cNvPr>
              <p:cNvSpPr/>
              <p:nvPr/>
            </p:nvSpPr>
            <p:spPr>
              <a:xfrm>
                <a:off x="366751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6" name="ph6751">
                <a:extLst>
                  <a:ext uri="{FF2B5EF4-FFF2-40B4-BE49-F238E27FC236}">
                    <a16:creationId xmlns:a16="http://schemas.microsoft.com/office/drawing/2014/main" id="{B32C39D5-0D0E-A5B3-02E5-F9E85CDA1830}"/>
                  </a:ext>
                </a:extLst>
              </p:cNvPr>
              <p:cNvSpPr/>
              <p:nvPr/>
            </p:nvSpPr>
            <p:spPr>
              <a:xfrm>
                <a:off x="367695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7" name="ph6752">
                <a:extLst>
                  <a:ext uri="{FF2B5EF4-FFF2-40B4-BE49-F238E27FC236}">
                    <a16:creationId xmlns:a16="http://schemas.microsoft.com/office/drawing/2014/main" id="{24F819D9-3F76-7453-8E20-88F8BF791EE6}"/>
                  </a:ext>
                </a:extLst>
              </p:cNvPr>
              <p:cNvSpPr/>
              <p:nvPr/>
            </p:nvSpPr>
            <p:spPr>
              <a:xfrm>
                <a:off x="368639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8" name="ph6753">
                <a:extLst>
                  <a:ext uri="{FF2B5EF4-FFF2-40B4-BE49-F238E27FC236}">
                    <a16:creationId xmlns:a16="http://schemas.microsoft.com/office/drawing/2014/main" id="{3C5E4344-D010-D05E-E920-43E1574F4734}"/>
                  </a:ext>
                </a:extLst>
              </p:cNvPr>
              <p:cNvSpPr/>
              <p:nvPr/>
            </p:nvSpPr>
            <p:spPr>
              <a:xfrm>
                <a:off x="3695833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9" name="ph6754">
                <a:extLst>
                  <a:ext uri="{FF2B5EF4-FFF2-40B4-BE49-F238E27FC236}">
                    <a16:creationId xmlns:a16="http://schemas.microsoft.com/office/drawing/2014/main" id="{769DC7D1-C6D5-8BE3-BB30-8FD0BAC0E87C}"/>
                  </a:ext>
                </a:extLst>
              </p:cNvPr>
              <p:cNvSpPr/>
              <p:nvPr/>
            </p:nvSpPr>
            <p:spPr>
              <a:xfrm>
                <a:off x="370527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0" name="ph6755">
                <a:extLst>
                  <a:ext uri="{FF2B5EF4-FFF2-40B4-BE49-F238E27FC236}">
                    <a16:creationId xmlns:a16="http://schemas.microsoft.com/office/drawing/2014/main" id="{38244D32-F634-934D-6140-9A70EF654C27}"/>
                  </a:ext>
                </a:extLst>
              </p:cNvPr>
              <p:cNvSpPr/>
              <p:nvPr/>
            </p:nvSpPr>
            <p:spPr>
              <a:xfrm>
                <a:off x="371471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1" name="ph6756">
                <a:extLst>
                  <a:ext uri="{FF2B5EF4-FFF2-40B4-BE49-F238E27FC236}">
                    <a16:creationId xmlns:a16="http://schemas.microsoft.com/office/drawing/2014/main" id="{B8250020-D127-6350-80E4-735970E8A8BB}"/>
                  </a:ext>
                </a:extLst>
              </p:cNvPr>
              <p:cNvSpPr/>
              <p:nvPr/>
            </p:nvSpPr>
            <p:spPr>
              <a:xfrm>
                <a:off x="372415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2" name="ph6757">
                <a:extLst>
                  <a:ext uri="{FF2B5EF4-FFF2-40B4-BE49-F238E27FC236}">
                    <a16:creationId xmlns:a16="http://schemas.microsoft.com/office/drawing/2014/main" id="{31DA3FC2-2305-AB94-5C8A-04B40A2777D1}"/>
                  </a:ext>
                </a:extLst>
              </p:cNvPr>
              <p:cNvSpPr/>
              <p:nvPr/>
            </p:nvSpPr>
            <p:spPr>
              <a:xfrm>
                <a:off x="3733594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3" name="ph6758">
                <a:extLst>
                  <a:ext uri="{FF2B5EF4-FFF2-40B4-BE49-F238E27FC236}">
                    <a16:creationId xmlns:a16="http://schemas.microsoft.com/office/drawing/2014/main" id="{A0B97C16-5AE6-7FC1-AE00-BA6F99E6097C}"/>
                  </a:ext>
                </a:extLst>
              </p:cNvPr>
              <p:cNvSpPr/>
              <p:nvPr/>
            </p:nvSpPr>
            <p:spPr>
              <a:xfrm>
                <a:off x="374303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4" name="ph6759">
                <a:extLst>
                  <a:ext uri="{FF2B5EF4-FFF2-40B4-BE49-F238E27FC236}">
                    <a16:creationId xmlns:a16="http://schemas.microsoft.com/office/drawing/2014/main" id="{94F3B1FA-3D10-BBCC-B3CE-57DEA68D57B3}"/>
                  </a:ext>
                </a:extLst>
              </p:cNvPr>
              <p:cNvSpPr/>
              <p:nvPr/>
            </p:nvSpPr>
            <p:spPr>
              <a:xfrm>
                <a:off x="375247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5" name="ph6760">
                <a:extLst>
                  <a:ext uri="{FF2B5EF4-FFF2-40B4-BE49-F238E27FC236}">
                    <a16:creationId xmlns:a16="http://schemas.microsoft.com/office/drawing/2014/main" id="{739C2377-2683-77C1-D536-CDD0332C8E7A}"/>
                  </a:ext>
                </a:extLst>
              </p:cNvPr>
              <p:cNvSpPr/>
              <p:nvPr/>
            </p:nvSpPr>
            <p:spPr>
              <a:xfrm>
                <a:off x="376191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6" name="ph6761">
                <a:extLst>
                  <a:ext uri="{FF2B5EF4-FFF2-40B4-BE49-F238E27FC236}">
                    <a16:creationId xmlns:a16="http://schemas.microsoft.com/office/drawing/2014/main" id="{06F4F4D0-1246-9698-54A1-841DFB44C4D6}"/>
                  </a:ext>
                </a:extLst>
              </p:cNvPr>
              <p:cNvSpPr/>
              <p:nvPr/>
            </p:nvSpPr>
            <p:spPr>
              <a:xfrm>
                <a:off x="3771355" y="1289302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7" name="ph6762">
                <a:extLst>
                  <a:ext uri="{FF2B5EF4-FFF2-40B4-BE49-F238E27FC236}">
                    <a16:creationId xmlns:a16="http://schemas.microsoft.com/office/drawing/2014/main" id="{E74C7079-4B65-0367-88B8-5CB40234E7F8}"/>
                  </a:ext>
                </a:extLst>
              </p:cNvPr>
              <p:cNvSpPr/>
              <p:nvPr/>
            </p:nvSpPr>
            <p:spPr>
              <a:xfrm>
                <a:off x="3780796" y="130687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3809"/>
                    </a:lnTo>
                    <a:lnTo>
                      <a:pt x="922167" y="905486"/>
                    </a:lnTo>
                    <a:lnTo>
                      <a:pt x="916870" y="910155"/>
                    </a:lnTo>
                    <a:lnTo>
                      <a:pt x="915296" y="911361"/>
                    </a:lnTo>
                    <a:lnTo>
                      <a:pt x="914944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8" name="ph6763">
                <a:extLst>
                  <a:ext uri="{FF2B5EF4-FFF2-40B4-BE49-F238E27FC236}">
                    <a16:creationId xmlns:a16="http://schemas.microsoft.com/office/drawing/2014/main" id="{9E1DD608-5BC3-393E-7F2E-17A5B742908C}"/>
                  </a:ext>
                </a:extLst>
              </p:cNvPr>
              <p:cNvSpPr/>
              <p:nvPr/>
            </p:nvSpPr>
            <p:spPr>
              <a:xfrm>
                <a:off x="3790236" y="1289302"/>
                <a:ext cx="920969" cy="921379"/>
              </a:xfrm>
              <a:custGeom>
                <a:avLst/>
                <a:gdLst/>
                <a:ahLst/>
                <a:cxnLst/>
                <a:rect l="0" t="0" r="0" b="0"/>
                <a:pathLst>
                  <a:path w="920969" h="921379">
                    <a:moveTo>
                      <a:pt x="914400" y="914400"/>
                    </a:moveTo>
                    <a:lnTo>
                      <a:pt x="920969" y="914400"/>
                    </a:lnTo>
                    <a:lnTo>
                      <a:pt x="917887" y="917883"/>
                    </a:lnTo>
                    <a:lnTo>
                      <a:pt x="914400" y="92137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9" name="ph6764">
                <a:extLst>
                  <a:ext uri="{FF2B5EF4-FFF2-40B4-BE49-F238E27FC236}">
                    <a16:creationId xmlns:a16="http://schemas.microsoft.com/office/drawing/2014/main" id="{AE8FB453-8DF2-5060-E301-9FC1D9A5F0D2}"/>
                  </a:ext>
                </a:extLst>
              </p:cNvPr>
              <p:cNvSpPr/>
              <p:nvPr/>
            </p:nvSpPr>
            <p:spPr>
              <a:xfrm>
                <a:off x="2043791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594" y="931969"/>
                    </a:lnTo>
                    <a:lnTo>
                      <a:pt x="908834" y="926200"/>
                    </a:lnTo>
                    <a:lnTo>
                      <a:pt x="906180" y="916329"/>
                    </a:lnTo>
                    <a:lnTo>
                      <a:pt x="905728" y="914400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0" name="ph6765">
                <a:extLst>
                  <a:ext uri="{FF2B5EF4-FFF2-40B4-BE49-F238E27FC236}">
                    <a16:creationId xmlns:a16="http://schemas.microsoft.com/office/drawing/2014/main" id="{D734E637-40AE-06BF-663A-4EA2C3C373E1}"/>
                  </a:ext>
                </a:extLst>
              </p:cNvPr>
              <p:cNvSpPr/>
              <p:nvPr/>
            </p:nvSpPr>
            <p:spPr>
              <a:xfrm>
                <a:off x="204379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1" name="ph6766">
                <a:extLst>
                  <a:ext uri="{FF2B5EF4-FFF2-40B4-BE49-F238E27FC236}">
                    <a16:creationId xmlns:a16="http://schemas.microsoft.com/office/drawing/2014/main" id="{8849FCD2-C7F8-3E56-B35A-67F0F4C7AD81}"/>
                  </a:ext>
                </a:extLst>
              </p:cNvPr>
              <p:cNvSpPr/>
              <p:nvPr/>
            </p:nvSpPr>
            <p:spPr>
              <a:xfrm>
                <a:off x="205323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2" name="ph6767">
                <a:extLst>
                  <a:ext uri="{FF2B5EF4-FFF2-40B4-BE49-F238E27FC236}">
                    <a16:creationId xmlns:a16="http://schemas.microsoft.com/office/drawing/2014/main" id="{7E3BD0C0-EB38-3C1C-1AAE-E150336745B3}"/>
                  </a:ext>
                </a:extLst>
              </p:cNvPr>
              <p:cNvSpPr/>
              <p:nvPr/>
            </p:nvSpPr>
            <p:spPr>
              <a:xfrm>
                <a:off x="206267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3" name="ph6768">
                <a:extLst>
                  <a:ext uri="{FF2B5EF4-FFF2-40B4-BE49-F238E27FC236}">
                    <a16:creationId xmlns:a16="http://schemas.microsoft.com/office/drawing/2014/main" id="{D7DE1783-A2D3-94D2-0AC1-B761875F24CF}"/>
                  </a:ext>
                </a:extLst>
              </p:cNvPr>
              <p:cNvSpPr/>
              <p:nvPr/>
            </p:nvSpPr>
            <p:spPr>
              <a:xfrm>
                <a:off x="207211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4" name="ph6769">
                <a:extLst>
                  <a:ext uri="{FF2B5EF4-FFF2-40B4-BE49-F238E27FC236}">
                    <a16:creationId xmlns:a16="http://schemas.microsoft.com/office/drawing/2014/main" id="{221C4769-6610-E16B-826B-9CEB0EA30474}"/>
                  </a:ext>
                </a:extLst>
              </p:cNvPr>
              <p:cNvSpPr/>
              <p:nvPr/>
            </p:nvSpPr>
            <p:spPr>
              <a:xfrm>
                <a:off x="208155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5" name="ph6770">
                <a:extLst>
                  <a:ext uri="{FF2B5EF4-FFF2-40B4-BE49-F238E27FC236}">
                    <a16:creationId xmlns:a16="http://schemas.microsoft.com/office/drawing/2014/main" id="{7F2E4463-1055-ACFA-ABCE-6B69DE204219}"/>
                  </a:ext>
                </a:extLst>
              </p:cNvPr>
              <p:cNvSpPr/>
              <p:nvPr/>
            </p:nvSpPr>
            <p:spPr>
              <a:xfrm>
                <a:off x="209099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6" name="ph6771">
                <a:extLst>
                  <a:ext uri="{FF2B5EF4-FFF2-40B4-BE49-F238E27FC236}">
                    <a16:creationId xmlns:a16="http://schemas.microsoft.com/office/drawing/2014/main" id="{D9A0A5FF-FEE0-ABD9-CB72-56DB1AB86CD8}"/>
                  </a:ext>
                </a:extLst>
              </p:cNvPr>
              <p:cNvSpPr/>
              <p:nvPr/>
            </p:nvSpPr>
            <p:spPr>
              <a:xfrm>
                <a:off x="210043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7" name="ph6772">
                <a:extLst>
                  <a:ext uri="{FF2B5EF4-FFF2-40B4-BE49-F238E27FC236}">
                    <a16:creationId xmlns:a16="http://schemas.microsoft.com/office/drawing/2014/main" id="{E5415B0D-34F4-2890-E9CC-3070B0692032}"/>
                  </a:ext>
                </a:extLst>
              </p:cNvPr>
              <p:cNvSpPr/>
              <p:nvPr/>
            </p:nvSpPr>
            <p:spPr>
              <a:xfrm>
                <a:off x="210987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8" name="ph6773">
                <a:extLst>
                  <a:ext uri="{FF2B5EF4-FFF2-40B4-BE49-F238E27FC236}">
                    <a16:creationId xmlns:a16="http://schemas.microsoft.com/office/drawing/2014/main" id="{B4E6191E-9B11-5024-DB1C-607207D30A55}"/>
                  </a:ext>
                </a:extLst>
              </p:cNvPr>
              <p:cNvSpPr/>
              <p:nvPr/>
            </p:nvSpPr>
            <p:spPr>
              <a:xfrm>
                <a:off x="211931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9" name="ph6774">
                <a:extLst>
                  <a:ext uri="{FF2B5EF4-FFF2-40B4-BE49-F238E27FC236}">
                    <a16:creationId xmlns:a16="http://schemas.microsoft.com/office/drawing/2014/main" id="{E44DEFAE-1F85-D24E-FE76-6DF26AB04807}"/>
                  </a:ext>
                </a:extLst>
              </p:cNvPr>
              <p:cNvSpPr/>
              <p:nvPr/>
            </p:nvSpPr>
            <p:spPr>
              <a:xfrm>
                <a:off x="212875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0" name="ph6775">
                <a:extLst>
                  <a:ext uri="{FF2B5EF4-FFF2-40B4-BE49-F238E27FC236}">
                    <a16:creationId xmlns:a16="http://schemas.microsoft.com/office/drawing/2014/main" id="{D1577C0B-1C7E-9E5B-2353-E76DA5D9A1F1}"/>
                  </a:ext>
                </a:extLst>
              </p:cNvPr>
              <p:cNvSpPr/>
              <p:nvPr/>
            </p:nvSpPr>
            <p:spPr>
              <a:xfrm>
                <a:off x="213819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1" name="ph6776">
                <a:extLst>
                  <a:ext uri="{FF2B5EF4-FFF2-40B4-BE49-F238E27FC236}">
                    <a16:creationId xmlns:a16="http://schemas.microsoft.com/office/drawing/2014/main" id="{1A66B61E-0876-0C7D-305E-D8F5606A8B35}"/>
                  </a:ext>
                </a:extLst>
              </p:cNvPr>
              <p:cNvSpPr/>
              <p:nvPr/>
            </p:nvSpPr>
            <p:spPr>
              <a:xfrm>
                <a:off x="214763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2" name="ph6777">
                <a:extLst>
                  <a:ext uri="{FF2B5EF4-FFF2-40B4-BE49-F238E27FC236}">
                    <a16:creationId xmlns:a16="http://schemas.microsoft.com/office/drawing/2014/main" id="{617CEE2A-0398-D8CB-168B-52AA0A1CF875}"/>
                  </a:ext>
                </a:extLst>
              </p:cNvPr>
              <p:cNvSpPr/>
              <p:nvPr/>
            </p:nvSpPr>
            <p:spPr>
              <a:xfrm>
                <a:off x="215707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3" name="ph6778">
                <a:extLst>
                  <a:ext uri="{FF2B5EF4-FFF2-40B4-BE49-F238E27FC236}">
                    <a16:creationId xmlns:a16="http://schemas.microsoft.com/office/drawing/2014/main" id="{F865C0D9-8D92-3BFC-F2F3-CCF6A0BB034C}"/>
                  </a:ext>
                </a:extLst>
              </p:cNvPr>
              <p:cNvSpPr/>
              <p:nvPr/>
            </p:nvSpPr>
            <p:spPr>
              <a:xfrm>
                <a:off x="216651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4" name="ph6779">
                <a:extLst>
                  <a:ext uri="{FF2B5EF4-FFF2-40B4-BE49-F238E27FC236}">
                    <a16:creationId xmlns:a16="http://schemas.microsoft.com/office/drawing/2014/main" id="{74D9B3D5-A71C-7C47-81DE-CD4FA2EBD9B3}"/>
                  </a:ext>
                </a:extLst>
              </p:cNvPr>
              <p:cNvSpPr/>
              <p:nvPr/>
            </p:nvSpPr>
            <p:spPr>
              <a:xfrm>
                <a:off x="217595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5" name="ph6780">
                <a:extLst>
                  <a:ext uri="{FF2B5EF4-FFF2-40B4-BE49-F238E27FC236}">
                    <a16:creationId xmlns:a16="http://schemas.microsoft.com/office/drawing/2014/main" id="{96AE1F9C-5FB9-DCE3-784F-F515E8D7898F}"/>
                  </a:ext>
                </a:extLst>
              </p:cNvPr>
              <p:cNvSpPr/>
              <p:nvPr/>
            </p:nvSpPr>
            <p:spPr>
              <a:xfrm>
                <a:off x="218539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6" name="ph6781">
                <a:extLst>
                  <a:ext uri="{FF2B5EF4-FFF2-40B4-BE49-F238E27FC236}">
                    <a16:creationId xmlns:a16="http://schemas.microsoft.com/office/drawing/2014/main" id="{9EA4BB67-95F0-27BE-4EEE-C4F12100F534}"/>
                  </a:ext>
                </a:extLst>
              </p:cNvPr>
              <p:cNvSpPr/>
              <p:nvPr/>
            </p:nvSpPr>
            <p:spPr>
              <a:xfrm>
                <a:off x="219483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7" name="ph6782">
                <a:extLst>
                  <a:ext uri="{FF2B5EF4-FFF2-40B4-BE49-F238E27FC236}">
                    <a16:creationId xmlns:a16="http://schemas.microsoft.com/office/drawing/2014/main" id="{EEACBCE0-7198-4C21-35B0-06C70D1E6AB6}"/>
                  </a:ext>
                </a:extLst>
              </p:cNvPr>
              <p:cNvSpPr/>
              <p:nvPr/>
            </p:nvSpPr>
            <p:spPr>
              <a:xfrm>
                <a:off x="220427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8" name="ph6783">
                <a:extLst>
                  <a:ext uri="{FF2B5EF4-FFF2-40B4-BE49-F238E27FC236}">
                    <a16:creationId xmlns:a16="http://schemas.microsoft.com/office/drawing/2014/main" id="{684B96AB-4BAE-D4E1-AD7D-25010772ED08}"/>
                  </a:ext>
                </a:extLst>
              </p:cNvPr>
              <p:cNvSpPr/>
              <p:nvPr/>
            </p:nvSpPr>
            <p:spPr>
              <a:xfrm>
                <a:off x="221371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9" name="ph6784">
                <a:extLst>
                  <a:ext uri="{FF2B5EF4-FFF2-40B4-BE49-F238E27FC236}">
                    <a16:creationId xmlns:a16="http://schemas.microsoft.com/office/drawing/2014/main" id="{086C2C5C-8729-3E35-F55A-887AB2123183}"/>
                  </a:ext>
                </a:extLst>
              </p:cNvPr>
              <p:cNvSpPr/>
              <p:nvPr/>
            </p:nvSpPr>
            <p:spPr>
              <a:xfrm>
                <a:off x="222315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0" name="ph6785">
                <a:extLst>
                  <a:ext uri="{FF2B5EF4-FFF2-40B4-BE49-F238E27FC236}">
                    <a16:creationId xmlns:a16="http://schemas.microsoft.com/office/drawing/2014/main" id="{208EFB69-0527-208A-B942-68CD9EB4C0AD}"/>
                  </a:ext>
                </a:extLst>
              </p:cNvPr>
              <p:cNvSpPr/>
              <p:nvPr/>
            </p:nvSpPr>
            <p:spPr>
              <a:xfrm>
                <a:off x="223259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1" name="ph6786">
                <a:extLst>
                  <a:ext uri="{FF2B5EF4-FFF2-40B4-BE49-F238E27FC236}">
                    <a16:creationId xmlns:a16="http://schemas.microsoft.com/office/drawing/2014/main" id="{DECC53D6-19D9-6D99-66B0-5F73BF7DF20B}"/>
                  </a:ext>
                </a:extLst>
              </p:cNvPr>
              <p:cNvSpPr/>
              <p:nvPr/>
            </p:nvSpPr>
            <p:spPr>
              <a:xfrm>
                <a:off x="224203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2" name="ph6787">
                <a:extLst>
                  <a:ext uri="{FF2B5EF4-FFF2-40B4-BE49-F238E27FC236}">
                    <a16:creationId xmlns:a16="http://schemas.microsoft.com/office/drawing/2014/main" id="{3CB5BBE0-192F-D883-70DE-0C76D44501AE}"/>
                  </a:ext>
                </a:extLst>
              </p:cNvPr>
              <p:cNvSpPr/>
              <p:nvPr/>
            </p:nvSpPr>
            <p:spPr>
              <a:xfrm>
                <a:off x="225147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6">
                  <a:alpha val="100000"/>
                </a:srgbClr>
              </a:solidFill>
              <a:ln w="5420" cap="flat">
                <a:solidFill>
                  <a:srgbClr val="FFF0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3" name="ph6788">
                <a:extLst>
                  <a:ext uri="{FF2B5EF4-FFF2-40B4-BE49-F238E27FC236}">
                    <a16:creationId xmlns:a16="http://schemas.microsoft.com/office/drawing/2014/main" id="{EFEAB246-D6B8-58A2-783C-0603A02EC82A}"/>
                  </a:ext>
                </a:extLst>
              </p:cNvPr>
              <p:cNvSpPr/>
              <p:nvPr/>
            </p:nvSpPr>
            <p:spPr>
              <a:xfrm>
                <a:off x="226091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0A7">
                  <a:alpha val="100000"/>
                </a:srgbClr>
              </a:solidFill>
              <a:ln w="5420" cap="flat">
                <a:solidFill>
                  <a:srgbClr val="FFF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4" name="ph6789">
                <a:extLst>
                  <a:ext uri="{FF2B5EF4-FFF2-40B4-BE49-F238E27FC236}">
                    <a16:creationId xmlns:a16="http://schemas.microsoft.com/office/drawing/2014/main" id="{0445C0EF-C780-A0F7-7C9A-CF5672E4AB12}"/>
                  </a:ext>
                </a:extLst>
              </p:cNvPr>
              <p:cNvSpPr/>
              <p:nvPr/>
            </p:nvSpPr>
            <p:spPr>
              <a:xfrm>
                <a:off x="227035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7">
                  <a:alpha val="100000"/>
                </a:srgbClr>
              </a:solidFill>
              <a:ln w="5420" cap="flat">
                <a:solidFill>
                  <a:srgbClr val="FFF1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5" name="ph6790">
                <a:extLst>
                  <a:ext uri="{FF2B5EF4-FFF2-40B4-BE49-F238E27FC236}">
                    <a16:creationId xmlns:a16="http://schemas.microsoft.com/office/drawing/2014/main" id="{2CC0F75F-1CD4-4F13-FC83-9B015B0BEC06}"/>
                  </a:ext>
                </a:extLst>
              </p:cNvPr>
              <p:cNvSpPr/>
              <p:nvPr/>
            </p:nvSpPr>
            <p:spPr>
              <a:xfrm>
                <a:off x="227979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6" name="ph6791">
                <a:extLst>
                  <a:ext uri="{FF2B5EF4-FFF2-40B4-BE49-F238E27FC236}">
                    <a16:creationId xmlns:a16="http://schemas.microsoft.com/office/drawing/2014/main" id="{78E09585-57A6-513D-8252-488463F63B00}"/>
                  </a:ext>
                </a:extLst>
              </p:cNvPr>
              <p:cNvSpPr/>
              <p:nvPr/>
            </p:nvSpPr>
            <p:spPr>
              <a:xfrm>
                <a:off x="228923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1A8">
                  <a:alpha val="100000"/>
                </a:srgbClr>
              </a:solidFill>
              <a:ln w="5420" cap="flat">
                <a:solidFill>
                  <a:srgbClr val="FFF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7" name="ph6792">
                <a:extLst>
                  <a:ext uri="{FF2B5EF4-FFF2-40B4-BE49-F238E27FC236}">
                    <a16:creationId xmlns:a16="http://schemas.microsoft.com/office/drawing/2014/main" id="{F7967748-9CE9-63A1-3978-7D37FD322183}"/>
                  </a:ext>
                </a:extLst>
              </p:cNvPr>
              <p:cNvSpPr/>
              <p:nvPr/>
            </p:nvSpPr>
            <p:spPr>
              <a:xfrm>
                <a:off x="229867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9">
                  <a:alpha val="100000"/>
                </a:srgbClr>
              </a:solidFill>
              <a:ln w="5420" cap="flat">
                <a:solidFill>
                  <a:srgbClr val="FFF2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8" name="ph6793">
                <a:extLst>
                  <a:ext uri="{FF2B5EF4-FFF2-40B4-BE49-F238E27FC236}">
                    <a16:creationId xmlns:a16="http://schemas.microsoft.com/office/drawing/2014/main" id="{866D1CC6-39F1-C90B-11C6-4307A12420FA}"/>
                  </a:ext>
                </a:extLst>
              </p:cNvPr>
              <p:cNvSpPr/>
              <p:nvPr/>
            </p:nvSpPr>
            <p:spPr>
              <a:xfrm>
                <a:off x="230811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9" name="ph6794">
                <a:extLst>
                  <a:ext uri="{FF2B5EF4-FFF2-40B4-BE49-F238E27FC236}">
                    <a16:creationId xmlns:a16="http://schemas.microsoft.com/office/drawing/2014/main" id="{4A052299-A0F4-B4D3-3DE3-E633257BAD67}"/>
                  </a:ext>
                </a:extLst>
              </p:cNvPr>
              <p:cNvSpPr/>
              <p:nvPr/>
            </p:nvSpPr>
            <p:spPr>
              <a:xfrm>
                <a:off x="231755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0" name="ph6795">
                <a:extLst>
                  <a:ext uri="{FF2B5EF4-FFF2-40B4-BE49-F238E27FC236}">
                    <a16:creationId xmlns:a16="http://schemas.microsoft.com/office/drawing/2014/main" id="{155C274F-407E-1C22-2654-9F0278329581}"/>
                  </a:ext>
                </a:extLst>
              </p:cNvPr>
              <p:cNvSpPr/>
              <p:nvPr/>
            </p:nvSpPr>
            <p:spPr>
              <a:xfrm>
                <a:off x="232699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1" name="ph6796">
                <a:extLst>
                  <a:ext uri="{FF2B5EF4-FFF2-40B4-BE49-F238E27FC236}">
                    <a16:creationId xmlns:a16="http://schemas.microsoft.com/office/drawing/2014/main" id="{F51D8D90-5921-5C93-3AAD-2D1C290CDFCD}"/>
                  </a:ext>
                </a:extLst>
              </p:cNvPr>
              <p:cNvSpPr/>
              <p:nvPr/>
            </p:nvSpPr>
            <p:spPr>
              <a:xfrm>
                <a:off x="233643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2" name="ph6797">
                <a:extLst>
                  <a:ext uri="{FF2B5EF4-FFF2-40B4-BE49-F238E27FC236}">
                    <a16:creationId xmlns:a16="http://schemas.microsoft.com/office/drawing/2014/main" id="{8D6A5271-3F71-C721-71E5-7E488D7F6DF2}"/>
                  </a:ext>
                </a:extLst>
              </p:cNvPr>
              <p:cNvSpPr/>
              <p:nvPr/>
            </p:nvSpPr>
            <p:spPr>
              <a:xfrm>
                <a:off x="234587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3" name="ph6798">
                <a:extLst>
                  <a:ext uri="{FF2B5EF4-FFF2-40B4-BE49-F238E27FC236}">
                    <a16:creationId xmlns:a16="http://schemas.microsoft.com/office/drawing/2014/main" id="{AABE478C-460C-2CE3-6DAC-0E7EE8B1B4CC}"/>
                  </a:ext>
                </a:extLst>
              </p:cNvPr>
              <p:cNvSpPr/>
              <p:nvPr/>
            </p:nvSpPr>
            <p:spPr>
              <a:xfrm>
                <a:off x="235531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4" name="ph6799">
                <a:extLst>
                  <a:ext uri="{FF2B5EF4-FFF2-40B4-BE49-F238E27FC236}">
                    <a16:creationId xmlns:a16="http://schemas.microsoft.com/office/drawing/2014/main" id="{425D0C67-E4D3-E29B-E8C6-3791578502EC}"/>
                  </a:ext>
                </a:extLst>
              </p:cNvPr>
              <p:cNvSpPr/>
              <p:nvPr/>
            </p:nvSpPr>
            <p:spPr>
              <a:xfrm>
                <a:off x="236476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5" name="ph6800">
                <a:extLst>
                  <a:ext uri="{FF2B5EF4-FFF2-40B4-BE49-F238E27FC236}">
                    <a16:creationId xmlns:a16="http://schemas.microsoft.com/office/drawing/2014/main" id="{BB50CCCD-23B2-D64A-2535-B743253BC68E}"/>
                  </a:ext>
                </a:extLst>
              </p:cNvPr>
              <p:cNvSpPr/>
              <p:nvPr/>
            </p:nvSpPr>
            <p:spPr>
              <a:xfrm>
                <a:off x="237420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6" name="ph6801">
                <a:extLst>
                  <a:ext uri="{FF2B5EF4-FFF2-40B4-BE49-F238E27FC236}">
                    <a16:creationId xmlns:a16="http://schemas.microsoft.com/office/drawing/2014/main" id="{F64FDF9B-03DC-CE1C-9368-A5692F9C74D4}"/>
                  </a:ext>
                </a:extLst>
              </p:cNvPr>
              <p:cNvSpPr/>
              <p:nvPr/>
            </p:nvSpPr>
            <p:spPr>
              <a:xfrm>
                <a:off x="238364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7" name="ph6802">
                <a:extLst>
                  <a:ext uri="{FF2B5EF4-FFF2-40B4-BE49-F238E27FC236}">
                    <a16:creationId xmlns:a16="http://schemas.microsoft.com/office/drawing/2014/main" id="{27476665-D441-88A2-CE66-2E5895DBA340}"/>
                  </a:ext>
                </a:extLst>
              </p:cNvPr>
              <p:cNvSpPr/>
              <p:nvPr/>
            </p:nvSpPr>
            <p:spPr>
              <a:xfrm>
                <a:off x="239308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8" name="ph6803">
                <a:extLst>
                  <a:ext uri="{FF2B5EF4-FFF2-40B4-BE49-F238E27FC236}">
                    <a16:creationId xmlns:a16="http://schemas.microsoft.com/office/drawing/2014/main" id="{47092453-79CC-0DF9-3909-207BE658C3B5}"/>
                  </a:ext>
                </a:extLst>
              </p:cNvPr>
              <p:cNvSpPr/>
              <p:nvPr/>
            </p:nvSpPr>
            <p:spPr>
              <a:xfrm>
                <a:off x="241196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514" y="896830"/>
                    </a:lnTo>
                    <a:lnTo>
                      <a:pt x="913174" y="899681"/>
                    </a:lnTo>
                    <a:lnTo>
                      <a:pt x="914400" y="905861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9" name="ph6804">
                <a:extLst>
                  <a:ext uri="{FF2B5EF4-FFF2-40B4-BE49-F238E27FC236}">
                    <a16:creationId xmlns:a16="http://schemas.microsoft.com/office/drawing/2014/main" id="{1F4DAFE7-00BB-4AED-7A93-825F2F7F5768}"/>
                  </a:ext>
                </a:extLst>
              </p:cNvPr>
              <p:cNvSpPr/>
              <p:nvPr/>
            </p:nvSpPr>
            <p:spPr>
              <a:xfrm>
                <a:off x="2411961" y="1289302"/>
                <a:ext cx="9159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958" h="914400">
                    <a:moveTo>
                      <a:pt x="914400" y="914400"/>
                    </a:moveTo>
                    <a:lnTo>
                      <a:pt x="914400" y="905861"/>
                    </a:lnTo>
                    <a:lnTo>
                      <a:pt x="915243" y="910114"/>
                    </a:lnTo>
                    <a:lnTo>
                      <a:pt x="915958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0" name="ph6805">
                <a:extLst>
                  <a:ext uri="{FF2B5EF4-FFF2-40B4-BE49-F238E27FC236}">
                    <a16:creationId xmlns:a16="http://schemas.microsoft.com/office/drawing/2014/main" id="{1EB448DE-EF1B-2074-10F3-12029BC397A7}"/>
                  </a:ext>
                </a:extLst>
              </p:cNvPr>
              <p:cNvSpPr/>
              <p:nvPr/>
            </p:nvSpPr>
            <p:spPr>
              <a:xfrm>
                <a:off x="3214381" y="1289302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9452" y="914400"/>
                    </a:lnTo>
                    <a:lnTo>
                      <a:pt x="912686" y="912964"/>
                    </a:lnTo>
                    <a:lnTo>
                      <a:pt x="914399" y="912367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1" name="ph6806">
                <a:extLst>
                  <a:ext uri="{FF2B5EF4-FFF2-40B4-BE49-F238E27FC236}">
                    <a16:creationId xmlns:a16="http://schemas.microsoft.com/office/drawing/2014/main" id="{27DE4483-F118-0A17-2BCE-A757A30BF059}"/>
                  </a:ext>
                </a:extLst>
              </p:cNvPr>
              <p:cNvSpPr/>
              <p:nvPr/>
            </p:nvSpPr>
            <p:spPr>
              <a:xfrm>
                <a:off x="3223821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367"/>
                    </a:lnTo>
                    <a:lnTo>
                      <a:pt x="908740" y="911052"/>
                    </a:lnTo>
                    <a:lnTo>
                      <a:pt x="914400" y="909627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2" name="ph6807">
                <a:extLst>
                  <a:ext uri="{FF2B5EF4-FFF2-40B4-BE49-F238E27FC236}">
                    <a16:creationId xmlns:a16="http://schemas.microsoft.com/office/drawing/2014/main" id="{2D4860C8-F162-B0CE-566F-633E5C3F2629}"/>
                  </a:ext>
                </a:extLst>
              </p:cNvPr>
              <p:cNvSpPr/>
              <p:nvPr/>
            </p:nvSpPr>
            <p:spPr>
              <a:xfrm>
                <a:off x="323326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627"/>
                    </a:lnTo>
                    <a:lnTo>
                      <a:pt x="910406" y="908752"/>
                    </a:lnTo>
                    <a:lnTo>
                      <a:pt x="914400" y="908478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3" name="ph6808">
                <a:extLst>
                  <a:ext uri="{FF2B5EF4-FFF2-40B4-BE49-F238E27FC236}">
                    <a16:creationId xmlns:a16="http://schemas.microsoft.com/office/drawing/2014/main" id="{10AD953C-2D92-737E-AD80-0EF48D11BA7F}"/>
                  </a:ext>
                </a:extLst>
              </p:cNvPr>
              <p:cNvSpPr/>
              <p:nvPr/>
            </p:nvSpPr>
            <p:spPr>
              <a:xfrm>
                <a:off x="324270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478"/>
                    </a:lnTo>
                    <a:lnTo>
                      <a:pt x="906551" y="908369"/>
                    </a:lnTo>
                    <a:lnTo>
                      <a:pt x="912140" y="908499"/>
                    </a:lnTo>
                    <a:lnTo>
                      <a:pt x="912618" y="908532"/>
                    </a:lnTo>
                    <a:lnTo>
                      <a:pt x="913097" y="908566"/>
                    </a:lnTo>
                    <a:lnTo>
                      <a:pt x="913577" y="908599"/>
                    </a:lnTo>
                    <a:lnTo>
                      <a:pt x="914057" y="908632"/>
                    </a:lnTo>
                    <a:lnTo>
                      <a:pt x="914400" y="908656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4" name="ph6809">
                <a:extLst>
                  <a:ext uri="{FF2B5EF4-FFF2-40B4-BE49-F238E27FC236}">
                    <a16:creationId xmlns:a16="http://schemas.microsoft.com/office/drawing/2014/main" id="{C5C19FCE-0ABB-F8E8-DD3F-67707B05AA3A}"/>
                  </a:ext>
                </a:extLst>
              </p:cNvPr>
              <p:cNvSpPr/>
              <p:nvPr/>
            </p:nvSpPr>
            <p:spPr>
              <a:xfrm>
                <a:off x="325214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56"/>
                    </a:lnTo>
                    <a:lnTo>
                      <a:pt x="905096" y="908665"/>
                    </a:lnTo>
                    <a:lnTo>
                      <a:pt x="905576" y="908699"/>
                    </a:lnTo>
                    <a:lnTo>
                      <a:pt x="906055" y="908732"/>
                    </a:lnTo>
                    <a:lnTo>
                      <a:pt x="906535" y="908765"/>
                    </a:lnTo>
                    <a:lnTo>
                      <a:pt x="907014" y="908799"/>
                    </a:lnTo>
                    <a:lnTo>
                      <a:pt x="907494" y="908832"/>
                    </a:lnTo>
                    <a:lnTo>
                      <a:pt x="907974" y="908866"/>
                    </a:lnTo>
                    <a:lnTo>
                      <a:pt x="908453" y="908899"/>
                    </a:lnTo>
                    <a:lnTo>
                      <a:pt x="908933" y="908932"/>
                    </a:lnTo>
                    <a:lnTo>
                      <a:pt x="909412" y="908966"/>
                    </a:lnTo>
                    <a:lnTo>
                      <a:pt x="909892" y="908999"/>
                    </a:lnTo>
                    <a:lnTo>
                      <a:pt x="910372" y="909033"/>
                    </a:lnTo>
                    <a:lnTo>
                      <a:pt x="910851" y="909066"/>
                    </a:lnTo>
                    <a:lnTo>
                      <a:pt x="911331" y="909100"/>
                    </a:lnTo>
                    <a:lnTo>
                      <a:pt x="911810" y="909133"/>
                    </a:lnTo>
                    <a:lnTo>
                      <a:pt x="912290" y="909167"/>
                    </a:lnTo>
                    <a:lnTo>
                      <a:pt x="912770" y="909201"/>
                    </a:lnTo>
                    <a:lnTo>
                      <a:pt x="913249" y="909234"/>
                    </a:lnTo>
                    <a:lnTo>
                      <a:pt x="913729" y="909268"/>
                    </a:lnTo>
                    <a:lnTo>
                      <a:pt x="914208" y="909301"/>
                    </a:lnTo>
                    <a:lnTo>
                      <a:pt x="914400" y="909315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5" name="ph6810">
                <a:extLst>
                  <a:ext uri="{FF2B5EF4-FFF2-40B4-BE49-F238E27FC236}">
                    <a16:creationId xmlns:a16="http://schemas.microsoft.com/office/drawing/2014/main" id="{7E8E42A0-057A-98A7-3066-6A6686319C71}"/>
                  </a:ext>
                </a:extLst>
              </p:cNvPr>
              <p:cNvSpPr/>
              <p:nvPr/>
            </p:nvSpPr>
            <p:spPr>
              <a:xfrm>
                <a:off x="3261582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315"/>
                    </a:lnTo>
                    <a:lnTo>
                      <a:pt x="905248" y="909335"/>
                    </a:lnTo>
                    <a:lnTo>
                      <a:pt x="905727" y="909369"/>
                    </a:lnTo>
                    <a:lnTo>
                      <a:pt x="906207" y="909402"/>
                    </a:lnTo>
                    <a:lnTo>
                      <a:pt x="906686" y="909436"/>
                    </a:lnTo>
                    <a:lnTo>
                      <a:pt x="907166" y="909470"/>
                    </a:lnTo>
                    <a:lnTo>
                      <a:pt x="907645" y="909504"/>
                    </a:lnTo>
                    <a:lnTo>
                      <a:pt x="908125" y="909537"/>
                    </a:lnTo>
                    <a:lnTo>
                      <a:pt x="908605" y="909571"/>
                    </a:lnTo>
                    <a:lnTo>
                      <a:pt x="909084" y="909605"/>
                    </a:lnTo>
                    <a:lnTo>
                      <a:pt x="909564" y="909639"/>
                    </a:lnTo>
                    <a:lnTo>
                      <a:pt x="910043" y="909673"/>
                    </a:lnTo>
                    <a:lnTo>
                      <a:pt x="910523" y="909706"/>
                    </a:lnTo>
                    <a:lnTo>
                      <a:pt x="911002" y="909740"/>
                    </a:lnTo>
                    <a:lnTo>
                      <a:pt x="911482" y="909774"/>
                    </a:lnTo>
                    <a:lnTo>
                      <a:pt x="911961" y="909808"/>
                    </a:lnTo>
                    <a:lnTo>
                      <a:pt x="912441" y="909842"/>
                    </a:lnTo>
                    <a:lnTo>
                      <a:pt x="912920" y="909876"/>
                    </a:lnTo>
                    <a:lnTo>
                      <a:pt x="913400" y="909910"/>
                    </a:lnTo>
                    <a:lnTo>
                      <a:pt x="913879" y="909944"/>
                    </a:lnTo>
                    <a:lnTo>
                      <a:pt x="914400" y="909981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6" name="ph6811">
                <a:extLst>
                  <a:ext uri="{FF2B5EF4-FFF2-40B4-BE49-F238E27FC236}">
                    <a16:creationId xmlns:a16="http://schemas.microsoft.com/office/drawing/2014/main" id="{A2972A04-8FF8-A1B8-EC66-9BC43A21BB4A}"/>
                  </a:ext>
                </a:extLst>
              </p:cNvPr>
              <p:cNvSpPr/>
              <p:nvPr/>
            </p:nvSpPr>
            <p:spPr>
              <a:xfrm>
                <a:off x="327102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9981"/>
                    </a:lnTo>
                    <a:lnTo>
                      <a:pt x="905398" y="910012"/>
                    </a:lnTo>
                    <a:lnTo>
                      <a:pt x="905878" y="910046"/>
                    </a:lnTo>
                    <a:lnTo>
                      <a:pt x="906357" y="910080"/>
                    </a:lnTo>
                    <a:lnTo>
                      <a:pt x="906837" y="910114"/>
                    </a:lnTo>
                    <a:lnTo>
                      <a:pt x="907316" y="910148"/>
                    </a:lnTo>
                    <a:lnTo>
                      <a:pt x="907796" y="910182"/>
                    </a:lnTo>
                    <a:lnTo>
                      <a:pt x="908275" y="910216"/>
                    </a:lnTo>
                    <a:lnTo>
                      <a:pt x="908755" y="910250"/>
                    </a:lnTo>
                    <a:lnTo>
                      <a:pt x="909234" y="910284"/>
                    </a:lnTo>
                    <a:lnTo>
                      <a:pt x="909714" y="910319"/>
                    </a:lnTo>
                    <a:lnTo>
                      <a:pt x="910193" y="910353"/>
                    </a:lnTo>
                    <a:lnTo>
                      <a:pt x="910673" y="910387"/>
                    </a:lnTo>
                    <a:lnTo>
                      <a:pt x="914400" y="910653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7" name="ph6812">
                <a:extLst>
                  <a:ext uri="{FF2B5EF4-FFF2-40B4-BE49-F238E27FC236}">
                    <a16:creationId xmlns:a16="http://schemas.microsoft.com/office/drawing/2014/main" id="{E04DA9D5-7C9B-4CC9-32DE-00405953542B}"/>
                  </a:ext>
                </a:extLst>
              </p:cNvPr>
              <p:cNvSpPr/>
              <p:nvPr/>
            </p:nvSpPr>
            <p:spPr>
              <a:xfrm>
                <a:off x="328046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653"/>
                    </a:lnTo>
                    <a:lnTo>
                      <a:pt x="914400" y="911326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8" name="ph6813">
                <a:extLst>
                  <a:ext uri="{FF2B5EF4-FFF2-40B4-BE49-F238E27FC236}">
                    <a16:creationId xmlns:a16="http://schemas.microsoft.com/office/drawing/2014/main" id="{FB1B8544-41E8-F46E-EA20-E95336EF637F}"/>
                  </a:ext>
                </a:extLst>
              </p:cNvPr>
              <p:cNvSpPr/>
              <p:nvPr/>
            </p:nvSpPr>
            <p:spPr>
              <a:xfrm>
                <a:off x="328990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26"/>
                    </a:lnTo>
                    <a:lnTo>
                      <a:pt x="914400" y="9120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9" name="ph6814">
                <a:extLst>
                  <a:ext uri="{FF2B5EF4-FFF2-40B4-BE49-F238E27FC236}">
                    <a16:creationId xmlns:a16="http://schemas.microsoft.com/office/drawing/2014/main" id="{E015731F-97E1-44FB-52ED-2CF2A5B1CC9B}"/>
                  </a:ext>
                </a:extLst>
              </p:cNvPr>
              <p:cNvSpPr/>
              <p:nvPr/>
            </p:nvSpPr>
            <p:spPr>
              <a:xfrm>
                <a:off x="3299343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00"/>
                    </a:lnTo>
                    <a:lnTo>
                      <a:pt x="914400" y="912673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0" name="ph6815">
                <a:extLst>
                  <a:ext uri="{FF2B5EF4-FFF2-40B4-BE49-F238E27FC236}">
                    <a16:creationId xmlns:a16="http://schemas.microsoft.com/office/drawing/2014/main" id="{4F445179-A750-D93F-1C13-0D7D84606A80}"/>
                  </a:ext>
                </a:extLst>
              </p:cNvPr>
              <p:cNvSpPr/>
              <p:nvPr/>
            </p:nvSpPr>
            <p:spPr>
              <a:xfrm>
                <a:off x="330878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673"/>
                    </a:lnTo>
                    <a:lnTo>
                      <a:pt x="914400" y="912474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1" name="ph6816">
                <a:extLst>
                  <a:ext uri="{FF2B5EF4-FFF2-40B4-BE49-F238E27FC236}">
                    <a16:creationId xmlns:a16="http://schemas.microsoft.com/office/drawing/2014/main" id="{6637C432-C041-545A-82CB-F31387EEFEA2}"/>
                  </a:ext>
                </a:extLst>
              </p:cNvPr>
              <p:cNvSpPr/>
              <p:nvPr/>
            </p:nvSpPr>
            <p:spPr>
              <a:xfrm>
                <a:off x="331822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474"/>
                    </a:lnTo>
                    <a:lnTo>
                      <a:pt x="914400" y="912274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2" name="ph6817">
                <a:extLst>
                  <a:ext uri="{FF2B5EF4-FFF2-40B4-BE49-F238E27FC236}">
                    <a16:creationId xmlns:a16="http://schemas.microsoft.com/office/drawing/2014/main" id="{D04ABE4C-583C-CBEF-BE5D-4FB95D53E4FF}"/>
                  </a:ext>
                </a:extLst>
              </p:cNvPr>
              <p:cNvSpPr/>
              <p:nvPr/>
            </p:nvSpPr>
            <p:spPr>
              <a:xfrm>
                <a:off x="332766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274"/>
                    </a:lnTo>
                    <a:lnTo>
                      <a:pt x="914400" y="912075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3" name="ph6818">
                <a:extLst>
                  <a:ext uri="{FF2B5EF4-FFF2-40B4-BE49-F238E27FC236}">
                    <a16:creationId xmlns:a16="http://schemas.microsoft.com/office/drawing/2014/main" id="{5AF85F72-EAD3-21B1-8E98-77042C8358D9}"/>
                  </a:ext>
                </a:extLst>
              </p:cNvPr>
              <p:cNvSpPr/>
              <p:nvPr/>
            </p:nvSpPr>
            <p:spPr>
              <a:xfrm>
                <a:off x="333710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075"/>
                    </a:lnTo>
                    <a:lnTo>
                      <a:pt x="913851" y="911830"/>
                    </a:lnTo>
                    <a:lnTo>
                      <a:pt x="914223" y="911516"/>
                    </a:lnTo>
                    <a:lnTo>
                      <a:pt x="914400" y="911367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4" name="ph6819">
                <a:extLst>
                  <a:ext uri="{FF2B5EF4-FFF2-40B4-BE49-F238E27FC236}">
                    <a16:creationId xmlns:a16="http://schemas.microsoft.com/office/drawing/2014/main" id="{B90DFC13-F9C8-2AC1-D2F6-43DF9ED572D3}"/>
                  </a:ext>
                </a:extLst>
              </p:cNvPr>
              <p:cNvSpPr/>
              <p:nvPr/>
            </p:nvSpPr>
            <p:spPr>
              <a:xfrm>
                <a:off x="3346544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367"/>
                    </a:lnTo>
                    <a:lnTo>
                      <a:pt x="905155" y="911203"/>
                    </a:lnTo>
                    <a:lnTo>
                      <a:pt x="905526" y="910889"/>
                    </a:lnTo>
                    <a:lnTo>
                      <a:pt x="905898" y="910575"/>
                    </a:lnTo>
                    <a:lnTo>
                      <a:pt x="910960" y="906577"/>
                    </a:lnTo>
                    <a:lnTo>
                      <a:pt x="914400" y="90421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5" name="ph6820">
                <a:extLst>
                  <a:ext uri="{FF2B5EF4-FFF2-40B4-BE49-F238E27FC236}">
                    <a16:creationId xmlns:a16="http://schemas.microsoft.com/office/drawing/2014/main" id="{6412001A-B9EB-30C3-2146-5C1A7B5DAC94}"/>
                  </a:ext>
                </a:extLst>
              </p:cNvPr>
              <p:cNvSpPr/>
              <p:nvPr/>
            </p:nvSpPr>
            <p:spPr>
              <a:xfrm>
                <a:off x="3355985" y="1289302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219"/>
                    </a:lnTo>
                    <a:lnTo>
                      <a:pt x="906680" y="903040"/>
                    </a:lnTo>
                    <a:lnTo>
                      <a:pt x="911926" y="899974"/>
                    </a:lnTo>
                    <a:lnTo>
                      <a:pt x="914400" y="89865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6" name="ph6821">
                <a:extLst>
                  <a:ext uri="{FF2B5EF4-FFF2-40B4-BE49-F238E27FC236}">
                    <a16:creationId xmlns:a16="http://schemas.microsoft.com/office/drawing/2014/main" id="{CDCBF66E-D527-6C42-BCEC-8FC82E9E1442}"/>
                  </a:ext>
                </a:extLst>
              </p:cNvPr>
              <p:cNvSpPr/>
              <p:nvPr/>
            </p:nvSpPr>
            <p:spPr>
              <a:xfrm>
                <a:off x="3365425" y="127173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20"/>
                    </a:lnTo>
                    <a:lnTo>
                      <a:pt x="908360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7" name="ph6822">
                <a:extLst>
                  <a:ext uri="{FF2B5EF4-FFF2-40B4-BE49-F238E27FC236}">
                    <a16:creationId xmlns:a16="http://schemas.microsoft.com/office/drawing/2014/main" id="{D5C2C1B4-E9AD-BC08-0109-73A7F9C6CBBF}"/>
                  </a:ext>
                </a:extLst>
              </p:cNvPr>
              <p:cNvSpPr/>
              <p:nvPr/>
            </p:nvSpPr>
            <p:spPr>
              <a:xfrm>
                <a:off x="336542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8" name="ph6823">
                <a:extLst>
                  <a:ext uri="{FF2B5EF4-FFF2-40B4-BE49-F238E27FC236}">
                    <a16:creationId xmlns:a16="http://schemas.microsoft.com/office/drawing/2014/main" id="{D24D5CDF-1EBA-0E5C-14DB-D2DE3EF6EBA2}"/>
                  </a:ext>
                </a:extLst>
              </p:cNvPr>
              <p:cNvSpPr/>
              <p:nvPr/>
            </p:nvSpPr>
            <p:spPr>
              <a:xfrm>
                <a:off x="337486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9" name="ph6824">
                <a:extLst>
                  <a:ext uri="{FF2B5EF4-FFF2-40B4-BE49-F238E27FC236}">
                    <a16:creationId xmlns:a16="http://schemas.microsoft.com/office/drawing/2014/main" id="{F474BDC9-570F-FA6D-3928-026BC4FCDB24}"/>
                  </a:ext>
                </a:extLst>
              </p:cNvPr>
              <p:cNvSpPr/>
              <p:nvPr/>
            </p:nvSpPr>
            <p:spPr>
              <a:xfrm>
                <a:off x="338430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0" name="ph6825">
                <a:extLst>
                  <a:ext uri="{FF2B5EF4-FFF2-40B4-BE49-F238E27FC236}">
                    <a16:creationId xmlns:a16="http://schemas.microsoft.com/office/drawing/2014/main" id="{ACA06D86-F5C3-B0C6-7980-647537FC3979}"/>
                  </a:ext>
                </a:extLst>
              </p:cNvPr>
              <p:cNvSpPr/>
              <p:nvPr/>
            </p:nvSpPr>
            <p:spPr>
              <a:xfrm>
                <a:off x="339374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1" name="ph6826">
                <a:extLst>
                  <a:ext uri="{FF2B5EF4-FFF2-40B4-BE49-F238E27FC236}">
                    <a16:creationId xmlns:a16="http://schemas.microsoft.com/office/drawing/2014/main" id="{EA5D44CB-DD3A-976C-4B87-4D24FD424F97}"/>
                  </a:ext>
                </a:extLst>
              </p:cNvPr>
              <p:cNvSpPr/>
              <p:nvPr/>
            </p:nvSpPr>
            <p:spPr>
              <a:xfrm>
                <a:off x="340318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2" name="ph6827">
                <a:extLst>
                  <a:ext uri="{FF2B5EF4-FFF2-40B4-BE49-F238E27FC236}">
                    <a16:creationId xmlns:a16="http://schemas.microsoft.com/office/drawing/2014/main" id="{14BC41D0-494E-EED7-719E-31F0C5B56734}"/>
                  </a:ext>
                </a:extLst>
              </p:cNvPr>
              <p:cNvSpPr/>
              <p:nvPr/>
            </p:nvSpPr>
            <p:spPr>
              <a:xfrm>
                <a:off x="341262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3" name="ph6828">
                <a:extLst>
                  <a:ext uri="{FF2B5EF4-FFF2-40B4-BE49-F238E27FC236}">
                    <a16:creationId xmlns:a16="http://schemas.microsoft.com/office/drawing/2014/main" id="{9438883B-AE53-E2E4-A130-BFB870AE9FCB}"/>
                  </a:ext>
                </a:extLst>
              </p:cNvPr>
              <p:cNvSpPr/>
              <p:nvPr/>
            </p:nvSpPr>
            <p:spPr>
              <a:xfrm>
                <a:off x="342206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4" name="ph6829">
                <a:extLst>
                  <a:ext uri="{FF2B5EF4-FFF2-40B4-BE49-F238E27FC236}">
                    <a16:creationId xmlns:a16="http://schemas.microsoft.com/office/drawing/2014/main" id="{4C9C72F7-52A6-1E38-A80E-B604AC2D402B}"/>
                  </a:ext>
                </a:extLst>
              </p:cNvPr>
              <p:cNvSpPr/>
              <p:nvPr/>
            </p:nvSpPr>
            <p:spPr>
              <a:xfrm>
                <a:off x="343150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5" name="ph6830">
                <a:extLst>
                  <a:ext uri="{FF2B5EF4-FFF2-40B4-BE49-F238E27FC236}">
                    <a16:creationId xmlns:a16="http://schemas.microsoft.com/office/drawing/2014/main" id="{43B1FFA0-83E8-7847-5D5D-8B4163F222E3}"/>
                  </a:ext>
                </a:extLst>
              </p:cNvPr>
              <p:cNvSpPr/>
              <p:nvPr/>
            </p:nvSpPr>
            <p:spPr>
              <a:xfrm>
                <a:off x="344094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6" name="ph6831">
                <a:extLst>
                  <a:ext uri="{FF2B5EF4-FFF2-40B4-BE49-F238E27FC236}">
                    <a16:creationId xmlns:a16="http://schemas.microsoft.com/office/drawing/2014/main" id="{4FEC19E9-1330-4623-E959-BC6135AC68D4}"/>
                  </a:ext>
                </a:extLst>
              </p:cNvPr>
              <p:cNvSpPr/>
              <p:nvPr/>
            </p:nvSpPr>
            <p:spPr>
              <a:xfrm>
                <a:off x="345038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7" name="ph6832">
                <a:extLst>
                  <a:ext uri="{FF2B5EF4-FFF2-40B4-BE49-F238E27FC236}">
                    <a16:creationId xmlns:a16="http://schemas.microsoft.com/office/drawing/2014/main" id="{6A063709-F89E-A560-C0C4-438690E260E6}"/>
                  </a:ext>
                </a:extLst>
              </p:cNvPr>
              <p:cNvSpPr/>
              <p:nvPr/>
            </p:nvSpPr>
            <p:spPr>
              <a:xfrm>
                <a:off x="3459827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8" name="ph6833">
                <a:extLst>
                  <a:ext uri="{FF2B5EF4-FFF2-40B4-BE49-F238E27FC236}">
                    <a16:creationId xmlns:a16="http://schemas.microsoft.com/office/drawing/2014/main" id="{D84979A9-8668-1BBA-B436-DA78756A3C67}"/>
                  </a:ext>
                </a:extLst>
              </p:cNvPr>
              <p:cNvSpPr/>
              <p:nvPr/>
            </p:nvSpPr>
            <p:spPr>
              <a:xfrm>
                <a:off x="346926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9" name="ph6834">
                <a:extLst>
                  <a:ext uri="{FF2B5EF4-FFF2-40B4-BE49-F238E27FC236}">
                    <a16:creationId xmlns:a16="http://schemas.microsoft.com/office/drawing/2014/main" id="{28187B1C-AFC1-892E-4592-0F78D259AA3F}"/>
                  </a:ext>
                </a:extLst>
              </p:cNvPr>
              <p:cNvSpPr/>
              <p:nvPr/>
            </p:nvSpPr>
            <p:spPr>
              <a:xfrm>
                <a:off x="347870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0" name="ph6835">
                <a:extLst>
                  <a:ext uri="{FF2B5EF4-FFF2-40B4-BE49-F238E27FC236}">
                    <a16:creationId xmlns:a16="http://schemas.microsoft.com/office/drawing/2014/main" id="{D69FED96-D946-0640-5D4D-CA961D1F49CD}"/>
                  </a:ext>
                </a:extLst>
              </p:cNvPr>
              <p:cNvSpPr/>
              <p:nvPr/>
            </p:nvSpPr>
            <p:spPr>
              <a:xfrm>
                <a:off x="348814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1" name="ph6836">
                <a:extLst>
                  <a:ext uri="{FF2B5EF4-FFF2-40B4-BE49-F238E27FC236}">
                    <a16:creationId xmlns:a16="http://schemas.microsoft.com/office/drawing/2014/main" id="{37C2D73D-2CE1-937A-DFDE-2D9D46F7E116}"/>
                  </a:ext>
                </a:extLst>
              </p:cNvPr>
              <p:cNvSpPr/>
              <p:nvPr/>
            </p:nvSpPr>
            <p:spPr>
              <a:xfrm>
                <a:off x="3497588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2" name="ph6837">
                <a:extLst>
                  <a:ext uri="{FF2B5EF4-FFF2-40B4-BE49-F238E27FC236}">
                    <a16:creationId xmlns:a16="http://schemas.microsoft.com/office/drawing/2014/main" id="{6238F685-2B8E-0320-F80A-F0141E750348}"/>
                  </a:ext>
                </a:extLst>
              </p:cNvPr>
              <p:cNvSpPr/>
              <p:nvPr/>
            </p:nvSpPr>
            <p:spPr>
              <a:xfrm>
                <a:off x="350702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3" name="ph6838">
                <a:extLst>
                  <a:ext uri="{FF2B5EF4-FFF2-40B4-BE49-F238E27FC236}">
                    <a16:creationId xmlns:a16="http://schemas.microsoft.com/office/drawing/2014/main" id="{14911E20-FB3A-2C56-2FB7-D2E11BF14EE7}"/>
                  </a:ext>
                </a:extLst>
              </p:cNvPr>
              <p:cNvSpPr/>
              <p:nvPr/>
            </p:nvSpPr>
            <p:spPr>
              <a:xfrm>
                <a:off x="351646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4" name="ph6839">
                <a:extLst>
                  <a:ext uri="{FF2B5EF4-FFF2-40B4-BE49-F238E27FC236}">
                    <a16:creationId xmlns:a16="http://schemas.microsoft.com/office/drawing/2014/main" id="{98A595C3-A1A2-F3FB-170B-70AF9C593671}"/>
                  </a:ext>
                </a:extLst>
              </p:cNvPr>
              <p:cNvSpPr/>
              <p:nvPr/>
            </p:nvSpPr>
            <p:spPr>
              <a:xfrm>
                <a:off x="352590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5" name="ph6840">
                <a:extLst>
                  <a:ext uri="{FF2B5EF4-FFF2-40B4-BE49-F238E27FC236}">
                    <a16:creationId xmlns:a16="http://schemas.microsoft.com/office/drawing/2014/main" id="{1E97CBFC-2096-49E2-29C3-B32EF63FE482}"/>
                  </a:ext>
                </a:extLst>
              </p:cNvPr>
              <p:cNvSpPr/>
              <p:nvPr/>
            </p:nvSpPr>
            <p:spPr>
              <a:xfrm>
                <a:off x="3535349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6" name="ph6841">
                <a:extLst>
                  <a:ext uri="{FF2B5EF4-FFF2-40B4-BE49-F238E27FC236}">
                    <a16:creationId xmlns:a16="http://schemas.microsoft.com/office/drawing/2014/main" id="{016AE672-FF0D-5F35-DABD-206F944D5583}"/>
                  </a:ext>
                </a:extLst>
              </p:cNvPr>
              <p:cNvSpPr/>
              <p:nvPr/>
            </p:nvSpPr>
            <p:spPr>
              <a:xfrm>
                <a:off x="354479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7" name="ph6842">
                <a:extLst>
                  <a:ext uri="{FF2B5EF4-FFF2-40B4-BE49-F238E27FC236}">
                    <a16:creationId xmlns:a16="http://schemas.microsoft.com/office/drawing/2014/main" id="{8E277E0E-1252-1FD6-6774-305EA39725AC}"/>
                  </a:ext>
                </a:extLst>
              </p:cNvPr>
              <p:cNvSpPr/>
              <p:nvPr/>
            </p:nvSpPr>
            <p:spPr>
              <a:xfrm>
                <a:off x="355423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8" name="ph6843">
                <a:extLst>
                  <a:ext uri="{FF2B5EF4-FFF2-40B4-BE49-F238E27FC236}">
                    <a16:creationId xmlns:a16="http://schemas.microsoft.com/office/drawing/2014/main" id="{D7CAC627-EC79-F0E0-0C16-769BD5A3C5E6}"/>
                  </a:ext>
                </a:extLst>
              </p:cNvPr>
              <p:cNvSpPr/>
              <p:nvPr/>
            </p:nvSpPr>
            <p:spPr>
              <a:xfrm>
                <a:off x="356367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9" name="ph6844">
                <a:extLst>
                  <a:ext uri="{FF2B5EF4-FFF2-40B4-BE49-F238E27FC236}">
                    <a16:creationId xmlns:a16="http://schemas.microsoft.com/office/drawing/2014/main" id="{2C8A658C-94B9-5AC4-F0EC-721028922090}"/>
                  </a:ext>
                </a:extLst>
              </p:cNvPr>
              <p:cNvSpPr/>
              <p:nvPr/>
            </p:nvSpPr>
            <p:spPr>
              <a:xfrm>
                <a:off x="357311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0" name="ph6845">
                <a:extLst>
                  <a:ext uri="{FF2B5EF4-FFF2-40B4-BE49-F238E27FC236}">
                    <a16:creationId xmlns:a16="http://schemas.microsoft.com/office/drawing/2014/main" id="{8EA9ACF6-E5CF-42FC-DCE0-CCEC75CAF705}"/>
                  </a:ext>
                </a:extLst>
              </p:cNvPr>
              <p:cNvSpPr/>
              <p:nvPr/>
            </p:nvSpPr>
            <p:spPr>
              <a:xfrm>
                <a:off x="3582550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1" name="ph6846">
                <a:extLst>
                  <a:ext uri="{FF2B5EF4-FFF2-40B4-BE49-F238E27FC236}">
                    <a16:creationId xmlns:a16="http://schemas.microsoft.com/office/drawing/2014/main" id="{E1ADB193-50FB-A865-BE99-75AF23DF256F}"/>
                  </a:ext>
                </a:extLst>
              </p:cNvPr>
              <p:cNvSpPr/>
              <p:nvPr/>
            </p:nvSpPr>
            <p:spPr>
              <a:xfrm>
                <a:off x="359199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2" name="ph6847">
                <a:extLst>
                  <a:ext uri="{FF2B5EF4-FFF2-40B4-BE49-F238E27FC236}">
                    <a16:creationId xmlns:a16="http://schemas.microsoft.com/office/drawing/2014/main" id="{74310D21-90CF-06B8-68B8-2C738B51222B}"/>
                  </a:ext>
                </a:extLst>
              </p:cNvPr>
              <p:cNvSpPr/>
              <p:nvPr/>
            </p:nvSpPr>
            <p:spPr>
              <a:xfrm>
                <a:off x="360143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3" name="ph6848">
                <a:extLst>
                  <a:ext uri="{FF2B5EF4-FFF2-40B4-BE49-F238E27FC236}">
                    <a16:creationId xmlns:a16="http://schemas.microsoft.com/office/drawing/2014/main" id="{43991608-884F-D1EB-0CCC-496E91CDA800}"/>
                  </a:ext>
                </a:extLst>
              </p:cNvPr>
              <p:cNvSpPr/>
              <p:nvPr/>
            </p:nvSpPr>
            <p:spPr>
              <a:xfrm>
                <a:off x="361087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4" name="ph6849">
                <a:extLst>
                  <a:ext uri="{FF2B5EF4-FFF2-40B4-BE49-F238E27FC236}">
                    <a16:creationId xmlns:a16="http://schemas.microsoft.com/office/drawing/2014/main" id="{ED56CD38-D073-BC7E-058C-959F1A45EC4A}"/>
                  </a:ext>
                </a:extLst>
              </p:cNvPr>
              <p:cNvSpPr/>
              <p:nvPr/>
            </p:nvSpPr>
            <p:spPr>
              <a:xfrm>
                <a:off x="3620311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5" name="ph6850">
                <a:extLst>
                  <a:ext uri="{FF2B5EF4-FFF2-40B4-BE49-F238E27FC236}">
                    <a16:creationId xmlns:a16="http://schemas.microsoft.com/office/drawing/2014/main" id="{D7EE84B8-B3D9-9882-81FB-43CCBFC89D11}"/>
                  </a:ext>
                </a:extLst>
              </p:cNvPr>
              <p:cNvSpPr/>
              <p:nvPr/>
            </p:nvSpPr>
            <p:spPr>
              <a:xfrm>
                <a:off x="362975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6" name="ph6851">
                <a:extLst>
                  <a:ext uri="{FF2B5EF4-FFF2-40B4-BE49-F238E27FC236}">
                    <a16:creationId xmlns:a16="http://schemas.microsoft.com/office/drawing/2014/main" id="{76005BAD-53AA-E94A-4C90-CF688CA17369}"/>
                  </a:ext>
                </a:extLst>
              </p:cNvPr>
              <p:cNvSpPr/>
              <p:nvPr/>
            </p:nvSpPr>
            <p:spPr>
              <a:xfrm>
                <a:off x="363919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7" name="ph6852">
                <a:extLst>
                  <a:ext uri="{FF2B5EF4-FFF2-40B4-BE49-F238E27FC236}">
                    <a16:creationId xmlns:a16="http://schemas.microsoft.com/office/drawing/2014/main" id="{AC7A769E-FC4B-99E2-8DD1-DA2876001ABF}"/>
                  </a:ext>
                </a:extLst>
              </p:cNvPr>
              <p:cNvSpPr/>
              <p:nvPr/>
            </p:nvSpPr>
            <p:spPr>
              <a:xfrm>
                <a:off x="364863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8" name="ph6853">
                <a:extLst>
                  <a:ext uri="{FF2B5EF4-FFF2-40B4-BE49-F238E27FC236}">
                    <a16:creationId xmlns:a16="http://schemas.microsoft.com/office/drawing/2014/main" id="{24268CA6-249A-0D21-5BB0-5944D0B6C3EA}"/>
                  </a:ext>
                </a:extLst>
              </p:cNvPr>
              <p:cNvSpPr/>
              <p:nvPr/>
            </p:nvSpPr>
            <p:spPr>
              <a:xfrm>
                <a:off x="3658072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9" name="ph6854">
                <a:extLst>
                  <a:ext uri="{FF2B5EF4-FFF2-40B4-BE49-F238E27FC236}">
                    <a16:creationId xmlns:a16="http://schemas.microsoft.com/office/drawing/2014/main" id="{56452C6D-9CC5-3001-8FE7-361EEBDB2C17}"/>
                  </a:ext>
                </a:extLst>
              </p:cNvPr>
              <p:cNvSpPr/>
              <p:nvPr/>
            </p:nvSpPr>
            <p:spPr>
              <a:xfrm>
                <a:off x="366751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0" name="ph6855">
                <a:extLst>
                  <a:ext uri="{FF2B5EF4-FFF2-40B4-BE49-F238E27FC236}">
                    <a16:creationId xmlns:a16="http://schemas.microsoft.com/office/drawing/2014/main" id="{5CFF52E5-A54D-77DE-BAD5-98160F2E7E4D}"/>
                  </a:ext>
                </a:extLst>
              </p:cNvPr>
              <p:cNvSpPr/>
              <p:nvPr/>
            </p:nvSpPr>
            <p:spPr>
              <a:xfrm>
                <a:off x="367695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1" name="ph6856">
                <a:extLst>
                  <a:ext uri="{FF2B5EF4-FFF2-40B4-BE49-F238E27FC236}">
                    <a16:creationId xmlns:a16="http://schemas.microsoft.com/office/drawing/2014/main" id="{5921BF9A-E992-5411-6FB9-EA48E1BAE8AE}"/>
                  </a:ext>
                </a:extLst>
              </p:cNvPr>
              <p:cNvSpPr/>
              <p:nvPr/>
            </p:nvSpPr>
            <p:spPr>
              <a:xfrm>
                <a:off x="368639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2" name="ph6857">
                <a:extLst>
                  <a:ext uri="{FF2B5EF4-FFF2-40B4-BE49-F238E27FC236}">
                    <a16:creationId xmlns:a16="http://schemas.microsoft.com/office/drawing/2014/main" id="{1B9985C4-E932-10E3-745C-6555A8E21EB8}"/>
                  </a:ext>
                </a:extLst>
              </p:cNvPr>
              <p:cNvSpPr/>
              <p:nvPr/>
            </p:nvSpPr>
            <p:spPr>
              <a:xfrm>
                <a:off x="3695833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3" name="ph6858">
                <a:extLst>
                  <a:ext uri="{FF2B5EF4-FFF2-40B4-BE49-F238E27FC236}">
                    <a16:creationId xmlns:a16="http://schemas.microsoft.com/office/drawing/2014/main" id="{A6212AE6-1075-747B-059B-A172FC4B5A5C}"/>
                  </a:ext>
                </a:extLst>
              </p:cNvPr>
              <p:cNvSpPr/>
              <p:nvPr/>
            </p:nvSpPr>
            <p:spPr>
              <a:xfrm>
                <a:off x="370527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4" name="ph6859">
                <a:extLst>
                  <a:ext uri="{FF2B5EF4-FFF2-40B4-BE49-F238E27FC236}">
                    <a16:creationId xmlns:a16="http://schemas.microsoft.com/office/drawing/2014/main" id="{CA0BF08F-85B9-D863-1FC8-FF6AA2991D83}"/>
                  </a:ext>
                </a:extLst>
              </p:cNvPr>
              <p:cNvSpPr/>
              <p:nvPr/>
            </p:nvSpPr>
            <p:spPr>
              <a:xfrm>
                <a:off x="371471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5" name="ph6860">
                <a:extLst>
                  <a:ext uri="{FF2B5EF4-FFF2-40B4-BE49-F238E27FC236}">
                    <a16:creationId xmlns:a16="http://schemas.microsoft.com/office/drawing/2014/main" id="{D1E477A3-0F9B-ABEF-F17B-4DBA79659C19}"/>
                  </a:ext>
                </a:extLst>
              </p:cNvPr>
              <p:cNvSpPr/>
              <p:nvPr/>
            </p:nvSpPr>
            <p:spPr>
              <a:xfrm>
                <a:off x="372415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6" name="ph6861">
                <a:extLst>
                  <a:ext uri="{FF2B5EF4-FFF2-40B4-BE49-F238E27FC236}">
                    <a16:creationId xmlns:a16="http://schemas.microsoft.com/office/drawing/2014/main" id="{015166EB-704E-0899-2D8D-A841AF1270D2}"/>
                  </a:ext>
                </a:extLst>
              </p:cNvPr>
              <p:cNvSpPr/>
              <p:nvPr/>
            </p:nvSpPr>
            <p:spPr>
              <a:xfrm>
                <a:off x="3733594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7" name="ph6862">
                <a:extLst>
                  <a:ext uri="{FF2B5EF4-FFF2-40B4-BE49-F238E27FC236}">
                    <a16:creationId xmlns:a16="http://schemas.microsoft.com/office/drawing/2014/main" id="{A7AE1498-9D24-6007-F5D3-5E7287DD666F}"/>
                  </a:ext>
                </a:extLst>
              </p:cNvPr>
              <p:cNvSpPr/>
              <p:nvPr/>
            </p:nvSpPr>
            <p:spPr>
              <a:xfrm>
                <a:off x="374303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8" name="ph6863">
                <a:extLst>
                  <a:ext uri="{FF2B5EF4-FFF2-40B4-BE49-F238E27FC236}">
                    <a16:creationId xmlns:a16="http://schemas.microsoft.com/office/drawing/2014/main" id="{7C97F863-FC9D-A9F2-79EE-83466F384833}"/>
                  </a:ext>
                </a:extLst>
              </p:cNvPr>
              <p:cNvSpPr/>
              <p:nvPr/>
            </p:nvSpPr>
            <p:spPr>
              <a:xfrm>
                <a:off x="375247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9" name="ph6864">
                <a:extLst>
                  <a:ext uri="{FF2B5EF4-FFF2-40B4-BE49-F238E27FC236}">
                    <a16:creationId xmlns:a16="http://schemas.microsoft.com/office/drawing/2014/main" id="{F216416E-37F9-1350-29FC-E0F4C9E99A3D}"/>
                  </a:ext>
                </a:extLst>
              </p:cNvPr>
              <p:cNvSpPr/>
              <p:nvPr/>
            </p:nvSpPr>
            <p:spPr>
              <a:xfrm>
                <a:off x="376191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0" name="ph6865">
                <a:extLst>
                  <a:ext uri="{FF2B5EF4-FFF2-40B4-BE49-F238E27FC236}">
                    <a16:creationId xmlns:a16="http://schemas.microsoft.com/office/drawing/2014/main" id="{46C1C65A-9A21-42DC-1BC7-31D952806CD5}"/>
                  </a:ext>
                </a:extLst>
              </p:cNvPr>
              <p:cNvSpPr/>
              <p:nvPr/>
            </p:nvSpPr>
            <p:spPr>
              <a:xfrm>
                <a:off x="3771355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1" name="ph6866">
                <a:extLst>
                  <a:ext uri="{FF2B5EF4-FFF2-40B4-BE49-F238E27FC236}">
                    <a16:creationId xmlns:a16="http://schemas.microsoft.com/office/drawing/2014/main" id="{F3389494-FB09-05FC-A96D-5B90F94D19B4}"/>
                  </a:ext>
                </a:extLst>
              </p:cNvPr>
              <p:cNvSpPr/>
              <p:nvPr/>
            </p:nvSpPr>
            <p:spPr>
              <a:xfrm>
                <a:off x="3780796" y="127173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2" name="ph6867">
                <a:extLst>
                  <a:ext uri="{FF2B5EF4-FFF2-40B4-BE49-F238E27FC236}">
                    <a16:creationId xmlns:a16="http://schemas.microsoft.com/office/drawing/2014/main" id="{F5234ED0-AC24-501D-A258-B727E1834665}"/>
                  </a:ext>
                </a:extLst>
              </p:cNvPr>
              <p:cNvSpPr/>
              <p:nvPr/>
            </p:nvSpPr>
            <p:spPr>
              <a:xfrm>
                <a:off x="3790236" y="1289302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1027"/>
                    </a:lnTo>
                    <a:lnTo>
                      <a:pt x="922897" y="912220"/>
                    </a:lnTo>
                    <a:lnTo>
                      <a:pt x="920969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3" name="ph6868">
                <a:extLst>
                  <a:ext uri="{FF2B5EF4-FFF2-40B4-BE49-F238E27FC236}">
                    <a16:creationId xmlns:a16="http://schemas.microsoft.com/office/drawing/2014/main" id="{E3D9F4D5-73D2-4969-AF29-AAE545B6F1D1}"/>
                  </a:ext>
                </a:extLst>
              </p:cNvPr>
              <p:cNvSpPr/>
              <p:nvPr/>
            </p:nvSpPr>
            <p:spPr>
              <a:xfrm>
                <a:off x="3799676" y="1271733"/>
                <a:ext cx="923840" cy="92859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597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15694"/>
                    </a:lnTo>
                    <a:lnTo>
                      <a:pt x="922972" y="917057"/>
                    </a:lnTo>
                    <a:lnTo>
                      <a:pt x="918303" y="923653"/>
                    </a:lnTo>
                    <a:lnTo>
                      <a:pt x="914400" y="928597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4" name="ph6869">
                <a:extLst>
                  <a:ext uri="{FF2B5EF4-FFF2-40B4-BE49-F238E27FC236}">
                    <a16:creationId xmlns:a16="http://schemas.microsoft.com/office/drawing/2014/main" id="{A8CF2C94-7B68-C693-5C83-ED9C45B268EA}"/>
                  </a:ext>
                </a:extLst>
              </p:cNvPr>
              <p:cNvSpPr/>
              <p:nvPr/>
            </p:nvSpPr>
            <p:spPr>
              <a:xfrm>
                <a:off x="3809116" y="1271733"/>
                <a:ext cx="915223" cy="915694"/>
              </a:xfrm>
              <a:custGeom>
                <a:avLst/>
                <a:gdLst/>
                <a:ahLst/>
                <a:cxnLst/>
                <a:rect l="0" t="0" r="0" b="0"/>
                <a:pathLst>
                  <a:path w="915223" h="915694">
                    <a:moveTo>
                      <a:pt x="914400" y="914400"/>
                    </a:moveTo>
                    <a:lnTo>
                      <a:pt x="915223" y="914400"/>
                    </a:lnTo>
                    <a:lnTo>
                      <a:pt x="914400" y="915694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5" name="ph6870">
                <a:extLst>
                  <a:ext uri="{FF2B5EF4-FFF2-40B4-BE49-F238E27FC236}">
                    <a16:creationId xmlns:a16="http://schemas.microsoft.com/office/drawing/2014/main" id="{E8AEE210-C942-FD35-D020-59FCC4587E1D}"/>
                  </a:ext>
                </a:extLst>
              </p:cNvPr>
              <p:cNvSpPr/>
              <p:nvPr/>
            </p:nvSpPr>
            <p:spPr>
              <a:xfrm>
                <a:off x="2034351" y="1254163"/>
                <a:ext cx="914400" cy="92869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692">
                    <a:moveTo>
                      <a:pt x="914400" y="914400"/>
                    </a:moveTo>
                    <a:lnTo>
                      <a:pt x="914400" y="928692"/>
                    </a:lnTo>
                    <a:lnTo>
                      <a:pt x="913248" y="923782"/>
                    </a:lnTo>
                    <a:lnTo>
                      <a:pt x="911355" y="914400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6" name="ph6871">
                <a:extLst>
                  <a:ext uri="{FF2B5EF4-FFF2-40B4-BE49-F238E27FC236}">
                    <a16:creationId xmlns:a16="http://schemas.microsoft.com/office/drawing/2014/main" id="{244DD9C4-F3F5-AAAF-B63C-24C482561FE1}"/>
                  </a:ext>
                </a:extLst>
              </p:cNvPr>
              <p:cNvSpPr/>
              <p:nvPr/>
            </p:nvSpPr>
            <p:spPr>
              <a:xfrm>
                <a:off x="203435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168" y="931969"/>
                    </a:lnTo>
                    <a:lnTo>
                      <a:pt x="914400" y="928692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7" name="ph6872">
                <a:extLst>
                  <a:ext uri="{FF2B5EF4-FFF2-40B4-BE49-F238E27FC236}">
                    <a16:creationId xmlns:a16="http://schemas.microsoft.com/office/drawing/2014/main" id="{B247310B-276F-A025-EB10-A4D4015C13DB}"/>
                  </a:ext>
                </a:extLst>
              </p:cNvPr>
              <p:cNvSpPr/>
              <p:nvPr/>
            </p:nvSpPr>
            <p:spPr>
              <a:xfrm>
                <a:off x="204379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8" name="ph6873">
                <a:extLst>
                  <a:ext uri="{FF2B5EF4-FFF2-40B4-BE49-F238E27FC236}">
                    <a16:creationId xmlns:a16="http://schemas.microsoft.com/office/drawing/2014/main" id="{208733D5-1897-74BA-A601-0D90D96FD6A0}"/>
                  </a:ext>
                </a:extLst>
              </p:cNvPr>
              <p:cNvSpPr/>
              <p:nvPr/>
            </p:nvSpPr>
            <p:spPr>
              <a:xfrm>
                <a:off x="205323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9" name="ph6874">
                <a:extLst>
                  <a:ext uri="{FF2B5EF4-FFF2-40B4-BE49-F238E27FC236}">
                    <a16:creationId xmlns:a16="http://schemas.microsoft.com/office/drawing/2014/main" id="{A6168DAA-085B-5D97-A1E5-A71CFDDA7963}"/>
                  </a:ext>
                </a:extLst>
              </p:cNvPr>
              <p:cNvSpPr/>
              <p:nvPr/>
            </p:nvSpPr>
            <p:spPr>
              <a:xfrm>
                <a:off x="206267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0" name="ph6875">
                <a:extLst>
                  <a:ext uri="{FF2B5EF4-FFF2-40B4-BE49-F238E27FC236}">
                    <a16:creationId xmlns:a16="http://schemas.microsoft.com/office/drawing/2014/main" id="{8DD0E350-A15F-DA05-FFD3-0EF47F8A1568}"/>
                  </a:ext>
                </a:extLst>
              </p:cNvPr>
              <p:cNvSpPr/>
              <p:nvPr/>
            </p:nvSpPr>
            <p:spPr>
              <a:xfrm>
                <a:off x="207211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1" name="ph6876">
                <a:extLst>
                  <a:ext uri="{FF2B5EF4-FFF2-40B4-BE49-F238E27FC236}">
                    <a16:creationId xmlns:a16="http://schemas.microsoft.com/office/drawing/2014/main" id="{F6B7BB8D-FE91-8C9A-C048-6D371D549D19}"/>
                  </a:ext>
                </a:extLst>
              </p:cNvPr>
              <p:cNvSpPr/>
              <p:nvPr/>
            </p:nvSpPr>
            <p:spPr>
              <a:xfrm>
                <a:off x="208155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2" name="ph6877">
                <a:extLst>
                  <a:ext uri="{FF2B5EF4-FFF2-40B4-BE49-F238E27FC236}">
                    <a16:creationId xmlns:a16="http://schemas.microsoft.com/office/drawing/2014/main" id="{511AFB6B-45AA-7438-8408-997C5A58F827}"/>
                  </a:ext>
                </a:extLst>
              </p:cNvPr>
              <p:cNvSpPr/>
              <p:nvPr/>
            </p:nvSpPr>
            <p:spPr>
              <a:xfrm>
                <a:off x="209099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3" name="ph6878">
                <a:extLst>
                  <a:ext uri="{FF2B5EF4-FFF2-40B4-BE49-F238E27FC236}">
                    <a16:creationId xmlns:a16="http://schemas.microsoft.com/office/drawing/2014/main" id="{F892E0EF-377F-3DE8-1D0E-0B37A91B977C}"/>
                  </a:ext>
                </a:extLst>
              </p:cNvPr>
              <p:cNvSpPr/>
              <p:nvPr/>
            </p:nvSpPr>
            <p:spPr>
              <a:xfrm>
                <a:off x="210043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4" name="ph6879">
                <a:extLst>
                  <a:ext uri="{FF2B5EF4-FFF2-40B4-BE49-F238E27FC236}">
                    <a16:creationId xmlns:a16="http://schemas.microsoft.com/office/drawing/2014/main" id="{C4F6CCFC-4466-268A-64DA-6A7E7B6ECE19}"/>
                  </a:ext>
                </a:extLst>
              </p:cNvPr>
              <p:cNvSpPr/>
              <p:nvPr/>
            </p:nvSpPr>
            <p:spPr>
              <a:xfrm>
                <a:off x="210987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5" name="ph6880">
                <a:extLst>
                  <a:ext uri="{FF2B5EF4-FFF2-40B4-BE49-F238E27FC236}">
                    <a16:creationId xmlns:a16="http://schemas.microsoft.com/office/drawing/2014/main" id="{CDF09835-0FA9-56C0-9707-3A901D18731B}"/>
                  </a:ext>
                </a:extLst>
              </p:cNvPr>
              <p:cNvSpPr/>
              <p:nvPr/>
            </p:nvSpPr>
            <p:spPr>
              <a:xfrm>
                <a:off x="211931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6" name="ph6881">
                <a:extLst>
                  <a:ext uri="{FF2B5EF4-FFF2-40B4-BE49-F238E27FC236}">
                    <a16:creationId xmlns:a16="http://schemas.microsoft.com/office/drawing/2014/main" id="{A3254A08-77B0-0898-D2A9-AEBDBF65EDD8}"/>
                  </a:ext>
                </a:extLst>
              </p:cNvPr>
              <p:cNvSpPr/>
              <p:nvPr/>
            </p:nvSpPr>
            <p:spPr>
              <a:xfrm>
                <a:off x="212875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7" name="ph6882">
                <a:extLst>
                  <a:ext uri="{FF2B5EF4-FFF2-40B4-BE49-F238E27FC236}">
                    <a16:creationId xmlns:a16="http://schemas.microsoft.com/office/drawing/2014/main" id="{B1CED7E9-8AE7-2EDC-DCC8-F80C45C01D78}"/>
                  </a:ext>
                </a:extLst>
              </p:cNvPr>
              <p:cNvSpPr/>
              <p:nvPr/>
            </p:nvSpPr>
            <p:spPr>
              <a:xfrm>
                <a:off x="213819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8" name="ph6883">
                <a:extLst>
                  <a:ext uri="{FF2B5EF4-FFF2-40B4-BE49-F238E27FC236}">
                    <a16:creationId xmlns:a16="http://schemas.microsoft.com/office/drawing/2014/main" id="{761F8B53-0F24-044A-5006-DE048ECDF2D0}"/>
                  </a:ext>
                </a:extLst>
              </p:cNvPr>
              <p:cNvSpPr/>
              <p:nvPr/>
            </p:nvSpPr>
            <p:spPr>
              <a:xfrm>
                <a:off x="214763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9" name="ph6884">
                <a:extLst>
                  <a:ext uri="{FF2B5EF4-FFF2-40B4-BE49-F238E27FC236}">
                    <a16:creationId xmlns:a16="http://schemas.microsoft.com/office/drawing/2014/main" id="{15B4BE57-D390-642C-4988-6EC114141286}"/>
                  </a:ext>
                </a:extLst>
              </p:cNvPr>
              <p:cNvSpPr/>
              <p:nvPr/>
            </p:nvSpPr>
            <p:spPr>
              <a:xfrm>
                <a:off x="215707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0" name="ph6885">
                <a:extLst>
                  <a:ext uri="{FF2B5EF4-FFF2-40B4-BE49-F238E27FC236}">
                    <a16:creationId xmlns:a16="http://schemas.microsoft.com/office/drawing/2014/main" id="{93FD625E-8EF1-05C5-C06D-5B77C32C787C}"/>
                  </a:ext>
                </a:extLst>
              </p:cNvPr>
              <p:cNvSpPr/>
              <p:nvPr/>
            </p:nvSpPr>
            <p:spPr>
              <a:xfrm>
                <a:off x="216651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1" name="ph6886">
                <a:extLst>
                  <a:ext uri="{FF2B5EF4-FFF2-40B4-BE49-F238E27FC236}">
                    <a16:creationId xmlns:a16="http://schemas.microsoft.com/office/drawing/2014/main" id="{4F6751A2-1CFB-B290-9FC9-28FEEC55A200}"/>
                  </a:ext>
                </a:extLst>
              </p:cNvPr>
              <p:cNvSpPr/>
              <p:nvPr/>
            </p:nvSpPr>
            <p:spPr>
              <a:xfrm>
                <a:off x="217595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2" name="ph6887">
                <a:extLst>
                  <a:ext uri="{FF2B5EF4-FFF2-40B4-BE49-F238E27FC236}">
                    <a16:creationId xmlns:a16="http://schemas.microsoft.com/office/drawing/2014/main" id="{104C5B8E-E99F-E63C-7800-63BB47731E26}"/>
                  </a:ext>
                </a:extLst>
              </p:cNvPr>
              <p:cNvSpPr/>
              <p:nvPr/>
            </p:nvSpPr>
            <p:spPr>
              <a:xfrm>
                <a:off x="218539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3" name="ph6888">
                <a:extLst>
                  <a:ext uri="{FF2B5EF4-FFF2-40B4-BE49-F238E27FC236}">
                    <a16:creationId xmlns:a16="http://schemas.microsoft.com/office/drawing/2014/main" id="{98E3B8B6-58DC-0923-26F4-423136AE911D}"/>
                  </a:ext>
                </a:extLst>
              </p:cNvPr>
              <p:cNvSpPr/>
              <p:nvPr/>
            </p:nvSpPr>
            <p:spPr>
              <a:xfrm>
                <a:off x="219483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4" name="ph6889">
                <a:extLst>
                  <a:ext uri="{FF2B5EF4-FFF2-40B4-BE49-F238E27FC236}">
                    <a16:creationId xmlns:a16="http://schemas.microsoft.com/office/drawing/2014/main" id="{1FDF170A-55BD-2782-48F4-2766E5FD14ED}"/>
                  </a:ext>
                </a:extLst>
              </p:cNvPr>
              <p:cNvSpPr/>
              <p:nvPr/>
            </p:nvSpPr>
            <p:spPr>
              <a:xfrm>
                <a:off x="220427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5" name="ph6890">
                <a:extLst>
                  <a:ext uri="{FF2B5EF4-FFF2-40B4-BE49-F238E27FC236}">
                    <a16:creationId xmlns:a16="http://schemas.microsoft.com/office/drawing/2014/main" id="{511D0C3D-74EB-2608-F498-6AF8A3145541}"/>
                  </a:ext>
                </a:extLst>
              </p:cNvPr>
              <p:cNvSpPr/>
              <p:nvPr/>
            </p:nvSpPr>
            <p:spPr>
              <a:xfrm>
                <a:off x="221371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6" name="ph6891">
                <a:extLst>
                  <a:ext uri="{FF2B5EF4-FFF2-40B4-BE49-F238E27FC236}">
                    <a16:creationId xmlns:a16="http://schemas.microsoft.com/office/drawing/2014/main" id="{12E820F3-247C-4100-5653-8353C503D587}"/>
                  </a:ext>
                </a:extLst>
              </p:cNvPr>
              <p:cNvSpPr/>
              <p:nvPr/>
            </p:nvSpPr>
            <p:spPr>
              <a:xfrm>
                <a:off x="222315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7" name="ph6892">
                <a:extLst>
                  <a:ext uri="{FF2B5EF4-FFF2-40B4-BE49-F238E27FC236}">
                    <a16:creationId xmlns:a16="http://schemas.microsoft.com/office/drawing/2014/main" id="{32ACD22F-90C2-795B-FA61-0CB5E3DD1A08}"/>
                  </a:ext>
                </a:extLst>
              </p:cNvPr>
              <p:cNvSpPr/>
              <p:nvPr/>
            </p:nvSpPr>
            <p:spPr>
              <a:xfrm>
                <a:off x="223259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8" name="ph6893">
                <a:extLst>
                  <a:ext uri="{FF2B5EF4-FFF2-40B4-BE49-F238E27FC236}">
                    <a16:creationId xmlns:a16="http://schemas.microsoft.com/office/drawing/2014/main" id="{AA0AA634-C1C6-EA15-E3A0-6A1927B85E1F}"/>
                  </a:ext>
                </a:extLst>
              </p:cNvPr>
              <p:cNvSpPr/>
              <p:nvPr/>
            </p:nvSpPr>
            <p:spPr>
              <a:xfrm>
                <a:off x="224203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9" name="ph6894">
                <a:extLst>
                  <a:ext uri="{FF2B5EF4-FFF2-40B4-BE49-F238E27FC236}">
                    <a16:creationId xmlns:a16="http://schemas.microsoft.com/office/drawing/2014/main" id="{09CA3BD3-E3A0-9CCB-0364-50F45F38BD34}"/>
                  </a:ext>
                </a:extLst>
              </p:cNvPr>
              <p:cNvSpPr/>
              <p:nvPr/>
            </p:nvSpPr>
            <p:spPr>
              <a:xfrm>
                <a:off x="225147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0" name="ph6895">
                <a:extLst>
                  <a:ext uri="{FF2B5EF4-FFF2-40B4-BE49-F238E27FC236}">
                    <a16:creationId xmlns:a16="http://schemas.microsoft.com/office/drawing/2014/main" id="{A1DD785D-4A6B-02CA-7DD2-D16362E09504}"/>
                  </a:ext>
                </a:extLst>
              </p:cNvPr>
              <p:cNvSpPr/>
              <p:nvPr/>
            </p:nvSpPr>
            <p:spPr>
              <a:xfrm>
                <a:off x="226091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2AA">
                  <a:alpha val="100000"/>
                </a:srgbClr>
              </a:solidFill>
              <a:ln w="5420" cap="flat">
                <a:solidFill>
                  <a:srgbClr val="FFF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1" name="ph6896">
                <a:extLst>
                  <a:ext uri="{FF2B5EF4-FFF2-40B4-BE49-F238E27FC236}">
                    <a16:creationId xmlns:a16="http://schemas.microsoft.com/office/drawing/2014/main" id="{C0F84AAF-0285-B832-D868-5CF4EC099E9B}"/>
                  </a:ext>
                </a:extLst>
              </p:cNvPr>
              <p:cNvSpPr/>
              <p:nvPr/>
            </p:nvSpPr>
            <p:spPr>
              <a:xfrm>
                <a:off x="227035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A">
                  <a:alpha val="100000"/>
                </a:srgbClr>
              </a:solidFill>
              <a:ln w="5420" cap="flat">
                <a:solidFill>
                  <a:srgbClr val="FFF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2" name="ph6897">
                <a:extLst>
                  <a:ext uri="{FF2B5EF4-FFF2-40B4-BE49-F238E27FC236}">
                    <a16:creationId xmlns:a16="http://schemas.microsoft.com/office/drawing/2014/main" id="{22F5B92E-7CFE-2D43-3E07-D63A0F4BCEB9}"/>
                  </a:ext>
                </a:extLst>
              </p:cNvPr>
              <p:cNvSpPr/>
              <p:nvPr/>
            </p:nvSpPr>
            <p:spPr>
              <a:xfrm>
                <a:off x="227979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3" name="ph6898">
                <a:extLst>
                  <a:ext uri="{FF2B5EF4-FFF2-40B4-BE49-F238E27FC236}">
                    <a16:creationId xmlns:a16="http://schemas.microsoft.com/office/drawing/2014/main" id="{17BE2F43-D245-7264-8F39-FB135405331F}"/>
                  </a:ext>
                </a:extLst>
              </p:cNvPr>
              <p:cNvSpPr/>
              <p:nvPr/>
            </p:nvSpPr>
            <p:spPr>
              <a:xfrm>
                <a:off x="228923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3AB">
                  <a:alpha val="100000"/>
                </a:srgbClr>
              </a:solidFill>
              <a:ln w="5420" cap="flat">
                <a:solidFill>
                  <a:srgbClr val="FFF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4" name="ph6899">
                <a:extLst>
                  <a:ext uri="{FF2B5EF4-FFF2-40B4-BE49-F238E27FC236}">
                    <a16:creationId xmlns:a16="http://schemas.microsoft.com/office/drawing/2014/main" id="{548C075C-D84E-6FBF-662D-90CEB46BA1F2}"/>
                  </a:ext>
                </a:extLst>
              </p:cNvPr>
              <p:cNvSpPr/>
              <p:nvPr/>
            </p:nvSpPr>
            <p:spPr>
              <a:xfrm>
                <a:off x="229867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C">
                  <a:alpha val="100000"/>
                </a:srgbClr>
              </a:solidFill>
              <a:ln w="5420" cap="flat">
                <a:solidFill>
                  <a:srgbClr val="FFF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5" name="ph6900">
                <a:extLst>
                  <a:ext uri="{FF2B5EF4-FFF2-40B4-BE49-F238E27FC236}">
                    <a16:creationId xmlns:a16="http://schemas.microsoft.com/office/drawing/2014/main" id="{0B8446BB-6686-9CF8-89E1-0E392E532BC9}"/>
                  </a:ext>
                </a:extLst>
              </p:cNvPr>
              <p:cNvSpPr/>
              <p:nvPr/>
            </p:nvSpPr>
            <p:spPr>
              <a:xfrm>
                <a:off x="230811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6" name="ph6901">
                <a:extLst>
                  <a:ext uri="{FF2B5EF4-FFF2-40B4-BE49-F238E27FC236}">
                    <a16:creationId xmlns:a16="http://schemas.microsoft.com/office/drawing/2014/main" id="{4A71BD4D-9A98-3D07-9B0B-42BF9D7F51E1}"/>
                  </a:ext>
                </a:extLst>
              </p:cNvPr>
              <p:cNvSpPr/>
              <p:nvPr/>
            </p:nvSpPr>
            <p:spPr>
              <a:xfrm>
                <a:off x="231755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7" name="ph6902">
                <a:extLst>
                  <a:ext uri="{FF2B5EF4-FFF2-40B4-BE49-F238E27FC236}">
                    <a16:creationId xmlns:a16="http://schemas.microsoft.com/office/drawing/2014/main" id="{D46240D7-1E5B-21D2-B013-420C3663F9FA}"/>
                  </a:ext>
                </a:extLst>
              </p:cNvPr>
              <p:cNvSpPr/>
              <p:nvPr/>
            </p:nvSpPr>
            <p:spPr>
              <a:xfrm>
                <a:off x="232699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8" name="ph6903">
                <a:extLst>
                  <a:ext uri="{FF2B5EF4-FFF2-40B4-BE49-F238E27FC236}">
                    <a16:creationId xmlns:a16="http://schemas.microsoft.com/office/drawing/2014/main" id="{E85F24DF-D142-BDBF-67F5-3A06F0B0390F}"/>
                  </a:ext>
                </a:extLst>
              </p:cNvPr>
              <p:cNvSpPr/>
              <p:nvPr/>
            </p:nvSpPr>
            <p:spPr>
              <a:xfrm>
                <a:off x="233643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9" name="ph6904">
                <a:extLst>
                  <a:ext uri="{FF2B5EF4-FFF2-40B4-BE49-F238E27FC236}">
                    <a16:creationId xmlns:a16="http://schemas.microsoft.com/office/drawing/2014/main" id="{EB4EE94D-262F-8999-5ECA-079F56562DA4}"/>
                  </a:ext>
                </a:extLst>
              </p:cNvPr>
              <p:cNvSpPr/>
              <p:nvPr/>
            </p:nvSpPr>
            <p:spPr>
              <a:xfrm>
                <a:off x="234587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0" name="ph6905">
                <a:extLst>
                  <a:ext uri="{FF2B5EF4-FFF2-40B4-BE49-F238E27FC236}">
                    <a16:creationId xmlns:a16="http://schemas.microsoft.com/office/drawing/2014/main" id="{4EEC4DC6-0C59-5633-BD62-00565FD717FC}"/>
                  </a:ext>
                </a:extLst>
              </p:cNvPr>
              <p:cNvSpPr/>
              <p:nvPr/>
            </p:nvSpPr>
            <p:spPr>
              <a:xfrm>
                <a:off x="235531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1" name="ph6906">
                <a:extLst>
                  <a:ext uri="{FF2B5EF4-FFF2-40B4-BE49-F238E27FC236}">
                    <a16:creationId xmlns:a16="http://schemas.microsoft.com/office/drawing/2014/main" id="{18991C88-76C9-BA5E-AD15-54E61772D21E}"/>
                  </a:ext>
                </a:extLst>
              </p:cNvPr>
              <p:cNvSpPr/>
              <p:nvPr/>
            </p:nvSpPr>
            <p:spPr>
              <a:xfrm>
                <a:off x="236476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2" name="ph6907">
                <a:extLst>
                  <a:ext uri="{FF2B5EF4-FFF2-40B4-BE49-F238E27FC236}">
                    <a16:creationId xmlns:a16="http://schemas.microsoft.com/office/drawing/2014/main" id="{53C5A8F4-4DE9-F1AE-07DD-2DF246F7A68F}"/>
                  </a:ext>
                </a:extLst>
              </p:cNvPr>
              <p:cNvSpPr/>
              <p:nvPr/>
            </p:nvSpPr>
            <p:spPr>
              <a:xfrm>
                <a:off x="237420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3" name="ph6908">
                <a:extLst>
                  <a:ext uri="{FF2B5EF4-FFF2-40B4-BE49-F238E27FC236}">
                    <a16:creationId xmlns:a16="http://schemas.microsoft.com/office/drawing/2014/main" id="{A890F4A3-3338-CDF4-F484-428201096509}"/>
                  </a:ext>
                </a:extLst>
              </p:cNvPr>
              <p:cNvSpPr/>
              <p:nvPr/>
            </p:nvSpPr>
            <p:spPr>
              <a:xfrm>
                <a:off x="238364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4" name="ph6909">
                <a:extLst>
                  <a:ext uri="{FF2B5EF4-FFF2-40B4-BE49-F238E27FC236}">
                    <a16:creationId xmlns:a16="http://schemas.microsoft.com/office/drawing/2014/main" id="{D88B954F-2A7A-795F-4039-18371592348F}"/>
                  </a:ext>
                </a:extLst>
              </p:cNvPr>
              <p:cNvSpPr/>
              <p:nvPr/>
            </p:nvSpPr>
            <p:spPr>
              <a:xfrm>
                <a:off x="239308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5" name="ph6910">
                <a:extLst>
                  <a:ext uri="{FF2B5EF4-FFF2-40B4-BE49-F238E27FC236}">
                    <a16:creationId xmlns:a16="http://schemas.microsoft.com/office/drawing/2014/main" id="{C314BFD0-A8B6-7AC7-179C-07E26917F7E2}"/>
                  </a:ext>
                </a:extLst>
              </p:cNvPr>
              <p:cNvSpPr/>
              <p:nvPr/>
            </p:nvSpPr>
            <p:spPr>
              <a:xfrm>
                <a:off x="2402521" y="1271733"/>
                <a:ext cx="9219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54" h="914400">
                    <a:moveTo>
                      <a:pt x="914399" y="914400"/>
                    </a:moveTo>
                    <a:lnTo>
                      <a:pt x="914399" y="896830"/>
                    </a:lnTo>
                    <a:lnTo>
                      <a:pt x="917536" y="896830"/>
                    </a:lnTo>
                    <a:lnTo>
                      <a:pt x="917603" y="897065"/>
                    </a:lnTo>
                    <a:lnTo>
                      <a:pt x="920251" y="907035"/>
                    </a:lnTo>
                    <a:lnTo>
                      <a:pt x="921954" y="914400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6" name="ph6911">
                <a:extLst>
                  <a:ext uri="{FF2B5EF4-FFF2-40B4-BE49-F238E27FC236}">
                    <a16:creationId xmlns:a16="http://schemas.microsoft.com/office/drawing/2014/main" id="{E19C3D04-F726-4CEB-990A-DBBE1EA578BC}"/>
                  </a:ext>
                </a:extLst>
              </p:cNvPr>
              <p:cNvSpPr/>
              <p:nvPr/>
            </p:nvSpPr>
            <p:spPr>
              <a:xfrm>
                <a:off x="3365425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60" y="914400"/>
                    </a:lnTo>
                    <a:lnTo>
                      <a:pt x="914400" y="911167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7" name="ph6912">
                <a:extLst>
                  <a:ext uri="{FF2B5EF4-FFF2-40B4-BE49-F238E27FC236}">
                    <a16:creationId xmlns:a16="http://schemas.microsoft.com/office/drawing/2014/main" id="{FE0ECC91-CAB2-4924-F241-89B5928EC46B}"/>
                  </a:ext>
                </a:extLst>
              </p:cNvPr>
              <p:cNvSpPr/>
              <p:nvPr/>
            </p:nvSpPr>
            <p:spPr>
              <a:xfrm>
                <a:off x="3374865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1167"/>
                    </a:lnTo>
                    <a:lnTo>
                      <a:pt x="914400" y="90611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8" name="ph6913">
                <a:extLst>
                  <a:ext uri="{FF2B5EF4-FFF2-40B4-BE49-F238E27FC236}">
                    <a16:creationId xmlns:a16="http://schemas.microsoft.com/office/drawing/2014/main" id="{A33D2BCF-DB95-99BF-9997-80278C119782}"/>
                  </a:ext>
                </a:extLst>
              </p:cNvPr>
              <p:cNvSpPr/>
              <p:nvPr/>
            </p:nvSpPr>
            <p:spPr>
              <a:xfrm>
                <a:off x="3384305" y="127173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114"/>
                    </a:lnTo>
                    <a:lnTo>
                      <a:pt x="911463" y="902620"/>
                    </a:lnTo>
                    <a:lnTo>
                      <a:pt x="911789" y="902187"/>
                    </a:lnTo>
                    <a:lnTo>
                      <a:pt x="912115" y="901755"/>
                    </a:lnTo>
                    <a:lnTo>
                      <a:pt x="912441" y="901322"/>
                    </a:lnTo>
                    <a:lnTo>
                      <a:pt x="912767" y="900889"/>
                    </a:lnTo>
                    <a:lnTo>
                      <a:pt x="913094" y="900457"/>
                    </a:lnTo>
                    <a:lnTo>
                      <a:pt x="913420" y="900024"/>
                    </a:lnTo>
                    <a:lnTo>
                      <a:pt x="913746" y="899592"/>
                    </a:lnTo>
                    <a:lnTo>
                      <a:pt x="914072" y="899159"/>
                    </a:lnTo>
                    <a:lnTo>
                      <a:pt x="914400" y="898725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9" name="ph6914">
                <a:extLst>
                  <a:ext uri="{FF2B5EF4-FFF2-40B4-BE49-F238E27FC236}">
                    <a16:creationId xmlns:a16="http://schemas.microsoft.com/office/drawing/2014/main" id="{8C344C1F-6B55-F56B-AC7C-15CD01034B10}"/>
                  </a:ext>
                </a:extLst>
              </p:cNvPr>
              <p:cNvSpPr/>
              <p:nvPr/>
            </p:nvSpPr>
            <p:spPr>
              <a:xfrm>
                <a:off x="3393746" y="125416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295"/>
                    </a:lnTo>
                    <a:lnTo>
                      <a:pt x="905285" y="915864"/>
                    </a:lnTo>
                    <a:lnTo>
                      <a:pt x="905611" y="915432"/>
                    </a:lnTo>
                    <a:lnTo>
                      <a:pt x="905937" y="914999"/>
                    </a:lnTo>
                    <a:lnTo>
                      <a:pt x="906264" y="914567"/>
                    </a:lnTo>
                    <a:lnTo>
                      <a:pt x="906390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0" name="ph6915">
                <a:extLst>
                  <a:ext uri="{FF2B5EF4-FFF2-40B4-BE49-F238E27FC236}">
                    <a16:creationId xmlns:a16="http://schemas.microsoft.com/office/drawing/2014/main" id="{79B96FF8-6665-50AB-E6AA-E60CBB077497}"/>
                  </a:ext>
                </a:extLst>
              </p:cNvPr>
              <p:cNvSpPr/>
              <p:nvPr/>
            </p:nvSpPr>
            <p:spPr>
              <a:xfrm>
                <a:off x="339374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1" name="ph6916">
                <a:extLst>
                  <a:ext uri="{FF2B5EF4-FFF2-40B4-BE49-F238E27FC236}">
                    <a16:creationId xmlns:a16="http://schemas.microsoft.com/office/drawing/2014/main" id="{0D54DAED-B438-8F8A-06B6-2EC90ECF2BD5}"/>
                  </a:ext>
                </a:extLst>
              </p:cNvPr>
              <p:cNvSpPr/>
              <p:nvPr/>
            </p:nvSpPr>
            <p:spPr>
              <a:xfrm>
                <a:off x="340318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2" name="ph6917">
                <a:extLst>
                  <a:ext uri="{FF2B5EF4-FFF2-40B4-BE49-F238E27FC236}">
                    <a16:creationId xmlns:a16="http://schemas.microsoft.com/office/drawing/2014/main" id="{8FAA0FFC-B65F-4BA3-FB94-5CA89812E970}"/>
                  </a:ext>
                </a:extLst>
              </p:cNvPr>
              <p:cNvSpPr/>
              <p:nvPr/>
            </p:nvSpPr>
            <p:spPr>
              <a:xfrm>
                <a:off x="341262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3" name="ph6918">
                <a:extLst>
                  <a:ext uri="{FF2B5EF4-FFF2-40B4-BE49-F238E27FC236}">
                    <a16:creationId xmlns:a16="http://schemas.microsoft.com/office/drawing/2014/main" id="{AE67DE3D-F7C3-9D40-4F5A-CC606EEF8EEA}"/>
                  </a:ext>
                </a:extLst>
              </p:cNvPr>
              <p:cNvSpPr/>
              <p:nvPr/>
            </p:nvSpPr>
            <p:spPr>
              <a:xfrm>
                <a:off x="342206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4" name="ph6919">
                <a:extLst>
                  <a:ext uri="{FF2B5EF4-FFF2-40B4-BE49-F238E27FC236}">
                    <a16:creationId xmlns:a16="http://schemas.microsoft.com/office/drawing/2014/main" id="{08B3967C-E7E9-9FE9-620C-0A843D7F6C99}"/>
                  </a:ext>
                </a:extLst>
              </p:cNvPr>
              <p:cNvSpPr/>
              <p:nvPr/>
            </p:nvSpPr>
            <p:spPr>
              <a:xfrm>
                <a:off x="343150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5" name="ph6920">
                <a:extLst>
                  <a:ext uri="{FF2B5EF4-FFF2-40B4-BE49-F238E27FC236}">
                    <a16:creationId xmlns:a16="http://schemas.microsoft.com/office/drawing/2014/main" id="{6C0F8C4D-4B49-4D7F-6424-34168602070A}"/>
                  </a:ext>
                </a:extLst>
              </p:cNvPr>
              <p:cNvSpPr/>
              <p:nvPr/>
            </p:nvSpPr>
            <p:spPr>
              <a:xfrm>
                <a:off x="344094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6" name="ph6921">
                <a:extLst>
                  <a:ext uri="{FF2B5EF4-FFF2-40B4-BE49-F238E27FC236}">
                    <a16:creationId xmlns:a16="http://schemas.microsoft.com/office/drawing/2014/main" id="{B0237501-4C87-20CD-BB0B-7EEFCE348361}"/>
                  </a:ext>
                </a:extLst>
              </p:cNvPr>
              <p:cNvSpPr/>
              <p:nvPr/>
            </p:nvSpPr>
            <p:spPr>
              <a:xfrm>
                <a:off x="345038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7" name="ph6922">
                <a:extLst>
                  <a:ext uri="{FF2B5EF4-FFF2-40B4-BE49-F238E27FC236}">
                    <a16:creationId xmlns:a16="http://schemas.microsoft.com/office/drawing/2014/main" id="{105CDBFB-4A87-0A11-0750-DA9F60A5EC87}"/>
                  </a:ext>
                </a:extLst>
              </p:cNvPr>
              <p:cNvSpPr/>
              <p:nvPr/>
            </p:nvSpPr>
            <p:spPr>
              <a:xfrm>
                <a:off x="3459827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8" name="ph6923">
                <a:extLst>
                  <a:ext uri="{FF2B5EF4-FFF2-40B4-BE49-F238E27FC236}">
                    <a16:creationId xmlns:a16="http://schemas.microsoft.com/office/drawing/2014/main" id="{934B5F48-23BE-324E-7A1C-26FEB1608B7C}"/>
                  </a:ext>
                </a:extLst>
              </p:cNvPr>
              <p:cNvSpPr/>
              <p:nvPr/>
            </p:nvSpPr>
            <p:spPr>
              <a:xfrm>
                <a:off x="346926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9" name="ph6924">
                <a:extLst>
                  <a:ext uri="{FF2B5EF4-FFF2-40B4-BE49-F238E27FC236}">
                    <a16:creationId xmlns:a16="http://schemas.microsoft.com/office/drawing/2014/main" id="{54522A99-8135-15FA-2C74-B2B00286AF64}"/>
                  </a:ext>
                </a:extLst>
              </p:cNvPr>
              <p:cNvSpPr/>
              <p:nvPr/>
            </p:nvSpPr>
            <p:spPr>
              <a:xfrm>
                <a:off x="347870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0" name="ph6925">
                <a:extLst>
                  <a:ext uri="{FF2B5EF4-FFF2-40B4-BE49-F238E27FC236}">
                    <a16:creationId xmlns:a16="http://schemas.microsoft.com/office/drawing/2014/main" id="{8C20BB8A-6053-A23C-0D1D-02894E6764EC}"/>
                  </a:ext>
                </a:extLst>
              </p:cNvPr>
              <p:cNvSpPr/>
              <p:nvPr/>
            </p:nvSpPr>
            <p:spPr>
              <a:xfrm>
                <a:off x="348814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1" name="ph6926">
                <a:extLst>
                  <a:ext uri="{FF2B5EF4-FFF2-40B4-BE49-F238E27FC236}">
                    <a16:creationId xmlns:a16="http://schemas.microsoft.com/office/drawing/2014/main" id="{1CF49898-42AE-2434-5A1E-6752CD63B798}"/>
                  </a:ext>
                </a:extLst>
              </p:cNvPr>
              <p:cNvSpPr/>
              <p:nvPr/>
            </p:nvSpPr>
            <p:spPr>
              <a:xfrm>
                <a:off x="3497588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2" name="ph6927">
                <a:extLst>
                  <a:ext uri="{FF2B5EF4-FFF2-40B4-BE49-F238E27FC236}">
                    <a16:creationId xmlns:a16="http://schemas.microsoft.com/office/drawing/2014/main" id="{15520B4B-3603-C3FD-7E76-574B997F705B}"/>
                  </a:ext>
                </a:extLst>
              </p:cNvPr>
              <p:cNvSpPr/>
              <p:nvPr/>
            </p:nvSpPr>
            <p:spPr>
              <a:xfrm>
                <a:off x="350702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3" name="ph6928">
                <a:extLst>
                  <a:ext uri="{FF2B5EF4-FFF2-40B4-BE49-F238E27FC236}">
                    <a16:creationId xmlns:a16="http://schemas.microsoft.com/office/drawing/2014/main" id="{E2E4B90A-9B72-79BC-835F-D3E4D718DE85}"/>
                  </a:ext>
                </a:extLst>
              </p:cNvPr>
              <p:cNvSpPr/>
              <p:nvPr/>
            </p:nvSpPr>
            <p:spPr>
              <a:xfrm>
                <a:off x="351646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4" name="ph6929">
                <a:extLst>
                  <a:ext uri="{FF2B5EF4-FFF2-40B4-BE49-F238E27FC236}">
                    <a16:creationId xmlns:a16="http://schemas.microsoft.com/office/drawing/2014/main" id="{19A431BF-B677-58CD-6EE2-E073A8067E2D}"/>
                  </a:ext>
                </a:extLst>
              </p:cNvPr>
              <p:cNvSpPr/>
              <p:nvPr/>
            </p:nvSpPr>
            <p:spPr>
              <a:xfrm>
                <a:off x="352590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5" name="ph6930">
                <a:extLst>
                  <a:ext uri="{FF2B5EF4-FFF2-40B4-BE49-F238E27FC236}">
                    <a16:creationId xmlns:a16="http://schemas.microsoft.com/office/drawing/2014/main" id="{67F15433-4F3C-E9A7-7CC6-659ADA92C4F9}"/>
                  </a:ext>
                </a:extLst>
              </p:cNvPr>
              <p:cNvSpPr/>
              <p:nvPr/>
            </p:nvSpPr>
            <p:spPr>
              <a:xfrm>
                <a:off x="3535349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6" name="ph6931">
                <a:extLst>
                  <a:ext uri="{FF2B5EF4-FFF2-40B4-BE49-F238E27FC236}">
                    <a16:creationId xmlns:a16="http://schemas.microsoft.com/office/drawing/2014/main" id="{E239564F-8E80-91BF-61CB-37205B63A0FB}"/>
                  </a:ext>
                </a:extLst>
              </p:cNvPr>
              <p:cNvSpPr/>
              <p:nvPr/>
            </p:nvSpPr>
            <p:spPr>
              <a:xfrm>
                <a:off x="354479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7" name="ph6932">
                <a:extLst>
                  <a:ext uri="{FF2B5EF4-FFF2-40B4-BE49-F238E27FC236}">
                    <a16:creationId xmlns:a16="http://schemas.microsoft.com/office/drawing/2014/main" id="{B5227E36-22D7-FC44-09F0-8C2F1FCF5BD7}"/>
                  </a:ext>
                </a:extLst>
              </p:cNvPr>
              <p:cNvSpPr/>
              <p:nvPr/>
            </p:nvSpPr>
            <p:spPr>
              <a:xfrm>
                <a:off x="355423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8" name="ph6933">
                <a:extLst>
                  <a:ext uri="{FF2B5EF4-FFF2-40B4-BE49-F238E27FC236}">
                    <a16:creationId xmlns:a16="http://schemas.microsoft.com/office/drawing/2014/main" id="{8DE7A79F-F6FE-AF4F-3A0C-8FDF067B96A7}"/>
                  </a:ext>
                </a:extLst>
              </p:cNvPr>
              <p:cNvSpPr/>
              <p:nvPr/>
            </p:nvSpPr>
            <p:spPr>
              <a:xfrm>
                <a:off x="356367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9" name="ph6934">
                <a:extLst>
                  <a:ext uri="{FF2B5EF4-FFF2-40B4-BE49-F238E27FC236}">
                    <a16:creationId xmlns:a16="http://schemas.microsoft.com/office/drawing/2014/main" id="{8DBE7F5E-0A53-8B9D-D7C3-703F2DB7300A}"/>
                  </a:ext>
                </a:extLst>
              </p:cNvPr>
              <p:cNvSpPr/>
              <p:nvPr/>
            </p:nvSpPr>
            <p:spPr>
              <a:xfrm>
                <a:off x="357311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0" name="ph6935">
                <a:extLst>
                  <a:ext uri="{FF2B5EF4-FFF2-40B4-BE49-F238E27FC236}">
                    <a16:creationId xmlns:a16="http://schemas.microsoft.com/office/drawing/2014/main" id="{8CB01BA7-D677-B34D-EEC1-799C0F536120}"/>
                  </a:ext>
                </a:extLst>
              </p:cNvPr>
              <p:cNvSpPr/>
              <p:nvPr/>
            </p:nvSpPr>
            <p:spPr>
              <a:xfrm>
                <a:off x="3582550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1" name="ph6936">
                <a:extLst>
                  <a:ext uri="{FF2B5EF4-FFF2-40B4-BE49-F238E27FC236}">
                    <a16:creationId xmlns:a16="http://schemas.microsoft.com/office/drawing/2014/main" id="{3ED41514-B1C4-4EBF-347C-73AB82777CEF}"/>
                  </a:ext>
                </a:extLst>
              </p:cNvPr>
              <p:cNvSpPr/>
              <p:nvPr/>
            </p:nvSpPr>
            <p:spPr>
              <a:xfrm>
                <a:off x="359199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2" name="ph6937">
                <a:extLst>
                  <a:ext uri="{FF2B5EF4-FFF2-40B4-BE49-F238E27FC236}">
                    <a16:creationId xmlns:a16="http://schemas.microsoft.com/office/drawing/2014/main" id="{D5710F47-C9BA-CA4A-1568-048EED3D22FE}"/>
                  </a:ext>
                </a:extLst>
              </p:cNvPr>
              <p:cNvSpPr/>
              <p:nvPr/>
            </p:nvSpPr>
            <p:spPr>
              <a:xfrm>
                <a:off x="360143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3" name="ph6938">
                <a:extLst>
                  <a:ext uri="{FF2B5EF4-FFF2-40B4-BE49-F238E27FC236}">
                    <a16:creationId xmlns:a16="http://schemas.microsoft.com/office/drawing/2014/main" id="{2DABFFFA-B330-8C6C-0244-23F09BCC4C58}"/>
                  </a:ext>
                </a:extLst>
              </p:cNvPr>
              <p:cNvSpPr/>
              <p:nvPr/>
            </p:nvSpPr>
            <p:spPr>
              <a:xfrm>
                <a:off x="361087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4" name="ph6939">
                <a:extLst>
                  <a:ext uri="{FF2B5EF4-FFF2-40B4-BE49-F238E27FC236}">
                    <a16:creationId xmlns:a16="http://schemas.microsoft.com/office/drawing/2014/main" id="{E858E26F-02B9-C61B-AB8B-0CBC0A621879}"/>
                  </a:ext>
                </a:extLst>
              </p:cNvPr>
              <p:cNvSpPr/>
              <p:nvPr/>
            </p:nvSpPr>
            <p:spPr>
              <a:xfrm>
                <a:off x="3620311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5" name="ph6940">
                <a:extLst>
                  <a:ext uri="{FF2B5EF4-FFF2-40B4-BE49-F238E27FC236}">
                    <a16:creationId xmlns:a16="http://schemas.microsoft.com/office/drawing/2014/main" id="{866AA1ED-9A83-C626-0C30-ADF9B0A675F1}"/>
                  </a:ext>
                </a:extLst>
              </p:cNvPr>
              <p:cNvSpPr/>
              <p:nvPr/>
            </p:nvSpPr>
            <p:spPr>
              <a:xfrm>
                <a:off x="362975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6" name="ph6941">
                <a:extLst>
                  <a:ext uri="{FF2B5EF4-FFF2-40B4-BE49-F238E27FC236}">
                    <a16:creationId xmlns:a16="http://schemas.microsoft.com/office/drawing/2014/main" id="{22AEC3B6-F06E-EE3A-11BA-ED2808F1A893}"/>
                  </a:ext>
                </a:extLst>
              </p:cNvPr>
              <p:cNvSpPr/>
              <p:nvPr/>
            </p:nvSpPr>
            <p:spPr>
              <a:xfrm>
                <a:off x="363919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7" name="ph6942">
                <a:extLst>
                  <a:ext uri="{FF2B5EF4-FFF2-40B4-BE49-F238E27FC236}">
                    <a16:creationId xmlns:a16="http://schemas.microsoft.com/office/drawing/2014/main" id="{1A310B7A-F86A-9E0B-783E-BCE5C078348F}"/>
                  </a:ext>
                </a:extLst>
              </p:cNvPr>
              <p:cNvSpPr/>
              <p:nvPr/>
            </p:nvSpPr>
            <p:spPr>
              <a:xfrm>
                <a:off x="364863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8" name="ph6943">
                <a:extLst>
                  <a:ext uri="{FF2B5EF4-FFF2-40B4-BE49-F238E27FC236}">
                    <a16:creationId xmlns:a16="http://schemas.microsoft.com/office/drawing/2014/main" id="{D9A6CCAE-7B79-5E12-9DAF-3E2FD5D73561}"/>
                  </a:ext>
                </a:extLst>
              </p:cNvPr>
              <p:cNvSpPr/>
              <p:nvPr/>
            </p:nvSpPr>
            <p:spPr>
              <a:xfrm>
                <a:off x="3658072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9" name="ph6944">
                <a:extLst>
                  <a:ext uri="{FF2B5EF4-FFF2-40B4-BE49-F238E27FC236}">
                    <a16:creationId xmlns:a16="http://schemas.microsoft.com/office/drawing/2014/main" id="{F06FCFD9-9F3F-21FA-B27B-D086200BDEAC}"/>
                  </a:ext>
                </a:extLst>
              </p:cNvPr>
              <p:cNvSpPr/>
              <p:nvPr/>
            </p:nvSpPr>
            <p:spPr>
              <a:xfrm>
                <a:off x="366751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0" name="ph6945">
                <a:extLst>
                  <a:ext uri="{FF2B5EF4-FFF2-40B4-BE49-F238E27FC236}">
                    <a16:creationId xmlns:a16="http://schemas.microsoft.com/office/drawing/2014/main" id="{71FD5FD4-6EFC-848C-A268-8EADB689A0BB}"/>
                  </a:ext>
                </a:extLst>
              </p:cNvPr>
              <p:cNvSpPr/>
              <p:nvPr/>
            </p:nvSpPr>
            <p:spPr>
              <a:xfrm>
                <a:off x="367695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1" name="ph6946">
                <a:extLst>
                  <a:ext uri="{FF2B5EF4-FFF2-40B4-BE49-F238E27FC236}">
                    <a16:creationId xmlns:a16="http://schemas.microsoft.com/office/drawing/2014/main" id="{5C7B2952-D670-E685-DCCB-9812C39825F8}"/>
                  </a:ext>
                </a:extLst>
              </p:cNvPr>
              <p:cNvSpPr/>
              <p:nvPr/>
            </p:nvSpPr>
            <p:spPr>
              <a:xfrm>
                <a:off x="368639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2" name="ph6947">
                <a:extLst>
                  <a:ext uri="{FF2B5EF4-FFF2-40B4-BE49-F238E27FC236}">
                    <a16:creationId xmlns:a16="http://schemas.microsoft.com/office/drawing/2014/main" id="{A3D8CF07-4BF9-85A9-A827-1EFDB847B865}"/>
                  </a:ext>
                </a:extLst>
              </p:cNvPr>
              <p:cNvSpPr/>
              <p:nvPr/>
            </p:nvSpPr>
            <p:spPr>
              <a:xfrm>
                <a:off x="3695833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3" name="ph6948">
                <a:extLst>
                  <a:ext uri="{FF2B5EF4-FFF2-40B4-BE49-F238E27FC236}">
                    <a16:creationId xmlns:a16="http://schemas.microsoft.com/office/drawing/2014/main" id="{3CF74CAC-827A-944C-81D3-15F0D2F57436}"/>
                  </a:ext>
                </a:extLst>
              </p:cNvPr>
              <p:cNvSpPr/>
              <p:nvPr/>
            </p:nvSpPr>
            <p:spPr>
              <a:xfrm>
                <a:off x="370527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4" name="ph6949">
                <a:extLst>
                  <a:ext uri="{FF2B5EF4-FFF2-40B4-BE49-F238E27FC236}">
                    <a16:creationId xmlns:a16="http://schemas.microsoft.com/office/drawing/2014/main" id="{3EF7A4E7-3139-9F1B-E39F-EB13422EA1B3}"/>
                  </a:ext>
                </a:extLst>
              </p:cNvPr>
              <p:cNvSpPr/>
              <p:nvPr/>
            </p:nvSpPr>
            <p:spPr>
              <a:xfrm>
                <a:off x="371471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5" name="ph6950">
                <a:extLst>
                  <a:ext uri="{FF2B5EF4-FFF2-40B4-BE49-F238E27FC236}">
                    <a16:creationId xmlns:a16="http://schemas.microsoft.com/office/drawing/2014/main" id="{C9CDB91D-FB43-4934-DFB2-974D4AE21308}"/>
                  </a:ext>
                </a:extLst>
              </p:cNvPr>
              <p:cNvSpPr/>
              <p:nvPr/>
            </p:nvSpPr>
            <p:spPr>
              <a:xfrm>
                <a:off x="372415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6" name="ph6951">
                <a:extLst>
                  <a:ext uri="{FF2B5EF4-FFF2-40B4-BE49-F238E27FC236}">
                    <a16:creationId xmlns:a16="http://schemas.microsoft.com/office/drawing/2014/main" id="{D3EE9F2B-4B7A-99A8-E2DC-EE4D8F685C0D}"/>
                  </a:ext>
                </a:extLst>
              </p:cNvPr>
              <p:cNvSpPr/>
              <p:nvPr/>
            </p:nvSpPr>
            <p:spPr>
              <a:xfrm>
                <a:off x="3733594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7" name="ph6952">
                <a:extLst>
                  <a:ext uri="{FF2B5EF4-FFF2-40B4-BE49-F238E27FC236}">
                    <a16:creationId xmlns:a16="http://schemas.microsoft.com/office/drawing/2014/main" id="{09F471FD-C495-CB11-2CEF-BB1833EDB56F}"/>
                  </a:ext>
                </a:extLst>
              </p:cNvPr>
              <p:cNvSpPr/>
              <p:nvPr/>
            </p:nvSpPr>
            <p:spPr>
              <a:xfrm>
                <a:off x="374303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8" name="ph6953">
                <a:extLst>
                  <a:ext uri="{FF2B5EF4-FFF2-40B4-BE49-F238E27FC236}">
                    <a16:creationId xmlns:a16="http://schemas.microsoft.com/office/drawing/2014/main" id="{AA0A845F-1B05-C0B4-123B-60903FF773B0}"/>
                  </a:ext>
                </a:extLst>
              </p:cNvPr>
              <p:cNvSpPr/>
              <p:nvPr/>
            </p:nvSpPr>
            <p:spPr>
              <a:xfrm>
                <a:off x="375247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9" name="ph6954">
                <a:extLst>
                  <a:ext uri="{FF2B5EF4-FFF2-40B4-BE49-F238E27FC236}">
                    <a16:creationId xmlns:a16="http://schemas.microsoft.com/office/drawing/2014/main" id="{5FEFE6E1-8CD7-0F31-4257-09B20EF615AA}"/>
                  </a:ext>
                </a:extLst>
              </p:cNvPr>
              <p:cNvSpPr/>
              <p:nvPr/>
            </p:nvSpPr>
            <p:spPr>
              <a:xfrm>
                <a:off x="376191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0" name="ph6955">
                <a:extLst>
                  <a:ext uri="{FF2B5EF4-FFF2-40B4-BE49-F238E27FC236}">
                    <a16:creationId xmlns:a16="http://schemas.microsoft.com/office/drawing/2014/main" id="{073318EF-FAFB-73C0-530A-954243752D26}"/>
                  </a:ext>
                </a:extLst>
              </p:cNvPr>
              <p:cNvSpPr/>
              <p:nvPr/>
            </p:nvSpPr>
            <p:spPr>
              <a:xfrm>
                <a:off x="3771355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1" name="ph6956">
                <a:extLst>
                  <a:ext uri="{FF2B5EF4-FFF2-40B4-BE49-F238E27FC236}">
                    <a16:creationId xmlns:a16="http://schemas.microsoft.com/office/drawing/2014/main" id="{F642073D-7C10-BE26-8DBE-2AB0F0FEB6CD}"/>
                  </a:ext>
                </a:extLst>
              </p:cNvPr>
              <p:cNvSpPr/>
              <p:nvPr/>
            </p:nvSpPr>
            <p:spPr>
              <a:xfrm>
                <a:off x="378079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2" name="ph6957">
                <a:extLst>
                  <a:ext uri="{FF2B5EF4-FFF2-40B4-BE49-F238E27FC236}">
                    <a16:creationId xmlns:a16="http://schemas.microsoft.com/office/drawing/2014/main" id="{2748E585-DB26-5BE6-6768-27DA84B351F9}"/>
                  </a:ext>
                </a:extLst>
              </p:cNvPr>
              <p:cNvSpPr/>
              <p:nvPr/>
            </p:nvSpPr>
            <p:spPr>
              <a:xfrm>
                <a:off x="379023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3" name="ph6958">
                <a:extLst>
                  <a:ext uri="{FF2B5EF4-FFF2-40B4-BE49-F238E27FC236}">
                    <a16:creationId xmlns:a16="http://schemas.microsoft.com/office/drawing/2014/main" id="{E4CFE1A1-275F-CFA9-EAE4-8C82971773A0}"/>
                  </a:ext>
                </a:extLst>
              </p:cNvPr>
              <p:cNvSpPr/>
              <p:nvPr/>
            </p:nvSpPr>
            <p:spPr>
              <a:xfrm>
                <a:off x="3799676" y="125416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4" name="ph6959">
                <a:extLst>
                  <a:ext uri="{FF2B5EF4-FFF2-40B4-BE49-F238E27FC236}">
                    <a16:creationId xmlns:a16="http://schemas.microsoft.com/office/drawing/2014/main" id="{FD36411F-479E-64B3-8840-EA35D51761EC}"/>
                  </a:ext>
                </a:extLst>
              </p:cNvPr>
              <p:cNvSpPr/>
              <p:nvPr/>
            </p:nvSpPr>
            <p:spPr>
              <a:xfrm>
                <a:off x="3809116" y="127173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899563"/>
                    </a:lnTo>
                    <a:lnTo>
                      <a:pt x="922288" y="902563"/>
                    </a:lnTo>
                    <a:lnTo>
                      <a:pt x="918011" y="910021"/>
                    </a:lnTo>
                    <a:lnTo>
                      <a:pt x="915223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5" name="ph6960">
                <a:extLst>
                  <a:ext uri="{FF2B5EF4-FFF2-40B4-BE49-F238E27FC236}">
                    <a16:creationId xmlns:a16="http://schemas.microsoft.com/office/drawing/2014/main" id="{34C2B03E-6052-555D-17D1-57ADFED25F58}"/>
                  </a:ext>
                </a:extLst>
              </p:cNvPr>
              <p:cNvSpPr/>
              <p:nvPr/>
            </p:nvSpPr>
            <p:spPr>
              <a:xfrm>
                <a:off x="3818556" y="1254163"/>
                <a:ext cx="915813" cy="917133"/>
              </a:xfrm>
              <a:custGeom>
                <a:avLst/>
                <a:gdLst/>
                <a:ahLst/>
                <a:cxnLst/>
                <a:rect l="0" t="0" r="0" b="0"/>
                <a:pathLst>
                  <a:path w="915813" h="917133">
                    <a:moveTo>
                      <a:pt x="914400" y="914400"/>
                    </a:moveTo>
                    <a:lnTo>
                      <a:pt x="915813" y="914400"/>
                    </a:lnTo>
                    <a:lnTo>
                      <a:pt x="914400" y="917133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6" name="ph6961">
                <a:extLst>
                  <a:ext uri="{FF2B5EF4-FFF2-40B4-BE49-F238E27FC236}">
                    <a16:creationId xmlns:a16="http://schemas.microsoft.com/office/drawing/2014/main" id="{D99379A1-5DAF-0422-6BB0-C28768445DA4}"/>
                  </a:ext>
                </a:extLst>
              </p:cNvPr>
              <p:cNvSpPr/>
              <p:nvPr/>
            </p:nvSpPr>
            <p:spPr>
              <a:xfrm>
                <a:off x="2034351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55" y="931969"/>
                    </a:lnTo>
                    <a:lnTo>
                      <a:pt x="911163" y="931018"/>
                    </a:lnTo>
                    <a:lnTo>
                      <a:pt x="909372" y="920496"/>
                    </a:lnTo>
                    <a:lnTo>
                      <a:pt x="908520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7" name="ph6962">
                <a:extLst>
                  <a:ext uri="{FF2B5EF4-FFF2-40B4-BE49-F238E27FC236}">
                    <a16:creationId xmlns:a16="http://schemas.microsoft.com/office/drawing/2014/main" id="{36E7C0AC-A3F2-82F2-9847-AA04B406A691}"/>
                  </a:ext>
                </a:extLst>
              </p:cNvPr>
              <p:cNvSpPr/>
              <p:nvPr/>
            </p:nvSpPr>
            <p:spPr>
              <a:xfrm>
                <a:off x="203435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8" name="ph6963">
                <a:extLst>
                  <a:ext uri="{FF2B5EF4-FFF2-40B4-BE49-F238E27FC236}">
                    <a16:creationId xmlns:a16="http://schemas.microsoft.com/office/drawing/2014/main" id="{CA21AAC8-C02B-0B36-00E9-E94C0E029B5C}"/>
                  </a:ext>
                </a:extLst>
              </p:cNvPr>
              <p:cNvSpPr/>
              <p:nvPr/>
            </p:nvSpPr>
            <p:spPr>
              <a:xfrm>
                <a:off x="204379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9" name="ph6964">
                <a:extLst>
                  <a:ext uri="{FF2B5EF4-FFF2-40B4-BE49-F238E27FC236}">
                    <a16:creationId xmlns:a16="http://schemas.microsoft.com/office/drawing/2014/main" id="{15EA57BC-4805-EB99-7235-AE7B5D12C396}"/>
                  </a:ext>
                </a:extLst>
              </p:cNvPr>
              <p:cNvSpPr/>
              <p:nvPr/>
            </p:nvSpPr>
            <p:spPr>
              <a:xfrm>
                <a:off x="205323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0" name="ph6965">
                <a:extLst>
                  <a:ext uri="{FF2B5EF4-FFF2-40B4-BE49-F238E27FC236}">
                    <a16:creationId xmlns:a16="http://schemas.microsoft.com/office/drawing/2014/main" id="{47999A73-F77D-AFF0-12A9-09F79A4DA450}"/>
                  </a:ext>
                </a:extLst>
              </p:cNvPr>
              <p:cNvSpPr/>
              <p:nvPr/>
            </p:nvSpPr>
            <p:spPr>
              <a:xfrm>
                <a:off x="206267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1" name="ph6966">
                <a:extLst>
                  <a:ext uri="{FF2B5EF4-FFF2-40B4-BE49-F238E27FC236}">
                    <a16:creationId xmlns:a16="http://schemas.microsoft.com/office/drawing/2014/main" id="{CA4E260D-1118-99A2-BC84-2B02590D8700}"/>
                  </a:ext>
                </a:extLst>
              </p:cNvPr>
              <p:cNvSpPr/>
              <p:nvPr/>
            </p:nvSpPr>
            <p:spPr>
              <a:xfrm>
                <a:off x="207211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2" name="ph6967">
                <a:extLst>
                  <a:ext uri="{FF2B5EF4-FFF2-40B4-BE49-F238E27FC236}">
                    <a16:creationId xmlns:a16="http://schemas.microsoft.com/office/drawing/2014/main" id="{FA6CB182-6CD1-3186-7B5B-8DFA4363900F}"/>
                  </a:ext>
                </a:extLst>
              </p:cNvPr>
              <p:cNvSpPr/>
              <p:nvPr/>
            </p:nvSpPr>
            <p:spPr>
              <a:xfrm>
                <a:off x="208155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3" name="ph6968">
                <a:extLst>
                  <a:ext uri="{FF2B5EF4-FFF2-40B4-BE49-F238E27FC236}">
                    <a16:creationId xmlns:a16="http://schemas.microsoft.com/office/drawing/2014/main" id="{13D7C77D-EFDE-1A8F-DD9A-201E90BC9C8B}"/>
                  </a:ext>
                </a:extLst>
              </p:cNvPr>
              <p:cNvSpPr/>
              <p:nvPr/>
            </p:nvSpPr>
            <p:spPr>
              <a:xfrm>
                <a:off x="209099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4" name="ph6969">
                <a:extLst>
                  <a:ext uri="{FF2B5EF4-FFF2-40B4-BE49-F238E27FC236}">
                    <a16:creationId xmlns:a16="http://schemas.microsoft.com/office/drawing/2014/main" id="{170D6FFB-D006-AA50-6F55-28163EED0759}"/>
                  </a:ext>
                </a:extLst>
              </p:cNvPr>
              <p:cNvSpPr/>
              <p:nvPr/>
            </p:nvSpPr>
            <p:spPr>
              <a:xfrm>
                <a:off x="210043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5" name="ph6970">
                <a:extLst>
                  <a:ext uri="{FF2B5EF4-FFF2-40B4-BE49-F238E27FC236}">
                    <a16:creationId xmlns:a16="http://schemas.microsoft.com/office/drawing/2014/main" id="{232267EC-F753-E30B-1390-54A2655001A3}"/>
                  </a:ext>
                </a:extLst>
              </p:cNvPr>
              <p:cNvSpPr/>
              <p:nvPr/>
            </p:nvSpPr>
            <p:spPr>
              <a:xfrm>
                <a:off x="210987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6" name="ph6971">
                <a:extLst>
                  <a:ext uri="{FF2B5EF4-FFF2-40B4-BE49-F238E27FC236}">
                    <a16:creationId xmlns:a16="http://schemas.microsoft.com/office/drawing/2014/main" id="{E9AA1B06-6AEE-88E1-4F09-C58426F42023}"/>
                  </a:ext>
                </a:extLst>
              </p:cNvPr>
              <p:cNvSpPr/>
              <p:nvPr/>
            </p:nvSpPr>
            <p:spPr>
              <a:xfrm>
                <a:off x="211931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7" name="ph6972">
                <a:extLst>
                  <a:ext uri="{FF2B5EF4-FFF2-40B4-BE49-F238E27FC236}">
                    <a16:creationId xmlns:a16="http://schemas.microsoft.com/office/drawing/2014/main" id="{AA7D04A5-5F0F-3A0A-2F3A-37C7A11DC678}"/>
                  </a:ext>
                </a:extLst>
              </p:cNvPr>
              <p:cNvSpPr/>
              <p:nvPr/>
            </p:nvSpPr>
            <p:spPr>
              <a:xfrm>
                <a:off x="212875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8" name="ph6973">
                <a:extLst>
                  <a:ext uri="{FF2B5EF4-FFF2-40B4-BE49-F238E27FC236}">
                    <a16:creationId xmlns:a16="http://schemas.microsoft.com/office/drawing/2014/main" id="{6D9D186B-36DB-CE27-B629-F9B72D7D09E5}"/>
                  </a:ext>
                </a:extLst>
              </p:cNvPr>
              <p:cNvSpPr/>
              <p:nvPr/>
            </p:nvSpPr>
            <p:spPr>
              <a:xfrm>
                <a:off x="213819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9" name="ph6974">
                <a:extLst>
                  <a:ext uri="{FF2B5EF4-FFF2-40B4-BE49-F238E27FC236}">
                    <a16:creationId xmlns:a16="http://schemas.microsoft.com/office/drawing/2014/main" id="{3F778101-D44D-1A9C-3A95-18143C35176D}"/>
                  </a:ext>
                </a:extLst>
              </p:cNvPr>
              <p:cNvSpPr/>
              <p:nvPr/>
            </p:nvSpPr>
            <p:spPr>
              <a:xfrm>
                <a:off x="214763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0" name="ph6975">
                <a:extLst>
                  <a:ext uri="{FF2B5EF4-FFF2-40B4-BE49-F238E27FC236}">
                    <a16:creationId xmlns:a16="http://schemas.microsoft.com/office/drawing/2014/main" id="{B419C704-EDD9-5581-8C8A-926AAA60FDF8}"/>
                  </a:ext>
                </a:extLst>
              </p:cNvPr>
              <p:cNvSpPr/>
              <p:nvPr/>
            </p:nvSpPr>
            <p:spPr>
              <a:xfrm>
                <a:off x="215707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1" name="ph6976">
                <a:extLst>
                  <a:ext uri="{FF2B5EF4-FFF2-40B4-BE49-F238E27FC236}">
                    <a16:creationId xmlns:a16="http://schemas.microsoft.com/office/drawing/2014/main" id="{4385721E-B98E-25FB-7AD8-06521A44761C}"/>
                  </a:ext>
                </a:extLst>
              </p:cNvPr>
              <p:cNvSpPr/>
              <p:nvPr/>
            </p:nvSpPr>
            <p:spPr>
              <a:xfrm>
                <a:off x="216651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AF">
                  <a:alpha val="100000"/>
                </a:srgbClr>
              </a:solidFill>
              <a:ln w="5420" cap="flat">
                <a:solidFill>
                  <a:srgbClr val="FFF6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2" name="ph6977">
                <a:extLst>
                  <a:ext uri="{FF2B5EF4-FFF2-40B4-BE49-F238E27FC236}">
                    <a16:creationId xmlns:a16="http://schemas.microsoft.com/office/drawing/2014/main" id="{BE5C4145-45C3-6DDD-CB44-828170771C07}"/>
                  </a:ext>
                </a:extLst>
              </p:cNvPr>
              <p:cNvSpPr/>
              <p:nvPr/>
            </p:nvSpPr>
            <p:spPr>
              <a:xfrm>
                <a:off x="217595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3" name="ph6978">
                <a:extLst>
                  <a:ext uri="{FF2B5EF4-FFF2-40B4-BE49-F238E27FC236}">
                    <a16:creationId xmlns:a16="http://schemas.microsoft.com/office/drawing/2014/main" id="{354079EF-0E6F-9072-B206-E5CB8B5295AE}"/>
                  </a:ext>
                </a:extLst>
              </p:cNvPr>
              <p:cNvSpPr/>
              <p:nvPr/>
            </p:nvSpPr>
            <p:spPr>
              <a:xfrm>
                <a:off x="218539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4" name="ph6979">
                <a:extLst>
                  <a:ext uri="{FF2B5EF4-FFF2-40B4-BE49-F238E27FC236}">
                    <a16:creationId xmlns:a16="http://schemas.microsoft.com/office/drawing/2014/main" id="{AE50EDC9-1CBE-4EB9-1DE9-75095F80EBB1}"/>
                  </a:ext>
                </a:extLst>
              </p:cNvPr>
              <p:cNvSpPr/>
              <p:nvPr/>
            </p:nvSpPr>
            <p:spPr>
              <a:xfrm>
                <a:off x="219483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5" name="ph6980">
                <a:extLst>
                  <a:ext uri="{FF2B5EF4-FFF2-40B4-BE49-F238E27FC236}">
                    <a16:creationId xmlns:a16="http://schemas.microsoft.com/office/drawing/2014/main" id="{7FBF5974-A5F6-DC7E-2AC6-CAE738AE754A}"/>
                  </a:ext>
                </a:extLst>
              </p:cNvPr>
              <p:cNvSpPr/>
              <p:nvPr/>
            </p:nvSpPr>
            <p:spPr>
              <a:xfrm>
                <a:off x="220427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6" name="ph6981">
                <a:extLst>
                  <a:ext uri="{FF2B5EF4-FFF2-40B4-BE49-F238E27FC236}">
                    <a16:creationId xmlns:a16="http://schemas.microsoft.com/office/drawing/2014/main" id="{7CE5D747-F1EF-30BE-D946-ED010C1006A3}"/>
                  </a:ext>
                </a:extLst>
              </p:cNvPr>
              <p:cNvSpPr/>
              <p:nvPr/>
            </p:nvSpPr>
            <p:spPr>
              <a:xfrm>
                <a:off x="221371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7" name="ph6982">
                <a:extLst>
                  <a:ext uri="{FF2B5EF4-FFF2-40B4-BE49-F238E27FC236}">
                    <a16:creationId xmlns:a16="http://schemas.microsoft.com/office/drawing/2014/main" id="{4965FDDF-FD63-E8E6-B104-34602CBECC39}"/>
                  </a:ext>
                </a:extLst>
              </p:cNvPr>
              <p:cNvSpPr/>
              <p:nvPr/>
            </p:nvSpPr>
            <p:spPr>
              <a:xfrm>
                <a:off x="222315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8" name="ph6983">
                <a:extLst>
                  <a:ext uri="{FF2B5EF4-FFF2-40B4-BE49-F238E27FC236}">
                    <a16:creationId xmlns:a16="http://schemas.microsoft.com/office/drawing/2014/main" id="{D9D82706-68B9-3AAA-F64B-78E6F99162A0}"/>
                  </a:ext>
                </a:extLst>
              </p:cNvPr>
              <p:cNvSpPr/>
              <p:nvPr/>
            </p:nvSpPr>
            <p:spPr>
              <a:xfrm>
                <a:off x="223259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9" name="ph6984">
                <a:extLst>
                  <a:ext uri="{FF2B5EF4-FFF2-40B4-BE49-F238E27FC236}">
                    <a16:creationId xmlns:a16="http://schemas.microsoft.com/office/drawing/2014/main" id="{0F142271-3982-2965-DEE9-0C5606D858F9}"/>
                  </a:ext>
                </a:extLst>
              </p:cNvPr>
              <p:cNvSpPr/>
              <p:nvPr/>
            </p:nvSpPr>
            <p:spPr>
              <a:xfrm>
                <a:off x="224203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0" name="ph6985">
                <a:extLst>
                  <a:ext uri="{FF2B5EF4-FFF2-40B4-BE49-F238E27FC236}">
                    <a16:creationId xmlns:a16="http://schemas.microsoft.com/office/drawing/2014/main" id="{4AE09938-19BA-A539-F99E-6A4A1D76F379}"/>
                  </a:ext>
                </a:extLst>
              </p:cNvPr>
              <p:cNvSpPr/>
              <p:nvPr/>
            </p:nvSpPr>
            <p:spPr>
              <a:xfrm>
                <a:off x="225147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1" name="ph6986">
                <a:extLst>
                  <a:ext uri="{FF2B5EF4-FFF2-40B4-BE49-F238E27FC236}">
                    <a16:creationId xmlns:a16="http://schemas.microsoft.com/office/drawing/2014/main" id="{53037D25-394F-8B22-692C-763257679BD3}"/>
                  </a:ext>
                </a:extLst>
              </p:cNvPr>
              <p:cNvSpPr/>
              <p:nvPr/>
            </p:nvSpPr>
            <p:spPr>
              <a:xfrm>
                <a:off x="226091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2" name="ph6987">
                <a:extLst>
                  <a:ext uri="{FF2B5EF4-FFF2-40B4-BE49-F238E27FC236}">
                    <a16:creationId xmlns:a16="http://schemas.microsoft.com/office/drawing/2014/main" id="{D50622D6-C0AF-C11F-6BA3-EDD7ED92C346}"/>
                  </a:ext>
                </a:extLst>
              </p:cNvPr>
              <p:cNvSpPr/>
              <p:nvPr/>
            </p:nvSpPr>
            <p:spPr>
              <a:xfrm>
                <a:off x="227035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4AD">
                  <a:alpha val="100000"/>
                </a:srgbClr>
              </a:solidFill>
              <a:ln w="5420" cap="flat">
                <a:solidFill>
                  <a:srgbClr val="FFF4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3" name="ph6988">
                <a:extLst>
                  <a:ext uri="{FF2B5EF4-FFF2-40B4-BE49-F238E27FC236}">
                    <a16:creationId xmlns:a16="http://schemas.microsoft.com/office/drawing/2014/main" id="{1C772002-0DE2-6972-BE81-7C0E99FCC1CF}"/>
                  </a:ext>
                </a:extLst>
              </p:cNvPr>
              <p:cNvSpPr/>
              <p:nvPr/>
            </p:nvSpPr>
            <p:spPr>
              <a:xfrm>
                <a:off x="227979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4" name="ph6989">
                <a:extLst>
                  <a:ext uri="{FF2B5EF4-FFF2-40B4-BE49-F238E27FC236}">
                    <a16:creationId xmlns:a16="http://schemas.microsoft.com/office/drawing/2014/main" id="{E4E98B62-2D00-23C9-7A3E-D9DF0F4AC796}"/>
                  </a:ext>
                </a:extLst>
              </p:cNvPr>
              <p:cNvSpPr/>
              <p:nvPr/>
            </p:nvSpPr>
            <p:spPr>
              <a:xfrm>
                <a:off x="228923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E">
                  <a:alpha val="100000"/>
                </a:srgbClr>
              </a:solidFill>
              <a:ln w="5420" cap="flat">
                <a:solidFill>
                  <a:srgbClr val="FFF5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5" name="ph6990">
                <a:extLst>
                  <a:ext uri="{FF2B5EF4-FFF2-40B4-BE49-F238E27FC236}">
                    <a16:creationId xmlns:a16="http://schemas.microsoft.com/office/drawing/2014/main" id="{B8C7DB6E-BC74-A46E-7D22-8B929E75B53A}"/>
                  </a:ext>
                </a:extLst>
              </p:cNvPr>
              <p:cNvSpPr/>
              <p:nvPr/>
            </p:nvSpPr>
            <p:spPr>
              <a:xfrm>
                <a:off x="229867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5AF">
                  <a:alpha val="100000"/>
                </a:srgbClr>
              </a:solidFill>
              <a:ln w="5420" cap="flat">
                <a:solidFill>
                  <a:srgbClr val="FFF5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6" name="ph6991">
                <a:extLst>
                  <a:ext uri="{FF2B5EF4-FFF2-40B4-BE49-F238E27FC236}">
                    <a16:creationId xmlns:a16="http://schemas.microsoft.com/office/drawing/2014/main" id="{F875C74A-82D0-682E-BA80-E055199CFEFB}"/>
                  </a:ext>
                </a:extLst>
              </p:cNvPr>
              <p:cNvSpPr/>
              <p:nvPr/>
            </p:nvSpPr>
            <p:spPr>
              <a:xfrm>
                <a:off x="230811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7" name="ph6992">
                <a:extLst>
                  <a:ext uri="{FF2B5EF4-FFF2-40B4-BE49-F238E27FC236}">
                    <a16:creationId xmlns:a16="http://schemas.microsoft.com/office/drawing/2014/main" id="{B17DB30C-A817-B79B-E421-01B872C7757E}"/>
                  </a:ext>
                </a:extLst>
              </p:cNvPr>
              <p:cNvSpPr/>
              <p:nvPr/>
            </p:nvSpPr>
            <p:spPr>
              <a:xfrm>
                <a:off x="231755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8" name="ph6993">
                <a:extLst>
                  <a:ext uri="{FF2B5EF4-FFF2-40B4-BE49-F238E27FC236}">
                    <a16:creationId xmlns:a16="http://schemas.microsoft.com/office/drawing/2014/main" id="{A6D4E3EF-EE07-690A-034B-0116C7966C3E}"/>
                  </a:ext>
                </a:extLst>
              </p:cNvPr>
              <p:cNvSpPr/>
              <p:nvPr/>
            </p:nvSpPr>
            <p:spPr>
              <a:xfrm>
                <a:off x="232699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9" name="ph6994">
                <a:extLst>
                  <a:ext uri="{FF2B5EF4-FFF2-40B4-BE49-F238E27FC236}">
                    <a16:creationId xmlns:a16="http://schemas.microsoft.com/office/drawing/2014/main" id="{888FDC78-55AC-6FFE-9DDF-8D86AE096103}"/>
                  </a:ext>
                </a:extLst>
              </p:cNvPr>
              <p:cNvSpPr/>
              <p:nvPr/>
            </p:nvSpPr>
            <p:spPr>
              <a:xfrm>
                <a:off x="233643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0" name="ph6995">
                <a:extLst>
                  <a:ext uri="{FF2B5EF4-FFF2-40B4-BE49-F238E27FC236}">
                    <a16:creationId xmlns:a16="http://schemas.microsoft.com/office/drawing/2014/main" id="{C1662C10-6E9F-6DAB-7371-5B682BEB67EC}"/>
                  </a:ext>
                </a:extLst>
              </p:cNvPr>
              <p:cNvSpPr/>
              <p:nvPr/>
            </p:nvSpPr>
            <p:spPr>
              <a:xfrm>
                <a:off x="234587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1" name="ph6996">
                <a:extLst>
                  <a:ext uri="{FF2B5EF4-FFF2-40B4-BE49-F238E27FC236}">
                    <a16:creationId xmlns:a16="http://schemas.microsoft.com/office/drawing/2014/main" id="{5CD3F0B6-063C-F13B-5A1F-AA726EAFBAD9}"/>
                  </a:ext>
                </a:extLst>
              </p:cNvPr>
              <p:cNvSpPr/>
              <p:nvPr/>
            </p:nvSpPr>
            <p:spPr>
              <a:xfrm>
                <a:off x="235531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2" name="ph6997">
                <a:extLst>
                  <a:ext uri="{FF2B5EF4-FFF2-40B4-BE49-F238E27FC236}">
                    <a16:creationId xmlns:a16="http://schemas.microsoft.com/office/drawing/2014/main" id="{74B1EBD9-3640-11A4-1EDB-E9F9EDD71D9D}"/>
                  </a:ext>
                </a:extLst>
              </p:cNvPr>
              <p:cNvSpPr/>
              <p:nvPr/>
            </p:nvSpPr>
            <p:spPr>
              <a:xfrm>
                <a:off x="236476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3" name="ph6998">
                <a:extLst>
                  <a:ext uri="{FF2B5EF4-FFF2-40B4-BE49-F238E27FC236}">
                    <a16:creationId xmlns:a16="http://schemas.microsoft.com/office/drawing/2014/main" id="{9158CA3C-1D59-F3D0-F57E-2221CEF56FAD}"/>
                  </a:ext>
                </a:extLst>
              </p:cNvPr>
              <p:cNvSpPr/>
              <p:nvPr/>
            </p:nvSpPr>
            <p:spPr>
              <a:xfrm>
                <a:off x="237420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4" name="ph6999">
                <a:extLst>
                  <a:ext uri="{FF2B5EF4-FFF2-40B4-BE49-F238E27FC236}">
                    <a16:creationId xmlns:a16="http://schemas.microsoft.com/office/drawing/2014/main" id="{37411255-DA3D-EEE2-B059-24EBE51213A8}"/>
                  </a:ext>
                </a:extLst>
              </p:cNvPr>
              <p:cNvSpPr/>
              <p:nvPr/>
            </p:nvSpPr>
            <p:spPr>
              <a:xfrm>
                <a:off x="238364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5" name="ph7000">
                <a:extLst>
                  <a:ext uri="{FF2B5EF4-FFF2-40B4-BE49-F238E27FC236}">
                    <a16:creationId xmlns:a16="http://schemas.microsoft.com/office/drawing/2014/main" id="{B97B974F-8DDD-3089-8173-FF139C1FD065}"/>
                  </a:ext>
                </a:extLst>
              </p:cNvPr>
              <p:cNvSpPr/>
              <p:nvPr/>
            </p:nvSpPr>
            <p:spPr>
              <a:xfrm>
                <a:off x="2402521" y="125416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476" y="896830"/>
                    </a:lnTo>
                    <a:lnTo>
                      <a:pt x="913681" y="900819"/>
                    </a:lnTo>
                    <a:lnTo>
                      <a:pt x="913802" y="901246"/>
                    </a:lnTo>
                    <a:lnTo>
                      <a:pt x="913925" y="901678"/>
                    </a:lnTo>
                    <a:lnTo>
                      <a:pt x="914048" y="902110"/>
                    </a:lnTo>
                    <a:lnTo>
                      <a:pt x="914170" y="902541"/>
                    </a:lnTo>
                    <a:lnTo>
                      <a:pt x="914293" y="902973"/>
                    </a:lnTo>
                    <a:lnTo>
                      <a:pt x="914399" y="903348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6" name="ph7001">
                <a:extLst>
                  <a:ext uri="{FF2B5EF4-FFF2-40B4-BE49-F238E27FC236}">
                    <a16:creationId xmlns:a16="http://schemas.microsoft.com/office/drawing/2014/main" id="{FC94AD7F-7C8E-6E96-E184-044E12287089}"/>
                  </a:ext>
                </a:extLst>
              </p:cNvPr>
              <p:cNvSpPr/>
              <p:nvPr/>
            </p:nvSpPr>
            <p:spPr>
              <a:xfrm>
                <a:off x="2402521" y="1254163"/>
                <a:ext cx="9175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36" h="914400">
                    <a:moveTo>
                      <a:pt x="914399" y="914400"/>
                    </a:moveTo>
                    <a:lnTo>
                      <a:pt x="914416" y="903405"/>
                    </a:lnTo>
                    <a:lnTo>
                      <a:pt x="914539" y="903837"/>
                    </a:lnTo>
                    <a:lnTo>
                      <a:pt x="914661" y="904269"/>
                    </a:lnTo>
                    <a:lnTo>
                      <a:pt x="914784" y="904701"/>
                    </a:lnTo>
                    <a:lnTo>
                      <a:pt x="914907" y="905133"/>
                    </a:lnTo>
                    <a:lnTo>
                      <a:pt x="915029" y="905565"/>
                    </a:lnTo>
                    <a:lnTo>
                      <a:pt x="915152" y="905997"/>
                    </a:lnTo>
                    <a:lnTo>
                      <a:pt x="915275" y="906429"/>
                    </a:lnTo>
                    <a:lnTo>
                      <a:pt x="915397" y="906861"/>
                    </a:lnTo>
                    <a:lnTo>
                      <a:pt x="915520" y="907292"/>
                    </a:lnTo>
                    <a:lnTo>
                      <a:pt x="915642" y="907724"/>
                    </a:lnTo>
                    <a:lnTo>
                      <a:pt x="915765" y="908156"/>
                    </a:lnTo>
                    <a:lnTo>
                      <a:pt x="915888" y="908588"/>
                    </a:lnTo>
                    <a:lnTo>
                      <a:pt x="916010" y="909020"/>
                    </a:lnTo>
                    <a:lnTo>
                      <a:pt x="916133" y="909452"/>
                    </a:lnTo>
                    <a:lnTo>
                      <a:pt x="916255" y="909884"/>
                    </a:lnTo>
                    <a:lnTo>
                      <a:pt x="916378" y="910316"/>
                    </a:lnTo>
                    <a:lnTo>
                      <a:pt x="916500" y="910748"/>
                    </a:lnTo>
                    <a:lnTo>
                      <a:pt x="916623" y="911180"/>
                    </a:lnTo>
                    <a:lnTo>
                      <a:pt x="916745" y="911612"/>
                    </a:lnTo>
                    <a:lnTo>
                      <a:pt x="916868" y="912044"/>
                    </a:lnTo>
                    <a:lnTo>
                      <a:pt x="916990" y="912475"/>
                    </a:lnTo>
                    <a:lnTo>
                      <a:pt x="917113" y="912907"/>
                    </a:lnTo>
                    <a:lnTo>
                      <a:pt x="917235" y="913339"/>
                    </a:lnTo>
                    <a:lnTo>
                      <a:pt x="917358" y="913771"/>
                    </a:lnTo>
                    <a:lnTo>
                      <a:pt x="917480" y="914203"/>
                    </a:lnTo>
                    <a:lnTo>
                      <a:pt x="917536" y="914400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7" name="ph7002">
                <a:extLst>
                  <a:ext uri="{FF2B5EF4-FFF2-40B4-BE49-F238E27FC236}">
                    <a16:creationId xmlns:a16="http://schemas.microsoft.com/office/drawing/2014/main" id="{2BE351F0-DB93-DEDF-D8A2-B8E22EB50526}"/>
                  </a:ext>
                </a:extLst>
              </p:cNvPr>
              <p:cNvSpPr/>
              <p:nvPr/>
            </p:nvSpPr>
            <p:spPr>
              <a:xfrm>
                <a:off x="3393746" y="125416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6390" y="914400"/>
                    </a:lnTo>
                    <a:lnTo>
                      <a:pt x="906590" y="914134"/>
                    </a:lnTo>
                    <a:lnTo>
                      <a:pt x="911312" y="908205"/>
                    </a:lnTo>
                    <a:lnTo>
                      <a:pt x="914400" y="90473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8" name="ph7003">
                <a:extLst>
                  <a:ext uri="{FF2B5EF4-FFF2-40B4-BE49-F238E27FC236}">
                    <a16:creationId xmlns:a16="http://schemas.microsoft.com/office/drawing/2014/main" id="{0CBFEF3B-2628-5DCF-815F-205306F5F540}"/>
                  </a:ext>
                </a:extLst>
              </p:cNvPr>
              <p:cNvSpPr/>
              <p:nvPr/>
            </p:nvSpPr>
            <p:spPr>
              <a:xfrm>
                <a:off x="3403186" y="123659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2304"/>
                    </a:lnTo>
                    <a:lnTo>
                      <a:pt x="906747" y="920294"/>
                    </a:lnTo>
                    <a:lnTo>
                      <a:pt x="911765" y="915277"/>
                    </a:lnTo>
                    <a:lnTo>
                      <a:pt x="912759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9" name="ph7004">
                <a:extLst>
                  <a:ext uri="{FF2B5EF4-FFF2-40B4-BE49-F238E27FC236}">
                    <a16:creationId xmlns:a16="http://schemas.microsoft.com/office/drawing/2014/main" id="{899756CA-5024-70D9-DB15-4DC7B30F4EE0}"/>
                  </a:ext>
                </a:extLst>
              </p:cNvPr>
              <p:cNvSpPr/>
              <p:nvPr/>
            </p:nvSpPr>
            <p:spPr>
              <a:xfrm>
                <a:off x="340318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0" name="ph7005">
                <a:extLst>
                  <a:ext uri="{FF2B5EF4-FFF2-40B4-BE49-F238E27FC236}">
                    <a16:creationId xmlns:a16="http://schemas.microsoft.com/office/drawing/2014/main" id="{58A60BCF-6D79-C9B4-F340-583B8F1A78FC}"/>
                  </a:ext>
                </a:extLst>
              </p:cNvPr>
              <p:cNvSpPr/>
              <p:nvPr/>
            </p:nvSpPr>
            <p:spPr>
              <a:xfrm>
                <a:off x="341262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1" name="ph7006">
                <a:extLst>
                  <a:ext uri="{FF2B5EF4-FFF2-40B4-BE49-F238E27FC236}">
                    <a16:creationId xmlns:a16="http://schemas.microsoft.com/office/drawing/2014/main" id="{344D4252-7ACF-EDD2-9286-D7A2C89D6D0B}"/>
                  </a:ext>
                </a:extLst>
              </p:cNvPr>
              <p:cNvSpPr/>
              <p:nvPr/>
            </p:nvSpPr>
            <p:spPr>
              <a:xfrm>
                <a:off x="342206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2" name="ph7007">
                <a:extLst>
                  <a:ext uri="{FF2B5EF4-FFF2-40B4-BE49-F238E27FC236}">
                    <a16:creationId xmlns:a16="http://schemas.microsoft.com/office/drawing/2014/main" id="{2ED31003-6B23-2B12-8141-4B84BD8D156A}"/>
                  </a:ext>
                </a:extLst>
              </p:cNvPr>
              <p:cNvSpPr/>
              <p:nvPr/>
            </p:nvSpPr>
            <p:spPr>
              <a:xfrm>
                <a:off x="343150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3" name="ph7008">
                <a:extLst>
                  <a:ext uri="{FF2B5EF4-FFF2-40B4-BE49-F238E27FC236}">
                    <a16:creationId xmlns:a16="http://schemas.microsoft.com/office/drawing/2014/main" id="{FCA0F8CE-98AC-60C3-7F1F-4E0EE43B6639}"/>
                  </a:ext>
                </a:extLst>
              </p:cNvPr>
              <p:cNvSpPr/>
              <p:nvPr/>
            </p:nvSpPr>
            <p:spPr>
              <a:xfrm>
                <a:off x="344094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4" name="ph7009">
                <a:extLst>
                  <a:ext uri="{FF2B5EF4-FFF2-40B4-BE49-F238E27FC236}">
                    <a16:creationId xmlns:a16="http://schemas.microsoft.com/office/drawing/2014/main" id="{42ABEE07-5FC7-6ACA-C5FF-0259CA7A6F8A}"/>
                  </a:ext>
                </a:extLst>
              </p:cNvPr>
              <p:cNvSpPr/>
              <p:nvPr/>
            </p:nvSpPr>
            <p:spPr>
              <a:xfrm>
                <a:off x="345038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5" name="ph7010">
                <a:extLst>
                  <a:ext uri="{FF2B5EF4-FFF2-40B4-BE49-F238E27FC236}">
                    <a16:creationId xmlns:a16="http://schemas.microsoft.com/office/drawing/2014/main" id="{3DDA9644-969F-54E5-BBA2-EEDBD10801BB}"/>
                  </a:ext>
                </a:extLst>
              </p:cNvPr>
              <p:cNvSpPr/>
              <p:nvPr/>
            </p:nvSpPr>
            <p:spPr>
              <a:xfrm>
                <a:off x="3459827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6" name="ph7011">
                <a:extLst>
                  <a:ext uri="{FF2B5EF4-FFF2-40B4-BE49-F238E27FC236}">
                    <a16:creationId xmlns:a16="http://schemas.microsoft.com/office/drawing/2014/main" id="{ACFE395B-058E-7FE7-0D4B-DA5E05098E8B}"/>
                  </a:ext>
                </a:extLst>
              </p:cNvPr>
              <p:cNvSpPr/>
              <p:nvPr/>
            </p:nvSpPr>
            <p:spPr>
              <a:xfrm>
                <a:off x="346926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7" name="ph7012">
                <a:extLst>
                  <a:ext uri="{FF2B5EF4-FFF2-40B4-BE49-F238E27FC236}">
                    <a16:creationId xmlns:a16="http://schemas.microsoft.com/office/drawing/2014/main" id="{40EF73ED-D0A9-00DF-B188-83235CD40B95}"/>
                  </a:ext>
                </a:extLst>
              </p:cNvPr>
              <p:cNvSpPr/>
              <p:nvPr/>
            </p:nvSpPr>
            <p:spPr>
              <a:xfrm>
                <a:off x="347870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8" name="ph7013">
                <a:extLst>
                  <a:ext uri="{FF2B5EF4-FFF2-40B4-BE49-F238E27FC236}">
                    <a16:creationId xmlns:a16="http://schemas.microsoft.com/office/drawing/2014/main" id="{676AAA77-9215-A1D1-D70C-F59D02BBA04F}"/>
                  </a:ext>
                </a:extLst>
              </p:cNvPr>
              <p:cNvSpPr/>
              <p:nvPr/>
            </p:nvSpPr>
            <p:spPr>
              <a:xfrm>
                <a:off x="348814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9" name="ph7014">
                <a:extLst>
                  <a:ext uri="{FF2B5EF4-FFF2-40B4-BE49-F238E27FC236}">
                    <a16:creationId xmlns:a16="http://schemas.microsoft.com/office/drawing/2014/main" id="{2B5AE8CB-9497-EE79-22B2-D25E8437FF2C}"/>
                  </a:ext>
                </a:extLst>
              </p:cNvPr>
              <p:cNvSpPr/>
              <p:nvPr/>
            </p:nvSpPr>
            <p:spPr>
              <a:xfrm>
                <a:off x="3497588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0" name="ph7015">
                <a:extLst>
                  <a:ext uri="{FF2B5EF4-FFF2-40B4-BE49-F238E27FC236}">
                    <a16:creationId xmlns:a16="http://schemas.microsoft.com/office/drawing/2014/main" id="{691652AF-5022-FAA8-67BB-EE857AE0DE87}"/>
                  </a:ext>
                </a:extLst>
              </p:cNvPr>
              <p:cNvSpPr/>
              <p:nvPr/>
            </p:nvSpPr>
            <p:spPr>
              <a:xfrm>
                <a:off x="350702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1" name="ph7016">
                <a:extLst>
                  <a:ext uri="{FF2B5EF4-FFF2-40B4-BE49-F238E27FC236}">
                    <a16:creationId xmlns:a16="http://schemas.microsoft.com/office/drawing/2014/main" id="{C7032419-8856-7FD9-0404-5366D10085B1}"/>
                  </a:ext>
                </a:extLst>
              </p:cNvPr>
              <p:cNvSpPr/>
              <p:nvPr/>
            </p:nvSpPr>
            <p:spPr>
              <a:xfrm>
                <a:off x="351646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2" name="ph7017">
                <a:extLst>
                  <a:ext uri="{FF2B5EF4-FFF2-40B4-BE49-F238E27FC236}">
                    <a16:creationId xmlns:a16="http://schemas.microsoft.com/office/drawing/2014/main" id="{701A84B2-AF4B-6996-49E8-79734E1A8722}"/>
                  </a:ext>
                </a:extLst>
              </p:cNvPr>
              <p:cNvSpPr/>
              <p:nvPr/>
            </p:nvSpPr>
            <p:spPr>
              <a:xfrm>
                <a:off x="352590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3" name="ph7018">
                <a:extLst>
                  <a:ext uri="{FF2B5EF4-FFF2-40B4-BE49-F238E27FC236}">
                    <a16:creationId xmlns:a16="http://schemas.microsoft.com/office/drawing/2014/main" id="{2437027E-B893-BDEB-275C-78938AC78508}"/>
                  </a:ext>
                </a:extLst>
              </p:cNvPr>
              <p:cNvSpPr/>
              <p:nvPr/>
            </p:nvSpPr>
            <p:spPr>
              <a:xfrm>
                <a:off x="3535349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4" name="ph7019">
                <a:extLst>
                  <a:ext uri="{FF2B5EF4-FFF2-40B4-BE49-F238E27FC236}">
                    <a16:creationId xmlns:a16="http://schemas.microsoft.com/office/drawing/2014/main" id="{011D6FDD-E8FF-242C-9A54-0FA06C80F798}"/>
                  </a:ext>
                </a:extLst>
              </p:cNvPr>
              <p:cNvSpPr/>
              <p:nvPr/>
            </p:nvSpPr>
            <p:spPr>
              <a:xfrm>
                <a:off x="354479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5" name="ph7020">
                <a:extLst>
                  <a:ext uri="{FF2B5EF4-FFF2-40B4-BE49-F238E27FC236}">
                    <a16:creationId xmlns:a16="http://schemas.microsoft.com/office/drawing/2014/main" id="{F88FDCB9-23A4-FB21-E8A5-F54E9B7C664C}"/>
                  </a:ext>
                </a:extLst>
              </p:cNvPr>
              <p:cNvSpPr/>
              <p:nvPr/>
            </p:nvSpPr>
            <p:spPr>
              <a:xfrm>
                <a:off x="355423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6" name="ph7021">
                <a:extLst>
                  <a:ext uri="{FF2B5EF4-FFF2-40B4-BE49-F238E27FC236}">
                    <a16:creationId xmlns:a16="http://schemas.microsoft.com/office/drawing/2014/main" id="{8DB79D46-26E8-3083-66C3-95D370CEC8F3}"/>
                  </a:ext>
                </a:extLst>
              </p:cNvPr>
              <p:cNvSpPr/>
              <p:nvPr/>
            </p:nvSpPr>
            <p:spPr>
              <a:xfrm>
                <a:off x="356367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7" name="ph7022">
                <a:extLst>
                  <a:ext uri="{FF2B5EF4-FFF2-40B4-BE49-F238E27FC236}">
                    <a16:creationId xmlns:a16="http://schemas.microsoft.com/office/drawing/2014/main" id="{20003EB4-122E-61FB-7610-9B23C9197AFB}"/>
                  </a:ext>
                </a:extLst>
              </p:cNvPr>
              <p:cNvSpPr/>
              <p:nvPr/>
            </p:nvSpPr>
            <p:spPr>
              <a:xfrm>
                <a:off x="357311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8" name="ph7023">
                <a:extLst>
                  <a:ext uri="{FF2B5EF4-FFF2-40B4-BE49-F238E27FC236}">
                    <a16:creationId xmlns:a16="http://schemas.microsoft.com/office/drawing/2014/main" id="{3EA196A5-E588-0A8C-499C-C947A14597A1}"/>
                  </a:ext>
                </a:extLst>
              </p:cNvPr>
              <p:cNvSpPr/>
              <p:nvPr/>
            </p:nvSpPr>
            <p:spPr>
              <a:xfrm>
                <a:off x="3582550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9" name="ph7024">
                <a:extLst>
                  <a:ext uri="{FF2B5EF4-FFF2-40B4-BE49-F238E27FC236}">
                    <a16:creationId xmlns:a16="http://schemas.microsoft.com/office/drawing/2014/main" id="{1A39E7D7-F534-B91B-1A95-B2F8CAE180E8}"/>
                  </a:ext>
                </a:extLst>
              </p:cNvPr>
              <p:cNvSpPr/>
              <p:nvPr/>
            </p:nvSpPr>
            <p:spPr>
              <a:xfrm>
                <a:off x="359199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0" name="ph7025">
                <a:extLst>
                  <a:ext uri="{FF2B5EF4-FFF2-40B4-BE49-F238E27FC236}">
                    <a16:creationId xmlns:a16="http://schemas.microsoft.com/office/drawing/2014/main" id="{9A05776F-8D5E-B09A-C936-C330B8A8D6D1}"/>
                  </a:ext>
                </a:extLst>
              </p:cNvPr>
              <p:cNvSpPr/>
              <p:nvPr/>
            </p:nvSpPr>
            <p:spPr>
              <a:xfrm>
                <a:off x="360143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1" name="ph7026">
                <a:extLst>
                  <a:ext uri="{FF2B5EF4-FFF2-40B4-BE49-F238E27FC236}">
                    <a16:creationId xmlns:a16="http://schemas.microsoft.com/office/drawing/2014/main" id="{EBBEF47C-D7F5-22EA-8B56-B6A2CE1ACF96}"/>
                  </a:ext>
                </a:extLst>
              </p:cNvPr>
              <p:cNvSpPr/>
              <p:nvPr/>
            </p:nvSpPr>
            <p:spPr>
              <a:xfrm>
                <a:off x="361087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2" name="ph7027">
                <a:extLst>
                  <a:ext uri="{FF2B5EF4-FFF2-40B4-BE49-F238E27FC236}">
                    <a16:creationId xmlns:a16="http://schemas.microsoft.com/office/drawing/2014/main" id="{976F0044-9F76-9E23-6331-08E03E026746}"/>
                  </a:ext>
                </a:extLst>
              </p:cNvPr>
              <p:cNvSpPr/>
              <p:nvPr/>
            </p:nvSpPr>
            <p:spPr>
              <a:xfrm>
                <a:off x="3620311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3" name="ph7028">
                <a:extLst>
                  <a:ext uri="{FF2B5EF4-FFF2-40B4-BE49-F238E27FC236}">
                    <a16:creationId xmlns:a16="http://schemas.microsoft.com/office/drawing/2014/main" id="{371E5445-16FC-47A0-A948-18400B5AA189}"/>
                  </a:ext>
                </a:extLst>
              </p:cNvPr>
              <p:cNvSpPr/>
              <p:nvPr/>
            </p:nvSpPr>
            <p:spPr>
              <a:xfrm>
                <a:off x="362975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4" name="ph7029">
                <a:extLst>
                  <a:ext uri="{FF2B5EF4-FFF2-40B4-BE49-F238E27FC236}">
                    <a16:creationId xmlns:a16="http://schemas.microsoft.com/office/drawing/2014/main" id="{2280082A-B484-8D49-3F11-BAF3960A3BCD}"/>
                  </a:ext>
                </a:extLst>
              </p:cNvPr>
              <p:cNvSpPr/>
              <p:nvPr/>
            </p:nvSpPr>
            <p:spPr>
              <a:xfrm>
                <a:off x="363919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5" name="ph7030">
                <a:extLst>
                  <a:ext uri="{FF2B5EF4-FFF2-40B4-BE49-F238E27FC236}">
                    <a16:creationId xmlns:a16="http://schemas.microsoft.com/office/drawing/2014/main" id="{950A0206-197F-09C6-0347-9538C28FE62E}"/>
                  </a:ext>
                </a:extLst>
              </p:cNvPr>
              <p:cNvSpPr/>
              <p:nvPr/>
            </p:nvSpPr>
            <p:spPr>
              <a:xfrm>
                <a:off x="364863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6" name="ph7031">
                <a:extLst>
                  <a:ext uri="{FF2B5EF4-FFF2-40B4-BE49-F238E27FC236}">
                    <a16:creationId xmlns:a16="http://schemas.microsoft.com/office/drawing/2014/main" id="{D8C6EE55-BF23-1485-9974-5DF872443525}"/>
                  </a:ext>
                </a:extLst>
              </p:cNvPr>
              <p:cNvSpPr/>
              <p:nvPr/>
            </p:nvSpPr>
            <p:spPr>
              <a:xfrm>
                <a:off x="3658072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7" name="ph7032">
                <a:extLst>
                  <a:ext uri="{FF2B5EF4-FFF2-40B4-BE49-F238E27FC236}">
                    <a16:creationId xmlns:a16="http://schemas.microsoft.com/office/drawing/2014/main" id="{8B670F8D-2E99-CEBF-F841-4DE8D337DE6C}"/>
                  </a:ext>
                </a:extLst>
              </p:cNvPr>
              <p:cNvSpPr/>
              <p:nvPr/>
            </p:nvSpPr>
            <p:spPr>
              <a:xfrm>
                <a:off x="366751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8" name="ph7033">
                <a:extLst>
                  <a:ext uri="{FF2B5EF4-FFF2-40B4-BE49-F238E27FC236}">
                    <a16:creationId xmlns:a16="http://schemas.microsoft.com/office/drawing/2014/main" id="{2C110E7D-23AA-3350-E6BE-BAFB95FB14DF}"/>
                  </a:ext>
                </a:extLst>
              </p:cNvPr>
              <p:cNvSpPr/>
              <p:nvPr/>
            </p:nvSpPr>
            <p:spPr>
              <a:xfrm>
                <a:off x="367695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9" name="ph7034">
                <a:extLst>
                  <a:ext uri="{FF2B5EF4-FFF2-40B4-BE49-F238E27FC236}">
                    <a16:creationId xmlns:a16="http://schemas.microsoft.com/office/drawing/2014/main" id="{A913BCDA-AF1A-CF36-ADED-455E299348A1}"/>
                  </a:ext>
                </a:extLst>
              </p:cNvPr>
              <p:cNvSpPr/>
              <p:nvPr/>
            </p:nvSpPr>
            <p:spPr>
              <a:xfrm>
                <a:off x="368639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0" name="ph7035">
                <a:extLst>
                  <a:ext uri="{FF2B5EF4-FFF2-40B4-BE49-F238E27FC236}">
                    <a16:creationId xmlns:a16="http://schemas.microsoft.com/office/drawing/2014/main" id="{4463E8F9-AE8C-8E22-A97F-26C81280A467}"/>
                  </a:ext>
                </a:extLst>
              </p:cNvPr>
              <p:cNvSpPr/>
              <p:nvPr/>
            </p:nvSpPr>
            <p:spPr>
              <a:xfrm>
                <a:off x="3695833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1" name="ph7036">
                <a:extLst>
                  <a:ext uri="{FF2B5EF4-FFF2-40B4-BE49-F238E27FC236}">
                    <a16:creationId xmlns:a16="http://schemas.microsoft.com/office/drawing/2014/main" id="{E053A10D-6452-8096-2A05-6057525C3333}"/>
                  </a:ext>
                </a:extLst>
              </p:cNvPr>
              <p:cNvSpPr/>
              <p:nvPr/>
            </p:nvSpPr>
            <p:spPr>
              <a:xfrm>
                <a:off x="370527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2" name="ph7037">
                <a:extLst>
                  <a:ext uri="{FF2B5EF4-FFF2-40B4-BE49-F238E27FC236}">
                    <a16:creationId xmlns:a16="http://schemas.microsoft.com/office/drawing/2014/main" id="{205DF004-4046-F954-E7AE-35CF936AE4F6}"/>
                  </a:ext>
                </a:extLst>
              </p:cNvPr>
              <p:cNvSpPr/>
              <p:nvPr/>
            </p:nvSpPr>
            <p:spPr>
              <a:xfrm>
                <a:off x="371471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3" name="ph7038">
                <a:extLst>
                  <a:ext uri="{FF2B5EF4-FFF2-40B4-BE49-F238E27FC236}">
                    <a16:creationId xmlns:a16="http://schemas.microsoft.com/office/drawing/2014/main" id="{D63D3EF5-BBD8-5FAD-EBA1-9AF1C0180778}"/>
                  </a:ext>
                </a:extLst>
              </p:cNvPr>
              <p:cNvSpPr/>
              <p:nvPr/>
            </p:nvSpPr>
            <p:spPr>
              <a:xfrm>
                <a:off x="372415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4" name="ph7039">
                <a:extLst>
                  <a:ext uri="{FF2B5EF4-FFF2-40B4-BE49-F238E27FC236}">
                    <a16:creationId xmlns:a16="http://schemas.microsoft.com/office/drawing/2014/main" id="{41C8A6F8-527C-E84D-E8D2-6B3646291B08}"/>
                  </a:ext>
                </a:extLst>
              </p:cNvPr>
              <p:cNvSpPr/>
              <p:nvPr/>
            </p:nvSpPr>
            <p:spPr>
              <a:xfrm>
                <a:off x="3733594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5" name="ph7040">
                <a:extLst>
                  <a:ext uri="{FF2B5EF4-FFF2-40B4-BE49-F238E27FC236}">
                    <a16:creationId xmlns:a16="http://schemas.microsoft.com/office/drawing/2014/main" id="{A46B81A4-964E-C5C6-C479-0477D034981A}"/>
                  </a:ext>
                </a:extLst>
              </p:cNvPr>
              <p:cNvSpPr/>
              <p:nvPr/>
            </p:nvSpPr>
            <p:spPr>
              <a:xfrm>
                <a:off x="374303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6" name="ph7041">
                <a:extLst>
                  <a:ext uri="{FF2B5EF4-FFF2-40B4-BE49-F238E27FC236}">
                    <a16:creationId xmlns:a16="http://schemas.microsoft.com/office/drawing/2014/main" id="{BD5DDF93-9035-B347-961E-F86155C21E1F}"/>
                  </a:ext>
                </a:extLst>
              </p:cNvPr>
              <p:cNvSpPr/>
              <p:nvPr/>
            </p:nvSpPr>
            <p:spPr>
              <a:xfrm>
                <a:off x="375247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7" name="ph7042">
                <a:extLst>
                  <a:ext uri="{FF2B5EF4-FFF2-40B4-BE49-F238E27FC236}">
                    <a16:creationId xmlns:a16="http://schemas.microsoft.com/office/drawing/2014/main" id="{3714FADA-BB6F-3A2D-4221-1F7D1E910E20}"/>
                  </a:ext>
                </a:extLst>
              </p:cNvPr>
              <p:cNvSpPr/>
              <p:nvPr/>
            </p:nvSpPr>
            <p:spPr>
              <a:xfrm>
                <a:off x="376191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8" name="ph7043">
                <a:extLst>
                  <a:ext uri="{FF2B5EF4-FFF2-40B4-BE49-F238E27FC236}">
                    <a16:creationId xmlns:a16="http://schemas.microsoft.com/office/drawing/2014/main" id="{6892BA6F-9F23-670C-1070-04D20AF5713A}"/>
                  </a:ext>
                </a:extLst>
              </p:cNvPr>
              <p:cNvSpPr/>
              <p:nvPr/>
            </p:nvSpPr>
            <p:spPr>
              <a:xfrm>
                <a:off x="3771355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9" name="ph7044">
                <a:extLst>
                  <a:ext uri="{FF2B5EF4-FFF2-40B4-BE49-F238E27FC236}">
                    <a16:creationId xmlns:a16="http://schemas.microsoft.com/office/drawing/2014/main" id="{50D17A18-8317-EDCE-DC31-A4AF3D4BC6CD}"/>
                  </a:ext>
                </a:extLst>
              </p:cNvPr>
              <p:cNvSpPr/>
              <p:nvPr/>
            </p:nvSpPr>
            <p:spPr>
              <a:xfrm>
                <a:off x="378079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0" name="ph7045">
                <a:extLst>
                  <a:ext uri="{FF2B5EF4-FFF2-40B4-BE49-F238E27FC236}">
                    <a16:creationId xmlns:a16="http://schemas.microsoft.com/office/drawing/2014/main" id="{AA705CD3-3D88-B7BC-0E5D-DC1A25F0345B}"/>
                  </a:ext>
                </a:extLst>
              </p:cNvPr>
              <p:cNvSpPr/>
              <p:nvPr/>
            </p:nvSpPr>
            <p:spPr>
              <a:xfrm>
                <a:off x="379023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1" name="ph7046">
                <a:extLst>
                  <a:ext uri="{FF2B5EF4-FFF2-40B4-BE49-F238E27FC236}">
                    <a16:creationId xmlns:a16="http://schemas.microsoft.com/office/drawing/2014/main" id="{A1F90581-ACE0-D255-4F2C-DE3779CC5328}"/>
                  </a:ext>
                </a:extLst>
              </p:cNvPr>
              <p:cNvSpPr/>
              <p:nvPr/>
            </p:nvSpPr>
            <p:spPr>
              <a:xfrm>
                <a:off x="379967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2" name="ph7047">
                <a:extLst>
                  <a:ext uri="{FF2B5EF4-FFF2-40B4-BE49-F238E27FC236}">
                    <a16:creationId xmlns:a16="http://schemas.microsoft.com/office/drawing/2014/main" id="{AAF30572-79B9-7928-4239-D836D2BC69D5}"/>
                  </a:ext>
                </a:extLst>
              </p:cNvPr>
              <p:cNvSpPr/>
              <p:nvPr/>
            </p:nvSpPr>
            <p:spPr>
              <a:xfrm>
                <a:off x="3809116" y="123659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3" name="ph7048">
                <a:extLst>
                  <a:ext uri="{FF2B5EF4-FFF2-40B4-BE49-F238E27FC236}">
                    <a16:creationId xmlns:a16="http://schemas.microsoft.com/office/drawing/2014/main" id="{5CA4BD74-7841-BBDA-78FA-FB7F156BB2B5}"/>
                  </a:ext>
                </a:extLst>
              </p:cNvPr>
              <p:cNvSpPr/>
              <p:nvPr/>
            </p:nvSpPr>
            <p:spPr>
              <a:xfrm>
                <a:off x="3818556" y="1254163"/>
                <a:ext cx="92377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7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775" y="896830"/>
                    </a:lnTo>
                    <a:lnTo>
                      <a:pt x="920754" y="904033"/>
                    </a:lnTo>
                    <a:lnTo>
                      <a:pt x="916913" y="912273"/>
                    </a:lnTo>
                    <a:lnTo>
                      <a:pt x="915813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4" name="ph7049">
                <a:extLst>
                  <a:ext uri="{FF2B5EF4-FFF2-40B4-BE49-F238E27FC236}">
                    <a16:creationId xmlns:a16="http://schemas.microsoft.com/office/drawing/2014/main" id="{AAC4745E-1655-E700-4A8E-E6851FA7F273}"/>
                  </a:ext>
                </a:extLst>
              </p:cNvPr>
              <p:cNvSpPr/>
              <p:nvPr/>
            </p:nvSpPr>
            <p:spPr>
              <a:xfrm>
                <a:off x="2034351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520" y="931969"/>
                    </a:lnTo>
                    <a:lnTo>
                      <a:pt x="907879" y="927383"/>
                    </a:lnTo>
                    <a:lnTo>
                      <a:pt x="906688" y="916570"/>
                    </a:lnTo>
                    <a:lnTo>
                      <a:pt x="90651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5" name="ph7050">
                <a:extLst>
                  <a:ext uri="{FF2B5EF4-FFF2-40B4-BE49-F238E27FC236}">
                    <a16:creationId xmlns:a16="http://schemas.microsoft.com/office/drawing/2014/main" id="{D4D7CB71-CD08-3A8F-41D6-1FC4DB076A24}"/>
                  </a:ext>
                </a:extLst>
              </p:cNvPr>
              <p:cNvSpPr/>
              <p:nvPr/>
            </p:nvSpPr>
            <p:spPr>
              <a:xfrm>
                <a:off x="203435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6" name="ph7051">
                <a:extLst>
                  <a:ext uri="{FF2B5EF4-FFF2-40B4-BE49-F238E27FC236}">
                    <a16:creationId xmlns:a16="http://schemas.microsoft.com/office/drawing/2014/main" id="{11D8A6CA-6EDD-D464-D65F-AADF1453B0FC}"/>
                  </a:ext>
                </a:extLst>
              </p:cNvPr>
              <p:cNvSpPr/>
              <p:nvPr/>
            </p:nvSpPr>
            <p:spPr>
              <a:xfrm>
                <a:off x="204379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7" name="ph7052">
                <a:extLst>
                  <a:ext uri="{FF2B5EF4-FFF2-40B4-BE49-F238E27FC236}">
                    <a16:creationId xmlns:a16="http://schemas.microsoft.com/office/drawing/2014/main" id="{CBF36B3A-BAF0-12AF-2039-376F0526FCFC}"/>
                  </a:ext>
                </a:extLst>
              </p:cNvPr>
              <p:cNvSpPr/>
              <p:nvPr/>
            </p:nvSpPr>
            <p:spPr>
              <a:xfrm>
                <a:off x="205323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8" name="ph7053">
                <a:extLst>
                  <a:ext uri="{FF2B5EF4-FFF2-40B4-BE49-F238E27FC236}">
                    <a16:creationId xmlns:a16="http://schemas.microsoft.com/office/drawing/2014/main" id="{E1DBB4A4-626C-ADB7-DAB5-C31D7A39697C}"/>
                  </a:ext>
                </a:extLst>
              </p:cNvPr>
              <p:cNvSpPr/>
              <p:nvPr/>
            </p:nvSpPr>
            <p:spPr>
              <a:xfrm>
                <a:off x="206267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9" name="ph7054">
                <a:extLst>
                  <a:ext uri="{FF2B5EF4-FFF2-40B4-BE49-F238E27FC236}">
                    <a16:creationId xmlns:a16="http://schemas.microsoft.com/office/drawing/2014/main" id="{56F776C9-F2F9-33E3-CEE8-08C0034EE247}"/>
                  </a:ext>
                </a:extLst>
              </p:cNvPr>
              <p:cNvSpPr/>
              <p:nvPr/>
            </p:nvSpPr>
            <p:spPr>
              <a:xfrm>
                <a:off x="207211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0" name="ph7055">
                <a:extLst>
                  <a:ext uri="{FF2B5EF4-FFF2-40B4-BE49-F238E27FC236}">
                    <a16:creationId xmlns:a16="http://schemas.microsoft.com/office/drawing/2014/main" id="{DE70F3E8-7E45-72C0-6720-739851D17067}"/>
                  </a:ext>
                </a:extLst>
              </p:cNvPr>
              <p:cNvSpPr/>
              <p:nvPr/>
            </p:nvSpPr>
            <p:spPr>
              <a:xfrm>
                <a:off x="208155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1" name="ph7056">
                <a:extLst>
                  <a:ext uri="{FF2B5EF4-FFF2-40B4-BE49-F238E27FC236}">
                    <a16:creationId xmlns:a16="http://schemas.microsoft.com/office/drawing/2014/main" id="{F8BA232A-94C9-9B0B-22DB-E5443633B0B1}"/>
                  </a:ext>
                </a:extLst>
              </p:cNvPr>
              <p:cNvSpPr/>
              <p:nvPr/>
            </p:nvSpPr>
            <p:spPr>
              <a:xfrm>
                <a:off x="209099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2" name="ph7057">
                <a:extLst>
                  <a:ext uri="{FF2B5EF4-FFF2-40B4-BE49-F238E27FC236}">
                    <a16:creationId xmlns:a16="http://schemas.microsoft.com/office/drawing/2014/main" id="{932FF252-B735-9D22-C0D5-634103A44B60}"/>
                  </a:ext>
                </a:extLst>
              </p:cNvPr>
              <p:cNvSpPr/>
              <p:nvPr/>
            </p:nvSpPr>
            <p:spPr>
              <a:xfrm>
                <a:off x="210043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3" name="ph7058">
                <a:extLst>
                  <a:ext uri="{FF2B5EF4-FFF2-40B4-BE49-F238E27FC236}">
                    <a16:creationId xmlns:a16="http://schemas.microsoft.com/office/drawing/2014/main" id="{0378C0A1-DBC1-49A0-8AA8-1AEC9CCC25D2}"/>
                  </a:ext>
                </a:extLst>
              </p:cNvPr>
              <p:cNvSpPr/>
              <p:nvPr/>
            </p:nvSpPr>
            <p:spPr>
              <a:xfrm>
                <a:off x="210987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4" name="ph7059">
                <a:extLst>
                  <a:ext uri="{FF2B5EF4-FFF2-40B4-BE49-F238E27FC236}">
                    <a16:creationId xmlns:a16="http://schemas.microsoft.com/office/drawing/2014/main" id="{517EC5EE-DB1E-3F77-73D9-CE724E6491E4}"/>
                  </a:ext>
                </a:extLst>
              </p:cNvPr>
              <p:cNvSpPr/>
              <p:nvPr/>
            </p:nvSpPr>
            <p:spPr>
              <a:xfrm>
                <a:off x="211931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5" name="ph7060">
                <a:extLst>
                  <a:ext uri="{FF2B5EF4-FFF2-40B4-BE49-F238E27FC236}">
                    <a16:creationId xmlns:a16="http://schemas.microsoft.com/office/drawing/2014/main" id="{A8BDF29C-3EE1-B75C-F1A7-3FC12FE303D8}"/>
                  </a:ext>
                </a:extLst>
              </p:cNvPr>
              <p:cNvSpPr/>
              <p:nvPr/>
            </p:nvSpPr>
            <p:spPr>
              <a:xfrm>
                <a:off x="212875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6" name="ph7061">
                <a:extLst>
                  <a:ext uri="{FF2B5EF4-FFF2-40B4-BE49-F238E27FC236}">
                    <a16:creationId xmlns:a16="http://schemas.microsoft.com/office/drawing/2014/main" id="{413B7135-D214-7CA2-3DB9-A3F6AD3E6749}"/>
                  </a:ext>
                </a:extLst>
              </p:cNvPr>
              <p:cNvSpPr/>
              <p:nvPr/>
            </p:nvSpPr>
            <p:spPr>
              <a:xfrm>
                <a:off x="213819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7" name="ph7062">
                <a:extLst>
                  <a:ext uri="{FF2B5EF4-FFF2-40B4-BE49-F238E27FC236}">
                    <a16:creationId xmlns:a16="http://schemas.microsoft.com/office/drawing/2014/main" id="{C3C031B9-FBAD-A8E8-F467-B9FCE79B4DF6}"/>
                  </a:ext>
                </a:extLst>
              </p:cNvPr>
              <p:cNvSpPr/>
              <p:nvPr/>
            </p:nvSpPr>
            <p:spPr>
              <a:xfrm>
                <a:off x="214763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8" name="ph7063">
                <a:extLst>
                  <a:ext uri="{FF2B5EF4-FFF2-40B4-BE49-F238E27FC236}">
                    <a16:creationId xmlns:a16="http://schemas.microsoft.com/office/drawing/2014/main" id="{446083AB-54C2-EF39-7750-5F88588BE9C3}"/>
                  </a:ext>
                </a:extLst>
              </p:cNvPr>
              <p:cNvSpPr/>
              <p:nvPr/>
            </p:nvSpPr>
            <p:spPr>
              <a:xfrm>
                <a:off x="215707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9" name="ph7064">
                <a:extLst>
                  <a:ext uri="{FF2B5EF4-FFF2-40B4-BE49-F238E27FC236}">
                    <a16:creationId xmlns:a16="http://schemas.microsoft.com/office/drawing/2014/main" id="{4710D371-AD1A-36AB-F672-ADF3BAB1BBF4}"/>
                  </a:ext>
                </a:extLst>
              </p:cNvPr>
              <p:cNvSpPr/>
              <p:nvPr/>
            </p:nvSpPr>
            <p:spPr>
              <a:xfrm>
                <a:off x="216651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0" name="ph7065">
                <a:extLst>
                  <a:ext uri="{FF2B5EF4-FFF2-40B4-BE49-F238E27FC236}">
                    <a16:creationId xmlns:a16="http://schemas.microsoft.com/office/drawing/2014/main" id="{70042FE0-0C3F-3C93-1F0A-163A67DFC784}"/>
                  </a:ext>
                </a:extLst>
              </p:cNvPr>
              <p:cNvSpPr/>
              <p:nvPr/>
            </p:nvSpPr>
            <p:spPr>
              <a:xfrm>
                <a:off x="217595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1" name="ph7066">
                <a:extLst>
                  <a:ext uri="{FF2B5EF4-FFF2-40B4-BE49-F238E27FC236}">
                    <a16:creationId xmlns:a16="http://schemas.microsoft.com/office/drawing/2014/main" id="{0FEB96D2-C13E-5925-675A-BF1503AD60EE}"/>
                  </a:ext>
                </a:extLst>
              </p:cNvPr>
              <p:cNvSpPr/>
              <p:nvPr/>
            </p:nvSpPr>
            <p:spPr>
              <a:xfrm>
                <a:off x="218539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2" name="ph7067">
                <a:extLst>
                  <a:ext uri="{FF2B5EF4-FFF2-40B4-BE49-F238E27FC236}">
                    <a16:creationId xmlns:a16="http://schemas.microsoft.com/office/drawing/2014/main" id="{23E67035-7A14-17F1-9554-62E0636D8E36}"/>
                  </a:ext>
                </a:extLst>
              </p:cNvPr>
              <p:cNvSpPr/>
              <p:nvPr/>
            </p:nvSpPr>
            <p:spPr>
              <a:xfrm>
                <a:off x="219483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3" name="ph7068">
                <a:extLst>
                  <a:ext uri="{FF2B5EF4-FFF2-40B4-BE49-F238E27FC236}">
                    <a16:creationId xmlns:a16="http://schemas.microsoft.com/office/drawing/2014/main" id="{20CB2F09-21A7-DF7F-1088-12278345856F}"/>
                  </a:ext>
                </a:extLst>
              </p:cNvPr>
              <p:cNvSpPr/>
              <p:nvPr/>
            </p:nvSpPr>
            <p:spPr>
              <a:xfrm>
                <a:off x="220427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4" name="ph7069">
                <a:extLst>
                  <a:ext uri="{FF2B5EF4-FFF2-40B4-BE49-F238E27FC236}">
                    <a16:creationId xmlns:a16="http://schemas.microsoft.com/office/drawing/2014/main" id="{F86C8043-BBF9-E4B8-01BA-CD1D861A1A5A}"/>
                  </a:ext>
                </a:extLst>
              </p:cNvPr>
              <p:cNvSpPr/>
              <p:nvPr/>
            </p:nvSpPr>
            <p:spPr>
              <a:xfrm>
                <a:off x="221371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5" name="ph7070">
                <a:extLst>
                  <a:ext uri="{FF2B5EF4-FFF2-40B4-BE49-F238E27FC236}">
                    <a16:creationId xmlns:a16="http://schemas.microsoft.com/office/drawing/2014/main" id="{E92AFAED-297A-FE51-C0A9-CA42A40DF69F}"/>
                  </a:ext>
                </a:extLst>
              </p:cNvPr>
              <p:cNvSpPr/>
              <p:nvPr/>
            </p:nvSpPr>
            <p:spPr>
              <a:xfrm>
                <a:off x="222315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6" name="ph7071">
                <a:extLst>
                  <a:ext uri="{FF2B5EF4-FFF2-40B4-BE49-F238E27FC236}">
                    <a16:creationId xmlns:a16="http://schemas.microsoft.com/office/drawing/2014/main" id="{BEE2D142-EFAE-11AA-D4AD-855B9DD48F9B}"/>
                  </a:ext>
                </a:extLst>
              </p:cNvPr>
              <p:cNvSpPr/>
              <p:nvPr/>
            </p:nvSpPr>
            <p:spPr>
              <a:xfrm>
                <a:off x="223259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7" name="ph7072">
                <a:extLst>
                  <a:ext uri="{FF2B5EF4-FFF2-40B4-BE49-F238E27FC236}">
                    <a16:creationId xmlns:a16="http://schemas.microsoft.com/office/drawing/2014/main" id="{769ECF86-46FD-8707-0962-F87B250424B7}"/>
                  </a:ext>
                </a:extLst>
              </p:cNvPr>
              <p:cNvSpPr/>
              <p:nvPr/>
            </p:nvSpPr>
            <p:spPr>
              <a:xfrm>
                <a:off x="224203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8" name="ph7073">
                <a:extLst>
                  <a:ext uri="{FF2B5EF4-FFF2-40B4-BE49-F238E27FC236}">
                    <a16:creationId xmlns:a16="http://schemas.microsoft.com/office/drawing/2014/main" id="{B9587DA9-C3D5-1365-B7B0-4ED90DF43ABD}"/>
                  </a:ext>
                </a:extLst>
              </p:cNvPr>
              <p:cNvSpPr/>
              <p:nvPr/>
            </p:nvSpPr>
            <p:spPr>
              <a:xfrm>
                <a:off x="225147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9" name="ph7074">
                <a:extLst>
                  <a:ext uri="{FF2B5EF4-FFF2-40B4-BE49-F238E27FC236}">
                    <a16:creationId xmlns:a16="http://schemas.microsoft.com/office/drawing/2014/main" id="{349BDA10-83A9-3453-1B05-FDB74E931D37}"/>
                  </a:ext>
                </a:extLst>
              </p:cNvPr>
              <p:cNvSpPr/>
              <p:nvPr/>
            </p:nvSpPr>
            <p:spPr>
              <a:xfrm>
                <a:off x="226091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0" name="ph7075">
                <a:extLst>
                  <a:ext uri="{FF2B5EF4-FFF2-40B4-BE49-F238E27FC236}">
                    <a16:creationId xmlns:a16="http://schemas.microsoft.com/office/drawing/2014/main" id="{03E16AB6-D6DD-CCE4-5F1A-9754F84967FE}"/>
                  </a:ext>
                </a:extLst>
              </p:cNvPr>
              <p:cNvSpPr/>
              <p:nvPr/>
            </p:nvSpPr>
            <p:spPr>
              <a:xfrm>
                <a:off x="227035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0">
                  <a:alpha val="100000"/>
                </a:srgbClr>
              </a:solidFill>
              <a:ln w="5420" cap="flat">
                <a:solidFill>
                  <a:srgbClr val="FFF6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1" name="ph7076">
                <a:extLst>
                  <a:ext uri="{FF2B5EF4-FFF2-40B4-BE49-F238E27FC236}">
                    <a16:creationId xmlns:a16="http://schemas.microsoft.com/office/drawing/2014/main" id="{5254243D-E0E3-202B-819E-35B1E595BC99}"/>
                  </a:ext>
                </a:extLst>
              </p:cNvPr>
              <p:cNvSpPr/>
              <p:nvPr/>
            </p:nvSpPr>
            <p:spPr>
              <a:xfrm>
                <a:off x="227979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6B1">
                  <a:alpha val="100000"/>
                </a:srgbClr>
              </a:solidFill>
              <a:ln w="5420" cap="flat">
                <a:solidFill>
                  <a:srgbClr val="FFF6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2" name="ph7077">
                <a:extLst>
                  <a:ext uri="{FF2B5EF4-FFF2-40B4-BE49-F238E27FC236}">
                    <a16:creationId xmlns:a16="http://schemas.microsoft.com/office/drawing/2014/main" id="{82E79F07-320B-B04D-D2AB-FB116D8824A5}"/>
                  </a:ext>
                </a:extLst>
              </p:cNvPr>
              <p:cNvSpPr/>
              <p:nvPr/>
            </p:nvSpPr>
            <p:spPr>
              <a:xfrm>
                <a:off x="228923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1">
                  <a:alpha val="100000"/>
                </a:srgbClr>
              </a:solidFill>
              <a:ln w="5420" cap="flat">
                <a:solidFill>
                  <a:srgbClr val="FFF7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3" name="ph7078">
                <a:extLst>
                  <a:ext uri="{FF2B5EF4-FFF2-40B4-BE49-F238E27FC236}">
                    <a16:creationId xmlns:a16="http://schemas.microsoft.com/office/drawing/2014/main" id="{878AA7D5-1C42-A15B-24FC-1EB65BC32A7E}"/>
                  </a:ext>
                </a:extLst>
              </p:cNvPr>
              <p:cNvSpPr/>
              <p:nvPr/>
            </p:nvSpPr>
            <p:spPr>
              <a:xfrm>
                <a:off x="229867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4" name="ph7079">
                <a:extLst>
                  <a:ext uri="{FF2B5EF4-FFF2-40B4-BE49-F238E27FC236}">
                    <a16:creationId xmlns:a16="http://schemas.microsoft.com/office/drawing/2014/main" id="{869935A5-2C59-910F-2B72-47AB099C76F9}"/>
                  </a:ext>
                </a:extLst>
              </p:cNvPr>
              <p:cNvSpPr/>
              <p:nvPr/>
            </p:nvSpPr>
            <p:spPr>
              <a:xfrm>
                <a:off x="230811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2">
                  <a:alpha val="100000"/>
                </a:srgbClr>
              </a:solidFill>
              <a:ln w="5420" cap="flat">
                <a:solidFill>
                  <a:srgbClr val="FFF8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5" name="ph7080">
                <a:extLst>
                  <a:ext uri="{FF2B5EF4-FFF2-40B4-BE49-F238E27FC236}">
                    <a16:creationId xmlns:a16="http://schemas.microsoft.com/office/drawing/2014/main" id="{885FFE78-DCA8-B74B-EE00-496AED7B10B1}"/>
                  </a:ext>
                </a:extLst>
              </p:cNvPr>
              <p:cNvSpPr/>
              <p:nvPr/>
            </p:nvSpPr>
            <p:spPr>
              <a:xfrm>
                <a:off x="231755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6" name="ph7081">
                <a:extLst>
                  <a:ext uri="{FF2B5EF4-FFF2-40B4-BE49-F238E27FC236}">
                    <a16:creationId xmlns:a16="http://schemas.microsoft.com/office/drawing/2014/main" id="{5970518A-49C5-3961-2720-08532BA20A6F}"/>
                  </a:ext>
                </a:extLst>
              </p:cNvPr>
              <p:cNvSpPr/>
              <p:nvPr/>
            </p:nvSpPr>
            <p:spPr>
              <a:xfrm>
                <a:off x="232699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7" name="ph7082">
                <a:extLst>
                  <a:ext uri="{FF2B5EF4-FFF2-40B4-BE49-F238E27FC236}">
                    <a16:creationId xmlns:a16="http://schemas.microsoft.com/office/drawing/2014/main" id="{0DDC46DF-4D22-9E10-F6EB-F81F82F584E1}"/>
                  </a:ext>
                </a:extLst>
              </p:cNvPr>
              <p:cNvSpPr/>
              <p:nvPr/>
            </p:nvSpPr>
            <p:spPr>
              <a:xfrm>
                <a:off x="233643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8" name="ph7083">
                <a:extLst>
                  <a:ext uri="{FF2B5EF4-FFF2-40B4-BE49-F238E27FC236}">
                    <a16:creationId xmlns:a16="http://schemas.microsoft.com/office/drawing/2014/main" id="{68100D68-B4F7-1545-4D44-E96469471B0E}"/>
                  </a:ext>
                </a:extLst>
              </p:cNvPr>
              <p:cNvSpPr/>
              <p:nvPr/>
            </p:nvSpPr>
            <p:spPr>
              <a:xfrm>
                <a:off x="234587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9" name="ph7084">
                <a:extLst>
                  <a:ext uri="{FF2B5EF4-FFF2-40B4-BE49-F238E27FC236}">
                    <a16:creationId xmlns:a16="http://schemas.microsoft.com/office/drawing/2014/main" id="{D20D217E-64ED-E09A-D947-D2664200B7E9}"/>
                  </a:ext>
                </a:extLst>
              </p:cNvPr>
              <p:cNvSpPr/>
              <p:nvPr/>
            </p:nvSpPr>
            <p:spPr>
              <a:xfrm>
                <a:off x="235531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0" name="ph7085">
                <a:extLst>
                  <a:ext uri="{FF2B5EF4-FFF2-40B4-BE49-F238E27FC236}">
                    <a16:creationId xmlns:a16="http://schemas.microsoft.com/office/drawing/2014/main" id="{6D8C5398-4DE9-67D7-0498-2EA9165CA80C}"/>
                  </a:ext>
                </a:extLst>
              </p:cNvPr>
              <p:cNvSpPr/>
              <p:nvPr/>
            </p:nvSpPr>
            <p:spPr>
              <a:xfrm>
                <a:off x="236476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1" name="ph7086">
                <a:extLst>
                  <a:ext uri="{FF2B5EF4-FFF2-40B4-BE49-F238E27FC236}">
                    <a16:creationId xmlns:a16="http://schemas.microsoft.com/office/drawing/2014/main" id="{A7160E25-1B33-A5B7-14CC-8859CAF79289}"/>
                  </a:ext>
                </a:extLst>
              </p:cNvPr>
              <p:cNvSpPr/>
              <p:nvPr/>
            </p:nvSpPr>
            <p:spPr>
              <a:xfrm>
                <a:off x="237420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2" name="ph7087">
                <a:extLst>
                  <a:ext uri="{FF2B5EF4-FFF2-40B4-BE49-F238E27FC236}">
                    <a16:creationId xmlns:a16="http://schemas.microsoft.com/office/drawing/2014/main" id="{3899235C-0E94-08A4-89D5-0B6DD7E22801}"/>
                  </a:ext>
                </a:extLst>
              </p:cNvPr>
              <p:cNvSpPr/>
              <p:nvPr/>
            </p:nvSpPr>
            <p:spPr>
              <a:xfrm>
                <a:off x="238364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3" name="ph7088">
                <a:extLst>
                  <a:ext uri="{FF2B5EF4-FFF2-40B4-BE49-F238E27FC236}">
                    <a16:creationId xmlns:a16="http://schemas.microsoft.com/office/drawing/2014/main" id="{62CFF366-3C87-2220-7D79-BB8246F1A81E}"/>
                  </a:ext>
                </a:extLst>
              </p:cNvPr>
              <p:cNvSpPr/>
              <p:nvPr/>
            </p:nvSpPr>
            <p:spPr>
              <a:xfrm>
                <a:off x="2393080" y="1236593"/>
                <a:ext cx="92191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1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6036" y="896830"/>
                    </a:lnTo>
                    <a:lnTo>
                      <a:pt x="917199" y="899899"/>
                    </a:lnTo>
                    <a:lnTo>
                      <a:pt x="920287" y="909003"/>
                    </a:lnTo>
                    <a:lnTo>
                      <a:pt x="921917" y="914400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4" name="ph7089">
                <a:extLst>
                  <a:ext uri="{FF2B5EF4-FFF2-40B4-BE49-F238E27FC236}">
                    <a16:creationId xmlns:a16="http://schemas.microsoft.com/office/drawing/2014/main" id="{62813B14-FC29-F727-A472-9546E7018555}"/>
                  </a:ext>
                </a:extLst>
              </p:cNvPr>
              <p:cNvSpPr/>
              <p:nvPr/>
            </p:nvSpPr>
            <p:spPr>
              <a:xfrm>
                <a:off x="3403186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759" y="914400"/>
                    </a:lnTo>
                    <a:lnTo>
                      <a:pt x="914400" y="91295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5" name="ph7090">
                <a:extLst>
                  <a:ext uri="{FF2B5EF4-FFF2-40B4-BE49-F238E27FC236}">
                    <a16:creationId xmlns:a16="http://schemas.microsoft.com/office/drawing/2014/main" id="{934E2194-BCE0-2DDD-01B8-12D3B7A15FD9}"/>
                  </a:ext>
                </a:extLst>
              </p:cNvPr>
              <p:cNvSpPr/>
              <p:nvPr/>
            </p:nvSpPr>
            <p:spPr>
              <a:xfrm>
                <a:off x="3412626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2952"/>
                    </a:lnTo>
                    <a:lnTo>
                      <a:pt x="907471" y="910736"/>
                    </a:lnTo>
                    <a:lnTo>
                      <a:pt x="912734" y="906681"/>
                    </a:lnTo>
                    <a:lnTo>
                      <a:pt x="914400" y="905577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6" name="ph7091">
                <a:extLst>
                  <a:ext uri="{FF2B5EF4-FFF2-40B4-BE49-F238E27FC236}">
                    <a16:creationId xmlns:a16="http://schemas.microsoft.com/office/drawing/2014/main" id="{BCC61A31-32BA-022F-2F32-A4EE43FEEE2D}"/>
                  </a:ext>
                </a:extLst>
              </p:cNvPr>
              <p:cNvSpPr/>
              <p:nvPr/>
            </p:nvSpPr>
            <p:spPr>
              <a:xfrm>
                <a:off x="3422066" y="123659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5577"/>
                    </a:lnTo>
                    <a:lnTo>
                      <a:pt x="908660" y="903125"/>
                    </a:lnTo>
                    <a:lnTo>
                      <a:pt x="914115" y="900074"/>
                    </a:lnTo>
                    <a:lnTo>
                      <a:pt x="914400" y="89993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7" name="ph7092">
                <a:extLst>
                  <a:ext uri="{FF2B5EF4-FFF2-40B4-BE49-F238E27FC236}">
                    <a16:creationId xmlns:a16="http://schemas.microsoft.com/office/drawing/2014/main" id="{C73BC487-31E3-2F1D-5B61-D782236839B5}"/>
                  </a:ext>
                </a:extLst>
              </p:cNvPr>
              <p:cNvSpPr/>
              <p:nvPr/>
            </p:nvSpPr>
            <p:spPr>
              <a:xfrm>
                <a:off x="3431507" y="121902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499"/>
                    </a:lnTo>
                    <a:lnTo>
                      <a:pt x="911055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8" name="ph7093">
                <a:extLst>
                  <a:ext uri="{FF2B5EF4-FFF2-40B4-BE49-F238E27FC236}">
                    <a16:creationId xmlns:a16="http://schemas.microsoft.com/office/drawing/2014/main" id="{2978C4F9-FD9F-0472-0F30-269DDE2F2494}"/>
                  </a:ext>
                </a:extLst>
              </p:cNvPr>
              <p:cNvSpPr/>
              <p:nvPr/>
            </p:nvSpPr>
            <p:spPr>
              <a:xfrm>
                <a:off x="343150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9" name="ph7094">
                <a:extLst>
                  <a:ext uri="{FF2B5EF4-FFF2-40B4-BE49-F238E27FC236}">
                    <a16:creationId xmlns:a16="http://schemas.microsoft.com/office/drawing/2014/main" id="{06A0BEAD-A683-0C72-5BAE-AD50BA43E283}"/>
                  </a:ext>
                </a:extLst>
              </p:cNvPr>
              <p:cNvSpPr/>
              <p:nvPr/>
            </p:nvSpPr>
            <p:spPr>
              <a:xfrm>
                <a:off x="344094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0" name="ph7095">
                <a:extLst>
                  <a:ext uri="{FF2B5EF4-FFF2-40B4-BE49-F238E27FC236}">
                    <a16:creationId xmlns:a16="http://schemas.microsoft.com/office/drawing/2014/main" id="{A1857EE9-202F-DE3D-B85B-8617E22F5D40}"/>
                  </a:ext>
                </a:extLst>
              </p:cNvPr>
              <p:cNvSpPr/>
              <p:nvPr/>
            </p:nvSpPr>
            <p:spPr>
              <a:xfrm>
                <a:off x="345038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1" name="ph7096">
                <a:extLst>
                  <a:ext uri="{FF2B5EF4-FFF2-40B4-BE49-F238E27FC236}">
                    <a16:creationId xmlns:a16="http://schemas.microsoft.com/office/drawing/2014/main" id="{65A3BEC9-8A8B-382E-3688-6C838DBE87B3}"/>
                  </a:ext>
                </a:extLst>
              </p:cNvPr>
              <p:cNvSpPr/>
              <p:nvPr/>
            </p:nvSpPr>
            <p:spPr>
              <a:xfrm>
                <a:off x="3459827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2" name="ph7097">
                <a:extLst>
                  <a:ext uri="{FF2B5EF4-FFF2-40B4-BE49-F238E27FC236}">
                    <a16:creationId xmlns:a16="http://schemas.microsoft.com/office/drawing/2014/main" id="{77F8A768-418E-CF8A-1282-55E82C85F640}"/>
                  </a:ext>
                </a:extLst>
              </p:cNvPr>
              <p:cNvSpPr/>
              <p:nvPr/>
            </p:nvSpPr>
            <p:spPr>
              <a:xfrm>
                <a:off x="346926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3" name="ph7098">
                <a:extLst>
                  <a:ext uri="{FF2B5EF4-FFF2-40B4-BE49-F238E27FC236}">
                    <a16:creationId xmlns:a16="http://schemas.microsoft.com/office/drawing/2014/main" id="{9E6CD53E-611C-8463-0157-8D343DD92AC7}"/>
                  </a:ext>
                </a:extLst>
              </p:cNvPr>
              <p:cNvSpPr/>
              <p:nvPr/>
            </p:nvSpPr>
            <p:spPr>
              <a:xfrm>
                <a:off x="347870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4" name="ph7099">
                <a:extLst>
                  <a:ext uri="{FF2B5EF4-FFF2-40B4-BE49-F238E27FC236}">
                    <a16:creationId xmlns:a16="http://schemas.microsoft.com/office/drawing/2014/main" id="{B530EEE7-6A7B-9243-D14D-530459061A5B}"/>
                  </a:ext>
                </a:extLst>
              </p:cNvPr>
              <p:cNvSpPr/>
              <p:nvPr/>
            </p:nvSpPr>
            <p:spPr>
              <a:xfrm>
                <a:off x="348814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5" name="ph7100">
                <a:extLst>
                  <a:ext uri="{FF2B5EF4-FFF2-40B4-BE49-F238E27FC236}">
                    <a16:creationId xmlns:a16="http://schemas.microsoft.com/office/drawing/2014/main" id="{EE4D6ED5-80D0-E32B-6257-734A23C4D49D}"/>
                  </a:ext>
                </a:extLst>
              </p:cNvPr>
              <p:cNvSpPr/>
              <p:nvPr/>
            </p:nvSpPr>
            <p:spPr>
              <a:xfrm>
                <a:off x="3497588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6" name="ph7101">
                <a:extLst>
                  <a:ext uri="{FF2B5EF4-FFF2-40B4-BE49-F238E27FC236}">
                    <a16:creationId xmlns:a16="http://schemas.microsoft.com/office/drawing/2014/main" id="{874A4CD5-6FC3-18BA-CFE9-A335EE44BA10}"/>
                  </a:ext>
                </a:extLst>
              </p:cNvPr>
              <p:cNvSpPr/>
              <p:nvPr/>
            </p:nvSpPr>
            <p:spPr>
              <a:xfrm>
                <a:off x="350702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7" name="ph7102">
                <a:extLst>
                  <a:ext uri="{FF2B5EF4-FFF2-40B4-BE49-F238E27FC236}">
                    <a16:creationId xmlns:a16="http://schemas.microsoft.com/office/drawing/2014/main" id="{2732B141-7A9D-F5D0-734A-68892E25B12F}"/>
                  </a:ext>
                </a:extLst>
              </p:cNvPr>
              <p:cNvSpPr/>
              <p:nvPr/>
            </p:nvSpPr>
            <p:spPr>
              <a:xfrm>
                <a:off x="351646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8" name="ph7103">
                <a:extLst>
                  <a:ext uri="{FF2B5EF4-FFF2-40B4-BE49-F238E27FC236}">
                    <a16:creationId xmlns:a16="http://schemas.microsoft.com/office/drawing/2014/main" id="{6C1250FF-2E2E-61DF-415F-1FD1B5DA6792}"/>
                  </a:ext>
                </a:extLst>
              </p:cNvPr>
              <p:cNvSpPr/>
              <p:nvPr/>
            </p:nvSpPr>
            <p:spPr>
              <a:xfrm>
                <a:off x="352590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9" name="ph7104">
                <a:extLst>
                  <a:ext uri="{FF2B5EF4-FFF2-40B4-BE49-F238E27FC236}">
                    <a16:creationId xmlns:a16="http://schemas.microsoft.com/office/drawing/2014/main" id="{AF7463E2-D7E5-0A57-4B88-F54DBFCDA915}"/>
                  </a:ext>
                </a:extLst>
              </p:cNvPr>
              <p:cNvSpPr/>
              <p:nvPr/>
            </p:nvSpPr>
            <p:spPr>
              <a:xfrm>
                <a:off x="3535349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0" name="ph7105">
                <a:extLst>
                  <a:ext uri="{FF2B5EF4-FFF2-40B4-BE49-F238E27FC236}">
                    <a16:creationId xmlns:a16="http://schemas.microsoft.com/office/drawing/2014/main" id="{1CCBF47A-CCC0-2C41-5E89-F92DFFE72CC6}"/>
                  </a:ext>
                </a:extLst>
              </p:cNvPr>
              <p:cNvSpPr/>
              <p:nvPr/>
            </p:nvSpPr>
            <p:spPr>
              <a:xfrm>
                <a:off x="354479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1" name="ph7106">
                <a:extLst>
                  <a:ext uri="{FF2B5EF4-FFF2-40B4-BE49-F238E27FC236}">
                    <a16:creationId xmlns:a16="http://schemas.microsoft.com/office/drawing/2014/main" id="{AB6B7661-170A-C043-CE8A-331F037578DA}"/>
                  </a:ext>
                </a:extLst>
              </p:cNvPr>
              <p:cNvSpPr/>
              <p:nvPr/>
            </p:nvSpPr>
            <p:spPr>
              <a:xfrm>
                <a:off x="355423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2" name="ph7107">
                <a:extLst>
                  <a:ext uri="{FF2B5EF4-FFF2-40B4-BE49-F238E27FC236}">
                    <a16:creationId xmlns:a16="http://schemas.microsoft.com/office/drawing/2014/main" id="{B07E5FD8-8B86-905A-7BCF-1492B099CC6A}"/>
                  </a:ext>
                </a:extLst>
              </p:cNvPr>
              <p:cNvSpPr/>
              <p:nvPr/>
            </p:nvSpPr>
            <p:spPr>
              <a:xfrm>
                <a:off x="356367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3" name="ph7108">
                <a:extLst>
                  <a:ext uri="{FF2B5EF4-FFF2-40B4-BE49-F238E27FC236}">
                    <a16:creationId xmlns:a16="http://schemas.microsoft.com/office/drawing/2014/main" id="{F9F7E235-5AD5-981C-4A48-C31D7B4497DD}"/>
                  </a:ext>
                </a:extLst>
              </p:cNvPr>
              <p:cNvSpPr/>
              <p:nvPr/>
            </p:nvSpPr>
            <p:spPr>
              <a:xfrm>
                <a:off x="357311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4" name="ph7109">
                <a:extLst>
                  <a:ext uri="{FF2B5EF4-FFF2-40B4-BE49-F238E27FC236}">
                    <a16:creationId xmlns:a16="http://schemas.microsoft.com/office/drawing/2014/main" id="{80558048-24E8-2C11-4210-CDDEE4EB8CFB}"/>
                  </a:ext>
                </a:extLst>
              </p:cNvPr>
              <p:cNvSpPr/>
              <p:nvPr/>
            </p:nvSpPr>
            <p:spPr>
              <a:xfrm>
                <a:off x="3582550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5" name="ph7110">
                <a:extLst>
                  <a:ext uri="{FF2B5EF4-FFF2-40B4-BE49-F238E27FC236}">
                    <a16:creationId xmlns:a16="http://schemas.microsoft.com/office/drawing/2014/main" id="{DB456EE6-F7D9-D630-6701-133F2CEC5C41}"/>
                  </a:ext>
                </a:extLst>
              </p:cNvPr>
              <p:cNvSpPr/>
              <p:nvPr/>
            </p:nvSpPr>
            <p:spPr>
              <a:xfrm>
                <a:off x="359199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6" name="ph7111">
                <a:extLst>
                  <a:ext uri="{FF2B5EF4-FFF2-40B4-BE49-F238E27FC236}">
                    <a16:creationId xmlns:a16="http://schemas.microsoft.com/office/drawing/2014/main" id="{ED42B54C-77EA-ED8E-30D0-E5897368E921}"/>
                  </a:ext>
                </a:extLst>
              </p:cNvPr>
              <p:cNvSpPr/>
              <p:nvPr/>
            </p:nvSpPr>
            <p:spPr>
              <a:xfrm>
                <a:off x="360143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7" name="ph7112">
                <a:extLst>
                  <a:ext uri="{FF2B5EF4-FFF2-40B4-BE49-F238E27FC236}">
                    <a16:creationId xmlns:a16="http://schemas.microsoft.com/office/drawing/2014/main" id="{9BC62871-3364-0EB2-648A-B29F5DCE954D}"/>
                  </a:ext>
                </a:extLst>
              </p:cNvPr>
              <p:cNvSpPr/>
              <p:nvPr/>
            </p:nvSpPr>
            <p:spPr>
              <a:xfrm>
                <a:off x="361087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8" name="ph7113">
                <a:extLst>
                  <a:ext uri="{FF2B5EF4-FFF2-40B4-BE49-F238E27FC236}">
                    <a16:creationId xmlns:a16="http://schemas.microsoft.com/office/drawing/2014/main" id="{D4E26A09-4EB8-F33D-B30F-B7214D6D312F}"/>
                  </a:ext>
                </a:extLst>
              </p:cNvPr>
              <p:cNvSpPr/>
              <p:nvPr/>
            </p:nvSpPr>
            <p:spPr>
              <a:xfrm>
                <a:off x="3620311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9" name="ph7114">
                <a:extLst>
                  <a:ext uri="{FF2B5EF4-FFF2-40B4-BE49-F238E27FC236}">
                    <a16:creationId xmlns:a16="http://schemas.microsoft.com/office/drawing/2014/main" id="{B6BC7A19-2472-189F-BF84-7E4026D5C4FA}"/>
                  </a:ext>
                </a:extLst>
              </p:cNvPr>
              <p:cNvSpPr/>
              <p:nvPr/>
            </p:nvSpPr>
            <p:spPr>
              <a:xfrm>
                <a:off x="362975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0" name="ph7115">
                <a:extLst>
                  <a:ext uri="{FF2B5EF4-FFF2-40B4-BE49-F238E27FC236}">
                    <a16:creationId xmlns:a16="http://schemas.microsoft.com/office/drawing/2014/main" id="{B63C3869-DC3C-CCE9-00B3-999D95EA6B60}"/>
                  </a:ext>
                </a:extLst>
              </p:cNvPr>
              <p:cNvSpPr/>
              <p:nvPr/>
            </p:nvSpPr>
            <p:spPr>
              <a:xfrm>
                <a:off x="363919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1" name="ph7116">
                <a:extLst>
                  <a:ext uri="{FF2B5EF4-FFF2-40B4-BE49-F238E27FC236}">
                    <a16:creationId xmlns:a16="http://schemas.microsoft.com/office/drawing/2014/main" id="{0DD65270-911A-C0E3-FD27-DF928EE7018B}"/>
                  </a:ext>
                </a:extLst>
              </p:cNvPr>
              <p:cNvSpPr/>
              <p:nvPr/>
            </p:nvSpPr>
            <p:spPr>
              <a:xfrm>
                <a:off x="364863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2" name="ph7117">
                <a:extLst>
                  <a:ext uri="{FF2B5EF4-FFF2-40B4-BE49-F238E27FC236}">
                    <a16:creationId xmlns:a16="http://schemas.microsoft.com/office/drawing/2014/main" id="{F8EEA28A-7AD2-BD1C-CC7C-FBA7FAAB0663}"/>
                  </a:ext>
                </a:extLst>
              </p:cNvPr>
              <p:cNvSpPr/>
              <p:nvPr/>
            </p:nvSpPr>
            <p:spPr>
              <a:xfrm>
                <a:off x="3658072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3" name="ph7118">
                <a:extLst>
                  <a:ext uri="{FF2B5EF4-FFF2-40B4-BE49-F238E27FC236}">
                    <a16:creationId xmlns:a16="http://schemas.microsoft.com/office/drawing/2014/main" id="{5DDEEFC2-42F6-E1B9-3057-3BB646E68BD1}"/>
                  </a:ext>
                </a:extLst>
              </p:cNvPr>
              <p:cNvSpPr/>
              <p:nvPr/>
            </p:nvSpPr>
            <p:spPr>
              <a:xfrm>
                <a:off x="366751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4" name="ph7119">
                <a:extLst>
                  <a:ext uri="{FF2B5EF4-FFF2-40B4-BE49-F238E27FC236}">
                    <a16:creationId xmlns:a16="http://schemas.microsoft.com/office/drawing/2014/main" id="{53D0EE1A-8A3B-E1D3-809B-8FD3CADAB86E}"/>
                  </a:ext>
                </a:extLst>
              </p:cNvPr>
              <p:cNvSpPr/>
              <p:nvPr/>
            </p:nvSpPr>
            <p:spPr>
              <a:xfrm>
                <a:off x="367695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5" name="ph7120">
                <a:extLst>
                  <a:ext uri="{FF2B5EF4-FFF2-40B4-BE49-F238E27FC236}">
                    <a16:creationId xmlns:a16="http://schemas.microsoft.com/office/drawing/2014/main" id="{00B79CFD-C112-3E53-94BA-D72F42A5D27E}"/>
                  </a:ext>
                </a:extLst>
              </p:cNvPr>
              <p:cNvSpPr/>
              <p:nvPr/>
            </p:nvSpPr>
            <p:spPr>
              <a:xfrm>
                <a:off x="368639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6" name="ph7121">
                <a:extLst>
                  <a:ext uri="{FF2B5EF4-FFF2-40B4-BE49-F238E27FC236}">
                    <a16:creationId xmlns:a16="http://schemas.microsoft.com/office/drawing/2014/main" id="{5DBB4C04-4E04-9042-EA39-AF4D95E7CB23}"/>
                  </a:ext>
                </a:extLst>
              </p:cNvPr>
              <p:cNvSpPr/>
              <p:nvPr/>
            </p:nvSpPr>
            <p:spPr>
              <a:xfrm>
                <a:off x="3695833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7" name="ph7122">
                <a:extLst>
                  <a:ext uri="{FF2B5EF4-FFF2-40B4-BE49-F238E27FC236}">
                    <a16:creationId xmlns:a16="http://schemas.microsoft.com/office/drawing/2014/main" id="{86AFA187-6925-4395-BF71-D8286FD12BA3}"/>
                  </a:ext>
                </a:extLst>
              </p:cNvPr>
              <p:cNvSpPr/>
              <p:nvPr/>
            </p:nvSpPr>
            <p:spPr>
              <a:xfrm>
                <a:off x="370527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8" name="ph7123">
                <a:extLst>
                  <a:ext uri="{FF2B5EF4-FFF2-40B4-BE49-F238E27FC236}">
                    <a16:creationId xmlns:a16="http://schemas.microsoft.com/office/drawing/2014/main" id="{8F5A9230-5A94-C894-9CC4-F06F9C9B755E}"/>
                  </a:ext>
                </a:extLst>
              </p:cNvPr>
              <p:cNvSpPr/>
              <p:nvPr/>
            </p:nvSpPr>
            <p:spPr>
              <a:xfrm>
                <a:off x="371471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9" name="ph7124">
                <a:extLst>
                  <a:ext uri="{FF2B5EF4-FFF2-40B4-BE49-F238E27FC236}">
                    <a16:creationId xmlns:a16="http://schemas.microsoft.com/office/drawing/2014/main" id="{1F01EBD6-EEDB-E96E-BA08-871C2553D7AA}"/>
                  </a:ext>
                </a:extLst>
              </p:cNvPr>
              <p:cNvSpPr/>
              <p:nvPr/>
            </p:nvSpPr>
            <p:spPr>
              <a:xfrm>
                <a:off x="372415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0" name="ph7125">
                <a:extLst>
                  <a:ext uri="{FF2B5EF4-FFF2-40B4-BE49-F238E27FC236}">
                    <a16:creationId xmlns:a16="http://schemas.microsoft.com/office/drawing/2014/main" id="{D00542DC-7749-61D1-4C32-F9B72F9F2C3E}"/>
                  </a:ext>
                </a:extLst>
              </p:cNvPr>
              <p:cNvSpPr/>
              <p:nvPr/>
            </p:nvSpPr>
            <p:spPr>
              <a:xfrm>
                <a:off x="3733594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1" name="ph7126">
                <a:extLst>
                  <a:ext uri="{FF2B5EF4-FFF2-40B4-BE49-F238E27FC236}">
                    <a16:creationId xmlns:a16="http://schemas.microsoft.com/office/drawing/2014/main" id="{EC60BAFF-59CC-9463-9CD1-B3A95B99BF66}"/>
                  </a:ext>
                </a:extLst>
              </p:cNvPr>
              <p:cNvSpPr/>
              <p:nvPr/>
            </p:nvSpPr>
            <p:spPr>
              <a:xfrm>
                <a:off x="374303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2" name="ph7127">
                <a:extLst>
                  <a:ext uri="{FF2B5EF4-FFF2-40B4-BE49-F238E27FC236}">
                    <a16:creationId xmlns:a16="http://schemas.microsoft.com/office/drawing/2014/main" id="{D18D1A2A-A2F4-4BC8-3CE5-1C6B9976CD2E}"/>
                  </a:ext>
                </a:extLst>
              </p:cNvPr>
              <p:cNvSpPr/>
              <p:nvPr/>
            </p:nvSpPr>
            <p:spPr>
              <a:xfrm>
                <a:off x="375247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3" name="ph7128">
                <a:extLst>
                  <a:ext uri="{FF2B5EF4-FFF2-40B4-BE49-F238E27FC236}">
                    <a16:creationId xmlns:a16="http://schemas.microsoft.com/office/drawing/2014/main" id="{361FF9E2-9C50-8FB3-25BA-2FF178F8E240}"/>
                  </a:ext>
                </a:extLst>
              </p:cNvPr>
              <p:cNvSpPr/>
              <p:nvPr/>
            </p:nvSpPr>
            <p:spPr>
              <a:xfrm>
                <a:off x="376191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4" name="ph7129">
                <a:extLst>
                  <a:ext uri="{FF2B5EF4-FFF2-40B4-BE49-F238E27FC236}">
                    <a16:creationId xmlns:a16="http://schemas.microsoft.com/office/drawing/2014/main" id="{D37F8853-8C9F-9669-0E99-2C56B62FA3A0}"/>
                  </a:ext>
                </a:extLst>
              </p:cNvPr>
              <p:cNvSpPr/>
              <p:nvPr/>
            </p:nvSpPr>
            <p:spPr>
              <a:xfrm>
                <a:off x="3771355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5" name="ph7130">
                <a:extLst>
                  <a:ext uri="{FF2B5EF4-FFF2-40B4-BE49-F238E27FC236}">
                    <a16:creationId xmlns:a16="http://schemas.microsoft.com/office/drawing/2014/main" id="{FFDDA132-400E-E38F-23C3-B62F62F12FCA}"/>
                  </a:ext>
                </a:extLst>
              </p:cNvPr>
              <p:cNvSpPr/>
              <p:nvPr/>
            </p:nvSpPr>
            <p:spPr>
              <a:xfrm>
                <a:off x="378079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6" name="ph7131">
                <a:extLst>
                  <a:ext uri="{FF2B5EF4-FFF2-40B4-BE49-F238E27FC236}">
                    <a16:creationId xmlns:a16="http://schemas.microsoft.com/office/drawing/2014/main" id="{F5180A2C-DF3A-F990-65D2-492E67F67DDE}"/>
                  </a:ext>
                </a:extLst>
              </p:cNvPr>
              <p:cNvSpPr/>
              <p:nvPr/>
            </p:nvSpPr>
            <p:spPr>
              <a:xfrm>
                <a:off x="379023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7" name="ph7132">
                <a:extLst>
                  <a:ext uri="{FF2B5EF4-FFF2-40B4-BE49-F238E27FC236}">
                    <a16:creationId xmlns:a16="http://schemas.microsoft.com/office/drawing/2014/main" id="{97AE8951-3C22-F200-F1C0-D802FDBC389A}"/>
                  </a:ext>
                </a:extLst>
              </p:cNvPr>
              <p:cNvSpPr/>
              <p:nvPr/>
            </p:nvSpPr>
            <p:spPr>
              <a:xfrm>
                <a:off x="379967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8" name="ph7133">
                <a:extLst>
                  <a:ext uri="{FF2B5EF4-FFF2-40B4-BE49-F238E27FC236}">
                    <a16:creationId xmlns:a16="http://schemas.microsoft.com/office/drawing/2014/main" id="{EF5785AD-2101-9F62-6A75-472DBE45B497}"/>
                  </a:ext>
                </a:extLst>
              </p:cNvPr>
              <p:cNvSpPr/>
              <p:nvPr/>
            </p:nvSpPr>
            <p:spPr>
              <a:xfrm>
                <a:off x="3809116" y="121902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9" name="ph7134">
                <a:extLst>
                  <a:ext uri="{FF2B5EF4-FFF2-40B4-BE49-F238E27FC236}">
                    <a16:creationId xmlns:a16="http://schemas.microsoft.com/office/drawing/2014/main" id="{9241EC61-4B29-AD73-29A8-76EAE2AD143D}"/>
                  </a:ext>
                </a:extLst>
              </p:cNvPr>
              <p:cNvSpPr/>
              <p:nvPr/>
            </p:nvSpPr>
            <p:spPr>
              <a:xfrm>
                <a:off x="3818556" y="123659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4245"/>
                    </a:lnTo>
                    <a:lnTo>
                      <a:pt x="923775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0" name="ph7135">
                <a:extLst>
                  <a:ext uri="{FF2B5EF4-FFF2-40B4-BE49-F238E27FC236}">
                    <a16:creationId xmlns:a16="http://schemas.microsoft.com/office/drawing/2014/main" id="{B1D5079E-2036-99EC-9FB5-C89819734C21}"/>
                  </a:ext>
                </a:extLst>
              </p:cNvPr>
              <p:cNvSpPr/>
              <p:nvPr/>
            </p:nvSpPr>
            <p:spPr>
              <a:xfrm>
                <a:off x="3827997" y="1219023"/>
                <a:ext cx="920718" cy="931814"/>
              </a:xfrm>
              <a:custGeom>
                <a:avLst/>
                <a:gdLst/>
                <a:ahLst/>
                <a:cxnLst/>
                <a:rect l="0" t="0" r="0" b="0"/>
                <a:pathLst>
                  <a:path w="920718" h="931814">
                    <a:moveTo>
                      <a:pt x="914400" y="914400"/>
                    </a:moveTo>
                    <a:lnTo>
                      <a:pt x="920718" y="914400"/>
                    </a:lnTo>
                    <a:lnTo>
                      <a:pt x="918283" y="921638"/>
                    </a:lnTo>
                    <a:lnTo>
                      <a:pt x="914920" y="930573"/>
                    </a:lnTo>
                    <a:lnTo>
                      <a:pt x="914400" y="931814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1" name="ph7136">
                <a:extLst>
                  <a:ext uri="{FF2B5EF4-FFF2-40B4-BE49-F238E27FC236}">
                    <a16:creationId xmlns:a16="http://schemas.microsoft.com/office/drawing/2014/main" id="{FFE25549-42C9-62E1-7588-C1C2F9C92F76}"/>
                  </a:ext>
                </a:extLst>
              </p:cNvPr>
              <p:cNvSpPr/>
              <p:nvPr/>
            </p:nvSpPr>
            <p:spPr>
              <a:xfrm>
                <a:off x="2034351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12" y="931969"/>
                    </a:lnTo>
                    <a:lnTo>
                      <a:pt x="905803" y="923225"/>
                    </a:lnTo>
                    <a:lnTo>
                      <a:pt x="905340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2" name="ph7137">
                <a:extLst>
                  <a:ext uri="{FF2B5EF4-FFF2-40B4-BE49-F238E27FC236}">
                    <a16:creationId xmlns:a16="http://schemas.microsoft.com/office/drawing/2014/main" id="{59CC41C4-A481-A612-66AF-D71F0B6A006D}"/>
                  </a:ext>
                </a:extLst>
              </p:cNvPr>
              <p:cNvSpPr/>
              <p:nvPr/>
            </p:nvSpPr>
            <p:spPr>
              <a:xfrm>
                <a:off x="203435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3" name="ph7138">
                <a:extLst>
                  <a:ext uri="{FF2B5EF4-FFF2-40B4-BE49-F238E27FC236}">
                    <a16:creationId xmlns:a16="http://schemas.microsoft.com/office/drawing/2014/main" id="{E94AB32D-007B-CCC0-7805-0954BC0DE509}"/>
                  </a:ext>
                </a:extLst>
              </p:cNvPr>
              <p:cNvSpPr/>
              <p:nvPr/>
            </p:nvSpPr>
            <p:spPr>
              <a:xfrm>
                <a:off x="204379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4" name="ph7139">
                <a:extLst>
                  <a:ext uri="{FF2B5EF4-FFF2-40B4-BE49-F238E27FC236}">
                    <a16:creationId xmlns:a16="http://schemas.microsoft.com/office/drawing/2014/main" id="{E3FE60E5-DCC6-FBC0-287B-51F00B917483}"/>
                  </a:ext>
                </a:extLst>
              </p:cNvPr>
              <p:cNvSpPr/>
              <p:nvPr/>
            </p:nvSpPr>
            <p:spPr>
              <a:xfrm>
                <a:off x="205323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5" name="ph7140">
                <a:extLst>
                  <a:ext uri="{FF2B5EF4-FFF2-40B4-BE49-F238E27FC236}">
                    <a16:creationId xmlns:a16="http://schemas.microsoft.com/office/drawing/2014/main" id="{E8F0FFE2-2560-A324-B2DE-7116EF6E539F}"/>
                  </a:ext>
                </a:extLst>
              </p:cNvPr>
              <p:cNvSpPr/>
              <p:nvPr/>
            </p:nvSpPr>
            <p:spPr>
              <a:xfrm>
                <a:off x="206267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6" name="ph7141">
                <a:extLst>
                  <a:ext uri="{FF2B5EF4-FFF2-40B4-BE49-F238E27FC236}">
                    <a16:creationId xmlns:a16="http://schemas.microsoft.com/office/drawing/2014/main" id="{7D27BE86-5F63-6455-10A5-950BD26A64AE}"/>
                  </a:ext>
                </a:extLst>
              </p:cNvPr>
              <p:cNvSpPr/>
              <p:nvPr/>
            </p:nvSpPr>
            <p:spPr>
              <a:xfrm>
                <a:off x="207211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7" name="ph7142">
                <a:extLst>
                  <a:ext uri="{FF2B5EF4-FFF2-40B4-BE49-F238E27FC236}">
                    <a16:creationId xmlns:a16="http://schemas.microsoft.com/office/drawing/2014/main" id="{C21DA3D5-C5BB-D5E2-7052-B0C30ABC6CB6}"/>
                  </a:ext>
                </a:extLst>
              </p:cNvPr>
              <p:cNvSpPr/>
              <p:nvPr/>
            </p:nvSpPr>
            <p:spPr>
              <a:xfrm>
                <a:off x="208155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8" name="ph7143">
                <a:extLst>
                  <a:ext uri="{FF2B5EF4-FFF2-40B4-BE49-F238E27FC236}">
                    <a16:creationId xmlns:a16="http://schemas.microsoft.com/office/drawing/2014/main" id="{E3018BB2-5C0B-F951-DCF3-825DE0E503F8}"/>
                  </a:ext>
                </a:extLst>
              </p:cNvPr>
              <p:cNvSpPr/>
              <p:nvPr/>
            </p:nvSpPr>
            <p:spPr>
              <a:xfrm>
                <a:off x="209099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9" name="ph7144">
                <a:extLst>
                  <a:ext uri="{FF2B5EF4-FFF2-40B4-BE49-F238E27FC236}">
                    <a16:creationId xmlns:a16="http://schemas.microsoft.com/office/drawing/2014/main" id="{E4C8432A-D92E-A814-D05D-F8D10732277F}"/>
                  </a:ext>
                </a:extLst>
              </p:cNvPr>
              <p:cNvSpPr/>
              <p:nvPr/>
            </p:nvSpPr>
            <p:spPr>
              <a:xfrm>
                <a:off x="210043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0" name="ph7145">
                <a:extLst>
                  <a:ext uri="{FF2B5EF4-FFF2-40B4-BE49-F238E27FC236}">
                    <a16:creationId xmlns:a16="http://schemas.microsoft.com/office/drawing/2014/main" id="{C30E4097-F317-7225-E9AC-FA2EF2900BA1}"/>
                  </a:ext>
                </a:extLst>
              </p:cNvPr>
              <p:cNvSpPr/>
              <p:nvPr/>
            </p:nvSpPr>
            <p:spPr>
              <a:xfrm>
                <a:off x="210987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1" name="ph7146">
                <a:extLst>
                  <a:ext uri="{FF2B5EF4-FFF2-40B4-BE49-F238E27FC236}">
                    <a16:creationId xmlns:a16="http://schemas.microsoft.com/office/drawing/2014/main" id="{4805EBC7-470E-274A-C9CA-D1E6FB500302}"/>
                  </a:ext>
                </a:extLst>
              </p:cNvPr>
              <p:cNvSpPr/>
              <p:nvPr/>
            </p:nvSpPr>
            <p:spPr>
              <a:xfrm>
                <a:off x="211931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2" name="ph7147">
                <a:extLst>
                  <a:ext uri="{FF2B5EF4-FFF2-40B4-BE49-F238E27FC236}">
                    <a16:creationId xmlns:a16="http://schemas.microsoft.com/office/drawing/2014/main" id="{1D9A79C3-05D8-1D7C-8B3F-666EE17244F4}"/>
                  </a:ext>
                </a:extLst>
              </p:cNvPr>
              <p:cNvSpPr/>
              <p:nvPr/>
            </p:nvSpPr>
            <p:spPr>
              <a:xfrm>
                <a:off x="212875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3" name="ph7148">
                <a:extLst>
                  <a:ext uri="{FF2B5EF4-FFF2-40B4-BE49-F238E27FC236}">
                    <a16:creationId xmlns:a16="http://schemas.microsoft.com/office/drawing/2014/main" id="{B5F7B504-7CC2-B5A6-009F-249CF2E831BE}"/>
                  </a:ext>
                </a:extLst>
              </p:cNvPr>
              <p:cNvSpPr/>
              <p:nvPr/>
            </p:nvSpPr>
            <p:spPr>
              <a:xfrm>
                <a:off x="213819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4" name="ph7149">
                <a:extLst>
                  <a:ext uri="{FF2B5EF4-FFF2-40B4-BE49-F238E27FC236}">
                    <a16:creationId xmlns:a16="http://schemas.microsoft.com/office/drawing/2014/main" id="{E544B20F-5EBC-74A9-4D5D-883297825706}"/>
                  </a:ext>
                </a:extLst>
              </p:cNvPr>
              <p:cNvSpPr/>
              <p:nvPr/>
            </p:nvSpPr>
            <p:spPr>
              <a:xfrm>
                <a:off x="214763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5" name="ph7150">
                <a:extLst>
                  <a:ext uri="{FF2B5EF4-FFF2-40B4-BE49-F238E27FC236}">
                    <a16:creationId xmlns:a16="http://schemas.microsoft.com/office/drawing/2014/main" id="{6C3E72E8-114D-0CFF-A57B-123167FA686D}"/>
                  </a:ext>
                </a:extLst>
              </p:cNvPr>
              <p:cNvSpPr/>
              <p:nvPr/>
            </p:nvSpPr>
            <p:spPr>
              <a:xfrm>
                <a:off x="215707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6" name="ph7151">
                <a:extLst>
                  <a:ext uri="{FF2B5EF4-FFF2-40B4-BE49-F238E27FC236}">
                    <a16:creationId xmlns:a16="http://schemas.microsoft.com/office/drawing/2014/main" id="{8BAFDEDB-5996-C522-3706-7E86F462A8F6}"/>
                  </a:ext>
                </a:extLst>
              </p:cNvPr>
              <p:cNvSpPr/>
              <p:nvPr/>
            </p:nvSpPr>
            <p:spPr>
              <a:xfrm>
                <a:off x="216651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7" name="ph7152">
                <a:extLst>
                  <a:ext uri="{FF2B5EF4-FFF2-40B4-BE49-F238E27FC236}">
                    <a16:creationId xmlns:a16="http://schemas.microsoft.com/office/drawing/2014/main" id="{9830EAB1-C74D-4E65-A8AD-67286D78CD9B}"/>
                  </a:ext>
                </a:extLst>
              </p:cNvPr>
              <p:cNvSpPr/>
              <p:nvPr/>
            </p:nvSpPr>
            <p:spPr>
              <a:xfrm>
                <a:off x="217595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8" name="ph7153">
                <a:extLst>
                  <a:ext uri="{FF2B5EF4-FFF2-40B4-BE49-F238E27FC236}">
                    <a16:creationId xmlns:a16="http://schemas.microsoft.com/office/drawing/2014/main" id="{6100C3C7-5D50-685A-2C58-8124E60356FD}"/>
                  </a:ext>
                </a:extLst>
              </p:cNvPr>
              <p:cNvSpPr/>
              <p:nvPr/>
            </p:nvSpPr>
            <p:spPr>
              <a:xfrm>
                <a:off x="218539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9" name="ph7154">
                <a:extLst>
                  <a:ext uri="{FF2B5EF4-FFF2-40B4-BE49-F238E27FC236}">
                    <a16:creationId xmlns:a16="http://schemas.microsoft.com/office/drawing/2014/main" id="{F304337A-E811-71A5-6488-70ADD6A75CA4}"/>
                  </a:ext>
                </a:extLst>
              </p:cNvPr>
              <p:cNvSpPr/>
              <p:nvPr/>
            </p:nvSpPr>
            <p:spPr>
              <a:xfrm>
                <a:off x="219483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0" name="ph7155">
                <a:extLst>
                  <a:ext uri="{FF2B5EF4-FFF2-40B4-BE49-F238E27FC236}">
                    <a16:creationId xmlns:a16="http://schemas.microsoft.com/office/drawing/2014/main" id="{1EFFA257-F218-971A-9A07-72FF72A0205D}"/>
                  </a:ext>
                </a:extLst>
              </p:cNvPr>
              <p:cNvSpPr/>
              <p:nvPr/>
            </p:nvSpPr>
            <p:spPr>
              <a:xfrm>
                <a:off x="220427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1" name="ph7156">
                <a:extLst>
                  <a:ext uri="{FF2B5EF4-FFF2-40B4-BE49-F238E27FC236}">
                    <a16:creationId xmlns:a16="http://schemas.microsoft.com/office/drawing/2014/main" id="{54B92E01-EE24-0C4A-42A7-A8D64515E0F6}"/>
                  </a:ext>
                </a:extLst>
              </p:cNvPr>
              <p:cNvSpPr/>
              <p:nvPr/>
            </p:nvSpPr>
            <p:spPr>
              <a:xfrm>
                <a:off x="221371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2" name="ph7157">
                <a:extLst>
                  <a:ext uri="{FF2B5EF4-FFF2-40B4-BE49-F238E27FC236}">
                    <a16:creationId xmlns:a16="http://schemas.microsoft.com/office/drawing/2014/main" id="{88206DC9-9F8D-E675-69F8-4EFE05FC0A3F}"/>
                  </a:ext>
                </a:extLst>
              </p:cNvPr>
              <p:cNvSpPr/>
              <p:nvPr/>
            </p:nvSpPr>
            <p:spPr>
              <a:xfrm>
                <a:off x="222315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2">
                  <a:alpha val="100000"/>
                </a:srgbClr>
              </a:solidFill>
              <a:ln w="5420" cap="flat">
                <a:solidFill>
                  <a:srgbClr val="FFF8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3" name="ph7158">
                <a:extLst>
                  <a:ext uri="{FF2B5EF4-FFF2-40B4-BE49-F238E27FC236}">
                    <a16:creationId xmlns:a16="http://schemas.microsoft.com/office/drawing/2014/main" id="{A32367B4-60B6-4D99-A1FA-47806C542BA5}"/>
                  </a:ext>
                </a:extLst>
              </p:cNvPr>
              <p:cNvSpPr/>
              <p:nvPr/>
            </p:nvSpPr>
            <p:spPr>
              <a:xfrm>
                <a:off x="223259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7B2">
                  <a:alpha val="100000"/>
                </a:srgbClr>
              </a:solidFill>
              <a:ln w="5420" cap="flat">
                <a:solidFill>
                  <a:srgbClr val="FFF7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4" name="ph7159">
                <a:extLst>
                  <a:ext uri="{FF2B5EF4-FFF2-40B4-BE49-F238E27FC236}">
                    <a16:creationId xmlns:a16="http://schemas.microsoft.com/office/drawing/2014/main" id="{19A5CC79-0BD3-D6D0-840F-5C3C985A5B55}"/>
                  </a:ext>
                </a:extLst>
              </p:cNvPr>
              <p:cNvSpPr/>
              <p:nvPr/>
            </p:nvSpPr>
            <p:spPr>
              <a:xfrm>
                <a:off x="224203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2">
                  <a:alpha val="100000"/>
                </a:srgbClr>
              </a:solidFill>
              <a:ln w="5420" cap="flat">
                <a:solidFill>
                  <a:srgbClr val="FFF8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5" name="ph7160">
                <a:extLst>
                  <a:ext uri="{FF2B5EF4-FFF2-40B4-BE49-F238E27FC236}">
                    <a16:creationId xmlns:a16="http://schemas.microsoft.com/office/drawing/2014/main" id="{7DE59BC8-9076-D348-A962-50362DEA6DB3}"/>
                  </a:ext>
                </a:extLst>
              </p:cNvPr>
              <p:cNvSpPr/>
              <p:nvPr/>
            </p:nvSpPr>
            <p:spPr>
              <a:xfrm>
                <a:off x="225147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6" name="ph7161">
                <a:extLst>
                  <a:ext uri="{FF2B5EF4-FFF2-40B4-BE49-F238E27FC236}">
                    <a16:creationId xmlns:a16="http://schemas.microsoft.com/office/drawing/2014/main" id="{0278B910-CAA8-70D6-50C5-82290F2BDDDB}"/>
                  </a:ext>
                </a:extLst>
              </p:cNvPr>
              <p:cNvSpPr/>
              <p:nvPr/>
            </p:nvSpPr>
            <p:spPr>
              <a:xfrm>
                <a:off x="226091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7" name="ph7162">
                <a:extLst>
                  <a:ext uri="{FF2B5EF4-FFF2-40B4-BE49-F238E27FC236}">
                    <a16:creationId xmlns:a16="http://schemas.microsoft.com/office/drawing/2014/main" id="{A179FAD3-E09B-43AC-101F-C995DA1768F0}"/>
                  </a:ext>
                </a:extLst>
              </p:cNvPr>
              <p:cNvSpPr/>
              <p:nvPr/>
            </p:nvSpPr>
            <p:spPr>
              <a:xfrm>
                <a:off x="227035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8" name="ph7163">
                <a:extLst>
                  <a:ext uri="{FF2B5EF4-FFF2-40B4-BE49-F238E27FC236}">
                    <a16:creationId xmlns:a16="http://schemas.microsoft.com/office/drawing/2014/main" id="{2B97B309-D8D9-6B66-14FB-369F77EFD91F}"/>
                  </a:ext>
                </a:extLst>
              </p:cNvPr>
              <p:cNvSpPr/>
              <p:nvPr/>
            </p:nvSpPr>
            <p:spPr>
              <a:xfrm>
                <a:off x="227979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3">
                  <a:alpha val="100000"/>
                </a:srgbClr>
              </a:solidFill>
              <a:ln w="5420" cap="flat">
                <a:solidFill>
                  <a:srgbClr val="FFF8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9" name="ph7164">
                <a:extLst>
                  <a:ext uri="{FF2B5EF4-FFF2-40B4-BE49-F238E27FC236}">
                    <a16:creationId xmlns:a16="http://schemas.microsoft.com/office/drawing/2014/main" id="{808B7E89-A8AA-E09D-F158-FD84252A32BA}"/>
                  </a:ext>
                </a:extLst>
              </p:cNvPr>
              <p:cNvSpPr/>
              <p:nvPr/>
            </p:nvSpPr>
            <p:spPr>
              <a:xfrm>
                <a:off x="228923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8B4">
                  <a:alpha val="100000"/>
                </a:srgbClr>
              </a:solidFill>
              <a:ln w="5420" cap="flat">
                <a:solidFill>
                  <a:srgbClr val="FFF8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0" name="ph7165">
                <a:extLst>
                  <a:ext uri="{FF2B5EF4-FFF2-40B4-BE49-F238E27FC236}">
                    <a16:creationId xmlns:a16="http://schemas.microsoft.com/office/drawing/2014/main" id="{DD3B820E-DCD7-EA8B-D43C-8C733170246D}"/>
                  </a:ext>
                </a:extLst>
              </p:cNvPr>
              <p:cNvSpPr/>
              <p:nvPr/>
            </p:nvSpPr>
            <p:spPr>
              <a:xfrm>
                <a:off x="229867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4">
                  <a:alpha val="100000"/>
                </a:srgbClr>
              </a:solidFill>
              <a:ln w="5420" cap="flat">
                <a:solidFill>
                  <a:srgbClr val="FFF9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1" name="ph7166">
                <a:extLst>
                  <a:ext uri="{FF2B5EF4-FFF2-40B4-BE49-F238E27FC236}">
                    <a16:creationId xmlns:a16="http://schemas.microsoft.com/office/drawing/2014/main" id="{36F871C5-35DF-46F3-9DBD-316A11A81997}"/>
                  </a:ext>
                </a:extLst>
              </p:cNvPr>
              <p:cNvSpPr/>
              <p:nvPr/>
            </p:nvSpPr>
            <p:spPr>
              <a:xfrm>
                <a:off x="230811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2" name="ph7167">
                <a:extLst>
                  <a:ext uri="{FF2B5EF4-FFF2-40B4-BE49-F238E27FC236}">
                    <a16:creationId xmlns:a16="http://schemas.microsoft.com/office/drawing/2014/main" id="{151DE619-E95A-1E66-2DFD-8A608A79EE4C}"/>
                  </a:ext>
                </a:extLst>
              </p:cNvPr>
              <p:cNvSpPr/>
              <p:nvPr/>
            </p:nvSpPr>
            <p:spPr>
              <a:xfrm>
                <a:off x="231755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3" name="ph7168">
                <a:extLst>
                  <a:ext uri="{FF2B5EF4-FFF2-40B4-BE49-F238E27FC236}">
                    <a16:creationId xmlns:a16="http://schemas.microsoft.com/office/drawing/2014/main" id="{70DD4775-FF0E-AF7B-26C7-C7FCA0099BE5}"/>
                  </a:ext>
                </a:extLst>
              </p:cNvPr>
              <p:cNvSpPr/>
              <p:nvPr/>
            </p:nvSpPr>
            <p:spPr>
              <a:xfrm>
                <a:off x="232699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4" name="ph7169">
                <a:extLst>
                  <a:ext uri="{FF2B5EF4-FFF2-40B4-BE49-F238E27FC236}">
                    <a16:creationId xmlns:a16="http://schemas.microsoft.com/office/drawing/2014/main" id="{545D487B-D568-2142-1560-59824C7BE12C}"/>
                  </a:ext>
                </a:extLst>
              </p:cNvPr>
              <p:cNvSpPr/>
              <p:nvPr/>
            </p:nvSpPr>
            <p:spPr>
              <a:xfrm>
                <a:off x="233643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5" name="ph7170">
                <a:extLst>
                  <a:ext uri="{FF2B5EF4-FFF2-40B4-BE49-F238E27FC236}">
                    <a16:creationId xmlns:a16="http://schemas.microsoft.com/office/drawing/2014/main" id="{3A99EF74-4C6A-9497-63BA-12C89DAC8B9F}"/>
                  </a:ext>
                </a:extLst>
              </p:cNvPr>
              <p:cNvSpPr/>
              <p:nvPr/>
            </p:nvSpPr>
            <p:spPr>
              <a:xfrm>
                <a:off x="234587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6" name="ph7171">
                <a:extLst>
                  <a:ext uri="{FF2B5EF4-FFF2-40B4-BE49-F238E27FC236}">
                    <a16:creationId xmlns:a16="http://schemas.microsoft.com/office/drawing/2014/main" id="{2112675B-2674-39BE-67FB-EBFEBC3EB361}"/>
                  </a:ext>
                </a:extLst>
              </p:cNvPr>
              <p:cNvSpPr/>
              <p:nvPr/>
            </p:nvSpPr>
            <p:spPr>
              <a:xfrm>
                <a:off x="235531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7" name="ph7172">
                <a:extLst>
                  <a:ext uri="{FF2B5EF4-FFF2-40B4-BE49-F238E27FC236}">
                    <a16:creationId xmlns:a16="http://schemas.microsoft.com/office/drawing/2014/main" id="{EAF3FFDB-2880-2583-9DE5-7D3A79734C7E}"/>
                  </a:ext>
                </a:extLst>
              </p:cNvPr>
              <p:cNvSpPr/>
              <p:nvPr/>
            </p:nvSpPr>
            <p:spPr>
              <a:xfrm>
                <a:off x="236476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8" name="ph7173">
                <a:extLst>
                  <a:ext uri="{FF2B5EF4-FFF2-40B4-BE49-F238E27FC236}">
                    <a16:creationId xmlns:a16="http://schemas.microsoft.com/office/drawing/2014/main" id="{640768DC-123E-CA6B-3B6C-5BF128FEB137}"/>
                  </a:ext>
                </a:extLst>
              </p:cNvPr>
              <p:cNvSpPr/>
              <p:nvPr/>
            </p:nvSpPr>
            <p:spPr>
              <a:xfrm>
                <a:off x="237420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9" name="ph7174">
                <a:extLst>
                  <a:ext uri="{FF2B5EF4-FFF2-40B4-BE49-F238E27FC236}">
                    <a16:creationId xmlns:a16="http://schemas.microsoft.com/office/drawing/2014/main" id="{08B98344-4885-CD2A-BA38-808ABE261577}"/>
                  </a:ext>
                </a:extLst>
              </p:cNvPr>
              <p:cNvSpPr/>
              <p:nvPr/>
            </p:nvSpPr>
            <p:spPr>
              <a:xfrm>
                <a:off x="2393080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18" y="896830"/>
                    </a:lnTo>
                    <a:lnTo>
                      <a:pt x="910294" y="900198"/>
                    </a:lnTo>
                    <a:lnTo>
                      <a:pt x="913865" y="908669"/>
                    </a:lnTo>
                    <a:lnTo>
                      <a:pt x="914400" y="910080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0" name="ph7175">
                <a:extLst>
                  <a:ext uri="{FF2B5EF4-FFF2-40B4-BE49-F238E27FC236}">
                    <a16:creationId xmlns:a16="http://schemas.microsoft.com/office/drawing/2014/main" id="{7220097B-309F-7385-6EFB-93953A0BCA8B}"/>
                  </a:ext>
                </a:extLst>
              </p:cNvPr>
              <p:cNvSpPr/>
              <p:nvPr/>
            </p:nvSpPr>
            <p:spPr>
              <a:xfrm>
                <a:off x="2393080" y="1219023"/>
                <a:ext cx="9160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036" h="914400">
                    <a:moveTo>
                      <a:pt x="914400" y="914400"/>
                    </a:moveTo>
                    <a:lnTo>
                      <a:pt x="914400" y="910080"/>
                    </a:lnTo>
                    <a:lnTo>
                      <a:pt x="916036" y="914400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1" name="ph7176">
                <a:extLst>
                  <a:ext uri="{FF2B5EF4-FFF2-40B4-BE49-F238E27FC236}">
                    <a16:creationId xmlns:a16="http://schemas.microsoft.com/office/drawing/2014/main" id="{4F7E8B9D-4A63-65B8-14D2-B5563F2A2FC7}"/>
                  </a:ext>
                </a:extLst>
              </p:cNvPr>
              <p:cNvSpPr/>
              <p:nvPr/>
            </p:nvSpPr>
            <p:spPr>
              <a:xfrm>
                <a:off x="3431507" y="1219023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055" y="914400"/>
                    </a:lnTo>
                    <a:lnTo>
                      <a:pt x="914400" y="91269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2" name="ph7177">
                <a:extLst>
                  <a:ext uri="{FF2B5EF4-FFF2-40B4-BE49-F238E27FC236}">
                    <a16:creationId xmlns:a16="http://schemas.microsoft.com/office/drawing/2014/main" id="{219B1082-2540-FD81-5335-809DAC877037}"/>
                  </a:ext>
                </a:extLst>
              </p:cNvPr>
              <p:cNvSpPr/>
              <p:nvPr/>
            </p:nvSpPr>
            <p:spPr>
              <a:xfrm>
                <a:off x="3440947" y="1201453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269"/>
                    </a:lnTo>
                    <a:lnTo>
                      <a:pt x="909156" y="928078"/>
                    </a:lnTo>
                    <a:lnTo>
                      <a:pt x="910298" y="917076"/>
                    </a:lnTo>
                    <a:lnTo>
                      <a:pt x="91065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3" name="ph7178">
                <a:extLst>
                  <a:ext uri="{FF2B5EF4-FFF2-40B4-BE49-F238E27FC236}">
                    <a16:creationId xmlns:a16="http://schemas.microsoft.com/office/drawing/2014/main" id="{F958BACF-A37F-BA16-B8B4-AD4D4FA7A4BC}"/>
                  </a:ext>
                </a:extLst>
              </p:cNvPr>
              <p:cNvSpPr/>
              <p:nvPr/>
            </p:nvSpPr>
            <p:spPr>
              <a:xfrm>
                <a:off x="344094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4" name="ph7179">
                <a:extLst>
                  <a:ext uri="{FF2B5EF4-FFF2-40B4-BE49-F238E27FC236}">
                    <a16:creationId xmlns:a16="http://schemas.microsoft.com/office/drawing/2014/main" id="{C989E42D-C1BA-7455-655A-0ED32DF955E7}"/>
                  </a:ext>
                </a:extLst>
              </p:cNvPr>
              <p:cNvSpPr/>
              <p:nvPr/>
            </p:nvSpPr>
            <p:spPr>
              <a:xfrm>
                <a:off x="345038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5" name="ph7180">
                <a:extLst>
                  <a:ext uri="{FF2B5EF4-FFF2-40B4-BE49-F238E27FC236}">
                    <a16:creationId xmlns:a16="http://schemas.microsoft.com/office/drawing/2014/main" id="{F6229543-C7EC-E54D-90CA-55EB1AD3B23B}"/>
                  </a:ext>
                </a:extLst>
              </p:cNvPr>
              <p:cNvSpPr/>
              <p:nvPr/>
            </p:nvSpPr>
            <p:spPr>
              <a:xfrm>
                <a:off x="3459827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6" name="ph7181">
                <a:extLst>
                  <a:ext uri="{FF2B5EF4-FFF2-40B4-BE49-F238E27FC236}">
                    <a16:creationId xmlns:a16="http://schemas.microsoft.com/office/drawing/2014/main" id="{0D5187EA-6D57-FC12-9878-5F55C511D779}"/>
                  </a:ext>
                </a:extLst>
              </p:cNvPr>
              <p:cNvSpPr/>
              <p:nvPr/>
            </p:nvSpPr>
            <p:spPr>
              <a:xfrm>
                <a:off x="346926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7" name="ph7182">
                <a:extLst>
                  <a:ext uri="{FF2B5EF4-FFF2-40B4-BE49-F238E27FC236}">
                    <a16:creationId xmlns:a16="http://schemas.microsoft.com/office/drawing/2014/main" id="{D17738E0-127B-A78C-7EBA-EFF756273224}"/>
                  </a:ext>
                </a:extLst>
              </p:cNvPr>
              <p:cNvSpPr/>
              <p:nvPr/>
            </p:nvSpPr>
            <p:spPr>
              <a:xfrm>
                <a:off x="347870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8" name="ph7183">
                <a:extLst>
                  <a:ext uri="{FF2B5EF4-FFF2-40B4-BE49-F238E27FC236}">
                    <a16:creationId xmlns:a16="http://schemas.microsoft.com/office/drawing/2014/main" id="{319943C0-48C3-03EC-89EF-185EBE1D9681}"/>
                  </a:ext>
                </a:extLst>
              </p:cNvPr>
              <p:cNvSpPr/>
              <p:nvPr/>
            </p:nvSpPr>
            <p:spPr>
              <a:xfrm>
                <a:off x="348814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9" name="ph7184">
                <a:extLst>
                  <a:ext uri="{FF2B5EF4-FFF2-40B4-BE49-F238E27FC236}">
                    <a16:creationId xmlns:a16="http://schemas.microsoft.com/office/drawing/2014/main" id="{7F394A1E-AA7F-120B-67D4-3B6F197E2867}"/>
                  </a:ext>
                </a:extLst>
              </p:cNvPr>
              <p:cNvSpPr/>
              <p:nvPr/>
            </p:nvSpPr>
            <p:spPr>
              <a:xfrm>
                <a:off x="3497588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0" name="ph7185">
                <a:extLst>
                  <a:ext uri="{FF2B5EF4-FFF2-40B4-BE49-F238E27FC236}">
                    <a16:creationId xmlns:a16="http://schemas.microsoft.com/office/drawing/2014/main" id="{5B3C13AE-C6A2-24D8-EC3D-BF73FAB903DF}"/>
                  </a:ext>
                </a:extLst>
              </p:cNvPr>
              <p:cNvSpPr/>
              <p:nvPr/>
            </p:nvSpPr>
            <p:spPr>
              <a:xfrm>
                <a:off x="350702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1" name="ph7186">
                <a:extLst>
                  <a:ext uri="{FF2B5EF4-FFF2-40B4-BE49-F238E27FC236}">
                    <a16:creationId xmlns:a16="http://schemas.microsoft.com/office/drawing/2014/main" id="{5B76FE96-F6B9-4B02-696B-F9A25E8F61BF}"/>
                  </a:ext>
                </a:extLst>
              </p:cNvPr>
              <p:cNvSpPr/>
              <p:nvPr/>
            </p:nvSpPr>
            <p:spPr>
              <a:xfrm>
                <a:off x="351646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2" name="ph7187">
                <a:extLst>
                  <a:ext uri="{FF2B5EF4-FFF2-40B4-BE49-F238E27FC236}">
                    <a16:creationId xmlns:a16="http://schemas.microsoft.com/office/drawing/2014/main" id="{D8FE1F4D-3DB3-BC1F-D3DA-C7B53E273D0F}"/>
                  </a:ext>
                </a:extLst>
              </p:cNvPr>
              <p:cNvSpPr/>
              <p:nvPr/>
            </p:nvSpPr>
            <p:spPr>
              <a:xfrm>
                <a:off x="352590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3" name="ph7188">
                <a:extLst>
                  <a:ext uri="{FF2B5EF4-FFF2-40B4-BE49-F238E27FC236}">
                    <a16:creationId xmlns:a16="http://schemas.microsoft.com/office/drawing/2014/main" id="{D2F2485C-7B70-4F07-0464-8A74C604ED53}"/>
                  </a:ext>
                </a:extLst>
              </p:cNvPr>
              <p:cNvSpPr/>
              <p:nvPr/>
            </p:nvSpPr>
            <p:spPr>
              <a:xfrm>
                <a:off x="3535349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4" name="ph7189">
                <a:extLst>
                  <a:ext uri="{FF2B5EF4-FFF2-40B4-BE49-F238E27FC236}">
                    <a16:creationId xmlns:a16="http://schemas.microsoft.com/office/drawing/2014/main" id="{8FCCFC1E-CAB8-9C94-044A-449A2ABD52A9}"/>
                  </a:ext>
                </a:extLst>
              </p:cNvPr>
              <p:cNvSpPr/>
              <p:nvPr/>
            </p:nvSpPr>
            <p:spPr>
              <a:xfrm>
                <a:off x="354479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5" name="ph7190">
                <a:extLst>
                  <a:ext uri="{FF2B5EF4-FFF2-40B4-BE49-F238E27FC236}">
                    <a16:creationId xmlns:a16="http://schemas.microsoft.com/office/drawing/2014/main" id="{CAB2A3D1-70A4-DE22-1F7D-039062182E6B}"/>
                  </a:ext>
                </a:extLst>
              </p:cNvPr>
              <p:cNvSpPr/>
              <p:nvPr/>
            </p:nvSpPr>
            <p:spPr>
              <a:xfrm>
                <a:off x="355423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6" name="ph7191">
                <a:extLst>
                  <a:ext uri="{FF2B5EF4-FFF2-40B4-BE49-F238E27FC236}">
                    <a16:creationId xmlns:a16="http://schemas.microsoft.com/office/drawing/2014/main" id="{D2414DBD-0C1D-9FEE-F9D9-968E9EDCE0FF}"/>
                  </a:ext>
                </a:extLst>
              </p:cNvPr>
              <p:cNvSpPr/>
              <p:nvPr/>
            </p:nvSpPr>
            <p:spPr>
              <a:xfrm>
                <a:off x="356367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7" name="ph7192">
                <a:extLst>
                  <a:ext uri="{FF2B5EF4-FFF2-40B4-BE49-F238E27FC236}">
                    <a16:creationId xmlns:a16="http://schemas.microsoft.com/office/drawing/2014/main" id="{764C4729-4B3C-70E7-7746-C4BB27757E95}"/>
                  </a:ext>
                </a:extLst>
              </p:cNvPr>
              <p:cNvSpPr/>
              <p:nvPr/>
            </p:nvSpPr>
            <p:spPr>
              <a:xfrm>
                <a:off x="357311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8" name="ph7193">
                <a:extLst>
                  <a:ext uri="{FF2B5EF4-FFF2-40B4-BE49-F238E27FC236}">
                    <a16:creationId xmlns:a16="http://schemas.microsoft.com/office/drawing/2014/main" id="{8B9A5E19-CC3A-D63D-C1F9-F516CEB4D18F}"/>
                  </a:ext>
                </a:extLst>
              </p:cNvPr>
              <p:cNvSpPr/>
              <p:nvPr/>
            </p:nvSpPr>
            <p:spPr>
              <a:xfrm>
                <a:off x="3582550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9" name="ph7194">
                <a:extLst>
                  <a:ext uri="{FF2B5EF4-FFF2-40B4-BE49-F238E27FC236}">
                    <a16:creationId xmlns:a16="http://schemas.microsoft.com/office/drawing/2014/main" id="{180616D8-B2B3-1008-FF3B-D5CD32C4891A}"/>
                  </a:ext>
                </a:extLst>
              </p:cNvPr>
              <p:cNvSpPr/>
              <p:nvPr/>
            </p:nvSpPr>
            <p:spPr>
              <a:xfrm>
                <a:off x="359199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0" name="ph7195">
                <a:extLst>
                  <a:ext uri="{FF2B5EF4-FFF2-40B4-BE49-F238E27FC236}">
                    <a16:creationId xmlns:a16="http://schemas.microsoft.com/office/drawing/2014/main" id="{0D46AE6C-A2CD-4866-5E0E-1B9908BEC35A}"/>
                  </a:ext>
                </a:extLst>
              </p:cNvPr>
              <p:cNvSpPr/>
              <p:nvPr/>
            </p:nvSpPr>
            <p:spPr>
              <a:xfrm>
                <a:off x="360143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1" name="ph7196">
                <a:extLst>
                  <a:ext uri="{FF2B5EF4-FFF2-40B4-BE49-F238E27FC236}">
                    <a16:creationId xmlns:a16="http://schemas.microsoft.com/office/drawing/2014/main" id="{170D024A-3B4F-EB58-7610-F49AD045B7A9}"/>
                  </a:ext>
                </a:extLst>
              </p:cNvPr>
              <p:cNvSpPr/>
              <p:nvPr/>
            </p:nvSpPr>
            <p:spPr>
              <a:xfrm>
                <a:off x="361087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2" name="ph7197">
                <a:extLst>
                  <a:ext uri="{FF2B5EF4-FFF2-40B4-BE49-F238E27FC236}">
                    <a16:creationId xmlns:a16="http://schemas.microsoft.com/office/drawing/2014/main" id="{69123341-D69F-24B4-7AFD-8698DF5A552D}"/>
                  </a:ext>
                </a:extLst>
              </p:cNvPr>
              <p:cNvSpPr/>
              <p:nvPr/>
            </p:nvSpPr>
            <p:spPr>
              <a:xfrm>
                <a:off x="3620311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3" name="ph7198">
                <a:extLst>
                  <a:ext uri="{FF2B5EF4-FFF2-40B4-BE49-F238E27FC236}">
                    <a16:creationId xmlns:a16="http://schemas.microsoft.com/office/drawing/2014/main" id="{BBE9DC4D-B7F9-FE41-2601-F2B6B730A6E8}"/>
                  </a:ext>
                </a:extLst>
              </p:cNvPr>
              <p:cNvSpPr/>
              <p:nvPr/>
            </p:nvSpPr>
            <p:spPr>
              <a:xfrm>
                <a:off x="362975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4" name="ph7199">
                <a:extLst>
                  <a:ext uri="{FF2B5EF4-FFF2-40B4-BE49-F238E27FC236}">
                    <a16:creationId xmlns:a16="http://schemas.microsoft.com/office/drawing/2014/main" id="{C2034762-68A2-B920-2FF6-9F4A7134FA24}"/>
                  </a:ext>
                </a:extLst>
              </p:cNvPr>
              <p:cNvSpPr/>
              <p:nvPr/>
            </p:nvSpPr>
            <p:spPr>
              <a:xfrm>
                <a:off x="363919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5" name="ph7200">
                <a:extLst>
                  <a:ext uri="{FF2B5EF4-FFF2-40B4-BE49-F238E27FC236}">
                    <a16:creationId xmlns:a16="http://schemas.microsoft.com/office/drawing/2014/main" id="{0021C229-9C2B-228C-219C-86F9C5727C64}"/>
                  </a:ext>
                </a:extLst>
              </p:cNvPr>
              <p:cNvSpPr/>
              <p:nvPr/>
            </p:nvSpPr>
            <p:spPr>
              <a:xfrm>
                <a:off x="364863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6" name="ph7201">
                <a:extLst>
                  <a:ext uri="{FF2B5EF4-FFF2-40B4-BE49-F238E27FC236}">
                    <a16:creationId xmlns:a16="http://schemas.microsoft.com/office/drawing/2014/main" id="{5AEC72B2-E5EB-FF1D-8EF8-100089C8B6ED}"/>
                  </a:ext>
                </a:extLst>
              </p:cNvPr>
              <p:cNvSpPr/>
              <p:nvPr/>
            </p:nvSpPr>
            <p:spPr>
              <a:xfrm>
                <a:off x="3658072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7" name="ph7202">
                <a:extLst>
                  <a:ext uri="{FF2B5EF4-FFF2-40B4-BE49-F238E27FC236}">
                    <a16:creationId xmlns:a16="http://schemas.microsoft.com/office/drawing/2014/main" id="{C351E1AC-378B-90A6-20AE-B5F05CD5659B}"/>
                  </a:ext>
                </a:extLst>
              </p:cNvPr>
              <p:cNvSpPr/>
              <p:nvPr/>
            </p:nvSpPr>
            <p:spPr>
              <a:xfrm>
                <a:off x="366751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8" name="ph7203">
                <a:extLst>
                  <a:ext uri="{FF2B5EF4-FFF2-40B4-BE49-F238E27FC236}">
                    <a16:creationId xmlns:a16="http://schemas.microsoft.com/office/drawing/2014/main" id="{B3F5D525-B5A1-60CE-B134-24C5653B0547}"/>
                  </a:ext>
                </a:extLst>
              </p:cNvPr>
              <p:cNvSpPr/>
              <p:nvPr/>
            </p:nvSpPr>
            <p:spPr>
              <a:xfrm>
                <a:off x="367695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9" name="ph7204">
                <a:extLst>
                  <a:ext uri="{FF2B5EF4-FFF2-40B4-BE49-F238E27FC236}">
                    <a16:creationId xmlns:a16="http://schemas.microsoft.com/office/drawing/2014/main" id="{C985FF5E-B1AC-6788-11E4-34E818D31B43}"/>
                  </a:ext>
                </a:extLst>
              </p:cNvPr>
              <p:cNvSpPr/>
              <p:nvPr/>
            </p:nvSpPr>
            <p:spPr>
              <a:xfrm>
                <a:off x="368639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0" name="ph7205">
                <a:extLst>
                  <a:ext uri="{FF2B5EF4-FFF2-40B4-BE49-F238E27FC236}">
                    <a16:creationId xmlns:a16="http://schemas.microsoft.com/office/drawing/2014/main" id="{C56A9074-2575-1809-4CAF-0921560E54D2}"/>
                  </a:ext>
                </a:extLst>
              </p:cNvPr>
              <p:cNvSpPr/>
              <p:nvPr/>
            </p:nvSpPr>
            <p:spPr>
              <a:xfrm>
                <a:off x="3695833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1" name="ph7206">
                <a:extLst>
                  <a:ext uri="{FF2B5EF4-FFF2-40B4-BE49-F238E27FC236}">
                    <a16:creationId xmlns:a16="http://schemas.microsoft.com/office/drawing/2014/main" id="{F0EC6608-C762-CAB6-1157-D2F1F64FE8AA}"/>
                  </a:ext>
                </a:extLst>
              </p:cNvPr>
              <p:cNvSpPr/>
              <p:nvPr/>
            </p:nvSpPr>
            <p:spPr>
              <a:xfrm>
                <a:off x="370527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2" name="ph7207">
                <a:extLst>
                  <a:ext uri="{FF2B5EF4-FFF2-40B4-BE49-F238E27FC236}">
                    <a16:creationId xmlns:a16="http://schemas.microsoft.com/office/drawing/2014/main" id="{FC7073B3-EA16-1200-72D3-41672D8F5ECD}"/>
                  </a:ext>
                </a:extLst>
              </p:cNvPr>
              <p:cNvSpPr/>
              <p:nvPr/>
            </p:nvSpPr>
            <p:spPr>
              <a:xfrm>
                <a:off x="371471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3" name="ph7208">
                <a:extLst>
                  <a:ext uri="{FF2B5EF4-FFF2-40B4-BE49-F238E27FC236}">
                    <a16:creationId xmlns:a16="http://schemas.microsoft.com/office/drawing/2014/main" id="{4CC07EC5-7720-2AF2-D3B3-CB08F4D98AED}"/>
                  </a:ext>
                </a:extLst>
              </p:cNvPr>
              <p:cNvSpPr/>
              <p:nvPr/>
            </p:nvSpPr>
            <p:spPr>
              <a:xfrm>
                <a:off x="372415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4" name="ph7209">
                <a:extLst>
                  <a:ext uri="{FF2B5EF4-FFF2-40B4-BE49-F238E27FC236}">
                    <a16:creationId xmlns:a16="http://schemas.microsoft.com/office/drawing/2014/main" id="{4E94D4F2-2EBE-B386-EB17-5ABB8235B37E}"/>
                  </a:ext>
                </a:extLst>
              </p:cNvPr>
              <p:cNvSpPr/>
              <p:nvPr/>
            </p:nvSpPr>
            <p:spPr>
              <a:xfrm>
                <a:off x="3733594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5" name="ph7210">
                <a:extLst>
                  <a:ext uri="{FF2B5EF4-FFF2-40B4-BE49-F238E27FC236}">
                    <a16:creationId xmlns:a16="http://schemas.microsoft.com/office/drawing/2014/main" id="{B31D7C9E-26A4-585E-FAE9-24AB3670DC68}"/>
                  </a:ext>
                </a:extLst>
              </p:cNvPr>
              <p:cNvSpPr/>
              <p:nvPr/>
            </p:nvSpPr>
            <p:spPr>
              <a:xfrm>
                <a:off x="374303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6" name="ph7211">
                <a:extLst>
                  <a:ext uri="{FF2B5EF4-FFF2-40B4-BE49-F238E27FC236}">
                    <a16:creationId xmlns:a16="http://schemas.microsoft.com/office/drawing/2014/main" id="{8E0F8BED-5CC4-595B-F745-565D79BC2191}"/>
                  </a:ext>
                </a:extLst>
              </p:cNvPr>
              <p:cNvSpPr/>
              <p:nvPr/>
            </p:nvSpPr>
            <p:spPr>
              <a:xfrm>
                <a:off x="375247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7" name="ph7212">
                <a:extLst>
                  <a:ext uri="{FF2B5EF4-FFF2-40B4-BE49-F238E27FC236}">
                    <a16:creationId xmlns:a16="http://schemas.microsoft.com/office/drawing/2014/main" id="{8ED5AF66-78C5-F368-6684-C195C323B8FA}"/>
                  </a:ext>
                </a:extLst>
              </p:cNvPr>
              <p:cNvSpPr/>
              <p:nvPr/>
            </p:nvSpPr>
            <p:spPr>
              <a:xfrm>
                <a:off x="376191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8" name="ph7213">
                <a:extLst>
                  <a:ext uri="{FF2B5EF4-FFF2-40B4-BE49-F238E27FC236}">
                    <a16:creationId xmlns:a16="http://schemas.microsoft.com/office/drawing/2014/main" id="{7102FA31-BDF8-25A7-0870-B287723EEF88}"/>
                  </a:ext>
                </a:extLst>
              </p:cNvPr>
              <p:cNvSpPr/>
              <p:nvPr/>
            </p:nvSpPr>
            <p:spPr>
              <a:xfrm>
                <a:off x="3771355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9" name="ph7214">
                <a:extLst>
                  <a:ext uri="{FF2B5EF4-FFF2-40B4-BE49-F238E27FC236}">
                    <a16:creationId xmlns:a16="http://schemas.microsoft.com/office/drawing/2014/main" id="{A84ED4EA-48D8-D9FD-DCDB-4B8104C26E6E}"/>
                  </a:ext>
                </a:extLst>
              </p:cNvPr>
              <p:cNvSpPr/>
              <p:nvPr/>
            </p:nvSpPr>
            <p:spPr>
              <a:xfrm>
                <a:off x="378079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0" name="ph7215">
                <a:extLst>
                  <a:ext uri="{FF2B5EF4-FFF2-40B4-BE49-F238E27FC236}">
                    <a16:creationId xmlns:a16="http://schemas.microsoft.com/office/drawing/2014/main" id="{D84B4E00-F5E7-78C7-D251-6CE86F9AC92C}"/>
                  </a:ext>
                </a:extLst>
              </p:cNvPr>
              <p:cNvSpPr/>
              <p:nvPr/>
            </p:nvSpPr>
            <p:spPr>
              <a:xfrm>
                <a:off x="379023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1" name="ph7216">
                <a:extLst>
                  <a:ext uri="{FF2B5EF4-FFF2-40B4-BE49-F238E27FC236}">
                    <a16:creationId xmlns:a16="http://schemas.microsoft.com/office/drawing/2014/main" id="{DDD165A4-344B-9AD4-7D0A-8B721C0826D1}"/>
                  </a:ext>
                </a:extLst>
              </p:cNvPr>
              <p:cNvSpPr/>
              <p:nvPr/>
            </p:nvSpPr>
            <p:spPr>
              <a:xfrm>
                <a:off x="379967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2" name="ph7217">
                <a:extLst>
                  <a:ext uri="{FF2B5EF4-FFF2-40B4-BE49-F238E27FC236}">
                    <a16:creationId xmlns:a16="http://schemas.microsoft.com/office/drawing/2014/main" id="{1A312D65-E5C1-2CA8-6AE5-54B20476CFD0}"/>
                  </a:ext>
                </a:extLst>
              </p:cNvPr>
              <p:cNvSpPr/>
              <p:nvPr/>
            </p:nvSpPr>
            <p:spPr>
              <a:xfrm>
                <a:off x="380911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3" name="ph7218">
                <a:extLst>
                  <a:ext uri="{FF2B5EF4-FFF2-40B4-BE49-F238E27FC236}">
                    <a16:creationId xmlns:a16="http://schemas.microsoft.com/office/drawing/2014/main" id="{F5B28AB5-4F1C-4FC4-81B9-EF2AD7A81C71}"/>
                  </a:ext>
                </a:extLst>
              </p:cNvPr>
              <p:cNvSpPr/>
              <p:nvPr/>
            </p:nvSpPr>
            <p:spPr>
              <a:xfrm>
                <a:off x="3818556" y="1201453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4" name="ph7219">
                <a:extLst>
                  <a:ext uri="{FF2B5EF4-FFF2-40B4-BE49-F238E27FC236}">
                    <a16:creationId xmlns:a16="http://schemas.microsoft.com/office/drawing/2014/main" id="{E411E47D-5429-A3DD-57A1-B99014CC1A96}"/>
                  </a:ext>
                </a:extLst>
              </p:cNvPr>
              <p:cNvSpPr/>
              <p:nvPr/>
            </p:nvSpPr>
            <p:spPr>
              <a:xfrm>
                <a:off x="3827997" y="1219023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04204"/>
                    </a:lnTo>
                    <a:lnTo>
                      <a:pt x="921393" y="912392"/>
                    </a:lnTo>
                    <a:lnTo>
                      <a:pt x="920718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5" name="ph7220">
                <a:extLst>
                  <a:ext uri="{FF2B5EF4-FFF2-40B4-BE49-F238E27FC236}">
                    <a16:creationId xmlns:a16="http://schemas.microsoft.com/office/drawing/2014/main" id="{D57B0E70-D48B-6DD2-5C8C-CFFA17BC9D47}"/>
                  </a:ext>
                </a:extLst>
              </p:cNvPr>
              <p:cNvSpPr/>
              <p:nvPr/>
            </p:nvSpPr>
            <p:spPr>
              <a:xfrm>
                <a:off x="3837437" y="1201453"/>
                <a:ext cx="916390" cy="921773"/>
              </a:xfrm>
              <a:custGeom>
                <a:avLst/>
                <a:gdLst/>
                <a:ahLst/>
                <a:cxnLst/>
                <a:rect l="0" t="0" r="0" b="0"/>
                <a:pathLst>
                  <a:path w="916390" h="921773">
                    <a:moveTo>
                      <a:pt x="914400" y="914400"/>
                    </a:moveTo>
                    <a:lnTo>
                      <a:pt x="916390" y="914400"/>
                    </a:lnTo>
                    <a:lnTo>
                      <a:pt x="914802" y="920428"/>
                    </a:lnTo>
                    <a:lnTo>
                      <a:pt x="914400" y="921773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6" name="ph7221">
                <a:extLst>
                  <a:ext uri="{FF2B5EF4-FFF2-40B4-BE49-F238E27FC236}">
                    <a16:creationId xmlns:a16="http://schemas.microsoft.com/office/drawing/2014/main" id="{5E2CE03F-906A-0626-5F38-90668D152BE5}"/>
                  </a:ext>
                </a:extLst>
              </p:cNvPr>
              <p:cNvSpPr/>
              <p:nvPr/>
            </p:nvSpPr>
            <p:spPr>
              <a:xfrm>
                <a:off x="2034351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40" y="931969"/>
                    </a:lnTo>
                    <a:lnTo>
                      <a:pt x="905226" y="929809"/>
                    </a:lnTo>
                    <a:lnTo>
                      <a:pt x="904959" y="918782"/>
                    </a:lnTo>
                    <a:lnTo>
                      <a:pt x="904976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7" name="ph7222">
                <a:extLst>
                  <a:ext uri="{FF2B5EF4-FFF2-40B4-BE49-F238E27FC236}">
                    <a16:creationId xmlns:a16="http://schemas.microsoft.com/office/drawing/2014/main" id="{AF0CAD13-C556-30A8-0DF2-F8833E671883}"/>
                  </a:ext>
                </a:extLst>
              </p:cNvPr>
              <p:cNvSpPr/>
              <p:nvPr/>
            </p:nvSpPr>
            <p:spPr>
              <a:xfrm>
                <a:off x="203435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8" name="ph7223">
                <a:extLst>
                  <a:ext uri="{FF2B5EF4-FFF2-40B4-BE49-F238E27FC236}">
                    <a16:creationId xmlns:a16="http://schemas.microsoft.com/office/drawing/2014/main" id="{E7E100E7-B3E0-6815-D6FB-8C96A3913BAA}"/>
                  </a:ext>
                </a:extLst>
              </p:cNvPr>
              <p:cNvSpPr/>
              <p:nvPr/>
            </p:nvSpPr>
            <p:spPr>
              <a:xfrm>
                <a:off x="204379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9" name="ph7224">
                <a:extLst>
                  <a:ext uri="{FF2B5EF4-FFF2-40B4-BE49-F238E27FC236}">
                    <a16:creationId xmlns:a16="http://schemas.microsoft.com/office/drawing/2014/main" id="{883B3401-27BA-B996-F932-76F14AA74780}"/>
                  </a:ext>
                </a:extLst>
              </p:cNvPr>
              <p:cNvSpPr/>
              <p:nvPr/>
            </p:nvSpPr>
            <p:spPr>
              <a:xfrm>
                <a:off x="205323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0" name="ph7225">
                <a:extLst>
                  <a:ext uri="{FF2B5EF4-FFF2-40B4-BE49-F238E27FC236}">
                    <a16:creationId xmlns:a16="http://schemas.microsoft.com/office/drawing/2014/main" id="{83838B62-942F-2597-3A73-D9CCD7952D53}"/>
                  </a:ext>
                </a:extLst>
              </p:cNvPr>
              <p:cNvSpPr/>
              <p:nvPr/>
            </p:nvSpPr>
            <p:spPr>
              <a:xfrm>
                <a:off x="206267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1" name="ph7226">
                <a:extLst>
                  <a:ext uri="{FF2B5EF4-FFF2-40B4-BE49-F238E27FC236}">
                    <a16:creationId xmlns:a16="http://schemas.microsoft.com/office/drawing/2014/main" id="{F779477F-1851-E577-AA8E-C4C63D6BBD32}"/>
                  </a:ext>
                </a:extLst>
              </p:cNvPr>
              <p:cNvSpPr/>
              <p:nvPr/>
            </p:nvSpPr>
            <p:spPr>
              <a:xfrm>
                <a:off x="207211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2" name="ph7227">
                <a:extLst>
                  <a:ext uri="{FF2B5EF4-FFF2-40B4-BE49-F238E27FC236}">
                    <a16:creationId xmlns:a16="http://schemas.microsoft.com/office/drawing/2014/main" id="{0FEFAF01-75E3-BC79-003D-B3A1DC1115E1}"/>
                  </a:ext>
                </a:extLst>
              </p:cNvPr>
              <p:cNvSpPr/>
              <p:nvPr/>
            </p:nvSpPr>
            <p:spPr>
              <a:xfrm>
                <a:off x="208155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3" name="ph7228">
                <a:extLst>
                  <a:ext uri="{FF2B5EF4-FFF2-40B4-BE49-F238E27FC236}">
                    <a16:creationId xmlns:a16="http://schemas.microsoft.com/office/drawing/2014/main" id="{5188CBCA-00C5-1F35-4060-67D6329C8758}"/>
                  </a:ext>
                </a:extLst>
              </p:cNvPr>
              <p:cNvSpPr/>
              <p:nvPr/>
            </p:nvSpPr>
            <p:spPr>
              <a:xfrm>
                <a:off x="209099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4" name="ph7229">
                <a:extLst>
                  <a:ext uri="{FF2B5EF4-FFF2-40B4-BE49-F238E27FC236}">
                    <a16:creationId xmlns:a16="http://schemas.microsoft.com/office/drawing/2014/main" id="{18FD7074-2772-8CCA-62E0-117AD4DC391D}"/>
                  </a:ext>
                </a:extLst>
              </p:cNvPr>
              <p:cNvSpPr/>
              <p:nvPr/>
            </p:nvSpPr>
            <p:spPr>
              <a:xfrm>
                <a:off x="210043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5" name="ph7230">
                <a:extLst>
                  <a:ext uri="{FF2B5EF4-FFF2-40B4-BE49-F238E27FC236}">
                    <a16:creationId xmlns:a16="http://schemas.microsoft.com/office/drawing/2014/main" id="{5A14D8FD-388A-30A6-B4B9-F19DFBEACF03}"/>
                  </a:ext>
                </a:extLst>
              </p:cNvPr>
              <p:cNvSpPr/>
              <p:nvPr/>
            </p:nvSpPr>
            <p:spPr>
              <a:xfrm>
                <a:off x="210987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6" name="ph7231">
                <a:extLst>
                  <a:ext uri="{FF2B5EF4-FFF2-40B4-BE49-F238E27FC236}">
                    <a16:creationId xmlns:a16="http://schemas.microsoft.com/office/drawing/2014/main" id="{CD9824B9-0C98-8EEB-C1BC-D176FB02954B}"/>
                  </a:ext>
                </a:extLst>
              </p:cNvPr>
              <p:cNvSpPr/>
              <p:nvPr/>
            </p:nvSpPr>
            <p:spPr>
              <a:xfrm>
                <a:off x="211931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7" name="ph7232">
                <a:extLst>
                  <a:ext uri="{FF2B5EF4-FFF2-40B4-BE49-F238E27FC236}">
                    <a16:creationId xmlns:a16="http://schemas.microsoft.com/office/drawing/2014/main" id="{F900D8F1-FD40-5804-F774-8542112FDD26}"/>
                  </a:ext>
                </a:extLst>
              </p:cNvPr>
              <p:cNvSpPr/>
              <p:nvPr/>
            </p:nvSpPr>
            <p:spPr>
              <a:xfrm>
                <a:off x="212875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8" name="ph7233">
                <a:extLst>
                  <a:ext uri="{FF2B5EF4-FFF2-40B4-BE49-F238E27FC236}">
                    <a16:creationId xmlns:a16="http://schemas.microsoft.com/office/drawing/2014/main" id="{05D4887D-45C5-B956-3FAF-268A6E12556E}"/>
                  </a:ext>
                </a:extLst>
              </p:cNvPr>
              <p:cNvSpPr/>
              <p:nvPr/>
            </p:nvSpPr>
            <p:spPr>
              <a:xfrm>
                <a:off x="213819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9" name="ph7234">
                <a:extLst>
                  <a:ext uri="{FF2B5EF4-FFF2-40B4-BE49-F238E27FC236}">
                    <a16:creationId xmlns:a16="http://schemas.microsoft.com/office/drawing/2014/main" id="{26B602CF-4414-0360-A005-1A4E7E532DCF}"/>
                  </a:ext>
                </a:extLst>
              </p:cNvPr>
              <p:cNvSpPr/>
              <p:nvPr/>
            </p:nvSpPr>
            <p:spPr>
              <a:xfrm>
                <a:off x="214763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0" name="ph7235">
                <a:extLst>
                  <a:ext uri="{FF2B5EF4-FFF2-40B4-BE49-F238E27FC236}">
                    <a16:creationId xmlns:a16="http://schemas.microsoft.com/office/drawing/2014/main" id="{3E7A6BDF-B4E1-BAC5-2806-067D2309DB1F}"/>
                  </a:ext>
                </a:extLst>
              </p:cNvPr>
              <p:cNvSpPr/>
              <p:nvPr/>
            </p:nvSpPr>
            <p:spPr>
              <a:xfrm>
                <a:off x="215707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1" name="ph7236">
                <a:extLst>
                  <a:ext uri="{FF2B5EF4-FFF2-40B4-BE49-F238E27FC236}">
                    <a16:creationId xmlns:a16="http://schemas.microsoft.com/office/drawing/2014/main" id="{06055487-8670-CCC6-FD6D-542BDEE6C300}"/>
                  </a:ext>
                </a:extLst>
              </p:cNvPr>
              <p:cNvSpPr/>
              <p:nvPr/>
            </p:nvSpPr>
            <p:spPr>
              <a:xfrm>
                <a:off x="216651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2" name="ph7237">
                <a:extLst>
                  <a:ext uri="{FF2B5EF4-FFF2-40B4-BE49-F238E27FC236}">
                    <a16:creationId xmlns:a16="http://schemas.microsoft.com/office/drawing/2014/main" id="{8C73183A-1445-CFA8-5A03-F7FCD98AFC99}"/>
                  </a:ext>
                </a:extLst>
              </p:cNvPr>
              <p:cNvSpPr/>
              <p:nvPr/>
            </p:nvSpPr>
            <p:spPr>
              <a:xfrm>
                <a:off x="217595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3" name="ph7238">
                <a:extLst>
                  <a:ext uri="{FF2B5EF4-FFF2-40B4-BE49-F238E27FC236}">
                    <a16:creationId xmlns:a16="http://schemas.microsoft.com/office/drawing/2014/main" id="{7E19AA57-AA0F-8F7B-0586-BDA19FA7FE09}"/>
                  </a:ext>
                </a:extLst>
              </p:cNvPr>
              <p:cNvSpPr/>
              <p:nvPr/>
            </p:nvSpPr>
            <p:spPr>
              <a:xfrm>
                <a:off x="218539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4" name="ph7239">
                <a:extLst>
                  <a:ext uri="{FF2B5EF4-FFF2-40B4-BE49-F238E27FC236}">
                    <a16:creationId xmlns:a16="http://schemas.microsoft.com/office/drawing/2014/main" id="{0003FC15-2657-D761-6D7D-B297843D6FC7}"/>
                  </a:ext>
                </a:extLst>
              </p:cNvPr>
              <p:cNvSpPr/>
              <p:nvPr/>
            </p:nvSpPr>
            <p:spPr>
              <a:xfrm>
                <a:off x="219483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5" name="ph7240">
                <a:extLst>
                  <a:ext uri="{FF2B5EF4-FFF2-40B4-BE49-F238E27FC236}">
                    <a16:creationId xmlns:a16="http://schemas.microsoft.com/office/drawing/2014/main" id="{99AAEC0C-9D2B-7AC5-F9A7-FA069105A63C}"/>
                  </a:ext>
                </a:extLst>
              </p:cNvPr>
              <p:cNvSpPr/>
              <p:nvPr/>
            </p:nvSpPr>
            <p:spPr>
              <a:xfrm>
                <a:off x="220427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6" name="ph7241">
                <a:extLst>
                  <a:ext uri="{FF2B5EF4-FFF2-40B4-BE49-F238E27FC236}">
                    <a16:creationId xmlns:a16="http://schemas.microsoft.com/office/drawing/2014/main" id="{070BEF4E-F42E-C60C-33EC-CC3C2281FEAB}"/>
                  </a:ext>
                </a:extLst>
              </p:cNvPr>
              <p:cNvSpPr/>
              <p:nvPr/>
            </p:nvSpPr>
            <p:spPr>
              <a:xfrm>
                <a:off x="221371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7" name="ph7242">
                <a:extLst>
                  <a:ext uri="{FF2B5EF4-FFF2-40B4-BE49-F238E27FC236}">
                    <a16:creationId xmlns:a16="http://schemas.microsoft.com/office/drawing/2014/main" id="{B7FEEDAF-01AF-B676-973D-075ABB9741ED}"/>
                  </a:ext>
                </a:extLst>
              </p:cNvPr>
              <p:cNvSpPr/>
              <p:nvPr/>
            </p:nvSpPr>
            <p:spPr>
              <a:xfrm>
                <a:off x="222315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8" name="ph7243">
                <a:extLst>
                  <a:ext uri="{FF2B5EF4-FFF2-40B4-BE49-F238E27FC236}">
                    <a16:creationId xmlns:a16="http://schemas.microsoft.com/office/drawing/2014/main" id="{A9DC3516-F208-0886-4C9D-1FB4666CD7D4}"/>
                  </a:ext>
                </a:extLst>
              </p:cNvPr>
              <p:cNvSpPr/>
              <p:nvPr/>
            </p:nvSpPr>
            <p:spPr>
              <a:xfrm>
                <a:off x="223259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9" name="ph7244">
                <a:extLst>
                  <a:ext uri="{FF2B5EF4-FFF2-40B4-BE49-F238E27FC236}">
                    <a16:creationId xmlns:a16="http://schemas.microsoft.com/office/drawing/2014/main" id="{3081CEE0-D8F6-4DAF-CCDB-A3E4A0372961}"/>
                  </a:ext>
                </a:extLst>
              </p:cNvPr>
              <p:cNvSpPr/>
              <p:nvPr/>
            </p:nvSpPr>
            <p:spPr>
              <a:xfrm>
                <a:off x="224203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0" name="ph7245">
                <a:extLst>
                  <a:ext uri="{FF2B5EF4-FFF2-40B4-BE49-F238E27FC236}">
                    <a16:creationId xmlns:a16="http://schemas.microsoft.com/office/drawing/2014/main" id="{C4BAA9C4-D937-7B9B-9E07-AB628060D02B}"/>
                  </a:ext>
                </a:extLst>
              </p:cNvPr>
              <p:cNvSpPr/>
              <p:nvPr/>
            </p:nvSpPr>
            <p:spPr>
              <a:xfrm>
                <a:off x="225147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5">
                  <a:alpha val="100000"/>
                </a:srgbClr>
              </a:solidFill>
              <a:ln w="5420" cap="flat">
                <a:solidFill>
                  <a:srgbClr val="FFF9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1" name="ph7246">
                <a:extLst>
                  <a:ext uri="{FF2B5EF4-FFF2-40B4-BE49-F238E27FC236}">
                    <a16:creationId xmlns:a16="http://schemas.microsoft.com/office/drawing/2014/main" id="{74850BE0-674F-A5EC-E780-0AB054405A7C}"/>
                  </a:ext>
                </a:extLst>
              </p:cNvPr>
              <p:cNvSpPr/>
              <p:nvPr/>
            </p:nvSpPr>
            <p:spPr>
              <a:xfrm>
                <a:off x="226091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2" name="ph7247">
                <a:extLst>
                  <a:ext uri="{FF2B5EF4-FFF2-40B4-BE49-F238E27FC236}">
                    <a16:creationId xmlns:a16="http://schemas.microsoft.com/office/drawing/2014/main" id="{8E2A8B0E-A357-C79B-A432-7D8678E3B99A}"/>
                  </a:ext>
                </a:extLst>
              </p:cNvPr>
              <p:cNvSpPr/>
              <p:nvPr/>
            </p:nvSpPr>
            <p:spPr>
              <a:xfrm>
                <a:off x="227035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9B6">
                  <a:alpha val="100000"/>
                </a:srgbClr>
              </a:solidFill>
              <a:ln w="5420" cap="flat">
                <a:solidFill>
                  <a:srgbClr val="FFF9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3" name="ph7248">
                <a:extLst>
                  <a:ext uri="{FF2B5EF4-FFF2-40B4-BE49-F238E27FC236}">
                    <a16:creationId xmlns:a16="http://schemas.microsoft.com/office/drawing/2014/main" id="{DCE5BE18-0D96-8745-750E-B5E7C2DAC5C1}"/>
                  </a:ext>
                </a:extLst>
              </p:cNvPr>
              <p:cNvSpPr/>
              <p:nvPr/>
            </p:nvSpPr>
            <p:spPr>
              <a:xfrm>
                <a:off x="227979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6">
                  <a:alpha val="100000"/>
                </a:srgbClr>
              </a:solidFill>
              <a:ln w="5420" cap="flat">
                <a:solidFill>
                  <a:srgbClr val="FFFA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4" name="ph7249">
                <a:extLst>
                  <a:ext uri="{FF2B5EF4-FFF2-40B4-BE49-F238E27FC236}">
                    <a16:creationId xmlns:a16="http://schemas.microsoft.com/office/drawing/2014/main" id="{9F97EC41-6F13-77A4-FD0C-36C7A117B047}"/>
                  </a:ext>
                </a:extLst>
              </p:cNvPr>
              <p:cNvSpPr/>
              <p:nvPr/>
            </p:nvSpPr>
            <p:spPr>
              <a:xfrm>
                <a:off x="228923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5" name="ph7250">
                <a:extLst>
                  <a:ext uri="{FF2B5EF4-FFF2-40B4-BE49-F238E27FC236}">
                    <a16:creationId xmlns:a16="http://schemas.microsoft.com/office/drawing/2014/main" id="{3CBE67F0-3D44-ADDA-53B4-19BF1D06E6FB}"/>
                  </a:ext>
                </a:extLst>
              </p:cNvPr>
              <p:cNvSpPr/>
              <p:nvPr/>
            </p:nvSpPr>
            <p:spPr>
              <a:xfrm>
                <a:off x="229867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AB7">
                  <a:alpha val="100000"/>
                </a:srgbClr>
              </a:solidFill>
              <a:ln w="5420" cap="flat">
                <a:solidFill>
                  <a:srgbClr val="FFFA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6" name="ph7251">
                <a:extLst>
                  <a:ext uri="{FF2B5EF4-FFF2-40B4-BE49-F238E27FC236}">
                    <a16:creationId xmlns:a16="http://schemas.microsoft.com/office/drawing/2014/main" id="{C73245C0-539C-F9FD-89EE-659EC1778B5C}"/>
                  </a:ext>
                </a:extLst>
              </p:cNvPr>
              <p:cNvSpPr/>
              <p:nvPr/>
            </p:nvSpPr>
            <p:spPr>
              <a:xfrm>
                <a:off x="230811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7" name="ph7252">
                <a:extLst>
                  <a:ext uri="{FF2B5EF4-FFF2-40B4-BE49-F238E27FC236}">
                    <a16:creationId xmlns:a16="http://schemas.microsoft.com/office/drawing/2014/main" id="{BA412B4C-0FBF-9117-AC47-19580013BD10}"/>
                  </a:ext>
                </a:extLst>
              </p:cNvPr>
              <p:cNvSpPr/>
              <p:nvPr/>
            </p:nvSpPr>
            <p:spPr>
              <a:xfrm>
                <a:off x="231755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8" name="ph7253">
                <a:extLst>
                  <a:ext uri="{FF2B5EF4-FFF2-40B4-BE49-F238E27FC236}">
                    <a16:creationId xmlns:a16="http://schemas.microsoft.com/office/drawing/2014/main" id="{57E51B00-6324-47F5-9FC2-E3239AB786A3}"/>
                  </a:ext>
                </a:extLst>
              </p:cNvPr>
              <p:cNvSpPr/>
              <p:nvPr/>
            </p:nvSpPr>
            <p:spPr>
              <a:xfrm>
                <a:off x="232699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9" name="ph7254">
                <a:extLst>
                  <a:ext uri="{FF2B5EF4-FFF2-40B4-BE49-F238E27FC236}">
                    <a16:creationId xmlns:a16="http://schemas.microsoft.com/office/drawing/2014/main" id="{C9497F17-42A7-0055-806C-45EE186CB490}"/>
                  </a:ext>
                </a:extLst>
              </p:cNvPr>
              <p:cNvSpPr/>
              <p:nvPr/>
            </p:nvSpPr>
            <p:spPr>
              <a:xfrm>
                <a:off x="233643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0" name="ph7255">
                <a:extLst>
                  <a:ext uri="{FF2B5EF4-FFF2-40B4-BE49-F238E27FC236}">
                    <a16:creationId xmlns:a16="http://schemas.microsoft.com/office/drawing/2014/main" id="{A26D3F32-D8C5-CEF2-139C-A0E7387B90D7}"/>
                  </a:ext>
                </a:extLst>
              </p:cNvPr>
              <p:cNvSpPr/>
              <p:nvPr/>
            </p:nvSpPr>
            <p:spPr>
              <a:xfrm>
                <a:off x="234587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1" name="ph7256">
                <a:extLst>
                  <a:ext uri="{FF2B5EF4-FFF2-40B4-BE49-F238E27FC236}">
                    <a16:creationId xmlns:a16="http://schemas.microsoft.com/office/drawing/2014/main" id="{9DF56785-9036-7AA8-CC70-7CE46475B70C}"/>
                  </a:ext>
                </a:extLst>
              </p:cNvPr>
              <p:cNvSpPr/>
              <p:nvPr/>
            </p:nvSpPr>
            <p:spPr>
              <a:xfrm>
                <a:off x="235531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2" name="ph7257">
                <a:extLst>
                  <a:ext uri="{FF2B5EF4-FFF2-40B4-BE49-F238E27FC236}">
                    <a16:creationId xmlns:a16="http://schemas.microsoft.com/office/drawing/2014/main" id="{9A4FDEAE-4B89-F638-78D2-EB63526772FA}"/>
                  </a:ext>
                </a:extLst>
              </p:cNvPr>
              <p:cNvSpPr/>
              <p:nvPr/>
            </p:nvSpPr>
            <p:spPr>
              <a:xfrm>
                <a:off x="236476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399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399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3" name="ph7258">
                <a:extLst>
                  <a:ext uri="{FF2B5EF4-FFF2-40B4-BE49-F238E27FC236}">
                    <a16:creationId xmlns:a16="http://schemas.microsoft.com/office/drawing/2014/main" id="{F522DCAC-307C-D619-8CCF-F1B6BB4ECB0A}"/>
                  </a:ext>
                </a:extLst>
              </p:cNvPr>
              <p:cNvSpPr/>
              <p:nvPr/>
            </p:nvSpPr>
            <p:spPr>
              <a:xfrm>
                <a:off x="2383640" y="1201453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010" y="896830"/>
                    </a:lnTo>
                    <a:lnTo>
                      <a:pt x="911919" y="901898"/>
                    </a:lnTo>
                    <a:lnTo>
                      <a:pt x="914399" y="906684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4" name="ph7259">
                <a:extLst>
                  <a:ext uri="{FF2B5EF4-FFF2-40B4-BE49-F238E27FC236}">
                    <a16:creationId xmlns:a16="http://schemas.microsoft.com/office/drawing/2014/main" id="{07DD99BF-1577-9124-CBC2-89BBE022AC9B}"/>
                  </a:ext>
                </a:extLst>
              </p:cNvPr>
              <p:cNvSpPr/>
              <p:nvPr/>
            </p:nvSpPr>
            <p:spPr>
              <a:xfrm>
                <a:off x="2383640" y="1201453"/>
                <a:ext cx="91815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159" h="914400">
                    <a:moveTo>
                      <a:pt x="914399" y="914400"/>
                    </a:moveTo>
                    <a:lnTo>
                      <a:pt x="914399" y="906684"/>
                    </a:lnTo>
                    <a:lnTo>
                      <a:pt x="915936" y="909647"/>
                    </a:lnTo>
                    <a:lnTo>
                      <a:pt x="918159" y="914400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5" name="ph7260">
                <a:extLst>
                  <a:ext uri="{FF2B5EF4-FFF2-40B4-BE49-F238E27FC236}">
                    <a16:creationId xmlns:a16="http://schemas.microsoft.com/office/drawing/2014/main" id="{7E2161EE-E323-C3C4-853D-E7FE31E34F74}"/>
                  </a:ext>
                </a:extLst>
              </p:cNvPr>
              <p:cNvSpPr/>
              <p:nvPr/>
            </p:nvSpPr>
            <p:spPr>
              <a:xfrm>
                <a:off x="3440947" y="118388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0656" y="931969"/>
                    </a:lnTo>
                    <a:lnTo>
                      <a:pt x="911752" y="923773"/>
                    </a:lnTo>
                    <a:lnTo>
                      <a:pt x="91329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6" name="ph7261">
                <a:extLst>
                  <a:ext uri="{FF2B5EF4-FFF2-40B4-BE49-F238E27FC236}">
                    <a16:creationId xmlns:a16="http://schemas.microsoft.com/office/drawing/2014/main" id="{71943605-6511-084C-A403-CAED4251630C}"/>
                  </a:ext>
                </a:extLst>
              </p:cNvPr>
              <p:cNvSpPr/>
              <p:nvPr/>
            </p:nvSpPr>
            <p:spPr>
              <a:xfrm>
                <a:off x="344094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7" name="ph7262">
                <a:extLst>
                  <a:ext uri="{FF2B5EF4-FFF2-40B4-BE49-F238E27FC236}">
                    <a16:creationId xmlns:a16="http://schemas.microsoft.com/office/drawing/2014/main" id="{9152D714-2CCE-983C-6A3B-63CA6CD84A71}"/>
                  </a:ext>
                </a:extLst>
              </p:cNvPr>
              <p:cNvSpPr/>
              <p:nvPr/>
            </p:nvSpPr>
            <p:spPr>
              <a:xfrm>
                <a:off x="345038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8" name="ph7263">
                <a:extLst>
                  <a:ext uri="{FF2B5EF4-FFF2-40B4-BE49-F238E27FC236}">
                    <a16:creationId xmlns:a16="http://schemas.microsoft.com/office/drawing/2014/main" id="{1351CEEE-76CC-FF17-E6E0-EA1F2FDC570D}"/>
                  </a:ext>
                </a:extLst>
              </p:cNvPr>
              <p:cNvSpPr/>
              <p:nvPr/>
            </p:nvSpPr>
            <p:spPr>
              <a:xfrm>
                <a:off x="345982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9" name="ph7264">
                <a:extLst>
                  <a:ext uri="{FF2B5EF4-FFF2-40B4-BE49-F238E27FC236}">
                    <a16:creationId xmlns:a16="http://schemas.microsoft.com/office/drawing/2014/main" id="{7132599F-2D87-E9D9-F43A-B606E58685E7}"/>
                  </a:ext>
                </a:extLst>
              </p:cNvPr>
              <p:cNvSpPr/>
              <p:nvPr/>
            </p:nvSpPr>
            <p:spPr>
              <a:xfrm>
                <a:off x="346926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0" name="ph7265">
                <a:extLst>
                  <a:ext uri="{FF2B5EF4-FFF2-40B4-BE49-F238E27FC236}">
                    <a16:creationId xmlns:a16="http://schemas.microsoft.com/office/drawing/2014/main" id="{89A52ACF-AA2E-7FF9-2B6D-DEB7BBDBE94D}"/>
                  </a:ext>
                </a:extLst>
              </p:cNvPr>
              <p:cNvSpPr/>
              <p:nvPr/>
            </p:nvSpPr>
            <p:spPr>
              <a:xfrm>
                <a:off x="347870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1" name="ph7266">
                <a:extLst>
                  <a:ext uri="{FF2B5EF4-FFF2-40B4-BE49-F238E27FC236}">
                    <a16:creationId xmlns:a16="http://schemas.microsoft.com/office/drawing/2014/main" id="{20604ED3-E888-7C9B-EB7F-6112AC813BEE}"/>
                  </a:ext>
                </a:extLst>
              </p:cNvPr>
              <p:cNvSpPr/>
              <p:nvPr/>
            </p:nvSpPr>
            <p:spPr>
              <a:xfrm>
                <a:off x="348814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2" name="ph7267">
                <a:extLst>
                  <a:ext uri="{FF2B5EF4-FFF2-40B4-BE49-F238E27FC236}">
                    <a16:creationId xmlns:a16="http://schemas.microsoft.com/office/drawing/2014/main" id="{8998ED21-8B71-E070-D5A8-CA9474317CD8}"/>
                  </a:ext>
                </a:extLst>
              </p:cNvPr>
              <p:cNvSpPr/>
              <p:nvPr/>
            </p:nvSpPr>
            <p:spPr>
              <a:xfrm>
                <a:off x="3497588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3" name="ph7268">
                <a:extLst>
                  <a:ext uri="{FF2B5EF4-FFF2-40B4-BE49-F238E27FC236}">
                    <a16:creationId xmlns:a16="http://schemas.microsoft.com/office/drawing/2014/main" id="{1E276087-DEE4-45DD-92F4-32577346D082}"/>
                  </a:ext>
                </a:extLst>
              </p:cNvPr>
              <p:cNvSpPr/>
              <p:nvPr/>
            </p:nvSpPr>
            <p:spPr>
              <a:xfrm>
                <a:off x="350702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4" name="ph7269">
                <a:extLst>
                  <a:ext uri="{FF2B5EF4-FFF2-40B4-BE49-F238E27FC236}">
                    <a16:creationId xmlns:a16="http://schemas.microsoft.com/office/drawing/2014/main" id="{669E22D8-4782-A5D4-9E05-2BB4A0649412}"/>
                  </a:ext>
                </a:extLst>
              </p:cNvPr>
              <p:cNvSpPr/>
              <p:nvPr/>
            </p:nvSpPr>
            <p:spPr>
              <a:xfrm>
                <a:off x="351646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5" name="ph7270">
                <a:extLst>
                  <a:ext uri="{FF2B5EF4-FFF2-40B4-BE49-F238E27FC236}">
                    <a16:creationId xmlns:a16="http://schemas.microsoft.com/office/drawing/2014/main" id="{0D1825C9-A95C-71E8-C00D-EFF6A5603CDE}"/>
                  </a:ext>
                </a:extLst>
              </p:cNvPr>
              <p:cNvSpPr/>
              <p:nvPr/>
            </p:nvSpPr>
            <p:spPr>
              <a:xfrm>
                <a:off x="352590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6" name="ph7271">
                <a:extLst>
                  <a:ext uri="{FF2B5EF4-FFF2-40B4-BE49-F238E27FC236}">
                    <a16:creationId xmlns:a16="http://schemas.microsoft.com/office/drawing/2014/main" id="{302F024E-B564-A863-E1EE-418EE8D1CBC5}"/>
                  </a:ext>
                </a:extLst>
              </p:cNvPr>
              <p:cNvSpPr/>
              <p:nvPr/>
            </p:nvSpPr>
            <p:spPr>
              <a:xfrm>
                <a:off x="3535349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7" name="ph7272">
                <a:extLst>
                  <a:ext uri="{FF2B5EF4-FFF2-40B4-BE49-F238E27FC236}">
                    <a16:creationId xmlns:a16="http://schemas.microsoft.com/office/drawing/2014/main" id="{38A0DE9B-CE88-A57E-D0E5-AD074C52DB35}"/>
                  </a:ext>
                </a:extLst>
              </p:cNvPr>
              <p:cNvSpPr/>
              <p:nvPr/>
            </p:nvSpPr>
            <p:spPr>
              <a:xfrm>
                <a:off x="354479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8" name="ph7273">
                <a:extLst>
                  <a:ext uri="{FF2B5EF4-FFF2-40B4-BE49-F238E27FC236}">
                    <a16:creationId xmlns:a16="http://schemas.microsoft.com/office/drawing/2014/main" id="{F1A16406-B2BF-F5E7-A6BA-80D5F493AD14}"/>
                  </a:ext>
                </a:extLst>
              </p:cNvPr>
              <p:cNvSpPr/>
              <p:nvPr/>
            </p:nvSpPr>
            <p:spPr>
              <a:xfrm>
                <a:off x="355423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9" name="ph7274">
                <a:extLst>
                  <a:ext uri="{FF2B5EF4-FFF2-40B4-BE49-F238E27FC236}">
                    <a16:creationId xmlns:a16="http://schemas.microsoft.com/office/drawing/2014/main" id="{BF804CB8-E0A8-0536-4067-7994A412110E}"/>
                  </a:ext>
                </a:extLst>
              </p:cNvPr>
              <p:cNvSpPr/>
              <p:nvPr/>
            </p:nvSpPr>
            <p:spPr>
              <a:xfrm>
                <a:off x="356367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0" name="ph7275">
                <a:extLst>
                  <a:ext uri="{FF2B5EF4-FFF2-40B4-BE49-F238E27FC236}">
                    <a16:creationId xmlns:a16="http://schemas.microsoft.com/office/drawing/2014/main" id="{01565970-5E08-F03F-129F-B3C829370376}"/>
                  </a:ext>
                </a:extLst>
              </p:cNvPr>
              <p:cNvSpPr/>
              <p:nvPr/>
            </p:nvSpPr>
            <p:spPr>
              <a:xfrm>
                <a:off x="357311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1" name="ph7276">
                <a:extLst>
                  <a:ext uri="{FF2B5EF4-FFF2-40B4-BE49-F238E27FC236}">
                    <a16:creationId xmlns:a16="http://schemas.microsoft.com/office/drawing/2014/main" id="{D7BCAE94-9DD6-79ED-A553-9218C0085529}"/>
                  </a:ext>
                </a:extLst>
              </p:cNvPr>
              <p:cNvSpPr/>
              <p:nvPr/>
            </p:nvSpPr>
            <p:spPr>
              <a:xfrm>
                <a:off x="3582550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2" name="ph7277">
                <a:extLst>
                  <a:ext uri="{FF2B5EF4-FFF2-40B4-BE49-F238E27FC236}">
                    <a16:creationId xmlns:a16="http://schemas.microsoft.com/office/drawing/2014/main" id="{0FC8DF12-EA09-A0F9-3BDA-80A61274A59E}"/>
                  </a:ext>
                </a:extLst>
              </p:cNvPr>
              <p:cNvSpPr/>
              <p:nvPr/>
            </p:nvSpPr>
            <p:spPr>
              <a:xfrm>
                <a:off x="359199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3" name="ph7278">
                <a:extLst>
                  <a:ext uri="{FF2B5EF4-FFF2-40B4-BE49-F238E27FC236}">
                    <a16:creationId xmlns:a16="http://schemas.microsoft.com/office/drawing/2014/main" id="{761BA029-6C5C-3FE1-2BC9-C018413AD944}"/>
                  </a:ext>
                </a:extLst>
              </p:cNvPr>
              <p:cNvSpPr/>
              <p:nvPr/>
            </p:nvSpPr>
            <p:spPr>
              <a:xfrm>
                <a:off x="360143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4" name="ph7279">
                <a:extLst>
                  <a:ext uri="{FF2B5EF4-FFF2-40B4-BE49-F238E27FC236}">
                    <a16:creationId xmlns:a16="http://schemas.microsoft.com/office/drawing/2014/main" id="{38891D50-AD00-F82D-ADA5-68C0B8F59B51}"/>
                  </a:ext>
                </a:extLst>
              </p:cNvPr>
              <p:cNvSpPr/>
              <p:nvPr/>
            </p:nvSpPr>
            <p:spPr>
              <a:xfrm>
                <a:off x="361087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5" name="ph7280">
                <a:extLst>
                  <a:ext uri="{FF2B5EF4-FFF2-40B4-BE49-F238E27FC236}">
                    <a16:creationId xmlns:a16="http://schemas.microsoft.com/office/drawing/2014/main" id="{664AE0F5-2C42-EADF-31B8-E84ED7CC342F}"/>
                  </a:ext>
                </a:extLst>
              </p:cNvPr>
              <p:cNvSpPr/>
              <p:nvPr/>
            </p:nvSpPr>
            <p:spPr>
              <a:xfrm>
                <a:off x="3620311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6" name="ph7281">
                <a:extLst>
                  <a:ext uri="{FF2B5EF4-FFF2-40B4-BE49-F238E27FC236}">
                    <a16:creationId xmlns:a16="http://schemas.microsoft.com/office/drawing/2014/main" id="{1D70933A-E957-5AC1-6CCE-A470768D8518}"/>
                  </a:ext>
                </a:extLst>
              </p:cNvPr>
              <p:cNvSpPr/>
              <p:nvPr/>
            </p:nvSpPr>
            <p:spPr>
              <a:xfrm>
                <a:off x="362975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7" name="ph7282">
                <a:extLst>
                  <a:ext uri="{FF2B5EF4-FFF2-40B4-BE49-F238E27FC236}">
                    <a16:creationId xmlns:a16="http://schemas.microsoft.com/office/drawing/2014/main" id="{A964ED04-A14C-2869-9E33-F843451F73A9}"/>
                  </a:ext>
                </a:extLst>
              </p:cNvPr>
              <p:cNvSpPr/>
              <p:nvPr/>
            </p:nvSpPr>
            <p:spPr>
              <a:xfrm>
                <a:off x="363919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8" name="ph7283">
                <a:extLst>
                  <a:ext uri="{FF2B5EF4-FFF2-40B4-BE49-F238E27FC236}">
                    <a16:creationId xmlns:a16="http://schemas.microsoft.com/office/drawing/2014/main" id="{7B6994A2-22A7-4189-B32C-EC7EFA10C9BA}"/>
                  </a:ext>
                </a:extLst>
              </p:cNvPr>
              <p:cNvSpPr/>
              <p:nvPr/>
            </p:nvSpPr>
            <p:spPr>
              <a:xfrm>
                <a:off x="364863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9" name="ph7284">
                <a:extLst>
                  <a:ext uri="{FF2B5EF4-FFF2-40B4-BE49-F238E27FC236}">
                    <a16:creationId xmlns:a16="http://schemas.microsoft.com/office/drawing/2014/main" id="{B3F8EF79-1C1A-E1C6-7142-7627661378E4}"/>
                  </a:ext>
                </a:extLst>
              </p:cNvPr>
              <p:cNvSpPr/>
              <p:nvPr/>
            </p:nvSpPr>
            <p:spPr>
              <a:xfrm>
                <a:off x="3658072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0" name="ph7285">
                <a:extLst>
                  <a:ext uri="{FF2B5EF4-FFF2-40B4-BE49-F238E27FC236}">
                    <a16:creationId xmlns:a16="http://schemas.microsoft.com/office/drawing/2014/main" id="{9AC3E557-6AF4-DA59-798B-C038BE540737}"/>
                  </a:ext>
                </a:extLst>
              </p:cNvPr>
              <p:cNvSpPr/>
              <p:nvPr/>
            </p:nvSpPr>
            <p:spPr>
              <a:xfrm>
                <a:off x="366751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1" name="ph7286">
                <a:extLst>
                  <a:ext uri="{FF2B5EF4-FFF2-40B4-BE49-F238E27FC236}">
                    <a16:creationId xmlns:a16="http://schemas.microsoft.com/office/drawing/2014/main" id="{EBFCF359-A6F8-0A06-7B80-4B9121201812}"/>
                  </a:ext>
                </a:extLst>
              </p:cNvPr>
              <p:cNvSpPr/>
              <p:nvPr/>
            </p:nvSpPr>
            <p:spPr>
              <a:xfrm>
                <a:off x="367695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2" name="ph7287">
                <a:extLst>
                  <a:ext uri="{FF2B5EF4-FFF2-40B4-BE49-F238E27FC236}">
                    <a16:creationId xmlns:a16="http://schemas.microsoft.com/office/drawing/2014/main" id="{651CFD2F-9249-5084-5D3F-FFC5671B9BDA}"/>
                  </a:ext>
                </a:extLst>
              </p:cNvPr>
              <p:cNvSpPr/>
              <p:nvPr/>
            </p:nvSpPr>
            <p:spPr>
              <a:xfrm>
                <a:off x="368639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3" name="ph7288">
                <a:extLst>
                  <a:ext uri="{FF2B5EF4-FFF2-40B4-BE49-F238E27FC236}">
                    <a16:creationId xmlns:a16="http://schemas.microsoft.com/office/drawing/2014/main" id="{DB3A2870-E7C6-42C8-674E-3A8CAF62E36C}"/>
                  </a:ext>
                </a:extLst>
              </p:cNvPr>
              <p:cNvSpPr/>
              <p:nvPr/>
            </p:nvSpPr>
            <p:spPr>
              <a:xfrm>
                <a:off x="3695833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4" name="ph7289">
                <a:extLst>
                  <a:ext uri="{FF2B5EF4-FFF2-40B4-BE49-F238E27FC236}">
                    <a16:creationId xmlns:a16="http://schemas.microsoft.com/office/drawing/2014/main" id="{2688DFB2-7E09-7F58-640F-F8152F0532A1}"/>
                  </a:ext>
                </a:extLst>
              </p:cNvPr>
              <p:cNvSpPr/>
              <p:nvPr/>
            </p:nvSpPr>
            <p:spPr>
              <a:xfrm>
                <a:off x="370527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5" name="ph7290">
                <a:extLst>
                  <a:ext uri="{FF2B5EF4-FFF2-40B4-BE49-F238E27FC236}">
                    <a16:creationId xmlns:a16="http://schemas.microsoft.com/office/drawing/2014/main" id="{C6DA6290-C7D0-9B33-C774-5BF978DE3B7A}"/>
                  </a:ext>
                </a:extLst>
              </p:cNvPr>
              <p:cNvSpPr/>
              <p:nvPr/>
            </p:nvSpPr>
            <p:spPr>
              <a:xfrm>
                <a:off x="371471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6" name="ph7291">
                <a:extLst>
                  <a:ext uri="{FF2B5EF4-FFF2-40B4-BE49-F238E27FC236}">
                    <a16:creationId xmlns:a16="http://schemas.microsoft.com/office/drawing/2014/main" id="{049A94C6-B4AD-FE88-CA01-E43CBCC32BCA}"/>
                  </a:ext>
                </a:extLst>
              </p:cNvPr>
              <p:cNvSpPr/>
              <p:nvPr/>
            </p:nvSpPr>
            <p:spPr>
              <a:xfrm>
                <a:off x="372415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7" name="ph7292">
                <a:extLst>
                  <a:ext uri="{FF2B5EF4-FFF2-40B4-BE49-F238E27FC236}">
                    <a16:creationId xmlns:a16="http://schemas.microsoft.com/office/drawing/2014/main" id="{A444851B-7422-A938-0F57-D32BBB012257}"/>
                  </a:ext>
                </a:extLst>
              </p:cNvPr>
              <p:cNvSpPr/>
              <p:nvPr/>
            </p:nvSpPr>
            <p:spPr>
              <a:xfrm>
                <a:off x="3733594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8" name="ph7293">
                <a:extLst>
                  <a:ext uri="{FF2B5EF4-FFF2-40B4-BE49-F238E27FC236}">
                    <a16:creationId xmlns:a16="http://schemas.microsoft.com/office/drawing/2014/main" id="{C44140CD-FDB2-436F-0242-C67A9E9C930B}"/>
                  </a:ext>
                </a:extLst>
              </p:cNvPr>
              <p:cNvSpPr/>
              <p:nvPr/>
            </p:nvSpPr>
            <p:spPr>
              <a:xfrm>
                <a:off x="374303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9" name="ph7294">
                <a:extLst>
                  <a:ext uri="{FF2B5EF4-FFF2-40B4-BE49-F238E27FC236}">
                    <a16:creationId xmlns:a16="http://schemas.microsoft.com/office/drawing/2014/main" id="{1E3B9951-7BA1-ACCE-129C-9789BD29C5B9}"/>
                  </a:ext>
                </a:extLst>
              </p:cNvPr>
              <p:cNvSpPr/>
              <p:nvPr/>
            </p:nvSpPr>
            <p:spPr>
              <a:xfrm>
                <a:off x="375247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0" name="ph7295">
                <a:extLst>
                  <a:ext uri="{FF2B5EF4-FFF2-40B4-BE49-F238E27FC236}">
                    <a16:creationId xmlns:a16="http://schemas.microsoft.com/office/drawing/2014/main" id="{2A3C8121-4D8B-278D-683E-D257A66E9899}"/>
                  </a:ext>
                </a:extLst>
              </p:cNvPr>
              <p:cNvSpPr/>
              <p:nvPr/>
            </p:nvSpPr>
            <p:spPr>
              <a:xfrm>
                <a:off x="376191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1" name="ph7296">
                <a:extLst>
                  <a:ext uri="{FF2B5EF4-FFF2-40B4-BE49-F238E27FC236}">
                    <a16:creationId xmlns:a16="http://schemas.microsoft.com/office/drawing/2014/main" id="{7278FCA8-1BF5-1B28-1346-DD1F3836F3A1}"/>
                  </a:ext>
                </a:extLst>
              </p:cNvPr>
              <p:cNvSpPr/>
              <p:nvPr/>
            </p:nvSpPr>
            <p:spPr>
              <a:xfrm>
                <a:off x="3771355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2" name="ph7297">
                <a:extLst>
                  <a:ext uri="{FF2B5EF4-FFF2-40B4-BE49-F238E27FC236}">
                    <a16:creationId xmlns:a16="http://schemas.microsoft.com/office/drawing/2014/main" id="{A515C39D-D979-400A-39A5-4A8DC5B7818A}"/>
                  </a:ext>
                </a:extLst>
              </p:cNvPr>
              <p:cNvSpPr/>
              <p:nvPr/>
            </p:nvSpPr>
            <p:spPr>
              <a:xfrm>
                <a:off x="378079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3" name="ph7298">
                <a:extLst>
                  <a:ext uri="{FF2B5EF4-FFF2-40B4-BE49-F238E27FC236}">
                    <a16:creationId xmlns:a16="http://schemas.microsoft.com/office/drawing/2014/main" id="{CE53D074-1D31-93A1-2B44-BBFEE6E0308C}"/>
                  </a:ext>
                </a:extLst>
              </p:cNvPr>
              <p:cNvSpPr/>
              <p:nvPr/>
            </p:nvSpPr>
            <p:spPr>
              <a:xfrm>
                <a:off x="379023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4" name="ph7299">
                <a:extLst>
                  <a:ext uri="{FF2B5EF4-FFF2-40B4-BE49-F238E27FC236}">
                    <a16:creationId xmlns:a16="http://schemas.microsoft.com/office/drawing/2014/main" id="{A92539B2-DFB4-5AC6-A92E-5A6E6FE9BB0C}"/>
                  </a:ext>
                </a:extLst>
              </p:cNvPr>
              <p:cNvSpPr/>
              <p:nvPr/>
            </p:nvSpPr>
            <p:spPr>
              <a:xfrm>
                <a:off x="379967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5" name="ph7300">
                <a:extLst>
                  <a:ext uri="{FF2B5EF4-FFF2-40B4-BE49-F238E27FC236}">
                    <a16:creationId xmlns:a16="http://schemas.microsoft.com/office/drawing/2014/main" id="{ED12A877-ACF4-76CE-4A93-643096BFEF8D}"/>
                  </a:ext>
                </a:extLst>
              </p:cNvPr>
              <p:cNvSpPr/>
              <p:nvPr/>
            </p:nvSpPr>
            <p:spPr>
              <a:xfrm>
                <a:off x="380911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6" name="ph7301">
                <a:extLst>
                  <a:ext uri="{FF2B5EF4-FFF2-40B4-BE49-F238E27FC236}">
                    <a16:creationId xmlns:a16="http://schemas.microsoft.com/office/drawing/2014/main" id="{87DC6B40-D3E5-2AFE-076C-5A1CFEAAF554}"/>
                  </a:ext>
                </a:extLst>
              </p:cNvPr>
              <p:cNvSpPr/>
              <p:nvPr/>
            </p:nvSpPr>
            <p:spPr>
              <a:xfrm>
                <a:off x="3818556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7" name="ph7302">
                <a:extLst>
                  <a:ext uri="{FF2B5EF4-FFF2-40B4-BE49-F238E27FC236}">
                    <a16:creationId xmlns:a16="http://schemas.microsoft.com/office/drawing/2014/main" id="{1090EBCB-19AD-55C8-1253-36F1D6EFD65A}"/>
                  </a:ext>
                </a:extLst>
              </p:cNvPr>
              <p:cNvSpPr/>
              <p:nvPr/>
            </p:nvSpPr>
            <p:spPr>
              <a:xfrm>
                <a:off x="3827997" y="118388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8" name="ph7303">
                <a:extLst>
                  <a:ext uri="{FF2B5EF4-FFF2-40B4-BE49-F238E27FC236}">
                    <a16:creationId xmlns:a16="http://schemas.microsoft.com/office/drawing/2014/main" id="{27BEEE5A-3B14-77CC-14C8-6DF78103F643}"/>
                  </a:ext>
                </a:extLst>
              </p:cNvPr>
              <p:cNvSpPr/>
              <p:nvPr/>
            </p:nvSpPr>
            <p:spPr>
              <a:xfrm>
                <a:off x="3837437" y="1201453"/>
                <a:ext cx="9204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4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431" y="896830"/>
                    </a:lnTo>
                    <a:lnTo>
                      <a:pt x="919686" y="900602"/>
                    </a:lnTo>
                    <a:lnTo>
                      <a:pt x="917382" y="910633"/>
                    </a:lnTo>
                    <a:lnTo>
                      <a:pt x="916390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9" name="ph7304">
                <a:extLst>
                  <a:ext uri="{FF2B5EF4-FFF2-40B4-BE49-F238E27FC236}">
                    <a16:creationId xmlns:a16="http://schemas.microsoft.com/office/drawing/2014/main" id="{F32B6094-24CA-3918-9565-A18B84367838}"/>
                  </a:ext>
                </a:extLst>
              </p:cNvPr>
              <p:cNvSpPr/>
              <p:nvPr/>
            </p:nvSpPr>
            <p:spPr>
              <a:xfrm>
                <a:off x="2034351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76" y="931969"/>
                    </a:lnTo>
                    <a:lnTo>
                      <a:pt x="905003" y="925314"/>
                    </a:lnTo>
                    <a:lnTo>
                      <a:pt x="905353" y="914400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0" name="ph7305">
                <a:extLst>
                  <a:ext uri="{FF2B5EF4-FFF2-40B4-BE49-F238E27FC236}">
                    <a16:creationId xmlns:a16="http://schemas.microsoft.com/office/drawing/2014/main" id="{B642F766-6651-8012-B566-706DB0A11078}"/>
                  </a:ext>
                </a:extLst>
              </p:cNvPr>
              <p:cNvSpPr/>
              <p:nvPr/>
            </p:nvSpPr>
            <p:spPr>
              <a:xfrm>
                <a:off x="203435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1" name="ph7306">
                <a:extLst>
                  <a:ext uri="{FF2B5EF4-FFF2-40B4-BE49-F238E27FC236}">
                    <a16:creationId xmlns:a16="http://schemas.microsoft.com/office/drawing/2014/main" id="{6D304791-9509-BB8E-A88B-F0401B3FB872}"/>
                  </a:ext>
                </a:extLst>
              </p:cNvPr>
              <p:cNvSpPr/>
              <p:nvPr/>
            </p:nvSpPr>
            <p:spPr>
              <a:xfrm>
                <a:off x="204379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2" name="ph7307">
                <a:extLst>
                  <a:ext uri="{FF2B5EF4-FFF2-40B4-BE49-F238E27FC236}">
                    <a16:creationId xmlns:a16="http://schemas.microsoft.com/office/drawing/2014/main" id="{046CF233-A744-34F3-6949-B2558F635435}"/>
                  </a:ext>
                </a:extLst>
              </p:cNvPr>
              <p:cNvSpPr/>
              <p:nvPr/>
            </p:nvSpPr>
            <p:spPr>
              <a:xfrm>
                <a:off x="205323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3" name="ph7308">
                <a:extLst>
                  <a:ext uri="{FF2B5EF4-FFF2-40B4-BE49-F238E27FC236}">
                    <a16:creationId xmlns:a16="http://schemas.microsoft.com/office/drawing/2014/main" id="{22A864D8-DED2-E97B-C0B4-5C495A80F4E4}"/>
                  </a:ext>
                </a:extLst>
              </p:cNvPr>
              <p:cNvSpPr/>
              <p:nvPr/>
            </p:nvSpPr>
            <p:spPr>
              <a:xfrm>
                <a:off x="206267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4" name="ph7309">
                <a:extLst>
                  <a:ext uri="{FF2B5EF4-FFF2-40B4-BE49-F238E27FC236}">
                    <a16:creationId xmlns:a16="http://schemas.microsoft.com/office/drawing/2014/main" id="{A1F33A58-A62D-D458-174A-CBD680808B3D}"/>
                  </a:ext>
                </a:extLst>
              </p:cNvPr>
              <p:cNvSpPr/>
              <p:nvPr/>
            </p:nvSpPr>
            <p:spPr>
              <a:xfrm>
                <a:off x="207211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5" name="ph7310">
                <a:extLst>
                  <a:ext uri="{FF2B5EF4-FFF2-40B4-BE49-F238E27FC236}">
                    <a16:creationId xmlns:a16="http://schemas.microsoft.com/office/drawing/2014/main" id="{0CE969A8-69D6-3CC8-7616-939299EBE37C}"/>
                  </a:ext>
                </a:extLst>
              </p:cNvPr>
              <p:cNvSpPr/>
              <p:nvPr/>
            </p:nvSpPr>
            <p:spPr>
              <a:xfrm>
                <a:off x="208155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6" name="ph7311">
                <a:extLst>
                  <a:ext uri="{FF2B5EF4-FFF2-40B4-BE49-F238E27FC236}">
                    <a16:creationId xmlns:a16="http://schemas.microsoft.com/office/drawing/2014/main" id="{F9FCB0D1-DEAC-3A2F-BC19-8CB8C9FEE939}"/>
                  </a:ext>
                </a:extLst>
              </p:cNvPr>
              <p:cNvSpPr/>
              <p:nvPr/>
            </p:nvSpPr>
            <p:spPr>
              <a:xfrm>
                <a:off x="209099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7" name="ph7312">
                <a:extLst>
                  <a:ext uri="{FF2B5EF4-FFF2-40B4-BE49-F238E27FC236}">
                    <a16:creationId xmlns:a16="http://schemas.microsoft.com/office/drawing/2014/main" id="{8666D68E-B4E3-0301-CBB2-0AE721FF79D8}"/>
                  </a:ext>
                </a:extLst>
              </p:cNvPr>
              <p:cNvSpPr/>
              <p:nvPr/>
            </p:nvSpPr>
            <p:spPr>
              <a:xfrm>
                <a:off x="210043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8" name="ph7313">
                <a:extLst>
                  <a:ext uri="{FF2B5EF4-FFF2-40B4-BE49-F238E27FC236}">
                    <a16:creationId xmlns:a16="http://schemas.microsoft.com/office/drawing/2014/main" id="{2C9D5613-A409-1906-C256-8C37975AA579}"/>
                  </a:ext>
                </a:extLst>
              </p:cNvPr>
              <p:cNvSpPr/>
              <p:nvPr/>
            </p:nvSpPr>
            <p:spPr>
              <a:xfrm>
                <a:off x="210987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9" name="ph7314">
                <a:extLst>
                  <a:ext uri="{FF2B5EF4-FFF2-40B4-BE49-F238E27FC236}">
                    <a16:creationId xmlns:a16="http://schemas.microsoft.com/office/drawing/2014/main" id="{DE002F4A-EA31-B76B-9C7A-E69F7F3DC4C8}"/>
                  </a:ext>
                </a:extLst>
              </p:cNvPr>
              <p:cNvSpPr/>
              <p:nvPr/>
            </p:nvSpPr>
            <p:spPr>
              <a:xfrm>
                <a:off x="211931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0" name="ph7315">
                <a:extLst>
                  <a:ext uri="{FF2B5EF4-FFF2-40B4-BE49-F238E27FC236}">
                    <a16:creationId xmlns:a16="http://schemas.microsoft.com/office/drawing/2014/main" id="{998D2A32-1802-B72C-5A0E-98099FF3D862}"/>
                  </a:ext>
                </a:extLst>
              </p:cNvPr>
              <p:cNvSpPr/>
              <p:nvPr/>
            </p:nvSpPr>
            <p:spPr>
              <a:xfrm>
                <a:off x="212875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1" name="ph7316">
                <a:extLst>
                  <a:ext uri="{FF2B5EF4-FFF2-40B4-BE49-F238E27FC236}">
                    <a16:creationId xmlns:a16="http://schemas.microsoft.com/office/drawing/2014/main" id="{247007C4-A8A2-4FF6-BC96-F202CE57E84B}"/>
                  </a:ext>
                </a:extLst>
              </p:cNvPr>
              <p:cNvSpPr/>
              <p:nvPr/>
            </p:nvSpPr>
            <p:spPr>
              <a:xfrm>
                <a:off x="213819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2" name="ph7317">
                <a:extLst>
                  <a:ext uri="{FF2B5EF4-FFF2-40B4-BE49-F238E27FC236}">
                    <a16:creationId xmlns:a16="http://schemas.microsoft.com/office/drawing/2014/main" id="{E44FF5BF-4E40-5078-11E3-BA8BC92ECB02}"/>
                  </a:ext>
                </a:extLst>
              </p:cNvPr>
              <p:cNvSpPr/>
              <p:nvPr/>
            </p:nvSpPr>
            <p:spPr>
              <a:xfrm>
                <a:off x="214763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3" name="ph7318">
                <a:extLst>
                  <a:ext uri="{FF2B5EF4-FFF2-40B4-BE49-F238E27FC236}">
                    <a16:creationId xmlns:a16="http://schemas.microsoft.com/office/drawing/2014/main" id="{FDFD71DD-1D35-64AA-2BBA-45242A170F89}"/>
                  </a:ext>
                </a:extLst>
              </p:cNvPr>
              <p:cNvSpPr/>
              <p:nvPr/>
            </p:nvSpPr>
            <p:spPr>
              <a:xfrm>
                <a:off x="215707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9">
                  <a:alpha val="100000"/>
                </a:srgbClr>
              </a:solidFill>
              <a:ln w="5420" cap="flat">
                <a:solidFill>
                  <a:srgbClr val="FFFC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4" name="ph7319">
                <a:extLst>
                  <a:ext uri="{FF2B5EF4-FFF2-40B4-BE49-F238E27FC236}">
                    <a16:creationId xmlns:a16="http://schemas.microsoft.com/office/drawing/2014/main" id="{38851814-9925-EFC5-41B9-1668C76AD9A5}"/>
                  </a:ext>
                </a:extLst>
              </p:cNvPr>
              <p:cNvSpPr/>
              <p:nvPr/>
            </p:nvSpPr>
            <p:spPr>
              <a:xfrm>
                <a:off x="216651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5" name="ph7320">
                <a:extLst>
                  <a:ext uri="{FF2B5EF4-FFF2-40B4-BE49-F238E27FC236}">
                    <a16:creationId xmlns:a16="http://schemas.microsoft.com/office/drawing/2014/main" id="{7E1899FD-DD0D-3CA0-BE43-AAF4BE3BD30F}"/>
                  </a:ext>
                </a:extLst>
              </p:cNvPr>
              <p:cNvSpPr/>
              <p:nvPr/>
            </p:nvSpPr>
            <p:spPr>
              <a:xfrm>
                <a:off x="217595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6" name="ph7321">
                <a:extLst>
                  <a:ext uri="{FF2B5EF4-FFF2-40B4-BE49-F238E27FC236}">
                    <a16:creationId xmlns:a16="http://schemas.microsoft.com/office/drawing/2014/main" id="{498A0DB8-2F38-EC3C-AD09-D468D1182817}"/>
                  </a:ext>
                </a:extLst>
              </p:cNvPr>
              <p:cNvSpPr/>
              <p:nvPr/>
            </p:nvSpPr>
            <p:spPr>
              <a:xfrm>
                <a:off x="218539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7" name="ph7322">
                <a:extLst>
                  <a:ext uri="{FF2B5EF4-FFF2-40B4-BE49-F238E27FC236}">
                    <a16:creationId xmlns:a16="http://schemas.microsoft.com/office/drawing/2014/main" id="{638126E4-8DF7-BFED-8A35-768ECD049EF3}"/>
                  </a:ext>
                </a:extLst>
              </p:cNvPr>
              <p:cNvSpPr/>
              <p:nvPr/>
            </p:nvSpPr>
            <p:spPr>
              <a:xfrm>
                <a:off x="219483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8" name="ph7323">
                <a:extLst>
                  <a:ext uri="{FF2B5EF4-FFF2-40B4-BE49-F238E27FC236}">
                    <a16:creationId xmlns:a16="http://schemas.microsoft.com/office/drawing/2014/main" id="{201FEBC5-CB0D-7A27-A870-721E8AC45553}"/>
                  </a:ext>
                </a:extLst>
              </p:cNvPr>
              <p:cNvSpPr/>
              <p:nvPr/>
            </p:nvSpPr>
            <p:spPr>
              <a:xfrm>
                <a:off x="220427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9" name="ph7324">
                <a:extLst>
                  <a:ext uri="{FF2B5EF4-FFF2-40B4-BE49-F238E27FC236}">
                    <a16:creationId xmlns:a16="http://schemas.microsoft.com/office/drawing/2014/main" id="{B37FC930-4C47-0B02-1FB2-A048258BF430}"/>
                  </a:ext>
                </a:extLst>
              </p:cNvPr>
              <p:cNvSpPr/>
              <p:nvPr/>
            </p:nvSpPr>
            <p:spPr>
              <a:xfrm>
                <a:off x="221371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0" name="ph7325">
                <a:extLst>
                  <a:ext uri="{FF2B5EF4-FFF2-40B4-BE49-F238E27FC236}">
                    <a16:creationId xmlns:a16="http://schemas.microsoft.com/office/drawing/2014/main" id="{3A8FABB7-D55B-C5CE-0EB1-815AA2517F45}"/>
                  </a:ext>
                </a:extLst>
              </p:cNvPr>
              <p:cNvSpPr/>
              <p:nvPr/>
            </p:nvSpPr>
            <p:spPr>
              <a:xfrm>
                <a:off x="222315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1" name="ph7326">
                <a:extLst>
                  <a:ext uri="{FF2B5EF4-FFF2-40B4-BE49-F238E27FC236}">
                    <a16:creationId xmlns:a16="http://schemas.microsoft.com/office/drawing/2014/main" id="{E429A687-8B81-C9AF-0994-7638BB046472}"/>
                  </a:ext>
                </a:extLst>
              </p:cNvPr>
              <p:cNvSpPr/>
              <p:nvPr/>
            </p:nvSpPr>
            <p:spPr>
              <a:xfrm>
                <a:off x="223259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2" name="ph7327">
                <a:extLst>
                  <a:ext uri="{FF2B5EF4-FFF2-40B4-BE49-F238E27FC236}">
                    <a16:creationId xmlns:a16="http://schemas.microsoft.com/office/drawing/2014/main" id="{83AFF86A-2CB3-D339-9F4D-3CE344CF41F8}"/>
                  </a:ext>
                </a:extLst>
              </p:cNvPr>
              <p:cNvSpPr/>
              <p:nvPr/>
            </p:nvSpPr>
            <p:spPr>
              <a:xfrm>
                <a:off x="224203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3" name="ph7328">
                <a:extLst>
                  <a:ext uri="{FF2B5EF4-FFF2-40B4-BE49-F238E27FC236}">
                    <a16:creationId xmlns:a16="http://schemas.microsoft.com/office/drawing/2014/main" id="{84FD7917-A202-5E8E-643B-9E54B1D8E0FE}"/>
                  </a:ext>
                </a:extLst>
              </p:cNvPr>
              <p:cNvSpPr/>
              <p:nvPr/>
            </p:nvSpPr>
            <p:spPr>
              <a:xfrm>
                <a:off x="225147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4" name="ph7329">
                <a:extLst>
                  <a:ext uri="{FF2B5EF4-FFF2-40B4-BE49-F238E27FC236}">
                    <a16:creationId xmlns:a16="http://schemas.microsoft.com/office/drawing/2014/main" id="{03CE9A1C-A4A3-E67E-7436-03FDCAF08C83}"/>
                  </a:ext>
                </a:extLst>
              </p:cNvPr>
              <p:cNvSpPr/>
              <p:nvPr/>
            </p:nvSpPr>
            <p:spPr>
              <a:xfrm>
                <a:off x="226091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5" name="ph7330">
                <a:extLst>
                  <a:ext uri="{FF2B5EF4-FFF2-40B4-BE49-F238E27FC236}">
                    <a16:creationId xmlns:a16="http://schemas.microsoft.com/office/drawing/2014/main" id="{0A66B092-23D9-0814-659D-4B5C6E92C13E}"/>
                  </a:ext>
                </a:extLst>
              </p:cNvPr>
              <p:cNvSpPr/>
              <p:nvPr/>
            </p:nvSpPr>
            <p:spPr>
              <a:xfrm>
                <a:off x="227035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8">
                  <a:alpha val="100000"/>
                </a:srgbClr>
              </a:solidFill>
              <a:ln w="5420" cap="flat">
                <a:solidFill>
                  <a:srgbClr val="FFFB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6" name="ph7331">
                <a:extLst>
                  <a:ext uri="{FF2B5EF4-FFF2-40B4-BE49-F238E27FC236}">
                    <a16:creationId xmlns:a16="http://schemas.microsoft.com/office/drawing/2014/main" id="{39971AD4-322E-F326-80A3-0A5F51E30DF8}"/>
                  </a:ext>
                </a:extLst>
              </p:cNvPr>
              <p:cNvSpPr/>
              <p:nvPr/>
            </p:nvSpPr>
            <p:spPr>
              <a:xfrm>
                <a:off x="227979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7" name="ph7332">
                <a:extLst>
                  <a:ext uri="{FF2B5EF4-FFF2-40B4-BE49-F238E27FC236}">
                    <a16:creationId xmlns:a16="http://schemas.microsoft.com/office/drawing/2014/main" id="{575D0F3D-930A-1A9E-670B-767029E460ED}"/>
                  </a:ext>
                </a:extLst>
              </p:cNvPr>
              <p:cNvSpPr/>
              <p:nvPr/>
            </p:nvSpPr>
            <p:spPr>
              <a:xfrm>
                <a:off x="228923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BB9">
                  <a:alpha val="100000"/>
                </a:srgbClr>
              </a:solidFill>
              <a:ln w="5420" cap="flat">
                <a:solidFill>
                  <a:srgbClr val="FFFB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8" name="ph7333">
                <a:extLst>
                  <a:ext uri="{FF2B5EF4-FFF2-40B4-BE49-F238E27FC236}">
                    <a16:creationId xmlns:a16="http://schemas.microsoft.com/office/drawing/2014/main" id="{D0278510-A8FD-16E9-A274-B214AFB3BC6D}"/>
                  </a:ext>
                </a:extLst>
              </p:cNvPr>
              <p:cNvSpPr/>
              <p:nvPr/>
            </p:nvSpPr>
            <p:spPr>
              <a:xfrm>
                <a:off x="229867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9" name="ph7334">
                <a:extLst>
                  <a:ext uri="{FF2B5EF4-FFF2-40B4-BE49-F238E27FC236}">
                    <a16:creationId xmlns:a16="http://schemas.microsoft.com/office/drawing/2014/main" id="{6C5E828A-F3DD-0A63-15DE-B168FF57ECC7}"/>
                  </a:ext>
                </a:extLst>
              </p:cNvPr>
              <p:cNvSpPr/>
              <p:nvPr/>
            </p:nvSpPr>
            <p:spPr>
              <a:xfrm>
                <a:off x="230811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0" name="ph7335">
                <a:extLst>
                  <a:ext uri="{FF2B5EF4-FFF2-40B4-BE49-F238E27FC236}">
                    <a16:creationId xmlns:a16="http://schemas.microsoft.com/office/drawing/2014/main" id="{FA717EC4-3F70-DC12-678A-5DF241FB929C}"/>
                  </a:ext>
                </a:extLst>
              </p:cNvPr>
              <p:cNvSpPr/>
              <p:nvPr/>
            </p:nvSpPr>
            <p:spPr>
              <a:xfrm>
                <a:off x="231755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1" name="ph7336">
                <a:extLst>
                  <a:ext uri="{FF2B5EF4-FFF2-40B4-BE49-F238E27FC236}">
                    <a16:creationId xmlns:a16="http://schemas.microsoft.com/office/drawing/2014/main" id="{C1E1CC71-477C-53A7-8331-898E1C579AEC}"/>
                  </a:ext>
                </a:extLst>
              </p:cNvPr>
              <p:cNvSpPr/>
              <p:nvPr/>
            </p:nvSpPr>
            <p:spPr>
              <a:xfrm>
                <a:off x="232699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2" name="ph7337">
                <a:extLst>
                  <a:ext uri="{FF2B5EF4-FFF2-40B4-BE49-F238E27FC236}">
                    <a16:creationId xmlns:a16="http://schemas.microsoft.com/office/drawing/2014/main" id="{2D903AB6-9924-9EB7-3411-CC3C5332E343}"/>
                  </a:ext>
                </a:extLst>
              </p:cNvPr>
              <p:cNvSpPr/>
              <p:nvPr/>
            </p:nvSpPr>
            <p:spPr>
              <a:xfrm>
                <a:off x="233643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3" name="ph7338">
                <a:extLst>
                  <a:ext uri="{FF2B5EF4-FFF2-40B4-BE49-F238E27FC236}">
                    <a16:creationId xmlns:a16="http://schemas.microsoft.com/office/drawing/2014/main" id="{1F55060B-D8BD-5770-D7DF-8017CD1128E5}"/>
                  </a:ext>
                </a:extLst>
              </p:cNvPr>
              <p:cNvSpPr/>
              <p:nvPr/>
            </p:nvSpPr>
            <p:spPr>
              <a:xfrm>
                <a:off x="234587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4" name="ph7339">
                <a:extLst>
                  <a:ext uri="{FF2B5EF4-FFF2-40B4-BE49-F238E27FC236}">
                    <a16:creationId xmlns:a16="http://schemas.microsoft.com/office/drawing/2014/main" id="{3F996C54-95FF-9FFA-770B-E5C07C88DCB7}"/>
                  </a:ext>
                </a:extLst>
              </p:cNvPr>
              <p:cNvSpPr/>
              <p:nvPr/>
            </p:nvSpPr>
            <p:spPr>
              <a:xfrm>
                <a:off x="235531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5" name="ph7340">
                <a:extLst>
                  <a:ext uri="{FF2B5EF4-FFF2-40B4-BE49-F238E27FC236}">
                    <a16:creationId xmlns:a16="http://schemas.microsoft.com/office/drawing/2014/main" id="{C328A020-6DDA-31CA-48EF-62C44524E7D9}"/>
                  </a:ext>
                </a:extLst>
              </p:cNvPr>
              <p:cNvSpPr/>
              <p:nvPr/>
            </p:nvSpPr>
            <p:spPr>
              <a:xfrm>
                <a:off x="2374200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6681" y="896830"/>
                    </a:lnTo>
                    <a:lnTo>
                      <a:pt x="908111" y="898647"/>
                    </a:lnTo>
                    <a:lnTo>
                      <a:pt x="912716" y="905164"/>
                    </a:lnTo>
                    <a:lnTo>
                      <a:pt x="914400" y="907810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6" name="ph7341">
                <a:extLst>
                  <a:ext uri="{FF2B5EF4-FFF2-40B4-BE49-F238E27FC236}">
                    <a16:creationId xmlns:a16="http://schemas.microsoft.com/office/drawing/2014/main" id="{CD40A000-CA8A-AA2B-866B-8F65433F897A}"/>
                  </a:ext>
                </a:extLst>
              </p:cNvPr>
              <p:cNvSpPr/>
              <p:nvPr/>
            </p:nvSpPr>
            <p:spPr>
              <a:xfrm>
                <a:off x="2374200" y="1183884"/>
                <a:ext cx="91845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450" h="914400">
                    <a:moveTo>
                      <a:pt x="914400" y="914400"/>
                    </a:moveTo>
                    <a:lnTo>
                      <a:pt x="914400" y="907810"/>
                    </a:lnTo>
                    <a:lnTo>
                      <a:pt x="917136" y="912111"/>
                    </a:lnTo>
                    <a:lnTo>
                      <a:pt x="918450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7" name="ph7342">
                <a:extLst>
                  <a:ext uri="{FF2B5EF4-FFF2-40B4-BE49-F238E27FC236}">
                    <a16:creationId xmlns:a16="http://schemas.microsoft.com/office/drawing/2014/main" id="{8EF2FBA1-26FE-9169-AD67-43798A89ED66}"/>
                  </a:ext>
                </a:extLst>
              </p:cNvPr>
              <p:cNvSpPr/>
              <p:nvPr/>
            </p:nvSpPr>
            <p:spPr>
              <a:xfrm>
                <a:off x="3440947" y="118388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295" y="914400"/>
                    </a:lnTo>
                    <a:lnTo>
                      <a:pt x="913515" y="913059"/>
                    </a:lnTo>
                    <a:lnTo>
                      <a:pt x="914400" y="90855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8" name="ph7343">
                <a:extLst>
                  <a:ext uri="{FF2B5EF4-FFF2-40B4-BE49-F238E27FC236}">
                    <a16:creationId xmlns:a16="http://schemas.microsoft.com/office/drawing/2014/main" id="{F449778B-E3A0-A388-68F6-8CFBACA92B94}"/>
                  </a:ext>
                </a:extLst>
              </p:cNvPr>
              <p:cNvSpPr/>
              <p:nvPr/>
            </p:nvSpPr>
            <p:spPr>
              <a:xfrm>
                <a:off x="3450387" y="116631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123"/>
                    </a:lnTo>
                    <a:lnTo>
                      <a:pt x="906141" y="920104"/>
                    </a:lnTo>
                    <a:lnTo>
                      <a:pt x="90744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9" name="ph7344">
                <a:extLst>
                  <a:ext uri="{FF2B5EF4-FFF2-40B4-BE49-F238E27FC236}">
                    <a16:creationId xmlns:a16="http://schemas.microsoft.com/office/drawing/2014/main" id="{4CA260FA-FD48-579E-AA04-F3306DB46E8D}"/>
                  </a:ext>
                </a:extLst>
              </p:cNvPr>
              <p:cNvSpPr/>
              <p:nvPr/>
            </p:nvSpPr>
            <p:spPr>
              <a:xfrm>
                <a:off x="345038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0" name="ph7345">
                <a:extLst>
                  <a:ext uri="{FF2B5EF4-FFF2-40B4-BE49-F238E27FC236}">
                    <a16:creationId xmlns:a16="http://schemas.microsoft.com/office/drawing/2014/main" id="{E7B5ABCB-4F6F-04C0-5346-04ECFEC2D02D}"/>
                  </a:ext>
                </a:extLst>
              </p:cNvPr>
              <p:cNvSpPr/>
              <p:nvPr/>
            </p:nvSpPr>
            <p:spPr>
              <a:xfrm>
                <a:off x="345982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1" name="ph7346">
                <a:extLst>
                  <a:ext uri="{FF2B5EF4-FFF2-40B4-BE49-F238E27FC236}">
                    <a16:creationId xmlns:a16="http://schemas.microsoft.com/office/drawing/2014/main" id="{83EA2BCC-555F-09C1-6289-C98E8B1919DD}"/>
                  </a:ext>
                </a:extLst>
              </p:cNvPr>
              <p:cNvSpPr/>
              <p:nvPr/>
            </p:nvSpPr>
            <p:spPr>
              <a:xfrm>
                <a:off x="346926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2" name="ph7347">
                <a:extLst>
                  <a:ext uri="{FF2B5EF4-FFF2-40B4-BE49-F238E27FC236}">
                    <a16:creationId xmlns:a16="http://schemas.microsoft.com/office/drawing/2014/main" id="{AEEA28B6-B326-752B-7B49-6599B991DEFF}"/>
                  </a:ext>
                </a:extLst>
              </p:cNvPr>
              <p:cNvSpPr/>
              <p:nvPr/>
            </p:nvSpPr>
            <p:spPr>
              <a:xfrm>
                <a:off x="347870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3" name="ph7348">
                <a:extLst>
                  <a:ext uri="{FF2B5EF4-FFF2-40B4-BE49-F238E27FC236}">
                    <a16:creationId xmlns:a16="http://schemas.microsoft.com/office/drawing/2014/main" id="{DBBDE98B-94B7-FF40-A344-16737AD3B92A}"/>
                  </a:ext>
                </a:extLst>
              </p:cNvPr>
              <p:cNvSpPr/>
              <p:nvPr/>
            </p:nvSpPr>
            <p:spPr>
              <a:xfrm>
                <a:off x="348814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4" name="ph7349">
                <a:extLst>
                  <a:ext uri="{FF2B5EF4-FFF2-40B4-BE49-F238E27FC236}">
                    <a16:creationId xmlns:a16="http://schemas.microsoft.com/office/drawing/2014/main" id="{40B84E3A-E089-463D-5A91-3AC725C617ED}"/>
                  </a:ext>
                </a:extLst>
              </p:cNvPr>
              <p:cNvSpPr/>
              <p:nvPr/>
            </p:nvSpPr>
            <p:spPr>
              <a:xfrm>
                <a:off x="3497588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5" name="ph7350">
                <a:extLst>
                  <a:ext uri="{FF2B5EF4-FFF2-40B4-BE49-F238E27FC236}">
                    <a16:creationId xmlns:a16="http://schemas.microsoft.com/office/drawing/2014/main" id="{3E573E72-C663-416B-12E8-3B2CA7F85695}"/>
                  </a:ext>
                </a:extLst>
              </p:cNvPr>
              <p:cNvSpPr/>
              <p:nvPr/>
            </p:nvSpPr>
            <p:spPr>
              <a:xfrm>
                <a:off x="350702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6" name="ph7351">
                <a:extLst>
                  <a:ext uri="{FF2B5EF4-FFF2-40B4-BE49-F238E27FC236}">
                    <a16:creationId xmlns:a16="http://schemas.microsoft.com/office/drawing/2014/main" id="{43F63E39-534A-F38A-7618-E65A501C6968}"/>
                  </a:ext>
                </a:extLst>
              </p:cNvPr>
              <p:cNvSpPr/>
              <p:nvPr/>
            </p:nvSpPr>
            <p:spPr>
              <a:xfrm>
                <a:off x="351646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7" name="ph7352">
                <a:extLst>
                  <a:ext uri="{FF2B5EF4-FFF2-40B4-BE49-F238E27FC236}">
                    <a16:creationId xmlns:a16="http://schemas.microsoft.com/office/drawing/2014/main" id="{5004C260-20CA-4016-FC63-EBCE9FF3A637}"/>
                  </a:ext>
                </a:extLst>
              </p:cNvPr>
              <p:cNvSpPr/>
              <p:nvPr/>
            </p:nvSpPr>
            <p:spPr>
              <a:xfrm>
                <a:off x="352590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8" name="ph7353">
                <a:extLst>
                  <a:ext uri="{FF2B5EF4-FFF2-40B4-BE49-F238E27FC236}">
                    <a16:creationId xmlns:a16="http://schemas.microsoft.com/office/drawing/2014/main" id="{4EDE660B-906E-D0DF-E2CA-5EDA3015491F}"/>
                  </a:ext>
                </a:extLst>
              </p:cNvPr>
              <p:cNvSpPr/>
              <p:nvPr/>
            </p:nvSpPr>
            <p:spPr>
              <a:xfrm>
                <a:off x="3535349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9" name="ph7354">
                <a:extLst>
                  <a:ext uri="{FF2B5EF4-FFF2-40B4-BE49-F238E27FC236}">
                    <a16:creationId xmlns:a16="http://schemas.microsoft.com/office/drawing/2014/main" id="{DF2DC5F8-4279-66CB-A039-E16A1EB9CCE7}"/>
                  </a:ext>
                </a:extLst>
              </p:cNvPr>
              <p:cNvSpPr/>
              <p:nvPr/>
            </p:nvSpPr>
            <p:spPr>
              <a:xfrm>
                <a:off x="354479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0" name="ph7355">
                <a:extLst>
                  <a:ext uri="{FF2B5EF4-FFF2-40B4-BE49-F238E27FC236}">
                    <a16:creationId xmlns:a16="http://schemas.microsoft.com/office/drawing/2014/main" id="{66C7F55C-5DA2-EDC4-08D8-CF78E66076F1}"/>
                  </a:ext>
                </a:extLst>
              </p:cNvPr>
              <p:cNvSpPr/>
              <p:nvPr/>
            </p:nvSpPr>
            <p:spPr>
              <a:xfrm>
                <a:off x="355423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1" name="ph7356">
                <a:extLst>
                  <a:ext uri="{FF2B5EF4-FFF2-40B4-BE49-F238E27FC236}">
                    <a16:creationId xmlns:a16="http://schemas.microsoft.com/office/drawing/2014/main" id="{D20ED4BF-1509-6E56-084C-E3A5D1CA7E88}"/>
                  </a:ext>
                </a:extLst>
              </p:cNvPr>
              <p:cNvSpPr/>
              <p:nvPr/>
            </p:nvSpPr>
            <p:spPr>
              <a:xfrm>
                <a:off x="356367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2" name="ph7357">
                <a:extLst>
                  <a:ext uri="{FF2B5EF4-FFF2-40B4-BE49-F238E27FC236}">
                    <a16:creationId xmlns:a16="http://schemas.microsoft.com/office/drawing/2014/main" id="{F3C51D50-71C7-9815-F441-EBBB9C56D7F6}"/>
                  </a:ext>
                </a:extLst>
              </p:cNvPr>
              <p:cNvSpPr/>
              <p:nvPr/>
            </p:nvSpPr>
            <p:spPr>
              <a:xfrm>
                <a:off x="357311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3" name="ph7358">
                <a:extLst>
                  <a:ext uri="{FF2B5EF4-FFF2-40B4-BE49-F238E27FC236}">
                    <a16:creationId xmlns:a16="http://schemas.microsoft.com/office/drawing/2014/main" id="{4F787599-52CD-718C-17AF-74DD9DAB39B7}"/>
                  </a:ext>
                </a:extLst>
              </p:cNvPr>
              <p:cNvSpPr/>
              <p:nvPr/>
            </p:nvSpPr>
            <p:spPr>
              <a:xfrm>
                <a:off x="3582550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4" name="ph7359">
                <a:extLst>
                  <a:ext uri="{FF2B5EF4-FFF2-40B4-BE49-F238E27FC236}">
                    <a16:creationId xmlns:a16="http://schemas.microsoft.com/office/drawing/2014/main" id="{28E5C34F-0342-0A24-5A39-E21CC311493E}"/>
                  </a:ext>
                </a:extLst>
              </p:cNvPr>
              <p:cNvSpPr/>
              <p:nvPr/>
            </p:nvSpPr>
            <p:spPr>
              <a:xfrm>
                <a:off x="359199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5" name="ph7360">
                <a:extLst>
                  <a:ext uri="{FF2B5EF4-FFF2-40B4-BE49-F238E27FC236}">
                    <a16:creationId xmlns:a16="http://schemas.microsoft.com/office/drawing/2014/main" id="{5B5E0B73-A36F-4A99-0099-19E3A99B52D8}"/>
                  </a:ext>
                </a:extLst>
              </p:cNvPr>
              <p:cNvSpPr/>
              <p:nvPr/>
            </p:nvSpPr>
            <p:spPr>
              <a:xfrm>
                <a:off x="360143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6" name="ph7361">
                <a:extLst>
                  <a:ext uri="{FF2B5EF4-FFF2-40B4-BE49-F238E27FC236}">
                    <a16:creationId xmlns:a16="http://schemas.microsoft.com/office/drawing/2014/main" id="{4387DEA8-5012-058E-F699-47851984068D}"/>
                  </a:ext>
                </a:extLst>
              </p:cNvPr>
              <p:cNvSpPr/>
              <p:nvPr/>
            </p:nvSpPr>
            <p:spPr>
              <a:xfrm>
                <a:off x="361087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7" name="ph7362">
                <a:extLst>
                  <a:ext uri="{FF2B5EF4-FFF2-40B4-BE49-F238E27FC236}">
                    <a16:creationId xmlns:a16="http://schemas.microsoft.com/office/drawing/2014/main" id="{C34FFB4E-3556-523B-CA16-F16EB06E0BAC}"/>
                  </a:ext>
                </a:extLst>
              </p:cNvPr>
              <p:cNvSpPr/>
              <p:nvPr/>
            </p:nvSpPr>
            <p:spPr>
              <a:xfrm>
                <a:off x="3620311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8" name="ph7363">
                <a:extLst>
                  <a:ext uri="{FF2B5EF4-FFF2-40B4-BE49-F238E27FC236}">
                    <a16:creationId xmlns:a16="http://schemas.microsoft.com/office/drawing/2014/main" id="{321174AA-989C-9569-6FA8-92619F0ECBFF}"/>
                  </a:ext>
                </a:extLst>
              </p:cNvPr>
              <p:cNvSpPr/>
              <p:nvPr/>
            </p:nvSpPr>
            <p:spPr>
              <a:xfrm>
                <a:off x="362975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9" name="ph7364">
                <a:extLst>
                  <a:ext uri="{FF2B5EF4-FFF2-40B4-BE49-F238E27FC236}">
                    <a16:creationId xmlns:a16="http://schemas.microsoft.com/office/drawing/2014/main" id="{33BBE130-C929-3A61-058C-80796D97CC18}"/>
                  </a:ext>
                </a:extLst>
              </p:cNvPr>
              <p:cNvSpPr/>
              <p:nvPr/>
            </p:nvSpPr>
            <p:spPr>
              <a:xfrm>
                <a:off x="363919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0" name="ph7365">
                <a:extLst>
                  <a:ext uri="{FF2B5EF4-FFF2-40B4-BE49-F238E27FC236}">
                    <a16:creationId xmlns:a16="http://schemas.microsoft.com/office/drawing/2014/main" id="{C0C8534D-3966-9317-F6E3-B71D85249839}"/>
                  </a:ext>
                </a:extLst>
              </p:cNvPr>
              <p:cNvSpPr/>
              <p:nvPr/>
            </p:nvSpPr>
            <p:spPr>
              <a:xfrm>
                <a:off x="364863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1" name="ph7366">
                <a:extLst>
                  <a:ext uri="{FF2B5EF4-FFF2-40B4-BE49-F238E27FC236}">
                    <a16:creationId xmlns:a16="http://schemas.microsoft.com/office/drawing/2014/main" id="{6F8C8212-E571-0B28-59E5-D314C91F9B84}"/>
                  </a:ext>
                </a:extLst>
              </p:cNvPr>
              <p:cNvSpPr/>
              <p:nvPr/>
            </p:nvSpPr>
            <p:spPr>
              <a:xfrm>
                <a:off x="3658072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2" name="ph7367">
                <a:extLst>
                  <a:ext uri="{FF2B5EF4-FFF2-40B4-BE49-F238E27FC236}">
                    <a16:creationId xmlns:a16="http://schemas.microsoft.com/office/drawing/2014/main" id="{05682128-3379-F310-D676-9F0CF9DBEE85}"/>
                  </a:ext>
                </a:extLst>
              </p:cNvPr>
              <p:cNvSpPr/>
              <p:nvPr/>
            </p:nvSpPr>
            <p:spPr>
              <a:xfrm>
                <a:off x="366751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3" name="ph7368">
                <a:extLst>
                  <a:ext uri="{FF2B5EF4-FFF2-40B4-BE49-F238E27FC236}">
                    <a16:creationId xmlns:a16="http://schemas.microsoft.com/office/drawing/2014/main" id="{8478A2A0-4AB8-E73A-0235-5544C6B09B80}"/>
                  </a:ext>
                </a:extLst>
              </p:cNvPr>
              <p:cNvSpPr/>
              <p:nvPr/>
            </p:nvSpPr>
            <p:spPr>
              <a:xfrm>
                <a:off x="367695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4" name="ph7369">
                <a:extLst>
                  <a:ext uri="{FF2B5EF4-FFF2-40B4-BE49-F238E27FC236}">
                    <a16:creationId xmlns:a16="http://schemas.microsoft.com/office/drawing/2014/main" id="{D27047C3-1F16-B740-E0A8-AB3E0803C227}"/>
                  </a:ext>
                </a:extLst>
              </p:cNvPr>
              <p:cNvSpPr/>
              <p:nvPr/>
            </p:nvSpPr>
            <p:spPr>
              <a:xfrm>
                <a:off x="368639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5" name="ph7370">
                <a:extLst>
                  <a:ext uri="{FF2B5EF4-FFF2-40B4-BE49-F238E27FC236}">
                    <a16:creationId xmlns:a16="http://schemas.microsoft.com/office/drawing/2014/main" id="{7E798051-C456-083F-7956-0E72139E28C3}"/>
                  </a:ext>
                </a:extLst>
              </p:cNvPr>
              <p:cNvSpPr/>
              <p:nvPr/>
            </p:nvSpPr>
            <p:spPr>
              <a:xfrm>
                <a:off x="3695833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6" name="ph7371">
                <a:extLst>
                  <a:ext uri="{FF2B5EF4-FFF2-40B4-BE49-F238E27FC236}">
                    <a16:creationId xmlns:a16="http://schemas.microsoft.com/office/drawing/2014/main" id="{835C8ABC-049E-7BDF-E5FD-14B79AE78D5E}"/>
                  </a:ext>
                </a:extLst>
              </p:cNvPr>
              <p:cNvSpPr/>
              <p:nvPr/>
            </p:nvSpPr>
            <p:spPr>
              <a:xfrm>
                <a:off x="370527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7" name="ph7372">
                <a:extLst>
                  <a:ext uri="{FF2B5EF4-FFF2-40B4-BE49-F238E27FC236}">
                    <a16:creationId xmlns:a16="http://schemas.microsoft.com/office/drawing/2014/main" id="{D06F11E3-1AEB-88D3-A24A-B766BEF46A36}"/>
                  </a:ext>
                </a:extLst>
              </p:cNvPr>
              <p:cNvSpPr/>
              <p:nvPr/>
            </p:nvSpPr>
            <p:spPr>
              <a:xfrm>
                <a:off x="371471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8" name="ph7373">
                <a:extLst>
                  <a:ext uri="{FF2B5EF4-FFF2-40B4-BE49-F238E27FC236}">
                    <a16:creationId xmlns:a16="http://schemas.microsoft.com/office/drawing/2014/main" id="{A14E7D95-CA15-CA93-86CC-E1C2A6F4F403}"/>
                  </a:ext>
                </a:extLst>
              </p:cNvPr>
              <p:cNvSpPr/>
              <p:nvPr/>
            </p:nvSpPr>
            <p:spPr>
              <a:xfrm>
                <a:off x="372415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9" name="ph7374">
                <a:extLst>
                  <a:ext uri="{FF2B5EF4-FFF2-40B4-BE49-F238E27FC236}">
                    <a16:creationId xmlns:a16="http://schemas.microsoft.com/office/drawing/2014/main" id="{94B6D53F-B228-61CC-2B9F-52892666D26A}"/>
                  </a:ext>
                </a:extLst>
              </p:cNvPr>
              <p:cNvSpPr/>
              <p:nvPr/>
            </p:nvSpPr>
            <p:spPr>
              <a:xfrm>
                <a:off x="3733594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0" name="ph7375">
                <a:extLst>
                  <a:ext uri="{FF2B5EF4-FFF2-40B4-BE49-F238E27FC236}">
                    <a16:creationId xmlns:a16="http://schemas.microsoft.com/office/drawing/2014/main" id="{212F1733-C3A3-0FAF-96ED-7276B0175315}"/>
                  </a:ext>
                </a:extLst>
              </p:cNvPr>
              <p:cNvSpPr/>
              <p:nvPr/>
            </p:nvSpPr>
            <p:spPr>
              <a:xfrm>
                <a:off x="374303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1" name="ph7376">
                <a:extLst>
                  <a:ext uri="{FF2B5EF4-FFF2-40B4-BE49-F238E27FC236}">
                    <a16:creationId xmlns:a16="http://schemas.microsoft.com/office/drawing/2014/main" id="{EADE3233-940D-E50C-DDFB-4896BE25F150}"/>
                  </a:ext>
                </a:extLst>
              </p:cNvPr>
              <p:cNvSpPr/>
              <p:nvPr/>
            </p:nvSpPr>
            <p:spPr>
              <a:xfrm>
                <a:off x="375247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2" name="ph7377">
                <a:extLst>
                  <a:ext uri="{FF2B5EF4-FFF2-40B4-BE49-F238E27FC236}">
                    <a16:creationId xmlns:a16="http://schemas.microsoft.com/office/drawing/2014/main" id="{66B1C77E-9B38-C7DF-043B-6157CA53441B}"/>
                  </a:ext>
                </a:extLst>
              </p:cNvPr>
              <p:cNvSpPr/>
              <p:nvPr/>
            </p:nvSpPr>
            <p:spPr>
              <a:xfrm>
                <a:off x="376191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3" name="ph7378">
                <a:extLst>
                  <a:ext uri="{FF2B5EF4-FFF2-40B4-BE49-F238E27FC236}">
                    <a16:creationId xmlns:a16="http://schemas.microsoft.com/office/drawing/2014/main" id="{5C6B6028-8822-61D0-84AE-039667A5127E}"/>
                  </a:ext>
                </a:extLst>
              </p:cNvPr>
              <p:cNvSpPr/>
              <p:nvPr/>
            </p:nvSpPr>
            <p:spPr>
              <a:xfrm>
                <a:off x="3771355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4" name="ph7379">
                <a:extLst>
                  <a:ext uri="{FF2B5EF4-FFF2-40B4-BE49-F238E27FC236}">
                    <a16:creationId xmlns:a16="http://schemas.microsoft.com/office/drawing/2014/main" id="{DFD5C4F8-1BAC-D3DA-733B-3B5CB08411C6}"/>
                  </a:ext>
                </a:extLst>
              </p:cNvPr>
              <p:cNvSpPr/>
              <p:nvPr/>
            </p:nvSpPr>
            <p:spPr>
              <a:xfrm>
                <a:off x="378079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5" name="ph7380">
                <a:extLst>
                  <a:ext uri="{FF2B5EF4-FFF2-40B4-BE49-F238E27FC236}">
                    <a16:creationId xmlns:a16="http://schemas.microsoft.com/office/drawing/2014/main" id="{B6CA5DC4-FB4D-4C5F-EE33-D7E5DE795596}"/>
                  </a:ext>
                </a:extLst>
              </p:cNvPr>
              <p:cNvSpPr/>
              <p:nvPr/>
            </p:nvSpPr>
            <p:spPr>
              <a:xfrm>
                <a:off x="379023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6" name="ph7381">
                <a:extLst>
                  <a:ext uri="{FF2B5EF4-FFF2-40B4-BE49-F238E27FC236}">
                    <a16:creationId xmlns:a16="http://schemas.microsoft.com/office/drawing/2014/main" id="{A72DEE43-2CA5-E287-5F16-233C45CA5D7F}"/>
                  </a:ext>
                </a:extLst>
              </p:cNvPr>
              <p:cNvSpPr/>
              <p:nvPr/>
            </p:nvSpPr>
            <p:spPr>
              <a:xfrm>
                <a:off x="379967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7" name="ph7382">
                <a:extLst>
                  <a:ext uri="{FF2B5EF4-FFF2-40B4-BE49-F238E27FC236}">
                    <a16:creationId xmlns:a16="http://schemas.microsoft.com/office/drawing/2014/main" id="{C5768503-1078-AB5B-8B96-DE09A0F27D65}"/>
                  </a:ext>
                </a:extLst>
              </p:cNvPr>
              <p:cNvSpPr/>
              <p:nvPr/>
            </p:nvSpPr>
            <p:spPr>
              <a:xfrm>
                <a:off x="380911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8" name="ph7383">
                <a:extLst>
                  <a:ext uri="{FF2B5EF4-FFF2-40B4-BE49-F238E27FC236}">
                    <a16:creationId xmlns:a16="http://schemas.microsoft.com/office/drawing/2014/main" id="{02328E2C-E7AC-3196-399F-48FEEC4B9E96}"/>
                  </a:ext>
                </a:extLst>
              </p:cNvPr>
              <p:cNvSpPr/>
              <p:nvPr/>
            </p:nvSpPr>
            <p:spPr>
              <a:xfrm>
                <a:off x="3818556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9" name="ph7384">
                <a:extLst>
                  <a:ext uri="{FF2B5EF4-FFF2-40B4-BE49-F238E27FC236}">
                    <a16:creationId xmlns:a16="http://schemas.microsoft.com/office/drawing/2014/main" id="{B620E573-0FC2-2F2F-7A1F-882EE05603E7}"/>
                  </a:ext>
                </a:extLst>
              </p:cNvPr>
              <p:cNvSpPr/>
              <p:nvPr/>
            </p:nvSpPr>
            <p:spPr>
              <a:xfrm>
                <a:off x="3827997" y="116631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0" name="ph7385">
                <a:extLst>
                  <a:ext uri="{FF2B5EF4-FFF2-40B4-BE49-F238E27FC236}">
                    <a16:creationId xmlns:a16="http://schemas.microsoft.com/office/drawing/2014/main" id="{5265540F-6C5C-EB13-549D-9C7B99B10AE9}"/>
                  </a:ext>
                </a:extLst>
              </p:cNvPr>
              <p:cNvSpPr/>
              <p:nvPr/>
            </p:nvSpPr>
            <p:spPr>
              <a:xfrm>
                <a:off x="3837437" y="1183884"/>
                <a:ext cx="92354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54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548" y="896830"/>
                    </a:lnTo>
                    <a:lnTo>
                      <a:pt x="923444" y="897513"/>
                    </a:lnTo>
                    <a:lnTo>
                      <a:pt x="921709" y="907933"/>
                    </a:lnTo>
                    <a:lnTo>
                      <a:pt x="920431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1" name="ph7386">
                <a:extLst>
                  <a:ext uri="{FF2B5EF4-FFF2-40B4-BE49-F238E27FC236}">
                    <a16:creationId xmlns:a16="http://schemas.microsoft.com/office/drawing/2014/main" id="{4D82D20F-E96F-ECBE-1A40-1C02EBD66957}"/>
                  </a:ext>
                </a:extLst>
              </p:cNvPr>
              <p:cNvSpPr/>
              <p:nvPr/>
            </p:nvSpPr>
            <p:spPr>
              <a:xfrm>
                <a:off x="2034351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356" y="931865"/>
                    </a:lnTo>
                    <a:lnTo>
                      <a:pt x="906019" y="920896"/>
                    </a:lnTo>
                    <a:lnTo>
                      <a:pt x="906598" y="914400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2" name="ph7387">
                <a:extLst>
                  <a:ext uri="{FF2B5EF4-FFF2-40B4-BE49-F238E27FC236}">
                    <a16:creationId xmlns:a16="http://schemas.microsoft.com/office/drawing/2014/main" id="{7DB57D7F-CE8B-ED2F-81E8-A67C848DA4BF}"/>
                  </a:ext>
                </a:extLst>
              </p:cNvPr>
              <p:cNvSpPr/>
              <p:nvPr/>
            </p:nvSpPr>
            <p:spPr>
              <a:xfrm>
                <a:off x="203435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3" name="ph7388">
                <a:extLst>
                  <a:ext uri="{FF2B5EF4-FFF2-40B4-BE49-F238E27FC236}">
                    <a16:creationId xmlns:a16="http://schemas.microsoft.com/office/drawing/2014/main" id="{259193FD-2EB7-146C-F8BF-34D4A4763626}"/>
                  </a:ext>
                </a:extLst>
              </p:cNvPr>
              <p:cNvSpPr/>
              <p:nvPr/>
            </p:nvSpPr>
            <p:spPr>
              <a:xfrm>
                <a:off x="204379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4" name="ph7389">
                <a:extLst>
                  <a:ext uri="{FF2B5EF4-FFF2-40B4-BE49-F238E27FC236}">
                    <a16:creationId xmlns:a16="http://schemas.microsoft.com/office/drawing/2014/main" id="{DA3A32E4-C1C3-D160-7D08-5776AE9465A1}"/>
                  </a:ext>
                </a:extLst>
              </p:cNvPr>
              <p:cNvSpPr/>
              <p:nvPr/>
            </p:nvSpPr>
            <p:spPr>
              <a:xfrm>
                <a:off x="205323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5" name="ph7390">
                <a:extLst>
                  <a:ext uri="{FF2B5EF4-FFF2-40B4-BE49-F238E27FC236}">
                    <a16:creationId xmlns:a16="http://schemas.microsoft.com/office/drawing/2014/main" id="{846ED3E1-BE33-E7FC-9A93-3724378B6D88}"/>
                  </a:ext>
                </a:extLst>
              </p:cNvPr>
              <p:cNvSpPr/>
              <p:nvPr/>
            </p:nvSpPr>
            <p:spPr>
              <a:xfrm>
                <a:off x="206267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6" name="ph7391">
                <a:extLst>
                  <a:ext uri="{FF2B5EF4-FFF2-40B4-BE49-F238E27FC236}">
                    <a16:creationId xmlns:a16="http://schemas.microsoft.com/office/drawing/2014/main" id="{1DD6B09B-A1C8-5FCC-9619-89DEA5A51550}"/>
                  </a:ext>
                </a:extLst>
              </p:cNvPr>
              <p:cNvSpPr/>
              <p:nvPr/>
            </p:nvSpPr>
            <p:spPr>
              <a:xfrm>
                <a:off x="207211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7" name="ph7392">
                <a:extLst>
                  <a:ext uri="{FF2B5EF4-FFF2-40B4-BE49-F238E27FC236}">
                    <a16:creationId xmlns:a16="http://schemas.microsoft.com/office/drawing/2014/main" id="{93EB8EEE-48C7-F740-C015-EC5F7379AB07}"/>
                  </a:ext>
                </a:extLst>
              </p:cNvPr>
              <p:cNvSpPr/>
              <p:nvPr/>
            </p:nvSpPr>
            <p:spPr>
              <a:xfrm>
                <a:off x="208155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8" name="ph7393">
                <a:extLst>
                  <a:ext uri="{FF2B5EF4-FFF2-40B4-BE49-F238E27FC236}">
                    <a16:creationId xmlns:a16="http://schemas.microsoft.com/office/drawing/2014/main" id="{30AB3D34-B69B-F63D-E7B0-5382001D9144}"/>
                  </a:ext>
                </a:extLst>
              </p:cNvPr>
              <p:cNvSpPr/>
              <p:nvPr/>
            </p:nvSpPr>
            <p:spPr>
              <a:xfrm>
                <a:off x="209099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9" name="ph7394">
                <a:extLst>
                  <a:ext uri="{FF2B5EF4-FFF2-40B4-BE49-F238E27FC236}">
                    <a16:creationId xmlns:a16="http://schemas.microsoft.com/office/drawing/2014/main" id="{7C045F6C-8184-0D37-92C2-D23C1DE05E21}"/>
                  </a:ext>
                </a:extLst>
              </p:cNvPr>
              <p:cNvSpPr/>
              <p:nvPr/>
            </p:nvSpPr>
            <p:spPr>
              <a:xfrm>
                <a:off x="210043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0" name="ph7395">
                <a:extLst>
                  <a:ext uri="{FF2B5EF4-FFF2-40B4-BE49-F238E27FC236}">
                    <a16:creationId xmlns:a16="http://schemas.microsoft.com/office/drawing/2014/main" id="{894EFC60-2763-99D2-5B28-3EC2D9770EA2}"/>
                  </a:ext>
                </a:extLst>
              </p:cNvPr>
              <p:cNvSpPr/>
              <p:nvPr/>
            </p:nvSpPr>
            <p:spPr>
              <a:xfrm>
                <a:off x="210987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1" name="ph7396">
                <a:extLst>
                  <a:ext uri="{FF2B5EF4-FFF2-40B4-BE49-F238E27FC236}">
                    <a16:creationId xmlns:a16="http://schemas.microsoft.com/office/drawing/2014/main" id="{2E15ECDC-41ED-17CD-CB85-8ADA63060D32}"/>
                  </a:ext>
                </a:extLst>
              </p:cNvPr>
              <p:cNvSpPr/>
              <p:nvPr/>
            </p:nvSpPr>
            <p:spPr>
              <a:xfrm>
                <a:off x="211931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2" name="ph7397">
                <a:extLst>
                  <a:ext uri="{FF2B5EF4-FFF2-40B4-BE49-F238E27FC236}">
                    <a16:creationId xmlns:a16="http://schemas.microsoft.com/office/drawing/2014/main" id="{20D14C13-9EF8-EDCE-E6B3-7791A4F65A7F}"/>
                  </a:ext>
                </a:extLst>
              </p:cNvPr>
              <p:cNvSpPr/>
              <p:nvPr/>
            </p:nvSpPr>
            <p:spPr>
              <a:xfrm>
                <a:off x="212875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3" name="ph7398">
                <a:extLst>
                  <a:ext uri="{FF2B5EF4-FFF2-40B4-BE49-F238E27FC236}">
                    <a16:creationId xmlns:a16="http://schemas.microsoft.com/office/drawing/2014/main" id="{2232F622-AB7B-2CA8-5BDA-5598A0DBFA0A}"/>
                  </a:ext>
                </a:extLst>
              </p:cNvPr>
              <p:cNvSpPr/>
              <p:nvPr/>
            </p:nvSpPr>
            <p:spPr>
              <a:xfrm>
                <a:off x="213819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4" name="ph7399">
                <a:extLst>
                  <a:ext uri="{FF2B5EF4-FFF2-40B4-BE49-F238E27FC236}">
                    <a16:creationId xmlns:a16="http://schemas.microsoft.com/office/drawing/2014/main" id="{0F277DCB-8181-A374-8E60-F591DC29D6B6}"/>
                  </a:ext>
                </a:extLst>
              </p:cNvPr>
              <p:cNvSpPr/>
              <p:nvPr/>
            </p:nvSpPr>
            <p:spPr>
              <a:xfrm>
                <a:off x="214763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5" name="ph7400">
                <a:extLst>
                  <a:ext uri="{FF2B5EF4-FFF2-40B4-BE49-F238E27FC236}">
                    <a16:creationId xmlns:a16="http://schemas.microsoft.com/office/drawing/2014/main" id="{69D5AB37-926C-E3A7-D1B7-2C49A9DE418A}"/>
                  </a:ext>
                </a:extLst>
              </p:cNvPr>
              <p:cNvSpPr/>
              <p:nvPr/>
            </p:nvSpPr>
            <p:spPr>
              <a:xfrm>
                <a:off x="215707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6" name="ph7401">
                <a:extLst>
                  <a:ext uri="{FF2B5EF4-FFF2-40B4-BE49-F238E27FC236}">
                    <a16:creationId xmlns:a16="http://schemas.microsoft.com/office/drawing/2014/main" id="{22F56728-67AC-0B48-FEE2-8921A4A7A175}"/>
                  </a:ext>
                </a:extLst>
              </p:cNvPr>
              <p:cNvSpPr/>
              <p:nvPr/>
            </p:nvSpPr>
            <p:spPr>
              <a:xfrm>
                <a:off x="216651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7" name="ph7402">
                <a:extLst>
                  <a:ext uri="{FF2B5EF4-FFF2-40B4-BE49-F238E27FC236}">
                    <a16:creationId xmlns:a16="http://schemas.microsoft.com/office/drawing/2014/main" id="{851825E5-6010-D5E2-0850-0D2E7A5E5A06}"/>
                  </a:ext>
                </a:extLst>
              </p:cNvPr>
              <p:cNvSpPr/>
              <p:nvPr/>
            </p:nvSpPr>
            <p:spPr>
              <a:xfrm>
                <a:off x="217595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8" name="ph7403">
                <a:extLst>
                  <a:ext uri="{FF2B5EF4-FFF2-40B4-BE49-F238E27FC236}">
                    <a16:creationId xmlns:a16="http://schemas.microsoft.com/office/drawing/2014/main" id="{0430733F-3CFB-7D46-F825-38FC826480A0}"/>
                  </a:ext>
                </a:extLst>
              </p:cNvPr>
              <p:cNvSpPr/>
              <p:nvPr/>
            </p:nvSpPr>
            <p:spPr>
              <a:xfrm>
                <a:off x="218539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9" name="ph7404">
                <a:extLst>
                  <a:ext uri="{FF2B5EF4-FFF2-40B4-BE49-F238E27FC236}">
                    <a16:creationId xmlns:a16="http://schemas.microsoft.com/office/drawing/2014/main" id="{439B5597-9655-B2E9-9BB4-8EEECBBB35DC}"/>
                  </a:ext>
                </a:extLst>
              </p:cNvPr>
              <p:cNvSpPr/>
              <p:nvPr/>
            </p:nvSpPr>
            <p:spPr>
              <a:xfrm>
                <a:off x="219483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0" name="ph7405">
                <a:extLst>
                  <a:ext uri="{FF2B5EF4-FFF2-40B4-BE49-F238E27FC236}">
                    <a16:creationId xmlns:a16="http://schemas.microsoft.com/office/drawing/2014/main" id="{226A543D-6245-8FE9-1043-5AE506A946E0}"/>
                  </a:ext>
                </a:extLst>
              </p:cNvPr>
              <p:cNvSpPr/>
              <p:nvPr/>
            </p:nvSpPr>
            <p:spPr>
              <a:xfrm>
                <a:off x="220427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1" name="ph7406">
                <a:extLst>
                  <a:ext uri="{FF2B5EF4-FFF2-40B4-BE49-F238E27FC236}">
                    <a16:creationId xmlns:a16="http://schemas.microsoft.com/office/drawing/2014/main" id="{B3B2D215-AF25-1D02-DD21-D80C261A6FA2}"/>
                  </a:ext>
                </a:extLst>
              </p:cNvPr>
              <p:cNvSpPr/>
              <p:nvPr/>
            </p:nvSpPr>
            <p:spPr>
              <a:xfrm>
                <a:off x="221371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2" name="ph7407">
                <a:extLst>
                  <a:ext uri="{FF2B5EF4-FFF2-40B4-BE49-F238E27FC236}">
                    <a16:creationId xmlns:a16="http://schemas.microsoft.com/office/drawing/2014/main" id="{97C15BD5-0FFF-471E-E224-1BA4BEB7D843}"/>
                  </a:ext>
                </a:extLst>
              </p:cNvPr>
              <p:cNvSpPr/>
              <p:nvPr/>
            </p:nvSpPr>
            <p:spPr>
              <a:xfrm>
                <a:off x="222315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3" name="ph7408">
                <a:extLst>
                  <a:ext uri="{FF2B5EF4-FFF2-40B4-BE49-F238E27FC236}">
                    <a16:creationId xmlns:a16="http://schemas.microsoft.com/office/drawing/2014/main" id="{C5FF73C1-26DE-5B2F-84B8-C15590F08652}"/>
                  </a:ext>
                </a:extLst>
              </p:cNvPr>
              <p:cNvSpPr/>
              <p:nvPr/>
            </p:nvSpPr>
            <p:spPr>
              <a:xfrm>
                <a:off x="223259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4" name="ph7409">
                <a:extLst>
                  <a:ext uri="{FF2B5EF4-FFF2-40B4-BE49-F238E27FC236}">
                    <a16:creationId xmlns:a16="http://schemas.microsoft.com/office/drawing/2014/main" id="{0D8ECAD4-F346-F0F2-7D5C-FF0365041821}"/>
                  </a:ext>
                </a:extLst>
              </p:cNvPr>
              <p:cNvSpPr/>
              <p:nvPr/>
            </p:nvSpPr>
            <p:spPr>
              <a:xfrm>
                <a:off x="224203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5" name="ph7410">
                <a:extLst>
                  <a:ext uri="{FF2B5EF4-FFF2-40B4-BE49-F238E27FC236}">
                    <a16:creationId xmlns:a16="http://schemas.microsoft.com/office/drawing/2014/main" id="{1F351815-3B13-3126-4ECE-EF04E4C4F751}"/>
                  </a:ext>
                </a:extLst>
              </p:cNvPr>
              <p:cNvSpPr/>
              <p:nvPr/>
            </p:nvSpPr>
            <p:spPr>
              <a:xfrm>
                <a:off x="225147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A">
                  <a:alpha val="100000"/>
                </a:srgbClr>
              </a:solidFill>
              <a:ln w="5420" cap="flat">
                <a:solidFill>
                  <a:srgbClr val="FFFC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6" name="ph7411">
                <a:extLst>
                  <a:ext uri="{FF2B5EF4-FFF2-40B4-BE49-F238E27FC236}">
                    <a16:creationId xmlns:a16="http://schemas.microsoft.com/office/drawing/2014/main" id="{C3B8F0D4-34B3-E7EA-3766-41119F72AA58}"/>
                  </a:ext>
                </a:extLst>
              </p:cNvPr>
              <p:cNvSpPr/>
              <p:nvPr/>
            </p:nvSpPr>
            <p:spPr>
              <a:xfrm>
                <a:off x="226091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7" name="ph7412">
                <a:extLst>
                  <a:ext uri="{FF2B5EF4-FFF2-40B4-BE49-F238E27FC236}">
                    <a16:creationId xmlns:a16="http://schemas.microsoft.com/office/drawing/2014/main" id="{83F0748F-0DF9-64AE-C1A1-CEAB2B27CDB3}"/>
                  </a:ext>
                </a:extLst>
              </p:cNvPr>
              <p:cNvSpPr/>
              <p:nvPr/>
            </p:nvSpPr>
            <p:spPr>
              <a:xfrm>
                <a:off x="227035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CBB">
                  <a:alpha val="100000"/>
                </a:srgbClr>
              </a:solidFill>
              <a:ln w="5420" cap="flat">
                <a:solidFill>
                  <a:srgbClr val="FFFC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8" name="ph7413">
                <a:extLst>
                  <a:ext uri="{FF2B5EF4-FFF2-40B4-BE49-F238E27FC236}">
                    <a16:creationId xmlns:a16="http://schemas.microsoft.com/office/drawing/2014/main" id="{7E3BA323-F467-3C1D-D452-E72992C3EBF6}"/>
                  </a:ext>
                </a:extLst>
              </p:cNvPr>
              <p:cNvSpPr/>
              <p:nvPr/>
            </p:nvSpPr>
            <p:spPr>
              <a:xfrm>
                <a:off x="227979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9" name="ph7414">
                <a:extLst>
                  <a:ext uri="{FF2B5EF4-FFF2-40B4-BE49-F238E27FC236}">
                    <a16:creationId xmlns:a16="http://schemas.microsoft.com/office/drawing/2014/main" id="{29DB58B5-0053-AE7B-6819-87640179FE5F}"/>
                  </a:ext>
                </a:extLst>
              </p:cNvPr>
              <p:cNvSpPr/>
              <p:nvPr/>
            </p:nvSpPr>
            <p:spPr>
              <a:xfrm>
                <a:off x="228923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B">
                  <a:alpha val="100000"/>
                </a:srgbClr>
              </a:solidFill>
              <a:ln w="5420" cap="flat">
                <a:solidFill>
                  <a:srgbClr val="FFFD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0" name="ph7415">
                <a:extLst>
                  <a:ext uri="{FF2B5EF4-FFF2-40B4-BE49-F238E27FC236}">
                    <a16:creationId xmlns:a16="http://schemas.microsoft.com/office/drawing/2014/main" id="{8CCE21DA-FDC5-5221-8966-7D5F1D8D01CC}"/>
                  </a:ext>
                </a:extLst>
              </p:cNvPr>
              <p:cNvSpPr/>
              <p:nvPr/>
            </p:nvSpPr>
            <p:spPr>
              <a:xfrm>
                <a:off x="229867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1" name="ph7416">
                <a:extLst>
                  <a:ext uri="{FF2B5EF4-FFF2-40B4-BE49-F238E27FC236}">
                    <a16:creationId xmlns:a16="http://schemas.microsoft.com/office/drawing/2014/main" id="{85135B30-8675-193F-E5F1-22CD2684EC33}"/>
                  </a:ext>
                </a:extLst>
              </p:cNvPr>
              <p:cNvSpPr/>
              <p:nvPr/>
            </p:nvSpPr>
            <p:spPr>
              <a:xfrm>
                <a:off x="230811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2" name="ph7417">
                <a:extLst>
                  <a:ext uri="{FF2B5EF4-FFF2-40B4-BE49-F238E27FC236}">
                    <a16:creationId xmlns:a16="http://schemas.microsoft.com/office/drawing/2014/main" id="{CBAAA226-836D-ADBD-25F2-3FE5C8C72CED}"/>
                  </a:ext>
                </a:extLst>
              </p:cNvPr>
              <p:cNvSpPr/>
              <p:nvPr/>
            </p:nvSpPr>
            <p:spPr>
              <a:xfrm>
                <a:off x="231755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3" name="ph7418">
                <a:extLst>
                  <a:ext uri="{FF2B5EF4-FFF2-40B4-BE49-F238E27FC236}">
                    <a16:creationId xmlns:a16="http://schemas.microsoft.com/office/drawing/2014/main" id="{68591062-4EA6-964F-32C4-4654077ED520}"/>
                  </a:ext>
                </a:extLst>
              </p:cNvPr>
              <p:cNvSpPr/>
              <p:nvPr/>
            </p:nvSpPr>
            <p:spPr>
              <a:xfrm>
                <a:off x="232699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4" name="ph7419">
                <a:extLst>
                  <a:ext uri="{FF2B5EF4-FFF2-40B4-BE49-F238E27FC236}">
                    <a16:creationId xmlns:a16="http://schemas.microsoft.com/office/drawing/2014/main" id="{654ECC70-EFE1-F9C4-508C-202818444E80}"/>
                  </a:ext>
                </a:extLst>
              </p:cNvPr>
              <p:cNvSpPr/>
              <p:nvPr/>
            </p:nvSpPr>
            <p:spPr>
              <a:xfrm>
                <a:off x="233643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5" name="ph7420">
                <a:extLst>
                  <a:ext uri="{FF2B5EF4-FFF2-40B4-BE49-F238E27FC236}">
                    <a16:creationId xmlns:a16="http://schemas.microsoft.com/office/drawing/2014/main" id="{1C4A08EC-EECE-4414-CBF6-F7B71088B287}"/>
                  </a:ext>
                </a:extLst>
              </p:cNvPr>
              <p:cNvSpPr/>
              <p:nvPr/>
            </p:nvSpPr>
            <p:spPr>
              <a:xfrm>
                <a:off x="2355319" y="116631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299" y="896830"/>
                    </a:lnTo>
                    <a:lnTo>
                      <a:pt x="912191" y="899402"/>
                    </a:lnTo>
                    <a:lnTo>
                      <a:pt x="914400" y="901632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6" name="ph7421">
                <a:extLst>
                  <a:ext uri="{FF2B5EF4-FFF2-40B4-BE49-F238E27FC236}">
                    <a16:creationId xmlns:a16="http://schemas.microsoft.com/office/drawing/2014/main" id="{6E9BF1D4-133B-00BB-2D8F-81B306DACE61}"/>
                  </a:ext>
                </a:extLst>
              </p:cNvPr>
              <p:cNvSpPr/>
              <p:nvPr/>
            </p:nvSpPr>
            <p:spPr>
              <a:xfrm>
                <a:off x="2364760" y="1166314"/>
                <a:ext cx="9143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399" h="914400">
                    <a:moveTo>
                      <a:pt x="914399" y="914400"/>
                    </a:moveTo>
                    <a:lnTo>
                      <a:pt x="904959" y="914400"/>
                    </a:lnTo>
                    <a:lnTo>
                      <a:pt x="904959" y="901632"/>
                    </a:lnTo>
                    <a:lnTo>
                      <a:pt x="907836" y="904535"/>
                    </a:lnTo>
                    <a:lnTo>
                      <a:pt x="912774" y="910145"/>
                    </a:lnTo>
                    <a:lnTo>
                      <a:pt x="914399" y="91221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7" name="ph7422">
                <a:extLst>
                  <a:ext uri="{FF2B5EF4-FFF2-40B4-BE49-F238E27FC236}">
                    <a16:creationId xmlns:a16="http://schemas.microsoft.com/office/drawing/2014/main" id="{475155EE-3885-00F6-9B31-164EAE10564A}"/>
                  </a:ext>
                </a:extLst>
              </p:cNvPr>
              <p:cNvSpPr/>
              <p:nvPr/>
            </p:nvSpPr>
            <p:spPr>
              <a:xfrm>
                <a:off x="2364760" y="1166314"/>
                <a:ext cx="9161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122" h="914400">
                    <a:moveTo>
                      <a:pt x="914399" y="914400"/>
                    </a:moveTo>
                    <a:lnTo>
                      <a:pt x="914399" y="912211"/>
                    </a:lnTo>
                    <a:lnTo>
                      <a:pt x="91612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8" name="ph7423">
                <a:extLst>
                  <a:ext uri="{FF2B5EF4-FFF2-40B4-BE49-F238E27FC236}">
                    <a16:creationId xmlns:a16="http://schemas.microsoft.com/office/drawing/2014/main" id="{5B33D623-7498-F95C-7FE4-8D19D2A24C06}"/>
                  </a:ext>
                </a:extLst>
              </p:cNvPr>
              <p:cNvSpPr/>
              <p:nvPr/>
            </p:nvSpPr>
            <p:spPr>
              <a:xfrm>
                <a:off x="3450387" y="114874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449" y="931969"/>
                    </a:lnTo>
                    <a:lnTo>
                      <a:pt x="908504" y="927369"/>
                    </a:lnTo>
                    <a:lnTo>
                      <a:pt x="911159" y="917312"/>
                    </a:lnTo>
                    <a:lnTo>
                      <a:pt x="912034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9" name="ph7424">
                <a:extLst>
                  <a:ext uri="{FF2B5EF4-FFF2-40B4-BE49-F238E27FC236}">
                    <a16:creationId xmlns:a16="http://schemas.microsoft.com/office/drawing/2014/main" id="{B32C1DDA-F5F2-0850-2AEF-1EE7CE56808E}"/>
                  </a:ext>
                </a:extLst>
              </p:cNvPr>
              <p:cNvSpPr/>
              <p:nvPr/>
            </p:nvSpPr>
            <p:spPr>
              <a:xfrm>
                <a:off x="345038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0" name="ph7425">
                <a:extLst>
                  <a:ext uri="{FF2B5EF4-FFF2-40B4-BE49-F238E27FC236}">
                    <a16:creationId xmlns:a16="http://schemas.microsoft.com/office/drawing/2014/main" id="{2CD44128-E299-9CE7-70DA-D65D14D97700}"/>
                  </a:ext>
                </a:extLst>
              </p:cNvPr>
              <p:cNvSpPr/>
              <p:nvPr/>
            </p:nvSpPr>
            <p:spPr>
              <a:xfrm>
                <a:off x="345982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1" name="ph7426">
                <a:extLst>
                  <a:ext uri="{FF2B5EF4-FFF2-40B4-BE49-F238E27FC236}">
                    <a16:creationId xmlns:a16="http://schemas.microsoft.com/office/drawing/2014/main" id="{5819501D-CD67-FD61-A11A-BD10441896D2}"/>
                  </a:ext>
                </a:extLst>
              </p:cNvPr>
              <p:cNvSpPr/>
              <p:nvPr/>
            </p:nvSpPr>
            <p:spPr>
              <a:xfrm>
                <a:off x="346926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2" name="ph7427">
                <a:extLst>
                  <a:ext uri="{FF2B5EF4-FFF2-40B4-BE49-F238E27FC236}">
                    <a16:creationId xmlns:a16="http://schemas.microsoft.com/office/drawing/2014/main" id="{D917CC88-17DD-8FA4-4582-5DE8ADCB4068}"/>
                  </a:ext>
                </a:extLst>
              </p:cNvPr>
              <p:cNvSpPr/>
              <p:nvPr/>
            </p:nvSpPr>
            <p:spPr>
              <a:xfrm>
                <a:off x="347870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3" name="ph7428">
                <a:extLst>
                  <a:ext uri="{FF2B5EF4-FFF2-40B4-BE49-F238E27FC236}">
                    <a16:creationId xmlns:a16="http://schemas.microsoft.com/office/drawing/2014/main" id="{DBD98C1E-B6AC-E64C-B565-4751CE9D2781}"/>
                  </a:ext>
                </a:extLst>
              </p:cNvPr>
              <p:cNvSpPr/>
              <p:nvPr/>
            </p:nvSpPr>
            <p:spPr>
              <a:xfrm>
                <a:off x="348814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4" name="ph7429">
                <a:extLst>
                  <a:ext uri="{FF2B5EF4-FFF2-40B4-BE49-F238E27FC236}">
                    <a16:creationId xmlns:a16="http://schemas.microsoft.com/office/drawing/2014/main" id="{D1596409-CB6E-6818-7E81-0AAB5431996D}"/>
                  </a:ext>
                </a:extLst>
              </p:cNvPr>
              <p:cNvSpPr/>
              <p:nvPr/>
            </p:nvSpPr>
            <p:spPr>
              <a:xfrm>
                <a:off x="3497588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5" name="ph7430">
                <a:extLst>
                  <a:ext uri="{FF2B5EF4-FFF2-40B4-BE49-F238E27FC236}">
                    <a16:creationId xmlns:a16="http://schemas.microsoft.com/office/drawing/2014/main" id="{AADD16B7-97C3-77B3-F1BF-C61192C556EC}"/>
                  </a:ext>
                </a:extLst>
              </p:cNvPr>
              <p:cNvSpPr/>
              <p:nvPr/>
            </p:nvSpPr>
            <p:spPr>
              <a:xfrm>
                <a:off x="350702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6" name="ph7431">
                <a:extLst>
                  <a:ext uri="{FF2B5EF4-FFF2-40B4-BE49-F238E27FC236}">
                    <a16:creationId xmlns:a16="http://schemas.microsoft.com/office/drawing/2014/main" id="{E85512EC-5A84-C14E-ADB3-63BF03C30E20}"/>
                  </a:ext>
                </a:extLst>
              </p:cNvPr>
              <p:cNvSpPr/>
              <p:nvPr/>
            </p:nvSpPr>
            <p:spPr>
              <a:xfrm>
                <a:off x="351646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7" name="ph7432">
                <a:extLst>
                  <a:ext uri="{FF2B5EF4-FFF2-40B4-BE49-F238E27FC236}">
                    <a16:creationId xmlns:a16="http://schemas.microsoft.com/office/drawing/2014/main" id="{107CD8A3-5105-E68B-301D-53004523875F}"/>
                  </a:ext>
                </a:extLst>
              </p:cNvPr>
              <p:cNvSpPr/>
              <p:nvPr/>
            </p:nvSpPr>
            <p:spPr>
              <a:xfrm>
                <a:off x="352590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8" name="ph7433">
                <a:extLst>
                  <a:ext uri="{FF2B5EF4-FFF2-40B4-BE49-F238E27FC236}">
                    <a16:creationId xmlns:a16="http://schemas.microsoft.com/office/drawing/2014/main" id="{E566DF62-DA17-7E9F-F44B-F27E5C7A1DC9}"/>
                  </a:ext>
                </a:extLst>
              </p:cNvPr>
              <p:cNvSpPr/>
              <p:nvPr/>
            </p:nvSpPr>
            <p:spPr>
              <a:xfrm>
                <a:off x="3535349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9" name="ph7434">
                <a:extLst>
                  <a:ext uri="{FF2B5EF4-FFF2-40B4-BE49-F238E27FC236}">
                    <a16:creationId xmlns:a16="http://schemas.microsoft.com/office/drawing/2014/main" id="{B67727F6-CF17-4420-3E7F-F000A09CF8DB}"/>
                  </a:ext>
                </a:extLst>
              </p:cNvPr>
              <p:cNvSpPr/>
              <p:nvPr/>
            </p:nvSpPr>
            <p:spPr>
              <a:xfrm>
                <a:off x="354479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0" name="ph7435">
                <a:extLst>
                  <a:ext uri="{FF2B5EF4-FFF2-40B4-BE49-F238E27FC236}">
                    <a16:creationId xmlns:a16="http://schemas.microsoft.com/office/drawing/2014/main" id="{C0EEB6F7-B36D-F14F-C034-BBED24E48532}"/>
                  </a:ext>
                </a:extLst>
              </p:cNvPr>
              <p:cNvSpPr/>
              <p:nvPr/>
            </p:nvSpPr>
            <p:spPr>
              <a:xfrm>
                <a:off x="355423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1" name="ph7436">
                <a:extLst>
                  <a:ext uri="{FF2B5EF4-FFF2-40B4-BE49-F238E27FC236}">
                    <a16:creationId xmlns:a16="http://schemas.microsoft.com/office/drawing/2014/main" id="{DFDEBE5F-143A-C347-1502-0F26F6A6908E}"/>
                  </a:ext>
                </a:extLst>
              </p:cNvPr>
              <p:cNvSpPr/>
              <p:nvPr/>
            </p:nvSpPr>
            <p:spPr>
              <a:xfrm>
                <a:off x="356367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2" name="ph7437">
                <a:extLst>
                  <a:ext uri="{FF2B5EF4-FFF2-40B4-BE49-F238E27FC236}">
                    <a16:creationId xmlns:a16="http://schemas.microsoft.com/office/drawing/2014/main" id="{1E29FF15-D913-609C-C403-6395A7B1DE65}"/>
                  </a:ext>
                </a:extLst>
              </p:cNvPr>
              <p:cNvSpPr/>
              <p:nvPr/>
            </p:nvSpPr>
            <p:spPr>
              <a:xfrm>
                <a:off x="357311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3" name="ph7438">
                <a:extLst>
                  <a:ext uri="{FF2B5EF4-FFF2-40B4-BE49-F238E27FC236}">
                    <a16:creationId xmlns:a16="http://schemas.microsoft.com/office/drawing/2014/main" id="{5E3D502B-66F5-1FE9-4CC8-48B53E1F2EAA}"/>
                  </a:ext>
                </a:extLst>
              </p:cNvPr>
              <p:cNvSpPr/>
              <p:nvPr/>
            </p:nvSpPr>
            <p:spPr>
              <a:xfrm>
                <a:off x="3582550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4" name="ph7439">
                <a:extLst>
                  <a:ext uri="{FF2B5EF4-FFF2-40B4-BE49-F238E27FC236}">
                    <a16:creationId xmlns:a16="http://schemas.microsoft.com/office/drawing/2014/main" id="{37AD4077-1CC4-191C-B91C-D2173F70AE0C}"/>
                  </a:ext>
                </a:extLst>
              </p:cNvPr>
              <p:cNvSpPr/>
              <p:nvPr/>
            </p:nvSpPr>
            <p:spPr>
              <a:xfrm>
                <a:off x="359199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5" name="ph7440">
                <a:extLst>
                  <a:ext uri="{FF2B5EF4-FFF2-40B4-BE49-F238E27FC236}">
                    <a16:creationId xmlns:a16="http://schemas.microsoft.com/office/drawing/2014/main" id="{D5D0E8B8-C310-EEAD-0C42-B4C82F3BF037}"/>
                  </a:ext>
                </a:extLst>
              </p:cNvPr>
              <p:cNvSpPr/>
              <p:nvPr/>
            </p:nvSpPr>
            <p:spPr>
              <a:xfrm>
                <a:off x="360143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6" name="ph7441">
                <a:extLst>
                  <a:ext uri="{FF2B5EF4-FFF2-40B4-BE49-F238E27FC236}">
                    <a16:creationId xmlns:a16="http://schemas.microsoft.com/office/drawing/2014/main" id="{ED440011-8591-968C-6165-DE6112B2786F}"/>
                  </a:ext>
                </a:extLst>
              </p:cNvPr>
              <p:cNvSpPr/>
              <p:nvPr/>
            </p:nvSpPr>
            <p:spPr>
              <a:xfrm>
                <a:off x="361087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7" name="ph7442">
                <a:extLst>
                  <a:ext uri="{FF2B5EF4-FFF2-40B4-BE49-F238E27FC236}">
                    <a16:creationId xmlns:a16="http://schemas.microsoft.com/office/drawing/2014/main" id="{58E0D145-009A-FE5F-A366-E67193759908}"/>
                  </a:ext>
                </a:extLst>
              </p:cNvPr>
              <p:cNvSpPr/>
              <p:nvPr/>
            </p:nvSpPr>
            <p:spPr>
              <a:xfrm>
                <a:off x="3620311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8" name="ph7443">
                <a:extLst>
                  <a:ext uri="{FF2B5EF4-FFF2-40B4-BE49-F238E27FC236}">
                    <a16:creationId xmlns:a16="http://schemas.microsoft.com/office/drawing/2014/main" id="{E78FE097-7C6E-E73F-1370-29B225094DFA}"/>
                  </a:ext>
                </a:extLst>
              </p:cNvPr>
              <p:cNvSpPr/>
              <p:nvPr/>
            </p:nvSpPr>
            <p:spPr>
              <a:xfrm>
                <a:off x="362975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9" name="ph7444">
                <a:extLst>
                  <a:ext uri="{FF2B5EF4-FFF2-40B4-BE49-F238E27FC236}">
                    <a16:creationId xmlns:a16="http://schemas.microsoft.com/office/drawing/2014/main" id="{9C8CC685-E42B-AB3D-055A-071D23886139}"/>
                  </a:ext>
                </a:extLst>
              </p:cNvPr>
              <p:cNvSpPr/>
              <p:nvPr/>
            </p:nvSpPr>
            <p:spPr>
              <a:xfrm>
                <a:off x="363919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0" name="ph7445">
                <a:extLst>
                  <a:ext uri="{FF2B5EF4-FFF2-40B4-BE49-F238E27FC236}">
                    <a16:creationId xmlns:a16="http://schemas.microsoft.com/office/drawing/2014/main" id="{CE64450B-263E-DA7E-8DF8-8569FE9CC98E}"/>
                  </a:ext>
                </a:extLst>
              </p:cNvPr>
              <p:cNvSpPr/>
              <p:nvPr/>
            </p:nvSpPr>
            <p:spPr>
              <a:xfrm>
                <a:off x="364863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1" name="ph7446">
                <a:extLst>
                  <a:ext uri="{FF2B5EF4-FFF2-40B4-BE49-F238E27FC236}">
                    <a16:creationId xmlns:a16="http://schemas.microsoft.com/office/drawing/2014/main" id="{1FAA0D66-1F60-D88A-74EE-6C237F756B02}"/>
                  </a:ext>
                </a:extLst>
              </p:cNvPr>
              <p:cNvSpPr/>
              <p:nvPr/>
            </p:nvSpPr>
            <p:spPr>
              <a:xfrm>
                <a:off x="3658072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2" name="ph7447">
                <a:extLst>
                  <a:ext uri="{FF2B5EF4-FFF2-40B4-BE49-F238E27FC236}">
                    <a16:creationId xmlns:a16="http://schemas.microsoft.com/office/drawing/2014/main" id="{8915956C-1756-10E8-658E-9FBA5C48D8A2}"/>
                  </a:ext>
                </a:extLst>
              </p:cNvPr>
              <p:cNvSpPr/>
              <p:nvPr/>
            </p:nvSpPr>
            <p:spPr>
              <a:xfrm>
                <a:off x="366751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3" name="ph7448">
                <a:extLst>
                  <a:ext uri="{FF2B5EF4-FFF2-40B4-BE49-F238E27FC236}">
                    <a16:creationId xmlns:a16="http://schemas.microsoft.com/office/drawing/2014/main" id="{75357674-A537-DE67-6786-305A86E27F10}"/>
                  </a:ext>
                </a:extLst>
              </p:cNvPr>
              <p:cNvSpPr/>
              <p:nvPr/>
            </p:nvSpPr>
            <p:spPr>
              <a:xfrm>
                <a:off x="367695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4" name="ph7449">
                <a:extLst>
                  <a:ext uri="{FF2B5EF4-FFF2-40B4-BE49-F238E27FC236}">
                    <a16:creationId xmlns:a16="http://schemas.microsoft.com/office/drawing/2014/main" id="{DCD6CDB4-B127-9D63-AC06-FD2ECB3196E9}"/>
                  </a:ext>
                </a:extLst>
              </p:cNvPr>
              <p:cNvSpPr/>
              <p:nvPr/>
            </p:nvSpPr>
            <p:spPr>
              <a:xfrm>
                <a:off x="368639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5" name="ph7450">
                <a:extLst>
                  <a:ext uri="{FF2B5EF4-FFF2-40B4-BE49-F238E27FC236}">
                    <a16:creationId xmlns:a16="http://schemas.microsoft.com/office/drawing/2014/main" id="{017D4778-A77E-AEF6-CABC-54DBB9C1AB01}"/>
                  </a:ext>
                </a:extLst>
              </p:cNvPr>
              <p:cNvSpPr/>
              <p:nvPr/>
            </p:nvSpPr>
            <p:spPr>
              <a:xfrm>
                <a:off x="3695833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6" name="ph7451">
                <a:extLst>
                  <a:ext uri="{FF2B5EF4-FFF2-40B4-BE49-F238E27FC236}">
                    <a16:creationId xmlns:a16="http://schemas.microsoft.com/office/drawing/2014/main" id="{2872D0E2-3BD8-6418-71ED-71D508C240A3}"/>
                  </a:ext>
                </a:extLst>
              </p:cNvPr>
              <p:cNvSpPr/>
              <p:nvPr/>
            </p:nvSpPr>
            <p:spPr>
              <a:xfrm>
                <a:off x="370527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7" name="ph7452">
                <a:extLst>
                  <a:ext uri="{FF2B5EF4-FFF2-40B4-BE49-F238E27FC236}">
                    <a16:creationId xmlns:a16="http://schemas.microsoft.com/office/drawing/2014/main" id="{A630007E-FB67-E245-1158-404C928E636E}"/>
                  </a:ext>
                </a:extLst>
              </p:cNvPr>
              <p:cNvSpPr/>
              <p:nvPr/>
            </p:nvSpPr>
            <p:spPr>
              <a:xfrm>
                <a:off x="371471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8" name="ph7453">
                <a:extLst>
                  <a:ext uri="{FF2B5EF4-FFF2-40B4-BE49-F238E27FC236}">
                    <a16:creationId xmlns:a16="http://schemas.microsoft.com/office/drawing/2014/main" id="{68D11B56-5BEB-36CD-4A22-B6F1C9AE1086}"/>
                  </a:ext>
                </a:extLst>
              </p:cNvPr>
              <p:cNvSpPr/>
              <p:nvPr/>
            </p:nvSpPr>
            <p:spPr>
              <a:xfrm>
                <a:off x="372415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9" name="ph7454">
                <a:extLst>
                  <a:ext uri="{FF2B5EF4-FFF2-40B4-BE49-F238E27FC236}">
                    <a16:creationId xmlns:a16="http://schemas.microsoft.com/office/drawing/2014/main" id="{3875F370-0892-91E7-34AD-1F6F17635F1C}"/>
                  </a:ext>
                </a:extLst>
              </p:cNvPr>
              <p:cNvSpPr/>
              <p:nvPr/>
            </p:nvSpPr>
            <p:spPr>
              <a:xfrm>
                <a:off x="3733594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0" name="ph7455">
                <a:extLst>
                  <a:ext uri="{FF2B5EF4-FFF2-40B4-BE49-F238E27FC236}">
                    <a16:creationId xmlns:a16="http://schemas.microsoft.com/office/drawing/2014/main" id="{38DA7DC9-5AA0-65AA-2E06-D88A73E6757B}"/>
                  </a:ext>
                </a:extLst>
              </p:cNvPr>
              <p:cNvSpPr/>
              <p:nvPr/>
            </p:nvSpPr>
            <p:spPr>
              <a:xfrm>
                <a:off x="374303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1" name="ph7456">
                <a:extLst>
                  <a:ext uri="{FF2B5EF4-FFF2-40B4-BE49-F238E27FC236}">
                    <a16:creationId xmlns:a16="http://schemas.microsoft.com/office/drawing/2014/main" id="{96C212C1-8772-AF66-DD4C-1867B58B6077}"/>
                  </a:ext>
                </a:extLst>
              </p:cNvPr>
              <p:cNvSpPr/>
              <p:nvPr/>
            </p:nvSpPr>
            <p:spPr>
              <a:xfrm>
                <a:off x="375247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2" name="ph7457">
                <a:extLst>
                  <a:ext uri="{FF2B5EF4-FFF2-40B4-BE49-F238E27FC236}">
                    <a16:creationId xmlns:a16="http://schemas.microsoft.com/office/drawing/2014/main" id="{6DAD1D61-D33D-4BE8-25BE-8412BCCFCE2F}"/>
                  </a:ext>
                </a:extLst>
              </p:cNvPr>
              <p:cNvSpPr/>
              <p:nvPr/>
            </p:nvSpPr>
            <p:spPr>
              <a:xfrm>
                <a:off x="376191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3" name="ph7458">
                <a:extLst>
                  <a:ext uri="{FF2B5EF4-FFF2-40B4-BE49-F238E27FC236}">
                    <a16:creationId xmlns:a16="http://schemas.microsoft.com/office/drawing/2014/main" id="{00CAD4DD-D3FC-88A2-3416-74A6CB325F89}"/>
                  </a:ext>
                </a:extLst>
              </p:cNvPr>
              <p:cNvSpPr/>
              <p:nvPr/>
            </p:nvSpPr>
            <p:spPr>
              <a:xfrm>
                <a:off x="3771355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4" name="ph7459">
                <a:extLst>
                  <a:ext uri="{FF2B5EF4-FFF2-40B4-BE49-F238E27FC236}">
                    <a16:creationId xmlns:a16="http://schemas.microsoft.com/office/drawing/2014/main" id="{3ED8F238-D14E-ECB5-0DE2-A51CE2808840}"/>
                  </a:ext>
                </a:extLst>
              </p:cNvPr>
              <p:cNvSpPr/>
              <p:nvPr/>
            </p:nvSpPr>
            <p:spPr>
              <a:xfrm>
                <a:off x="378079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5" name="ph7460">
                <a:extLst>
                  <a:ext uri="{FF2B5EF4-FFF2-40B4-BE49-F238E27FC236}">
                    <a16:creationId xmlns:a16="http://schemas.microsoft.com/office/drawing/2014/main" id="{946B2F68-0C25-D545-4B9D-0FC602A075C3}"/>
                  </a:ext>
                </a:extLst>
              </p:cNvPr>
              <p:cNvSpPr/>
              <p:nvPr/>
            </p:nvSpPr>
            <p:spPr>
              <a:xfrm>
                <a:off x="379023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6" name="ph7461">
                <a:extLst>
                  <a:ext uri="{FF2B5EF4-FFF2-40B4-BE49-F238E27FC236}">
                    <a16:creationId xmlns:a16="http://schemas.microsoft.com/office/drawing/2014/main" id="{C4259DAB-1B3F-3A6A-A925-70FA90088A55}"/>
                  </a:ext>
                </a:extLst>
              </p:cNvPr>
              <p:cNvSpPr/>
              <p:nvPr/>
            </p:nvSpPr>
            <p:spPr>
              <a:xfrm>
                <a:off x="379967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7" name="ph7462">
                <a:extLst>
                  <a:ext uri="{FF2B5EF4-FFF2-40B4-BE49-F238E27FC236}">
                    <a16:creationId xmlns:a16="http://schemas.microsoft.com/office/drawing/2014/main" id="{0324F6F4-4440-C327-0A57-CD16C1DA5546}"/>
                  </a:ext>
                </a:extLst>
              </p:cNvPr>
              <p:cNvSpPr/>
              <p:nvPr/>
            </p:nvSpPr>
            <p:spPr>
              <a:xfrm>
                <a:off x="380911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8" name="ph7463">
                <a:extLst>
                  <a:ext uri="{FF2B5EF4-FFF2-40B4-BE49-F238E27FC236}">
                    <a16:creationId xmlns:a16="http://schemas.microsoft.com/office/drawing/2014/main" id="{BFC64EFB-00BC-96D7-90DD-C72A5E5DD5DE}"/>
                  </a:ext>
                </a:extLst>
              </p:cNvPr>
              <p:cNvSpPr/>
              <p:nvPr/>
            </p:nvSpPr>
            <p:spPr>
              <a:xfrm>
                <a:off x="3818556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9" name="ph7464">
                <a:extLst>
                  <a:ext uri="{FF2B5EF4-FFF2-40B4-BE49-F238E27FC236}">
                    <a16:creationId xmlns:a16="http://schemas.microsoft.com/office/drawing/2014/main" id="{BECE7D37-CE2B-F172-E580-0B06BA4A066E}"/>
                  </a:ext>
                </a:extLst>
              </p:cNvPr>
              <p:cNvSpPr/>
              <p:nvPr/>
            </p:nvSpPr>
            <p:spPr>
              <a:xfrm>
                <a:off x="3827997" y="114874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0" name="ph7465">
                <a:extLst>
                  <a:ext uri="{FF2B5EF4-FFF2-40B4-BE49-F238E27FC236}">
                    <a16:creationId xmlns:a16="http://schemas.microsoft.com/office/drawing/2014/main" id="{08233EE4-2CA6-01D4-DD85-A5D9337BB1E4}"/>
                  </a:ext>
                </a:extLst>
              </p:cNvPr>
              <p:cNvSpPr/>
              <p:nvPr/>
            </p:nvSpPr>
            <p:spPr>
              <a:xfrm>
                <a:off x="3837437" y="1166314"/>
                <a:ext cx="9238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3840" y="896830"/>
                    </a:lnTo>
                    <a:lnTo>
                      <a:pt x="923840" y="912471"/>
                    </a:lnTo>
                    <a:lnTo>
                      <a:pt x="923548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1" name="ph7466">
                <a:extLst>
                  <a:ext uri="{FF2B5EF4-FFF2-40B4-BE49-F238E27FC236}">
                    <a16:creationId xmlns:a16="http://schemas.microsoft.com/office/drawing/2014/main" id="{28B4A66F-E0BB-3A45-189F-695E335EAD41}"/>
                  </a:ext>
                </a:extLst>
              </p:cNvPr>
              <p:cNvSpPr/>
              <p:nvPr/>
            </p:nvSpPr>
            <p:spPr>
              <a:xfrm>
                <a:off x="3846877" y="1148744"/>
                <a:ext cx="916772" cy="930041"/>
              </a:xfrm>
              <a:custGeom>
                <a:avLst/>
                <a:gdLst/>
                <a:ahLst/>
                <a:cxnLst/>
                <a:rect l="0" t="0" r="0" b="0"/>
                <a:pathLst>
                  <a:path w="916772" h="930041">
                    <a:moveTo>
                      <a:pt x="914400" y="914400"/>
                    </a:moveTo>
                    <a:lnTo>
                      <a:pt x="916772" y="914400"/>
                    </a:lnTo>
                    <a:lnTo>
                      <a:pt x="916334" y="917284"/>
                    </a:lnTo>
                    <a:lnTo>
                      <a:pt x="915868" y="920355"/>
                    </a:lnTo>
                    <a:lnTo>
                      <a:pt x="915402" y="923426"/>
                    </a:lnTo>
                    <a:lnTo>
                      <a:pt x="914936" y="926497"/>
                    </a:lnTo>
                    <a:lnTo>
                      <a:pt x="914471" y="929568"/>
                    </a:lnTo>
                    <a:lnTo>
                      <a:pt x="914400" y="93004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2" name="ph7467">
                <a:extLst>
                  <a:ext uri="{FF2B5EF4-FFF2-40B4-BE49-F238E27FC236}">
                    <a16:creationId xmlns:a16="http://schemas.microsoft.com/office/drawing/2014/main" id="{22775F3F-B59E-9FC2-B642-2AFF268CCBEC}"/>
                  </a:ext>
                </a:extLst>
              </p:cNvPr>
              <p:cNvSpPr/>
              <p:nvPr/>
            </p:nvSpPr>
            <p:spPr>
              <a:xfrm>
                <a:off x="2034351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6598" y="931969"/>
                    </a:lnTo>
                    <a:lnTo>
                      <a:pt x="906990" y="927576"/>
                    </a:lnTo>
                    <a:lnTo>
                      <a:pt x="908265" y="916797"/>
                    </a:lnTo>
                    <a:lnTo>
                      <a:pt x="908621" y="914400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3" name="ph7468">
                <a:extLst>
                  <a:ext uri="{FF2B5EF4-FFF2-40B4-BE49-F238E27FC236}">
                    <a16:creationId xmlns:a16="http://schemas.microsoft.com/office/drawing/2014/main" id="{C27903D3-FE7C-AB4A-031E-97609EB53A0E}"/>
                  </a:ext>
                </a:extLst>
              </p:cNvPr>
              <p:cNvSpPr/>
              <p:nvPr/>
            </p:nvSpPr>
            <p:spPr>
              <a:xfrm>
                <a:off x="203435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4" name="ph7469">
                <a:extLst>
                  <a:ext uri="{FF2B5EF4-FFF2-40B4-BE49-F238E27FC236}">
                    <a16:creationId xmlns:a16="http://schemas.microsoft.com/office/drawing/2014/main" id="{FBCD66F5-F16A-E978-9C69-112699AC842B}"/>
                  </a:ext>
                </a:extLst>
              </p:cNvPr>
              <p:cNvSpPr/>
              <p:nvPr/>
            </p:nvSpPr>
            <p:spPr>
              <a:xfrm>
                <a:off x="204379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5" name="ph7470">
                <a:extLst>
                  <a:ext uri="{FF2B5EF4-FFF2-40B4-BE49-F238E27FC236}">
                    <a16:creationId xmlns:a16="http://schemas.microsoft.com/office/drawing/2014/main" id="{8C5A20E4-B0A2-2601-00E1-1DB5D63E5D59}"/>
                  </a:ext>
                </a:extLst>
              </p:cNvPr>
              <p:cNvSpPr/>
              <p:nvPr/>
            </p:nvSpPr>
            <p:spPr>
              <a:xfrm>
                <a:off x="205323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6" name="ph7471">
                <a:extLst>
                  <a:ext uri="{FF2B5EF4-FFF2-40B4-BE49-F238E27FC236}">
                    <a16:creationId xmlns:a16="http://schemas.microsoft.com/office/drawing/2014/main" id="{190A6497-A773-8A7E-2BE6-68C9DDE884AF}"/>
                  </a:ext>
                </a:extLst>
              </p:cNvPr>
              <p:cNvSpPr/>
              <p:nvPr/>
            </p:nvSpPr>
            <p:spPr>
              <a:xfrm>
                <a:off x="206267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7" name="ph7472">
                <a:extLst>
                  <a:ext uri="{FF2B5EF4-FFF2-40B4-BE49-F238E27FC236}">
                    <a16:creationId xmlns:a16="http://schemas.microsoft.com/office/drawing/2014/main" id="{2EA75F74-B8FC-D79C-A3AD-A800FFACC8DD}"/>
                  </a:ext>
                </a:extLst>
              </p:cNvPr>
              <p:cNvSpPr/>
              <p:nvPr/>
            </p:nvSpPr>
            <p:spPr>
              <a:xfrm>
                <a:off x="207211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8" name="ph7473">
                <a:extLst>
                  <a:ext uri="{FF2B5EF4-FFF2-40B4-BE49-F238E27FC236}">
                    <a16:creationId xmlns:a16="http://schemas.microsoft.com/office/drawing/2014/main" id="{D6CBF865-C48F-F2EE-1008-57EC59882C7F}"/>
                  </a:ext>
                </a:extLst>
              </p:cNvPr>
              <p:cNvSpPr/>
              <p:nvPr/>
            </p:nvSpPr>
            <p:spPr>
              <a:xfrm>
                <a:off x="208155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9" name="ph7474">
                <a:extLst>
                  <a:ext uri="{FF2B5EF4-FFF2-40B4-BE49-F238E27FC236}">
                    <a16:creationId xmlns:a16="http://schemas.microsoft.com/office/drawing/2014/main" id="{7B0B0B69-B419-0087-F288-EFAF7DBA77BA}"/>
                  </a:ext>
                </a:extLst>
              </p:cNvPr>
              <p:cNvSpPr/>
              <p:nvPr/>
            </p:nvSpPr>
            <p:spPr>
              <a:xfrm>
                <a:off x="209099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0" name="ph7475">
                <a:extLst>
                  <a:ext uri="{FF2B5EF4-FFF2-40B4-BE49-F238E27FC236}">
                    <a16:creationId xmlns:a16="http://schemas.microsoft.com/office/drawing/2014/main" id="{A76BD6B2-64D0-F1EF-F6FD-C0D187C6CD15}"/>
                  </a:ext>
                </a:extLst>
              </p:cNvPr>
              <p:cNvSpPr/>
              <p:nvPr/>
            </p:nvSpPr>
            <p:spPr>
              <a:xfrm>
                <a:off x="210043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1" name="ph7476">
                <a:extLst>
                  <a:ext uri="{FF2B5EF4-FFF2-40B4-BE49-F238E27FC236}">
                    <a16:creationId xmlns:a16="http://schemas.microsoft.com/office/drawing/2014/main" id="{363B4146-314A-523E-842B-26586A01F5AB}"/>
                  </a:ext>
                </a:extLst>
              </p:cNvPr>
              <p:cNvSpPr/>
              <p:nvPr/>
            </p:nvSpPr>
            <p:spPr>
              <a:xfrm>
                <a:off x="210987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2" name="ph7477">
                <a:extLst>
                  <a:ext uri="{FF2B5EF4-FFF2-40B4-BE49-F238E27FC236}">
                    <a16:creationId xmlns:a16="http://schemas.microsoft.com/office/drawing/2014/main" id="{5FD0312A-7399-38A2-7321-555C7F8F9434}"/>
                  </a:ext>
                </a:extLst>
              </p:cNvPr>
              <p:cNvSpPr/>
              <p:nvPr/>
            </p:nvSpPr>
            <p:spPr>
              <a:xfrm>
                <a:off x="211931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3" name="ph7478">
                <a:extLst>
                  <a:ext uri="{FF2B5EF4-FFF2-40B4-BE49-F238E27FC236}">
                    <a16:creationId xmlns:a16="http://schemas.microsoft.com/office/drawing/2014/main" id="{327B08E6-821C-2262-F8A7-B666EC3720D1}"/>
                  </a:ext>
                </a:extLst>
              </p:cNvPr>
              <p:cNvSpPr/>
              <p:nvPr/>
            </p:nvSpPr>
            <p:spPr>
              <a:xfrm>
                <a:off x="212875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4" name="ph7479">
                <a:extLst>
                  <a:ext uri="{FF2B5EF4-FFF2-40B4-BE49-F238E27FC236}">
                    <a16:creationId xmlns:a16="http://schemas.microsoft.com/office/drawing/2014/main" id="{EE4CAB89-60B6-EC40-56BB-C1C3F87DBF7D}"/>
                  </a:ext>
                </a:extLst>
              </p:cNvPr>
              <p:cNvSpPr/>
              <p:nvPr/>
            </p:nvSpPr>
            <p:spPr>
              <a:xfrm>
                <a:off x="213819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5" name="ph7480">
                <a:extLst>
                  <a:ext uri="{FF2B5EF4-FFF2-40B4-BE49-F238E27FC236}">
                    <a16:creationId xmlns:a16="http://schemas.microsoft.com/office/drawing/2014/main" id="{5C921F7C-4871-F5B4-EC35-D33C54753EAB}"/>
                  </a:ext>
                </a:extLst>
              </p:cNvPr>
              <p:cNvSpPr/>
              <p:nvPr/>
            </p:nvSpPr>
            <p:spPr>
              <a:xfrm>
                <a:off x="214763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6" name="ph7481">
                <a:extLst>
                  <a:ext uri="{FF2B5EF4-FFF2-40B4-BE49-F238E27FC236}">
                    <a16:creationId xmlns:a16="http://schemas.microsoft.com/office/drawing/2014/main" id="{433F11DF-66BA-8177-2C24-CAE21E5E659D}"/>
                  </a:ext>
                </a:extLst>
              </p:cNvPr>
              <p:cNvSpPr/>
              <p:nvPr/>
            </p:nvSpPr>
            <p:spPr>
              <a:xfrm>
                <a:off x="215707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7" name="ph7482">
                <a:extLst>
                  <a:ext uri="{FF2B5EF4-FFF2-40B4-BE49-F238E27FC236}">
                    <a16:creationId xmlns:a16="http://schemas.microsoft.com/office/drawing/2014/main" id="{0F059C4F-41C7-5734-5460-5021F5EDA178}"/>
                  </a:ext>
                </a:extLst>
              </p:cNvPr>
              <p:cNvSpPr/>
              <p:nvPr/>
            </p:nvSpPr>
            <p:spPr>
              <a:xfrm>
                <a:off x="216651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8" name="ph7483">
                <a:extLst>
                  <a:ext uri="{FF2B5EF4-FFF2-40B4-BE49-F238E27FC236}">
                    <a16:creationId xmlns:a16="http://schemas.microsoft.com/office/drawing/2014/main" id="{E3F2ABF3-AA8D-BE8C-15CE-CF9049FDBD9A}"/>
                  </a:ext>
                </a:extLst>
              </p:cNvPr>
              <p:cNvSpPr/>
              <p:nvPr/>
            </p:nvSpPr>
            <p:spPr>
              <a:xfrm>
                <a:off x="217595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9" name="ph7484">
                <a:extLst>
                  <a:ext uri="{FF2B5EF4-FFF2-40B4-BE49-F238E27FC236}">
                    <a16:creationId xmlns:a16="http://schemas.microsoft.com/office/drawing/2014/main" id="{A6DE856B-58F3-A080-5058-296567E40A8D}"/>
                  </a:ext>
                </a:extLst>
              </p:cNvPr>
              <p:cNvSpPr/>
              <p:nvPr/>
            </p:nvSpPr>
            <p:spPr>
              <a:xfrm>
                <a:off x="218539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0" name="ph7485">
                <a:extLst>
                  <a:ext uri="{FF2B5EF4-FFF2-40B4-BE49-F238E27FC236}">
                    <a16:creationId xmlns:a16="http://schemas.microsoft.com/office/drawing/2014/main" id="{07E00D63-1536-5167-19AB-09501D65102F}"/>
                  </a:ext>
                </a:extLst>
              </p:cNvPr>
              <p:cNvSpPr/>
              <p:nvPr/>
            </p:nvSpPr>
            <p:spPr>
              <a:xfrm>
                <a:off x="219483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1" name="ph7486">
                <a:extLst>
                  <a:ext uri="{FF2B5EF4-FFF2-40B4-BE49-F238E27FC236}">
                    <a16:creationId xmlns:a16="http://schemas.microsoft.com/office/drawing/2014/main" id="{2CD86872-2C9F-A998-1309-E15A2621E910}"/>
                  </a:ext>
                </a:extLst>
              </p:cNvPr>
              <p:cNvSpPr/>
              <p:nvPr/>
            </p:nvSpPr>
            <p:spPr>
              <a:xfrm>
                <a:off x="220427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2" name="ph7487">
                <a:extLst>
                  <a:ext uri="{FF2B5EF4-FFF2-40B4-BE49-F238E27FC236}">
                    <a16:creationId xmlns:a16="http://schemas.microsoft.com/office/drawing/2014/main" id="{22225647-8CD9-997F-5E88-08ED70AC7113}"/>
                  </a:ext>
                </a:extLst>
              </p:cNvPr>
              <p:cNvSpPr/>
              <p:nvPr/>
            </p:nvSpPr>
            <p:spPr>
              <a:xfrm>
                <a:off x="221371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3" name="ph7488">
                <a:extLst>
                  <a:ext uri="{FF2B5EF4-FFF2-40B4-BE49-F238E27FC236}">
                    <a16:creationId xmlns:a16="http://schemas.microsoft.com/office/drawing/2014/main" id="{61D64BC6-9ED8-5FF6-C4DD-8212D5E3175B}"/>
                  </a:ext>
                </a:extLst>
              </p:cNvPr>
              <p:cNvSpPr/>
              <p:nvPr/>
            </p:nvSpPr>
            <p:spPr>
              <a:xfrm>
                <a:off x="222315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4" name="ph7489">
                <a:extLst>
                  <a:ext uri="{FF2B5EF4-FFF2-40B4-BE49-F238E27FC236}">
                    <a16:creationId xmlns:a16="http://schemas.microsoft.com/office/drawing/2014/main" id="{5389A817-CBFB-FB65-D0EA-702B3A00C8C2}"/>
                  </a:ext>
                </a:extLst>
              </p:cNvPr>
              <p:cNvSpPr/>
              <p:nvPr/>
            </p:nvSpPr>
            <p:spPr>
              <a:xfrm>
                <a:off x="223259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DBC">
                  <a:alpha val="100000"/>
                </a:srgbClr>
              </a:solidFill>
              <a:ln w="5420" cap="flat">
                <a:solidFill>
                  <a:srgbClr val="FFFD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5" name="ph7490">
                <a:extLst>
                  <a:ext uri="{FF2B5EF4-FFF2-40B4-BE49-F238E27FC236}">
                    <a16:creationId xmlns:a16="http://schemas.microsoft.com/office/drawing/2014/main" id="{5DB5A579-84F6-F544-06FE-2551DF33E527}"/>
                  </a:ext>
                </a:extLst>
              </p:cNvPr>
              <p:cNvSpPr/>
              <p:nvPr/>
            </p:nvSpPr>
            <p:spPr>
              <a:xfrm>
                <a:off x="224203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6" name="ph7491">
                <a:extLst>
                  <a:ext uri="{FF2B5EF4-FFF2-40B4-BE49-F238E27FC236}">
                    <a16:creationId xmlns:a16="http://schemas.microsoft.com/office/drawing/2014/main" id="{8A156504-C138-9B18-8702-DE18376DCDC7}"/>
                  </a:ext>
                </a:extLst>
              </p:cNvPr>
              <p:cNvSpPr/>
              <p:nvPr/>
            </p:nvSpPr>
            <p:spPr>
              <a:xfrm>
                <a:off x="225147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7" name="ph7492">
                <a:extLst>
                  <a:ext uri="{FF2B5EF4-FFF2-40B4-BE49-F238E27FC236}">
                    <a16:creationId xmlns:a16="http://schemas.microsoft.com/office/drawing/2014/main" id="{7696983B-7CE7-2518-76BA-9CC3CCA8FE1A}"/>
                  </a:ext>
                </a:extLst>
              </p:cNvPr>
              <p:cNvSpPr/>
              <p:nvPr/>
            </p:nvSpPr>
            <p:spPr>
              <a:xfrm>
                <a:off x="226091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8" name="ph7493">
                <a:extLst>
                  <a:ext uri="{FF2B5EF4-FFF2-40B4-BE49-F238E27FC236}">
                    <a16:creationId xmlns:a16="http://schemas.microsoft.com/office/drawing/2014/main" id="{D3A1913B-254A-6ABA-6666-90E83EEACB79}"/>
                  </a:ext>
                </a:extLst>
              </p:cNvPr>
              <p:cNvSpPr/>
              <p:nvPr/>
            </p:nvSpPr>
            <p:spPr>
              <a:xfrm>
                <a:off x="227035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9" name="ph7494">
                <a:extLst>
                  <a:ext uri="{FF2B5EF4-FFF2-40B4-BE49-F238E27FC236}">
                    <a16:creationId xmlns:a16="http://schemas.microsoft.com/office/drawing/2014/main" id="{62E2E1B2-C7AE-638E-1520-597BAB3D5418}"/>
                  </a:ext>
                </a:extLst>
              </p:cNvPr>
              <p:cNvSpPr/>
              <p:nvPr/>
            </p:nvSpPr>
            <p:spPr>
              <a:xfrm>
                <a:off x="227979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D">
                  <a:alpha val="100000"/>
                </a:srgbClr>
              </a:solidFill>
              <a:ln w="5420" cap="flat">
                <a:solidFill>
                  <a:srgbClr val="FF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0" name="ph7495">
                <a:extLst>
                  <a:ext uri="{FF2B5EF4-FFF2-40B4-BE49-F238E27FC236}">
                    <a16:creationId xmlns:a16="http://schemas.microsoft.com/office/drawing/2014/main" id="{7DC783BB-105C-10DA-1D5B-3849BAB9C183}"/>
                  </a:ext>
                </a:extLst>
              </p:cNvPr>
              <p:cNvSpPr/>
              <p:nvPr/>
            </p:nvSpPr>
            <p:spPr>
              <a:xfrm>
                <a:off x="228923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1" name="ph7496">
                <a:extLst>
                  <a:ext uri="{FF2B5EF4-FFF2-40B4-BE49-F238E27FC236}">
                    <a16:creationId xmlns:a16="http://schemas.microsoft.com/office/drawing/2014/main" id="{E39DBC35-BBA2-A761-AC74-8CAB92C36EE4}"/>
                  </a:ext>
                </a:extLst>
              </p:cNvPr>
              <p:cNvSpPr/>
              <p:nvPr/>
            </p:nvSpPr>
            <p:spPr>
              <a:xfrm>
                <a:off x="229867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EBE">
                  <a:alpha val="100000"/>
                </a:srgbClr>
              </a:solidFill>
              <a:ln w="5420" cap="flat">
                <a:solidFill>
                  <a:srgbClr val="FFFE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2" name="ph7497">
                <a:extLst>
                  <a:ext uri="{FF2B5EF4-FFF2-40B4-BE49-F238E27FC236}">
                    <a16:creationId xmlns:a16="http://schemas.microsoft.com/office/drawing/2014/main" id="{503E8DD4-AB42-76C0-B9CC-726A96400040}"/>
                  </a:ext>
                </a:extLst>
              </p:cNvPr>
              <p:cNvSpPr/>
              <p:nvPr/>
            </p:nvSpPr>
            <p:spPr>
              <a:xfrm>
                <a:off x="230811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3" name="ph7498">
                <a:extLst>
                  <a:ext uri="{FF2B5EF4-FFF2-40B4-BE49-F238E27FC236}">
                    <a16:creationId xmlns:a16="http://schemas.microsoft.com/office/drawing/2014/main" id="{3FA73D4C-1482-E06F-BB49-A4AF57748BB7}"/>
                  </a:ext>
                </a:extLst>
              </p:cNvPr>
              <p:cNvSpPr/>
              <p:nvPr/>
            </p:nvSpPr>
            <p:spPr>
              <a:xfrm>
                <a:off x="2326999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669" y="896838"/>
                    </a:lnTo>
                    <a:lnTo>
                      <a:pt x="913349" y="898877"/>
                    </a:lnTo>
                    <a:lnTo>
                      <a:pt x="914400" y="899358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4" name="ph7499">
                <a:extLst>
                  <a:ext uri="{FF2B5EF4-FFF2-40B4-BE49-F238E27FC236}">
                    <a16:creationId xmlns:a16="http://schemas.microsoft.com/office/drawing/2014/main" id="{763283CE-047D-71AB-835B-1BE2CC586378}"/>
                  </a:ext>
                </a:extLst>
              </p:cNvPr>
              <p:cNvSpPr/>
              <p:nvPr/>
            </p:nvSpPr>
            <p:spPr>
              <a:xfrm>
                <a:off x="2336439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358"/>
                    </a:lnTo>
                    <a:lnTo>
                      <a:pt x="909526" y="901452"/>
                    </a:lnTo>
                    <a:lnTo>
                      <a:pt x="914400" y="90418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5" name="ph7500">
                <a:extLst>
                  <a:ext uri="{FF2B5EF4-FFF2-40B4-BE49-F238E27FC236}">
                    <a16:creationId xmlns:a16="http://schemas.microsoft.com/office/drawing/2014/main" id="{8EB17B35-D8F8-8B76-A97C-1E748C5DAD32}"/>
                  </a:ext>
                </a:extLst>
              </p:cNvPr>
              <p:cNvSpPr/>
              <p:nvPr/>
            </p:nvSpPr>
            <p:spPr>
              <a:xfrm>
                <a:off x="2345879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186"/>
                    </a:lnTo>
                    <a:lnTo>
                      <a:pt x="905625" y="904559"/>
                    </a:lnTo>
                    <a:lnTo>
                      <a:pt x="911071" y="908187"/>
                    </a:lnTo>
                    <a:lnTo>
                      <a:pt x="914400" y="910768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6" name="ph7501">
                <a:extLst>
                  <a:ext uri="{FF2B5EF4-FFF2-40B4-BE49-F238E27FC236}">
                    <a16:creationId xmlns:a16="http://schemas.microsoft.com/office/drawing/2014/main" id="{A3FE74C0-8594-8339-3721-FF433CCC153A}"/>
                  </a:ext>
                </a:extLst>
              </p:cNvPr>
              <p:cNvSpPr/>
              <p:nvPr/>
            </p:nvSpPr>
            <p:spPr>
              <a:xfrm>
                <a:off x="2345879" y="1148744"/>
                <a:ext cx="91873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739" h="914400">
                    <a:moveTo>
                      <a:pt x="914400" y="914400"/>
                    </a:moveTo>
                    <a:lnTo>
                      <a:pt x="914400" y="910768"/>
                    </a:lnTo>
                    <a:lnTo>
                      <a:pt x="916411" y="912329"/>
                    </a:lnTo>
                    <a:lnTo>
                      <a:pt x="918739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7" name="ph7502">
                <a:extLst>
                  <a:ext uri="{FF2B5EF4-FFF2-40B4-BE49-F238E27FC236}">
                    <a16:creationId xmlns:a16="http://schemas.microsoft.com/office/drawing/2014/main" id="{E19AF032-9CCC-0C5E-8ACF-36ACAFE2BB05}"/>
                  </a:ext>
                </a:extLst>
              </p:cNvPr>
              <p:cNvSpPr/>
              <p:nvPr/>
            </p:nvSpPr>
            <p:spPr>
              <a:xfrm>
                <a:off x="3450387" y="114874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2034" y="914400"/>
                    </a:lnTo>
                    <a:lnTo>
                      <a:pt x="914096" y="907532"/>
                    </a:lnTo>
                    <a:lnTo>
                      <a:pt x="914400" y="90663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8" name="ph7503">
                <a:extLst>
                  <a:ext uri="{FF2B5EF4-FFF2-40B4-BE49-F238E27FC236}">
                    <a16:creationId xmlns:a16="http://schemas.microsoft.com/office/drawing/2014/main" id="{63CE8ACC-860A-D38A-325A-DB53576052F0}"/>
                  </a:ext>
                </a:extLst>
              </p:cNvPr>
              <p:cNvSpPr/>
              <p:nvPr/>
            </p:nvSpPr>
            <p:spPr>
              <a:xfrm>
                <a:off x="3459827" y="113117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207"/>
                    </a:lnTo>
                    <a:lnTo>
                      <a:pt x="907869" y="915625"/>
                    </a:lnTo>
                    <a:lnTo>
                      <a:pt x="90833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9" name="ph7504">
                <a:extLst>
                  <a:ext uri="{FF2B5EF4-FFF2-40B4-BE49-F238E27FC236}">
                    <a16:creationId xmlns:a16="http://schemas.microsoft.com/office/drawing/2014/main" id="{730CBDFE-43E2-376A-52AE-321CF836582F}"/>
                  </a:ext>
                </a:extLst>
              </p:cNvPr>
              <p:cNvSpPr/>
              <p:nvPr/>
            </p:nvSpPr>
            <p:spPr>
              <a:xfrm>
                <a:off x="345982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0" name="ph7505">
                <a:extLst>
                  <a:ext uri="{FF2B5EF4-FFF2-40B4-BE49-F238E27FC236}">
                    <a16:creationId xmlns:a16="http://schemas.microsoft.com/office/drawing/2014/main" id="{6C7F9F84-3069-4FC2-387C-658833BF92B6}"/>
                  </a:ext>
                </a:extLst>
              </p:cNvPr>
              <p:cNvSpPr/>
              <p:nvPr/>
            </p:nvSpPr>
            <p:spPr>
              <a:xfrm>
                <a:off x="346926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1" name="ph7506">
                <a:extLst>
                  <a:ext uri="{FF2B5EF4-FFF2-40B4-BE49-F238E27FC236}">
                    <a16:creationId xmlns:a16="http://schemas.microsoft.com/office/drawing/2014/main" id="{32120221-A7B8-A56E-9011-EEB8436BC903}"/>
                  </a:ext>
                </a:extLst>
              </p:cNvPr>
              <p:cNvSpPr/>
              <p:nvPr/>
            </p:nvSpPr>
            <p:spPr>
              <a:xfrm>
                <a:off x="347870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2" name="ph7507">
                <a:extLst>
                  <a:ext uri="{FF2B5EF4-FFF2-40B4-BE49-F238E27FC236}">
                    <a16:creationId xmlns:a16="http://schemas.microsoft.com/office/drawing/2014/main" id="{94C47337-6A8F-D82E-87CA-0D40F3C00533}"/>
                  </a:ext>
                </a:extLst>
              </p:cNvPr>
              <p:cNvSpPr/>
              <p:nvPr/>
            </p:nvSpPr>
            <p:spPr>
              <a:xfrm>
                <a:off x="348814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3" name="ph7508">
                <a:extLst>
                  <a:ext uri="{FF2B5EF4-FFF2-40B4-BE49-F238E27FC236}">
                    <a16:creationId xmlns:a16="http://schemas.microsoft.com/office/drawing/2014/main" id="{4C3FC1AE-D4DE-95EC-A854-2F4053EA3EA4}"/>
                  </a:ext>
                </a:extLst>
              </p:cNvPr>
              <p:cNvSpPr/>
              <p:nvPr/>
            </p:nvSpPr>
            <p:spPr>
              <a:xfrm>
                <a:off x="3497588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4" name="ph7509">
                <a:extLst>
                  <a:ext uri="{FF2B5EF4-FFF2-40B4-BE49-F238E27FC236}">
                    <a16:creationId xmlns:a16="http://schemas.microsoft.com/office/drawing/2014/main" id="{45205B75-DD1F-D98E-911E-E5F45D96544D}"/>
                  </a:ext>
                </a:extLst>
              </p:cNvPr>
              <p:cNvSpPr/>
              <p:nvPr/>
            </p:nvSpPr>
            <p:spPr>
              <a:xfrm>
                <a:off x="350702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5" name="ph7510">
                <a:extLst>
                  <a:ext uri="{FF2B5EF4-FFF2-40B4-BE49-F238E27FC236}">
                    <a16:creationId xmlns:a16="http://schemas.microsoft.com/office/drawing/2014/main" id="{32F2721D-A2CE-7EC9-87E7-3096D8FD1DEA}"/>
                  </a:ext>
                </a:extLst>
              </p:cNvPr>
              <p:cNvSpPr/>
              <p:nvPr/>
            </p:nvSpPr>
            <p:spPr>
              <a:xfrm>
                <a:off x="351646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6" name="ph7511">
                <a:extLst>
                  <a:ext uri="{FF2B5EF4-FFF2-40B4-BE49-F238E27FC236}">
                    <a16:creationId xmlns:a16="http://schemas.microsoft.com/office/drawing/2014/main" id="{4CCDC8F2-560A-BF45-FB94-FB74247AE1B7}"/>
                  </a:ext>
                </a:extLst>
              </p:cNvPr>
              <p:cNvSpPr/>
              <p:nvPr/>
            </p:nvSpPr>
            <p:spPr>
              <a:xfrm>
                <a:off x="352590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7" name="ph7512">
                <a:extLst>
                  <a:ext uri="{FF2B5EF4-FFF2-40B4-BE49-F238E27FC236}">
                    <a16:creationId xmlns:a16="http://schemas.microsoft.com/office/drawing/2014/main" id="{A434CB4A-38DD-05FC-F1A3-A2F49F662530}"/>
                  </a:ext>
                </a:extLst>
              </p:cNvPr>
              <p:cNvSpPr/>
              <p:nvPr/>
            </p:nvSpPr>
            <p:spPr>
              <a:xfrm>
                <a:off x="3535349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8" name="ph7513">
                <a:extLst>
                  <a:ext uri="{FF2B5EF4-FFF2-40B4-BE49-F238E27FC236}">
                    <a16:creationId xmlns:a16="http://schemas.microsoft.com/office/drawing/2014/main" id="{D76C3D44-FD43-4CF7-5CEC-F6FA7CE4E6B7}"/>
                  </a:ext>
                </a:extLst>
              </p:cNvPr>
              <p:cNvSpPr/>
              <p:nvPr/>
            </p:nvSpPr>
            <p:spPr>
              <a:xfrm>
                <a:off x="354479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9" name="ph7514">
                <a:extLst>
                  <a:ext uri="{FF2B5EF4-FFF2-40B4-BE49-F238E27FC236}">
                    <a16:creationId xmlns:a16="http://schemas.microsoft.com/office/drawing/2014/main" id="{A5E93967-E93A-3256-9A30-CFA43EB32AFF}"/>
                  </a:ext>
                </a:extLst>
              </p:cNvPr>
              <p:cNvSpPr/>
              <p:nvPr/>
            </p:nvSpPr>
            <p:spPr>
              <a:xfrm>
                <a:off x="355423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0" name="ph7515">
                <a:extLst>
                  <a:ext uri="{FF2B5EF4-FFF2-40B4-BE49-F238E27FC236}">
                    <a16:creationId xmlns:a16="http://schemas.microsoft.com/office/drawing/2014/main" id="{33DA908E-E890-89C5-B09E-6D2AF952F0F1}"/>
                  </a:ext>
                </a:extLst>
              </p:cNvPr>
              <p:cNvSpPr/>
              <p:nvPr/>
            </p:nvSpPr>
            <p:spPr>
              <a:xfrm>
                <a:off x="356367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1" name="ph7516">
                <a:extLst>
                  <a:ext uri="{FF2B5EF4-FFF2-40B4-BE49-F238E27FC236}">
                    <a16:creationId xmlns:a16="http://schemas.microsoft.com/office/drawing/2014/main" id="{60E542A6-2600-5A53-62B0-2767593BA6D1}"/>
                  </a:ext>
                </a:extLst>
              </p:cNvPr>
              <p:cNvSpPr/>
              <p:nvPr/>
            </p:nvSpPr>
            <p:spPr>
              <a:xfrm>
                <a:off x="357311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2" name="ph7517">
                <a:extLst>
                  <a:ext uri="{FF2B5EF4-FFF2-40B4-BE49-F238E27FC236}">
                    <a16:creationId xmlns:a16="http://schemas.microsoft.com/office/drawing/2014/main" id="{4286E0BB-6E2F-04B7-DA38-ABE8265BD4A8}"/>
                  </a:ext>
                </a:extLst>
              </p:cNvPr>
              <p:cNvSpPr/>
              <p:nvPr/>
            </p:nvSpPr>
            <p:spPr>
              <a:xfrm>
                <a:off x="3582550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3" name="ph7518">
                <a:extLst>
                  <a:ext uri="{FF2B5EF4-FFF2-40B4-BE49-F238E27FC236}">
                    <a16:creationId xmlns:a16="http://schemas.microsoft.com/office/drawing/2014/main" id="{FCB18707-9255-9FD1-867A-260313BF8FF0}"/>
                  </a:ext>
                </a:extLst>
              </p:cNvPr>
              <p:cNvSpPr/>
              <p:nvPr/>
            </p:nvSpPr>
            <p:spPr>
              <a:xfrm>
                <a:off x="359199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4" name="ph7519">
                <a:extLst>
                  <a:ext uri="{FF2B5EF4-FFF2-40B4-BE49-F238E27FC236}">
                    <a16:creationId xmlns:a16="http://schemas.microsoft.com/office/drawing/2014/main" id="{6E889E6A-52FC-A3BD-2899-17FCCCDD83B6}"/>
                  </a:ext>
                </a:extLst>
              </p:cNvPr>
              <p:cNvSpPr/>
              <p:nvPr/>
            </p:nvSpPr>
            <p:spPr>
              <a:xfrm>
                <a:off x="360143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5" name="ph7520">
                <a:extLst>
                  <a:ext uri="{FF2B5EF4-FFF2-40B4-BE49-F238E27FC236}">
                    <a16:creationId xmlns:a16="http://schemas.microsoft.com/office/drawing/2014/main" id="{B8E8CB8B-2E0F-E365-16EC-5F0DA58DE8BA}"/>
                  </a:ext>
                </a:extLst>
              </p:cNvPr>
              <p:cNvSpPr/>
              <p:nvPr/>
            </p:nvSpPr>
            <p:spPr>
              <a:xfrm>
                <a:off x="361087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6" name="ph7521">
                <a:extLst>
                  <a:ext uri="{FF2B5EF4-FFF2-40B4-BE49-F238E27FC236}">
                    <a16:creationId xmlns:a16="http://schemas.microsoft.com/office/drawing/2014/main" id="{4E8F27EE-5BF3-4A81-F003-EBDBD25DD655}"/>
                  </a:ext>
                </a:extLst>
              </p:cNvPr>
              <p:cNvSpPr/>
              <p:nvPr/>
            </p:nvSpPr>
            <p:spPr>
              <a:xfrm>
                <a:off x="3620311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7" name="ph7522">
                <a:extLst>
                  <a:ext uri="{FF2B5EF4-FFF2-40B4-BE49-F238E27FC236}">
                    <a16:creationId xmlns:a16="http://schemas.microsoft.com/office/drawing/2014/main" id="{F804E805-48C9-BA6F-07FC-2A5EFA9079BE}"/>
                  </a:ext>
                </a:extLst>
              </p:cNvPr>
              <p:cNvSpPr/>
              <p:nvPr/>
            </p:nvSpPr>
            <p:spPr>
              <a:xfrm>
                <a:off x="362975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8" name="ph7523">
                <a:extLst>
                  <a:ext uri="{FF2B5EF4-FFF2-40B4-BE49-F238E27FC236}">
                    <a16:creationId xmlns:a16="http://schemas.microsoft.com/office/drawing/2014/main" id="{5D0510C3-642A-9CB7-1053-77420FF31FDC}"/>
                  </a:ext>
                </a:extLst>
              </p:cNvPr>
              <p:cNvSpPr/>
              <p:nvPr/>
            </p:nvSpPr>
            <p:spPr>
              <a:xfrm>
                <a:off x="363919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9" name="ph7524">
                <a:extLst>
                  <a:ext uri="{FF2B5EF4-FFF2-40B4-BE49-F238E27FC236}">
                    <a16:creationId xmlns:a16="http://schemas.microsoft.com/office/drawing/2014/main" id="{F5CC8FAB-A3E2-07D2-A9BC-2E705E95C0B4}"/>
                  </a:ext>
                </a:extLst>
              </p:cNvPr>
              <p:cNvSpPr/>
              <p:nvPr/>
            </p:nvSpPr>
            <p:spPr>
              <a:xfrm>
                <a:off x="364863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0" name="ph7525">
                <a:extLst>
                  <a:ext uri="{FF2B5EF4-FFF2-40B4-BE49-F238E27FC236}">
                    <a16:creationId xmlns:a16="http://schemas.microsoft.com/office/drawing/2014/main" id="{C887CE28-2D82-BD50-5C13-2CCC4C6977B9}"/>
                  </a:ext>
                </a:extLst>
              </p:cNvPr>
              <p:cNvSpPr/>
              <p:nvPr/>
            </p:nvSpPr>
            <p:spPr>
              <a:xfrm>
                <a:off x="3658072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1" name="ph7526">
                <a:extLst>
                  <a:ext uri="{FF2B5EF4-FFF2-40B4-BE49-F238E27FC236}">
                    <a16:creationId xmlns:a16="http://schemas.microsoft.com/office/drawing/2014/main" id="{F6DBB7C5-4925-9E7A-13D5-771E80EB3FCB}"/>
                  </a:ext>
                </a:extLst>
              </p:cNvPr>
              <p:cNvSpPr/>
              <p:nvPr/>
            </p:nvSpPr>
            <p:spPr>
              <a:xfrm>
                <a:off x="366751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2" name="ph7527">
                <a:extLst>
                  <a:ext uri="{FF2B5EF4-FFF2-40B4-BE49-F238E27FC236}">
                    <a16:creationId xmlns:a16="http://schemas.microsoft.com/office/drawing/2014/main" id="{B54C7505-A3F3-6485-D6AA-9209248D2FF1}"/>
                  </a:ext>
                </a:extLst>
              </p:cNvPr>
              <p:cNvSpPr/>
              <p:nvPr/>
            </p:nvSpPr>
            <p:spPr>
              <a:xfrm>
                <a:off x="367695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3" name="ph7528">
                <a:extLst>
                  <a:ext uri="{FF2B5EF4-FFF2-40B4-BE49-F238E27FC236}">
                    <a16:creationId xmlns:a16="http://schemas.microsoft.com/office/drawing/2014/main" id="{727D11FB-B101-2676-CFA6-355103FE6ECD}"/>
                  </a:ext>
                </a:extLst>
              </p:cNvPr>
              <p:cNvSpPr/>
              <p:nvPr/>
            </p:nvSpPr>
            <p:spPr>
              <a:xfrm>
                <a:off x="368639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4" name="ph7529">
                <a:extLst>
                  <a:ext uri="{FF2B5EF4-FFF2-40B4-BE49-F238E27FC236}">
                    <a16:creationId xmlns:a16="http://schemas.microsoft.com/office/drawing/2014/main" id="{3AD9928F-DEFC-F8CE-DF06-9293A95F561E}"/>
                  </a:ext>
                </a:extLst>
              </p:cNvPr>
              <p:cNvSpPr/>
              <p:nvPr/>
            </p:nvSpPr>
            <p:spPr>
              <a:xfrm>
                <a:off x="3695833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5" name="ph7530">
                <a:extLst>
                  <a:ext uri="{FF2B5EF4-FFF2-40B4-BE49-F238E27FC236}">
                    <a16:creationId xmlns:a16="http://schemas.microsoft.com/office/drawing/2014/main" id="{87F61AF3-4F34-186C-74E8-02E22BC50BCC}"/>
                  </a:ext>
                </a:extLst>
              </p:cNvPr>
              <p:cNvSpPr/>
              <p:nvPr/>
            </p:nvSpPr>
            <p:spPr>
              <a:xfrm>
                <a:off x="370527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6" name="ph7531">
                <a:extLst>
                  <a:ext uri="{FF2B5EF4-FFF2-40B4-BE49-F238E27FC236}">
                    <a16:creationId xmlns:a16="http://schemas.microsoft.com/office/drawing/2014/main" id="{194D964E-7437-03A0-D5E0-670B2C5DCDDC}"/>
                  </a:ext>
                </a:extLst>
              </p:cNvPr>
              <p:cNvSpPr/>
              <p:nvPr/>
            </p:nvSpPr>
            <p:spPr>
              <a:xfrm>
                <a:off x="371471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7" name="ph7532">
                <a:extLst>
                  <a:ext uri="{FF2B5EF4-FFF2-40B4-BE49-F238E27FC236}">
                    <a16:creationId xmlns:a16="http://schemas.microsoft.com/office/drawing/2014/main" id="{58480428-B503-2404-12B0-3C8FA673498F}"/>
                  </a:ext>
                </a:extLst>
              </p:cNvPr>
              <p:cNvSpPr/>
              <p:nvPr/>
            </p:nvSpPr>
            <p:spPr>
              <a:xfrm>
                <a:off x="372415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8" name="ph7533">
                <a:extLst>
                  <a:ext uri="{FF2B5EF4-FFF2-40B4-BE49-F238E27FC236}">
                    <a16:creationId xmlns:a16="http://schemas.microsoft.com/office/drawing/2014/main" id="{FF358996-3BC6-31D0-8C5C-2ACBBE45A616}"/>
                  </a:ext>
                </a:extLst>
              </p:cNvPr>
              <p:cNvSpPr/>
              <p:nvPr/>
            </p:nvSpPr>
            <p:spPr>
              <a:xfrm>
                <a:off x="3733594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9" name="ph7534">
                <a:extLst>
                  <a:ext uri="{FF2B5EF4-FFF2-40B4-BE49-F238E27FC236}">
                    <a16:creationId xmlns:a16="http://schemas.microsoft.com/office/drawing/2014/main" id="{75001D07-356F-E171-7751-07F0DB6F76F3}"/>
                  </a:ext>
                </a:extLst>
              </p:cNvPr>
              <p:cNvSpPr/>
              <p:nvPr/>
            </p:nvSpPr>
            <p:spPr>
              <a:xfrm>
                <a:off x="374303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0" name="ph7535">
                <a:extLst>
                  <a:ext uri="{FF2B5EF4-FFF2-40B4-BE49-F238E27FC236}">
                    <a16:creationId xmlns:a16="http://schemas.microsoft.com/office/drawing/2014/main" id="{4A864B44-C106-B10C-6C12-E376AE9A670E}"/>
                  </a:ext>
                </a:extLst>
              </p:cNvPr>
              <p:cNvSpPr/>
              <p:nvPr/>
            </p:nvSpPr>
            <p:spPr>
              <a:xfrm>
                <a:off x="375247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1" name="ph7536">
                <a:extLst>
                  <a:ext uri="{FF2B5EF4-FFF2-40B4-BE49-F238E27FC236}">
                    <a16:creationId xmlns:a16="http://schemas.microsoft.com/office/drawing/2014/main" id="{BC17B21C-9858-3853-9645-C9D2E3781892}"/>
                  </a:ext>
                </a:extLst>
              </p:cNvPr>
              <p:cNvSpPr/>
              <p:nvPr/>
            </p:nvSpPr>
            <p:spPr>
              <a:xfrm>
                <a:off x="376191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2" name="ph7537">
                <a:extLst>
                  <a:ext uri="{FF2B5EF4-FFF2-40B4-BE49-F238E27FC236}">
                    <a16:creationId xmlns:a16="http://schemas.microsoft.com/office/drawing/2014/main" id="{74D8993D-3C6F-BEF0-5ADC-9D0877D4C912}"/>
                  </a:ext>
                </a:extLst>
              </p:cNvPr>
              <p:cNvSpPr/>
              <p:nvPr/>
            </p:nvSpPr>
            <p:spPr>
              <a:xfrm>
                <a:off x="3771355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3" name="ph7538">
                <a:extLst>
                  <a:ext uri="{FF2B5EF4-FFF2-40B4-BE49-F238E27FC236}">
                    <a16:creationId xmlns:a16="http://schemas.microsoft.com/office/drawing/2014/main" id="{91970233-0E10-A822-F1F6-41AFC6EF83BE}"/>
                  </a:ext>
                </a:extLst>
              </p:cNvPr>
              <p:cNvSpPr/>
              <p:nvPr/>
            </p:nvSpPr>
            <p:spPr>
              <a:xfrm>
                <a:off x="378079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4" name="ph7539">
                <a:extLst>
                  <a:ext uri="{FF2B5EF4-FFF2-40B4-BE49-F238E27FC236}">
                    <a16:creationId xmlns:a16="http://schemas.microsoft.com/office/drawing/2014/main" id="{7CD01863-8D95-A4E3-A172-F6BEE31BBAD6}"/>
                  </a:ext>
                </a:extLst>
              </p:cNvPr>
              <p:cNvSpPr/>
              <p:nvPr/>
            </p:nvSpPr>
            <p:spPr>
              <a:xfrm>
                <a:off x="379023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5" name="ph7540">
                <a:extLst>
                  <a:ext uri="{FF2B5EF4-FFF2-40B4-BE49-F238E27FC236}">
                    <a16:creationId xmlns:a16="http://schemas.microsoft.com/office/drawing/2014/main" id="{29658672-5C31-4087-1A89-15B6138A29D0}"/>
                  </a:ext>
                </a:extLst>
              </p:cNvPr>
              <p:cNvSpPr/>
              <p:nvPr/>
            </p:nvSpPr>
            <p:spPr>
              <a:xfrm>
                <a:off x="379967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6" name="ph7541">
                <a:extLst>
                  <a:ext uri="{FF2B5EF4-FFF2-40B4-BE49-F238E27FC236}">
                    <a16:creationId xmlns:a16="http://schemas.microsoft.com/office/drawing/2014/main" id="{871D58C5-BE02-EED9-51CF-472AFD203C11}"/>
                  </a:ext>
                </a:extLst>
              </p:cNvPr>
              <p:cNvSpPr/>
              <p:nvPr/>
            </p:nvSpPr>
            <p:spPr>
              <a:xfrm>
                <a:off x="380911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7" name="ph7542">
                <a:extLst>
                  <a:ext uri="{FF2B5EF4-FFF2-40B4-BE49-F238E27FC236}">
                    <a16:creationId xmlns:a16="http://schemas.microsoft.com/office/drawing/2014/main" id="{7EDAAEDC-ACC3-5643-D6B4-210C253E38D7}"/>
                  </a:ext>
                </a:extLst>
              </p:cNvPr>
              <p:cNvSpPr/>
              <p:nvPr/>
            </p:nvSpPr>
            <p:spPr>
              <a:xfrm>
                <a:off x="3818556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8" name="ph7543">
                <a:extLst>
                  <a:ext uri="{FF2B5EF4-FFF2-40B4-BE49-F238E27FC236}">
                    <a16:creationId xmlns:a16="http://schemas.microsoft.com/office/drawing/2014/main" id="{70AF989A-1728-5688-4C55-099761DFFE10}"/>
                  </a:ext>
                </a:extLst>
              </p:cNvPr>
              <p:cNvSpPr/>
              <p:nvPr/>
            </p:nvSpPr>
            <p:spPr>
              <a:xfrm>
                <a:off x="382799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9" name="ph7544">
                <a:extLst>
                  <a:ext uri="{FF2B5EF4-FFF2-40B4-BE49-F238E27FC236}">
                    <a16:creationId xmlns:a16="http://schemas.microsoft.com/office/drawing/2014/main" id="{6CA8E4CE-5684-707E-BC12-3931DDF729BD}"/>
                  </a:ext>
                </a:extLst>
              </p:cNvPr>
              <p:cNvSpPr/>
              <p:nvPr/>
            </p:nvSpPr>
            <p:spPr>
              <a:xfrm>
                <a:off x="3837437" y="113117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0" name="ph7545">
                <a:extLst>
                  <a:ext uri="{FF2B5EF4-FFF2-40B4-BE49-F238E27FC236}">
                    <a16:creationId xmlns:a16="http://schemas.microsoft.com/office/drawing/2014/main" id="{724EA344-6CE1-9E9A-0FBB-21BF63014014}"/>
                  </a:ext>
                </a:extLst>
              </p:cNvPr>
              <p:cNvSpPr/>
              <p:nvPr/>
            </p:nvSpPr>
            <p:spPr>
              <a:xfrm>
                <a:off x="3846877" y="1148744"/>
                <a:ext cx="91925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258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258" y="896830"/>
                    </a:lnTo>
                    <a:lnTo>
                      <a:pt x="919208" y="897292"/>
                    </a:lnTo>
                    <a:lnTo>
                      <a:pt x="917735" y="908058"/>
                    </a:lnTo>
                    <a:lnTo>
                      <a:pt x="917266" y="911143"/>
                    </a:lnTo>
                    <a:lnTo>
                      <a:pt x="916800" y="914214"/>
                    </a:lnTo>
                    <a:lnTo>
                      <a:pt x="916772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1" name="ph7546">
                <a:extLst>
                  <a:ext uri="{FF2B5EF4-FFF2-40B4-BE49-F238E27FC236}">
                    <a16:creationId xmlns:a16="http://schemas.microsoft.com/office/drawing/2014/main" id="{6C985091-9218-FFB7-2801-0DDA1D620F86}"/>
                  </a:ext>
                </a:extLst>
              </p:cNvPr>
              <p:cNvSpPr/>
              <p:nvPr/>
            </p:nvSpPr>
            <p:spPr>
              <a:xfrm>
                <a:off x="2034351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621" y="931969"/>
                    </a:lnTo>
                    <a:lnTo>
                      <a:pt x="909842" y="923725"/>
                    </a:lnTo>
                    <a:lnTo>
                      <a:pt x="911511" y="91439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2" name="ph7547">
                <a:extLst>
                  <a:ext uri="{FF2B5EF4-FFF2-40B4-BE49-F238E27FC236}">
                    <a16:creationId xmlns:a16="http://schemas.microsoft.com/office/drawing/2014/main" id="{9E3AB9D7-5928-AC5D-ABE6-1DCEB1947E28}"/>
                  </a:ext>
                </a:extLst>
              </p:cNvPr>
              <p:cNvSpPr/>
              <p:nvPr/>
            </p:nvSpPr>
            <p:spPr>
              <a:xfrm>
                <a:off x="203435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3" name="ph7548">
                <a:extLst>
                  <a:ext uri="{FF2B5EF4-FFF2-40B4-BE49-F238E27FC236}">
                    <a16:creationId xmlns:a16="http://schemas.microsoft.com/office/drawing/2014/main" id="{A0D8A7BF-2D46-7C99-1C1F-0F129AEEBD98}"/>
                  </a:ext>
                </a:extLst>
              </p:cNvPr>
              <p:cNvSpPr/>
              <p:nvPr/>
            </p:nvSpPr>
            <p:spPr>
              <a:xfrm>
                <a:off x="204379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4" name="ph7549">
                <a:extLst>
                  <a:ext uri="{FF2B5EF4-FFF2-40B4-BE49-F238E27FC236}">
                    <a16:creationId xmlns:a16="http://schemas.microsoft.com/office/drawing/2014/main" id="{BA7D44F0-123F-53B8-C966-882F99BA9620}"/>
                  </a:ext>
                </a:extLst>
              </p:cNvPr>
              <p:cNvSpPr/>
              <p:nvPr/>
            </p:nvSpPr>
            <p:spPr>
              <a:xfrm>
                <a:off x="205323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5" name="ph7550">
                <a:extLst>
                  <a:ext uri="{FF2B5EF4-FFF2-40B4-BE49-F238E27FC236}">
                    <a16:creationId xmlns:a16="http://schemas.microsoft.com/office/drawing/2014/main" id="{D7E3DFB8-4FDF-594A-75E7-3EF9AD7CA166}"/>
                  </a:ext>
                </a:extLst>
              </p:cNvPr>
              <p:cNvSpPr/>
              <p:nvPr/>
            </p:nvSpPr>
            <p:spPr>
              <a:xfrm>
                <a:off x="206267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6" name="ph7551">
                <a:extLst>
                  <a:ext uri="{FF2B5EF4-FFF2-40B4-BE49-F238E27FC236}">
                    <a16:creationId xmlns:a16="http://schemas.microsoft.com/office/drawing/2014/main" id="{7085FE03-B015-A82B-1FB4-79D57B117181}"/>
                  </a:ext>
                </a:extLst>
              </p:cNvPr>
              <p:cNvSpPr/>
              <p:nvPr/>
            </p:nvSpPr>
            <p:spPr>
              <a:xfrm>
                <a:off x="207211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7" name="ph7552">
                <a:extLst>
                  <a:ext uri="{FF2B5EF4-FFF2-40B4-BE49-F238E27FC236}">
                    <a16:creationId xmlns:a16="http://schemas.microsoft.com/office/drawing/2014/main" id="{803284AF-A696-4D9E-1243-D42C4B839B7E}"/>
                  </a:ext>
                </a:extLst>
              </p:cNvPr>
              <p:cNvSpPr/>
              <p:nvPr/>
            </p:nvSpPr>
            <p:spPr>
              <a:xfrm>
                <a:off x="208155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8" name="ph7553">
                <a:extLst>
                  <a:ext uri="{FF2B5EF4-FFF2-40B4-BE49-F238E27FC236}">
                    <a16:creationId xmlns:a16="http://schemas.microsoft.com/office/drawing/2014/main" id="{B94A54A2-D5AE-A5D8-75FC-15F7B258AA16}"/>
                  </a:ext>
                </a:extLst>
              </p:cNvPr>
              <p:cNvSpPr/>
              <p:nvPr/>
            </p:nvSpPr>
            <p:spPr>
              <a:xfrm>
                <a:off x="209099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9" name="ph7554">
                <a:extLst>
                  <a:ext uri="{FF2B5EF4-FFF2-40B4-BE49-F238E27FC236}">
                    <a16:creationId xmlns:a16="http://schemas.microsoft.com/office/drawing/2014/main" id="{C42C6CAB-A9F2-0E87-3F04-8949100C98EC}"/>
                  </a:ext>
                </a:extLst>
              </p:cNvPr>
              <p:cNvSpPr/>
              <p:nvPr/>
            </p:nvSpPr>
            <p:spPr>
              <a:xfrm>
                <a:off x="210043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0" name="ph7555">
                <a:extLst>
                  <a:ext uri="{FF2B5EF4-FFF2-40B4-BE49-F238E27FC236}">
                    <a16:creationId xmlns:a16="http://schemas.microsoft.com/office/drawing/2014/main" id="{F6B8EDB9-C49B-E8A5-070C-1F28E7E67A0A}"/>
                  </a:ext>
                </a:extLst>
              </p:cNvPr>
              <p:cNvSpPr/>
              <p:nvPr/>
            </p:nvSpPr>
            <p:spPr>
              <a:xfrm>
                <a:off x="210987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1" name="ph7556">
                <a:extLst>
                  <a:ext uri="{FF2B5EF4-FFF2-40B4-BE49-F238E27FC236}">
                    <a16:creationId xmlns:a16="http://schemas.microsoft.com/office/drawing/2014/main" id="{C93D7266-8254-7B61-BF5A-8623BBB49D96}"/>
                  </a:ext>
                </a:extLst>
              </p:cNvPr>
              <p:cNvSpPr/>
              <p:nvPr/>
            </p:nvSpPr>
            <p:spPr>
              <a:xfrm>
                <a:off x="211931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2" name="ph7557">
                <a:extLst>
                  <a:ext uri="{FF2B5EF4-FFF2-40B4-BE49-F238E27FC236}">
                    <a16:creationId xmlns:a16="http://schemas.microsoft.com/office/drawing/2014/main" id="{AF8C5F86-62FE-D7BC-66E0-70684C3CAA7D}"/>
                  </a:ext>
                </a:extLst>
              </p:cNvPr>
              <p:cNvSpPr/>
              <p:nvPr/>
            </p:nvSpPr>
            <p:spPr>
              <a:xfrm>
                <a:off x="212875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3" name="ph7558">
                <a:extLst>
                  <a:ext uri="{FF2B5EF4-FFF2-40B4-BE49-F238E27FC236}">
                    <a16:creationId xmlns:a16="http://schemas.microsoft.com/office/drawing/2014/main" id="{C126A0CF-F8CC-166D-6415-23EA84CE725C}"/>
                  </a:ext>
                </a:extLst>
              </p:cNvPr>
              <p:cNvSpPr/>
              <p:nvPr/>
            </p:nvSpPr>
            <p:spPr>
              <a:xfrm>
                <a:off x="213819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4" name="ph7559">
                <a:extLst>
                  <a:ext uri="{FF2B5EF4-FFF2-40B4-BE49-F238E27FC236}">
                    <a16:creationId xmlns:a16="http://schemas.microsoft.com/office/drawing/2014/main" id="{A3F9D08B-4A19-C8FC-01F0-DE41E4CE2369}"/>
                  </a:ext>
                </a:extLst>
              </p:cNvPr>
              <p:cNvSpPr/>
              <p:nvPr/>
            </p:nvSpPr>
            <p:spPr>
              <a:xfrm>
                <a:off x="214763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5" name="ph7560">
                <a:extLst>
                  <a:ext uri="{FF2B5EF4-FFF2-40B4-BE49-F238E27FC236}">
                    <a16:creationId xmlns:a16="http://schemas.microsoft.com/office/drawing/2014/main" id="{CDDC3FEC-D128-0294-B9CF-CCEF2EE49883}"/>
                  </a:ext>
                </a:extLst>
              </p:cNvPr>
              <p:cNvSpPr/>
              <p:nvPr/>
            </p:nvSpPr>
            <p:spPr>
              <a:xfrm>
                <a:off x="215707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6" name="ph7561">
                <a:extLst>
                  <a:ext uri="{FF2B5EF4-FFF2-40B4-BE49-F238E27FC236}">
                    <a16:creationId xmlns:a16="http://schemas.microsoft.com/office/drawing/2014/main" id="{D7343001-785B-3B0C-044F-AF8162D8E20D}"/>
                  </a:ext>
                </a:extLst>
              </p:cNvPr>
              <p:cNvSpPr/>
              <p:nvPr/>
            </p:nvSpPr>
            <p:spPr>
              <a:xfrm>
                <a:off x="216651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7" name="ph7562">
                <a:extLst>
                  <a:ext uri="{FF2B5EF4-FFF2-40B4-BE49-F238E27FC236}">
                    <a16:creationId xmlns:a16="http://schemas.microsoft.com/office/drawing/2014/main" id="{9FD70C7A-D6AE-FDDD-9B94-3C8F473A8DE9}"/>
                  </a:ext>
                </a:extLst>
              </p:cNvPr>
              <p:cNvSpPr/>
              <p:nvPr/>
            </p:nvSpPr>
            <p:spPr>
              <a:xfrm>
                <a:off x="217595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8" name="ph7563">
                <a:extLst>
                  <a:ext uri="{FF2B5EF4-FFF2-40B4-BE49-F238E27FC236}">
                    <a16:creationId xmlns:a16="http://schemas.microsoft.com/office/drawing/2014/main" id="{68F2C5FE-1995-3D32-1A2B-00ECFD1DC3B7}"/>
                  </a:ext>
                </a:extLst>
              </p:cNvPr>
              <p:cNvSpPr/>
              <p:nvPr/>
            </p:nvSpPr>
            <p:spPr>
              <a:xfrm>
                <a:off x="218539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9" name="ph7564">
                <a:extLst>
                  <a:ext uri="{FF2B5EF4-FFF2-40B4-BE49-F238E27FC236}">
                    <a16:creationId xmlns:a16="http://schemas.microsoft.com/office/drawing/2014/main" id="{C35658C4-8F62-D0B6-9862-3E756436FD11}"/>
                  </a:ext>
                </a:extLst>
              </p:cNvPr>
              <p:cNvSpPr/>
              <p:nvPr/>
            </p:nvSpPr>
            <p:spPr>
              <a:xfrm>
                <a:off x="219483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0" name="ph7565">
                <a:extLst>
                  <a:ext uri="{FF2B5EF4-FFF2-40B4-BE49-F238E27FC236}">
                    <a16:creationId xmlns:a16="http://schemas.microsoft.com/office/drawing/2014/main" id="{8FD3CD0D-7E4E-9436-A6FF-B785EC605CA6}"/>
                  </a:ext>
                </a:extLst>
              </p:cNvPr>
              <p:cNvSpPr/>
              <p:nvPr/>
            </p:nvSpPr>
            <p:spPr>
              <a:xfrm>
                <a:off x="220427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1" name="ph7566">
                <a:extLst>
                  <a:ext uri="{FF2B5EF4-FFF2-40B4-BE49-F238E27FC236}">
                    <a16:creationId xmlns:a16="http://schemas.microsoft.com/office/drawing/2014/main" id="{BEF518F9-DC39-BC61-D626-5BD14B83C444}"/>
                  </a:ext>
                </a:extLst>
              </p:cNvPr>
              <p:cNvSpPr/>
              <p:nvPr/>
            </p:nvSpPr>
            <p:spPr>
              <a:xfrm>
                <a:off x="221371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2" name="ph7567">
                <a:extLst>
                  <a:ext uri="{FF2B5EF4-FFF2-40B4-BE49-F238E27FC236}">
                    <a16:creationId xmlns:a16="http://schemas.microsoft.com/office/drawing/2014/main" id="{0265CEE7-BAF3-B396-67DD-DA02487C7E23}"/>
                  </a:ext>
                </a:extLst>
              </p:cNvPr>
              <p:cNvSpPr/>
              <p:nvPr/>
            </p:nvSpPr>
            <p:spPr>
              <a:xfrm>
                <a:off x="222315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3" name="ph7568">
                <a:extLst>
                  <a:ext uri="{FF2B5EF4-FFF2-40B4-BE49-F238E27FC236}">
                    <a16:creationId xmlns:a16="http://schemas.microsoft.com/office/drawing/2014/main" id="{6AA36BE0-322E-F8DB-24B7-7CAB560C6F77}"/>
                  </a:ext>
                </a:extLst>
              </p:cNvPr>
              <p:cNvSpPr/>
              <p:nvPr/>
            </p:nvSpPr>
            <p:spPr>
              <a:xfrm>
                <a:off x="223259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4" name="ph7569">
                <a:extLst>
                  <a:ext uri="{FF2B5EF4-FFF2-40B4-BE49-F238E27FC236}">
                    <a16:creationId xmlns:a16="http://schemas.microsoft.com/office/drawing/2014/main" id="{4E8C89E7-9AA2-038B-0AED-B6EF625D1515}"/>
                  </a:ext>
                </a:extLst>
              </p:cNvPr>
              <p:cNvSpPr/>
              <p:nvPr/>
            </p:nvSpPr>
            <p:spPr>
              <a:xfrm>
                <a:off x="224203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5" name="ph7570">
                <a:extLst>
                  <a:ext uri="{FF2B5EF4-FFF2-40B4-BE49-F238E27FC236}">
                    <a16:creationId xmlns:a16="http://schemas.microsoft.com/office/drawing/2014/main" id="{F1215220-A5E7-6344-95D7-D22B09BC9A44}"/>
                  </a:ext>
                </a:extLst>
              </p:cNvPr>
              <p:cNvSpPr/>
              <p:nvPr/>
            </p:nvSpPr>
            <p:spPr>
              <a:xfrm>
                <a:off x="225147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6" name="ph7571">
                <a:extLst>
                  <a:ext uri="{FF2B5EF4-FFF2-40B4-BE49-F238E27FC236}">
                    <a16:creationId xmlns:a16="http://schemas.microsoft.com/office/drawing/2014/main" id="{79E5B063-9C06-7DFE-0E99-F720A7620097}"/>
                  </a:ext>
                </a:extLst>
              </p:cNvPr>
              <p:cNvSpPr/>
              <p:nvPr/>
            </p:nvSpPr>
            <p:spPr>
              <a:xfrm>
                <a:off x="226091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7" name="ph7572">
                <a:extLst>
                  <a:ext uri="{FF2B5EF4-FFF2-40B4-BE49-F238E27FC236}">
                    <a16:creationId xmlns:a16="http://schemas.microsoft.com/office/drawing/2014/main" id="{344CE8EA-BDCD-CC7E-CECD-650C4E5F1FC7}"/>
                  </a:ext>
                </a:extLst>
              </p:cNvPr>
              <p:cNvSpPr/>
              <p:nvPr/>
            </p:nvSpPr>
            <p:spPr>
              <a:xfrm>
                <a:off x="2279797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087" y="896830"/>
                    </a:lnTo>
                    <a:lnTo>
                      <a:pt x="908514" y="900233"/>
                    </a:lnTo>
                    <a:lnTo>
                      <a:pt x="910495" y="900746"/>
                    </a:lnTo>
                    <a:lnTo>
                      <a:pt x="910840" y="900852"/>
                    </a:lnTo>
                    <a:lnTo>
                      <a:pt x="911187" y="900958"/>
                    </a:lnTo>
                    <a:lnTo>
                      <a:pt x="911534" y="901064"/>
                    </a:lnTo>
                    <a:lnTo>
                      <a:pt x="911881" y="901170"/>
                    </a:lnTo>
                    <a:lnTo>
                      <a:pt x="912228" y="901276"/>
                    </a:lnTo>
                    <a:lnTo>
                      <a:pt x="912575" y="901383"/>
                    </a:lnTo>
                    <a:lnTo>
                      <a:pt x="912922" y="901489"/>
                    </a:lnTo>
                    <a:lnTo>
                      <a:pt x="913270" y="901595"/>
                    </a:lnTo>
                    <a:lnTo>
                      <a:pt x="913617" y="901701"/>
                    </a:lnTo>
                    <a:lnTo>
                      <a:pt x="913964" y="901808"/>
                    </a:lnTo>
                    <a:lnTo>
                      <a:pt x="914400" y="90194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8" name="ph7573">
                <a:extLst>
                  <a:ext uri="{FF2B5EF4-FFF2-40B4-BE49-F238E27FC236}">
                    <a16:creationId xmlns:a16="http://schemas.microsoft.com/office/drawing/2014/main" id="{49659E56-8266-FFB1-2E7C-14723B863005}"/>
                  </a:ext>
                </a:extLst>
              </p:cNvPr>
              <p:cNvSpPr/>
              <p:nvPr/>
            </p:nvSpPr>
            <p:spPr>
              <a:xfrm>
                <a:off x="2289238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1941"/>
                    </a:lnTo>
                    <a:lnTo>
                      <a:pt x="905217" y="902020"/>
                    </a:lnTo>
                    <a:lnTo>
                      <a:pt x="905564" y="902126"/>
                    </a:lnTo>
                    <a:lnTo>
                      <a:pt x="905911" y="902233"/>
                    </a:lnTo>
                    <a:lnTo>
                      <a:pt x="906258" y="902339"/>
                    </a:lnTo>
                    <a:lnTo>
                      <a:pt x="906605" y="902445"/>
                    </a:lnTo>
                    <a:lnTo>
                      <a:pt x="906952" y="902551"/>
                    </a:lnTo>
                    <a:lnTo>
                      <a:pt x="907299" y="902658"/>
                    </a:lnTo>
                    <a:lnTo>
                      <a:pt x="907646" y="902764"/>
                    </a:lnTo>
                    <a:lnTo>
                      <a:pt x="907993" y="902870"/>
                    </a:lnTo>
                    <a:lnTo>
                      <a:pt x="908340" y="902977"/>
                    </a:lnTo>
                    <a:lnTo>
                      <a:pt x="908687" y="903083"/>
                    </a:lnTo>
                    <a:lnTo>
                      <a:pt x="909034" y="903189"/>
                    </a:lnTo>
                    <a:lnTo>
                      <a:pt x="909381" y="903296"/>
                    </a:lnTo>
                    <a:lnTo>
                      <a:pt x="909728" y="903402"/>
                    </a:lnTo>
                    <a:lnTo>
                      <a:pt x="910075" y="903509"/>
                    </a:lnTo>
                    <a:lnTo>
                      <a:pt x="910422" y="903615"/>
                    </a:lnTo>
                    <a:lnTo>
                      <a:pt x="910769" y="903721"/>
                    </a:lnTo>
                    <a:lnTo>
                      <a:pt x="911116" y="903828"/>
                    </a:lnTo>
                    <a:lnTo>
                      <a:pt x="911463" y="903934"/>
                    </a:lnTo>
                    <a:lnTo>
                      <a:pt x="911809" y="904041"/>
                    </a:lnTo>
                    <a:lnTo>
                      <a:pt x="912156" y="904147"/>
                    </a:lnTo>
                    <a:lnTo>
                      <a:pt x="912503" y="904254"/>
                    </a:lnTo>
                    <a:lnTo>
                      <a:pt x="912850" y="904360"/>
                    </a:lnTo>
                    <a:lnTo>
                      <a:pt x="913197" y="904466"/>
                    </a:lnTo>
                    <a:lnTo>
                      <a:pt x="913544" y="904573"/>
                    </a:lnTo>
                    <a:lnTo>
                      <a:pt x="913891" y="904679"/>
                    </a:lnTo>
                    <a:lnTo>
                      <a:pt x="914238" y="904786"/>
                    </a:lnTo>
                    <a:lnTo>
                      <a:pt x="914400" y="904836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9" name="ph7574">
                <a:extLst>
                  <a:ext uri="{FF2B5EF4-FFF2-40B4-BE49-F238E27FC236}">
                    <a16:creationId xmlns:a16="http://schemas.microsoft.com/office/drawing/2014/main" id="{D0564DDB-4CFA-9DC4-9F62-330AE0A5F10C}"/>
                  </a:ext>
                </a:extLst>
              </p:cNvPr>
              <p:cNvSpPr/>
              <p:nvPr/>
            </p:nvSpPr>
            <p:spPr>
              <a:xfrm>
                <a:off x="2298678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4836"/>
                    </a:lnTo>
                    <a:lnTo>
                      <a:pt x="905144" y="904892"/>
                    </a:lnTo>
                    <a:lnTo>
                      <a:pt x="905491" y="904999"/>
                    </a:lnTo>
                    <a:lnTo>
                      <a:pt x="905838" y="905105"/>
                    </a:lnTo>
                    <a:lnTo>
                      <a:pt x="906185" y="905212"/>
                    </a:lnTo>
                    <a:lnTo>
                      <a:pt x="906531" y="905319"/>
                    </a:lnTo>
                    <a:lnTo>
                      <a:pt x="906878" y="905425"/>
                    </a:lnTo>
                    <a:lnTo>
                      <a:pt x="907225" y="905532"/>
                    </a:lnTo>
                    <a:lnTo>
                      <a:pt x="907572" y="905638"/>
                    </a:lnTo>
                    <a:lnTo>
                      <a:pt x="907919" y="905745"/>
                    </a:lnTo>
                    <a:lnTo>
                      <a:pt x="908265" y="905851"/>
                    </a:lnTo>
                    <a:lnTo>
                      <a:pt x="908612" y="905958"/>
                    </a:lnTo>
                    <a:lnTo>
                      <a:pt x="908959" y="906065"/>
                    </a:lnTo>
                    <a:lnTo>
                      <a:pt x="909306" y="906171"/>
                    </a:lnTo>
                    <a:lnTo>
                      <a:pt x="909653" y="906278"/>
                    </a:lnTo>
                    <a:lnTo>
                      <a:pt x="909999" y="906384"/>
                    </a:lnTo>
                    <a:lnTo>
                      <a:pt x="910346" y="906491"/>
                    </a:lnTo>
                    <a:lnTo>
                      <a:pt x="910693" y="906598"/>
                    </a:lnTo>
                    <a:lnTo>
                      <a:pt x="911040" y="906704"/>
                    </a:lnTo>
                    <a:lnTo>
                      <a:pt x="911386" y="906811"/>
                    </a:lnTo>
                    <a:lnTo>
                      <a:pt x="911733" y="906918"/>
                    </a:lnTo>
                    <a:lnTo>
                      <a:pt x="912080" y="907024"/>
                    </a:lnTo>
                    <a:lnTo>
                      <a:pt x="912427" y="907131"/>
                    </a:lnTo>
                    <a:lnTo>
                      <a:pt x="912773" y="907238"/>
                    </a:lnTo>
                    <a:lnTo>
                      <a:pt x="913120" y="907344"/>
                    </a:lnTo>
                    <a:lnTo>
                      <a:pt x="913467" y="907451"/>
                    </a:lnTo>
                    <a:lnTo>
                      <a:pt x="913813" y="907558"/>
                    </a:lnTo>
                    <a:lnTo>
                      <a:pt x="914160" y="907665"/>
                    </a:lnTo>
                    <a:lnTo>
                      <a:pt x="914400" y="907738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0" name="ph7575">
                <a:extLst>
                  <a:ext uri="{FF2B5EF4-FFF2-40B4-BE49-F238E27FC236}">
                    <a16:creationId xmlns:a16="http://schemas.microsoft.com/office/drawing/2014/main" id="{FB3C8B2F-FF4B-E1A8-8A12-86E2A3E9E9F6}"/>
                  </a:ext>
                </a:extLst>
              </p:cNvPr>
              <p:cNvSpPr/>
              <p:nvPr/>
            </p:nvSpPr>
            <p:spPr>
              <a:xfrm>
                <a:off x="2308118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5066" y="907771"/>
                    </a:lnTo>
                    <a:lnTo>
                      <a:pt x="905413" y="907878"/>
                    </a:lnTo>
                    <a:lnTo>
                      <a:pt x="905760" y="907985"/>
                    </a:lnTo>
                    <a:lnTo>
                      <a:pt x="906106" y="908092"/>
                    </a:lnTo>
                    <a:lnTo>
                      <a:pt x="906453" y="908198"/>
                    </a:lnTo>
                    <a:lnTo>
                      <a:pt x="906800" y="908305"/>
                    </a:lnTo>
                    <a:lnTo>
                      <a:pt x="907146" y="908412"/>
                    </a:lnTo>
                    <a:lnTo>
                      <a:pt x="907493" y="908519"/>
                    </a:lnTo>
                    <a:lnTo>
                      <a:pt x="907840" y="908626"/>
                    </a:lnTo>
                    <a:lnTo>
                      <a:pt x="908186" y="908733"/>
                    </a:lnTo>
                    <a:lnTo>
                      <a:pt x="908533" y="908839"/>
                    </a:lnTo>
                    <a:lnTo>
                      <a:pt x="908880" y="908946"/>
                    </a:lnTo>
                    <a:lnTo>
                      <a:pt x="909226" y="909053"/>
                    </a:lnTo>
                    <a:lnTo>
                      <a:pt x="909573" y="909160"/>
                    </a:lnTo>
                    <a:lnTo>
                      <a:pt x="909919" y="909267"/>
                    </a:lnTo>
                    <a:lnTo>
                      <a:pt x="910266" y="909374"/>
                    </a:lnTo>
                    <a:lnTo>
                      <a:pt x="910613" y="909481"/>
                    </a:lnTo>
                    <a:lnTo>
                      <a:pt x="910959" y="909587"/>
                    </a:lnTo>
                    <a:lnTo>
                      <a:pt x="911306" y="909694"/>
                    </a:lnTo>
                    <a:lnTo>
                      <a:pt x="911652" y="909801"/>
                    </a:lnTo>
                    <a:lnTo>
                      <a:pt x="911999" y="909908"/>
                    </a:lnTo>
                    <a:lnTo>
                      <a:pt x="912345" y="910015"/>
                    </a:lnTo>
                    <a:lnTo>
                      <a:pt x="912692" y="910122"/>
                    </a:lnTo>
                    <a:lnTo>
                      <a:pt x="913039" y="910229"/>
                    </a:lnTo>
                    <a:lnTo>
                      <a:pt x="913385" y="910336"/>
                    </a:lnTo>
                    <a:lnTo>
                      <a:pt x="913732" y="910443"/>
                    </a:lnTo>
                    <a:lnTo>
                      <a:pt x="914078" y="910550"/>
                    </a:lnTo>
                    <a:lnTo>
                      <a:pt x="914400" y="91064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1" name="ph7576">
                <a:extLst>
                  <a:ext uri="{FF2B5EF4-FFF2-40B4-BE49-F238E27FC236}">
                    <a16:creationId xmlns:a16="http://schemas.microsoft.com/office/drawing/2014/main" id="{C808CDCD-0DE9-2EF2-80C2-DA5E52F10113}"/>
                  </a:ext>
                </a:extLst>
              </p:cNvPr>
              <p:cNvSpPr/>
              <p:nvPr/>
            </p:nvSpPr>
            <p:spPr>
              <a:xfrm>
                <a:off x="2317558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84" y="910657"/>
                    </a:lnTo>
                    <a:lnTo>
                      <a:pt x="905331" y="910764"/>
                    </a:lnTo>
                    <a:lnTo>
                      <a:pt x="905677" y="910871"/>
                    </a:lnTo>
                    <a:lnTo>
                      <a:pt x="906024" y="910978"/>
                    </a:lnTo>
                    <a:lnTo>
                      <a:pt x="906370" y="911085"/>
                    </a:lnTo>
                    <a:lnTo>
                      <a:pt x="906717" y="911192"/>
                    </a:lnTo>
                    <a:lnTo>
                      <a:pt x="907063" y="911299"/>
                    </a:lnTo>
                    <a:lnTo>
                      <a:pt x="907410" y="911406"/>
                    </a:lnTo>
                    <a:lnTo>
                      <a:pt x="907756" y="911513"/>
                    </a:lnTo>
                    <a:lnTo>
                      <a:pt x="908103" y="911620"/>
                    </a:lnTo>
                    <a:lnTo>
                      <a:pt x="908449" y="911727"/>
                    </a:lnTo>
                    <a:lnTo>
                      <a:pt x="908796" y="911834"/>
                    </a:lnTo>
                    <a:lnTo>
                      <a:pt x="909142" y="911942"/>
                    </a:lnTo>
                    <a:lnTo>
                      <a:pt x="909489" y="912049"/>
                    </a:lnTo>
                    <a:lnTo>
                      <a:pt x="909835" y="912156"/>
                    </a:lnTo>
                    <a:lnTo>
                      <a:pt x="910181" y="912263"/>
                    </a:lnTo>
                    <a:lnTo>
                      <a:pt x="910528" y="912370"/>
                    </a:lnTo>
                    <a:lnTo>
                      <a:pt x="910874" y="912477"/>
                    </a:lnTo>
                    <a:lnTo>
                      <a:pt x="911221" y="912584"/>
                    </a:lnTo>
                    <a:lnTo>
                      <a:pt x="911567" y="912692"/>
                    </a:lnTo>
                    <a:lnTo>
                      <a:pt x="911914" y="912799"/>
                    </a:lnTo>
                    <a:lnTo>
                      <a:pt x="912260" y="912906"/>
                    </a:lnTo>
                    <a:lnTo>
                      <a:pt x="912606" y="913013"/>
                    </a:lnTo>
                    <a:lnTo>
                      <a:pt x="912953" y="913120"/>
                    </a:lnTo>
                    <a:lnTo>
                      <a:pt x="913299" y="913228"/>
                    </a:lnTo>
                    <a:lnTo>
                      <a:pt x="913645" y="913335"/>
                    </a:lnTo>
                    <a:lnTo>
                      <a:pt x="913992" y="913442"/>
                    </a:lnTo>
                    <a:lnTo>
                      <a:pt x="914400" y="913568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2" name="ph7577">
                <a:extLst>
                  <a:ext uri="{FF2B5EF4-FFF2-40B4-BE49-F238E27FC236}">
                    <a16:creationId xmlns:a16="http://schemas.microsoft.com/office/drawing/2014/main" id="{72270BE5-D4F4-E139-FA57-9FFCAC9661E8}"/>
                  </a:ext>
                </a:extLst>
              </p:cNvPr>
              <p:cNvSpPr/>
              <p:nvPr/>
            </p:nvSpPr>
            <p:spPr>
              <a:xfrm>
                <a:off x="2317558" y="1131174"/>
                <a:ext cx="91708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083" h="914400">
                    <a:moveTo>
                      <a:pt x="914400" y="914400"/>
                    </a:moveTo>
                    <a:lnTo>
                      <a:pt x="914400" y="913568"/>
                    </a:lnTo>
                    <a:lnTo>
                      <a:pt x="914684" y="913656"/>
                    </a:lnTo>
                    <a:lnTo>
                      <a:pt x="915031" y="913764"/>
                    </a:lnTo>
                    <a:lnTo>
                      <a:pt x="915377" y="913871"/>
                    </a:lnTo>
                    <a:lnTo>
                      <a:pt x="915724" y="913978"/>
                    </a:lnTo>
                    <a:lnTo>
                      <a:pt x="916070" y="914086"/>
                    </a:lnTo>
                    <a:lnTo>
                      <a:pt x="916416" y="914193"/>
                    </a:lnTo>
                    <a:lnTo>
                      <a:pt x="916762" y="914300"/>
                    </a:lnTo>
                    <a:lnTo>
                      <a:pt x="917083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3" name="ph7578">
                <a:extLst>
                  <a:ext uri="{FF2B5EF4-FFF2-40B4-BE49-F238E27FC236}">
                    <a16:creationId xmlns:a16="http://schemas.microsoft.com/office/drawing/2014/main" id="{8062F2F5-47A2-233D-A85E-1302AD7A3C22}"/>
                  </a:ext>
                </a:extLst>
              </p:cNvPr>
              <p:cNvSpPr/>
              <p:nvPr/>
            </p:nvSpPr>
            <p:spPr>
              <a:xfrm>
                <a:off x="3459827" y="1131174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335" y="914400"/>
                    </a:lnTo>
                    <a:lnTo>
                      <a:pt x="911347" y="906480"/>
                    </a:lnTo>
                    <a:lnTo>
                      <a:pt x="914400" y="8992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4" name="ph7579">
                <a:extLst>
                  <a:ext uri="{FF2B5EF4-FFF2-40B4-BE49-F238E27FC236}">
                    <a16:creationId xmlns:a16="http://schemas.microsoft.com/office/drawing/2014/main" id="{59BCAA38-48E2-AC22-DD9C-9539489156C3}"/>
                  </a:ext>
                </a:extLst>
              </p:cNvPr>
              <p:cNvSpPr/>
              <p:nvPr/>
            </p:nvSpPr>
            <p:spPr>
              <a:xfrm>
                <a:off x="3469268" y="1113604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6868"/>
                    </a:lnTo>
                    <a:lnTo>
                      <a:pt x="905642" y="915262"/>
                    </a:lnTo>
                    <a:lnTo>
                      <a:pt x="906050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5" name="ph7580">
                <a:extLst>
                  <a:ext uri="{FF2B5EF4-FFF2-40B4-BE49-F238E27FC236}">
                    <a16:creationId xmlns:a16="http://schemas.microsoft.com/office/drawing/2014/main" id="{4FB337EE-9ADF-C019-C265-D27CE0F43054}"/>
                  </a:ext>
                </a:extLst>
              </p:cNvPr>
              <p:cNvSpPr/>
              <p:nvPr/>
            </p:nvSpPr>
            <p:spPr>
              <a:xfrm>
                <a:off x="346926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6" name="ph7581">
                <a:extLst>
                  <a:ext uri="{FF2B5EF4-FFF2-40B4-BE49-F238E27FC236}">
                    <a16:creationId xmlns:a16="http://schemas.microsoft.com/office/drawing/2014/main" id="{D0A4866F-FA83-E002-E734-1AF47A8611D6}"/>
                  </a:ext>
                </a:extLst>
              </p:cNvPr>
              <p:cNvSpPr/>
              <p:nvPr/>
            </p:nvSpPr>
            <p:spPr>
              <a:xfrm>
                <a:off x="347870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7" name="ph7582">
                <a:extLst>
                  <a:ext uri="{FF2B5EF4-FFF2-40B4-BE49-F238E27FC236}">
                    <a16:creationId xmlns:a16="http://schemas.microsoft.com/office/drawing/2014/main" id="{E8D3E9DA-EC9D-61DF-61FA-C5A80B84D35E}"/>
                  </a:ext>
                </a:extLst>
              </p:cNvPr>
              <p:cNvSpPr/>
              <p:nvPr/>
            </p:nvSpPr>
            <p:spPr>
              <a:xfrm>
                <a:off x="348814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8" name="ph7583">
                <a:extLst>
                  <a:ext uri="{FF2B5EF4-FFF2-40B4-BE49-F238E27FC236}">
                    <a16:creationId xmlns:a16="http://schemas.microsoft.com/office/drawing/2014/main" id="{D5AAFB8C-2DE6-001F-5020-CC2050D899CE}"/>
                  </a:ext>
                </a:extLst>
              </p:cNvPr>
              <p:cNvSpPr/>
              <p:nvPr/>
            </p:nvSpPr>
            <p:spPr>
              <a:xfrm>
                <a:off x="3497588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9" name="ph7584">
                <a:extLst>
                  <a:ext uri="{FF2B5EF4-FFF2-40B4-BE49-F238E27FC236}">
                    <a16:creationId xmlns:a16="http://schemas.microsoft.com/office/drawing/2014/main" id="{DBDD7F74-C877-8982-D648-8DC27441724D}"/>
                  </a:ext>
                </a:extLst>
              </p:cNvPr>
              <p:cNvSpPr/>
              <p:nvPr/>
            </p:nvSpPr>
            <p:spPr>
              <a:xfrm>
                <a:off x="350702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0" name="ph7585">
                <a:extLst>
                  <a:ext uri="{FF2B5EF4-FFF2-40B4-BE49-F238E27FC236}">
                    <a16:creationId xmlns:a16="http://schemas.microsoft.com/office/drawing/2014/main" id="{6FF2E9B7-2693-74DD-32F0-EDEA65BC85BF}"/>
                  </a:ext>
                </a:extLst>
              </p:cNvPr>
              <p:cNvSpPr/>
              <p:nvPr/>
            </p:nvSpPr>
            <p:spPr>
              <a:xfrm>
                <a:off x="351646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1" name="ph7586">
                <a:extLst>
                  <a:ext uri="{FF2B5EF4-FFF2-40B4-BE49-F238E27FC236}">
                    <a16:creationId xmlns:a16="http://schemas.microsoft.com/office/drawing/2014/main" id="{90C6A646-F3CA-F83E-3808-EA627DA18ACF}"/>
                  </a:ext>
                </a:extLst>
              </p:cNvPr>
              <p:cNvSpPr/>
              <p:nvPr/>
            </p:nvSpPr>
            <p:spPr>
              <a:xfrm>
                <a:off x="352590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2" name="ph7587">
                <a:extLst>
                  <a:ext uri="{FF2B5EF4-FFF2-40B4-BE49-F238E27FC236}">
                    <a16:creationId xmlns:a16="http://schemas.microsoft.com/office/drawing/2014/main" id="{ABD4278D-BC8A-5B85-334B-8F0E514EDDF0}"/>
                  </a:ext>
                </a:extLst>
              </p:cNvPr>
              <p:cNvSpPr/>
              <p:nvPr/>
            </p:nvSpPr>
            <p:spPr>
              <a:xfrm>
                <a:off x="3535349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3" name="ph7588">
                <a:extLst>
                  <a:ext uri="{FF2B5EF4-FFF2-40B4-BE49-F238E27FC236}">
                    <a16:creationId xmlns:a16="http://schemas.microsoft.com/office/drawing/2014/main" id="{F817AC2C-BC2C-DA00-A64A-5BE2A372FEBA}"/>
                  </a:ext>
                </a:extLst>
              </p:cNvPr>
              <p:cNvSpPr/>
              <p:nvPr/>
            </p:nvSpPr>
            <p:spPr>
              <a:xfrm>
                <a:off x="354479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4" name="ph7589">
                <a:extLst>
                  <a:ext uri="{FF2B5EF4-FFF2-40B4-BE49-F238E27FC236}">
                    <a16:creationId xmlns:a16="http://schemas.microsoft.com/office/drawing/2014/main" id="{C6B49B6C-F641-2647-8F8B-B88F78892328}"/>
                  </a:ext>
                </a:extLst>
              </p:cNvPr>
              <p:cNvSpPr/>
              <p:nvPr/>
            </p:nvSpPr>
            <p:spPr>
              <a:xfrm>
                <a:off x="355423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5" name="ph7590">
                <a:extLst>
                  <a:ext uri="{FF2B5EF4-FFF2-40B4-BE49-F238E27FC236}">
                    <a16:creationId xmlns:a16="http://schemas.microsoft.com/office/drawing/2014/main" id="{44189FC1-95A4-F951-CB06-C1B8F9780AC9}"/>
                  </a:ext>
                </a:extLst>
              </p:cNvPr>
              <p:cNvSpPr/>
              <p:nvPr/>
            </p:nvSpPr>
            <p:spPr>
              <a:xfrm>
                <a:off x="356367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6" name="ph7591">
                <a:extLst>
                  <a:ext uri="{FF2B5EF4-FFF2-40B4-BE49-F238E27FC236}">
                    <a16:creationId xmlns:a16="http://schemas.microsoft.com/office/drawing/2014/main" id="{27C8E402-68F1-7B4E-D1FC-72C86423E2A4}"/>
                  </a:ext>
                </a:extLst>
              </p:cNvPr>
              <p:cNvSpPr/>
              <p:nvPr/>
            </p:nvSpPr>
            <p:spPr>
              <a:xfrm>
                <a:off x="357311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7" name="ph7592">
                <a:extLst>
                  <a:ext uri="{FF2B5EF4-FFF2-40B4-BE49-F238E27FC236}">
                    <a16:creationId xmlns:a16="http://schemas.microsoft.com/office/drawing/2014/main" id="{480FCC8D-6552-6D77-E65E-3DBE21078A3C}"/>
                  </a:ext>
                </a:extLst>
              </p:cNvPr>
              <p:cNvSpPr/>
              <p:nvPr/>
            </p:nvSpPr>
            <p:spPr>
              <a:xfrm>
                <a:off x="3582550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8" name="ph7593">
                <a:extLst>
                  <a:ext uri="{FF2B5EF4-FFF2-40B4-BE49-F238E27FC236}">
                    <a16:creationId xmlns:a16="http://schemas.microsoft.com/office/drawing/2014/main" id="{438BFE5C-7EBC-0CEB-4410-7FC42D22CF44}"/>
                  </a:ext>
                </a:extLst>
              </p:cNvPr>
              <p:cNvSpPr/>
              <p:nvPr/>
            </p:nvSpPr>
            <p:spPr>
              <a:xfrm>
                <a:off x="359199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9" name="ph7594">
                <a:extLst>
                  <a:ext uri="{FF2B5EF4-FFF2-40B4-BE49-F238E27FC236}">
                    <a16:creationId xmlns:a16="http://schemas.microsoft.com/office/drawing/2014/main" id="{954AF85A-3262-BD1A-82AB-06470FE95EF7}"/>
                  </a:ext>
                </a:extLst>
              </p:cNvPr>
              <p:cNvSpPr/>
              <p:nvPr/>
            </p:nvSpPr>
            <p:spPr>
              <a:xfrm>
                <a:off x="360143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0" name="ph7595">
                <a:extLst>
                  <a:ext uri="{FF2B5EF4-FFF2-40B4-BE49-F238E27FC236}">
                    <a16:creationId xmlns:a16="http://schemas.microsoft.com/office/drawing/2014/main" id="{68C9523E-5F9C-E745-5137-1038B4898CA7}"/>
                  </a:ext>
                </a:extLst>
              </p:cNvPr>
              <p:cNvSpPr/>
              <p:nvPr/>
            </p:nvSpPr>
            <p:spPr>
              <a:xfrm>
                <a:off x="361087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1" name="ph7596">
                <a:extLst>
                  <a:ext uri="{FF2B5EF4-FFF2-40B4-BE49-F238E27FC236}">
                    <a16:creationId xmlns:a16="http://schemas.microsoft.com/office/drawing/2014/main" id="{87C3B68B-9E43-8ADE-FBD9-B45FBE76703E}"/>
                  </a:ext>
                </a:extLst>
              </p:cNvPr>
              <p:cNvSpPr/>
              <p:nvPr/>
            </p:nvSpPr>
            <p:spPr>
              <a:xfrm>
                <a:off x="3620311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2" name="ph7597">
                <a:extLst>
                  <a:ext uri="{FF2B5EF4-FFF2-40B4-BE49-F238E27FC236}">
                    <a16:creationId xmlns:a16="http://schemas.microsoft.com/office/drawing/2014/main" id="{79A8BF0C-8DB1-065D-2F8C-8BB2104A4FBA}"/>
                  </a:ext>
                </a:extLst>
              </p:cNvPr>
              <p:cNvSpPr/>
              <p:nvPr/>
            </p:nvSpPr>
            <p:spPr>
              <a:xfrm>
                <a:off x="362975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3" name="ph7598">
                <a:extLst>
                  <a:ext uri="{FF2B5EF4-FFF2-40B4-BE49-F238E27FC236}">
                    <a16:creationId xmlns:a16="http://schemas.microsoft.com/office/drawing/2014/main" id="{66D66AB1-560A-7A65-A0BD-C4E7E2267069}"/>
                  </a:ext>
                </a:extLst>
              </p:cNvPr>
              <p:cNvSpPr/>
              <p:nvPr/>
            </p:nvSpPr>
            <p:spPr>
              <a:xfrm>
                <a:off x="363919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4" name="ph7599">
                <a:extLst>
                  <a:ext uri="{FF2B5EF4-FFF2-40B4-BE49-F238E27FC236}">
                    <a16:creationId xmlns:a16="http://schemas.microsoft.com/office/drawing/2014/main" id="{70A09947-76C4-F0A1-832D-2AC0143C20E9}"/>
                  </a:ext>
                </a:extLst>
              </p:cNvPr>
              <p:cNvSpPr/>
              <p:nvPr/>
            </p:nvSpPr>
            <p:spPr>
              <a:xfrm>
                <a:off x="364863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5" name="ph7600">
                <a:extLst>
                  <a:ext uri="{FF2B5EF4-FFF2-40B4-BE49-F238E27FC236}">
                    <a16:creationId xmlns:a16="http://schemas.microsoft.com/office/drawing/2014/main" id="{21675327-68A8-590D-D6C9-36A7B252B251}"/>
                  </a:ext>
                </a:extLst>
              </p:cNvPr>
              <p:cNvSpPr/>
              <p:nvPr/>
            </p:nvSpPr>
            <p:spPr>
              <a:xfrm>
                <a:off x="3658072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6" name="ph7601">
                <a:extLst>
                  <a:ext uri="{FF2B5EF4-FFF2-40B4-BE49-F238E27FC236}">
                    <a16:creationId xmlns:a16="http://schemas.microsoft.com/office/drawing/2014/main" id="{0C0F9094-3334-60F9-3B36-42BAC71433E5}"/>
                  </a:ext>
                </a:extLst>
              </p:cNvPr>
              <p:cNvSpPr/>
              <p:nvPr/>
            </p:nvSpPr>
            <p:spPr>
              <a:xfrm>
                <a:off x="366751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7" name="ph7602">
                <a:extLst>
                  <a:ext uri="{FF2B5EF4-FFF2-40B4-BE49-F238E27FC236}">
                    <a16:creationId xmlns:a16="http://schemas.microsoft.com/office/drawing/2014/main" id="{77DC9A12-897A-5071-D0DB-71B592BDA354}"/>
                  </a:ext>
                </a:extLst>
              </p:cNvPr>
              <p:cNvSpPr/>
              <p:nvPr/>
            </p:nvSpPr>
            <p:spPr>
              <a:xfrm>
                <a:off x="367695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8" name="ph7603">
                <a:extLst>
                  <a:ext uri="{FF2B5EF4-FFF2-40B4-BE49-F238E27FC236}">
                    <a16:creationId xmlns:a16="http://schemas.microsoft.com/office/drawing/2014/main" id="{3FFDA35D-7B1A-0DE8-FF46-1E994DDC04A9}"/>
                  </a:ext>
                </a:extLst>
              </p:cNvPr>
              <p:cNvSpPr/>
              <p:nvPr/>
            </p:nvSpPr>
            <p:spPr>
              <a:xfrm>
                <a:off x="368639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9" name="ph7604">
                <a:extLst>
                  <a:ext uri="{FF2B5EF4-FFF2-40B4-BE49-F238E27FC236}">
                    <a16:creationId xmlns:a16="http://schemas.microsoft.com/office/drawing/2014/main" id="{E644439A-A933-A6F0-9376-CB09F47A7B82}"/>
                  </a:ext>
                </a:extLst>
              </p:cNvPr>
              <p:cNvSpPr/>
              <p:nvPr/>
            </p:nvSpPr>
            <p:spPr>
              <a:xfrm>
                <a:off x="3695833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0" name="ph7605">
                <a:extLst>
                  <a:ext uri="{FF2B5EF4-FFF2-40B4-BE49-F238E27FC236}">
                    <a16:creationId xmlns:a16="http://schemas.microsoft.com/office/drawing/2014/main" id="{8CBD9286-B9DA-6828-6D0E-797411276092}"/>
                  </a:ext>
                </a:extLst>
              </p:cNvPr>
              <p:cNvSpPr/>
              <p:nvPr/>
            </p:nvSpPr>
            <p:spPr>
              <a:xfrm>
                <a:off x="370527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1" name="ph7606">
                <a:extLst>
                  <a:ext uri="{FF2B5EF4-FFF2-40B4-BE49-F238E27FC236}">
                    <a16:creationId xmlns:a16="http://schemas.microsoft.com/office/drawing/2014/main" id="{85CAE8B2-1056-C216-2F9D-579AE2BF4B77}"/>
                  </a:ext>
                </a:extLst>
              </p:cNvPr>
              <p:cNvSpPr/>
              <p:nvPr/>
            </p:nvSpPr>
            <p:spPr>
              <a:xfrm>
                <a:off x="371471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2" name="ph7607">
                <a:extLst>
                  <a:ext uri="{FF2B5EF4-FFF2-40B4-BE49-F238E27FC236}">
                    <a16:creationId xmlns:a16="http://schemas.microsoft.com/office/drawing/2014/main" id="{FD522BC9-67F3-60E6-5BC6-B1B8D89BE50D}"/>
                  </a:ext>
                </a:extLst>
              </p:cNvPr>
              <p:cNvSpPr/>
              <p:nvPr/>
            </p:nvSpPr>
            <p:spPr>
              <a:xfrm>
                <a:off x="372415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3" name="ph7608">
                <a:extLst>
                  <a:ext uri="{FF2B5EF4-FFF2-40B4-BE49-F238E27FC236}">
                    <a16:creationId xmlns:a16="http://schemas.microsoft.com/office/drawing/2014/main" id="{5229C3E5-1B9E-6604-6614-CDAA7C11E8C2}"/>
                  </a:ext>
                </a:extLst>
              </p:cNvPr>
              <p:cNvSpPr/>
              <p:nvPr/>
            </p:nvSpPr>
            <p:spPr>
              <a:xfrm>
                <a:off x="3733594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4" name="ph7609">
                <a:extLst>
                  <a:ext uri="{FF2B5EF4-FFF2-40B4-BE49-F238E27FC236}">
                    <a16:creationId xmlns:a16="http://schemas.microsoft.com/office/drawing/2014/main" id="{0DDCB49D-5F63-D75D-65E8-EAFE2101E045}"/>
                  </a:ext>
                </a:extLst>
              </p:cNvPr>
              <p:cNvSpPr/>
              <p:nvPr/>
            </p:nvSpPr>
            <p:spPr>
              <a:xfrm>
                <a:off x="374303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5" name="ph7610">
                <a:extLst>
                  <a:ext uri="{FF2B5EF4-FFF2-40B4-BE49-F238E27FC236}">
                    <a16:creationId xmlns:a16="http://schemas.microsoft.com/office/drawing/2014/main" id="{0FCE368E-B7FA-E554-E714-DAAB79C25158}"/>
                  </a:ext>
                </a:extLst>
              </p:cNvPr>
              <p:cNvSpPr/>
              <p:nvPr/>
            </p:nvSpPr>
            <p:spPr>
              <a:xfrm>
                <a:off x="375247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6" name="ph7611">
                <a:extLst>
                  <a:ext uri="{FF2B5EF4-FFF2-40B4-BE49-F238E27FC236}">
                    <a16:creationId xmlns:a16="http://schemas.microsoft.com/office/drawing/2014/main" id="{8793D539-DD77-0486-2A2C-365FD3517C69}"/>
                  </a:ext>
                </a:extLst>
              </p:cNvPr>
              <p:cNvSpPr/>
              <p:nvPr/>
            </p:nvSpPr>
            <p:spPr>
              <a:xfrm>
                <a:off x="376191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7" name="ph7612">
                <a:extLst>
                  <a:ext uri="{FF2B5EF4-FFF2-40B4-BE49-F238E27FC236}">
                    <a16:creationId xmlns:a16="http://schemas.microsoft.com/office/drawing/2014/main" id="{C8CE240B-C4F3-F25D-9F18-21ED1A8E1C2C}"/>
                  </a:ext>
                </a:extLst>
              </p:cNvPr>
              <p:cNvSpPr/>
              <p:nvPr/>
            </p:nvSpPr>
            <p:spPr>
              <a:xfrm>
                <a:off x="3771355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8" name="ph7613">
                <a:extLst>
                  <a:ext uri="{FF2B5EF4-FFF2-40B4-BE49-F238E27FC236}">
                    <a16:creationId xmlns:a16="http://schemas.microsoft.com/office/drawing/2014/main" id="{459458C7-23A2-616C-EBA0-C3A4C0B30B1D}"/>
                  </a:ext>
                </a:extLst>
              </p:cNvPr>
              <p:cNvSpPr/>
              <p:nvPr/>
            </p:nvSpPr>
            <p:spPr>
              <a:xfrm>
                <a:off x="378079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9" name="ph7614">
                <a:extLst>
                  <a:ext uri="{FF2B5EF4-FFF2-40B4-BE49-F238E27FC236}">
                    <a16:creationId xmlns:a16="http://schemas.microsoft.com/office/drawing/2014/main" id="{95AF9B45-9D41-6A2C-EA9F-1FA1AB6A936B}"/>
                  </a:ext>
                </a:extLst>
              </p:cNvPr>
              <p:cNvSpPr/>
              <p:nvPr/>
            </p:nvSpPr>
            <p:spPr>
              <a:xfrm>
                <a:off x="379023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0" name="ph7615">
                <a:extLst>
                  <a:ext uri="{FF2B5EF4-FFF2-40B4-BE49-F238E27FC236}">
                    <a16:creationId xmlns:a16="http://schemas.microsoft.com/office/drawing/2014/main" id="{8DF91612-EA05-8165-F00D-2F45EC65A119}"/>
                  </a:ext>
                </a:extLst>
              </p:cNvPr>
              <p:cNvSpPr/>
              <p:nvPr/>
            </p:nvSpPr>
            <p:spPr>
              <a:xfrm>
                <a:off x="379967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1" name="ph7616">
                <a:extLst>
                  <a:ext uri="{FF2B5EF4-FFF2-40B4-BE49-F238E27FC236}">
                    <a16:creationId xmlns:a16="http://schemas.microsoft.com/office/drawing/2014/main" id="{D8A99E1F-AE55-E945-A417-FD4AC7B72228}"/>
                  </a:ext>
                </a:extLst>
              </p:cNvPr>
              <p:cNvSpPr/>
              <p:nvPr/>
            </p:nvSpPr>
            <p:spPr>
              <a:xfrm>
                <a:off x="380911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2" name="ph7617">
                <a:extLst>
                  <a:ext uri="{FF2B5EF4-FFF2-40B4-BE49-F238E27FC236}">
                    <a16:creationId xmlns:a16="http://schemas.microsoft.com/office/drawing/2014/main" id="{7E521653-DCFB-681C-DBAB-F03A9491DF21}"/>
                  </a:ext>
                </a:extLst>
              </p:cNvPr>
              <p:cNvSpPr/>
              <p:nvPr/>
            </p:nvSpPr>
            <p:spPr>
              <a:xfrm>
                <a:off x="3818556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3" name="ph7618">
                <a:extLst>
                  <a:ext uri="{FF2B5EF4-FFF2-40B4-BE49-F238E27FC236}">
                    <a16:creationId xmlns:a16="http://schemas.microsoft.com/office/drawing/2014/main" id="{AED8F2FD-DC57-CB7B-13BD-E4FFB67BE1DD}"/>
                  </a:ext>
                </a:extLst>
              </p:cNvPr>
              <p:cNvSpPr/>
              <p:nvPr/>
            </p:nvSpPr>
            <p:spPr>
              <a:xfrm>
                <a:off x="382799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4" name="ph7619">
                <a:extLst>
                  <a:ext uri="{FF2B5EF4-FFF2-40B4-BE49-F238E27FC236}">
                    <a16:creationId xmlns:a16="http://schemas.microsoft.com/office/drawing/2014/main" id="{BD6DDFD4-A3D3-FAE3-A5A2-44C8CAB4122B}"/>
                  </a:ext>
                </a:extLst>
              </p:cNvPr>
              <p:cNvSpPr/>
              <p:nvPr/>
            </p:nvSpPr>
            <p:spPr>
              <a:xfrm>
                <a:off x="3837437" y="1113604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5" name="ph7620">
                <a:extLst>
                  <a:ext uri="{FF2B5EF4-FFF2-40B4-BE49-F238E27FC236}">
                    <a16:creationId xmlns:a16="http://schemas.microsoft.com/office/drawing/2014/main" id="{EB8662E3-5CCB-D17D-4340-ED234E955214}"/>
                  </a:ext>
                </a:extLst>
              </p:cNvPr>
              <p:cNvSpPr/>
              <p:nvPr/>
            </p:nvSpPr>
            <p:spPr>
              <a:xfrm>
                <a:off x="3846877" y="1131174"/>
                <a:ext cx="92093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930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930" y="896830"/>
                    </a:lnTo>
                    <a:lnTo>
                      <a:pt x="920374" y="903967"/>
                    </a:lnTo>
                    <a:lnTo>
                      <a:pt x="919258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6" name="ph7621">
                <a:extLst>
                  <a:ext uri="{FF2B5EF4-FFF2-40B4-BE49-F238E27FC236}">
                    <a16:creationId xmlns:a16="http://schemas.microsoft.com/office/drawing/2014/main" id="{1AEE354F-982D-B3A4-C267-BCAA7D669F3A}"/>
                  </a:ext>
                </a:extLst>
              </p:cNvPr>
              <p:cNvSpPr/>
              <p:nvPr/>
            </p:nvSpPr>
            <p:spPr>
              <a:xfrm>
                <a:off x="2034351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11511" y="931969"/>
                    </a:lnTo>
                    <a:lnTo>
                      <a:pt x="911716" y="930823"/>
                    </a:lnTo>
                    <a:lnTo>
                      <a:pt x="911844" y="930215"/>
                    </a:lnTo>
                    <a:lnTo>
                      <a:pt x="911909" y="928593"/>
                    </a:lnTo>
                    <a:lnTo>
                      <a:pt x="912658" y="917657"/>
                    </a:lnTo>
                    <a:lnTo>
                      <a:pt x="912974" y="91439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7" name="ph7622">
                <a:extLst>
                  <a:ext uri="{FF2B5EF4-FFF2-40B4-BE49-F238E27FC236}">
                    <a16:creationId xmlns:a16="http://schemas.microsoft.com/office/drawing/2014/main" id="{2E9AF874-73AD-4E36-3502-42FEC54853C5}"/>
                  </a:ext>
                </a:extLst>
              </p:cNvPr>
              <p:cNvSpPr/>
              <p:nvPr/>
            </p:nvSpPr>
            <p:spPr>
              <a:xfrm>
                <a:off x="203435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8" name="ph7623">
                <a:extLst>
                  <a:ext uri="{FF2B5EF4-FFF2-40B4-BE49-F238E27FC236}">
                    <a16:creationId xmlns:a16="http://schemas.microsoft.com/office/drawing/2014/main" id="{3EC3B0CB-6185-A91C-149F-65ABB1C9BA96}"/>
                  </a:ext>
                </a:extLst>
              </p:cNvPr>
              <p:cNvSpPr/>
              <p:nvPr/>
            </p:nvSpPr>
            <p:spPr>
              <a:xfrm>
                <a:off x="204379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7">
                  <a:alpha val="100000"/>
                </a:srgbClr>
              </a:solidFill>
              <a:ln w="5420" cap="flat">
                <a:solidFill>
                  <a:srgbClr val="FA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9" name="ph7624">
                <a:extLst>
                  <a:ext uri="{FF2B5EF4-FFF2-40B4-BE49-F238E27FC236}">
                    <a16:creationId xmlns:a16="http://schemas.microsoft.com/office/drawing/2014/main" id="{CA4E6133-1712-C8B2-3577-2B94021BE795}"/>
                  </a:ext>
                </a:extLst>
              </p:cNvPr>
              <p:cNvSpPr/>
              <p:nvPr/>
            </p:nvSpPr>
            <p:spPr>
              <a:xfrm>
                <a:off x="205323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0" name="ph7625">
                <a:extLst>
                  <a:ext uri="{FF2B5EF4-FFF2-40B4-BE49-F238E27FC236}">
                    <a16:creationId xmlns:a16="http://schemas.microsoft.com/office/drawing/2014/main" id="{F32D3CF0-E4F3-7162-45B6-EAE3738D27B3}"/>
                  </a:ext>
                </a:extLst>
              </p:cNvPr>
              <p:cNvSpPr/>
              <p:nvPr/>
            </p:nvSpPr>
            <p:spPr>
              <a:xfrm>
                <a:off x="206267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1" name="ph7626">
                <a:extLst>
                  <a:ext uri="{FF2B5EF4-FFF2-40B4-BE49-F238E27FC236}">
                    <a16:creationId xmlns:a16="http://schemas.microsoft.com/office/drawing/2014/main" id="{0640BBA7-B1D4-79F6-F66B-3CEB03E006C9}"/>
                  </a:ext>
                </a:extLst>
              </p:cNvPr>
              <p:cNvSpPr/>
              <p:nvPr/>
            </p:nvSpPr>
            <p:spPr>
              <a:xfrm>
                <a:off x="207211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2" name="ph7627">
                <a:extLst>
                  <a:ext uri="{FF2B5EF4-FFF2-40B4-BE49-F238E27FC236}">
                    <a16:creationId xmlns:a16="http://schemas.microsoft.com/office/drawing/2014/main" id="{8279C5AD-1A6C-EEE3-CC0E-709CF84B46DB}"/>
                  </a:ext>
                </a:extLst>
              </p:cNvPr>
              <p:cNvSpPr/>
              <p:nvPr/>
            </p:nvSpPr>
            <p:spPr>
              <a:xfrm>
                <a:off x="208155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3" name="ph7628">
                <a:extLst>
                  <a:ext uri="{FF2B5EF4-FFF2-40B4-BE49-F238E27FC236}">
                    <a16:creationId xmlns:a16="http://schemas.microsoft.com/office/drawing/2014/main" id="{AEE52536-A854-3B63-4C60-2141F364E834}"/>
                  </a:ext>
                </a:extLst>
              </p:cNvPr>
              <p:cNvSpPr/>
              <p:nvPr/>
            </p:nvSpPr>
            <p:spPr>
              <a:xfrm>
                <a:off x="209099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4" name="ph7629">
                <a:extLst>
                  <a:ext uri="{FF2B5EF4-FFF2-40B4-BE49-F238E27FC236}">
                    <a16:creationId xmlns:a16="http://schemas.microsoft.com/office/drawing/2014/main" id="{E7D52E3B-5E72-8A9A-5950-2C502E736C02}"/>
                  </a:ext>
                </a:extLst>
              </p:cNvPr>
              <p:cNvSpPr/>
              <p:nvPr/>
            </p:nvSpPr>
            <p:spPr>
              <a:xfrm>
                <a:off x="210043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5" name="ph7630">
                <a:extLst>
                  <a:ext uri="{FF2B5EF4-FFF2-40B4-BE49-F238E27FC236}">
                    <a16:creationId xmlns:a16="http://schemas.microsoft.com/office/drawing/2014/main" id="{2EA7FEF6-B326-0C03-AE95-E0AC7899C56A}"/>
                  </a:ext>
                </a:extLst>
              </p:cNvPr>
              <p:cNvSpPr/>
              <p:nvPr/>
            </p:nvSpPr>
            <p:spPr>
              <a:xfrm>
                <a:off x="210987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6" name="ph7631">
                <a:extLst>
                  <a:ext uri="{FF2B5EF4-FFF2-40B4-BE49-F238E27FC236}">
                    <a16:creationId xmlns:a16="http://schemas.microsoft.com/office/drawing/2014/main" id="{EA13BBC5-B7B0-E200-8F72-0928AB60C8AB}"/>
                  </a:ext>
                </a:extLst>
              </p:cNvPr>
              <p:cNvSpPr/>
              <p:nvPr/>
            </p:nvSpPr>
            <p:spPr>
              <a:xfrm>
                <a:off x="211931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7" name="ph7632">
                <a:extLst>
                  <a:ext uri="{FF2B5EF4-FFF2-40B4-BE49-F238E27FC236}">
                    <a16:creationId xmlns:a16="http://schemas.microsoft.com/office/drawing/2014/main" id="{0E438B42-DE5C-FFE3-7EDD-0A78CC336461}"/>
                  </a:ext>
                </a:extLst>
              </p:cNvPr>
              <p:cNvSpPr/>
              <p:nvPr/>
            </p:nvSpPr>
            <p:spPr>
              <a:xfrm>
                <a:off x="212875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8" name="ph7633">
                <a:extLst>
                  <a:ext uri="{FF2B5EF4-FFF2-40B4-BE49-F238E27FC236}">
                    <a16:creationId xmlns:a16="http://schemas.microsoft.com/office/drawing/2014/main" id="{C0C426E9-E291-1E2E-026D-1F79785648A9}"/>
                  </a:ext>
                </a:extLst>
              </p:cNvPr>
              <p:cNvSpPr/>
              <p:nvPr/>
            </p:nvSpPr>
            <p:spPr>
              <a:xfrm>
                <a:off x="213819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9" name="ph7634">
                <a:extLst>
                  <a:ext uri="{FF2B5EF4-FFF2-40B4-BE49-F238E27FC236}">
                    <a16:creationId xmlns:a16="http://schemas.microsoft.com/office/drawing/2014/main" id="{E37B5E22-26E2-616B-D055-2B82E7752518}"/>
                  </a:ext>
                </a:extLst>
              </p:cNvPr>
              <p:cNvSpPr/>
              <p:nvPr/>
            </p:nvSpPr>
            <p:spPr>
              <a:xfrm>
                <a:off x="214763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0" name="ph7635">
                <a:extLst>
                  <a:ext uri="{FF2B5EF4-FFF2-40B4-BE49-F238E27FC236}">
                    <a16:creationId xmlns:a16="http://schemas.microsoft.com/office/drawing/2014/main" id="{A70657A3-BE49-3E4C-B918-5A7D0D489BEC}"/>
                  </a:ext>
                </a:extLst>
              </p:cNvPr>
              <p:cNvSpPr/>
              <p:nvPr/>
            </p:nvSpPr>
            <p:spPr>
              <a:xfrm>
                <a:off x="215707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1" name="ph7636">
                <a:extLst>
                  <a:ext uri="{FF2B5EF4-FFF2-40B4-BE49-F238E27FC236}">
                    <a16:creationId xmlns:a16="http://schemas.microsoft.com/office/drawing/2014/main" id="{9C529C85-25C6-8740-8B57-36F71A060BDA}"/>
                  </a:ext>
                </a:extLst>
              </p:cNvPr>
              <p:cNvSpPr/>
              <p:nvPr/>
            </p:nvSpPr>
            <p:spPr>
              <a:xfrm>
                <a:off x="216651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2" name="ph7637">
                <a:extLst>
                  <a:ext uri="{FF2B5EF4-FFF2-40B4-BE49-F238E27FC236}">
                    <a16:creationId xmlns:a16="http://schemas.microsoft.com/office/drawing/2014/main" id="{D8A5C9D3-CEEB-8F4E-EEB7-E1A87ABF80AD}"/>
                  </a:ext>
                </a:extLst>
              </p:cNvPr>
              <p:cNvSpPr/>
              <p:nvPr/>
            </p:nvSpPr>
            <p:spPr>
              <a:xfrm>
                <a:off x="217595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3" name="ph7638">
                <a:extLst>
                  <a:ext uri="{FF2B5EF4-FFF2-40B4-BE49-F238E27FC236}">
                    <a16:creationId xmlns:a16="http://schemas.microsoft.com/office/drawing/2014/main" id="{4745D08F-7EF1-9BF4-0B72-647FA8BEFF0D}"/>
                  </a:ext>
                </a:extLst>
              </p:cNvPr>
              <p:cNvSpPr/>
              <p:nvPr/>
            </p:nvSpPr>
            <p:spPr>
              <a:xfrm>
                <a:off x="218539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4" name="ph7639">
                <a:extLst>
                  <a:ext uri="{FF2B5EF4-FFF2-40B4-BE49-F238E27FC236}">
                    <a16:creationId xmlns:a16="http://schemas.microsoft.com/office/drawing/2014/main" id="{5F9F676D-1063-6F73-BE2C-C790357B6C84}"/>
                  </a:ext>
                </a:extLst>
              </p:cNvPr>
              <p:cNvSpPr/>
              <p:nvPr/>
            </p:nvSpPr>
            <p:spPr>
              <a:xfrm>
                <a:off x="219483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5" name="ph7640">
                <a:extLst>
                  <a:ext uri="{FF2B5EF4-FFF2-40B4-BE49-F238E27FC236}">
                    <a16:creationId xmlns:a16="http://schemas.microsoft.com/office/drawing/2014/main" id="{41EAF0AE-D867-B211-6146-118EC809710B}"/>
                  </a:ext>
                </a:extLst>
              </p:cNvPr>
              <p:cNvSpPr/>
              <p:nvPr/>
            </p:nvSpPr>
            <p:spPr>
              <a:xfrm>
                <a:off x="220427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6" name="ph7641">
                <a:extLst>
                  <a:ext uri="{FF2B5EF4-FFF2-40B4-BE49-F238E27FC236}">
                    <a16:creationId xmlns:a16="http://schemas.microsoft.com/office/drawing/2014/main" id="{ADEFB4CF-6911-5A4C-6451-53B74491CB15}"/>
                  </a:ext>
                </a:extLst>
              </p:cNvPr>
              <p:cNvSpPr/>
              <p:nvPr/>
            </p:nvSpPr>
            <p:spPr>
              <a:xfrm>
                <a:off x="221371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7" name="ph7642">
                <a:extLst>
                  <a:ext uri="{FF2B5EF4-FFF2-40B4-BE49-F238E27FC236}">
                    <a16:creationId xmlns:a16="http://schemas.microsoft.com/office/drawing/2014/main" id="{5956B32C-A7FE-C3AD-2E53-DEE2E60CB79F}"/>
                  </a:ext>
                </a:extLst>
              </p:cNvPr>
              <p:cNvSpPr/>
              <p:nvPr/>
            </p:nvSpPr>
            <p:spPr>
              <a:xfrm>
                <a:off x="222315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8" name="ph7643">
                <a:extLst>
                  <a:ext uri="{FF2B5EF4-FFF2-40B4-BE49-F238E27FC236}">
                    <a16:creationId xmlns:a16="http://schemas.microsoft.com/office/drawing/2014/main" id="{150C3AA7-CFBA-A073-C802-BA6FEB0BFCE6}"/>
                  </a:ext>
                </a:extLst>
              </p:cNvPr>
              <p:cNvSpPr/>
              <p:nvPr/>
            </p:nvSpPr>
            <p:spPr>
              <a:xfrm>
                <a:off x="223259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9" name="ph7644">
                <a:extLst>
                  <a:ext uri="{FF2B5EF4-FFF2-40B4-BE49-F238E27FC236}">
                    <a16:creationId xmlns:a16="http://schemas.microsoft.com/office/drawing/2014/main" id="{4602735A-67EF-12BD-0C76-24AAED49E945}"/>
                  </a:ext>
                </a:extLst>
              </p:cNvPr>
              <p:cNvSpPr/>
              <p:nvPr/>
            </p:nvSpPr>
            <p:spPr>
              <a:xfrm>
                <a:off x="224203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0" name="ph7645">
                <a:extLst>
                  <a:ext uri="{FF2B5EF4-FFF2-40B4-BE49-F238E27FC236}">
                    <a16:creationId xmlns:a16="http://schemas.microsoft.com/office/drawing/2014/main" id="{D545856D-0ED2-7600-4DCB-17E07CCC3C1C}"/>
                  </a:ext>
                </a:extLst>
              </p:cNvPr>
              <p:cNvSpPr/>
              <p:nvPr/>
            </p:nvSpPr>
            <p:spPr>
              <a:xfrm>
                <a:off x="225147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1" name="ph7646">
                <a:extLst>
                  <a:ext uri="{FF2B5EF4-FFF2-40B4-BE49-F238E27FC236}">
                    <a16:creationId xmlns:a16="http://schemas.microsoft.com/office/drawing/2014/main" id="{52153061-B026-DCC9-250E-7E3C545705C8}"/>
                  </a:ext>
                </a:extLst>
              </p:cNvPr>
              <p:cNvSpPr/>
              <p:nvPr/>
            </p:nvSpPr>
            <p:spPr>
              <a:xfrm>
                <a:off x="226091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2" name="ph7647">
                <a:extLst>
                  <a:ext uri="{FF2B5EF4-FFF2-40B4-BE49-F238E27FC236}">
                    <a16:creationId xmlns:a16="http://schemas.microsoft.com/office/drawing/2014/main" id="{48A71CA1-706F-843D-0B8D-BC8D88412887}"/>
                  </a:ext>
                </a:extLst>
              </p:cNvPr>
              <p:cNvSpPr/>
              <p:nvPr/>
            </p:nvSpPr>
            <p:spPr>
              <a:xfrm>
                <a:off x="2270357" y="1113604"/>
                <a:ext cx="9175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4750" y="896830"/>
                    </a:lnTo>
                    <a:lnTo>
                      <a:pt x="915404" y="900276"/>
                    </a:lnTo>
                    <a:lnTo>
                      <a:pt x="917157" y="911440"/>
                    </a:lnTo>
                    <a:lnTo>
                      <a:pt x="917528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3" name="ph7648">
                <a:extLst>
                  <a:ext uri="{FF2B5EF4-FFF2-40B4-BE49-F238E27FC236}">
                    <a16:creationId xmlns:a16="http://schemas.microsoft.com/office/drawing/2014/main" id="{9C106DE7-09E5-043E-B924-867D2DCD85D0}"/>
                  </a:ext>
                </a:extLst>
              </p:cNvPr>
              <p:cNvSpPr/>
              <p:nvPr/>
            </p:nvSpPr>
            <p:spPr>
              <a:xfrm>
                <a:off x="3469268" y="1113604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6050" y="914399"/>
                    </a:lnTo>
                    <a:lnTo>
                      <a:pt x="909622" y="906855"/>
                    </a:lnTo>
                    <a:lnTo>
                      <a:pt x="913837" y="898854"/>
                    </a:lnTo>
                    <a:lnTo>
                      <a:pt x="914400" y="89789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4" name="ph7649">
                <a:extLst>
                  <a:ext uri="{FF2B5EF4-FFF2-40B4-BE49-F238E27FC236}">
                    <a16:creationId xmlns:a16="http://schemas.microsoft.com/office/drawing/2014/main" id="{4EDBCF5C-2BC0-9947-AC48-A9EF45CE962F}"/>
                  </a:ext>
                </a:extLst>
              </p:cNvPr>
              <p:cNvSpPr/>
              <p:nvPr/>
            </p:nvSpPr>
            <p:spPr>
              <a:xfrm>
                <a:off x="3478708" y="109603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5464"/>
                    </a:lnTo>
                    <a:lnTo>
                      <a:pt x="905583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5" name="ph7650">
                <a:extLst>
                  <a:ext uri="{FF2B5EF4-FFF2-40B4-BE49-F238E27FC236}">
                    <a16:creationId xmlns:a16="http://schemas.microsoft.com/office/drawing/2014/main" id="{8ABB6C1F-61D0-3837-A4BD-DD8FA9D8D5BB}"/>
                  </a:ext>
                </a:extLst>
              </p:cNvPr>
              <p:cNvSpPr/>
              <p:nvPr/>
            </p:nvSpPr>
            <p:spPr>
              <a:xfrm>
                <a:off x="347870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6" name="ph7651">
                <a:extLst>
                  <a:ext uri="{FF2B5EF4-FFF2-40B4-BE49-F238E27FC236}">
                    <a16:creationId xmlns:a16="http://schemas.microsoft.com/office/drawing/2014/main" id="{1FDDCDFF-4C89-1D37-7EA9-0ED02C18196B}"/>
                  </a:ext>
                </a:extLst>
              </p:cNvPr>
              <p:cNvSpPr/>
              <p:nvPr/>
            </p:nvSpPr>
            <p:spPr>
              <a:xfrm>
                <a:off x="348814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7" name="ph7652">
                <a:extLst>
                  <a:ext uri="{FF2B5EF4-FFF2-40B4-BE49-F238E27FC236}">
                    <a16:creationId xmlns:a16="http://schemas.microsoft.com/office/drawing/2014/main" id="{23213A08-D2A5-7A7E-B970-5605ABCBFDE7}"/>
                  </a:ext>
                </a:extLst>
              </p:cNvPr>
              <p:cNvSpPr/>
              <p:nvPr/>
            </p:nvSpPr>
            <p:spPr>
              <a:xfrm>
                <a:off x="3497588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8" name="ph7653">
                <a:extLst>
                  <a:ext uri="{FF2B5EF4-FFF2-40B4-BE49-F238E27FC236}">
                    <a16:creationId xmlns:a16="http://schemas.microsoft.com/office/drawing/2014/main" id="{16993699-A809-BC58-5D96-FC19F05252E8}"/>
                  </a:ext>
                </a:extLst>
              </p:cNvPr>
              <p:cNvSpPr/>
              <p:nvPr/>
            </p:nvSpPr>
            <p:spPr>
              <a:xfrm>
                <a:off x="350702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9" name="ph7654">
                <a:extLst>
                  <a:ext uri="{FF2B5EF4-FFF2-40B4-BE49-F238E27FC236}">
                    <a16:creationId xmlns:a16="http://schemas.microsoft.com/office/drawing/2014/main" id="{6B39102F-ECF9-C28E-598F-FB2F7948A823}"/>
                  </a:ext>
                </a:extLst>
              </p:cNvPr>
              <p:cNvSpPr/>
              <p:nvPr/>
            </p:nvSpPr>
            <p:spPr>
              <a:xfrm>
                <a:off x="351646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0" name="ph7655">
                <a:extLst>
                  <a:ext uri="{FF2B5EF4-FFF2-40B4-BE49-F238E27FC236}">
                    <a16:creationId xmlns:a16="http://schemas.microsoft.com/office/drawing/2014/main" id="{32CC4EEA-429B-BE35-8A98-A5E066466073}"/>
                  </a:ext>
                </a:extLst>
              </p:cNvPr>
              <p:cNvSpPr/>
              <p:nvPr/>
            </p:nvSpPr>
            <p:spPr>
              <a:xfrm>
                <a:off x="352590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1" name="ph7656">
                <a:extLst>
                  <a:ext uri="{FF2B5EF4-FFF2-40B4-BE49-F238E27FC236}">
                    <a16:creationId xmlns:a16="http://schemas.microsoft.com/office/drawing/2014/main" id="{81F455EB-F3AE-0087-0CFE-873C2B59F747}"/>
                  </a:ext>
                </a:extLst>
              </p:cNvPr>
              <p:cNvSpPr/>
              <p:nvPr/>
            </p:nvSpPr>
            <p:spPr>
              <a:xfrm>
                <a:off x="3535349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2" name="ph7657">
                <a:extLst>
                  <a:ext uri="{FF2B5EF4-FFF2-40B4-BE49-F238E27FC236}">
                    <a16:creationId xmlns:a16="http://schemas.microsoft.com/office/drawing/2014/main" id="{FE637424-56A0-881E-9F4F-FF6BFAECAB47}"/>
                  </a:ext>
                </a:extLst>
              </p:cNvPr>
              <p:cNvSpPr/>
              <p:nvPr/>
            </p:nvSpPr>
            <p:spPr>
              <a:xfrm>
                <a:off x="354479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3" name="ph7658">
                <a:extLst>
                  <a:ext uri="{FF2B5EF4-FFF2-40B4-BE49-F238E27FC236}">
                    <a16:creationId xmlns:a16="http://schemas.microsoft.com/office/drawing/2014/main" id="{5813FF08-B1A9-1BE8-F986-C7A7DD02E3B9}"/>
                  </a:ext>
                </a:extLst>
              </p:cNvPr>
              <p:cNvSpPr/>
              <p:nvPr/>
            </p:nvSpPr>
            <p:spPr>
              <a:xfrm>
                <a:off x="355423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4" name="ph7659">
                <a:extLst>
                  <a:ext uri="{FF2B5EF4-FFF2-40B4-BE49-F238E27FC236}">
                    <a16:creationId xmlns:a16="http://schemas.microsoft.com/office/drawing/2014/main" id="{C045E690-CB5E-1610-9F2E-53A3F7F8E032}"/>
                  </a:ext>
                </a:extLst>
              </p:cNvPr>
              <p:cNvSpPr/>
              <p:nvPr/>
            </p:nvSpPr>
            <p:spPr>
              <a:xfrm>
                <a:off x="356367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5" name="ph7660">
                <a:extLst>
                  <a:ext uri="{FF2B5EF4-FFF2-40B4-BE49-F238E27FC236}">
                    <a16:creationId xmlns:a16="http://schemas.microsoft.com/office/drawing/2014/main" id="{D83E8894-4C12-B6EC-6E2B-478E0A0BCFC9}"/>
                  </a:ext>
                </a:extLst>
              </p:cNvPr>
              <p:cNvSpPr/>
              <p:nvPr/>
            </p:nvSpPr>
            <p:spPr>
              <a:xfrm>
                <a:off x="357311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6" name="ph7661">
                <a:extLst>
                  <a:ext uri="{FF2B5EF4-FFF2-40B4-BE49-F238E27FC236}">
                    <a16:creationId xmlns:a16="http://schemas.microsoft.com/office/drawing/2014/main" id="{52E82635-66A5-D1DE-4D0F-2E69BD130821}"/>
                  </a:ext>
                </a:extLst>
              </p:cNvPr>
              <p:cNvSpPr/>
              <p:nvPr/>
            </p:nvSpPr>
            <p:spPr>
              <a:xfrm>
                <a:off x="3582550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7" name="ph7662">
                <a:extLst>
                  <a:ext uri="{FF2B5EF4-FFF2-40B4-BE49-F238E27FC236}">
                    <a16:creationId xmlns:a16="http://schemas.microsoft.com/office/drawing/2014/main" id="{71414B6C-1D9B-5B83-B695-DFDA4FE4C800}"/>
                  </a:ext>
                </a:extLst>
              </p:cNvPr>
              <p:cNvSpPr/>
              <p:nvPr/>
            </p:nvSpPr>
            <p:spPr>
              <a:xfrm>
                <a:off x="359199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8" name="ph7663">
                <a:extLst>
                  <a:ext uri="{FF2B5EF4-FFF2-40B4-BE49-F238E27FC236}">
                    <a16:creationId xmlns:a16="http://schemas.microsoft.com/office/drawing/2014/main" id="{1EA46880-0477-99D9-2381-228B7059940C}"/>
                  </a:ext>
                </a:extLst>
              </p:cNvPr>
              <p:cNvSpPr/>
              <p:nvPr/>
            </p:nvSpPr>
            <p:spPr>
              <a:xfrm>
                <a:off x="360143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9" name="ph7664">
                <a:extLst>
                  <a:ext uri="{FF2B5EF4-FFF2-40B4-BE49-F238E27FC236}">
                    <a16:creationId xmlns:a16="http://schemas.microsoft.com/office/drawing/2014/main" id="{952092B6-648E-F117-381B-209BF4033845}"/>
                  </a:ext>
                </a:extLst>
              </p:cNvPr>
              <p:cNvSpPr/>
              <p:nvPr/>
            </p:nvSpPr>
            <p:spPr>
              <a:xfrm>
                <a:off x="361087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0" name="ph7665">
                <a:extLst>
                  <a:ext uri="{FF2B5EF4-FFF2-40B4-BE49-F238E27FC236}">
                    <a16:creationId xmlns:a16="http://schemas.microsoft.com/office/drawing/2014/main" id="{D64E425E-ACA2-F421-B2ED-662EF80F7106}"/>
                  </a:ext>
                </a:extLst>
              </p:cNvPr>
              <p:cNvSpPr/>
              <p:nvPr/>
            </p:nvSpPr>
            <p:spPr>
              <a:xfrm>
                <a:off x="3620311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1" name="ph7666">
                <a:extLst>
                  <a:ext uri="{FF2B5EF4-FFF2-40B4-BE49-F238E27FC236}">
                    <a16:creationId xmlns:a16="http://schemas.microsoft.com/office/drawing/2014/main" id="{D0DBBC2A-D397-D3A3-683B-FA72186B6A60}"/>
                  </a:ext>
                </a:extLst>
              </p:cNvPr>
              <p:cNvSpPr/>
              <p:nvPr/>
            </p:nvSpPr>
            <p:spPr>
              <a:xfrm>
                <a:off x="362975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2" name="ph7667">
                <a:extLst>
                  <a:ext uri="{FF2B5EF4-FFF2-40B4-BE49-F238E27FC236}">
                    <a16:creationId xmlns:a16="http://schemas.microsoft.com/office/drawing/2014/main" id="{D5B78668-765F-E19C-809C-51B26D52D0A7}"/>
                  </a:ext>
                </a:extLst>
              </p:cNvPr>
              <p:cNvSpPr/>
              <p:nvPr/>
            </p:nvSpPr>
            <p:spPr>
              <a:xfrm>
                <a:off x="363919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3" name="ph7668">
                <a:extLst>
                  <a:ext uri="{FF2B5EF4-FFF2-40B4-BE49-F238E27FC236}">
                    <a16:creationId xmlns:a16="http://schemas.microsoft.com/office/drawing/2014/main" id="{68C2FB02-2FFF-774B-0E0B-9BE96769A0A7}"/>
                  </a:ext>
                </a:extLst>
              </p:cNvPr>
              <p:cNvSpPr/>
              <p:nvPr/>
            </p:nvSpPr>
            <p:spPr>
              <a:xfrm>
                <a:off x="364863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4" name="ph7669">
                <a:extLst>
                  <a:ext uri="{FF2B5EF4-FFF2-40B4-BE49-F238E27FC236}">
                    <a16:creationId xmlns:a16="http://schemas.microsoft.com/office/drawing/2014/main" id="{8CB4254D-E254-BE2D-D16A-E2A287C761AC}"/>
                  </a:ext>
                </a:extLst>
              </p:cNvPr>
              <p:cNvSpPr/>
              <p:nvPr/>
            </p:nvSpPr>
            <p:spPr>
              <a:xfrm>
                <a:off x="3658072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5" name="ph7670">
                <a:extLst>
                  <a:ext uri="{FF2B5EF4-FFF2-40B4-BE49-F238E27FC236}">
                    <a16:creationId xmlns:a16="http://schemas.microsoft.com/office/drawing/2014/main" id="{B293E53A-E366-5170-4438-1BC3143885E5}"/>
                  </a:ext>
                </a:extLst>
              </p:cNvPr>
              <p:cNvSpPr/>
              <p:nvPr/>
            </p:nvSpPr>
            <p:spPr>
              <a:xfrm>
                <a:off x="366751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6" name="ph7671">
                <a:extLst>
                  <a:ext uri="{FF2B5EF4-FFF2-40B4-BE49-F238E27FC236}">
                    <a16:creationId xmlns:a16="http://schemas.microsoft.com/office/drawing/2014/main" id="{22B21CEE-E0A7-9993-2D67-AE1A09182110}"/>
                  </a:ext>
                </a:extLst>
              </p:cNvPr>
              <p:cNvSpPr/>
              <p:nvPr/>
            </p:nvSpPr>
            <p:spPr>
              <a:xfrm>
                <a:off x="367695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7" name="ph7672">
                <a:extLst>
                  <a:ext uri="{FF2B5EF4-FFF2-40B4-BE49-F238E27FC236}">
                    <a16:creationId xmlns:a16="http://schemas.microsoft.com/office/drawing/2014/main" id="{54C2302A-C002-8F6D-634A-1826B7D36F0D}"/>
                  </a:ext>
                </a:extLst>
              </p:cNvPr>
              <p:cNvSpPr/>
              <p:nvPr/>
            </p:nvSpPr>
            <p:spPr>
              <a:xfrm>
                <a:off x="368639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8" name="ph7673">
                <a:extLst>
                  <a:ext uri="{FF2B5EF4-FFF2-40B4-BE49-F238E27FC236}">
                    <a16:creationId xmlns:a16="http://schemas.microsoft.com/office/drawing/2014/main" id="{92D5BE19-42F2-C779-998D-6393D6DBEC80}"/>
                  </a:ext>
                </a:extLst>
              </p:cNvPr>
              <p:cNvSpPr/>
              <p:nvPr/>
            </p:nvSpPr>
            <p:spPr>
              <a:xfrm>
                <a:off x="3695833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9" name="ph7674">
                <a:extLst>
                  <a:ext uri="{FF2B5EF4-FFF2-40B4-BE49-F238E27FC236}">
                    <a16:creationId xmlns:a16="http://schemas.microsoft.com/office/drawing/2014/main" id="{52A545B1-B852-75FD-963A-3BD02EECA290}"/>
                  </a:ext>
                </a:extLst>
              </p:cNvPr>
              <p:cNvSpPr/>
              <p:nvPr/>
            </p:nvSpPr>
            <p:spPr>
              <a:xfrm>
                <a:off x="370527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0" name="ph7675">
                <a:extLst>
                  <a:ext uri="{FF2B5EF4-FFF2-40B4-BE49-F238E27FC236}">
                    <a16:creationId xmlns:a16="http://schemas.microsoft.com/office/drawing/2014/main" id="{CEB97094-8181-C708-57B7-9D1A31B39D9E}"/>
                  </a:ext>
                </a:extLst>
              </p:cNvPr>
              <p:cNvSpPr/>
              <p:nvPr/>
            </p:nvSpPr>
            <p:spPr>
              <a:xfrm>
                <a:off x="371471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1" name="ph7676">
                <a:extLst>
                  <a:ext uri="{FF2B5EF4-FFF2-40B4-BE49-F238E27FC236}">
                    <a16:creationId xmlns:a16="http://schemas.microsoft.com/office/drawing/2014/main" id="{BC406502-15FE-8BB5-D792-0C38981758C2}"/>
                  </a:ext>
                </a:extLst>
              </p:cNvPr>
              <p:cNvSpPr/>
              <p:nvPr/>
            </p:nvSpPr>
            <p:spPr>
              <a:xfrm>
                <a:off x="372415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2" name="ph7677">
                <a:extLst>
                  <a:ext uri="{FF2B5EF4-FFF2-40B4-BE49-F238E27FC236}">
                    <a16:creationId xmlns:a16="http://schemas.microsoft.com/office/drawing/2014/main" id="{EBFBFBB4-9AF5-F962-911E-E888535BAD20}"/>
                  </a:ext>
                </a:extLst>
              </p:cNvPr>
              <p:cNvSpPr/>
              <p:nvPr/>
            </p:nvSpPr>
            <p:spPr>
              <a:xfrm>
                <a:off x="3733594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3" name="ph7678">
                <a:extLst>
                  <a:ext uri="{FF2B5EF4-FFF2-40B4-BE49-F238E27FC236}">
                    <a16:creationId xmlns:a16="http://schemas.microsoft.com/office/drawing/2014/main" id="{62DEF3AB-1AA9-8CF8-AEDB-B25F5AE884D3}"/>
                  </a:ext>
                </a:extLst>
              </p:cNvPr>
              <p:cNvSpPr/>
              <p:nvPr/>
            </p:nvSpPr>
            <p:spPr>
              <a:xfrm>
                <a:off x="374303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4" name="ph7679">
                <a:extLst>
                  <a:ext uri="{FF2B5EF4-FFF2-40B4-BE49-F238E27FC236}">
                    <a16:creationId xmlns:a16="http://schemas.microsoft.com/office/drawing/2014/main" id="{0E32A5B4-98EB-73FA-896C-4BD30F0D81FE}"/>
                  </a:ext>
                </a:extLst>
              </p:cNvPr>
              <p:cNvSpPr/>
              <p:nvPr/>
            </p:nvSpPr>
            <p:spPr>
              <a:xfrm>
                <a:off x="375247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5" name="ph7680">
                <a:extLst>
                  <a:ext uri="{FF2B5EF4-FFF2-40B4-BE49-F238E27FC236}">
                    <a16:creationId xmlns:a16="http://schemas.microsoft.com/office/drawing/2014/main" id="{0EBA775C-C037-0FF2-0E18-F47C6161581B}"/>
                  </a:ext>
                </a:extLst>
              </p:cNvPr>
              <p:cNvSpPr/>
              <p:nvPr/>
            </p:nvSpPr>
            <p:spPr>
              <a:xfrm>
                <a:off x="376191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6" name="ph7681">
                <a:extLst>
                  <a:ext uri="{FF2B5EF4-FFF2-40B4-BE49-F238E27FC236}">
                    <a16:creationId xmlns:a16="http://schemas.microsoft.com/office/drawing/2014/main" id="{A4858F76-0794-AFF2-09CA-5AE1844B668B}"/>
                  </a:ext>
                </a:extLst>
              </p:cNvPr>
              <p:cNvSpPr/>
              <p:nvPr/>
            </p:nvSpPr>
            <p:spPr>
              <a:xfrm>
                <a:off x="3771355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7" name="ph7682">
                <a:extLst>
                  <a:ext uri="{FF2B5EF4-FFF2-40B4-BE49-F238E27FC236}">
                    <a16:creationId xmlns:a16="http://schemas.microsoft.com/office/drawing/2014/main" id="{9E94A647-9215-9846-2B6B-FB2D230FFF22}"/>
                  </a:ext>
                </a:extLst>
              </p:cNvPr>
              <p:cNvSpPr/>
              <p:nvPr/>
            </p:nvSpPr>
            <p:spPr>
              <a:xfrm>
                <a:off x="378079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8" name="ph7683">
                <a:extLst>
                  <a:ext uri="{FF2B5EF4-FFF2-40B4-BE49-F238E27FC236}">
                    <a16:creationId xmlns:a16="http://schemas.microsoft.com/office/drawing/2014/main" id="{CCDE8DC7-1042-31D3-A3F2-F8EBF04F5D7C}"/>
                  </a:ext>
                </a:extLst>
              </p:cNvPr>
              <p:cNvSpPr/>
              <p:nvPr/>
            </p:nvSpPr>
            <p:spPr>
              <a:xfrm>
                <a:off x="379023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9" name="ph7684">
                <a:extLst>
                  <a:ext uri="{FF2B5EF4-FFF2-40B4-BE49-F238E27FC236}">
                    <a16:creationId xmlns:a16="http://schemas.microsoft.com/office/drawing/2014/main" id="{675B808C-9D00-A5CA-1C98-1051CBDA74DB}"/>
                  </a:ext>
                </a:extLst>
              </p:cNvPr>
              <p:cNvSpPr/>
              <p:nvPr/>
            </p:nvSpPr>
            <p:spPr>
              <a:xfrm>
                <a:off x="379967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0" name="ph7685">
                <a:extLst>
                  <a:ext uri="{FF2B5EF4-FFF2-40B4-BE49-F238E27FC236}">
                    <a16:creationId xmlns:a16="http://schemas.microsoft.com/office/drawing/2014/main" id="{4E86915F-278C-054E-4735-9035C1928B33}"/>
                  </a:ext>
                </a:extLst>
              </p:cNvPr>
              <p:cNvSpPr/>
              <p:nvPr/>
            </p:nvSpPr>
            <p:spPr>
              <a:xfrm>
                <a:off x="380911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1" name="ph7686">
                <a:extLst>
                  <a:ext uri="{FF2B5EF4-FFF2-40B4-BE49-F238E27FC236}">
                    <a16:creationId xmlns:a16="http://schemas.microsoft.com/office/drawing/2014/main" id="{CACFB86D-1F42-131E-4252-9646F1123C77}"/>
                  </a:ext>
                </a:extLst>
              </p:cNvPr>
              <p:cNvSpPr/>
              <p:nvPr/>
            </p:nvSpPr>
            <p:spPr>
              <a:xfrm>
                <a:off x="3818556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2" name="ph7687">
                <a:extLst>
                  <a:ext uri="{FF2B5EF4-FFF2-40B4-BE49-F238E27FC236}">
                    <a16:creationId xmlns:a16="http://schemas.microsoft.com/office/drawing/2014/main" id="{C501BF5F-E011-93EE-6BA3-969C86870DB4}"/>
                  </a:ext>
                </a:extLst>
              </p:cNvPr>
              <p:cNvSpPr/>
              <p:nvPr/>
            </p:nvSpPr>
            <p:spPr>
              <a:xfrm>
                <a:off x="382799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3" name="ph7688">
                <a:extLst>
                  <a:ext uri="{FF2B5EF4-FFF2-40B4-BE49-F238E27FC236}">
                    <a16:creationId xmlns:a16="http://schemas.microsoft.com/office/drawing/2014/main" id="{8724E3F4-601B-D129-4AB9-2FFCF922684C}"/>
                  </a:ext>
                </a:extLst>
              </p:cNvPr>
              <p:cNvSpPr/>
              <p:nvPr/>
            </p:nvSpPr>
            <p:spPr>
              <a:xfrm>
                <a:off x="3837437" y="109603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4" name="ph7689">
                <a:extLst>
                  <a:ext uri="{FF2B5EF4-FFF2-40B4-BE49-F238E27FC236}">
                    <a16:creationId xmlns:a16="http://schemas.microsoft.com/office/drawing/2014/main" id="{F14DFD24-A515-54A4-5D86-B0455845EB89}"/>
                  </a:ext>
                </a:extLst>
              </p:cNvPr>
              <p:cNvSpPr/>
              <p:nvPr/>
            </p:nvSpPr>
            <p:spPr>
              <a:xfrm>
                <a:off x="3846877" y="1113604"/>
                <a:ext cx="92182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829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829" y="896830"/>
                    </a:lnTo>
                    <a:lnTo>
                      <a:pt x="921774" y="899480"/>
                    </a:lnTo>
                    <a:lnTo>
                      <a:pt x="921230" y="910543"/>
                    </a:lnTo>
                    <a:lnTo>
                      <a:pt x="920930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5" name="ph7690">
                <a:extLst>
                  <a:ext uri="{FF2B5EF4-FFF2-40B4-BE49-F238E27FC236}">
                    <a16:creationId xmlns:a16="http://schemas.microsoft.com/office/drawing/2014/main" id="{CE3F47F9-CB4F-BA88-6D36-94ABD6B5B6F2}"/>
                  </a:ext>
                </a:extLst>
              </p:cNvPr>
              <p:cNvSpPr/>
              <p:nvPr/>
            </p:nvSpPr>
            <p:spPr>
              <a:xfrm>
                <a:off x="2034351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974" y="914399"/>
                    </a:lnTo>
                    <a:lnTo>
                      <a:pt x="913712" y="906808"/>
                    </a:lnTo>
                    <a:lnTo>
                      <a:pt x="914400" y="901376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6" name="ph7691">
                <a:extLst>
                  <a:ext uri="{FF2B5EF4-FFF2-40B4-BE49-F238E27FC236}">
                    <a16:creationId xmlns:a16="http://schemas.microsoft.com/office/drawing/2014/main" id="{AC9F974B-7B45-BCBD-0DD3-282E1D8D7C9B}"/>
                  </a:ext>
                </a:extLst>
              </p:cNvPr>
              <p:cNvSpPr/>
              <p:nvPr/>
            </p:nvSpPr>
            <p:spPr>
              <a:xfrm>
                <a:off x="2043791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946"/>
                    </a:lnTo>
                    <a:lnTo>
                      <a:pt x="905535" y="914400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7" name="ph7692">
                <a:extLst>
                  <a:ext uri="{FF2B5EF4-FFF2-40B4-BE49-F238E27FC236}">
                    <a16:creationId xmlns:a16="http://schemas.microsoft.com/office/drawing/2014/main" id="{D5552169-E35B-3F2F-C298-08AF676DC785}"/>
                  </a:ext>
                </a:extLst>
              </p:cNvPr>
              <p:cNvSpPr/>
              <p:nvPr/>
            </p:nvSpPr>
            <p:spPr>
              <a:xfrm>
                <a:off x="204379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8" name="ph7693">
                <a:extLst>
                  <a:ext uri="{FF2B5EF4-FFF2-40B4-BE49-F238E27FC236}">
                    <a16:creationId xmlns:a16="http://schemas.microsoft.com/office/drawing/2014/main" id="{C8B9B001-7426-9CAF-C64F-EE335E9F2E8B}"/>
                  </a:ext>
                </a:extLst>
              </p:cNvPr>
              <p:cNvSpPr/>
              <p:nvPr/>
            </p:nvSpPr>
            <p:spPr>
              <a:xfrm>
                <a:off x="205323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9" name="ph7694">
                <a:extLst>
                  <a:ext uri="{FF2B5EF4-FFF2-40B4-BE49-F238E27FC236}">
                    <a16:creationId xmlns:a16="http://schemas.microsoft.com/office/drawing/2014/main" id="{BF957DAE-640B-3D18-BA8E-382A4DE49484}"/>
                  </a:ext>
                </a:extLst>
              </p:cNvPr>
              <p:cNvSpPr/>
              <p:nvPr/>
            </p:nvSpPr>
            <p:spPr>
              <a:xfrm>
                <a:off x="206267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0" name="ph7695">
                <a:extLst>
                  <a:ext uri="{FF2B5EF4-FFF2-40B4-BE49-F238E27FC236}">
                    <a16:creationId xmlns:a16="http://schemas.microsoft.com/office/drawing/2014/main" id="{C2205716-CB10-9AD7-4A0E-44B8CECB9208}"/>
                  </a:ext>
                </a:extLst>
              </p:cNvPr>
              <p:cNvSpPr/>
              <p:nvPr/>
            </p:nvSpPr>
            <p:spPr>
              <a:xfrm>
                <a:off x="207211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1" name="ph7696">
                <a:extLst>
                  <a:ext uri="{FF2B5EF4-FFF2-40B4-BE49-F238E27FC236}">
                    <a16:creationId xmlns:a16="http://schemas.microsoft.com/office/drawing/2014/main" id="{021A6F4B-0608-2081-8B80-341FC4AD8E9B}"/>
                  </a:ext>
                </a:extLst>
              </p:cNvPr>
              <p:cNvSpPr/>
              <p:nvPr/>
            </p:nvSpPr>
            <p:spPr>
              <a:xfrm>
                <a:off x="208155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2" name="ph7697">
                <a:extLst>
                  <a:ext uri="{FF2B5EF4-FFF2-40B4-BE49-F238E27FC236}">
                    <a16:creationId xmlns:a16="http://schemas.microsoft.com/office/drawing/2014/main" id="{704AC386-7F3C-F57F-92AC-D3D09455D070}"/>
                  </a:ext>
                </a:extLst>
              </p:cNvPr>
              <p:cNvSpPr/>
              <p:nvPr/>
            </p:nvSpPr>
            <p:spPr>
              <a:xfrm>
                <a:off x="209099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3" name="ph7698">
                <a:extLst>
                  <a:ext uri="{FF2B5EF4-FFF2-40B4-BE49-F238E27FC236}">
                    <a16:creationId xmlns:a16="http://schemas.microsoft.com/office/drawing/2014/main" id="{F36EDF71-45DA-0650-FB38-AEFD00418BAC}"/>
                  </a:ext>
                </a:extLst>
              </p:cNvPr>
              <p:cNvSpPr/>
              <p:nvPr/>
            </p:nvSpPr>
            <p:spPr>
              <a:xfrm>
                <a:off x="210043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4" name="ph7699">
                <a:extLst>
                  <a:ext uri="{FF2B5EF4-FFF2-40B4-BE49-F238E27FC236}">
                    <a16:creationId xmlns:a16="http://schemas.microsoft.com/office/drawing/2014/main" id="{9D2971E2-F5A6-942D-13BA-C70E14ACF0A6}"/>
                  </a:ext>
                </a:extLst>
              </p:cNvPr>
              <p:cNvSpPr/>
              <p:nvPr/>
            </p:nvSpPr>
            <p:spPr>
              <a:xfrm>
                <a:off x="210987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5" name="ph7700">
                <a:extLst>
                  <a:ext uri="{FF2B5EF4-FFF2-40B4-BE49-F238E27FC236}">
                    <a16:creationId xmlns:a16="http://schemas.microsoft.com/office/drawing/2014/main" id="{DCA67F5E-ECBB-A415-5D17-63BEB8ADC343}"/>
                  </a:ext>
                </a:extLst>
              </p:cNvPr>
              <p:cNvSpPr/>
              <p:nvPr/>
            </p:nvSpPr>
            <p:spPr>
              <a:xfrm>
                <a:off x="211931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6" name="ph7701">
                <a:extLst>
                  <a:ext uri="{FF2B5EF4-FFF2-40B4-BE49-F238E27FC236}">
                    <a16:creationId xmlns:a16="http://schemas.microsoft.com/office/drawing/2014/main" id="{30E4BDE7-0C92-320E-2DC4-875C35F46BFA}"/>
                  </a:ext>
                </a:extLst>
              </p:cNvPr>
              <p:cNvSpPr/>
              <p:nvPr/>
            </p:nvSpPr>
            <p:spPr>
              <a:xfrm>
                <a:off x="212875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7" name="ph7702">
                <a:extLst>
                  <a:ext uri="{FF2B5EF4-FFF2-40B4-BE49-F238E27FC236}">
                    <a16:creationId xmlns:a16="http://schemas.microsoft.com/office/drawing/2014/main" id="{9F38B7AA-82B2-3BB8-AA7C-8799B14294E2}"/>
                  </a:ext>
                </a:extLst>
              </p:cNvPr>
              <p:cNvSpPr/>
              <p:nvPr/>
            </p:nvSpPr>
            <p:spPr>
              <a:xfrm>
                <a:off x="213819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8" name="ph7703">
                <a:extLst>
                  <a:ext uri="{FF2B5EF4-FFF2-40B4-BE49-F238E27FC236}">
                    <a16:creationId xmlns:a16="http://schemas.microsoft.com/office/drawing/2014/main" id="{AB4F7C18-6D53-32F9-0B1F-E8437F3AEC46}"/>
                  </a:ext>
                </a:extLst>
              </p:cNvPr>
              <p:cNvSpPr/>
              <p:nvPr/>
            </p:nvSpPr>
            <p:spPr>
              <a:xfrm>
                <a:off x="214763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A">
                  <a:alpha val="100000"/>
                </a:srgbClr>
              </a:solidFill>
              <a:ln w="5420" cap="flat">
                <a:solidFill>
                  <a:srgbClr val="FCFE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9" name="ph7704">
                <a:extLst>
                  <a:ext uri="{FF2B5EF4-FFF2-40B4-BE49-F238E27FC236}">
                    <a16:creationId xmlns:a16="http://schemas.microsoft.com/office/drawing/2014/main" id="{8CDB8797-DBB8-2DBB-F291-530D8DBB2594}"/>
                  </a:ext>
                </a:extLst>
              </p:cNvPr>
              <p:cNvSpPr/>
              <p:nvPr/>
            </p:nvSpPr>
            <p:spPr>
              <a:xfrm>
                <a:off x="215707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0" name="ph7705">
                <a:extLst>
                  <a:ext uri="{FF2B5EF4-FFF2-40B4-BE49-F238E27FC236}">
                    <a16:creationId xmlns:a16="http://schemas.microsoft.com/office/drawing/2014/main" id="{B38E32B0-EA0E-450A-917B-0A09437A892D}"/>
                  </a:ext>
                </a:extLst>
              </p:cNvPr>
              <p:cNvSpPr/>
              <p:nvPr/>
            </p:nvSpPr>
            <p:spPr>
              <a:xfrm>
                <a:off x="216651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1" name="ph7706">
                <a:extLst>
                  <a:ext uri="{FF2B5EF4-FFF2-40B4-BE49-F238E27FC236}">
                    <a16:creationId xmlns:a16="http://schemas.microsoft.com/office/drawing/2014/main" id="{06B55E7C-D1E0-5A92-91E1-0CA249A13DF6}"/>
                  </a:ext>
                </a:extLst>
              </p:cNvPr>
              <p:cNvSpPr/>
              <p:nvPr/>
            </p:nvSpPr>
            <p:spPr>
              <a:xfrm>
                <a:off x="217595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2" name="ph7707">
                <a:extLst>
                  <a:ext uri="{FF2B5EF4-FFF2-40B4-BE49-F238E27FC236}">
                    <a16:creationId xmlns:a16="http://schemas.microsoft.com/office/drawing/2014/main" id="{583B67AE-B2AF-7563-32CC-8B3D98683689}"/>
                  </a:ext>
                </a:extLst>
              </p:cNvPr>
              <p:cNvSpPr/>
              <p:nvPr/>
            </p:nvSpPr>
            <p:spPr>
              <a:xfrm>
                <a:off x="218539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3" name="ph7708">
                <a:extLst>
                  <a:ext uri="{FF2B5EF4-FFF2-40B4-BE49-F238E27FC236}">
                    <a16:creationId xmlns:a16="http://schemas.microsoft.com/office/drawing/2014/main" id="{660EF4C8-4343-4528-35AE-7FFC15DB44FC}"/>
                  </a:ext>
                </a:extLst>
              </p:cNvPr>
              <p:cNvSpPr/>
              <p:nvPr/>
            </p:nvSpPr>
            <p:spPr>
              <a:xfrm>
                <a:off x="219483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4" name="ph7709">
                <a:extLst>
                  <a:ext uri="{FF2B5EF4-FFF2-40B4-BE49-F238E27FC236}">
                    <a16:creationId xmlns:a16="http://schemas.microsoft.com/office/drawing/2014/main" id="{A40ECB42-09C4-2AFE-33E6-AEEF03B0387E}"/>
                  </a:ext>
                </a:extLst>
              </p:cNvPr>
              <p:cNvSpPr/>
              <p:nvPr/>
            </p:nvSpPr>
            <p:spPr>
              <a:xfrm>
                <a:off x="220427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5" name="ph7710">
                <a:extLst>
                  <a:ext uri="{FF2B5EF4-FFF2-40B4-BE49-F238E27FC236}">
                    <a16:creationId xmlns:a16="http://schemas.microsoft.com/office/drawing/2014/main" id="{54658F52-BD20-8CA7-72B4-B9C98E691B8F}"/>
                  </a:ext>
                </a:extLst>
              </p:cNvPr>
              <p:cNvSpPr/>
              <p:nvPr/>
            </p:nvSpPr>
            <p:spPr>
              <a:xfrm>
                <a:off x="221371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6" name="ph7711">
                <a:extLst>
                  <a:ext uri="{FF2B5EF4-FFF2-40B4-BE49-F238E27FC236}">
                    <a16:creationId xmlns:a16="http://schemas.microsoft.com/office/drawing/2014/main" id="{B17A5918-0807-7D19-5A23-FD4C00D14F84}"/>
                  </a:ext>
                </a:extLst>
              </p:cNvPr>
              <p:cNvSpPr/>
              <p:nvPr/>
            </p:nvSpPr>
            <p:spPr>
              <a:xfrm>
                <a:off x="222315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7" name="ph7712">
                <a:extLst>
                  <a:ext uri="{FF2B5EF4-FFF2-40B4-BE49-F238E27FC236}">
                    <a16:creationId xmlns:a16="http://schemas.microsoft.com/office/drawing/2014/main" id="{97DCFAA7-2748-2E7C-9380-EA6CE13093A1}"/>
                  </a:ext>
                </a:extLst>
              </p:cNvPr>
              <p:cNvSpPr/>
              <p:nvPr/>
            </p:nvSpPr>
            <p:spPr>
              <a:xfrm>
                <a:off x="223259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8" name="ph7713">
                <a:extLst>
                  <a:ext uri="{FF2B5EF4-FFF2-40B4-BE49-F238E27FC236}">
                    <a16:creationId xmlns:a16="http://schemas.microsoft.com/office/drawing/2014/main" id="{FEE2EEA9-C6A9-DE0B-1DBF-6F5866E0DC1C}"/>
                  </a:ext>
                </a:extLst>
              </p:cNvPr>
              <p:cNvSpPr/>
              <p:nvPr/>
            </p:nvSpPr>
            <p:spPr>
              <a:xfrm>
                <a:off x="224203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9" name="ph7714">
                <a:extLst>
                  <a:ext uri="{FF2B5EF4-FFF2-40B4-BE49-F238E27FC236}">
                    <a16:creationId xmlns:a16="http://schemas.microsoft.com/office/drawing/2014/main" id="{188B4CF5-120E-E4E6-1406-1F284D7EE61C}"/>
                  </a:ext>
                </a:extLst>
              </p:cNvPr>
              <p:cNvSpPr/>
              <p:nvPr/>
            </p:nvSpPr>
            <p:spPr>
              <a:xfrm>
                <a:off x="225147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0" name="ph7715">
                <a:extLst>
                  <a:ext uri="{FF2B5EF4-FFF2-40B4-BE49-F238E27FC236}">
                    <a16:creationId xmlns:a16="http://schemas.microsoft.com/office/drawing/2014/main" id="{738E9C8E-BE9A-FCE1-A885-AFDA00E3AD57}"/>
                  </a:ext>
                </a:extLst>
              </p:cNvPr>
              <p:cNvSpPr/>
              <p:nvPr/>
            </p:nvSpPr>
            <p:spPr>
              <a:xfrm>
                <a:off x="2270357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2396" y="896830"/>
                    </a:lnTo>
                    <a:lnTo>
                      <a:pt x="912784" y="902020"/>
                    </a:lnTo>
                    <a:lnTo>
                      <a:pt x="912976" y="905200"/>
                    </a:lnTo>
                    <a:lnTo>
                      <a:pt x="913056" y="905586"/>
                    </a:lnTo>
                    <a:lnTo>
                      <a:pt x="913145" y="906017"/>
                    </a:lnTo>
                    <a:lnTo>
                      <a:pt x="913234" y="906448"/>
                    </a:lnTo>
                    <a:lnTo>
                      <a:pt x="913323" y="906878"/>
                    </a:lnTo>
                    <a:lnTo>
                      <a:pt x="914400" y="912552"/>
                    </a:lnTo>
                    <a:close/>
                  </a:path>
                </a:pathLst>
              </a:custGeom>
              <a:solidFill>
                <a:srgbClr val="FCFEBB">
                  <a:alpha val="100000"/>
                </a:srgbClr>
              </a:solidFill>
              <a:ln w="5420" cap="flat">
                <a:solidFill>
                  <a:srgbClr val="FCFE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1" name="ph7716">
                <a:extLst>
                  <a:ext uri="{FF2B5EF4-FFF2-40B4-BE49-F238E27FC236}">
                    <a16:creationId xmlns:a16="http://schemas.microsoft.com/office/drawing/2014/main" id="{AABA9C1B-A22E-1372-3852-297598DD9454}"/>
                  </a:ext>
                </a:extLst>
              </p:cNvPr>
              <p:cNvSpPr/>
              <p:nvPr/>
            </p:nvSpPr>
            <p:spPr>
              <a:xfrm>
                <a:off x="2270357" y="1096035"/>
                <a:ext cx="91475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750" h="914399">
                    <a:moveTo>
                      <a:pt x="914400" y="914399"/>
                    </a:moveTo>
                    <a:lnTo>
                      <a:pt x="914400" y="912552"/>
                    </a:lnTo>
                    <a:lnTo>
                      <a:pt x="914750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2" name="ph7717">
                <a:extLst>
                  <a:ext uri="{FF2B5EF4-FFF2-40B4-BE49-F238E27FC236}">
                    <a16:creationId xmlns:a16="http://schemas.microsoft.com/office/drawing/2014/main" id="{0F281B94-48A9-4408-A011-DB157A64EF43}"/>
                  </a:ext>
                </a:extLst>
              </p:cNvPr>
              <p:cNvSpPr/>
              <p:nvPr/>
            </p:nvSpPr>
            <p:spPr>
              <a:xfrm>
                <a:off x="3478708" y="109603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5583" y="914399"/>
                    </a:lnTo>
                    <a:lnTo>
                      <a:pt x="908834" y="908851"/>
                    </a:lnTo>
                    <a:lnTo>
                      <a:pt x="913481" y="901727"/>
                    </a:lnTo>
                    <a:lnTo>
                      <a:pt x="914400" y="90046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3" name="ph7718">
                <a:extLst>
                  <a:ext uri="{FF2B5EF4-FFF2-40B4-BE49-F238E27FC236}">
                    <a16:creationId xmlns:a16="http://schemas.microsoft.com/office/drawing/2014/main" id="{B4697203-87E6-42EB-7107-DA337E1B7768}"/>
                  </a:ext>
                </a:extLst>
              </p:cNvPr>
              <p:cNvSpPr/>
              <p:nvPr/>
            </p:nvSpPr>
            <p:spPr>
              <a:xfrm>
                <a:off x="3488148" y="107846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8035"/>
                    </a:lnTo>
                    <a:lnTo>
                      <a:pt x="907606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4" name="ph7719">
                <a:extLst>
                  <a:ext uri="{FF2B5EF4-FFF2-40B4-BE49-F238E27FC236}">
                    <a16:creationId xmlns:a16="http://schemas.microsoft.com/office/drawing/2014/main" id="{37551209-FBC1-3275-6932-67305B92004F}"/>
                  </a:ext>
                </a:extLst>
              </p:cNvPr>
              <p:cNvSpPr/>
              <p:nvPr/>
            </p:nvSpPr>
            <p:spPr>
              <a:xfrm>
                <a:off x="348814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5" name="ph7720">
                <a:extLst>
                  <a:ext uri="{FF2B5EF4-FFF2-40B4-BE49-F238E27FC236}">
                    <a16:creationId xmlns:a16="http://schemas.microsoft.com/office/drawing/2014/main" id="{5BEFD4FB-E4A5-FC97-5423-D931368E007B}"/>
                  </a:ext>
                </a:extLst>
              </p:cNvPr>
              <p:cNvSpPr/>
              <p:nvPr/>
            </p:nvSpPr>
            <p:spPr>
              <a:xfrm>
                <a:off x="3497588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6" name="ph7721">
                <a:extLst>
                  <a:ext uri="{FF2B5EF4-FFF2-40B4-BE49-F238E27FC236}">
                    <a16:creationId xmlns:a16="http://schemas.microsoft.com/office/drawing/2014/main" id="{0A7377E9-20AB-2BD9-3747-876C392B6A69}"/>
                  </a:ext>
                </a:extLst>
              </p:cNvPr>
              <p:cNvSpPr/>
              <p:nvPr/>
            </p:nvSpPr>
            <p:spPr>
              <a:xfrm>
                <a:off x="350702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7" name="ph7722">
                <a:extLst>
                  <a:ext uri="{FF2B5EF4-FFF2-40B4-BE49-F238E27FC236}">
                    <a16:creationId xmlns:a16="http://schemas.microsoft.com/office/drawing/2014/main" id="{FADB6379-0DC1-56A9-D2C2-72679D7859E8}"/>
                  </a:ext>
                </a:extLst>
              </p:cNvPr>
              <p:cNvSpPr/>
              <p:nvPr/>
            </p:nvSpPr>
            <p:spPr>
              <a:xfrm>
                <a:off x="351646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8" name="ph7723">
                <a:extLst>
                  <a:ext uri="{FF2B5EF4-FFF2-40B4-BE49-F238E27FC236}">
                    <a16:creationId xmlns:a16="http://schemas.microsoft.com/office/drawing/2014/main" id="{E58C6D91-A7E8-6013-4359-4BC29C589785}"/>
                  </a:ext>
                </a:extLst>
              </p:cNvPr>
              <p:cNvSpPr/>
              <p:nvPr/>
            </p:nvSpPr>
            <p:spPr>
              <a:xfrm>
                <a:off x="352590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9" name="ph7724">
                <a:extLst>
                  <a:ext uri="{FF2B5EF4-FFF2-40B4-BE49-F238E27FC236}">
                    <a16:creationId xmlns:a16="http://schemas.microsoft.com/office/drawing/2014/main" id="{8418EA65-3A25-F1D4-BC03-2366F044D1FE}"/>
                  </a:ext>
                </a:extLst>
              </p:cNvPr>
              <p:cNvSpPr/>
              <p:nvPr/>
            </p:nvSpPr>
            <p:spPr>
              <a:xfrm>
                <a:off x="3535349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0" name="ph7725">
                <a:extLst>
                  <a:ext uri="{FF2B5EF4-FFF2-40B4-BE49-F238E27FC236}">
                    <a16:creationId xmlns:a16="http://schemas.microsoft.com/office/drawing/2014/main" id="{CE8D520D-9C00-4812-15CE-B98459461561}"/>
                  </a:ext>
                </a:extLst>
              </p:cNvPr>
              <p:cNvSpPr/>
              <p:nvPr/>
            </p:nvSpPr>
            <p:spPr>
              <a:xfrm>
                <a:off x="354479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1" name="ph7726">
                <a:extLst>
                  <a:ext uri="{FF2B5EF4-FFF2-40B4-BE49-F238E27FC236}">
                    <a16:creationId xmlns:a16="http://schemas.microsoft.com/office/drawing/2014/main" id="{FC9104DA-FA30-6A18-13F5-E058E45336ED}"/>
                  </a:ext>
                </a:extLst>
              </p:cNvPr>
              <p:cNvSpPr/>
              <p:nvPr/>
            </p:nvSpPr>
            <p:spPr>
              <a:xfrm>
                <a:off x="355423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2" name="ph7727">
                <a:extLst>
                  <a:ext uri="{FF2B5EF4-FFF2-40B4-BE49-F238E27FC236}">
                    <a16:creationId xmlns:a16="http://schemas.microsoft.com/office/drawing/2014/main" id="{2D5F6A1A-8F8D-75A8-592E-83612B7D114E}"/>
                  </a:ext>
                </a:extLst>
              </p:cNvPr>
              <p:cNvSpPr/>
              <p:nvPr/>
            </p:nvSpPr>
            <p:spPr>
              <a:xfrm>
                <a:off x="356367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3" name="ph7728">
                <a:extLst>
                  <a:ext uri="{FF2B5EF4-FFF2-40B4-BE49-F238E27FC236}">
                    <a16:creationId xmlns:a16="http://schemas.microsoft.com/office/drawing/2014/main" id="{53A0C483-9CD3-9881-9F8F-A4ABCD595F00}"/>
                  </a:ext>
                </a:extLst>
              </p:cNvPr>
              <p:cNvSpPr/>
              <p:nvPr/>
            </p:nvSpPr>
            <p:spPr>
              <a:xfrm>
                <a:off x="357311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4" name="ph7729">
                <a:extLst>
                  <a:ext uri="{FF2B5EF4-FFF2-40B4-BE49-F238E27FC236}">
                    <a16:creationId xmlns:a16="http://schemas.microsoft.com/office/drawing/2014/main" id="{00DD1D63-DE20-AE13-170D-64C6B2B742BF}"/>
                  </a:ext>
                </a:extLst>
              </p:cNvPr>
              <p:cNvSpPr/>
              <p:nvPr/>
            </p:nvSpPr>
            <p:spPr>
              <a:xfrm>
                <a:off x="3582550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5" name="ph7730">
                <a:extLst>
                  <a:ext uri="{FF2B5EF4-FFF2-40B4-BE49-F238E27FC236}">
                    <a16:creationId xmlns:a16="http://schemas.microsoft.com/office/drawing/2014/main" id="{F5E6EC56-C746-87E4-A8F9-1047B5BB2582}"/>
                  </a:ext>
                </a:extLst>
              </p:cNvPr>
              <p:cNvSpPr/>
              <p:nvPr/>
            </p:nvSpPr>
            <p:spPr>
              <a:xfrm>
                <a:off x="359199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6" name="ph7731">
                <a:extLst>
                  <a:ext uri="{FF2B5EF4-FFF2-40B4-BE49-F238E27FC236}">
                    <a16:creationId xmlns:a16="http://schemas.microsoft.com/office/drawing/2014/main" id="{5DE08A59-D719-0C48-CC25-86D3A5F0C59C}"/>
                  </a:ext>
                </a:extLst>
              </p:cNvPr>
              <p:cNvSpPr/>
              <p:nvPr/>
            </p:nvSpPr>
            <p:spPr>
              <a:xfrm>
                <a:off x="360143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7" name="ph7732">
                <a:extLst>
                  <a:ext uri="{FF2B5EF4-FFF2-40B4-BE49-F238E27FC236}">
                    <a16:creationId xmlns:a16="http://schemas.microsoft.com/office/drawing/2014/main" id="{47ACC5FF-715D-CEF1-8687-CBCC36F1F735}"/>
                  </a:ext>
                </a:extLst>
              </p:cNvPr>
              <p:cNvSpPr/>
              <p:nvPr/>
            </p:nvSpPr>
            <p:spPr>
              <a:xfrm>
                <a:off x="361087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8" name="ph7733">
                <a:extLst>
                  <a:ext uri="{FF2B5EF4-FFF2-40B4-BE49-F238E27FC236}">
                    <a16:creationId xmlns:a16="http://schemas.microsoft.com/office/drawing/2014/main" id="{D03AD944-74B6-4191-2686-CEE59CAA3D54}"/>
                  </a:ext>
                </a:extLst>
              </p:cNvPr>
              <p:cNvSpPr/>
              <p:nvPr/>
            </p:nvSpPr>
            <p:spPr>
              <a:xfrm>
                <a:off x="3620311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9" name="ph7734">
                <a:extLst>
                  <a:ext uri="{FF2B5EF4-FFF2-40B4-BE49-F238E27FC236}">
                    <a16:creationId xmlns:a16="http://schemas.microsoft.com/office/drawing/2014/main" id="{3C18C02D-DFF2-89AB-B47F-6A183C8668E8}"/>
                  </a:ext>
                </a:extLst>
              </p:cNvPr>
              <p:cNvSpPr/>
              <p:nvPr/>
            </p:nvSpPr>
            <p:spPr>
              <a:xfrm>
                <a:off x="362975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0" name="ph7735">
                <a:extLst>
                  <a:ext uri="{FF2B5EF4-FFF2-40B4-BE49-F238E27FC236}">
                    <a16:creationId xmlns:a16="http://schemas.microsoft.com/office/drawing/2014/main" id="{2C6EEE07-3889-20E5-03C8-C9487468B1E8}"/>
                  </a:ext>
                </a:extLst>
              </p:cNvPr>
              <p:cNvSpPr/>
              <p:nvPr/>
            </p:nvSpPr>
            <p:spPr>
              <a:xfrm>
                <a:off x="363919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1" name="ph7736">
                <a:extLst>
                  <a:ext uri="{FF2B5EF4-FFF2-40B4-BE49-F238E27FC236}">
                    <a16:creationId xmlns:a16="http://schemas.microsoft.com/office/drawing/2014/main" id="{71E498B3-A826-C79E-AF30-18313157CC3B}"/>
                  </a:ext>
                </a:extLst>
              </p:cNvPr>
              <p:cNvSpPr/>
              <p:nvPr/>
            </p:nvSpPr>
            <p:spPr>
              <a:xfrm>
                <a:off x="364863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2" name="ph7737">
                <a:extLst>
                  <a:ext uri="{FF2B5EF4-FFF2-40B4-BE49-F238E27FC236}">
                    <a16:creationId xmlns:a16="http://schemas.microsoft.com/office/drawing/2014/main" id="{81C24433-1121-D707-62A9-FBC8BBF528D2}"/>
                  </a:ext>
                </a:extLst>
              </p:cNvPr>
              <p:cNvSpPr/>
              <p:nvPr/>
            </p:nvSpPr>
            <p:spPr>
              <a:xfrm>
                <a:off x="3658072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3" name="ph7738">
                <a:extLst>
                  <a:ext uri="{FF2B5EF4-FFF2-40B4-BE49-F238E27FC236}">
                    <a16:creationId xmlns:a16="http://schemas.microsoft.com/office/drawing/2014/main" id="{26D9ED50-20FA-93C5-007F-E186EFFC9142}"/>
                  </a:ext>
                </a:extLst>
              </p:cNvPr>
              <p:cNvSpPr/>
              <p:nvPr/>
            </p:nvSpPr>
            <p:spPr>
              <a:xfrm>
                <a:off x="366751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4" name="ph7739">
                <a:extLst>
                  <a:ext uri="{FF2B5EF4-FFF2-40B4-BE49-F238E27FC236}">
                    <a16:creationId xmlns:a16="http://schemas.microsoft.com/office/drawing/2014/main" id="{DF692EDB-2F33-A20B-10B6-1F29DD088E48}"/>
                  </a:ext>
                </a:extLst>
              </p:cNvPr>
              <p:cNvSpPr/>
              <p:nvPr/>
            </p:nvSpPr>
            <p:spPr>
              <a:xfrm>
                <a:off x="367695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5" name="ph7740">
                <a:extLst>
                  <a:ext uri="{FF2B5EF4-FFF2-40B4-BE49-F238E27FC236}">
                    <a16:creationId xmlns:a16="http://schemas.microsoft.com/office/drawing/2014/main" id="{0F8A6905-75B4-DAE1-2790-8FEE052812F8}"/>
                  </a:ext>
                </a:extLst>
              </p:cNvPr>
              <p:cNvSpPr/>
              <p:nvPr/>
            </p:nvSpPr>
            <p:spPr>
              <a:xfrm>
                <a:off x="368639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6" name="ph7741">
                <a:extLst>
                  <a:ext uri="{FF2B5EF4-FFF2-40B4-BE49-F238E27FC236}">
                    <a16:creationId xmlns:a16="http://schemas.microsoft.com/office/drawing/2014/main" id="{0F7C0E3D-D2D0-7099-A737-1A8527B27D51}"/>
                  </a:ext>
                </a:extLst>
              </p:cNvPr>
              <p:cNvSpPr/>
              <p:nvPr/>
            </p:nvSpPr>
            <p:spPr>
              <a:xfrm>
                <a:off x="3695833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7" name="ph7742">
                <a:extLst>
                  <a:ext uri="{FF2B5EF4-FFF2-40B4-BE49-F238E27FC236}">
                    <a16:creationId xmlns:a16="http://schemas.microsoft.com/office/drawing/2014/main" id="{7659C8A6-D2E5-BAC8-7824-239C32FF8D54}"/>
                  </a:ext>
                </a:extLst>
              </p:cNvPr>
              <p:cNvSpPr/>
              <p:nvPr/>
            </p:nvSpPr>
            <p:spPr>
              <a:xfrm>
                <a:off x="370527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8" name="ph7743">
                <a:extLst>
                  <a:ext uri="{FF2B5EF4-FFF2-40B4-BE49-F238E27FC236}">
                    <a16:creationId xmlns:a16="http://schemas.microsoft.com/office/drawing/2014/main" id="{FFF060F0-73DC-86A1-2637-37E5B094DAFC}"/>
                  </a:ext>
                </a:extLst>
              </p:cNvPr>
              <p:cNvSpPr/>
              <p:nvPr/>
            </p:nvSpPr>
            <p:spPr>
              <a:xfrm>
                <a:off x="371471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9" name="ph7744">
                <a:extLst>
                  <a:ext uri="{FF2B5EF4-FFF2-40B4-BE49-F238E27FC236}">
                    <a16:creationId xmlns:a16="http://schemas.microsoft.com/office/drawing/2014/main" id="{F460A4DD-4DDA-0FE5-6087-3F7E0E705163}"/>
                  </a:ext>
                </a:extLst>
              </p:cNvPr>
              <p:cNvSpPr/>
              <p:nvPr/>
            </p:nvSpPr>
            <p:spPr>
              <a:xfrm>
                <a:off x="372415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0" name="ph7745">
                <a:extLst>
                  <a:ext uri="{FF2B5EF4-FFF2-40B4-BE49-F238E27FC236}">
                    <a16:creationId xmlns:a16="http://schemas.microsoft.com/office/drawing/2014/main" id="{85988574-5552-D5CF-EFF6-2BBDF908CECA}"/>
                  </a:ext>
                </a:extLst>
              </p:cNvPr>
              <p:cNvSpPr/>
              <p:nvPr/>
            </p:nvSpPr>
            <p:spPr>
              <a:xfrm>
                <a:off x="3733594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1" name="ph7746">
                <a:extLst>
                  <a:ext uri="{FF2B5EF4-FFF2-40B4-BE49-F238E27FC236}">
                    <a16:creationId xmlns:a16="http://schemas.microsoft.com/office/drawing/2014/main" id="{8CC97679-FE1E-BCC4-EE3E-C72925D0FEF6}"/>
                  </a:ext>
                </a:extLst>
              </p:cNvPr>
              <p:cNvSpPr/>
              <p:nvPr/>
            </p:nvSpPr>
            <p:spPr>
              <a:xfrm>
                <a:off x="374303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2" name="ph7747">
                <a:extLst>
                  <a:ext uri="{FF2B5EF4-FFF2-40B4-BE49-F238E27FC236}">
                    <a16:creationId xmlns:a16="http://schemas.microsoft.com/office/drawing/2014/main" id="{B8742FCC-0241-99B9-6F9A-002F046DDC61}"/>
                  </a:ext>
                </a:extLst>
              </p:cNvPr>
              <p:cNvSpPr/>
              <p:nvPr/>
            </p:nvSpPr>
            <p:spPr>
              <a:xfrm>
                <a:off x="375247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3" name="ph7748">
                <a:extLst>
                  <a:ext uri="{FF2B5EF4-FFF2-40B4-BE49-F238E27FC236}">
                    <a16:creationId xmlns:a16="http://schemas.microsoft.com/office/drawing/2014/main" id="{2A6D07A0-063B-EB79-0AC0-37ADB1CB56AC}"/>
                  </a:ext>
                </a:extLst>
              </p:cNvPr>
              <p:cNvSpPr/>
              <p:nvPr/>
            </p:nvSpPr>
            <p:spPr>
              <a:xfrm>
                <a:off x="376191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4" name="ph7749">
                <a:extLst>
                  <a:ext uri="{FF2B5EF4-FFF2-40B4-BE49-F238E27FC236}">
                    <a16:creationId xmlns:a16="http://schemas.microsoft.com/office/drawing/2014/main" id="{56D23419-BBD4-EC2F-3B69-769DE825804C}"/>
                  </a:ext>
                </a:extLst>
              </p:cNvPr>
              <p:cNvSpPr/>
              <p:nvPr/>
            </p:nvSpPr>
            <p:spPr>
              <a:xfrm>
                <a:off x="3771355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5" name="ph7750">
                <a:extLst>
                  <a:ext uri="{FF2B5EF4-FFF2-40B4-BE49-F238E27FC236}">
                    <a16:creationId xmlns:a16="http://schemas.microsoft.com/office/drawing/2014/main" id="{1A4D7469-92A5-A4F6-4309-21942CEAD9EB}"/>
                  </a:ext>
                </a:extLst>
              </p:cNvPr>
              <p:cNvSpPr/>
              <p:nvPr/>
            </p:nvSpPr>
            <p:spPr>
              <a:xfrm>
                <a:off x="378079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6" name="ph7751">
                <a:extLst>
                  <a:ext uri="{FF2B5EF4-FFF2-40B4-BE49-F238E27FC236}">
                    <a16:creationId xmlns:a16="http://schemas.microsoft.com/office/drawing/2014/main" id="{C2243ECE-C864-0018-A09A-342FBE6EDE17}"/>
                  </a:ext>
                </a:extLst>
              </p:cNvPr>
              <p:cNvSpPr/>
              <p:nvPr/>
            </p:nvSpPr>
            <p:spPr>
              <a:xfrm>
                <a:off x="379023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7" name="ph7752">
                <a:extLst>
                  <a:ext uri="{FF2B5EF4-FFF2-40B4-BE49-F238E27FC236}">
                    <a16:creationId xmlns:a16="http://schemas.microsoft.com/office/drawing/2014/main" id="{B2734D0E-B50A-D143-47D1-12782504CB43}"/>
                  </a:ext>
                </a:extLst>
              </p:cNvPr>
              <p:cNvSpPr/>
              <p:nvPr/>
            </p:nvSpPr>
            <p:spPr>
              <a:xfrm>
                <a:off x="379967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8" name="ph7753">
                <a:extLst>
                  <a:ext uri="{FF2B5EF4-FFF2-40B4-BE49-F238E27FC236}">
                    <a16:creationId xmlns:a16="http://schemas.microsoft.com/office/drawing/2014/main" id="{551C4FD5-5D90-B470-1D6A-92C1ACEDEE7C}"/>
                  </a:ext>
                </a:extLst>
              </p:cNvPr>
              <p:cNvSpPr/>
              <p:nvPr/>
            </p:nvSpPr>
            <p:spPr>
              <a:xfrm>
                <a:off x="380911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9" name="ph7754">
                <a:extLst>
                  <a:ext uri="{FF2B5EF4-FFF2-40B4-BE49-F238E27FC236}">
                    <a16:creationId xmlns:a16="http://schemas.microsoft.com/office/drawing/2014/main" id="{6070962D-CBF9-206E-7B00-C022EAF906F4}"/>
                  </a:ext>
                </a:extLst>
              </p:cNvPr>
              <p:cNvSpPr/>
              <p:nvPr/>
            </p:nvSpPr>
            <p:spPr>
              <a:xfrm>
                <a:off x="3818556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0" name="ph7755">
                <a:extLst>
                  <a:ext uri="{FF2B5EF4-FFF2-40B4-BE49-F238E27FC236}">
                    <a16:creationId xmlns:a16="http://schemas.microsoft.com/office/drawing/2014/main" id="{A9947C3F-B779-C3B5-9858-144CAD2C5ECC}"/>
                  </a:ext>
                </a:extLst>
              </p:cNvPr>
              <p:cNvSpPr/>
              <p:nvPr/>
            </p:nvSpPr>
            <p:spPr>
              <a:xfrm>
                <a:off x="382799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1" name="ph7756">
                <a:extLst>
                  <a:ext uri="{FF2B5EF4-FFF2-40B4-BE49-F238E27FC236}">
                    <a16:creationId xmlns:a16="http://schemas.microsoft.com/office/drawing/2014/main" id="{24227D74-874B-4596-DE59-CF718CB83546}"/>
                  </a:ext>
                </a:extLst>
              </p:cNvPr>
              <p:cNvSpPr/>
              <p:nvPr/>
            </p:nvSpPr>
            <p:spPr>
              <a:xfrm>
                <a:off x="3837437" y="107846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2" name="ph7757">
                <a:extLst>
                  <a:ext uri="{FF2B5EF4-FFF2-40B4-BE49-F238E27FC236}">
                    <a16:creationId xmlns:a16="http://schemas.microsoft.com/office/drawing/2014/main" id="{7D577D6E-4342-CD84-635B-A55E47941F69}"/>
                  </a:ext>
                </a:extLst>
              </p:cNvPr>
              <p:cNvSpPr/>
              <p:nvPr/>
            </p:nvSpPr>
            <p:spPr>
              <a:xfrm>
                <a:off x="3846877" y="1096035"/>
                <a:ext cx="92200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2004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21935" y="896830"/>
                    </a:lnTo>
                    <a:lnTo>
                      <a:pt x="922004" y="905949"/>
                    </a:lnTo>
                    <a:lnTo>
                      <a:pt x="921829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3" name="ph7758">
                <a:extLst>
                  <a:ext uri="{FF2B5EF4-FFF2-40B4-BE49-F238E27FC236}">
                    <a16:creationId xmlns:a16="http://schemas.microsoft.com/office/drawing/2014/main" id="{FAF0097E-3956-D138-FDD0-5FB7A18C5D93}"/>
                  </a:ext>
                </a:extLst>
              </p:cNvPr>
              <p:cNvSpPr/>
              <p:nvPr/>
            </p:nvSpPr>
            <p:spPr>
              <a:xfrm>
                <a:off x="2043791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5" y="931969"/>
                    </a:lnTo>
                    <a:lnTo>
                      <a:pt x="905630" y="931217"/>
                    </a:lnTo>
                    <a:lnTo>
                      <a:pt x="907287" y="920633"/>
                    </a:lnTo>
                    <a:lnTo>
                      <a:pt x="908456" y="914400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4" name="ph7759">
                <a:extLst>
                  <a:ext uri="{FF2B5EF4-FFF2-40B4-BE49-F238E27FC236}">
                    <a16:creationId xmlns:a16="http://schemas.microsoft.com/office/drawing/2014/main" id="{068107F8-B7EF-F334-DB0C-E7E52B56EB90}"/>
                  </a:ext>
                </a:extLst>
              </p:cNvPr>
              <p:cNvSpPr/>
              <p:nvPr/>
            </p:nvSpPr>
            <p:spPr>
              <a:xfrm>
                <a:off x="204379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5" name="ph7760">
                <a:extLst>
                  <a:ext uri="{FF2B5EF4-FFF2-40B4-BE49-F238E27FC236}">
                    <a16:creationId xmlns:a16="http://schemas.microsoft.com/office/drawing/2014/main" id="{1FB1F7C9-2728-E70A-AAEE-42D3959B6F2C}"/>
                  </a:ext>
                </a:extLst>
              </p:cNvPr>
              <p:cNvSpPr/>
              <p:nvPr/>
            </p:nvSpPr>
            <p:spPr>
              <a:xfrm>
                <a:off x="205323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6" name="ph7761">
                <a:extLst>
                  <a:ext uri="{FF2B5EF4-FFF2-40B4-BE49-F238E27FC236}">
                    <a16:creationId xmlns:a16="http://schemas.microsoft.com/office/drawing/2014/main" id="{208313CC-5585-EEF1-A653-DAFB90E2899E}"/>
                  </a:ext>
                </a:extLst>
              </p:cNvPr>
              <p:cNvSpPr/>
              <p:nvPr/>
            </p:nvSpPr>
            <p:spPr>
              <a:xfrm>
                <a:off x="206267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7" name="ph7762">
                <a:extLst>
                  <a:ext uri="{FF2B5EF4-FFF2-40B4-BE49-F238E27FC236}">
                    <a16:creationId xmlns:a16="http://schemas.microsoft.com/office/drawing/2014/main" id="{8B2A78A2-9E17-2AA8-743E-B0D5F379C89C}"/>
                  </a:ext>
                </a:extLst>
              </p:cNvPr>
              <p:cNvSpPr/>
              <p:nvPr/>
            </p:nvSpPr>
            <p:spPr>
              <a:xfrm>
                <a:off x="207211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8" name="ph7763">
                <a:extLst>
                  <a:ext uri="{FF2B5EF4-FFF2-40B4-BE49-F238E27FC236}">
                    <a16:creationId xmlns:a16="http://schemas.microsoft.com/office/drawing/2014/main" id="{04D9E175-05CE-2BCF-F2D5-736C6E3AB0C8}"/>
                  </a:ext>
                </a:extLst>
              </p:cNvPr>
              <p:cNvSpPr/>
              <p:nvPr/>
            </p:nvSpPr>
            <p:spPr>
              <a:xfrm>
                <a:off x="208155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9" name="ph7764">
                <a:extLst>
                  <a:ext uri="{FF2B5EF4-FFF2-40B4-BE49-F238E27FC236}">
                    <a16:creationId xmlns:a16="http://schemas.microsoft.com/office/drawing/2014/main" id="{47D9CE88-C752-7A2F-8834-7F6D7AF2949C}"/>
                  </a:ext>
                </a:extLst>
              </p:cNvPr>
              <p:cNvSpPr/>
              <p:nvPr/>
            </p:nvSpPr>
            <p:spPr>
              <a:xfrm>
                <a:off x="209099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0" name="ph7765">
                <a:extLst>
                  <a:ext uri="{FF2B5EF4-FFF2-40B4-BE49-F238E27FC236}">
                    <a16:creationId xmlns:a16="http://schemas.microsoft.com/office/drawing/2014/main" id="{F794EA86-4FAD-E81D-959A-075A893826FA}"/>
                  </a:ext>
                </a:extLst>
              </p:cNvPr>
              <p:cNvSpPr/>
              <p:nvPr/>
            </p:nvSpPr>
            <p:spPr>
              <a:xfrm>
                <a:off x="210043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1" name="ph7766">
                <a:extLst>
                  <a:ext uri="{FF2B5EF4-FFF2-40B4-BE49-F238E27FC236}">
                    <a16:creationId xmlns:a16="http://schemas.microsoft.com/office/drawing/2014/main" id="{3AE7BFF8-AEAC-6DEC-418E-4EB67E09E2EE}"/>
                  </a:ext>
                </a:extLst>
              </p:cNvPr>
              <p:cNvSpPr/>
              <p:nvPr/>
            </p:nvSpPr>
            <p:spPr>
              <a:xfrm>
                <a:off x="210987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2" name="ph7767">
                <a:extLst>
                  <a:ext uri="{FF2B5EF4-FFF2-40B4-BE49-F238E27FC236}">
                    <a16:creationId xmlns:a16="http://schemas.microsoft.com/office/drawing/2014/main" id="{FAFF23CD-963D-2F86-0B1E-56F2C227A986}"/>
                  </a:ext>
                </a:extLst>
              </p:cNvPr>
              <p:cNvSpPr/>
              <p:nvPr/>
            </p:nvSpPr>
            <p:spPr>
              <a:xfrm>
                <a:off x="211931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3" name="ph7768">
                <a:extLst>
                  <a:ext uri="{FF2B5EF4-FFF2-40B4-BE49-F238E27FC236}">
                    <a16:creationId xmlns:a16="http://schemas.microsoft.com/office/drawing/2014/main" id="{2184C796-3CA0-E888-6EE5-2073AD1D1CC9}"/>
                  </a:ext>
                </a:extLst>
              </p:cNvPr>
              <p:cNvSpPr/>
              <p:nvPr/>
            </p:nvSpPr>
            <p:spPr>
              <a:xfrm>
                <a:off x="212875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4" name="ph7769">
                <a:extLst>
                  <a:ext uri="{FF2B5EF4-FFF2-40B4-BE49-F238E27FC236}">
                    <a16:creationId xmlns:a16="http://schemas.microsoft.com/office/drawing/2014/main" id="{24E13CE9-E209-AE6E-234A-98381E661F09}"/>
                  </a:ext>
                </a:extLst>
              </p:cNvPr>
              <p:cNvSpPr/>
              <p:nvPr/>
            </p:nvSpPr>
            <p:spPr>
              <a:xfrm>
                <a:off x="213819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9">
                  <a:alpha val="100000"/>
                </a:srgbClr>
              </a:solidFill>
              <a:ln w="5420" cap="flat">
                <a:solidFill>
                  <a:srgbClr val="FA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5" name="ph7770">
                <a:extLst>
                  <a:ext uri="{FF2B5EF4-FFF2-40B4-BE49-F238E27FC236}">
                    <a16:creationId xmlns:a16="http://schemas.microsoft.com/office/drawing/2014/main" id="{6713C164-3DB6-F9A6-3F67-0EA2268B032E}"/>
                  </a:ext>
                </a:extLst>
              </p:cNvPr>
              <p:cNvSpPr/>
              <p:nvPr/>
            </p:nvSpPr>
            <p:spPr>
              <a:xfrm>
                <a:off x="214763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6" name="ph7771">
                <a:extLst>
                  <a:ext uri="{FF2B5EF4-FFF2-40B4-BE49-F238E27FC236}">
                    <a16:creationId xmlns:a16="http://schemas.microsoft.com/office/drawing/2014/main" id="{D3361FCE-DA69-32CE-2A2D-2107698E5B30}"/>
                  </a:ext>
                </a:extLst>
              </p:cNvPr>
              <p:cNvSpPr/>
              <p:nvPr/>
            </p:nvSpPr>
            <p:spPr>
              <a:xfrm>
                <a:off x="215707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7" name="ph7772">
                <a:extLst>
                  <a:ext uri="{FF2B5EF4-FFF2-40B4-BE49-F238E27FC236}">
                    <a16:creationId xmlns:a16="http://schemas.microsoft.com/office/drawing/2014/main" id="{2D583908-5793-E53B-4DF7-E5B41952FA15}"/>
                  </a:ext>
                </a:extLst>
              </p:cNvPr>
              <p:cNvSpPr/>
              <p:nvPr/>
            </p:nvSpPr>
            <p:spPr>
              <a:xfrm>
                <a:off x="216651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8" name="ph7773">
                <a:extLst>
                  <a:ext uri="{FF2B5EF4-FFF2-40B4-BE49-F238E27FC236}">
                    <a16:creationId xmlns:a16="http://schemas.microsoft.com/office/drawing/2014/main" id="{B67357AD-35BC-A43C-A31F-1C61D06B47C6}"/>
                  </a:ext>
                </a:extLst>
              </p:cNvPr>
              <p:cNvSpPr/>
              <p:nvPr/>
            </p:nvSpPr>
            <p:spPr>
              <a:xfrm>
                <a:off x="217595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9" name="ph7774">
                <a:extLst>
                  <a:ext uri="{FF2B5EF4-FFF2-40B4-BE49-F238E27FC236}">
                    <a16:creationId xmlns:a16="http://schemas.microsoft.com/office/drawing/2014/main" id="{396F6EAD-94C6-E20A-EBA7-A56CD7C76C76}"/>
                  </a:ext>
                </a:extLst>
              </p:cNvPr>
              <p:cNvSpPr/>
              <p:nvPr/>
            </p:nvSpPr>
            <p:spPr>
              <a:xfrm>
                <a:off x="218539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0" name="ph7775">
                <a:extLst>
                  <a:ext uri="{FF2B5EF4-FFF2-40B4-BE49-F238E27FC236}">
                    <a16:creationId xmlns:a16="http://schemas.microsoft.com/office/drawing/2014/main" id="{FA3E69EF-63F1-89FB-2580-174815301241}"/>
                  </a:ext>
                </a:extLst>
              </p:cNvPr>
              <p:cNvSpPr/>
              <p:nvPr/>
            </p:nvSpPr>
            <p:spPr>
              <a:xfrm>
                <a:off x="219483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1" name="ph7776">
                <a:extLst>
                  <a:ext uri="{FF2B5EF4-FFF2-40B4-BE49-F238E27FC236}">
                    <a16:creationId xmlns:a16="http://schemas.microsoft.com/office/drawing/2014/main" id="{5537DCA2-9176-C040-AB27-7E822013C54B}"/>
                  </a:ext>
                </a:extLst>
              </p:cNvPr>
              <p:cNvSpPr/>
              <p:nvPr/>
            </p:nvSpPr>
            <p:spPr>
              <a:xfrm>
                <a:off x="220427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2" name="ph7777">
                <a:extLst>
                  <a:ext uri="{FF2B5EF4-FFF2-40B4-BE49-F238E27FC236}">
                    <a16:creationId xmlns:a16="http://schemas.microsoft.com/office/drawing/2014/main" id="{02A4CEFE-800D-9294-E1FB-BAA2CED13518}"/>
                  </a:ext>
                </a:extLst>
              </p:cNvPr>
              <p:cNvSpPr/>
              <p:nvPr/>
            </p:nvSpPr>
            <p:spPr>
              <a:xfrm>
                <a:off x="221371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3" name="ph7778">
                <a:extLst>
                  <a:ext uri="{FF2B5EF4-FFF2-40B4-BE49-F238E27FC236}">
                    <a16:creationId xmlns:a16="http://schemas.microsoft.com/office/drawing/2014/main" id="{ECC52084-5E73-EC79-73BC-1EEB1D12B342}"/>
                  </a:ext>
                </a:extLst>
              </p:cNvPr>
              <p:cNvSpPr/>
              <p:nvPr/>
            </p:nvSpPr>
            <p:spPr>
              <a:xfrm>
                <a:off x="222315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4" name="ph7779">
                <a:extLst>
                  <a:ext uri="{FF2B5EF4-FFF2-40B4-BE49-F238E27FC236}">
                    <a16:creationId xmlns:a16="http://schemas.microsoft.com/office/drawing/2014/main" id="{53DA0691-1A3C-C64B-40EF-849FA01BB2C1}"/>
                  </a:ext>
                </a:extLst>
              </p:cNvPr>
              <p:cNvSpPr/>
              <p:nvPr/>
            </p:nvSpPr>
            <p:spPr>
              <a:xfrm>
                <a:off x="223259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A">
                  <a:alpha val="100000"/>
                </a:srgbClr>
              </a:solidFill>
              <a:ln w="5420" cap="flat">
                <a:solidFill>
                  <a:srgbClr val="FBFD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5" name="ph7780">
                <a:extLst>
                  <a:ext uri="{FF2B5EF4-FFF2-40B4-BE49-F238E27FC236}">
                    <a16:creationId xmlns:a16="http://schemas.microsoft.com/office/drawing/2014/main" id="{40C0854F-8069-A7AA-3C5D-C026174AB652}"/>
                  </a:ext>
                </a:extLst>
              </p:cNvPr>
              <p:cNvSpPr/>
              <p:nvPr/>
            </p:nvSpPr>
            <p:spPr>
              <a:xfrm>
                <a:off x="224203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6" name="ph7781">
                <a:extLst>
                  <a:ext uri="{FF2B5EF4-FFF2-40B4-BE49-F238E27FC236}">
                    <a16:creationId xmlns:a16="http://schemas.microsoft.com/office/drawing/2014/main" id="{AD86E25D-5C28-EB8E-6ABE-DCC52D27D948}"/>
                  </a:ext>
                </a:extLst>
              </p:cNvPr>
              <p:cNvSpPr/>
              <p:nvPr/>
            </p:nvSpPr>
            <p:spPr>
              <a:xfrm>
                <a:off x="225147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7" name="ph7782">
                <a:extLst>
                  <a:ext uri="{FF2B5EF4-FFF2-40B4-BE49-F238E27FC236}">
                    <a16:creationId xmlns:a16="http://schemas.microsoft.com/office/drawing/2014/main" id="{238B55D7-C757-BCB8-6610-067DBF15DBF5}"/>
                  </a:ext>
                </a:extLst>
              </p:cNvPr>
              <p:cNvSpPr/>
              <p:nvPr/>
            </p:nvSpPr>
            <p:spPr>
              <a:xfrm>
                <a:off x="2260917" y="1078465"/>
                <a:ext cx="92183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836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0151" y="896830"/>
                    </a:lnTo>
                    <a:lnTo>
                      <a:pt x="920288" y="897862"/>
                    </a:lnTo>
                    <a:lnTo>
                      <a:pt x="921409" y="908679"/>
                    </a:lnTo>
                    <a:lnTo>
                      <a:pt x="921836" y="914400"/>
                    </a:lnTo>
                    <a:close/>
                  </a:path>
                </a:pathLst>
              </a:custGeom>
              <a:solidFill>
                <a:srgbClr val="FBFDB9">
                  <a:alpha val="100000"/>
                </a:srgbClr>
              </a:solidFill>
              <a:ln w="5420" cap="flat">
                <a:solidFill>
                  <a:srgbClr val="FBFD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8" name="ph7783">
                <a:extLst>
                  <a:ext uri="{FF2B5EF4-FFF2-40B4-BE49-F238E27FC236}">
                    <a16:creationId xmlns:a16="http://schemas.microsoft.com/office/drawing/2014/main" id="{7E303D87-D7AD-2A19-F538-8E376313D914}"/>
                  </a:ext>
                </a:extLst>
              </p:cNvPr>
              <p:cNvSpPr/>
              <p:nvPr/>
            </p:nvSpPr>
            <p:spPr>
              <a:xfrm>
                <a:off x="3488148" y="107846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7606" y="914400"/>
                    </a:lnTo>
                    <a:lnTo>
                      <a:pt x="908885" y="912643"/>
                    </a:lnTo>
                    <a:lnTo>
                      <a:pt x="913911" y="906477"/>
                    </a:lnTo>
                    <a:lnTo>
                      <a:pt x="914400" y="90594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9" name="ph7784">
                <a:extLst>
                  <a:ext uri="{FF2B5EF4-FFF2-40B4-BE49-F238E27FC236}">
                    <a16:creationId xmlns:a16="http://schemas.microsoft.com/office/drawing/2014/main" id="{FD6C17A8-7213-151E-2131-C7004EB72C5A}"/>
                  </a:ext>
                </a:extLst>
              </p:cNvPr>
              <p:cNvSpPr/>
              <p:nvPr/>
            </p:nvSpPr>
            <p:spPr>
              <a:xfrm>
                <a:off x="3497588" y="106089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516"/>
                    </a:lnTo>
                    <a:lnTo>
                      <a:pt x="909667" y="918387"/>
                    </a:lnTo>
                    <a:lnTo>
                      <a:pt x="91381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0" name="ph7785">
                <a:extLst>
                  <a:ext uri="{FF2B5EF4-FFF2-40B4-BE49-F238E27FC236}">
                    <a16:creationId xmlns:a16="http://schemas.microsoft.com/office/drawing/2014/main" id="{E0054812-C8FE-DC83-1BA7-DE30C3CF4C45}"/>
                  </a:ext>
                </a:extLst>
              </p:cNvPr>
              <p:cNvSpPr/>
              <p:nvPr/>
            </p:nvSpPr>
            <p:spPr>
              <a:xfrm>
                <a:off x="3497588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1" name="ph7786">
                <a:extLst>
                  <a:ext uri="{FF2B5EF4-FFF2-40B4-BE49-F238E27FC236}">
                    <a16:creationId xmlns:a16="http://schemas.microsoft.com/office/drawing/2014/main" id="{D598D8F1-340C-1288-B72D-F77A05F3C0F2}"/>
                  </a:ext>
                </a:extLst>
              </p:cNvPr>
              <p:cNvSpPr/>
              <p:nvPr/>
            </p:nvSpPr>
            <p:spPr>
              <a:xfrm>
                <a:off x="350702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2" name="ph7787">
                <a:extLst>
                  <a:ext uri="{FF2B5EF4-FFF2-40B4-BE49-F238E27FC236}">
                    <a16:creationId xmlns:a16="http://schemas.microsoft.com/office/drawing/2014/main" id="{0E16F650-C645-601F-F54E-2ACE4B9866FC}"/>
                  </a:ext>
                </a:extLst>
              </p:cNvPr>
              <p:cNvSpPr/>
              <p:nvPr/>
            </p:nvSpPr>
            <p:spPr>
              <a:xfrm>
                <a:off x="351646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3" name="ph7788">
                <a:extLst>
                  <a:ext uri="{FF2B5EF4-FFF2-40B4-BE49-F238E27FC236}">
                    <a16:creationId xmlns:a16="http://schemas.microsoft.com/office/drawing/2014/main" id="{98159AE6-7D63-1D57-87DF-1D2E4DBB2C30}"/>
                  </a:ext>
                </a:extLst>
              </p:cNvPr>
              <p:cNvSpPr/>
              <p:nvPr/>
            </p:nvSpPr>
            <p:spPr>
              <a:xfrm>
                <a:off x="352590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4" name="ph7789">
                <a:extLst>
                  <a:ext uri="{FF2B5EF4-FFF2-40B4-BE49-F238E27FC236}">
                    <a16:creationId xmlns:a16="http://schemas.microsoft.com/office/drawing/2014/main" id="{B94634A0-966E-B2BD-D0EF-E579244BA7A6}"/>
                  </a:ext>
                </a:extLst>
              </p:cNvPr>
              <p:cNvSpPr/>
              <p:nvPr/>
            </p:nvSpPr>
            <p:spPr>
              <a:xfrm>
                <a:off x="3535349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5" name="ph7790">
                <a:extLst>
                  <a:ext uri="{FF2B5EF4-FFF2-40B4-BE49-F238E27FC236}">
                    <a16:creationId xmlns:a16="http://schemas.microsoft.com/office/drawing/2014/main" id="{0AF49383-4BE8-D192-E591-7AE1F40B9428}"/>
                  </a:ext>
                </a:extLst>
              </p:cNvPr>
              <p:cNvSpPr/>
              <p:nvPr/>
            </p:nvSpPr>
            <p:spPr>
              <a:xfrm>
                <a:off x="354479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6" name="ph7791">
                <a:extLst>
                  <a:ext uri="{FF2B5EF4-FFF2-40B4-BE49-F238E27FC236}">
                    <a16:creationId xmlns:a16="http://schemas.microsoft.com/office/drawing/2014/main" id="{F798054E-C464-5424-5900-001D0D432535}"/>
                  </a:ext>
                </a:extLst>
              </p:cNvPr>
              <p:cNvSpPr/>
              <p:nvPr/>
            </p:nvSpPr>
            <p:spPr>
              <a:xfrm>
                <a:off x="355423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7" name="ph7792">
                <a:extLst>
                  <a:ext uri="{FF2B5EF4-FFF2-40B4-BE49-F238E27FC236}">
                    <a16:creationId xmlns:a16="http://schemas.microsoft.com/office/drawing/2014/main" id="{C6F62292-39A8-916C-ED5D-8A49CA13AE1C}"/>
                  </a:ext>
                </a:extLst>
              </p:cNvPr>
              <p:cNvSpPr/>
              <p:nvPr/>
            </p:nvSpPr>
            <p:spPr>
              <a:xfrm>
                <a:off x="356367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8" name="ph7793">
                <a:extLst>
                  <a:ext uri="{FF2B5EF4-FFF2-40B4-BE49-F238E27FC236}">
                    <a16:creationId xmlns:a16="http://schemas.microsoft.com/office/drawing/2014/main" id="{7551A923-7B62-BB59-92F1-3CE346B4E297}"/>
                  </a:ext>
                </a:extLst>
              </p:cNvPr>
              <p:cNvSpPr/>
              <p:nvPr/>
            </p:nvSpPr>
            <p:spPr>
              <a:xfrm>
                <a:off x="357311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9" name="ph7794">
                <a:extLst>
                  <a:ext uri="{FF2B5EF4-FFF2-40B4-BE49-F238E27FC236}">
                    <a16:creationId xmlns:a16="http://schemas.microsoft.com/office/drawing/2014/main" id="{900E6375-720B-75FD-2A46-8C8BD19AFDBF}"/>
                  </a:ext>
                </a:extLst>
              </p:cNvPr>
              <p:cNvSpPr/>
              <p:nvPr/>
            </p:nvSpPr>
            <p:spPr>
              <a:xfrm>
                <a:off x="3582550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0" name="ph7795">
                <a:extLst>
                  <a:ext uri="{FF2B5EF4-FFF2-40B4-BE49-F238E27FC236}">
                    <a16:creationId xmlns:a16="http://schemas.microsoft.com/office/drawing/2014/main" id="{C2340233-029A-5AD8-5307-A6520950ECEE}"/>
                  </a:ext>
                </a:extLst>
              </p:cNvPr>
              <p:cNvSpPr/>
              <p:nvPr/>
            </p:nvSpPr>
            <p:spPr>
              <a:xfrm>
                <a:off x="359199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1" name="ph7796">
                <a:extLst>
                  <a:ext uri="{FF2B5EF4-FFF2-40B4-BE49-F238E27FC236}">
                    <a16:creationId xmlns:a16="http://schemas.microsoft.com/office/drawing/2014/main" id="{A28DCA96-E4ED-DCC7-C0DE-38B6CB546E5B}"/>
                  </a:ext>
                </a:extLst>
              </p:cNvPr>
              <p:cNvSpPr/>
              <p:nvPr/>
            </p:nvSpPr>
            <p:spPr>
              <a:xfrm>
                <a:off x="360143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2" name="ph7797">
                <a:extLst>
                  <a:ext uri="{FF2B5EF4-FFF2-40B4-BE49-F238E27FC236}">
                    <a16:creationId xmlns:a16="http://schemas.microsoft.com/office/drawing/2014/main" id="{0890D9A2-2614-D5AF-311C-985F00831750}"/>
                  </a:ext>
                </a:extLst>
              </p:cNvPr>
              <p:cNvSpPr/>
              <p:nvPr/>
            </p:nvSpPr>
            <p:spPr>
              <a:xfrm>
                <a:off x="361087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3" name="ph7798">
                <a:extLst>
                  <a:ext uri="{FF2B5EF4-FFF2-40B4-BE49-F238E27FC236}">
                    <a16:creationId xmlns:a16="http://schemas.microsoft.com/office/drawing/2014/main" id="{58AF1B50-8BBB-CC96-8C74-08FF562000CB}"/>
                  </a:ext>
                </a:extLst>
              </p:cNvPr>
              <p:cNvSpPr/>
              <p:nvPr/>
            </p:nvSpPr>
            <p:spPr>
              <a:xfrm>
                <a:off x="3620311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4" name="ph7799">
                <a:extLst>
                  <a:ext uri="{FF2B5EF4-FFF2-40B4-BE49-F238E27FC236}">
                    <a16:creationId xmlns:a16="http://schemas.microsoft.com/office/drawing/2014/main" id="{E249A7BE-C416-6CB9-DD33-7225B1097688}"/>
                  </a:ext>
                </a:extLst>
              </p:cNvPr>
              <p:cNvSpPr/>
              <p:nvPr/>
            </p:nvSpPr>
            <p:spPr>
              <a:xfrm>
                <a:off x="362975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5" name="ph7800">
                <a:extLst>
                  <a:ext uri="{FF2B5EF4-FFF2-40B4-BE49-F238E27FC236}">
                    <a16:creationId xmlns:a16="http://schemas.microsoft.com/office/drawing/2014/main" id="{FA25F3A5-C561-820C-FE0D-6652A68C319C}"/>
                  </a:ext>
                </a:extLst>
              </p:cNvPr>
              <p:cNvSpPr/>
              <p:nvPr/>
            </p:nvSpPr>
            <p:spPr>
              <a:xfrm>
                <a:off x="363919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6" name="ph7801">
                <a:extLst>
                  <a:ext uri="{FF2B5EF4-FFF2-40B4-BE49-F238E27FC236}">
                    <a16:creationId xmlns:a16="http://schemas.microsoft.com/office/drawing/2014/main" id="{F34F8B26-0AFA-FDBB-3E86-2DDC717237CF}"/>
                  </a:ext>
                </a:extLst>
              </p:cNvPr>
              <p:cNvSpPr/>
              <p:nvPr/>
            </p:nvSpPr>
            <p:spPr>
              <a:xfrm>
                <a:off x="364863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7" name="ph7802">
                <a:extLst>
                  <a:ext uri="{FF2B5EF4-FFF2-40B4-BE49-F238E27FC236}">
                    <a16:creationId xmlns:a16="http://schemas.microsoft.com/office/drawing/2014/main" id="{7042C93A-C602-259E-1951-28252B8C8F8C}"/>
                  </a:ext>
                </a:extLst>
              </p:cNvPr>
              <p:cNvSpPr/>
              <p:nvPr/>
            </p:nvSpPr>
            <p:spPr>
              <a:xfrm>
                <a:off x="3658072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8" name="ph7803">
                <a:extLst>
                  <a:ext uri="{FF2B5EF4-FFF2-40B4-BE49-F238E27FC236}">
                    <a16:creationId xmlns:a16="http://schemas.microsoft.com/office/drawing/2014/main" id="{4174F77F-8A3E-AA6A-59F4-C4C317AF2DB9}"/>
                  </a:ext>
                </a:extLst>
              </p:cNvPr>
              <p:cNvSpPr/>
              <p:nvPr/>
            </p:nvSpPr>
            <p:spPr>
              <a:xfrm>
                <a:off x="366751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9" name="ph7804">
                <a:extLst>
                  <a:ext uri="{FF2B5EF4-FFF2-40B4-BE49-F238E27FC236}">
                    <a16:creationId xmlns:a16="http://schemas.microsoft.com/office/drawing/2014/main" id="{610C4885-994E-CF40-E438-990F9BC2114A}"/>
                  </a:ext>
                </a:extLst>
              </p:cNvPr>
              <p:cNvSpPr/>
              <p:nvPr/>
            </p:nvSpPr>
            <p:spPr>
              <a:xfrm>
                <a:off x="367695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0" name="ph7805">
                <a:extLst>
                  <a:ext uri="{FF2B5EF4-FFF2-40B4-BE49-F238E27FC236}">
                    <a16:creationId xmlns:a16="http://schemas.microsoft.com/office/drawing/2014/main" id="{3B2A0D4F-F21B-1A89-84DF-30E12EBAAD17}"/>
                  </a:ext>
                </a:extLst>
              </p:cNvPr>
              <p:cNvSpPr/>
              <p:nvPr/>
            </p:nvSpPr>
            <p:spPr>
              <a:xfrm>
                <a:off x="368639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1" name="ph7806">
                <a:extLst>
                  <a:ext uri="{FF2B5EF4-FFF2-40B4-BE49-F238E27FC236}">
                    <a16:creationId xmlns:a16="http://schemas.microsoft.com/office/drawing/2014/main" id="{EACA541F-B1A2-3B9A-90CE-7D6D831932BF}"/>
                  </a:ext>
                </a:extLst>
              </p:cNvPr>
              <p:cNvSpPr/>
              <p:nvPr/>
            </p:nvSpPr>
            <p:spPr>
              <a:xfrm>
                <a:off x="3695833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2" name="ph7807">
                <a:extLst>
                  <a:ext uri="{FF2B5EF4-FFF2-40B4-BE49-F238E27FC236}">
                    <a16:creationId xmlns:a16="http://schemas.microsoft.com/office/drawing/2014/main" id="{5E8A7599-C284-6F93-CAD2-264D4165AE87}"/>
                  </a:ext>
                </a:extLst>
              </p:cNvPr>
              <p:cNvSpPr/>
              <p:nvPr/>
            </p:nvSpPr>
            <p:spPr>
              <a:xfrm>
                <a:off x="370527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3" name="ph7808">
                <a:extLst>
                  <a:ext uri="{FF2B5EF4-FFF2-40B4-BE49-F238E27FC236}">
                    <a16:creationId xmlns:a16="http://schemas.microsoft.com/office/drawing/2014/main" id="{00DA3D7C-54C9-8A37-6824-81144F8845CE}"/>
                  </a:ext>
                </a:extLst>
              </p:cNvPr>
              <p:cNvSpPr/>
              <p:nvPr/>
            </p:nvSpPr>
            <p:spPr>
              <a:xfrm>
                <a:off x="371471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4" name="ph7809">
                <a:extLst>
                  <a:ext uri="{FF2B5EF4-FFF2-40B4-BE49-F238E27FC236}">
                    <a16:creationId xmlns:a16="http://schemas.microsoft.com/office/drawing/2014/main" id="{A54AA261-0D14-0EBE-EFCD-B7A24022A936}"/>
                  </a:ext>
                </a:extLst>
              </p:cNvPr>
              <p:cNvSpPr/>
              <p:nvPr/>
            </p:nvSpPr>
            <p:spPr>
              <a:xfrm>
                <a:off x="372415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5" name="ph7810">
                <a:extLst>
                  <a:ext uri="{FF2B5EF4-FFF2-40B4-BE49-F238E27FC236}">
                    <a16:creationId xmlns:a16="http://schemas.microsoft.com/office/drawing/2014/main" id="{CC665115-59E0-0E2A-5049-A89D10DF22C7}"/>
                  </a:ext>
                </a:extLst>
              </p:cNvPr>
              <p:cNvSpPr/>
              <p:nvPr/>
            </p:nvSpPr>
            <p:spPr>
              <a:xfrm>
                <a:off x="3733594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6" name="ph7811">
                <a:extLst>
                  <a:ext uri="{FF2B5EF4-FFF2-40B4-BE49-F238E27FC236}">
                    <a16:creationId xmlns:a16="http://schemas.microsoft.com/office/drawing/2014/main" id="{1F8136C6-47D5-6F4E-E98D-A5C53EECA4D3}"/>
                  </a:ext>
                </a:extLst>
              </p:cNvPr>
              <p:cNvSpPr/>
              <p:nvPr/>
            </p:nvSpPr>
            <p:spPr>
              <a:xfrm>
                <a:off x="374303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7" name="ph7812">
                <a:extLst>
                  <a:ext uri="{FF2B5EF4-FFF2-40B4-BE49-F238E27FC236}">
                    <a16:creationId xmlns:a16="http://schemas.microsoft.com/office/drawing/2014/main" id="{52DC1BA7-F87B-AE63-F0A2-45638B061112}"/>
                  </a:ext>
                </a:extLst>
              </p:cNvPr>
              <p:cNvSpPr/>
              <p:nvPr/>
            </p:nvSpPr>
            <p:spPr>
              <a:xfrm>
                <a:off x="375247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8" name="ph7813">
                <a:extLst>
                  <a:ext uri="{FF2B5EF4-FFF2-40B4-BE49-F238E27FC236}">
                    <a16:creationId xmlns:a16="http://schemas.microsoft.com/office/drawing/2014/main" id="{3220D07E-7493-8535-D889-B16D9B40B316}"/>
                  </a:ext>
                </a:extLst>
              </p:cNvPr>
              <p:cNvSpPr/>
              <p:nvPr/>
            </p:nvSpPr>
            <p:spPr>
              <a:xfrm>
                <a:off x="376191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9" name="ph7814">
                <a:extLst>
                  <a:ext uri="{FF2B5EF4-FFF2-40B4-BE49-F238E27FC236}">
                    <a16:creationId xmlns:a16="http://schemas.microsoft.com/office/drawing/2014/main" id="{E719D56A-E0C5-09A7-3DDE-474AEB97B9D5}"/>
                  </a:ext>
                </a:extLst>
              </p:cNvPr>
              <p:cNvSpPr/>
              <p:nvPr/>
            </p:nvSpPr>
            <p:spPr>
              <a:xfrm>
                <a:off x="3771355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0" name="ph7815">
                <a:extLst>
                  <a:ext uri="{FF2B5EF4-FFF2-40B4-BE49-F238E27FC236}">
                    <a16:creationId xmlns:a16="http://schemas.microsoft.com/office/drawing/2014/main" id="{74FDB5DC-C132-5FE2-4230-D1C72F46BC81}"/>
                  </a:ext>
                </a:extLst>
              </p:cNvPr>
              <p:cNvSpPr/>
              <p:nvPr/>
            </p:nvSpPr>
            <p:spPr>
              <a:xfrm>
                <a:off x="378079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1" name="ph7816">
                <a:extLst>
                  <a:ext uri="{FF2B5EF4-FFF2-40B4-BE49-F238E27FC236}">
                    <a16:creationId xmlns:a16="http://schemas.microsoft.com/office/drawing/2014/main" id="{579B2018-DEC6-54F1-FA7C-CDBDCDAA5F8C}"/>
                  </a:ext>
                </a:extLst>
              </p:cNvPr>
              <p:cNvSpPr/>
              <p:nvPr/>
            </p:nvSpPr>
            <p:spPr>
              <a:xfrm>
                <a:off x="379023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2" name="ph7817">
                <a:extLst>
                  <a:ext uri="{FF2B5EF4-FFF2-40B4-BE49-F238E27FC236}">
                    <a16:creationId xmlns:a16="http://schemas.microsoft.com/office/drawing/2014/main" id="{26D1EE16-DAB8-8954-8AD9-432347093193}"/>
                  </a:ext>
                </a:extLst>
              </p:cNvPr>
              <p:cNvSpPr/>
              <p:nvPr/>
            </p:nvSpPr>
            <p:spPr>
              <a:xfrm>
                <a:off x="379967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3" name="ph7818">
                <a:extLst>
                  <a:ext uri="{FF2B5EF4-FFF2-40B4-BE49-F238E27FC236}">
                    <a16:creationId xmlns:a16="http://schemas.microsoft.com/office/drawing/2014/main" id="{5E641985-34C1-81F4-911B-6D05D9095326}"/>
                  </a:ext>
                </a:extLst>
              </p:cNvPr>
              <p:cNvSpPr/>
              <p:nvPr/>
            </p:nvSpPr>
            <p:spPr>
              <a:xfrm>
                <a:off x="380911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4" name="ph7819">
                <a:extLst>
                  <a:ext uri="{FF2B5EF4-FFF2-40B4-BE49-F238E27FC236}">
                    <a16:creationId xmlns:a16="http://schemas.microsoft.com/office/drawing/2014/main" id="{FEDCCAF9-4522-FA32-DC55-F57AA6A17757}"/>
                  </a:ext>
                </a:extLst>
              </p:cNvPr>
              <p:cNvSpPr/>
              <p:nvPr/>
            </p:nvSpPr>
            <p:spPr>
              <a:xfrm>
                <a:off x="3818556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5" name="ph7820">
                <a:extLst>
                  <a:ext uri="{FF2B5EF4-FFF2-40B4-BE49-F238E27FC236}">
                    <a16:creationId xmlns:a16="http://schemas.microsoft.com/office/drawing/2014/main" id="{9D79548C-96ED-4CC8-F6B0-3847525E9D71}"/>
                  </a:ext>
                </a:extLst>
              </p:cNvPr>
              <p:cNvSpPr/>
              <p:nvPr/>
            </p:nvSpPr>
            <p:spPr>
              <a:xfrm>
                <a:off x="382799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6" name="ph7821">
                <a:extLst>
                  <a:ext uri="{FF2B5EF4-FFF2-40B4-BE49-F238E27FC236}">
                    <a16:creationId xmlns:a16="http://schemas.microsoft.com/office/drawing/2014/main" id="{20667DD8-4880-713E-4C79-20BB29C406A4}"/>
                  </a:ext>
                </a:extLst>
              </p:cNvPr>
              <p:cNvSpPr/>
              <p:nvPr/>
            </p:nvSpPr>
            <p:spPr>
              <a:xfrm>
                <a:off x="3837437" y="106089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7" name="ph7822">
                <a:extLst>
                  <a:ext uri="{FF2B5EF4-FFF2-40B4-BE49-F238E27FC236}">
                    <a16:creationId xmlns:a16="http://schemas.microsoft.com/office/drawing/2014/main" id="{8CE77E75-C475-9524-24F8-870CE6806FBC}"/>
                  </a:ext>
                </a:extLst>
              </p:cNvPr>
              <p:cNvSpPr/>
              <p:nvPr/>
            </p:nvSpPr>
            <p:spPr>
              <a:xfrm>
                <a:off x="3846877" y="1078465"/>
                <a:ext cx="9219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93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21231" y="896830"/>
                    </a:lnTo>
                    <a:lnTo>
                      <a:pt x="921521" y="901327"/>
                    </a:lnTo>
                    <a:lnTo>
                      <a:pt x="921920" y="912411"/>
                    </a:lnTo>
                    <a:lnTo>
                      <a:pt x="921935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8" name="ph7823">
                <a:extLst>
                  <a:ext uri="{FF2B5EF4-FFF2-40B4-BE49-F238E27FC236}">
                    <a16:creationId xmlns:a16="http://schemas.microsoft.com/office/drawing/2014/main" id="{38038B33-5706-15FD-0436-177EF336A51B}"/>
                  </a:ext>
                </a:extLst>
              </p:cNvPr>
              <p:cNvSpPr/>
              <p:nvPr/>
            </p:nvSpPr>
            <p:spPr>
              <a:xfrm>
                <a:off x="2043791" y="1043325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8456" y="931969"/>
                    </a:lnTo>
                    <a:lnTo>
                      <a:pt x="909239" y="927794"/>
                    </a:lnTo>
                    <a:lnTo>
                      <a:pt x="911481" y="917590"/>
                    </a:lnTo>
                    <a:lnTo>
                      <a:pt x="912289" y="91439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9" name="ph7824">
                <a:extLst>
                  <a:ext uri="{FF2B5EF4-FFF2-40B4-BE49-F238E27FC236}">
                    <a16:creationId xmlns:a16="http://schemas.microsoft.com/office/drawing/2014/main" id="{A2DD2FB2-A013-2A96-CD0B-C1916EEB8CDA}"/>
                  </a:ext>
                </a:extLst>
              </p:cNvPr>
              <p:cNvSpPr/>
              <p:nvPr/>
            </p:nvSpPr>
            <p:spPr>
              <a:xfrm>
                <a:off x="204379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0" name="ph7825">
                <a:extLst>
                  <a:ext uri="{FF2B5EF4-FFF2-40B4-BE49-F238E27FC236}">
                    <a16:creationId xmlns:a16="http://schemas.microsoft.com/office/drawing/2014/main" id="{7EBBDD26-75A4-B8AC-9ECF-D699E715816D}"/>
                  </a:ext>
                </a:extLst>
              </p:cNvPr>
              <p:cNvSpPr/>
              <p:nvPr/>
            </p:nvSpPr>
            <p:spPr>
              <a:xfrm>
                <a:off x="205323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1" name="ph7826">
                <a:extLst>
                  <a:ext uri="{FF2B5EF4-FFF2-40B4-BE49-F238E27FC236}">
                    <a16:creationId xmlns:a16="http://schemas.microsoft.com/office/drawing/2014/main" id="{A21FB415-83D2-5ACC-07CD-F3396A26EDAE}"/>
                  </a:ext>
                </a:extLst>
              </p:cNvPr>
              <p:cNvSpPr/>
              <p:nvPr/>
            </p:nvSpPr>
            <p:spPr>
              <a:xfrm>
                <a:off x="206267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2" name="ph7827">
                <a:extLst>
                  <a:ext uri="{FF2B5EF4-FFF2-40B4-BE49-F238E27FC236}">
                    <a16:creationId xmlns:a16="http://schemas.microsoft.com/office/drawing/2014/main" id="{5861C1D2-E2C4-C938-4646-848FB39AF39A}"/>
                  </a:ext>
                </a:extLst>
              </p:cNvPr>
              <p:cNvSpPr/>
              <p:nvPr/>
            </p:nvSpPr>
            <p:spPr>
              <a:xfrm>
                <a:off x="207211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3" name="ph7828">
                <a:extLst>
                  <a:ext uri="{FF2B5EF4-FFF2-40B4-BE49-F238E27FC236}">
                    <a16:creationId xmlns:a16="http://schemas.microsoft.com/office/drawing/2014/main" id="{4563B642-E13D-9B9A-3F51-8F5E865ACE57}"/>
                  </a:ext>
                </a:extLst>
              </p:cNvPr>
              <p:cNvSpPr/>
              <p:nvPr/>
            </p:nvSpPr>
            <p:spPr>
              <a:xfrm>
                <a:off x="208155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4" name="ph7829">
                <a:extLst>
                  <a:ext uri="{FF2B5EF4-FFF2-40B4-BE49-F238E27FC236}">
                    <a16:creationId xmlns:a16="http://schemas.microsoft.com/office/drawing/2014/main" id="{61E10745-463E-C73A-2A61-2AD6BB175DCB}"/>
                  </a:ext>
                </a:extLst>
              </p:cNvPr>
              <p:cNvSpPr/>
              <p:nvPr/>
            </p:nvSpPr>
            <p:spPr>
              <a:xfrm>
                <a:off x="209099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5" name="ph7830">
                <a:extLst>
                  <a:ext uri="{FF2B5EF4-FFF2-40B4-BE49-F238E27FC236}">
                    <a16:creationId xmlns:a16="http://schemas.microsoft.com/office/drawing/2014/main" id="{493BB813-93DD-96D1-F40A-D03D1D964FFD}"/>
                  </a:ext>
                </a:extLst>
              </p:cNvPr>
              <p:cNvSpPr/>
              <p:nvPr/>
            </p:nvSpPr>
            <p:spPr>
              <a:xfrm>
                <a:off x="210043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6" name="ph7831">
                <a:extLst>
                  <a:ext uri="{FF2B5EF4-FFF2-40B4-BE49-F238E27FC236}">
                    <a16:creationId xmlns:a16="http://schemas.microsoft.com/office/drawing/2014/main" id="{67CBD602-965E-9399-41EE-038C50115DDD}"/>
                  </a:ext>
                </a:extLst>
              </p:cNvPr>
              <p:cNvSpPr/>
              <p:nvPr/>
            </p:nvSpPr>
            <p:spPr>
              <a:xfrm>
                <a:off x="210987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7" name="ph7832">
                <a:extLst>
                  <a:ext uri="{FF2B5EF4-FFF2-40B4-BE49-F238E27FC236}">
                    <a16:creationId xmlns:a16="http://schemas.microsoft.com/office/drawing/2014/main" id="{6361243B-DD46-C2A7-276C-507CBA41C4F5}"/>
                  </a:ext>
                </a:extLst>
              </p:cNvPr>
              <p:cNvSpPr/>
              <p:nvPr/>
            </p:nvSpPr>
            <p:spPr>
              <a:xfrm>
                <a:off x="211931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8" name="ph7833">
                <a:extLst>
                  <a:ext uri="{FF2B5EF4-FFF2-40B4-BE49-F238E27FC236}">
                    <a16:creationId xmlns:a16="http://schemas.microsoft.com/office/drawing/2014/main" id="{EE088409-4EF3-5CC2-163C-CEB54066F76E}"/>
                  </a:ext>
                </a:extLst>
              </p:cNvPr>
              <p:cNvSpPr/>
              <p:nvPr/>
            </p:nvSpPr>
            <p:spPr>
              <a:xfrm>
                <a:off x="212875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7">
                  <a:alpha val="100000"/>
                </a:srgbClr>
              </a:solidFill>
              <a:ln w="5420" cap="flat">
                <a:solidFill>
                  <a:srgbClr val="F9FC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9" name="ph7834">
                <a:extLst>
                  <a:ext uri="{FF2B5EF4-FFF2-40B4-BE49-F238E27FC236}">
                    <a16:creationId xmlns:a16="http://schemas.microsoft.com/office/drawing/2014/main" id="{F89B5C16-C334-A34B-2FE4-BBE6B9063357}"/>
                  </a:ext>
                </a:extLst>
              </p:cNvPr>
              <p:cNvSpPr/>
              <p:nvPr/>
            </p:nvSpPr>
            <p:spPr>
              <a:xfrm>
                <a:off x="213819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0" name="ph7835">
                <a:extLst>
                  <a:ext uri="{FF2B5EF4-FFF2-40B4-BE49-F238E27FC236}">
                    <a16:creationId xmlns:a16="http://schemas.microsoft.com/office/drawing/2014/main" id="{FF8BD738-2817-DEE5-636B-87FA45DED796}"/>
                  </a:ext>
                </a:extLst>
              </p:cNvPr>
              <p:cNvSpPr/>
              <p:nvPr/>
            </p:nvSpPr>
            <p:spPr>
              <a:xfrm>
                <a:off x="214763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1" name="ph7836">
                <a:extLst>
                  <a:ext uri="{FF2B5EF4-FFF2-40B4-BE49-F238E27FC236}">
                    <a16:creationId xmlns:a16="http://schemas.microsoft.com/office/drawing/2014/main" id="{B64C1861-CD13-DFC9-BF10-112F96AF1700}"/>
                  </a:ext>
                </a:extLst>
              </p:cNvPr>
              <p:cNvSpPr/>
              <p:nvPr/>
            </p:nvSpPr>
            <p:spPr>
              <a:xfrm>
                <a:off x="215707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DB7">
                  <a:alpha val="100000"/>
                </a:srgbClr>
              </a:solidFill>
              <a:ln w="5420" cap="flat">
                <a:solidFill>
                  <a:srgbClr val="F9FD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2" name="ph7837">
                <a:extLst>
                  <a:ext uri="{FF2B5EF4-FFF2-40B4-BE49-F238E27FC236}">
                    <a16:creationId xmlns:a16="http://schemas.microsoft.com/office/drawing/2014/main" id="{A237189E-F0F2-9DFD-6197-56ABFAB4FCF2}"/>
                  </a:ext>
                </a:extLst>
              </p:cNvPr>
              <p:cNvSpPr/>
              <p:nvPr/>
            </p:nvSpPr>
            <p:spPr>
              <a:xfrm>
                <a:off x="216651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3" name="ph7838">
                <a:extLst>
                  <a:ext uri="{FF2B5EF4-FFF2-40B4-BE49-F238E27FC236}">
                    <a16:creationId xmlns:a16="http://schemas.microsoft.com/office/drawing/2014/main" id="{2CEA31AE-A199-A89B-8F1A-FDC5A9E161DB}"/>
                  </a:ext>
                </a:extLst>
              </p:cNvPr>
              <p:cNvSpPr/>
              <p:nvPr/>
            </p:nvSpPr>
            <p:spPr>
              <a:xfrm>
                <a:off x="217595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4" name="ph7839">
                <a:extLst>
                  <a:ext uri="{FF2B5EF4-FFF2-40B4-BE49-F238E27FC236}">
                    <a16:creationId xmlns:a16="http://schemas.microsoft.com/office/drawing/2014/main" id="{7A7B3C75-8AFC-554E-E20C-23E7F4592188}"/>
                  </a:ext>
                </a:extLst>
              </p:cNvPr>
              <p:cNvSpPr/>
              <p:nvPr/>
            </p:nvSpPr>
            <p:spPr>
              <a:xfrm>
                <a:off x="218539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5" name="ph7840">
                <a:extLst>
                  <a:ext uri="{FF2B5EF4-FFF2-40B4-BE49-F238E27FC236}">
                    <a16:creationId xmlns:a16="http://schemas.microsoft.com/office/drawing/2014/main" id="{08852FF3-DE5B-6F92-6891-187C7BAF5406}"/>
                  </a:ext>
                </a:extLst>
              </p:cNvPr>
              <p:cNvSpPr/>
              <p:nvPr/>
            </p:nvSpPr>
            <p:spPr>
              <a:xfrm>
                <a:off x="219483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6" name="ph7841">
                <a:extLst>
                  <a:ext uri="{FF2B5EF4-FFF2-40B4-BE49-F238E27FC236}">
                    <a16:creationId xmlns:a16="http://schemas.microsoft.com/office/drawing/2014/main" id="{4F743CCA-6EA8-E412-60DE-5299C8CB2A45}"/>
                  </a:ext>
                </a:extLst>
              </p:cNvPr>
              <p:cNvSpPr/>
              <p:nvPr/>
            </p:nvSpPr>
            <p:spPr>
              <a:xfrm>
                <a:off x="220427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7" name="ph7842">
                <a:extLst>
                  <a:ext uri="{FF2B5EF4-FFF2-40B4-BE49-F238E27FC236}">
                    <a16:creationId xmlns:a16="http://schemas.microsoft.com/office/drawing/2014/main" id="{FE36E851-6326-4D23-E2F4-B46BD70400B4}"/>
                  </a:ext>
                </a:extLst>
              </p:cNvPr>
              <p:cNvSpPr/>
              <p:nvPr/>
            </p:nvSpPr>
            <p:spPr>
              <a:xfrm>
                <a:off x="221371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8" name="ph7843">
                <a:extLst>
                  <a:ext uri="{FF2B5EF4-FFF2-40B4-BE49-F238E27FC236}">
                    <a16:creationId xmlns:a16="http://schemas.microsoft.com/office/drawing/2014/main" id="{4E24611A-B588-70E9-8F13-A9F047B52130}"/>
                  </a:ext>
                </a:extLst>
              </p:cNvPr>
              <p:cNvSpPr/>
              <p:nvPr/>
            </p:nvSpPr>
            <p:spPr>
              <a:xfrm>
                <a:off x="222315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9" name="ph7844">
                <a:extLst>
                  <a:ext uri="{FF2B5EF4-FFF2-40B4-BE49-F238E27FC236}">
                    <a16:creationId xmlns:a16="http://schemas.microsoft.com/office/drawing/2014/main" id="{E22B5085-8A79-7697-51C3-8C766D091144}"/>
                  </a:ext>
                </a:extLst>
              </p:cNvPr>
              <p:cNvSpPr/>
              <p:nvPr/>
            </p:nvSpPr>
            <p:spPr>
              <a:xfrm>
                <a:off x="223259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0" name="ph7845">
                <a:extLst>
                  <a:ext uri="{FF2B5EF4-FFF2-40B4-BE49-F238E27FC236}">
                    <a16:creationId xmlns:a16="http://schemas.microsoft.com/office/drawing/2014/main" id="{7983B514-0C49-69FF-3167-56121B8507C5}"/>
                  </a:ext>
                </a:extLst>
              </p:cNvPr>
              <p:cNvSpPr/>
              <p:nvPr/>
            </p:nvSpPr>
            <p:spPr>
              <a:xfrm>
                <a:off x="224203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1" name="ph7846">
                <a:extLst>
                  <a:ext uri="{FF2B5EF4-FFF2-40B4-BE49-F238E27FC236}">
                    <a16:creationId xmlns:a16="http://schemas.microsoft.com/office/drawing/2014/main" id="{AC841028-1333-DCA4-9C2C-BCF79D071AB9}"/>
                  </a:ext>
                </a:extLst>
              </p:cNvPr>
              <p:cNvSpPr/>
              <p:nvPr/>
            </p:nvSpPr>
            <p:spPr>
              <a:xfrm>
                <a:off x="225147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2" name="ph7847">
                <a:extLst>
                  <a:ext uri="{FF2B5EF4-FFF2-40B4-BE49-F238E27FC236}">
                    <a16:creationId xmlns:a16="http://schemas.microsoft.com/office/drawing/2014/main" id="{A1D8330E-E1EC-8269-1E88-7068604BD8AE}"/>
                  </a:ext>
                </a:extLst>
              </p:cNvPr>
              <p:cNvSpPr/>
              <p:nvPr/>
            </p:nvSpPr>
            <p:spPr>
              <a:xfrm>
                <a:off x="2260917" y="1060895"/>
                <a:ext cx="9201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5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7575" y="896830"/>
                    </a:lnTo>
                    <a:lnTo>
                      <a:pt x="918866" y="904738"/>
                    </a:lnTo>
                    <a:lnTo>
                      <a:pt x="920151" y="914400"/>
                    </a:lnTo>
                    <a:close/>
                  </a:path>
                </a:pathLst>
              </a:custGeom>
              <a:solidFill>
                <a:srgbClr val="FAFDB8">
                  <a:alpha val="100000"/>
                </a:srgbClr>
              </a:solidFill>
              <a:ln w="5420" cap="flat">
                <a:solidFill>
                  <a:srgbClr val="FAFD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3" name="ph7848">
                <a:extLst>
                  <a:ext uri="{FF2B5EF4-FFF2-40B4-BE49-F238E27FC236}">
                    <a16:creationId xmlns:a16="http://schemas.microsoft.com/office/drawing/2014/main" id="{1DA1F874-82C7-95D1-AA0A-53B709270D8E}"/>
                  </a:ext>
                </a:extLst>
              </p:cNvPr>
              <p:cNvSpPr/>
              <p:nvPr/>
            </p:nvSpPr>
            <p:spPr>
              <a:xfrm>
                <a:off x="3469268" y="1043325"/>
                <a:ext cx="914400" cy="91464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649">
                    <a:moveTo>
                      <a:pt x="914400" y="914399"/>
                    </a:moveTo>
                    <a:lnTo>
                      <a:pt x="914400" y="914649"/>
                    </a:lnTo>
                    <a:lnTo>
                      <a:pt x="913660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4" name="ph7849">
                <a:extLst>
                  <a:ext uri="{FF2B5EF4-FFF2-40B4-BE49-F238E27FC236}">
                    <a16:creationId xmlns:a16="http://schemas.microsoft.com/office/drawing/2014/main" id="{FCE40DD0-9A2F-43CF-ACEE-5E4ED59F6513}"/>
                  </a:ext>
                </a:extLst>
              </p:cNvPr>
              <p:cNvSpPr/>
              <p:nvPr/>
            </p:nvSpPr>
            <p:spPr>
              <a:xfrm>
                <a:off x="3469268" y="1043325"/>
                <a:ext cx="923840" cy="91724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24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765" y="917249"/>
                    </a:lnTo>
                    <a:lnTo>
                      <a:pt x="917999" y="915865"/>
                    </a:lnTo>
                    <a:lnTo>
                      <a:pt x="914400" y="91464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5" name="ph7850">
                <a:extLst>
                  <a:ext uri="{FF2B5EF4-FFF2-40B4-BE49-F238E27FC236}">
                    <a16:creationId xmlns:a16="http://schemas.microsoft.com/office/drawing/2014/main" id="{D2AF2B18-05C2-C5BB-60E4-F7E9683A0418}"/>
                  </a:ext>
                </a:extLst>
              </p:cNvPr>
              <p:cNvSpPr/>
              <p:nvPr/>
            </p:nvSpPr>
            <p:spPr>
              <a:xfrm>
                <a:off x="3478708" y="1043325"/>
                <a:ext cx="923840" cy="918257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257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8257"/>
                    </a:lnTo>
                    <a:lnTo>
                      <a:pt x="920121" y="918080"/>
                    </a:lnTo>
                    <a:lnTo>
                      <a:pt x="914400" y="91725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6" name="ph7851">
                <a:extLst>
                  <a:ext uri="{FF2B5EF4-FFF2-40B4-BE49-F238E27FC236}">
                    <a16:creationId xmlns:a16="http://schemas.microsoft.com/office/drawing/2014/main" id="{2B8A31BA-2879-0CD6-5861-8E8F5EFE3399}"/>
                  </a:ext>
                </a:extLst>
              </p:cNvPr>
              <p:cNvSpPr/>
              <p:nvPr/>
            </p:nvSpPr>
            <p:spPr>
              <a:xfrm>
                <a:off x="3497588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3819" y="914400"/>
                    </a:lnTo>
                    <a:lnTo>
                      <a:pt x="914400" y="913842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7" name="ph7852">
                <a:extLst>
                  <a:ext uri="{FF2B5EF4-FFF2-40B4-BE49-F238E27FC236}">
                    <a16:creationId xmlns:a16="http://schemas.microsoft.com/office/drawing/2014/main" id="{6C78E007-AF34-7486-0748-812BD31D12D2}"/>
                  </a:ext>
                </a:extLst>
              </p:cNvPr>
              <p:cNvSpPr/>
              <p:nvPr/>
            </p:nvSpPr>
            <p:spPr>
              <a:xfrm>
                <a:off x="3488148" y="1043325"/>
                <a:ext cx="923840" cy="918356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8356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931"/>
                    </a:lnTo>
                    <a:lnTo>
                      <a:pt x="922305" y="918078"/>
                    </a:lnTo>
                    <a:lnTo>
                      <a:pt x="916493" y="918356"/>
                    </a:lnTo>
                    <a:lnTo>
                      <a:pt x="914400" y="91825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8" name="ph7853">
                <a:extLst>
                  <a:ext uri="{FF2B5EF4-FFF2-40B4-BE49-F238E27FC236}">
                    <a16:creationId xmlns:a16="http://schemas.microsoft.com/office/drawing/2014/main" id="{B9FCFCF4-181D-2231-DD01-B6AEE405C5AE}"/>
                  </a:ext>
                </a:extLst>
              </p:cNvPr>
              <p:cNvSpPr/>
              <p:nvPr/>
            </p:nvSpPr>
            <p:spPr>
              <a:xfrm>
                <a:off x="3507029" y="1060895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3842"/>
                    </a:lnTo>
                    <a:lnTo>
                      <a:pt x="905577" y="913249"/>
                    </a:lnTo>
                    <a:lnTo>
                      <a:pt x="911066" y="908647"/>
                    </a:lnTo>
                    <a:lnTo>
                      <a:pt x="914400" y="90624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9" name="ph7854">
                <a:extLst>
                  <a:ext uri="{FF2B5EF4-FFF2-40B4-BE49-F238E27FC236}">
                    <a16:creationId xmlns:a16="http://schemas.microsoft.com/office/drawing/2014/main" id="{6B70ED38-749F-41E1-ACFB-B591B86225C2}"/>
                  </a:ext>
                </a:extLst>
              </p:cNvPr>
              <p:cNvSpPr/>
              <p:nvPr/>
            </p:nvSpPr>
            <p:spPr>
              <a:xfrm>
                <a:off x="3497588" y="1043325"/>
                <a:ext cx="923840" cy="9179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179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17030"/>
                    </a:lnTo>
                    <a:lnTo>
                      <a:pt x="922390" y="917168"/>
                    </a:lnTo>
                    <a:lnTo>
                      <a:pt x="920485" y="917349"/>
                    </a:lnTo>
                    <a:lnTo>
                      <a:pt x="918581" y="917531"/>
                    </a:lnTo>
                    <a:lnTo>
                      <a:pt x="916677" y="917713"/>
                    </a:lnTo>
                    <a:lnTo>
                      <a:pt x="914773" y="917895"/>
                    </a:lnTo>
                    <a:lnTo>
                      <a:pt x="914400" y="91793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0" name="ph7855">
                <a:extLst>
                  <a:ext uri="{FF2B5EF4-FFF2-40B4-BE49-F238E27FC236}">
                    <a16:creationId xmlns:a16="http://schemas.microsoft.com/office/drawing/2014/main" id="{772BF2CA-B51C-F160-58B9-5FD3D0F2D615}"/>
                  </a:ext>
                </a:extLst>
              </p:cNvPr>
              <p:cNvSpPr/>
              <p:nvPr/>
            </p:nvSpPr>
            <p:spPr>
              <a:xfrm>
                <a:off x="350702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lnTo>
                      <a:pt x="914400" y="923810"/>
                    </a:lnTo>
                    <a:lnTo>
                      <a:pt x="916679" y="922164"/>
                    </a:lnTo>
                    <a:lnTo>
                      <a:pt x="916972" y="921969"/>
                    </a:lnTo>
                    <a:lnTo>
                      <a:pt x="917268" y="921772"/>
                    </a:lnTo>
                    <a:lnTo>
                      <a:pt x="917563" y="921575"/>
                    </a:lnTo>
                    <a:lnTo>
                      <a:pt x="917859" y="921378"/>
                    </a:lnTo>
                    <a:lnTo>
                      <a:pt x="918155" y="921181"/>
                    </a:lnTo>
                    <a:lnTo>
                      <a:pt x="918450" y="920985"/>
                    </a:lnTo>
                    <a:lnTo>
                      <a:pt x="918746" y="920788"/>
                    </a:lnTo>
                    <a:lnTo>
                      <a:pt x="919042" y="920591"/>
                    </a:lnTo>
                    <a:lnTo>
                      <a:pt x="919337" y="920394"/>
                    </a:lnTo>
                    <a:lnTo>
                      <a:pt x="919633" y="920198"/>
                    </a:lnTo>
                    <a:lnTo>
                      <a:pt x="919929" y="920001"/>
                    </a:lnTo>
                    <a:lnTo>
                      <a:pt x="920225" y="919804"/>
                    </a:lnTo>
                    <a:lnTo>
                      <a:pt x="920520" y="919607"/>
                    </a:lnTo>
                    <a:lnTo>
                      <a:pt x="920816" y="919411"/>
                    </a:lnTo>
                    <a:lnTo>
                      <a:pt x="921112" y="919214"/>
                    </a:lnTo>
                    <a:lnTo>
                      <a:pt x="921408" y="919017"/>
                    </a:lnTo>
                    <a:lnTo>
                      <a:pt x="921703" y="918821"/>
                    </a:lnTo>
                    <a:lnTo>
                      <a:pt x="921999" y="918624"/>
                    </a:lnTo>
                    <a:lnTo>
                      <a:pt x="922221" y="918476"/>
                    </a:lnTo>
                    <a:lnTo>
                      <a:pt x="921052" y="916983"/>
                    </a:lnTo>
                    <a:lnTo>
                      <a:pt x="920560" y="916355"/>
                    </a:lnTo>
                    <a:lnTo>
                      <a:pt x="918667" y="916625"/>
                    </a:lnTo>
                    <a:lnTo>
                      <a:pt x="916758" y="916806"/>
                    </a:lnTo>
                    <a:lnTo>
                      <a:pt x="914854" y="916987"/>
                    </a:lnTo>
                    <a:lnTo>
                      <a:pt x="914400" y="91703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1" name="ph7856">
                <a:extLst>
                  <a:ext uri="{FF2B5EF4-FFF2-40B4-BE49-F238E27FC236}">
                    <a16:creationId xmlns:a16="http://schemas.microsoft.com/office/drawing/2014/main" id="{770D7A1C-9E04-958D-03CD-F191088F347E}"/>
                  </a:ext>
                </a:extLst>
              </p:cNvPr>
              <p:cNvSpPr/>
              <p:nvPr/>
            </p:nvSpPr>
            <p:spPr>
              <a:xfrm>
                <a:off x="351646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2" name="ph7857">
                <a:extLst>
                  <a:ext uri="{FF2B5EF4-FFF2-40B4-BE49-F238E27FC236}">
                    <a16:creationId xmlns:a16="http://schemas.microsoft.com/office/drawing/2014/main" id="{F29E360F-08A7-D675-8F12-2F77040CF508}"/>
                  </a:ext>
                </a:extLst>
              </p:cNvPr>
              <p:cNvSpPr/>
              <p:nvPr/>
            </p:nvSpPr>
            <p:spPr>
              <a:xfrm>
                <a:off x="352590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3" name="ph7858">
                <a:extLst>
                  <a:ext uri="{FF2B5EF4-FFF2-40B4-BE49-F238E27FC236}">
                    <a16:creationId xmlns:a16="http://schemas.microsoft.com/office/drawing/2014/main" id="{D056816B-936F-00A3-C11D-2EF4C9D3AA34}"/>
                  </a:ext>
                </a:extLst>
              </p:cNvPr>
              <p:cNvSpPr/>
              <p:nvPr/>
            </p:nvSpPr>
            <p:spPr>
              <a:xfrm>
                <a:off x="3535349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4" name="ph7859">
                <a:extLst>
                  <a:ext uri="{FF2B5EF4-FFF2-40B4-BE49-F238E27FC236}">
                    <a16:creationId xmlns:a16="http://schemas.microsoft.com/office/drawing/2014/main" id="{B76F2A26-12FF-00A9-9888-DD403D50104B}"/>
                  </a:ext>
                </a:extLst>
              </p:cNvPr>
              <p:cNvSpPr/>
              <p:nvPr/>
            </p:nvSpPr>
            <p:spPr>
              <a:xfrm>
                <a:off x="354479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5" name="ph7860">
                <a:extLst>
                  <a:ext uri="{FF2B5EF4-FFF2-40B4-BE49-F238E27FC236}">
                    <a16:creationId xmlns:a16="http://schemas.microsoft.com/office/drawing/2014/main" id="{276C969F-6A59-71A6-76F0-863970DABF65}"/>
                  </a:ext>
                </a:extLst>
              </p:cNvPr>
              <p:cNvSpPr/>
              <p:nvPr/>
            </p:nvSpPr>
            <p:spPr>
              <a:xfrm>
                <a:off x="355423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6" name="ph7861">
                <a:extLst>
                  <a:ext uri="{FF2B5EF4-FFF2-40B4-BE49-F238E27FC236}">
                    <a16:creationId xmlns:a16="http://schemas.microsoft.com/office/drawing/2014/main" id="{C747CB0E-1572-9FF9-4B5E-6A9C9CB74076}"/>
                  </a:ext>
                </a:extLst>
              </p:cNvPr>
              <p:cNvSpPr/>
              <p:nvPr/>
            </p:nvSpPr>
            <p:spPr>
              <a:xfrm>
                <a:off x="356367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7" name="ph7862">
                <a:extLst>
                  <a:ext uri="{FF2B5EF4-FFF2-40B4-BE49-F238E27FC236}">
                    <a16:creationId xmlns:a16="http://schemas.microsoft.com/office/drawing/2014/main" id="{208AAF1B-6BBC-D716-E299-85EB45646A33}"/>
                  </a:ext>
                </a:extLst>
              </p:cNvPr>
              <p:cNvSpPr/>
              <p:nvPr/>
            </p:nvSpPr>
            <p:spPr>
              <a:xfrm>
                <a:off x="357311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8" name="ph7863">
                <a:extLst>
                  <a:ext uri="{FF2B5EF4-FFF2-40B4-BE49-F238E27FC236}">
                    <a16:creationId xmlns:a16="http://schemas.microsoft.com/office/drawing/2014/main" id="{961B2E08-B2AB-32FA-1F54-96EBF7F4EA05}"/>
                  </a:ext>
                </a:extLst>
              </p:cNvPr>
              <p:cNvSpPr/>
              <p:nvPr/>
            </p:nvSpPr>
            <p:spPr>
              <a:xfrm>
                <a:off x="3582550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9" name="ph7864">
                <a:extLst>
                  <a:ext uri="{FF2B5EF4-FFF2-40B4-BE49-F238E27FC236}">
                    <a16:creationId xmlns:a16="http://schemas.microsoft.com/office/drawing/2014/main" id="{643347BC-94AC-230E-CC59-22F5DCB807F5}"/>
                  </a:ext>
                </a:extLst>
              </p:cNvPr>
              <p:cNvSpPr/>
              <p:nvPr/>
            </p:nvSpPr>
            <p:spPr>
              <a:xfrm>
                <a:off x="359199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0" name="ph7865">
                <a:extLst>
                  <a:ext uri="{FF2B5EF4-FFF2-40B4-BE49-F238E27FC236}">
                    <a16:creationId xmlns:a16="http://schemas.microsoft.com/office/drawing/2014/main" id="{B899A6F0-1384-345D-95B0-4248BDC12D82}"/>
                  </a:ext>
                </a:extLst>
              </p:cNvPr>
              <p:cNvSpPr/>
              <p:nvPr/>
            </p:nvSpPr>
            <p:spPr>
              <a:xfrm>
                <a:off x="360143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1" name="ph7866">
                <a:extLst>
                  <a:ext uri="{FF2B5EF4-FFF2-40B4-BE49-F238E27FC236}">
                    <a16:creationId xmlns:a16="http://schemas.microsoft.com/office/drawing/2014/main" id="{81D88826-A313-8D57-3177-18B9850B00B0}"/>
                  </a:ext>
                </a:extLst>
              </p:cNvPr>
              <p:cNvSpPr/>
              <p:nvPr/>
            </p:nvSpPr>
            <p:spPr>
              <a:xfrm>
                <a:off x="361087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2" name="ph7867">
                <a:extLst>
                  <a:ext uri="{FF2B5EF4-FFF2-40B4-BE49-F238E27FC236}">
                    <a16:creationId xmlns:a16="http://schemas.microsoft.com/office/drawing/2014/main" id="{2821DBA1-5E72-9F76-45AA-1B47A61156CD}"/>
                  </a:ext>
                </a:extLst>
              </p:cNvPr>
              <p:cNvSpPr/>
              <p:nvPr/>
            </p:nvSpPr>
            <p:spPr>
              <a:xfrm>
                <a:off x="3620311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3" name="ph7868">
                <a:extLst>
                  <a:ext uri="{FF2B5EF4-FFF2-40B4-BE49-F238E27FC236}">
                    <a16:creationId xmlns:a16="http://schemas.microsoft.com/office/drawing/2014/main" id="{FC25E417-BA06-1DB7-B2B6-480255F8FA4D}"/>
                  </a:ext>
                </a:extLst>
              </p:cNvPr>
              <p:cNvSpPr/>
              <p:nvPr/>
            </p:nvSpPr>
            <p:spPr>
              <a:xfrm>
                <a:off x="362975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4" name="ph7869">
                <a:extLst>
                  <a:ext uri="{FF2B5EF4-FFF2-40B4-BE49-F238E27FC236}">
                    <a16:creationId xmlns:a16="http://schemas.microsoft.com/office/drawing/2014/main" id="{C117FBCD-A8F1-F2A8-303C-0A6DF001BDD8}"/>
                  </a:ext>
                </a:extLst>
              </p:cNvPr>
              <p:cNvSpPr/>
              <p:nvPr/>
            </p:nvSpPr>
            <p:spPr>
              <a:xfrm>
                <a:off x="363919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5" name="ph7870">
                <a:extLst>
                  <a:ext uri="{FF2B5EF4-FFF2-40B4-BE49-F238E27FC236}">
                    <a16:creationId xmlns:a16="http://schemas.microsoft.com/office/drawing/2014/main" id="{8715304B-DD67-4987-2F2B-5EA7A89A8DEE}"/>
                  </a:ext>
                </a:extLst>
              </p:cNvPr>
              <p:cNvSpPr/>
              <p:nvPr/>
            </p:nvSpPr>
            <p:spPr>
              <a:xfrm>
                <a:off x="364863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6" name="ph7871">
                <a:extLst>
                  <a:ext uri="{FF2B5EF4-FFF2-40B4-BE49-F238E27FC236}">
                    <a16:creationId xmlns:a16="http://schemas.microsoft.com/office/drawing/2014/main" id="{C0AC2477-3AA0-2003-D361-7BBFB7AE7D9E}"/>
                  </a:ext>
                </a:extLst>
              </p:cNvPr>
              <p:cNvSpPr/>
              <p:nvPr/>
            </p:nvSpPr>
            <p:spPr>
              <a:xfrm>
                <a:off x="3658072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7" name="ph7872">
                <a:extLst>
                  <a:ext uri="{FF2B5EF4-FFF2-40B4-BE49-F238E27FC236}">
                    <a16:creationId xmlns:a16="http://schemas.microsoft.com/office/drawing/2014/main" id="{A4D6F8F5-654B-6C47-2FB5-47B07B3253D9}"/>
                  </a:ext>
                </a:extLst>
              </p:cNvPr>
              <p:cNvSpPr/>
              <p:nvPr/>
            </p:nvSpPr>
            <p:spPr>
              <a:xfrm>
                <a:off x="366751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8" name="ph7873">
                <a:extLst>
                  <a:ext uri="{FF2B5EF4-FFF2-40B4-BE49-F238E27FC236}">
                    <a16:creationId xmlns:a16="http://schemas.microsoft.com/office/drawing/2014/main" id="{6DAED97E-5F44-6548-045C-B1F2610C58BC}"/>
                  </a:ext>
                </a:extLst>
              </p:cNvPr>
              <p:cNvSpPr/>
              <p:nvPr/>
            </p:nvSpPr>
            <p:spPr>
              <a:xfrm>
                <a:off x="367695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9" name="ph7874">
                <a:extLst>
                  <a:ext uri="{FF2B5EF4-FFF2-40B4-BE49-F238E27FC236}">
                    <a16:creationId xmlns:a16="http://schemas.microsoft.com/office/drawing/2014/main" id="{979B7798-192E-B185-74D2-2D2E58ABADCC}"/>
                  </a:ext>
                </a:extLst>
              </p:cNvPr>
              <p:cNvSpPr/>
              <p:nvPr/>
            </p:nvSpPr>
            <p:spPr>
              <a:xfrm>
                <a:off x="368639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0" name="ph7875">
                <a:extLst>
                  <a:ext uri="{FF2B5EF4-FFF2-40B4-BE49-F238E27FC236}">
                    <a16:creationId xmlns:a16="http://schemas.microsoft.com/office/drawing/2014/main" id="{D15BD62E-0E89-25C2-3A55-29B61631760C}"/>
                  </a:ext>
                </a:extLst>
              </p:cNvPr>
              <p:cNvSpPr/>
              <p:nvPr/>
            </p:nvSpPr>
            <p:spPr>
              <a:xfrm>
                <a:off x="3695833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1" name="ph7876">
                <a:extLst>
                  <a:ext uri="{FF2B5EF4-FFF2-40B4-BE49-F238E27FC236}">
                    <a16:creationId xmlns:a16="http://schemas.microsoft.com/office/drawing/2014/main" id="{A1F14A4A-66AA-B267-6D90-05958B2A34D6}"/>
                  </a:ext>
                </a:extLst>
              </p:cNvPr>
              <p:cNvSpPr/>
              <p:nvPr/>
            </p:nvSpPr>
            <p:spPr>
              <a:xfrm>
                <a:off x="370527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2" name="ph7877">
                <a:extLst>
                  <a:ext uri="{FF2B5EF4-FFF2-40B4-BE49-F238E27FC236}">
                    <a16:creationId xmlns:a16="http://schemas.microsoft.com/office/drawing/2014/main" id="{9BD37BAB-6699-D8D4-AB2F-CC6D39E42E29}"/>
                  </a:ext>
                </a:extLst>
              </p:cNvPr>
              <p:cNvSpPr/>
              <p:nvPr/>
            </p:nvSpPr>
            <p:spPr>
              <a:xfrm>
                <a:off x="371471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3" name="ph7878">
                <a:extLst>
                  <a:ext uri="{FF2B5EF4-FFF2-40B4-BE49-F238E27FC236}">
                    <a16:creationId xmlns:a16="http://schemas.microsoft.com/office/drawing/2014/main" id="{4B164D0B-7D1C-83C6-3613-ECDF278B14F9}"/>
                  </a:ext>
                </a:extLst>
              </p:cNvPr>
              <p:cNvSpPr/>
              <p:nvPr/>
            </p:nvSpPr>
            <p:spPr>
              <a:xfrm>
                <a:off x="372415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4" name="ph7879">
                <a:extLst>
                  <a:ext uri="{FF2B5EF4-FFF2-40B4-BE49-F238E27FC236}">
                    <a16:creationId xmlns:a16="http://schemas.microsoft.com/office/drawing/2014/main" id="{CEC8F0EF-29FC-9C08-BB47-EBE146EACE5F}"/>
                  </a:ext>
                </a:extLst>
              </p:cNvPr>
              <p:cNvSpPr/>
              <p:nvPr/>
            </p:nvSpPr>
            <p:spPr>
              <a:xfrm>
                <a:off x="3733594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5" name="ph7880">
                <a:extLst>
                  <a:ext uri="{FF2B5EF4-FFF2-40B4-BE49-F238E27FC236}">
                    <a16:creationId xmlns:a16="http://schemas.microsoft.com/office/drawing/2014/main" id="{21048970-BA26-E1D8-D994-01CC95F51F9B}"/>
                  </a:ext>
                </a:extLst>
              </p:cNvPr>
              <p:cNvSpPr/>
              <p:nvPr/>
            </p:nvSpPr>
            <p:spPr>
              <a:xfrm>
                <a:off x="374303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6" name="ph7881">
                <a:extLst>
                  <a:ext uri="{FF2B5EF4-FFF2-40B4-BE49-F238E27FC236}">
                    <a16:creationId xmlns:a16="http://schemas.microsoft.com/office/drawing/2014/main" id="{23B88EB4-E9F0-E43F-5421-2094C88D40CA}"/>
                  </a:ext>
                </a:extLst>
              </p:cNvPr>
              <p:cNvSpPr/>
              <p:nvPr/>
            </p:nvSpPr>
            <p:spPr>
              <a:xfrm>
                <a:off x="375247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7" name="ph7882">
                <a:extLst>
                  <a:ext uri="{FF2B5EF4-FFF2-40B4-BE49-F238E27FC236}">
                    <a16:creationId xmlns:a16="http://schemas.microsoft.com/office/drawing/2014/main" id="{AF85F571-E44E-81F7-E4BB-FC9D145BAC80}"/>
                  </a:ext>
                </a:extLst>
              </p:cNvPr>
              <p:cNvSpPr/>
              <p:nvPr/>
            </p:nvSpPr>
            <p:spPr>
              <a:xfrm>
                <a:off x="376191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8" name="ph7883">
                <a:extLst>
                  <a:ext uri="{FF2B5EF4-FFF2-40B4-BE49-F238E27FC236}">
                    <a16:creationId xmlns:a16="http://schemas.microsoft.com/office/drawing/2014/main" id="{ED4AD950-5557-EF05-4733-D397282DE36F}"/>
                  </a:ext>
                </a:extLst>
              </p:cNvPr>
              <p:cNvSpPr/>
              <p:nvPr/>
            </p:nvSpPr>
            <p:spPr>
              <a:xfrm>
                <a:off x="3771355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9" name="ph7884">
                <a:extLst>
                  <a:ext uri="{FF2B5EF4-FFF2-40B4-BE49-F238E27FC236}">
                    <a16:creationId xmlns:a16="http://schemas.microsoft.com/office/drawing/2014/main" id="{1CB3D484-6681-308C-B08A-414365A06ABC}"/>
                  </a:ext>
                </a:extLst>
              </p:cNvPr>
              <p:cNvSpPr/>
              <p:nvPr/>
            </p:nvSpPr>
            <p:spPr>
              <a:xfrm>
                <a:off x="378079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0" name="ph7885">
                <a:extLst>
                  <a:ext uri="{FF2B5EF4-FFF2-40B4-BE49-F238E27FC236}">
                    <a16:creationId xmlns:a16="http://schemas.microsoft.com/office/drawing/2014/main" id="{433E9844-11A7-1B30-51AF-B5002172D7CD}"/>
                  </a:ext>
                </a:extLst>
              </p:cNvPr>
              <p:cNvSpPr/>
              <p:nvPr/>
            </p:nvSpPr>
            <p:spPr>
              <a:xfrm>
                <a:off x="379023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1" name="ph7886">
                <a:extLst>
                  <a:ext uri="{FF2B5EF4-FFF2-40B4-BE49-F238E27FC236}">
                    <a16:creationId xmlns:a16="http://schemas.microsoft.com/office/drawing/2014/main" id="{3A8972B6-6FD7-6FD1-A00F-0685A2A8511E}"/>
                  </a:ext>
                </a:extLst>
              </p:cNvPr>
              <p:cNvSpPr/>
              <p:nvPr/>
            </p:nvSpPr>
            <p:spPr>
              <a:xfrm>
                <a:off x="379967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2" name="ph7887">
                <a:extLst>
                  <a:ext uri="{FF2B5EF4-FFF2-40B4-BE49-F238E27FC236}">
                    <a16:creationId xmlns:a16="http://schemas.microsoft.com/office/drawing/2014/main" id="{E7F206DC-6AC7-8C56-9FF7-6D1E34851687}"/>
                  </a:ext>
                </a:extLst>
              </p:cNvPr>
              <p:cNvSpPr/>
              <p:nvPr/>
            </p:nvSpPr>
            <p:spPr>
              <a:xfrm>
                <a:off x="380911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3" name="ph7888">
                <a:extLst>
                  <a:ext uri="{FF2B5EF4-FFF2-40B4-BE49-F238E27FC236}">
                    <a16:creationId xmlns:a16="http://schemas.microsoft.com/office/drawing/2014/main" id="{D9CCA67D-5145-B8DE-F5AA-C6C7C35DAC14}"/>
                  </a:ext>
                </a:extLst>
              </p:cNvPr>
              <p:cNvSpPr/>
              <p:nvPr/>
            </p:nvSpPr>
            <p:spPr>
              <a:xfrm>
                <a:off x="3818556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4" name="ph7889">
                <a:extLst>
                  <a:ext uri="{FF2B5EF4-FFF2-40B4-BE49-F238E27FC236}">
                    <a16:creationId xmlns:a16="http://schemas.microsoft.com/office/drawing/2014/main" id="{83E81713-A0CD-A4D6-0318-A4C70C3A2974}"/>
                  </a:ext>
                </a:extLst>
              </p:cNvPr>
              <p:cNvSpPr/>
              <p:nvPr/>
            </p:nvSpPr>
            <p:spPr>
              <a:xfrm>
                <a:off x="382799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5" name="ph7890">
                <a:extLst>
                  <a:ext uri="{FF2B5EF4-FFF2-40B4-BE49-F238E27FC236}">
                    <a16:creationId xmlns:a16="http://schemas.microsoft.com/office/drawing/2014/main" id="{B66DE1F7-11C7-1904-8EAF-5E443EEBEE13}"/>
                  </a:ext>
                </a:extLst>
              </p:cNvPr>
              <p:cNvSpPr/>
              <p:nvPr/>
            </p:nvSpPr>
            <p:spPr>
              <a:xfrm>
                <a:off x="3837437" y="1043325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6" name="ph7891">
                <a:extLst>
                  <a:ext uri="{FF2B5EF4-FFF2-40B4-BE49-F238E27FC236}">
                    <a16:creationId xmlns:a16="http://schemas.microsoft.com/office/drawing/2014/main" id="{65F516DB-FCBC-0FC4-D84D-5A8D4F7707E5}"/>
                  </a:ext>
                </a:extLst>
              </p:cNvPr>
              <p:cNvSpPr/>
              <p:nvPr/>
            </p:nvSpPr>
            <p:spPr>
              <a:xfrm>
                <a:off x="3846877" y="1060895"/>
                <a:ext cx="92123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231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9786" y="896922"/>
                    </a:lnTo>
                    <a:lnTo>
                      <a:pt x="920809" y="907867"/>
                    </a:lnTo>
                    <a:lnTo>
                      <a:pt x="921231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7" name="ph7892">
                <a:extLst>
                  <a:ext uri="{FF2B5EF4-FFF2-40B4-BE49-F238E27FC236}">
                    <a16:creationId xmlns:a16="http://schemas.microsoft.com/office/drawing/2014/main" id="{DFD3DBFA-177F-56D2-F532-D24EE737023F}"/>
                  </a:ext>
                </a:extLst>
              </p:cNvPr>
              <p:cNvSpPr/>
              <p:nvPr/>
            </p:nvSpPr>
            <p:spPr>
              <a:xfrm>
                <a:off x="2043791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289" y="914399"/>
                    </a:lnTo>
                    <a:lnTo>
                      <a:pt x="914007" y="907617"/>
                    </a:lnTo>
                    <a:lnTo>
                      <a:pt x="914400" y="906257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8" name="ph7893">
                <a:extLst>
                  <a:ext uri="{FF2B5EF4-FFF2-40B4-BE49-F238E27FC236}">
                    <a16:creationId xmlns:a16="http://schemas.microsoft.com/office/drawing/2014/main" id="{351C4465-9832-53E1-8012-ACA1A783FE04}"/>
                  </a:ext>
                </a:extLst>
              </p:cNvPr>
              <p:cNvSpPr/>
              <p:nvPr/>
            </p:nvSpPr>
            <p:spPr>
              <a:xfrm>
                <a:off x="2053232" y="102575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3826"/>
                    </a:lnTo>
                    <a:lnTo>
                      <a:pt x="907369" y="915474"/>
                    </a:lnTo>
                    <a:lnTo>
                      <a:pt x="907719" y="91439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9" name="ph7894">
                <a:extLst>
                  <a:ext uri="{FF2B5EF4-FFF2-40B4-BE49-F238E27FC236}">
                    <a16:creationId xmlns:a16="http://schemas.microsoft.com/office/drawing/2014/main" id="{0343744D-2307-E3A5-0299-26CCE5D3150C}"/>
                  </a:ext>
                </a:extLst>
              </p:cNvPr>
              <p:cNvSpPr/>
              <p:nvPr/>
            </p:nvSpPr>
            <p:spPr>
              <a:xfrm>
                <a:off x="205323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0" name="ph7895">
                <a:extLst>
                  <a:ext uri="{FF2B5EF4-FFF2-40B4-BE49-F238E27FC236}">
                    <a16:creationId xmlns:a16="http://schemas.microsoft.com/office/drawing/2014/main" id="{1C737FFC-0ABD-0F23-8DBE-5A370898B9BF}"/>
                  </a:ext>
                </a:extLst>
              </p:cNvPr>
              <p:cNvSpPr/>
              <p:nvPr/>
            </p:nvSpPr>
            <p:spPr>
              <a:xfrm>
                <a:off x="206267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1" name="ph7896">
                <a:extLst>
                  <a:ext uri="{FF2B5EF4-FFF2-40B4-BE49-F238E27FC236}">
                    <a16:creationId xmlns:a16="http://schemas.microsoft.com/office/drawing/2014/main" id="{BB762DD4-5DF1-B736-119B-65787D22BD1E}"/>
                  </a:ext>
                </a:extLst>
              </p:cNvPr>
              <p:cNvSpPr/>
              <p:nvPr/>
            </p:nvSpPr>
            <p:spPr>
              <a:xfrm>
                <a:off x="207211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2" name="ph7897">
                <a:extLst>
                  <a:ext uri="{FF2B5EF4-FFF2-40B4-BE49-F238E27FC236}">
                    <a16:creationId xmlns:a16="http://schemas.microsoft.com/office/drawing/2014/main" id="{095AC9F4-335D-AC60-9350-AECF45D1B73F}"/>
                  </a:ext>
                </a:extLst>
              </p:cNvPr>
              <p:cNvSpPr/>
              <p:nvPr/>
            </p:nvSpPr>
            <p:spPr>
              <a:xfrm>
                <a:off x="208155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3" name="ph7898">
                <a:extLst>
                  <a:ext uri="{FF2B5EF4-FFF2-40B4-BE49-F238E27FC236}">
                    <a16:creationId xmlns:a16="http://schemas.microsoft.com/office/drawing/2014/main" id="{D36F0C5F-8288-1845-9426-1ED5C2636FBF}"/>
                  </a:ext>
                </a:extLst>
              </p:cNvPr>
              <p:cNvSpPr/>
              <p:nvPr/>
            </p:nvSpPr>
            <p:spPr>
              <a:xfrm>
                <a:off x="209099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4" name="ph7899">
                <a:extLst>
                  <a:ext uri="{FF2B5EF4-FFF2-40B4-BE49-F238E27FC236}">
                    <a16:creationId xmlns:a16="http://schemas.microsoft.com/office/drawing/2014/main" id="{254DB72D-FC6A-4E86-1737-AA09B9B8D637}"/>
                  </a:ext>
                </a:extLst>
              </p:cNvPr>
              <p:cNvSpPr/>
              <p:nvPr/>
            </p:nvSpPr>
            <p:spPr>
              <a:xfrm>
                <a:off x="210043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5" name="ph7900">
                <a:extLst>
                  <a:ext uri="{FF2B5EF4-FFF2-40B4-BE49-F238E27FC236}">
                    <a16:creationId xmlns:a16="http://schemas.microsoft.com/office/drawing/2014/main" id="{017056F3-FAA0-3934-0868-413E16DE55C9}"/>
                  </a:ext>
                </a:extLst>
              </p:cNvPr>
              <p:cNvSpPr/>
              <p:nvPr/>
            </p:nvSpPr>
            <p:spPr>
              <a:xfrm>
                <a:off x="210987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6" name="ph7901">
                <a:extLst>
                  <a:ext uri="{FF2B5EF4-FFF2-40B4-BE49-F238E27FC236}">
                    <a16:creationId xmlns:a16="http://schemas.microsoft.com/office/drawing/2014/main" id="{2ECED28E-0C78-337D-0C7A-53BA13B4F12C}"/>
                  </a:ext>
                </a:extLst>
              </p:cNvPr>
              <p:cNvSpPr/>
              <p:nvPr/>
            </p:nvSpPr>
            <p:spPr>
              <a:xfrm>
                <a:off x="211931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7" name="ph7902">
                <a:extLst>
                  <a:ext uri="{FF2B5EF4-FFF2-40B4-BE49-F238E27FC236}">
                    <a16:creationId xmlns:a16="http://schemas.microsoft.com/office/drawing/2014/main" id="{EF724CF9-CF4C-663B-A546-B52E3A9C8BC0}"/>
                  </a:ext>
                </a:extLst>
              </p:cNvPr>
              <p:cNvSpPr/>
              <p:nvPr/>
            </p:nvSpPr>
            <p:spPr>
              <a:xfrm>
                <a:off x="212875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8" name="ph7903">
                <a:extLst>
                  <a:ext uri="{FF2B5EF4-FFF2-40B4-BE49-F238E27FC236}">
                    <a16:creationId xmlns:a16="http://schemas.microsoft.com/office/drawing/2014/main" id="{665C3411-3612-F98F-313D-DDF5FDD630C7}"/>
                  </a:ext>
                </a:extLst>
              </p:cNvPr>
              <p:cNvSpPr/>
              <p:nvPr/>
            </p:nvSpPr>
            <p:spPr>
              <a:xfrm>
                <a:off x="213819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9" name="ph7904">
                <a:extLst>
                  <a:ext uri="{FF2B5EF4-FFF2-40B4-BE49-F238E27FC236}">
                    <a16:creationId xmlns:a16="http://schemas.microsoft.com/office/drawing/2014/main" id="{78196D6F-06DA-3385-961D-7189BC30DF37}"/>
                  </a:ext>
                </a:extLst>
              </p:cNvPr>
              <p:cNvSpPr/>
              <p:nvPr/>
            </p:nvSpPr>
            <p:spPr>
              <a:xfrm>
                <a:off x="214763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0" name="ph7905">
                <a:extLst>
                  <a:ext uri="{FF2B5EF4-FFF2-40B4-BE49-F238E27FC236}">
                    <a16:creationId xmlns:a16="http://schemas.microsoft.com/office/drawing/2014/main" id="{05DEA6D9-4234-2A53-0092-82623138A95D}"/>
                  </a:ext>
                </a:extLst>
              </p:cNvPr>
              <p:cNvSpPr/>
              <p:nvPr/>
            </p:nvSpPr>
            <p:spPr>
              <a:xfrm>
                <a:off x="215707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1" name="ph7906">
                <a:extLst>
                  <a:ext uri="{FF2B5EF4-FFF2-40B4-BE49-F238E27FC236}">
                    <a16:creationId xmlns:a16="http://schemas.microsoft.com/office/drawing/2014/main" id="{3F3ED599-21D7-41FC-8199-5E66F4FA5DCA}"/>
                  </a:ext>
                </a:extLst>
              </p:cNvPr>
              <p:cNvSpPr/>
              <p:nvPr/>
            </p:nvSpPr>
            <p:spPr>
              <a:xfrm>
                <a:off x="216651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2" name="ph7907">
                <a:extLst>
                  <a:ext uri="{FF2B5EF4-FFF2-40B4-BE49-F238E27FC236}">
                    <a16:creationId xmlns:a16="http://schemas.microsoft.com/office/drawing/2014/main" id="{F6DB753D-7D00-A0F8-2B13-514035C3666A}"/>
                  </a:ext>
                </a:extLst>
              </p:cNvPr>
              <p:cNvSpPr/>
              <p:nvPr/>
            </p:nvSpPr>
            <p:spPr>
              <a:xfrm>
                <a:off x="217595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3" name="ph7908">
                <a:extLst>
                  <a:ext uri="{FF2B5EF4-FFF2-40B4-BE49-F238E27FC236}">
                    <a16:creationId xmlns:a16="http://schemas.microsoft.com/office/drawing/2014/main" id="{CADEE06A-877C-8851-52E6-3017351FB1EC}"/>
                  </a:ext>
                </a:extLst>
              </p:cNvPr>
              <p:cNvSpPr/>
              <p:nvPr/>
            </p:nvSpPr>
            <p:spPr>
              <a:xfrm>
                <a:off x="218539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4" name="ph7909">
                <a:extLst>
                  <a:ext uri="{FF2B5EF4-FFF2-40B4-BE49-F238E27FC236}">
                    <a16:creationId xmlns:a16="http://schemas.microsoft.com/office/drawing/2014/main" id="{EB507968-2C57-319D-E004-66F6975824C1}"/>
                  </a:ext>
                </a:extLst>
              </p:cNvPr>
              <p:cNvSpPr/>
              <p:nvPr/>
            </p:nvSpPr>
            <p:spPr>
              <a:xfrm>
                <a:off x="219483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5" name="ph7910">
                <a:extLst>
                  <a:ext uri="{FF2B5EF4-FFF2-40B4-BE49-F238E27FC236}">
                    <a16:creationId xmlns:a16="http://schemas.microsoft.com/office/drawing/2014/main" id="{9D4A993D-9688-FB9E-769E-CEC4C941130D}"/>
                  </a:ext>
                </a:extLst>
              </p:cNvPr>
              <p:cNvSpPr/>
              <p:nvPr/>
            </p:nvSpPr>
            <p:spPr>
              <a:xfrm>
                <a:off x="220427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6" name="ph7911">
                <a:extLst>
                  <a:ext uri="{FF2B5EF4-FFF2-40B4-BE49-F238E27FC236}">
                    <a16:creationId xmlns:a16="http://schemas.microsoft.com/office/drawing/2014/main" id="{C6E261EF-DA0B-B0B4-C451-8FA81561C033}"/>
                  </a:ext>
                </a:extLst>
              </p:cNvPr>
              <p:cNvSpPr/>
              <p:nvPr/>
            </p:nvSpPr>
            <p:spPr>
              <a:xfrm>
                <a:off x="221371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7" name="ph7912">
                <a:extLst>
                  <a:ext uri="{FF2B5EF4-FFF2-40B4-BE49-F238E27FC236}">
                    <a16:creationId xmlns:a16="http://schemas.microsoft.com/office/drawing/2014/main" id="{C49E7C53-A476-8CEB-4B80-14DC5CC72DE7}"/>
                  </a:ext>
                </a:extLst>
              </p:cNvPr>
              <p:cNvSpPr/>
              <p:nvPr/>
            </p:nvSpPr>
            <p:spPr>
              <a:xfrm>
                <a:off x="222315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8" name="ph7913">
                <a:extLst>
                  <a:ext uri="{FF2B5EF4-FFF2-40B4-BE49-F238E27FC236}">
                    <a16:creationId xmlns:a16="http://schemas.microsoft.com/office/drawing/2014/main" id="{AA5B86B9-AC8B-3919-6D52-B51F5D15911A}"/>
                  </a:ext>
                </a:extLst>
              </p:cNvPr>
              <p:cNvSpPr/>
              <p:nvPr/>
            </p:nvSpPr>
            <p:spPr>
              <a:xfrm>
                <a:off x="223259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9" name="ph7914">
                <a:extLst>
                  <a:ext uri="{FF2B5EF4-FFF2-40B4-BE49-F238E27FC236}">
                    <a16:creationId xmlns:a16="http://schemas.microsoft.com/office/drawing/2014/main" id="{4FCB0108-287D-2899-71CD-B0E9C7E6405B}"/>
                  </a:ext>
                </a:extLst>
              </p:cNvPr>
              <p:cNvSpPr/>
              <p:nvPr/>
            </p:nvSpPr>
            <p:spPr>
              <a:xfrm>
                <a:off x="224203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0" name="ph7915">
                <a:extLst>
                  <a:ext uri="{FF2B5EF4-FFF2-40B4-BE49-F238E27FC236}">
                    <a16:creationId xmlns:a16="http://schemas.microsoft.com/office/drawing/2014/main" id="{8BD5450D-B1D7-8C8B-8962-EE2F1655701A}"/>
                  </a:ext>
                </a:extLst>
              </p:cNvPr>
              <p:cNvSpPr/>
              <p:nvPr/>
            </p:nvSpPr>
            <p:spPr>
              <a:xfrm>
                <a:off x="2260917" y="1043325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092" y="896830"/>
                    </a:lnTo>
                    <a:lnTo>
                      <a:pt x="914400" y="898183"/>
                    </a:lnTo>
                    <a:close/>
                  </a:path>
                </a:pathLst>
              </a:custGeom>
              <a:solidFill>
                <a:srgbClr val="F8FCB6">
                  <a:alpha val="100000"/>
                </a:srgbClr>
              </a:solidFill>
              <a:ln w="5420" cap="flat">
                <a:solidFill>
                  <a:srgbClr val="F8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1" name="ph7916">
                <a:extLst>
                  <a:ext uri="{FF2B5EF4-FFF2-40B4-BE49-F238E27FC236}">
                    <a16:creationId xmlns:a16="http://schemas.microsoft.com/office/drawing/2014/main" id="{1608ACD6-3FC9-DFF4-BDD7-8E35FAE9391E}"/>
                  </a:ext>
                </a:extLst>
              </p:cNvPr>
              <p:cNvSpPr/>
              <p:nvPr/>
            </p:nvSpPr>
            <p:spPr>
              <a:xfrm>
                <a:off x="2260917" y="1043325"/>
                <a:ext cx="9175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575" h="914399">
                    <a:moveTo>
                      <a:pt x="914400" y="914399"/>
                    </a:moveTo>
                    <a:lnTo>
                      <a:pt x="914400" y="898183"/>
                    </a:lnTo>
                    <a:lnTo>
                      <a:pt x="915131" y="901409"/>
                    </a:lnTo>
                    <a:lnTo>
                      <a:pt x="917145" y="911768"/>
                    </a:lnTo>
                    <a:lnTo>
                      <a:pt x="917575" y="914399"/>
                    </a:lnTo>
                    <a:close/>
                  </a:path>
                </a:pathLst>
              </a:custGeom>
              <a:solidFill>
                <a:srgbClr val="F9FCB6">
                  <a:alpha val="100000"/>
                </a:srgbClr>
              </a:solidFill>
              <a:ln w="5420" cap="flat">
                <a:solidFill>
                  <a:srgbClr val="F9FC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2" name="ph7917">
                <a:extLst>
                  <a:ext uri="{FF2B5EF4-FFF2-40B4-BE49-F238E27FC236}">
                    <a16:creationId xmlns:a16="http://schemas.microsoft.com/office/drawing/2014/main" id="{486255F9-C57E-1454-054D-CF2C471F8A21}"/>
                  </a:ext>
                </a:extLst>
              </p:cNvPr>
              <p:cNvSpPr/>
              <p:nvPr/>
            </p:nvSpPr>
            <p:spPr>
              <a:xfrm>
                <a:off x="3440947" y="1025756"/>
                <a:ext cx="914400" cy="914875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875">
                    <a:moveTo>
                      <a:pt x="914400" y="914399"/>
                    </a:moveTo>
                    <a:lnTo>
                      <a:pt x="914400" y="914875"/>
                    </a:lnTo>
                    <a:lnTo>
                      <a:pt x="913852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3" name="ph7918">
                <a:extLst>
                  <a:ext uri="{FF2B5EF4-FFF2-40B4-BE49-F238E27FC236}">
                    <a16:creationId xmlns:a16="http://schemas.microsoft.com/office/drawing/2014/main" id="{16ACA697-9817-1BD3-5209-B635E29D158E}"/>
                  </a:ext>
                </a:extLst>
              </p:cNvPr>
              <p:cNvSpPr/>
              <p:nvPr/>
            </p:nvSpPr>
            <p:spPr>
              <a:xfrm>
                <a:off x="3440947" y="1025756"/>
                <a:ext cx="923840" cy="922454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454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454"/>
                    </a:lnTo>
                    <a:lnTo>
                      <a:pt x="918474" y="918409"/>
                    </a:lnTo>
                    <a:lnTo>
                      <a:pt x="914400" y="91487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4" name="ph7919">
                <a:extLst>
                  <a:ext uri="{FF2B5EF4-FFF2-40B4-BE49-F238E27FC236}">
                    <a16:creationId xmlns:a16="http://schemas.microsoft.com/office/drawing/2014/main" id="{7E6901BF-66C4-BD66-D718-98818FAAE3A2}"/>
                  </a:ext>
                </a:extLst>
              </p:cNvPr>
              <p:cNvSpPr/>
              <p:nvPr/>
            </p:nvSpPr>
            <p:spPr>
              <a:xfrm>
                <a:off x="3450387" y="1025756"/>
                <a:ext cx="923840" cy="928131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8131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8131"/>
                    </a:lnTo>
                    <a:lnTo>
                      <a:pt x="919916" y="926014"/>
                    </a:lnTo>
                    <a:lnTo>
                      <a:pt x="914400" y="92245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5" name="ph7920">
                <a:extLst>
                  <a:ext uri="{FF2B5EF4-FFF2-40B4-BE49-F238E27FC236}">
                    <a16:creationId xmlns:a16="http://schemas.microsoft.com/office/drawing/2014/main" id="{0D5E60C1-CDC0-9092-D849-36F97661B2CA}"/>
                  </a:ext>
                </a:extLst>
              </p:cNvPr>
              <p:cNvSpPr/>
              <p:nvPr/>
            </p:nvSpPr>
            <p:spPr>
              <a:xfrm>
                <a:off x="345982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100" y="931969"/>
                    </a:lnTo>
                    <a:lnTo>
                      <a:pt x="921719" y="931503"/>
                    </a:lnTo>
                    <a:lnTo>
                      <a:pt x="916059" y="929027"/>
                    </a:lnTo>
                    <a:lnTo>
                      <a:pt x="914400" y="92813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6" name="ph7921">
                <a:extLst>
                  <a:ext uri="{FF2B5EF4-FFF2-40B4-BE49-F238E27FC236}">
                    <a16:creationId xmlns:a16="http://schemas.microsoft.com/office/drawing/2014/main" id="{C22B99AB-CBA0-1E28-0738-AD83C0FA1279}"/>
                  </a:ext>
                </a:extLst>
              </p:cNvPr>
              <p:cNvSpPr/>
              <p:nvPr/>
            </p:nvSpPr>
            <p:spPr>
              <a:xfrm>
                <a:off x="346926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7" name="ph7922">
                <a:extLst>
                  <a:ext uri="{FF2B5EF4-FFF2-40B4-BE49-F238E27FC236}">
                    <a16:creationId xmlns:a16="http://schemas.microsoft.com/office/drawing/2014/main" id="{6418A46F-78C2-3C0C-026E-3140DC478A75}"/>
                  </a:ext>
                </a:extLst>
              </p:cNvPr>
              <p:cNvSpPr/>
              <p:nvPr/>
            </p:nvSpPr>
            <p:spPr>
              <a:xfrm>
                <a:off x="347870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8" name="ph7923">
                <a:extLst>
                  <a:ext uri="{FF2B5EF4-FFF2-40B4-BE49-F238E27FC236}">
                    <a16:creationId xmlns:a16="http://schemas.microsoft.com/office/drawing/2014/main" id="{A6F18478-B059-3B31-5406-D5DA6DCFFFBB}"/>
                  </a:ext>
                </a:extLst>
              </p:cNvPr>
              <p:cNvSpPr/>
              <p:nvPr/>
            </p:nvSpPr>
            <p:spPr>
              <a:xfrm>
                <a:off x="348814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9" name="ph7924">
                <a:extLst>
                  <a:ext uri="{FF2B5EF4-FFF2-40B4-BE49-F238E27FC236}">
                    <a16:creationId xmlns:a16="http://schemas.microsoft.com/office/drawing/2014/main" id="{AA932B31-F9B2-163D-EFC1-E2A8064ED1F4}"/>
                  </a:ext>
                </a:extLst>
              </p:cNvPr>
              <p:cNvSpPr/>
              <p:nvPr/>
            </p:nvSpPr>
            <p:spPr>
              <a:xfrm>
                <a:off x="3497588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0" name="ph7925">
                <a:extLst>
                  <a:ext uri="{FF2B5EF4-FFF2-40B4-BE49-F238E27FC236}">
                    <a16:creationId xmlns:a16="http://schemas.microsoft.com/office/drawing/2014/main" id="{C40B79EE-3D26-4C69-7176-89429F10B8AF}"/>
                  </a:ext>
                </a:extLst>
              </p:cNvPr>
              <p:cNvSpPr/>
              <p:nvPr/>
            </p:nvSpPr>
            <p:spPr>
              <a:xfrm>
                <a:off x="350702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1" name="ph7926">
                <a:extLst>
                  <a:ext uri="{FF2B5EF4-FFF2-40B4-BE49-F238E27FC236}">
                    <a16:creationId xmlns:a16="http://schemas.microsoft.com/office/drawing/2014/main" id="{2BFF6416-0DF4-CBA9-0062-7CF1964C0DF7}"/>
                  </a:ext>
                </a:extLst>
              </p:cNvPr>
              <p:cNvSpPr/>
              <p:nvPr/>
            </p:nvSpPr>
            <p:spPr>
              <a:xfrm>
                <a:off x="351646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2" name="ph7927">
                <a:extLst>
                  <a:ext uri="{FF2B5EF4-FFF2-40B4-BE49-F238E27FC236}">
                    <a16:creationId xmlns:a16="http://schemas.microsoft.com/office/drawing/2014/main" id="{4BE734BE-1E7B-33A1-BA2D-FCABEECA4417}"/>
                  </a:ext>
                </a:extLst>
              </p:cNvPr>
              <p:cNvSpPr/>
              <p:nvPr/>
            </p:nvSpPr>
            <p:spPr>
              <a:xfrm>
                <a:off x="352590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3" name="ph7928">
                <a:extLst>
                  <a:ext uri="{FF2B5EF4-FFF2-40B4-BE49-F238E27FC236}">
                    <a16:creationId xmlns:a16="http://schemas.microsoft.com/office/drawing/2014/main" id="{C0749437-45B4-E0D6-A8CE-8E60A45E04C5}"/>
                  </a:ext>
                </a:extLst>
              </p:cNvPr>
              <p:cNvSpPr/>
              <p:nvPr/>
            </p:nvSpPr>
            <p:spPr>
              <a:xfrm>
                <a:off x="3535349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4" name="ph7929">
                <a:extLst>
                  <a:ext uri="{FF2B5EF4-FFF2-40B4-BE49-F238E27FC236}">
                    <a16:creationId xmlns:a16="http://schemas.microsoft.com/office/drawing/2014/main" id="{EF47CD4E-5F0B-D1CC-CA65-F53BB9D31544}"/>
                  </a:ext>
                </a:extLst>
              </p:cNvPr>
              <p:cNvSpPr/>
              <p:nvPr/>
            </p:nvSpPr>
            <p:spPr>
              <a:xfrm>
                <a:off x="354479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5" name="ph7930">
                <a:extLst>
                  <a:ext uri="{FF2B5EF4-FFF2-40B4-BE49-F238E27FC236}">
                    <a16:creationId xmlns:a16="http://schemas.microsoft.com/office/drawing/2014/main" id="{46EA825A-1B86-1EAD-3AA3-5504E8E90FC0}"/>
                  </a:ext>
                </a:extLst>
              </p:cNvPr>
              <p:cNvSpPr/>
              <p:nvPr/>
            </p:nvSpPr>
            <p:spPr>
              <a:xfrm>
                <a:off x="355423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6" name="ph7931">
                <a:extLst>
                  <a:ext uri="{FF2B5EF4-FFF2-40B4-BE49-F238E27FC236}">
                    <a16:creationId xmlns:a16="http://schemas.microsoft.com/office/drawing/2014/main" id="{3795C721-5FA6-418F-3AB7-D439799E3AB2}"/>
                  </a:ext>
                </a:extLst>
              </p:cNvPr>
              <p:cNvSpPr/>
              <p:nvPr/>
            </p:nvSpPr>
            <p:spPr>
              <a:xfrm>
                <a:off x="356367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7" name="ph7932">
                <a:extLst>
                  <a:ext uri="{FF2B5EF4-FFF2-40B4-BE49-F238E27FC236}">
                    <a16:creationId xmlns:a16="http://schemas.microsoft.com/office/drawing/2014/main" id="{89E8DF28-3BEE-0A68-1447-E3C3FF10E04A}"/>
                  </a:ext>
                </a:extLst>
              </p:cNvPr>
              <p:cNvSpPr/>
              <p:nvPr/>
            </p:nvSpPr>
            <p:spPr>
              <a:xfrm>
                <a:off x="357311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8" name="ph7933">
                <a:extLst>
                  <a:ext uri="{FF2B5EF4-FFF2-40B4-BE49-F238E27FC236}">
                    <a16:creationId xmlns:a16="http://schemas.microsoft.com/office/drawing/2014/main" id="{62EC334C-2A65-2186-521D-333C449FE38F}"/>
                  </a:ext>
                </a:extLst>
              </p:cNvPr>
              <p:cNvSpPr/>
              <p:nvPr/>
            </p:nvSpPr>
            <p:spPr>
              <a:xfrm>
                <a:off x="3582550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9" name="ph7934">
                <a:extLst>
                  <a:ext uri="{FF2B5EF4-FFF2-40B4-BE49-F238E27FC236}">
                    <a16:creationId xmlns:a16="http://schemas.microsoft.com/office/drawing/2014/main" id="{4FFA5D65-0E59-2355-D1FF-6590E455A3D7}"/>
                  </a:ext>
                </a:extLst>
              </p:cNvPr>
              <p:cNvSpPr/>
              <p:nvPr/>
            </p:nvSpPr>
            <p:spPr>
              <a:xfrm>
                <a:off x="359199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0" name="ph7935">
                <a:extLst>
                  <a:ext uri="{FF2B5EF4-FFF2-40B4-BE49-F238E27FC236}">
                    <a16:creationId xmlns:a16="http://schemas.microsoft.com/office/drawing/2014/main" id="{79AA328D-7959-A429-1FCF-2929AE3D0625}"/>
                  </a:ext>
                </a:extLst>
              </p:cNvPr>
              <p:cNvSpPr/>
              <p:nvPr/>
            </p:nvSpPr>
            <p:spPr>
              <a:xfrm>
                <a:off x="360143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1" name="ph7936">
                <a:extLst>
                  <a:ext uri="{FF2B5EF4-FFF2-40B4-BE49-F238E27FC236}">
                    <a16:creationId xmlns:a16="http://schemas.microsoft.com/office/drawing/2014/main" id="{AF11D84D-A73B-F6A7-A871-F53DE0E45072}"/>
                  </a:ext>
                </a:extLst>
              </p:cNvPr>
              <p:cNvSpPr/>
              <p:nvPr/>
            </p:nvSpPr>
            <p:spPr>
              <a:xfrm>
                <a:off x="361087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2" name="ph7937">
                <a:extLst>
                  <a:ext uri="{FF2B5EF4-FFF2-40B4-BE49-F238E27FC236}">
                    <a16:creationId xmlns:a16="http://schemas.microsoft.com/office/drawing/2014/main" id="{0313BC6C-026B-4EBB-06CB-EA21241A7A88}"/>
                  </a:ext>
                </a:extLst>
              </p:cNvPr>
              <p:cNvSpPr/>
              <p:nvPr/>
            </p:nvSpPr>
            <p:spPr>
              <a:xfrm>
                <a:off x="3620311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3" name="ph7938">
                <a:extLst>
                  <a:ext uri="{FF2B5EF4-FFF2-40B4-BE49-F238E27FC236}">
                    <a16:creationId xmlns:a16="http://schemas.microsoft.com/office/drawing/2014/main" id="{1A73D0A4-3C19-D7F6-A049-90F3A2044F30}"/>
                  </a:ext>
                </a:extLst>
              </p:cNvPr>
              <p:cNvSpPr/>
              <p:nvPr/>
            </p:nvSpPr>
            <p:spPr>
              <a:xfrm>
                <a:off x="362975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4" name="ph7939">
                <a:extLst>
                  <a:ext uri="{FF2B5EF4-FFF2-40B4-BE49-F238E27FC236}">
                    <a16:creationId xmlns:a16="http://schemas.microsoft.com/office/drawing/2014/main" id="{4891B7E3-8911-C559-A497-07D25FFBD0D0}"/>
                  </a:ext>
                </a:extLst>
              </p:cNvPr>
              <p:cNvSpPr/>
              <p:nvPr/>
            </p:nvSpPr>
            <p:spPr>
              <a:xfrm>
                <a:off x="363919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5" name="ph7940">
                <a:extLst>
                  <a:ext uri="{FF2B5EF4-FFF2-40B4-BE49-F238E27FC236}">
                    <a16:creationId xmlns:a16="http://schemas.microsoft.com/office/drawing/2014/main" id="{B5C77B48-5770-6F57-FF55-34283BD220BE}"/>
                  </a:ext>
                </a:extLst>
              </p:cNvPr>
              <p:cNvSpPr/>
              <p:nvPr/>
            </p:nvSpPr>
            <p:spPr>
              <a:xfrm>
                <a:off x="364863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6" name="ph7941">
                <a:extLst>
                  <a:ext uri="{FF2B5EF4-FFF2-40B4-BE49-F238E27FC236}">
                    <a16:creationId xmlns:a16="http://schemas.microsoft.com/office/drawing/2014/main" id="{A13D2B5E-429D-95B4-D02E-2F36F7CAD66C}"/>
                  </a:ext>
                </a:extLst>
              </p:cNvPr>
              <p:cNvSpPr/>
              <p:nvPr/>
            </p:nvSpPr>
            <p:spPr>
              <a:xfrm>
                <a:off x="3658072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7" name="ph7942">
                <a:extLst>
                  <a:ext uri="{FF2B5EF4-FFF2-40B4-BE49-F238E27FC236}">
                    <a16:creationId xmlns:a16="http://schemas.microsoft.com/office/drawing/2014/main" id="{1E51FD50-3577-B20D-13F6-314B3CCE7491}"/>
                  </a:ext>
                </a:extLst>
              </p:cNvPr>
              <p:cNvSpPr/>
              <p:nvPr/>
            </p:nvSpPr>
            <p:spPr>
              <a:xfrm>
                <a:off x="366751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8" name="ph7943">
                <a:extLst>
                  <a:ext uri="{FF2B5EF4-FFF2-40B4-BE49-F238E27FC236}">
                    <a16:creationId xmlns:a16="http://schemas.microsoft.com/office/drawing/2014/main" id="{FEA53FE8-626C-8434-2EF4-80214F20243D}"/>
                  </a:ext>
                </a:extLst>
              </p:cNvPr>
              <p:cNvSpPr/>
              <p:nvPr/>
            </p:nvSpPr>
            <p:spPr>
              <a:xfrm>
                <a:off x="367695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9" name="ph7944">
                <a:extLst>
                  <a:ext uri="{FF2B5EF4-FFF2-40B4-BE49-F238E27FC236}">
                    <a16:creationId xmlns:a16="http://schemas.microsoft.com/office/drawing/2014/main" id="{DE7B29AF-27C1-5B26-573B-8BDA26EB1A1D}"/>
                  </a:ext>
                </a:extLst>
              </p:cNvPr>
              <p:cNvSpPr/>
              <p:nvPr/>
            </p:nvSpPr>
            <p:spPr>
              <a:xfrm>
                <a:off x="368639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0" name="ph7945">
                <a:extLst>
                  <a:ext uri="{FF2B5EF4-FFF2-40B4-BE49-F238E27FC236}">
                    <a16:creationId xmlns:a16="http://schemas.microsoft.com/office/drawing/2014/main" id="{BEF2F790-91C1-1AA7-A4BB-EFA20562247E}"/>
                  </a:ext>
                </a:extLst>
              </p:cNvPr>
              <p:cNvSpPr/>
              <p:nvPr/>
            </p:nvSpPr>
            <p:spPr>
              <a:xfrm>
                <a:off x="3695833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1" name="ph7946">
                <a:extLst>
                  <a:ext uri="{FF2B5EF4-FFF2-40B4-BE49-F238E27FC236}">
                    <a16:creationId xmlns:a16="http://schemas.microsoft.com/office/drawing/2014/main" id="{DA80E707-4D3B-643B-B624-87FC2C88E9D4}"/>
                  </a:ext>
                </a:extLst>
              </p:cNvPr>
              <p:cNvSpPr/>
              <p:nvPr/>
            </p:nvSpPr>
            <p:spPr>
              <a:xfrm>
                <a:off x="370527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2" name="ph7947">
                <a:extLst>
                  <a:ext uri="{FF2B5EF4-FFF2-40B4-BE49-F238E27FC236}">
                    <a16:creationId xmlns:a16="http://schemas.microsoft.com/office/drawing/2014/main" id="{9A62F78F-A9D5-375B-0879-D90AC5BCE7C3}"/>
                  </a:ext>
                </a:extLst>
              </p:cNvPr>
              <p:cNvSpPr/>
              <p:nvPr/>
            </p:nvSpPr>
            <p:spPr>
              <a:xfrm>
                <a:off x="371471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3" name="ph7948">
                <a:extLst>
                  <a:ext uri="{FF2B5EF4-FFF2-40B4-BE49-F238E27FC236}">
                    <a16:creationId xmlns:a16="http://schemas.microsoft.com/office/drawing/2014/main" id="{AD83B3F1-D44B-B5AA-6853-F8D0981D9A68}"/>
                  </a:ext>
                </a:extLst>
              </p:cNvPr>
              <p:cNvSpPr/>
              <p:nvPr/>
            </p:nvSpPr>
            <p:spPr>
              <a:xfrm>
                <a:off x="372415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4" name="ph7949">
                <a:extLst>
                  <a:ext uri="{FF2B5EF4-FFF2-40B4-BE49-F238E27FC236}">
                    <a16:creationId xmlns:a16="http://schemas.microsoft.com/office/drawing/2014/main" id="{4CBB420B-D4C1-CAF2-F70B-73EF58A7293D}"/>
                  </a:ext>
                </a:extLst>
              </p:cNvPr>
              <p:cNvSpPr/>
              <p:nvPr/>
            </p:nvSpPr>
            <p:spPr>
              <a:xfrm>
                <a:off x="3733594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5" name="ph7950">
                <a:extLst>
                  <a:ext uri="{FF2B5EF4-FFF2-40B4-BE49-F238E27FC236}">
                    <a16:creationId xmlns:a16="http://schemas.microsoft.com/office/drawing/2014/main" id="{396537D4-380B-132A-2EF2-5AC1767C1107}"/>
                  </a:ext>
                </a:extLst>
              </p:cNvPr>
              <p:cNvSpPr/>
              <p:nvPr/>
            </p:nvSpPr>
            <p:spPr>
              <a:xfrm>
                <a:off x="374303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6" name="ph7951">
                <a:extLst>
                  <a:ext uri="{FF2B5EF4-FFF2-40B4-BE49-F238E27FC236}">
                    <a16:creationId xmlns:a16="http://schemas.microsoft.com/office/drawing/2014/main" id="{D6AD7511-F9AB-83B7-3E3B-6E6A448EB4B6}"/>
                  </a:ext>
                </a:extLst>
              </p:cNvPr>
              <p:cNvSpPr/>
              <p:nvPr/>
            </p:nvSpPr>
            <p:spPr>
              <a:xfrm>
                <a:off x="375247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7" name="ph7952">
                <a:extLst>
                  <a:ext uri="{FF2B5EF4-FFF2-40B4-BE49-F238E27FC236}">
                    <a16:creationId xmlns:a16="http://schemas.microsoft.com/office/drawing/2014/main" id="{8109B96D-9BF0-C619-6CC5-D33B8B0050B5}"/>
                  </a:ext>
                </a:extLst>
              </p:cNvPr>
              <p:cNvSpPr/>
              <p:nvPr/>
            </p:nvSpPr>
            <p:spPr>
              <a:xfrm>
                <a:off x="376191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8" name="ph7953">
                <a:extLst>
                  <a:ext uri="{FF2B5EF4-FFF2-40B4-BE49-F238E27FC236}">
                    <a16:creationId xmlns:a16="http://schemas.microsoft.com/office/drawing/2014/main" id="{A63C5B23-7344-5627-4D59-AD546200DB64}"/>
                  </a:ext>
                </a:extLst>
              </p:cNvPr>
              <p:cNvSpPr/>
              <p:nvPr/>
            </p:nvSpPr>
            <p:spPr>
              <a:xfrm>
                <a:off x="3771355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9" name="ph7954">
                <a:extLst>
                  <a:ext uri="{FF2B5EF4-FFF2-40B4-BE49-F238E27FC236}">
                    <a16:creationId xmlns:a16="http://schemas.microsoft.com/office/drawing/2014/main" id="{AFCBFAFC-A08C-B2DE-7D94-AC72878CD5F7}"/>
                  </a:ext>
                </a:extLst>
              </p:cNvPr>
              <p:cNvSpPr/>
              <p:nvPr/>
            </p:nvSpPr>
            <p:spPr>
              <a:xfrm>
                <a:off x="378079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0" name="ph7955">
                <a:extLst>
                  <a:ext uri="{FF2B5EF4-FFF2-40B4-BE49-F238E27FC236}">
                    <a16:creationId xmlns:a16="http://schemas.microsoft.com/office/drawing/2014/main" id="{F2CD48AF-3A78-1C44-4EF8-5B0CC65FD9B7}"/>
                  </a:ext>
                </a:extLst>
              </p:cNvPr>
              <p:cNvSpPr/>
              <p:nvPr/>
            </p:nvSpPr>
            <p:spPr>
              <a:xfrm>
                <a:off x="379023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1" name="ph7956">
                <a:extLst>
                  <a:ext uri="{FF2B5EF4-FFF2-40B4-BE49-F238E27FC236}">
                    <a16:creationId xmlns:a16="http://schemas.microsoft.com/office/drawing/2014/main" id="{AF6EE3BB-B3DE-DD20-2EBB-F00D3694F2D7}"/>
                  </a:ext>
                </a:extLst>
              </p:cNvPr>
              <p:cNvSpPr/>
              <p:nvPr/>
            </p:nvSpPr>
            <p:spPr>
              <a:xfrm>
                <a:off x="379967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2" name="ph7957">
                <a:extLst>
                  <a:ext uri="{FF2B5EF4-FFF2-40B4-BE49-F238E27FC236}">
                    <a16:creationId xmlns:a16="http://schemas.microsoft.com/office/drawing/2014/main" id="{ACC33A8A-26D1-A181-51EE-141B98C8CDF8}"/>
                  </a:ext>
                </a:extLst>
              </p:cNvPr>
              <p:cNvSpPr/>
              <p:nvPr/>
            </p:nvSpPr>
            <p:spPr>
              <a:xfrm>
                <a:off x="380911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3" name="ph7958">
                <a:extLst>
                  <a:ext uri="{FF2B5EF4-FFF2-40B4-BE49-F238E27FC236}">
                    <a16:creationId xmlns:a16="http://schemas.microsoft.com/office/drawing/2014/main" id="{EEB593FF-8858-D6C3-4242-B54D404FB344}"/>
                  </a:ext>
                </a:extLst>
              </p:cNvPr>
              <p:cNvSpPr/>
              <p:nvPr/>
            </p:nvSpPr>
            <p:spPr>
              <a:xfrm>
                <a:off x="3818556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4" name="ph7959">
                <a:extLst>
                  <a:ext uri="{FF2B5EF4-FFF2-40B4-BE49-F238E27FC236}">
                    <a16:creationId xmlns:a16="http://schemas.microsoft.com/office/drawing/2014/main" id="{509E4CCA-1203-592B-2DDE-D4CEE3E2B00B}"/>
                  </a:ext>
                </a:extLst>
              </p:cNvPr>
              <p:cNvSpPr/>
              <p:nvPr/>
            </p:nvSpPr>
            <p:spPr>
              <a:xfrm>
                <a:off x="382799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5" name="ph7960">
                <a:extLst>
                  <a:ext uri="{FF2B5EF4-FFF2-40B4-BE49-F238E27FC236}">
                    <a16:creationId xmlns:a16="http://schemas.microsoft.com/office/drawing/2014/main" id="{B50AF873-77FB-CF9B-3CCE-91EC61290A01}"/>
                  </a:ext>
                </a:extLst>
              </p:cNvPr>
              <p:cNvSpPr/>
              <p:nvPr/>
            </p:nvSpPr>
            <p:spPr>
              <a:xfrm>
                <a:off x="3837437" y="102575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6" name="ph7961">
                <a:extLst>
                  <a:ext uri="{FF2B5EF4-FFF2-40B4-BE49-F238E27FC236}">
                    <a16:creationId xmlns:a16="http://schemas.microsoft.com/office/drawing/2014/main" id="{D5F74440-0FA2-8359-25AE-647D4BEE47A5}"/>
                  </a:ext>
                </a:extLst>
              </p:cNvPr>
              <p:cNvSpPr/>
              <p:nvPr/>
            </p:nvSpPr>
            <p:spPr>
              <a:xfrm>
                <a:off x="3846877" y="1043325"/>
                <a:ext cx="91977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775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7409" y="896830"/>
                    </a:lnTo>
                    <a:lnTo>
                      <a:pt x="918455" y="903663"/>
                    </a:lnTo>
                    <a:lnTo>
                      <a:pt x="919775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7" name="ph7962">
                <a:extLst>
                  <a:ext uri="{FF2B5EF4-FFF2-40B4-BE49-F238E27FC236}">
                    <a16:creationId xmlns:a16="http://schemas.microsoft.com/office/drawing/2014/main" id="{AFE1A994-744A-5B3C-5388-2FCB3D703985}"/>
                  </a:ext>
                </a:extLst>
              </p:cNvPr>
              <p:cNvSpPr/>
              <p:nvPr/>
            </p:nvSpPr>
            <p:spPr>
              <a:xfrm>
                <a:off x="2053232" y="100818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7719" y="931969"/>
                    </a:lnTo>
                    <a:lnTo>
                      <a:pt x="910440" y="923617"/>
                    </a:lnTo>
                    <a:lnTo>
                      <a:pt x="913813" y="91439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8" name="ph7963">
                <a:extLst>
                  <a:ext uri="{FF2B5EF4-FFF2-40B4-BE49-F238E27FC236}">
                    <a16:creationId xmlns:a16="http://schemas.microsoft.com/office/drawing/2014/main" id="{87946C17-4B29-969C-8506-B0B219177967}"/>
                  </a:ext>
                </a:extLst>
              </p:cNvPr>
              <p:cNvSpPr/>
              <p:nvPr/>
            </p:nvSpPr>
            <p:spPr>
              <a:xfrm>
                <a:off x="205323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9" name="ph7964">
                <a:extLst>
                  <a:ext uri="{FF2B5EF4-FFF2-40B4-BE49-F238E27FC236}">
                    <a16:creationId xmlns:a16="http://schemas.microsoft.com/office/drawing/2014/main" id="{B9895A65-BB5C-65A0-C743-245604E72C96}"/>
                  </a:ext>
                </a:extLst>
              </p:cNvPr>
              <p:cNvSpPr/>
              <p:nvPr/>
            </p:nvSpPr>
            <p:spPr>
              <a:xfrm>
                <a:off x="206267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0" name="ph7965">
                <a:extLst>
                  <a:ext uri="{FF2B5EF4-FFF2-40B4-BE49-F238E27FC236}">
                    <a16:creationId xmlns:a16="http://schemas.microsoft.com/office/drawing/2014/main" id="{2391B74A-9778-CBE1-4953-AE61B0587BE0}"/>
                  </a:ext>
                </a:extLst>
              </p:cNvPr>
              <p:cNvSpPr/>
              <p:nvPr/>
            </p:nvSpPr>
            <p:spPr>
              <a:xfrm>
                <a:off x="207211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1" name="ph7966">
                <a:extLst>
                  <a:ext uri="{FF2B5EF4-FFF2-40B4-BE49-F238E27FC236}">
                    <a16:creationId xmlns:a16="http://schemas.microsoft.com/office/drawing/2014/main" id="{44EEB224-D46F-1080-65B9-432CFCECB7F0}"/>
                  </a:ext>
                </a:extLst>
              </p:cNvPr>
              <p:cNvSpPr/>
              <p:nvPr/>
            </p:nvSpPr>
            <p:spPr>
              <a:xfrm>
                <a:off x="208155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2" name="ph7967">
                <a:extLst>
                  <a:ext uri="{FF2B5EF4-FFF2-40B4-BE49-F238E27FC236}">
                    <a16:creationId xmlns:a16="http://schemas.microsoft.com/office/drawing/2014/main" id="{034F5150-9EB9-954F-2607-8EB5B5AC45AE}"/>
                  </a:ext>
                </a:extLst>
              </p:cNvPr>
              <p:cNvSpPr/>
              <p:nvPr/>
            </p:nvSpPr>
            <p:spPr>
              <a:xfrm>
                <a:off x="209099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3" name="ph7968">
                <a:extLst>
                  <a:ext uri="{FF2B5EF4-FFF2-40B4-BE49-F238E27FC236}">
                    <a16:creationId xmlns:a16="http://schemas.microsoft.com/office/drawing/2014/main" id="{D728B1A8-C74B-34BD-FF95-8BE1CC91CFA4}"/>
                  </a:ext>
                </a:extLst>
              </p:cNvPr>
              <p:cNvSpPr/>
              <p:nvPr/>
            </p:nvSpPr>
            <p:spPr>
              <a:xfrm>
                <a:off x="210043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4" name="ph7969">
                <a:extLst>
                  <a:ext uri="{FF2B5EF4-FFF2-40B4-BE49-F238E27FC236}">
                    <a16:creationId xmlns:a16="http://schemas.microsoft.com/office/drawing/2014/main" id="{60FA8B7F-EA2E-4EFD-9216-CCF789917623}"/>
                  </a:ext>
                </a:extLst>
              </p:cNvPr>
              <p:cNvSpPr/>
              <p:nvPr/>
            </p:nvSpPr>
            <p:spPr>
              <a:xfrm>
                <a:off x="210987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5" name="ph7970">
                <a:extLst>
                  <a:ext uri="{FF2B5EF4-FFF2-40B4-BE49-F238E27FC236}">
                    <a16:creationId xmlns:a16="http://schemas.microsoft.com/office/drawing/2014/main" id="{100B556D-3FC1-9692-6952-B5752F8CDA32}"/>
                  </a:ext>
                </a:extLst>
              </p:cNvPr>
              <p:cNvSpPr/>
              <p:nvPr/>
            </p:nvSpPr>
            <p:spPr>
              <a:xfrm>
                <a:off x="211931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6" name="ph7971">
                <a:extLst>
                  <a:ext uri="{FF2B5EF4-FFF2-40B4-BE49-F238E27FC236}">
                    <a16:creationId xmlns:a16="http://schemas.microsoft.com/office/drawing/2014/main" id="{1D3F3525-EE23-66C6-41F1-29878D6ACBC7}"/>
                  </a:ext>
                </a:extLst>
              </p:cNvPr>
              <p:cNvSpPr/>
              <p:nvPr/>
            </p:nvSpPr>
            <p:spPr>
              <a:xfrm>
                <a:off x="212875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7" name="ph7972">
                <a:extLst>
                  <a:ext uri="{FF2B5EF4-FFF2-40B4-BE49-F238E27FC236}">
                    <a16:creationId xmlns:a16="http://schemas.microsoft.com/office/drawing/2014/main" id="{01ABA7AC-E1F6-A582-48DE-3CF3614B084A}"/>
                  </a:ext>
                </a:extLst>
              </p:cNvPr>
              <p:cNvSpPr/>
              <p:nvPr/>
            </p:nvSpPr>
            <p:spPr>
              <a:xfrm>
                <a:off x="213819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8" name="ph7973">
                <a:extLst>
                  <a:ext uri="{FF2B5EF4-FFF2-40B4-BE49-F238E27FC236}">
                    <a16:creationId xmlns:a16="http://schemas.microsoft.com/office/drawing/2014/main" id="{40CB5084-6EC4-47ED-ECFF-BBBD4855161F}"/>
                  </a:ext>
                </a:extLst>
              </p:cNvPr>
              <p:cNvSpPr/>
              <p:nvPr/>
            </p:nvSpPr>
            <p:spPr>
              <a:xfrm>
                <a:off x="214763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9" name="ph7974">
                <a:extLst>
                  <a:ext uri="{FF2B5EF4-FFF2-40B4-BE49-F238E27FC236}">
                    <a16:creationId xmlns:a16="http://schemas.microsoft.com/office/drawing/2014/main" id="{863EFDBA-C0DB-FE2F-0BD9-0D812B28D8C4}"/>
                  </a:ext>
                </a:extLst>
              </p:cNvPr>
              <p:cNvSpPr/>
              <p:nvPr/>
            </p:nvSpPr>
            <p:spPr>
              <a:xfrm>
                <a:off x="215707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0" name="ph7975">
                <a:extLst>
                  <a:ext uri="{FF2B5EF4-FFF2-40B4-BE49-F238E27FC236}">
                    <a16:creationId xmlns:a16="http://schemas.microsoft.com/office/drawing/2014/main" id="{DF5A7B48-A67B-BA42-A654-B871331BB6A4}"/>
                  </a:ext>
                </a:extLst>
              </p:cNvPr>
              <p:cNvSpPr/>
              <p:nvPr/>
            </p:nvSpPr>
            <p:spPr>
              <a:xfrm>
                <a:off x="216651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4">
                  <a:alpha val="100000"/>
                </a:srgbClr>
              </a:solidFill>
              <a:ln w="5420" cap="flat">
                <a:solidFill>
                  <a:srgbClr val="F7FC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1" name="ph7976">
                <a:extLst>
                  <a:ext uri="{FF2B5EF4-FFF2-40B4-BE49-F238E27FC236}">
                    <a16:creationId xmlns:a16="http://schemas.microsoft.com/office/drawing/2014/main" id="{4A574ABD-2BFE-EFF4-FFDA-13B332B78513}"/>
                  </a:ext>
                </a:extLst>
              </p:cNvPr>
              <p:cNvSpPr/>
              <p:nvPr/>
            </p:nvSpPr>
            <p:spPr>
              <a:xfrm>
                <a:off x="217595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2" name="ph7977">
                <a:extLst>
                  <a:ext uri="{FF2B5EF4-FFF2-40B4-BE49-F238E27FC236}">
                    <a16:creationId xmlns:a16="http://schemas.microsoft.com/office/drawing/2014/main" id="{B55CF702-B459-CE90-A886-E8B72186A741}"/>
                  </a:ext>
                </a:extLst>
              </p:cNvPr>
              <p:cNvSpPr/>
              <p:nvPr/>
            </p:nvSpPr>
            <p:spPr>
              <a:xfrm>
                <a:off x="218539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3" name="ph7978">
                <a:extLst>
                  <a:ext uri="{FF2B5EF4-FFF2-40B4-BE49-F238E27FC236}">
                    <a16:creationId xmlns:a16="http://schemas.microsoft.com/office/drawing/2014/main" id="{F32F949D-559D-D6BA-F265-C3D09EFD7431}"/>
                  </a:ext>
                </a:extLst>
              </p:cNvPr>
              <p:cNvSpPr/>
              <p:nvPr/>
            </p:nvSpPr>
            <p:spPr>
              <a:xfrm>
                <a:off x="219483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4" name="ph7979">
                <a:extLst>
                  <a:ext uri="{FF2B5EF4-FFF2-40B4-BE49-F238E27FC236}">
                    <a16:creationId xmlns:a16="http://schemas.microsoft.com/office/drawing/2014/main" id="{DA771903-F949-33D0-FB70-177B7D72DE9A}"/>
                  </a:ext>
                </a:extLst>
              </p:cNvPr>
              <p:cNvSpPr/>
              <p:nvPr/>
            </p:nvSpPr>
            <p:spPr>
              <a:xfrm>
                <a:off x="220427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5" name="ph7980">
                <a:extLst>
                  <a:ext uri="{FF2B5EF4-FFF2-40B4-BE49-F238E27FC236}">
                    <a16:creationId xmlns:a16="http://schemas.microsoft.com/office/drawing/2014/main" id="{97EF7465-CF2F-700B-B6A3-9E4E77815AA5}"/>
                  </a:ext>
                </a:extLst>
              </p:cNvPr>
              <p:cNvSpPr/>
              <p:nvPr/>
            </p:nvSpPr>
            <p:spPr>
              <a:xfrm>
                <a:off x="221371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6" name="ph7981">
                <a:extLst>
                  <a:ext uri="{FF2B5EF4-FFF2-40B4-BE49-F238E27FC236}">
                    <a16:creationId xmlns:a16="http://schemas.microsoft.com/office/drawing/2014/main" id="{CB5F735F-1397-5147-2C6E-798EA02D518A}"/>
                  </a:ext>
                </a:extLst>
              </p:cNvPr>
              <p:cNvSpPr/>
              <p:nvPr/>
            </p:nvSpPr>
            <p:spPr>
              <a:xfrm>
                <a:off x="222315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8FCB5">
                  <a:alpha val="100000"/>
                </a:srgbClr>
              </a:solidFill>
              <a:ln w="5420" cap="flat">
                <a:solidFill>
                  <a:srgbClr val="F8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7" name="ph7982">
                <a:extLst>
                  <a:ext uri="{FF2B5EF4-FFF2-40B4-BE49-F238E27FC236}">
                    <a16:creationId xmlns:a16="http://schemas.microsoft.com/office/drawing/2014/main" id="{3EE3CAB0-4D10-FADB-5103-3D6096741C6F}"/>
                  </a:ext>
                </a:extLst>
              </p:cNvPr>
              <p:cNvSpPr/>
              <p:nvPr/>
            </p:nvSpPr>
            <p:spPr>
              <a:xfrm>
                <a:off x="223259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8" name="ph7983">
                <a:extLst>
                  <a:ext uri="{FF2B5EF4-FFF2-40B4-BE49-F238E27FC236}">
                    <a16:creationId xmlns:a16="http://schemas.microsoft.com/office/drawing/2014/main" id="{FB0FD332-1213-90D6-2284-C31C4D367DA6}"/>
                  </a:ext>
                </a:extLst>
              </p:cNvPr>
              <p:cNvSpPr/>
              <p:nvPr/>
            </p:nvSpPr>
            <p:spPr>
              <a:xfrm>
                <a:off x="224203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9" name="ph7984">
                <a:extLst>
                  <a:ext uri="{FF2B5EF4-FFF2-40B4-BE49-F238E27FC236}">
                    <a16:creationId xmlns:a16="http://schemas.microsoft.com/office/drawing/2014/main" id="{26F0E7EE-1CCD-D9D4-E77E-D3D2F12B49B1}"/>
                  </a:ext>
                </a:extLst>
              </p:cNvPr>
              <p:cNvSpPr/>
              <p:nvPr/>
            </p:nvSpPr>
            <p:spPr>
              <a:xfrm>
                <a:off x="2251477" y="1025756"/>
                <a:ext cx="92353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533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067" y="896830"/>
                    </a:lnTo>
                    <a:lnTo>
                      <a:pt x="919686" y="898919"/>
                    </a:lnTo>
                    <a:lnTo>
                      <a:pt x="922269" y="908830"/>
                    </a:lnTo>
                    <a:lnTo>
                      <a:pt x="923533" y="914399"/>
                    </a:lnTo>
                    <a:close/>
                  </a:path>
                </a:pathLst>
              </a:custGeom>
              <a:solidFill>
                <a:srgbClr val="F7FCB5">
                  <a:alpha val="100000"/>
                </a:srgbClr>
              </a:solidFill>
              <a:ln w="5420" cap="flat">
                <a:solidFill>
                  <a:srgbClr val="F7FC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0" name="ph7985">
                <a:extLst>
                  <a:ext uri="{FF2B5EF4-FFF2-40B4-BE49-F238E27FC236}">
                    <a16:creationId xmlns:a16="http://schemas.microsoft.com/office/drawing/2014/main" id="{06D1053E-8574-794C-A159-46C72C0F84AE}"/>
                  </a:ext>
                </a:extLst>
              </p:cNvPr>
              <p:cNvSpPr/>
              <p:nvPr/>
            </p:nvSpPr>
            <p:spPr>
              <a:xfrm>
                <a:off x="3422066" y="1008186"/>
                <a:ext cx="914400" cy="91528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5284">
                    <a:moveTo>
                      <a:pt x="914400" y="914399"/>
                    </a:moveTo>
                    <a:lnTo>
                      <a:pt x="914400" y="915284"/>
                    </a:lnTo>
                    <a:lnTo>
                      <a:pt x="910401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1" name="ph7986">
                <a:extLst>
                  <a:ext uri="{FF2B5EF4-FFF2-40B4-BE49-F238E27FC236}">
                    <a16:creationId xmlns:a16="http://schemas.microsoft.com/office/drawing/2014/main" id="{6100AFD5-4E94-4400-5DAD-D9F7C340681C}"/>
                  </a:ext>
                </a:extLst>
              </p:cNvPr>
              <p:cNvSpPr/>
              <p:nvPr/>
            </p:nvSpPr>
            <p:spPr>
              <a:xfrm>
                <a:off x="3422066" y="1008186"/>
                <a:ext cx="923840" cy="922880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2880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2880"/>
                    </a:lnTo>
                    <a:lnTo>
                      <a:pt x="921958" y="920787"/>
                    </a:lnTo>
                    <a:lnTo>
                      <a:pt x="917963" y="915806"/>
                    </a:lnTo>
                    <a:lnTo>
                      <a:pt x="915211" y="915463"/>
                    </a:lnTo>
                    <a:lnTo>
                      <a:pt x="914400" y="91528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2" name="ph7987">
                <a:extLst>
                  <a:ext uri="{FF2B5EF4-FFF2-40B4-BE49-F238E27FC236}">
                    <a16:creationId xmlns:a16="http://schemas.microsoft.com/office/drawing/2014/main" id="{40B9ECEC-8BF6-2F63-E914-79BFACA3D3CE}"/>
                  </a:ext>
                </a:extLst>
              </p:cNvPr>
              <p:cNvSpPr/>
              <p:nvPr/>
            </p:nvSpPr>
            <p:spPr>
              <a:xfrm>
                <a:off x="343150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23292" y="931969"/>
                    </a:lnTo>
                    <a:lnTo>
                      <a:pt x="922645" y="931408"/>
                    </a:lnTo>
                    <a:lnTo>
                      <a:pt x="917508" y="926339"/>
                    </a:lnTo>
                    <a:lnTo>
                      <a:pt x="914400" y="92288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3" name="ph7988">
                <a:extLst>
                  <a:ext uri="{FF2B5EF4-FFF2-40B4-BE49-F238E27FC236}">
                    <a16:creationId xmlns:a16="http://schemas.microsoft.com/office/drawing/2014/main" id="{547F17BF-625C-BA9D-3030-1F26AF84FBFF}"/>
                  </a:ext>
                </a:extLst>
              </p:cNvPr>
              <p:cNvSpPr/>
              <p:nvPr/>
            </p:nvSpPr>
            <p:spPr>
              <a:xfrm>
                <a:off x="344094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4" name="ph7989">
                <a:extLst>
                  <a:ext uri="{FF2B5EF4-FFF2-40B4-BE49-F238E27FC236}">
                    <a16:creationId xmlns:a16="http://schemas.microsoft.com/office/drawing/2014/main" id="{A028983B-A57B-8DD0-9B30-A8E7BA3F34F2}"/>
                  </a:ext>
                </a:extLst>
              </p:cNvPr>
              <p:cNvSpPr/>
              <p:nvPr/>
            </p:nvSpPr>
            <p:spPr>
              <a:xfrm>
                <a:off x="345038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5" name="ph7990">
                <a:extLst>
                  <a:ext uri="{FF2B5EF4-FFF2-40B4-BE49-F238E27FC236}">
                    <a16:creationId xmlns:a16="http://schemas.microsoft.com/office/drawing/2014/main" id="{6DBC2DD7-0BCF-ED91-EE07-9135BF566B1B}"/>
                  </a:ext>
                </a:extLst>
              </p:cNvPr>
              <p:cNvSpPr/>
              <p:nvPr/>
            </p:nvSpPr>
            <p:spPr>
              <a:xfrm>
                <a:off x="345982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6" name="ph7991">
                <a:extLst>
                  <a:ext uri="{FF2B5EF4-FFF2-40B4-BE49-F238E27FC236}">
                    <a16:creationId xmlns:a16="http://schemas.microsoft.com/office/drawing/2014/main" id="{426115A5-44B6-0589-F1A2-8951EEF180E7}"/>
                  </a:ext>
                </a:extLst>
              </p:cNvPr>
              <p:cNvSpPr/>
              <p:nvPr/>
            </p:nvSpPr>
            <p:spPr>
              <a:xfrm>
                <a:off x="346926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7" name="ph7992">
                <a:extLst>
                  <a:ext uri="{FF2B5EF4-FFF2-40B4-BE49-F238E27FC236}">
                    <a16:creationId xmlns:a16="http://schemas.microsoft.com/office/drawing/2014/main" id="{25EA1DCF-2C99-D2FD-A49C-6CD1D3294307}"/>
                  </a:ext>
                </a:extLst>
              </p:cNvPr>
              <p:cNvSpPr/>
              <p:nvPr/>
            </p:nvSpPr>
            <p:spPr>
              <a:xfrm>
                <a:off x="347870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8" name="ph7993">
                <a:extLst>
                  <a:ext uri="{FF2B5EF4-FFF2-40B4-BE49-F238E27FC236}">
                    <a16:creationId xmlns:a16="http://schemas.microsoft.com/office/drawing/2014/main" id="{FE566796-D5B9-0B83-C4B6-30272F5599B1}"/>
                  </a:ext>
                </a:extLst>
              </p:cNvPr>
              <p:cNvSpPr/>
              <p:nvPr/>
            </p:nvSpPr>
            <p:spPr>
              <a:xfrm>
                <a:off x="348814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9" name="ph7994">
                <a:extLst>
                  <a:ext uri="{FF2B5EF4-FFF2-40B4-BE49-F238E27FC236}">
                    <a16:creationId xmlns:a16="http://schemas.microsoft.com/office/drawing/2014/main" id="{ED66E228-7CE6-6118-D748-EC6DA9F94582}"/>
                  </a:ext>
                </a:extLst>
              </p:cNvPr>
              <p:cNvSpPr/>
              <p:nvPr/>
            </p:nvSpPr>
            <p:spPr>
              <a:xfrm>
                <a:off x="3497588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0" name="ph7995">
                <a:extLst>
                  <a:ext uri="{FF2B5EF4-FFF2-40B4-BE49-F238E27FC236}">
                    <a16:creationId xmlns:a16="http://schemas.microsoft.com/office/drawing/2014/main" id="{6E2918E5-2FA1-B5E5-0068-6C739A4E9003}"/>
                  </a:ext>
                </a:extLst>
              </p:cNvPr>
              <p:cNvSpPr/>
              <p:nvPr/>
            </p:nvSpPr>
            <p:spPr>
              <a:xfrm>
                <a:off x="350702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1" name="ph7996">
                <a:extLst>
                  <a:ext uri="{FF2B5EF4-FFF2-40B4-BE49-F238E27FC236}">
                    <a16:creationId xmlns:a16="http://schemas.microsoft.com/office/drawing/2014/main" id="{468A330E-4801-5000-5099-6C3B0F3B0FB2}"/>
                  </a:ext>
                </a:extLst>
              </p:cNvPr>
              <p:cNvSpPr/>
              <p:nvPr/>
            </p:nvSpPr>
            <p:spPr>
              <a:xfrm>
                <a:off x="351646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2" name="ph7997">
                <a:extLst>
                  <a:ext uri="{FF2B5EF4-FFF2-40B4-BE49-F238E27FC236}">
                    <a16:creationId xmlns:a16="http://schemas.microsoft.com/office/drawing/2014/main" id="{D5F4F9F0-A873-EA06-DCE6-AD74D4B111BF}"/>
                  </a:ext>
                </a:extLst>
              </p:cNvPr>
              <p:cNvSpPr/>
              <p:nvPr/>
            </p:nvSpPr>
            <p:spPr>
              <a:xfrm>
                <a:off x="352590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3" name="ph7998">
                <a:extLst>
                  <a:ext uri="{FF2B5EF4-FFF2-40B4-BE49-F238E27FC236}">
                    <a16:creationId xmlns:a16="http://schemas.microsoft.com/office/drawing/2014/main" id="{E6E2F15A-FB35-1993-AC71-C64571E09726}"/>
                  </a:ext>
                </a:extLst>
              </p:cNvPr>
              <p:cNvSpPr/>
              <p:nvPr/>
            </p:nvSpPr>
            <p:spPr>
              <a:xfrm>
                <a:off x="3535349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4" name="ph7999">
                <a:extLst>
                  <a:ext uri="{FF2B5EF4-FFF2-40B4-BE49-F238E27FC236}">
                    <a16:creationId xmlns:a16="http://schemas.microsoft.com/office/drawing/2014/main" id="{0690A89A-47EB-DC09-2634-5975C8DA9E58}"/>
                  </a:ext>
                </a:extLst>
              </p:cNvPr>
              <p:cNvSpPr/>
              <p:nvPr/>
            </p:nvSpPr>
            <p:spPr>
              <a:xfrm>
                <a:off x="354479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5" name="ph8000">
                <a:extLst>
                  <a:ext uri="{FF2B5EF4-FFF2-40B4-BE49-F238E27FC236}">
                    <a16:creationId xmlns:a16="http://schemas.microsoft.com/office/drawing/2014/main" id="{3E007139-ECAB-E390-7978-46B0780EA35E}"/>
                  </a:ext>
                </a:extLst>
              </p:cNvPr>
              <p:cNvSpPr/>
              <p:nvPr/>
            </p:nvSpPr>
            <p:spPr>
              <a:xfrm>
                <a:off x="355423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6" name="ph8001">
                <a:extLst>
                  <a:ext uri="{FF2B5EF4-FFF2-40B4-BE49-F238E27FC236}">
                    <a16:creationId xmlns:a16="http://schemas.microsoft.com/office/drawing/2014/main" id="{24E8E22F-0461-7169-D40A-2EAA6185458C}"/>
                  </a:ext>
                </a:extLst>
              </p:cNvPr>
              <p:cNvSpPr/>
              <p:nvPr/>
            </p:nvSpPr>
            <p:spPr>
              <a:xfrm>
                <a:off x="356367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7" name="ph8002">
                <a:extLst>
                  <a:ext uri="{FF2B5EF4-FFF2-40B4-BE49-F238E27FC236}">
                    <a16:creationId xmlns:a16="http://schemas.microsoft.com/office/drawing/2014/main" id="{50F5BEB1-0D87-31FC-4EC5-5ACF1DA5C67E}"/>
                  </a:ext>
                </a:extLst>
              </p:cNvPr>
              <p:cNvSpPr/>
              <p:nvPr/>
            </p:nvSpPr>
            <p:spPr>
              <a:xfrm>
                <a:off x="357311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8" name="ph8003">
                <a:extLst>
                  <a:ext uri="{FF2B5EF4-FFF2-40B4-BE49-F238E27FC236}">
                    <a16:creationId xmlns:a16="http://schemas.microsoft.com/office/drawing/2014/main" id="{50D015D1-36DD-6563-4C8F-2A0587E56567}"/>
                  </a:ext>
                </a:extLst>
              </p:cNvPr>
              <p:cNvSpPr/>
              <p:nvPr/>
            </p:nvSpPr>
            <p:spPr>
              <a:xfrm>
                <a:off x="3582550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9" name="ph8004">
                <a:extLst>
                  <a:ext uri="{FF2B5EF4-FFF2-40B4-BE49-F238E27FC236}">
                    <a16:creationId xmlns:a16="http://schemas.microsoft.com/office/drawing/2014/main" id="{216536B4-819E-2C90-2EB9-B836F02E44D0}"/>
                  </a:ext>
                </a:extLst>
              </p:cNvPr>
              <p:cNvSpPr/>
              <p:nvPr/>
            </p:nvSpPr>
            <p:spPr>
              <a:xfrm>
                <a:off x="359199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0" name="ph8005">
                <a:extLst>
                  <a:ext uri="{FF2B5EF4-FFF2-40B4-BE49-F238E27FC236}">
                    <a16:creationId xmlns:a16="http://schemas.microsoft.com/office/drawing/2014/main" id="{3E50C1C4-1DFE-1A6F-CD16-2A411E0116B8}"/>
                  </a:ext>
                </a:extLst>
              </p:cNvPr>
              <p:cNvSpPr/>
              <p:nvPr/>
            </p:nvSpPr>
            <p:spPr>
              <a:xfrm>
                <a:off x="360143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1" name="ph8006">
                <a:extLst>
                  <a:ext uri="{FF2B5EF4-FFF2-40B4-BE49-F238E27FC236}">
                    <a16:creationId xmlns:a16="http://schemas.microsoft.com/office/drawing/2014/main" id="{42230DEC-C895-B562-163F-E1BC7C8FD3D8}"/>
                  </a:ext>
                </a:extLst>
              </p:cNvPr>
              <p:cNvSpPr/>
              <p:nvPr/>
            </p:nvSpPr>
            <p:spPr>
              <a:xfrm>
                <a:off x="361087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2" name="ph8007">
                <a:extLst>
                  <a:ext uri="{FF2B5EF4-FFF2-40B4-BE49-F238E27FC236}">
                    <a16:creationId xmlns:a16="http://schemas.microsoft.com/office/drawing/2014/main" id="{6E5E4A48-01E8-B9E1-FDF9-BB1EDD383E3B}"/>
                  </a:ext>
                </a:extLst>
              </p:cNvPr>
              <p:cNvSpPr/>
              <p:nvPr/>
            </p:nvSpPr>
            <p:spPr>
              <a:xfrm>
                <a:off x="3620311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3" name="ph8008">
                <a:extLst>
                  <a:ext uri="{FF2B5EF4-FFF2-40B4-BE49-F238E27FC236}">
                    <a16:creationId xmlns:a16="http://schemas.microsoft.com/office/drawing/2014/main" id="{386F4849-9D1B-5E8A-4EF0-B9E7212A95F7}"/>
                  </a:ext>
                </a:extLst>
              </p:cNvPr>
              <p:cNvSpPr/>
              <p:nvPr/>
            </p:nvSpPr>
            <p:spPr>
              <a:xfrm>
                <a:off x="362975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4" name="ph8009">
                <a:extLst>
                  <a:ext uri="{FF2B5EF4-FFF2-40B4-BE49-F238E27FC236}">
                    <a16:creationId xmlns:a16="http://schemas.microsoft.com/office/drawing/2014/main" id="{AE40FAD5-5AE8-CF5B-DF1B-F51CE5B8079D}"/>
                  </a:ext>
                </a:extLst>
              </p:cNvPr>
              <p:cNvSpPr/>
              <p:nvPr/>
            </p:nvSpPr>
            <p:spPr>
              <a:xfrm>
                <a:off x="363919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5" name="ph8010">
                <a:extLst>
                  <a:ext uri="{FF2B5EF4-FFF2-40B4-BE49-F238E27FC236}">
                    <a16:creationId xmlns:a16="http://schemas.microsoft.com/office/drawing/2014/main" id="{5EEC154D-D0A3-1F63-FD3F-81213078AE66}"/>
                  </a:ext>
                </a:extLst>
              </p:cNvPr>
              <p:cNvSpPr/>
              <p:nvPr/>
            </p:nvSpPr>
            <p:spPr>
              <a:xfrm>
                <a:off x="364863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6" name="ph8011">
                <a:extLst>
                  <a:ext uri="{FF2B5EF4-FFF2-40B4-BE49-F238E27FC236}">
                    <a16:creationId xmlns:a16="http://schemas.microsoft.com/office/drawing/2014/main" id="{FF9DADA9-6961-3FC3-7502-4C0ECB30F291}"/>
                  </a:ext>
                </a:extLst>
              </p:cNvPr>
              <p:cNvSpPr/>
              <p:nvPr/>
            </p:nvSpPr>
            <p:spPr>
              <a:xfrm>
                <a:off x="3658072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7" name="ph8012">
                <a:extLst>
                  <a:ext uri="{FF2B5EF4-FFF2-40B4-BE49-F238E27FC236}">
                    <a16:creationId xmlns:a16="http://schemas.microsoft.com/office/drawing/2014/main" id="{307BDD9C-33F4-F8F2-C10F-96951A6809D3}"/>
                  </a:ext>
                </a:extLst>
              </p:cNvPr>
              <p:cNvSpPr/>
              <p:nvPr/>
            </p:nvSpPr>
            <p:spPr>
              <a:xfrm>
                <a:off x="366751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8" name="ph8013">
                <a:extLst>
                  <a:ext uri="{FF2B5EF4-FFF2-40B4-BE49-F238E27FC236}">
                    <a16:creationId xmlns:a16="http://schemas.microsoft.com/office/drawing/2014/main" id="{A450021A-94AD-190D-CA2C-305AA3836654}"/>
                  </a:ext>
                </a:extLst>
              </p:cNvPr>
              <p:cNvSpPr/>
              <p:nvPr/>
            </p:nvSpPr>
            <p:spPr>
              <a:xfrm>
                <a:off x="367695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9" name="ph8014">
                <a:extLst>
                  <a:ext uri="{FF2B5EF4-FFF2-40B4-BE49-F238E27FC236}">
                    <a16:creationId xmlns:a16="http://schemas.microsoft.com/office/drawing/2014/main" id="{8500204E-4369-CBFE-C700-1E4A7A0FC6AB}"/>
                  </a:ext>
                </a:extLst>
              </p:cNvPr>
              <p:cNvSpPr/>
              <p:nvPr/>
            </p:nvSpPr>
            <p:spPr>
              <a:xfrm>
                <a:off x="368639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0" name="ph8015">
                <a:extLst>
                  <a:ext uri="{FF2B5EF4-FFF2-40B4-BE49-F238E27FC236}">
                    <a16:creationId xmlns:a16="http://schemas.microsoft.com/office/drawing/2014/main" id="{10E11B1F-7A14-27CB-6DBA-590CAF40A622}"/>
                  </a:ext>
                </a:extLst>
              </p:cNvPr>
              <p:cNvSpPr/>
              <p:nvPr/>
            </p:nvSpPr>
            <p:spPr>
              <a:xfrm>
                <a:off x="3695833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1" name="ph8016">
                <a:extLst>
                  <a:ext uri="{FF2B5EF4-FFF2-40B4-BE49-F238E27FC236}">
                    <a16:creationId xmlns:a16="http://schemas.microsoft.com/office/drawing/2014/main" id="{4FFB4F4B-5B3F-E3AB-EDB1-A55E3452BB2A}"/>
                  </a:ext>
                </a:extLst>
              </p:cNvPr>
              <p:cNvSpPr/>
              <p:nvPr/>
            </p:nvSpPr>
            <p:spPr>
              <a:xfrm>
                <a:off x="370527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2" name="ph8017">
                <a:extLst>
                  <a:ext uri="{FF2B5EF4-FFF2-40B4-BE49-F238E27FC236}">
                    <a16:creationId xmlns:a16="http://schemas.microsoft.com/office/drawing/2014/main" id="{A4B4BB41-B255-60B2-686B-6854B028739C}"/>
                  </a:ext>
                </a:extLst>
              </p:cNvPr>
              <p:cNvSpPr/>
              <p:nvPr/>
            </p:nvSpPr>
            <p:spPr>
              <a:xfrm>
                <a:off x="371471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3" name="ph8018">
                <a:extLst>
                  <a:ext uri="{FF2B5EF4-FFF2-40B4-BE49-F238E27FC236}">
                    <a16:creationId xmlns:a16="http://schemas.microsoft.com/office/drawing/2014/main" id="{0D6311A1-52AA-24F3-9E29-804760DDCBB6}"/>
                  </a:ext>
                </a:extLst>
              </p:cNvPr>
              <p:cNvSpPr/>
              <p:nvPr/>
            </p:nvSpPr>
            <p:spPr>
              <a:xfrm>
                <a:off x="372415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4" name="ph8019">
                <a:extLst>
                  <a:ext uri="{FF2B5EF4-FFF2-40B4-BE49-F238E27FC236}">
                    <a16:creationId xmlns:a16="http://schemas.microsoft.com/office/drawing/2014/main" id="{AD177849-0F94-6223-25E9-4599981C439A}"/>
                  </a:ext>
                </a:extLst>
              </p:cNvPr>
              <p:cNvSpPr/>
              <p:nvPr/>
            </p:nvSpPr>
            <p:spPr>
              <a:xfrm>
                <a:off x="3733594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5" name="ph8020">
                <a:extLst>
                  <a:ext uri="{FF2B5EF4-FFF2-40B4-BE49-F238E27FC236}">
                    <a16:creationId xmlns:a16="http://schemas.microsoft.com/office/drawing/2014/main" id="{0332321A-A084-3EF2-B6E7-8D4E62DFA62C}"/>
                  </a:ext>
                </a:extLst>
              </p:cNvPr>
              <p:cNvSpPr/>
              <p:nvPr/>
            </p:nvSpPr>
            <p:spPr>
              <a:xfrm>
                <a:off x="374303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6" name="ph8021">
                <a:extLst>
                  <a:ext uri="{FF2B5EF4-FFF2-40B4-BE49-F238E27FC236}">
                    <a16:creationId xmlns:a16="http://schemas.microsoft.com/office/drawing/2014/main" id="{AD2E36C8-8C8D-19D9-9F26-FA4A820F7075}"/>
                  </a:ext>
                </a:extLst>
              </p:cNvPr>
              <p:cNvSpPr/>
              <p:nvPr/>
            </p:nvSpPr>
            <p:spPr>
              <a:xfrm>
                <a:off x="375247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7" name="ph8022">
                <a:extLst>
                  <a:ext uri="{FF2B5EF4-FFF2-40B4-BE49-F238E27FC236}">
                    <a16:creationId xmlns:a16="http://schemas.microsoft.com/office/drawing/2014/main" id="{64773A63-5E97-5CA8-B9EF-2485CB47AE42}"/>
                  </a:ext>
                </a:extLst>
              </p:cNvPr>
              <p:cNvSpPr/>
              <p:nvPr/>
            </p:nvSpPr>
            <p:spPr>
              <a:xfrm>
                <a:off x="376191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8" name="ph8023">
                <a:extLst>
                  <a:ext uri="{FF2B5EF4-FFF2-40B4-BE49-F238E27FC236}">
                    <a16:creationId xmlns:a16="http://schemas.microsoft.com/office/drawing/2014/main" id="{CEDD0E31-7584-25A8-8828-B698689C3862}"/>
                  </a:ext>
                </a:extLst>
              </p:cNvPr>
              <p:cNvSpPr/>
              <p:nvPr/>
            </p:nvSpPr>
            <p:spPr>
              <a:xfrm>
                <a:off x="3771355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9" name="ph8024">
                <a:extLst>
                  <a:ext uri="{FF2B5EF4-FFF2-40B4-BE49-F238E27FC236}">
                    <a16:creationId xmlns:a16="http://schemas.microsoft.com/office/drawing/2014/main" id="{2A69CCFE-89A7-5DB8-AE9D-D503CBE6045A}"/>
                  </a:ext>
                </a:extLst>
              </p:cNvPr>
              <p:cNvSpPr/>
              <p:nvPr/>
            </p:nvSpPr>
            <p:spPr>
              <a:xfrm>
                <a:off x="378079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0" name="ph8025">
                <a:extLst>
                  <a:ext uri="{FF2B5EF4-FFF2-40B4-BE49-F238E27FC236}">
                    <a16:creationId xmlns:a16="http://schemas.microsoft.com/office/drawing/2014/main" id="{2C4FD307-FB99-8654-70ED-5BF9CC1E01A3}"/>
                  </a:ext>
                </a:extLst>
              </p:cNvPr>
              <p:cNvSpPr/>
              <p:nvPr/>
            </p:nvSpPr>
            <p:spPr>
              <a:xfrm>
                <a:off x="379023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1" name="ph8026">
                <a:extLst>
                  <a:ext uri="{FF2B5EF4-FFF2-40B4-BE49-F238E27FC236}">
                    <a16:creationId xmlns:a16="http://schemas.microsoft.com/office/drawing/2014/main" id="{56B263EF-BB71-7DA8-9FB1-19869F5E8AD2}"/>
                  </a:ext>
                </a:extLst>
              </p:cNvPr>
              <p:cNvSpPr/>
              <p:nvPr/>
            </p:nvSpPr>
            <p:spPr>
              <a:xfrm>
                <a:off x="379967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2" name="ph8027">
                <a:extLst>
                  <a:ext uri="{FF2B5EF4-FFF2-40B4-BE49-F238E27FC236}">
                    <a16:creationId xmlns:a16="http://schemas.microsoft.com/office/drawing/2014/main" id="{AF6FFD11-967D-F92B-2FFB-C83C6C4C2FAC}"/>
                  </a:ext>
                </a:extLst>
              </p:cNvPr>
              <p:cNvSpPr/>
              <p:nvPr/>
            </p:nvSpPr>
            <p:spPr>
              <a:xfrm>
                <a:off x="380911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3" name="ph8028">
                <a:extLst>
                  <a:ext uri="{FF2B5EF4-FFF2-40B4-BE49-F238E27FC236}">
                    <a16:creationId xmlns:a16="http://schemas.microsoft.com/office/drawing/2014/main" id="{826D18A2-9B17-F702-7B19-6F733539E50E}"/>
                  </a:ext>
                </a:extLst>
              </p:cNvPr>
              <p:cNvSpPr/>
              <p:nvPr/>
            </p:nvSpPr>
            <p:spPr>
              <a:xfrm>
                <a:off x="3818556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4" name="ph8029">
                <a:extLst>
                  <a:ext uri="{FF2B5EF4-FFF2-40B4-BE49-F238E27FC236}">
                    <a16:creationId xmlns:a16="http://schemas.microsoft.com/office/drawing/2014/main" id="{81850352-6015-608C-1B96-5111D6B1DDBD}"/>
                  </a:ext>
                </a:extLst>
              </p:cNvPr>
              <p:cNvSpPr/>
              <p:nvPr/>
            </p:nvSpPr>
            <p:spPr>
              <a:xfrm>
                <a:off x="3827997" y="100818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5" name="ph8030">
                <a:extLst>
                  <a:ext uri="{FF2B5EF4-FFF2-40B4-BE49-F238E27FC236}">
                    <a16:creationId xmlns:a16="http://schemas.microsoft.com/office/drawing/2014/main" id="{7D8A9D33-8ACA-F7A1-F9B9-9A190CEDC2F3}"/>
                  </a:ext>
                </a:extLst>
              </p:cNvPr>
              <p:cNvSpPr/>
              <p:nvPr/>
            </p:nvSpPr>
            <p:spPr>
              <a:xfrm>
                <a:off x="3846877" y="102575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4188" y="896830"/>
                    </a:lnTo>
                    <a:lnTo>
                      <a:pt x="914400" y="897807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6" name="ph8031">
                <a:extLst>
                  <a:ext uri="{FF2B5EF4-FFF2-40B4-BE49-F238E27FC236}">
                    <a16:creationId xmlns:a16="http://schemas.microsoft.com/office/drawing/2014/main" id="{60B49E65-C95E-6B5E-346A-A11596279200}"/>
                  </a:ext>
                </a:extLst>
              </p:cNvPr>
              <p:cNvSpPr/>
              <p:nvPr/>
            </p:nvSpPr>
            <p:spPr>
              <a:xfrm>
                <a:off x="3846877" y="1025756"/>
                <a:ext cx="917409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7409" h="914399">
                    <a:moveTo>
                      <a:pt x="914400" y="914399"/>
                    </a:moveTo>
                    <a:lnTo>
                      <a:pt x="914400" y="897807"/>
                    </a:lnTo>
                    <a:lnTo>
                      <a:pt x="914883" y="900040"/>
                    </a:lnTo>
                    <a:lnTo>
                      <a:pt x="916819" y="910549"/>
                    </a:lnTo>
                    <a:lnTo>
                      <a:pt x="917409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7" name="ph8032">
                <a:extLst>
                  <a:ext uri="{FF2B5EF4-FFF2-40B4-BE49-F238E27FC236}">
                    <a16:creationId xmlns:a16="http://schemas.microsoft.com/office/drawing/2014/main" id="{A134CDAA-31F3-4F3A-B2D1-12AB15A9B820}"/>
                  </a:ext>
                </a:extLst>
              </p:cNvPr>
              <p:cNvSpPr/>
              <p:nvPr/>
            </p:nvSpPr>
            <p:spPr>
              <a:xfrm>
                <a:off x="2053232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3813" y="914399"/>
                    </a:lnTo>
                    <a:lnTo>
                      <a:pt x="914400" y="912963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8" name="ph8033">
                <a:extLst>
                  <a:ext uri="{FF2B5EF4-FFF2-40B4-BE49-F238E27FC236}">
                    <a16:creationId xmlns:a16="http://schemas.microsoft.com/office/drawing/2014/main" id="{7A6FFB8D-0129-71FE-B903-67242A1B8D75}"/>
                  </a:ext>
                </a:extLst>
              </p:cNvPr>
              <p:cNvSpPr/>
              <p:nvPr/>
            </p:nvSpPr>
            <p:spPr>
              <a:xfrm>
                <a:off x="2062672" y="99061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30533"/>
                    </a:lnTo>
                    <a:lnTo>
                      <a:pt x="907915" y="923292"/>
                    </a:lnTo>
                    <a:lnTo>
                      <a:pt x="911739" y="914874"/>
                    </a:lnTo>
                    <a:lnTo>
                      <a:pt x="911967" y="914400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9" name="ph8034">
                <a:extLst>
                  <a:ext uri="{FF2B5EF4-FFF2-40B4-BE49-F238E27FC236}">
                    <a16:creationId xmlns:a16="http://schemas.microsoft.com/office/drawing/2014/main" id="{812E9C85-4728-7E48-B728-6932719B41FF}"/>
                  </a:ext>
                </a:extLst>
              </p:cNvPr>
              <p:cNvSpPr/>
              <p:nvPr/>
            </p:nvSpPr>
            <p:spPr>
              <a:xfrm>
                <a:off x="206267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0" name="ph8035">
                <a:extLst>
                  <a:ext uri="{FF2B5EF4-FFF2-40B4-BE49-F238E27FC236}">
                    <a16:creationId xmlns:a16="http://schemas.microsoft.com/office/drawing/2014/main" id="{33A41C17-7521-04AD-464E-FC51AAF2AB91}"/>
                  </a:ext>
                </a:extLst>
              </p:cNvPr>
              <p:cNvSpPr/>
              <p:nvPr/>
            </p:nvSpPr>
            <p:spPr>
              <a:xfrm>
                <a:off x="207211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1" name="ph8036">
                <a:extLst>
                  <a:ext uri="{FF2B5EF4-FFF2-40B4-BE49-F238E27FC236}">
                    <a16:creationId xmlns:a16="http://schemas.microsoft.com/office/drawing/2014/main" id="{782563B2-7181-64FB-B90F-841947F9A535}"/>
                  </a:ext>
                </a:extLst>
              </p:cNvPr>
              <p:cNvSpPr/>
              <p:nvPr/>
            </p:nvSpPr>
            <p:spPr>
              <a:xfrm>
                <a:off x="208155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2" name="ph8037">
                <a:extLst>
                  <a:ext uri="{FF2B5EF4-FFF2-40B4-BE49-F238E27FC236}">
                    <a16:creationId xmlns:a16="http://schemas.microsoft.com/office/drawing/2014/main" id="{2D6CB502-9E13-50F9-3917-3D61B93282E8}"/>
                  </a:ext>
                </a:extLst>
              </p:cNvPr>
              <p:cNvSpPr/>
              <p:nvPr/>
            </p:nvSpPr>
            <p:spPr>
              <a:xfrm>
                <a:off x="209099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3" name="ph8038">
                <a:extLst>
                  <a:ext uri="{FF2B5EF4-FFF2-40B4-BE49-F238E27FC236}">
                    <a16:creationId xmlns:a16="http://schemas.microsoft.com/office/drawing/2014/main" id="{1DFBA2E2-7B9A-76A5-97BE-8C33F46EE152}"/>
                  </a:ext>
                </a:extLst>
              </p:cNvPr>
              <p:cNvSpPr/>
              <p:nvPr/>
            </p:nvSpPr>
            <p:spPr>
              <a:xfrm>
                <a:off x="210043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4" name="ph8039">
                <a:extLst>
                  <a:ext uri="{FF2B5EF4-FFF2-40B4-BE49-F238E27FC236}">
                    <a16:creationId xmlns:a16="http://schemas.microsoft.com/office/drawing/2014/main" id="{390FB4EB-0B74-8376-A4A9-C7A5438A3134}"/>
                  </a:ext>
                </a:extLst>
              </p:cNvPr>
              <p:cNvSpPr/>
              <p:nvPr/>
            </p:nvSpPr>
            <p:spPr>
              <a:xfrm>
                <a:off x="210987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5" name="ph8040">
                <a:extLst>
                  <a:ext uri="{FF2B5EF4-FFF2-40B4-BE49-F238E27FC236}">
                    <a16:creationId xmlns:a16="http://schemas.microsoft.com/office/drawing/2014/main" id="{B9B6702F-D6A9-E303-23A5-95431B4A34B8}"/>
                  </a:ext>
                </a:extLst>
              </p:cNvPr>
              <p:cNvSpPr/>
              <p:nvPr/>
            </p:nvSpPr>
            <p:spPr>
              <a:xfrm>
                <a:off x="211931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6" name="ph8041">
                <a:extLst>
                  <a:ext uri="{FF2B5EF4-FFF2-40B4-BE49-F238E27FC236}">
                    <a16:creationId xmlns:a16="http://schemas.microsoft.com/office/drawing/2014/main" id="{AC9D29DF-0A69-869B-6E12-1A9CE9735B89}"/>
                  </a:ext>
                </a:extLst>
              </p:cNvPr>
              <p:cNvSpPr/>
              <p:nvPr/>
            </p:nvSpPr>
            <p:spPr>
              <a:xfrm>
                <a:off x="212875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2">
                  <a:alpha val="100000"/>
                </a:srgbClr>
              </a:solidFill>
              <a:ln w="5420" cap="flat">
                <a:solidFill>
                  <a:srgbClr val="F6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7" name="ph8042">
                <a:extLst>
                  <a:ext uri="{FF2B5EF4-FFF2-40B4-BE49-F238E27FC236}">
                    <a16:creationId xmlns:a16="http://schemas.microsoft.com/office/drawing/2014/main" id="{25C8B909-BD71-2D24-5033-5196B5AE78F8}"/>
                  </a:ext>
                </a:extLst>
              </p:cNvPr>
              <p:cNvSpPr/>
              <p:nvPr/>
            </p:nvSpPr>
            <p:spPr>
              <a:xfrm>
                <a:off x="213819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8" name="ph8043">
                <a:extLst>
                  <a:ext uri="{FF2B5EF4-FFF2-40B4-BE49-F238E27FC236}">
                    <a16:creationId xmlns:a16="http://schemas.microsoft.com/office/drawing/2014/main" id="{EE347153-5BB9-CCB4-C455-F7F9E9B33F01}"/>
                  </a:ext>
                </a:extLst>
              </p:cNvPr>
              <p:cNvSpPr/>
              <p:nvPr/>
            </p:nvSpPr>
            <p:spPr>
              <a:xfrm>
                <a:off x="214763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9" name="ph8044">
                <a:extLst>
                  <a:ext uri="{FF2B5EF4-FFF2-40B4-BE49-F238E27FC236}">
                    <a16:creationId xmlns:a16="http://schemas.microsoft.com/office/drawing/2014/main" id="{81AAA6D7-F09C-F063-73DB-8E7EC76B4201}"/>
                  </a:ext>
                </a:extLst>
              </p:cNvPr>
              <p:cNvSpPr/>
              <p:nvPr/>
            </p:nvSpPr>
            <p:spPr>
              <a:xfrm>
                <a:off x="215707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0" name="ph8045">
                <a:extLst>
                  <a:ext uri="{FF2B5EF4-FFF2-40B4-BE49-F238E27FC236}">
                    <a16:creationId xmlns:a16="http://schemas.microsoft.com/office/drawing/2014/main" id="{694B64B0-2632-7433-273D-BC878C40A108}"/>
                  </a:ext>
                </a:extLst>
              </p:cNvPr>
              <p:cNvSpPr/>
              <p:nvPr/>
            </p:nvSpPr>
            <p:spPr>
              <a:xfrm>
                <a:off x="216651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1" name="ph8046">
                <a:extLst>
                  <a:ext uri="{FF2B5EF4-FFF2-40B4-BE49-F238E27FC236}">
                    <a16:creationId xmlns:a16="http://schemas.microsoft.com/office/drawing/2014/main" id="{380ABFD6-3340-C02E-1FE9-9DF192152D77}"/>
                  </a:ext>
                </a:extLst>
              </p:cNvPr>
              <p:cNvSpPr/>
              <p:nvPr/>
            </p:nvSpPr>
            <p:spPr>
              <a:xfrm>
                <a:off x="217595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2" name="ph8047">
                <a:extLst>
                  <a:ext uri="{FF2B5EF4-FFF2-40B4-BE49-F238E27FC236}">
                    <a16:creationId xmlns:a16="http://schemas.microsoft.com/office/drawing/2014/main" id="{AAE047E4-2B8C-78AA-0247-DFCE7671B7A6}"/>
                  </a:ext>
                </a:extLst>
              </p:cNvPr>
              <p:cNvSpPr/>
              <p:nvPr/>
            </p:nvSpPr>
            <p:spPr>
              <a:xfrm>
                <a:off x="218539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3" name="ph8048">
                <a:extLst>
                  <a:ext uri="{FF2B5EF4-FFF2-40B4-BE49-F238E27FC236}">
                    <a16:creationId xmlns:a16="http://schemas.microsoft.com/office/drawing/2014/main" id="{59ADC3A9-A5BD-E657-29BB-FD96ECE1DCEB}"/>
                  </a:ext>
                </a:extLst>
              </p:cNvPr>
              <p:cNvSpPr/>
              <p:nvPr/>
            </p:nvSpPr>
            <p:spPr>
              <a:xfrm>
                <a:off x="219483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4" name="ph8049">
                <a:extLst>
                  <a:ext uri="{FF2B5EF4-FFF2-40B4-BE49-F238E27FC236}">
                    <a16:creationId xmlns:a16="http://schemas.microsoft.com/office/drawing/2014/main" id="{0D1174F3-9F04-D77F-FC73-9ADF0C29D242}"/>
                  </a:ext>
                </a:extLst>
              </p:cNvPr>
              <p:cNvSpPr/>
              <p:nvPr/>
            </p:nvSpPr>
            <p:spPr>
              <a:xfrm>
                <a:off x="220427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5" name="ph8050">
                <a:extLst>
                  <a:ext uri="{FF2B5EF4-FFF2-40B4-BE49-F238E27FC236}">
                    <a16:creationId xmlns:a16="http://schemas.microsoft.com/office/drawing/2014/main" id="{F49EA7B9-0979-0C9D-9E34-A6BE8A9F0227}"/>
                  </a:ext>
                </a:extLst>
              </p:cNvPr>
              <p:cNvSpPr/>
              <p:nvPr/>
            </p:nvSpPr>
            <p:spPr>
              <a:xfrm>
                <a:off x="221371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6" name="ph8051">
                <a:extLst>
                  <a:ext uri="{FF2B5EF4-FFF2-40B4-BE49-F238E27FC236}">
                    <a16:creationId xmlns:a16="http://schemas.microsoft.com/office/drawing/2014/main" id="{883D93DD-60C6-AD30-8CAC-F346F67DE614}"/>
                  </a:ext>
                </a:extLst>
              </p:cNvPr>
              <p:cNvSpPr/>
              <p:nvPr/>
            </p:nvSpPr>
            <p:spPr>
              <a:xfrm>
                <a:off x="222315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7" name="ph8052">
                <a:extLst>
                  <a:ext uri="{FF2B5EF4-FFF2-40B4-BE49-F238E27FC236}">
                    <a16:creationId xmlns:a16="http://schemas.microsoft.com/office/drawing/2014/main" id="{78EE0B76-DB3D-0B18-35D8-858AE082EC21}"/>
                  </a:ext>
                </a:extLst>
              </p:cNvPr>
              <p:cNvSpPr/>
              <p:nvPr/>
            </p:nvSpPr>
            <p:spPr>
              <a:xfrm>
                <a:off x="223259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8" name="ph8053">
                <a:extLst>
                  <a:ext uri="{FF2B5EF4-FFF2-40B4-BE49-F238E27FC236}">
                    <a16:creationId xmlns:a16="http://schemas.microsoft.com/office/drawing/2014/main" id="{16F38838-E528-30E1-F4D7-B2DC447A5610}"/>
                  </a:ext>
                </a:extLst>
              </p:cNvPr>
              <p:cNvSpPr/>
              <p:nvPr/>
            </p:nvSpPr>
            <p:spPr>
              <a:xfrm>
                <a:off x="2251477" y="100818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13456" y="896830"/>
                    </a:lnTo>
                    <a:lnTo>
                      <a:pt x="913702" y="897487"/>
                    </a:lnTo>
                    <a:lnTo>
                      <a:pt x="914400" y="899574"/>
                    </a:lnTo>
                    <a:close/>
                  </a:path>
                </a:pathLst>
              </a:custGeom>
              <a:solidFill>
                <a:srgbClr val="F6FBB3">
                  <a:alpha val="100000"/>
                </a:srgbClr>
              </a:solidFill>
              <a:ln w="5420" cap="flat">
                <a:solidFill>
                  <a:srgbClr val="F6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9" name="ph8054">
                <a:extLst>
                  <a:ext uri="{FF2B5EF4-FFF2-40B4-BE49-F238E27FC236}">
                    <a16:creationId xmlns:a16="http://schemas.microsoft.com/office/drawing/2014/main" id="{3419269A-C3BB-8DAD-FB30-8D84C88FD1EF}"/>
                  </a:ext>
                </a:extLst>
              </p:cNvPr>
              <p:cNvSpPr/>
              <p:nvPr/>
            </p:nvSpPr>
            <p:spPr>
              <a:xfrm>
                <a:off x="2251477" y="1008186"/>
                <a:ext cx="919067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067" h="914399">
                    <a:moveTo>
                      <a:pt x="914400" y="914399"/>
                    </a:moveTo>
                    <a:lnTo>
                      <a:pt x="914400" y="899574"/>
                    </a:lnTo>
                    <a:lnTo>
                      <a:pt x="916827" y="906842"/>
                    </a:lnTo>
                    <a:lnTo>
                      <a:pt x="919067" y="914399"/>
                    </a:lnTo>
                    <a:close/>
                  </a:path>
                </a:pathLst>
              </a:custGeom>
              <a:solidFill>
                <a:srgbClr val="F7FBB3">
                  <a:alpha val="100000"/>
                </a:srgbClr>
              </a:solidFill>
              <a:ln w="5420" cap="flat">
                <a:solidFill>
                  <a:srgbClr val="F7FB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0" name="ph8055">
                <a:extLst>
                  <a:ext uri="{FF2B5EF4-FFF2-40B4-BE49-F238E27FC236}">
                    <a16:creationId xmlns:a16="http://schemas.microsoft.com/office/drawing/2014/main" id="{DD84D70A-6AA0-7EC0-832C-6CFDCE07335D}"/>
                  </a:ext>
                </a:extLst>
              </p:cNvPr>
              <p:cNvSpPr/>
              <p:nvPr/>
            </p:nvSpPr>
            <p:spPr>
              <a:xfrm>
                <a:off x="3393746" y="990616"/>
                <a:ext cx="914400" cy="92059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0596">
                    <a:moveTo>
                      <a:pt x="914400" y="914400"/>
                    </a:moveTo>
                    <a:lnTo>
                      <a:pt x="914400" y="920596"/>
                    </a:lnTo>
                    <a:lnTo>
                      <a:pt x="909739" y="917175"/>
                    </a:lnTo>
                    <a:lnTo>
                      <a:pt x="906463" y="914400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1" name="ph8056">
                <a:extLst>
                  <a:ext uri="{FF2B5EF4-FFF2-40B4-BE49-F238E27FC236}">
                    <a16:creationId xmlns:a16="http://schemas.microsoft.com/office/drawing/2014/main" id="{82876256-9C27-6C56-E864-F2E8CA5ECA98}"/>
                  </a:ext>
                </a:extLst>
              </p:cNvPr>
              <p:cNvSpPr/>
              <p:nvPr/>
            </p:nvSpPr>
            <p:spPr>
              <a:xfrm>
                <a:off x="3393746" y="990616"/>
                <a:ext cx="923840" cy="926253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6253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26253"/>
                    </a:lnTo>
                    <a:lnTo>
                      <a:pt x="920690" y="924614"/>
                    </a:lnTo>
                    <a:lnTo>
                      <a:pt x="915163" y="921157"/>
                    </a:lnTo>
                    <a:lnTo>
                      <a:pt x="914400" y="920596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2" name="ph8057">
                <a:extLst>
                  <a:ext uri="{FF2B5EF4-FFF2-40B4-BE49-F238E27FC236}">
                    <a16:creationId xmlns:a16="http://schemas.microsoft.com/office/drawing/2014/main" id="{2840BFA3-15A1-4E3B-0743-BC6E5A4DE5BF}"/>
                  </a:ext>
                </a:extLst>
              </p:cNvPr>
              <p:cNvSpPr/>
              <p:nvPr/>
            </p:nvSpPr>
            <p:spPr>
              <a:xfrm>
                <a:off x="3403186" y="990616"/>
                <a:ext cx="923840" cy="93032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32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329"/>
                    </a:lnTo>
                    <a:lnTo>
                      <a:pt x="922554" y="929919"/>
                    </a:lnTo>
                    <a:lnTo>
                      <a:pt x="916865" y="927537"/>
                    </a:lnTo>
                    <a:lnTo>
                      <a:pt x="914400" y="92625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3" name="ph8058">
                <a:extLst>
                  <a:ext uri="{FF2B5EF4-FFF2-40B4-BE49-F238E27FC236}">
                    <a16:creationId xmlns:a16="http://schemas.microsoft.com/office/drawing/2014/main" id="{D07E34F3-74CA-7A95-D577-B214D4F48E68}"/>
                  </a:ext>
                </a:extLst>
              </p:cNvPr>
              <p:cNvSpPr/>
              <p:nvPr/>
            </p:nvSpPr>
            <p:spPr>
              <a:xfrm>
                <a:off x="341262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9842" y="931969"/>
                    </a:lnTo>
                    <a:lnTo>
                      <a:pt x="918861" y="931752"/>
                    </a:lnTo>
                    <a:lnTo>
                      <a:pt x="914400" y="93032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4" name="ph8059">
                <a:extLst>
                  <a:ext uri="{FF2B5EF4-FFF2-40B4-BE49-F238E27FC236}">
                    <a16:creationId xmlns:a16="http://schemas.microsoft.com/office/drawing/2014/main" id="{7AC46609-3DEC-54EE-152D-448E1FA7EDE6}"/>
                  </a:ext>
                </a:extLst>
              </p:cNvPr>
              <p:cNvSpPr/>
              <p:nvPr/>
            </p:nvSpPr>
            <p:spPr>
              <a:xfrm>
                <a:off x="342206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5" name="ph8060">
                <a:extLst>
                  <a:ext uri="{FF2B5EF4-FFF2-40B4-BE49-F238E27FC236}">
                    <a16:creationId xmlns:a16="http://schemas.microsoft.com/office/drawing/2014/main" id="{D03F2CEA-C520-8F8A-69D9-E6AFE6FACD89}"/>
                  </a:ext>
                </a:extLst>
              </p:cNvPr>
              <p:cNvSpPr/>
              <p:nvPr/>
            </p:nvSpPr>
            <p:spPr>
              <a:xfrm>
                <a:off x="343150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6" name="ph8061">
                <a:extLst>
                  <a:ext uri="{FF2B5EF4-FFF2-40B4-BE49-F238E27FC236}">
                    <a16:creationId xmlns:a16="http://schemas.microsoft.com/office/drawing/2014/main" id="{066D0196-3DC0-70B7-E62D-BB18E55DD058}"/>
                  </a:ext>
                </a:extLst>
              </p:cNvPr>
              <p:cNvSpPr/>
              <p:nvPr/>
            </p:nvSpPr>
            <p:spPr>
              <a:xfrm>
                <a:off x="344094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7" name="ph8062">
                <a:extLst>
                  <a:ext uri="{FF2B5EF4-FFF2-40B4-BE49-F238E27FC236}">
                    <a16:creationId xmlns:a16="http://schemas.microsoft.com/office/drawing/2014/main" id="{EBDD6E26-F407-8037-473F-81A1AE4DF53B}"/>
                  </a:ext>
                </a:extLst>
              </p:cNvPr>
              <p:cNvSpPr/>
              <p:nvPr/>
            </p:nvSpPr>
            <p:spPr>
              <a:xfrm>
                <a:off x="345038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8" name="ph8063">
                <a:extLst>
                  <a:ext uri="{FF2B5EF4-FFF2-40B4-BE49-F238E27FC236}">
                    <a16:creationId xmlns:a16="http://schemas.microsoft.com/office/drawing/2014/main" id="{BCEC7E72-D602-FA47-5255-090D80541D92}"/>
                  </a:ext>
                </a:extLst>
              </p:cNvPr>
              <p:cNvSpPr/>
              <p:nvPr/>
            </p:nvSpPr>
            <p:spPr>
              <a:xfrm>
                <a:off x="345982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9" name="ph8064">
                <a:extLst>
                  <a:ext uri="{FF2B5EF4-FFF2-40B4-BE49-F238E27FC236}">
                    <a16:creationId xmlns:a16="http://schemas.microsoft.com/office/drawing/2014/main" id="{577B7A30-23A2-993E-AD37-04450CDB9A79}"/>
                  </a:ext>
                </a:extLst>
              </p:cNvPr>
              <p:cNvSpPr/>
              <p:nvPr/>
            </p:nvSpPr>
            <p:spPr>
              <a:xfrm>
                <a:off x="346926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0" name="ph8065">
                <a:extLst>
                  <a:ext uri="{FF2B5EF4-FFF2-40B4-BE49-F238E27FC236}">
                    <a16:creationId xmlns:a16="http://schemas.microsoft.com/office/drawing/2014/main" id="{5A69C68B-DCDC-7C51-4431-D7DA4D63D8AA}"/>
                  </a:ext>
                </a:extLst>
              </p:cNvPr>
              <p:cNvSpPr/>
              <p:nvPr/>
            </p:nvSpPr>
            <p:spPr>
              <a:xfrm>
                <a:off x="347870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1" name="ph8066">
                <a:extLst>
                  <a:ext uri="{FF2B5EF4-FFF2-40B4-BE49-F238E27FC236}">
                    <a16:creationId xmlns:a16="http://schemas.microsoft.com/office/drawing/2014/main" id="{63A58EEE-043F-2C36-0569-683DC1BE29B2}"/>
                  </a:ext>
                </a:extLst>
              </p:cNvPr>
              <p:cNvSpPr/>
              <p:nvPr/>
            </p:nvSpPr>
            <p:spPr>
              <a:xfrm>
                <a:off x="348814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2" name="ph8067">
                <a:extLst>
                  <a:ext uri="{FF2B5EF4-FFF2-40B4-BE49-F238E27FC236}">
                    <a16:creationId xmlns:a16="http://schemas.microsoft.com/office/drawing/2014/main" id="{10FD16B3-9927-AC2A-8235-1DDDCA57CAC7}"/>
                  </a:ext>
                </a:extLst>
              </p:cNvPr>
              <p:cNvSpPr/>
              <p:nvPr/>
            </p:nvSpPr>
            <p:spPr>
              <a:xfrm>
                <a:off x="3497588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3" name="ph8068">
                <a:extLst>
                  <a:ext uri="{FF2B5EF4-FFF2-40B4-BE49-F238E27FC236}">
                    <a16:creationId xmlns:a16="http://schemas.microsoft.com/office/drawing/2014/main" id="{A5F6ADAF-92F7-0104-3B6F-4B36398EA888}"/>
                  </a:ext>
                </a:extLst>
              </p:cNvPr>
              <p:cNvSpPr/>
              <p:nvPr/>
            </p:nvSpPr>
            <p:spPr>
              <a:xfrm>
                <a:off x="350702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4" name="ph8069">
                <a:extLst>
                  <a:ext uri="{FF2B5EF4-FFF2-40B4-BE49-F238E27FC236}">
                    <a16:creationId xmlns:a16="http://schemas.microsoft.com/office/drawing/2014/main" id="{D62C738D-A6BE-B6BF-1174-37D3219CE724}"/>
                  </a:ext>
                </a:extLst>
              </p:cNvPr>
              <p:cNvSpPr/>
              <p:nvPr/>
            </p:nvSpPr>
            <p:spPr>
              <a:xfrm>
                <a:off x="351646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5" name="ph8070">
                <a:extLst>
                  <a:ext uri="{FF2B5EF4-FFF2-40B4-BE49-F238E27FC236}">
                    <a16:creationId xmlns:a16="http://schemas.microsoft.com/office/drawing/2014/main" id="{D6BD2076-F322-9513-882A-6FA0B90D29B7}"/>
                  </a:ext>
                </a:extLst>
              </p:cNvPr>
              <p:cNvSpPr/>
              <p:nvPr/>
            </p:nvSpPr>
            <p:spPr>
              <a:xfrm>
                <a:off x="352590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6" name="ph8071">
                <a:extLst>
                  <a:ext uri="{FF2B5EF4-FFF2-40B4-BE49-F238E27FC236}">
                    <a16:creationId xmlns:a16="http://schemas.microsoft.com/office/drawing/2014/main" id="{40382FFC-7959-A7EB-D338-552C53A1DAE3}"/>
                  </a:ext>
                </a:extLst>
              </p:cNvPr>
              <p:cNvSpPr/>
              <p:nvPr/>
            </p:nvSpPr>
            <p:spPr>
              <a:xfrm>
                <a:off x="3535349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7" name="ph8072">
                <a:extLst>
                  <a:ext uri="{FF2B5EF4-FFF2-40B4-BE49-F238E27FC236}">
                    <a16:creationId xmlns:a16="http://schemas.microsoft.com/office/drawing/2014/main" id="{3B665A0A-A0E9-B106-F03B-2A1E8BAE317D}"/>
                  </a:ext>
                </a:extLst>
              </p:cNvPr>
              <p:cNvSpPr/>
              <p:nvPr/>
            </p:nvSpPr>
            <p:spPr>
              <a:xfrm>
                <a:off x="354479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8" name="ph8073">
                <a:extLst>
                  <a:ext uri="{FF2B5EF4-FFF2-40B4-BE49-F238E27FC236}">
                    <a16:creationId xmlns:a16="http://schemas.microsoft.com/office/drawing/2014/main" id="{351AE3D4-8C58-AD89-2A9F-6EBB2182C1D8}"/>
                  </a:ext>
                </a:extLst>
              </p:cNvPr>
              <p:cNvSpPr/>
              <p:nvPr/>
            </p:nvSpPr>
            <p:spPr>
              <a:xfrm>
                <a:off x="355423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9" name="ph8074">
                <a:extLst>
                  <a:ext uri="{FF2B5EF4-FFF2-40B4-BE49-F238E27FC236}">
                    <a16:creationId xmlns:a16="http://schemas.microsoft.com/office/drawing/2014/main" id="{E39DB21E-C69B-A522-7C43-D177F4A7190A}"/>
                  </a:ext>
                </a:extLst>
              </p:cNvPr>
              <p:cNvSpPr/>
              <p:nvPr/>
            </p:nvSpPr>
            <p:spPr>
              <a:xfrm>
                <a:off x="356367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0" name="ph8075">
                <a:extLst>
                  <a:ext uri="{FF2B5EF4-FFF2-40B4-BE49-F238E27FC236}">
                    <a16:creationId xmlns:a16="http://schemas.microsoft.com/office/drawing/2014/main" id="{B8563D8D-4703-4252-9DEF-45D93B0FAFB8}"/>
                  </a:ext>
                </a:extLst>
              </p:cNvPr>
              <p:cNvSpPr/>
              <p:nvPr/>
            </p:nvSpPr>
            <p:spPr>
              <a:xfrm>
                <a:off x="357311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1" name="ph8076">
                <a:extLst>
                  <a:ext uri="{FF2B5EF4-FFF2-40B4-BE49-F238E27FC236}">
                    <a16:creationId xmlns:a16="http://schemas.microsoft.com/office/drawing/2014/main" id="{B162BAE8-455D-2AD1-1570-E777E20FF515}"/>
                  </a:ext>
                </a:extLst>
              </p:cNvPr>
              <p:cNvSpPr/>
              <p:nvPr/>
            </p:nvSpPr>
            <p:spPr>
              <a:xfrm>
                <a:off x="3582550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2" name="ph8077">
                <a:extLst>
                  <a:ext uri="{FF2B5EF4-FFF2-40B4-BE49-F238E27FC236}">
                    <a16:creationId xmlns:a16="http://schemas.microsoft.com/office/drawing/2014/main" id="{02CD1B00-5475-A858-324C-540AD54E9192}"/>
                  </a:ext>
                </a:extLst>
              </p:cNvPr>
              <p:cNvSpPr/>
              <p:nvPr/>
            </p:nvSpPr>
            <p:spPr>
              <a:xfrm>
                <a:off x="359199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3" name="ph8078">
                <a:extLst>
                  <a:ext uri="{FF2B5EF4-FFF2-40B4-BE49-F238E27FC236}">
                    <a16:creationId xmlns:a16="http://schemas.microsoft.com/office/drawing/2014/main" id="{A657C85B-4464-F2F4-79BD-C8C2316C404C}"/>
                  </a:ext>
                </a:extLst>
              </p:cNvPr>
              <p:cNvSpPr/>
              <p:nvPr/>
            </p:nvSpPr>
            <p:spPr>
              <a:xfrm>
                <a:off x="360143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4" name="ph8079">
                <a:extLst>
                  <a:ext uri="{FF2B5EF4-FFF2-40B4-BE49-F238E27FC236}">
                    <a16:creationId xmlns:a16="http://schemas.microsoft.com/office/drawing/2014/main" id="{C5705795-155F-CDA8-01E5-A00C1A7BAF05}"/>
                  </a:ext>
                </a:extLst>
              </p:cNvPr>
              <p:cNvSpPr/>
              <p:nvPr/>
            </p:nvSpPr>
            <p:spPr>
              <a:xfrm>
                <a:off x="361087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5" name="ph8080">
                <a:extLst>
                  <a:ext uri="{FF2B5EF4-FFF2-40B4-BE49-F238E27FC236}">
                    <a16:creationId xmlns:a16="http://schemas.microsoft.com/office/drawing/2014/main" id="{84CD8322-8F84-301C-AEAE-502B56CED1CE}"/>
                  </a:ext>
                </a:extLst>
              </p:cNvPr>
              <p:cNvSpPr/>
              <p:nvPr/>
            </p:nvSpPr>
            <p:spPr>
              <a:xfrm>
                <a:off x="3620311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6" name="ph8081">
                <a:extLst>
                  <a:ext uri="{FF2B5EF4-FFF2-40B4-BE49-F238E27FC236}">
                    <a16:creationId xmlns:a16="http://schemas.microsoft.com/office/drawing/2014/main" id="{9507E07B-3572-6269-5F8B-3844E10CFEF3}"/>
                  </a:ext>
                </a:extLst>
              </p:cNvPr>
              <p:cNvSpPr/>
              <p:nvPr/>
            </p:nvSpPr>
            <p:spPr>
              <a:xfrm>
                <a:off x="362975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7" name="ph8082">
                <a:extLst>
                  <a:ext uri="{FF2B5EF4-FFF2-40B4-BE49-F238E27FC236}">
                    <a16:creationId xmlns:a16="http://schemas.microsoft.com/office/drawing/2014/main" id="{D59DEDF8-0C45-E602-90BC-B27DA9D30411}"/>
                  </a:ext>
                </a:extLst>
              </p:cNvPr>
              <p:cNvSpPr/>
              <p:nvPr/>
            </p:nvSpPr>
            <p:spPr>
              <a:xfrm>
                <a:off x="363919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8" name="ph8083">
                <a:extLst>
                  <a:ext uri="{FF2B5EF4-FFF2-40B4-BE49-F238E27FC236}">
                    <a16:creationId xmlns:a16="http://schemas.microsoft.com/office/drawing/2014/main" id="{497F970E-B527-84A5-1178-B9A091249F69}"/>
                  </a:ext>
                </a:extLst>
              </p:cNvPr>
              <p:cNvSpPr/>
              <p:nvPr/>
            </p:nvSpPr>
            <p:spPr>
              <a:xfrm>
                <a:off x="364863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9" name="ph8084">
                <a:extLst>
                  <a:ext uri="{FF2B5EF4-FFF2-40B4-BE49-F238E27FC236}">
                    <a16:creationId xmlns:a16="http://schemas.microsoft.com/office/drawing/2014/main" id="{464FC04C-75FD-6BD9-0884-F4670E9BAB07}"/>
                  </a:ext>
                </a:extLst>
              </p:cNvPr>
              <p:cNvSpPr/>
              <p:nvPr/>
            </p:nvSpPr>
            <p:spPr>
              <a:xfrm>
                <a:off x="3658072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0" name="ph8085">
                <a:extLst>
                  <a:ext uri="{FF2B5EF4-FFF2-40B4-BE49-F238E27FC236}">
                    <a16:creationId xmlns:a16="http://schemas.microsoft.com/office/drawing/2014/main" id="{3142E492-9BF0-8A54-3904-A9310E356240}"/>
                  </a:ext>
                </a:extLst>
              </p:cNvPr>
              <p:cNvSpPr/>
              <p:nvPr/>
            </p:nvSpPr>
            <p:spPr>
              <a:xfrm>
                <a:off x="366751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1" name="ph8086">
                <a:extLst>
                  <a:ext uri="{FF2B5EF4-FFF2-40B4-BE49-F238E27FC236}">
                    <a16:creationId xmlns:a16="http://schemas.microsoft.com/office/drawing/2014/main" id="{BCE71750-E6AE-C306-280D-2A7630E613DF}"/>
                  </a:ext>
                </a:extLst>
              </p:cNvPr>
              <p:cNvSpPr/>
              <p:nvPr/>
            </p:nvSpPr>
            <p:spPr>
              <a:xfrm>
                <a:off x="367695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2" name="ph8087">
                <a:extLst>
                  <a:ext uri="{FF2B5EF4-FFF2-40B4-BE49-F238E27FC236}">
                    <a16:creationId xmlns:a16="http://schemas.microsoft.com/office/drawing/2014/main" id="{DAF4EE5B-7214-D0D4-17F0-9238FB850DF6}"/>
                  </a:ext>
                </a:extLst>
              </p:cNvPr>
              <p:cNvSpPr/>
              <p:nvPr/>
            </p:nvSpPr>
            <p:spPr>
              <a:xfrm>
                <a:off x="368639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3" name="ph8088">
                <a:extLst>
                  <a:ext uri="{FF2B5EF4-FFF2-40B4-BE49-F238E27FC236}">
                    <a16:creationId xmlns:a16="http://schemas.microsoft.com/office/drawing/2014/main" id="{56B0EFD1-9BB0-3333-BE6E-36D4CE043F69}"/>
                  </a:ext>
                </a:extLst>
              </p:cNvPr>
              <p:cNvSpPr/>
              <p:nvPr/>
            </p:nvSpPr>
            <p:spPr>
              <a:xfrm>
                <a:off x="3695833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4" name="ph8089">
                <a:extLst>
                  <a:ext uri="{FF2B5EF4-FFF2-40B4-BE49-F238E27FC236}">
                    <a16:creationId xmlns:a16="http://schemas.microsoft.com/office/drawing/2014/main" id="{39724CDC-93E5-49A7-1FE6-1A899A63C84F}"/>
                  </a:ext>
                </a:extLst>
              </p:cNvPr>
              <p:cNvSpPr/>
              <p:nvPr/>
            </p:nvSpPr>
            <p:spPr>
              <a:xfrm>
                <a:off x="370527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5" name="ph8090">
                <a:extLst>
                  <a:ext uri="{FF2B5EF4-FFF2-40B4-BE49-F238E27FC236}">
                    <a16:creationId xmlns:a16="http://schemas.microsoft.com/office/drawing/2014/main" id="{1681DC2F-4593-45D3-7522-706C06FC2134}"/>
                  </a:ext>
                </a:extLst>
              </p:cNvPr>
              <p:cNvSpPr/>
              <p:nvPr/>
            </p:nvSpPr>
            <p:spPr>
              <a:xfrm>
                <a:off x="371471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6" name="ph8091">
                <a:extLst>
                  <a:ext uri="{FF2B5EF4-FFF2-40B4-BE49-F238E27FC236}">
                    <a16:creationId xmlns:a16="http://schemas.microsoft.com/office/drawing/2014/main" id="{C27181F1-8E1D-6A0A-E0B3-C493F434E07D}"/>
                  </a:ext>
                </a:extLst>
              </p:cNvPr>
              <p:cNvSpPr/>
              <p:nvPr/>
            </p:nvSpPr>
            <p:spPr>
              <a:xfrm>
                <a:off x="372415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7" name="ph8092">
                <a:extLst>
                  <a:ext uri="{FF2B5EF4-FFF2-40B4-BE49-F238E27FC236}">
                    <a16:creationId xmlns:a16="http://schemas.microsoft.com/office/drawing/2014/main" id="{7C244B01-3263-4BED-9C26-8D052CA72DCD}"/>
                  </a:ext>
                </a:extLst>
              </p:cNvPr>
              <p:cNvSpPr/>
              <p:nvPr/>
            </p:nvSpPr>
            <p:spPr>
              <a:xfrm>
                <a:off x="3733594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8" name="ph8093">
                <a:extLst>
                  <a:ext uri="{FF2B5EF4-FFF2-40B4-BE49-F238E27FC236}">
                    <a16:creationId xmlns:a16="http://schemas.microsoft.com/office/drawing/2014/main" id="{7E4860DD-4F80-1E30-481F-46107D61E1AF}"/>
                  </a:ext>
                </a:extLst>
              </p:cNvPr>
              <p:cNvSpPr/>
              <p:nvPr/>
            </p:nvSpPr>
            <p:spPr>
              <a:xfrm>
                <a:off x="374303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9" name="ph8094">
                <a:extLst>
                  <a:ext uri="{FF2B5EF4-FFF2-40B4-BE49-F238E27FC236}">
                    <a16:creationId xmlns:a16="http://schemas.microsoft.com/office/drawing/2014/main" id="{41EA5598-B6A6-532D-9E4E-20E415AD3B96}"/>
                  </a:ext>
                </a:extLst>
              </p:cNvPr>
              <p:cNvSpPr/>
              <p:nvPr/>
            </p:nvSpPr>
            <p:spPr>
              <a:xfrm>
                <a:off x="375247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0" name="ph8095">
                <a:extLst>
                  <a:ext uri="{FF2B5EF4-FFF2-40B4-BE49-F238E27FC236}">
                    <a16:creationId xmlns:a16="http://schemas.microsoft.com/office/drawing/2014/main" id="{CE062BF1-04AB-03DC-BED3-A12699193F6F}"/>
                  </a:ext>
                </a:extLst>
              </p:cNvPr>
              <p:cNvSpPr/>
              <p:nvPr/>
            </p:nvSpPr>
            <p:spPr>
              <a:xfrm>
                <a:off x="376191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1" name="ph8096">
                <a:extLst>
                  <a:ext uri="{FF2B5EF4-FFF2-40B4-BE49-F238E27FC236}">
                    <a16:creationId xmlns:a16="http://schemas.microsoft.com/office/drawing/2014/main" id="{5B9D7E21-3616-E8EA-F1BC-B57EAD2D58E6}"/>
                  </a:ext>
                </a:extLst>
              </p:cNvPr>
              <p:cNvSpPr/>
              <p:nvPr/>
            </p:nvSpPr>
            <p:spPr>
              <a:xfrm>
                <a:off x="3771355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2" name="ph8097">
                <a:extLst>
                  <a:ext uri="{FF2B5EF4-FFF2-40B4-BE49-F238E27FC236}">
                    <a16:creationId xmlns:a16="http://schemas.microsoft.com/office/drawing/2014/main" id="{4307FFF2-712A-C214-4BA3-7FB13BE8CC63}"/>
                  </a:ext>
                </a:extLst>
              </p:cNvPr>
              <p:cNvSpPr/>
              <p:nvPr/>
            </p:nvSpPr>
            <p:spPr>
              <a:xfrm>
                <a:off x="378079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3" name="ph8098">
                <a:extLst>
                  <a:ext uri="{FF2B5EF4-FFF2-40B4-BE49-F238E27FC236}">
                    <a16:creationId xmlns:a16="http://schemas.microsoft.com/office/drawing/2014/main" id="{9CBEBB6C-000D-EF3A-3F40-B9627724BACE}"/>
                  </a:ext>
                </a:extLst>
              </p:cNvPr>
              <p:cNvSpPr/>
              <p:nvPr/>
            </p:nvSpPr>
            <p:spPr>
              <a:xfrm>
                <a:off x="379023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4" name="ph8099">
                <a:extLst>
                  <a:ext uri="{FF2B5EF4-FFF2-40B4-BE49-F238E27FC236}">
                    <a16:creationId xmlns:a16="http://schemas.microsoft.com/office/drawing/2014/main" id="{20832F29-560E-6334-549C-5A0B6EA98876}"/>
                  </a:ext>
                </a:extLst>
              </p:cNvPr>
              <p:cNvSpPr/>
              <p:nvPr/>
            </p:nvSpPr>
            <p:spPr>
              <a:xfrm>
                <a:off x="379967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5" name="ph8100">
                <a:extLst>
                  <a:ext uri="{FF2B5EF4-FFF2-40B4-BE49-F238E27FC236}">
                    <a16:creationId xmlns:a16="http://schemas.microsoft.com/office/drawing/2014/main" id="{62E575B0-B52E-0FB9-37BA-FCE373ABF4D3}"/>
                  </a:ext>
                </a:extLst>
              </p:cNvPr>
              <p:cNvSpPr/>
              <p:nvPr/>
            </p:nvSpPr>
            <p:spPr>
              <a:xfrm>
                <a:off x="380911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6" name="ph8101">
                <a:extLst>
                  <a:ext uri="{FF2B5EF4-FFF2-40B4-BE49-F238E27FC236}">
                    <a16:creationId xmlns:a16="http://schemas.microsoft.com/office/drawing/2014/main" id="{FD5EEAFD-FD3C-523D-6B3E-2E29F280673E}"/>
                  </a:ext>
                </a:extLst>
              </p:cNvPr>
              <p:cNvSpPr/>
              <p:nvPr/>
            </p:nvSpPr>
            <p:spPr>
              <a:xfrm>
                <a:off x="3818556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7" name="ph8102">
                <a:extLst>
                  <a:ext uri="{FF2B5EF4-FFF2-40B4-BE49-F238E27FC236}">
                    <a16:creationId xmlns:a16="http://schemas.microsoft.com/office/drawing/2014/main" id="{B0373AEC-203D-CF34-9D2D-0B0D1F275BF2}"/>
                  </a:ext>
                </a:extLst>
              </p:cNvPr>
              <p:cNvSpPr/>
              <p:nvPr/>
            </p:nvSpPr>
            <p:spPr>
              <a:xfrm>
                <a:off x="3827997" y="99061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8" name="ph8103">
                <a:extLst>
                  <a:ext uri="{FF2B5EF4-FFF2-40B4-BE49-F238E27FC236}">
                    <a16:creationId xmlns:a16="http://schemas.microsoft.com/office/drawing/2014/main" id="{EC5C79D7-DE48-BB59-FD41-615431887E81}"/>
                  </a:ext>
                </a:extLst>
              </p:cNvPr>
              <p:cNvSpPr/>
              <p:nvPr/>
            </p:nvSpPr>
            <p:spPr>
              <a:xfrm>
                <a:off x="3837437" y="1008186"/>
                <a:ext cx="923628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3628" h="914399">
                    <a:moveTo>
                      <a:pt x="914400" y="914399"/>
                    </a:moveTo>
                    <a:lnTo>
                      <a:pt x="914400" y="896830"/>
                    </a:lnTo>
                    <a:lnTo>
                      <a:pt x="919488" y="896916"/>
                    </a:lnTo>
                    <a:lnTo>
                      <a:pt x="919573" y="897235"/>
                    </a:lnTo>
                    <a:lnTo>
                      <a:pt x="922092" y="907306"/>
                    </a:lnTo>
                    <a:lnTo>
                      <a:pt x="923628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9" name="ph8104">
                <a:extLst>
                  <a:ext uri="{FF2B5EF4-FFF2-40B4-BE49-F238E27FC236}">
                    <a16:creationId xmlns:a16="http://schemas.microsoft.com/office/drawing/2014/main" id="{514952BB-AE8E-6AEB-D977-9C8E75AC4A6F}"/>
                  </a:ext>
                </a:extLst>
              </p:cNvPr>
              <p:cNvSpPr/>
              <p:nvPr/>
            </p:nvSpPr>
            <p:spPr>
              <a:xfrm>
                <a:off x="2062672" y="99061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1967" y="914400"/>
                    </a:lnTo>
                    <a:lnTo>
                      <a:pt x="912104" y="914113"/>
                    </a:lnTo>
                    <a:lnTo>
                      <a:pt x="912287" y="913730"/>
                    </a:lnTo>
                    <a:lnTo>
                      <a:pt x="912471" y="913347"/>
                    </a:lnTo>
                    <a:lnTo>
                      <a:pt x="912654" y="912964"/>
                    </a:lnTo>
                    <a:lnTo>
                      <a:pt x="912838" y="912581"/>
                    </a:lnTo>
                    <a:lnTo>
                      <a:pt x="913021" y="912198"/>
                    </a:lnTo>
                    <a:lnTo>
                      <a:pt x="913205" y="911815"/>
                    </a:lnTo>
                    <a:lnTo>
                      <a:pt x="913388" y="911432"/>
                    </a:lnTo>
                    <a:lnTo>
                      <a:pt x="913572" y="911049"/>
                    </a:lnTo>
                    <a:lnTo>
                      <a:pt x="913756" y="910666"/>
                    </a:lnTo>
                    <a:lnTo>
                      <a:pt x="913939" y="910283"/>
                    </a:lnTo>
                    <a:lnTo>
                      <a:pt x="914123" y="909900"/>
                    </a:lnTo>
                    <a:lnTo>
                      <a:pt x="914307" y="909517"/>
                    </a:lnTo>
                    <a:lnTo>
                      <a:pt x="914400" y="909323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0" name="ph8105">
                <a:extLst>
                  <a:ext uri="{FF2B5EF4-FFF2-40B4-BE49-F238E27FC236}">
                    <a16:creationId xmlns:a16="http://schemas.microsoft.com/office/drawing/2014/main" id="{4D1965C0-C620-1483-29A2-A93FD190671B}"/>
                  </a:ext>
                </a:extLst>
              </p:cNvPr>
              <p:cNvSpPr/>
              <p:nvPr/>
            </p:nvSpPr>
            <p:spPr>
              <a:xfrm>
                <a:off x="2072112" y="97304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6893"/>
                    </a:lnTo>
                    <a:lnTo>
                      <a:pt x="905050" y="926703"/>
                    </a:lnTo>
                    <a:lnTo>
                      <a:pt x="905234" y="926320"/>
                    </a:lnTo>
                    <a:lnTo>
                      <a:pt x="905417" y="925937"/>
                    </a:lnTo>
                    <a:lnTo>
                      <a:pt x="905601" y="925554"/>
                    </a:lnTo>
                    <a:lnTo>
                      <a:pt x="905785" y="925171"/>
                    </a:lnTo>
                    <a:lnTo>
                      <a:pt x="905968" y="924788"/>
                    </a:lnTo>
                    <a:lnTo>
                      <a:pt x="906152" y="924405"/>
                    </a:lnTo>
                    <a:lnTo>
                      <a:pt x="906336" y="924022"/>
                    </a:lnTo>
                    <a:lnTo>
                      <a:pt x="906520" y="923639"/>
                    </a:lnTo>
                    <a:lnTo>
                      <a:pt x="906703" y="923256"/>
                    </a:lnTo>
                    <a:lnTo>
                      <a:pt x="906887" y="922873"/>
                    </a:lnTo>
                    <a:lnTo>
                      <a:pt x="907071" y="922490"/>
                    </a:lnTo>
                    <a:lnTo>
                      <a:pt x="907255" y="922107"/>
                    </a:lnTo>
                    <a:lnTo>
                      <a:pt x="907439" y="921724"/>
                    </a:lnTo>
                    <a:lnTo>
                      <a:pt x="907622" y="921341"/>
                    </a:lnTo>
                    <a:lnTo>
                      <a:pt x="907806" y="920958"/>
                    </a:lnTo>
                    <a:lnTo>
                      <a:pt x="907990" y="920575"/>
                    </a:lnTo>
                    <a:lnTo>
                      <a:pt x="908174" y="920192"/>
                    </a:lnTo>
                    <a:lnTo>
                      <a:pt x="908358" y="919809"/>
                    </a:lnTo>
                    <a:lnTo>
                      <a:pt x="908542" y="919426"/>
                    </a:lnTo>
                    <a:lnTo>
                      <a:pt x="908726" y="919043"/>
                    </a:lnTo>
                    <a:lnTo>
                      <a:pt x="908910" y="918660"/>
                    </a:lnTo>
                    <a:lnTo>
                      <a:pt x="909093" y="918277"/>
                    </a:lnTo>
                    <a:lnTo>
                      <a:pt x="909277" y="917894"/>
                    </a:lnTo>
                    <a:lnTo>
                      <a:pt x="909461" y="917511"/>
                    </a:lnTo>
                    <a:lnTo>
                      <a:pt x="909645" y="917128"/>
                    </a:lnTo>
                    <a:lnTo>
                      <a:pt x="909829" y="916745"/>
                    </a:lnTo>
                    <a:lnTo>
                      <a:pt x="910013" y="916362"/>
                    </a:lnTo>
                    <a:lnTo>
                      <a:pt x="910197" y="915979"/>
                    </a:lnTo>
                    <a:lnTo>
                      <a:pt x="910381" y="915596"/>
                    </a:lnTo>
                    <a:lnTo>
                      <a:pt x="910565" y="915213"/>
                    </a:lnTo>
                    <a:lnTo>
                      <a:pt x="910749" y="914830"/>
                    </a:lnTo>
                    <a:lnTo>
                      <a:pt x="910956" y="914400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1" name="ph8106">
                <a:extLst>
                  <a:ext uri="{FF2B5EF4-FFF2-40B4-BE49-F238E27FC236}">
                    <a16:creationId xmlns:a16="http://schemas.microsoft.com/office/drawing/2014/main" id="{ED6D488A-E833-D46E-BA98-F9609AEB8023}"/>
                  </a:ext>
                </a:extLst>
              </p:cNvPr>
              <p:cNvSpPr/>
              <p:nvPr/>
            </p:nvSpPr>
            <p:spPr>
              <a:xfrm>
                <a:off x="207211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2" name="ph8107">
                <a:extLst>
                  <a:ext uri="{FF2B5EF4-FFF2-40B4-BE49-F238E27FC236}">
                    <a16:creationId xmlns:a16="http://schemas.microsoft.com/office/drawing/2014/main" id="{E666362A-481B-71DB-A13D-540F47A5D47E}"/>
                  </a:ext>
                </a:extLst>
              </p:cNvPr>
              <p:cNvSpPr/>
              <p:nvPr/>
            </p:nvSpPr>
            <p:spPr>
              <a:xfrm>
                <a:off x="208155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3" name="ph8108">
                <a:extLst>
                  <a:ext uri="{FF2B5EF4-FFF2-40B4-BE49-F238E27FC236}">
                    <a16:creationId xmlns:a16="http://schemas.microsoft.com/office/drawing/2014/main" id="{4A7FB908-67AD-D12D-3727-FC4F462E3A42}"/>
                  </a:ext>
                </a:extLst>
              </p:cNvPr>
              <p:cNvSpPr/>
              <p:nvPr/>
            </p:nvSpPr>
            <p:spPr>
              <a:xfrm>
                <a:off x="209099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4" name="ph8109">
                <a:extLst>
                  <a:ext uri="{FF2B5EF4-FFF2-40B4-BE49-F238E27FC236}">
                    <a16:creationId xmlns:a16="http://schemas.microsoft.com/office/drawing/2014/main" id="{7775A7F2-CA09-AA88-BA03-C77D91E686A0}"/>
                  </a:ext>
                </a:extLst>
              </p:cNvPr>
              <p:cNvSpPr/>
              <p:nvPr/>
            </p:nvSpPr>
            <p:spPr>
              <a:xfrm>
                <a:off x="210043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5" name="ph8110">
                <a:extLst>
                  <a:ext uri="{FF2B5EF4-FFF2-40B4-BE49-F238E27FC236}">
                    <a16:creationId xmlns:a16="http://schemas.microsoft.com/office/drawing/2014/main" id="{FFFF46CF-0122-43DC-F302-C54D1989A461}"/>
                  </a:ext>
                </a:extLst>
              </p:cNvPr>
              <p:cNvSpPr/>
              <p:nvPr/>
            </p:nvSpPr>
            <p:spPr>
              <a:xfrm>
                <a:off x="210987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6" name="ph8111">
                <a:extLst>
                  <a:ext uri="{FF2B5EF4-FFF2-40B4-BE49-F238E27FC236}">
                    <a16:creationId xmlns:a16="http://schemas.microsoft.com/office/drawing/2014/main" id="{30688117-B40C-1E17-A057-B2B939C03377}"/>
                  </a:ext>
                </a:extLst>
              </p:cNvPr>
              <p:cNvSpPr/>
              <p:nvPr/>
            </p:nvSpPr>
            <p:spPr>
              <a:xfrm>
                <a:off x="211931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7" name="ph8112">
                <a:extLst>
                  <a:ext uri="{FF2B5EF4-FFF2-40B4-BE49-F238E27FC236}">
                    <a16:creationId xmlns:a16="http://schemas.microsoft.com/office/drawing/2014/main" id="{A987D33E-0BF6-5EF2-CE5E-217B555BDC04}"/>
                  </a:ext>
                </a:extLst>
              </p:cNvPr>
              <p:cNvSpPr/>
              <p:nvPr/>
            </p:nvSpPr>
            <p:spPr>
              <a:xfrm>
                <a:off x="212875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8" name="ph8113">
                <a:extLst>
                  <a:ext uri="{FF2B5EF4-FFF2-40B4-BE49-F238E27FC236}">
                    <a16:creationId xmlns:a16="http://schemas.microsoft.com/office/drawing/2014/main" id="{22367651-B803-E2D9-CE3C-C0C86B982D95}"/>
                  </a:ext>
                </a:extLst>
              </p:cNvPr>
              <p:cNvSpPr/>
              <p:nvPr/>
            </p:nvSpPr>
            <p:spPr>
              <a:xfrm>
                <a:off x="213819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9" name="ph8114">
                <a:extLst>
                  <a:ext uri="{FF2B5EF4-FFF2-40B4-BE49-F238E27FC236}">
                    <a16:creationId xmlns:a16="http://schemas.microsoft.com/office/drawing/2014/main" id="{0A4F612D-4A39-7236-862C-4D02BF86E8F9}"/>
                  </a:ext>
                </a:extLst>
              </p:cNvPr>
              <p:cNvSpPr/>
              <p:nvPr/>
            </p:nvSpPr>
            <p:spPr>
              <a:xfrm>
                <a:off x="214763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0" name="ph8115">
                <a:extLst>
                  <a:ext uri="{FF2B5EF4-FFF2-40B4-BE49-F238E27FC236}">
                    <a16:creationId xmlns:a16="http://schemas.microsoft.com/office/drawing/2014/main" id="{AD53402B-97A1-4F4E-869F-B8D39183F1D1}"/>
                  </a:ext>
                </a:extLst>
              </p:cNvPr>
              <p:cNvSpPr/>
              <p:nvPr/>
            </p:nvSpPr>
            <p:spPr>
              <a:xfrm>
                <a:off x="215707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1" name="ph8116">
                <a:extLst>
                  <a:ext uri="{FF2B5EF4-FFF2-40B4-BE49-F238E27FC236}">
                    <a16:creationId xmlns:a16="http://schemas.microsoft.com/office/drawing/2014/main" id="{D2BF3E76-1EF1-0BD4-BAB8-2D0E01808F7B}"/>
                  </a:ext>
                </a:extLst>
              </p:cNvPr>
              <p:cNvSpPr/>
              <p:nvPr/>
            </p:nvSpPr>
            <p:spPr>
              <a:xfrm>
                <a:off x="216651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2" name="ph8117">
                <a:extLst>
                  <a:ext uri="{FF2B5EF4-FFF2-40B4-BE49-F238E27FC236}">
                    <a16:creationId xmlns:a16="http://schemas.microsoft.com/office/drawing/2014/main" id="{45A91B72-053F-09F4-6BC2-79CE33923ABE}"/>
                  </a:ext>
                </a:extLst>
              </p:cNvPr>
              <p:cNvSpPr/>
              <p:nvPr/>
            </p:nvSpPr>
            <p:spPr>
              <a:xfrm>
                <a:off x="217595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3" name="ph8118">
                <a:extLst>
                  <a:ext uri="{FF2B5EF4-FFF2-40B4-BE49-F238E27FC236}">
                    <a16:creationId xmlns:a16="http://schemas.microsoft.com/office/drawing/2014/main" id="{E70F67DE-BC8E-125A-8E97-09E0B0FFF4BE}"/>
                  </a:ext>
                </a:extLst>
              </p:cNvPr>
              <p:cNvSpPr/>
              <p:nvPr/>
            </p:nvSpPr>
            <p:spPr>
              <a:xfrm>
                <a:off x="218539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4" name="ph8119">
                <a:extLst>
                  <a:ext uri="{FF2B5EF4-FFF2-40B4-BE49-F238E27FC236}">
                    <a16:creationId xmlns:a16="http://schemas.microsoft.com/office/drawing/2014/main" id="{780A9171-2496-EABE-AA6C-C59ED241E569}"/>
                  </a:ext>
                </a:extLst>
              </p:cNvPr>
              <p:cNvSpPr/>
              <p:nvPr/>
            </p:nvSpPr>
            <p:spPr>
              <a:xfrm>
                <a:off x="219483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5" name="ph8120">
                <a:extLst>
                  <a:ext uri="{FF2B5EF4-FFF2-40B4-BE49-F238E27FC236}">
                    <a16:creationId xmlns:a16="http://schemas.microsoft.com/office/drawing/2014/main" id="{D0DE61F5-75F7-1C0B-9C5D-0D9414F2DBE7}"/>
                  </a:ext>
                </a:extLst>
              </p:cNvPr>
              <p:cNvSpPr/>
              <p:nvPr/>
            </p:nvSpPr>
            <p:spPr>
              <a:xfrm>
                <a:off x="220427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6" name="ph8121">
                <a:extLst>
                  <a:ext uri="{FF2B5EF4-FFF2-40B4-BE49-F238E27FC236}">
                    <a16:creationId xmlns:a16="http://schemas.microsoft.com/office/drawing/2014/main" id="{B6A094C2-D2AC-953F-742E-7FF17351A245}"/>
                  </a:ext>
                </a:extLst>
              </p:cNvPr>
              <p:cNvSpPr/>
              <p:nvPr/>
            </p:nvSpPr>
            <p:spPr>
              <a:xfrm>
                <a:off x="221371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7" name="ph8122">
                <a:extLst>
                  <a:ext uri="{FF2B5EF4-FFF2-40B4-BE49-F238E27FC236}">
                    <a16:creationId xmlns:a16="http://schemas.microsoft.com/office/drawing/2014/main" id="{AD58EE67-5E1E-914B-6133-203B570609FB}"/>
                  </a:ext>
                </a:extLst>
              </p:cNvPr>
              <p:cNvSpPr/>
              <p:nvPr/>
            </p:nvSpPr>
            <p:spPr>
              <a:xfrm>
                <a:off x="222315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8" name="ph8123">
                <a:extLst>
                  <a:ext uri="{FF2B5EF4-FFF2-40B4-BE49-F238E27FC236}">
                    <a16:creationId xmlns:a16="http://schemas.microsoft.com/office/drawing/2014/main" id="{8A34C544-6200-311C-75BA-C36421AB4557}"/>
                  </a:ext>
                </a:extLst>
              </p:cNvPr>
              <p:cNvSpPr/>
              <p:nvPr/>
            </p:nvSpPr>
            <p:spPr>
              <a:xfrm>
                <a:off x="223259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9" name="ph8124">
                <a:extLst>
                  <a:ext uri="{FF2B5EF4-FFF2-40B4-BE49-F238E27FC236}">
                    <a16:creationId xmlns:a16="http://schemas.microsoft.com/office/drawing/2014/main" id="{91BD6BB4-0D5F-62DC-DCC6-DA6BF89542F0}"/>
                  </a:ext>
                </a:extLst>
              </p:cNvPr>
              <p:cNvSpPr/>
              <p:nvPr/>
            </p:nvSpPr>
            <p:spPr>
              <a:xfrm>
                <a:off x="2242036" y="990616"/>
                <a:ext cx="92289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897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5899" y="896830"/>
                    </a:lnTo>
                    <a:lnTo>
                      <a:pt x="916127" y="897320"/>
                    </a:lnTo>
                    <a:lnTo>
                      <a:pt x="919759" y="906017"/>
                    </a:lnTo>
                    <a:lnTo>
                      <a:pt x="922897" y="914400"/>
                    </a:lnTo>
                    <a:close/>
                  </a:path>
                </a:pathLst>
              </a:custGeom>
              <a:solidFill>
                <a:srgbClr val="F5FBB2">
                  <a:alpha val="100000"/>
                </a:srgbClr>
              </a:solidFill>
              <a:ln w="5420" cap="flat">
                <a:solidFill>
                  <a:srgbClr val="F5FB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0" name="ph8125">
                <a:extLst>
                  <a:ext uri="{FF2B5EF4-FFF2-40B4-BE49-F238E27FC236}">
                    <a16:creationId xmlns:a16="http://schemas.microsoft.com/office/drawing/2014/main" id="{3CE252E3-65BC-E9EE-8152-338245499C0F}"/>
                  </a:ext>
                </a:extLst>
              </p:cNvPr>
              <p:cNvSpPr/>
              <p:nvPr/>
            </p:nvSpPr>
            <p:spPr>
              <a:xfrm>
                <a:off x="3374865" y="973046"/>
                <a:ext cx="914400" cy="9213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1332">
                    <a:moveTo>
                      <a:pt x="914400" y="914400"/>
                    </a:moveTo>
                    <a:lnTo>
                      <a:pt x="914322" y="921332"/>
                    </a:lnTo>
                    <a:lnTo>
                      <a:pt x="913052" y="920028"/>
                    </a:lnTo>
                    <a:lnTo>
                      <a:pt x="911781" y="918725"/>
                    </a:lnTo>
                    <a:lnTo>
                      <a:pt x="910511" y="917422"/>
                    </a:lnTo>
                    <a:lnTo>
                      <a:pt x="909240" y="916119"/>
                    </a:lnTo>
                    <a:lnTo>
                      <a:pt x="907969" y="914816"/>
                    </a:lnTo>
                    <a:lnTo>
                      <a:pt x="90756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1" name="ph8126">
                <a:extLst>
                  <a:ext uri="{FF2B5EF4-FFF2-40B4-BE49-F238E27FC236}">
                    <a16:creationId xmlns:a16="http://schemas.microsoft.com/office/drawing/2014/main" id="{4FAC39E6-4DFE-3B44-F65E-177DC928907D}"/>
                  </a:ext>
                </a:extLst>
              </p:cNvPr>
              <p:cNvSpPr/>
              <p:nvPr/>
            </p:nvSpPr>
            <p:spPr>
              <a:xfrm>
                <a:off x="3374865" y="973046"/>
                <a:ext cx="923840" cy="930695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0695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0695"/>
                    </a:lnTo>
                    <a:lnTo>
                      <a:pt x="923312" y="930248"/>
                    </a:lnTo>
                    <a:lnTo>
                      <a:pt x="918136" y="925250"/>
                    </a:lnTo>
                    <a:lnTo>
                      <a:pt x="916861" y="923939"/>
                    </a:lnTo>
                    <a:lnTo>
                      <a:pt x="915591" y="922635"/>
                    </a:lnTo>
                    <a:lnTo>
                      <a:pt x="914400" y="921412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2" name="ph8127">
                <a:extLst>
                  <a:ext uri="{FF2B5EF4-FFF2-40B4-BE49-F238E27FC236}">
                    <a16:creationId xmlns:a16="http://schemas.microsoft.com/office/drawing/2014/main" id="{2DABC075-D6E4-5DE0-55DF-BEB93EB066FB}"/>
                  </a:ext>
                </a:extLst>
              </p:cNvPr>
              <p:cNvSpPr/>
              <p:nvPr/>
            </p:nvSpPr>
            <p:spPr>
              <a:xfrm>
                <a:off x="338430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903" y="931969"/>
                    </a:lnTo>
                    <a:lnTo>
                      <a:pt x="914400" y="930695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3" name="ph8128">
                <a:extLst>
                  <a:ext uri="{FF2B5EF4-FFF2-40B4-BE49-F238E27FC236}">
                    <a16:creationId xmlns:a16="http://schemas.microsoft.com/office/drawing/2014/main" id="{5B294427-F610-4521-B82C-DD69C56C3CA1}"/>
                  </a:ext>
                </a:extLst>
              </p:cNvPr>
              <p:cNvSpPr/>
              <p:nvPr/>
            </p:nvSpPr>
            <p:spPr>
              <a:xfrm>
                <a:off x="339374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4" name="ph8129">
                <a:extLst>
                  <a:ext uri="{FF2B5EF4-FFF2-40B4-BE49-F238E27FC236}">
                    <a16:creationId xmlns:a16="http://schemas.microsoft.com/office/drawing/2014/main" id="{DAE6DEA1-A000-52E2-ED03-DBC77ED4C098}"/>
                  </a:ext>
                </a:extLst>
              </p:cNvPr>
              <p:cNvSpPr/>
              <p:nvPr/>
            </p:nvSpPr>
            <p:spPr>
              <a:xfrm>
                <a:off x="340318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5" name="ph8130">
                <a:extLst>
                  <a:ext uri="{FF2B5EF4-FFF2-40B4-BE49-F238E27FC236}">
                    <a16:creationId xmlns:a16="http://schemas.microsoft.com/office/drawing/2014/main" id="{8F20C00B-FA7A-F7D6-5ED7-79A99E11E35D}"/>
                  </a:ext>
                </a:extLst>
              </p:cNvPr>
              <p:cNvSpPr/>
              <p:nvPr/>
            </p:nvSpPr>
            <p:spPr>
              <a:xfrm>
                <a:off x="341262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6" name="ph8131">
                <a:extLst>
                  <a:ext uri="{FF2B5EF4-FFF2-40B4-BE49-F238E27FC236}">
                    <a16:creationId xmlns:a16="http://schemas.microsoft.com/office/drawing/2014/main" id="{2B849D4B-A612-8333-8E44-CC4C6EDC156B}"/>
                  </a:ext>
                </a:extLst>
              </p:cNvPr>
              <p:cNvSpPr/>
              <p:nvPr/>
            </p:nvSpPr>
            <p:spPr>
              <a:xfrm>
                <a:off x="342206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7" name="ph8132">
                <a:extLst>
                  <a:ext uri="{FF2B5EF4-FFF2-40B4-BE49-F238E27FC236}">
                    <a16:creationId xmlns:a16="http://schemas.microsoft.com/office/drawing/2014/main" id="{D661A432-4D8A-60F8-99F1-12028DED653A}"/>
                  </a:ext>
                </a:extLst>
              </p:cNvPr>
              <p:cNvSpPr/>
              <p:nvPr/>
            </p:nvSpPr>
            <p:spPr>
              <a:xfrm>
                <a:off x="343150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8" name="ph8133">
                <a:extLst>
                  <a:ext uri="{FF2B5EF4-FFF2-40B4-BE49-F238E27FC236}">
                    <a16:creationId xmlns:a16="http://schemas.microsoft.com/office/drawing/2014/main" id="{B860E874-FBE4-9472-2C43-5416C959826F}"/>
                  </a:ext>
                </a:extLst>
              </p:cNvPr>
              <p:cNvSpPr/>
              <p:nvPr/>
            </p:nvSpPr>
            <p:spPr>
              <a:xfrm>
                <a:off x="344094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9" name="ph8134">
                <a:extLst>
                  <a:ext uri="{FF2B5EF4-FFF2-40B4-BE49-F238E27FC236}">
                    <a16:creationId xmlns:a16="http://schemas.microsoft.com/office/drawing/2014/main" id="{E1DABFB2-5B6B-270B-E83A-8AE310CF1C6D}"/>
                  </a:ext>
                </a:extLst>
              </p:cNvPr>
              <p:cNvSpPr/>
              <p:nvPr/>
            </p:nvSpPr>
            <p:spPr>
              <a:xfrm>
                <a:off x="345038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0" name="ph8135">
                <a:extLst>
                  <a:ext uri="{FF2B5EF4-FFF2-40B4-BE49-F238E27FC236}">
                    <a16:creationId xmlns:a16="http://schemas.microsoft.com/office/drawing/2014/main" id="{B5CD332B-527C-16AC-D2D5-3F79BB3827D8}"/>
                  </a:ext>
                </a:extLst>
              </p:cNvPr>
              <p:cNvSpPr/>
              <p:nvPr/>
            </p:nvSpPr>
            <p:spPr>
              <a:xfrm>
                <a:off x="345982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1" name="ph8136">
                <a:extLst>
                  <a:ext uri="{FF2B5EF4-FFF2-40B4-BE49-F238E27FC236}">
                    <a16:creationId xmlns:a16="http://schemas.microsoft.com/office/drawing/2014/main" id="{578BB591-D4AC-C937-295C-FDE2F8EB7065}"/>
                  </a:ext>
                </a:extLst>
              </p:cNvPr>
              <p:cNvSpPr/>
              <p:nvPr/>
            </p:nvSpPr>
            <p:spPr>
              <a:xfrm>
                <a:off x="346926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2" name="ph8137">
                <a:extLst>
                  <a:ext uri="{FF2B5EF4-FFF2-40B4-BE49-F238E27FC236}">
                    <a16:creationId xmlns:a16="http://schemas.microsoft.com/office/drawing/2014/main" id="{5B43517B-9C62-3168-8167-44ED63BB23DE}"/>
                  </a:ext>
                </a:extLst>
              </p:cNvPr>
              <p:cNvSpPr/>
              <p:nvPr/>
            </p:nvSpPr>
            <p:spPr>
              <a:xfrm>
                <a:off x="347870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3" name="ph8138">
                <a:extLst>
                  <a:ext uri="{FF2B5EF4-FFF2-40B4-BE49-F238E27FC236}">
                    <a16:creationId xmlns:a16="http://schemas.microsoft.com/office/drawing/2014/main" id="{D6D80DBE-9482-2844-815D-EF826207CA10}"/>
                  </a:ext>
                </a:extLst>
              </p:cNvPr>
              <p:cNvSpPr/>
              <p:nvPr/>
            </p:nvSpPr>
            <p:spPr>
              <a:xfrm>
                <a:off x="348814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4" name="ph8139">
                <a:extLst>
                  <a:ext uri="{FF2B5EF4-FFF2-40B4-BE49-F238E27FC236}">
                    <a16:creationId xmlns:a16="http://schemas.microsoft.com/office/drawing/2014/main" id="{7191DBA7-96E0-C85E-FB91-414FEF2CF019}"/>
                  </a:ext>
                </a:extLst>
              </p:cNvPr>
              <p:cNvSpPr/>
              <p:nvPr/>
            </p:nvSpPr>
            <p:spPr>
              <a:xfrm>
                <a:off x="3497588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5" name="ph8140">
                <a:extLst>
                  <a:ext uri="{FF2B5EF4-FFF2-40B4-BE49-F238E27FC236}">
                    <a16:creationId xmlns:a16="http://schemas.microsoft.com/office/drawing/2014/main" id="{318417B6-AFAE-D0A2-36A0-36F380A46C6B}"/>
                  </a:ext>
                </a:extLst>
              </p:cNvPr>
              <p:cNvSpPr/>
              <p:nvPr/>
            </p:nvSpPr>
            <p:spPr>
              <a:xfrm>
                <a:off x="350702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6" name="ph8141">
                <a:extLst>
                  <a:ext uri="{FF2B5EF4-FFF2-40B4-BE49-F238E27FC236}">
                    <a16:creationId xmlns:a16="http://schemas.microsoft.com/office/drawing/2014/main" id="{4F58A553-38F1-86FC-5364-756024916AD3}"/>
                  </a:ext>
                </a:extLst>
              </p:cNvPr>
              <p:cNvSpPr/>
              <p:nvPr/>
            </p:nvSpPr>
            <p:spPr>
              <a:xfrm>
                <a:off x="351646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7" name="ph8142">
                <a:extLst>
                  <a:ext uri="{FF2B5EF4-FFF2-40B4-BE49-F238E27FC236}">
                    <a16:creationId xmlns:a16="http://schemas.microsoft.com/office/drawing/2014/main" id="{2476A6E1-0745-56E5-D487-AD9232CE2FB3}"/>
                  </a:ext>
                </a:extLst>
              </p:cNvPr>
              <p:cNvSpPr/>
              <p:nvPr/>
            </p:nvSpPr>
            <p:spPr>
              <a:xfrm>
                <a:off x="352590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8" name="ph8143">
                <a:extLst>
                  <a:ext uri="{FF2B5EF4-FFF2-40B4-BE49-F238E27FC236}">
                    <a16:creationId xmlns:a16="http://schemas.microsoft.com/office/drawing/2014/main" id="{9932E491-CC05-3E7E-FBE9-42DAF2B3DBD0}"/>
                  </a:ext>
                </a:extLst>
              </p:cNvPr>
              <p:cNvSpPr/>
              <p:nvPr/>
            </p:nvSpPr>
            <p:spPr>
              <a:xfrm>
                <a:off x="3535349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9" name="ph8144">
                <a:extLst>
                  <a:ext uri="{FF2B5EF4-FFF2-40B4-BE49-F238E27FC236}">
                    <a16:creationId xmlns:a16="http://schemas.microsoft.com/office/drawing/2014/main" id="{3C013296-63B2-E5A7-0FBC-913216EE616D}"/>
                  </a:ext>
                </a:extLst>
              </p:cNvPr>
              <p:cNvSpPr/>
              <p:nvPr/>
            </p:nvSpPr>
            <p:spPr>
              <a:xfrm>
                <a:off x="354479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0" name="ph8145">
                <a:extLst>
                  <a:ext uri="{FF2B5EF4-FFF2-40B4-BE49-F238E27FC236}">
                    <a16:creationId xmlns:a16="http://schemas.microsoft.com/office/drawing/2014/main" id="{F932D74B-C140-9846-97ED-7423609D02D1}"/>
                  </a:ext>
                </a:extLst>
              </p:cNvPr>
              <p:cNvSpPr/>
              <p:nvPr/>
            </p:nvSpPr>
            <p:spPr>
              <a:xfrm>
                <a:off x="355423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1" name="ph8146">
                <a:extLst>
                  <a:ext uri="{FF2B5EF4-FFF2-40B4-BE49-F238E27FC236}">
                    <a16:creationId xmlns:a16="http://schemas.microsoft.com/office/drawing/2014/main" id="{47B2098A-7F4A-2DFF-C912-695656114B80}"/>
                  </a:ext>
                </a:extLst>
              </p:cNvPr>
              <p:cNvSpPr/>
              <p:nvPr/>
            </p:nvSpPr>
            <p:spPr>
              <a:xfrm>
                <a:off x="356367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2" name="ph8147">
                <a:extLst>
                  <a:ext uri="{FF2B5EF4-FFF2-40B4-BE49-F238E27FC236}">
                    <a16:creationId xmlns:a16="http://schemas.microsoft.com/office/drawing/2014/main" id="{34DC7D30-028A-8A22-97EF-E701B3F390AE}"/>
                  </a:ext>
                </a:extLst>
              </p:cNvPr>
              <p:cNvSpPr/>
              <p:nvPr/>
            </p:nvSpPr>
            <p:spPr>
              <a:xfrm>
                <a:off x="357311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3" name="ph8148">
                <a:extLst>
                  <a:ext uri="{FF2B5EF4-FFF2-40B4-BE49-F238E27FC236}">
                    <a16:creationId xmlns:a16="http://schemas.microsoft.com/office/drawing/2014/main" id="{2E9D16BC-6CEC-6C00-38B0-5FC254A77A25}"/>
                  </a:ext>
                </a:extLst>
              </p:cNvPr>
              <p:cNvSpPr/>
              <p:nvPr/>
            </p:nvSpPr>
            <p:spPr>
              <a:xfrm>
                <a:off x="3582550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4" name="ph8149">
                <a:extLst>
                  <a:ext uri="{FF2B5EF4-FFF2-40B4-BE49-F238E27FC236}">
                    <a16:creationId xmlns:a16="http://schemas.microsoft.com/office/drawing/2014/main" id="{CDD75BFA-AAEC-5CD8-883C-91E084772EE2}"/>
                  </a:ext>
                </a:extLst>
              </p:cNvPr>
              <p:cNvSpPr/>
              <p:nvPr/>
            </p:nvSpPr>
            <p:spPr>
              <a:xfrm>
                <a:off x="359199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5" name="ph8150">
                <a:extLst>
                  <a:ext uri="{FF2B5EF4-FFF2-40B4-BE49-F238E27FC236}">
                    <a16:creationId xmlns:a16="http://schemas.microsoft.com/office/drawing/2014/main" id="{E93499FB-503E-2FE9-7D72-7D9EA81A1DF4}"/>
                  </a:ext>
                </a:extLst>
              </p:cNvPr>
              <p:cNvSpPr/>
              <p:nvPr/>
            </p:nvSpPr>
            <p:spPr>
              <a:xfrm>
                <a:off x="360143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6" name="ph8151">
                <a:extLst>
                  <a:ext uri="{FF2B5EF4-FFF2-40B4-BE49-F238E27FC236}">
                    <a16:creationId xmlns:a16="http://schemas.microsoft.com/office/drawing/2014/main" id="{0C4BB3C5-4106-DFFC-F706-C83571D73A14}"/>
                  </a:ext>
                </a:extLst>
              </p:cNvPr>
              <p:cNvSpPr/>
              <p:nvPr/>
            </p:nvSpPr>
            <p:spPr>
              <a:xfrm>
                <a:off x="361087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7" name="ph8152">
                <a:extLst>
                  <a:ext uri="{FF2B5EF4-FFF2-40B4-BE49-F238E27FC236}">
                    <a16:creationId xmlns:a16="http://schemas.microsoft.com/office/drawing/2014/main" id="{2343716B-BAAA-80A2-F3DB-4DC908A78635}"/>
                  </a:ext>
                </a:extLst>
              </p:cNvPr>
              <p:cNvSpPr/>
              <p:nvPr/>
            </p:nvSpPr>
            <p:spPr>
              <a:xfrm>
                <a:off x="3620311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8" name="ph8153">
                <a:extLst>
                  <a:ext uri="{FF2B5EF4-FFF2-40B4-BE49-F238E27FC236}">
                    <a16:creationId xmlns:a16="http://schemas.microsoft.com/office/drawing/2014/main" id="{2C2A9F3C-2F03-226D-CA64-4B0113DCD195}"/>
                  </a:ext>
                </a:extLst>
              </p:cNvPr>
              <p:cNvSpPr/>
              <p:nvPr/>
            </p:nvSpPr>
            <p:spPr>
              <a:xfrm>
                <a:off x="362975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9" name="ph8154">
                <a:extLst>
                  <a:ext uri="{FF2B5EF4-FFF2-40B4-BE49-F238E27FC236}">
                    <a16:creationId xmlns:a16="http://schemas.microsoft.com/office/drawing/2014/main" id="{CF6098BD-17F3-6CBB-F769-A52B2AE2E5BA}"/>
                  </a:ext>
                </a:extLst>
              </p:cNvPr>
              <p:cNvSpPr/>
              <p:nvPr/>
            </p:nvSpPr>
            <p:spPr>
              <a:xfrm>
                <a:off x="363919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0" name="ph8155">
                <a:extLst>
                  <a:ext uri="{FF2B5EF4-FFF2-40B4-BE49-F238E27FC236}">
                    <a16:creationId xmlns:a16="http://schemas.microsoft.com/office/drawing/2014/main" id="{BC9682D0-242E-495F-CCB1-72D0D7B1EFE3}"/>
                  </a:ext>
                </a:extLst>
              </p:cNvPr>
              <p:cNvSpPr/>
              <p:nvPr/>
            </p:nvSpPr>
            <p:spPr>
              <a:xfrm>
                <a:off x="364863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1" name="ph8156">
                <a:extLst>
                  <a:ext uri="{FF2B5EF4-FFF2-40B4-BE49-F238E27FC236}">
                    <a16:creationId xmlns:a16="http://schemas.microsoft.com/office/drawing/2014/main" id="{1E4ABE04-2AE8-5AD7-E22B-E44CC15F9794}"/>
                  </a:ext>
                </a:extLst>
              </p:cNvPr>
              <p:cNvSpPr/>
              <p:nvPr/>
            </p:nvSpPr>
            <p:spPr>
              <a:xfrm>
                <a:off x="3658072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2" name="ph8157">
                <a:extLst>
                  <a:ext uri="{FF2B5EF4-FFF2-40B4-BE49-F238E27FC236}">
                    <a16:creationId xmlns:a16="http://schemas.microsoft.com/office/drawing/2014/main" id="{2D2ADD64-7CB1-4489-8A02-BE1AB34E22B1}"/>
                  </a:ext>
                </a:extLst>
              </p:cNvPr>
              <p:cNvSpPr/>
              <p:nvPr/>
            </p:nvSpPr>
            <p:spPr>
              <a:xfrm>
                <a:off x="366751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3" name="ph8158">
                <a:extLst>
                  <a:ext uri="{FF2B5EF4-FFF2-40B4-BE49-F238E27FC236}">
                    <a16:creationId xmlns:a16="http://schemas.microsoft.com/office/drawing/2014/main" id="{D2A6FE88-653A-1219-B240-073D79A189F1}"/>
                  </a:ext>
                </a:extLst>
              </p:cNvPr>
              <p:cNvSpPr/>
              <p:nvPr/>
            </p:nvSpPr>
            <p:spPr>
              <a:xfrm>
                <a:off x="367695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4" name="ph8159">
                <a:extLst>
                  <a:ext uri="{FF2B5EF4-FFF2-40B4-BE49-F238E27FC236}">
                    <a16:creationId xmlns:a16="http://schemas.microsoft.com/office/drawing/2014/main" id="{4BA0ECAC-957C-6260-5E81-CF55B1BEFE79}"/>
                  </a:ext>
                </a:extLst>
              </p:cNvPr>
              <p:cNvSpPr/>
              <p:nvPr/>
            </p:nvSpPr>
            <p:spPr>
              <a:xfrm>
                <a:off x="368639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5" name="ph8160">
                <a:extLst>
                  <a:ext uri="{FF2B5EF4-FFF2-40B4-BE49-F238E27FC236}">
                    <a16:creationId xmlns:a16="http://schemas.microsoft.com/office/drawing/2014/main" id="{8156F121-2A79-1E85-B43D-05C425BAF90D}"/>
                  </a:ext>
                </a:extLst>
              </p:cNvPr>
              <p:cNvSpPr/>
              <p:nvPr/>
            </p:nvSpPr>
            <p:spPr>
              <a:xfrm>
                <a:off x="3695833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6" name="ph8161">
                <a:extLst>
                  <a:ext uri="{FF2B5EF4-FFF2-40B4-BE49-F238E27FC236}">
                    <a16:creationId xmlns:a16="http://schemas.microsoft.com/office/drawing/2014/main" id="{474A7200-8C41-014A-1E9A-C558CA15FEE2}"/>
                  </a:ext>
                </a:extLst>
              </p:cNvPr>
              <p:cNvSpPr/>
              <p:nvPr/>
            </p:nvSpPr>
            <p:spPr>
              <a:xfrm>
                <a:off x="370527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7" name="ph8162">
                <a:extLst>
                  <a:ext uri="{FF2B5EF4-FFF2-40B4-BE49-F238E27FC236}">
                    <a16:creationId xmlns:a16="http://schemas.microsoft.com/office/drawing/2014/main" id="{00EB4FC5-5570-58A0-C55E-19E1B97D17BB}"/>
                  </a:ext>
                </a:extLst>
              </p:cNvPr>
              <p:cNvSpPr/>
              <p:nvPr/>
            </p:nvSpPr>
            <p:spPr>
              <a:xfrm>
                <a:off x="371471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8" name="ph8163">
                <a:extLst>
                  <a:ext uri="{FF2B5EF4-FFF2-40B4-BE49-F238E27FC236}">
                    <a16:creationId xmlns:a16="http://schemas.microsoft.com/office/drawing/2014/main" id="{2D8EF148-3664-BE77-C343-263321D6890A}"/>
                  </a:ext>
                </a:extLst>
              </p:cNvPr>
              <p:cNvSpPr/>
              <p:nvPr/>
            </p:nvSpPr>
            <p:spPr>
              <a:xfrm>
                <a:off x="372415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9" name="ph8164">
                <a:extLst>
                  <a:ext uri="{FF2B5EF4-FFF2-40B4-BE49-F238E27FC236}">
                    <a16:creationId xmlns:a16="http://schemas.microsoft.com/office/drawing/2014/main" id="{70C4611E-E1EC-E3AC-BF6A-64024167885F}"/>
                  </a:ext>
                </a:extLst>
              </p:cNvPr>
              <p:cNvSpPr/>
              <p:nvPr/>
            </p:nvSpPr>
            <p:spPr>
              <a:xfrm>
                <a:off x="3733594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0" name="ph8165">
                <a:extLst>
                  <a:ext uri="{FF2B5EF4-FFF2-40B4-BE49-F238E27FC236}">
                    <a16:creationId xmlns:a16="http://schemas.microsoft.com/office/drawing/2014/main" id="{2C7627C2-3F0F-93F7-34F4-D3BDD9F27A4C}"/>
                  </a:ext>
                </a:extLst>
              </p:cNvPr>
              <p:cNvSpPr/>
              <p:nvPr/>
            </p:nvSpPr>
            <p:spPr>
              <a:xfrm>
                <a:off x="374303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1" name="ph8166">
                <a:extLst>
                  <a:ext uri="{FF2B5EF4-FFF2-40B4-BE49-F238E27FC236}">
                    <a16:creationId xmlns:a16="http://schemas.microsoft.com/office/drawing/2014/main" id="{C46B60C5-4271-3E44-B218-C0A83B5B1085}"/>
                  </a:ext>
                </a:extLst>
              </p:cNvPr>
              <p:cNvSpPr/>
              <p:nvPr/>
            </p:nvSpPr>
            <p:spPr>
              <a:xfrm>
                <a:off x="375247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2" name="ph8167">
                <a:extLst>
                  <a:ext uri="{FF2B5EF4-FFF2-40B4-BE49-F238E27FC236}">
                    <a16:creationId xmlns:a16="http://schemas.microsoft.com/office/drawing/2014/main" id="{0EBEC87B-410E-1BFE-2487-33DC79278AC6}"/>
                  </a:ext>
                </a:extLst>
              </p:cNvPr>
              <p:cNvSpPr/>
              <p:nvPr/>
            </p:nvSpPr>
            <p:spPr>
              <a:xfrm>
                <a:off x="376191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3" name="ph8168">
                <a:extLst>
                  <a:ext uri="{FF2B5EF4-FFF2-40B4-BE49-F238E27FC236}">
                    <a16:creationId xmlns:a16="http://schemas.microsoft.com/office/drawing/2014/main" id="{027F0FB2-A6B7-F587-3B7F-CA7EEFDF071F}"/>
                  </a:ext>
                </a:extLst>
              </p:cNvPr>
              <p:cNvSpPr/>
              <p:nvPr/>
            </p:nvSpPr>
            <p:spPr>
              <a:xfrm>
                <a:off x="3771355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4" name="ph8169">
                <a:extLst>
                  <a:ext uri="{FF2B5EF4-FFF2-40B4-BE49-F238E27FC236}">
                    <a16:creationId xmlns:a16="http://schemas.microsoft.com/office/drawing/2014/main" id="{0AD77C15-3862-6282-920E-8FA9BA244F4B}"/>
                  </a:ext>
                </a:extLst>
              </p:cNvPr>
              <p:cNvSpPr/>
              <p:nvPr/>
            </p:nvSpPr>
            <p:spPr>
              <a:xfrm>
                <a:off x="378079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5" name="ph8170">
                <a:extLst>
                  <a:ext uri="{FF2B5EF4-FFF2-40B4-BE49-F238E27FC236}">
                    <a16:creationId xmlns:a16="http://schemas.microsoft.com/office/drawing/2014/main" id="{BDC3E9F9-0AB9-57CF-6D69-67591A03FEFD}"/>
                  </a:ext>
                </a:extLst>
              </p:cNvPr>
              <p:cNvSpPr/>
              <p:nvPr/>
            </p:nvSpPr>
            <p:spPr>
              <a:xfrm>
                <a:off x="379023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6" name="ph8171">
                <a:extLst>
                  <a:ext uri="{FF2B5EF4-FFF2-40B4-BE49-F238E27FC236}">
                    <a16:creationId xmlns:a16="http://schemas.microsoft.com/office/drawing/2014/main" id="{BCE81454-FB4B-02F0-BA40-DBAE6114347B}"/>
                  </a:ext>
                </a:extLst>
              </p:cNvPr>
              <p:cNvSpPr/>
              <p:nvPr/>
            </p:nvSpPr>
            <p:spPr>
              <a:xfrm>
                <a:off x="379967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7" name="ph8172">
                <a:extLst>
                  <a:ext uri="{FF2B5EF4-FFF2-40B4-BE49-F238E27FC236}">
                    <a16:creationId xmlns:a16="http://schemas.microsoft.com/office/drawing/2014/main" id="{EDEC62DE-BFDA-C319-B75A-4B601D24A6C6}"/>
                  </a:ext>
                </a:extLst>
              </p:cNvPr>
              <p:cNvSpPr/>
              <p:nvPr/>
            </p:nvSpPr>
            <p:spPr>
              <a:xfrm>
                <a:off x="380911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8" name="ph8173">
                <a:extLst>
                  <a:ext uri="{FF2B5EF4-FFF2-40B4-BE49-F238E27FC236}">
                    <a16:creationId xmlns:a16="http://schemas.microsoft.com/office/drawing/2014/main" id="{17A7F7AA-0E61-7BFA-5E3B-F76D78DC69F5}"/>
                  </a:ext>
                </a:extLst>
              </p:cNvPr>
              <p:cNvSpPr/>
              <p:nvPr/>
            </p:nvSpPr>
            <p:spPr>
              <a:xfrm>
                <a:off x="3818556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9" name="ph8174">
                <a:extLst>
                  <a:ext uri="{FF2B5EF4-FFF2-40B4-BE49-F238E27FC236}">
                    <a16:creationId xmlns:a16="http://schemas.microsoft.com/office/drawing/2014/main" id="{F598EBCD-EDC9-329E-1A5D-379570EFF063}"/>
                  </a:ext>
                </a:extLst>
              </p:cNvPr>
              <p:cNvSpPr/>
              <p:nvPr/>
            </p:nvSpPr>
            <p:spPr>
              <a:xfrm>
                <a:off x="3827997" y="97304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0" name="ph8175">
                <a:extLst>
                  <a:ext uri="{FF2B5EF4-FFF2-40B4-BE49-F238E27FC236}">
                    <a16:creationId xmlns:a16="http://schemas.microsoft.com/office/drawing/2014/main" id="{B39EFFF5-5388-59E8-FACB-5C5EA5D91C2B}"/>
                  </a:ext>
                </a:extLst>
              </p:cNvPr>
              <p:cNvSpPr/>
              <p:nvPr/>
            </p:nvSpPr>
            <p:spPr>
              <a:xfrm>
                <a:off x="3837437" y="990616"/>
                <a:ext cx="91946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65" h="914400">
                    <a:moveTo>
                      <a:pt x="914400" y="914400"/>
                    </a:moveTo>
                    <a:lnTo>
                      <a:pt x="914400" y="896830"/>
                    </a:lnTo>
                    <a:lnTo>
                      <a:pt x="914756" y="896830"/>
                    </a:lnTo>
                    <a:lnTo>
                      <a:pt x="914793" y="896967"/>
                    </a:lnTo>
                    <a:lnTo>
                      <a:pt x="914878" y="897285"/>
                    </a:lnTo>
                    <a:lnTo>
                      <a:pt x="914964" y="897604"/>
                    </a:lnTo>
                    <a:lnTo>
                      <a:pt x="915049" y="897922"/>
                    </a:lnTo>
                    <a:lnTo>
                      <a:pt x="915135" y="898241"/>
                    </a:lnTo>
                    <a:lnTo>
                      <a:pt x="915220" y="898559"/>
                    </a:lnTo>
                    <a:lnTo>
                      <a:pt x="915305" y="898878"/>
                    </a:lnTo>
                    <a:lnTo>
                      <a:pt x="915391" y="899196"/>
                    </a:lnTo>
                    <a:lnTo>
                      <a:pt x="915476" y="899515"/>
                    </a:lnTo>
                    <a:lnTo>
                      <a:pt x="915562" y="899833"/>
                    </a:lnTo>
                    <a:lnTo>
                      <a:pt x="915647" y="900152"/>
                    </a:lnTo>
                    <a:lnTo>
                      <a:pt x="915733" y="900470"/>
                    </a:lnTo>
                    <a:lnTo>
                      <a:pt x="915818" y="900789"/>
                    </a:lnTo>
                    <a:lnTo>
                      <a:pt x="915904" y="901107"/>
                    </a:lnTo>
                    <a:lnTo>
                      <a:pt x="915989" y="901426"/>
                    </a:lnTo>
                    <a:lnTo>
                      <a:pt x="916075" y="901745"/>
                    </a:lnTo>
                    <a:lnTo>
                      <a:pt x="916160" y="902063"/>
                    </a:lnTo>
                    <a:lnTo>
                      <a:pt x="916245" y="902382"/>
                    </a:lnTo>
                    <a:lnTo>
                      <a:pt x="916331" y="902700"/>
                    </a:lnTo>
                    <a:lnTo>
                      <a:pt x="916416" y="903019"/>
                    </a:lnTo>
                    <a:lnTo>
                      <a:pt x="916502" y="903337"/>
                    </a:lnTo>
                    <a:lnTo>
                      <a:pt x="916587" y="903656"/>
                    </a:lnTo>
                    <a:lnTo>
                      <a:pt x="916672" y="903974"/>
                    </a:lnTo>
                    <a:lnTo>
                      <a:pt x="916758" y="904293"/>
                    </a:lnTo>
                    <a:lnTo>
                      <a:pt x="916843" y="904611"/>
                    </a:lnTo>
                    <a:lnTo>
                      <a:pt x="916929" y="904930"/>
                    </a:lnTo>
                    <a:lnTo>
                      <a:pt x="917014" y="905248"/>
                    </a:lnTo>
                    <a:lnTo>
                      <a:pt x="917099" y="905567"/>
                    </a:lnTo>
                    <a:lnTo>
                      <a:pt x="917185" y="905885"/>
                    </a:lnTo>
                    <a:lnTo>
                      <a:pt x="917270" y="906204"/>
                    </a:lnTo>
                    <a:lnTo>
                      <a:pt x="917355" y="906523"/>
                    </a:lnTo>
                    <a:lnTo>
                      <a:pt x="917441" y="906841"/>
                    </a:lnTo>
                    <a:lnTo>
                      <a:pt x="917526" y="907160"/>
                    </a:lnTo>
                    <a:lnTo>
                      <a:pt x="917611" y="907478"/>
                    </a:lnTo>
                    <a:lnTo>
                      <a:pt x="917697" y="907797"/>
                    </a:lnTo>
                    <a:lnTo>
                      <a:pt x="917782" y="908115"/>
                    </a:lnTo>
                    <a:lnTo>
                      <a:pt x="917867" y="908434"/>
                    </a:lnTo>
                    <a:lnTo>
                      <a:pt x="917953" y="908752"/>
                    </a:lnTo>
                    <a:lnTo>
                      <a:pt x="918038" y="909071"/>
                    </a:lnTo>
                    <a:lnTo>
                      <a:pt x="918123" y="909389"/>
                    </a:lnTo>
                    <a:lnTo>
                      <a:pt x="918209" y="909708"/>
                    </a:lnTo>
                    <a:lnTo>
                      <a:pt x="918294" y="910026"/>
                    </a:lnTo>
                    <a:lnTo>
                      <a:pt x="918379" y="910345"/>
                    </a:lnTo>
                    <a:lnTo>
                      <a:pt x="918465" y="910664"/>
                    </a:lnTo>
                    <a:lnTo>
                      <a:pt x="918550" y="910982"/>
                    </a:lnTo>
                    <a:lnTo>
                      <a:pt x="918635" y="911301"/>
                    </a:lnTo>
                    <a:lnTo>
                      <a:pt x="918721" y="911619"/>
                    </a:lnTo>
                    <a:lnTo>
                      <a:pt x="918806" y="911938"/>
                    </a:lnTo>
                    <a:lnTo>
                      <a:pt x="918891" y="912256"/>
                    </a:lnTo>
                    <a:lnTo>
                      <a:pt x="918976" y="912575"/>
                    </a:lnTo>
                    <a:lnTo>
                      <a:pt x="919062" y="912893"/>
                    </a:lnTo>
                    <a:lnTo>
                      <a:pt x="919147" y="913212"/>
                    </a:lnTo>
                    <a:lnTo>
                      <a:pt x="919232" y="913530"/>
                    </a:lnTo>
                    <a:lnTo>
                      <a:pt x="919317" y="913849"/>
                    </a:lnTo>
                    <a:lnTo>
                      <a:pt x="919403" y="914168"/>
                    </a:lnTo>
                    <a:lnTo>
                      <a:pt x="919465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1" name="ph8176">
                <a:extLst>
                  <a:ext uri="{FF2B5EF4-FFF2-40B4-BE49-F238E27FC236}">
                    <a16:creationId xmlns:a16="http://schemas.microsoft.com/office/drawing/2014/main" id="{F191FE6D-0385-41CC-30D7-CB316F99DB47}"/>
                  </a:ext>
                </a:extLst>
              </p:cNvPr>
              <p:cNvSpPr/>
              <p:nvPr/>
            </p:nvSpPr>
            <p:spPr>
              <a:xfrm>
                <a:off x="2072112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10956" y="914400"/>
                    </a:lnTo>
                    <a:lnTo>
                      <a:pt x="911117" y="914064"/>
                    </a:lnTo>
                    <a:lnTo>
                      <a:pt x="911301" y="913681"/>
                    </a:lnTo>
                    <a:lnTo>
                      <a:pt x="911485" y="913298"/>
                    </a:lnTo>
                    <a:lnTo>
                      <a:pt x="911670" y="912915"/>
                    </a:lnTo>
                    <a:lnTo>
                      <a:pt x="911854" y="912532"/>
                    </a:lnTo>
                    <a:lnTo>
                      <a:pt x="912038" y="912150"/>
                    </a:lnTo>
                    <a:lnTo>
                      <a:pt x="912222" y="911767"/>
                    </a:lnTo>
                    <a:lnTo>
                      <a:pt x="912406" y="911384"/>
                    </a:lnTo>
                    <a:lnTo>
                      <a:pt x="912590" y="911001"/>
                    </a:lnTo>
                    <a:lnTo>
                      <a:pt x="912774" y="910618"/>
                    </a:lnTo>
                    <a:lnTo>
                      <a:pt x="912958" y="910235"/>
                    </a:lnTo>
                    <a:lnTo>
                      <a:pt x="913143" y="909852"/>
                    </a:lnTo>
                    <a:lnTo>
                      <a:pt x="913327" y="909469"/>
                    </a:lnTo>
                    <a:lnTo>
                      <a:pt x="913511" y="909086"/>
                    </a:lnTo>
                    <a:lnTo>
                      <a:pt x="913695" y="908703"/>
                    </a:lnTo>
                    <a:lnTo>
                      <a:pt x="913879" y="908320"/>
                    </a:lnTo>
                    <a:lnTo>
                      <a:pt x="914064" y="907937"/>
                    </a:lnTo>
                    <a:lnTo>
                      <a:pt x="914400" y="907275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2" name="ph8177">
                <a:extLst>
                  <a:ext uri="{FF2B5EF4-FFF2-40B4-BE49-F238E27FC236}">
                    <a16:creationId xmlns:a16="http://schemas.microsoft.com/office/drawing/2014/main" id="{FB37E42B-66A5-29EA-A6EC-CBF6A5BA1C9A}"/>
                  </a:ext>
                </a:extLst>
              </p:cNvPr>
              <p:cNvSpPr/>
              <p:nvPr/>
            </p:nvSpPr>
            <p:spPr>
              <a:xfrm>
                <a:off x="2081552" y="955476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4845"/>
                    </a:lnTo>
                    <a:lnTo>
                      <a:pt x="908686" y="917495"/>
                    </a:lnTo>
                    <a:lnTo>
                      <a:pt x="910428" y="91439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3" name="ph8178">
                <a:extLst>
                  <a:ext uri="{FF2B5EF4-FFF2-40B4-BE49-F238E27FC236}">
                    <a16:creationId xmlns:a16="http://schemas.microsoft.com/office/drawing/2014/main" id="{0CFF99DD-BC16-105B-CC5B-4EA558FEBB19}"/>
                  </a:ext>
                </a:extLst>
              </p:cNvPr>
              <p:cNvSpPr/>
              <p:nvPr/>
            </p:nvSpPr>
            <p:spPr>
              <a:xfrm>
                <a:off x="208155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4" name="ph8179">
                <a:extLst>
                  <a:ext uri="{FF2B5EF4-FFF2-40B4-BE49-F238E27FC236}">
                    <a16:creationId xmlns:a16="http://schemas.microsoft.com/office/drawing/2014/main" id="{F5BD61B5-9016-08FE-94D9-CBBEE2623C3E}"/>
                  </a:ext>
                </a:extLst>
              </p:cNvPr>
              <p:cNvSpPr/>
              <p:nvPr/>
            </p:nvSpPr>
            <p:spPr>
              <a:xfrm>
                <a:off x="209099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5" name="ph8180">
                <a:extLst>
                  <a:ext uri="{FF2B5EF4-FFF2-40B4-BE49-F238E27FC236}">
                    <a16:creationId xmlns:a16="http://schemas.microsoft.com/office/drawing/2014/main" id="{96AAC139-E2D2-C116-0F8D-8C471E3F1579}"/>
                  </a:ext>
                </a:extLst>
              </p:cNvPr>
              <p:cNvSpPr/>
              <p:nvPr/>
            </p:nvSpPr>
            <p:spPr>
              <a:xfrm>
                <a:off x="210043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6" name="ph8181">
                <a:extLst>
                  <a:ext uri="{FF2B5EF4-FFF2-40B4-BE49-F238E27FC236}">
                    <a16:creationId xmlns:a16="http://schemas.microsoft.com/office/drawing/2014/main" id="{8FD5D266-0C96-944D-D6A1-846940466D66}"/>
                  </a:ext>
                </a:extLst>
              </p:cNvPr>
              <p:cNvSpPr/>
              <p:nvPr/>
            </p:nvSpPr>
            <p:spPr>
              <a:xfrm>
                <a:off x="210987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7" name="ph8182">
                <a:extLst>
                  <a:ext uri="{FF2B5EF4-FFF2-40B4-BE49-F238E27FC236}">
                    <a16:creationId xmlns:a16="http://schemas.microsoft.com/office/drawing/2014/main" id="{8017E541-59F5-C766-FA71-B66CFEE22587}"/>
                  </a:ext>
                </a:extLst>
              </p:cNvPr>
              <p:cNvSpPr/>
              <p:nvPr/>
            </p:nvSpPr>
            <p:spPr>
              <a:xfrm>
                <a:off x="211931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8" name="ph8183">
                <a:extLst>
                  <a:ext uri="{FF2B5EF4-FFF2-40B4-BE49-F238E27FC236}">
                    <a16:creationId xmlns:a16="http://schemas.microsoft.com/office/drawing/2014/main" id="{6F95C927-158E-DD63-7408-A1F57939881F}"/>
                  </a:ext>
                </a:extLst>
              </p:cNvPr>
              <p:cNvSpPr/>
              <p:nvPr/>
            </p:nvSpPr>
            <p:spPr>
              <a:xfrm>
                <a:off x="212875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9" name="ph8184">
                <a:extLst>
                  <a:ext uri="{FF2B5EF4-FFF2-40B4-BE49-F238E27FC236}">
                    <a16:creationId xmlns:a16="http://schemas.microsoft.com/office/drawing/2014/main" id="{AAB0C98E-6909-DB1D-9A28-E87996D89194}"/>
                  </a:ext>
                </a:extLst>
              </p:cNvPr>
              <p:cNvSpPr/>
              <p:nvPr/>
            </p:nvSpPr>
            <p:spPr>
              <a:xfrm>
                <a:off x="213819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0" name="ph8185">
                <a:extLst>
                  <a:ext uri="{FF2B5EF4-FFF2-40B4-BE49-F238E27FC236}">
                    <a16:creationId xmlns:a16="http://schemas.microsoft.com/office/drawing/2014/main" id="{8C3A3014-64D2-D578-26FB-26749E62573D}"/>
                  </a:ext>
                </a:extLst>
              </p:cNvPr>
              <p:cNvSpPr/>
              <p:nvPr/>
            </p:nvSpPr>
            <p:spPr>
              <a:xfrm>
                <a:off x="214763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1" name="ph8186">
                <a:extLst>
                  <a:ext uri="{FF2B5EF4-FFF2-40B4-BE49-F238E27FC236}">
                    <a16:creationId xmlns:a16="http://schemas.microsoft.com/office/drawing/2014/main" id="{FF53CE5B-16F9-5DA0-8334-E892D3B768C4}"/>
                  </a:ext>
                </a:extLst>
              </p:cNvPr>
              <p:cNvSpPr/>
              <p:nvPr/>
            </p:nvSpPr>
            <p:spPr>
              <a:xfrm>
                <a:off x="215707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2" name="ph8187">
                <a:extLst>
                  <a:ext uri="{FF2B5EF4-FFF2-40B4-BE49-F238E27FC236}">
                    <a16:creationId xmlns:a16="http://schemas.microsoft.com/office/drawing/2014/main" id="{B337824D-E574-9725-0A78-B6C900C7EEF1}"/>
                  </a:ext>
                </a:extLst>
              </p:cNvPr>
              <p:cNvSpPr/>
              <p:nvPr/>
            </p:nvSpPr>
            <p:spPr>
              <a:xfrm>
                <a:off x="216651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3" name="ph8188">
                <a:extLst>
                  <a:ext uri="{FF2B5EF4-FFF2-40B4-BE49-F238E27FC236}">
                    <a16:creationId xmlns:a16="http://schemas.microsoft.com/office/drawing/2014/main" id="{7D02C05A-FE38-7E6C-7A5B-94D7619B18DA}"/>
                  </a:ext>
                </a:extLst>
              </p:cNvPr>
              <p:cNvSpPr/>
              <p:nvPr/>
            </p:nvSpPr>
            <p:spPr>
              <a:xfrm>
                <a:off x="217595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4" name="ph8189">
                <a:extLst>
                  <a:ext uri="{FF2B5EF4-FFF2-40B4-BE49-F238E27FC236}">
                    <a16:creationId xmlns:a16="http://schemas.microsoft.com/office/drawing/2014/main" id="{5DCFCBA5-4C5D-777B-92ED-BE72382E9C38}"/>
                  </a:ext>
                </a:extLst>
              </p:cNvPr>
              <p:cNvSpPr/>
              <p:nvPr/>
            </p:nvSpPr>
            <p:spPr>
              <a:xfrm>
                <a:off x="218539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0">
                  <a:alpha val="100000"/>
                </a:srgbClr>
              </a:solidFill>
              <a:ln w="5420" cap="flat">
                <a:solidFill>
                  <a:srgbClr val="F5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5" name="ph8190">
                <a:extLst>
                  <a:ext uri="{FF2B5EF4-FFF2-40B4-BE49-F238E27FC236}">
                    <a16:creationId xmlns:a16="http://schemas.microsoft.com/office/drawing/2014/main" id="{E151B80C-8CF1-B9F8-3A03-3BD1E2CD9148}"/>
                  </a:ext>
                </a:extLst>
              </p:cNvPr>
              <p:cNvSpPr/>
              <p:nvPr/>
            </p:nvSpPr>
            <p:spPr>
              <a:xfrm>
                <a:off x="219483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6" name="ph8191">
                <a:extLst>
                  <a:ext uri="{FF2B5EF4-FFF2-40B4-BE49-F238E27FC236}">
                    <a16:creationId xmlns:a16="http://schemas.microsoft.com/office/drawing/2014/main" id="{B42FE266-695C-2B37-0EB8-633A0F656B9C}"/>
                  </a:ext>
                </a:extLst>
              </p:cNvPr>
              <p:cNvSpPr/>
              <p:nvPr/>
            </p:nvSpPr>
            <p:spPr>
              <a:xfrm>
                <a:off x="220427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7" name="ph8192">
                <a:extLst>
                  <a:ext uri="{FF2B5EF4-FFF2-40B4-BE49-F238E27FC236}">
                    <a16:creationId xmlns:a16="http://schemas.microsoft.com/office/drawing/2014/main" id="{632C6D78-740E-A7B8-0763-BE7065EC81D1}"/>
                  </a:ext>
                </a:extLst>
              </p:cNvPr>
              <p:cNvSpPr/>
              <p:nvPr/>
            </p:nvSpPr>
            <p:spPr>
              <a:xfrm>
                <a:off x="221371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8" name="ph8193">
                <a:extLst>
                  <a:ext uri="{FF2B5EF4-FFF2-40B4-BE49-F238E27FC236}">
                    <a16:creationId xmlns:a16="http://schemas.microsoft.com/office/drawing/2014/main" id="{519999A0-41ED-63CF-F6B4-3BEC836525B6}"/>
                  </a:ext>
                </a:extLst>
              </p:cNvPr>
              <p:cNvSpPr/>
              <p:nvPr/>
            </p:nvSpPr>
            <p:spPr>
              <a:xfrm>
                <a:off x="222315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BB0">
                  <a:alpha val="100000"/>
                </a:srgbClr>
              </a:solidFill>
              <a:ln w="5420" cap="flat">
                <a:solidFill>
                  <a:srgbClr val="F4FB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9" name="ph8194">
                <a:extLst>
                  <a:ext uri="{FF2B5EF4-FFF2-40B4-BE49-F238E27FC236}">
                    <a16:creationId xmlns:a16="http://schemas.microsoft.com/office/drawing/2014/main" id="{950AA96C-FE7B-ABA6-D78F-6F754A3E4E72}"/>
                  </a:ext>
                </a:extLst>
              </p:cNvPr>
              <p:cNvSpPr/>
              <p:nvPr/>
            </p:nvSpPr>
            <p:spPr>
              <a:xfrm>
                <a:off x="2242036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134" y="896830"/>
                    </a:lnTo>
                    <a:lnTo>
                      <a:pt x="908155" y="898612"/>
                    </a:lnTo>
                    <a:lnTo>
                      <a:pt x="912255" y="906557"/>
                    </a:lnTo>
                    <a:lnTo>
                      <a:pt x="914400" y="911173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0" name="ph8195">
                <a:extLst>
                  <a:ext uri="{FF2B5EF4-FFF2-40B4-BE49-F238E27FC236}">
                    <a16:creationId xmlns:a16="http://schemas.microsoft.com/office/drawing/2014/main" id="{4CEB9A46-B778-7D4B-2F14-66C58E616DA0}"/>
                  </a:ext>
                </a:extLst>
              </p:cNvPr>
              <p:cNvSpPr/>
              <p:nvPr/>
            </p:nvSpPr>
            <p:spPr>
              <a:xfrm>
                <a:off x="2242036" y="973046"/>
                <a:ext cx="9158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5899" h="914400">
                    <a:moveTo>
                      <a:pt x="914400" y="914400"/>
                    </a:moveTo>
                    <a:lnTo>
                      <a:pt x="914400" y="911173"/>
                    </a:lnTo>
                    <a:lnTo>
                      <a:pt x="915899" y="914400"/>
                    </a:lnTo>
                    <a:close/>
                  </a:path>
                </a:pathLst>
              </a:custGeom>
              <a:solidFill>
                <a:srgbClr val="F5FBB1">
                  <a:alpha val="100000"/>
                </a:srgbClr>
              </a:solidFill>
              <a:ln w="5420" cap="flat">
                <a:solidFill>
                  <a:srgbClr val="F5FB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1" name="ph8196">
                <a:extLst>
                  <a:ext uri="{FF2B5EF4-FFF2-40B4-BE49-F238E27FC236}">
                    <a16:creationId xmlns:a16="http://schemas.microsoft.com/office/drawing/2014/main" id="{B99C5D1F-EEEB-C42C-8DDC-07CBC519C852}"/>
                  </a:ext>
                </a:extLst>
              </p:cNvPr>
              <p:cNvSpPr/>
              <p:nvPr/>
            </p:nvSpPr>
            <p:spPr>
              <a:xfrm>
                <a:off x="3355985" y="955476"/>
                <a:ext cx="914400" cy="91950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9502">
                    <a:moveTo>
                      <a:pt x="914400" y="914399"/>
                    </a:moveTo>
                    <a:lnTo>
                      <a:pt x="914400" y="919502"/>
                    </a:lnTo>
                    <a:lnTo>
                      <a:pt x="911644" y="916512"/>
                    </a:lnTo>
                    <a:lnTo>
                      <a:pt x="909909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2" name="ph8197">
                <a:extLst>
                  <a:ext uri="{FF2B5EF4-FFF2-40B4-BE49-F238E27FC236}">
                    <a16:creationId xmlns:a16="http://schemas.microsoft.com/office/drawing/2014/main" id="{CB1BE609-A422-88EB-5404-97D2FFD9BA9E}"/>
                  </a:ext>
                </a:extLst>
              </p:cNvPr>
              <p:cNvSpPr/>
              <p:nvPr/>
            </p:nvSpPr>
            <p:spPr>
              <a:xfrm>
                <a:off x="3355985" y="955476"/>
                <a:ext cx="923840" cy="929302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29302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29302"/>
                    </a:lnTo>
                    <a:lnTo>
                      <a:pt x="923034" y="928477"/>
                    </a:lnTo>
                    <a:lnTo>
                      <a:pt x="921762" y="927175"/>
                    </a:lnTo>
                    <a:lnTo>
                      <a:pt x="920489" y="925873"/>
                    </a:lnTo>
                    <a:lnTo>
                      <a:pt x="919216" y="924570"/>
                    </a:lnTo>
                    <a:lnTo>
                      <a:pt x="917943" y="923268"/>
                    </a:lnTo>
                    <a:lnTo>
                      <a:pt x="916663" y="921959"/>
                    </a:lnTo>
                    <a:lnTo>
                      <a:pt x="914400" y="91950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3" name="ph8198">
                <a:extLst>
                  <a:ext uri="{FF2B5EF4-FFF2-40B4-BE49-F238E27FC236}">
                    <a16:creationId xmlns:a16="http://schemas.microsoft.com/office/drawing/2014/main" id="{AC39C4D0-5666-C978-82C7-20814BF69823}"/>
                  </a:ext>
                </a:extLst>
              </p:cNvPr>
              <p:cNvSpPr/>
              <p:nvPr/>
            </p:nvSpPr>
            <p:spPr>
              <a:xfrm>
                <a:off x="336542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7003" y="931969"/>
                    </a:lnTo>
                    <a:lnTo>
                      <a:pt x="916138" y="931083"/>
                    </a:lnTo>
                    <a:lnTo>
                      <a:pt x="914866" y="929780"/>
                    </a:lnTo>
                    <a:lnTo>
                      <a:pt x="914400" y="929302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4" name="ph8199">
                <a:extLst>
                  <a:ext uri="{FF2B5EF4-FFF2-40B4-BE49-F238E27FC236}">
                    <a16:creationId xmlns:a16="http://schemas.microsoft.com/office/drawing/2014/main" id="{805083BD-5C67-378E-5522-463B31F6DB6D}"/>
                  </a:ext>
                </a:extLst>
              </p:cNvPr>
              <p:cNvSpPr/>
              <p:nvPr/>
            </p:nvSpPr>
            <p:spPr>
              <a:xfrm>
                <a:off x="337486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5" name="ph8200">
                <a:extLst>
                  <a:ext uri="{FF2B5EF4-FFF2-40B4-BE49-F238E27FC236}">
                    <a16:creationId xmlns:a16="http://schemas.microsoft.com/office/drawing/2014/main" id="{5C631892-A234-440A-12F2-78AB991643FD}"/>
                  </a:ext>
                </a:extLst>
              </p:cNvPr>
              <p:cNvSpPr/>
              <p:nvPr/>
            </p:nvSpPr>
            <p:spPr>
              <a:xfrm>
                <a:off x="338430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6" name="ph8201">
                <a:extLst>
                  <a:ext uri="{FF2B5EF4-FFF2-40B4-BE49-F238E27FC236}">
                    <a16:creationId xmlns:a16="http://schemas.microsoft.com/office/drawing/2014/main" id="{39B09ABC-A7EC-D02A-ADD5-533EDA51A1E7}"/>
                  </a:ext>
                </a:extLst>
              </p:cNvPr>
              <p:cNvSpPr/>
              <p:nvPr/>
            </p:nvSpPr>
            <p:spPr>
              <a:xfrm>
                <a:off x="339374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7" name="ph8202">
                <a:extLst>
                  <a:ext uri="{FF2B5EF4-FFF2-40B4-BE49-F238E27FC236}">
                    <a16:creationId xmlns:a16="http://schemas.microsoft.com/office/drawing/2014/main" id="{C0842A97-A58F-B773-0AEA-26565FECEB86}"/>
                  </a:ext>
                </a:extLst>
              </p:cNvPr>
              <p:cNvSpPr/>
              <p:nvPr/>
            </p:nvSpPr>
            <p:spPr>
              <a:xfrm>
                <a:off x="340318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8" name="ph8203">
                <a:extLst>
                  <a:ext uri="{FF2B5EF4-FFF2-40B4-BE49-F238E27FC236}">
                    <a16:creationId xmlns:a16="http://schemas.microsoft.com/office/drawing/2014/main" id="{15A8C172-96E0-1F97-BA54-631C402476DC}"/>
                  </a:ext>
                </a:extLst>
              </p:cNvPr>
              <p:cNvSpPr/>
              <p:nvPr/>
            </p:nvSpPr>
            <p:spPr>
              <a:xfrm>
                <a:off x="341262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9" name="ph8204">
                <a:extLst>
                  <a:ext uri="{FF2B5EF4-FFF2-40B4-BE49-F238E27FC236}">
                    <a16:creationId xmlns:a16="http://schemas.microsoft.com/office/drawing/2014/main" id="{373E59CA-50E5-6E33-B009-E4B214F09509}"/>
                  </a:ext>
                </a:extLst>
              </p:cNvPr>
              <p:cNvSpPr/>
              <p:nvPr/>
            </p:nvSpPr>
            <p:spPr>
              <a:xfrm>
                <a:off x="342206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0" name="ph8205">
                <a:extLst>
                  <a:ext uri="{FF2B5EF4-FFF2-40B4-BE49-F238E27FC236}">
                    <a16:creationId xmlns:a16="http://schemas.microsoft.com/office/drawing/2014/main" id="{FF4BAA7A-CB69-6D45-D842-1203D1A8E6EC}"/>
                  </a:ext>
                </a:extLst>
              </p:cNvPr>
              <p:cNvSpPr/>
              <p:nvPr/>
            </p:nvSpPr>
            <p:spPr>
              <a:xfrm>
                <a:off x="343150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1" name="ph8206">
                <a:extLst>
                  <a:ext uri="{FF2B5EF4-FFF2-40B4-BE49-F238E27FC236}">
                    <a16:creationId xmlns:a16="http://schemas.microsoft.com/office/drawing/2014/main" id="{4FC99928-6191-1844-22AA-5733EDB10E96}"/>
                  </a:ext>
                </a:extLst>
              </p:cNvPr>
              <p:cNvSpPr/>
              <p:nvPr/>
            </p:nvSpPr>
            <p:spPr>
              <a:xfrm>
                <a:off x="344094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2" name="ph8207">
                <a:extLst>
                  <a:ext uri="{FF2B5EF4-FFF2-40B4-BE49-F238E27FC236}">
                    <a16:creationId xmlns:a16="http://schemas.microsoft.com/office/drawing/2014/main" id="{5717FB80-C2C7-0EC2-9D1B-A1AA7D94AFB0}"/>
                  </a:ext>
                </a:extLst>
              </p:cNvPr>
              <p:cNvSpPr/>
              <p:nvPr/>
            </p:nvSpPr>
            <p:spPr>
              <a:xfrm>
                <a:off x="345038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3" name="ph8208">
                <a:extLst>
                  <a:ext uri="{FF2B5EF4-FFF2-40B4-BE49-F238E27FC236}">
                    <a16:creationId xmlns:a16="http://schemas.microsoft.com/office/drawing/2014/main" id="{FC09E772-2662-2F5E-7F31-8245BA0D6AB6}"/>
                  </a:ext>
                </a:extLst>
              </p:cNvPr>
              <p:cNvSpPr/>
              <p:nvPr/>
            </p:nvSpPr>
            <p:spPr>
              <a:xfrm>
                <a:off x="3459827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4" name="ph8209">
                <a:extLst>
                  <a:ext uri="{FF2B5EF4-FFF2-40B4-BE49-F238E27FC236}">
                    <a16:creationId xmlns:a16="http://schemas.microsoft.com/office/drawing/2014/main" id="{BA9E0196-0616-5855-3C32-FB45F77B4F01}"/>
                  </a:ext>
                </a:extLst>
              </p:cNvPr>
              <p:cNvSpPr/>
              <p:nvPr/>
            </p:nvSpPr>
            <p:spPr>
              <a:xfrm>
                <a:off x="346926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5" name="ph8210">
                <a:extLst>
                  <a:ext uri="{FF2B5EF4-FFF2-40B4-BE49-F238E27FC236}">
                    <a16:creationId xmlns:a16="http://schemas.microsoft.com/office/drawing/2014/main" id="{7E410F8F-8A2B-BDF1-62BF-7167178D0EBA}"/>
                  </a:ext>
                </a:extLst>
              </p:cNvPr>
              <p:cNvSpPr/>
              <p:nvPr/>
            </p:nvSpPr>
            <p:spPr>
              <a:xfrm>
                <a:off x="347870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6" name="ph8211">
                <a:extLst>
                  <a:ext uri="{FF2B5EF4-FFF2-40B4-BE49-F238E27FC236}">
                    <a16:creationId xmlns:a16="http://schemas.microsoft.com/office/drawing/2014/main" id="{D44AA61B-5FA7-FA2C-92F1-50126E2F355D}"/>
                  </a:ext>
                </a:extLst>
              </p:cNvPr>
              <p:cNvSpPr/>
              <p:nvPr/>
            </p:nvSpPr>
            <p:spPr>
              <a:xfrm>
                <a:off x="348814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7" name="ph8212">
                <a:extLst>
                  <a:ext uri="{FF2B5EF4-FFF2-40B4-BE49-F238E27FC236}">
                    <a16:creationId xmlns:a16="http://schemas.microsoft.com/office/drawing/2014/main" id="{CBAF2DC6-7EBF-A5CA-1286-B3786584BA6B}"/>
                  </a:ext>
                </a:extLst>
              </p:cNvPr>
              <p:cNvSpPr/>
              <p:nvPr/>
            </p:nvSpPr>
            <p:spPr>
              <a:xfrm>
                <a:off x="3497588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8" name="ph8213">
                <a:extLst>
                  <a:ext uri="{FF2B5EF4-FFF2-40B4-BE49-F238E27FC236}">
                    <a16:creationId xmlns:a16="http://schemas.microsoft.com/office/drawing/2014/main" id="{3FC91D91-CF2E-D1E3-4FBD-A49F9AF2986A}"/>
                  </a:ext>
                </a:extLst>
              </p:cNvPr>
              <p:cNvSpPr/>
              <p:nvPr/>
            </p:nvSpPr>
            <p:spPr>
              <a:xfrm>
                <a:off x="350702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9" name="ph8214">
                <a:extLst>
                  <a:ext uri="{FF2B5EF4-FFF2-40B4-BE49-F238E27FC236}">
                    <a16:creationId xmlns:a16="http://schemas.microsoft.com/office/drawing/2014/main" id="{55899E40-6090-2613-90ED-9AAD4338CF2D}"/>
                  </a:ext>
                </a:extLst>
              </p:cNvPr>
              <p:cNvSpPr/>
              <p:nvPr/>
            </p:nvSpPr>
            <p:spPr>
              <a:xfrm>
                <a:off x="351646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0" name="ph8215">
                <a:extLst>
                  <a:ext uri="{FF2B5EF4-FFF2-40B4-BE49-F238E27FC236}">
                    <a16:creationId xmlns:a16="http://schemas.microsoft.com/office/drawing/2014/main" id="{C12FC017-13E4-6601-65BC-4FA108ABC66C}"/>
                  </a:ext>
                </a:extLst>
              </p:cNvPr>
              <p:cNvSpPr/>
              <p:nvPr/>
            </p:nvSpPr>
            <p:spPr>
              <a:xfrm>
                <a:off x="352590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1" name="ph8216">
                <a:extLst>
                  <a:ext uri="{FF2B5EF4-FFF2-40B4-BE49-F238E27FC236}">
                    <a16:creationId xmlns:a16="http://schemas.microsoft.com/office/drawing/2014/main" id="{AC8E05FD-E1F9-EFD7-FAD2-1E7385CA9974}"/>
                  </a:ext>
                </a:extLst>
              </p:cNvPr>
              <p:cNvSpPr/>
              <p:nvPr/>
            </p:nvSpPr>
            <p:spPr>
              <a:xfrm>
                <a:off x="3535349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2" name="ph8217">
                <a:extLst>
                  <a:ext uri="{FF2B5EF4-FFF2-40B4-BE49-F238E27FC236}">
                    <a16:creationId xmlns:a16="http://schemas.microsoft.com/office/drawing/2014/main" id="{A7944332-B148-7A22-366E-AB5A5D89B527}"/>
                  </a:ext>
                </a:extLst>
              </p:cNvPr>
              <p:cNvSpPr/>
              <p:nvPr/>
            </p:nvSpPr>
            <p:spPr>
              <a:xfrm>
                <a:off x="354479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3" name="ph8218">
                <a:extLst>
                  <a:ext uri="{FF2B5EF4-FFF2-40B4-BE49-F238E27FC236}">
                    <a16:creationId xmlns:a16="http://schemas.microsoft.com/office/drawing/2014/main" id="{E1F53F6A-5D42-44B7-5495-40E16930E192}"/>
                  </a:ext>
                </a:extLst>
              </p:cNvPr>
              <p:cNvSpPr/>
              <p:nvPr/>
            </p:nvSpPr>
            <p:spPr>
              <a:xfrm>
                <a:off x="355423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4" name="ph8219">
                <a:extLst>
                  <a:ext uri="{FF2B5EF4-FFF2-40B4-BE49-F238E27FC236}">
                    <a16:creationId xmlns:a16="http://schemas.microsoft.com/office/drawing/2014/main" id="{F997B4F3-260D-CDDE-2220-B204F935370A}"/>
                  </a:ext>
                </a:extLst>
              </p:cNvPr>
              <p:cNvSpPr/>
              <p:nvPr/>
            </p:nvSpPr>
            <p:spPr>
              <a:xfrm>
                <a:off x="356367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5" name="ph8220">
                <a:extLst>
                  <a:ext uri="{FF2B5EF4-FFF2-40B4-BE49-F238E27FC236}">
                    <a16:creationId xmlns:a16="http://schemas.microsoft.com/office/drawing/2014/main" id="{6D3A90B7-63D8-AAE8-6AC6-8524EE0D6C9C}"/>
                  </a:ext>
                </a:extLst>
              </p:cNvPr>
              <p:cNvSpPr/>
              <p:nvPr/>
            </p:nvSpPr>
            <p:spPr>
              <a:xfrm>
                <a:off x="357311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6" name="ph8221">
                <a:extLst>
                  <a:ext uri="{FF2B5EF4-FFF2-40B4-BE49-F238E27FC236}">
                    <a16:creationId xmlns:a16="http://schemas.microsoft.com/office/drawing/2014/main" id="{BCC6A8A5-0AC9-6EF9-6059-A5BDECC741BE}"/>
                  </a:ext>
                </a:extLst>
              </p:cNvPr>
              <p:cNvSpPr/>
              <p:nvPr/>
            </p:nvSpPr>
            <p:spPr>
              <a:xfrm>
                <a:off x="3582550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7" name="ph8222">
                <a:extLst>
                  <a:ext uri="{FF2B5EF4-FFF2-40B4-BE49-F238E27FC236}">
                    <a16:creationId xmlns:a16="http://schemas.microsoft.com/office/drawing/2014/main" id="{EFB89F13-71B6-ED59-2F29-6B097B842BCE}"/>
                  </a:ext>
                </a:extLst>
              </p:cNvPr>
              <p:cNvSpPr/>
              <p:nvPr/>
            </p:nvSpPr>
            <p:spPr>
              <a:xfrm>
                <a:off x="359199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8" name="ph8223">
                <a:extLst>
                  <a:ext uri="{FF2B5EF4-FFF2-40B4-BE49-F238E27FC236}">
                    <a16:creationId xmlns:a16="http://schemas.microsoft.com/office/drawing/2014/main" id="{2654BFAE-089F-C9B2-37A5-47D0AE5FAE2D}"/>
                  </a:ext>
                </a:extLst>
              </p:cNvPr>
              <p:cNvSpPr/>
              <p:nvPr/>
            </p:nvSpPr>
            <p:spPr>
              <a:xfrm>
                <a:off x="360143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9" name="ph8224">
                <a:extLst>
                  <a:ext uri="{FF2B5EF4-FFF2-40B4-BE49-F238E27FC236}">
                    <a16:creationId xmlns:a16="http://schemas.microsoft.com/office/drawing/2014/main" id="{294FDA6F-0615-276A-2803-6C4CA391E83B}"/>
                  </a:ext>
                </a:extLst>
              </p:cNvPr>
              <p:cNvSpPr/>
              <p:nvPr/>
            </p:nvSpPr>
            <p:spPr>
              <a:xfrm>
                <a:off x="361087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0" name="ph8225">
                <a:extLst>
                  <a:ext uri="{FF2B5EF4-FFF2-40B4-BE49-F238E27FC236}">
                    <a16:creationId xmlns:a16="http://schemas.microsoft.com/office/drawing/2014/main" id="{E5935F4A-66CA-7EBE-E76D-50DA256CB869}"/>
                  </a:ext>
                </a:extLst>
              </p:cNvPr>
              <p:cNvSpPr/>
              <p:nvPr/>
            </p:nvSpPr>
            <p:spPr>
              <a:xfrm>
                <a:off x="3620311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1" name="ph8226">
                <a:extLst>
                  <a:ext uri="{FF2B5EF4-FFF2-40B4-BE49-F238E27FC236}">
                    <a16:creationId xmlns:a16="http://schemas.microsoft.com/office/drawing/2014/main" id="{154480D7-2C29-5AC8-5F3D-F074B8BEF476}"/>
                  </a:ext>
                </a:extLst>
              </p:cNvPr>
              <p:cNvSpPr/>
              <p:nvPr/>
            </p:nvSpPr>
            <p:spPr>
              <a:xfrm>
                <a:off x="362975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2" name="ph8227">
                <a:extLst>
                  <a:ext uri="{FF2B5EF4-FFF2-40B4-BE49-F238E27FC236}">
                    <a16:creationId xmlns:a16="http://schemas.microsoft.com/office/drawing/2014/main" id="{48BC26EB-0544-E757-D5CF-2F1D35689F5A}"/>
                  </a:ext>
                </a:extLst>
              </p:cNvPr>
              <p:cNvSpPr/>
              <p:nvPr/>
            </p:nvSpPr>
            <p:spPr>
              <a:xfrm>
                <a:off x="363919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3" name="ph8228">
                <a:extLst>
                  <a:ext uri="{FF2B5EF4-FFF2-40B4-BE49-F238E27FC236}">
                    <a16:creationId xmlns:a16="http://schemas.microsoft.com/office/drawing/2014/main" id="{8F510AE7-CDCC-82E8-4C65-450FCFBECA60}"/>
                  </a:ext>
                </a:extLst>
              </p:cNvPr>
              <p:cNvSpPr/>
              <p:nvPr/>
            </p:nvSpPr>
            <p:spPr>
              <a:xfrm>
                <a:off x="364863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4" name="ph8229">
                <a:extLst>
                  <a:ext uri="{FF2B5EF4-FFF2-40B4-BE49-F238E27FC236}">
                    <a16:creationId xmlns:a16="http://schemas.microsoft.com/office/drawing/2014/main" id="{5FB25199-C330-F0BA-E04E-5496140D5C6B}"/>
                  </a:ext>
                </a:extLst>
              </p:cNvPr>
              <p:cNvSpPr/>
              <p:nvPr/>
            </p:nvSpPr>
            <p:spPr>
              <a:xfrm>
                <a:off x="3658072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5" name="ph8230">
                <a:extLst>
                  <a:ext uri="{FF2B5EF4-FFF2-40B4-BE49-F238E27FC236}">
                    <a16:creationId xmlns:a16="http://schemas.microsoft.com/office/drawing/2014/main" id="{C891D286-D6F9-DE6A-003F-F11F621DF70B}"/>
                  </a:ext>
                </a:extLst>
              </p:cNvPr>
              <p:cNvSpPr/>
              <p:nvPr/>
            </p:nvSpPr>
            <p:spPr>
              <a:xfrm>
                <a:off x="366751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6" name="ph8231">
                <a:extLst>
                  <a:ext uri="{FF2B5EF4-FFF2-40B4-BE49-F238E27FC236}">
                    <a16:creationId xmlns:a16="http://schemas.microsoft.com/office/drawing/2014/main" id="{762CA6FB-F44B-F9C0-D814-D72856C75F9F}"/>
                  </a:ext>
                </a:extLst>
              </p:cNvPr>
              <p:cNvSpPr/>
              <p:nvPr/>
            </p:nvSpPr>
            <p:spPr>
              <a:xfrm>
                <a:off x="367695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7" name="ph8232">
                <a:extLst>
                  <a:ext uri="{FF2B5EF4-FFF2-40B4-BE49-F238E27FC236}">
                    <a16:creationId xmlns:a16="http://schemas.microsoft.com/office/drawing/2014/main" id="{9F997FCA-1730-4A0D-EBE4-4010AA195E54}"/>
                  </a:ext>
                </a:extLst>
              </p:cNvPr>
              <p:cNvSpPr/>
              <p:nvPr/>
            </p:nvSpPr>
            <p:spPr>
              <a:xfrm>
                <a:off x="368639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8" name="ph8233">
                <a:extLst>
                  <a:ext uri="{FF2B5EF4-FFF2-40B4-BE49-F238E27FC236}">
                    <a16:creationId xmlns:a16="http://schemas.microsoft.com/office/drawing/2014/main" id="{18A641BE-A314-52F0-91FD-CBB4BE611FFE}"/>
                  </a:ext>
                </a:extLst>
              </p:cNvPr>
              <p:cNvSpPr/>
              <p:nvPr/>
            </p:nvSpPr>
            <p:spPr>
              <a:xfrm>
                <a:off x="3695833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9" name="ph8234">
                <a:extLst>
                  <a:ext uri="{FF2B5EF4-FFF2-40B4-BE49-F238E27FC236}">
                    <a16:creationId xmlns:a16="http://schemas.microsoft.com/office/drawing/2014/main" id="{89FA54A9-069D-696D-95CF-5457088F2B31}"/>
                  </a:ext>
                </a:extLst>
              </p:cNvPr>
              <p:cNvSpPr/>
              <p:nvPr/>
            </p:nvSpPr>
            <p:spPr>
              <a:xfrm>
                <a:off x="370527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0" name="ph8235">
                <a:extLst>
                  <a:ext uri="{FF2B5EF4-FFF2-40B4-BE49-F238E27FC236}">
                    <a16:creationId xmlns:a16="http://schemas.microsoft.com/office/drawing/2014/main" id="{1D0854C5-4F0B-37FD-D640-753B49176AB0}"/>
                  </a:ext>
                </a:extLst>
              </p:cNvPr>
              <p:cNvSpPr/>
              <p:nvPr/>
            </p:nvSpPr>
            <p:spPr>
              <a:xfrm>
                <a:off x="371471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1" name="ph8236">
                <a:extLst>
                  <a:ext uri="{FF2B5EF4-FFF2-40B4-BE49-F238E27FC236}">
                    <a16:creationId xmlns:a16="http://schemas.microsoft.com/office/drawing/2014/main" id="{CFA3E396-13A6-EA37-C0ED-5C34A3DDFCF0}"/>
                  </a:ext>
                </a:extLst>
              </p:cNvPr>
              <p:cNvSpPr/>
              <p:nvPr/>
            </p:nvSpPr>
            <p:spPr>
              <a:xfrm>
                <a:off x="372415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2" name="ph8237">
                <a:extLst>
                  <a:ext uri="{FF2B5EF4-FFF2-40B4-BE49-F238E27FC236}">
                    <a16:creationId xmlns:a16="http://schemas.microsoft.com/office/drawing/2014/main" id="{D4D78F89-BB72-E291-8F69-73A846DAE84F}"/>
                  </a:ext>
                </a:extLst>
              </p:cNvPr>
              <p:cNvSpPr/>
              <p:nvPr/>
            </p:nvSpPr>
            <p:spPr>
              <a:xfrm>
                <a:off x="3733594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3" name="ph8238">
                <a:extLst>
                  <a:ext uri="{FF2B5EF4-FFF2-40B4-BE49-F238E27FC236}">
                    <a16:creationId xmlns:a16="http://schemas.microsoft.com/office/drawing/2014/main" id="{369FCD1D-A1BA-CC29-59A1-958EE362B2C9}"/>
                  </a:ext>
                </a:extLst>
              </p:cNvPr>
              <p:cNvSpPr/>
              <p:nvPr/>
            </p:nvSpPr>
            <p:spPr>
              <a:xfrm>
                <a:off x="374303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4" name="ph8239">
                <a:extLst>
                  <a:ext uri="{FF2B5EF4-FFF2-40B4-BE49-F238E27FC236}">
                    <a16:creationId xmlns:a16="http://schemas.microsoft.com/office/drawing/2014/main" id="{1067C01D-AC78-E6BD-F8FB-2FD07E04EDB6}"/>
                  </a:ext>
                </a:extLst>
              </p:cNvPr>
              <p:cNvSpPr/>
              <p:nvPr/>
            </p:nvSpPr>
            <p:spPr>
              <a:xfrm>
                <a:off x="375247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5" name="ph8240">
                <a:extLst>
                  <a:ext uri="{FF2B5EF4-FFF2-40B4-BE49-F238E27FC236}">
                    <a16:creationId xmlns:a16="http://schemas.microsoft.com/office/drawing/2014/main" id="{4E17D5EA-A0CC-C61A-636D-11DE6BECD819}"/>
                  </a:ext>
                </a:extLst>
              </p:cNvPr>
              <p:cNvSpPr/>
              <p:nvPr/>
            </p:nvSpPr>
            <p:spPr>
              <a:xfrm>
                <a:off x="376191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6" name="ph8241">
                <a:extLst>
                  <a:ext uri="{FF2B5EF4-FFF2-40B4-BE49-F238E27FC236}">
                    <a16:creationId xmlns:a16="http://schemas.microsoft.com/office/drawing/2014/main" id="{C0845894-E49E-C4BC-26B1-14D843E16D4E}"/>
                  </a:ext>
                </a:extLst>
              </p:cNvPr>
              <p:cNvSpPr/>
              <p:nvPr/>
            </p:nvSpPr>
            <p:spPr>
              <a:xfrm>
                <a:off x="3771355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7" name="ph8242">
                <a:extLst>
                  <a:ext uri="{FF2B5EF4-FFF2-40B4-BE49-F238E27FC236}">
                    <a16:creationId xmlns:a16="http://schemas.microsoft.com/office/drawing/2014/main" id="{B1B38457-9541-4231-F7B9-F39C78594A49}"/>
                  </a:ext>
                </a:extLst>
              </p:cNvPr>
              <p:cNvSpPr/>
              <p:nvPr/>
            </p:nvSpPr>
            <p:spPr>
              <a:xfrm>
                <a:off x="378079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8" name="ph8243">
                <a:extLst>
                  <a:ext uri="{FF2B5EF4-FFF2-40B4-BE49-F238E27FC236}">
                    <a16:creationId xmlns:a16="http://schemas.microsoft.com/office/drawing/2014/main" id="{70330FA5-E99F-361A-D5D3-54540C49263B}"/>
                  </a:ext>
                </a:extLst>
              </p:cNvPr>
              <p:cNvSpPr/>
              <p:nvPr/>
            </p:nvSpPr>
            <p:spPr>
              <a:xfrm>
                <a:off x="379023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9" name="ph8244">
                <a:extLst>
                  <a:ext uri="{FF2B5EF4-FFF2-40B4-BE49-F238E27FC236}">
                    <a16:creationId xmlns:a16="http://schemas.microsoft.com/office/drawing/2014/main" id="{70D07559-54EE-80A9-99F9-DC7E9A30AAD9}"/>
                  </a:ext>
                </a:extLst>
              </p:cNvPr>
              <p:cNvSpPr/>
              <p:nvPr/>
            </p:nvSpPr>
            <p:spPr>
              <a:xfrm>
                <a:off x="379967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0" name="ph8245">
                <a:extLst>
                  <a:ext uri="{FF2B5EF4-FFF2-40B4-BE49-F238E27FC236}">
                    <a16:creationId xmlns:a16="http://schemas.microsoft.com/office/drawing/2014/main" id="{9866206D-3484-2F53-5924-A994385FE73E}"/>
                  </a:ext>
                </a:extLst>
              </p:cNvPr>
              <p:cNvSpPr/>
              <p:nvPr/>
            </p:nvSpPr>
            <p:spPr>
              <a:xfrm>
                <a:off x="380911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1" name="ph8246">
                <a:extLst>
                  <a:ext uri="{FF2B5EF4-FFF2-40B4-BE49-F238E27FC236}">
                    <a16:creationId xmlns:a16="http://schemas.microsoft.com/office/drawing/2014/main" id="{B3D6FF94-FBBB-8116-E152-F46752F2EBA5}"/>
                  </a:ext>
                </a:extLst>
              </p:cNvPr>
              <p:cNvSpPr/>
              <p:nvPr/>
            </p:nvSpPr>
            <p:spPr>
              <a:xfrm>
                <a:off x="3818556" y="955476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2" name="ph8247">
                <a:extLst>
                  <a:ext uri="{FF2B5EF4-FFF2-40B4-BE49-F238E27FC236}">
                    <a16:creationId xmlns:a16="http://schemas.microsoft.com/office/drawing/2014/main" id="{3024B4B6-66E8-3F13-2AF3-3F0474DAF241}"/>
                  </a:ext>
                </a:extLst>
              </p:cNvPr>
              <p:cNvSpPr/>
              <p:nvPr/>
            </p:nvSpPr>
            <p:spPr>
              <a:xfrm>
                <a:off x="3837437" y="973046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033" y="896830"/>
                    </a:lnTo>
                    <a:lnTo>
                      <a:pt x="910083" y="897018"/>
                    </a:lnTo>
                    <a:lnTo>
                      <a:pt x="910169" y="897336"/>
                    </a:lnTo>
                    <a:lnTo>
                      <a:pt x="910255" y="897655"/>
                    </a:lnTo>
                    <a:lnTo>
                      <a:pt x="910340" y="897973"/>
                    </a:lnTo>
                    <a:lnTo>
                      <a:pt x="910426" y="898292"/>
                    </a:lnTo>
                    <a:lnTo>
                      <a:pt x="910512" y="898610"/>
                    </a:lnTo>
                    <a:lnTo>
                      <a:pt x="910598" y="898929"/>
                    </a:lnTo>
                    <a:lnTo>
                      <a:pt x="910683" y="899247"/>
                    </a:lnTo>
                    <a:lnTo>
                      <a:pt x="910769" y="899566"/>
                    </a:lnTo>
                    <a:lnTo>
                      <a:pt x="910855" y="899884"/>
                    </a:lnTo>
                    <a:lnTo>
                      <a:pt x="910940" y="900203"/>
                    </a:lnTo>
                    <a:lnTo>
                      <a:pt x="911026" y="900521"/>
                    </a:lnTo>
                    <a:lnTo>
                      <a:pt x="911112" y="900840"/>
                    </a:lnTo>
                    <a:lnTo>
                      <a:pt x="911198" y="901158"/>
                    </a:lnTo>
                    <a:lnTo>
                      <a:pt x="911283" y="901477"/>
                    </a:lnTo>
                    <a:lnTo>
                      <a:pt x="911369" y="901795"/>
                    </a:lnTo>
                    <a:lnTo>
                      <a:pt x="911455" y="902114"/>
                    </a:lnTo>
                    <a:lnTo>
                      <a:pt x="911540" y="902432"/>
                    </a:lnTo>
                    <a:lnTo>
                      <a:pt x="911626" y="902751"/>
                    </a:lnTo>
                    <a:lnTo>
                      <a:pt x="911712" y="903069"/>
                    </a:lnTo>
                    <a:lnTo>
                      <a:pt x="911797" y="903388"/>
                    </a:lnTo>
                    <a:lnTo>
                      <a:pt x="911883" y="903706"/>
                    </a:lnTo>
                    <a:lnTo>
                      <a:pt x="911969" y="904025"/>
                    </a:lnTo>
                    <a:lnTo>
                      <a:pt x="912054" y="904343"/>
                    </a:lnTo>
                    <a:lnTo>
                      <a:pt x="912140" y="904662"/>
                    </a:lnTo>
                    <a:lnTo>
                      <a:pt x="912226" y="904981"/>
                    </a:lnTo>
                    <a:lnTo>
                      <a:pt x="912311" y="905299"/>
                    </a:lnTo>
                    <a:lnTo>
                      <a:pt x="912397" y="905618"/>
                    </a:lnTo>
                    <a:lnTo>
                      <a:pt x="912482" y="905936"/>
                    </a:lnTo>
                    <a:lnTo>
                      <a:pt x="912568" y="906255"/>
                    </a:lnTo>
                    <a:lnTo>
                      <a:pt x="912654" y="906573"/>
                    </a:lnTo>
                    <a:lnTo>
                      <a:pt x="912739" y="906892"/>
                    </a:lnTo>
                    <a:lnTo>
                      <a:pt x="912825" y="907210"/>
                    </a:lnTo>
                    <a:lnTo>
                      <a:pt x="912910" y="907529"/>
                    </a:lnTo>
                    <a:lnTo>
                      <a:pt x="912996" y="907847"/>
                    </a:lnTo>
                    <a:lnTo>
                      <a:pt x="913082" y="908166"/>
                    </a:lnTo>
                    <a:lnTo>
                      <a:pt x="913167" y="908484"/>
                    </a:lnTo>
                    <a:lnTo>
                      <a:pt x="913253" y="908803"/>
                    </a:lnTo>
                    <a:lnTo>
                      <a:pt x="913338" y="909121"/>
                    </a:lnTo>
                    <a:lnTo>
                      <a:pt x="913424" y="909440"/>
                    </a:lnTo>
                    <a:lnTo>
                      <a:pt x="913510" y="909758"/>
                    </a:lnTo>
                    <a:lnTo>
                      <a:pt x="913595" y="910077"/>
                    </a:lnTo>
                    <a:lnTo>
                      <a:pt x="913681" y="910395"/>
                    </a:lnTo>
                    <a:lnTo>
                      <a:pt x="913766" y="910714"/>
                    </a:lnTo>
                    <a:lnTo>
                      <a:pt x="913852" y="911032"/>
                    </a:lnTo>
                    <a:lnTo>
                      <a:pt x="913937" y="911351"/>
                    </a:lnTo>
                    <a:lnTo>
                      <a:pt x="914023" y="911670"/>
                    </a:lnTo>
                    <a:lnTo>
                      <a:pt x="914108" y="911988"/>
                    </a:lnTo>
                    <a:lnTo>
                      <a:pt x="914194" y="912307"/>
                    </a:lnTo>
                    <a:lnTo>
                      <a:pt x="914279" y="912625"/>
                    </a:lnTo>
                    <a:lnTo>
                      <a:pt x="914365" y="912944"/>
                    </a:lnTo>
                    <a:lnTo>
                      <a:pt x="914400" y="913072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3" name="ph8248">
                <a:extLst>
                  <a:ext uri="{FF2B5EF4-FFF2-40B4-BE49-F238E27FC236}">
                    <a16:creationId xmlns:a16="http://schemas.microsoft.com/office/drawing/2014/main" id="{0F1F42DE-E939-4B81-1EC6-0B6FC34613F9}"/>
                  </a:ext>
                </a:extLst>
              </p:cNvPr>
              <p:cNvSpPr/>
              <p:nvPr/>
            </p:nvSpPr>
            <p:spPr>
              <a:xfrm>
                <a:off x="3837437" y="973046"/>
                <a:ext cx="914756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756" h="914400">
                    <a:moveTo>
                      <a:pt x="914400" y="914400"/>
                    </a:moveTo>
                    <a:lnTo>
                      <a:pt x="914400" y="913072"/>
                    </a:lnTo>
                    <a:lnTo>
                      <a:pt x="914451" y="913262"/>
                    </a:lnTo>
                    <a:lnTo>
                      <a:pt x="914536" y="913581"/>
                    </a:lnTo>
                    <a:lnTo>
                      <a:pt x="914622" y="913899"/>
                    </a:lnTo>
                    <a:lnTo>
                      <a:pt x="914707" y="914218"/>
                    </a:lnTo>
                    <a:lnTo>
                      <a:pt x="914756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4" name="ph8249">
                <a:extLst>
                  <a:ext uri="{FF2B5EF4-FFF2-40B4-BE49-F238E27FC236}">
                    <a16:creationId xmlns:a16="http://schemas.microsoft.com/office/drawing/2014/main" id="{959C7A83-E99B-8267-650B-3EEF65E15623}"/>
                  </a:ext>
                </a:extLst>
              </p:cNvPr>
              <p:cNvSpPr/>
              <p:nvPr/>
            </p:nvSpPr>
            <p:spPr>
              <a:xfrm>
                <a:off x="2081552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0428" y="914399"/>
                    </a:lnTo>
                    <a:lnTo>
                      <a:pt x="912967" y="909889"/>
                    </a:lnTo>
                    <a:lnTo>
                      <a:pt x="914400" y="90759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5" name="ph8250">
                <a:extLst>
                  <a:ext uri="{FF2B5EF4-FFF2-40B4-BE49-F238E27FC236}">
                    <a16:creationId xmlns:a16="http://schemas.microsoft.com/office/drawing/2014/main" id="{E717743F-C807-7FFC-BA08-283499D4D935}"/>
                  </a:ext>
                </a:extLst>
              </p:cNvPr>
              <p:cNvSpPr/>
              <p:nvPr/>
            </p:nvSpPr>
            <p:spPr>
              <a:xfrm>
                <a:off x="2090993" y="93790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25169"/>
                    </a:lnTo>
                    <a:lnTo>
                      <a:pt x="908016" y="920279"/>
                    </a:lnTo>
                    <a:lnTo>
                      <a:pt x="912107" y="91439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6" name="ph8251">
                <a:extLst>
                  <a:ext uri="{FF2B5EF4-FFF2-40B4-BE49-F238E27FC236}">
                    <a16:creationId xmlns:a16="http://schemas.microsoft.com/office/drawing/2014/main" id="{6BE5E9E9-21A3-17E5-4024-0C830EDB7D26}"/>
                  </a:ext>
                </a:extLst>
              </p:cNvPr>
              <p:cNvSpPr/>
              <p:nvPr/>
            </p:nvSpPr>
            <p:spPr>
              <a:xfrm>
                <a:off x="209099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7" name="ph8252">
                <a:extLst>
                  <a:ext uri="{FF2B5EF4-FFF2-40B4-BE49-F238E27FC236}">
                    <a16:creationId xmlns:a16="http://schemas.microsoft.com/office/drawing/2014/main" id="{BAEBA92B-423A-143D-E667-EFB093D5EF37}"/>
                  </a:ext>
                </a:extLst>
              </p:cNvPr>
              <p:cNvSpPr/>
              <p:nvPr/>
            </p:nvSpPr>
            <p:spPr>
              <a:xfrm>
                <a:off x="210043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8" name="ph8253">
                <a:extLst>
                  <a:ext uri="{FF2B5EF4-FFF2-40B4-BE49-F238E27FC236}">
                    <a16:creationId xmlns:a16="http://schemas.microsoft.com/office/drawing/2014/main" id="{28BBA97E-6D0A-9682-0BCD-685BB6EE2057}"/>
                  </a:ext>
                </a:extLst>
              </p:cNvPr>
              <p:cNvSpPr/>
              <p:nvPr/>
            </p:nvSpPr>
            <p:spPr>
              <a:xfrm>
                <a:off x="210987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9" name="ph8254">
                <a:extLst>
                  <a:ext uri="{FF2B5EF4-FFF2-40B4-BE49-F238E27FC236}">
                    <a16:creationId xmlns:a16="http://schemas.microsoft.com/office/drawing/2014/main" id="{0EE4D272-D366-82F5-C9F2-A66F323532CB}"/>
                  </a:ext>
                </a:extLst>
              </p:cNvPr>
              <p:cNvSpPr/>
              <p:nvPr/>
            </p:nvSpPr>
            <p:spPr>
              <a:xfrm>
                <a:off x="211931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0" name="ph8255">
                <a:extLst>
                  <a:ext uri="{FF2B5EF4-FFF2-40B4-BE49-F238E27FC236}">
                    <a16:creationId xmlns:a16="http://schemas.microsoft.com/office/drawing/2014/main" id="{95F85A5A-DD0D-34BA-B9DB-A8DFBF6C6FBC}"/>
                  </a:ext>
                </a:extLst>
              </p:cNvPr>
              <p:cNvSpPr/>
              <p:nvPr/>
            </p:nvSpPr>
            <p:spPr>
              <a:xfrm>
                <a:off x="212875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1" name="ph8256">
                <a:extLst>
                  <a:ext uri="{FF2B5EF4-FFF2-40B4-BE49-F238E27FC236}">
                    <a16:creationId xmlns:a16="http://schemas.microsoft.com/office/drawing/2014/main" id="{B0EEE8BD-5599-1B31-E694-413154D4D0B8}"/>
                  </a:ext>
                </a:extLst>
              </p:cNvPr>
              <p:cNvSpPr/>
              <p:nvPr/>
            </p:nvSpPr>
            <p:spPr>
              <a:xfrm>
                <a:off x="213819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2" name="ph8257">
                <a:extLst>
                  <a:ext uri="{FF2B5EF4-FFF2-40B4-BE49-F238E27FC236}">
                    <a16:creationId xmlns:a16="http://schemas.microsoft.com/office/drawing/2014/main" id="{9D478C81-DDF4-0AE1-7974-593E75359D90}"/>
                  </a:ext>
                </a:extLst>
              </p:cNvPr>
              <p:cNvSpPr/>
              <p:nvPr/>
            </p:nvSpPr>
            <p:spPr>
              <a:xfrm>
                <a:off x="214763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3" name="ph8258">
                <a:extLst>
                  <a:ext uri="{FF2B5EF4-FFF2-40B4-BE49-F238E27FC236}">
                    <a16:creationId xmlns:a16="http://schemas.microsoft.com/office/drawing/2014/main" id="{508508D5-4E84-9392-F001-FC5C2A1B6A8C}"/>
                  </a:ext>
                </a:extLst>
              </p:cNvPr>
              <p:cNvSpPr/>
              <p:nvPr/>
            </p:nvSpPr>
            <p:spPr>
              <a:xfrm>
                <a:off x="215707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4" name="ph8259">
                <a:extLst>
                  <a:ext uri="{FF2B5EF4-FFF2-40B4-BE49-F238E27FC236}">
                    <a16:creationId xmlns:a16="http://schemas.microsoft.com/office/drawing/2014/main" id="{DDDE0EA1-04FB-0402-B167-4BC868A0203D}"/>
                  </a:ext>
                </a:extLst>
              </p:cNvPr>
              <p:cNvSpPr/>
              <p:nvPr/>
            </p:nvSpPr>
            <p:spPr>
              <a:xfrm>
                <a:off x="216651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5" name="ph8260">
                <a:extLst>
                  <a:ext uri="{FF2B5EF4-FFF2-40B4-BE49-F238E27FC236}">
                    <a16:creationId xmlns:a16="http://schemas.microsoft.com/office/drawing/2014/main" id="{2EE46A1A-DA9B-69C4-44B4-C8124C605026}"/>
                  </a:ext>
                </a:extLst>
              </p:cNvPr>
              <p:cNvSpPr/>
              <p:nvPr/>
            </p:nvSpPr>
            <p:spPr>
              <a:xfrm>
                <a:off x="217595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6" name="ph8261">
                <a:extLst>
                  <a:ext uri="{FF2B5EF4-FFF2-40B4-BE49-F238E27FC236}">
                    <a16:creationId xmlns:a16="http://schemas.microsoft.com/office/drawing/2014/main" id="{AA583AAF-8F22-338C-3766-12A3286B311F}"/>
                  </a:ext>
                </a:extLst>
              </p:cNvPr>
              <p:cNvSpPr/>
              <p:nvPr/>
            </p:nvSpPr>
            <p:spPr>
              <a:xfrm>
                <a:off x="218539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7" name="ph8262">
                <a:extLst>
                  <a:ext uri="{FF2B5EF4-FFF2-40B4-BE49-F238E27FC236}">
                    <a16:creationId xmlns:a16="http://schemas.microsoft.com/office/drawing/2014/main" id="{64CB0BD4-9F97-CB9F-5EBC-957D62ACEEE9}"/>
                  </a:ext>
                </a:extLst>
              </p:cNvPr>
              <p:cNvSpPr/>
              <p:nvPr/>
            </p:nvSpPr>
            <p:spPr>
              <a:xfrm>
                <a:off x="219483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8" name="ph8263">
                <a:extLst>
                  <a:ext uri="{FF2B5EF4-FFF2-40B4-BE49-F238E27FC236}">
                    <a16:creationId xmlns:a16="http://schemas.microsoft.com/office/drawing/2014/main" id="{776BD02F-5B42-0121-F35B-4013F6D47402}"/>
                  </a:ext>
                </a:extLst>
              </p:cNvPr>
              <p:cNvSpPr/>
              <p:nvPr/>
            </p:nvSpPr>
            <p:spPr>
              <a:xfrm>
                <a:off x="220427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9" name="ph8264">
                <a:extLst>
                  <a:ext uri="{FF2B5EF4-FFF2-40B4-BE49-F238E27FC236}">
                    <a16:creationId xmlns:a16="http://schemas.microsoft.com/office/drawing/2014/main" id="{8B701507-13BD-06A6-17E1-6C17F00648D7}"/>
                  </a:ext>
                </a:extLst>
              </p:cNvPr>
              <p:cNvSpPr/>
              <p:nvPr/>
            </p:nvSpPr>
            <p:spPr>
              <a:xfrm>
                <a:off x="221371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0" name="ph8265">
                <a:extLst>
                  <a:ext uri="{FF2B5EF4-FFF2-40B4-BE49-F238E27FC236}">
                    <a16:creationId xmlns:a16="http://schemas.microsoft.com/office/drawing/2014/main" id="{7D7E3C23-CE88-8F17-1F48-DDC7FE7EBB6F}"/>
                  </a:ext>
                </a:extLst>
              </p:cNvPr>
              <p:cNvSpPr/>
              <p:nvPr/>
            </p:nvSpPr>
            <p:spPr>
              <a:xfrm>
                <a:off x="2232596" y="955476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5416" y="896830"/>
                    </a:lnTo>
                    <a:lnTo>
                      <a:pt x="908754" y="901541"/>
                    </a:lnTo>
                    <a:lnTo>
                      <a:pt x="913277" y="908646"/>
                    </a:lnTo>
                    <a:lnTo>
                      <a:pt x="914400" y="910605"/>
                    </a:lnTo>
                    <a:close/>
                  </a:path>
                </a:pathLst>
              </a:custGeom>
              <a:solidFill>
                <a:srgbClr val="F4FAAF">
                  <a:alpha val="100000"/>
                </a:srgbClr>
              </a:solidFill>
              <a:ln w="5420" cap="flat">
                <a:solidFill>
                  <a:srgbClr val="F4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1" name="ph8266">
                <a:extLst>
                  <a:ext uri="{FF2B5EF4-FFF2-40B4-BE49-F238E27FC236}">
                    <a16:creationId xmlns:a16="http://schemas.microsoft.com/office/drawing/2014/main" id="{54616B84-F34B-D596-EFBC-2EE88F4AC5E3}"/>
                  </a:ext>
                </a:extLst>
              </p:cNvPr>
              <p:cNvSpPr/>
              <p:nvPr/>
            </p:nvSpPr>
            <p:spPr>
              <a:xfrm>
                <a:off x="2232596" y="955476"/>
                <a:ext cx="9165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574" h="914399">
                    <a:moveTo>
                      <a:pt x="914400" y="914399"/>
                    </a:moveTo>
                    <a:lnTo>
                      <a:pt x="914400" y="910605"/>
                    </a:lnTo>
                    <a:lnTo>
                      <a:pt x="916574" y="914399"/>
                    </a:lnTo>
                    <a:close/>
                  </a:path>
                </a:pathLst>
              </a:custGeom>
              <a:solidFill>
                <a:srgbClr val="F4FAB0">
                  <a:alpha val="100000"/>
                </a:srgbClr>
              </a:solidFill>
              <a:ln w="5420" cap="flat">
                <a:solidFill>
                  <a:srgbClr val="F4FA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2" name="ph8267">
                <a:extLst>
                  <a:ext uri="{FF2B5EF4-FFF2-40B4-BE49-F238E27FC236}">
                    <a16:creationId xmlns:a16="http://schemas.microsoft.com/office/drawing/2014/main" id="{FB8D80F7-3464-3947-B9B2-717290D07D6A}"/>
                  </a:ext>
                </a:extLst>
              </p:cNvPr>
              <p:cNvSpPr/>
              <p:nvPr/>
            </p:nvSpPr>
            <p:spPr>
              <a:xfrm>
                <a:off x="3346544" y="937907"/>
                <a:ext cx="914400" cy="92568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5686">
                    <a:moveTo>
                      <a:pt x="914400" y="914399"/>
                    </a:moveTo>
                    <a:lnTo>
                      <a:pt x="914400" y="925686"/>
                    </a:lnTo>
                    <a:lnTo>
                      <a:pt x="911530" y="921787"/>
                    </a:lnTo>
                    <a:lnTo>
                      <a:pt x="907019" y="914972"/>
                    </a:lnTo>
                    <a:lnTo>
                      <a:pt x="906677" y="91439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3" name="ph8268">
                <a:extLst>
                  <a:ext uri="{FF2B5EF4-FFF2-40B4-BE49-F238E27FC236}">
                    <a16:creationId xmlns:a16="http://schemas.microsoft.com/office/drawing/2014/main" id="{1AF2493C-1456-C794-5B69-F9B08923CCDE}"/>
                  </a:ext>
                </a:extLst>
              </p:cNvPr>
              <p:cNvSpPr/>
              <p:nvPr/>
            </p:nvSpPr>
            <p:spPr>
              <a:xfrm>
                <a:off x="334654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9349" y="931969"/>
                    </a:lnTo>
                    <a:lnTo>
                      <a:pt x="916222" y="928162"/>
                    </a:lnTo>
                    <a:lnTo>
                      <a:pt x="914400" y="925686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4" name="ph8269">
                <a:extLst>
                  <a:ext uri="{FF2B5EF4-FFF2-40B4-BE49-F238E27FC236}">
                    <a16:creationId xmlns:a16="http://schemas.microsoft.com/office/drawing/2014/main" id="{C2AC9B5D-52D2-E465-B55B-33C85A8CDB58}"/>
                  </a:ext>
                </a:extLst>
              </p:cNvPr>
              <p:cNvSpPr/>
              <p:nvPr/>
            </p:nvSpPr>
            <p:spPr>
              <a:xfrm>
                <a:off x="335598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5" name="ph8270">
                <a:extLst>
                  <a:ext uri="{FF2B5EF4-FFF2-40B4-BE49-F238E27FC236}">
                    <a16:creationId xmlns:a16="http://schemas.microsoft.com/office/drawing/2014/main" id="{492DA41A-C69F-9B2D-012A-2A8FE852C943}"/>
                  </a:ext>
                </a:extLst>
              </p:cNvPr>
              <p:cNvSpPr/>
              <p:nvPr/>
            </p:nvSpPr>
            <p:spPr>
              <a:xfrm>
                <a:off x="336542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6" name="ph8271">
                <a:extLst>
                  <a:ext uri="{FF2B5EF4-FFF2-40B4-BE49-F238E27FC236}">
                    <a16:creationId xmlns:a16="http://schemas.microsoft.com/office/drawing/2014/main" id="{C1571075-DDFD-95D7-F65C-EB7CA2F58941}"/>
                  </a:ext>
                </a:extLst>
              </p:cNvPr>
              <p:cNvSpPr/>
              <p:nvPr/>
            </p:nvSpPr>
            <p:spPr>
              <a:xfrm>
                <a:off x="337486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7" name="ph8272">
                <a:extLst>
                  <a:ext uri="{FF2B5EF4-FFF2-40B4-BE49-F238E27FC236}">
                    <a16:creationId xmlns:a16="http://schemas.microsoft.com/office/drawing/2014/main" id="{0D3781A0-C474-0544-C433-9A51326E5C06}"/>
                  </a:ext>
                </a:extLst>
              </p:cNvPr>
              <p:cNvSpPr/>
              <p:nvPr/>
            </p:nvSpPr>
            <p:spPr>
              <a:xfrm>
                <a:off x="338430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8" name="ph8273">
                <a:extLst>
                  <a:ext uri="{FF2B5EF4-FFF2-40B4-BE49-F238E27FC236}">
                    <a16:creationId xmlns:a16="http://schemas.microsoft.com/office/drawing/2014/main" id="{3A808248-E46A-D11E-7284-76B3490AB668}"/>
                  </a:ext>
                </a:extLst>
              </p:cNvPr>
              <p:cNvSpPr/>
              <p:nvPr/>
            </p:nvSpPr>
            <p:spPr>
              <a:xfrm>
                <a:off x="339374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9" name="ph8274">
                <a:extLst>
                  <a:ext uri="{FF2B5EF4-FFF2-40B4-BE49-F238E27FC236}">
                    <a16:creationId xmlns:a16="http://schemas.microsoft.com/office/drawing/2014/main" id="{366231E9-1F12-29D3-EB2D-E111324A0E6D}"/>
                  </a:ext>
                </a:extLst>
              </p:cNvPr>
              <p:cNvSpPr/>
              <p:nvPr/>
            </p:nvSpPr>
            <p:spPr>
              <a:xfrm>
                <a:off x="340318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0" name="ph8275">
                <a:extLst>
                  <a:ext uri="{FF2B5EF4-FFF2-40B4-BE49-F238E27FC236}">
                    <a16:creationId xmlns:a16="http://schemas.microsoft.com/office/drawing/2014/main" id="{99250A6E-88D8-3616-B06E-818FB35A0597}"/>
                  </a:ext>
                </a:extLst>
              </p:cNvPr>
              <p:cNvSpPr/>
              <p:nvPr/>
            </p:nvSpPr>
            <p:spPr>
              <a:xfrm>
                <a:off x="341262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1" name="ph8276">
                <a:extLst>
                  <a:ext uri="{FF2B5EF4-FFF2-40B4-BE49-F238E27FC236}">
                    <a16:creationId xmlns:a16="http://schemas.microsoft.com/office/drawing/2014/main" id="{1DAB946F-9FEB-69AC-3F4A-558FF4D98F54}"/>
                  </a:ext>
                </a:extLst>
              </p:cNvPr>
              <p:cNvSpPr/>
              <p:nvPr/>
            </p:nvSpPr>
            <p:spPr>
              <a:xfrm>
                <a:off x="342206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2" name="ph8277">
                <a:extLst>
                  <a:ext uri="{FF2B5EF4-FFF2-40B4-BE49-F238E27FC236}">
                    <a16:creationId xmlns:a16="http://schemas.microsoft.com/office/drawing/2014/main" id="{12CD2B30-55DD-77CF-A205-39ACEBA75E0C}"/>
                  </a:ext>
                </a:extLst>
              </p:cNvPr>
              <p:cNvSpPr/>
              <p:nvPr/>
            </p:nvSpPr>
            <p:spPr>
              <a:xfrm>
                <a:off x="343150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3" name="ph8278">
                <a:extLst>
                  <a:ext uri="{FF2B5EF4-FFF2-40B4-BE49-F238E27FC236}">
                    <a16:creationId xmlns:a16="http://schemas.microsoft.com/office/drawing/2014/main" id="{1243FAD0-0D90-3A6E-1376-67EA432ADAD6}"/>
                  </a:ext>
                </a:extLst>
              </p:cNvPr>
              <p:cNvSpPr/>
              <p:nvPr/>
            </p:nvSpPr>
            <p:spPr>
              <a:xfrm>
                <a:off x="344094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4" name="ph8279">
                <a:extLst>
                  <a:ext uri="{FF2B5EF4-FFF2-40B4-BE49-F238E27FC236}">
                    <a16:creationId xmlns:a16="http://schemas.microsoft.com/office/drawing/2014/main" id="{A73468B6-E40B-74B9-307C-B16AA7A1354C}"/>
                  </a:ext>
                </a:extLst>
              </p:cNvPr>
              <p:cNvSpPr/>
              <p:nvPr/>
            </p:nvSpPr>
            <p:spPr>
              <a:xfrm>
                <a:off x="345038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5" name="ph8280">
                <a:extLst>
                  <a:ext uri="{FF2B5EF4-FFF2-40B4-BE49-F238E27FC236}">
                    <a16:creationId xmlns:a16="http://schemas.microsoft.com/office/drawing/2014/main" id="{913B253F-9F13-CAFB-F4D7-60700D371C10}"/>
                  </a:ext>
                </a:extLst>
              </p:cNvPr>
              <p:cNvSpPr/>
              <p:nvPr/>
            </p:nvSpPr>
            <p:spPr>
              <a:xfrm>
                <a:off x="3459827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6" name="ph8281">
                <a:extLst>
                  <a:ext uri="{FF2B5EF4-FFF2-40B4-BE49-F238E27FC236}">
                    <a16:creationId xmlns:a16="http://schemas.microsoft.com/office/drawing/2014/main" id="{B033A065-78CF-82E0-44F0-9B2F496F1E1D}"/>
                  </a:ext>
                </a:extLst>
              </p:cNvPr>
              <p:cNvSpPr/>
              <p:nvPr/>
            </p:nvSpPr>
            <p:spPr>
              <a:xfrm>
                <a:off x="346926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7" name="ph8282">
                <a:extLst>
                  <a:ext uri="{FF2B5EF4-FFF2-40B4-BE49-F238E27FC236}">
                    <a16:creationId xmlns:a16="http://schemas.microsoft.com/office/drawing/2014/main" id="{49AE53E4-0233-CA5F-9EEB-EC329308CB93}"/>
                  </a:ext>
                </a:extLst>
              </p:cNvPr>
              <p:cNvSpPr/>
              <p:nvPr/>
            </p:nvSpPr>
            <p:spPr>
              <a:xfrm>
                <a:off x="347870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8" name="ph8283">
                <a:extLst>
                  <a:ext uri="{FF2B5EF4-FFF2-40B4-BE49-F238E27FC236}">
                    <a16:creationId xmlns:a16="http://schemas.microsoft.com/office/drawing/2014/main" id="{5B70E45A-12D4-74E2-36D2-2718167E381D}"/>
                  </a:ext>
                </a:extLst>
              </p:cNvPr>
              <p:cNvSpPr/>
              <p:nvPr/>
            </p:nvSpPr>
            <p:spPr>
              <a:xfrm>
                <a:off x="348814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9" name="ph8284">
                <a:extLst>
                  <a:ext uri="{FF2B5EF4-FFF2-40B4-BE49-F238E27FC236}">
                    <a16:creationId xmlns:a16="http://schemas.microsoft.com/office/drawing/2014/main" id="{91FD76E5-EFC9-EA5E-F534-97034BBF3F2A}"/>
                  </a:ext>
                </a:extLst>
              </p:cNvPr>
              <p:cNvSpPr/>
              <p:nvPr/>
            </p:nvSpPr>
            <p:spPr>
              <a:xfrm>
                <a:off x="3497588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0" name="ph8285">
                <a:extLst>
                  <a:ext uri="{FF2B5EF4-FFF2-40B4-BE49-F238E27FC236}">
                    <a16:creationId xmlns:a16="http://schemas.microsoft.com/office/drawing/2014/main" id="{35D6B839-7E8E-CBBC-3D95-63B821F69F2F}"/>
                  </a:ext>
                </a:extLst>
              </p:cNvPr>
              <p:cNvSpPr/>
              <p:nvPr/>
            </p:nvSpPr>
            <p:spPr>
              <a:xfrm>
                <a:off x="350702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1" name="ph8286">
                <a:extLst>
                  <a:ext uri="{FF2B5EF4-FFF2-40B4-BE49-F238E27FC236}">
                    <a16:creationId xmlns:a16="http://schemas.microsoft.com/office/drawing/2014/main" id="{2101DCF8-6FCF-5BE7-957D-ECEEA8F58CB4}"/>
                  </a:ext>
                </a:extLst>
              </p:cNvPr>
              <p:cNvSpPr/>
              <p:nvPr/>
            </p:nvSpPr>
            <p:spPr>
              <a:xfrm>
                <a:off x="351646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2" name="ph8287">
                <a:extLst>
                  <a:ext uri="{FF2B5EF4-FFF2-40B4-BE49-F238E27FC236}">
                    <a16:creationId xmlns:a16="http://schemas.microsoft.com/office/drawing/2014/main" id="{5737FA92-3128-3A86-E00C-9DB3670C5424}"/>
                  </a:ext>
                </a:extLst>
              </p:cNvPr>
              <p:cNvSpPr/>
              <p:nvPr/>
            </p:nvSpPr>
            <p:spPr>
              <a:xfrm>
                <a:off x="352590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3" name="ph8288">
                <a:extLst>
                  <a:ext uri="{FF2B5EF4-FFF2-40B4-BE49-F238E27FC236}">
                    <a16:creationId xmlns:a16="http://schemas.microsoft.com/office/drawing/2014/main" id="{8115930C-A821-F0A3-D1FE-FB1D0C3BC3B9}"/>
                  </a:ext>
                </a:extLst>
              </p:cNvPr>
              <p:cNvSpPr/>
              <p:nvPr/>
            </p:nvSpPr>
            <p:spPr>
              <a:xfrm>
                <a:off x="3535349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4" name="ph8289">
                <a:extLst>
                  <a:ext uri="{FF2B5EF4-FFF2-40B4-BE49-F238E27FC236}">
                    <a16:creationId xmlns:a16="http://schemas.microsoft.com/office/drawing/2014/main" id="{5FA6D3DA-34FB-C639-2CD6-3B6A456A189E}"/>
                  </a:ext>
                </a:extLst>
              </p:cNvPr>
              <p:cNvSpPr/>
              <p:nvPr/>
            </p:nvSpPr>
            <p:spPr>
              <a:xfrm>
                <a:off x="354479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5" name="ph8290">
                <a:extLst>
                  <a:ext uri="{FF2B5EF4-FFF2-40B4-BE49-F238E27FC236}">
                    <a16:creationId xmlns:a16="http://schemas.microsoft.com/office/drawing/2014/main" id="{85D08D48-E01B-FAF7-D961-0988D67800D9}"/>
                  </a:ext>
                </a:extLst>
              </p:cNvPr>
              <p:cNvSpPr/>
              <p:nvPr/>
            </p:nvSpPr>
            <p:spPr>
              <a:xfrm>
                <a:off x="355423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6" name="ph8291">
                <a:extLst>
                  <a:ext uri="{FF2B5EF4-FFF2-40B4-BE49-F238E27FC236}">
                    <a16:creationId xmlns:a16="http://schemas.microsoft.com/office/drawing/2014/main" id="{2871099C-AE40-7CFD-3E14-A5A22939A24B}"/>
                  </a:ext>
                </a:extLst>
              </p:cNvPr>
              <p:cNvSpPr/>
              <p:nvPr/>
            </p:nvSpPr>
            <p:spPr>
              <a:xfrm>
                <a:off x="356367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7" name="ph8292">
                <a:extLst>
                  <a:ext uri="{FF2B5EF4-FFF2-40B4-BE49-F238E27FC236}">
                    <a16:creationId xmlns:a16="http://schemas.microsoft.com/office/drawing/2014/main" id="{617DCC78-DAB4-9FE8-A3D5-ECE4AF68BBF1}"/>
                  </a:ext>
                </a:extLst>
              </p:cNvPr>
              <p:cNvSpPr/>
              <p:nvPr/>
            </p:nvSpPr>
            <p:spPr>
              <a:xfrm>
                <a:off x="357311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8" name="ph8293">
                <a:extLst>
                  <a:ext uri="{FF2B5EF4-FFF2-40B4-BE49-F238E27FC236}">
                    <a16:creationId xmlns:a16="http://schemas.microsoft.com/office/drawing/2014/main" id="{026EC5DE-D8C8-617F-2929-93C045625DC7}"/>
                  </a:ext>
                </a:extLst>
              </p:cNvPr>
              <p:cNvSpPr/>
              <p:nvPr/>
            </p:nvSpPr>
            <p:spPr>
              <a:xfrm>
                <a:off x="3582550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9" name="ph8294">
                <a:extLst>
                  <a:ext uri="{FF2B5EF4-FFF2-40B4-BE49-F238E27FC236}">
                    <a16:creationId xmlns:a16="http://schemas.microsoft.com/office/drawing/2014/main" id="{A74048F1-3B16-C06B-5715-5AF51775700D}"/>
                  </a:ext>
                </a:extLst>
              </p:cNvPr>
              <p:cNvSpPr/>
              <p:nvPr/>
            </p:nvSpPr>
            <p:spPr>
              <a:xfrm>
                <a:off x="359199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0" name="ph8295">
                <a:extLst>
                  <a:ext uri="{FF2B5EF4-FFF2-40B4-BE49-F238E27FC236}">
                    <a16:creationId xmlns:a16="http://schemas.microsoft.com/office/drawing/2014/main" id="{B190F078-82D9-F984-5807-B3B64BA14C08}"/>
                  </a:ext>
                </a:extLst>
              </p:cNvPr>
              <p:cNvSpPr/>
              <p:nvPr/>
            </p:nvSpPr>
            <p:spPr>
              <a:xfrm>
                <a:off x="360143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1" name="ph8296">
                <a:extLst>
                  <a:ext uri="{FF2B5EF4-FFF2-40B4-BE49-F238E27FC236}">
                    <a16:creationId xmlns:a16="http://schemas.microsoft.com/office/drawing/2014/main" id="{CAC0E77A-0D40-B6E9-3796-FE36CF9C16F6}"/>
                  </a:ext>
                </a:extLst>
              </p:cNvPr>
              <p:cNvSpPr/>
              <p:nvPr/>
            </p:nvSpPr>
            <p:spPr>
              <a:xfrm>
                <a:off x="361087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2" name="ph8297">
                <a:extLst>
                  <a:ext uri="{FF2B5EF4-FFF2-40B4-BE49-F238E27FC236}">
                    <a16:creationId xmlns:a16="http://schemas.microsoft.com/office/drawing/2014/main" id="{D2C212E5-4098-BE5B-BA5E-8E6CA9CA7F08}"/>
                  </a:ext>
                </a:extLst>
              </p:cNvPr>
              <p:cNvSpPr/>
              <p:nvPr/>
            </p:nvSpPr>
            <p:spPr>
              <a:xfrm>
                <a:off x="3620311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3" name="ph8298">
                <a:extLst>
                  <a:ext uri="{FF2B5EF4-FFF2-40B4-BE49-F238E27FC236}">
                    <a16:creationId xmlns:a16="http://schemas.microsoft.com/office/drawing/2014/main" id="{718EE3E9-216B-E81E-AAB8-56F51D083E96}"/>
                  </a:ext>
                </a:extLst>
              </p:cNvPr>
              <p:cNvSpPr/>
              <p:nvPr/>
            </p:nvSpPr>
            <p:spPr>
              <a:xfrm>
                <a:off x="362975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4" name="ph8299">
                <a:extLst>
                  <a:ext uri="{FF2B5EF4-FFF2-40B4-BE49-F238E27FC236}">
                    <a16:creationId xmlns:a16="http://schemas.microsoft.com/office/drawing/2014/main" id="{5CF2647D-2880-DA1C-35E1-BF8D88EE03E0}"/>
                  </a:ext>
                </a:extLst>
              </p:cNvPr>
              <p:cNvSpPr/>
              <p:nvPr/>
            </p:nvSpPr>
            <p:spPr>
              <a:xfrm>
                <a:off x="363919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5" name="ph8300">
                <a:extLst>
                  <a:ext uri="{FF2B5EF4-FFF2-40B4-BE49-F238E27FC236}">
                    <a16:creationId xmlns:a16="http://schemas.microsoft.com/office/drawing/2014/main" id="{1015FF78-6FCD-F8F6-269D-A23472E7BB4C}"/>
                  </a:ext>
                </a:extLst>
              </p:cNvPr>
              <p:cNvSpPr/>
              <p:nvPr/>
            </p:nvSpPr>
            <p:spPr>
              <a:xfrm>
                <a:off x="364863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6" name="ph8301">
                <a:extLst>
                  <a:ext uri="{FF2B5EF4-FFF2-40B4-BE49-F238E27FC236}">
                    <a16:creationId xmlns:a16="http://schemas.microsoft.com/office/drawing/2014/main" id="{DFC3100F-9AC1-59CF-6E38-6D17C1C8B77E}"/>
                  </a:ext>
                </a:extLst>
              </p:cNvPr>
              <p:cNvSpPr/>
              <p:nvPr/>
            </p:nvSpPr>
            <p:spPr>
              <a:xfrm>
                <a:off x="3658072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7" name="ph8302">
                <a:extLst>
                  <a:ext uri="{FF2B5EF4-FFF2-40B4-BE49-F238E27FC236}">
                    <a16:creationId xmlns:a16="http://schemas.microsoft.com/office/drawing/2014/main" id="{D05DF75A-29A0-E880-7C02-0B8AE216D2B3}"/>
                  </a:ext>
                </a:extLst>
              </p:cNvPr>
              <p:cNvSpPr/>
              <p:nvPr/>
            </p:nvSpPr>
            <p:spPr>
              <a:xfrm>
                <a:off x="366751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8" name="ph8303">
                <a:extLst>
                  <a:ext uri="{FF2B5EF4-FFF2-40B4-BE49-F238E27FC236}">
                    <a16:creationId xmlns:a16="http://schemas.microsoft.com/office/drawing/2014/main" id="{075751AC-8A48-77D3-E829-91DD95E73737}"/>
                  </a:ext>
                </a:extLst>
              </p:cNvPr>
              <p:cNvSpPr/>
              <p:nvPr/>
            </p:nvSpPr>
            <p:spPr>
              <a:xfrm>
                <a:off x="367695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9" name="ph8304">
                <a:extLst>
                  <a:ext uri="{FF2B5EF4-FFF2-40B4-BE49-F238E27FC236}">
                    <a16:creationId xmlns:a16="http://schemas.microsoft.com/office/drawing/2014/main" id="{452D1CAF-C42F-2C70-B119-EF738C6101BF}"/>
                  </a:ext>
                </a:extLst>
              </p:cNvPr>
              <p:cNvSpPr/>
              <p:nvPr/>
            </p:nvSpPr>
            <p:spPr>
              <a:xfrm>
                <a:off x="368639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0" name="ph8305">
                <a:extLst>
                  <a:ext uri="{FF2B5EF4-FFF2-40B4-BE49-F238E27FC236}">
                    <a16:creationId xmlns:a16="http://schemas.microsoft.com/office/drawing/2014/main" id="{2106C707-5DC5-A0EC-7CCC-6CA32EE3741C}"/>
                  </a:ext>
                </a:extLst>
              </p:cNvPr>
              <p:cNvSpPr/>
              <p:nvPr/>
            </p:nvSpPr>
            <p:spPr>
              <a:xfrm>
                <a:off x="3695833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1" name="ph8306">
                <a:extLst>
                  <a:ext uri="{FF2B5EF4-FFF2-40B4-BE49-F238E27FC236}">
                    <a16:creationId xmlns:a16="http://schemas.microsoft.com/office/drawing/2014/main" id="{FF96A196-AD1E-4E18-B1C1-BA081DA86D07}"/>
                  </a:ext>
                </a:extLst>
              </p:cNvPr>
              <p:cNvSpPr/>
              <p:nvPr/>
            </p:nvSpPr>
            <p:spPr>
              <a:xfrm>
                <a:off x="370527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2" name="ph8307">
                <a:extLst>
                  <a:ext uri="{FF2B5EF4-FFF2-40B4-BE49-F238E27FC236}">
                    <a16:creationId xmlns:a16="http://schemas.microsoft.com/office/drawing/2014/main" id="{6B4F05E3-409A-8F43-6D3A-167EC032E3EE}"/>
                  </a:ext>
                </a:extLst>
              </p:cNvPr>
              <p:cNvSpPr/>
              <p:nvPr/>
            </p:nvSpPr>
            <p:spPr>
              <a:xfrm>
                <a:off x="371471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3" name="ph8308">
                <a:extLst>
                  <a:ext uri="{FF2B5EF4-FFF2-40B4-BE49-F238E27FC236}">
                    <a16:creationId xmlns:a16="http://schemas.microsoft.com/office/drawing/2014/main" id="{0696FDC9-57A7-6E81-E716-7D1D04EE09E3}"/>
                  </a:ext>
                </a:extLst>
              </p:cNvPr>
              <p:cNvSpPr/>
              <p:nvPr/>
            </p:nvSpPr>
            <p:spPr>
              <a:xfrm>
                <a:off x="372415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4" name="ph8309">
                <a:extLst>
                  <a:ext uri="{FF2B5EF4-FFF2-40B4-BE49-F238E27FC236}">
                    <a16:creationId xmlns:a16="http://schemas.microsoft.com/office/drawing/2014/main" id="{2D15A7B2-4F49-39B1-49B7-957DD42E6ADB}"/>
                  </a:ext>
                </a:extLst>
              </p:cNvPr>
              <p:cNvSpPr/>
              <p:nvPr/>
            </p:nvSpPr>
            <p:spPr>
              <a:xfrm>
                <a:off x="3733594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5" name="ph8310">
                <a:extLst>
                  <a:ext uri="{FF2B5EF4-FFF2-40B4-BE49-F238E27FC236}">
                    <a16:creationId xmlns:a16="http://schemas.microsoft.com/office/drawing/2014/main" id="{8529CCDA-03F1-321C-DC26-6E268EB4230C}"/>
                  </a:ext>
                </a:extLst>
              </p:cNvPr>
              <p:cNvSpPr/>
              <p:nvPr/>
            </p:nvSpPr>
            <p:spPr>
              <a:xfrm>
                <a:off x="374303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6" name="ph8311">
                <a:extLst>
                  <a:ext uri="{FF2B5EF4-FFF2-40B4-BE49-F238E27FC236}">
                    <a16:creationId xmlns:a16="http://schemas.microsoft.com/office/drawing/2014/main" id="{093C40D8-FFC2-B746-B263-4976B57B4959}"/>
                  </a:ext>
                </a:extLst>
              </p:cNvPr>
              <p:cNvSpPr/>
              <p:nvPr/>
            </p:nvSpPr>
            <p:spPr>
              <a:xfrm>
                <a:off x="375247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7" name="ph8312">
                <a:extLst>
                  <a:ext uri="{FF2B5EF4-FFF2-40B4-BE49-F238E27FC236}">
                    <a16:creationId xmlns:a16="http://schemas.microsoft.com/office/drawing/2014/main" id="{2D76BF5F-DCC4-0EBC-821E-02C632F77AC5}"/>
                  </a:ext>
                </a:extLst>
              </p:cNvPr>
              <p:cNvSpPr/>
              <p:nvPr/>
            </p:nvSpPr>
            <p:spPr>
              <a:xfrm>
                <a:off x="376191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8" name="ph8313">
                <a:extLst>
                  <a:ext uri="{FF2B5EF4-FFF2-40B4-BE49-F238E27FC236}">
                    <a16:creationId xmlns:a16="http://schemas.microsoft.com/office/drawing/2014/main" id="{A50B2738-2884-1A0C-B43A-8C7B2909AC67}"/>
                  </a:ext>
                </a:extLst>
              </p:cNvPr>
              <p:cNvSpPr/>
              <p:nvPr/>
            </p:nvSpPr>
            <p:spPr>
              <a:xfrm>
                <a:off x="3771355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9" name="ph8314">
                <a:extLst>
                  <a:ext uri="{FF2B5EF4-FFF2-40B4-BE49-F238E27FC236}">
                    <a16:creationId xmlns:a16="http://schemas.microsoft.com/office/drawing/2014/main" id="{6EE63F7A-940C-28FF-860D-45A643495811}"/>
                  </a:ext>
                </a:extLst>
              </p:cNvPr>
              <p:cNvSpPr/>
              <p:nvPr/>
            </p:nvSpPr>
            <p:spPr>
              <a:xfrm>
                <a:off x="378079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0" name="ph8315">
                <a:extLst>
                  <a:ext uri="{FF2B5EF4-FFF2-40B4-BE49-F238E27FC236}">
                    <a16:creationId xmlns:a16="http://schemas.microsoft.com/office/drawing/2014/main" id="{961675CF-1593-54B0-51D4-E8B6DF4EEB0E}"/>
                  </a:ext>
                </a:extLst>
              </p:cNvPr>
              <p:cNvSpPr/>
              <p:nvPr/>
            </p:nvSpPr>
            <p:spPr>
              <a:xfrm>
                <a:off x="379023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1" name="ph8316">
                <a:extLst>
                  <a:ext uri="{FF2B5EF4-FFF2-40B4-BE49-F238E27FC236}">
                    <a16:creationId xmlns:a16="http://schemas.microsoft.com/office/drawing/2014/main" id="{D1EDA1DC-478E-D5C1-B78F-977844F48763}"/>
                  </a:ext>
                </a:extLst>
              </p:cNvPr>
              <p:cNvSpPr/>
              <p:nvPr/>
            </p:nvSpPr>
            <p:spPr>
              <a:xfrm>
                <a:off x="379967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2" name="ph8317">
                <a:extLst>
                  <a:ext uri="{FF2B5EF4-FFF2-40B4-BE49-F238E27FC236}">
                    <a16:creationId xmlns:a16="http://schemas.microsoft.com/office/drawing/2014/main" id="{C2B98CFD-80FF-35A5-19D0-706B0D80B20F}"/>
                  </a:ext>
                </a:extLst>
              </p:cNvPr>
              <p:cNvSpPr/>
              <p:nvPr/>
            </p:nvSpPr>
            <p:spPr>
              <a:xfrm>
                <a:off x="380911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3" name="ph8318">
                <a:extLst>
                  <a:ext uri="{FF2B5EF4-FFF2-40B4-BE49-F238E27FC236}">
                    <a16:creationId xmlns:a16="http://schemas.microsoft.com/office/drawing/2014/main" id="{666A75D1-9978-68BF-E59B-2AD771224263}"/>
                  </a:ext>
                </a:extLst>
              </p:cNvPr>
              <p:cNvSpPr/>
              <p:nvPr/>
            </p:nvSpPr>
            <p:spPr>
              <a:xfrm>
                <a:off x="3818556" y="93790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4" name="ph8319">
                <a:extLst>
                  <a:ext uri="{FF2B5EF4-FFF2-40B4-BE49-F238E27FC236}">
                    <a16:creationId xmlns:a16="http://schemas.microsoft.com/office/drawing/2014/main" id="{9AE7FD48-2D9B-659E-E95A-9FCE21131DEE}"/>
                  </a:ext>
                </a:extLst>
              </p:cNvPr>
              <p:cNvSpPr/>
              <p:nvPr/>
            </p:nvSpPr>
            <p:spPr>
              <a:xfrm>
                <a:off x="3827997" y="955476"/>
                <a:ext cx="919473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9473" h="914399">
                    <a:moveTo>
                      <a:pt x="914400" y="914399"/>
                    </a:moveTo>
                    <a:lnTo>
                      <a:pt x="914423" y="896830"/>
                    </a:lnTo>
                    <a:lnTo>
                      <a:pt x="915130" y="898990"/>
                    </a:lnTo>
                    <a:lnTo>
                      <a:pt x="918066" y="909177"/>
                    </a:lnTo>
                    <a:lnTo>
                      <a:pt x="918151" y="909491"/>
                    </a:lnTo>
                    <a:lnTo>
                      <a:pt x="918236" y="909810"/>
                    </a:lnTo>
                    <a:lnTo>
                      <a:pt x="918322" y="910128"/>
                    </a:lnTo>
                    <a:lnTo>
                      <a:pt x="918408" y="910447"/>
                    </a:lnTo>
                    <a:lnTo>
                      <a:pt x="918494" y="910765"/>
                    </a:lnTo>
                    <a:lnTo>
                      <a:pt x="918580" y="911084"/>
                    </a:lnTo>
                    <a:lnTo>
                      <a:pt x="918666" y="911402"/>
                    </a:lnTo>
                    <a:lnTo>
                      <a:pt x="918751" y="911721"/>
                    </a:lnTo>
                    <a:lnTo>
                      <a:pt x="918837" y="912039"/>
                    </a:lnTo>
                    <a:lnTo>
                      <a:pt x="918923" y="912358"/>
                    </a:lnTo>
                    <a:lnTo>
                      <a:pt x="919009" y="912676"/>
                    </a:lnTo>
                    <a:lnTo>
                      <a:pt x="919094" y="912995"/>
                    </a:lnTo>
                    <a:lnTo>
                      <a:pt x="919180" y="913313"/>
                    </a:lnTo>
                    <a:lnTo>
                      <a:pt x="919266" y="913632"/>
                    </a:lnTo>
                    <a:lnTo>
                      <a:pt x="919352" y="913950"/>
                    </a:lnTo>
                    <a:lnTo>
                      <a:pt x="919438" y="914269"/>
                    </a:lnTo>
                    <a:lnTo>
                      <a:pt x="919473" y="91439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5" name="ph8320">
                <a:extLst>
                  <a:ext uri="{FF2B5EF4-FFF2-40B4-BE49-F238E27FC236}">
                    <a16:creationId xmlns:a16="http://schemas.microsoft.com/office/drawing/2014/main" id="{BFDAAF5B-BEC5-DEFA-0C1B-985451BB6555}"/>
                  </a:ext>
                </a:extLst>
              </p:cNvPr>
              <p:cNvSpPr/>
              <p:nvPr/>
            </p:nvSpPr>
            <p:spPr>
              <a:xfrm>
                <a:off x="2090993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12107" y="914399"/>
                    </a:lnTo>
                    <a:lnTo>
                      <a:pt x="912701" y="913546"/>
                    </a:lnTo>
                    <a:lnTo>
                      <a:pt x="914400" y="91135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6" name="ph8321">
                <a:extLst>
                  <a:ext uri="{FF2B5EF4-FFF2-40B4-BE49-F238E27FC236}">
                    <a16:creationId xmlns:a16="http://schemas.microsoft.com/office/drawing/2014/main" id="{8B4D2A5F-085E-C9CE-EE56-A59F4D2B0DAC}"/>
                  </a:ext>
                </a:extLst>
              </p:cNvPr>
              <p:cNvSpPr/>
              <p:nvPr/>
            </p:nvSpPr>
            <p:spPr>
              <a:xfrm>
                <a:off x="2100433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11359"/>
                    </a:lnTo>
                    <a:lnTo>
                      <a:pt x="908128" y="907277"/>
                    </a:lnTo>
                    <a:lnTo>
                      <a:pt x="913165" y="901490"/>
                    </a:lnTo>
                    <a:lnTo>
                      <a:pt x="914400" y="900232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7" name="ph8322">
                <a:extLst>
                  <a:ext uri="{FF2B5EF4-FFF2-40B4-BE49-F238E27FC236}">
                    <a16:creationId xmlns:a16="http://schemas.microsoft.com/office/drawing/2014/main" id="{F71918C0-2EF9-51DA-8363-C854C90DF57D}"/>
                  </a:ext>
                </a:extLst>
              </p:cNvPr>
              <p:cNvSpPr/>
              <p:nvPr/>
            </p:nvSpPr>
            <p:spPr>
              <a:xfrm>
                <a:off x="2109873" y="92033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7802"/>
                    </a:lnTo>
                    <a:lnTo>
                      <a:pt x="908299" y="914400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8" name="ph8323">
                <a:extLst>
                  <a:ext uri="{FF2B5EF4-FFF2-40B4-BE49-F238E27FC236}">
                    <a16:creationId xmlns:a16="http://schemas.microsoft.com/office/drawing/2014/main" id="{6C8FB07A-5518-FDD5-BA42-9D7C600AC2F1}"/>
                  </a:ext>
                </a:extLst>
              </p:cNvPr>
              <p:cNvSpPr/>
              <p:nvPr/>
            </p:nvSpPr>
            <p:spPr>
              <a:xfrm>
                <a:off x="210987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9" name="ph8324">
                <a:extLst>
                  <a:ext uri="{FF2B5EF4-FFF2-40B4-BE49-F238E27FC236}">
                    <a16:creationId xmlns:a16="http://schemas.microsoft.com/office/drawing/2014/main" id="{EB2FF336-B3B5-EB3E-064B-8929DC004D91}"/>
                  </a:ext>
                </a:extLst>
              </p:cNvPr>
              <p:cNvSpPr/>
              <p:nvPr/>
            </p:nvSpPr>
            <p:spPr>
              <a:xfrm>
                <a:off x="211931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0" name="ph8325">
                <a:extLst>
                  <a:ext uri="{FF2B5EF4-FFF2-40B4-BE49-F238E27FC236}">
                    <a16:creationId xmlns:a16="http://schemas.microsoft.com/office/drawing/2014/main" id="{40BEFFFB-FA2E-0CF4-3506-2CE83E1EFA49}"/>
                  </a:ext>
                </a:extLst>
              </p:cNvPr>
              <p:cNvSpPr/>
              <p:nvPr/>
            </p:nvSpPr>
            <p:spPr>
              <a:xfrm>
                <a:off x="212875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AAE">
                  <a:alpha val="100000"/>
                </a:srgbClr>
              </a:solidFill>
              <a:ln w="5420" cap="flat">
                <a:solidFill>
                  <a:srgbClr val="F2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1" name="ph8326">
                <a:extLst>
                  <a:ext uri="{FF2B5EF4-FFF2-40B4-BE49-F238E27FC236}">
                    <a16:creationId xmlns:a16="http://schemas.microsoft.com/office/drawing/2014/main" id="{9E91181A-5A4C-C4FE-D836-2A037627515D}"/>
                  </a:ext>
                </a:extLst>
              </p:cNvPr>
              <p:cNvSpPr/>
              <p:nvPr/>
            </p:nvSpPr>
            <p:spPr>
              <a:xfrm>
                <a:off x="213819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2" name="ph8327">
                <a:extLst>
                  <a:ext uri="{FF2B5EF4-FFF2-40B4-BE49-F238E27FC236}">
                    <a16:creationId xmlns:a16="http://schemas.microsoft.com/office/drawing/2014/main" id="{C9FA0D66-E947-5916-DD2C-AFA3A58CC45A}"/>
                  </a:ext>
                </a:extLst>
              </p:cNvPr>
              <p:cNvSpPr/>
              <p:nvPr/>
            </p:nvSpPr>
            <p:spPr>
              <a:xfrm>
                <a:off x="214763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3" name="ph8328">
                <a:extLst>
                  <a:ext uri="{FF2B5EF4-FFF2-40B4-BE49-F238E27FC236}">
                    <a16:creationId xmlns:a16="http://schemas.microsoft.com/office/drawing/2014/main" id="{59E813A5-21CB-081F-0969-C17520064C24}"/>
                  </a:ext>
                </a:extLst>
              </p:cNvPr>
              <p:cNvSpPr/>
              <p:nvPr/>
            </p:nvSpPr>
            <p:spPr>
              <a:xfrm>
                <a:off x="215707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4" name="ph8329">
                <a:extLst>
                  <a:ext uri="{FF2B5EF4-FFF2-40B4-BE49-F238E27FC236}">
                    <a16:creationId xmlns:a16="http://schemas.microsoft.com/office/drawing/2014/main" id="{1F49B81A-96EF-DA27-7713-72167B08B3AB}"/>
                  </a:ext>
                </a:extLst>
              </p:cNvPr>
              <p:cNvSpPr/>
              <p:nvPr/>
            </p:nvSpPr>
            <p:spPr>
              <a:xfrm>
                <a:off x="216651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5" name="ph8330">
                <a:extLst>
                  <a:ext uri="{FF2B5EF4-FFF2-40B4-BE49-F238E27FC236}">
                    <a16:creationId xmlns:a16="http://schemas.microsoft.com/office/drawing/2014/main" id="{766A0E34-1C67-65EF-1731-9AC8DAA5C5F9}"/>
                  </a:ext>
                </a:extLst>
              </p:cNvPr>
              <p:cNvSpPr/>
              <p:nvPr/>
            </p:nvSpPr>
            <p:spPr>
              <a:xfrm>
                <a:off x="217595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6" name="ph8331">
                <a:extLst>
                  <a:ext uri="{FF2B5EF4-FFF2-40B4-BE49-F238E27FC236}">
                    <a16:creationId xmlns:a16="http://schemas.microsoft.com/office/drawing/2014/main" id="{F3F1B7AD-C9C1-60C6-CBC5-476D847E7B76}"/>
                  </a:ext>
                </a:extLst>
              </p:cNvPr>
              <p:cNvSpPr/>
              <p:nvPr/>
            </p:nvSpPr>
            <p:spPr>
              <a:xfrm>
                <a:off x="218539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7" name="ph8332">
                <a:extLst>
                  <a:ext uri="{FF2B5EF4-FFF2-40B4-BE49-F238E27FC236}">
                    <a16:creationId xmlns:a16="http://schemas.microsoft.com/office/drawing/2014/main" id="{149F1D6A-1D6F-1E41-99B5-646F2983AC50}"/>
                  </a:ext>
                </a:extLst>
              </p:cNvPr>
              <p:cNvSpPr/>
              <p:nvPr/>
            </p:nvSpPr>
            <p:spPr>
              <a:xfrm>
                <a:off x="219483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8" name="ph8333">
                <a:extLst>
                  <a:ext uri="{FF2B5EF4-FFF2-40B4-BE49-F238E27FC236}">
                    <a16:creationId xmlns:a16="http://schemas.microsoft.com/office/drawing/2014/main" id="{CC507987-A5A3-91E5-4EF8-3679C6F2ECA6}"/>
                  </a:ext>
                </a:extLst>
              </p:cNvPr>
              <p:cNvSpPr/>
              <p:nvPr/>
            </p:nvSpPr>
            <p:spPr>
              <a:xfrm>
                <a:off x="2213716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9217" y="896830"/>
                    </a:lnTo>
                    <a:lnTo>
                      <a:pt x="912958" y="900562"/>
                    </a:lnTo>
                    <a:lnTo>
                      <a:pt x="914400" y="902186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9" name="ph8334">
                <a:extLst>
                  <a:ext uri="{FF2B5EF4-FFF2-40B4-BE49-F238E27FC236}">
                    <a16:creationId xmlns:a16="http://schemas.microsoft.com/office/drawing/2014/main" id="{2A6AC0B1-5F16-76DE-1FB4-22E477B4F483}"/>
                  </a:ext>
                </a:extLst>
              </p:cNvPr>
              <p:cNvSpPr/>
              <p:nvPr/>
            </p:nvSpPr>
            <p:spPr>
              <a:xfrm>
                <a:off x="2223156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2186"/>
                    </a:lnTo>
                    <a:lnTo>
                      <a:pt x="908582" y="906266"/>
                    </a:lnTo>
                    <a:lnTo>
                      <a:pt x="913478" y="912455"/>
                    </a:lnTo>
                    <a:lnTo>
                      <a:pt x="914400" y="913755"/>
                    </a:lnTo>
                    <a:close/>
                  </a:path>
                </a:pathLst>
              </a:custGeom>
              <a:solidFill>
                <a:srgbClr val="F3FAAE">
                  <a:alpha val="100000"/>
                </a:srgbClr>
              </a:solidFill>
              <a:ln w="5420" cap="flat">
                <a:solidFill>
                  <a:srgbClr val="F3FA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0" name="ph8335">
                <a:extLst>
                  <a:ext uri="{FF2B5EF4-FFF2-40B4-BE49-F238E27FC236}">
                    <a16:creationId xmlns:a16="http://schemas.microsoft.com/office/drawing/2014/main" id="{B1173BAB-6207-69FB-E69A-6D19C20AF65A}"/>
                  </a:ext>
                </a:extLst>
              </p:cNvPr>
              <p:cNvSpPr/>
              <p:nvPr/>
            </p:nvSpPr>
            <p:spPr>
              <a:xfrm>
                <a:off x="2223156" y="937907"/>
                <a:ext cx="9148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856" h="914399">
                    <a:moveTo>
                      <a:pt x="914400" y="914399"/>
                    </a:moveTo>
                    <a:lnTo>
                      <a:pt x="914400" y="913755"/>
                    </a:lnTo>
                    <a:lnTo>
                      <a:pt x="914856" y="914399"/>
                    </a:lnTo>
                    <a:close/>
                  </a:path>
                </a:pathLst>
              </a:custGeom>
              <a:solidFill>
                <a:srgbClr val="F3FAAF">
                  <a:alpha val="100000"/>
                </a:srgbClr>
              </a:solidFill>
              <a:ln w="5420" cap="flat">
                <a:solidFill>
                  <a:srgbClr val="F3FA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1" name="ph8336">
                <a:extLst>
                  <a:ext uri="{FF2B5EF4-FFF2-40B4-BE49-F238E27FC236}">
                    <a16:creationId xmlns:a16="http://schemas.microsoft.com/office/drawing/2014/main" id="{16DDB124-C515-C03D-C66B-83D4CF335829}"/>
                  </a:ext>
                </a:extLst>
              </p:cNvPr>
              <p:cNvSpPr/>
              <p:nvPr/>
            </p:nvSpPr>
            <p:spPr>
              <a:xfrm>
                <a:off x="3337104" y="920337"/>
                <a:ext cx="914400" cy="92909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9090">
                    <a:moveTo>
                      <a:pt x="914400" y="914400"/>
                    </a:moveTo>
                    <a:lnTo>
                      <a:pt x="914400" y="929090"/>
                    </a:lnTo>
                    <a:lnTo>
                      <a:pt x="912142" y="925305"/>
                    </a:lnTo>
                    <a:lnTo>
                      <a:pt x="908030" y="917666"/>
                    </a:lnTo>
                    <a:lnTo>
                      <a:pt x="906443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2" name="ph8337">
                <a:extLst>
                  <a:ext uri="{FF2B5EF4-FFF2-40B4-BE49-F238E27FC236}">
                    <a16:creationId xmlns:a16="http://schemas.microsoft.com/office/drawing/2014/main" id="{BBED1B1A-1892-99CA-3C8D-E6EEB99E0058}"/>
                  </a:ext>
                </a:extLst>
              </p:cNvPr>
              <p:cNvSpPr/>
              <p:nvPr/>
            </p:nvSpPr>
            <p:spPr>
              <a:xfrm>
                <a:off x="333710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6118" y="931969"/>
                    </a:lnTo>
                    <a:lnTo>
                      <a:pt x="914400" y="92909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3" name="ph8338">
                <a:extLst>
                  <a:ext uri="{FF2B5EF4-FFF2-40B4-BE49-F238E27FC236}">
                    <a16:creationId xmlns:a16="http://schemas.microsoft.com/office/drawing/2014/main" id="{904C57CF-B65E-A670-ED88-D9CE4DF9A45A}"/>
                  </a:ext>
                </a:extLst>
              </p:cNvPr>
              <p:cNvSpPr/>
              <p:nvPr/>
            </p:nvSpPr>
            <p:spPr>
              <a:xfrm>
                <a:off x="334654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4" name="ph8339">
                <a:extLst>
                  <a:ext uri="{FF2B5EF4-FFF2-40B4-BE49-F238E27FC236}">
                    <a16:creationId xmlns:a16="http://schemas.microsoft.com/office/drawing/2014/main" id="{A4F32666-83BE-FDD5-B888-BBF8792D200D}"/>
                  </a:ext>
                </a:extLst>
              </p:cNvPr>
              <p:cNvSpPr/>
              <p:nvPr/>
            </p:nvSpPr>
            <p:spPr>
              <a:xfrm>
                <a:off x="335598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5" name="ph8340">
                <a:extLst>
                  <a:ext uri="{FF2B5EF4-FFF2-40B4-BE49-F238E27FC236}">
                    <a16:creationId xmlns:a16="http://schemas.microsoft.com/office/drawing/2014/main" id="{D4689CCB-DEC7-4551-F6DA-AACD9619F8F1}"/>
                  </a:ext>
                </a:extLst>
              </p:cNvPr>
              <p:cNvSpPr/>
              <p:nvPr/>
            </p:nvSpPr>
            <p:spPr>
              <a:xfrm>
                <a:off x="336542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6" name="ph8341">
                <a:extLst>
                  <a:ext uri="{FF2B5EF4-FFF2-40B4-BE49-F238E27FC236}">
                    <a16:creationId xmlns:a16="http://schemas.microsoft.com/office/drawing/2014/main" id="{EDED0087-7848-D37B-03F6-A6C0CBD62B35}"/>
                  </a:ext>
                </a:extLst>
              </p:cNvPr>
              <p:cNvSpPr/>
              <p:nvPr/>
            </p:nvSpPr>
            <p:spPr>
              <a:xfrm>
                <a:off x="337486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7" name="ph8342">
                <a:extLst>
                  <a:ext uri="{FF2B5EF4-FFF2-40B4-BE49-F238E27FC236}">
                    <a16:creationId xmlns:a16="http://schemas.microsoft.com/office/drawing/2014/main" id="{16FB6F77-799F-ECA8-FD2E-D96C409280EB}"/>
                  </a:ext>
                </a:extLst>
              </p:cNvPr>
              <p:cNvSpPr/>
              <p:nvPr/>
            </p:nvSpPr>
            <p:spPr>
              <a:xfrm>
                <a:off x="338430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8" name="ph8343">
                <a:extLst>
                  <a:ext uri="{FF2B5EF4-FFF2-40B4-BE49-F238E27FC236}">
                    <a16:creationId xmlns:a16="http://schemas.microsoft.com/office/drawing/2014/main" id="{65C76C92-43A5-A2BF-8E33-B51B24D4DD7A}"/>
                  </a:ext>
                </a:extLst>
              </p:cNvPr>
              <p:cNvSpPr/>
              <p:nvPr/>
            </p:nvSpPr>
            <p:spPr>
              <a:xfrm>
                <a:off x="339374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9" name="ph8344">
                <a:extLst>
                  <a:ext uri="{FF2B5EF4-FFF2-40B4-BE49-F238E27FC236}">
                    <a16:creationId xmlns:a16="http://schemas.microsoft.com/office/drawing/2014/main" id="{C8995B66-D646-05B3-66AF-20A509A54C45}"/>
                  </a:ext>
                </a:extLst>
              </p:cNvPr>
              <p:cNvSpPr/>
              <p:nvPr/>
            </p:nvSpPr>
            <p:spPr>
              <a:xfrm>
                <a:off x="340318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0" name="ph8345">
                <a:extLst>
                  <a:ext uri="{FF2B5EF4-FFF2-40B4-BE49-F238E27FC236}">
                    <a16:creationId xmlns:a16="http://schemas.microsoft.com/office/drawing/2014/main" id="{1D79F949-26CC-6B2D-4BC8-35A547D63CE7}"/>
                  </a:ext>
                </a:extLst>
              </p:cNvPr>
              <p:cNvSpPr/>
              <p:nvPr/>
            </p:nvSpPr>
            <p:spPr>
              <a:xfrm>
                <a:off x="341262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1" name="ph8346">
                <a:extLst>
                  <a:ext uri="{FF2B5EF4-FFF2-40B4-BE49-F238E27FC236}">
                    <a16:creationId xmlns:a16="http://schemas.microsoft.com/office/drawing/2014/main" id="{71F58872-AB7D-A131-EE9C-6E7B0EE7573B}"/>
                  </a:ext>
                </a:extLst>
              </p:cNvPr>
              <p:cNvSpPr/>
              <p:nvPr/>
            </p:nvSpPr>
            <p:spPr>
              <a:xfrm>
                <a:off x="342206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2" name="ph8347">
                <a:extLst>
                  <a:ext uri="{FF2B5EF4-FFF2-40B4-BE49-F238E27FC236}">
                    <a16:creationId xmlns:a16="http://schemas.microsoft.com/office/drawing/2014/main" id="{F08D9DFD-C020-79D1-6221-F6294C336E7B}"/>
                  </a:ext>
                </a:extLst>
              </p:cNvPr>
              <p:cNvSpPr/>
              <p:nvPr/>
            </p:nvSpPr>
            <p:spPr>
              <a:xfrm>
                <a:off x="343150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3" name="ph8348">
                <a:extLst>
                  <a:ext uri="{FF2B5EF4-FFF2-40B4-BE49-F238E27FC236}">
                    <a16:creationId xmlns:a16="http://schemas.microsoft.com/office/drawing/2014/main" id="{CCFE2F2B-CB37-EBFD-D1BD-32E0A8048DF7}"/>
                  </a:ext>
                </a:extLst>
              </p:cNvPr>
              <p:cNvSpPr/>
              <p:nvPr/>
            </p:nvSpPr>
            <p:spPr>
              <a:xfrm>
                <a:off x="344094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4" name="ph8349">
                <a:extLst>
                  <a:ext uri="{FF2B5EF4-FFF2-40B4-BE49-F238E27FC236}">
                    <a16:creationId xmlns:a16="http://schemas.microsoft.com/office/drawing/2014/main" id="{3D5CD449-B630-47AC-039C-169424908616}"/>
                  </a:ext>
                </a:extLst>
              </p:cNvPr>
              <p:cNvSpPr/>
              <p:nvPr/>
            </p:nvSpPr>
            <p:spPr>
              <a:xfrm>
                <a:off x="345038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5" name="ph8350">
                <a:extLst>
                  <a:ext uri="{FF2B5EF4-FFF2-40B4-BE49-F238E27FC236}">
                    <a16:creationId xmlns:a16="http://schemas.microsoft.com/office/drawing/2014/main" id="{F4D3A863-4A76-4F30-12D7-FDEB60452FA6}"/>
                  </a:ext>
                </a:extLst>
              </p:cNvPr>
              <p:cNvSpPr/>
              <p:nvPr/>
            </p:nvSpPr>
            <p:spPr>
              <a:xfrm>
                <a:off x="3459827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6" name="ph8351">
                <a:extLst>
                  <a:ext uri="{FF2B5EF4-FFF2-40B4-BE49-F238E27FC236}">
                    <a16:creationId xmlns:a16="http://schemas.microsoft.com/office/drawing/2014/main" id="{289E9AF0-B2CE-EE5D-B424-74AFD9633A17}"/>
                  </a:ext>
                </a:extLst>
              </p:cNvPr>
              <p:cNvSpPr/>
              <p:nvPr/>
            </p:nvSpPr>
            <p:spPr>
              <a:xfrm>
                <a:off x="346926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7" name="ph8352">
                <a:extLst>
                  <a:ext uri="{FF2B5EF4-FFF2-40B4-BE49-F238E27FC236}">
                    <a16:creationId xmlns:a16="http://schemas.microsoft.com/office/drawing/2014/main" id="{7E1BF5E0-9957-6211-4881-9676F9F7306A}"/>
                  </a:ext>
                </a:extLst>
              </p:cNvPr>
              <p:cNvSpPr/>
              <p:nvPr/>
            </p:nvSpPr>
            <p:spPr>
              <a:xfrm>
                <a:off x="347870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8" name="ph8353">
                <a:extLst>
                  <a:ext uri="{FF2B5EF4-FFF2-40B4-BE49-F238E27FC236}">
                    <a16:creationId xmlns:a16="http://schemas.microsoft.com/office/drawing/2014/main" id="{57B4BEE1-2DDE-713E-97B4-7FDCC0F5FDC8}"/>
                  </a:ext>
                </a:extLst>
              </p:cNvPr>
              <p:cNvSpPr/>
              <p:nvPr/>
            </p:nvSpPr>
            <p:spPr>
              <a:xfrm>
                <a:off x="348814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9" name="ph8354">
                <a:extLst>
                  <a:ext uri="{FF2B5EF4-FFF2-40B4-BE49-F238E27FC236}">
                    <a16:creationId xmlns:a16="http://schemas.microsoft.com/office/drawing/2014/main" id="{A6FCC4E7-8FA6-818C-D3C7-8955A9F6CA87}"/>
                  </a:ext>
                </a:extLst>
              </p:cNvPr>
              <p:cNvSpPr/>
              <p:nvPr/>
            </p:nvSpPr>
            <p:spPr>
              <a:xfrm>
                <a:off x="3497588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0" name="ph8355">
                <a:extLst>
                  <a:ext uri="{FF2B5EF4-FFF2-40B4-BE49-F238E27FC236}">
                    <a16:creationId xmlns:a16="http://schemas.microsoft.com/office/drawing/2014/main" id="{1C51BBB2-8494-B925-5F99-2E0467B796BB}"/>
                  </a:ext>
                </a:extLst>
              </p:cNvPr>
              <p:cNvSpPr/>
              <p:nvPr/>
            </p:nvSpPr>
            <p:spPr>
              <a:xfrm>
                <a:off x="350702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1" name="ph8356">
                <a:extLst>
                  <a:ext uri="{FF2B5EF4-FFF2-40B4-BE49-F238E27FC236}">
                    <a16:creationId xmlns:a16="http://schemas.microsoft.com/office/drawing/2014/main" id="{2E6E9703-A931-DDCC-AF49-E5B6EFCE8950}"/>
                  </a:ext>
                </a:extLst>
              </p:cNvPr>
              <p:cNvSpPr/>
              <p:nvPr/>
            </p:nvSpPr>
            <p:spPr>
              <a:xfrm>
                <a:off x="351646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2" name="ph8357">
                <a:extLst>
                  <a:ext uri="{FF2B5EF4-FFF2-40B4-BE49-F238E27FC236}">
                    <a16:creationId xmlns:a16="http://schemas.microsoft.com/office/drawing/2014/main" id="{E85BCD14-B0E7-74B2-DB4B-5E08DADF0741}"/>
                  </a:ext>
                </a:extLst>
              </p:cNvPr>
              <p:cNvSpPr/>
              <p:nvPr/>
            </p:nvSpPr>
            <p:spPr>
              <a:xfrm>
                <a:off x="352590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3" name="ph8358">
                <a:extLst>
                  <a:ext uri="{FF2B5EF4-FFF2-40B4-BE49-F238E27FC236}">
                    <a16:creationId xmlns:a16="http://schemas.microsoft.com/office/drawing/2014/main" id="{87E1B4E0-B7B3-516C-CFAB-9885B1D674F6}"/>
                  </a:ext>
                </a:extLst>
              </p:cNvPr>
              <p:cNvSpPr/>
              <p:nvPr/>
            </p:nvSpPr>
            <p:spPr>
              <a:xfrm>
                <a:off x="3535349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4" name="ph8359">
                <a:extLst>
                  <a:ext uri="{FF2B5EF4-FFF2-40B4-BE49-F238E27FC236}">
                    <a16:creationId xmlns:a16="http://schemas.microsoft.com/office/drawing/2014/main" id="{BD3CF1A8-562F-B45B-C8BB-6C25FEDE0565}"/>
                  </a:ext>
                </a:extLst>
              </p:cNvPr>
              <p:cNvSpPr/>
              <p:nvPr/>
            </p:nvSpPr>
            <p:spPr>
              <a:xfrm>
                <a:off x="354479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5" name="ph8360">
                <a:extLst>
                  <a:ext uri="{FF2B5EF4-FFF2-40B4-BE49-F238E27FC236}">
                    <a16:creationId xmlns:a16="http://schemas.microsoft.com/office/drawing/2014/main" id="{1045EEB7-44C0-2EE3-7232-A9981D9777C1}"/>
                  </a:ext>
                </a:extLst>
              </p:cNvPr>
              <p:cNvSpPr/>
              <p:nvPr/>
            </p:nvSpPr>
            <p:spPr>
              <a:xfrm>
                <a:off x="355423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6" name="ph8361">
                <a:extLst>
                  <a:ext uri="{FF2B5EF4-FFF2-40B4-BE49-F238E27FC236}">
                    <a16:creationId xmlns:a16="http://schemas.microsoft.com/office/drawing/2014/main" id="{BF625005-1D46-8E80-DBD1-7A853E63FE08}"/>
                  </a:ext>
                </a:extLst>
              </p:cNvPr>
              <p:cNvSpPr/>
              <p:nvPr/>
            </p:nvSpPr>
            <p:spPr>
              <a:xfrm>
                <a:off x="356367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7" name="ph8362">
                <a:extLst>
                  <a:ext uri="{FF2B5EF4-FFF2-40B4-BE49-F238E27FC236}">
                    <a16:creationId xmlns:a16="http://schemas.microsoft.com/office/drawing/2014/main" id="{0D91A20E-9966-4514-9E71-69196C9178D8}"/>
                  </a:ext>
                </a:extLst>
              </p:cNvPr>
              <p:cNvSpPr/>
              <p:nvPr/>
            </p:nvSpPr>
            <p:spPr>
              <a:xfrm>
                <a:off x="357311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8" name="ph8363">
                <a:extLst>
                  <a:ext uri="{FF2B5EF4-FFF2-40B4-BE49-F238E27FC236}">
                    <a16:creationId xmlns:a16="http://schemas.microsoft.com/office/drawing/2014/main" id="{543146CE-910E-F0F9-3F0B-4412A07D76D1}"/>
                  </a:ext>
                </a:extLst>
              </p:cNvPr>
              <p:cNvSpPr/>
              <p:nvPr/>
            </p:nvSpPr>
            <p:spPr>
              <a:xfrm>
                <a:off x="3582550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9" name="ph8364">
                <a:extLst>
                  <a:ext uri="{FF2B5EF4-FFF2-40B4-BE49-F238E27FC236}">
                    <a16:creationId xmlns:a16="http://schemas.microsoft.com/office/drawing/2014/main" id="{1840517C-E27B-A573-72AE-D5DE5EE652C6}"/>
                  </a:ext>
                </a:extLst>
              </p:cNvPr>
              <p:cNvSpPr/>
              <p:nvPr/>
            </p:nvSpPr>
            <p:spPr>
              <a:xfrm>
                <a:off x="359199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0" name="ph8365">
                <a:extLst>
                  <a:ext uri="{FF2B5EF4-FFF2-40B4-BE49-F238E27FC236}">
                    <a16:creationId xmlns:a16="http://schemas.microsoft.com/office/drawing/2014/main" id="{0888432E-1358-FEA5-8122-2A1B71F82F38}"/>
                  </a:ext>
                </a:extLst>
              </p:cNvPr>
              <p:cNvSpPr/>
              <p:nvPr/>
            </p:nvSpPr>
            <p:spPr>
              <a:xfrm>
                <a:off x="360143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1" name="ph8366">
                <a:extLst>
                  <a:ext uri="{FF2B5EF4-FFF2-40B4-BE49-F238E27FC236}">
                    <a16:creationId xmlns:a16="http://schemas.microsoft.com/office/drawing/2014/main" id="{4C0C1A84-BB03-B86E-C8AC-939539F419AD}"/>
                  </a:ext>
                </a:extLst>
              </p:cNvPr>
              <p:cNvSpPr/>
              <p:nvPr/>
            </p:nvSpPr>
            <p:spPr>
              <a:xfrm>
                <a:off x="361087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2" name="ph8367">
                <a:extLst>
                  <a:ext uri="{FF2B5EF4-FFF2-40B4-BE49-F238E27FC236}">
                    <a16:creationId xmlns:a16="http://schemas.microsoft.com/office/drawing/2014/main" id="{A60DECDA-E0CB-1BAB-BC63-67D6F3EF6840}"/>
                  </a:ext>
                </a:extLst>
              </p:cNvPr>
              <p:cNvSpPr/>
              <p:nvPr/>
            </p:nvSpPr>
            <p:spPr>
              <a:xfrm>
                <a:off x="3620311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3" name="ph8368">
                <a:extLst>
                  <a:ext uri="{FF2B5EF4-FFF2-40B4-BE49-F238E27FC236}">
                    <a16:creationId xmlns:a16="http://schemas.microsoft.com/office/drawing/2014/main" id="{5080C9D6-1DEE-96C6-D1E3-C5EE19CB3BD5}"/>
                  </a:ext>
                </a:extLst>
              </p:cNvPr>
              <p:cNvSpPr/>
              <p:nvPr/>
            </p:nvSpPr>
            <p:spPr>
              <a:xfrm>
                <a:off x="362975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4" name="ph8369">
                <a:extLst>
                  <a:ext uri="{FF2B5EF4-FFF2-40B4-BE49-F238E27FC236}">
                    <a16:creationId xmlns:a16="http://schemas.microsoft.com/office/drawing/2014/main" id="{8D9664F7-3B02-95CE-FEB8-74E7C23501AB}"/>
                  </a:ext>
                </a:extLst>
              </p:cNvPr>
              <p:cNvSpPr/>
              <p:nvPr/>
            </p:nvSpPr>
            <p:spPr>
              <a:xfrm>
                <a:off x="363919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5" name="ph8370">
                <a:extLst>
                  <a:ext uri="{FF2B5EF4-FFF2-40B4-BE49-F238E27FC236}">
                    <a16:creationId xmlns:a16="http://schemas.microsoft.com/office/drawing/2014/main" id="{A55C7BA2-D2EC-B1AC-2699-289E3179EB60}"/>
                  </a:ext>
                </a:extLst>
              </p:cNvPr>
              <p:cNvSpPr/>
              <p:nvPr/>
            </p:nvSpPr>
            <p:spPr>
              <a:xfrm>
                <a:off x="364863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6" name="ph8371">
                <a:extLst>
                  <a:ext uri="{FF2B5EF4-FFF2-40B4-BE49-F238E27FC236}">
                    <a16:creationId xmlns:a16="http://schemas.microsoft.com/office/drawing/2014/main" id="{CC9AD466-E0FB-26EF-33C8-C294220974B6}"/>
                  </a:ext>
                </a:extLst>
              </p:cNvPr>
              <p:cNvSpPr/>
              <p:nvPr/>
            </p:nvSpPr>
            <p:spPr>
              <a:xfrm>
                <a:off x="3658072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7" name="ph8372">
                <a:extLst>
                  <a:ext uri="{FF2B5EF4-FFF2-40B4-BE49-F238E27FC236}">
                    <a16:creationId xmlns:a16="http://schemas.microsoft.com/office/drawing/2014/main" id="{88F61F90-E06B-330B-32A5-2B399D967482}"/>
                  </a:ext>
                </a:extLst>
              </p:cNvPr>
              <p:cNvSpPr/>
              <p:nvPr/>
            </p:nvSpPr>
            <p:spPr>
              <a:xfrm>
                <a:off x="366751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8" name="ph8373">
                <a:extLst>
                  <a:ext uri="{FF2B5EF4-FFF2-40B4-BE49-F238E27FC236}">
                    <a16:creationId xmlns:a16="http://schemas.microsoft.com/office/drawing/2014/main" id="{972C1BF0-5399-26D4-60D2-4E87449132BB}"/>
                  </a:ext>
                </a:extLst>
              </p:cNvPr>
              <p:cNvSpPr/>
              <p:nvPr/>
            </p:nvSpPr>
            <p:spPr>
              <a:xfrm>
                <a:off x="367695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9" name="ph8374">
                <a:extLst>
                  <a:ext uri="{FF2B5EF4-FFF2-40B4-BE49-F238E27FC236}">
                    <a16:creationId xmlns:a16="http://schemas.microsoft.com/office/drawing/2014/main" id="{5B769AE1-C659-8A75-35CF-15F4436984FD}"/>
                  </a:ext>
                </a:extLst>
              </p:cNvPr>
              <p:cNvSpPr/>
              <p:nvPr/>
            </p:nvSpPr>
            <p:spPr>
              <a:xfrm>
                <a:off x="368639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0" name="ph8375">
                <a:extLst>
                  <a:ext uri="{FF2B5EF4-FFF2-40B4-BE49-F238E27FC236}">
                    <a16:creationId xmlns:a16="http://schemas.microsoft.com/office/drawing/2014/main" id="{B1DE8D88-C618-C730-EE95-869EA0816D18}"/>
                  </a:ext>
                </a:extLst>
              </p:cNvPr>
              <p:cNvSpPr/>
              <p:nvPr/>
            </p:nvSpPr>
            <p:spPr>
              <a:xfrm>
                <a:off x="3695833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1" name="ph8376">
                <a:extLst>
                  <a:ext uri="{FF2B5EF4-FFF2-40B4-BE49-F238E27FC236}">
                    <a16:creationId xmlns:a16="http://schemas.microsoft.com/office/drawing/2014/main" id="{3EB3202E-5DF1-59B0-40EB-11BE9B01CE27}"/>
                  </a:ext>
                </a:extLst>
              </p:cNvPr>
              <p:cNvSpPr/>
              <p:nvPr/>
            </p:nvSpPr>
            <p:spPr>
              <a:xfrm>
                <a:off x="370527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2" name="ph8377">
                <a:extLst>
                  <a:ext uri="{FF2B5EF4-FFF2-40B4-BE49-F238E27FC236}">
                    <a16:creationId xmlns:a16="http://schemas.microsoft.com/office/drawing/2014/main" id="{67C23A3B-96FA-10C9-AA5C-15517A89DBD5}"/>
                  </a:ext>
                </a:extLst>
              </p:cNvPr>
              <p:cNvSpPr/>
              <p:nvPr/>
            </p:nvSpPr>
            <p:spPr>
              <a:xfrm>
                <a:off x="371471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3" name="ph8378">
                <a:extLst>
                  <a:ext uri="{FF2B5EF4-FFF2-40B4-BE49-F238E27FC236}">
                    <a16:creationId xmlns:a16="http://schemas.microsoft.com/office/drawing/2014/main" id="{D9EDA0D8-9DFF-08C2-31BF-7B591EFE29D1}"/>
                  </a:ext>
                </a:extLst>
              </p:cNvPr>
              <p:cNvSpPr/>
              <p:nvPr/>
            </p:nvSpPr>
            <p:spPr>
              <a:xfrm>
                <a:off x="372415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4" name="ph8379">
                <a:extLst>
                  <a:ext uri="{FF2B5EF4-FFF2-40B4-BE49-F238E27FC236}">
                    <a16:creationId xmlns:a16="http://schemas.microsoft.com/office/drawing/2014/main" id="{736CDC45-1FE5-7168-8DA0-382BDC5A6CD3}"/>
                  </a:ext>
                </a:extLst>
              </p:cNvPr>
              <p:cNvSpPr/>
              <p:nvPr/>
            </p:nvSpPr>
            <p:spPr>
              <a:xfrm>
                <a:off x="3733594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5" name="ph8380">
                <a:extLst>
                  <a:ext uri="{FF2B5EF4-FFF2-40B4-BE49-F238E27FC236}">
                    <a16:creationId xmlns:a16="http://schemas.microsoft.com/office/drawing/2014/main" id="{C6519A3F-D6CF-BD33-0B2C-D128F2F7469F}"/>
                  </a:ext>
                </a:extLst>
              </p:cNvPr>
              <p:cNvSpPr/>
              <p:nvPr/>
            </p:nvSpPr>
            <p:spPr>
              <a:xfrm>
                <a:off x="374303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6" name="ph8381">
                <a:extLst>
                  <a:ext uri="{FF2B5EF4-FFF2-40B4-BE49-F238E27FC236}">
                    <a16:creationId xmlns:a16="http://schemas.microsoft.com/office/drawing/2014/main" id="{41F3DCE0-F8ED-3C37-A32A-CA0135962A8F}"/>
                  </a:ext>
                </a:extLst>
              </p:cNvPr>
              <p:cNvSpPr/>
              <p:nvPr/>
            </p:nvSpPr>
            <p:spPr>
              <a:xfrm>
                <a:off x="375247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7" name="ph8382">
                <a:extLst>
                  <a:ext uri="{FF2B5EF4-FFF2-40B4-BE49-F238E27FC236}">
                    <a16:creationId xmlns:a16="http://schemas.microsoft.com/office/drawing/2014/main" id="{5419C7D3-19A1-0CAC-CA83-C56F6E42C61A}"/>
                  </a:ext>
                </a:extLst>
              </p:cNvPr>
              <p:cNvSpPr/>
              <p:nvPr/>
            </p:nvSpPr>
            <p:spPr>
              <a:xfrm>
                <a:off x="376191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8" name="ph8383">
                <a:extLst>
                  <a:ext uri="{FF2B5EF4-FFF2-40B4-BE49-F238E27FC236}">
                    <a16:creationId xmlns:a16="http://schemas.microsoft.com/office/drawing/2014/main" id="{E8813493-22F9-C044-A11D-137969A538BB}"/>
                  </a:ext>
                </a:extLst>
              </p:cNvPr>
              <p:cNvSpPr/>
              <p:nvPr/>
            </p:nvSpPr>
            <p:spPr>
              <a:xfrm>
                <a:off x="3771355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9" name="ph8384">
                <a:extLst>
                  <a:ext uri="{FF2B5EF4-FFF2-40B4-BE49-F238E27FC236}">
                    <a16:creationId xmlns:a16="http://schemas.microsoft.com/office/drawing/2014/main" id="{40A8EE35-ACF5-A8A3-7A26-468464517193}"/>
                  </a:ext>
                </a:extLst>
              </p:cNvPr>
              <p:cNvSpPr/>
              <p:nvPr/>
            </p:nvSpPr>
            <p:spPr>
              <a:xfrm>
                <a:off x="378079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0" name="ph8385">
                <a:extLst>
                  <a:ext uri="{FF2B5EF4-FFF2-40B4-BE49-F238E27FC236}">
                    <a16:creationId xmlns:a16="http://schemas.microsoft.com/office/drawing/2014/main" id="{D15BFF65-C1F3-5669-B931-E37B57E0F6E2}"/>
                  </a:ext>
                </a:extLst>
              </p:cNvPr>
              <p:cNvSpPr/>
              <p:nvPr/>
            </p:nvSpPr>
            <p:spPr>
              <a:xfrm>
                <a:off x="379023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1" name="ph8386">
                <a:extLst>
                  <a:ext uri="{FF2B5EF4-FFF2-40B4-BE49-F238E27FC236}">
                    <a16:creationId xmlns:a16="http://schemas.microsoft.com/office/drawing/2014/main" id="{64C3851F-A693-AA03-AE0B-5936779548E7}"/>
                  </a:ext>
                </a:extLst>
              </p:cNvPr>
              <p:cNvSpPr/>
              <p:nvPr/>
            </p:nvSpPr>
            <p:spPr>
              <a:xfrm>
                <a:off x="379967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2" name="ph8387">
                <a:extLst>
                  <a:ext uri="{FF2B5EF4-FFF2-40B4-BE49-F238E27FC236}">
                    <a16:creationId xmlns:a16="http://schemas.microsoft.com/office/drawing/2014/main" id="{4ABA4C92-1396-D4C9-8EB9-1D650565EF7D}"/>
                  </a:ext>
                </a:extLst>
              </p:cNvPr>
              <p:cNvSpPr/>
              <p:nvPr/>
            </p:nvSpPr>
            <p:spPr>
              <a:xfrm>
                <a:off x="3809116" y="92033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3" name="ph8388">
                <a:extLst>
                  <a:ext uri="{FF2B5EF4-FFF2-40B4-BE49-F238E27FC236}">
                    <a16:creationId xmlns:a16="http://schemas.microsoft.com/office/drawing/2014/main" id="{2D576717-1765-F423-9E31-125E66F99009}"/>
                  </a:ext>
                </a:extLst>
              </p:cNvPr>
              <p:cNvSpPr/>
              <p:nvPr/>
            </p:nvSpPr>
            <p:spPr>
              <a:xfrm>
                <a:off x="3827997" y="937907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245" y="896830"/>
                    </a:lnTo>
                    <a:lnTo>
                      <a:pt x="908382" y="897161"/>
                    </a:lnTo>
                    <a:lnTo>
                      <a:pt x="911899" y="90668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4" name="ph8389">
                <a:extLst>
                  <a:ext uri="{FF2B5EF4-FFF2-40B4-BE49-F238E27FC236}">
                    <a16:creationId xmlns:a16="http://schemas.microsoft.com/office/drawing/2014/main" id="{DC918453-14B2-A192-1D59-36471FFCA53E}"/>
                  </a:ext>
                </a:extLst>
              </p:cNvPr>
              <p:cNvSpPr/>
              <p:nvPr/>
            </p:nvSpPr>
            <p:spPr>
              <a:xfrm>
                <a:off x="2109873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8299" y="914400"/>
                    </a:lnTo>
                    <a:lnTo>
                      <a:pt x="908916" y="913771"/>
                    </a:lnTo>
                    <a:lnTo>
                      <a:pt x="914250" y="908993"/>
                    </a:lnTo>
                    <a:lnTo>
                      <a:pt x="914400" y="908876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5" name="ph8390">
                <a:extLst>
                  <a:ext uri="{FF2B5EF4-FFF2-40B4-BE49-F238E27FC236}">
                    <a16:creationId xmlns:a16="http://schemas.microsoft.com/office/drawing/2014/main" id="{4DAB6635-82B8-AF27-3538-AC40423A1043}"/>
                  </a:ext>
                </a:extLst>
              </p:cNvPr>
              <p:cNvSpPr/>
              <p:nvPr/>
            </p:nvSpPr>
            <p:spPr>
              <a:xfrm>
                <a:off x="2119313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876"/>
                    </a:lnTo>
                    <a:lnTo>
                      <a:pt x="910270" y="904740"/>
                    </a:lnTo>
                    <a:lnTo>
                      <a:pt x="914400" y="901986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6" name="ph8391">
                <a:extLst>
                  <a:ext uri="{FF2B5EF4-FFF2-40B4-BE49-F238E27FC236}">
                    <a16:creationId xmlns:a16="http://schemas.microsoft.com/office/drawing/2014/main" id="{2FE1B6DB-DC9D-C3A6-0106-65F50B2DF53B}"/>
                  </a:ext>
                </a:extLst>
              </p:cNvPr>
              <p:cNvSpPr/>
              <p:nvPr/>
            </p:nvSpPr>
            <p:spPr>
              <a:xfrm>
                <a:off x="2128754" y="90276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4959" y="931969"/>
                    </a:lnTo>
                    <a:lnTo>
                      <a:pt x="904959" y="919556"/>
                    </a:lnTo>
                    <a:lnTo>
                      <a:pt x="906401" y="918594"/>
                    </a:lnTo>
                    <a:lnTo>
                      <a:pt x="912070" y="915425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7" name="ph8392">
                <a:extLst>
                  <a:ext uri="{FF2B5EF4-FFF2-40B4-BE49-F238E27FC236}">
                    <a16:creationId xmlns:a16="http://schemas.microsoft.com/office/drawing/2014/main" id="{4957B64A-5D2A-8978-4CAE-782E5DBD7A68}"/>
                  </a:ext>
                </a:extLst>
              </p:cNvPr>
              <p:cNvSpPr/>
              <p:nvPr/>
            </p:nvSpPr>
            <p:spPr>
              <a:xfrm>
                <a:off x="212875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8" name="ph8393">
                <a:extLst>
                  <a:ext uri="{FF2B5EF4-FFF2-40B4-BE49-F238E27FC236}">
                    <a16:creationId xmlns:a16="http://schemas.microsoft.com/office/drawing/2014/main" id="{E69C49D9-3100-B4C3-DCB2-2876FDF66D43}"/>
                  </a:ext>
                </a:extLst>
              </p:cNvPr>
              <p:cNvSpPr/>
              <p:nvPr/>
            </p:nvSpPr>
            <p:spPr>
              <a:xfrm>
                <a:off x="213819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9" name="ph8394">
                <a:extLst>
                  <a:ext uri="{FF2B5EF4-FFF2-40B4-BE49-F238E27FC236}">
                    <a16:creationId xmlns:a16="http://schemas.microsoft.com/office/drawing/2014/main" id="{1DA13041-B03A-9863-5552-3D1B2134C028}"/>
                  </a:ext>
                </a:extLst>
              </p:cNvPr>
              <p:cNvSpPr/>
              <p:nvPr/>
            </p:nvSpPr>
            <p:spPr>
              <a:xfrm>
                <a:off x="214763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0" name="ph8395">
                <a:extLst>
                  <a:ext uri="{FF2B5EF4-FFF2-40B4-BE49-F238E27FC236}">
                    <a16:creationId xmlns:a16="http://schemas.microsoft.com/office/drawing/2014/main" id="{12BA3B8F-A064-9C72-0088-4A94596F78E2}"/>
                  </a:ext>
                </a:extLst>
              </p:cNvPr>
              <p:cNvSpPr/>
              <p:nvPr/>
            </p:nvSpPr>
            <p:spPr>
              <a:xfrm>
                <a:off x="215707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1" name="ph8396">
                <a:extLst>
                  <a:ext uri="{FF2B5EF4-FFF2-40B4-BE49-F238E27FC236}">
                    <a16:creationId xmlns:a16="http://schemas.microsoft.com/office/drawing/2014/main" id="{C8D52CA5-57DF-1F94-27B9-E487199CAF15}"/>
                  </a:ext>
                </a:extLst>
              </p:cNvPr>
              <p:cNvSpPr/>
              <p:nvPr/>
            </p:nvSpPr>
            <p:spPr>
              <a:xfrm>
                <a:off x="216651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2" name="ph8397">
                <a:extLst>
                  <a:ext uri="{FF2B5EF4-FFF2-40B4-BE49-F238E27FC236}">
                    <a16:creationId xmlns:a16="http://schemas.microsoft.com/office/drawing/2014/main" id="{6B834DA7-5C08-B53E-4200-1F24A3E23CB0}"/>
                  </a:ext>
                </a:extLst>
              </p:cNvPr>
              <p:cNvSpPr/>
              <p:nvPr/>
            </p:nvSpPr>
            <p:spPr>
              <a:xfrm>
                <a:off x="2185395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06" y="896830"/>
                    </a:lnTo>
                    <a:lnTo>
                      <a:pt x="913953" y="897375"/>
                    </a:lnTo>
                    <a:lnTo>
                      <a:pt x="914400" y="897616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3" name="ph8398">
                <a:extLst>
                  <a:ext uri="{FF2B5EF4-FFF2-40B4-BE49-F238E27FC236}">
                    <a16:creationId xmlns:a16="http://schemas.microsoft.com/office/drawing/2014/main" id="{0BE82FE3-58C6-6BF9-3BD8-FE92669D6B42}"/>
                  </a:ext>
                </a:extLst>
              </p:cNvPr>
              <p:cNvSpPr/>
              <p:nvPr/>
            </p:nvSpPr>
            <p:spPr>
              <a:xfrm>
                <a:off x="2194835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7616"/>
                    </a:lnTo>
                    <a:lnTo>
                      <a:pt x="910196" y="900451"/>
                    </a:lnTo>
                    <a:lnTo>
                      <a:pt x="914400" y="903176"/>
                    </a:lnTo>
                    <a:close/>
                  </a:path>
                </a:pathLst>
              </a:custGeom>
              <a:solidFill>
                <a:srgbClr val="F2F9AD">
                  <a:alpha val="100000"/>
                </a:srgbClr>
              </a:solidFill>
              <a:ln w="5420" cap="flat">
                <a:solidFill>
                  <a:srgbClr val="F2F9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4" name="ph8399">
                <a:extLst>
                  <a:ext uri="{FF2B5EF4-FFF2-40B4-BE49-F238E27FC236}">
                    <a16:creationId xmlns:a16="http://schemas.microsoft.com/office/drawing/2014/main" id="{5AD01DDE-67FA-7E0D-EFC3-B7514AD9DA41}"/>
                  </a:ext>
                </a:extLst>
              </p:cNvPr>
              <p:cNvSpPr/>
              <p:nvPr/>
            </p:nvSpPr>
            <p:spPr>
              <a:xfrm>
                <a:off x="2204275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176"/>
                    </a:lnTo>
                    <a:lnTo>
                      <a:pt x="906346" y="904075"/>
                    </a:lnTo>
                    <a:lnTo>
                      <a:pt x="911826" y="908238"/>
                    </a:lnTo>
                    <a:lnTo>
                      <a:pt x="914400" y="910492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5" name="ph8400">
                <a:extLst>
                  <a:ext uri="{FF2B5EF4-FFF2-40B4-BE49-F238E27FC236}">
                    <a16:creationId xmlns:a16="http://schemas.microsoft.com/office/drawing/2014/main" id="{8CB08929-1AED-841C-D794-594145DA935A}"/>
                  </a:ext>
                </a:extLst>
              </p:cNvPr>
              <p:cNvSpPr/>
              <p:nvPr/>
            </p:nvSpPr>
            <p:spPr>
              <a:xfrm>
                <a:off x="2204275" y="920337"/>
                <a:ext cx="91865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8657" h="914400">
                    <a:moveTo>
                      <a:pt x="914400" y="914400"/>
                    </a:moveTo>
                    <a:lnTo>
                      <a:pt x="914400" y="910492"/>
                    </a:lnTo>
                    <a:lnTo>
                      <a:pt x="917181" y="912928"/>
                    </a:lnTo>
                    <a:lnTo>
                      <a:pt x="918657" y="914400"/>
                    </a:lnTo>
                    <a:close/>
                  </a:path>
                </a:pathLst>
              </a:custGeom>
              <a:solidFill>
                <a:srgbClr val="F2FAAD">
                  <a:alpha val="100000"/>
                </a:srgbClr>
              </a:solidFill>
              <a:ln w="5420" cap="flat">
                <a:solidFill>
                  <a:srgbClr val="F2FA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6" name="ph8401">
                <a:extLst>
                  <a:ext uri="{FF2B5EF4-FFF2-40B4-BE49-F238E27FC236}">
                    <a16:creationId xmlns:a16="http://schemas.microsoft.com/office/drawing/2014/main" id="{5D3029E1-88DD-154E-81F8-52B17DBC0F78}"/>
                  </a:ext>
                </a:extLst>
              </p:cNvPr>
              <p:cNvSpPr/>
              <p:nvPr/>
            </p:nvSpPr>
            <p:spPr>
              <a:xfrm>
                <a:off x="3327664" y="902767"/>
                <a:ext cx="914400" cy="92891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8916">
                    <a:moveTo>
                      <a:pt x="914400" y="914400"/>
                    </a:moveTo>
                    <a:lnTo>
                      <a:pt x="914400" y="928916"/>
                    </a:lnTo>
                    <a:lnTo>
                      <a:pt x="913573" y="927215"/>
                    </a:lnTo>
                    <a:lnTo>
                      <a:pt x="909903" y="918833"/>
                    </a:lnTo>
                    <a:lnTo>
                      <a:pt x="908157" y="914400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7" name="ph8402">
                <a:extLst>
                  <a:ext uri="{FF2B5EF4-FFF2-40B4-BE49-F238E27FC236}">
                    <a16:creationId xmlns:a16="http://schemas.microsoft.com/office/drawing/2014/main" id="{0CA6D79E-AFA9-77A1-917C-777B4D862FCE}"/>
                  </a:ext>
                </a:extLst>
              </p:cNvPr>
              <p:cNvSpPr/>
              <p:nvPr/>
            </p:nvSpPr>
            <p:spPr>
              <a:xfrm>
                <a:off x="332766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83" y="931969"/>
                    </a:lnTo>
                    <a:lnTo>
                      <a:pt x="914400" y="928916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8" name="ph8403">
                <a:extLst>
                  <a:ext uri="{FF2B5EF4-FFF2-40B4-BE49-F238E27FC236}">
                    <a16:creationId xmlns:a16="http://schemas.microsoft.com/office/drawing/2014/main" id="{4489A7C9-623A-A7C9-337C-EBE517EA66E9}"/>
                  </a:ext>
                </a:extLst>
              </p:cNvPr>
              <p:cNvSpPr/>
              <p:nvPr/>
            </p:nvSpPr>
            <p:spPr>
              <a:xfrm>
                <a:off x="333710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9" name="ph8404">
                <a:extLst>
                  <a:ext uri="{FF2B5EF4-FFF2-40B4-BE49-F238E27FC236}">
                    <a16:creationId xmlns:a16="http://schemas.microsoft.com/office/drawing/2014/main" id="{17A7BF02-3C32-5C7E-8D08-C0752F45ABF8}"/>
                  </a:ext>
                </a:extLst>
              </p:cNvPr>
              <p:cNvSpPr/>
              <p:nvPr/>
            </p:nvSpPr>
            <p:spPr>
              <a:xfrm>
                <a:off x="334654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0" name="ph8405">
                <a:extLst>
                  <a:ext uri="{FF2B5EF4-FFF2-40B4-BE49-F238E27FC236}">
                    <a16:creationId xmlns:a16="http://schemas.microsoft.com/office/drawing/2014/main" id="{FCF3F8CE-4D2D-3F6D-6AE3-F6B763EFC984}"/>
                  </a:ext>
                </a:extLst>
              </p:cNvPr>
              <p:cNvSpPr/>
              <p:nvPr/>
            </p:nvSpPr>
            <p:spPr>
              <a:xfrm>
                <a:off x="335598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1" name="ph8406">
                <a:extLst>
                  <a:ext uri="{FF2B5EF4-FFF2-40B4-BE49-F238E27FC236}">
                    <a16:creationId xmlns:a16="http://schemas.microsoft.com/office/drawing/2014/main" id="{EDF92B24-9080-6586-291D-37E8EB185456}"/>
                  </a:ext>
                </a:extLst>
              </p:cNvPr>
              <p:cNvSpPr/>
              <p:nvPr/>
            </p:nvSpPr>
            <p:spPr>
              <a:xfrm>
                <a:off x="336542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2" name="ph8407">
                <a:extLst>
                  <a:ext uri="{FF2B5EF4-FFF2-40B4-BE49-F238E27FC236}">
                    <a16:creationId xmlns:a16="http://schemas.microsoft.com/office/drawing/2014/main" id="{C2A272BF-6DF0-9EF8-BB1C-BDD306C3082F}"/>
                  </a:ext>
                </a:extLst>
              </p:cNvPr>
              <p:cNvSpPr/>
              <p:nvPr/>
            </p:nvSpPr>
            <p:spPr>
              <a:xfrm>
                <a:off x="337486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3" name="ph8408">
                <a:extLst>
                  <a:ext uri="{FF2B5EF4-FFF2-40B4-BE49-F238E27FC236}">
                    <a16:creationId xmlns:a16="http://schemas.microsoft.com/office/drawing/2014/main" id="{5CE08E5F-2F9B-FE11-2013-40BECC12DF04}"/>
                  </a:ext>
                </a:extLst>
              </p:cNvPr>
              <p:cNvSpPr/>
              <p:nvPr/>
            </p:nvSpPr>
            <p:spPr>
              <a:xfrm>
                <a:off x="338430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4" name="ph8409">
                <a:extLst>
                  <a:ext uri="{FF2B5EF4-FFF2-40B4-BE49-F238E27FC236}">
                    <a16:creationId xmlns:a16="http://schemas.microsoft.com/office/drawing/2014/main" id="{966B563F-8388-A2B3-AB19-63457B11348B}"/>
                  </a:ext>
                </a:extLst>
              </p:cNvPr>
              <p:cNvSpPr/>
              <p:nvPr/>
            </p:nvSpPr>
            <p:spPr>
              <a:xfrm>
                <a:off x="339374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5" name="ph8410">
                <a:extLst>
                  <a:ext uri="{FF2B5EF4-FFF2-40B4-BE49-F238E27FC236}">
                    <a16:creationId xmlns:a16="http://schemas.microsoft.com/office/drawing/2014/main" id="{2CB1A29F-6EAE-0D38-C202-466A845620A8}"/>
                  </a:ext>
                </a:extLst>
              </p:cNvPr>
              <p:cNvSpPr/>
              <p:nvPr/>
            </p:nvSpPr>
            <p:spPr>
              <a:xfrm>
                <a:off x="340318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6" name="ph8411">
                <a:extLst>
                  <a:ext uri="{FF2B5EF4-FFF2-40B4-BE49-F238E27FC236}">
                    <a16:creationId xmlns:a16="http://schemas.microsoft.com/office/drawing/2014/main" id="{AE7B13FE-CB06-6FC6-581E-9FFDD134EB14}"/>
                  </a:ext>
                </a:extLst>
              </p:cNvPr>
              <p:cNvSpPr/>
              <p:nvPr/>
            </p:nvSpPr>
            <p:spPr>
              <a:xfrm>
                <a:off x="341262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7" name="ph8412">
                <a:extLst>
                  <a:ext uri="{FF2B5EF4-FFF2-40B4-BE49-F238E27FC236}">
                    <a16:creationId xmlns:a16="http://schemas.microsoft.com/office/drawing/2014/main" id="{6C57ED71-BEB4-9BDC-8EDB-7C87E86DD5AF}"/>
                  </a:ext>
                </a:extLst>
              </p:cNvPr>
              <p:cNvSpPr/>
              <p:nvPr/>
            </p:nvSpPr>
            <p:spPr>
              <a:xfrm>
                <a:off x="342206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8" name="ph8413">
                <a:extLst>
                  <a:ext uri="{FF2B5EF4-FFF2-40B4-BE49-F238E27FC236}">
                    <a16:creationId xmlns:a16="http://schemas.microsoft.com/office/drawing/2014/main" id="{CE139A1F-7F72-CB9E-AE37-C54B2A40BEA1}"/>
                  </a:ext>
                </a:extLst>
              </p:cNvPr>
              <p:cNvSpPr/>
              <p:nvPr/>
            </p:nvSpPr>
            <p:spPr>
              <a:xfrm>
                <a:off x="343150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9" name="ph8414">
                <a:extLst>
                  <a:ext uri="{FF2B5EF4-FFF2-40B4-BE49-F238E27FC236}">
                    <a16:creationId xmlns:a16="http://schemas.microsoft.com/office/drawing/2014/main" id="{7F696C07-621A-CFB1-04F3-68CAA44077CF}"/>
                  </a:ext>
                </a:extLst>
              </p:cNvPr>
              <p:cNvSpPr/>
              <p:nvPr/>
            </p:nvSpPr>
            <p:spPr>
              <a:xfrm>
                <a:off x="344094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0" name="ph8415">
                <a:extLst>
                  <a:ext uri="{FF2B5EF4-FFF2-40B4-BE49-F238E27FC236}">
                    <a16:creationId xmlns:a16="http://schemas.microsoft.com/office/drawing/2014/main" id="{7927D337-11B9-A380-1DBD-1012EBCC97BE}"/>
                  </a:ext>
                </a:extLst>
              </p:cNvPr>
              <p:cNvSpPr/>
              <p:nvPr/>
            </p:nvSpPr>
            <p:spPr>
              <a:xfrm>
                <a:off x="345038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1" name="ph8416">
                <a:extLst>
                  <a:ext uri="{FF2B5EF4-FFF2-40B4-BE49-F238E27FC236}">
                    <a16:creationId xmlns:a16="http://schemas.microsoft.com/office/drawing/2014/main" id="{D97D38F4-09CC-4EC1-0379-667DD6EF8431}"/>
                  </a:ext>
                </a:extLst>
              </p:cNvPr>
              <p:cNvSpPr/>
              <p:nvPr/>
            </p:nvSpPr>
            <p:spPr>
              <a:xfrm>
                <a:off x="3459827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2" name="ph8417">
                <a:extLst>
                  <a:ext uri="{FF2B5EF4-FFF2-40B4-BE49-F238E27FC236}">
                    <a16:creationId xmlns:a16="http://schemas.microsoft.com/office/drawing/2014/main" id="{A7F6607A-18E9-DBA0-AEB2-4CF14C3ED282}"/>
                  </a:ext>
                </a:extLst>
              </p:cNvPr>
              <p:cNvSpPr/>
              <p:nvPr/>
            </p:nvSpPr>
            <p:spPr>
              <a:xfrm>
                <a:off x="346926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3" name="ph8418">
                <a:extLst>
                  <a:ext uri="{FF2B5EF4-FFF2-40B4-BE49-F238E27FC236}">
                    <a16:creationId xmlns:a16="http://schemas.microsoft.com/office/drawing/2014/main" id="{2D71FAEF-0748-71BA-9107-63EE181E1507}"/>
                  </a:ext>
                </a:extLst>
              </p:cNvPr>
              <p:cNvSpPr/>
              <p:nvPr/>
            </p:nvSpPr>
            <p:spPr>
              <a:xfrm>
                <a:off x="347870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4" name="ph8419">
                <a:extLst>
                  <a:ext uri="{FF2B5EF4-FFF2-40B4-BE49-F238E27FC236}">
                    <a16:creationId xmlns:a16="http://schemas.microsoft.com/office/drawing/2014/main" id="{A3F34FCE-7A41-C34D-145B-77DB4F210159}"/>
                  </a:ext>
                </a:extLst>
              </p:cNvPr>
              <p:cNvSpPr/>
              <p:nvPr/>
            </p:nvSpPr>
            <p:spPr>
              <a:xfrm>
                <a:off x="348814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5" name="ph8420">
                <a:extLst>
                  <a:ext uri="{FF2B5EF4-FFF2-40B4-BE49-F238E27FC236}">
                    <a16:creationId xmlns:a16="http://schemas.microsoft.com/office/drawing/2014/main" id="{F65FD921-5D26-5B0A-0E44-E6E049FD4846}"/>
                  </a:ext>
                </a:extLst>
              </p:cNvPr>
              <p:cNvSpPr/>
              <p:nvPr/>
            </p:nvSpPr>
            <p:spPr>
              <a:xfrm>
                <a:off x="3497588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6" name="ph8421">
                <a:extLst>
                  <a:ext uri="{FF2B5EF4-FFF2-40B4-BE49-F238E27FC236}">
                    <a16:creationId xmlns:a16="http://schemas.microsoft.com/office/drawing/2014/main" id="{F8868118-6858-449C-5A0E-F0DC11BEA17F}"/>
                  </a:ext>
                </a:extLst>
              </p:cNvPr>
              <p:cNvSpPr/>
              <p:nvPr/>
            </p:nvSpPr>
            <p:spPr>
              <a:xfrm>
                <a:off x="350702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7" name="ph8422">
                <a:extLst>
                  <a:ext uri="{FF2B5EF4-FFF2-40B4-BE49-F238E27FC236}">
                    <a16:creationId xmlns:a16="http://schemas.microsoft.com/office/drawing/2014/main" id="{AD0D0823-7A24-B9D9-BC53-70D432A3C1B6}"/>
                  </a:ext>
                </a:extLst>
              </p:cNvPr>
              <p:cNvSpPr/>
              <p:nvPr/>
            </p:nvSpPr>
            <p:spPr>
              <a:xfrm>
                <a:off x="351646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8" name="ph8423">
                <a:extLst>
                  <a:ext uri="{FF2B5EF4-FFF2-40B4-BE49-F238E27FC236}">
                    <a16:creationId xmlns:a16="http://schemas.microsoft.com/office/drawing/2014/main" id="{545E2E79-7858-B46A-3969-E49BBFB9576F}"/>
                  </a:ext>
                </a:extLst>
              </p:cNvPr>
              <p:cNvSpPr/>
              <p:nvPr/>
            </p:nvSpPr>
            <p:spPr>
              <a:xfrm>
                <a:off x="352590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9" name="ph8424">
                <a:extLst>
                  <a:ext uri="{FF2B5EF4-FFF2-40B4-BE49-F238E27FC236}">
                    <a16:creationId xmlns:a16="http://schemas.microsoft.com/office/drawing/2014/main" id="{6F592CD1-5F19-9044-4343-A827686257D7}"/>
                  </a:ext>
                </a:extLst>
              </p:cNvPr>
              <p:cNvSpPr/>
              <p:nvPr/>
            </p:nvSpPr>
            <p:spPr>
              <a:xfrm>
                <a:off x="3535349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0" name="ph8425">
                <a:extLst>
                  <a:ext uri="{FF2B5EF4-FFF2-40B4-BE49-F238E27FC236}">
                    <a16:creationId xmlns:a16="http://schemas.microsoft.com/office/drawing/2014/main" id="{8F5E23AA-95EE-E895-4AD2-B07D5585A20D}"/>
                  </a:ext>
                </a:extLst>
              </p:cNvPr>
              <p:cNvSpPr/>
              <p:nvPr/>
            </p:nvSpPr>
            <p:spPr>
              <a:xfrm>
                <a:off x="354479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1" name="ph8426">
                <a:extLst>
                  <a:ext uri="{FF2B5EF4-FFF2-40B4-BE49-F238E27FC236}">
                    <a16:creationId xmlns:a16="http://schemas.microsoft.com/office/drawing/2014/main" id="{221BA81D-7EF1-3E44-0487-540C49A22C1C}"/>
                  </a:ext>
                </a:extLst>
              </p:cNvPr>
              <p:cNvSpPr/>
              <p:nvPr/>
            </p:nvSpPr>
            <p:spPr>
              <a:xfrm>
                <a:off x="355423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2" name="ph8427">
                <a:extLst>
                  <a:ext uri="{FF2B5EF4-FFF2-40B4-BE49-F238E27FC236}">
                    <a16:creationId xmlns:a16="http://schemas.microsoft.com/office/drawing/2014/main" id="{EE7EBAF4-D8A9-588B-BDC4-6A8029F85753}"/>
                  </a:ext>
                </a:extLst>
              </p:cNvPr>
              <p:cNvSpPr/>
              <p:nvPr/>
            </p:nvSpPr>
            <p:spPr>
              <a:xfrm>
                <a:off x="356367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3" name="ph8428">
                <a:extLst>
                  <a:ext uri="{FF2B5EF4-FFF2-40B4-BE49-F238E27FC236}">
                    <a16:creationId xmlns:a16="http://schemas.microsoft.com/office/drawing/2014/main" id="{C60DDEF9-EF65-323D-6DC2-DC4434CD4D8F}"/>
                  </a:ext>
                </a:extLst>
              </p:cNvPr>
              <p:cNvSpPr/>
              <p:nvPr/>
            </p:nvSpPr>
            <p:spPr>
              <a:xfrm>
                <a:off x="357311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4" name="ph8429">
                <a:extLst>
                  <a:ext uri="{FF2B5EF4-FFF2-40B4-BE49-F238E27FC236}">
                    <a16:creationId xmlns:a16="http://schemas.microsoft.com/office/drawing/2014/main" id="{04AF0A90-A114-7481-3934-8DB9C5FBA7FE}"/>
                  </a:ext>
                </a:extLst>
              </p:cNvPr>
              <p:cNvSpPr/>
              <p:nvPr/>
            </p:nvSpPr>
            <p:spPr>
              <a:xfrm>
                <a:off x="3582550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5" name="ph8430">
                <a:extLst>
                  <a:ext uri="{FF2B5EF4-FFF2-40B4-BE49-F238E27FC236}">
                    <a16:creationId xmlns:a16="http://schemas.microsoft.com/office/drawing/2014/main" id="{22877BD6-49EA-7296-D8A7-66601AB9191A}"/>
                  </a:ext>
                </a:extLst>
              </p:cNvPr>
              <p:cNvSpPr/>
              <p:nvPr/>
            </p:nvSpPr>
            <p:spPr>
              <a:xfrm>
                <a:off x="359199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6" name="ph8431">
                <a:extLst>
                  <a:ext uri="{FF2B5EF4-FFF2-40B4-BE49-F238E27FC236}">
                    <a16:creationId xmlns:a16="http://schemas.microsoft.com/office/drawing/2014/main" id="{963A0A55-D658-207B-6664-04565C231645}"/>
                  </a:ext>
                </a:extLst>
              </p:cNvPr>
              <p:cNvSpPr/>
              <p:nvPr/>
            </p:nvSpPr>
            <p:spPr>
              <a:xfrm>
                <a:off x="360143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7" name="ph8432">
                <a:extLst>
                  <a:ext uri="{FF2B5EF4-FFF2-40B4-BE49-F238E27FC236}">
                    <a16:creationId xmlns:a16="http://schemas.microsoft.com/office/drawing/2014/main" id="{4132DFF5-39DD-52CB-03D4-0E780A4392CC}"/>
                  </a:ext>
                </a:extLst>
              </p:cNvPr>
              <p:cNvSpPr/>
              <p:nvPr/>
            </p:nvSpPr>
            <p:spPr>
              <a:xfrm>
                <a:off x="361087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8" name="ph8433">
                <a:extLst>
                  <a:ext uri="{FF2B5EF4-FFF2-40B4-BE49-F238E27FC236}">
                    <a16:creationId xmlns:a16="http://schemas.microsoft.com/office/drawing/2014/main" id="{063788F4-8B1A-EBD9-14BC-2E761ED46BEF}"/>
                  </a:ext>
                </a:extLst>
              </p:cNvPr>
              <p:cNvSpPr/>
              <p:nvPr/>
            </p:nvSpPr>
            <p:spPr>
              <a:xfrm>
                <a:off x="3620311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9" name="ph8434">
                <a:extLst>
                  <a:ext uri="{FF2B5EF4-FFF2-40B4-BE49-F238E27FC236}">
                    <a16:creationId xmlns:a16="http://schemas.microsoft.com/office/drawing/2014/main" id="{A9486491-1614-097C-ED0A-6153AFA8859A}"/>
                  </a:ext>
                </a:extLst>
              </p:cNvPr>
              <p:cNvSpPr/>
              <p:nvPr/>
            </p:nvSpPr>
            <p:spPr>
              <a:xfrm>
                <a:off x="362975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0" name="ph8435">
                <a:extLst>
                  <a:ext uri="{FF2B5EF4-FFF2-40B4-BE49-F238E27FC236}">
                    <a16:creationId xmlns:a16="http://schemas.microsoft.com/office/drawing/2014/main" id="{192D80CE-CCB3-474D-A568-93C50DD28C06}"/>
                  </a:ext>
                </a:extLst>
              </p:cNvPr>
              <p:cNvSpPr/>
              <p:nvPr/>
            </p:nvSpPr>
            <p:spPr>
              <a:xfrm>
                <a:off x="363919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1" name="ph8436">
                <a:extLst>
                  <a:ext uri="{FF2B5EF4-FFF2-40B4-BE49-F238E27FC236}">
                    <a16:creationId xmlns:a16="http://schemas.microsoft.com/office/drawing/2014/main" id="{6F0989B1-2767-8BF9-695D-2A7FF6115259}"/>
                  </a:ext>
                </a:extLst>
              </p:cNvPr>
              <p:cNvSpPr/>
              <p:nvPr/>
            </p:nvSpPr>
            <p:spPr>
              <a:xfrm>
                <a:off x="364863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2" name="ph8437">
                <a:extLst>
                  <a:ext uri="{FF2B5EF4-FFF2-40B4-BE49-F238E27FC236}">
                    <a16:creationId xmlns:a16="http://schemas.microsoft.com/office/drawing/2014/main" id="{0F971ACD-F597-3C7F-182A-519C3220404A}"/>
                  </a:ext>
                </a:extLst>
              </p:cNvPr>
              <p:cNvSpPr/>
              <p:nvPr/>
            </p:nvSpPr>
            <p:spPr>
              <a:xfrm>
                <a:off x="3658072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3" name="ph8438">
                <a:extLst>
                  <a:ext uri="{FF2B5EF4-FFF2-40B4-BE49-F238E27FC236}">
                    <a16:creationId xmlns:a16="http://schemas.microsoft.com/office/drawing/2014/main" id="{FA53041D-64D9-873A-6E12-AEB97FA1B497}"/>
                  </a:ext>
                </a:extLst>
              </p:cNvPr>
              <p:cNvSpPr/>
              <p:nvPr/>
            </p:nvSpPr>
            <p:spPr>
              <a:xfrm>
                <a:off x="366751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4" name="ph8439">
                <a:extLst>
                  <a:ext uri="{FF2B5EF4-FFF2-40B4-BE49-F238E27FC236}">
                    <a16:creationId xmlns:a16="http://schemas.microsoft.com/office/drawing/2014/main" id="{4F70443C-440E-7902-17D0-B0F4D8EB414C}"/>
                  </a:ext>
                </a:extLst>
              </p:cNvPr>
              <p:cNvSpPr/>
              <p:nvPr/>
            </p:nvSpPr>
            <p:spPr>
              <a:xfrm>
                <a:off x="367695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5" name="ph8440">
                <a:extLst>
                  <a:ext uri="{FF2B5EF4-FFF2-40B4-BE49-F238E27FC236}">
                    <a16:creationId xmlns:a16="http://schemas.microsoft.com/office/drawing/2014/main" id="{8096306C-E652-A42D-5BFE-EC8828B2FB7F}"/>
                  </a:ext>
                </a:extLst>
              </p:cNvPr>
              <p:cNvSpPr/>
              <p:nvPr/>
            </p:nvSpPr>
            <p:spPr>
              <a:xfrm>
                <a:off x="368639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6" name="ph8441">
                <a:extLst>
                  <a:ext uri="{FF2B5EF4-FFF2-40B4-BE49-F238E27FC236}">
                    <a16:creationId xmlns:a16="http://schemas.microsoft.com/office/drawing/2014/main" id="{93E76EAA-2D9E-14FC-E748-4AF2C8A04265}"/>
                  </a:ext>
                </a:extLst>
              </p:cNvPr>
              <p:cNvSpPr/>
              <p:nvPr/>
            </p:nvSpPr>
            <p:spPr>
              <a:xfrm>
                <a:off x="3695833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7" name="ph8442">
                <a:extLst>
                  <a:ext uri="{FF2B5EF4-FFF2-40B4-BE49-F238E27FC236}">
                    <a16:creationId xmlns:a16="http://schemas.microsoft.com/office/drawing/2014/main" id="{973A9AC2-BBA9-6932-FD0F-426C9C52D5BF}"/>
                  </a:ext>
                </a:extLst>
              </p:cNvPr>
              <p:cNvSpPr/>
              <p:nvPr/>
            </p:nvSpPr>
            <p:spPr>
              <a:xfrm>
                <a:off x="370527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8" name="ph8443">
                <a:extLst>
                  <a:ext uri="{FF2B5EF4-FFF2-40B4-BE49-F238E27FC236}">
                    <a16:creationId xmlns:a16="http://schemas.microsoft.com/office/drawing/2014/main" id="{F770F6FA-6860-DE3E-31EE-5DCD98143954}"/>
                  </a:ext>
                </a:extLst>
              </p:cNvPr>
              <p:cNvSpPr/>
              <p:nvPr/>
            </p:nvSpPr>
            <p:spPr>
              <a:xfrm>
                <a:off x="371471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9" name="ph8444">
                <a:extLst>
                  <a:ext uri="{FF2B5EF4-FFF2-40B4-BE49-F238E27FC236}">
                    <a16:creationId xmlns:a16="http://schemas.microsoft.com/office/drawing/2014/main" id="{DF311F95-8B9D-6FDD-86AB-8995C5B2D33D}"/>
                  </a:ext>
                </a:extLst>
              </p:cNvPr>
              <p:cNvSpPr/>
              <p:nvPr/>
            </p:nvSpPr>
            <p:spPr>
              <a:xfrm>
                <a:off x="372415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0" name="ph8445">
                <a:extLst>
                  <a:ext uri="{FF2B5EF4-FFF2-40B4-BE49-F238E27FC236}">
                    <a16:creationId xmlns:a16="http://schemas.microsoft.com/office/drawing/2014/main" id="{B329EFB6-3DEE-33A9-9252-D2530B1F0ABF}"/>
                  </a:ext>
                </a:extLst>
              </p:cNvPr>
              <p:cNvSpPr/>
              <p:nvPr/>
            </p:nvSpPr>
            <p:spPr>
              <a:xfrm>
                <a:off x="3733594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1" name="ph8446">
                <a:extLst>
                  <a:ext uri="{FF2B5EF4-FFF2-40B4-BE49-F238E27FC236}">
                    <a16:creationId xmlns:a16="http://schemas.microsoft.com/office/drawing/2014/main" id="{0E135928-B84E-4F46-B116-130D1D14DB66}"/>
                  </a:ext>
                </a:extLst>
              </p:cNvPr>
              <p:cNvSpPr/>
              <p:nvPr/>
            </p:nvSpPr>
            <p:spPr>
              <a:xfrm>
                <a:off x="374303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2" name="ph8447">
                <a:extLst>
                  <a:ext uri="{FF2B5EF4-FFF2-40B4-BE49-F238E27FC236}">
                    <a16:creationId xmlns:a16="http://schemas.microsoft.com/office/drawing/2014/main" id="{C41391E1-57E5-7B4C-AAFB-808D86342208}"/>
                  </a:ext>
                </a:extLst>
              </p:cNvPr>
              <p:cNvSpPr/>
              <p:nvPr/>
            </p:nvSpPr>
            <p:spPr>
              <a:xfrm>
                <a:off x="375247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3" name="ph8448">
                <a:extLst>
                  <a:ext uri="{FF2B5EF4-FFF2-40B4-BE49-F238E27FC236}">
                    <a16:creationId xmlns:a16="http://schemas.microsoft.com/office/drawing/2014/main" id="{18107D0C-6BFD-211D-C075-78A8A602586F}"/>
                  </a:ext>
                </a:extLst>
              </p:cNvPr>
              <p:cNvSpPr/>
              <p:nvPr/>
            </p:nvSpPr>
            <p:spPr>
              <a:xfrm>
                <a:off x="376191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4" name="ph8449">
                <a:extLst>
                  <a:ext uri="{FF2B5EF4-FFF2-40B4-BE49-F238E27FC236}">
                    <a16:creationId xmlns:a16="http://schemas.microsoft.com/office/drawing/2014/main" id="{DFEC6372-5A7B-9DF7-71BD-6626E8947A12}"/>
                  </a:ext>
                </a:extLst>
              </p:cNvPr>
              <p:cNvSpPr/>
              <p:nvPr/>
            </p:nvSpPr>
            <p:spPr>
              <a:xfrm>
                <a:off x="3771355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5" name="ph8450">
                <a:extLst>
                  <a:ext uri="{FF2B5EF4-FFF2-40B4-BE49-F238E27FC236}">
                    <a16:creationId xmlns:a16="http://schemas.microsoft.com/office/drawing/2014/main" id="{AB9E4EFC-3466-B25A-D32F-6678BA5D31CA}"/>
                  </a:ext>
                </a:extLst>
              </p:cNvPr>
              <p:cNvSpPr/>
              <p:nvPr/>
            </p:nvSpPr>
            <p:spPr>
              <a:xfrm>
                <a:off x="378079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6" name="ph8451">
                <a:extLst>
                  <a:ext uri="{FF2B5EF4-FFF2-40B4-BE49-F238E27FC236}">
                    <a16:creationId xmlns:a16="http://schemas.microsoft.com/office/drawing/2014/main" id="{A6EEAB94-09A3-FE35-5F11-0254B2E485E8}"/>
                  </a:ext>
                </a:extLst>
              </p:cNvPr>
              <p:cNvSpPr/>
              <p:nvPr/>
            </p:nvSpPr>
            <p:spPr>
              <a:xfrm>
                <a:off x="379023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7" name="ph8452">
                <a:extLst>
                  <a:ext uri="{FF2B5EF4-FFF2-40B4-BE49-F238E27FC236}">
                    <a16:creationId xmlns:a16="http://schemas.microsoft.com/office/drawing/2014/main" id="{A86378D2-B038-7F1B-3E73-9D2FA1EFE098}"/>
                  </a:ext>
                </a:extLst>
              </p:cNvPr>
              <p:cNvSpPr/>
              <p:nvPr/>
            </p:nvSpPr>
            <p:spPr>
              <a:xfrm>
                <a:off x="3799676" y="90276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8" name="ph8453">
                <a:extLst>
                  <a:ext uri="{FF2B5EF4-FFF2-40B4-BE49-F238E27FC236}">
                    <a16:creationId xmlns:a16="http://schemas.microsoft.com/office/drawing/2014/main" id="{7E367EA0-8943-A4BA-62F9-9BE610D03148}"/>
                  </a:ext>
                </a:extLst>
              </p:cNvPr>
              <p:cNvSpPr/>
              <p:nvPr/>
            </p:nvSpPr>
            <p:spPr>
              <a:xfrm>
                <a:off x="3818556" y="92033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978" y="896830"/>
                    </a:lnTo>
                    <a:lnTo>
                      <a:pt x="914030" y="905577"/>
                    </a:lnTo>
                    <a:lnTo>
                      <a:pt x="914400" y="906468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9" name="ph8454">
                <a:extLst>
                  <a:ext uri="{FF2B5EF4-FFF2-40B4-BE49-F238E27FC236}">
                    <a16:creationId xmlns:a16="http://schemas.microsoft.com/office/drawing/2014/main" id="{5905CF77-705B-FEC7-985B-D88337E04594}"/>
                  </a:ext>
                </a:extLst>
              </p:cNvPr>
              <p:cNvSpPr/>
              <p:nvPr/>
            </p:nvSpPr>
            <p:spPr>
              <a:xfrm>
                <a:off x="3818556" y="920337"/>
                <a:ext cx="91768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685" h="914400">
                    <a:moveTo>
                      <a:pt x="914400" y="914400"/>
                    </a:moveTo>
                    <a:lnTo>
                      <a:pt x="914400" y="906468"/>
                    </a:lnTo>
                    <a:lnTo>
                      <a:pt x="917685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0" name="ph8455">
                <a:extLst>
                  <a:ext uri="{FF2B5EF4-FFF2-40B4-BE49-F238E27FC236}">
                    <a16:creationId xmlns:a16="http://schemas.microsoft.com/office/drawing/2014/main" id="{1A0DB1AF-BF4A-2870-D206-220B1D6C63CC}"/>
                  </a:ext>
                </a:extLst>
              </p:cNvPr>
              <p:cNvSpPr/>
              <p:nvPr/>
            </p:nvSpPr>
            <p:spPr>
              <a:xfrm>
                <a:off x="2138194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366"/>
                    </a:lnTo>
                    <a:lnTo>
                      <a:pt x="908380" y="912811"/>
                    </a:lnTo>
                    <a:lnTo>
                      <a:pt x="914195" y="910760"/>
                    </a:lnTo>
                    <a:lnTo>
                      <a:pt x="914400" y="910708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1" name="ph8456">
                <a:extLst>
                  <a:ext uri="{FF2B5EF4-FFF2-40B4-BE49-F238E27FC236}">
                    <a16:creationId xmlns:a16="http://schemas.microsoft.com/office/drawing/2014/main" id="{EECB98F7-8C92-C5E2-6733-2D27930706EE}"/>
                  </a:ext>
                </a:extLst>
              </p:cNvPr>
              <p:cNvSpPr/>
              <p:nvPr/>
            </p:nvSpPr>
            <p:spPr>
              <a:xfrm>
                <a:off x="2147634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10708"/>
                    </a:lnTo>
                    <a:lnTo>
                      <a:pt x="910620" y="909277"/>
                    </a:lnTo>
                    <a:lnTo>
                      <a:pt x="914400" y="908693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2" name="ph8457">
                <a:extLst>
                  <a:ext uri="{FF2B5EF4-FFF2-40B4-BE49-F238E27FC236}">
                    <a16:creationId xmlns:a16="http://schemas.microsoft.com/office/drawing/2014/main" id="{AD819622-473C-DB35-142C-1600C76CAEBF}"/>
                  </a:ext>
                </a:extLst>
              </p:cNvPr>
              <p:cNvSpPr/>
              <p:nvPr/>
            </p:nvSpPr>
            <p:spPr>
              <a:xfrm>
                <a:off x="2157074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693"/>
                    </a:lnTo>
                    <a:lnTo>
                      <a:pt x="907078" y="908366"/>
                    </a:lnTo>
                    <a:lnTo>
                      <a:pt x="912995" y="908029"/>
                    </a:lnTo>
                    <a:lnTo>
                      <a:pt x="914400" y="908086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3" name="ph8458">
                <a:extLst>
                  <a:ext uri="{FF2B5EF4-FFF2-40B4-BE49-F238E27FC236}">
                    <a16:creationId xmlns:a16="http://schemas.microsoft.com/office/drawing/2014/main" id="{0280394E-1879-0927-0E76-1735DF7DF221}"/>
                  </a:ext>
                </a:extLst>
              </p:cNvPr>
              <p:cNvSpPr/>
              <p:nvPr/>
            </p:nvSpPr>
            <p:spPr>
              <a:xfrm>
                <a:off x="2166515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086"/>
                    </a:lnTo>
                    <a:lnTo>
                      <a:pt x="909472" y="908269"/>
                    </a:lnTo>
                    <a:lnTo>
                      <a:pt x="914400" y="908948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4" name="ph8459">
                <a:extLst>
                  <a:ext uri="{FF2B5EF4-FFF2-40B4-BE49-F238E27FC236}">
                    <a16:creationId xmlns:a16="http://schemas.microsoft.com/office/drawing/2014/main" id="{83D22A45-54A3-CE3A-1921-CFC12BC8C4DA}"/>
                  </a:ext>
                </a:extLst>
              </p:cNvPr>
              <p:cNvSpPr/>
              <p:nvPr/>
            </p:nvSpPr>
            <p:spPr>
              <a:xfrm>
                <a:off x="2175955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8948"/>
                    </a:lnTo>
                    <a:lnTo>
                      <a:pt x="905934" y="909083"/>
                    </a:lnTo>
                    <a:lnTo>
                      <a:pt x="911806" y="910470"/>
                    </a:lnTo>
                    <a:lnTo>
                      <a:pt x="914400" y="911340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5" name="ph8460">
                <a:extLst>
                  <a:ext uri="{FF2B5EF4-FFF2-40B4-BE49-F238E27FC236}">
                    <a16:creationId xmlns:a16="http://schemas.microsoft.com/office/drawing/2014/main" id="{2174700A-666C-1FA4-E440-1955D91F9DB1}"/>
                  </a:ext>
                </a:extLst>
              </p:cNvPr>
              <p:cNvSpPr/>
              <p:nvPr/>
            </p:nvSpPr>
            <p:spPr>
              <a:xfrm>
                <a:off x="2175955" y="902767"/>
                <a:ext cx="922147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147" h="914400">
                    <a:moveTo>
                      <a:pt x="914400" y="914400"/>
                    </a:moveTo>
                    <a:lnTo>
                      <a:pt x="914400" y="911340"/>
                    </a:lnTo>
                    <a:lnTo>
                      <a:pt x="917631" y="912425"/>
                    </a:lnTo>
                    <a:lnTo>
                      <a:pt x="922147" y="914400"/>
                    </a:lnTo>
                    <a:close/>
                  </a:path>
                </a:pathLst>
              </a:custGeom>
              <a:solidFill>
                <a:srgbClr val="F1F9AC">
                  <a:alpha val="100000"/>
                </a:srgbClr>
              </a:solidFill>
              <a:ln w="5420" cap="flat">
                <a:solidFill>
                  <a:srgbClr val="F1F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6" name="ph8461">
                <a:extLst>
                  <a:ext uri="{FF2B5EF4-FFF2-40B4-BE49-F238E27FC236}">
                    <a16:creationId xmlns:a16="http://schemas.microsoft.com/office/drawing/2014/main" id="{DCB7055F-8909-31C8-03AC-33479426BD62}"/>
                  </a:ext>
                </a:extLst>
              </p:cNvPr>
              <p:cNvSpPr/>
              <p:nvPr/>
            </p:nvSpPr>
            <p:spPr>
              <a:xfrm>
                <a:off x="3318224" y="885197"/>
                <a:ext cx="914400" cy="92340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3404">
                    <a:moveTo>
                      <a:pt x="914400" y="914400"/>
                    </a:moveTo>
                    <a:lnTo>
                      <a:pt x="914400" y="923404"/>
                    </a:lnTo>
                    <a:lnTo>
                      <a:pt x="912719" y="918643"/>
                    </a:lnTo>
                    <a:lnTo>
                      <a:pt x="911384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7" name="ph8462">
                <a:extLst>
                  <a:ext uri="{FF2B5EF4-FFF2-40B4-BE49-F238E27FC236}">
                    <a16:creationId xmlns:a16="http://schemas.microsoft.com/office/drawing/2014/main" id="{F475322D-EB64-3E6A-938B-BA2A94320339}"/>
                  </a:ext>
                </a:extLst>
              </p:cNvPr>
              <p:cNvSpPr/>
              <p:nvPr/>
            </p:nvSpPr>
            <p:spPr>
              <a:xfrm>
                <a:off x="331822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7598" y="931969"/>
                    </a:lnTo>
                    <a:lnTo>
                      <a:pt x="915909" y="927681"/>
                    </a:lnTo>
                    <a:lnTo>
                      <a:pt x="914400" y="923404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8" name="ph8463">
                <a:extLst>
                  <a:ext uri="{FF2B5EF4-FFF2-40B4-BE49-F238E27FC236}">
                    <a16:creationId xmlns:a16="http://schemas.microsoft.com/office/drawing/2014/main" id="{E2CAD7DA-2DDF-DA04-637C-525A444A584C}"/>
                  </a:ext>
                </a:extLst>
              </p:cNvPr>
              <p:cNvSpPr/>
              <p:nvPr/>
            </p:nvSpPr>
            <p:spPr>
              <a:xfrm>
                <a:off x="332766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9" name="ph8464">
                <a:extLst>
                  <a:ext uri="{FF2B5EF4-FFF2-40B4-BE49-F238E27FC236}">
                    <a16:creationId xmlns:a16="http://schemas.microsoft.com/office/drawing/2014/main" id="{DF05AA53-3947-8D3C-31CB-393B57480819}"/>
                  </a:ext>
                </a:extLst>
              </p:cNvPr>
              <p:cNvSpPr/>
              <p:nvPr/>
            </p:nvSpPr>
            <p:spPr>
              <a:xfrm>
                <a:off x="333710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0" name="ph8465">
                <a:extLst>
                  <a:ext uri="{FF2B5EF4-FFF2-40B4-BE49-F238E27FC236}">
                    <a16:creationId xmlns:a16="http://schemas.microsoft.com/office/drawing/2014/main" id="{596A1BC6-02BA-442F-14FA-A29958128EA3}"/>
                  </a:ext>
                </a:extLst>
              </p:cNvPr>
              <p:cNvSpPr/>
              <p:nvPr/>
            </p:nvSpPr>
            <p:spPr>
              <a:xfrm>
                <a:off x="334654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1" name="ph8466">
                <a:extLst>
                  <a:ext uri="{FF2B5EF4-FFF2-40B4-BE49-F238E27FC236}">
                    <a16:creationId xmlns:a16="http://schemas.microsoft.com/office/drawing/2014/main" id="{4810ED62-345A-AFAE-4D06-90A6B7F88248}"/>
                  </a:ext>
                </a:extLst>
              </p:cNvPr>
              <p:cNvSpPr/>
              <p:nvPr/>
            </p:nvSpPr>
            <p:spPr>
              <a:xfrm>
                <a:off x="335598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2" name="ph8467">
                <a:extLst>
                  <a:ext uri="{FF2B5EF4-FFF2-40B4-BE49-F238E27FC236}">
                    <a16:creationId xmlns:a16="http://schemas.microsoft.com/office/drawing/2014/main" id="{B1BF9ED5-1B62-6077-32F3-C42ABCDA6673}"/>
                  </a:ext>
                </a:extLst>
              </p:cNvPr>
              <p:cNvSpPr/>
              <p:nvPr/>
            </p:nvSpPr>
            <p:spPr>
              <a:xfrm>
                <a:off x="336542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3" name="ph8468">
                <a:extLst>
                  <a:ext uri="{FF2B5EF4-FFF2-40B4-BE49-F238E27FC236}">
                    <a16:creationId xmlns:a16="http://schemas.microsoft.com/office/drawing/2014/main" id="{C959A468-896D-EF96-80D3-B99C43F9C262}"/>
                  </a:ext>
                </a:extLst>
              </p:cNvPr>
              <p:cNvSpPr/>
              <p:nvPr/>
            </p:nvSpPr>
            <p:spPr>
              <a:xfrm>
                <a:off x="337486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4" name="ph8469">
                <a:extLst>
                  <a:ext uri="{FF2B5EF4-FFF2-40B4-BE49-F238E27FC236}">
                    <a16:creationId xmlns:a16="http://schemas.microsoft.com/office/drawing/2014/main" id="{485E10FB-C50F-A1A0-B614-4A11E7F775ED}"/>
                  </a:ext>
                </a:extLst>
              </p:cNvPr>
              <p:cNvSpPr/>
              <p:nvPr/>
            </p:nvSpPr>
            <p:spPr>
              <a:xfrm>
                <a:off x="338430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5" name="ph8470">
                <a:extLst>
                  <a:ext uri="{FF2B5EF4-FFF2-40B4-BE49-F238E27FC236}">
                    <a16:creationId xmlns:a16="http://schemas.microsoft.com/office/drawing/2014/main" id="{06E411B1-5AA9-9679-100F-C5809FC08BA0}"/>
                  </a:ext>
                </a:extLst>
              </p:cNvPr>
              <p:cNvSpPr/>
              <p:nvPr/>
            </p:nvSpPr>
            <p:spPr>
              <a:xfrm>
                <a:off x="339374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6" name="ph8471">
                <a:extLst>
                  <a:ext uri="{FF2B5EF4-FFF2-40B4-BE49-F238E27FC236}">
                    <a16:creationId xmlns:a16="http://schemas.microsoft.com/office/drawing/2014/main" id="{ED60D5ED-79A7-440A-3FB1-DDA0A57DEA24}"/>
                  </a:ext>
                </a:extLst>
              </p:cNvPr>
              <p:cNvSpPr/>
              <p:nvPr/>
            </p:nvSpPr>
            <p:spPr>
              <a:xfrm>
                <a:off x="340318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7" name="ph8472">
                <a:extLst>
                  <a:ext uri="{FF2B5EF4-FFF2-40B4-BE49-F238E27FC236}">
                    <a16:creationId xmlns:a16="http://schemas.microsoft.com/office/drawing/2014/main" id="{F00392F3-950C-54A0-6B40-E41280D45ED5}"/>
                  </a:ext>
                </a:extLst>
              </p:cNvPr>
              <p:cNvSpPr/>
              <p:nvPr/>
            </p:nvSpPr>
            <p:spPr>
              <a:xfrm>
                <a:off x="341262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8" name="ph8473">
                <a:extLst>
                  <a:ext uri="{FF2B5EF4-FFF2-40B4-BE49-F238E27FC236}">
                    <a16:creationId xmlns:a16="http://schemas.microsoft.com/office/drawing/2014/main" id="{7CF18D32-C5AC-AACF-84A5-6DA83E00A1C2}"/>
                  </a:ext>
                </a:extLst>
              </p:cNvPr>
              <p:cNvSpPr/>
              <p:nvPr/>
            </p:nvSpPr>
            <p:spPr>
              <a:xfrm>
                <a:off x="342206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9" name="ph8474">
                <a:extLst>
                  <a:ext uri="{FF2B5EF4-FFF2-40B4-BE49-F238E27FC236}">
                    <a16:creationId xmlns:a16="http://schemas.microsoft.com/office/drawing/2014/main" id="{0811C968-4437-E8A3-D9F8-237E3E682257}"/>
                  </a:ext>
                </a:extLst>
              </p:cNvPr>
              <p:cNvSpPr/>
              <p:nvPr/>
            </p:nvSpPr>
            <p:spPr>
              <a:xfrm>
                <a:off x="343150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0" name="ph8475">
                <a:extLst>
                  <a:ext uri="{FF2B5EF4-FFF2-40B4-BE49-F238E27FC236}">
                    <a16:creationId xmlns:a16="http://schemas.microsoft.com/office/drawing/2014/main" id="{4CC1457E-253F-2FB0-5714-75063F980D71}"/>
                  </a:ext>
                </a:extLst>
              </p:cNvPr>
              <p:cNvSpPr/>
              <p:nvPr/>
            </p:nvSpPr>
            <p:spPr>
              <a:xfrm>
                <a:off x="344094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1" name="ph8476">
                <a:extLst>
                  <a:ext uri="{FF2B5EF4-FFF2-40B4-BE49-F238E27FC236}">
                    <a16:creationId xmlns:a16="http://schemas.microsoft.com/office/drawing/2014/main" id="{71976F45-6980-C137-DA95-241C56C7EF31}"/>
                  </a:ext>
                </a:extLst>
              </p:cNvPr>
              <p:cNvSpPr/>
              <p:nvPr/>
            </p:nvSpPr>
            <p:spPr>
              <a:xfrm>
                <a:off x="345038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2" name="ph8477">
                <a:extLst>
                  <a:ext uri="{FF2B5EF4-FFF2-40B4-BE49-F238E27FC236}">
                    <a16:creationId xmlns:a16="http://schemas.microsoft.com/office/drawing/2014/main" id="{7F71402B-7744-807C-2255-8A88DC0C2F10}"/>
                  </a:ext>
                </a:extLst>
              </p:cNvPr>
              <p:cNvSpPr/>
              <p:nvPr/>
            </p:nvSpPr>
            <p:spPr>
              <a:xfrm>
                <a:off x="3459827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3" name="ph8478">
                <a:extLst>
                  <a:ext uri="{FF2B5EF4-FFF2-40B4-BE49-F238E27FC236}">
                    <a16:creationId xmlns:a16="http://schemas.microsoft.com/office/drawing/2014/main" id="{EB031B94-94AB-7EDE-901E-5D8AE5A85337}"/>
                  </a:ext>
                </a:extLst>
              </p:cNvPr>
              <p:cNvSpPr/>
              <p:nvPr/>
            </p:nvSpPr>
            <p:spPr>
              <a:xfrm>
                <a:off x="346926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4" name="ph8479">
                <a:extLst>
                  <a:ext uri="{FF2B5EF4-FFF2-40B4-BE49-F238E27FC236}">
                    <a16:creationId xmlns:a16="http://schemas.microsoft.com/office/drawing/2014/main" id="{7FCC1800-5ED8-DA47-5884-7F53FA2AE180}"/>
                  </a:ext>
                </a:extLst>
              </p:cNvPr>
              <p:cNvSpPr/>
              <p:nvPr/>
            </p:nvSpPr>
            <p:spPr>
              <a:xfrm>
                <a:off x="347870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5" name="ph8480">
                <a:extLst>
                  <a:ext uri="{FF2B5EF4-FFF2-40B4-BE49-F238E27FC236}">
                    <a16:creationId xmlns:a16="http://schemas.microsoft.com/office/drawing/2014/main" id="{9A4F57ED-B13B-F22D-36C7-108339A1178F}"/>
                  </a:ext>
                </a:extLst>
              </p:cNvPr>
              <p:cNvSpPr/>
              <p:nvPr/>
            </p:nvSpPr>
            <p:spPr>
              <a:xfrm>
                <a:off x="348814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6" name="ph8481">
                <a:extLst>
                  <a:ext uri="{FF2B5EF4-FFF2-40B4-BE49-F238E27FC236}">
                    <a16:creationId xmlns:a16="http://schemas.microsoft.com/office/drawing/2014/main" id="{30DD268E-822F-E235-5929-75497EA151E5}"/>
                  </a:ext>
                </a:extLst>
              </p:cNvPr>
              <p:cNvSpPr/>
              <p:nvPr/>
            </p:nvSpPr>
            <p:spPr>
              <a:xfrm>
                <a:off x="3497588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7" name="ph8482">
                <a:extLst>
                  <a:ext uri="{FF2B5EF4-FFF2-40B4-BE49-F238E27FC236}">
                    <a16:creationId xmlns:a16="http://schemas.microsoft.com/office/drawing/2014/main" id="{97B6FA87-BCB9-4C15-45C6-85C039DA5A60}"/>
                  </a:ext>
                </a:extLst>
              </p:cNvPr>
              <p:cNvSpPr/>
              <p:nvPr/>
            </p:nvSpPr>
            <p:spPr>
              <a:xfrm>
                <a:off x="350702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8" name="ph8483">
                <a:extLst>
                  <a:ext uri="{FF2B5EF4-FFF2-40B4-BE49-F238E27FC236}">
                    <a16:creationId xmlns:a16="http://schemas.microsoft.com/office/drawing/2014/main" id="{E3AB20A7-B99F-8AE4-1CD5-FB9200B6BC6C}"/>
                  </a:ext>
                </a:extLst>
              </p:cNvPr>
              <p:cNvSpPr/>
              <p:nvPr/>
            </p:nvSpPr>
            <p:spPr>
              <a:xfrm>
                <a:off x="351646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9" name="ph8484">
                <a:extLst>
                  <a:ext uri="{FF2B5EF4-FFF2-40B4-BE49-F238E27FC236}">
                    <a16:creationId xmlns:a16="http://schemas.microsoft.com/office/drawing/2014/main" id="{A8930CA1-AACF-48C6-80BB-C52E8A4D2DAB}"/>
                  </a:ext>
                </a:extLst>
              </p:cNvPr>
              <p:cNvSpPr/>
              <p:nvPr/>
            </p:nvSpPr>
            <p:spPr>
              <a:xfrm>
                <a:off x="352590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0" name="ph8485">
                <a:extLst>
                  <a:ext uri="{FF2B5EF4-FFF2-40B4-BE49-F238E27FC236}">
                    <a16:creationId xmlns:a16="http://schemas.microsoft.com/office/drawing/2014/main" id="{49D6B2D2-F51A-032B-6FF7-47B9CC639AD9}"/>
                  </a:ext>
                </a:extLst>
              </p:cNvPr>
              <p:cNvSpPr/>
              <p:nvPr/>
            </p:nvSpPr>
            <p:spPr>
              <a:xfrm>
                <a:off x="3535349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1" name="ph8486">
                <a:extLst>
                  <a:ext uri="{FF2B5EF4-FFF2-40B4-BE49-F238E27FC236}">
                    <a16:creationId xmlns:a16="http://schemas.microsoft.com/office/drawing/2014/main" id="{03D40674-D72E-5967-FE3D-936BD34B6541}"/>
                  </a:ext>
                </a:extLst>
              </p:cNvPr>
              <p:cNvSpPr/>
              <p:nvPr/>
            </p:nvSpPr>
            <p:spPr>
              <a:xfrm>
                <a:off x="354479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2" name="ph8487">
                <a:extLst>
                  <a:ext uri="{FF2B5EF4-FFF2-40B4-BE49-F238E27FC236}">
                    <a16:creationId xmlns:a16="http://schemas.microsoft.com/office/drawing/2014/main" id="{A0F52C04-086E-6BED-BE9F-9AD20499AD34}"/>
                  </a:ext>
                </a:extLst>
              </p:cNvPr>
              <p:cNvSpPr/>
              <p:nvPr/>
            </p:nvSpPr>
            <p:spPr>
              <a:xfrm>
                <a:off x="355423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3" name="ph8488">
                <a:extLst>
                  <a:ext uri="{FF2B5EF4-FFF2-40B4-BE49-F238E27FC236}">
                    <a16:creationId xmlns:a16="http://schemas.microsoft.com/office/drawing/2014/main" id="{FCE14CE8-24AF-F9A0-45B9-A0DC6EABD661}"/>
                  </a:ext>
                </a:extLst>
              </p:cNvPr>
              <p:cNvSpPr/>
              <p:nvPr/>
            </p:nvSpPr>
            <p:spPr>
              <a:xfrm>
                <a:off x="356367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4" name="ph8489">
                <a:extLst>
                  <a:ext uri="{FF2B5EF4-FFF2-40B4-BE49-F238E27FC236}">
                    <a16:creationId xmlns:a16="http://schemas.microsoft.com/office/drawing/2014/main" id="{5B215015-9ECE-5BB2-E33E-016F195A4543}"/>
                  </a:ext>
                </a:extLst>
              </p:cNvPr>
              <p:cNvSpPr/>
              <p:nvPr/>
            </p:nvSpPr>
            <p:spPr>
              <a:xfrm>
                <a:off x="357311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5" name="ph8490">
                <a:extLst>
                  <a:ext uri="{FF2B5EF4-FFF2-40B4-BE49-F238E27FC236}">
                    <a16:creationId xmlns:a16="http://schemas.microsoft.com/office/drawing/2014/main" id="{6C48A328-9291-A7EA-88FB-9C1FE385F63F}"/>
                  </a:ext>
                </a:extLst>
              </p:cNvPr>
              <p:cNvSpPr/>
              <p:nvPr/>
            </p:nvSpPr>
            <p:spPr>
              <a:xfrm>
                <a:off x="3582550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6" name="ph8491">
                <a:extLst>
                  <a:ext uri="{FF2B5EF4-FFF2-40B4-BE49-F238E27FC236}">
                    <a16:creationId xmlns:a16="http://schemas.microsoft.com/office/drawing/2014/main" id="{C9AA05A2-5C86-4248-B00E-F76C84172344}"/>
                  </a:ext>
                </a:extLst>
              </p:cNvPr>
              <p:cNvSpPr/>
              <p:nvPr/>
            </p:nvSpPr>
            <p:spPr>
              <a:xfrm>
                <a:off x="359199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7" name="ph8492">
                <a:extLst>
                  <a:ext uri="{FF2B5EF4-FFF2-40B4-BE49-F238E27FC236}">
                    <a16:creationId xmlns:a16="http://schemas.microsoft.com/office/drawing/2014/main" id="{E34BFBD1-7A25-D9D1-E161-A9810FA3BEF5}"/>
                  </a:ext>
                </a:extLst>
              </p:cNvPr>
              <p:cNvSpPr/>
              <p:nvPr/>
            </p:nvSpPr>
            <p:spPr>
              <a:xfrm>
                <a:off x="360143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8" name="ph8493">
                <a:extLst>
                  <a:ext uri="{FF2B5EF4-FFF2-40B4-BE49-F238E27FC236}">
                    <a16:creationId xmlns:a16="http://schemas.microsoft.com/office/drawing/2014/main" id="{E499F84C-9BA9-58DF-502D-27BB2C43BE30}"/>
                  </a:ext>
                </a:extLst>
              </p:cNvPr>
              <p:cNvSpPr/>
              <p:nvPr/>
            </p:nvSpPr>
            <p:spPr>
              <a:xfrm>
                <a:off x="361087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9" name="ph8494">
                <a:extLst>
                  <a:ext uri="{FF2B5EF4-FFF2-40B4-BE49-F238E27FC236}">
                    <a16:creationId xmlns:a16="http://schemas.microsoft.com/office/drawing/2014/main" id="{B5ACE4A9-59BA-AD95-16D0-8702294C5855}"/>
                  </a:ext>
                </a:extLst>
              </p:cNvPr>
              <p:cNvSpPr/>
              <p:nvPr/>
            </p:nvSpPr>
            <p:spPr>
              <a:xfrm>
                <a:off x="3620311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0" name="ph8495">
                <a:extLst>
                  <a:ext uri="{FF2B5EF4-FFF2-40B4-BE49-F238E27FC236}">
                    <a16:creationId xmlns:a16="http://schemas.microsoft.com/office/drawing/2014/main" id="{81A1034C-E3FD-7B62-7B7E-C74EF434C82F}"/>
                  </a:ext>
                </a:extLst>
              </p:cNvPr>
              <p:cNvSpPr/>
              <p:nvPr/>
            </p:nvSpPr>
            <p:spPr>
              <a:xfrm>
                <a:off x="362975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1" name="ph8496">
                <a:extLst>
                  <a:ext uri="{FF2B5EF4-FFF2-40B4-BE49-F238E27FC236}">
                    <a16:creationId xmlns:a16="http://schemas.microsoft.com/office/drawing/2014/main" id="{2073C76F-05BA-DEE8-FF88-DCE694869857}"/>
                  </a:ext>
                </a:extLst>
              </p:cNvPr>
              <p:cNvSpPr/>
              <p:nvPr/>
            </p:nvSpPr>
            <p:spPr>
              <a:xfrm>
                <a:off x="363919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2" name="ph8497">
                <a:extLst>
                  <a:ext uri="{FF2B5EF4-FFF2-40B4-BE49-F238E27FC236}">
                    <a16:creationId xmlns:a16="http://schemas.microsoft.com/office/drawing/2014/main" id="{41B7CED4-0C1B-B898-78D9-FB11074F583A}"/>
                  </a:ext>
                </a:extLst>
              </p:cNvPr>
              <p:cNvSpPr/>
              <p:nvPr/>
            </p:nvSpPr>
            <p:spPr>
              <a:xfrm>
                <a:off x="364863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3" name="ph8498">
                <a:extLst>
                  <a:ext uri="{FF2B5EF4-FFF2-40B4-BE49-F238E27FC236}">
                    <a16:creationId xmlns:a16="http://schemas.microsoft.com/office/drawing/2014/main" id="{98D1F1E7-065C-8C2E-D806-151E46AF5FDF}"/>
                  </a:ext>
                </a:extLst>
              </p:cNvPr>
              <p:cNvSpPr/>
              <p:nvPr/>
            </p:nvSpPr>
            <p:spPr>
              <a:xfrm>
                <a:off x="3658072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4" name="ph8499">
                <a:extLst>
                  <a:ext uri="{FF2B5EF4-FFF2-40B4-BE49-F238E27FC236}">
                    <a16:creationId xmlns:a16="http://schemas.microsoft.com/office/drawing/2014/main" id="{90CC0BD6-3015-78DF-2A71-EFAD21428859}"/>
                  </a:ext>
                </a:extLst>
              </p:cNvPr>
              <p:cNvSpPr/>
              <p:nvPr/>
            </p:nvSpPr>
            <p:spPr>
              <a:xfrm>
                <a:off x="366751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5" name="ph8500">
                <a:extLst>
                  <a:ext uri="{FF2B5EF4-FFF2-40B4-BE49-F238E27FC236}">
                    <a16:creationId xmlns:a16="http://schemas.microsoft.com/office/drawing/2014/main" id="{5791BFAC-E162-8B7C-338E-901FD0A9426F}"/>
                  </a:ext>
                </a:extLst>
              </p:cNvPr>
              <p:cNvSpPr/>
              <p:nvPr/>
            </p:nvSpPr>
            <p:spPr>
              <a:xfrm>
                <a:off x="367695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6" name="ph8501">
                <a:extLst>
                  <a:ext uri="{FF2B5EF4-FFF2-40B4-BE49-F238E27FC236}">
                    <a16:creationId xmlns:a16="http://schemas.microsoft.com/office/drawing/2014/main" id="{AE2A66B5-A819-93A0-1B78-68CE12F93AF6}"/>
                  </a:ext>
                </a:extLst>
              </p:cNvPr>
              <p:cNvSpPr/>
              <p:nvPr/>
            </p:nvSpPr>
            <p:spPr>
              <a:xfrm>
                <a:off x="368639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7" name="ph8502">
                <a:extLst>
                  <a:ext uri="{FF2B5EF4-FFF2-40B4-BE49-F238E27FC236}">
                    <a16:creationId xmlns:a16="http://schemas.microsoft.com/office/drawing/2014/main" id="{D834C4C8-746F-3968-1668-941C939AD8B8}"/>
                  </a:ext>
                </a:extLst>
              </p:cNvPr>
              <p:cNvSpPr/>
              <p:nvPr/>
            </p:nvSpPr>
            <p:spPr>
              <a:xfrm>
                <a:off x="3695833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8" name="ph8503">
                <a:extLst>
                  <a:ext uri="{FF2B5EF4-FFF2-40B4-BE49-F238E27FC236}">
                    <a16:creationId xmlns:a16="http://schemas.microsoft.com/office/drawing/2014/main" id="{3F6E1993-13B6-6695-93B5-882FE7DB8DFE}"/>
                  </a:ext>
                </a:extLst>
              </p:cNvPr>
              <p:cNvSpPr/>
              <p:nvPr/>
            </p:nvSpPr>
            <p:spPr>
              <a:xfrm>
                <a:off x="370527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9" name="ph8504">
                <a:extLst>
                  <a:ext uri="{FF2B5EF4-FFF2-40B4-BE49-F238E27FC236}">
                    <a16:creationId xmlns:a16="http://schemas.microsoft.com/office/drawing/2014/main" id="{E0F308FD-2FDF-5EA0-4EAE-7DD6D14BF6DE}"/>
                  </a:ext>
                </a:extLst>
              </p:cNvPr>
              <p:cNvSpPr/>
              <p:nvPr/>
            </p:nvSpPr>
            <p:spPr>
              <a:xfrm>
                <a:off x="371471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0" name="ph8505">
                <a:extLst>
                  <a:ext uri="{FF2B5EF4-FFF2-40B4-BE49-F238E27FC236}">
                    <a16:creationId xmlns:a16="http://schemas.microsoft.com/office/drawing/2014/main" id="{4DC7615A-C8D8-0579-AA87-D34086937D76}"/>
                  </a:ext>
                </a:extLst>
              </p:cNvPr>
              <p:cNvSpPr/>
              <p:nvPr/>
            </p:nvSpPr>
            <p:spPr>
              <a:xfrm>
                <a:off x="372415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1" name="ph8506">
                <a:extLst>
                  <a:ext uri="{FF2B5EF4-FFF2-40B4-BE49-F238E27FC236}">
                    <a16:creationId xmlns:a16="http://schemas.microsoft.com/office/drawing/2014/main" id="{487D6D54-6CB1-D0C7-FAC3-F057B2503D99}"/>
                  </a:ext>
                </a:extLst>
              </p:cNvPr>
              <p:cNvSpPr/>
              <p:nvPr/>
            </p:nvSpPr>
            <p:spPr>
              <a:xfrm>
                <a:off x="3733594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2" name="ph8507">
                <a:extLst>
                  <a:ext uri="{FF2B5EF4-FFF2-40B4-BE49-F238E27FC236}">
                    <a16:creationId xmlns:a16="http://schemas.microsoft.com/office/drawing/2014/main" id="{6869B0EB-CF7E-FE7F-E212-24BC0F81928C}"/>
                  </a:ext>
                </a:extLst>
              </p:cNvPr>
              <p:cNvSpPr/>
              <p:nvPr/>
            </p:nvSpPr>
            <p:spPr>
              <a:xfrm>
                <a:off x="374303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3" name="ph8508">
                <a:extLst>
                  <a:ext uri="{FF2B5EF4-FFF2-40B4-BE49-F238E27FC236}">
                    <a16:creationId xmlns:a16="http://schemas.microsoft.com/office/drawing/2014/main" id="{B9B592AC-787F-C31D-44E6-C70E689ACDBD}"/>
                  </a:ext>
                </a:extLst>
              </p:cNvPr>
              <p:cNvSpPr/>
              <p:nvPr/>
            </p:nvSpPr>
            <p:spPr>
              <a:xfrm>
                <a:off x="375247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4" name="ph8509">
                <a:extLst>
                  <a:ext uri="{FF2B5EF4-FFF2-40B4-BE49-F238E27FC236}">
                    <a16:creationId xmlns:a16="http://schemas.microsoft.com/office/drawing/2014/main" id="{53812965-1A81-4844-2D32-5BF53CB4DBD1}"/>
                  </a:ext>
                </a:extLst>
              </p:cNvPr>
              <p:cNvSpPr/>
              <p:nvPr/>
            </p:nvSpPr>
            <p:spPr>
              <a:xfrm>
                <a:off x="376191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5" name="ph8510">
                <a:extLst>
                  <a:ext uri="{FF2B5EF4-FFF2-40B4-BE49-F238E27FC236}">
                    <a16:creationId xmlns:a16="http://schemas.microsoft.com/office/drawing/2014/main" id="{60FBBCAB-6FF5-57B7-6A7B-D2A3E977CAF3}"/>
                  </a:ext>
                </a:extLst>
              </p:cNvPr>
              <p:cNvSpPr/>
              <p:nvPr/>
            </p:nvSpPr>
            <p:spPr>
              <a:xfrm>
                <a:off x="3771355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6" name="ph8511">
                <a:extLst>
                  <a:ext uri="{FF2B5EF4-FFF2-40B4-BE49-F238E27FC236}">
                    <a16:creationId xmlns:a16="http://schemas.microsoft.com/office/drawing/2014/main" id="{0F33EEF1-0D66-983B-8EBA-0E09A09F7941}"/>
                  </a:ext>
                </a:extLst>
              </p:cNvPr>
              <p:cNvSpPr/>
              <p:nvPr/>
            </p:nvSpPr>
            <p:spPr>
              <a:xfrm>
                <a:off x="378079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7" name="ph8512">
                <a:extLst>
                  <a:ext uri="{FF2B5EF4-FFF2-40B4-BE49-F238E27FC236}">
                    <a16:creationId xmlns:a16="http://schemas.microsoft.com/office/drawing/2014/main" id="{A2E11E69-7BB9-B8D1-B998-CE422F8E66BE}"/>
                  </a:ext>
                </a:extLst>
              </p:cNvPr>
              <p:cNvSpPr/>
              <p:nvPr/>
            </p:nvSpPr>
            <p:spPr>
              <a:xfrm>
                <a:off x="3790236" y="88519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8" name="ph8513">
                <a:extLst>
                  <a:ext uri="{FF2B5EF4-FFF2-40B4-BE49-F238E27FC236}">
                    <a16:creationId xmlns:a16="http://schemas.microsoft.com/office/drawing/2014/main" id="{71874C05-E59E-FCE7-0DD7-5BB7CFE8145A}"/>
                  </a:ext>
                </a:extLst>
              </p:cNvPr>
              <p:cNvSpPr/>
              <p:nvPr/>
            </p:nvSpPr>
            <p:spPr>
              <a:xfrm>
                <a:off x="3809116" y="90276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3" y="896830"/>
                    </a:lnTo>
                    <a:lnTo>
                      <a:pt x="910561" y="898191"/>
                    </a:lnTo>
                    <a:lnTo>
                      <a:pt x="914400" y="904841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9" name="ph8514">
                <a:extLst>
                  <a:ext uri="{FF2B5EF4-FFF2-40B4-BE49-F238E27FC236}">
                    <a16:creationId xmlns:a16="http://schemas.microsoft.com/office/drawing/2014/main" id="{9D08D4B2-B541-F0AA-27A1-8F5FA0BAAECB}"/>
                  </a:ext>
                </a:extLst>
              </p:cNvPr>
              <p:cNvSpPr/>
              <p:nvPr/>
            </p:nvSpPr>
            <p:spPr>
              <a:xfrm>
                <a:off x="3809116" y="902767"/>
                <a:ext cx="91941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418" h="914400">
                    <a:moveTo>
                      <a:pt x="914400" y="914400"/>
                    </a:moveTo>
                    <a:lnTo>
                      <a:pt x="914400" y="904841"/>
                    </a:lnTo>
                    <a:lnTo>
                      <a:pt x="915107" y="906066"/>
                    </a:lnTo>
                    <a:lnTo>
                      <a:pt x="919418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0" name="ph8515">
                <a:extLst>
                  <a:ext uri="{FF2B5EF4-FFF2-40B4-BE49-F238E27FC236}">
                    <a16:creationId xmlns:a16="http://schemas.microsoft.com/office/drawing/2014/main" id="{935595B9-F446-DC01-C1DD-D321F10E48B2}"/>
                  </a:ext>
                </a:extLst>
              </p:cNvPr>
              <p:cNvSpPr/>
              <p:nvPr/>
            </p:nvSpPr>
            <p:spPr>
              <a:xfrm>
                <a:off x="3318224" y="867627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384" y="931969"/>
                    </a:lnTo>
                    <a:lnTo>
                      <a:pt x="909783" y="926883"/>
                    </a:lnTo>
                    <a:lnTo>
                      <a:pt x="907107" y="917284"/>
                    </a:lnTo>
                    <a:lnTo>
                      <a:pt x="906401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1" name="ph8516">
                <a:extLst>
                  <a:ext uri="{FF2B5EF4-FFF2-40B4-BE49-F238E27FC236}">
                    <a16:creationId xmlns:a16="http://schemas.microsoft.com/office/drawing/2014/main" id="{A499EC37-8672-5B81-FA5B-BE02A3B03E23}"/>
                  </a:ext>
                </a:extLst>
              </p:cNvPr>
              <p:cNvSpPr/>
              <p:nvPr/>
            </p:nvSpPr>
            <p:spPr>
              <a:xfrm>
                <a:off x="331822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2" name="ph8517">
                <a:extLst>
                  <a:ext uri="{FF2B5EF4-FFF2-40B4-BE49-F238E27FC236}">
                    <a16:creationId xmlns:a16="http://schemas.microsoft.com/office/drawing/2014/main" id="{D3094B41-7357-40A9-D2E7-4E3B681A3646}"/>
                  </a:ext>
                </a:extLst>
              </p:cNvPr>
              <p:cNvSpPr/>
              <p:nvPr/>
            </p:nvSpPr>
            <p:spPr>
              <a:xfrm>
                <a:off x="332766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3" name="ph8518">
                <a:extLst>
                  <a:ext uri="{FF2B5EF4-FFF2-40B4-BE49-F238E27FC236}">
                    <a16:creationId xmlns:a16="http://schemas.microsoft.com/office/drawing/2014/main" id="{CB904E25-19D8-C17C-8896-2C4555E0E53C}"/>
                  </a:ext>
                </a:extLst>
              </p:cNvPr>
              <p:cNvSpPr/>
              <p:nvPr/>
            </p:nvSpPr>
            <p:spPr>
              <a:xfrm>
                <a:off x="333710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4" name="ph8519">
                <a:extLst>
                  <a:ext uri="{FF2B5EF4-FFF2-40B4-BE49-F238E27FC236}">
                    <a16:creationId xmlns:a16="http://schemas.microsoft.com/office/drawing/2014/main" id="{5DF7D844-BEB5-9176-5B40-DEE697A96936}"/>
                  </a:ext>
                </a:extLst>
              </p:cNvPr>
              <p:cNvSpPr/>
              <p:nvPr/>
            </p:nvSpPr>
            <p:spPr>
              <a:xfrm>
                <a:off x="334654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5" name="ph8520">
                <a:extLst>
                  <a:ext uri="{FF2B5EF4-FFF2-40B4-BE49-F238E27FC236}">
                    <a16:creationId xmlns:a16="http://schemas.microsoft.com/office/drawing/2014/main" id="{CCC729D5-7F14-860C-14E0-CC1C378D9958}"/>
                  </a:ext>
                </a:extLst>
              </p:cNvPr>
              <p:cNvSpPr/>
              <p:nvPr/>
            </p:nvSpPr>
            <p:spPr>
              <a:xfrm>
                <a:off x="335598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6" name="ph8521">
                <a:extLst>
                  <a:ext uri="{FF2B5EF4-FFF2-40B4-BE49-F238E27FC236}">
                    <a16:creationId xmlns:a16="http://schemas.microsoft.com/office/drawing/2014/main" id="{0E506C59-DC5C-260D-E8B7-EA4164474568}"/>
                  </a:ext>
                </a:extLst>
              </p:cNvPr>
              <p:cNvSpPr/>
              <p:nvPr/>
            </p:nvSpPr>
            <p:spPr>
              <a:xfrm>
                <a:off x="336542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7" name="ph8522">
                <a:extLst>
                  <a:ext uri="{FF2B5EF4-FFF2-40B4-BE49-F238E27FC236}">
                    <a16:creationId xmlns:a16="http://schemas.microsoft.com/office/drawing/2014/main" id="{80AAF1BA-FCAB-6B35-E319-FA8303252A4B}"/>
                  </a:ext>
                </a:extLst>
              </p:cNvPr>
              <p:cNvSpPr/>
              <p:nvPr/>
            </p:nvSpPr>
            <p:spPr>
              <a:xfrm>
                <a:off x="337486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8" name="ph8523">
                <a:extLst>
                  <a:ext uri="{FF2B5EF4-FFF2-40B4-BE49-F238E27FC236}">
                    <a16:creationId xmlns:a16="http://schemas.microsoft.com/office/drawing/2014/main" id="{D11D344B-CE29-BC7E-2EBB-00E652DB733C}"/>
                  </a:ext>
                </a:extLst>
              </p:cNvPr>
              <p:cNvSpPr/>
              <p:nvPr/>
            </p:nvSpPr>
            <p:spPr>
              <a:xfrm>
                <a:off x="338430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9" name="ph8524">
                <a:extLst>
                  <a:ext uri="{FF2B5EF4-FFF2-40B4-BE49-F238E27FC236}">
                    <a16:creationId xmlns:a16="http://schemas.microsoft.com/office/drawing/2014/main" id="{24FC2208-533D-0A06-D10E-429A4B2D0A3B}"/>
                  </a:ext>
                </a:extLst>
              </p:cNvPr>
              <p:cNvSpPr/>
              <p:nvPr/>
            </p:nvSpPr>
            <p:spPr>
              <a:xfrm>
                <a:off x="339374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0" name="ph8525">
                <a:extLst>
                  <a:ext uri="{FF2B5EF4-FFF2-40B4-BE49-F238E27FC236}">
                    <a16:creationId xmlns:a16="http://schemas.microsoft.com/office/drawing/2014/main" id="{10B41898-AEA8-0E6F-D247-979BE14BF1F4}"/>
                  </a:ext>
                </a:extLst>
              </p:cNvPr>
              <p:cNvSpPr/>
              <p:nvPr/>
            </p:nvSpPr>
            <p:spPr>
              <a:xfrm>
                <a:off x="340318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1" name="ph8526">
                <a:extLst>
                  <a:ext uri="{FF2B5EF4-FFF2-40B4-BE49-F238E27FC236}">
                    <a16:creationId xmlns:a16="http://schemas.microsoft.com/office/drawing/2014/main" id="{637E63A0-77BA-0293-10E5-F23CE8F8F93E}"/>
                  </a:ext>
                </a:extLst>
              </p:cNvPr>
              <p:cNvSpPr/>
              <p:nvPr/>
            </p:nvSpPr>
            <p:spPr>
              <a:xfrm>
                <a:off x="341262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2" name="ph8527">
                <a:extLst>
                  <a:ext uri="{FF2B5EF4-FFF2-40B4-BE49-F238E27FC236}">
                    <a16:creationId xmlns:a16="http://schemas.microsoft.com/office/drawing/2014/main" id="{3E0E682A-1C1F-FE79-FA54-9A31A3C90D9D}"/>
                  </a:ext>
                </a:extLst>
              </p:cNvPr>
              <p:cNvSpPr/>
              <p:nvPr/>
            </p:nvSpPr>
            <p:spPr>
              <a:xfrm>
                <a:off x="342206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3" name="ph8528">
                <a:extLst>
                  <a:ext uri="{FF2B5EF4-FFF2-40B4-BE49-F238E27FC236}">
                    <a16:creationId xmlns:a16="http://schemas.microsoft.com/office/drawing/2014/main" id="{254AD31A-598A-7019-7807-9DC997FBD205}"/>
                  </a:ext>
                </a:extLst>
              </p:cNvPr>
              <p:cNvSpPr/>
              <p:nvPr/>
            </p:nvSpPr>
            <p:spPr>
              <a:xfrm>
                <a:off x="343150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4" name="ph8529">
                <a:extLst>
                  <a:ext uri="{FF2B5EF4-FFF2-40B4-BE49-F238E27FC236}">
                    <a16:creationId xmlns:a16="http://schemas.microsoft.com/office/drawing/2014/main" id="{4DB031C9-B1B0-6928-347F-891539D63B96}"/>
                  </a:ext>
                </a:extLst>
              </p:cNvPr>
              <p:cNvSpPr/>
              <p:nvPr/>
            </p:nvSpPr>
            <p:spPr>
              <a:xfrm>
                <a:off x="344094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5" name="ph8530">
                <a:extLst>
                  <a:ext uri="{FF2B5EF4-FFF2-40B4-BE49-F238E27FC236}">
                    <a16:creationId xmlns:a16="http://schemas.microsoft.com/office/drawing/2014/main" id="{B596BB1A-2173-A2C1-1757-227C22455DF4}"/>
                  </a:ext>
                </a:extLst>
              </p:cNvPr>
              <p:cNvSpPr/>
              <p:nvPr/>
            </p:nvSpPr>
            <p:spPr>
              <a:xfrm>
                <a:off x="345038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6" name="ph8531">
                <a:extLst>
                  <a:ext uri="{FF2B5EF4-FFF2-40B4-BE49-F238E27FC236}">
                    <a16:creationId xmlns:a16="http://schemas.microsoft.com/office/drawing/2014/main" id="{25521DAE-1CFD-F9A3-9EE9-E149D6816478}"/>
                  </a:ext>
                </a:extLst>
              </p:cNvPr>
              <p:cNvSpPr/>
              <p:nvPr/>
            </p:nvSpPr>
            <p:spPr>
              <a:xfrm>
                <a:off x="3459827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7" name="ph8532">
                <a:extLst>
                  <a:ext uri="{FF2B5EF4-FFF2-40B4-BE49-F238E27FC236}">
                    <a16:creationId xmlns:a16="http://schemas.microsoft.com/office/drawing/2014/main" id="{EDA42B91-ED4E-750B-3957-146AE2624559}"/>
                  </a:ext>
                </a:extLst>
              </p:cNvPr>
              <p:cNvSpPr/>
              <p:nvPr/>
            </p:nvSpPr>
            <p:spPr>
              <a:xfrm>
                <a:off x="346926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8" name="ph8533">
                <a:extLst>
                  <a:ext uri="{FF2B5EF4-FFF2-40B4-BE49-F238E27FC236}">
                    <a16:creationId xmlns:a16="http://schemas.microsoft.com/office/drawing/2014/main" id="{DC4C966F-B205-423E-92EB-AB32CBC3AA61}"/>
                  </a:ext>
                </a:extLst>
              </p:cNvPr>
              <p:cNvSpPr/>
              <p:nvPr/>
            </p:nvSpPr>
            <p:spPr>
              <a:xfrm>
                <a:off x="347870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9" name="ph8534">
                <a:extLst>
                  <a:ext uri="{FF2B5EF4-FFF2-40B4-BE49-F238E27FC236}">
                    <a16:creationId xmlns:a16="http://schemas.microsoft.com/office/drawing/2014/main" id="{FFCBBFC6-1711-E635-91C0-7EFC0062DE4B}"/>
                  </a:ext>
                </a:extLst>
              </p:cNvPr>
              <p:cNvSpPr/>
              <p:nvPr/>
            </p:nvSpPr>
            <p:spPr>
              <a:xfrm>
                <a:off x="348814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0" name="ph8535">
                <a:extLst>
                  <a:ext uri="{FF2B5EF4-FFF2-40B4-BE49-F238E27FC236}">
                    <a16:creationId xmlns:a16="http://schemas.microsoft.com/office/drawing/2014/main" id="{AA95342A-0228-8269-0AEC-1505EECD574C}"/>
                  </a:ext>
                </a:extLst>
              </p:cNvPr>
              <p:cNvSpPr/>
              <p:nvPr/>
            </p:nvSpPr>
            <p:spPr>
              <a:xfrm>
                <a:off x="3497588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1" name="ph8536">
                <a:extLst>
                  <a:ext uri="{FF2B5EF4-FFF2-40B4-BE49-F238E27FC236}">
                    <a16:creationId xmlns:a16="http://schemas.microsoft.com/office/drawing/2014/main" id="{DD7A6381-6639-87B2-163E-8A4E86FA8920}"/>
                  </a:ext>
                </a:extLst>
              </p:cNvPr>
              <p:cNvSpPr/>
              <p:nvPr/>
            </p:nvSpPr>
            <p:spPr>
              <a:xfrm>
                <a:off x="350702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2" name="ph8537">
                <a:extLst>
                  <a:ext uri="{FF2B5EF4-FFF2-40B4-BE49-F238E27FC236}">
                    <a16:creationId xmlns:a16="http://schemas.microsoft.com/office/drawing/2014/main" id="{3E863109-B382-A76E-8975-82D1DB09A450}"/>
                  </a:ext>
                </a:extLst>
              </p:cNvPr>
              <p:cNvSpPr/>
              <p:nvPr/>
            </p:nvSpPr>
            <p:spPr>
              <a:xfrm>
                <a:off x="351646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3" name="ph8538">
                <a:extLst>
                  <a:ext uri="{FF2B5EF4-FFF2-40B4-BE49-F238E27FC236}">
                    <a16:creationId xmlns:a16="http://schemas.microsoft.com/office/drawing/2014/main" id="{E994695D-60CB-641F-1001-2410CE6CF5BD}"/>
                  </a:ext>
                </a:extLst>
              </p:cNvPr>
              <p:cNvSpPr/>
              <p:nvPr/>
            </p:nvSpPr>
            <p:spPr>
              <a:xfrm>
                <a:off x="352590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4" name="ph8539">
                <a:extLst>
                  <a:ext uri="{FF2B5EF4-FFF2-40B4-BE49-F238E27FC236}">
                    <a16:creationId xmlns:a16="http://schemas.microsoft.com/office/drawing/2014/main" id="{0E265730-A01F-3C63-D9B7-3D6476DFE792}"/>
                  </a:ext>
                </a:extLst>
              </p:cNvPr>
              <p:cNvSpPr/>
              <p:nvPr/>
            </p:nvSpPr>
            <p:spPr>
              <a:xfrm>
                <a:off x="3535349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5" name="ph8540">
                <a:extLst>
                  <a:ext uri="{FF2B5EF4-FFF2-40B4-BE49-F238E27FC236}">
                    <a16:creationId xmlns:a16="http://schemas.microsoft.com/office/drawing/2014/main" id="{E992F06A-0A6F-CB47-253B-AD5B4A977319}"/>
                  </a:ext>
                </a:extLst>
              </p:cNvPr>
              <p:cNvSpPr/>
              <p:nvPr/>
            </p:nvSpPr>
            <p:spPr>
              <a:xfrm>
                <a:off x="354479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6" name="ph8541">
                <a:extLst>
                  <a:ext uri="{FF2B5EF4-FFF2-40B4-BE49-F238E27FC236}">
                    <a16:creationId xmlns:a16="http://schemas.microsoft.com/office/drawing/2014/main" id="{262F8494-01FA-AB20-B195-71E2958A3DA2}"/>
                  </a:ext>
                </a:extLst>
              </p:cNvPr>
              <p:cNvSpPr/>
              <p:nvPr/>
            </p:nvSpPr>
            <p:spPr>
              <a:xfrm>
                <a:off x="355423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7" name="ph8542">
                <a:extLst>
                  <a:ext uri="{FF2B5EF4-FFF2-40B4-BE49-F238E27FC236}">
                    <a16:creationId xmlns:a16="http://schemas.microsoft.com/office/drawing/2014/main" id="{97990671-C111-FEFA-B4C3-DA6A3CD83A0E}"/>
                  </a:ext>
                </a:extLst>
              </p:cNvPr>
              <p:cNvSpPr/>
              <p:nvPr/>
            </p:nvSpPr>
            <p:spPr>
              <a:xfrm>
                <a:off x="356367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8" name="ph8543">
                <a:extLst>
                  <a:ext uri="{FF2B5EF4-FFF2-40B4-BE49-F238E27FC236}">
                    <a16:creationId xmlns:a16="http://schemas.microsoft.com/office/drawing/2014/main" id="{967D130E-A95A-B66B-BD7C-80DFA4A041BC}"/>
                  </a:ext>
                </a:extLst>
              </p:cNvPr>
              <p:cNvSpPr/>
              <p:nvPr/>
            </p:nvSpPr>
            <p:spPr>
              <a:xfrm>
                <a:off x="357311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9" name="ph8544">
                <a:extLst>
                  <a:ext uri="{FF2B5EF4-FFF2-40B4-BE49-F238E27FC236}">
                    <a16:creationId xmlns:a16="http://schemas.microsoft.com/office/drawing/2014/main" id="{1ED04AEA-49D3-243E-2394-9BAACCCCE8A8}"/>
                  </a:ext>
                </a:extLst>
              </p:cNvPr>
              <p:cNvSpPr/>
              <p:nvPr/>
            </p:nvSpPr>
            <p:spPr>
              <a:xfrm>
                <a:off x="3582550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0" name="ph8545">
                <a:extLst>
                  <a:ext uri="{FF2B5EF4-FFF2-40B4-BE49-F238E27FC236}">
                    <a16:creationId xmlns:a16="http://schemas.microsoft.com/office/drawing/2014/main" id="{3088298F-88CC-A461-CC3D-8397A348A16F}"/>
                  </a:ext>
                </a:extLst>
              </p:cNvPr>
              <p:cNvSpPr/>
              <p:nvPr/>
            </p:nvSpPr>
            <p:spPr>
              <a:xfrm>
                <a:off x="359199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1" name="ph8546">
                <a:extLst>
                  <a:ext uri="{FF2B5EF4-FFF2-40B4-BE49-F238E27FC236}">
                    <a16:creationId xmlns:a16="http://schemas.microsoft.com/office/drawing/2014/main" id="{10D3A73D-E0E0-7DF6-D4A3-E8EB473AE01F}"/>
                  </a:ext>
                </a:extLst>
              </p:cNvPr>
              <p:cNvSpPr/>
              <p:nvPr/>
            </p:nvSpPr>
            <p:spPr>
              <a:xfrm>
                <a:off x="360143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2" name="ph8547">
                <a:extLst>
                  <a:ext uri="{FF2B5EF4-FFF2-40B4-BE49-F238E27FC236}">
                    <a16:creationId xmlns:a16="http://schemas.microsoft.com/office/drawing/2014/main" id="{36E4BAFD-8D13-E8B4-0972-AD0AE2DFD332}"/>
                  </a:ext>
                </a:extLst>
              </p:cNvPr>
              <p:cNvSpPr/>
              <p:nvPr/>
            </p:nvSpPr>
            <p:spPr>
              <a:xfrm>
                <a:off x="361087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3" name="ph8548">
                <a:extLst>
                  <a:ext uri="{FF2B5EF4-FFF2-40B4-BE49-F238E27FC236}">
                    <a16:creationId xmlns:a16="http://schemas.microsoft.com/office/drawing/2014/main" id="{C21E8CCE-FDF4-863B-2A81-850AAD344F9C}"/>
                  </a:ext>
                </a:extLst>
              </p:cNvPr>
              <p:cNvSpPr/>
              <p:nvPr/>
            </p:nvSpPr>
            <p:spPr>
              <a:xfrm>
                <a:off x="3620311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4" name="ph8549">
                <a:extLst>
                  <a:ext uri="{FF2B5EF4-FFF2-40B4-BE49-F238E27FC236}">
                    <a16:creationId xmlns:a16="http://schemas.microsoft.com/office/drawing/2014/main" id="{5ED05214-1D71-68B2-8784-6395066A2BC0}"/>
                  </a:ext>
                </a:extLst>
              </p:cNvPr>
              <p:cNvSpPr/>
              <p:nvPr/>
            </p:nvSpPr>
            <p:spPr>
              <a:xfrm>
                <a:off x="362975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5" name="ph8550">
                <a:extLst>
                  <a:ext uri="{FF2B5EF4-FFF2-40B4-BE49-F238E27FC236}">
                    <a16:creationId xmlns:a16="http://schemas.microsoft.com/office/drawing/2014/main" id="{E8858034-33CA-92B3-7425-30F116A7DB2B}"/>
                  </a:ext>
                </a:extLst>
              </p:cNvPr>
              <p:cNvSpPr/>
              <p:nvPr/>
            </p:nvSpPr>
            <p:spPr>
              <a:xfrm>
                <a:off x="363919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6" name="ph8551">
                <a:extLst>
                  <a:ext uri="{FF2B5EF4-FFF2-40B4-BE49-F238E27FC236}">
                    <a16:creationId xmlns:a16="http://schemas.microsoft.com/office/drawing/2014/main" id="{BA1FFC3B-4093-A017-9177-EC7D39EA50E4}"/>
                  </a:ext>
                </a:extLst>
              </p:cNvPr>
              <p:cNvSpPr/>
              <p:nvPr/>
            </p:nvSpPr>
            <p:spPr>
              <a:xfrm>
                <a:off x="364863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7" name="ph8552">
                <a:extLst>
                  <a:ext uri="{FF2B5EF4-FFF2-40B4-BE49-F238E27FC236}">
                    <a16:creationId xmlns:a16="http://schemas.microsoft.com/office/drawing/2014/main" id="{96350A96-03E2-7817-77D4-8680FA807DD8}"/>
                  </a:ext>
                </a:extLst>
              </p:cNvPr>
              <p:cNvSpPr/>
              <p:nvPr/>
            </p:nvSpPr>
            <p:spPr>
              <a:xfrm>
                <a:off x="3658072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8" name="ph8553">
                <a:extLst>
                  <a:ext uri="{FF2B5EF4-FFF2-40B4-BE49-F238E27FC236}">
                    <a16:creationId xmlns:a16="http://schemas.microsoft.com/office/drawing/2014/main" id="{7C6358D3-0716-E8D0-E0B6-06C8A21E3A39}"/>
                  </a:ext>
                </a:extLst>
              </p:cNvPr>
              <p:cNvSpPr/>
              <p:nvPr/>
            </p:nvSpPr>
            <p:spPr>
              <a:xfrm>
                <a:off x="366751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9" name="ph8554">
                <a:extLst>
                  <a:ext uri="{FF2B5EF4-FFF2-40B4-BE49-F238E27FC236}">
                    <a16:creationId xmlns:a16="http://schemas.microsoft.com/office/drawing/2014/main" id="{C8D844B3-97A3-60AD-110C-5334B57BE565}"/>
                  </a:ext>
                </a:extLst>
              </p:cNvPr>
              <p:cNvSpPr/>
              <p:nvPr/>
            </p:nvSpPr>
            <p:spPr>
              <a:xfrm>
                <a:off x="367695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0" name="ph8555">
                <a:extLst>
                  <a:ext uri="{FF2B5EF4-FFF2-40B4-BE49-F238E27FC236}">
                    <a16:creationId xmlns:a16="http://schemas.microsoft.com/office/drawing/2014/main" id="{7649FF1E-2601-B7F8-CD09-7B046761EFA0}"/>
                  </a:ext>
                </a:extLst>
              </p:cNvPr>
              <p:cNvSpPr/>
              <p:nvPr/>
            </p:nvSpPr>
            <p:spPr>
              <a:xfrm>
                <a:off x="368639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1" name="ph8556">
                <a:extLst>
                  <a:ext uri="{FF2B5EF4-FFF2-40B4-BE49-F238E27FC236}">
                    <a16:creationId xmlns:a16="http://schemas.microsoft.com/office/drawing/2014/main" id="{1D10B41D-3F32-C49B-AF0D-90C1A3776404}"/>
                  </a:ext>
                </a:extLst>
              </p:cNvPr>
              <p:cNvSpPr/>
              <p:nvPr/>
            </p:nvSpPr>
            <p:spPr>
              <a:xfrm>
                <a:off x="3695833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2" name="ph8557">
                <a:extLst>
                  <a:ext uri="{FF2B5EF4-FFF2-40B4-BE49-F238E27FC236}">
                    <a16:creationId xmlns:a16="http://schemas.microsoft.com/office/drawing/2014/main" id="{5D24C70A-E84A-330F-4E74-30E14E947FE0}"/>
                  </a:ext>
                </a:extLst>
              </p:cNvPr>
              <p:cNvSpPr/>
              <p:nvPr/>
            </p:nvSpPr>
            <p:spPr>
              <a:xfrm>
                <a:off x="370527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3" name="ph8558">
                <a:extLst>
                  <a:ext uri="{FF2B5EF4-FFF2-40B4-BE49-F238E27FC236}">
                    <a16:creationId xmlns:a16="http://schemas.microsoft.com/office/drawing/2014/main" id="{DF02431A-31CC-0280-3567-300652E42C6B}"/>
                  </a:ext>
                </a:extLst>
              </p:cNvPr>
              <p:cNvSpPr/>
              <p:nvPr/>
            </p:nvSpPr>
            <p:spPr>
              <a:xfrm>
                <a:off x="371471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4" name="ph8559">
                <a:extLst>
                  <a:ext uri="{FF2B5EF4-FFF2-40B4-BE49-F238E27FC236}">
                    <a16:creationId xmlns:a16="http://schemas.microsoft.com/office/drawing/2014/main" id="{E9602A57-1B24-2E76-608B-DD4C193F5D0E}"/>
                  </a:ext>
                </a:extLst>
              </p:cNvPr>
              <p:cNvSpPr/>
              <p:nvPr/>
            </p:nvSpPr>
            <p:spPr>
              <a:xfrm>
                <a:off x="372415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5" name="ph8560">
                <a:extLst>
                  <a:ext uri="{FF2B5EF4-FFF2-40B4-BE49-F238E27FC236}">
                    <a16:creationId xmlns:a16="http://schemas.microsoft.com/office/drawing/2014/main" id="{4AFFF6B9-D2F9-E515-9A64-59D7B509813D}"/>
                  </a:ext>
                </a:extLst>
              </p:cNvPr>
              <p:cNvSpPr/>
              <p:nvPr/>
            </p:nvSpPr>
            <p:spPr>
              <a:xfrm>
                <a:off x="3733594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6" name="ph8561">
                <a:extLst>
                  <a:ext uri="{FF2B5EF4-FFF2-40B4-BE49-F238E27FC236}">
                    <a16:creationId xmlns:a16="http://schemas.microsoft.com/office/drawing/2014/main" id="{949EFE44-4E31-3081-05CF-EFCC529EACDE}"/>
                  </a:ext>
                </a:extLst>
              </p:cNvPr>
              <p:cNvSpPr/>
              <p:nvPr/>
            </p:nvSpPr>
            <p:spPr>
              <a:xfrm>
                <a:off x="374303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7" name="ph8562">
                <a:extLst>
                  <a:ext uri="{FF2B5EF4-FFF2-40B4-BE49-F238E27FC236}">
                    <a16:creationId xmlns:a16="http://schemas.microsoft.com/office/drawing/2014/main" id="{7D88EC41-6FA2-A757-07AF-3FFE49F993FD}"/>
                  </a:ext>
                </a:extLst>
              </p:cNvPr>
              <p:cNvSpPr/>
              <p:nvPr/>
            </p:nvSpPr>
            <p:spPr>
              <a:xfrm>
                <a:off x="375247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8" name="ph8563">
                <a:extLst>
                  <a:ext uri="{FF2B5EF4-FFF2-40B4-BE49-F238E27FC236}">
                    <a16:creationId xmlns:a16="http://schemas.microsoft.com/office/drawing/2014/main" id="{FAB62D17-539C-5423-4912-F73F63E0BAF5}"/>
                  </a:ext>
                </a:extLst>
              </p:cNvPr>
              <p:cNvSpPr/>
              <p:nvPr/>
            </p:nvSpPr>
            <p:spPr>
              <a:xfrm>
                <a:off x="376191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9" name="ph8564">
                <a:extLst>
                  <a:ext uri="{FF2B5EF4-FFF2-40B4-BE49-F238E27FC236}">
                    <a16:creationId xmlns:a16="http://schemas.microsoft.com/office/drawing/2014/main" id="{9420E738-D325-3293-F042-4836345E90B9}"/>
                  </a:ext>
                </a:extLst>
              </p:cNvPr>
              <p:cNvSpPr/>
              <p:nvPr/>
            </p:nvSpPr>
            <p:spPr>
              <a:xfrm>
                <a:off x="3771355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0" name="ph8565">
                <a:extLst>
                  <a:ext uri="{FF2B5EF4-FFF2-40B4-BE49-F238E27FC236}">
                    <a16:creationId xmlns:a16="http://schemas.microsoft.com/office/drawing/2014/main" id="{F530366A-F70C-D26C-1383-0E0C951D1927}"/>
                  </a:ext>
                </a:extLst>
              </p:cNvPr>
              <p:cNvSpPr/>
              <p:nvPr/>
            </p:nvSpPr>
            <p:spPr>
              <a:xfrm>
                <a:off x="3780796" y="867627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1" name="ph8566">
                <a:extLst>
                  <a:ext uri="{FF2B5EF4-FFF2-40B4-BE49-F238E27FC236}">
                    <a16:creationId xmlns:a16="http://schemas.microsoft.com/office/drawing/2014/main" id="{99C2EEBC-8AC3-D037-A213-7ABAABC3EAE6}"/>
                  </a:ext>
                </a:extLst>
              </p:cNvPr>
              <p:cNvSpPr/>
              <p:nvPr/>
            </p:nvSpPr>
            <p:spPr>
              <a:xfrm>
                <a:off x="3799676" y="88519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0719" y="896830"/>
                    </a:lnTo>
                    <a:lnTo>
                      <a:pt x="911003" y="897341"/>
                    </a:lnTo>
                    <a:lnTo>
                      <a:pt x="914400" y="904193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2" name="ph8567">
                <a:extLst>
                  <a:ext uri="{FF2B5EF4-FFF2-40B4-BE49-F238E27FC236}">
                    <a16:creationId xmlns:a16="http://schemas.microsoft.com/office/drawing/2014/main" id="{967F1D91-D85A-6E9F-E8E3-27E4B8C42D8B}"/>
                  </a:ext>
                </a:extLst>
              </p:cNvPr>
              <p:cNvSpPr/>
              <p:nvPr/>
            </p:nvSpPr>
            <p:spPr>
              <a:xfrm>
                <a:off x="3799676" y="885197"/>
                <a:ext cx="919123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3" h="914400">
                    <a:moveTo>
                      <a:pt x="914400" y="914400"/>
                    </a:moveTo>
                    <a:lnTo>
                      <a:pt x="914400" y="904193"/>
                    </a:lnTo>
                    <a:lnTo>
                      <a:pt x="915317" y="906043"/>
                    </a:lnTo>
                    <a:lnTo>
                      <a:pt x="918779" y="913866"/>
                    </a:lnTo>
                    <a:lnTo>
                      <a:pt x="919123" y="914400"/>
                    </a:lnTo>
                    <a:close/>
                  </a:path>
                </a:pathLst>
              </a:custGeom>
              <a:solidFill>
                <a:srgbClr val="FFFFBF">
                  <a:alpha val="100000"/>
                </a:srgbClr>
              </a:solidFill>
              <a:ln w="5420" cap="flat">
                <a:solidFill>
                  <a:srgbClr val="FFFF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3" name="ph8568">
                <a:extLst>
                  <a:ext uri="{FF2B5EF4-FFF2-40B4-BE49-F238E27FC236}">
                    <a16:creationId xmlns:a16="http://schemas.microsoft.com/office/drawing/2014/main" id="{5066CFB5-E0DE-2756-12B4-A490FF0A5066}"/>
                  </a:ext>
                </a:extLst>
              </p:cNvPr>
              <p:cNvSpPr/>
              <p:nvPr/>
            </p:nvSpPr>
            <p:spPr>
              <a:xfrm>
                <a:off x="3308784" y="850058"/>
                <a:ext cx="914400" cy="926076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6076">
                    <a:moveTo>
                      <a:pt x="914400" y="914400"/>
                    </a:moveTo>
                    <a:lnTo>
                      <a:pt x="914400" y="926076"/>
                    </a:lnTo>
                    <a:lnTo>
                      <a:pt x="914139" y="925013"/>
                    </a:lnTo>
                    <a:lnTo>
                      <a:pt x="912006" y="914955"/>
                    </a:lnTo>
                    <a:lnTo>
                      <a:pt x="911905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4" name="ph8569">
                <a:extLst>
                  <a:ext uri="{FF2B5EF4-FFF2-40B4-BE49-F238E27FC236}">
                    <a16:creationId xmlns:a16="http://schemas.microsoft.com/office/drawing/2014/main" id="{639D677C-151E-530C-1269-A35AF3845245}"/>
                  </a:ext>
                </a:extLst>
              </p:cNvPr>
              <p:cNvSpPr/>
              <p:nvPr/>
            </p:nvSpPr>
            <p:spPr>
              <a:xfrm>
                <a:off x="330878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5841" y="931969"/>
                    </a:lnTo>
                    <a:lnTo>
                      <a:pt x="914400" y="926076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5" name="ph8570">
                <a:extLst>
                  <a:ext uri="{FF2B5EF4-FFF2-40B4-BE49-F238E27FC236}">
                    <a16:creationId xmlns:a16="http://schemas.microsoft.com/office/drawing/2014/main" id="{16F138EA-279A-78AB-CAD2-2BA557277B57}"/>
                  </a:ext>
                </a:extLst>
              </p:cNvPr>
              <p:cNvSpPr/>
              <p:nvPr/>
            </p:nvSpPr>
            <p:spPr>
              <a:xfrm>
                <a:off x="331822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6" name="ph8571">
                <a:extLst>
                  <a:ext uri="{FF2B5EF4-FFF2-40B4-BE49-F238E27FC236}">
                    <a16:creationId xmlns:a16="http://schemas.microsoft.com/office/drawing/2014/main" id="{4319CA54-C3AB-FEBC-D95D-4E5D87BDB1A0}"/>
                  </a:ext>
                </a:extLst>
              </p:cNvPr>
              <p:cNvSpPr/>
              <p:nvPr/>
            </p:nvSpPr>
            <p:spPr>
              <a:xfrm>
                <a:off x="332766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7" name="ph8572">
                <a:extLst>
                  <a:ext uri="{FF2B5EF4-FFF2-40B4-BE49-F238E27FC236}">
                    <a16:creationId xmlns:a16="http://schemas.microsoft.com/office/drawing/2014/main" id="{D4C06A5F-5A76-C7F9-1A01-BB786134D91C}"/>
                  </a:ext>
                </a:extLst>
              </p:cNvPr>
              <p:cNvSpPr/>
              <p:nvPr/>
            </p:nvSpPr>
            <p:spPr>
              <a:xfrm>
                <a:off x="333710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8" name="ph8573">
                <a:extLst>
                  <a:ext uri="{FF2B5EF4-FFF2-40B4-BE49-F238E27FC236}">
                    <a16:creationId xmlns:a16="http://schemas.microsoft.com/office/drawing/2014/main" id="{60F65579-371B-8B99-F30C-0C6BE1C14137}"/>
                  </a:ext>
                </a:extLst>
              </p:cNvPr>
              <p:cNvSpPr/>
              <p:nvPr/>
            </p:nvSpPr>
            <p:spPr>
              <a:xfrm>
                <a:off x="334654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9" name="ph8574">
                <a:extLst>
                  <a:ext uri="{FF2B5EF4-FFF2-40B4-BE49-F238E27FC236}">
                    <a16:creationId xmlns:a16="http://schemas.microsoft.com/office/drawing/2014/main" id="{92A8BBA9-A309-8851-0689-5683678909F2}"/>
                  </a:ext>
                </a:extLst>
              </p:cNvPr>
              <p:cNvSpPr/>
              <p:nvPr/>
            </p:nvSpPr>
            <p:spPr>
              <a:xfrm>
                <a:off x="335598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0" name="ph8575">
                <a:extLst>
                  <a:ext uri="{FF2B5EF4-FFF2-40B4-BE49-F238E27FC236}">
                    <a16:creationId xmlns:a16="http://schemas.microsoft.com/office/drawing/2014/main" id="{BA1F51D1-2B39-2E21-62A1-5EF37068A0C1}"/>
                  </a:ext>
                </a:extLst>
              </p:cNvPr>
              <p:cNvSpPr/>
              <p:nvPr/>
            </p:nvSpPr>
            <p:spPr>
              <a:xfrm>
                <a:off x="336542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1" name="ph8576">
                <a:extLst>
                  <a:ext uri="{FF2B5EF4-FFF2-40B4-BE49-F238E27FC236}">
                    <a16:creationId xmlns:a16="http://schemas.microsoft.com/office/drawing/2014/main" id="{6D6711F5-D250-1D30-6622-4B45D071D5D3}"/>
                  </a:ext>
                </a:extLst>
              </p:cNvPr>
              <p:cNvSpPr/>
              <p:nvPr/>
            </p:nvSpPr>
            <p:spPr>
              <a:xfrm>
                <a:off x="337486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2" name="ph8577">
                <a:extLst>
                  <a:ext uri="{FF2B5EF4-FFF2-40B4-BE49-F238E27FC236}">
                    <a16:creationId xmlns:a16="http://schemas.microsoft.com/office/drawing/2014/main" id="{3FC7A6FC-948E-B9F2-CF87-67EE6C8AFD44}"/>
                  </a:ext>
                </a:extLst>
              </p:cNvPr>
              <p:cNvSpPr/>
              <p:nvPr/>
            </p:nvSpPr>
            <p:spPr>
              <a:xfrm>
                <a:off x="338430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3" name="ph8578">
                <a:extLst>
                  <a:ext uri="{FF2B5EF4-FFF2-40B4-BE49-F238E27FC236}">
                    <a16:creationId xmlns:a16="http://schemas.microsoft.com/office/drawing/2014/main" id="{42BEB3CB-3B7C-3E1F-343F-503BD6DB4813}"/>
                  </a:ext>
                </a:extLst>
              </p:cNvPr>
              <p:cNvSpPr/>
              <p:nvPr/>
            </p:nvSpPr>
            <p:spPr>
              <a:xfrm>
                <a:off x="339374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4" name="ph8579">
                <a:extLst>
                  <a:ext uri="{FF2B5EF4-FFF2-40B4-BE49-F238E27FC236}">
                    <a16:creationId xmlns:a16="http://schemas.microsoft.com/office/drawing/2014/main" id="{A5D53423-FA2D-3A3A-862F-CF6A6C5CBEE7}"/>
                  </a:ext>
                </a:extLst>
              </p:cNvPr>
              <p:cNvSpPr/>
              <p:nvPr/>
            </p:nvSpPr>
            <p:spPr>
              <a:xfrm>
                <a:off x="340318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5" name="ph8580">
                <a:extLst>
                  <a:ext uri="{FF2B5EF4-FFF2-40B4-BE49-F238E27FC236}">
                    <a16:creationId xmlns:a16="http://schemas.microsoft.com/office/drawing/2014/main" id="{479D3D72-B431-0E86-A6FB-19180AF141FE}"/>
                  </a:ext>
                </a:extLst>
              </p:cNvPr>
              <p:cNvSpPr/>
              <p:nvPr/>
            </p:nvSpPr>
            <p:spPr>
              <a:xfrm>
                <a:off x="341262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6" name="ph8581">
                <a:extLst>
                  <a:ext uri="{FF2B5EF4-FFF2-40B4-BE49-F238E27FC236}">
                    <a16:creationId xmlns:a16="http://schemas.microsoft.com/office/drawing/2014/main" id="{C4D8D6EE-0CAB-9FFC-13BF-6DF750CE95CB}"/>
                  </a:ext>
                </a:extLst>
              </p:cNvPr>
              <p:cNvSpPr/>
              <p:nvPr/>
            </p:nvSpPr>
            <p:spPr>
              <a:xfrm>
                <a:off x="3422066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7" name="ph8582">
                <a:extLst>
                  <a:ext uri="{FF2B5EF4-FFF2-40B4-BE49-F238E27FC236}">
                    <a16:creationId xmlns:a16="http://schemas.microsoft.com/office/drawing/2014/main" id="{2733611D-2453-7C4B-E676-02232D5C0B51}"/>
                  </a:ext>
                </a:extLst>
              </p:cNvPr>
              <p:cNvSpPr/>
              <p:nvPr/>
            </p:nvSpPr>
            <p:spPr>
              <a:xfrm>
                <a:off x="343150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8" name="ph8583">
                <a:extLst>
                  <a:ext uri="{FF2B5EF4-FFF2-40B4-BE49-F238E27FC236}">
                    <a16:creationId xmlns:a16="http://schemas.microsoft.com/office/drawing/2014/main" id="{4D72BF3F-E78D-B7EE-837C-CF8137BDFDD9}"/>
                  </a:ext>
                </a:extLst>
              </p:cNvPr>
              <p:cNvSpPr/>
              <p:nvPr/>
            </p:nvSpPr>
            <p:spPr>
              <a:xfrm>
                <a:off x="344094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9" name="ph8584">
                <a:extLst>
                  <a:ext uri="{FF2B5EF4-FFF2-40B4-BE49-F238E27FC236}">
                    <a16:creationId xmlns:a16="http://schemas.microsoft.com/office/drawing/2014/main" id="{E1D7AC9B-FF7F-E166-40EC-F5C3ABC64D0B}"/>
                  </a:ext>
                </a:extLst>
              </p:cNvPr>
              <p:cNvSpPr/>
              <p:nvPr/>
            </p:nvSpPr>
            <p:spPr>
              <a:xfrm>
                <a:off x="345038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0" name="ph8585">
                <a:extLst>
                  <a:ext uri="{FF2B5EF4-FFF2-40B4-BE49-F238E27FC236}">
                    <a16:creationId xmlns:a16="http://schemas.microsoft.com/office/drawing/2014/main" id="{5E2EB7E2-D9C2-1FA8-0215-6FFE944E217A}"/>
                  </a:ext>
                </a:extLst>
              </p:cNvPr>
              <p:cNvSpPr/>
              <p:nvPr/>
            </p:nvSpPr>
            <p:spPr>
              <a:xfrm>
                <a:off x="3459827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1" name="ph8586">
                <a:extLst>
                  <a:ext uri="{FF2B5EF4-FFF2-40B4-BE49-F238E27FC236}">
                    <a16:creationId xmlns:a16="http://schemas.microsoft.com/office/drawing/2014/main" id="{9E58CBC9-D586-26CE-83ED-5C10AB0D5165}"/>
                  </a:ext>
                </a:extLst>
              </p:cNvPr>
              <p:cNvSpPr/>
              <p:nvPr/>
            </p:nvSpPr>
            <p:spPr>
              <a:xfrm>
                <a:off x="346926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2" name="ph8587">
                <a:extLst>
                  <a:ext uri="{FF2B5EF4-FFF2-40B4-BE49-F238E27FC236}">
                    <a16:creationId xmlns:a16="http://schemas.microsoft.com/office/drawing/2014/main" id="{16691AC8-1722-526A-AD7A-06BB9C1379B2}"/>
                  </a:ext>
                </a:extLst>
              </p:cNvPr>
              <p:cNvSpPr/>
              <p:nvPr/>
            </p:nvSpPr>
            <p:spPr>
              <a:xfrm>
                <a:off x="347870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3" name="ph8588">
                <a:extLst>
                  <a:ext uri="{FF2B5EF4-FFF2-40B4-BE49-F238E27FC236}">
                    <a16:creationId xmlns:a16="http://schemas.microsoft.com/office/drawing/2014/main" id="{BD3F8939-4B0B-CADA-4836-CB7892D2E080}"/>
                  </a:ext>
                </a:extLst>
              </p:cNvPr>
              <p:cNvSpPr/>
              <p:nvPr/>
            </p:nvSpPr>
            <p:spPr>
              <a:xfrm>
                <a:off x="348814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4" name="ph8589">
                <a:extLst>
                  <a:ext uri="{FF2B5EF4-FFF2-40B4-BE49-F238E27FC236}">
                    <a16:creationId xmlns:a16="http://schemas.microsoft.com/office/drawing/2014/main" id="{5C1E994D-7297-3390-2B11-5BFDF349A3A7}"/>
                  </a:ext>
                </a:extLst>
              </p:cNvPr>
              <p:cNvSpPr/>
              <p:nvPr/>
            </p:nvSpPr>
            <p:spPr>
              <a:xfrm>
                <a:off x="3497588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5" name="ph8590">
                <a:extLst>
                  <a:ext uri="{FF2B5EF4-FFF2-40B4-BE49-F238E27FC236}">
                    <a16:creationId xmlns:a16="http://schemas.microsoft.com/office/drawing/2014/main" id="{97316172-3988-EB47-3B17-004E2018D4EE}"/>
                  </a:ext>
                </a:extLst>
              </p:cNvPr>
              <p:cNvSpPr/>
              <p:nvPr/>
            </p:nvSpPr>
            <p:spPr>
              <a:xfrm>
                <a:off x="350702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6" name="ph8591">
                <a:extLst>
                  <a:ext uri="{FF2B5EF4-FFF2-40B4-BE49-F238E27FC236}">
                    <a16:creationId xmlns:a16="http://schemas.microsoft.com/office/drawing/2014/main" id="{7245B05A-166D-6F91-B4AA-982516B0350B}"/>
                  </a:ext>
                </a:extLst>
              </p:cNvPr>
              <p:cNvSpPr/>
              <p:nvPr/>
            </p:nvSpPr>
            <p:spPr>
              <a:xfrm>
                <a:off x="351646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7" name="ph8592">
                <a:extLst>
                  <a:ext uri="{FF2B5EF4-FFF2-40B4-BE49-F238E27FC236}">
                    <a16:creationId xmlns:a16="http://schemas.microsoft.com/office/drawing/2014/main" id="{A25AB60A-34C5-F311-0643-DC8864B84EA3}"/>
                  </a:ext>
                </a:extLst>
              </p:cNvPr>
              <p:cNvSpPr/>
              <p:nvPr/>
            </p:nvSpPr>
            <p:spPr>
              <a:xfrm>
                <a:off x="352590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8" name="ph8593">
                <a:extLst>
                  <a:ext uri="{FF2B5EF4-FFF2-40B4-BE49-F238E27FC236}">
                    <a16:creationId xmlns:a16="http://schemas.microsoft.com/office/drawing/2014/main" id="{02368B09-43CD-B3D7-29B2-5FC285773832}"/>
                  </a:ext>
                </a:extLst>
              </p:cNvPr>
              <p:cNvSpPr/>
              <p:nvPr/>
            </p:nvSpPr>
            <p:spPr>
              <a:xfrm>
                <a:off x="3535349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9" name="ph8594">
                <a:extLst>
                  <a:ext uri="{FF2B5EF4-FFF2-40B4-BE49-F238E27FC236}">
                    <a16:creationId xmlns:a16="http://schemas.microsoft.com/office/drawing/2014/main" id="{EA44778F-A280-4904-FE25-D369D164DAAD}"/>
                  </a:ext>
                </a:extLst>
              </p:cNvPr>
              <p:cNvSpPr/>
              <p:nvPr/>
            </p:nvSpPr>
            <p:spPr>
              <a:xfrm>
                <a:off x="354479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0" name="ph8595">
                <a:extLst>
                  <a:ext uri="{FF2B5EF4-FFF2-40B4-BE49-F238E27FC236}">
                    <a16:creationId xmlns:a16="http://schemas.microsoft.com/office/drawing/2014/main" id="{74AE696E-7C38-6CA4-34DC-4B77491C8924}"/>
                  </a:ext>
                </a:extLst>
              </p:cNvPr>
              <p:cNvSpPr/>
              <p:nvPr/>
            </p:nvSpPr>
            <p:spPr>
              <a:xfrm>
                <a:off x="355423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1" name="ph8596">
                <a:extLst>
                  <a:ext uri="{FF2B5EF4-FFF2-40B4-BE49-F238E27FC236}">
                    <a16:creationId xmlns:a16="http://schemas.microsoft.com/office/drawing/2014/main" id="{ECD46B3A-FF68-F540-1805-9F987FCB6083}"/>
                  </a:ext>
                </a:extLst>
              </p:cNvPr>
              <p:cNvSpPr/>
              <p:nvPr/>
            </p:nvSpPr>
            <p:spPr>
              <a:xfrm>
                <a:off x="356367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2" name="ph8597">
                <a:extLst>
                  <a:ext uri="{FF2B5EF4-FFF2-40B4-BE49-F238E27FC236}">
                    <a16:creationId xmlns:a16="http://schemas.microsoft.com/office/drawing/2014/main" id="{AACE73BA-9A8B-941C-2452-AEADC349D2F7}"/>
                  </a:ext>
                </a:extLst>
              </p:cNvPr>
              <p:cNvSpPr/>
              <p:nvPr/>
            </p:nvSpPr>
            <p:spPr>
              <a:xfrm>
                <a:off x="357311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3" name="ph8598">
                <a:extLst>
                  <a:ext uri="{FF2B5EF4-FFF2-40B4-BE49-F238E27FC236}">
                    <a16:creationId xmlns:a16="http://schemas.microsoft.com/office/drawing/2014/main" id="{5F291A6E-E1E7-C3F3-56E7-BD23C347C580}"/>
                  </a:ext>
                </a:extLst>
              </p:cNvPr>
              <p:cNvSpPr/>
              <p:nvPr/>
            </p:nvSpPr>
            <p:spPr>
              <a:xfrm>
                <a:off x="3582550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4" name="ph8599">
                <a:extLst>
                  <a:ext uri="{FF2B5EF4-FFF2-40B4-BE49-F238E27FC236}">
                    <a16:creationId xmlns:a16="http://schemas.microsoft.com/office/drawing/2014/main" id="{7C65484E-766C-5D46-60D2-86847E3F1042}"/>
                  </a:ext>
                </a:extLst>
              </p:cNvPr>
              <p:cNvSpPr/>
              <p:nvPr/>
            </p:nvSpPr>
            <p:spPr>
              <a:xfrm>
                <a:off x="359199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5" name="ph8600">
                <a:extLst>
                  <a:ext uri="{FF2B5EF4-FFF2-40B4-BE49-F238E27FC236}">
                    <a16:creationId xmlns:a16="http://schemas.microsoft.com/office/drawing/2014/main" id="{59FCC547-C800-B16E-F3A4-6D9F35B944D2}"/>
                  </a:ext>
                </a:extLst>
              </p:cNvPr>
              <p:cNvSpPr/>
              <p:nvPr/>
            </p:nvSpPr>
            <p:spPr>
              <a:xfrm>
                <a:off x="360143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6" name="ph8601">
                <a:extLst>
                  <a:ext uri="{FF2B5EF4-FFF2-40B4-BE49-F238E27FC236}">
                    <a16:creationId xmlns:a16="http://schemas.microsoft.com/office/drawing/2014/main" id="{FFA36E99-8AEB-8473-A66A-A4D903DBB1A2}"/>
                  </a:ext>
                </a:extLst>
              </p:cNvPr>
              <p:cNvSpPr/>
              <p:nvPr/>
            </p:nvSpPr>
            <p:spPr>
              <a:xfrm>
                <a:off x="361087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7" name="ph8602">
                <a:extLst>
                  <a:ext uri="{FF2B5EF4-FFF2-40B4-BE49-F238E27FC236}">
                    <a16:creationId xmlns:a16="http://schemas.microsoft.com/office/drawing/2014/main" id="{46A0E4B2-0D4A-FBF6-21D7-F0C0C1224B39}"/>
                  </a:ext>
                </a:extLst>
              </p:cNvPr>
              <p:cNvSpPr/>
              <p:nvPr/>
            </p:nvSpPr>
            <p:spPr>
              <a:xfrm>
                <a:off x="3620311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8" name="ph8603">
                <a:extLst>
                  <a:ext uri="{FF2B5EF4-FFF2-40B4-BE49-F238E27FC236}">
                    <a16:creationId xmlns:a16="http://schemas.microsoft.com/office/drawing/2014/main" id="{523A23FE-54F5-9BA0-78A4-71EE64D53A75}"/>
                  </a:ext>
                </a:extLst>
              </p:cNvPr>
              <p:cNvSpPr/>
              <p:nvPr/>
            </p:nvSpPr>
            <p:spPr>
              <a:xfrm>
                <a:off x="362975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9" name="ph8604">
                <a:extLst>
                  <a:ext uri="{FF2B5EF4-FFF2-40B4-BE49-F238E27FC236}">
                    <a16:creationId xmlns:a16="http://schemas.microsoft.com/office/drawing/2014/main" id="{8B9EFE13-9F6E-A52D-446E-E4E0779A4D30}"/>
                  </a:ext>
                </a:extLst>
              </p:cNvPr>
              <p:cNvSpPr/>
              <p:nvPr/>
            </p:nvSpPr>
            <p:spPr>
              <a:xfrm>
                <a:off x="363919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0" name="ph8605">
                <a:extLst>
                  <a:ext uri="{FF2B5EF4-FFF2-40B4-BE49-F238E27FC236}">
                    <a16:creationId xmlns:a16="http://schemas.microsoft.com/office/drawing/2014/main" id="{7633B24D-1391-286D-0EB6-DA0FA83EB7F2}"/>
                  </a:ext>
                </a:extLst>
              </p:cNvPr>
              <p:cNvSpPr/>
              <p:nvPr/>
            </p:nvSpPr>
            <p:spPr>
              <a:xfrm>
                <a:off x="364863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1" name="ph8606">
                <a:extLst>
                  <a:ext uri="{FF2B5EF4-FFF2-40B4-BE49-F238E27FC236}">
                    <a16:creationId xmlns:a16="http://schemas.microsoft.com/office/drawing/2014/main" id="{FA28DFA3-9DA3-5C6E-24E4-5BC4610A47A0}"/>
                  </a:ext>
                </a:extLst>
              </p:cNvPr>
              <p:cNvSpPr/>
              <p:nvPr/>
            </p:nvSpPr>
            <p:spPr>
              <a:xfrm>
                <a:off x="3658072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2" name="ph8607">
                <a:extLst>
                  <a:ext uri="{FF2B5EF4-FFF2-40B4-BE49-F238E27FC236}">
                    <a16:creationId xmlns:a16="http://schemas.microsoft.com/office/drawing/2014/main" id="{83B1B3FB-DB9A-A4EC-065B-C2B35F7F3B7F}"/>
                  </a:ext>
                </a:extLst>
              </p:cNvPr>
              <p:cNvSpPr/>
              <p:nvPr/>
            </p:nvSpPr>
            <p:spPr>
              <a:xfrm>
                <a:off x="366751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3" name="ph8608">
                <a:extLst>
                  <a:ext uri="{FF2B5EF4-FFF2-40B4-BE49-F238E27FC236}">
                    <a16:creationId xmlns:a16="http://schemas.microsoft.com/office/drawing/2014/main" id="{8AE923BB-0AEB-B407-4986-0BFC8F5D901D}"/>
                  </a:ext>
                </a:extLst>
              </p:cNvPr>
              <p:cNvSpPr/>
              <p:nvPr/>
            </p:nvSpPr>
            <p:spPr>
              <a:xfrm>
                <a:off x="367695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4" name="ph8609">
                <a:extLst>
                  <a:ext uri="{FF2B5EF4-FFF2-40B4-BE49-F238E27FC236}">
                    <a16:creationId xmlns:a16="http://schemas.microsoft.com/office/drawing/2014/main" id="{9A4172E5-E902-E470-EA4C-BA458D102DBC}"/>
                  </a:ext>
                </a:extLst>
              </p:cNvPr>
              <p:cNvSpPr/>
              <p:nvPr/>
            </p:nvSpPr>
            <p:spPr>
              <a:xfrm>
                <a:off x="368639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5" name="ph8610">
                <a:extLst>
                  <a:ext uri="{FF2B5EF4-FFF2-40B4-BE49-F238E27FC236}">
                    <a16:creationId xmlns:a16="http://schemas.microsoft.com/office/drawing/2014/main" id="{C47CD191-6E97-1679-F268-8644D9156106}"/>
                  </a:ext>
                </a:extLst>
              </p:cNvPr>
              <p:cNvSpPr/>
              <p:nvPr/>
            </p:nvSpPr>
            <p:spPr>
              <a:xfrm>
                <a:off x="3695833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6" name="ph8611">
                <a:extLst>
                  <a:ext uri="{FF2B5EF4-FFF2-40B4-BE49-F238E27FC236}">
                    <a16:creationId xmlns:a16="http://schemas.microsoft.com/office/drawing/2014/main" id="{7613015D-28E8-CD43-D790-6614F44F811A}"/>
                  </a:ext>
                </a:extLst>
              </p:cNvPr>
              <p:cNvSpPr/>
              <p:nvPr/>
            </p:nvSpPr>
            <p:spPr>
              <a:xfrm>
                <a:off x="370527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7" name="ph8612">
                <a:extLst>
                  <a:ext uri="{FF2B5EF4-FFF2-40B4-BE49-F238E27FC236}">
                    <a16:creationId xmlns:a16="http://schemas.microsoft.com/office/drawing/2014/main" id="{FBEA5547-63B0-5814-6344-A034C0A8639D}"/>
                  </a:ext>
                </a:extLst>
              </p:cNvPr>
              <p:cNvSpPr/>
              <p:nvPr/>
            </p:nvSpPr>
            <p:spPr>
              <a:xfrm>
                <a:off x="371471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8" name="ph8613">
                <a:extLst>
                  <a:ext uri="{FF2B5EF4-FFF2-40B4-BE49-F238E27FC236}">
                    <a16:creationId xmlns:a16="http://schemas.microsoft.com/office/drawing/2014/main" id="{227D3D8C-B427-9487-00DB-989C434E907C}"/>
                  </a:ext>
                </a:extLst>
              </p:cNvPr>
              <p:cNvSpPr/>
              <p:nvPr/>
            </p:nvSpPr>
            <p:spPr>
              <a:xfrm>
                <a:off x="372415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9" name="ph8614">
                <a:extLst>
                  <a:ext uri="{FF2B5EF4-FFF2-40B4-BE49-F238E27FC236}">
                    <a16:creationId xmlns:a16="http://schemas.microsoft.com/office/drawing/2014/main" id="{3BF82195-955D-4AF8-FB1C-60DF7602AE3D}"/>
                  </a:ext>
                </a:extLst>
              </p:cNvPr>
              <p:cNvSpPr/>
              <p:nvPr/>
            </p:nvSpPr>
            <p:spPr>
              <a:xfrm>
                <a:off x="3733594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0" name="ph8615">
                <a:extLst>
                  <a:ext uri="{FF2B5EF4-FFF2-40B4-BE49-F238E27FC236}">
                    <a16:creationId xmlns:a16="http://schemas.microsoft.com/office/drawing/2014/main" id="{610A4070-BE2A-81EB-E4C4-7640736D5E36}"/>
                  </a:ext>
                </a:extLst>
              </p:cNvPr>
              <p:cNvSpPr/>
              <p:nvPr/>
            </p:nvSpPr>
            <p:spPr>
              <a:xfrm>
                <a:off x="374303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1" name="ph8616">
                <a:extLst>
                  <a:ext uri="{FF2B5EF4-FFF2-40B4-BE49-F238E27FC236}">
                    <a16:creationId xmlns:a16="http://schemas.microsoft.com/office/drawing/2014/main" id="{444D1D3E-0B45-F41D-18D7-8F8CD09FBDED}"/>
                  </a:ext>
                </a:extLst>
              </p:cNvPr>
              <p:cNvSpPr/>
              <p:nvPr/>
            </p:nvSpPr>
            <p:spPr>
              <a:xfrm>
                <a:off x="375247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2" name="ph8617">
                <a:extLst>
                  <a:ext uri="{FF2B5EF4-FFF2-40B4-BE49-F238E27FC236}">
                    <a16:creationId xmlns:a16="http://schemas.microsoft.com/office/drawing/2014/main" id="{BB413C5A-CEA5-DDC6-1544-BAC1BF7AB59C}"/>
                  </a:ext>
                </a:extLst>
              </p:cNvPr>
              <p:cNvSpPr/>
              <p:nvPr/>
            </p:nvSpPr>
            <p:spPr>
              <a:xfrm>
                <a:off x="376191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3" name="ph8618">
                <a:extLst>
                  <a:ext uri="{FF2B5EF4-FFF2-40B4-BE49-F238E27FC236}">
                    <a16:creationId xmlns:a16="http://schemas.microsoft.com/office/drawing/2014/main" id="{56A431EB-8DB6-7222-3840-F51A3D4AC7CA}"/>
                  </a:ext>
                </a:extLst>
              </p:cNvPr>
              <p:cNvSpPr/>
              <p:nvPr/>
            </p:nvSpPr>
            <p:spPr>
              <a:xfrm>
                <a:off x="3771355" y="85005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4" name="ph8619">
                <a:extLst>
                  <a:ext uri="{FF2B5EF4-FFF2-40B4-BE49-F238E27FC236}">
                    <a16:creationId xmlns:a16="http://schemas.microsoft.com/office/drawing/2014/main" id="{8FDF14DE-BA47-F808-A55F-DAFD0800AC13}"/>
                  </a:ext>
                </a:extLst>
              </p:cNvPr>
              <p:cNvSpPr/>
              <p:nvPr/>
            </p:nvSpPr>
            <p:spPr>
              <a:xfrm>
                <a:off x="3790236" y="867627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9689" y="896836"/>
                    </a:lnTo>
                    <a:lnTo>
                      <a:pt x="909885" y="897135"/>
                    </a:lnTo>
                    <a:lnTo>
                      <a:pt x="910081" y="897433"/>
                    </a:lnTo>
                    <a:lnTo>
                      <a:pt x="910278" y="897731"/>
                    </a:lnTo>
                    <a:lnTo>
                      <a:pt x="910474" y="898030"/>
                    </a:lnTo>
                    <a:lnTo>
                      <a:pt x="910670" y="898328"/>
                    </a:lnTo>
                    <a:lnTo>
                      <a:pt x="910866" y="898627"/>
                    </a:lnTo>
                    <a:lnTo>
                      <a:pt x="911062" y="898925"/>
                    </a:lnTo>
                    <a:lnTo>
                      <a:pt x="914400" y="90429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5" name="ph8620">
                <a:extLst>
                  <a:ext uri="{FF2B5EF4-FFF2-40B4-BE49-F238E27FC236}">
                    <a16:creationId xmlns:a16="http://schemas.microsoft.com/office/drawing/2014/main" id="{E195034B-2D88-487E-350D-F713FBCE874D}"/>
                  </a:ext>
                </a:extLst>
              </p:cNvPr>
              <p:cNvSpPr/>
              <p:nvPr/>
            </p:nvSpPr>
            <p:spPr>
              <a:xfrm>
                <a:off x="3790236" y="867627"/>
                <a:ext cx="92016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0160" h="914400">
                    <a:moveTo>
                      <a:pt x="914400" y="914400"/>
                    </a:moveTo>
                    <a:lnTo>
                      <a:pt x="914400" y="904299"/>
                    </a:lnTo>
                    <a:lnTo>
                      <a:pt x="915873" y="906672"/>
                    </a:lnTo>
                    <a:lnTo>
                      <a:pt x="920160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6" name="ph8621">
                <a:extLst>
                  <a:ext uri="{FF2B5EF4-FFF2-40B4-BE49-F238E27FC236}">
                    <a16:creationId xmlns:a16="http://schemas.microsoft.com/office/drawing/2014/main" id="{A139EDCD-DBF6-6738-7355-A2C79E870184}"/>
                  </a:ext>
                </a:extLst>
              </p:cNvPr>
              <p:cNvSpPr/>
              <p:nvPr/>
            </p:nvSpPr>
            <p:spPr>
              <a:xfrm>
                <a:off x="3308784" y="83248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1905" y="931969"/>
                    </a:lnTo>
                    <a:lnTo>
                      <a:pt x="910152" y="922277"/>
                    </a:lnTo>
                    <a:lnTo>
                      <a:pt x="908965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7" name="ph8622">
                <a:extLst>
                  <a:ext uri="{FF2B5EF4-FFF2-40B4-BE49-F238E27FC236}">
                    <a16:creationId xmlns:a16="http://schemas.microsoft.com/office/drawing/2014/main" id="{162B200C-4D93-ABA6-704E-6BEB0ABBEFA7}"/>
                  </a:ext>
                </a:extLst>
              </p:cNvPr>
              <p:cNvSpPr/>
              <p:nvPr/>
            </p:nvSpPr>
            <p:spPr>
              <a:xfrm>
                <a:off x="330878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8" name="ph8623">
                <a:extLst>
                  <a:ext uri="{FF2B5EF4-FFF2-40B4-BE49-F238E27FC236}">
                    <a16:creationId xmlns:a16="http://schemas.microsoft.com/office/drawing/2014/main" id="{0DFCE895-E45E-756D-B93D-334AF60FBA74}"/>
                  </a:ext>
                </a:extLst>
              </p:cNvPr>
              <p:cNvSpPr/>
              <p:nvPr/>
            </p:nvSpPr>
            <p:spPr>
              <a:xfrm>
                <a:off x="331822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9" name="ph8624">
                <a:extLst>
                  <a:ext uri="{FF2B5EF4-FFF2-40B4-BE49-F238E27FC236}">
                    <a16:creationId xmlns:a16="http://schemas.microsoft.com/office/drawing/2014/main" id="{E0143F24-40C0-DC8A-6816-19150512EC02}"/>
                  </a:ext>
                </a:extLst>
              </p:cNvPr>
              <p:cNvSpPr/>
              <p:nvPr/>
            </p:nvSpPr>
            <p:spPr>
              <a:xfrm>
                <a:off x="332766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0" name="ph8625">
                <a:extLst>
                  <a:ext uri="{FF2B5EF4-FFF2-40B4-BE49-F238E27FC236}">
                    <a16:creationId xmlns:a16="http://schemas.microsoft.com/office/drawing/2014/main" id="{AFF8D209-9586-CDCB-783D-46BE139C403E}"/>
                  </a:ext>
                </a:extLst>
              </p:cNvPr>
              <p:cNvSpPr/>
              <p:nvPr/>
            </p:nvSpPr>
            <p:spPr>
              <a:xfrm>
                <a:off x="333710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1" name="ph8626">
                <a:extLst>
                  <a:ext uri="{FF2B5EF4-FFF2-40B4-BE49-F238E27FC236}">
                    <a16:creationId xmlns:a16="http://schemas.microsoft.com/office/drawing/2014/main" id="{E3E0A04E-9E2C-A10D-3B50-8166566A85FC}"/>
                  </a:ext>
                </a:extLst>
              </p:cNvPr>
              <p:cNvSpPr/>
              <p:nvPr/>
            </p:nvSpPr>
            <p:spPr>
              <a:xfrm>
                <a:off x="334654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2" name="ph8627">
                <a:extLst>
                  <a:ext uri="{FF2B5EF4-FFF2-40B4-BE49-F238E27FC236}">
                    <a16:creationId xmlns:a16="http://schemas.microsoft.com/office/drawing/2014/main" id="{0C6E4C26-B4CD-212D-ED14-A2EBE243926A}"/>
                  </a:ext>
                </a:extLst>
              </p:cNvPr>
              <p:cNvSpPr/>
              <p:nvPr/>
            </p:nvSpPr>
            <p:spPr>
              <a:xfrm>
                <a:off x="335598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3" name="ph8628">
                <a:extLst>
                  <a:ext uri="{FF2B5EF4-FFF2-40B4-BE49-F238E27FC236}">
                    <a16:creationId xmlns:a16="http://schemas.microsoft.com/office/drawing/2014/main" id="{95BBEFF2-B129-5345-7371-57E082FB9399}"/>
                  </a:ext>
                </a:extLst>
              </p:cNvPr>
              <p:cNvSpPr/>
              <p:nvPr/>
            </p:nvSpPr>
            <p:spPr>
              <a:xfrm>
                <a:off x="336542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4" name="ph8629">
                <a:extLst>
                  <a:ext uri="{FF2B5EF4-FFF2-40B4-BE49-F238E27FC236}">
                    <a16:creationId xmlns:a16="http://schemas.microsoft.com/office/drawing/2014/main" id="{CC10218B-08C4-1AB2-A511-192691B2F555}"/>
                  </a:ext>
                </a:extLst>
              </p:cNvPr>
              <p:cNvSpPr/>
              <p:nvPr/>
            </p:nvSpPr>
            <p:spPr>
              <a:xfrm>
                <a:off x="337486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5" name="ph8630">
                <a:extLst>
                  <a:ext uri="{FF2B5EF4-FFF2-40B4-BE49-F238E27FC236}">
                    <a16:creationId xmlns:a16="http://schemas.microsoft.com/office/drawing/2014/main" id="{E0A455D2-CE3F-92DA-FB64-BE2D6A2D09E2}"/>
                  </a:ext>
                </a:extLst>
              </p:cNvPr>
              <p:cNvSpPr/>
              <p:nvPr/>
            </p:nvSpPr>
            <p:spPr>
              <a:xfrm>
                <a:off x="338430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6" name="ph8631">
                <a:extLst>
                  <a:ext uri="{FF2B5EF4-FFF2-40B4-BE49-F238E27FC236}">
                    <a16:creationId xmlns:a16="http://schemas.microsoft.com/office/drawing/2014/main" id="{5022C960-A746-0DD8-BACA-13212C24708B}"/>
                  </a:ext>
                </a:extLst>
              </p:cNvPr>
              <p:cNvSpPr/>
              <p:nvPr/>
            </p:nvSpPr>
            <p:spPr>
              <a:xfrm>
                <a:off x="339374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7" name="ph8632">
                <a:extLst>
                  <a:ext uri="{FF2B5EF4-FFF2-40B4-BE49-F238E27FC236}">
                    <a16:creationId xmlns:a16="http://schemas.microsoft.com/office/drawing/2014/main" id="{75733384-8041-8E05-42DA-2EC5790F5267}"/>
                  </a:ext>
                </a:extLst>
              </p:cNvPr>
              <p:cNvSpPr/>
              <p:nvPr/>
            </p:nvSpPr>
            <p:spPr>
              <a:xfrm>
                <a:off x="340318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8" name="ph8633">
                <a:extLst>
                  <a:ext uri="{FF2B5EF4-FFF2-40B4-BE49-F238E27FC236}">
                    <a16:creationId xmlns:a16="http://schemas.microsoft.com/office/drawing/2014/main" id="{DCE888EA-3144-E7AC-8E1B-9B36526D179E}"/>
                  </a:ext>
                </a:extLst>
              </p:cNvPr>
              <p:cNvSpPr/>
              <p:nvPr/>
            </p:nvSpPr>
            <p:spPr>
              <a:xfrm>
                <a:off x="341262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9" name="ph8634">
                <a:extLst>
                  <a:ext uri="{FF2B5EF4-FFF2-40B4-BE49-F238E27FC236}">
                    <a16:creationId xmlns:a16="http://schemas.microsoft.com/office/drawing/2014/main" id="{5FA1B893-AD90-908E-FEB7-EFD7D61243F4}"/>
                  </a:ext>
                </a:extLst>
              </p:cNvPr>
              <p:cNvSpPr/>
              <p:nvPr/>
            </p:nvSpPr>
            <p:spPr>
              <a:xfrm>
                <a:off x="3422066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0" name="ph8635">
                <a:extLst>
                  <a:ext uri="{FF2B5EF4-FFF2-40B4-BE49-F238E27FC236}">
                    <a16:creationId xmlns:a16="http://schemas.microsoft.com/office/drawing/2014/main" id="{56DC5339-5BDD-3681-F2A6-906F66AE9AD6}"/>
                  </a:ext>
                </a:extLst>
              </p:cNvPr>
              <p:cNvSpPr/>
              <p:nvPr/>
            </p:nvSpPr>
            <p:spPr>
              <a:xfrm>
                <a:off x="343150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1" name="ph8636">
                <a:extLst>
                  <a:ext uri="{FF2B5EF4-FFF2-40B4-BE49-F238E27FC236}">
                    <a16:creationId xmlns:a16="http://schemas.microsoft.com/office/drawing/2014/main" id="{0A985943-F0BA-A4F1-2950-3870F7ADE2E6}"/>
                  </a:ext>
                </a:extLst>
              </p:cNvPr>
              <p:cNvSpPr/>
              <p:nvPr/>
            </p:nvSpPr>
            <p:spPr>
              <a:xfrm>
                <a:off x="344094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2" name="ph8637">
                <a:extLst>
                  <a:ext uri="{FF2B5EF4-FFF2-40B4-BE49-F238E27FC236}">
                    <a16:creationId xmlns:a16="http://schemas.microsoft.com/office/drawing/2014/main" id="{669344BC-7A02-EEAD-472D-84CB062282D0}"/>
                  </a:ext>
                </a:extLst>
              </p:cNvPr>
              <p:cNvSpPr/>
              <p:nvPr/>
            </p:nvSpPr>
            <p:spPr>
              <a:xfrm>
                <a:off x="345038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3" name="ph8638">
                <a:extLst>
                  <a:ext uri="{FF2B5EF4-FFF2-40B4-BE49-F238E27FC236}">
                    <a16:creationId xmlns:a16="http://schemas.microsoft.com/office/drawing/2014/main" id="{2D48C9B9-6243-97A3-129B-36599121B8AE}"/>
                  </a:ext>
                </a:extLst>
              </p:cNvPr>
              <p:cNvSpPr/>
              <p:nvPr/>
            </p:nvSpPr>
            <p:spPr>
              <a:xfrm>
                <a:off x="3459827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4" name="ph8639">
                <a:extLst>
                  <a:ext uri="{FF2B5EF4-FFF2-40B4-BE49-F238E27FC236}">
                    <a16:creationId xmlns:a16="http://schemas.microsoft.com/office/drawing/2014/main" id="{28563CA8-A954-F5DB-9420-E7AF4B38BF8A}"/>
                  </a:ext>
                </a:extLst>
              </p:cNvPr>
              <p:cNvSpPr/>
              <p:nvPr/>
            </p:nvSpPr>
            <p:spPr>
              <a:xfrm>
                <a:off x="346926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5" name="ph8640">
                <a:extLst>
                  <a:ext uri="{FF2B5EF4-FFF2-40B4-BE49-F238E27FC236}">
                    <a16:creationId xmlns:a16="http://schemas.microsoft.com/office/drawing/2014/main" id="{12122F87-02D6-31E4-0D08-12853BE7AC6B}"/>
                  </a:ext>
                </a:extLst>
              </p:cNvPr>
              <p:cNvSpPr/>
              <p:nvPr/>
            </p:nvSpPr>
            <p:spPr>
              <a:xfrm>
                <a:off x="347870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6" name="ph8641">
                <a:extLst>
                  <a:ext uri="{FF2B5EF4-FFF2-40B4-BE49-F238E27FC236}">
                    <a16:creationId xmlns:a16="http://schemas.microsoft.com/office/drawing/2014/main" id="{07AE4BC3-5052-3A00-A68B-C1B3977CADFF}"/>
                  </a:ext>
                </a:extLst>
              </p:cNvPr>
              <p:cNvSpPr/>
              <p:nvPr/>
            </p:nvSpPr>
            <p:spPr>
              <a:xfrm>
                <a:off x="348814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7" name="ph8642">
                <a:extLst>
                  <a:ext uri="{FF2B5EF4-FFF2-40B4-BE49-F238E27FC236}">
                    <a16:creationId xmlns:a16="http://schemas.microsoft.com/office/drawing/2014/main" id="{3D6684DB-BC83-72D1-A71C-69BC906CA5B8}"/>
                  </a:ext>
                </a:extLst>
              </p:cNvPr>
              <p:cNvSpPr/>
              <p:nvPr/>
            </p:nvSpPr>
            <p:spPr>
              <a:xfrm>
                <a:off x="3497588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8" name="ph8643">
                <a:extLst>
                  <a:ext uri="{FF2B5EF4-FFF2-40B4-BE49-F238E27FC236}">
                    <a16:creationId xmlns:a16="http://schemas.microsoft.com/office/drawing/2014/main" id="{55D23A67-ABE1-FB97-4619-D5B261C9A1D2}"/>
                  </a:ext>
                </a:extLst>
              </p:cNvPr>
              <p:cNvSpPr/>
              <p:nvPr/>
            </p:nvSpPr>
            <p:spPr>
              <a:xfrm>
                <a:off x="350702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9" name="ph8644">
                <a:extLst>
                  <a:ext uri="{FF2B5EF4-FFF2-40B4-BE49-F238E27FC236}">
                    <a16:creationId xmlns:a16="http://schemas.microsoft.com/office/drawing/2014/main" id="{8C04A77D-DC81-A3FF-6305-DED436EE7DDE}"/>
                  </a:ext>
                </a:extLst>
              </p:cNvPr>
              <p:cNvSpPr/>
              <p:nvPr/>
            </p:nvSpPr>
            <p:spPr>
              <a:xfrm>
                <a:off x="351646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0" name="ph8645">
                <a:extLst>
                  <a:ext uri="{FF2B5EF4-FFF2-40B4-BE49-F238E27FC236}">
                    <a16:creationId xmlns:a16="http://schemas.microsoft.com/office/drawing/2014/main" id="{B2BD2BB4-2E3E-D7D4-4098-E1DE32F6A4AA}"/>
                  </a:ext>
                </a:extLst>
              </p:cNvPr>
              <p:cNvSpPr/>
              <p:nvPr/>
            </p:nvSpPr>
            <p:spPr>
              <a:xfrm>
                <a:off x="352590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1" name="ph8646">
                <a:extLst>
                  <a:ext uri="{FF2B5EF4-FFF2-40B4-BE49-F238E27FC236}">
                    <a16:creationId xmlns:a16="http://schemas.microsoft.com/office/drawing/2014/main" id="{0C47BA8F-6367-EAA6-EB6C-00B0F97D253D}"/>
                  </a:ext>
                </a:extLst>
              </p:cNvPr>
              <p:cNvSpPr/>
              <p:nvPr/>
            </p:nvSpPr>
            <p:spPr>
              <a:xfrm>
                <a:off x="3535349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2" name="ph8647">
                <a:extLst>
                  <a:ext uri="{FF2B5EF4-FFF2-40B4-BE49-F238E27FC236}">
                    <a16:creationId xmlns:a16="http://schemas.microsoft.com/office/drawing/2014/main" id="{6DC29937-CFE6-98D6-D85B-51FE467A2FF9}"/>
                  </a:ext>
                </a:extLst>
              </p:cNvPr>
              <p:cNvSpPr/>
              <p:nvPr/>
            </p:nvSpPr>
            <p:spPr>
              <a:xfrm>
                <a:off x="354479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3" name="ph8648">
                <a:extLst>
                  <a:ext uri="{FF2B5EF4-FFF2-40B4-BE49-F238E27FC236}">
                    <a16:creationId xmlns:a16="http://schemas.microsoft.com/office/drawing/2014/main" id="{21BC1781-37DF-E5A4-409E-2558FA10FD67}"/>
                  </a:ext>
                </a:extLst>
              </p:cNvPr>
              <p:cNvSpPr/>
              <p:nvPr/>
            </p:nvSpPr>
            <p:spPr>
              <a:xfrm>
                <a:off x="355423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4" name="ph8649">
                <a:extLst>
                  <a:ext uri="{FF2B5EF4-FFF2-40B4-BE49-F238E27FC236}">
                    <a16:creationId xmlns:a16="http://schemas.microsoft.com/office/drawing/2014/main" id="{2837819C-99A9-830A-14DB-9398E3FD5207}"/>
                  </a:ext>
                </a:extLst>
              </p:cNvPr>
              <p:cNvSpPr/>
              <p:nvPr/>
            </p:nvSpPr>
            <p:spPr>
              <a:xfrm>
                <a:off x="356367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5" name="ph8650">
                <a:extLst>
                  <a:ext uri="{FF2B5EF4-FFF2-40B4-BE49-F238E27FC236}">
                    <a16:creationId xmlns:a16="http://schemas.microsoft.com/office/drawing/2014/main" id="{2108AC0E-D4A0-FB72-C7C9-934CAF1DA494}"/>
                  </a:ext>
                </a:extLst>
              </p:cNvPr>
              <p:cNvSpPr/>
              <p:nvPr/>
            </p:nvSpPr>
            <p:spPr>
              <a:xfrm>
                <a:off x="357311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6" name="ph8651">
                <a:extLst>
                  <a:ext uri="{FF2B5EF4-FFF2-40B4-BE49-F238E27FC236}">
                    <a16:creationId xmlns:a16="http://schemas.microsoft.com/office/drawing/2014/main" id="{220B6E2A-BE01-1ECA-67AB-8AFFBA865B6D}"/>
                  </a:ext>
                </a:extLst>
              </p:cNvPr>
              <p:cNvSpPr/>
              <p:nvPr/>
            </p:nvSpPr>
            <p:spPr>
              <a:xfrm>
                <a:off x="3582550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7" name="ph8652">
                <a:extLst>
                  <a:ext uri="{FF2B5EF4-FFF2-40B4-BE49-F238E27FC236}">
                    <a16:creationId xmlns:a16="http://schemas.microsoft.com/office/drawing/2014/main" id="{6CF96776-1976-F5DA-15BF-55AD0FA32EC3}"/>
                  </a:ext>
                </a:extLst>
              </p:cNvPr>
              <p:cNvSpPr/>
              <p:nvPr/>
            </p:nvSpPr>
            <p:spPr>
              <a:xfrm>
                <a:off x="359199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8" name="ph8653">
                <a:extLst>
                  <a:ext uri="{FF2B5EF4-FFF2-40B4-BE49-F238E27FC236}">
                    <a16:creationId xmlns:a16="http://schemas.microsoft.com/office/drawing/2014/main" id="{F498688C-43CC-2D95-7E3A-C3192E2BB965}"/>
                  </a:ext>
                </a:extLst>
              </p:cNvPr>
              <p:cNvSpPr/>
              <p:nvPr/>
            </p:nvSpPr>
            <p:spPr>
              <a:xfrm>
                <a:off x="360143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9" name="ph8654">
                <a:extLst>
                  <a:ext uri="{FF2B5EF4-FFF2-40B4-BE49-F238E27FC236}">
                    <a16:creationId xmlns:a16="http://schemas.microsoft.com/office/drawing/2014/main" id="{479862D0-BDE4-34FB-A07F-8D23F69EB34D}"/>
                  </a:ext>
                </a:extLst>
              </p:cNvPr>
              <p:cNvSpPr/>
              <p:nvPr/>
            </p:nvSpPr>
            <p:spPr>
              <a:xfrm>
                <a:off x="361087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0" name="ph8655">
                <a:extLst>
                  <a:ext uri="{FF2B5EF4-FFF2-40B4-BE49-F238E27FC236}">
                    <a16:creationId xmlns:a16="http://schemas.microsoft.com/office/drawing/2014/main" id="{BAEBE480-040F-8937-DD5F-F3293235DCF9}"/>
                  </a:ext>
                </a:extLst>
              </p:cNvPr>
              <p:cNvSpPr/>
              <p:nvPr/>
            </p:nvSpPr>
            <p:spPr>
              <a:xfrm>
                <a:off x="3620311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1" name="ph8656">
                <a:extLst>
                  <a:ext uri="{FF2B5EF4-FFF2-40B4-BE49-F238E27FC236}">
                    <a16:creationId xmlns:a16="http://schemas.microsoft.com/office/drawing/2014/main" id="{2BF14BA3-8DB4-CACF-7326-B19868D1451B}"/>
                  </a:ext>
                </a:extLst>
              </p:cNvPr>
              <p:cNvSpPr/>
              <p:nvPr/>
            </p:nvSpPr>
            <p:spPr>
              <a:xfrm>
                <a:off x="362975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2" name="ph8657">
                <a:extLst>
                  <a:ext uri="{FF2B5EF4-FFF2-40B4-BE49-F238E27FC236}">
                    <a16:creationId xmlns:a16="http://schemas.microsoft.com/office/drawing/2014/main" id="{962018B3-4E71-F374-F1F5-249D4EE7F26B}"/>
                  </a:ext>
                </a:extLst>
              </p:cNvPr>
              <p:cNvSpPr/>
              <p:nvPr/>
            </p:nvSpPr>
            <p:spPr>
              <a:xfrm>
                <a:off x="363919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3" name="ph8658">
                <a:extLst>
                  <a:ext uri="{FF2B5EF4-FFF2-40B4-BE49-F238E27FC236}">
                    <a16:creationId xmlns:a16="http://schemas.microsoft.com/office/drawing/2014/main" id="{5FB14D02-CDA5-24A9-6AF2-D138BF17BEC4}"/>
                  </a:ext>
                </a:extLst>
              </p:cNvPr>
              <p:cNvSpPr/>
              <p:nvPr/>
            </p:nvSpPr>
            <p:spPr>
              <a:xfrm>
                <a:off x="364863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4" name="ph8659">
                <a:extLst>
                  <a:ext uri="{FF2B5EF4-FFF2-40B4-BE49-F238E27FC236}">
                    <a16:creationId xmlns:a16="http://schemas.microsoft.com/office/drawing/2014/main" id="{2719CD47-C819-3CB0-301B-F11ECDE49D7F}"/>
                  </a:ext>
                </a:extLst>
              </p:cNvPr>
              <p:cNvSpPr/>
              <p:nvPr/>
            </p:nvSpPr>
            <p:spPr>
              <a:xfrm>
                <a:off x="3658072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5" name="ph8660">
                <a:extLst>
                  <a:ext uri="{FF2B5EF4-FFF2-40B4-BE49-F238E27FC236}">
                    <a16:creationId xmlns:a16="http://schemas.microsoft.com/office/drawing/2014/main" id="{B5F616A1-B5C6-D314-E251-631EFC0F6C39}"/>
                  </a:ext>
                </a:extLst>
              </p:cNvPr>
              <p:cNvSpPr/>
              <p:nvPr/>
            </p:nvSpPr>
            <p:spPr>
              <a:xfrm>
                <a:off x="366751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6" name="ph8661">
                <a:extLst>
                  <a:ext uri="{FF2B5EF4-FFF2-40B4-BE49-F238E27FC236}">
                    <a16:creationId xmlns:a16="http://schemas.microsoft.com/office/drawing/2014/main" id="{6E18EF85-CDE5-150B-1883-AA8F44179124}"/>
                  </a:ext>
                </a:extLst>
              </p:cNvPr>
              <p:cNvSpPr/>
              <p:nvPr/>
            </p:nvSpPr>
            <p:spPr>
              <a:xfrm>
                <a:off x="367695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7" name="ph8662">
                <a:extLst>
                  <a:ext uri="{FF2B5EF4-FFF2-40B4-BE49-F238E27FC236}">
                    <a16:creationId xmlns:a16="http://schemas.microsoft.com/office/drawing/2014/main" id="{FA133793-E55C-9E05-2980-FBE318844530}"/>
                  </a:ext>
                </a:extLst>
              </p:cNvPr>
              <p:cNvSpPr/>
              <p:nvPr/>
            </p:nvSpPr>
            <p:spPr>
              <a:xfrm>
                <a:off x="368639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8" name="ph8663">
                <a:extLst>
                  <a:ext uri="{FF2B5EF4-FFF2-40B4-BE49-F238E27FC236}">
                    <a16:creationId xmlns:a16="http://schemas.microsoft.com/office/drawing/2014/main" id="{6D2C4F93-9A61-DCB5-20EA-2A1047A2E31C}"/>
                  </a:ext>
                </a:extLst>
              </p:cNvPr>
              <p:cNvSpPr/>
              <p:nvPr/>
            </p:nvSpPr>
            <p:spPr>
              <a:xfrm>
                <a:off x="3695833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9" name="ph8664">
                <a:extLst>
                  <a:ext uri="{FF2B5EF4-FFF2-40B4-BE49-F238E27FC236}">
                    <a16:creationId xmlns:a16="http://schemas.microsoft.com/office/drawing/2014/main" id="{43A44DF1-A28C-5B0E-BD4C-71C89CA37670}"/>
                  </a:ext>
                </a:extLst>
              </p:cNvPr>
              <p:cNvSpPr/>
              <p:nvPr/>
            </p:nvSpPr>
            <p:spPr>
              <a:xfrm>
                <a:off x="370527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0" name="ph8665">
                <a:extLst>
                  <a:ext uri="{FF2B5EF4-FFF2-40B4-BE49-F238E27FC236}">
                    <a16:creationId xmlns:a16="http://schemas.microsoft.com/office/drawing/2014/main" id="{3ECFF783-FC28-5F47-7D16-990F1B0E572D}"/>
                  </a:ext>
                </a:extLst>
              </p:cNvPr>
              <p:cNvSpPr/>
              <p:nvPr/>
            </p:nvSpPr>
            <p:spPr>
              <a:xfrm>
                <a:off x="371471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1" name="ph8666">
                <a:extLst>
                  <a:ext uri="{FF2B5EF4-FFF2-40B4-BE49-F238E27FC236}">
                    <a16:creationId xmlns:a16="http://schemas.microsoft.com/office/drawing/2014/main" id="{5FFD82B3-0C8C-FC53-A041-22B3F99419DE}"/>
                  </a:ext>
                </a:extLst>
              </p:cNvPr>
              <p:cNvSpPr/>
              <p:nvPr/>
            </p:nvSpPr>
            <p:spPr>
              <a:xfrm>
                <a:off x="372415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2" name="ph8667">
                <a:extLst>
                  <a:ext uri="{FF2B5EF4-FFF2-40B4-BE49-F238E27FC236}">
                    <a16:creationId xmlns:a16="http://schemas.microsoft.com/office/drawing/2014/main" id="{5B599126-1FD6-9F24-F7AE-8F139F0D9D8E}"/>
                  </a:ext>
                </a:extLst>
              </p:cNvPr>
              <p:cNvSpPr/>
              <p:nvPr/>
            </p:nvSpPr>
            <p:spPr>
              <a:xfrm>
                <a:off x="3733594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3" name="ph8668">
                <a:extLst>
                  <a:ext uri="{FF2B5EF4-FFF2-40B4-BE49-F238E27FC236}">
                    <a16:creationId xmlns:a16="http://schemas.microsoft.com/office/drawing/2014/main" id="{A8455CB3-C754-031F-040B-B660AB0CD2CB}"/>
                  </a:ext>
                </a:extLst>
              </p:cNvPr>
              <p:cNvSpPr/>
              <p:nvPr/>
            </p:nvSpPr>
            <p:spPr>
              <a:xfrm>
                <a:off x="374303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4" name="ph8669">
                <a:extLst>
                  <a:ext uri="{FF2B5EF4-FFF2-40B4-BE49-F238E27FC236}">
                    <a16:creationId xmlns:a16="http://schemas.microsoft.com/office/drawing/2014/main" id="{7CDE1F0A-8C83-C8A4-DFB4-68E118141FD5}"/>
                  </a:ext>
                </a:extLst>
              </p:cNvPr>
              <p:cNvSpPr/>
              <p:nvPr/>
            </p:nvSpPr>
            <p:spPr>
              <a:xfrm>
                <a:off x="375247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5" name="ph8670">
                <a:extLst>
                  <a:ext uri="{FF2B5EF4-FFF2-40B4-BE49-F238E27FC236}">
                    <a16:creationId xmlns:a16="http://schemas.microsoft.com/office/drawing/2014/main" id="{CA558069-83B1-5CD5-E855-25AEFF97F690}"/>
                  </a:ext>
                </a:extLst>
              </p:cNvPr>
              <p:cNvSpPr/>
              <p:nvPr/>
            </p:nvSpPr>
            <p:spPr>
              <a:xfrm>
                <a:off x="3761915" y="83248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6" name="ph8671">
                <a:extLst>
                  <a:ext uri="{FF2B5EF4-FFF2-40B4-BE49-F238E27FC236}">
                    <a16:creationId xmlns:a16="http://schemas.microsoft.com/office/drawing/2014/main" id="{9C2DF5D0-08AE-B328-ABE3-1F1A1C0E5F40}"/>
                  </a:ext>
                </a:extLst>
              </p:cNvPr>
              <p:cNvSpPr/>
              <p:nvPr/>
            </p:nvSpPr>
            <p:spPr>
              <a:xfrm>
                <a:off x="3780796" y="85005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528" y="896830"/>
                    </a:lnTo>
                    <a:lnTo>
                      <a:pt x="907931" y="897407"/>
                    </a:lnTo>
                    <a:lnTo>
                      <a:pt x="908125" y="897702"/>
                    </a:lnTo>
                    <a:lnTo>
                      <a:pt x="908322" y="898000"/>
                    </a:lnTo>
                    <a:lnTo>
                      <a:pt x="908518" y="898298"/>
                    </a:lnTo>
                    <a:lnTo>
                      <a:pt x="908715" y="898596"/>
                    </a:lnTo>
                    <a:lnTo>
                      <a:pt x="908912" y="898895"/>
                    </a:lnTo>
                    <a:lnTo>
                      <a:pt x="909109" y="899193"/>
                    </a:lnTo>
                    <a:lnTo>
                      <a:pt x="909305" y="899491"/>
                    </a:lnTo>
                    <a:lnTo>
                      <a:pt x="909502" y="899789"/>
                    </a:lnTo>
                    <a:lnTo>
                      <a:pt x="909699" y="900088"/>
                    </a:lnTo>
                    <a:lnTo>
                      <a:pt x="909895" y="900386"/>
                    </a:lnTo>
                    <a:lnTo>
                      <a:pt x="910092" y="900684"/>
                    </a:lnTo>
                    <a:lnTo>
                      <a:pt x="910289" y="900982"/>
                    </a:lnTo>
                    <a:lnTo>
                      <a:pt x="910486" y="901281"/>
                    </a:lnTo>
                    <a:lnTo>
                      <a:pt x="910682" y="901579"/>
                    </a:lnTo>
                    <a:lnTo>
                      <a:pt x="910879" y="901877"/>
                    </a:lnTo>
                    <a:lnTo>
                      <a:pt x="911075" y="902175"/>
                    </a:lnTo>
                    <a:lnTo>
                      <a:pt x="911272" y="902474"/>
                    </a:lnTo>
                    <a:lnTo>
                      <a:pt x="911469" y="902772"/>
                    </a:lnTo>
                    <a:lnTo>
                      <a:pt x="911665" y="903070"/>
                    </a:lnTo>
                    <a:lnTo>
                      <a:pt x="911862" y="903368"/>
                    </a:lnTo>
                    <a:lnTo>
                      <a:pt x="912059" y="903667"/>
                    </a:lnTo>
                    <a:lnTo>
                      <a:pt x="912255" y="903965"/>
                    </a:lnTo>
                    <a:lnTo>
                      <a:pt x="912452" y="904263"/>
                    </a:lnTo>
                    <a:lnTo>
                      <a:pt x="912648" y="904561"/>
                    </a:lnTo>
                    <a:lnTo>
                      <a:pt x="912845" y="904860"/>
                    </a:lnTo>
                    <a:lnTo>
                      <a:pt x="913041" y="905158"/>
                    </a:lnTo>
                    <a:lnTo>
                      <a:pt x="913238" y="905456"/>
                    </a:lnTo>
                    <a:lnTo>
                      <a:pt x="913434" y="905755"/>
                    </a:lnTo>
                    <a:lnTo>
                      <a:pt x="913631" y="906053"/>
                    </a:lnTo>
                    <a:lnTo>
                      <a:pt x="913827" y="906351"/>
                    </a:lnTo>
                    <a:lnTo>
                      <a:pt x="914024" y="906649"/>
                    </a:lnTo>
                    <a:lnTo>
                      <a:pt x="914220" y="906948"/>
                    </a:lnTo>
                    <a:lnTo>
                      <a:pt x="914400" y="90722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7" name="ph8672">
                <a:extLst>
                  <a:ext uri="{FF2B5EF4-FFF2-40B4-BE49-F238E27FC236}">
                    <a16:creationId xmlns:a16="http://schemas.microsoft.com/office/drawing/2014/main" id="{A6047818-51FD-8050-5625-00AA70797991}"/>
                  </a:ext>
                </a:extLst>
              </p:cNvPr>
              <p:cNvSpPr/>
              <p:nvPr/>
            </p:nvSpPr>
            <p:spPr>
              <a:xfrm>
                <a:off x="3780796" y="850058"/>
                <a:ext cx="91912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9125" h="914400">
                    <a:moveTo>
                      <a:pt x="914400" y="914400"/>
                    </a:moveTo>
                    <a:lnTo>
                      <a:pt x="914417" y="907246"/>
                    </a:lnTo>
                    <a:lnTo>
                      <a:pt x="914613" y="907544"/>
                    </a:lnTo>
                    <a:lnTo>
                      <a:pt x="914810" y="907843"/>
                    </a:lnTo>
                    <a:lnTo>
                      <a:pt x="915006" y="908141"/>
                    </a:lnTo>
                    <a:lnTo>
                      <a:pt x="915203" y="908439"/>
                    </a:lnTo>
                    <a:lnTo>
                      <a:pt x="915399" y="908738"/>
                    </a:lnTo>
                    <a:lnTo>
                      <a:pt x="915595" y="909036"/>
                    </a:lnTo>
                    <a:lnTo>
                      <a:pt x="915792" y="909334"/>
                    </a:lnTo>
                    <a:lnTo>
                      <a:pt x="915988" y="909633"/>
                    </a:lnTo>
                    <a:lnTo>
                      <a:pt x="916185" y="909931"/>
                    </a:lnTo>
                    <a:lnTo>
                      <a:pt x="916381" y="910229"/>
                    </a:lnTo>
                    <a:lnTo>
                      <a:pt x="916577" y="910528"/>
                    </a:lnTo>
                    <a:lnTo>
                      <a:pt x="916774" y="910826"/>
                    </a:lnTo>
                    <a:lnTo>
                      <a:pt x="916970" y="911124"/>
                    </a:lnTo>
                    <a:lnTo>
                      <a:pt x="917166" y="911423"/>
                    </a:lnTo>
                    <a:lnTo>
                      <a:pt x="917363" y="911721"/>
                    </a:lnTo>
                    <a:lnTo>
                      <a:pt x="917559" y="912019"/>
                    </a:lnTo>
                    <a:lnTo>
                      <a:pt x="917755" y="912318"/>
                    </a:lnTo>
                    <a:lnTo>
                      <a:pt x="917952" y="912616"/>
                    </a:lnTo>
                    <a:lnTo>
                      <a:pt x="918148" y="912914"/>
                    </a:lnTo>
                    <a:lnTo>
                      <a:pt x="918344" y="913213"/>
                    </a:lnTo>
                    <a:lnTo>
                      <a:pt x="918540" y="913511"/>
                    </a:lnTo>
                    <a:lnTo>
                      <a:pt x="918737" y="913809"/>
                    </a:lnTo>
                    <a:lnTo>
                      <a:pt x="918933" y="914108"/>
                    </a:lnTo>
                    <a:lnTo>
                      <a:pt x="919125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8" name="ph8673">
                <a:extLst>
                  <a:ext uri="{FF2B5EF4-FFF2-40B4-BE49-F238E27FC236}">
                    <a16:creationId xmlns:a16="http://schemas.microsoft.com/office/drawing/2014/main" id="{9A8EEC0C-0BDF-C3A6-38DB-39A61E3E2A08}"/>
                  </a:ext>
                </a:extLst>
              </p:cNvPr>
              <p:cNvSpPr/>
              <p:nvPr/>
            </p:nvSpPr>
            <p:spPr>
              <a:xfrm>
                <a:off x="3308784" y="81491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8965" y="931969"/>
                    </a:lnTo>
                    <a:lnTo>
                      <a:pt x="908583" y="929435"/>
                    </a:lnTo>
                    <a:lnTo>
                      <a:pt x="907303" y="918888"/>
                    </a:lnTo>
                    <a:lnTo>
                      <a:pt x="906887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9" name="ph8674">
                <a:extLst>
                  <a:ext uri="{FF2B5EF4-FFF2-40B4-BE49-F238E27FC236}">
                    <a16:creationId xmlns:a16="http://schemas.microsoft.com/office/drawing/2014/main" id="{F448C387-79A3-AAE2-2C15-F6F6682476A4}"/>
                  </a:ext>
                </a:extLst>
              </p:cNvPr>
              <p:cNvSpPr/>
              <p:nvPr/>
            </p:nvSpPr>
            <p:spPr>
              <a:xfrm>
                <a:off x="330878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0" name="ph8675">
                <a:extLst>
                  <a:ext uri="{FF2B5EF4-FFF2-40B4-BE49-F238E27FC236}">
                    <a16:creationId xmlns:a16="http://schemas.microsoft.com/office/drawing/2014/main" id="{09651E39-8D9C-B05E-9252-DC032051A945}"/>
                  </a:ext>
                </a:extLst>
              </p:cNvPr>
              <p:cNvSpPr/>
              <p:nvPr/>
            </p:nvSpPr>
            <p:spPr>
              <a:xfrm>
                <a:off x="331822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1" name="ph8676">
                <a:extLst>
                  <a:ext uri="{FF2B5EF4-FFF2-40B4-BE49-F238E27FC236}">
                    <a16:creationId xmlns:a16="http://schemas.microsoft.com/office/drawing/2014/main" id="{09BECC1B-6890-FB78-B05E-B565AA2B4700}"/>
                  </a:ext>
                </a:extLst>
              </p:cNvPr>
              <p:cNvSpPr/>
              <p:nvPr/>
            </p:nvSpPr>
            <p:spPr>
              <a:xfrm>
                <a:off x="332766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2" name="ph8677">
                <a:extLst>
                  <a:ext uri="{FF2B5EF4-FFF2-40B4-BE49-F238E27FC236}">
                    <a16:creationId xmlns:a16="http://schemas.microsoft.com/office/drawing/2014/main" id="{447A668A-B2B9-28AD-469E-379217703707}"/>
                  </a:ext>
                </a:extLst>
              </p:cNvPr>
              <p:cNvSpPr/>
              <p:nvPr/>
            </p:nvSpPr>
            <p:spPr>
              <a:xfrm>
                <a:off x="333710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3" name="ph8678">
                <a:extLst>
                  <a:ext uri="{FF2B5EF4-FFF2-40B4-BE49-F238E27FC236}">
                    <a16:creationId xmlns:a16="http://schemas.microsoft.com/office/drawing/2014/main" id="{92731137-6B67-9F5C-5FAF-2FFB93BA1BA1}"/>
                  </a:ext>
                </a:extLst>
              </p:cNvPr>
              <p:cNvSpPr/>
              <p:nvPr/>
            </p:nvSpPr>
            <p:spPr>
              <a:xfrm>
                <a:off x="334654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4" name="ph8679">
                <a:extLst>
                  <a:ext uri="{FF2B5EF4-FFF2-40B4-BE49-F238E27FC236}">
                    <a16:creationId xmlns:a16="http://schemas.microsoft.com/office/drawing/2014/main" id="{7E6B0F31-9A60-CACD-9A64-3074E774712D}"/>
                  </a:ext>
                </a:extLst>
              </p:cNvPr>
              <p:cNvSpPr/>
              <p:nvPr/>
            </p:nvSpPr>
            <p:spPr>
              <a:xfrm>
                <a:off x="335598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5" name="ph8680">
                <a:extLst>
                  <a:ext uri="{FF2B5EF4-FFF2-40B4-BE49-F238E27FC236}">
                    <a16:creationId xmlns:a16="http://schemas.microsoft.com/office/drawing/2014/main" id="{85E67FFE-7132-9440-A4FA-B5E63D8EAEDE}"/>
                  </a:ext>
                </a:extLst>
              </p:cNvPr>
              <p:cNvSpPr/>
              <p:nvPr/>
            </p:nvSpPr>
            <p:spPr>
              <a:xfrm>
                <a:off x="336542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6" name="ph8681">
                <a:extLst>
                  <a:ext uri="{FF2B5EF4-FFF2-40B4-BE49-F238E27FC236}">
                    <a16:creationId xmlns:a16="http://schemas.microsoft.com/office/drawing/2014/main" id="{2D7020F3-5CE1-856E-212C-D4D70DE38A42}"/>
                  </a:ext>
                </a:extLst>
              </p:cNvPr>
              <p:cNvSpPr/>
              <p:nvPr/>
            </p:nvSpPr>
            <p:spPr>
              <a:xfrm>
                <a:off x="337486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7" name="ph8682">
                <a:extLst>
                  <a:ext uri="{FF2B5EF4-FFF2-40B4-BE49-F238E27FC236}">
                    <a16:creationId xmlns:a16="http://schemas.microsoft.com/office/drawing/2014/main" id="{62D4862B-EE81-D41E-DF54-94EE37E94909}"/>
                  </a:ext>
                </a:extLst>
              </p:cNvPr>
              <p:cNvSpPr/>
              <p:nvPr/>
            </p:nvSpPr>
            <p:spPr>
              <a:xfrm>
                <a:off x="338430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8" name="ph8683">
                <a:extLst>
                  <a:ext uri="{FF2B5EF4-FFF2-40B4-BE49-F238E27FC236}">
                    <a16:creationId xmlns:a16="http://schemas.microsoft.com/office/drawing/2014/main" id="{C66F0651-97CE-6F12-B0DF-F9CA6C9AAC8B}"/>
                  </a:ext>
                </a:extLst>
              </p:cNvPr>
              <p:cNvSpPr/>
              <p:nvPr/>
            </p:nvSpPr>
            <p:spPr>
              <a:xfrm>
                <a:off x="339374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9" name="ph8684">
                <a:extLst>
                  <a:ext uri="{FF2B5EF4-FFF2-40B4-BE49-F238E27FC236}">
                    <a16:creationId xmlns:a16="http://schemas.microsoft.com/office/drawing/2014/main" id="{447A5417-53A8-9D9F-1ADC-842B52868B36}"/>
                  </a:ext>
                </a:extLst>
              </p:cNvPr>
              <p:cNvSpPr/>
              <p:nvPr/>
            </p:nvSpPr>
            <p:spPr>
              <a:xfrm>
                <a:off x="340318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0" name="ph8685">
                <a:extLst>
                  <a:ext uri="{FF2B5EF4-FFF2-40B4-BE49-F238E27FC236}">
                    <a16:creationId xmlns:a16="http://schemas.microsoft.com/office/drawing/2014/main" id="{B4772577-1343-4130-A6C2-4890B62A8EAC}"/>
                  </a:ext>
                </a:extLst>
              </p:cNvPr>
              <p:cNvSpPr/>
              <p:nvPr/>
            </p:nvSpPr>
            <p:spPr>
              <a:xfrm>
                <a:off x="341262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1" name="ph8686">
                <a:extLst>
                  <a:ext uri="{FF2B5EF4-FFF2-40B4-BE49-F238E27FC236}">
                    <a16:creationId xmlns:a16="http://schemas.microsoft.com/office/drawing/2014/main" id="{512F32A8-0F57-51E4-733D-6B1B7AA7DAC3}"/>
                  </a:ext>
                </a:extLst>
              </p:cNvPr>
              <p:cNvSpPr/>
              <p:nvPr/>
            </p:nvSpPr>
            <p:spPr>
              <a:xfrm>
                <a:off x="3422066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2" name="ph8687">
                <a:extLst>
                  <a:ext uri="{FF2B5EF4-FFF2-40B4-BE49-F238E27FC236}">
                    <a16:creationId xmlns:a16="http://schemas.microsoft.com/office/drawing/2014/main" id="{1411140B-716B-E450-A004-1E1274787769}"/>
                  </a:ext>
                </a:extLst>
              </p:cNvPr>
              <p:cNvSpPr/>
              <p:nvPr/>
            </p:nvSpPr>
            <p:spPr>
              <a:xfrm>
                <a:off x="343150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3" name="ph8688">
                <a:extLst>
                  <a:ext uri="{FF2B5EF4-FFF2-40B4-BE49-F238E27FC236}">
                    <a16:creationId xmlns:a16="http://schemas.microsoft.com/office/drawing/2014/main" id="{E742BA4F-42E6-EB59-B826-B9722AC0195C}"/>
                  </a:ext>
                </a:extLst>
              </p:cNvPr>
              <p:cNvSpPr/>
              <p:nvPr/>
            </p:nvSpPr>
            <p:spPr>
              <a:xfrm>
                <a:off x="344094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4" name="ph8689">
                <a:extLst>
                  <a:ext uri="{FF2B5EF4-FFF2-40B4-BE49-F238E27FC236}">
                    <a16:creationId xmlns:a16="http://schemas.microsoft.com/office/drawing/2014/main" id="{0C829CAA-9BEE-29BD-8A95-040C5AADDC6C}"/>
                  </a:ext>
                </a:extLst>
              </p:cNvPr>
              <p:cNvSpPr/>
              <p:nvPr/>
            </p:nvSpPr>
            <p:spPr>
              <a:xfrm>
                <a:off x="345038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5" name="ph8690">
                <a:extLst>
                  <a:ext uri="{FF2B5EF4-FFF2-40B4-BE49-F238E27FC236}">
                    <a16:creationId xmlns:a16="http://schemas.microsoft.com/office/drawing/2014/main" id="{59059B5B-4AA0-B027-B10C-6B596C985CC1}"/>
                  </a:ext>
                </a:extLst>
              </p:cNvPr>
              <p:cNvSpPr/>
              <p:nvPr/>
            </p:nvSpPr>
            <p:spPr>
              <a:xfrm>
                <a:off x="3459827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6" name="ph8691">
                <a:extLst>
                  <a:ext uri="{FF2B5EF4-FFF2-40B4-BE49-F238E27FC236}">
                    <a16:creationId xmlns:a16="http://schemas.microsoft.com/office/drawing/2014/main" id="{237DA434-5FCD-4CD3-F4D7-3AD347018858}"/>
                  </a:ext>
                </a:extLst>
              </p:cNvPr>
              <p:cNvSpPr/>
              <p:nvPr/>
            </p:nvSpPr>
            <p:spPr>
              <a:xfrm>
                <a:off x="346926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7" name="ph8692">
                <a:extLst>
                  <a:ext uri="{FF2B5EF4-FFF2-40B4-BE49-F238E27FC236}">
                    <a16:creationId xmlns:a16="http://schemas.microsoft.com/office/drawing/2014/main" id="{A8F78A4E-AE75-BB6B-CA8E-EFB47DB0A7AE}"/>
                  </a:ext>
                </a:extLst>
              </p:cNvPr>
              <p:cNvSpPr/>
              <p:nvPr/>
            </p:nvSpPr>
            <p:spPr>
              <a:xfrm>
                <a:off x="347870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8" name="ph8693">
                <a:extLst>
                  <a:ext uri="{FF2B5EF4-FFF2-40B4-BE49-F238E27FC236}">
                    <a16:creationId xmlns:a16="http://schemas.microsoft.com/office/drawing/2014/main" id="{E1504EAD-9BAE-B781-4B2F-9AEB889C672F}"/>
                  </a:ext>
                </a:extLst>
              </p:cNvPr>
              <p:cNvSpPr/>
              <p:nvPr/>
            </p:nvSpPr>
            <p:spPr>
              <a:xfrm>
                <a:off x="348814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9" name="ph8694">
                <a:extLst>
                  <a:ext uri="{FF2B5EF4-FFF2-40B4-BE49-F238E27FC236}">
                    <a16:creationId xmlns:a16="http://schemas.microsoft.com/office/drawing/2014/main" id="{C6BEA960-1328-22EF-4EC9-3BCFDC3D4C5D}"/>
                  </a:ext>
                </a:extLst>
              </p:cNvPr>
              <p:cNvSpPr/>
              <p:nvPr/>
            </p:nvSpPr>
            <p:spPr>
              <a:xfrm>
                <a:off x="3497588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0" name="ph8695">
                <a:extLst>
                  <a:ext uri="{FF2B5EF4-FFF2-40B4-BE49-F238E27FC236}">
                    <a16:creationId xmlns:a16="http://schemas.microsoft.com/office/drawing/2014/main" id="{2F2D6487-22BE-5D82-61DE-8A63F5803BB5}"/>
                  </a:ext>
                </a:extLst>
              </p:cNvPr>
              <p:cNvSpPr/>
              <p:nvPr/>
            </p:nvSpPr>
            <p:spPr>
              <a:xfrm>
                <a:off x="350702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1" name="ph8696">
                <a:extLst>
                  <a:ext uri="{FF2B5EF4-FFF2-40B4-BE49-F238E27FC236}">
                    <a16:creationId xmlns:a16="http://schemas.microsoft.com/office/drawing/2014/main" id="{B2E4D518-5E03-A59F-9014-EACD7BC20000}"/>
                  </a:ext>
                </a:extLst>
              </p:cNvPr>
              <p:cNvSpPr/>
              <p:nvPr/>
            </p:nvSpPr>
            <p:spPr>
              <a:xfrm>
                <a:off x="351646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2" name="ph8697">
                <a:extLst>
                  <a:ext uri="{FF2B5EF4-FFF2-40B4-BE49-F238E27FC236}">
                    <a16:creationId xmlns:a16="http://schemas.microsoft.com/office/drawing/2014/main" id="{8C1114B0-0000-637B-0705-0BA644FCC0B9}"/>
                  </a:ext>
                </a:extLst>
              </p:cNvPr>
              <p:cNvSpPr/>
              <p:nvPr/>
            </p:nvSpPr>
            <p:spPr>
              <a:xfrm>
                <a:off x="352590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3" name="ph8698">
                <a:extLst>
                  <a:ext uri="{FF2B5EF4-FFF2-40B4-BE49-F238E27FC236}">
                    <a16:creationId xmlns:a16="http://schemas.microsoft.com/office/drawing/2014/main" id="{3982422B-279E-870A-238D-6DF7BA986D67}"/>
                  </a:ext>
                </a:extLst>
              </p:cNvPr>
              <p:cNvSpPr/>
              <p:nvPr/>
            </p:nvSpPr>
            <p:spPr>
              <a:xfrm>
                <a:off x="3535349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4" name="ph8699">
                <a:extLst>
                  <a:ext uri="{FF2B5EF4-FFF2-40B4-BE49-F238E27FC236}">
                    <a16:creationId xmlns:a16="http://schemas.microsoft.com/office/drawing/2014/main" id="{D18EBF80-1A3C-8247-105E-4E1E88432B95}"/>
                  </a:ext>
                </a:extLst>
              </p:cNvPr>
              <p:cNvSpPr/>
              <p:nvPr/>
            </p:nvSpPr>
            <p:spPr>
              <a:xfrm>
                <a:off x="354479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5" name="ph8700">
                <a:extLst>
                  <a:ext uri="{FF2B5EF4-FFF2-40B4-BE49-F238E27FC236}">
                    <a16:creationId xmlns:a16="http://schemas.microsoft.com/office/drawing/2014/main" id="{4E0631F5-329B-AFDB-FB9D-5EC3C4B6698B}"/>
                  </a:ext>
                </a:extLst>
              </p:cNvPr>
              <p:cNvSpPr/>
              <p:nvPr/>
            </p:nvSpPr>
            <p:spPr>
              <a:xfrm>
                <a:off x="355423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6" name="ph8701">
                <a:extLst>
                  <a:ext uri="{FF2B5EF4-FFF2-40B4-BE49-F238E27FC236}">
                    <a16:creationId xmlns:a16="http://schemas.microsoft.com/office/drawing/2014/main" id="{FFD41AD2-D639-5B3A-AE6E-2718C8B80D80}"/>
                  </a:ext>
                </a:extLst>
              </p:cNvPr>
              <p:cNvSpPr/>
              <p:nvPr/>
            </p:nvSpPr>
            <p:spPr>
              <a:xfrm>
                <a:off x="356367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7" name="ph8702">
                <a:extLst>
                  <a:ext uri="{FF2B5EF4-FFF2-40B4-BE49-F238E27FC236}">
                    <a16:creationId xmlns:a16="http://schemas.microsoft.com/office/drawing/2014/main" id="{EEA8C411-EC42-950E-0A79-30BD6F94F780}"/>
                  </a:ext>
                </a:extLst>
              </p:cNvPr>
              <p:cNvSpPr/>
              <p:nvPr/>
            </p:nvSpPr>
            <p:spPr>
              <a:xfrm>
                <a:off x="357311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8" name="ph8703">
                <a:extLst>
                  <a:ext uri="{FF2B5EF4-FFF2-40B4-BE49-F238E27FC236}">
                    <a16:creationId xmlns:a16="http://schemas.microsoft.com/office/drawing/2014/main" id="{C5FECC0A-C3BE-B6B9-24AF-4E76FAD1FA12}"/>
                  </a:ext>
                </a:extLst>
              </p:cNvPr>
              <p:cNvSpPr/>
              <p:nvPr/>
            </p:nvSpPr>
            <p:spPr>
              <a:xfrm>
                <a:off x="3582550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9" name="ph8704">
                <a:extLst>
                  <a:ext uri="{FF2B5EF4-FFF2-40B4-BE49-F238E27FC236}">
                    <a16:creationId xmlns:a16="http://schemas.microsoft.com/office/drawing/2014/main" id="{D4DF8189-F4C0-F119-2657-A74A85457F67}"/>
                  </a:ext>
                </a:extLst>
              </p:cNvPr>
              <p:cNvSpPr/>
              <p:nvPr/>
            </p:nvSpPr>
            <p:spPr>
              <a:xfrm>
                <a:off x="359199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0" name="ph8705">
                <a:extLst>
                  <a:ext uri="{FF2B5EF4-FFF2-40B4-BE49-F238E27FC236}">
                    <a16:creationId xmlns:a16="http://schemas.microsoft.com/office/drawing/2014/main" id="{82660737-4EF7-F22A-DC64-0989AAAED21A}"/>
                  </a:ext>
                </a:extLst>
              </p:cNvPr>
              <p:cNvSpPr/>
              <p:nvPr/>
            </p:nvSpPr>
            <p:spPr>
              <a:xfrm>
                <a:off x="360143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1" name="ph8706">
                <a:extLst>
                  <a:ext uri="{FF2B5EF4-FFF2-40B4-BE49-F238E27FC236}">
                    <a16:creationId xmlns:a16="http://schemas.microsoft.com/office/drawing/2014/main" id="{9DCD91D9-CAD0-9AA3-741A-C3348742B805}"/>
                  </a:ext>
                </a:extLst>
              </p:cNvPr>
              <p:cNvSpPr/>
              <p:nvPr/>
            </p:nvSpPr>
            <p:spPr>
              <a:xfrm>
                <a:off x="361087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2" name="ph8707">
                <a:extLst>
                  <a:ext uri="{FF2B5EF4-FFF2-40B4-BE49-F238E27FC236}">
                    <a16:creationId xmlns:a16="http://schemas.microsoft.com/office/drawing/2014/main" id="{9B3640B3-D911-6056-E8E4-C56A19A3995F}"/>
                  </a:ext>
                </a:extLst>
              </p:cNvPr>
              <p:cNvSpPr/>
              <p:nvPr/>
            </p:nvSpPr>
            <p:spPr>
              <a:xfrm>
                <a:off x="3620311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3" name="ph8708">
                <a:extLst>
                  <a:ext uri="{FF2B5EF4-FFF2-40B4-BE49-F238E27FC236}">
                    <a16:creationId xmlns:a16="http://schemas.microsoft.com/office/drawing/2014/main" id="{3F6C306B-176F-72D1-0022-3E7DFA43C278}"/>
                  </a:ext>
                </a:extLst>
              </p:cNvPr>
              <p:cNvSpPr/>
              <p:nvPr/>
            </p:nvSpPr>
            <p:spPr>
              <a:xfrm>
                <a:off x="362975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4" name="ph8709">
                <a:extLst>
                  <a:ext uri="{FF2B5EF4-FFF2-40B4-BE49-F238E27FC236}">
                    <a16:creationId xmlns:a16="http://schemas.microsoft.com/office/drawing/2014/main" id="{CF926727-182C-C506-4FBD-3BA4B8EBE2F6}"/>
                  </a:ext>
                </a:extLst>
              </p:cNvPr>
              <p:cNvSpPr/>
              <p:nvPr/>
            </p:nvSpPr>
            <p:spPr>
              <a:xfrm>
                <a:off x="363919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5" name="ph8710">
                <a:extLst>
                  <a:ext uri="{FF2B5EF4-FFF2-40B4-BE49-F238E27FC236}">
                    <a16:creationId xmlns:a16="http://schemas.microsoft.com/office/drawing/2014/main" id="{A1D85FC4-C7D9-B532-76C2-C8372DE7DBCB}"/>
                  </a:ext>
                </a:extLst>
              </p:cNvPr>
              <p:cNvSpPr/>
              <p:nvPr/>
            </p:nvSpPr>
            <p:spPr>
              <a:xfrm>
                <a:off x="364863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6" name="ph8711">
                <a:extLst>
                  <a:ext uri="{FF2B5EF4-FFF2-40B4-BE49-F238E27FC236}">
                    <a16:creationId xmlns:a16="http://schemas.microsoft.com/office/drawing/2014/main" id="{1FEE034F-8380-46E5-54FD-FA0E45D50CED}"/>
                  </a:ext>
                </a:extLst>
              </p:cNvPr>
              <p:cNvSpPr/>
              <p:nvPr/>
            </p:nvSpPr>
            <p:spPr>
              <a:xfrm>
                <a:off x="3658072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7" name="ph8712">
                <a:extLst>
                  <a:ext uri="{FF2B5EF4-FFF2-40B4-BE49-F238E27FC236}">
                    <a16:creationId xmlns:a16="http://schemas.microsoft.com/office/drawing/2014/main" id="{B5578723-6067-5B6D-F602-1201BD576A38}"/>
                  </a:ext>
                </a:extLst>
              </p:cNvPr>
              <p:cNvSpPr/>
              <p:nvPr/>
            </p:nvSpPr>
            <p:spPr>
              <a:xfrm>
                <a:off x="366751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8" name="ph8713">
                <a:extLst>
                  <a:ext uri="{FF2B5EF4-FFF2-40B4-BE49-F238E27FC236}">
                    <a16:creationId xmlns:a16="http://schemas.microsoft.com/office/drawing/2014/main" id="{659BFE9E-E7CC-7E24-4B6B-69C43ADF8507}"/>
                  </a:ext>
                </a:extLst>
              </p:cNvPr>
              <p:cNvSpPr/>
              <p:nvPr/>
            </p:nvSpPr>
            <p:spPr>
              <a:xfrm>
                <a:off x="367695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9" name="ph8714">
                <a:extLst>
                  <a:ext uri="{FF2B5EF4-FFF2-40B4-BE49-F238E27FC236}">
                    <a16:creationId xmlns:a16="http://schemas.microsoft.com/office/drawing/2014/main" id="{FC3DCE3C-899A-989D-6AED-DAE87EFDDE3E}"/>
                  </a:ext>
                </a:extLst>
              </p:cNvPr>
              <p:cNvSpPr/>
              <p:nvPr/>
            </p:nvSpPr>
            <p:spPr>
              <a:xfrm>
                <a:off x="368639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0" name="ph8715">
                <a:extLst>
                  <a:ext uri="{FF2B5EF4-FFF2-40B4-BE49-F238E27FC236}">
                    <a16:creationId xmlns:a16="http://schemas.microsoft.com/office/drawing/2014/main" id="{1C5B5F59-019E-1BEE-2FC5-FC2A39D62E9E}"/>
                  </a:ext>
                </a:extLst>
              </p:cNvPr>
              <p:cNvSpPr/>
              <p:nvPr/>
            </p:nvSpPr>
            <p:spPr>
              <a:xfrm>
                <a:off x="3695833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1" name="ph8716">
                <a:extLst>
                  <a:ext uri="{FF2B5EF4-FFF2-40B4-BE49-F238E27FC236}">
                    <a16:creationId xmlns:a16="http://schemas.microsoft.com/office/drawing/2014/main" id="{15305129-E9E3-0BE6-21B2-74C004AED2A8}"/>
                  </a:ext>
                </a:extLst>
              </p:cNvPr>
              <p:cNvSpPr/>
              <p:nvPr/>
            </p:nvSpPr>
            <p:spPr>
              <a:xfrm>
                <a:off x="370527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2" name="ph8717">
                <a:extLst>
                  <a:ext uri="{FF2B5EF4-FFF2-40B4-BE49-F238E27FC236}">
                    <a16:creationId xmlns:a16="http://schemas.microsoft.com/office/drawing/2014/main" id="{77A50544-2261-F8A4-9AAB-F01F43A41580}"/>
                  </a:ext>
                </a:extLst>
              </p:cNvPr>
              <p:cNvSpPr/>
              <p:nvPr/>
            </p:nvSpPr>
            <p:spPr>
              <a:xfrm>
                <a:off x="371471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3" name="ph8718">
                <a:extLst>
                  <a:ext uri="{FF2B5EF4-FFF2-40B4-BE49-F238E27FC236}">
                    <a16:creationId xmlns:a16="http://schemas.microsoft.com/office/drawing/2014/main" id="{641F8EF3-2A0C-B30A-8B4F-DD928BE2FF0F}"/>
                  </a:ext>
                </a:extLst>
              </p:cNvPr>
              <p:cNvSpPr/>
              <p:nvPr/>
            </p:nvSpPr>
            <p:spPr>
              <a:xfrm>
                <a:off x="372415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4" name="ph8719">
                <a:extLst>
                  <a:ext uri="{FF2B5EF4-FFF2-40B4-BE49-F238E27FC236}">
                    <a16:creationId xmlns:a16="http://schemas.microsoft.com/office/drawing/2014/main" id="{40961F2F-54BA-EF83-C34B-FDD81D156D9A}"/>
                  </a:ext>
                </a:extLst>
              </p:cNvPr>
              <p:cNvSpPr/>
              <p:nvPr/>
            </p:nvSpPr>
            <p:spPr>
              <a:xfrm>
                <a:off x="3733594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5" name="ph8720">
                <a:extLst>
                  <a:ext uri="{FF2B5EF4-FFF2-40B4-BE49-F238E27FC236}">
                    <a16:creationId xmlns:a16="http://schemas.microsoft.com/office/drawing/2014/main" id="{A51944BB-1829-A06E-8DC3-7F57FBEF3C81}"/>
                  </a:ext>
                </a:extLst>
              </p:cNvPr>
              <p:cNvSpPr/>
              <p:nvPr/>
            </p:nvSpPr>
            <p:spPr>
              <a:xfrm>
                <a:off x="3743035" y="81491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6" name="ph8721">
                <a:extLst>
                  <a:ext uri="{FF2B5EF4-FFF2-40B4-BE49-F238E27FC236}">
                    <a16:creationId xmlns:a16="http://schemas.microsoft.com/office/drawing/2014/main" id="{B2B83875-E4A1-387D-B3CE-1FBF48DD92CD}"/>
                  </a:ext>
                </a:extLst>
              </p:cNvPr>
              <p:cNvSpPr/>
              <p:nvPr/>
            </p:nvSpPr>
            <p:spPr>
              <a:xfrm>
                <a:off x="3761915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770" y="896830"/>
                    </a:lnTo>
                    <a:lnTo>
                      <a:pt x="914400" y="898702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7" name="ph8722">
                <a:extLst>
                  <a:ext uri="{FF2B5EF4-FFF2-40B4-BE49-F238E27FC236}">
                    <a16:creationId xmlns:a16="http://schemas.microsoft.com/office/drawing/2014/main" id="{824125F2-5ABB-A92B-0EDE-5D4834B69BF8}"/>
                  </a:ext>
                </a:extLst>
              </p:cNvPr>
              <p:cNvSpPr/>
              <p:nvPr/>
            </p:nvSpPr>
            <p:spPr>
              <a:xfrm>
                <a:off x="3771355" y="83248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8702"/>
                    </a:lnTo>
                    <a:lnTo>
                      <a:pt x="907833" y="902002"/>
                    </a:lnTo>
                    <a:lnTo>
                      <a:pt x="912693" y="908258"/>
                    </a:lnTo>
                    <a:lnTo>
                      <a:pt x="914400" y="91071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8" name="ph8723">
                <a:extLst>
                  <a:ext uri="{FF2B5EF4-FFF2-40B4-BE49-F238E27FC236}">
                    <a16:creationId xmlns:a16="http://schemas.microsoft.com/office/drawing/2014/main" id="{FD7B8AD8-CCC4-2671-1ACD-A22FD22BA398}"/>
                  </a:ext>
                </a:extLst>
              </p:cNvPr>
              <p:cNvSpPr/>
              <p:nvPr/>
            </p:nvSpPr>
            <p:spPr>
              <a:xfrm>
                <a:off x="3771355" y="832488"/>
                <a:ext cx="91696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969" h="914400">
                    <a:moveTo>
                      <a:pt x="914400" y="914400"/>
                    </a:moveTo>
                    <a:lnTo>
                      <a:pt x="914400" y="910710"/>
                    </a:lnTo>
                    <a:lnTo>
                      <a:pt x="916969" y="914400"/>
                    </a:lnTo>
                    <a:close/>
                  </a:path>
                </a:pathLst>
              </a:custGeom>
              <a:solidFill>
                <a:srgbClr val="FFFFBE">
                  <a:alpha val="100000"/>
                </a:srgbClr>
              </a:solidFill>
              <a:ln w="5420" cap="flat">
                <a:solidFill>
                  <a:srgbClr val="FF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9" name="ph8724">
                <a:extLst>
                  <a:ext uri="{FF2B5EF4-FFF2-40B4-BE49-F238E27FC236}">
                    <a16:creationId xmlns:a16="http://schemas.microsoft.com/office/drawing/2014/main" id="{D2740EFB-54A0-F23D-9687-28707F00FF3C}"/>
                  </a:ext>
                </a:extLst>
              </p:cNvPr>
              <p:cNvSpPr/>
              <p:nvPr/>
            </p:nvSpPr>
            <p:spPr>
              <a:xfrm>
                <a:off x="3308784" y="797348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6887" y="931969"/>
                    </a:lnTo>
                    <a:lnTo>
                      <a:pt x="906316" y="925802"/>
                    </a:lnTo>
                    <a:lnTo>
                      <a:pt x="905623" y="915066"/>
                    </a:lnTo>
                    <a:lnTo>
                      <a:pt x="905598" y="91439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0" name="ph8725">
                <a:extLst>
                  <a:ext uri="{FF2B5EF4-FFF2-40B4-BE49-F238E27FC236}">
                    <a16:creationId xmlns:a16="http://schemas.microsoft.com/office/drawing/2014/main" id="{AABAEB67-9602-0E40-CDF4-39D131F77D52}"/>
                  </a:ext>
                </a:extLst>
              </p:cNvPr>
              <p:cNvSpPr/>
              <p:nvPr/>
            </p:nvSpPr>
            <p:spPr>
              <a:xfrm>
                <a:off x="330878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1" name="ph8726">
                <a:extLst>
                  <a:ext uri="{FF2B5EF4-FFF2-40B4-BE49-F238E27FC236}">
                    <a16:creationId xmlns:a16="http://schemas.microsoft.com/office/drawing/2014/main" id="{95B92A80-92B2-0EC8-3DE4-CC051B49D7F2}"/>
                  </a:ext>
                </a:extLst>
              </p:cNvPr>
              <p:cNvSpPr/>
              <p:nvPr/>
            </p:nvSpPr>
            <p:spPr>
              <a:xfrm>
                <a:off x="331822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2" name="ph8727">
                <a:extLst>
                  <a:ext uri="{FF2B5EF4-FFF2-40B4-BE49-F238E27FC236}">
                    <a16:creationId xmlns:a16="http://schemas.microsoft.com/office/drawing/2014/main" id="{BA292384-8936-3784-634A-30E19780967F}"/>
                  </a:ext>
                </a:extLst>
              </p:cNvPr>
              <p:cNvSpPr/>
              <p:nvPr/>
            </p:nvSpPr>
            <p:spPr>
              <a:xfrm>
                <a:off x="332766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3" name="ph8728">
                <a:extLst>
                  <a:ext uri="{FF2B5EF4-FFF2-40B4-BE49-F238E27FC236}">
                    <a16:creationId xmlns:a16="http://schemas.microsoft.com/office/drawing/2014/main" id="{4152A9EA-8E04-8234-36E3-2A1B22176AF5}"/>
                  </a:ext>
                </a:extLst>
              </p:cNvPr>
              <p:cNvSpPr/>
              <p:nvPr/>
            </p:nvSpPr>
            <p:spPr>
              <a:xfrm>
                <a:off x="333710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4" name="ph8729">
                <a:extLst>
                  <a:ext uri="{FF2B5EF4-FFF2-40B4-BE49-F238E27FC236}">
                    <a16:creationId xmlns:a16="http://schemas.microsoft.com/office/drawing/2014/main" id="{F97204EB-5F3C-C201-2F80-A1CAF8663B9C}"/>
                  </a:ext>
                </a:extLst>
              </p:cNvPr>
              <p:cNvSpPr/>
              <p:nvPr/>
            </p:nvSpPr>
            <p:spPr>
              <a:xfrm>
                <a:off x="334654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5" name="ph8730">
                <a:extLst>
                  <a:ext uri="{FF2B5EF4-FFF2-40B4-BE49-F238E27FC236}">
                    <a16:creationId xmlns:a16="http://schemas.microsoft.com/office/drawing/2014/main" id="{4B79AFCC-2B73-BA04-133F-FB5516CE6010}"/>
                  </a:ext>
                </a:extLst>
              </p:cNvPr>
              <p:cNvSpPr/>
              <p:nvPr/>
            </p:nvSpPr>
            <p:spPr>
              <a:xfrm>
                <a:off x="335598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6" name="ph8731">
                <a:extLst>
                  <a:ext uri="{FF2B5EF4-FFF2-40B4-BE49-F238E27FC236}">
                    <a16:creationId xmlns:a16="http://schemas.microsoft.com/office/drawing/2014/main" id="{B468DE09-0771-CFA7-B3DF-EB621FFECDE9}"/>
                  </a:ext>
                </a:extLst>
              </p:cNvPr>
              <p:cNvSpPr/>
              <p:nvPr/>
            </p:nvSpPr>
            <p:spPr>
              <a:xfrm>
                <a:off x="336542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7" name="ph8732">
                <a:extLst>
                  <a:ext uri="{FF2B5EF4-FFF2-40B4-BE49-F238E27FC236}">
                    <a16:creationId xmlns:a16="http://schemas.microsoft.com/office/drawing/2014/main" id="{076EAC8D-1087-58D3-A393-966B0E9E1A68}"/>
                  </a:ext>
                </a:extLst>
              </p:cNvPr>
              <p:cNvSpPr/>
              <p:nvPr/>
            </p:nvSpPr>
            <p:spPr>
              <a:xfrm>
                <a:off x="337486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8" name="ph8733">
                <a:extLst>
                  <a:ext uri="{FF2B5EF4-FFF2-40B4-BE49-F238E27FC236}">
                    <a16:creationId xmlns:a16="http://schemas.microsoft.com/office/drawing/2014/main" id="{6CF3012F-79C2-325E-B556-F573C3B5D5BE}"/>
                  </a:ext>
                </a:extLst>
              </p:cNvPr>
              <p:cNvSpPr/>
              <p:nvPr/>
            </p:nvSpPr>
            <p:spPr>
              <a:xfrm>
                <a:off x="3384305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9" name="ph8734">
                <a:extLst>
                  <a:ext uri="{FF2B5EF4-FFF2-40B4-BE49-F238E27FC236}">
                    <a16:creationId xmlns:a16="http://schemas.microsoft.com/office/drawing/2014/main" id="{F51EBB74-53B1-BEF6-0A7E-9CD09D6B8FE4}"/>
                  </a:ext>
                </a:extLst>
              </p:cNvPr>
              <p:cNvSpPr/>
              <p:nvPr/>
            </p:nvSpPr>
            <p:spPr>
              <a:xfrm>
                <a:off x="339374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0" name="ph8735">
                <a:extLst>
                  <a:ext uri="{FF2B5EF4-FFF2-40B4-BE49-F238E27FC236}">
                    <a16:creationId xmlns:a16="http://schemas.microsoft.com/office/drawing/2014/main" id="{D31219CD-492D-6EFA-67B9-EDCAB9A4885C}"/>
                  </a:ext>
                </a:extLst>
              </p:cNvPr>
              <p:cNvSpPr/>
              <p:nvPr/>
            </p:nvSpPr>
            <p:spPr>
              <a:xfrm>
                <a:off x="340318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1" name="ph8736">
                <a:extLst>
                  <a:ext uri="{FF2B5EF4-FFF2-40B4-BE49-F238E27FC236}">
                    <a16:creationId xmlns:a16="http://schemas.microsoft.com/office/drawing/2014/main" id="{A3759A6D-1EB5-9AA1-DBFB-CE7E43949FDE}"/>
                  </a:ext>
                </a:extLst>
              </p:cNvPr>
              <p:cNvSpPr/>
              <p:nvPr/>
            </p:nvSpPr>
            <p:spPr>
              <a:xfrm>
                <a:off x="341262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2" name="ph8737">
                <a:extLst>
                  <a:ext uri="{FF2B5EF4-FFF2-40B4-BE49-F238E27FC236}">
                    <a16:creationId xmlns:a16="http://schemas.microsoft.com/office/drawing/2014/main" id="{59E87B65-5ED8-923B-7959-0D62B91F2FD8}"/>
                  </a:ext>
                </a:extLst>
              </p:cNvPr>
              <p:cNvSpPr/>
              <p:nvPr/>
            </p:nvSpPr>
            <p:spPr>
              <a:xfrm>
                <a:off x="3422066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3" name="ph8738">
                <a:extLst>
                  <a:ext uri="{FF2B5EF4-FFF2-40B4-BE49-F238E27FC236}">
                    <a16:creationId xmlns:a16="http://schemas.microsoft.com/office/drawing/2014/main" id="{66C47662-C424-6029-16ED-5B549BC382A1}"/>
                  </a:ext>
                </a:extLst>
              </p:cNvPr>
              <p:cNvSpPr/>
              <p:nvPr/>
            </p:nvSpPr>
            <p:spPr>
              <a:xfrm>
                <a:off x="343150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4" name="ph8739">
                <a:extLst>
                  <a:ext uri="{FF2B5EF4-FFF2-40B4-BE49-F238E27FC236}">
                    <a16:creationId xmlns:a16="http://schemas.microsoft.com/office/drawing/2014/main" id="{5F067769-6CEC-6465-F142-FAD2F917232C}"/>
                  </a:ext>
                </a:extLst>
              </p:cNvPr>
              <p:cNvSpPr/>
              <p:nvPr/>
            </p:nvSpPr>
            <p:spPr>
              <a:xfrm>
                <a:off x="344094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5" name="ph8740">
                <a:extLst>
                  <a:ext uri="{FF2B5EF4-FFF2-40B4-BE49-F238E27FC236}">
                    <a16:creationId xmlns:a16="http://schemas.microsoft.com/office/drawing/2014/main" id="{934C30F9-80C0-490F-D187-6C22CC87FF02}"/>
                  </a:ext>
                </a:extLst>
              </p:cNvPr>
              <p:cNvSpPr/>
              <p:nvPr/>
            </p:nvSpPr>
            <p:spPr>
              <a:xfrm>
                <a:off x="345038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6" name="ph8741">
                <a:extLst>
                  <a:ext uri="{FF2B5EF4-FFF2-40B4-BE49-F238E27FC236}">
                    <a16:creationId xmlns:a16="http://schemas.microsoft.com/office/drawing/2014/main" id="{6C516454-E074-D005-3717-94D32AF4B4AB}"/>
                  </a:ext>
                </a:extLst>
              </p:cNvPr>
              <p:cNvSpPr/>
              <p:nvPr/>
            </p:nvSpPr>
            <p:spPr>
              <a:xfrm>
                <a:off x="3459827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7" name="ph8742">
                <a:extLst>
                  <a:ext uri="{FF2B5EF4-FFF2-40B4-BE49-F238E27FC236}">
                    <a16:creationId xmlns:a16="http://schemas.microsoft.com/office/drawing/2014/main" id="{DAB95062-3BEA-60AB-CEBB-A25C8E1D7AB7}"/>
                  </a:ext>
                </a:extLst>
              </p:cNvPr>
              <p:cNvSpPr/>
              <p:nvPr/>
            </p:nvSpPr>
            <p:spPr>
              <a:xfrm>
                <a:off x="346926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8" name="ph8743">
                <a:extLst>
                  <a:ext uri="{FF2B5EF4-FFF2-40B4-BE49-F238E27FC236}">
                    <a16:creationId xmlns:a16="http://schemas.microsoft.com/office/drawing/2014/main" id="{2C5B539A-0417-7D18-9DB5-977766AE4654}"/>
                  </a:ext>
                </a:extLst>
              </p:cNvPr>
              <p:cNvSpPr/>
              <p:nvPr/>
            </p:nvSpPr>
            <p:spPr>
              <a:xfrm>
                <a:off x="347870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9" name="ph8744">
                <a:extLst>
                  <a:ext uri="{FF2B5EF4-FFF2-40B4-BE49-F238E27FC236}">
                    <a16:creationId xmlns:a16="http://schemas.microsoft.com/office/drawing/2014/main" id="{FA94DE9A-4027-E931-C251-D821CB1240F6}"/>
                  </a:ext>
                </a:extLst>
              </p:cNvPr>
              <p:cNvSpPr/>
              <p:nvPr/>
            </p:nvSpPr>
            <p:spPr>
              <a:xfrm>
                <a:off x="348814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0" name="ph8745">
                <a:extLst>
                  <a:ext uri="{FF2B5EF4-FFF2-40B4-BE49-F238E27FC236}">
                    <a16:creationId xmlns:a16="http://schemas.microsoft.com/office/drawing/2014/main" id="{85C93497-3BED-20F3-636C-3955E33397EF}"/>
                  </a:ext>
                </a:extLst>
              </p:cNvPr>
              <p:cNvSpPr/>
              <p:nvPr/>
            </p:nvSpPr>
            <p:spPr>
              <a:xfrm>
                <a:off x="3497588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1" name="ph8746">
                <a:extLst>
                  <a:ext uri="{FF2B5EF4-FFF2-40B4-BE49-F238E27FC236}">
                    <a16:creationId xmlns:a16="http://schemas.microsoft.com/office/drawing/2014/main" id="{95059B75-CB36-7F76-6902-6EFBB822C13E}"/>
                  </a:ext>
                </a:extLst>
              </p:cNvPr>
              <p:cNvSpPr/>
              <p:nvPr/>
            </p:nvSpPr>
            <p:spPr>
              <a:xfrm>
                <a:off x="350702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2" name="ph8747">
                <a:extLst>
                  <a:ext uri="{FF2B5EF4-FFF2-40B4-BE49-F238E27FC236}">
                    <a16:creationId xmlns:a16="http://schemas.microsoft.com/office/drawing/2014/main" id="{37504CE0-5945-601C-39FB-97C990BD67A1}"/>
                  </a:ext>
                </a:extLst>
              </p:cNvPr>
              <p:cNvSpPr/>
              <p:nvPr/>
            </p:nvSpPr>
            <p:spPr>
              <a:xfrm>
                <a:off x="351646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3" name="ph8748">
                <a:extLst>
                  <a:ext uri="{FF2B5EF4-FFF2-40B4-BE49-F238E27FC236}">
                    <a16:creationId xmlns:a16="http://schemas.microsoft.com/office/drawing/2014/main" id="{EEB379CD-19FE-463E-13BD-23C1D7A0AAB1}"/>
                  </a:ext>
                </a:extLst>
              </p:cNvPr>
              <p:cNvSpPr/>
              <p:nvPr/>
            </p:nvSpPr>
            <p:spPr>
              <a:xfrm>
                <a:off x="352590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4" name="ph8749">
                <a:extLst>
                  <a:ext uri="{FF2B5EF4-FFF2-40B4-BE49-F238E27FC236}">
                    <a16:creationId xmlns:a16="http://schemas.microsoft.com/office/drawing/2014/main" id="{C2804B03-B605-1EDD-010D-7F6FECAD7FFD}"/>
                  </a:ext>
                </a:extLst>
              </p:cNvPr>
              <p:cNvSpPr/>
              <p:nvPr/>
            </p:nvSpPr>
            <p:spPr>
              <a:xfrm>
                <a:off x="3535349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5" name="ph8750">
                <a:extLst>
                  <a:ext uri="{FF2B5EF4-FFF2-40B4-BE49-F238E27FC236}">
                    <a16:creationId xmlns:a16="http://schemas.microsoft.com/office/drawing/2014/main" id="{8161FE48-7FCC-CBD7-4492-929B20E6C4E6}"/>
                  </a:ext>
                </a:extLst>
              </p:cNvPr>
              <p:cNvSpPr/>
              <p:nvPr/>
            </p:nvSpPr>
            <p:spPr>
              <a:xfrm>
                <a:off x="354479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6" name="ph8751">
                <a:extLst>
                  <a:ext uri="{FF2B5EF4-FFF2-40B4-BE49-F238E27FC236}">
                    <a16:creationId xmlns:a16="http://schemas.microsoft.com/office/drawing/2014/main" id="{98EC0734-8935-5EB2-D2C9-D5175C213FB6}"/>
                  </a:ext>
                </a:extLst>
              </p:cNvPr>
              <p:cNvSpPr/>
              <p:nvPr/>
            </p:nvSpPr>
            <p:spPr>
              <a:xfrm>
                <a:off x="355423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7" name="ph8752">
                <a:extLst>
                  <a:ext uri="{FF2B5EF4-FFF2-40B4-BE49-F238E27FC236}">
                    <a16:creationId xmlns:a16="http://schemas.microsoft.com/office/drawing/2014/main" id="{3FA6813A-1EFA-759E-607A-50DE826388C4}"/>
                  </a:ext>
                </a:extLst>
              </p:cNvPr>
              <p:cNvSpPr/>
              <p:nvPr/>
            </p:nvSpPr>
            <p:spPr>
              <a:xfrm>
                <a:off x="356367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8" name="ph8753">
                <a:extLst>
                  <a:ext uri="{FF2B5EF4-FFF2-40B4-BE49-F238E27FC236}">
                    <a16:creationId xmlns:a16="http://schemas.microsoft.com/office/drawing/2014/main" id="{D75C7860-7595-DED9-DA58-95507CF76F3A}"/>
                  </a:ext>
                </a:extLst>
              </p:cNvPr>
              <p:cNvSpPr/>
              <p:nvPr/>
            </p:nvSpPr>
            <p:spPr>
              <a:xfrm>
                <a:off x="357311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9" name="ph8754">
                <a:extLst>
                  <a:ext uri="{FF2B5EF4-FFF2-40B4-BE49-F238E27FC236}">
                    <a16:creationId xmlns:a16="http://schemas.microsoft.com/office/drawing/2014/main" id="{5B2B6E38-6C83-6B99-9848-D9F1FC18C73C}"/>
                  </a:ext>
                </a:extLst>
              </p:cNvPr>
              <p:cNvSpPr/>
              <p:nvPr/>
            </p:nvSpPr>
            <p:spPr>
              <a:xfrm>
                <a:off x="3582550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0" name="ph8755">
                <a:extLst>
                  <a:ext uri="{FF2B5EF4-FFF2-40B4-BE49-F238E27FC236}">
                    <a16:creationId xmlns:a16="http://schemas.microsoft.com/office/drawing/2014/main" id="{3628D3CF-2D7B-933E-EDC0-D4A439895293}"/>
                  </a:ext>
                </a:extLst>
              </p:cNvPr>
              <p:cNvSpPr/>
              <p:nvPr/>
            </p:nvSpPr>
            <p:spPr>
              <a:xfrm>
                <a:off x="359199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1" name="ph8756">
                <a:extLst>
                  <a:ext uri="{FF2B5EF4-FFF2-40B4-BE49-F238E27FC236}">
                    <a16:creationId xmlns:a16="http://schemas.microsoft.com/office/drawing/2014/main" id="{F8A2D98C-BE94-BC66-E254-733F7EC588F6}"/>
                  </a:ext>
                </a:extLst>
              </p:cNvPr>
              <p:cNvSpPr/>
              <p:nvPr/>
            </p:nvSpPr>
            <p:spPr>
              <a:xfrm>
                <a:off x="360143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2" name="ph8757">
                <a:extLst>
                  <a:ext uri="{FF2B5EF4-FFF2-40B4-BE49-F238E27FC236}">
                    <a16:creationId xmlns:a16="http://schemas.microsoft.com/office/drawing/2014/main" id="{E50B2AB1-16CE-5855-E6B9-6D422527FA43}"/>
                  </a:ext>
                </a:extLst>
              </p:cNvPr>
              <p:cNvSpPr/>
              <p:nvPr/>
            </p:nvSpPr>
            <p:spPr>
              <a:xfrm>
                <a:off x="361087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3" name="ph8758">
                <a:extLst>
                  <a:ext uri="{FF2B5EF4-FFF2-40B4-BE49-F238E27FC236}">
                    <a16:creationId xmlns:a16="http://schemas.microsoft.com/office/drawing/2014/main" id="{49F24D5A-C2F9-3192-E031-DA979657397A}"/>
                  </a:ext>
                </a:extLst>
              </p:cNvPr>
              <p:cNvSpPr/>
              <p:nvPr/>
            </p:nvSpPr>
            <p:spPr>
              <a:xfrm>
                <a:off x="3620311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4" name="ph8759">
                <a:extLst>
                  <a:ext uri="{FF2B5EF4-FFF2-40B4-BE49-F238E27FC236}">
                    <a16:creationId xmlns:a16="http://schemas.microsoft.com/office/drawing/2014/main" id="{729C3457-4DF4-76AF-BB51-2034103C8C63}"/>
                  </a:ext>
                </a:extLst>
              </p:cNvPr>
              <p:cNvSpPr/>
              <p:nvPr/>
            </p:nvSpPr>
            <p:spPr>
              <a:xfrm>
                <a:off x="362975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5" name="ph8760">
                <a:extLst>
                  <a:ext uri="{FF2B5EF4-FFF2-40B4-BE49-F238E27FC236}">
                    <a16:creationId xmlns:a16="http://schemas.microsoft.com/office/drawing/2014/main" id="{48EC6BA7-F263-FC5E-277C-06470CEF7C9B}"/>
                  </a:ext>
                </a:extLst>
              </p:cNvPr>
              <p:cNvSpPr/>
              <p:nvPr/>
            </p:nvSpPr>
            <p:spPr>
              <a:xfrm>
                <a:off x="363919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6" name="ph8761">
                <a:extLst>
                  <a:ext uri="{FF2B5EF4-FFF2-40B4-BE49-F238E27FC236}">
                    <a16:creationId xmlns:a16="http://schemas.microsoft.com/office/drawing/2014/main" id="{BA66E3CE-EB31-E453-0247-0E5A5751CEFC}"/>
                  </a:ext>
                </a:extLst>
              </p:cNvPr>
              <p:cNvSpPr/>
              <p:nvPr/>
            </p:nvSpPr>
            <p:spPr>
              <a:xfrm>
                <a:off x="364863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7" name="ph8762">
                <a:extLst>
                  <a:ext uri="{FF2B5EF4-FFF2-40B4-BE49-F238E27FC236}">
                    <a16:creationId xmlns:a16="http://schemas.microsoft.com/office/drawing/2014/main" id="{C87D0ABA-8A07-5FAB-718D-0899A26AD9D9}"/>
                  </a:ext>
                </a:extLst>
              </p:cNvPr>
              <p:cNvSpPr/>
              <p:nvPr/>
            </p:nvSpPr>
            <p:spPr>
              <a:xfrm>
                <a:off x="3658072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8" name="ph8763">
                <a:extLst>
                  <a:ext uri="{FF2B5EF4-FFF2-40B4-BE49-F238E27FC236}">
                    <a16:creationId xmlns:a16="http://schemas.microsoft.com/office/drawing/2014/main" id="{209CA327-AAB8-01D0-D0BD-71B598522436}"/>
                  </a:ext>
                </a:extLst>
              </p:cNvPr>
              <p:cNvSpPr/>
              <p:nvPr/>
            </p:nvSpPr>
            <p:spPr>
              <a:xfrm>
                <a:off x="366751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9" name="ph8764">
                <a:extLst>
                  <a:ext uri="{FF2B5EF4-FFF2-40B4-BE49-F238E27FC236}">
                    <a16:creationId xmlns:a16="http://schemas.microsoft.com/office/drawing/2014/main" id="{8BC6C783-D85F-93EE-D26B-F3FECB2A6715}"/>
                  </a:ext>
                </a:extLst>
              </p:cNvPr>
              <p:cNvSpPr/>
              <p:nvPr/>
            </p:nvSpPr>
            <p:spPr>
              <a:xfrm>
                <a:off x="367695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0" name="ph8765">
                <a:extLst>
                  <a:ext uri="{FF2B5EF4-FFF2-40B4-BE49-F238E27FC236}">
                    <a16:creationId xmlns:a16="http://schemas.microsoft.com/office/drawing/2014/main" id="{263FC177-1B81-9453-CF72-534B6B2770D8}"/>
                  </a:ext>
                </a:extLst>
              </p:cNvPr>
              <p:cNvSpPr/>
              <p:nvPr/>
            </p:nvSpPr>
            <p:spPr>
              <a:xfrm>
                <a:off x="368639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1" name="ph8766">
                <a:extLst>
                  <a:ext uri="{FF2B5EF4-FFF2-40B4-BE49-F238E27FC236}">
                    <a16:creationId xmlns:a16="http://schemas.microsoft.com/office/drawing/2014/main" id="{0F34F258-666B-DC49-A06E-F94142EBE3EF}"/>
                  </a:ext>
                </a:extLst>
              </p:cNvPr>
              <p:cNvSpPr/>
              <p:nvPr/>
            </p:nvSpPr>
            <p:spPr>
              <a:xfrm>
                <a:off x="3695833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2" name="ph8767">
                <a:extLst>
                  <a:ext uri="{FF2B5EF4-FFF2-40B4-BE49-F238E27FC236}">
                    <a16:creationId xmlns:a16="http://schemas.microsoft.com/office/drawing/2014/main" id="{6A113963-7342-DE28-5498-A0714B282389}"/>
                  </a:ext>
                </a:extLst>
              </p:cNvPr>
              <p:cNvSpPr/>
              <p:nvPr/>
            </p:nvSpPr>
            <p:spPr>
              <a:xfrm>
                <a:off x="370527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3" name="ph8768">
                <a:extLst>
                  <a:ext uri="{FF2B5EF4-FFF2-40B4-BE49-F238E27FC236}">
                    <a16:creationId xmlns:a16="http://schemas.microsoft.com/office/drawing/2014/main" id="{012A7F5D-0E5E-D63C-ADC5-81F64AE632F3}"/>
                  </a:ext>
                </a:extLst>
              </p:cNvPr>
              <p:cNvSpPr/>
              <p:nvPr/>
            </p:nvSpPr>
            <p:spPr>
              <a:xfrm>
                <a:off x="371471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4" name="ph8769">
                <a:extLst>
                  <a:ext uri="{FF2B5EF4-FFF2-40B4-BE49-F238E27FC236}">
                    <a16:creationId xmlns:a16="http://schemas.microsoft.com/office/drawing/2014/main" id="{7B132A45-4EEF-4686-8A84-678FA53DD2BA}"/>
                  </a:ext>
                </a:extLst>
              </p:cNvPr>
              <p:cNvSpPr/>
              <p:nvPr/>
            </p:nvSpPr>
            <p:spPr>
              <a:xfrm>
                <a:off x="372415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5" name="ph8770">
                <a:extLst>
                  <a:ext uri="{FF2B5EF4-FFF2-40B4-BE49-F238E27FC236}">
                    <a16:creationId xmlns:a16="http://schemas.microsoft.com/office/drawing/2014/main" id="{CB03E1C6-9676-B146-1481-B1F43CCB4F4C}"/>
                  </a:ext>
                </a:extLst>
              </p:cNvPr>
              <p:cNvSpPr/>
              <p:nvPr/>
            </p:nvSpPr>
            <p:spPr>
              <a:xfrm>
                <a:off x="3733594" y="797348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6" name="ph8771">
                <a:extLst>
                  <a:ext uri="{FF2B5EF4-FFF2-40B4-BE49-F238E27FC236}">
                    <a16:creationId xmlns:a16="http://schemas.microsoft.com/office/drawing/2014/main" id="{D3B1E3E1-0C8D-3F01-5B14-2EA26E3FBC4A}"/>
                  </a:ext>
                </a:extLst>
              </p:cNvPr>
              <p:cNvSpPr/>
              <p:nvPr/>
            </p:nvSpPr>
            <p:spPr>
              <a:xfrm>
                <a:off x="3752475" y="814918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005" y="896830"/>
                    </a:lnTo>
                    <a:lnTo>
                      <a:pt x="909508" y="902447"/>
                    </a:lnTo>
                    <a:lnTo>
                      <a:pt x="911176" y="903746"/>
                    </a:lnTo>
                    <a:lnTo>
                      <a:pt x="914400" y="906634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7" name="ph8772">
                <a:extLst>
                  <a:ext uri="{FF2B5EF4-FFF2-40B4-BE49-F238E27FC236}">
                    <a16:creationId xmlns:a16="http://schemas.microsoft.com/office/drawing/2014/main" id="{D7E1C610-0BE1-5292-C307-9E3E515F0F2F}"/>
                  </a:ext>
                </a:extLst>
              </p:cNvPr>
              <p:cNvSpPr/>
              <p:nvPr/>
            </p:nvSpPr>
            <p:spPr>
              <a:xfrm>
                <a:off x="3752475" y="814918"/>
                <a:ext cx="92221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2210" h="914400">
                    <a:moveTo>
                      <a:pt x="914400" y="914400"/>
                    </a:moveTo>
                    <a:lnTo>
                      <a:pt x="914400" y="906634"/>
                    </a:lnTo>
                    <a:lnTo>
                      <a:pt x="916501" y="908516"/>
                    </a:lnTo>
                    <a:lnTo>
                      <a:pt x="921684" y="913796"/>
                    </a:lnTo>
                    <a:lnTo>
                      <a:pt x="922210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8" name="ph8773">
                <a:extLst>
                  <a:ext uri="{FF2B5EF4-FFF2-40B4-BE49-F238E27FC236}">
                    <a16:creationId xmlns:a16="http://schemas.microsoft.com/office/drawing/2014/main" id="{361546D9-9BF1-1C39-54BB-6D1D417029FB}"/>
                  </a:ext>
                </a:extLst>
              </p:cNvPr>
              <p:cNvSpPr/>
              <p:nvPr/>
            </p:nvSpPr>
            <p:spPr>
              <a:xfrm>
                <a:off x="3308784" y="77977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98" y="931969"/>
                    </a:lnTo>
                    <a:lnTo>
                      <a:pt x="905226" y="921848"/>
                    </a:lnTo>
                    <a:lnTo>
                      <a:pt x="905158" y="914400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9" name="ph8774">
                <a:extLst>
                  <a:ext uri="{FF2B5EF4-FFF2-40B4-BE49-F238E27FC236}">
                    <a16:creationId xmlns:a16="http://schemas.microsoft.com/office/drawing/2014/main" id="{0C58075D-5CB6-754B-77B0-97863F377B11}"/>
                  </a:ext>
                </a:extLst>
              </p:cNvPr>
              <p:cNvSpPr/>
              <p:nvPr/>
            </p:nvSpPr>
            <p:spPr>
              <a:xfrm>
                <a:off x="330878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0" name="ph8775">
                <a:extLst>
                  <a:ext uri="{FF2B5EF4-FFF2-40B4-BE49-F238E27FC236}">
                    <a16:creationId xmlns:a16="http://schemas.microsoft.com/office/drawing/2014/main" id="{93C4E729-4A5C-03F8-9622-4E106A4AC2C7}"/>
                  </a:ext>
                </a:extLst>
              </p:cNvPr>
              <p:cNvSpPr/>
              <p:nvPr/>
            </p:nvSpPr>
            <p:spPr>
              <a:xfrm>
                <a:off x="331822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1" name="ph8776">
                <a:extLst>
                  <a:ext uri="{FF2B5EF4-FFF2-40B4-BE49-F238E27FC236}">
                    <a16:creationId xmlns:a16="http://schemas.microsoft.com/office/drawing/2014/main" id="{6A5904AD-4276-337D-6FD0-4AFE7D8D06EE}"/>
                  </a:ext>
                </a:extLst>
              </p:cNvPr>
              <p:cNvSpPr/>
              <p:nvPr/>
            </p:nvSpPr>
            <p:spPr>
              <a:xfrm>
                <a:off x="332766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2" name="ph8777">
                <a:extLst>
                  <a:ext uri="{FF2B5EF4-FFF2-40B4-BE49-F238E27FC236}">
                    <a16:creationId xmlns:a16="http://schemas.microsoft.com/office/drawing/2014/main" id="{9FF86E77-6EC9-5B95-B9FF-136A17AE3CDC}"/>
                  </a:ext>
                </a:extLst>
              </p:cNvPr>
              <p:cNvSpPr/>
              <p:nvPr/>
            </p:nvSpPr>
            <p:spPr>
              <a:xfrm>
                <a:off x="333710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3" name="ph8778">
                <a:extLst>
                  <a:ext uri="{FF2B5EF4-FFF2-40B4-BE49-F238E27FC236}">
                    <a16:creationId xmlns:a16="http://schemas.microsoft.com/office/drawing/2014/main" id="{AFC21BD2-F887-BF57-7D1D-20A610BAFAC4}"/>
                  </a:ext>
                </a:extLst>
              </p:cNvPr>
              <p:cNvSpPr/>
              <p:nvPr/>
            </p:nvSpPr>
            <p:spPr>
              <a:xfrm>
                <a:off x="334654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4" name="ph8779">
                <a:extLst>
                  <a:ext uri="{FF2B5EF4-FFF2-40B4-BE49-F238E27FC236}">
                    <a16:creationId xmlns:a16="http://schemas.microsoft.com/office/drawing/2014/main" id="{B1EA3E74-3042-933B-A469-915DE210CDDF}"/>
                  </a:ext>
                </a:extLst>
              </p:cNvPr>
              <p:cNvSpPr/>
              <p:nvPr/>
            </p:nvSpPr>
            <p:spPr>
              <a:xfrm>
                <a:off x="335598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5" name="ph8780">
                <a:extLst>
                  <a:ext uri="{FF2B5EF4-FFF2-40B4-BE49-F238E27FC236}">
                    <a16:creationId xmlns:a16="http://schemas.microsoft.com/office/drawing/2014/main" id="{10ECFDFC-F2CA-1814-22ED-6B499699444A}"/>
                  </a:ext>
                </a:extLst>
              </p:cNvPr>
              <p:cNvSpPr/>
              <p:nvPr/>
            </p:nvSpPr>
            <p:spPr>
              <a:xfrm>
                <a:off x="336542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6" name="ph8781">
                <a:extLst>
                  <a:ext uri="{FF2B5EF4-FFF2-40B4-BE49-F238E27FC236}">
                    <a16:creationId xmlns:a16="http://schemas.microsoft.com/office/drawing/2014/main" id="{0A5AA2BE-8A03-0DDD-3E82-43B29396317E}"/>
                  </a:ext>
                </a:extLst>
              </p:cNvPr>
              <p:cNvSpPr/>
              <p:nvPr/>
            </p:nvSpPr>
            <p:spPr>
              <a:xfrm>
                <a:off x="337486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7" name="ph8782">
                <a:extLst>
                  <a:ext uri="{FF2B5EF4-FFF2-40B4-BE49-F238E27FC236}">
                    <a16:creationId xmlns:a16="http://schemas.microsoft.com/office/drawing/2014/main" id="{6B9266A6-5880-8DD3-38CB-87C3FB4390BF}"/>
                  </a:ext>
                </a:extLst>
              </p:cNvPr>
              <p:cNvSpPr/>
              <p:nvPr/>
            </p:nvSpPr>
            <p:spPr>
              <a:xfrm>
                <a:off x="3384305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8" name="ph8783">
                <a:extLst>
                  <a:ext uri="{FF2B5EF4-FFF2-40B4-BE49-F238E27FC236}">
                    <a16:creationId xmlns:a16="http://schemas.microsoft.com/office/drawing/2014/main" id="{D8E64CF1-36DE-F95E-E4BA-3D365300A208}"/>
                  </a:ext>
                </a:extLst>
              </p:cNvPr>
              <p:cNvSpPr/>
              <p:nvPr/>
            </p:nvSpPr>
            <p:spPr>
              <a:xfrm>
                <a:off x="339374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9" name="ph8784">
                <a:extLst>
                  <a:ext uri="{FF2B5EF4-FFF2-40B4-BE49-F238E27FC236}">
                    <a16:creationId xmlns:a16="http://schemas.microsoft.com/office/drawing/2014/main" id="{B3096B95-BD87-973E-6D85-09DCA816E43C}"/>
                  </a:ext>
                </a:extLst>
              </p:cNvPr>
              <p:cNvSpPr/>
              <p:nvPr/>
            </p:nvSpPr>
            <p:spPr>
              <a:xfrm>
                <a:off x="340318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0" name="ph8785">
                <a:extLst>
                  <a:ext uri="{FF2B5EF4-FFF2-40B4-BE49-F238E27FC236}">
                    <a16:creationId xmlns:a16="http://schemas.microsoft.com/office/drawing/2014/main" id="{B748DF40-5D1A-37E4-7634-16C94FB5E0DC}"/>
                  </a:ext>
                </a:extLst>
              </p:cNvPr>
              <p:cNvSpPr/>
              <p:nvPr/>
            </p:nvSpPr>
            <p:spPr>
              <a:xfrm>
                <a:off x="341262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1" name="ph8786">
                <a:extLst>
                  <a:ext uri="{FF2B5EF4-FFF2-40B4-BE49-F238E27FC236}">
                    <a16:creationId xmlns:a16="http://schemas.microsoft.com/office/drawing/2014/main" id="{75F70136-DE59-B812-BB81-0C95E8027B34}"/>
                  </a:ext>
                </a:extLst>
              </p:cNvPr>
              <p:cNvSpPr/>
              <p:nvPr/>
            </p:nvSpPr>
            <p:spPr>
              <a:xfrm>
                <a:off x="3422066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2" name="ph8787">
                <a:extLst>
                  <a:ext uri="{FF2B5EF4-FFF2-40B4-BE49-F238E27FC236}">
                    <a16:creationId xmlns:a16="http://schemas.microsoft.com/office/drawing/2014/main" id="{4A079A0E-A4F2-6202-007A-17D9D3E24CEA}"/>
                  </a:ext>
                </a:extLst>
              </p:cNvPr>
              <p:cNvSpPr/>
              <p:nvPr/>
            </p:nvSpPr>
            <p:spPr>
              <a:xfrm>
                <a:off x="343150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3" name="ph8788">
                <a:extLst>
                  <a:ext uri="{FF2B5EF4-FFF2-40B4-BE49-F238E27FC236}">
                    <a16:creationId xmlns:a16="http://schemas.microsoft.com/office/drawing/2014/main" id="{7EA288A4-293E-9282-4F27-62ED8D1001AE}"/>
                  </a:ext>
                </a:extLst>
              </p:cNvPr>
              <p:cNvSpPr/>
              <p:nvPr/>
            </p:nvSpPr>
            <p:spPr>
              <a:xfrm>
                <a:off x="344094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4" name="ph8789">
                <a:extLst>
                  <a:ext uri="{FF2B5EF4-FFF2-40B4-BE49-F238E27FC236}">
                    <a16:creationId xmlns:a16="http://schemas.microsoft.com/office/drawing/2014/main" id="{EFD5E121-C978-E0C6-6244-08A816F131D7}"/>
                  </a:ext>
                </a:extLst>
              </p:cNvPr>
              <p:cNvSpPr/>
              <p:nvPr/>
            </p:nvSpPr>
            <p:spPr>
              <a:xfrm>
                <a:off x="345038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5" name="ph8790">
                <a:extLst>
                  <a:ext uri="{FF2B5EF4-FFF2-40B4-BE49-F238E27FC236}">
                    <a16:creationId xmlns:a16="http://schemas.microsoft.com/office/drawing/2014/main" id="{DAF3051C-4851-FCC6-92BD-CA8AE4AF2D74}"/>
                  </a:ext>
                </a:extLst>
              </p:cNvPr>
              <p:cNvSpPr/>
              <p:nvPr/>
            </p:nvSpPr>
            <p:spPr>
              <a:xfrm>
                <a:off x="3459827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6" name="ph8791">
                <a:extLst>
                  <a:ext uri="{FF2B5EF4-FFF2-40B4-BE49-F238E27FC236}">
                    <a16:creationId xmlns:a16="http://schemas.microsoft.com/office/drawing/2014/main" id="{8E2461B4-9907-1ED8-1C93-C73B94A9903F}"/>
                  </a:ext>
                </a:extLst>
              </p:cNvPr>
              <p:cNvSpPr/>
              <p:nvPr/>
            </p:nvSpPr>
            <p:spPr>
              <a:xfrm>
                <a:off x="346926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7" name="ph8792">
                <a:extLst>
                  <a:ext uri="{FF2B5EF4-FFF2-40B4-BE49-F238E27FC236}">
                    <a16:creationId xmlns:a16="http://schemas.microsoft.com/office/drawing/2014/main" id="{E4A2391F-102F-F137-BEAC-C1DF32A97617}"/>
                  </a:ext>
                </a:extLst>
              </p:cNvPr>
              <p:cNvSpPr/>
              <p:nvPr/>
            </p:nvSpPr>
            <p:spPr>
              <a:xfrm>
                <a:off x="347870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8" name="ph8793">
                <a:extLst>
                  <a:ext uri="{FF2B5EF4-FFF2-40B4-BE49-F238E27FC236}">
                    <a16:creationId xmlns:a16="http://schemas.microsoft.com/office/drawing/2014/main" id="{246FA148-FD2B-D69E-0250-B70E1B72048A}"/>
                  </a:ext>
                </a:extLst>
              </p:cNvPr>
              <p:cNvSpPr/>
              <p:nvPr/>
            </p:nvSpPr>
            <p:spPr>
              <a:xfrm>
                <a:off x="348814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9" name="ph8794">
                <a:extLst>
                  <a:ext uri="{FF2B5EF4-FFF2-40B4-BE49-F238E27FC236}">
                    <a16:creationId xmlns:a16="http://schemas.microsoft.com/office/drawing/2014/main" id="{BC8FA49E-38FA-22D3-FC56-A1CFA5B3235E}"/>
                  </a:ext>
                </a:extLst>
              </p:cNvPr>
              <p:cNvSpPr/>
              <p:nvPr/>
            </p:nvSpPr>
            <p:spPr>
              <a:xfrm>
                <a:off x="3497588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0" name="ph8795">
                <a:extLst>
                  <a:ext uri="{FF2B5EF4-FFF2-40B4-BE49-F238E27FC236}">
                    <a16:creationId xmlns:a16="http://schemas.microsoft.com/office/drawing/2014/main" id="{021E623C-46FD-8B7E-AD42-2F6C41AD6B0A}"/>
                  </a:ext>
                </a:extLst>
              </p:cNvPr>
              <p:cNvSpPr/>
              <p:nvPr/>
            </p:nvSpPr>
            <p:spPr>
              <a:xfrm>
                <a:off x="350702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1" name="ph8796">
                <a:extLst>
                  <a:ext uri="{FF2B5EF4-FFF2-40B4-BE49-F238E27FC236}">
                    <a16:creationId xmlns:a16="http://schemas.microsoft.com/office/drawing/2014/main" id="{AB523571-EC07-BDB1-9937-C266B216E05F}"/>
                  </a:ext>
                </a:extLst>
              </p:cNvPr>
              <p:cNvSpPr/>
              <p:nvPr/>
            </p:nvSpPr>
            <p:spPr>
              <a:xfrm>
                <a:off x="351646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2" name="ph8797">
                <a:extLst>
                  <a:ext uri="{FF2B5EF4-FFF2-40B4-BE49-F238E27FC236}">
                    <a16:creationId xmlns:a16="http://schemas.microsoft.com/office/drawing/2014/main" id="{F4BBD51B-5A14-E160-9545-7D30CB5CB595}"/>
                  </a:ext>
                </a:extLst>
              </p:cNvPr>
              <p:cNvSpPr/>
              <p:nvPr/>
            </p:nvSpPr>
            <p:spPr>
              <a:xfrm>
                <a:off x="352590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3" name="ph8798">
                <a:extLst>
                  <a:ext uri="{FF2B5EF4-FFF2-40B4-BE49-F238E27FC236}">
                    <a16:creationId xmlns:a16="http://schemas.microsoft.com/office/drawing/2014/main" id="{6A673BE2-20A0-6641-B67B-CDB9AE333B23}"/>
                  </a:ext>
                </a:extLst>
              </p:cNvPr>
              <p:cNvSpPr/>
              <p:nvPr/>
            </p:nvSpPr>
            <p:spPr>
              <a:xfrm>
                <a:off x="3535349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4" name="ph8799">
                <a:extLst>
                  <a:ext uri="{FF2B5EF4-FFF2-40B4-BE49-F238E27FC236}">
                    <a16:creationId xmlns:a16="http://schemas.microsoft.com/office/drawing/2014/main" id="{3043B94C-6CCA-785C-EFE9-AD181E58CE45}"/>
                  </a:ext>
                </a:extLst>
              </p:cNvPr>
              <p:cNvSpPr/>
              <p:nvPr/>
            </p:nvSpPr>
            <p:spPr>
              <a:xfrm>
                <a:off x="354479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5" name="ph8800">
                <a:extLst>
                  <a:ext uri="{FF2B5EF4-FFF2-40B4-BE49-F238E27FC236}">
                    <a16:creationId xmlns:a16="http://schemas.microsoft.com/office/drawing/2014/main" id="{8398512B-A99B-E0FA-4E5A-C748F5597442}"/>
                  </a:ext>
                </a:extLst>
              </p:cNvPr>
              <p:cNvSpPr/>
              <p:nvPr/>
            </p:nvSpPr>
            <p:spPr>
              <a:xfrm>
                <a:off x="355423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6" name="ph8801">
                <a:extLst>
                  <a:ext uri="{FF2B5EF4-FFF2-40B4-BE49-F238E27FC236}">
                    <a16:creationId xmlns:a16="http://schemas.microsoft.com/office/drawing/2014/main" id="{D0363FA0-54AB-2331-2EBE-8AC16DF9668D}"/>
                  </a:ext>
                </a:extLst>
              </p:cNvPr>
              <p:cNvSpPr/>
              <p:nvPr/>
            </p:nvSpPr>
            <p:spPr>
              <a:xfrm>
                <a:off x="356367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7" name="ph8802">
                <a:extLst>
                  <a:ext uri="{FF2B5EF4-FFF2-40B4-BE49-F238E27FC236}">
                    <a16:creationId xmlns:a16="http://schemas.microsoft.com/office/drawing/2014/main" id="{16DECF7B-5958-5B90-CAB6-1E247447E957}"/>
                  </a:ext>
                </a:extLst>
              </p:cNvPr>
              <p:cNvSpPr/>
              <p:nvPr/>
            </p:nvSpPr>
            <p:spPr>
              <a:xfrm>
                <a:off x="357311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8" name="ph8803">
                <a:extLst>
                  <a:ext uri="{FF2B5EF4-FFF2-40B4-BE49-F238E27FC236}">
                    <a16:creationId xmlns:a16="http://schemas.microsoft.com/office/drawing/2014/main" id="{55515A6C-3770-1340-62A6-AE017FD11ADD}"/>
                  </a:ext>
                </a:extLst>
              </p:cNvPr>
              <p:cNvSpPr/>
              <p:nvPr/>
            </p:nvSpPr>
            <p:spPr>
              <a:xfrm>
                <a:off x="3582550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9" name="ph8804">
                <a:extLst>
                  <a:ext uri="{FF2B5EF4-FFF2-40B4-BE49-F238E27FC236}">
                    <a16:creationId xmlns:a16="http://schemas.microsoft.com/office/drawing/2014/main" id="{2C173D2D-1AE0-1CFA-F680-6201EE23940A}"/>
                  </a:ext>
                </a:extLst>
              </p:cNvPr>
              <p:cNvSpPr/>
              <p:nvPr/>
            </p:nvSpPr>
            <p:spPr>
              <a:xfrm>
                <a:off x="359199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0" name="ph8805">
                <a:extLst>
                  <a:ext uri="{FF2B5EF4-FFF2-40B4-BE49-F238E27FC236}">
                    <a16:creationId xmlns:a16="http://schemas.microsoft.com/office/drawing/2014/main" id="{1E3567B8-F57A-24BC-4488-7ABF1A25C113}"/>
                  </a:ext>
                </a:extLst>
              </p:cNvPr>
              <p:cNvSpPr/>
              <p:nvPr/>
            </p:nvSpPr>
            <p:spPr>
              <a:xfrm>
                <a:off x="360143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1" name="ph8806">
                <a:extLst>
                  <a:ext uri="{FF2B5EF4-FFF2-40B4-BE49-F238E27FC236}">
                    <a16:creationId xmlns:a16="http://schemas.microsoft.com/office/drawing/2014/main" id="{06D4B370-AD19-878E-3D82-8EC43F70C5C5}"/>
                  </a:ext>
                </a:extLst>
              </p:cNvPr>
              <p:cNvSpPr/>
              <p:nvPr/>
            </p:nvSpPr>
            <p:spPr>
              <a:xfrm>
                <a:off x="361087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2" name="ph8807">
                <a:extLst>
                  <a:ext uri="{FF2B5EF4-FFF2-40B4-BE49-F238E27FC236}">
                    <a16:creationId xmlns:a16="http://schemas.microsoft.com/office/drawing/2014/main" id="{0EDBD6AC-32AB-05F4-154F-41C5090BAF92}"/>
                  </a:ext>
                </a:extLst>
              </p:cNvPr>
              <p:cNvSpPr/>
              <p:nvPr/>
            </p:nvSpPr>
            <p:spPr>
              <a:xfrm>
                <a:off x="3620311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3" name="ph8808">
                <a:extLst>
                  <a:ext uri="{FF2B5EF4-FFF2-40B4-BE49-F238E27FC236}">
                    <a16:creationId xmlns:a16="http://schemas.microsoft.com/office/drawing/2014/main" id="{D15564B6-3954-D5F9-074A-1A021D4B23D2}"/>
                  </a:ext>
                </a:extLst>
              </p:cNvPr>
              <p:cNvSpPr/>
              <p:nvPr/>
            </p:nvSpPr>
            <p:spPr>
              <a:xfrm>
                <a:off x="362975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4" name="ph8809">
                <a:extLst>
                  <a:ext uri="{FF2B5EF4-FFF2-40B4-BE49-F238E27FC236}">
                    <a16:creationId xmlns:a16="http://schemas.microsoft.com/office/drawing/2014/main" id="{333114CD-741E-6A17-7979-76F74A40AE30}"/>
                  </a:ext>
                </a:extLst>
              </p:cNvPr>
              <p:cNvSpPr/>
              <p:nvPr/>
            </p:nvSpPr>
            <p:spPr>
              <a:xfrm>
                <a:off x="363919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5" name="ph8810">
                <a:extLst>
                  <a:ext uri="{FF2B5EF4-FFF2-40B4-BE49-F238E27FC236}">
                    <a16:creationId xmlns:a16="http://schemas.microsoft.com/office/drawing/2014/main" id="{E305FF71-2703-605E-1AD9-D769E248A9E3}"/>
                  </a:ext>
                </a:extLst>
              </p:cNvPr>
              <p:cNvSpPr/>
              <p:nvPr/>
            </p:nvSpPr>
            <p:spPr>
              <a:xfrm>
                <a:off x="364863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6" name="ph8811">
                <a:extLst>
                  <a:ext uri="{FF2B5EF4-FFF2-40B4-BE49-F238E27FC236}">
                    <a16:creationId xmlns:a16="http://schemas.microsoft.com/office/drawing/2014/main" id="{B1EA5326-8CD1-E25A-6180-247040D34FDE}"/>
                  </a:ext>
                </a:extLst>
              </p:cNvPr>
              <p:cNvSpPr/>
              <p:nvPr/>
            </p:nvSpPr>
            <p:spPr>
              <a:xfrm>
                <a:off x="3658072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7" name="ph8812">
                <a:extLst>
                  <a:ext uri="{FF2B5EF4-FFF2-40B4-BE49-F238E27FC236}">
                    <a16:creationId xmlns:a16="http://schemas.microsoft.com/office/drawing/2014/main" id="{8EEABFDB-48BF-E92A-CD00-8E1483752C59}"/>
                  </a:ext>
                </a:extLst>
              </p:cNvPr>
              <p:cNvSpPr/>
              <p:nvPr/>
            </p:nvSpPr>
            <p:spPr>
              <a:xfrm>
                <a:off x="366751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8" name="ph8813">
                <a:extLst>
                  <a:ext uri="{FF2B5EF4-FFF2-40B4-BE49-F238E27FC236}">
                    <a16:creationId xmlns:a16="http://schemas.microsoft.com/office/drawing/2014/main" id="{638890E9-A65A-EA63-FD77-6969215A6807}"/>
                  </a:ext>
                </a:extLst>
              </p:cNvPr>
              <p:cNvSpPr/>
              <p:nvPr/>
            </p:nvSpPr>
            <p:spPr>
              <a:xfrm>
                <a:off x="367695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9" name="ph8814">
                <a:extLst>
                  <a:ext uri="{FF2B5EF4-FFF2-40B4-BE49-F238E27FC236}">
                    <a16:creationId xmlns:a16="http://schemas.microsoft.com/office/drawing/2014/main" id="{AACF3DF4-7327-7023-E1F3-399815A112C6}"/>
                  </a:ext>
                </a:extLst>
              </p:cNvPr>
              <p:cNvSpPr/>
              <p:nvPr/>
            </p:nvSpPr>
            <p:spPr>
              <a:xfrm>
                <a:off x="368639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0" name="ph8815">
                <a:extLst>
                  <a:ext uri="{FF2B5EF4-FFF2-40B4-BE49-F238E27FC236}">
                    <a16:creationId xmlns:a16="http://schemas.microsoft.com/office/drawing/2014/main" id="{305D0CA7-DA84-5E07-55AA-D52147A2035A}"/>
                  </a:ext>
                </a:extLst>
              </p:cNvPr>
              <p:cNvSpPr/>
              <p:nvPr/>
            </p:nvSpPr>
            <p:spPr>
              <a:xfrm>
                <a:off x="3695833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1" name="ph8816">
                <a:extLst>
                  <a:ext uri="{FF2B5EF4-FFF2-40B4-BE49-F238E27FC236}">
                    <a16:creationId xmlns:a16="http://schemas.microsoft.com/office/drawing/2014/main" id="{7EFA3151-E658-C440-66A7-8C52AD67A451}"/>
                  </a:ext>
                </a:extLst>
              </p:cNvPr>
              <p:cNvSpPr/>
              <p:nvPr/>
            </p:nvSpPr>
            <p:spPr>
              <a:xfrm>
                <a:off x="370527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2" name="ph8817">
                <a:extLst>
                  <a:ext uri="{FF2B5EF4-FFF2-40B4-BE49-F238E27FC236}">
                    <a16:creationId xmlns:a16="http://schemas.microsoft.com/office/drawing/2014/main" id="{B792BA13-F80F-DB2E-989B-F1607A33FFE5}"/>
                  </a:ext>
                </a:extLst>
              </p:cNvPr>
              <p:cNvSpPr/>
              <p:nvPr/>
            </p:nvSpPr>
            <p:spPr>
              <a:xfrm>
                <a:off x="371471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3" name="ph8818">
                <a:extLst>
                  <a:ext uri="{FF2B5EF4-FFF2-40B4-BE49-F238E27FC236}">
                    <a16:creationId xmlns:a16="http://schemas.microsoft.com/office/drawing/2014/main" id="{16024EC9-FD74-7524-EFFB-6F6AC34EC017}"/>
                  </a:ext>
                </a:extLst>
              </p:cNvPr>
              <p:cNvSpPr/>
              <p:nvPr/>
            </p:nvSpPr>
            <p:spPr>
              <a:xfrm>
                <a:off x="3724154" y="77977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4" name="ph8819">
                <a:extLst>
                  <a:ext uri="{FF2B5EF4-FFF2-40B4-BE49-F238E27FC236}">
                    <a16:creationId xmlns:a16="http://schemas.microsoft.com/office/drawing/2014/main" id="{543BD51E-3378-753A-261C-D65162D6D24A}"/>
                  </a:ext>
                </a:extLst>
              </p:cNvPr>
              <p:cNvSpPr/>
              <p:nvPr/>
            </p:nvSpPr>
            <p:spPr>
              <a:xfrm>
                <a:off x="3743035" y="797348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7239" y="896830"/>
                    </a:lnTo>
                    <a:lnTo>
                      <a:pt x="907952" y="898001"/>
                    </a:lnTo>
                    <a:lnTo>
                      <a:pt x="912155" y="905658"/>
                    </a:lnTo>
                    <a:lnTo>
                      <a:pt x="914400" y="91019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5" name="ph8820">
                <a:extLst>
                  <a:ext uri="{FF2B5EF4-FFF2-40B4-BE49-F238E27FC236}">
                    <a16:creationId xmlns:a16="http://schemas.microsoft.com/office/drawing/2014/main" id="{B817D59F-0ED5-B9C3-1FA2-EACAA7BBE474}"/>
                  </a:ext>
                </a:extLst>
              </p:cNvPr>
              <p:cNvSpPr/>
              <p:nvPr/>
            </p:nvSpPr>
            <p:spPr>
              <a:xfrm>
                <a:off x="3743035" y="797348"/>
                <a:ext cx="91644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6446" h="914399">
                    <a:moveTo>
                      <a:pt x="914400" y="914399"/>
                    </a:moveTo>
                    <a:lnTo>
                      <a:pt x="914400" y="910195"/>
                    </a:lnTo>
                    <a:lnTo>
                      <a:pt x="916139" y="913710"/>
                    </a:lnTo>
                    <a:lnTo>
                      <a:pt x="916446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6" name="ph8821">
                <a:extLst>
                  <a:ext uri="{FF2B5EF4-FFF2-40B4-BE49-F238E27FC236}">
                    <a16:creationId xmlns:a16="http://schemas.microsoft.com/office/drawing/2014/main" id="{358B7661-B0B9-AE8B-63F0-48E636A17BD8}"/>
                  </a:ext>
                </a:extLst>
              </p:cNvPr>
              <p:cNvSpPr/>
              <p:nvPr/>
            </p:nvSpPr>
            <p:spPr>
              <a:xfrm>
                <a:off x="3299343" y="762209"/>
                <a:ext cx="914400" cy="924144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144">
                    <a:moveTo>
                      <a:pt x="914400" y="914400"/>
                    </a:moveTo>
                    <a:lnTo>
                      <a:pt x="914400" y="924144"/>
                    </a:lnTo>
                    <a:lnTo>
                      <a:pt x="914350" y="923939"/>
                    </a:lnTo>
                    <a:lnTo>
                      <a:pt x="912346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7" name="ph8822">
                <a:extLst>
                  <a:ext uri="{FF2B5EF4-FFF2-40B4-BE49-F238E27FC236}">
                    <a16:creationId xmlns:a16="http://schemas.microsoft.com/office/drawing/2014/main" id="{9F0AA27D-2C30-4FC5-0094-5FCF998E9E79}"/>
                  </a:ext>
                </a:extLst>
              </p:cNvPr>
              <p:cNvSpPr/>
              <p:nvPr/>
            </p:nvSpPr>
            <p:spPr>
              <a:xfrm>
                <a:off x="329934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599" y="931969"/>
                    </a:lnTo>
                    <a:lnTo>
                      <a:pt x="914568" y="928606"/>
                    </a:lnTo>
                    <a:lnTo>
                      <a:pt x="914633" y="925106"/>
                    </a:lnTo>
                    <a:lnTo>
                      <a:pt x="914400" y="924144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8" name="ph8823">
                <a:extLst>
                  <a:ext uri="{FF2B5EF4-FFF2-40B4-BE49-F238E27FC236}">
                    <a16:creationId xmlns:a16="http://schemas.microsoft.com/office/drawing/2014/main" id="{AD5B4711-34DB-6706-0C33-E3ADDFE807C0}"/>
                  </a:ext>
                </a:extLst>
              </p:cNvPr>
              <p:cNvSpPr/>
              <p:nvPr/>
            </p:nvSpPr>
            <p:spPr>
              <a:xfrm>
                <a:off x="330878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9" name="ph8824">
                <a:extLst>
                  <a:ext uri="{FF2B5EF4-FFF2-40B4-BE49-F238E27FC236}">
                    <a16:creationId xmlns:a16="http://schemas.microsoft.com/office/drawing/2014/main" id="{659A87C3-8312-998B-AE35-331E861BCDF3}"/>
                  </a:ext>
                </a:extLst>
              </p:cNvPr>
              <p:cNvSpPr/>
              <p:nvPr/>
            </p:nvSpPr>
            <p:spPr>
              <a:xfrm>
                <a:off x="331822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0" name="ph8825">
                <a:extLst>
                  <a:ext uri="{FF2B5EF4-FFF2-40B4-BE49-F238E27FC236}">
                    <a16:creationId xmlns:a16="http://schemas.microsoft.com/office/drawing/2014/main" id="{B514EE77-35F5-B5A1-B921-D1A320DF8684}"/>
                  </a:ext>
                </a:extLst>
              </p:cNvPr>
              <p:cNvSpPr/>
              <p:nvPr/>
            </p:nvSpPr>
            <p:spPr>
              <a:xfrm>
                <a:off x="332766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1" name="ph8826">
                <a:extLst>
                  <a:ext uri="{FF2B5EF4-FFF2-40B4-BE49-F238E27FC236}">
                    <a16:creationId xmlns:a16="http://schemas.microsoft.com/office/drawing/2014/main" id="{38CBF4B6-0C32-B77C-4C7C-41958578EC23}"/>
                  </a:ext>
                </a:extLst>
              </p:cNvPr>
              <p:cNvSpPr/>
              <p:nvPr/>
            </p:nvSpPr>
            <p:spPr>
              <a:xfrm>
                <a:off x="333710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2" name="ph8827">
                <a:extLst>
                  <a:ext uri="{FF2B5EF4-FFF2-40B4-BE49-F238E27FC236}">
                    <a16:creationId xmlns:a16="http://schemas.microsoft.com/office/drawing/2014/main" id="{867154C5-0268-1BB9-A614-BA34F630969D}"/>
                  </a:ext>
                </a:extLst>
              </p:cNvPr>
              <p:cNvSpPr/>
              <p:nvPr/>
            </p:nvSpPr>
            <p:spPr>
              <a:xfrm>
                <a:off x="334654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3" name="ph8828">
                <a:extLst>
                  <a:ext uri="{FF2B5EF4-FFF2-40B4-BE49-F238E27FC236}">
                    <a16:creationId xmlns:a16="http://schemas.microsoft.com/office/drawing/2014/main" id="{8DF0D0ED-6C7D-9AE7-04BC-1A94BC904DFC}"/>
                  </a:ext>
                </a:extLst>
              </p:cNvPr>
              <p:cNvSpPr/>
              <p:nvPr/>
            </p:nvSpPr>
            <p:spPr>
              <a:xfrm>
                <a:off x="335598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4" name="ph8829">
                <a:extLst>
                  <a:ext uri="{FF2B5EF4-FFF2-40B4-BE49-F238E27FC236}">
                    <a16:creationId xmlns:a16="http://schemas.microsoft.com/office/drawing/2014/main" id="{74DE2E9D-3E90-EA7A-CF0E-56DECC30A975}"/>
                  </a:ext>
                </a:extLst>
              </p:cNvPr>
              <p:cNvSpPr/>
              <p:nvPr/>
            </p:nvSpPr>
            <p:spPr>
              <a:xfrm>
                <a:off x="336542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5" name="ph8830">
                <a:extLst>
                  <a:ext uri="{FF2B5EF4-FFF2-40B4-BE49-F238E27FC236}">
                    <a16:creationId xmlns:a16="http://schemas.microsoft.com/office/drawing/2014/main" id="{0B038680-C0D1-86BA-5F9D-ABCD6B016E2D}"/>
                  </a:ext>
                </a:extLst>
              </p:cNvPr>
              <p:cNvSpPr/>
              <p:nvPr/>
            </p:nvSpPr>
            <p:spPr>
              <a:xfrm>
                <a:off x="337486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6" name="ph8831">
                <a:extLst>
                  <a:ext uri="{FF2B5EF4-FFF2-40B4-BE49-F238E27FC236}">
                    <a16:creationId xmlns:a16="http://schemas.microsoft.com/office/drawing/2014/main" id="{71F72423-211F-4E5D-7173-E066189EA462}"/>
                  </a:ext>
                </a:extLst>
              </p:cNvPr>
              <p:cNvSpPr/>
              <p:nvPr/>
            </p:nvSpPr>
            <p:spPr>
              <a:xfrm>
                <a:off x="3384305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7" name="ph8832">
                <a:extLst>
                  <a:ext uri="{FF2B5EF4-FFF2-40B4-BE49-F238E27FC236}">
                    <a16:creationId xmlns:a16="http://schemas.microsoft.com/office/drawing/2014/main" id="{C3B91323-61A3-4D40-B480-7C857F7F3CFB}"/>
                  </a:ext>
                </a:extLst>
              </p:cNvPr>
              <p:cNvSpPr/>
              <p:nvPr/>
            </p:nvSpPr>
            <p:spPr>
              <a:xfrm>
                <a:off x="339374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8" name="ph8833">
                <a:extLst>
                  <a:ext uri="{FF2B5EF4-FFF2-40B4-BE49-F238E27FC236}">
                    <a16:creationId xmlns:a16="http://schemas.microsoft.com/office/drawing/2014/main" id="{8B0C9BFD-41AE-C7C4-78BE-B2D4AE55542C}"/>
                  </a:ext>
                </a:extLst>
              </p:cNvPr>
              <p:cNvSpPr/>
              <p:nvPr/>
            </p:nvSpPr>
            <p:spPr>
              <a:xfrm>
                <a:off x="340318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9" name="ph8834">
                <a:extLst>
                  <a:ext uri="{FF2B5EF4-FFF2-40B4-BE49-F238E27FC236}">
                    <a16:creationId xmlns:a16="http://schemas.microsoft.com/office/drawing/2014/main" id="{0183FF16-665A-E511-4DA4-2F2661093C6C}"/>
                  </a:ext>
                </a:extLst>
              </p:cNvPr>
              <p:cNvSpPr/>
              <p:nvPr/>
            </p:nvSpPr>
            <p:spPr>
              <a:xfrm>
                <a:off x="341262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0" name="ph8835">
                <a:extLst>
                  <a:ext uri="{FF2B5EF4-FFF2-40B4-BE49-F238E27FC236}">
                    <a16:creationId xmlns:a16="http://schemas.microsoft.com/office/drawing/2014/main" id="{66485BB2-5225-9FAF-7114-51DA8E67A37F}"/>
                  </a:ext>
                </a:extLst>
              </p:cNvPr>
              <p:cNvSpPr/>
              <p:nvPr/>
            </p:nvSpPr>
            <p:spPr>
              <a:xfrm>
                <a:off x="3422066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1" name="ph8836">
                <a:extLst>
                  <a:ext uri="{FF2B5EF4-FFF2-40B4-BE49-F238E27FC236}">
                    <a16:creationId xmlns:a16="http://schemas.microsoft.com/office/drawing/2014/main" id="{3730856C-4B17-326C-BB15-108BC9971B27}"/>
                  </a:ext>
                </a:extLst>
              </p:cNvPr>
              <p:cNvSpPr/>
              <p:nvPr/>
            </p:nvSpPr>
            <p:spPr>
              <a:xfrm>
                <a:off x="343150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2" name="ph8837">
                <a:extLst>
                  <a:ext uri="{FF2B5EF4-FFF2-40B4-BE49-F238E27FC236}">
                    <a16:creationId xmlns:a16="http://schemas.microsoft.com/office/drawing/2014/main" id="{7221AD4C-7436-CBC3-2740-2ABF1344F19F}"/>
                  </a:ext>
                </a:extLst>
              </p:cNvPr>
              <p:cNvSpPr/>
              <p:nvPr/>
            </p:nvSpPr>
            <p:spPr>
              <a:xfrm>
                <a:off x="344094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3" name="ph8838">
                <a:extLst>
                  <a:ext uri="{FF2B5EF4-FFF2-40B4-BE49-F238E27FC236}">
                    <a16:creationId xmlns:a16="http://schemas.microsoft.com/office/drawing/2014/main" id="{4ED6DA40-66D1-DAF8-B37E-F1A0534E71C8}"/>
                  </a:ext>
                </a:extLst>
              </p:cNvPr>
              <p:cNvSpPr/>
              <p:nvPr/>
            </p:nvSpPr>
            <p:spPr>
              <a:xfrm>
                <a:off x="345038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4" name="ph8839">
                <a:extLst>
                  <a:ext uri="{FF2B5EF4-FFF2-40B4-BE49-F238E27FC236}">
                    <a16:creationId xmlns:a16="http://schemas.microsoft.com/office/drawing/2014/main" id="{D528737A-2285-5A8D-8517-401D9CAB7D41}"/>
                  </a:ext>
                </a:extLst>
              </p:cNvPr>
              <p:cNvSpPr/>
              <p:nvPr/>
            </p:nvSpPr>
            <p:spPr>
              <a:xfrm>
                <a:off x="3459827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5" name="ph8840">
                <a:extLst>
                  <a:ext uri="{FF2B5EF4-FFF2-40B4-BE49-F238E27FC236}">
                    <a16:creationId xmlns:a16="http://schemas.microsoft.com/office/drawing/2014/main" id="{1849B385-99DE-87CC-3A54-3BAB8A8CE969}"/>
                  </a:ext>
                </a:extLst>
              </p:cNvPr>
              <p:cNvSpPr/>
              <p:nvPr/>
            </p:nvSpPr>
            <p:spPr>
              <a:xfrm>
                <a:off x="346926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6" name="ph8841">
                <a:extLst>
                  <a:ext uri="{FF2B5EF4-FFF2-40B4-BE49-F238E27FC236}">
                    <a16:creationId xmlns:a16="http://schemas.microsoft.com/office/drawing/2014/main" id="{5E7F3AFD-5ED3-F5BB-E4AF-65D3F9C29329}"/>
                  </a:ext>
                </a:extLst>
              </p:cNvPr>
              <p:cNvSpPr/>
              <p:nvPr/>
            </p:nvSpPr>
            <p:spPr>
              <a:xfrm>
                <a:off x="347870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7" name="ph8842">
                <a:extLst>
                  <a:ext uri="{FF2B5EF4-FFF2-40B4-BE49-F238E27FC236}">
                    <a16:creationId xmlns:a16="http://schemas.microsoft.com/office/drawing/2014/main" id="{2EBEAD81-D24F-AA88-2DB6-9FCCE90A751A}"/>
                  </a:ext>
                </a:extLst>
              </p:cNvPr>
              <p:cNvSpPr/>
              <p:nvPr/>
            </p:nvSpPr>
            <p:spPr>
              <a:xfrm>
                <a:off x="348814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8" name="ph8843">
                <a:extLst>
                  <a:ext uri="{FF2B5EF4-FFF2-40B4-BE49-F238E27FC236}">
                    <a16:creationId xmlns:a16="http://schemas.microsoft.com/office/drawing/2014/main" id="{35EA60AE-DA34-E680-9A30-9F88C09C4290}"/>
                  </a:ext>
                </a:extLst>
              </p:cNvPr>
              <p:cNvSpPr/>
              <p:nvPr/>
            </p:nvSpPr>
            <p:spPr>
              <a:xfrm>
                <a:off x="3497588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9" name="ph8844">
                <a:extLst>
                  <a:ext uri="{FF2B5EF4-FFF2-40B4-BE49-F238E27FC236}">
                    <a16:creationId xmlns:a16="http://schemas.microsoft.com/office/drawing/2014/main" id="{170000F4-3286-1F5B-8386-D2F8A923DB23}"/>
                  </a:ext>
                </a:extLst>
              </p:cNvPr>
              <p:cNvSpPr/>
              <p:nvPr/>
            </p:nvSpPr>
            <p:spPr>
              <a:xfrm>
                <a:off x="350702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0" name="ph8845">
                <a:extLst>
                  <a:ext uri="{FF2B5EF4-FFF2-40B4-BE49-F238E27FC236}">
                    <a16:creationId xmlns:a16="http://schemas.microsoft.com/office/drawing/2014/main" id="{0F1B943E-7B9B-C7B9-E69F-063A01572895}"/>
                  </a:ext>
                </a:extLst>
              </p:cNvPr>
              <p:cNvSpPr/>
              <p:nvPr/>
            </p:nvSpPr>
            <p:spPr>
              <a:xfrm>
                <a:off x="351646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1" name="ph8846">
                <a:extLst>
                  <a:ext uri="{FF2B5EF4-FFF2-40B4-BE49-F238E27FC236}">
                    <a16:creationId xmlns:a16="http://schemas.microsoft.com/office/drawing/2014/main" id="{9C36C7DC-B21C-85D9-784E-B3878A83765B}"/>
                  </a:ext>
                </a:extLst>
              </p:cNvPr>
              <p:cNvSpPr/>
              <p:nvPr/>
            </p:nvSpPr>
            <p:spPr>
              <a:xfrm>
                <a:off x="352590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2" name="ph8847">
                <a:extLst>
                  <a:ext uri="{FF2B5EF4-FFF2-40B4-BE49-F238E27FC236}">
                    <a16:creationId xmlns:a16="http://schemas.microsoft.com/office/drawing/2014/main" id="{1D46F5C1-43A5-01F6-3EA0-D25911F10271}"/>
                  </a:ext>
                </a:extLst>
              </p:cNvPr>
              <p:cNvSpPr/>
              <p:nvPr/>
            </p:nvSpPr>
            <p:spPr>
              <a:xfrm>
                <a:off x="3535349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3" name="ph8848">
                <a:extLst>
                  <a:ext uri="{FF2B5EF4-FFF2-40B4-BE49-F238E27FC236}">
                    <a16:creationId xmlns:a16="http://schemas.microsoft.com/office/drawing/2014/main" id="{4E66E628-402D-4587-27AD-E2832DE617A8}"/>
                  </a:ext>
                </a:extLst>
              </p:cNvPr>
              <p:cNvSpPr/>
              <p:nvPr/>
            </p:nvSpPr>
            <p:spPr>
              <a:xfrm>
                <a:off x="354479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4" name="ph8849">
                <a:extLst>
                  <a:ext uri="{FF2B5EF4-FFF2-40B4-BE49-F238E27FC236}">
                    <a16:creationId xmlns:a16="http://schemas.microsoft.com/office/drawing/2014/main" id="{C3822D5E-C4E7-5E01-3BCB-4CFBC49C6ED5}"/>
                  </a:ext>
                </a:extLst>
              </p:cNvPr>
              <p:cNvSpPr/>
              <p:nvPr/>
            </p:nvSpPr>
            <p:spPr>
              <a:xfrm>
                <a:off x="355423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5" name="ph8850">
                <a:extLst>
                  <a:ext uri="{FF2B5EF4-FFF2-40B4-BE49-F238E27FC236}">
                    <a16:creationId xmlns:a16="http://schemas.microsoft.com/office/drawing/2014/main" id="{C9F353F5-FD35-884C-708B-9B49E2AE5C7C}"/>
                  </a:ext>
                </a:extLst>
              </p:cNvPr>
              <p:cNvSpPr/>
              <p:nvPr/>
            </p:nvSpPr>
            <p:spPr>
              <a:xfrm>
                <a:off x="356367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6" name="ph8851">
                <a:extLst>
                  <a:ext uri="{FF2B5EF4-FFF2-40B4-BE49-F238E27FC236}">
                    <a16:creationId xmlns:a16="http://schemas.microsoft.com/office/drawing/2014/main" id="{8745EE05-B1C4-9029-7DD6-4C00358EA354}"/>
                  </a:ext>
                </a:extLst>
              </p:cNvPr>
              <p:cNvSpPr/>
              <p:nvPr/>
            </p:nvSpPr>
            <p:spPr>
              <a:xfrm>
                <a:off x="357311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7" name="ph8852">
                <a:extLst>
                  <a:ext uri="{FF2B5EF4-FFF2-40B4-BE49-F238E27FC236}">
                    <a16:creationId xmlns:a16="http://schemas.microsoft.com/office/drawing/2014/main" id="{813E71F9-3A8D-B423-8870-3DE023A83625}"/>
                  </a:ext>
                </a:extLst>
              </p:cNvPr>
              <p:cNvSpPr/>
              <p:nvPr/>
            </p:nvSpPr>
            <p:spPr>
              <a:xfrm>
                <a:off x="3582550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8" name="ph8853">
                <a:extLst>
                  <a:ext uri="{FF2B5EF4-FFF2-40B4-BE49-F238E27FC236}">
                    <a16:creationId xmlns:a16="http://schemas.microsoft.com/office/drawing/2014/main" id="{FEB4B8A0-9C9E-BEED-6BB6-122C8E6D7BC6}"/>
                  </a:ext>
                </a:extLst>
              </p:cNvPr>
              <p:cNvSpPr/>
              <p:nvPr/>
            </p:nvSpPr>
            <p:spPr>
              <a:xfrm>
                <a:off x="359199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9" name="ph8854">
                <a:extLst>
                  <a:ext uri="{FF2B5EF4-FFF2-40B4-BE49-F238E27FC236}">
                    <a16:creationId xmlns:a16="http://schemas.microsoft.com/office/drawing/2014/main" id="{E7EDAE56-728A-0846-0E7A-8315C855CF7D}"/>
                  </a:ext>
                </a:extLst>
              </p:cNvPr>
              <p:cNvSpPr/>
              <p:nvPr/>
            </p:nvSpPr>
            <p:spPr>
              <a:xfrm>
                <a:off x="360143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0" name="ph8855">
                <a:extLst>
                  <a:ext uri="{FF2B5EF4-FFF2-40B4-BE49-F238E27FC236}">
                    <a16:creationId xmlns:a16="http://schemas.microsoft.com/office/drawing/2014/main" id="{4C07C87D-5E90-9C3B-FCCD-DE8AC9840967}"/>
                  </a:ext>
                </a:extLst>
              </p:cNvPr>
              <p:cNvSpPr/>
              <p:nvPr/>
            </p:nvSpPr>
            <p:spPr>
              <a:xfrm>
                <a:off x="361087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1" name="ph8856">
                <a:extLst>
                  <a:ext uri="{FF2B5EF4-FFF2-40B4-BE49-F238E27FC236}">
                    <a16:creationId xmlns:a16="http://schemas.microsoft.com/office/drawing/2014/main" id="{37CA9FF0-03E0-1F93-E9D2-1E62B215B833}"/>
                  </a:ext>
                </a:extLst>
              </p:cNvPr>
              <p:cNvSpPr/>
              <p:nvPr/>
            </p:nvSpPr>
            <p:spPr>
              <a:xfrm>
                <a:off x="3620311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2" name="ph8857">
                <a:extLst>
                  <a:ext uri="{FF2B5EF4-FFF2-40B4-BE49-F238E27FC236}">
                    <a16:creationId xmlns:a16="http://schemas.microsoft.com/office/drawing/2014/main" id="{4A4D55C2-179E-8AA9-4D3E-9052B0E3E11E}"/>
                  </a:ext>
                </a:extLst>
              </p:cNvPr>
              <p:cNvSpPr/>
              <p:nvPr/>
            </p:nvSpPr>
            <p:spPr>
              <a:xfrm>
                <a:off x="362975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3" name="ph8858">
                <a:extLst>
                  <a:ext uri="{FF2B5EF4-FFF2-40B4-BE49-F238E27FC236}">
                    <a16:creationId xmlns:a16="http://schemas.microsoft.com/office/drawing/2014/main" id="{3D7114EB-5434-FA7C-58E0-BCC904CC9263}"/>
                  </a:ext>
                </a:extLst>
              </p:cNvPr>
              <p:cNvSpPr/>
              <p:nvPr/>
            </p:nvSpPr>
            <p:spPr>
              <a:xfrm>
                <a:off x="363919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4" name="ph8859">
                <a:extLst>
                  <a:ext uri="{FF2B5EF4-FFF2-40B4-BE49-F238E27FC236}">
                    <a16:creationId xmlns:a16="http://schemas.microsoft.com/office/drawing/2014/main" id="{0D2BAD3F-90E1-08FA-6746-A6D7619A203E}"/>
                  </a:ext>
                </a:extLst>
              </p:cNvPr>
              <p:cNvSpPr/>
              <p:nvPr/>
            </p:nvSpPr>
            <p:spPr>
              <a:xfrm>
                <a:off x="364863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5" name="ph8860">
                <a:extLst>
                  <a:ext uri="{FF2B5EF4-FFF2-40B4-BE49-F238E27FC236}">
                    <a16:creationId xmlns:a16="http://schemas.microsoft.com/office/drawing/2014/main" id="{79E9FB1F-26CC-2514-1BF3-FD0D340A2099}"/>
                  </a:ext>
                </a:extLst>
              </p:cNvPr>
              <p:cNvSpPr/>
              <p:nvPr/>
            </p:nvSpPr>
            <p:spPr>
              <a:xfrm>
                <a:off x="3658072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6" name="ph8861">
                <a:extLst>
                  <a:ext uri="{FF2B5EF4-FFF2-40B4-BE49-F238E27FC236}">
                    <a16:creationId xmlns:a16="http://schemas.microsoft.com/office/drawing/2014/main" id="{7852864B-472F-9976-A284-DE1AA3FE4864}"/>
                  </a:ext>
                </a:extLst>
              </p:cNvPr>
              <p:cNvSpPr/>
              <p:nvPr/>
            </p:nvSpPr>
            <p:spPr>
              <a:xfrm>
                <a:off x="366751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7" name="ph8862">
                <a:extLst>
                  <a:ext uri="{FF2B5EF4-FFF2-40B4-BE49-F238E27FC236}">
                    <a16:creationId xmlns:a16="http://schemas.microsoft.com/office/drawing/2014/main" id="{6A4737BB-7358-AFBD-F5E3-D33D6C1F3351}"/>
                  </a:ext>
                </a:extLst>
              </p:cNvPr>
              <p:cNvSpPr/>
              <p:nvPr/>
            </p:nvSpPr>
            <p:spPr>
              <a:xfrm>
                <a:off x="367695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8" name="ph8863">
                <a:extLst>
                  <a:ext uri="{FF2B5EF4-FFF2-40B4-BE49-F238E27FC236}">
                    <a16:creationId xmlns:a16="http://schemas.microsoft.com/office/drawing/2014/main" id="{63423895-3076-5D1E-7679-594A8B0DF936}"/>
                  </a:ext>
                </a:extLst>
              </p:cNvPr>
              <p:cNvSpPr/>
              <p:nvPr/>
            </p:nvSpPr>
            <p:spPr>
              <a:xfrm>
                <a:off x="368639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9" name="ph8864">
                <a:extLst>
                  <a:ext uri="{FF2B5EF4-FFF2-40B4-BE49-F238E27FC236}">
                    <a16:creationId xmlns:a16="http://schemas.microsoft.com/office/drawing/2014/main" id="{28A07A7B-4E80-9785-D087-C63F3F58CFF9}"/>
                  </a:ext>
                </a:extLst>
              </p:cNvPr>
              <p:cNvSpPr/>
              <p:nvPr/>
            </p:nvSpPr>
            <p:spPr>
              <a:xfrm>
                <a:off x="3695833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0" name="ph8865">
                <a:extLst>
                  <a:ext uri="{FF2B5EF4-FFF2-40B4-BE49-F238E27FC236}">
                    <a16:creationId xmlns:a16="http://schemas.microsoft.com/office/drawing/2014/main" id="{4170B8B7-56E3-DEEA-6963-CEE4EF989109}"/>
                  </a:ext>
                </a:extLst>
              </p:cNvPr>
              <p:cNvSpPr/>
              <p:nvPr/>
            </p:nvSpPr>
            <p:spPr>
              <a:xfrm>
                <a:off x="3705274" y="76220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1" name="ph8866">
                <a:extLst>
                  <a:ext uri="{FF2B5EF4-FFF2-40B4-BE49-F238E27FC236}">
                    <a16:creationId xmlns:a16="http://schemas.microsoft.com/office/drawing/2014/main" id="{0583C5E6-A47A-D6CB-3ECB-962C518CB6F5}"/>
                  </a:ext>
                </a:extLst>
              </p:cNvPr>
              <p:cNvSpPr/>
              <p:nvPr/>
            </p:nvSpPr>
            <p:spPr>
              <a:xfrm>
                <a:off x="3724154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4274" y="896830"/>
                    </a:lnTo>
                    <a:lnTo>
                      <a:pt x="914400" y="89699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2" name="ph8867">
                <a:extLst>
                  <a:ext uri="{FF2B5EF4-FFF2-40B4-BE49-F238E27FC236}">
                    <a16:creationId xmlns:a16="http://schemas.microsoft.com/office/drawing/2014/main" id="{0F6D3748-5176-8CB1-F785-373FB8212EB7}"/>
                  </a:ext>
                </a:extLst>
              </p:cNvPr>
              <p:cNvSpPr/>
              <p:nvPr/>
            </p:nvSpPr>
            <p:spPr>
              <a:xfrm>
                <a:off x="3733594" y="77977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997"/>
                    </a:lnTo>
                    <a:lnTo>
                      <a:pt x="908375" y="901525"/>
                    </a:lnTo>
                    <a:lnTo>
                      <a:pt x="912982" y="908330"/>
                    </a:lnTo>
                    <a:lnTo>
                      <a:pt x="914400" y="91065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3" name="ph8868">
                <a:extLst>
                  <a:ext uri="{FF2B5EF4-FFF2-40B4-BE49-F238E27FC236}">
                    <a16:creationId xmlns:a16="http://schemas.microsoft.com/office/drawing/2014/main" id="{8DB688CE-8613-2B16-2991-FA430B3124A1}"/>
                  </a:ext>
                </a:extLst>
              </p:cNvPr>
              <p:cNvSpPr/>
              <p:nvPr/>
            </p:nvSpPr>
            <p:spPr>
              <a:xfrm>
                <a:off x="3733594" y="779779"/>
                <a:ext cx="91667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6679" h="914400">
                    <a:moveTo>
                      <a:pt x="914400" y="914400"/>
                    </a:moveTo>
                    <a:lnTo>
                      <a:pt x="914400" y="910657"/>
                    </a:lnTo>
                    <a:lnTo>
                      <a:pt x="916679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4" name="ph8869">
                <a:extLst>
                  <a:ext uri="{FF2B5EF4-FFF2-40B4-BE49-F238E27FC236}">
                    <a16:creationId xmlns:a16="http://schemas.microsoft.com/office/drawing/2014/main" id="{CD152B65-2B9D-A902-8D6A-9A92AECB19AC}"/>
                  </a:ext>
                </a:extLst>
              </p:cNvPr>
              <p:cNvSpPr/>
              <p:nvPr/>
            </p:nvSpPr>
            <p:spPr>
              <a:xfrm>
                <a:off x="3299343" y="74463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12346" y="931969"/>
                    </a:lnTo>
                    <a:lnTo>
                      <a:pt x="912250" y="931510"/>
                    </a:lnTo>
                    <a:lnTo>
                      <a:pt x="910426" y="921325"/>
                    </a:lnTo>
                    <a:lnTo>
                      <a:pt x="909393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5" name="ph8870">
                <a:extLst>
                  <a:ext uri="{FF2B5EF4-FFF2-40B4-BE49-F238E27FC236}">
                    <a16:creationId xmlns:a16="http://schemas.microsoft.com/office/drawing/2014/main" id="{DB702D00-DDEA-66CB-6738-AD83551755EA}"/>
                  </a:ext>
                </a:extLst>
              </p:cNvPr>
              <p:cNvSpPr/>
              <p:nvPr/>
            </p:nvSpPr>
            <p:spPr>
              <a:xfrm>
                <a:off x="329934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6" name="ph8871">
                <a:extLst>
                  <a:ext uri="{FF2B5EF4-FFF2-40B4-BE49-F238E27FC236}">
                    <a16:creationId xmlns:a16="http://schemas.microsoft.com/office/drawing/2014/main" id="{39871881-01F6-8F5B-3539-59CE63F59C8F}"/>
                  </a:ext>
                </a:extLst>
              </p:cNvPr>
              <p:cNvSpPr/>
              <p:nvPr/>
            </p:nvSpPr>
            <p:spPr>
              <a:xfrm>
                <a:off x="330878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7" name="ph8872">
                <a:extLst>
                  <a:ext uri="{FF2B5EF4-FFF2-40B4-BE49-F238E27FC236}">
                    <a16:creationId xmlns:a16="http://schemas.microsoft.com/office/drawing/2014/main" id="{FD9245B1-DAF2-13BB-9A9E-E1E4E1B32934}"/>
                  </a:ext>
                </a:extLst>
              </p:cNvPr>
              <p:cNvSpPr/>
              <p:nvPr/>
            </p:nvSpPr>
            <p:spPr>
              <a:xfrm>
                <a:off x="331822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8" name="ph8873">
                <a:extLst>
                  <a:ext uri="{FF2B5EF4-FFF2-40B4-BE49-F238E27FC236}">
                    <a16:creationId xmlns:a16="http://schemas.microsoft.com/office/drawing/2014/main" id="{DF947BD4-6FC1-7E02-6EC0-8EE222AA24C1}"/>
                  </a:ext>
                </a:extLst>
              </p:cNvPr>
              <p:cNvSpPr/>
              <p:nvPr/>
            </p:nvSpPr>
            <p:spPr>
              <a:xfrm>
                <a:off x="332766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9" name="ph8874">
                <a:extLst>
                  <a:ext uri="{FF2B5EF4-FFF2-40B4-BE49-F238E27FC236}">
                    <a16:creationId xmlns:a16="http://schemas.microsoft.com/office/drawing/2014/main" id="{B0A9564F-16E3-6B25-EA4C-701FF0D24D72}"/>
                  </a:ext>
                </a:extLst>
              </p:cNvPr>
              <p:cNvSpPr/>
              <p:nvPr/>
            </p:nvSpPr>
            <p:spPr>
              <a:xfrm>
                <a:off x="333710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0" name="ph8875">
                <a:extLst>
                  <a:ext uri="{FF2B5EF4-FFF2-40B4-BE49-F238E27FC236}">
                    <a16:creationId xmlns:a16="http://schemas.microsoft.com/office/drawing/2014/main" id="{446E011F-864B-213F-0991-FF6B6E0577A9}"/>
                  </a:ext>
                </a:extLst>
              </p:cNvPr>
              <p:cNvSpPr/>
              <p:nvPr/>
            </p:nvSpPr>
            <p:spPr>
              <a:xfrm>
                <a:off x="3346544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1" name="ph8876">
                <a:extLst>
                  <a:ext uri="{FF2B5EF4-FFF2-40B4-BE49-F238E27FC236}">
                    <a16:creationId xmlns:a16="http://schemas.microsoft.com/office/drawing/2014/main" id="{3F21ED43-D2CE-37ED-C588-C2347E36941F}"/>
                  </a:ext>
                </a:extLst>
              </p:cNvPr>
              <p:cNvSpPr/>
              <p:nvPr/>
            </p:nvSpPr>
            <p:spPr>
              <a:xfrm>
                <a:off x="335598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2" name="ph8877">
                <a:extLst>
                  <a:ext uri="{FF2B5EF4-FFF2-40B4-BE49-F238E27FC236}">
                    <a16:creationId xmlns:a16="http://schemas.microsoft.com/office/drawing/2014/main" id="{F38F977E-476C-3A55-3B23-767149A0A4E8}"/>
                  </a:ext>
                </a:extLst>
              </p:cNvPr>
              <p:cNvSpPr/>
              <p:nvPr/>
            </p:nvSpPr>
            <p:spPr>
              <a:xfrm>
                <a:off x="336542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3" name="ph8878">
                <a:extLst>
                  <a:ext uri="{FF2B5EF4-FFF2-40B4-BE49-F238E27FC236}">
                    <a16:creationId xmlns:a16="http://schemas.microsoft.com/office/drawing/2014/main" id="{00D3F9F1-A9FD-DB77-AAF5-0F3753BB017A}"/>
                  </a:ext>
                </a:extLst>
              </p:cNvPr>
              <p:cNvSpPr/>
              <p:nvPr/>
            </p:nvSpPr>
            <p:spPr>
              <a:xfrm>
                <a:off x="337486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4" name="ph8879">
                <a:extLst>
                  <a:ext uri="{FF2B5EF4-FFF2-40B4-BE49-F238E27FC236}">
                    <a16:creationId xmlns:a16="http://schemas.microsoft.com/office/drawing/2014/main" id="{8E6BD3E8-C0AF-D243-EAF0-999BE09D834D}"/>
                  </a:ext>
                </a:extLst>
              </p:cNvPr>
              <p:cNvSpPr/>
              <p:nvPr/>
            </p:nvSpPr>
            <p:spPr>
              <a:xfrm>
                <a:off x="3384305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5" name="ph8880">
                <a:extLst>
                  <a:ext uri="{FF2B5EF4-FFF2-40B4-BE49-F238E27FC236}">
                    <a16:creationId xmlns:a16="http://schemas.microsoft.com/office/drawing/2014/main" id="{E4BCE5D4-7872-ECAF-3184-BB8F6EFD7C42}"/>
                  </a:ext>
                </a:extLst>
              </p:cNvPr>
              <p:cNvSpPr/>
              <p:nvPr/>
            </p:nvSpPr>
            <p:spPr>
              <a:xfrm>
                <a:off x="339374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6" name="ph8881">
                <a:extLst>
                  <a:ext uri="{FF2B5EF4-FFF2-40B4-BE49-F238E27FC236}">
                    <a16:creationId xmlns:a16="http://schemas.microsoft.com/office/drawing/2014/main" id="{E2FE9F4C-CF53-C0C6-889F-AA9A296CBCAA}"/>
                  </a:ext>
                </a:extLst>
              </p:cNvPr>
              <p:cNvSpPr/>
              <p:nvPr/>
            </p:nvSpPr>
            <p:spPr>
              <a:xfrm>
                <a:off x="340318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7" name="ph8882">
                <a:extLst>
                  <a:ext uri="{FF2B5EF4-FFF2-40B4-BE49-F238E27FC236}">
                    <a16:creationId xmlns:a16="http://schemas.microsoft.com/office/drawing/2014/main" id="{42B1E7EF-2E72-C290-0B66-D642D1DABD50}"/>
                  </a:ext>
                </a:extLst>
              </p:cNvPr>
              <p:cNvSpPr/>
              <p:nvPr/>
            </p:nvSpPr>
            <p:spPr>
              <a:xfrm>
                <a:off x="341262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8" name="ph8883">
                <a:extLst>
                  <a:ext uri="{FF2B5EF4-FFF2-40B4-BE49-F238E27FC236}">
                    <a16:creationId xmlns:a16="http://schemas.microsoft.com/office/drawing/2014/main" id="{77FDE81B-92EB-DE5D-90A8-4326FB56504D}"/>
                  </a:ext>
                </a:extLst>
              </p:cNvPr>
              <p:cNvSpPr/>
              <p:nvPr/>
            </p:nvSpPr>
            <p:spPr>
              <a:xfrm>
                <a:off x="3422066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9" name="ph8884">
                <a:extLst>
                  <a:ext uri="{FF2B5EF4-FFF2-40B4-BE49-F238E27FC236}">
                    <a16:creationId xmlns:a16="http://schemas.microsoft.com/office/drawing/2014/main" id="{1F2DD3FC-B2C8-840C-D37B-DCC4E908C3C7}"/>
                  </a:ext>
                </a:extLst>
              </p:cNvPr>
              <p:cNvSpPr/>
              <p:nvPr/>
            </p:nvSpPr>
            <p:spPr>
              <a:xfrm>
                <a:off x="343150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0" name="ph8885">
                <a:extLst>
                  <a:ext uri="{FF2B5EF4-FFF2-40B4-BE49-F238E27FC236}">
                    <a16:creationId xmlns:a16="http://schemas.microsoft.com/office/drawing/2014/main" id="{1AF66F46-ED02-2EC0-46FB-EA13AEF75B1D}"/>
                  </a:ext>
                </a:extLst>
              </p:cNvPr>
              <p:cNvSpPr/>
              <p:nvPr/>
            </p:nvSpPr>
            <p:spPr>
              <a:xfrm>
                <a:off x="344094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1" name="ph8886">
                <a:extLst>
                  <a:ext uri="{FF2B5EF4-FFF2-40B4-BE49-F238E27FC236}">
                    <a16:creationId xmlns:a16="http://schemas.microsoft.com/office/drawing/2014/main" id="{87CF2CDE-6B89-8870-3FF8-60EC1248E709}"/>
                  </a:ext>
                </a:extLst>
              </p:cNvPr>
              <p:cNvSpPr/>
              <p:nvPr/>
            </p:nvSpPr>
            <p:spPr>
              <a:xfrm>
                <a:off x="345038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2" name="ph8887">
                <a:extLst>
                  <a:ext uri="{FF2B5EF4-FFF2-40B4-BE49-F238E27FC236}">
                    <a16:creationId xmlns:a16="http://schemas.microsoft.com/office/drawing/2014/main" id="{717414D4-5F12-B513-5DD9-E8CF90924745}"/>
                  </a:ext>
                </a:extLst>
              </p:cNvPr>
              <p:cNvSpPr/>
              <p:nvPr/>
            </p:nvSpPr>
            <p:spPr>
              <a:xfrm>
                <a:off x="3459827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3" name="ph8888">
                <a:extLst>
                  <a:ext uri="{FF2B5EF4-FFF2-40B4-BE49-F238E27FC236}">
                    <a16:creationId xmlns:a16="http://schemas.microsoft.com/office/drawing/2014/main" id="{3F8D1A14-3E70-3454-B804-7B952246B882}"/>
                  </a:ext>
                </a:extLst>
              </p:cNvPr>
              <p:cNvSpPr/>
              <p:nvPr/>
            </p:nvSpPr>
            <p:spPr>
              <a:xfrm>
                <a:off x="346926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4" name="ph8889">
                <a:extLst>
                  <a:ext uri="{FF2B5EF4-FFF2-40B4-BE49-F238E27FC236}">
                    <a16:creationId xmlns:a16="http://schemas.microsoft.com/office/drawing/2014/main" id="{272CB05E-2D3D-60EE-0482-F8D89E9937AF}"/>
                  </a:ext>
                </a:extLst>
              </p:cNvPr>
              <p:cNvSpPr/>
              <p:nvPr/>
            </p:nvSpPr>
            <p:spPr>
              <a:xfrm>
                <a:off x="347870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5" name="ph8890">
                <a:extLst>
                  <a:ext uri="{FF2B5EF4-FFF2-40B4-BE49-F238E27FC236}">
                    <a16:creationId xmlns:a16="http://schemas.microsoft.com/office/drawing/2014/main" id="{36802527-F557-3ADF-CBA8-0554B50AFCB0}"/>
                  </a:ext>
                </a:extLst>
              </p:cNvPr>
              <p:cNvSpPr/>
              <p:nvPr/>
            </p:nvSpPr>
            <p:spPr>
              <a:xfrm>
                <a:off x="348814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6" name="ph8891">
                <a:extLst>
                  <a:ext uri="{FF2B5EF4-FFF2-40B4-BE49-F238E27FC236}">
                    <a16:creationId xmlns:a16="http://schemas.microsoft.com/office/drawing/2014/main" id="{806BB36E-14B0-08FA-1ACD-1E1276BC7054}"/>
                  </a:ext>
                </a:extLst>
              </p:cNvPr>
              <p:cNvSpPr/>
              <p:nvPr/>
            </p:nvSpPr>
            <p:spPr>
              <a:xfrm>
                <a:off x="3497588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7" name="ph8892">
                <a:extLst>
                  <a:ext uri="{FF2B5EF4-FFF2-40B4-BE49-F238E27FC236}">
                    <a16:creationId xmlns:a16="http://schemas.microsoft.com/office/drawing/2014/main" id="{B59BBF03-DDAC-4960-36C1-66FF8DA7E963}"/>
                  </a:ext>
                </a:extLst>
              </p:cNvPr>
              <p:cNvSpPr/>
              <p:nvPr/>
            </p:nvSpPr>
            <p:spPr>
              <a:xfrm>
                <a:off x="350702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8" name="ph8893">
                <a:extLst>
                  <a:ext uri="{FF2B5EF4-FFF2-40B4-BE49-F238E27FC236}">
                    <a16:creationId xmlns:a16="http://schemas.microsoft.com/office/drawing/2014/main" id="{6807533E-C34C-CAAA-9912-E257511D55E5}"/>
                  </a:ext>
                </a:extLst>
              </p:cNvPr>
              <p:cNvSpPr/>
              <p:nvPr/>
            </p:nvSpPr>
            <p:spPr>
              <a:xfrm>
                <a:off x="351646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9" name="ph8894">
                <a:extLst>
                  <a:ext uri="{FF2B5EF4-FFF2-40B4-BE49-F238E27FC236}">
                    <a16:creationId xmlns:a16="http://schemas.microsoft.com/office/drawing/2014/main" id="{78A9638A-0947-F9C8-1D02-47D92CB20685}"/>
                  </a:ext>
                </a:extLst>
              </p:cNvPr>
              <p:cNvSpPr/>
              <p:nvPr/>
            </p:nvSpPr>
            <p:spPr>
              <a:xfrm>
                <a:off x="352590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0" name="ph8895">
                <a:extLst>
                  <a:ext uri="{FF2B5EF4-FFF2-40B4-BE49-F238E27FC236}">
                    <a16:creationId xmlns:a16="http://schemas.microsoft.com/office/drawing/2014/main" id="{1C1945D1-F934-D34C-D8BE-1F17361EA3E9}"/>
                  </a:ext>
                </a:extLst>
              </p:cNvPr>
              <p:cNvSpPr/>
              <p:nvPr/>
            </p:nvSpPr>
            <p:spPr>
              <a:xfrm>
                <a:off x="3535349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1" name="ph8896">
                <a:extLst>
                  <a:ext uri="{FF2B5EF4-FFF2-40B4-BE49-F238E27FC236}">
                    <a16:creationId xmlns:a16="http://schemas.microsoft.com/office/drawing/2014/main" id="{C7DA66A6-C3D4-8887-0282-29601A46D474}"/>
                  </a:ext>
                </a:extLst>
              </p:cNvPr>
              <p:cNvSpPr/>
              <p:nvPr/>
            </p:nvSpPr>
            <p:spPr>
              <a:xfrm>
                <a:off x="354479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2" name="ph8897">
                <a:extLst>
                  <a:ext uri="{FF2B5EF4-FFF2-40B4-BE49-F238E27FC236}">
                    <a16:creationId xmlns:a16="http://schemas.microsoft.com/office/drawing/2014/main" id="{CE61FFB1-431E-F3F1-F0D6-5F772787CE26}"/>
                  </a:ext>
                </a:extLst>
              </p:cNvPr>
              <p:cNvSpPr/>
              <p:nvPr/>
            </p:nvSpPr>
            <p:spPr>
              <a:xfrm>
                <a:off x="355423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3" name="ph8898">
                <a:extLst>
                  <a:ext uri="{FF2B5EF4-FFF2-40B4-BE49-F238E27FC236}">
                    <a16:creationId xmlns:a16="http://schemas.microsoft.com/office/drawing/2014/main" id="{A07C4639-3ED6-AB4E-B119-2792627543D3}"/>
                  </a:ext>
                </a:extLst>
              </p:cNvPr>
              <p:cNvSpPr/>
              <p:nvPr/>
            </p:nvSpPr>
            <p:spPr>
              <a:xfrm>
                <a:off x="356367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4" name="ph8899">
                <a:extLst>
                  <a:ext uri="{FF2B5EF4-FFF2-40B4-BE49-F238E27FC236}">
                    <a16:creationId xmlns:a16="http://schemas.microsoft.com/office/drawing/2014/main" id="{4B56ECBA-13BA-DE47-2756-32BD1D603404}"/>
                  </a:ext>
                </a:extLst>
              </p:cNvPr>
              <p:cNvSpPr/>
              <p:nvPr/>
            </p:nvSpPr>
            <p:spPr>
              <a:xfrm>
                <a:off x="357311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5" name="ph8900">
                <a:extLst>
                  <a:ext uri="{FF2B5EF4-FFF2-40B4-BE49-F238E27FC236}">
                    <a16:creationId xmlns:a16="http://schemas.microsoft.com/office/drawing/2014/main" id="{151F4C1E-2743-89C4-6B84-0047761517A9}"/>
                  </a:ext>
                </a:extLst>
              </p:cNvPr>
              <p:cNvSpPr/>
              <p:nvPr/>
            </p:nvSpPr>
            <p:spPr>
              <a:xfrm>
                <a:off x="3582550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6" name="ph8901">
                <a:extLst>
                  <a:ext uri="{FF2B5EF4-FFF2-40B4-BE49-F238E27FC236}">
                    <a16:creationId xmlns:a16="http://schemas.microsoft.com/office/drawing/2014/main" id="{AB29D8F2-C3D9-FFDB-155A-9D0843102347}"/>
                  </a:ext>
                </a:extLst>
              </p:cNvPr>
              <p:cNvSpPr/>
              <p:nvPr/>
            </p:nvSpPr>
            <p:spPr>
              <a:xfrm>
                <a:off x="359199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7" name="ph8902">
                <a:extLst>
                  <a:ext uri="{FF2B5EF4-FFF2-40B4-BE49-F238E27FC236}">
                    <a16:creationId xmlns:a16="http://schemas.microsoft.com/office/drawing/2014/main" id="{ABC344BC-CE1F-E87A-7B4F-C017DD88FDB3}"/>
                  </a:ext>
                </a:extLst>
              </p:cNvPr>
              <p:cNvSpPr/>
              <p:nvPr/>
            </p:nvSpPr>
            <p:spPr>
              <a:xfrm>
                <a:off x="360143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8" name="ph8903">
                <a:extLst>
                  <a:ext uri="{FF2B5EF4-FFF2-40B4-BE49-F238E27FC236}">
                    <a16:creationId xmlns:a16="http://schemas.microsoft.com/office/drawing/2014/main" id="{92482900-15B4-904C-DC4F-FA48CCF20DE2}"/>
                  </a:ext>
                </a:extLst>
              </p:cNvPr>
              <p:cNvSpPr/>
              <p:nvPr/>
            </p:nvSpPr>
            <p:spPr>
              <a:xfrm>
                <a:off x="361087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9" name="ph8904">
                <a:extLst>
                  <a:ext uri="{FF2B5EF4-FFF2-40B4-BE49-F238E27FC236}">
                    <a16:creationId xmlns:a16="http://schemas.microsoft.com/office/drawing/2014/main" id="{E284DFF7-62B2-BAB0-5DAB-504A1F89F333}"/>
                  </a:ext>
                </a:extLst>
              </p:cNvPr>
              <p:cNvSpPr/>
              <p:nvPr/>
            </p:nvSpPr>
            <p:spPr>
              <a:xfrm>
                <a:off x="3620311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0" name="ph8905">
                <a:extLst>
                  <a:ext uri="{FF2B5EF4-FFF2-40B4-BE49-F238E27FC236}">
                    <a16:creationId xmlns:a16="http://schemas.microsoft.com/office/drawing/2014/main" id="{07CB61E1-6C92-D29C-C49A-87876DB5A499}"/>
                  </a:ext>
                </a:extLst>
              </p:cNvPr>
              <p:cNvSpPr/>
              <p:nvPr/>
            </p:nvSpPr>
            <p:spPr>
              <a:xfrm>
                <a:off x="362975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1" name="ph8906">
                <a:extLst>
                  <a:ext uri="{FF2B5EF4-FFF2-40B4-BE49-F238E27FC236}">
                    <a16:creationId xmlns:a16="http://schemas.microsoft.com/office/drawing/2014/main" id="{BEB73466-531F-EE9C-4201-3170192DF058}"/>
                  </a:ext>
                </a:extLst>
              </p:cNvPr>
              <p:cNvSpPr/>
              <p:nvPr/>
            </p:nvSpPr>
            <p:spPr>
              <a:xfrm>
                <a:off x="363919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2" name="ph8907">
                <a:extLst>
                  <a:ext uri="{FF2B5EF4-FFF2-40B4-BE49-F238E27FC236}">
                    <a16:creationId xmlns:a16="http://schemas.microsoft.com/office/drawing/2014/main" id="{E0BB4562-C580-416B-2815-995B7F92F3F1}"/>
                  </a:ext>
                </a:extLst>
              </p:cNvPr>
              <p:cNvSpPr/>
              <p:nvPr/>
            </p:nvSpPr>
            <p:spPr>
              <a:xfrm>
                <a:off x="364863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3" name="ph8908">
                <a:extLst>
                  <a:ext uri="{FF2B5EF4-FFF2-40B4-BE49-F238E27FC236}">
                    <a16:creationId xmlns:a16="http://schemas.microsoft.com/office/drawing/2014/main" id="{DAA17EE1-0419-24E4-F436-C48936C6AA83}"/>
                  </a:ext>
                </a:extLst>
              </p:cNvPr>
              <p:cNvSpPr/>
              <p:nvPr/>
            </p:nvSpPr>
            <p:spPr>
              <a:xfrm>
                <a:off x="3658072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4" name="ph8909">
                <a:extLst>
                  <a:ext uri="{FF2B5EF4-FFF2-40B4-BE49-F238E27FC236}">
                    <a16:creationId xmlns:a16="http://schemas.microsoft.com/office/drawing/2014/main" id="{35052143-B17C-AC5A-75A2-08640425E936}"/>
                  </a:ext>
                </a:extLst>
              </p:cNvPr>
              <p:cNvSpPr/>
              <p:nvPr/>
            </p:nvSpPr>
            <p:spPr>
              <a:xfrm>
                <a:off x="366751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5" name="ph8910">
                <a:extLst>
                  <a:ext uri="{FF2B5EF4-FFF2-40B4-BE49-F238E27FC236}">
                    <a16:creationId xmlns:a16="http://schemas.microsoft.com/office/drawing/2014/main" id="{0A5B70F2-6A6B-90F1-3F91-2A7665F60D5D}"/>
                  </a:ext>
                </a:extLst>
              </p:cNvPr>
              <p:cNvSpPr/>
              <p:nvPr/>
            </p:nvSpPr>
            <p:spPr>
              <a:xfrm>
                <a:off x="367695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6" name="ph8911">
                <a:extLst>
                  <a:ext uri="{FF2B5EF4-FFF2-40B4-BE49-F238E27FC236}">
                    <a16:creationId xmlns:a16="http://schemas.microsoft.com/office/drawing/2014/main" id="{A631CB15-1E69-13F9-0E6C-97C1043C6449}"/>
                  </a:ext>
                </a:extLst>
              </p:cNvPr>
              <p:cNvSpPr/>
              <p:nvPr/>
            </p:nvSpPr>
            <p:spPr>
              <a:xfrm>
                <a:off x="368639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7" name="ph8912">
                <a:extLst>
                  <a:ext uri="{FF2B5EF4-FFF2-40B4-BE49-F238E27FC236}">
                    <a16:creationId xmlns:a16="http://schemas.microsoft.com/office/drawing/2014/main" id="{336AA979-947B-AB6B-BC10-AFB66E947442}"/>
                  </a:ext>
                </a:extLst>
              </p:cNvPr>
              <p:cNvSpPr/>
              <p:nvPr/>
            </p:nvSpPr>
            <p:spPr>
              <a:xfrm>
                <a:off x="3695833" y="74463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8" name="ph8913">
                <a:extLst>
                  <a:ext uri="{FF2B5EF4-FFF2-40B4-BE49-F238E27FC236}">
                    <a16:creationId xmlns:a16="http://schemas.microsoft.com/office/drawing/2014/main" id="{29160E48-4462-3434-BB32-A185A23C741D}"/>
                  </a:ext>
                </a:extLst>
              </p:cNvPr>
              <p:cNvSpPr/>
              <p:nvPr/>
            </p:nvSpPr>
            <p:spPr>
              <a:xfrm>
                <a:off x="3714714" y="76220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7702" y="896834"/>
                    </a:lnTo>
                    <a:lnTo>
                      <a:pt x="908171" y="897298"/>
                    </a:lnTo>
                    <a:lnTo>
                      <a:pt x="908639" y="897762"/>
                    </a:lnTo>
                    <a:lnTo>
                      <a:pt x="909108" y="898226"/>
                    </a:lnTo>
                    <a:lnTo>
                      <a:pt x="909576" y="898689"/>
                    </a:lnTo>
                    <a:lnTo>
                      <a:pt x="910045" y="899153"/>
                    </a:lnTo>
                    <a:lnTo>
                      <a:pt x="910513" y="899617"/>
                    </a:lnTo>
                    <a:lnTo>
                      <a:pt x="910982" y="900081"/>
                    </a:lnTo>
                    <a:lnTo>
                      <a:pt x="911450" y="900545"/>
                    </a:lnTo>
                    <a:lnTo>
                      <a:pt x="911918" y="901009"/>
                    </a:lnTo>
                    <a:lnTo>
                      <a:pt x="912387" y="901473"/>
                    </a:lnTo>
                    <a:lnTo>
                      <a:pt x="914400" y="903593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9" name="ph8914">
                <a:extLst>
                  <a:ext uri="{FF2B5EF4-FFF2-40B4-BE49-F238E27FC236}">
                    <a16:creationId xmlns:a16="http://schemas.microsoft.com/office/drawing/2014/main" id="{13BD4F77-D5C7-5A20-BD61-23219C309885}"/>
                  </a:ext>
                </a:extLst>
              </p:cNvPr>
              <p:cNvSpPr/>
              <p:nvPr/>
            </p:nvSpPr>
            <p:spPr>
              <a:xfrm>
                <a:off x="3714714" y="762209"/>
                <a:ext cx="92371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3714" h="914400">
                    <a:moveTo>
                      <a:pt x="914400" y="914400"/>
                    </a:moveTo>
                    <a:lnTo>
                      <a:pt x="914400" y="903593"/>
                    </a:lnTo>
                    <a:lnTo>
                      <a:pt x="917505" y="906865"/>
                    </a:lnTo>
                    <a:lnTo>
                      <a:pt x="922465" y="912744"/>
                    </a:lnTo>
                    <a:lnTo>
                      <a:pt x="923714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0" name="ph8915">
                <a:extLst>
                  <a:ext uri="{FF2B5EF4-FFF2-40B4-BE49-F238E27FC236}">
                    <a16:creationId xmlns:a16="http://schemas.microsoft.com/office/drawing/2014/main" id="{2F53FF10-BEDF-75A5-1EA2-0E76500A4C1C}"/>
                  </a:ext>
                </a:extLst>
              </p:cNvPr>
              <p:cNvSpPr/>
              <p:nvPr/>
            </p:nvSpPr>
            <p:spPr>
              <a:xfrm>
                <a:off x="3299343" y="72706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399"/>
                    </a:moveTo>
                    <a:lnTo>
                      <a:pt x="914400" y="931969"/>
                    </a:lnTo>
                    <a:lnTo>
                      <a:pt x="909393" y="931969"/>
                    </a:lnTo>
                    <a:lnTo>
                      <a:pt x="908884" y="928551"/>
                    </a:lnTo>
                    <a:lnTo>
                      <a:pt x="907626" y="918074"/>
                    </a:lnTo>
                    <a:lnTo>
                      <a:pt x="907289" y="91439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1" name="ph8916">
                <a:extLst>
                  <a:ext uri="{FF2B5EF4-FFF2-40B4-BE49-F238E27FC236}">
                    <a16:creationId xmlns:a16="http://schemas.microsoft.com/office/drawing/2014/main" id="{98F97F84-A319-3DF1-7D25-F84D69F882E1}"/>
                  </a:ext>
                </a:extLst>
              </p:cNvPr>
              <p:cNvSpPr/>
              <p:nvPr/>
            </p:nvSpPr>
            <p:spPr>
              <a:xfrm>
                <a:off x="329934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2" name="ph8917">
                <a:extLst>
                  <a:ext uri="{FF2B5EF4-FFF2-40B4-BE49-F238E27FC236}">
                    <a16:creationId xmlns:a16="http://schemas.microsoft.com/office/drawing/2014/main" id="{203C99F3-2B99-C175-5517-995254FA34B5}"/>
                  </a:ext>
                </a:extLst>
              </p:cNvPr>
              <p:cNvSpPr/>
              <p:nvPr/>
            </p:nvSpPr>
            <p:spPr>
              <a:xfrm>
                <a:off x="330878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3" name="ph8918">
                <a:extLst>
                  <a:ext uri="{FF2B5EF4-FFF2-40B4-BE49-F238E27FC236}">
                    <a16:creationId xmlns:a16="http://schemas.microsoft.com/office/drawing/2014/main" id="{9484A564-434B-BC3A-2A07-A214909E8F7D}"/>
                  </a:ext>
                </a:extLst>
              </p:cNvPr>
              <p:cNvSpPr/>
              <p:nvPr/>
            </p:nvSpPr>
            <p:spPr>
              <a:xfrm>
                <a:off x="331822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4" name="ph8919">
                <a:extLst>
                  <a:ext uri="{FF2B5EF4-FFF2-40B4-BE49-F238E27FC236}">
                    <a16:creationId xmlns:a16="http://schemas.microsoft.com/office/drawing/2014/main" id="{D4218240-560C-653A-E75E-BF85D0D16F81}"/>
                  </a:ext>
                </a:extLst>
              </p:cNvPr>
              <p:cNvSpPr/>
              <p:nvPr/>
            </p:nvSpPr>
            <p:spPr>
              <a:xfrm>
                <a:off x="332766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5" name="ph8920">
                <a:extLst>
                  <a:ext uri="{FF2B5EF4-FFF2-40B4-BE49-F238E27FC236}">
                    <a16:creationId xmlns:a16="http://schemas.microsoft.com/office/drawing/2014/main" id="{381613D1-2D9B-2318-F6DB-C45D4B2C8A5C}"/>
                  </a:ext>
                </a:extLst>
              </p:cNvPr>
              <p:cNvSpPr/>
              <p:nvPr/>
            </p:nvSpPr>
            <p:spPr>
              <a:xfrm>
                <a:off x="333710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6" name="ph8921">
                <a:extLst>
                  <a:ext uri="{FF2B5EF4-FFF2-40B4-BE49-F238E27FC236}">
                    <a16:creationId xmlns:a16="http://schemas.microsoft.com/office/drawing/2014/main" id="{297CA8C7-0704-9F1D-5759-34C7F81EEB98}"/>
                  </a:ext>
                </a:extLst>
              </p:cNvPr>
              <p:cNvSpPr/>
              <p:nvPr/>
            </p:nvSpPr>
            <p:spPr>
              <a:xfrm>
                <a:off x="3346544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7" name="ph8922">
                <a:extLst>
                  <a:ext uri="{FF2B5EF4-FFF2-40B4-BE49-F238E27FC236}">
                    <a16:creationId xmlns:a16="http://schemas.microsoft.com/office/drawing/2014/main" id="{FAAFE244-6D80-5325-3954-643190A26E5A}"/>
                  </a:ext>
                </a:extLst>
              </p:cNvPr>
              <p:cNvSpPr/>
              <p:nvPr/>
            </p:nvSpPr>
            <p:spPr>
              <a:xfrm>
                <a:off x="335598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8" name="ph8923">
                <a:extLst>
                  <a:ext uri="{FF2B5EF4-FFF2-40B4-BE49-F238E27FC236}">
                    <a16:creationId xmlns:a16="http://schemas.microsoft.com/office/drawing/2014/main" id="{8AB6A428-EFC3-F140-D2A5-6A6356D729F1}"/>
                  </a:ext>
                </a:extLst>
              </p:cNvPr>
              <p:cNvSpPr/>
              <p:nvPr/>
            </p:nvSpPr>
            <p:spPr>
              <a:xfrm>
                <a:off x="336542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9" name="ph8924">
                <a:extLst>
                  <a:ext uri="{FF2B5EF4-FFF2-40B4-BE49-F238E27FC236}">
                    <a16:creationId xmlns:a16="http://schemas.microsoft.com/office/drawing/2014/main" id="{612058C8-2316-5613-536B-C9F3A01E4A94}"/>
                  </a:ext>
                </a:extLst>
              </p:cNvPr>
              <p:cNvSpPr/>
              <p:nvPr/>
            </p:nvSpPr>
            <p:spPr>
              <a:xfrm>
                <a:off x="337486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0" name="ph8925">
                <a:extLst>
                  <a:ext uri="{FF2B5EF4-FFF2-40B4-BE49-F238E27FC236}">
                    <a16:creationId xmlns:a16="http://schemas.microsoft.com/office/drawing/2014/main" id="{35E2B470-7357-7CE6-5AFF-75655E79D8C8}"/>
                  </a:ext>
                </a:extLst>
              </p:cNvPr>
              <p:cNvSpPr/>
              <p:nvPr/>
            </p:nvSpPr>
            <p:spPr>
              <a:xfrm>
                <a:off x="3384305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1" name="ph8926">
                <a:extLst>
                  <a:ext uri="{FF2B5EF4-FFF2-40B4-BE49-F238E27FC236}">
                    <a16:creationId xmlns:a16="http://schemas.microsoft.com/office/drawing/2014/main" id="{3AB06D92-2065-F2EA-FD5E-01EA3E2E209F}"/>
                  </a:ext>
                </a:extLst>
              </p:cNvPr>
              <p:cNvSpPr/>
              <p:nvPr/>
            </p:nvSpPr>
            <p:spPr>
              <a:xfrm>
                <a:off x="339374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2" name="ph8927">
                <a:extLst>
                  <a:ext uri="{FF2B5EF4-FFF2-40B4-BE49-F238E27FC236}">
                    <a16:creationId xmlns:a16="http://schemas.microsoft.com/office/drawing/2014/main" id="{1863D4EA-7864-24F5-FC04-C18DE1909308}"/>
                  </a:ext>
                </a:extLst>
              </p:cNvPr>
              <p:cNvSpPr/>
              <p:nvPr/>
            </p:nvSpPr>
            <p:spPr>
              <a:xfrm>
                <a:off x="340318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3" name="ph8928">
                <a:extLst>
                  <a:ext uri="{FF2B5EF4-FFF2-40B4-BE49-F238E27FC236}">
                    <a16:creationId xmlns:a16="http://schemas.microsoft.com/office/drawing/2014/main" id="{04F24244-4D58-0B09-62FD-C60A80F21D76}"/>
                  </a:ext>
                </a:extLst>
              </p:cNvPr>
              <p:cNvSpPr/>
              <p:nvPr/>
            </p:nvSpPr>
            <p:spPr>
              <a:xfrm>
                <a:off x="341262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4" name="ph8929">
                <a:extLst>
                  <a:ext uri="{FF2B5EF4-FFF2-40B4-BE49-F238E27FC236}">
                    <a16:creationId xmlns:a16="http://schemas.microsoft.com/office/drawing/2014/main" id="{8AED4B2A-C143-5F70-E0FD-7078141F04AB}"/>
                  </a:ext>
                </a:extLst>
              </p:cNvPr>
              <p:cNvSpPr/>
              <p:nvPr/>
            </p:nvSpPr>
            <p:spPr>
              <a:xfrm>
                <a:off x="3422066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5" name="ph8930">
                <a:extLst>
                  <a:ext uri="{FF2B5EF4-FFF2-40B4-BE49-F238E27FC236}">
                    <a16:creationId xmlns:a16="http://schemas.microsoft.com/office/drawing/2014/main" id="{00AAB4E6-E486-9CCE-9184-84625B5A98F4}"/>
                  </a:ext>
                </a:extLst>
              </p:cNvPr>
              <p:cNvSpPr/>
              <p:nvPr/>
            </p:nvSpPr>
            <p:spPr>
              <a:xfrm>
                <a:off x="343150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6" name="ph8931">
                <a:extLst>
                  <a:ext uri="{FF2B5EF4-FFF2-40B4-BE49-F238E27FC236}">
                    <a16:creationId xmlns:a16="http://schemas.microsoft.com/office/drawing/2014/main" id="{5AA2585C-E34F-A57C-4CE0-588BDDA83DCC}"/>
                  </a:ext>
                </a:extLst>
              </p:cNvPr>
              <p:cNvSpPr/>
              <p:nvPr/>
            </p:nvSpPr>
            <p:spPr>
              <a:xfrm>
                <a:off x="344094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7" name="ph8932">
                <a:extLst>
                  <a:ext uri="{FF2B5EF4-FFF2-40B4-BE49-F238E27FC236}">
                    <a16:creationId xmlns:a16="http://schemas.microsoft.com/office/drawing/2014/main" id="{E387B61F-A3C0-9E85-BC14-84E40698DB7C}"/>
                  </a:ext>
                </a:extLst>
              </p:cNvPr>
              <p:cNvSpPr/>
              <p:nvPr/>
            </p:nvSpPr>
            <p:spPr>
              <a:xfrm>
                <a:off x="345038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8" name="ph8933">
                <a:extLst>
                  <a:ext uri="{FF2B5EF4-FFF2-40B4-BE49-F238E27FC236}">
                    <a16:creationId xmlns:a16="http://schemas.microsoft.com/office/drawing/2014/main" id="{541D726D-AE37-C126-AC08-E84E21F060A6}"/>
                  </a:ext>
                </a:extLst>
              </p:cNvPr>
              <p:cNvSpPr/>
              <p:nvPr/>
            </p:nvSpPr>
            <p:spPr>
              <a:xfrm>
                <a:off x="3459827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9" name="ph8934">
                <a:extLst>
                  <a:ext uri="{FF2B5EF4-FFF2-40B4-BE49-F238E27FC236}">
                    <a16:creationId xmlns:a16="http://schemas.microsoft.com/office/drawing/2014/main" id="{105BF864-C707-AA73-1247-9774C73B5CAE}"/>
                  </a:ext>
                </a:extLst>
              </p:cNvPr>
              <p:cNvSpPr/>
              <p:nvPr/>
            </p:nvSpPr>
            <p:spPr>
              <a:xfrm>
                <a:off x="346926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0" name="ph8935">
                <a:extLst>
                  <a:ext uri="{FF2B5EF4-FFF2-40B4-BE49-F238E27FC236}">
                    <a16:creationId xmlns:a16="http://schemas.microsoft.com/office/drawing/2014/main" id="{EF5D3FF7-9E67-D1E2-FB78-B99231974C93}"/>
                  </a:ext>
                </a:extLst>
              </p:cNvPr>
              <p:cNvSpPr/>
              <p:nvPr/>
            </p:nvSpPr>
            <p:spPr>
              <a:xfrm>
                <a:off x="347870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1" name="ph8936">
                <a:extLst>
                  <a:ext uri="{FF2B5EF4-FFF2-40B4-BE49-F238E27FC236}">
                    <a16:creationId xmlns:a16="http://schemas.microsoft.com/office/drawing/2014/main" id="{61D7808D-C4F3-A889-0595-72FF0B06DC88}"/>
                  </a:ext>
                </a:extLst>
              </p:cNvPr>
              <p:cNvSpPr/>
              <p:nvPr/>
            </p:nvSpPr>
            <p:spPr>
              <a:xfrm>
                <a:off x="348814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2" name="ph8937">
                <a:extLst>
                  <a:ext uri="{FF2B5EF4-FFF2-40B4-BE49-F238E27FC236}">
                    <a16:creationId xmlns:a16="http://schemas.microsoft.com/office/drawing/2014/main" id="{418DB971-3B97-B7F1-86AE-04FE2625F0C8}"/>
                  </a:ext>
                </a:extLst>
              </p:cNvPr>
              <p:cNvSpPr/>
              <p:nvPr/>
            </p:nvSpPr>
            <p:spPr>
              <a:xfrm>
                <a:off x="3497588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3" name="ph8938">
                <a:extLst>
                  <a:ext uri="{FF2B5EF4-FFF2-40B4-BE49-F238E27FC236}">
                    <a16:creationId xmlns:a16="http://schemas.microsoft.com/office/drawing/2014/main" id="{0E925C07-6540-3586-6662-10FC575DE407}"/>
                  </a:ext>
                </a:extLst>
              </p:cNvPr>
              <p:cNvSpPr/>
              <p:nvPr/>
            </p:nvSpPr>
            <p:spPr>
              <a:xfrm>
                <a:off x="350702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4" name="ph8939">
                <a:extLst>
                  <a:ext uri="{FF2B5EF4-FFF2-40B4-BE49-F238E27FC236}">
                    <a16:creationId xmlns:a16="http://schemas.microsoft.com/office/drawing/2014/main" id="{1481DD2F-3A60-B10A-C059-380D6F4D366D}"/>
                  </a:ext>
                </a:extLst>
              </p:cNvPr>
              <p:cNvSpPr/>
              <p:nvPr/>
            </p:nvSpPr>
            <p:spPr>
              <a:xfrm>
                <a:off x="351646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5" name="ph8940">
                <a:extLst>
                  <a:ext uri="{FF2B5EF4-FFF2-40B4-BE49-F238E27FC236}">
                    <a16:creationId xmlns:a16="http://schemas.microsoft.com/office/drawing/2014/main" id="{4FCCD82D-BBD1-7B8C-478C-DA0002EE86EB}"/>
                  </a:ext>
                </a:extLst>
              </p:cNvPr>
              <p:cNvSpPr/>
              <p:nvPr/>
            </p:nvSpPr>
            <p:spPr>
              <a:xfrm>
                <a:off x="352590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6" name="ph8941">
                <a:extLst>
                  <a:ext uri="{FF2B5EF4-FFF2-40B4-BE49-F238E27FC236}">
                    <a16:creationId xmlns:a16="http://schemas.microsoft.com/office/drawing/2014/main" id="{70016C8D-5001-859C-A4C6-5B531F699884}"/>
                  </a:ext>
                </a:extLst>
              </p:cNvPr>
              <p:cNvSpPr/>
              <p:nvPr/>
            </p:nvSpPr>
            <p:spPr>
              <a:xfrm>
                <a:off x="3535349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7" name="ph8942">
                <a:extLst>
                  <a:ext uri="{FF2B5EF4-FFF2-40B4-BE49-F238E27FC236}">
                    <a16:creationId xmlns:a16="http://schemas.microsoft.com/office/drawing/2014/main" id="{BE7EFFE0-2987-C6B4-536D-EE2B2C7F6B29}"/>
                  </a:ext>
                </a:extLst>
              </p:cNvPr>
              <p:cNvSpPr/>
              <p:nvPr/>
            </p:nvSpPr>
            <p:spPr>
              <a:xfrm>
                <a:off x="354479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8" name="ph8943">
                <a:extLst>
                  <a:ext uri="{FF2B5EF4-FFF2-40B4-BE49-F238E27FC236}">
                    <a16:creationId xmlns:a16="http://schemas.microsoft.com/office/drawing/2014/main" id="{72B3757D-4879-AFD3-74CE-E9A2BF05A10D}"/>
                  </a:ext>
                </a:extLst>
              </p:cNvPr>
              <p:cNvSpPr/>
              <p:nvPr/>
            </p:nvSpPr>
            <p:spPr>
              <a:xfrm>
                <a:off x="355423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9" name="ph8944">
                <a:extLst>
                  <a:ext uri="{FF2B5EF4-FFF2-40B4-BE49-F238E27FC236}">
                    <a16:creationId xmlns:a16="http://schemas.microsoft.com/office/drawing/2014/main" id="{553EC8CE-48CF-8142-AFC7-90116FC34057}"/>
                  </a:ext>
                </a:extLst>
              </p:cNvPr>
              <p:cNvSpPr/>
              <p:nvPr/>
            </p:nvSpPr>
            <p:spPr>
              <a:xfrm>
                <a:off x="356367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0" name="ph8945">
                <a:extLst>
                  <a:ext uri="{FF2B5EF4-FFF2-40B4-BE49-F238E27FC236}">
                    <a16:creationId xmlns:a16="http://schemas.microsoft.com/office/drawing/2014/main" id="{61E853FC-3199-AA04-BB03-E12392C8BE41}"/>
                  </a:ext>
                </a:extLst>
              </p:cNvPr>
              <p:cNvSpPr/>
              <p:nvPr/>
            </p:nvSpPr>
            <p:spPr>
              <a:xfrm>
                <a:off x="357311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1" name="ph8946">
                <a:extLst>
                  <a:ext uri="{FF2B5EF4-FFF2-40B4-BE49-F238E27FC236}">
                    <a16:creationId xmlns:a16="http://schemas.microsoft.com/office/drawing/2014/main" id="{72CBA914-EEFE-2459-115B-21565C52C81A}"/>
                  </a:ext>
                </a:extLst>
              </p:cNvPr>
              <p:cNvSpPr/>
              <p:nvPr/>
            </p:nvSpPr>
            <p:spPr>
              <a:xfrm>
                <a:off x="3582550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2" name="ph8947">
                <a:extLst>
                  <a:ext uri="{FF2B5EF4-FFF2-40B4-BE49-F238E27FC236}">
                    <a16:creationId xmlns:a16="http://schemas.microsoft.com/office/drawing/2014/main" id="{6FD3C3C0-3DAC-82FD-4025-C6C059A269B8}"/>
                  </a:ext>
                </a:extLst>
              </p:cNvPr>
              <p:cNvSpPr/>
              <p:nvPr/>
            </p:nvSpPr>
            <p:spPr>
              <a:xfrm>
                <a:off x="359199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3" name="ph8948">
                <a:extLst>
                  <a:ext uri="{FF2B5EF4-FFF2-40B4-BE49-F238E27FC236}">
                    <a16:creationId xmlns:a16="http://schemas.microsoft.com/office/drawing/2014/main" id="{BC6CEF8C-9FD5-7301-1B79-C228135CBE1B}"/>
                  </a:ext>
                </a:extLst>
              </p:cNvPr>
              <p:cNvSpPr/>
              <p:nvPr/>
            </p:nvSpPr>
            <p:spPr>
              <a:xfrm>
                <a:off x="360143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4" name="ph8949">
                <a:extLst>
                  <a:ext uri="{FF2B5EF4-FFF2-40B4-BE49-F238E27FC236}">
                    <a16:creationId xmlns:a16="http://schemas.microsoft.com/office/drawing/2014/main" id="{863AEA3B-51D8-81F6-18BE-F458F52A66D1}"/>
                  </a:ext>
                </a:extLst>
              </p:cNvPr>
              <p:cNvSpPr/>
              <p:nvPr/>
            </p:nvSpPr>
            <p:spPr>
              <a:xfrm>
                <a:off x="361087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5" name="ph8950">
                <a:extLst>
                  <a:ext uri="{FF2B5EF4-FFF2-40B4-BE49-F238E27FC236}">
                    <a16:creationId xmlns:a16="http://schemas.microsoft.com/office/drawing/2014/main" id="{D04E7ABC-9F8D-0265-8332-351A0DF479A3}"/>
                  </a:ext>
                </a:extLst>
              </p:cNvPr>
              <p:cNvSpPr/>
              <p:nvPr/>
            </p:nvSpPr>
            <p:spPr>
              <a:xfrm>
                <a:off x="3620311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6" name="ph8951">
                <a:extLst>
                  <a:ext uri="{FF2B5EF4-FFF2-40B4-BE49-F238E27FC236}">
                    <a16:creationId xmlns:a16="http://schemas.microsoft.com/office/drawing/2014/main" id="{567203CD-B0BB-2A3A-C343-529B5B37AAFE}"/>
                  </a:ext>
                </a:extLst>
              </p:cNvPr>
              <p:cNvSpPr/>
              <p:nvPr/>
            </p:nvSpPr>
            <p:spPr>
              <a:xfrm>
                <a:off x="362975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7" name="ph8952">
                <a:extLst>
                  <a:ext uri="{FF2B5EF4-FFF2-40B4-BE49-F238E27FC236}">
                    <a16:creationId xmlns:a16="http://schemas.microsoft.com/office/drawing/2014/main" id="{00AE3659-92D6-0C41-1E84-4BD944EC43EB}"/>
                  </a:ext>
                </a:extLst>
              </p:cNvPr>
              <p:cNvSpPr/>
              <p:nvPr/>
            </p:nvSpPr>
            <p:spPr>
              <a:xfrm>
                <a:off x="363919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8" name="ph8953">
                <a:extLst>
                  <a:ext uri="{FF2B5EF4-FFF2-40B4-BE49-F238E27FC236}">
                    <a16:creationId xmlns:a16="http://schemas.microsoft.com/office/drawing/2014/main" id="{85646C38-200B-CC3E-F30C-A12E58232837}"/>
                  </a:ext>
                </a:extLst>
              </p:cNvPr>
              <p:cNvSpPr/>
              <p:nvPr/>
            </p:nvSpPr>
            <p:spPr>
              <a:xfrm>
                <a:off x="364863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9" name="ph8954">
                <a:extLst>
                  <a:ext uri="{FF2B5EF4-FFF2-40B4-BE49-F238E27FC236}">
                    <a16:creationId xmlns:a16="http://schemas.microsoft.com/office/drawing/2014/main" id="{09DC3B53-C145-675C-AB1D-A800C11D146E}"/>
                  </a:ext>
                </a:extLst>
              </p:cNvPr>
              <p:cNvSpPr/>
              <p:nvPr/>
            </p:nvSpPr>
            <p:spPr>
              <a:xfrm>
                <a:off x="3658072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0" name="ph8955">
                <a:extLst>
                  <a:ext uri="{FF2B5EF4-FFF2-40B4-BE49-F238E27FC236}">
                    <a16:creationId xmlns:a16="http://schemas.microsoft.com/office/drawing/2014/main" id="{6581AE0B-E06C-8BCC-27C7-1D99400940D7}"/>
                  </a:ext>
                </a:extLst>
              </p:cNvPr>
              <p:cNvSpPr/>
              <p:nvPr/>
            </p:nvSpPr>
            <p:spPr>
              <a:xfrm>
                <a:off x="366751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1" name="ph8956">
                <a:extLst>
                  <a:ext uri="{FF2B5EF4-FFF2-40B4-BE49-F238E27FC236}">
                    <a16:creationId xmlns:a16="http://schemas.microsoft.com/office/drawing/2014/main" id="{8D69A39D-B6E7-4478-8FFF-CE77005A36FB}"/>
                  </a:ext>
                </a:extLst>
              </p:cNvPr>
              <p:cNvSpPr/>
              <p:nvPr/>
            </p:nvSpPr>
            <p:spPr>
              <a:xfrm>
                <a:off x="3676953" y="72706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399"/>
                    </a:moveTo>
                    <a:lnTo>
                      <a:pt x="923840" y="914399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2" name="ph8957">
                <a:extLst>
                  <a:ext uri="{FF2B5EF4-FFF2-40B4-BE49-F238E27FC236}">
                    <a16:creationId xmlns:a16="http://schemas.microsoft.com/office/drawing/2014/main" id="{073F5B6D-1D4D-8ED3-5F17-2B2B2E052803}"/>
                  </a:ext>
                </a:extLst>
              </p:cNvPr>
              <p:cNvSpPr/>
              <p:nvPr/>
            </p:nvSpPr>
            <p:spPr>
              <a:xfrm>
                <a:off x="3695833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08785" y="896830"/>
                    </a:lnTo>
                    <a:lnTo>
                      <a:pt x="909218" y="897256"/>
                    </a:lnTo>
                    <a:lnTo>
                      <a:pt x="909688" y="897719"/>
                    </a:lnTo>
                    <a:lnTo>
                      <a:pt x="910158" y="898182"/>
                    </a:lnTo>
                    <a:lnTo>
                      <a:pt x="910628" y="898646"/>
                    </a:lnTo>
                    <a:lnTo>
                      <a:pt x="911098" y="899109"/>
                    </a:lnTo>
                    <a:lnTo>
                      <a:pt x="911567" y="899572"/>
                    </a:lnTo>
                    <a:lnTo>
                      <a:pt x="912037" y="900035"/>
                    </a:lnTo>
                    <a:lnTo>
                      <a:pt x="912507" y="900499"/>
                    </a:lnTo>
                    <a:lnTo>
                      <a:pt x="912977" y="900962"/>
                    </a:lnTo>
                    <a:lnTo>
                      <a:pt x="913446" y="901425"/>
                    </a:lnTo>
                    <a:lnTo>
                      <a:pt x="913916" y="901888"/>
                    </a:lnTo>
                    <a:lnTo>
                      <a:pt x="914400" y="90236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3" name="ph8958">
                <a:extLst>
                  <a:ext uri="{FF2B5EF4-FFF2-40B4-BE49-F238E27FC236}">
                    <a16:creationId xmlns:a16="http://schemas.microsoft.com/office/drawing/2014/main" id="{394CF278-96D4-30E8-D659-A3F0D0BC8050}"/>
                  </a:ext>
                </a:extLst>
              </p:cNvPr>
              <p:cNvSpPr/>
              <p:nvPr/>
            </p:nvSpPr>
            <p:spPr>
              <a:xfrm>
                <a:off x="3705274" y="74463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2365"/>
                    </a:lnTo>
                    <a:lnTo>
                      <a:pt x="905415" y="902815"/>
                    </a:lnTo>
                    <a:lnTo>
                      <a:pt x="905885" y="903278"/>
                    </a:lnTo>
                    <a:lnTo>
                      <a:pt x="906354" y="903742"/>
                    </a:lnTo>
                    <a:lnTo>
                      <a:pt x="906824" y="904205"/>
                    </a:lnTo>
                    <a:lnTo>
                      <a:pt x="907293" y="904669"/>
                    </a:lnTo>
                    <a:lnTo>
                      <a:pt x="907762" y="905132"/>
                    </a:lnTo>
                    <a:lnTo>
                      <a:pt x="908232" y="905596"/>
                    </a:lnTo>
                    <a:lnTo>
                      <a:pt x="908701" y="906059"/>
                    </a:lnTo>
                    <a:lnTo>
                      <a:pt x="909170" y="906522"/>
                    </a:lnTo>
                    <a:lnTo>
                      <a:pt x="909640" y="906986"/>
                    </a:lnTo>
                    <a:lnTo>
                      <a:pt x="910109" y="907449"/>
                    </a:lnTo>
                    <a:lnTo>
                      <a:pt x="910578" y="907913"/>
                    </a:lnTo>
                    <a:lnTo>
                      <a:pt x="911047" y="908377"/>
                    </a:lnTo>
                    <a:lnTo>
                      <a:pt x="911516" y="908840"/>
                    </a:lnTo>
                    <a:lnTo>
                      <a:pt x="911985" y="909304"/>
                    </a:lnTo>
                    <a:lnTo>
                      <a:pt x="912454" y="909767"/>
                    </a:lnTo>
                    <a:lnTo>
                      <a:pt x="912923" y="910231"/>
                    </a:lnTo>
                    <a:lnTo>
                      <a:pt x="913392" y="910694"/>
                    </a:lnTo>
                    <a:lnTo>
                      <a:pt x="913861" y="911158"/>
                    </a:lnTo>
                    <a:lnTo>
                      <a:pt x="914400" y="911691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4" name="ph8959">
                <a:extLst>
                  <a:ext uri="{FF2B5EF4-FFF2-40B4-BE49-F238E27FC236}">
                    <a16:creationId xmlns:a16="http://schemas.microsoft.com/office/drawing/2014/main" id="{F3854743-5AFC-6D8C-CF6C-4E3F1716EC2F}"/>
                  </a:ext>
                </a:extLst>
              </p:cNvPr>
              <p:cNvSpPr/>
              <p:nvPr/>
            </p:nvSpPr>
            <p:spPr>
              <a:xfrm>
                <a:off x="3705274" y="744639"/>
                <a:ext cx="9171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138" h="914400">
                    <a:moveTo>
                      <a:pt x="914400" y="914400"/>
                    </a:moveTo>
                    <a:lnTo>
                      <a:pt x="914400" y="911691"/>
                    </a:lnTo>
                    <a:lnTo>
                      <a:pt x="914799" y="912085"/>
                    </a:lnTo>
                    <a:lnTo>
                      <a:pt x="915268" y="912549"/>
                    </a:lnTo>
                    <a:lnTo>
                      <a:pt x="915736" y="913013"/>
                    </a:lnTo>
                    <a:lnTo>
                      <a:pt x="916205" y="913477"/>
                    </a:lnTo>
                    <a:lnTo>
                      <a:pt x="916674" y="913940"/>
                    </a:lnTo>
                    <a:lnTo>
                      <a:pt x="917138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5" name="ph8960">
                <a:extLst>
                  <a:ext uri="{FF2B5EF4-FFF2-40B4-BE49-F238E27FC236}">
                    <a16:creationId xmlns:a16="http://schemas.microsoft.com/office/drawing/2014/main" id="{9F6F5539-D20E-81F8-FC6A-C712148DD708}"/>
                  </a:ext>
                </a:extLst>
              </p:cNvPr>
              <p:cNvSpPr/>
              <p:nvPr/>
            </p:nvSpPr>
            <p:spPr>
              <a:xfrm>
                <a:off x="3299343" y="709499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7289" y="931969"/>
                    </a:lnTo>
                    <a:lnTo>
                      <a:pt x="906656" y="925061"/>
                    </a:lnTo>
                    <a:lnTo>
                      <a:pt x="905977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6" name="ph8961">
                <a:extLst>
                  <a:ext uri="{FF2B5EF4-FFF2-40B4-BE49-F238E27FC236}">
                    <a16:creationId xmlns:a16="http://schemas.microsoft.com/office/drawing/2014/main" id="{924B163D-2E01-6CE5-B90C-D5D565FD3631}"/>
                  </a:ext>
                </a:extLst>
              </p:cNvPr>
              <p:cNvSpPr/>
              <p:nvPr/>
            </p:nvSpPr>
            <p:spPr>
              <a:xfrm>
                <a:off x="3299343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7" name="ph8962">
                <a:extLst>
                  <a:ext uri="{FF2B5EF4-FFF2-40B4-BE49-F238E27FC236}">
                    <a16:creationId xmlns:a16="http://schemas.microsoft.com/office/drawing/2014/main" id="{D95E7B9E-CE26-84CA-DAE0-0AA02D943D8E}"/>
                  </a:ext>
                </a:extLst>
              </p:cNvPr>
              <p:cNvSpPr/>
              <p:nvPr/>
            </p:nvSpPr>
            <p:spPr>
              <a:xfrm>
                <a:off x="330878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8" name="ph8963">
                <a:extLst>
                  <a:ext uri="{FF2B5EF4-FFF2-40B4-BE49-F238E27FC236}">
                    <a16:creationId xmlns:a16="http://schemas.microsoft.com/office/drawing/2014/main" id="{CCE74FCA-605F-844E-7DA1-06CD79CBCDA7}"/>
                  </a:ext>
                </a:extLst>
              </p:cNvPr>
              <p:cNvSpPr/>
              <p:nvPr/>
            </p:nvSpPr>
            <p:spPr>
              <a:xfrm>
                <a:off x="331822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9" name="ph8964">
                <a:extLst>
                  <a:ext uri="{FF2B5EF4-FFF2-40B4-BE49-F238E27FC236}">
                    <a16:creationId xmlns:a16="http://schemas.microsoft.com/office/drawing/2014/main" id="{97209865-5DD8-CCB5-392D-D1FF510AC6F8}"/>
                  </a:ext>
                </a:extLst>
              </p:cNvPr>
              <p:cNvSpPr/>
              <p:nvPr/>
            </p:nvSpPr>
            <p:spPr>
              <a:xfrm>
                <a:off x="332766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0" name="ph8965">
                <a:extLst>
                  <a:ext uri="{FF2B5EF4-FFF2-40B4-BE49-F238E27FC236}">
                    <a16:creationId xmlns:a16="http://schemas.microsoft.com/office/drawing/2014/main" id="{EF8432BF-1675-FF4A-0592-F58C791974AD}"/>
                  </a:ext>
                </a:extLst>
              </p:cNvPr>
              <p:cNvSpPr/>
              <p:nvPr/>
            </p:nvSpPr>
            <p:spPr>
              <a:xfrm>
                <a:off x="333710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1" name="ph8966">
                <a:extLst>
                  <a:ext uri="{FF2B5EF4-FFF2-40B4-BE49-F238E27FC236}">
                    <a16:creationId xmlns:a16="http://schemas.microsoft.com/office/drawing/2014/main" id="{14F39FE5-5B06-222E-57F8-143B2BEBADEE}"/>
                  </a:ext>
                </a:extLst>
              </p:cNvPr>
              <p:cNvSpPr/>
              <p:nvPr/>
            </p:nvSpPr>
            <p:spPr>
              <a:xfrm>
                <a:off x="3346544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2" name="ph8967">
                <a:extLst>
                  <a:ext uri="{FF2B5EF4-FFF2-40B4-BE49-F238E27FC236}">
                    <a16:creationId xmlns:a16="http://schemas.microsoft.com/office/drawing/2014/main" id="{FAF0ECDE-56CA-BE06-72D6-9C9CE9AFF76A}"/>
                  </a:ext>
                </a:extLst>
              </p:cNvPr>
              <p:cNvSpPr/>
              <p:nvPr/>
            </p:nvSpPr>
            <p:spPr>
              <a:xfrm>
                <a:off x="335598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3" name="ph8968">
                <a:extLst>
                  <a:ext uri="{FF2B5EF4-FFF2-40B4-BE49-F238E27FC236}">
                    <a16:creationId xmlns:a16="http://schemas.microsoft.com/office/drawing/2014/main" id="{9D124ECA-DC78-6A06-E4C6-AF3BE8D6A5BF}"/>
                  </a:ext>
                </a:extLst>
              </p:cNvPr>
              <p:cNvSpPr/>
              <p:nvPr/>
            </p:nvSpPr>
            <p:spPr>
              <a:xfrm>
                <a:off x="336542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4" name="ph8969">
                <a:extLst>
                  <a:ext uri="{FF2B5EF4-FFF2-40B4-BE49-F238E27FC236}">
                    <a16:creationId xmlns:a16="http://schemas.microsoft.com/office/drawing/2014/main" id="{9FB7F32C-6ED0-9C41-F5CB-F5DAB715FE21}"/>
                  </a:ext>
                </a:extLst>
              </p:cNvPr>
              <p:cNvSpPr/>
              <p:nvPr/>
            </p:nvSpPr>
            <p:spPr>
              <a:xfrm>
                <a:off x="337486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5" name="ph8970">
                <a:extLst>
                  <a:ext uri="{FF2B5EF4-FFF2-40B4-BE49-F238E27FC236}">
                    <a16:creationId xmlns:a16="http://schemas.microsoft.com/office/drawing/2014/main" id="{122BC80F-1668-0455-FFA3-9397A45D4938}"/>
                  </a:ext>
                </a:extLst>
              </p:cNvPr>
              <p:cNvSpPr/>
              <p:nvPr/>
            </p:nvSpPr>
            <p:spPr>
              <a:xfrm>
                <a:off x="3384305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6" name="ph8971">
                <a:extLst>
                  <a:ext uri="{FF2B5EF4-FFF2-40B4-BE49-F238E27FC236}">
                    <a16:creationId xmlns:a16="http://schemas.microsoft.com/office/drawing/2014/main" id="{5D4DE516-6853-0D3D-5F33-CAF05B11D502}"/>
                  </a:ext>
                </a:extLst>
              </p:cNvPr>
              <p:cNvSpPr/>
              <p:nvPr/>
            </p:nvSpPr>
            <p:spPr>
              <a:xfrm>
                <a:off x="339374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7" name="ph8972">
                <a:extLst>
                  <a:ext uri="{FF2B5EF4-FFF2-40B4-BE49-F238E27FC236}">
                    <a16:creationId xmlns:a16="http://schemas.microsoft.com/office/drawing/2014/main" id="{1242AAE4-7ECA-0632-94D4-150BAC8C20F9}"/>
                  </a:ext>
                </a:extLst>
              </p:cNvPr>
              <p:cNvSpPr/>
              <p:nvPr/>
            </p:nvSpPr>
            <p:spPr>
              <a:xfrm>
                <a:off x="340318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8" name="ph8973">
                <a:extLst>
                  <a:ext uri="{FF2B5EF4-FFF2-40B4-BE49-F238E27FC236}">
                    <a16:creationId xmlns:a16="http://schemas.microsoft.com/office/drawing/2014/main" id="{0959BB82-01E2-822B-F25F-C7F649710739}"/>
                  </a:ext>
                </a:extLst>
              </p:cNvPr>
              <p:cNvSpPr/>
              <p:nvPr/>
            </p:nvSpPr>
            <p:spPr>
              <a:xfrm>
                <a:off x="341262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9" name="ph8974">
                <a:extLst>
                  <a:ext uri="{FF2B5EF4-FFF2-40B4-BE49-F238E27FC236}">
                    <a16:creationId xmlns:a16="http://schemas.microsoft.com/office/drawing/2014/main" id="{28CB61CA-FFD0-53A1-4B31-D7AFF81D4AB2}"/>
                  </a:ext>
                </a:extLst>
              </p:cNvPr>
              <p:cNvSpPr/>
              <p:nvPr/>
            </p:nvSpPr>
            <p:spPr>
              <a:xfrm>
                <a:off x="3422066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0" name="ph8975">
                <a:extLst>
                  <a:ext uri="{FF2B5EF4-FFF2-40B4-BE49-F238E27FC236}">
                    <a16:creationId xmlns:a16="http://schemas.microsoft.com/office/drawing/2014/main" id="{B706EBBD-016E-F462-800B-13F74EC35787}"/>
                  </a:ext>
                </a:extLst>
              </p:cNvPr>
              <p:cNvSpPr/>
              <p:nvPr/>
            </p:nvSpPr>
            <p:spPr>
              <a:xfrm>
                <a:off x="343150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1" name="ph8976">
                <a:extLst>
                  <a:ext uri="{FF2B5EF4-FFF2-40B4-BE49-F238E27FC236}">
                    <a16:creationId xmlns:a16="http://schemas.microsoft.com/office/drawing/2014/main" id="{E2CB12B3-7407-4B1A-4F35-065CD08B2CC4}"/>
                  </a:ext>
                </a:extLst>
              </p:cNvPr>
              <p:cNvSpPr/>
              <p:nvPr/>
            </p:nvSpPr>
            <p:spPr>
              <a:xfrm>
                <a:off x="344094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2" name="ph8977">
                <a:extLst>
                  <a:ext uri="{FF2B5EF4-FFF2-40B4-BE49-F238E27FC236}">
                    <a16:creationId xmlns:a16="http://schemas.microsoft.com/office/drawing/2014/main" id="{3B49ADC8-7900-17BD-0F51-7762A3E0B5A0}"/>
                  </a:ext>
                </a:extLst>
              </p:cNvPr>
              <p:cNvSpPr/>
              <p:nvPr/>
            </p:nvSpPr>
            <p:spPr>
              <a:xfrm>
                <a:off x="345038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3" name="ph8978">
                <a:extLst>
                  <a:ext uri="{FF2B5EF4-FFF2-40B4-BE49-F238E27FC236}">
                    <a16:creationId xmlns:a16="http://schemas.microsoft.com/office/drawing/2014/main" id="{74715908-08E6-1CF0-0472-E74647B56A06}"/>
                  </a:ext>
                </a:extLst>
              </p:cNvPr>
              <p:cNvSpPr/>
              <p:nvPr/>
            </p:nvSpPr>
            <p:spPr>
              <a:xfrm>
                <a:off x="3459827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4" name="ph8979">
                <a:extLst>
                  <a:ext uri="{FF2B5EF4-FFF2-40B4-BE49-F238E27FC236}">
                    <a16:creationId xmlns:a16="http://schemas.microsoft.com/office/drawing/2014/main" id="{E38FA47C-371B-033E-335C-BC0EB11F2A33}"/>
                  </a:ext>
                </a:extLst>
              </p:cNvPr>
              <p:cNvSpPr/>
              <p:nvPr/>
            </p:nvSpPr>
            <p:spPr>
              <a:xfrm>
                <a:off x="346926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5" name="ph8980">
                <a:extLst>
                  <a:ext uri="{FF2B5EF4-FFF2-40B4-BE49-F238E27FC236}">
                    <a16:creationId xmlns:a16="http://schemas.microsoft.com/office/drawing/2014/main" id="{D62DEEDA-ABF2-25CF-A318-CD3031D40F43}"/>
                  </a:ext>
                </a:extLst>
              </p:cNvPr>
              <p:cNvSpPr/>
              <p:nvPr/>
            </p:nvSpPr>
            <p:spPr>
              <a:xfrm>
                <a:off x="347870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6" name="ph8981">
                <a:extLst>
                  <a:ext uri="{FF2B5EF4-FFF2-40B4-BE49-F238E27FC236}">
                    <a16:creationId xmlns:a16="http://schemas.microsoft.com/office/drawing/2014/main" id="{3246EEAC-4E6B-8BDA-CD26-56F20C4C9860}"/>
                  </a:ext>
                </a:extLst>
              </p:cNvPr>
              <p:cNvSpPr/>
              <p:nvPr/>
            </p:nvSpPr>
            <p:spPr>
              <a:xfrm>
                <a:off x="348814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7" name="ph8982">
                <a:extLst>
                  <a:ext uri="{FF2B5EF4-FFF2-40B4-BE49-F238E27FC236}">
                    <a16:creationId xmlns:a16="http://schemas.microsoft.com/office/drawing/2014/main" id="{76BF4FB7-EDF0-FDE6-9764-7DAEFFE32453}"/>
                  </a:ext>
                </a:extLst>
              </p:cNvPr>
              <p:cNvSpPr/>
              <p:nvPr/>
            </p:nvSpPr>
            <p:spPr>
              <a:xfrm>
                <a:off x="3497588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8" name="ph8983">
                <a:extLst>
                  <a:ext uri="{FF2B5EF4-FFF2-40B4-BE49-F238E27FC236}">
                    <a16:creationId xmlns:a16="http://schemas.microsoft.com/office/drawing/2014/main" id="{DD9D70AA-B7DD-FA4F-D093-49712C051FBA}"/>
                  </a:ext>
                </a:extLst>
              </p:cNvPr>
              <p:cNvSpPr/>
              <p:nvPr/>
            </p:nvSpPr>
            <p:spPr>
              <a:xfrm>
                <a:off x="350702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9" name="ph8984">
                <a:extLst>
                  <a:ext uri="{FF2B5EF4-FFF2-40B4-BE49-F238E27FC236}">
                    <a16:creationId xmlns:a16="http://schemas.microsoft.com/office/drawing/2014/main" id="{EE59E26F-CF25-CFBE-D8F1-2EB822AE2CBE}"/>
                  </a:ext>
                </a:extLst>
              </p:cNvPr>
              <p:cNvSpPr/>
              <p:nvPr/>
            </p:nvSpPr>
            <p:spPr>
              <a:xfrm>
                <a:off x="351646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0" name="ph8985">
                <a:extLst>
                  <a:ext uri="{FF2B5EF4-FFF2-40B4-BE49-F238E27FC236}">
                    <a16:creationId xmlns:a16="http://schemas.microsoft.com/office/drawing/2014/main" id="{64E35839-53CF-0D55-2F9D-4392C9438824}"/>
                  </a:ext>
                </a:extLst>
              </p:cNvPr>
              <p:cNvSpPr/>
              <p:nvPr/>
            </p:nvSpPr>
            <p:spPr>
              <a:xfrm>
                <a:off x="352590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1" name="ph8986">
                <a:extLst>
                  <a:ext uri="{FF2B5EF4-FFF2-40B4-BE49-F238E27FC236}">
                    <a16:creationId xmlns:a16="http://schemas.microsoft.com/office/drawing/2014/main" id="{31262885-0DD8-3C4E-D82C-7FA539CCAAFF}"/>
                  </a:ext>
                </a:extLst>
              </p:cNvPr>
              <p:cNvSpPr/>
              <p:nvPr/>
            </p:nvSpPr>
            <p:spPr>
              <a:xfrm>
                <a:off x="3535349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2" name="ph8987">
                <a:extLst>
                  <a:ext uri="{FF2B5EF4-FFF2-40B4-BE49-F238E27FC236}">
                    <a16:creationId xmlns:a16="http://schemas.microsoft.com/office/drawing/2014/main" id="{0AF0F6B7-C22A-E816-64EA-1CD066EA3748}"/>
                  </a:ext>
                </a:extLst>
              </p:cNvPr>
              <p:cNvSpPr/>
              <p:nvPr/>
            </p:nvSpPr>
            <p:spPr>
              <a:xfrm>
                <a:off x="354479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3" name="ph8988">
                <a:extLst>
                  <a:ext uri="{FF2B5EF4-FFF2-40B4-BE49-F238E27FC236}">
                    <a16:creationId xmlns:a16="http://schemas.microsoft.com/office/drawing/2014/main" id="{819A4A0C-4A5D-7981-9700-35715DF215F3}"/>
                  </a:ext>
                </a:extLst>
              </p:cNvPr>
              <p:cNvSpPr/>
              <p:nvPr/>
            </p:nvSpPr>
            <p:spPr>
              <a:xfrm>
                <a:off x="355423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4" name="ph8989">
                <a:extLst>
                  <a:ext uri="{FF2B5EF4-FFF2-40B4-BE49-F238E27FC236}">
                    <a16:creationId xmlns:a16="http://schemas.microsoft.com/office/drawing/2014/main" id="{C80568D5-9B04-40D4-F520-FF772E3778DD}"/>
                  </a:ext>
                </a:extLst>
              </p:cNvPr>
              <p:cNvSpPr/>
              <p:nvPr/>
            </p:nvSpPr>
            <p:spPr>
              <a:xfrm>
                <a:off x="356367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5" name="ph8990">
                <a:extLst>
                  <a:ext uri="{FF2B5EF4-FFF2-40B4-BE49-F238E27FC236}">
                    <a16:creationId xmlns:a16="http://schemas.microsoft.com/office/drawing/2014/main" id="{C7D4AE43-947C-4FED-F7E1-D0617C2AE62A}"/>
                  </a:ext>
                </a:extLst>
              </p:cNvPr>
              <p:cNvSpPr/>
              <p:nvPr/>
            </p:nvSpPr>
            <p:spPr>
              <a:xfrm>
                <a:off x="357311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6" name="ph8991">
                <a:extLst>
                  <a:ext uri="{FF2B5EF4-FFF2-40B4-BE49-F238E27FC236}">
                    <a16:creationId xmlns:a16="http://schemas.microsoft.com/office/drawing/2014/main" id="{0196E508-D78B-6EF9-7DC9-AB9D7B0713D5}"/>
                  </a:ext>
                </a:extLst>
              </p:cNvPr>
              <p:cNvSpPr/>
              <p:nvPr/>
            </p:nvSpPr>
            <p:spPr>
              <a:xfrm>
                <a:off x="3582550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7" name="ph8992">
                <a:extLst>
                  <a:ext uri="{FF2B5EF4-FFF2-40B4-BE49-F238E27FC236}">
                    <a16:creationId xmlns:a16="http://schemas.microsoft.com/office/drawing/2014/main" id="{3C2AF1AC-C139-2875-C398-BE276ADBCF20}"/>
                  </a:ext>
                </a:extLst>
              </p:cNvPr>
              <p:cNvSpPr/>
              <p:nvPr/>
            </p:nvSpPr>
            <p:spPr>
              <a:xfrm>
                <a:off x="359199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8" name="ph8993">
                <a:extLst>
                  <a:ext uri="{FF2B5EF4-FFF2-40B4-BE49-F238E27FC236}">
                    <a16:creationId xmlns:a16="http://schemas.microsoft.com/office/drawing/2014/main" id="{00620BA2-E227-7DB8-6B98-0B78B5206E76}"/>
                  </a:ext>
                </a:extLst>
              </p:cNvPr>
              <p:cNvSpPr/>
              <p:nvPr/>
            </p:nvSpPr>
            <p:spPr>
              <a:xfrm>
                <a:off x="360143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9" name="ph8994">
                <a:extLst>
                  <a:ext uri="{FF2B5EF4-FFF2-40B4-BE49-F238E27FC236}">
                    <a16:creationId xmlns:a16="http://schemas.microsoft.com/office/drawing/2014/main" id="{76F46907-2AA3-D7EB-D4EA-C03F4C44E97F}"/>
                  </a:ext>
                </a:extLst>
              </p:cNvPr>
              <p:cNvSpPr/>
              <p:nvPr/>
            </p:nvSpPr>
            <p:spPr>
              <a:xfrm>
                <a:off x="361087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0" name="ph8995">
                <a:extLst>
                  <a:ext uri="{FF2B5EF4-FFF2-40B4-BE49-F238E27FC236}">
                    <a16:creationId xmlns:a16="http://schemas.microsoft.com/office/drawing/2014/main" id="{BB3B192A-467A-DE6C-36E6-141A80FF6865}"/>
                  </a:ext>
                </a:extLst>
              </p:cNvPr>
              <p:cNvSpPr/>
              <p:nvPr/>
            </p:nvSpPr>
            <p:spPr>
              <a:xfrm>
                <a:off x="3620311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1" name="ph8996">
                <a:extLst>
                  <a:ext uri="{FF2B5EF4-FFF2-40B4-BE49-F238E27FC236}">
                    <a16:creationId xmlns:a16="http://schemas.microsoft.com/office/drawing/2014/main" id="{E0D818A9-A993-C264-D0BF-70C147803CF2}"/>
                  </a:ext>
                </a:extLst>
              </p:cNvPr>
              <p:cNvSpPr/>
              <p:nvPr/>
            </p:nvSpPr>
            <p:spPr>
              <a:xfrm>
                <a:off x="362975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2" name="ph8997">
                <a:extLst>
                  <a:ext uri="{FF2B5EF4-FFF2-40B4-BE49-F238E27FC236}">
                    <a16:creationId xmlns:a16="http://schemas.microsoft.com/office/drawing/2014/main" id="{8BB0002F-B9ED-2A71-64BE-1667E10FD415}"/>
                  </a:ext>
                </a:extLst>
              </p:cNvPr>
              <p:cNvSpPr/>
              <p:nvPr/>
            </p:nvSpPr>
            <p:spPr>
              <a:xfrm>
                <a:off x="363919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3" name="ph8998">
                <a:extLst>
                  <a:ext uri="{FF2B5EF4-FFF2-40B4-BE49-F238E27FC236}">
                    <a16:creationId xmlns:a16="http://schemas.microsoft.com/office/drawing/2014/main" id="{70D73680-873F-2683-AF5F-68C50807E91F}"/>
                  </a:ext>
                </a:extLst>
              </p:cNvPr>
              <p:cNvSpPr/>
              <p:nvPr/>
            </p:nvSpPr>
            <p:spPr>
              <a:xfrm>
                <a:off x="364863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4" name="ph8999">
                <a:extLst>
                  <a:ext uri="{FF2B5EF4-FFF2-40B4-BE49-F238E27FC236}">
                    <a16:creationId xmlns:a16="http://schemas.microsoft.com/office/drawing/2014/main" id="{25974545-DC7C-EAD4-D874-C238E95AFFDB}"/>
                  </a:ext>
                </a:extLst>
              </p:cNvPr>
              <p:cNvSpPr/>
              <p:nvPr/>
            </p:nvSpPr>
            <p:spPr>
              <a:xfrm>
                <a:off x="3658072" y="709499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5" name="ph9000">
                <a:extLst>
                  <a:ext uri="{FF2B5EF4-FFF2-40B4-BE49-F238E27FC236}">
                    <a16:creationId xmlns:a16="http://schemas.microsoft.com/office/drawing/2014/main" id="{34DCA1A3-6669-DA31-6989-D0DD3C2E4E75}"/>
                  </a:ext>
                </a:extLst>
              </p:cNvPr>
              <p:cNvSpPr/>
              <p:nvPr/>
            </p:nvSpPr>
            <p:spPr>
              <a:xfrm>
                <a:off x="3676953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896830"/>
                    </a:lnTo>
                    <a:lnTo>
                      <a:pt x="908122" y="896830"/>
                    </a:lnTo>
                    <a:lnTo>
                      <a:pt x="909106" y="897503"/>
                    </a:lnTo>
                    <a:lnTo>
                      <a:pt x="914400" y="90173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6" name="ph9001">
                <a:extLst>
                  <a:ext uri="{FF2B5EF4-FFF2-40B4-BE49-F238E27FC236}">
                    <a16:creationId xmlns:a16="http://schemas.microsoft.com/office/drawing/2014/main" id="{8129357A-48FD-AF9D-F2E5-1E9DB140C18F}"/>
                  </a:ext>
                </a:extLst>
              </p:cNvPr>
              <p:cNvSpPr/>
              <p:nvPr/>
            </p:nvSpPr>
            <p:spPr>
              <a:xfrm>
                <a:off x="3686393" y="727069"/>
                <a:ext cx="91440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399">
                    <a:moveTo>
                      <a:pt x="914400" y="914399"/>
                    </a:moveTo>
                    <a:lnTo>
                      <a:pt x="904959" y="914399"/>
                    </a:lnTo>
                    <a:lnTo>
                      <a:pt x="904959" y="901737"/>
                    </a:lnTo>
                    <a:lnTo>
                      <a:pt x="905235" y="901957"/>
                    </a:lnTo>
                    <a:lnTo>
                      <a:pt x="910667" y="906959"/>
                    </a:lnTo>
                    <a:lnTo>
                      <a:pt x="911133" y="907418"/>
                    </a:lnTo>
                    <a:lnTo>
                      <a:pt x="911604" y="907880"/>
                    </a:lnTo>
                    <a:lnTo>
                      <a:pt x="912074" y="908343"/>
                    </a:lnTo>
                    <a:lnTo>
                      <a:pt x="912545" y="908806"/>
                    </a:lnTo>
                    <a:lnTo>
                      <a:pt x="913015" y="909269"/>
                    </a:lnTo>
                    <a:lnTo>
                      <a:pt x="913486" y="909732"/>
                    </a:lnTo>
                    <a:lnTo>
                      <a:pt x="913956" y="910195"/>
                    </a:lnTo>
                    <a:lnTo>
                      <a:pt x="914400" y="910632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7" name="ph9002">
                <a:extLst>
                  <a:ext uri="{FF2B5EF4-FFF2-40B4-BE49-F238E27FC236}">
                    <a16:creationId xmlns:a16="http://schemas.microsoft.com/office/drawing/2014/main" id="{2FA4D257-3725-56B5-1F07-C5EC838B06F0}"/>
                  </a:ext>
                </a:extLst>
              </p:cNvPr>
              <p:cNvSpPr/>
              <p:nvPr/>
            </p:nvSpPr>
            <p:spPr>
              <a:xfrm>
                <a:off x="3686393" y="727069"/>
                <a:ext cx="918225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18225" h="914399">
                    <a:moveTo>
                      <a:pt x="914400" y="914399"/>
                    </a:moveTo>
                    <a:lnTo>
                      <a:pt x="914427" y="910658"/>
                    </a:lnTo>
                    <a:lnTo>
                      <a:pt x="914897" y="911121"/>
                    </a:lnTo>
                    <a:lnTo>
                      <a:pt x="915367" y="911584"/>
                    </a:lnTo>
                    <a:lnTo>
                      <a:pt x="915837" y="912047"/>
                    </a:lnTo>
                    <a:lnTo>
                      <a:pt x="916308" y="912510"/>
                    </a:lnTo>
                    <a:lnTo>
                      <a:pt x="916778" y="912973"/>
                    </a:lnTo>
                    <a:lnTo>
                      <a:pt x="917248" y="913437"/>
                    </a:lnTo>
                    <a:lnTo>
                      <a:pt x="917718" y="913900"/>
                    </a:lnTo>
                    <a:lnTo>
                      <a:pt x="918225" y="91439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8" name="ph9003">
                <a:extLst>
                  <a:ext uri="{FF2B5EF4-FFF2-40B4-BE49-F238E27FC236}">
                    <a16:creationId xmlns:a16="http://schemas.microsoft.com/office/drawing/2014/main" id="{A5651E0F-56A3-297A-35DE-28C600C9F2F9}"/>
                  </a:ext>
                </a:extLst>
              </p:cNvPr>
              <p:cNvSpPr/>
              <p:nvPr/>
            </p:nvSpPr>
            <p:spPr>
              <a:xfrm>
                <a:off x="3299343" y="69193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977" y="931969"/>
                    </a:lnTo>
                    <a:lnTo>
                      <a:pt x="905590" y="921259"/>
                    </a:lnTo>
                    <a:lnTo>
                      <a:pt x="905531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9" name="ph9004">
                <a:extLst>
                  <a:ext uri="{FF2B5EF4-FFF2-40B4-BE49-F238E27FC236}">
                    <a16:creationId xmlns:a16="http://schemas.microsoft.com/office/drawing/2014/main" id="{09042E6C-01B9-FAC8-6FBD-BBD2E4CEBDCC}"/>
                  </a:ext>
                </a:extLst>
              </p:cNvPr>
              <p:cNvSpPr/>
              <p:nvPr/>
            </p:nvSpPr>
            <p:spPr>
              <a:xfrm>
                <a:off x="3299343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0" name="ph9005">
                <a:extLst>
                  <a:ext uri="{FF2B5EF4-FFF2-40B4-BE49-F238E27FC236}">
                    <a16:creationId xmlns:a16="http://schemas.microsoft.com/office/drawing/2014/main" id="{357F7214-4E12-2895-0C5D-B0CE97325083}"/>
                  </a:ext>
                </a:extLst>
              </p:cNvPr>
              <p:cNvSpPr/>
              <p:nvPr/>
            </p:nvSpPr>
            <p:spPr>
              <a:xfrm>
                <a:off x="330878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1" name="ph9006">
                <a:extLst>
                  <a:ext uri="{FF2B5EF4-FFF2-40B4-BE49-F238E27FC236}">
                    <a16:creationId xmlns:a16="http://schemas.microsoft.com/office/drawing/2014/main" id="{E21B5AFB-618E-7DB2-4619-56DFC49A07F5}"/>
                  </a:ext>
                </a:extLst>
              </p:cNvPr>
              <p:cNvSpPr/>
              <p:nvPr/>
            </p:nvSpPr>
            <p:spPr>
              <a:xfrm>
                <a:off x="331822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2" name="ph9007">
                <a:extLst>
                  <a:ext uri="{FF2B5EF4-FFF2-40B4-BE49-F238E27FC236}">
                    <a16:creationId xmlns:a16="http://schemas.microsoft.com/office/drawing/2014/main" id="{8D52637D-D330-7FB1-ED9D-4441DD9026B5}"/>
                  </a:ext>
                </a:extLst>
              </p:cNvPr>
              <p:cNvSpPr/>
              <p:nvPr/>
            </p:nvSpPr>
            <p:spPr>
              <a:xfrm>
                <a:off x="332766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3" name="ph9008">
                <a:extLst>
                  <a:ext uri="{FF2B5EF4-FFF2-40B4-BE49-F238E27FC236}">
                    <a16:creationId xmlns:a16="http://schemas.microsoft.com/office/drawing/2014/main" id="{C41A9652-13E8-C79A-21AC-6211AB988D79}"/>
                  </a:ext>
                </a:extLst>
              </p:cNvPr>
              <p:cNvSpPr/>
              <p:nvPr/>
            </p:nvSpPr>
            <p:spPr>
              <a:xfrm>
                <a:off x="333710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4" name="ph9009">
                <a:extLst>
                  <a:ext uri="{FF2B5EF4-FFF2-40B4-BE49-F238E27FC236}">
                    <a16:creationId xmlns:a16="http://schemas.microsoft.com/office/drawing/2014/main" id="{916D2D26-C85C-4870-CFF4-FD829ACE3080}"/>
                  </a:ext>
                </a:extLst>
              </p:cNvPr>
              <p:cNvSpPr/>
              <p:nvPr/>
            </p:nvSpPr>
            <p:spPr>
              <a:xfrm>
                <a:off x="3346544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5" name="ph9010">
                <a:extLst>
                  <a:ext uri="{FF2B5EF4-FFF2-40B4-BE49-F238E27FC236}">
                    <a16:creationId xmlns:a16="http://schemas.microsoft.com/office/drawing/2014/main" id="{D2DD8F5B-40AC-5892-0BA0-35DEB2FFF508}"/>
                  </a:ext>
                </a:extLst>
              </p:cNvPr>
              <p:cNvSpPr/>
              <p:nvPr/>
            </p:nvSpPr>
            <p:spPr>
              <a:xfrm>
                <a:off x="335598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6" name="ph9011">
                <a:extLst>
                  <a:ext uri="{FF2B5EF4-FFF2-40B4-BE49-F238E27FC236}">
                    <a16:creationId xmlns:a16="http://schemas.microsoft.com/office/drawing/2014/main" id="{245657BF-74B5-BB59-A9C5-49043D794A63}"/>
                  </a:ext>
                </a:extLst>
              </p:cNvPr>
              <p:cNvSpPr/>
              <p:nvPr/>
            </p:nvSpPr>
            <p:spPr>
              <a:xfrm>
                <a:off x="336542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7" name="ph9012">
                <a:extLst>
                  <a:ext uri="{FF2B5EF4-FFF2-40B4-BE49-F238E27FC236}">
                    <a16:creationId xmlns:a16="http://schemas.microsoft.com/office/drawing/2014/main" id="{B0196D07-EDE0-8E9E-341D-D15FE216655B}"/>
                  </a:ext>
                </a:extLst>
              </p:cNvPr>
              <p:cNvSpPr/>
              <p:nvPr/>
            </p:nvSpPr>
            <p:spPr>
              <a:xfrm>
                <a:off x="337486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8" name="ph9013">
                <a:extLst>
                  <a:ext uri="{FF2B5EF4-FFF2-40B4-BE49-F238E27FC236}">
                    <a16:creationId xmlns:a16="http://schemas.microsoft.com/office/drawing/2014/main" id="{1B6C991F-AC8B-C243-623B-B32BE83EB27A}"/>
                  </a:ext>
                </a:extLst>
              </p:cNvPr>
              <p:cNvSpPr/>
              <p:nvPr/>
            </p:nvSpPr>
            <p:spPr>
              <a:xfrm>
                <a:off x="3384305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9" name="ph9014">
                <a:extLst>
                  <a:ext uri="{FF2B5EF4-FFF2-40B4-BE49-F238E27FC236}">
                    <a16:creationId xmlns:a16="http://schemas.microsoft.com/office/drawing/2014/main" id="{C43D945D-CC3C-C74A-8095-5DA9D4AF135D}"/>
                  </a:ext>
                </a:extLst>
              </p:cNvPr>
              <p:cNvSpPr/>
              <p:nvPr/>
            </p:nvSpPr>
            <p:spPr>
              <a:xfrm>
                <a:off x="339374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0" name="ph9015">
                <a:extLst>
                  <a:ext uri="{FF2B5EF4-FFF2-40B4-BE49-F238E27FC236}">
                    <a16:creationId xmlns:a16="http://schemas.microsoft.com/office/drawing/2014/main" id="{ADFD6C32-C1F5-C97A-971C-00647E8ECDAF}"/>
                  </a:ext>
                </a:extLst>
              </p:cNvPr>
              <p:cNvSpPr/>
              <p:nvPr/>
            </p:nvSpPr>
            <p:spPr>
              <a:xfrm>
                <a:off x="340318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1" name="ph9016">
                <a:extLst>
                  <a:ext uri="{FF2B5EF4-FFF2-40B4-BE49-F238E27FC236}">
                    <a16:creationId xmlns:a16="http://schemas.microsoft.com/office/drawing/2014/main" id="{A620C8FC-4C74-F562-4343-10442A91D3C7}"/>
                  </a:ext>
                </a:extLst>
              </p:cNvPr>
              <p:cNvSpPr/>
              <p:nvPr/>
            </p:nvSpPr>
            <p:spPr>
              <a:xfrm>
                <a:off x="341262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2" name="ph9017">
                <a:extLst>
                  <a:ext uri="{FF2B5EF4-FFF2-40B4-BE49-F238E27FC236}">
                    <a16:creationId xmlns:a16="http://schemas.microsoft.com/office/drawing/2014/main" id="{AFD1467A-1748-2AF2-7C92-92137C9CBD56}"/>
                  </a:ext>
                </a:extLst>
              </p:cNvPr>
              <p:cNvSpPr/>
              <p:nvPr/>
            </p:nvSpPr>
            <p:spPr>
              <a:xfrm>
                <a:off x="3422066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3" name="ph9018">
                <a:extLst>
                  <a:ext uri="{FF2B5EF4-FFF2-40B4-BE49-F238E27FC236}">
                    <a16:creationId xmlns:a16="http://schemas.microsoft.com/office/drawing/2014/main" id="{7FB9BCFC-6218-4E79-6FDE-FF3094549657}"/>
                  </a:ext>
                </a:extLst>
              </p:cNvPr>
              <p:cNvSpPr/>
              <p:nvPr/>
            </p:nvSpPr>
            <p:spPr>
              <a:xfrm>
                <a:off x="343150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4" name="ph9019">
                <a:extLst>
                  <a:ext uri="{FF2B5EF4-FFF2-40B4-BE49-F238E27FC236}">
                    <a16:creationId xmlns:a16="http://schemas.microsoft.com/office/drawing/2014/main" id="{3539B938-69BD-9938-4B71-E7CBB02F4AE9}"/>
                  </a:ext>
                </a:extLst>
              </p:cNvPr>
              <p:cNvSpPr/>
              <p:nvPr/>
            </p:nvSpPr>
            <p:spPr>
              <a:xfrm>
                <a:off x="344094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5" name="ph9020">
                <a:extLst>
                  <a:ext uri="{FF2B5EF4-FFF2-40B4-BE49-F238E27FC236}">
                    <a16:creationId xmlns:a16="http://schemas.microsoft.com/office/drawing/2014/main" id="{3C9DC25F-94BE-F128-E928-4F65257187CD}"/>
                  </a:ext>
                </a:extLst>
              </p:cNvPr>
              <p:cNvSpPr/>
              <p:nvPr/>
            </p:nvSpPr>
            <p:spPr>
              <a:xfrm>
                <a:off x="345038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6" name="ph9021">
                <a:extLst>
                  <a:ext uri="{FF2B5EF4-FFF2-40B4-BE49-F238E27FC236}">
                    <a16:creationId xmlns:a16="http://schemas.microsoft.com/office/drawing/2014/main" id="{53B0C85B-D044-7C2E-778E-0C6E56C08FB9}"/>
                  </a:ext>
                </a:extLst>
              </p:cNvPr>
              <p:cNvSpPr/>
              <p:nvPr/>
            </p:nvSpPr>
            <p:spPr>
              <a:xfrm>
                <a:off x="3459827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7" name="ph9022">
                <a:extLst>
                  <a:ext uri="{FF2B5EF4-FFF2-40B4-BE49-F238E27FC236}">
                    <a16:creationId xmlns:a16="http://schemas.microsoft.com/office/drawing/2014/main" id="{B810AAE2-5FA5-4BA2-5683-CC0B135A0AD4}"/>
                  </a:ext>
                </a:extLst>
              </p:cNvPr>
              <p:cNvSpPr/>
              <p:nvPr/>
            </p:nvSpPr>
            <p:spPr>
              <a:xfrm>
                <a:off x="346926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8" name="ph9023">
                <a:extLst>
                  <a:ext uri="{FF2B5EF4-FFF2-40B4-BE49-F238E27FC236}">
                    <a16:creationId xmlns:a16="http://schemas.microsoft.com/office/drawing/2014/main" id="{7CE98951-0705-A261-7297-F2862367C0F9}"/>
                  </a:ext>
                </a:extLst>
              </p:cNvPr>
              <p:cNvSpPr/>
              <p:nvPr/>
            </p:nvSpPr>
            <p:spPr>
              <a:xfrm>
                <a:off x="347870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9" name="ph9024">
                <a:extLst>
                  <a:ext uri="{FF2B5EF4-FFF2-40B4-BE49-F238E27FC236}">
                    <a16:creationId xmlns:a16="http://schemas.microsoft.com/office/drawing/2014/main" id="{120F2012-D876-2431-9694-F1EE4A92F1A6}"/>
                  </a:ext>
                </a:extLst>
              </p:cNvPr>
              <p:cNvSpPr/>
              <p:nvPr/>
            </p:nvSpPr>
            <p:spPr>
              <a:xfrm>
                <a:off x="348814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0" name="ph9025">
                <a:extLst>
                  <a:ext uri="{FF2B5EF4-FFF2-40B4-BE49-F238E27FC236}">
                    <a16:creationId xmlns:a16="http://schemas.microsoft.com/office/drawing/2014/main" id="{EC2E1ED5-002D-D1C6-8502-4E8CC1BB1EB3}"/>
                  </a:ext>
                </a:extLst>
              </p:cNvPr>
              <p:cNvSpPr/>
              <p:nvPr/>
            </p:nvSpPr>
            <p:spPr>
              <a:xfrm>
                <a:off x="3497588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1" name="ph9026">
                <a:extLst>
                  <a:ext uri="{FF2B5EF4-FFF2-40B4-BE49-F238E27FC236}">
                    <a16:creationId xmlns:a16="http://schemas.microsoft.com/office/drawing/2014/main" id="{E2EC92D7-D509-C6A0-CD8B-6FF18EEF1CBD}"/>
                  </a:ext>
                </a:extLst>
              </p:cNvPr>
              <p:cNvSpPr/>
              <p:nvPr/>
            </p:nvSpPr>
            <p:spPr>
              <a:xfrm>
                <a:off x="350702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2" name="ph9027">
                <a:extLst>
                  <a:ext uri="{FF2B5EF4-FFF2-40B4-BE49-F238E27FC236}">
                    <a16:creationId xmlns:a16="http://schemas.microsoft.com/office/drawing/2014/main" id="{B324EEA7-6BCB-85A8-FB6C-D9D085E31295}"/>
                  </a:ext>
                </a:extLst>
              </p:cNvPr>
              <p:cNvSpPr/>
              <p:nvPr/>
            </p:nvSpPr>
            <p:spPr>
              <a:xfrm>
                <a:off x="351646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3" name="ph9028">
                <a:extLst>
                  <a:ext uri="{FF2B5EF4-FFF2-40B4-BE49-F238E27FC236}">
                    <a16:creationId xmlns:a16="http://schemas.microsoft.com/office/drawing/2014/main" id="{2B47D451-EA21-E97C-1999-7CCB274A98B0}"/>
                  </a:ext>
                </a:extLst>
              </p:cNvPr>
              <p:cNvSpPr/>
              <p:nvPr/>
            </p:nvSpPr>
            <p:spPr>
              <a:xfrm>
                <a:off x="352590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4" name="ph9029">
                <a:extLst>
                  <a:ext uri="{FF2B5EF4-FFF2-40B4-BE49-F238E27FC236}">
                    <a16:creationId xmlns:a16="http://schemas.microsoft.com/office/drawing/2014/main" id="{A804CD6B-C3DC-EDA8-1BD2-12585A41BCE3}"/>
                  </a:ext>
                </a:extLst>
              </p:cNvPr>
              <p:cNvSpPr/>
              <p:nvPr/>
            </p:nvSpPr>
            <p:spPr>
              <a:xfrm>
                <a:off x="3535349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5" name="ph9030">
                <a:extLst>
                  <a:ext uri="{FF2B5EF4-FFF2-40B4-BE49-F238E27FC236}">
                    <a16:creationId xmlns:a16="http://schemas.microsoft.com/office/drawing/2014/main" id="{A8DB4CDA-3A98-EA06-8C55-6080851A7155}"/>
                  </a:ext>
                </a:extLst>
              </p:cNvPr>
              <p:cNvSpPr/>
              <p:nvPr/>
            </p:nvSpPr>
            <p:spPr>
              <a:xfrm>
                <a:off x="354479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6" name="ph9031">
                <a:extLst>
                  <a:ext uri="{FF2B5EF4-FFF2-40B4-BE49-F238E27FC236}">
                    <a16:creationId xmlns:a16="http://schemas.microsoft.com/office/drawing/2014/main" id="{E86FDB06-4A99-70C1-4A9E-19323AEF6B64}"/>
                  </a:ext>
                </a:extLst>
              </p:cNvPr>
              <p:cNvSpPr/>
              <p:nvPr/>
            </p:nvSpPr>
            <p:spPr>
              <a:xfrm>
                <a:off x="355423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7" name="ph9032">
                <a:extLst>
                  <a:ext uri="{FF2B5EF4-FFF2-40B4-BE49-F238E27FC236}">
                    <a16:creationId xmlns:a16="http://schemas.microsoft.com/office/drawing/2014/main" id="{41787F38-A014-3417-538E-D8F0889EA250}"/>
                  </a:ext>
                </a:extLst>
              </p:cNvPr>
              <p:cNvSpPr/>
              <p:nvPr/>
            </p:nvSpPr>
            <p:spPr>
              <a:xfrm>
                <a:off x="356367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8" name="ph9033">
                <a:extLst>
                  <a:ext uri="{FF2B5EF4-FFF2-40B4-BE49-F238E27FC236}">
                    <a16:creationId xmlns:a16="http://schemas.microsoft.com/office/drawing/2014/main" id="{F3B15D7E-0072-4355-54E0-F1C8E5AFC103}"/>
                  </a:ext>
                </a:extLst>
              </p:cNvPr>
              <p:cNvSpPr/>
              <p:nvPr/>
            </p:nvSpPr>
            <p:spPr>
              <a:xfrm>
                <a:off x="357311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9" name="ph9034">
                <a:extLst>
                  <a:ext uri="{FF2B5EF4-FFF2-40B4-BE49-F238E27FC236}">
                    <a16:creationId xmlns:a16="http://schemas.microsoft.com/office/drawing/2014/main" id="{7C46C7E0-D478-3B8B-A37A-58FE4EBA9096}"/>
                  </a:ext>
                </a:extLst>
              </p:cNvPr>
              <p:cNvSpPr/>
              <p:nvPr/>
            </p:nvSpPr>
            <p:spPr>
              <a:xfrm>
                <a:off x="3582550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0" name="ph9035">
                <a:extLst>
                  <a:ext uri="{FF2B5EF4-FFF2-40B4-BE49-F238E27FC236}">
                    <a16:creationId xmlns:a16="http://schemas.microsoft.com/office/drawing/2014/main" id="{EF59F39A-EDD2-F0BC-CA3F-A7B1D2EA4776}"/>
                  </a:ext>
                </a:extLst>
              </p:cNvPr>
              <p:cNvSpPr/>
              <p:nvPr/>
            </p:nvSpPr>
            <p:spPr>
              <a:xfrm>
                <a:off x="359199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1" name="ph9036">
                <a:extLst>
                  <a:ext uri="{FF2B5EF4-FFF2-40B4-BE49-F238E27FC236}">
                    <a16:creationId xmlns:a16="http://schemas.microsoft.com/office/drawing/2014/main" id="{01437A64-A6A2-2A08-6D77-50A06970655D}"/>
                  </a:ext>
                </a:extLst>
              </p:cNvPr>
              <p:cNvSpPr/>
              <p:nvPr/>
            </p:nvSpPr>
            <p:spPr>
              <a:xfrm>
                <a:off x="360143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2" name="ph9037">
                <a:extLst>
                  <a:ext uri="{FF2B5EF4-FFF2-40B4-BE49-F238E27FC236}">
                    <a16:creationId xmlns:a16="http://schemas.microsoft.com/office/drawing/2014/main" id="{6B06E7FD-4D03-53AB-670C-39C543FBE84E}"/>
                  </a:ext>
                </a:extLst>
              </p:cNvPr>
              <p:cNvSpPr/>
              <p:nvPr/>
            </p:nvSpPr>
            <p:spPr>
              <a:xfrm>
                <a:off x="361087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3" name="ph9038">
                <a:extLst>
                  <a:ext uri="{FF2B5EF4-FFF2-40B4-BE49-F238E27FC236}">
                    <a16:creationId xmlns:a16="http://schemas.microsoft.com/office/drawing/2014/main" id="{AAFCDB58-75C0-5BA2-DB87-97969048C376}"/>
                  </a:ext>
                </a:extLst>
              </p:cNvPr>
              <p:cNvSpPr/>
              <p:nvPr/>
            </p:nvSpPr>
            <p:spPr>
              <a:xfrm>
                <a:off x="3620311" y="69193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4" name="ph9039">
                <a:extLst>
                  <a:ext uri="{FF2B5EF4-FFF2-40B4-BE49-F238E27FC236}">
                    <a16:creationId xmlns:a16="http://schemas.microsoft.com/office/drawing/2014/main" id="{EA34F3B0-2DF0-BE6D-DC78-EC89598BB14D}"/>
                  </a:ext>
                </a:extLst>
              </p:cNvPr>
              <p:cNvSpPr/>
              <p:nvPr/>
            </p:nvSpPr>
            <p:spPr>
              <a:xfrm>
                <a:off x="3639192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2195" y="896830"/>
                    </a:lnTo>
                    <a:lnTo>
                      <a:pt x="914400" y="89965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5" name="ph9040">
                <a:extLst>
                  <a:ext uri="{FF2B5EF4-FFF2-40B4-BE49-F238E27FC236}">
                    <a16:creationId xmlns:a16="http://schemas.microsoft.com/office/drawing/2014/main" id="{BE3C353D-576D-BDCE-99A2-4A154713CC8B}"/>
                  </a:ext>
                </a:extLst>
              </p:cNvPr>
              <p:cNvSpPr/>
              <p:nvPr/>
            </p:nvSpPr>
            <p:spPr>
              <a:xfrm>
                <a:off x="3648632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9657"/>
                    </a:lnTo>
                    <a:lnTo>
                      <a:pt x="905444" y="900278"/>
                    </a:lnTo>
                    <a:lnTo>
                      <a:pt x="914117" y="902967"/>
                    </a:lnTo>
                    <a:lnTo>
                      <a:pt x="914400" y="903069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6" name="ph9041">
                <a:extLst>
                  <a:ext uri="{FF2B5EF4-FFF2-40B4-BE49-F238E27FC236}">
                    <a16:creationId xmlns:a16="http://schemas.microsoft.com/office/drawing/2014/main" id="{0E2F5E6C-269E-7206-6050-75681692B0AC}"/>
                  </a:ext>
                </a:extLst>
              </p:cNvPr>
              <p:cNvSpPr/>
              <p:nvPr/>
            </p:nvSpPr>
            <p:spPr>
              <a:xfrm>
                <a:off x="3658072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3069"/>
                    </a:lnTo>
                    <a:lnTo>
                      <a:pt x="910626" y="905118"/>
                    </a:lnTo>
                    <a:lnTo>
                      <a:pt x="914400" y="906877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7" name="ph9042">
                <a:extLst>
                  <a:ext uri="{FF2B5EF4-FFF2-40B4-BE49-F238E27FC236}">
                    <a16:creationId xmlns:a16="http://schemas.microsoft.com/office/drawing/2014/main" id="{6FE0B27A-241F-E011-77AD-FFA6BB69135D}"/>
                  </a:ext>
                </a:extLst>
              </p:cNvPr>
              <p:cNvSpPr/>
              <p:nvPr/>
            </p:nvSpPr>
            <p:spPr>
              <a:xfrm>
                <a:off x="3667513" y="709499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906877"/>
                    </a:lnTo>
                    <a:lnTo>
                      <a:pt x="907066" y="907858"/>
                    </a:lnTo>
                    <a:lnTo>
                      <a:pt x="912858" y="911180"/>
                    </a:lnTo>
                    <a:lnTo>
                      <a:pt x="914400" y="912235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8" name="ph9043">
                <a:extLst>
                  <a:ext uri="{FF2B5EF4-FFF2-40B4-BE49-F238E27FC236}">
                    <a16:creationId xmlns:a16="http://schemas.microsoft.com/office/drawing/2014/main" id="{31F41476-3A57-6DBD-CFED-C956478B0FEA}"/>
                  </a:ext>
                </a:extLst>
              </p:cNvPr>
              <p:cNvSpPr/>
              <p:nvPr/>
            </p:nvSpPr>
            <p:spPr>
              <a:xfrm>
                <a:off x="3667513" y="709499"/>
                <a:ext cx="91756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7562" h="914400">
                    <a:moveTo>
                      <a:pt x="914400" y="914400"/>
                    </a:moveTo>
                    <a:lnTo>
                      <a:pt x="914400" y="912235"/>
                    </a:lnTo>
                    <a:lnTo>
                      <a:pt x="917562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9" name="ph9044">
                <a:extLst>
                  <a:ext uri="{FF2B5EF4-FFF2-40B4-BE49-F238E27FC236}">
                    <a16:creationId xmlns:a16="http://schemas.microsoft.com/office/drawing/2014/main" id="{70DD8B2D-E7EB-2B5D-D65D-A10A44CD5D69}"/>
                  </a:ext>
                </a:extLst>
              </p:cNvPr>
              <p:cNvSpPr/>
              <p:nvPr/>
            </p:nvSpPr>
            <p:spPr>
              <a:xfrm>
                <a:off x="3299343" y="674360"/>
                <a:ext cx="91440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1969">
                    <a:moveTo>
                      <a:pt x="914400" y="914400"/>
                    </a:moveTo>
                    <a:lnTo>
                      <a:pt x="914400" y="931969"/>
                    </a:lnTo>
                    <a:lnTo>
                      <a:pt x="905531" y="931969"/>
                    </a:lnTo>
                    <a:lnTo>
                      <a:pt x="905497" y="928095"/>
                    </a:lnTo>
                    <a:lnTo>
                      <a:pt x="905698" y="917366"/>
                    </a:lnTo>
                    <a:lnTo>
                      <a:pt x="905835" y="914400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0" name="ph9045">
                <a:extLst>
                  <a:ext uri="{FF2B5EF4-FFF2-40B4-BE49-F238E27FC236}">
                    <a16:creationId xmlns:a16="http://schemas.microsoft.com/office/drawing/2014/main" id="{BFE87164-3B9B-79EA-4C4E-F894359D96A7}"/>
                  </a:ext>
                </a:extLst>
              </p:cNvPr>
              <p:cNvSpPr/>
              <p:nvPr/>
            </p:nvSpPr>
            <p:spPr>
              <a:xfrm>
                <a:off x="3299343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1" name="ph9046">
                <a:extLst>
                  <a:ext uri="{FF2B5EF4-FFF2-40B4-BE49-F238E27FC236}">
                    <a16:creationId xmlns:a16="http://schemas.microsoft.com/office/drawing/2014/main" id="{0638258B-16E1-52B5-A0E3-32212A594108}"/>
                  </a:ext>
                </a:extLst>
              </p:cNvPr>
              <p:cNvSpPr/>
              <p:nvPr/>
            </p:nvSpPr>
            <p:spPr>
              <a:xfrm>
                <a:off x="330878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2" name="ph9047">
                <a:extLst>
                  <a:ext uri="{FF2B5EF4-FFF2-40B4-BE49-F238E27FC236}">
                    <a16:creationId xmlns:a16="http://schemas.microsoft.com/office/drawing/2014/main" id="{3C354F94-6123-931E-D435-3685D55EC18C}"/>
                  </a:ext>
                </a:extLst>
              </p:cNvPr>
              <p:cNvSpPr/>
              <p:nvPr/>
            </p:nvSpPr>
            <p:spPr>
              <a:xfrm>
                <a:off x="331822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3" name="ph9048">
                <a:extLst>
                  <a:ext uri="{FF2B5EF4-FFF2-40B4-BE49-F238E27FC236}">
                    <a16:creationId xmlns:a16="http://schemas.microsoft.com/office/drawing/2014/main" id="{2EE25F03-DB83-826F-7F6F-EBB567A6E45C}"/>
                  </a:ext>
                </a:extLst>
              </p:cNvPr>
              <p:cNvSpPr/>
              <p:nvPr/>
            </p:nvSpPr>
            <p:spPr>
              <a:xfrm>
                <a:off x="332766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4" name="ph9049">
                <a:extLst>
                  <a:ext uri="{FF2B5EF4-FFF2-40B4-BE49-F238E27FC236}">
                    <a16:creationId xmlns:a16="http://schemas.microsoft.com/office/drawing/2014/main" id="{C433C543-ED86-60BB-8C6E-6E61C19F42F2}"/>
                  </a:ext>
                </a:extLst>
              </p:cNvPr>
              <p:cNvSpPr/>
              <p:nvPr/>
            </p:nvSpPr>
            <p:spPr>
              <a:xfrm>
                <a:off x="333710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5" name="ph9050">
                <a:extLst>
                  <a:ext uri="{FF2B5EF4-FFF2-40B4-BE49-F238E27FC236}">
                    <a16:creationId xmlns:a16="http://schemas.microsoft.com/office/drawing/2014/main" id="{AFD25F63-3A4E-372E-B4CE-D0177257CCA4}"/>
                  </a:ext>
                </a:extLst>
              </p:cNvPr>
              <p:cNvSpPr/>
              <p:nvPr/>
            </p:nvSpPr>
            <p:spPr>
              <a:xfrm>
                <a:off x="3346544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C">
                  <a:alpha val="100000"/>
                </a:srgbClr>
              </a:solidFill>
              <a:ln w="5420" cap="flat">
                <a:solidFill>
                  <a:srgbClr val="FDFE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6" name="ph9051">
                <a:extLst>
                  <a:ext uri="{FF2B5EF4-FFF2-40B4-BE49-F238E27FC236}">
                    <a16:creationId xmlns:a16="http://schemas.microsoft.com/office/drawing/2014/main" id="{E2F3C787-FD67-0C52-4AB7-C422CA6E002F}"/>
                  </a:ext>
                </a:extLst>
              </p:cNvPr>
              <p:cNvSpPr/>
              <p:nvPr/>
            </p:nvSpPr>
            <p:spPr>
              <a:xfrm>
                <a:off x="335598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7" name="ph9052">
                <a:extLst>
                  <a:ext uri="{FF2B5EF4-FFF2-40B4-BE49-F238E27FC236}">
                    <a16:creationId xmlns:a16="http://schemas.microsoft.com/office/drawing/2014/main" id="{20CA6F9E-B1FA-B6C1-90D3-37127477F026}"/>
                  </a:ext>
                </a:extLst>
              </p:cNvPr>
              <p:cNvSpPr/>
              <p:nvPr/>
            </p:nvSpPr>
            <p:spPr>
              <a:xfrm>
                <a:off x="336542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8" name="ph9053">
                <a:extLst>
                  <a:ext uri="{FF2B5EF4-FFF2-40B4-BE49-F238E27FC236}">
                    <a16:creationId xmlns:a16="http://schemas.microsoft.com/office/drawing/2014/main" id="{C78FD3A8-3782-F718-4CF6-75DCCFA9F9B9}"/>
                  </a:ext>
                </a:extLst>
              </p:cNvPr>
              <p:cNvSpPr/>
              <p:nvPr/>
            </p:nvSpPr>
            <p:spPr>
              <a:xfrm>
                <a:off x="337486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9" name="ph9054">
                <a:extLst>
                  <a:ext uri="{FF2B5EF4-FFF2-40B4-BE49-F238E27FC236}">
                    <a16:creationId xmlns:a16="http://schemas.microsoft.com/office/drawing/2014/main" id="{5DEC217D-BDCF-A5CB-D11E-BBA27510B1E1}"/>
                  </a:ext>
                </a:extLst>
              </p:cNvPr>
              <p:cNvSpPr/>
              <p:nvPr/>
            </p:nvSpPr>
            <p:spPr>
              <a:xfrm>
                <a:off x="3384305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0" name="ph9055">
                <a:extLst>
                  <a:ext uri="{FF2B5EF4-FFF2-40B4-BE49-F238E27FC236}">
                    <a16:creationId xmlns:a16="http://schemas.microsoft.com/office/drawing/2014/main" id="{2C8074AD-2820-534C-DCA7-FF519EFF31B0}"/>
                  </a:ext>
                </a:extLst>
              </p:cNvPr>
              <p:cNvSpPr/>
              <p:nvPr/>
            </p:nvSpPr>
            <p:spPr>
              <a:xfrm>
                <a:off x="339374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1" name="ph9056">
                <a:extLst>
                  <a:ext uri="{FF2B5EF4-FFF2-40B4-BE49-F238E27FC236}">
                    <a16:creationId xmlns:a16="http://schemas.microsoft.com/office/drawing/2014/main" id="{453653D9-7A35-799A-6FB2-E314CE737463}"/>
                  </a:ext>
                </a:extLst>
              </p:cNvPr>
              <p:cNvSpPr/>
              <p:nvPr/>
            </p:nvSpPr>
            <p:spPr>
              <a:xfrm>
                <a:off x="340318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2" name="ph9057">
                <a:extLst>
                  <a:ext uri="{FF2B5EF4-FFF2-40B4-BE49-F238E27FC236}">
                    <a16:creationId xmlns:a16="http://schemas.microsoft.com/office/drawing/2014/main" id="{800078E8-DCD6-593F-6CE2-D2CEC5624FE0}"/>
                  </a:ext>
                </a:extLst>
              </p:cNvPr>
              <p:cNvSpPr/>
              <p:nvPr/>
            </p:nvSpPr>
            <p:spPr>
              <a:xfrm>
                <a:off x="341262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3" name="ph9058">
                <a:extLst>
                  <a:ext uri="{FF2B5EF4-FFF2-40B4-BE49-F238E27FC236}">
                    <a16:creationId xmlns:a16="http://schemas.microsoft.com/office/drawing/2014/main" id="{11FD96CA-792D-BA0F-90D6-85E9E60534C9}"/>
                  </a:ext>
                </a:extLst>
              </p:cNvPr>
              <p:cNvSpPr/>
              <p:nvPr/>
            </p:nvSpPr>
            <p:spPr>
              <a:xfrm>
                <a:off x="3422066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4" name="ph9059">
                <a:extLst>
                  <a:ext uri="{FF2B5EF4-FFF2-40B4-BE49-F238E27FC236}">
                    <a16:creationId xmlns:a16="http://schemas.microsoft.com/office/drawing/2014/main" id="{AF29AD7C-5E4A-FC7D-0C5E-126CB6A48E33}"/>
                  </a:ext>
                </a:extLst>
              </p:cNvPr>
              <p:cNvSpPr/>
              <p:nvPr/>
            </p:nvSpPr>
            <p:spPr>
              <a:xfrm>
                <a:off x="343150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DFEBD">
                  <a:alpha val="100000"/>
                </a:srgbClr>
              </a:solidFill>
              <a:ln w="5420" cap="flat">
                <a:solidFill>
                  <a:srgbClr val="FD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5" name="ph9060">
                <a:extLst>
                  <a:ext uri="{FF2B5EF4-FFF2-40B4-BE49-F238E27FC236}">
                    <a16:creationId xmlns:a16="http://schemas.microsoft.com/office/drawing/2014/main" id="{37593D59-2D68-ACB6-60CE-9B5524297861}"/>
                  </a:ext>
                </a:extLst>
              </p:cNvPr>
              <p:cNvSpPr/>
              <p:nvPr/>
            </p:nvSpPr>
            <p:spPr>
              <a:xfrm>
                <a:off x="344094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6" name="ph9061">
                <a:extLst>
                  <a:ext uri="{FF2B5EF4-FFF2-40B4-BE49-F238E27FC236}">
                    <a16:creationId xmlns:a16="http://schemas.microsoft.com/office/drawing/2014/main" id="{68926EEF-DFFE-9390-1B07-3F685CB1DDFF}"/>
                  </a:ext>
                </a:extLst>
              </p:cNvPr>
              <p:cNvSpPr/>
              <p:nvPr/>
            </p:nvSpPr>
            <p:spPr>
              <a:xfrm>
                <a:off x="345038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7" name="ph9062">
                <a:extLst>
                  <a:ext uri="{FF2B5EF4-FFF2-40B4-BE49-F238E27FC236}">
                    <a16:creationId xmlns:a16="http://schemas.microsoft.com/office/drawing/2014/main" id="{C831887C-00D6-FC57-6796-4DB52B78511C}"/>
                  </a:ext>
                </a:extLst>
              </p:cNvPr>
              <p:cNvSpPr/>
              <p:nvPr/>
            </p:nvSpPr>
            <p:spPr>
              <a:xfrm>
                <a:off x="3459827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8" name="ph9063">
                <a:extLst>
                  <a:ext uri="{FF2B5EF4-FFF2-40B4-BE49-F238E27FC236}">
                    <a16:creationId xmlns:a16="http://schemas.microsoft.com/office/drawing/2014/main" id="{E8078B1A-8C5F-2F68-7B7E-D9B695419120}"/>
                  </a:ext>
                </a:extLst>
              </p:cNvPr>
              <p:cNvSpPr/>
              <p:nvPr/>
            </p:nvSpPr>
            <p:spPr>
              <a:xfrm>
                <a:off x="346926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9" name="ph9064">
                <a:extLst>
                  <a:ext uri="{FF2B5EF4-FFF2-40B4-BE49-F238E27FC236}">
                    <a16:creationId xmlns:a16="http://schemas.microsoft.com/office/drawing/2014/main" id="{DE31F782-2ED7-76AA-A649-5C4D27E3D2AF}"/>
                  </a:ext>
                </a:extLst>
              </p:cNvPr>
              <p:cNvSpPr/>
              <p:nvPr/>
            </p:nvSpPr>
            <p:spPr>
              <a:xfrm>
                <a:off x="347870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0" name="ph9065">
                <a:extLst>
                  <a:ext uri="{FF2B5EF4-FFF2-40B4-BE49-F238E27FC236}">
                    <a16:creationId xmlns:a16="http://schemas.microsoft.com/office/drawing/2014/main" id="{3BF25D8A-EFD4-D0EC-D03E-B93CC11F18CD}"/>
                  </a:ext>
                </a:extLst>
              </p:cNvPr>
              <p:cNvSpPr/>
              <p:nvPr/>
            </p:nvSpPr>
            <p:spPr>
              <a:xfrm>
                <a:off x="348814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1" name="ph9066">
                <a:extLst>
                  <a:ext uri="{FF2B5EF4-FFF2-40B4-BE49-F238E27FC236}">
                    <a16:creationId xmlns:a16="http://schemas.microsoft.com/office/drawing/2014/main" id="{BA3F35D3-5B89-8A81-3C7F-50C32E13FF1A}"/>
                  </a:ext>
                </a:extLst>
              </p:cNvPr>
              <p:cNvSpPr/>
              <p:nvPr/>
            </p:nvSpPr>
            <p:spPr>
              <a:xfrm>
                <a:off x="3497588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2" name="ph9067">
                <a:extLst>
                  <a:ext uri="{FF2B5EF4-FFF2-40B4-BE49-F238E27FC236}">
                    <a16:creationId xmlns:a16="http://schemas.microsoft.com/office/drawing/2014/main" id="{C7DFE41A-9E69-D2D8-C84A-9D8ED3467A33}"/>
                  </a:ext>
                </a:extLst>
              </p:cNvPr>
              <p:cNvSpPr/>
              <p:nvPr/>
            </p:nvSpPr>
            <p:spPr>
              <a:xfrm>
                <a:off x="350702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3" name="ph9068">
                <a:extLst>
                  <a:ext uri="{FF2B5EF4-FFF2-40B4-BE49-F238E27FC236}">
                    <a16:creationId xmlns:a16="http://schemas.microsoft.com/office/drawing/2014/main" id="{48654B2F-3251-F029-E94A-8F70232D8E19}"/>
                  </a:ext>
                </a:extLst>
              </p:cNvPr>
              <p:cNvSpPr/>
              <p:nvPr/>
            </p:nvSpPr>
            <p:spPr>
              <a:xfrm>
                <a:off x="351646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4" name="ph9069">
                <a:extLst>
                  <a:ext uri="{FF2B5EF4-FFF2-40B4-BE49-F238E27FC236}">
                    <a16:creationId xmlns:a16="http://schemas.microsoft.com/office/drawing/2014/main" id="{4EB9CB9E-90DE-CB64-1021-68EE065B4AFC}"/>
                  </a:ext>
                </a:extLst>
              </p:cNvPr>
              <p:cNvSpPr/>
              <p:nvPr/>
            </p:nvSpPr>
            <p:spPr>
              <a:xfrm>
                <a:off x="352590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5" name="ph9070">
                <a:extLst>
                  <a:ext uri="{FF2B5EF4-FFF2-40B4-BE49-F238E27FC236}">
                    <a16:creationId xmlns:a16="http://schemas.microsoft.com/office/drawing/2014/main" id="{7C032835-A69E-BC2C-8088-D5380E42DE03}"/>
                  </a:ext>
                </a:extLst>
              </p:cNvPr>
              <p:cNvSpPr/>
              <p:nvPr/>
            </p:nvSpPr>
            <p:spPr>
              <a:xfrm>
                <a:off x="3535349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6" name="ph9071">
                <a:extLst>
                  <a:ext uri="{FF2B5EF4-FFF2-40B4-BE49-F238E27FC236}">
                    <a16:creationId xmlns:a16="http://schemas.microsoft.com/office/drawing/2014/main" id="{F6FEE780-17E4-B700-A131-FC180E09815E}"/>
                  </a:ext>
                </a:extLst>
              </p:cNvPr>
              <p:cNvSpPr/>
              <p:nvPr/>
            </p:nvSpPr>
            <p:spPr>
              <a:xfrm>
                <a:off x="354479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7" name="ph9072">
                <a:extLst>
                  <a:ext uri="{FF2B5EF4-FFF2-40B4-BE49-F238E27FC236}">
                    <a16:creationId xmlns:a16="http://schemas.microsoft.com/office/drawing/2014/main" id="{00909525-D0D4-E846-251D-4969F6FDCDFE}"/>
                  </a:ext>
                </a:extLst>
              </p:cNvPr>
              <p:cNvSpPr/>
              <p:nvPr/>
            </p:nvSpPr>
            <p:spPr>
              <a:xfrm>
                <a:off x="355423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8" name="ph9073">
                <a:extLst>
                  <a:ext uri="{FF2B5EF4-FFF2-40B4-BE49-F238E27FC236}">
                    <a16:creationId xmlns:a16="http://schemas.microsoft.com/office/drawing/2014/main" id="{0638FD5D-D35B-7B1E-FD82-F7006A8ADDB3}"/>
                  </a:ext>
                </a:extLst>
              </p:cNvPr>
              <p:cNvSpPr/>
              <p:nvPr/>
            </p:nvSpPr>
            <p:spPr>
              <a:xfrm>
                <a:off x="356367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EBD">
                  <a:alpha val="100000"/>
                </a:srgbClr>
              </a:solidFill>
              <a:ln w="5420" cap="flat">
                <a:solidFill>
                  <a:srgbClr val="FEFE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9" name="ph9074">
                <a:extLst>
                  <a:ext uri="{FF2B5EF4-FFF2-40B4-BE49-F238E27FC236}">
                    <a16:creationId xmlns:a16="http://schemas.microsoft.com/office/drawing/2014/main" id="{E931CD55-45AB-3C9A-A41D-308E1F473B81}"/>
                  </a:ext>
                </a:extLst>
              </p:cNvPr>
              <p:cNvSpPr/>
              <p:nvPr/>
            </p:nvSpPr>
            <p:spPr>
              <a:xfrm>
                <a:off x="357311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0" name="ph9075">
                <a:extLst>
                  <a:ext uri="{FF2B5EF4-FFF2-40B4-BE49-F238E27FC236}">
                    <a16:creationId xmlns:a16="http://schemas.microsoft.com/office/drawing/2014/main" id="{F764B9A0-8FB7-82AC-A8F4-D24A04B13C06}"/>
                  </a:ext>
                </a:extLst>
              </p:cNvPr>
              <p:cNvSpPr/>
              <p:nvPr/>
            </p:nvSpPr>
            <p:spPr>
              <a:xfrm>
                <a:off x="3582550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1" name="ph9076">
                <a:extLst>
                  <a:ext uri="{FF2B5EF4-FFF2-40B4-BE49-F238E27FC236}">
                    <a16:creationId xmlns:a16="http://schemas.microsoft.com/office/drawing/2014/main" id="{4599455D-F0AB-8ABB-A881-594AD90F2507}"/>
                  </a:ext>
                </a:extLst>
              </p:cNvPr>
              <p:cNvSpPr/>
              <p:nvPr/>
            </p:nvSpPr>
            <p:spPr>
              <a:xfrm>
                <a:off x="359199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2" name="ph9077">
                <a:extLst>
                  <a:ext uri="{FF2B5EF4-FFF2-40B4-BE49-F238E27FC236}">
                    <a16:creationId xmlns:a16="http://schemas.microsoft.com/office/drawing/2014/main" id="{6B559931-C453-8E44-8073-5E0610B35DC2}"/>
                  </a:ext>
                </a:extLst>
              </p:cNvPr>
              <p:cNvSpPr/>
              <p:nvPr/>
            </p:nvSpPr>
            <p:spPr>
              <a:xfrm>
                <a:off x="360143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3" name="ph9078">
                <a:extLst>
                  <a:ext uri="{FF2B5EF4-FFF2-40B4-BE49-F238E27FC236}">
                    <a16:creationId xmlns:a16="http://schemas.microsoft.com/office/drawing/2014/main" id="{9D88C2F0-C59C-4FEF-5BB5-58A828466A40}"/>
                  </a:ext>
                </a:extLst>
              </p:cNvPr>
              <p:cNvSpPr/>
              <p:nvPr/>
            </p:nvSpPr>
            <p:spPr>
              <a:xfrm>
                <a:off x="3610871" y="674360"/>
                <a:ext cx="923840" cy="931969"/>
              </a:xfrm>
              <a:custGeom>
                <a:avLst/>
                <a:gdLst/>
                <a:ahLst/>
                <a:cxnLst/>
                <a:rect l="0" t="0" r="0" b="0"/>
                <a:pathLst>
                  <a:path w="923840" h="931969">
                    <a:moveTo>
                      <a:pt x="914400" y="914400"/>
                    </a:moveTo>
                    <a:lnTo>
                      <a:pt x="923840" y="914400"/>
                    </a:lnTo>
                    <a:lnTo>
                      <a:pt x="923840" y="931969"/>
                    </a:lnTo>
                    <a:lnTo>
                      <a:pt x="914400" y="931969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4" name="ph9079">
                <a:extLst>
                  <a:ext uri="{FF2B5EF4-FFF2-40B4-BE49-F238E27FC236}">
                    <a16:creationId xmlns:a16="http://schemas.microsoft.com/office/drawing/2014/main" id="{68BAD674-504D-6653-CB04-62ABCFD89FD4}"/>
                  </a:ext>
                </a:extLst>
              </p:cNvPr>
              <p:cNvSpPr/>
              <p:nvPr/>
            </p:nvSpPr>
            <p:spPr>
              <a:xfrm>
                <a:off x="3629752" y="691930"/>
                <a:ext cx="91440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14400">
                    <a:moveTo>
                      <a:pt x="914400" y="914400"/>
                    </a:moveTo>
                    <a:lnTo>
                      <a:pt x="904959" y="914400"/>
                    </a:lnTo>
                    <a:lnTo>
                      <a:pt x="904959" y="896830"/>
                    </a:lnTo>
                    <a:lnTo>
                      <a:pt x="913754" y="896830"/>
                    </a:lnTo>
                    <a:lnTo>
                      <a:pt x="914400" y="898115"/>
                    </a:lnTo>
                    <a:close/>
                  </a:path>
                </a:pathLst>
              </a:custGeom>
              <a:solidFill>
                <a:srgbClr val="FEFFBD">
                  <a:alpha val="100000"/>
                </a:srgbClr>
              </a:solidFill>
              <a:ln w="5420" cap="flat">
                <a:solidFill>
                  <a:srgbClr val="FEFF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5" name="ph9080">
                <a:extLst>
                  <a:ext uri="{FF2B5EF4-FFF2-40B4-BE49-F238E27FC236}">
                    <a16:creationId xmlns:a16="http://schemas.microsoft.com/office/drawing/2014/main" id="{07FD8848-8290-F1BC-50B6-F07616AE81F3}"/>
                  </a:ext>
                </a:extLst>
              </p:cNvPr>
              <p:cNvSpPr/>
              <p:nvPr/>
            </p:nvSpPr>
            <p:spPr>
              <a:xfrm>
                <a:off x="3629752" y="691930"/>
                <a:ext cx="921635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1635" h="914400">
                    <a:moveTo>
                      <a:pt x="914400" y="914400"/>
                    </a:moveTo>
                    <a:lnTo>
                      <a:pt x="914400" y="898115"/>
                    </a:lnTo>
                    <a:lnTo>
                      <a:pt x="915320" y="899948"/>
                    </a:lnTo>
                    <a:lnTo>
                      <a:pt x="919205" y="908568"/>
                    </a:lnTo>
                    <a:lnTo>
                      <a:pt x="921480" y="914201"/>
                    </a:lnTo>
                    <a:lnTo>
                      <a:pt x="921635" y="914400"/>
                    </a:lnTo>
                    <a:close/>
                  </a:path>
                </a:pathLst>
              </a:custGeom>
              <a:solidFill>
                <a:srgbClr val="FEFFBE">
                  <a:alpha val="100000"/>
                </a:srgbClr>
              </a:solidFill>
              <a:ln w="5420" cap="flat">
                <a:solidFill>
                  <a:srgbClr val="FEFF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6" name="ph9081">
                <a:extLst>
                  <a:ext uri="{FF2B5EF4-FFF2-40B4-BE49-F238E27FC236}">
                    <a16:creationId xmlns:a16="http://schemas.microsoft.com/office/drawing/2014/main" id="{2D3E1F2F-5C66-A7CA-D6D7-71B3627982FA}"/>
                  </a:ext>
                </a:extLst>
              </p:cNvPr>
              <p:cNvSpPr/>
              <p:nvPr/>
            </p:nvSpPr>
            <p:spPr>
              <a:xfrm>
                <a:off x="3741834" y="1793312"/>
                <a:ext cx="930016" cy="1227704"/>
              </a:xfrm>
              <a:custGeom>
                <a:avLst/>
                <a:gdLst/>
                <a:ahLst/>
                <a:cxnLst/>
                <a:rect l="0" t="0" r="0" b="0"/>
                <a:pathLst>
                  <a:path w="930016" h="1227704">
                    <a:moveTo>
                      <a:pt x="914400" y="914400"/>
                    </a:moveTo>
                    <a:lnTo>
                      <a:pt x="905217" y="939176"/>
                    </a:lnTo>
                    <a:lnTo>
                      <a:pt x="892569" y="943362"/>
                    </a:lnTo>
                    <a:lnTo>
                      <a:pt x="880437" y="951615"/>
                    </a:lnTo>
                    <a:lnTo>
                      <a:pt x="876104" y="1030010"/>
                    </a:lnTo>
                    <a:lnTo>
                      <a:pt x="898193" y="1059796"/>
                    </a:lnTo>
                    <a:lnTo>
                      <a:pt x="886060" y="1063966"/>
                    </a:lnTo>
                    <a:lnTo>
                      <a:pt x="874961" y="1072888"/>
                    </a:lnTo>
                    <a:lnTo>
                      <a:pt x="867032" y="1086082"/>
                    </a:lnTo>
                    <a:lnTo>
                      <a:pt x="858920" y="1114479"/>
                    </a:lnTo>
                    <a:lnTo>
                      <a:pt x="828442" y="1130573"/>
                    </a:lnTo>
                    <a:lnTo>
                      <a:pt x="816900" y="1142481"/>
                    </a:lnTo>
                    <a:lnTo>
                      <a:pt x="799881" y="1168973"/>
                    </a:lnTo>
                    <a:lnTo>
                      <a:pt x="791013" y="1207424"/>
                    </a:lnTo>
                    <a:lnTo>
                      <a:pt x="773773" y="1223827"/>
                    </a:lnTo>
                    <a:lnTo>
                      <a:pt x="754413" y="1227704"/>
                    </a:lnTo>
                    <a:lnTo>
                      <a:pt x="765771" y="1196202"/>
                    </a:lnTo>
                    <a:lnTo>
                      <a:pt x="780650" y="1170534"/>
                    </a:lnTo>
                    <a:lnTo>
                      <a:pt x="766343" y="1152930"/>
                    </a:lnTo>
                    <a:lnTo>
                      <a:pt x="757732" y="1125374"/>
                    </a:lnTo>
                    <a:lnTo>
                      <a:pt x="746614" y="1104236"/>
                    </a:lnTo>
                    <a:lnTo>
                      <a:pt x="755464" y="1080626"/>
                    </a:lnTo>
                    <a:lnTo>
                      <a:pt x="751113" y="1041935"/>
                    </a:lnTo>
                    <a:lnTo>
                      <a:pt x="752551" y="1004170"/>
                    </a:lnTo>
                    <a:lnTo>
                      <a:pt x="765458" y="985108"/>
                    </a:lnTo>
                    <a:lnTo>
                      <a:pt x="780245" y="969562"/>
                    </a:lnTo>
                    <a:lnTo>
                      <a:pt x="803274" y="933822"/>
                    </a:lnTo>
                    <a:lnTo>
                      <a:pt x="828239" y="907914"/>
                    </a:lnTo>
                    <a:lnTo>
                      <a:pt x="863068" y="896263"/>
                    </a:lnTo>
                    <a:lnTo>
                      <a:pt x="878796" y="907004"/>
                    </a:lnTo>
                    <a:lnTo>
                      <a:pt x="885581" y="883446"/>
                    </a:lnTo>
                    <a:lnTo>
                      <a:pt x="896810" y="878076"/>
                    </a:lnTo>
                    <a:lnTo>
                      <a:pt x="907356" y="883515"/>
                    </a:lnTo>
                    <a:lnTo>
                      <a:pt x="930016" y="9060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7" name="ph9082">
                <a:extLst>
                  <a:ext uri="{FF2B5EF4-FFF2-40B4-BE49-F238E27FC236}">
                    <a16:creationId xmlns:a16="http://schemas.microsoft.com/office/drawing/2014/main" id="{966F5281-118E-5482-7A6C-97DD877A3642}"/>
                  </a:ext>
                </a:extLst>
              </p:cNvPr>
              <p:cNvSpPr/>
              <p:nvPr/>
            </p:nvSpPr>
            <p:spPr>
              <a:xfrm>
                <a:off x="3266688" y="2345679"/>
                <a:ext cx="103533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1035334" h="914400">
                    <a:moveTo>
                      <a:pt x="914400" y="914400"/>
                    </a:moveTo>
                    <a:lnTo>
                      <a:pt x="905807" y="913147"/>
                    </a:lnTo>
                    <a:lnTo>
                      <a:pt x="900073" y="889555"/>
                    </a:lnTo>
                    <a:lnTo>
                      <a:pt x="898727" y="828850"/>
                    </a:lnTo>
                    <a:lnTo>
                      <a:pt x="902157" y="798858"/>
                    </a:lnTo>
                    <a:lnTo>
                      <a:pt x="943329" y="690676"/>
                    </a:lnTo>
                    <a:lnTo>
                      <a:pt x="961711" y="681840"/>
                    </a:lnTo>
                    <a:lnTo>
                      <a:pt x="987561" y="615542"/>
                    </a:lnTo>
                    <a:lnTo>
                      <a:pt x="994531" y="586047"/>
                    </a:lnTo>
                    <a:lnTo>
                      <a:pt x="1005741" y="559486"/>
                    </a:lnTo>
                    <a:lnTo>
                      <a:pt x="1012360" y="535740"/>
                    </a:lnTo>
                    <a:lnTo>
                      <a:pt x="1017910" y="526148"/>
                    </a:lnTo>
                    <a:lnTo>
                      <a:pt x="1029969" y="530644"/>
                    </a:lnTo>
                    <a:lnTo>
                      <a:pt x="1035334" y="535019"/>
                    </a:lnTo>
                    <a:lnTo>
                      <a:pt x="1022630" y="548848"/>
                    </a:lnTo>
                    <a:lnTo>
                      <a:pt x="1024105" y="566847"/>
                    </a:lnTo>
                    <a:lnTo>
                      <a:pt x="1023220" y="574311"/>
                    </a:lnTo>
                    <a:lnTo>
                      <a:pt x="991157" y="652603"/>
                    </a:lnTo>
                    <a:lnTo>
                      <a:pt x="982583" y="703442"/>
                    </a:lnTo>
                    <a:lnTo>
                      <a:pt x="971207" y="715847"/>
                    </a:lnTo>
                    <a:lnTo>
                      <a:pt x="924098" y="896710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8" name="ph9083">
                <a:extLst>
                  <a:ext uri="{FF2B5EF4-FFF2-40B4-BE49-F238E27FC236}">
                    <a16:creationId xmlns:a16="http://schemas.microsoft.com/office/drawing/2014/main" id="{20A0E6E9-A4D6-6951-E342-3F2F91474361}"/>
                  </a:ext>
                </a:extLst>
              </p:cNvPr>
              <p:cNvSpPr/>
              <p:nvPr/>
            </p:nvSpPr>
            <p:spPr>
              <a:xfrm>
                <a:off x="2321447" y="1407686"/>
                <a:ext cx="2334160" cy="2166470"/>
              </a:xfrm>
              <a:custGeom>
                <a:avLst/>
                <a:gdLst/>
                <a:ahLst/>
                <a:cxnLst/>
                <a:rect l="0" t="0" r="0" b="0"/>
                <a:pathLst>
                  <a:path w="2334160" h="2166470">
                    <a:moveTo>
                      <a:pt x="914400" y="914400"/>
                    </a:moveTo>
                    <a:lnTo>
                      <a:pt x="928154" y="920199"/>
                    </a:lnTo>
                    <a:lnTo>
                      <a:pt x="946887" y="908583"/>
                    </a:lnTo>
                    <a:lnTo>
                      <a:pt x="959997" y="876051"/>
                    </a:lnTo>
                    <a:lnTo>
                      <a:pt x="967482" y="827237"/>
                    </a:lnTo>
                    <a:lnTo>
                      <a:pt x="976222" y="780739"/>
                    </a:lnTo>
                    <a:lnTo>
                      <a:pt x="965878" y="730998"/>
                    </a:lnTo>
                    <a:lnTo>
                      <a:pt x="954834" y="687313"/>
                    </a:lnTo>
                    <a:lnTo>
                      <a:pt x="954060" y="674479"/>
                    </a:lnTo>
                    <a:lnTo>
                      <a:pt x="983044" y="637624"/>
                    </a:lnTo>
                    <a:lnTo>
                      <a:pt x="991913" y="607649"/>
                    </a:lnTo>
                    <a:lnTo>
                      <a:pt x="1001519" y="579115"/>
                    </a:lnTo>
                    <a:lnTo>
                      <a:pt x="1012121" y="569404"/>
                    </a:lnTo>
                    <a:lnTo>
                      <a:pt x="1027904" y="567190"/>
                    </a:lnTo>
                    <a:lnTo>
                      <a:pt x="1046286" y="561820"/>
                    </a:lnTo>
                    <a:lnTo>
                      <a:pt x="1069463" y="542723"/>
                    </a:lnTo>
                    <a:lnTo>
                      <a:pt x="1090242" y="517140"/>
                    </a:lnTo>
                    <a:lnTo>
                      <a:pt x="1106117" y="493685"/>
                    </a:lnTo>
                    <a:lnTo>
                      <a:pt x="1111501" y="447273"/>
                    </a:lnTo>
                    <a:lnTo>
                      <a:pt x="1111723" y="423955"/>
                    </a:lnTo>
                    <a:lnTo>
                      <a:pt x="1118711" y="406643"/>
                    </a:lnTo>
                    <a:lnTo>
                      <a:pt x="1125477" y="372825"/>
                    </a:lnTo>
                    <a:lnTo>
                      <a:pt x="1118895" y="339469"/>
                    </a:lnTo>
                    <a:lnTo>
                      <a:pt x="1098410" y="288870"/>
                    </a:lnTo>
                    <a:lnTo>
                      <a:pt x="1073740" y="217716"/>
                    </a:lnTo>
                    <a:lnTo>
                      <a:pt x="1069963" y="179814"/>
                    </a:lnTo>
                    <a:lnTo>
                      <a:pt x="1998100" y="179814"/>
                    </a:lnTo>
                    <a:lnTo>
                      <a:pt x="1998552" y="184790"/>
                    </a:lnTo>
                    <a:lnTo>
                      <a:pt x="1996671" y="196732"/>
                    </a:lnTo>
                    <a:lnTo>
                      <a:pt x="2011016" y="245821"/>
                    </a:lnTo>
                    <a:lnTo>
                      <a:pt x="2007679" y="263031"/>
                    </a:lnTo>
                    <a:lnTo>
                      <a:pt x="2005743" y="284958"/>
                    </a:lnTo>
                    <a:lnTo>
                      <a:pt x="2026301" y="306028"/>
                    </a:lnTo>
                    <a:lnTo>
                      <a:pt x="2044647" y="305685"/>
                    </a:lnTo>
                    <a:lnTo>
                      <a:pt x="2063232" y="305359"/>
                    </a:lnTo>
                    <a:lnTo>
                      <a:pt x="2070331" y="310644"/>
                    </a:lnTo>
                    <a:lnTo>
                      <a:pt x="2077448" y="325554"/>
                    </a:lnTo>
                    <a:lnTo>
                      <a:pt x="2083182" y="343158"/>
                    </a:lnTo>
                    <a:lnTo>
                      <a:pt x="2098486" y="341700"/>
                    </a:lnTo>
                    <a:lnTo>
                      <a:pt x="2122916" y="327373"/>
                    </a:lnTo>
                    <a:lnTo>
                      <a:pt x="2138810" y="323959"/>
                    </a:lnTo>
                    <a:lnTo>
                      <a:pt x="2149301" y="351497"/>
                    </a:lnTo>
                    <a:lnTo>
                      <a:pt x="2177843" y="387872"/>
                    </a:lnTo>
                    <a:lnTo>
                      <a:pt x="2194455" y="404172"/>
                    </a:lnTo>
                    <a:lnTo>
                      <a:pt x="2222684" y="412751"/>
                    </a:lnTo>
                    <a:lnTo>
                      <a:pt x="2252424" y="442109"/>
                    </a:lnTo>
                    <a:lnTo>
                      <a:pt x="2248257" y="477488"/>
                    </a:lnTo>
                    <a:lnTo>
                      <a:pt x="2260666" y="489310"/>
                    </a:lnTo>
                    <a:lnTo>
                      <a:pt x="2295754" y="503277"/>
                    </a:lnTo>
                    <a:lnTo>
                      <a:pt x="2308162" y="522116"/>
                    </a:lnTo>
                    <a:lnTo>
                      <a:pt x="2314118" y="538176"/>
                    </a:lnTo>
                    <a:lnTo>
                      <a:pt x="2323355" y="551491"/>
                    </a:lnTo>
                    <a:lnTo>
                      <a:pt x="2334160" y="591726"/>
                    </a:lnTo>
                    <a:lnTo>
                      <a:pt x="2330399" y="616520"/>
                    </a:lnTo>
                    <a:lnTo>
                      <a:pt x="2316257" y="625047"/>
                    </a:lnTo>
                    <a:lnTo>
                      <a:pt x="2282865" y="651608"/>
                    </a:lnTo>
                    <a:lnTo>
                      <a:pt x="2267986" y="671442"/>
                    </a:lnTo>
                    <a:lnTo>
                      <a:pt x="2256315" y="683796"/>
                    </a:lnTo>
                    <a:lnTo>
                      <a:pt x="2223145" y="710288"/>
                    </a:lnTo>
                    <a:lnTo>
                      <a:pt x="2210994" y="715041"/>
                    </a:lnTo>
                    <a:lnTo>
                      <a:pt x="2199360" y="728819"/>
                    </a:lnTo>
                    <a:lnTo>
                      <a:pt x="2188113" y="734841"/>
                    </a:lnTo>
                    <a:lnTo>
                      <a:pt x="2178046" y="731375"/>
                    </a:lnTo>
                    <a:lnTo>
                      <a:pt x="2140414" y="756323"/>
                    </a:lnTo>
                    <a:lnTo>
                      <a:pt x="2143345" y="766978"/>
                    </a:lnTo>
                    <a:lnTo>
                      <a:pt x="2172201" y="771491"/>
                    </a:lnTo>
                    <a:lnTo>
                      <a:pt x="2186914" y="766137"/>
                    </a:lnTo>
                    <a:lnTo>
                      <a:pt x="2198235" y="753595"/>
                    </a:lnTo>
                    <a:lnTo>
                      <a:pt x="2210607" y="750712"/>
                    </a:lnTo>
                    <a:lnTo>
                      <a:pt x="2221891" y="753080"/>
                    </a:lnTo>
                    <a:lnTo>
                      <a:pt x="2233857" y="743197"/>
                    </a:lnTo>
                    <a:lnTo>
                      <a:pt x="2243242" y="739251"/>
                    </a:lnTo>
                    <a:lnTo>
                      <a:pt x="2252941" y="743986"/>
                    </a:lnTo>
                    <a:lnTo>
                      <a:pt x="2263764" y="767681"/>
                    </a:lnTo>
                    <a:lnTo>
                      <a:pt x="2241306" y="780018"/>
                    </a:lnTo>
                    <a:lnTo>
                      <a:pt x="2225376" y="780584"/>
                    </a:lnTo>
                    <a:lnTo>
                      <a:pt x="2217595" y="819447"/>
                    </a:lnTo>
                    <a:lnTo>
                      <a:pt x="2207952" y="836142"/>
                    </a:lnTo>
                    <a:lnTo>
                      <a:pt x="2201038" y="844172"/>
                    </a:lnTo>
                    <a:lnTo>
                      <a:pt x="2165692" y="860712"/>
                    </a:lnTo>
                    <a:lnTo>
                      <a:pt x="2142368" y="881679"/>
                    </a:lnTo>
                    <a:lnTo>
                      <a:pt x="2114877" y="898563"/>
                    </a:lnTo>
                    <a:lnTo>
                      <a:pt x="2102874" y="894891"/>
                    </a:lnTo>
                    <a:lnTo>
                      <a:pt x="2084786" y="912049"/>
                    </a:lnTo>
                    <a:lnTo>
                      <a:pt x="2044592" y="932364"/>
                    </a:lnTo>
                    <a:lnTo>
                      <a:pt x="2023996" y="959731"/>
                    </a:lnTo>
                    <a:lnTo>
                      <a:pt x="1977772" y="984215"/>
                    </a:lnTo>
                    <a:lnTo>
                      <a:pt x="1954227" y="1004136"/>
                    </a:lnTo>
                    <a:lnTo>
                      <a:pt x="1890266" y="1005182"/>
                    </a:lnTo>
                    <a:lnTo>
                      <a:pt x="1829181" y="1000807"/>
                    </a:lnTo>
                    <a:lnTo>
                      <a:pt x="1810005" y="1010278"/>
                    </a:lnTo>
                    <a:lnTo>
                      <a:pt x="1829605" y="1013212"/>
                    </a:lnTo>
                    <a:lnTo>
                      <a:pt x="1843341" y="1022512"/>
                    </a:lnTo>
                    <a:lnTo>
                      <a:pt x="1859806" y="1018634"/>
                    </a:lnTo>
                    <a:lnTo>
                      <a:pt x="1898508" y="1023284"/>
                    </a:lnTo>
                    <a:lnTo>
                      <a:pt x="1918421" y="1028346"/>
                    </a:lnTo>
                    <a:lnTo>
                      <a:pt x="1943976" y="1060912"/>
                    </a:lnTo>
                    <a:lnTo>
                      <a:pt x="1925187" y="1072493"/>
                    </a:lnTo>
                    <a:lnTo>
                      <a:pt x="1892644" y="1081381"/>
                    </a:lnTo>
                    <a:lnTo>
                      <a:pt x="1904850" y="1127570"/>
                    </a:lnTo>
                    <a:lnTo>
                      <a:pt x="1914917" y="1158712"/>
                    </a:lnTo>
                    <a:lnTo>
                      <a:pt x="1901734" y="1177500"/>
                    </a:lnTo>
                    <a:lnTo>
                      <a:pt x="1900757" y="1262981"/>
                    </a:lnTo>
                    <a:lnTo>
                      <a:pt x="1882264" y="1264611"/>
                    </a:lnTo>
                    <a:lnTo>
                      <a:pt x="1874409" y="1299974"/>
                    </a:lnTo>
                    <a:lnTo>
                      <a:pt x="1880236" y="1318007"/>
                    </a:lnTo>
                    <a:lnTo>
                      <a:pt x="1879775" y="1359890"/>
                    </a:lnTo>
                    <a:lnTo>
                      <a:pt x="1883628" y="1385695"/>
                    </a:lnTo>
                    <a:lnTo>
                      <a:pt x="1892700" y="1409459"/>
                    </a:lnTo>
                    <a:lnTo>
                      <a:pt x="1888662" y="1434235"/>
                    </a:lnTo>
                    <a:lnTo>
                      <a:pt x="1859419" y="1492229"/>
                    </a:lnTo>
                    <a:lnTo>
                      <a:pt x="1860083" y="1519442"/>
                    </a:lnTo>
                    <a:lnTo>
                      <a:pt x="1865338" y="1535605"/>
                    </a:lnTo>
                    <a:lnTo>
                      <a:pt x="1869228" y="1561445"/>
                    </a:lnTo>
                    <a:lnTo>
                      <a:pt x="1855934" y="1611117"/>
                    </a:lnTo>
                    <a:lnTo>
                      <a:pt x="1846549" y="1652622"/>
                    </a:lnTo>
                    <a:lnTo>
                      <a:pt x="1835394" y="1687556"/>
                    </a:lnTo>
                    <a:lnTo>
                      <a:pt x="1810429" y="1729473"/>
                    </a:lnTo>
                    <a:lnTo>
                      <a:pt x="1798002" y="1760803"/>
                    </a:lnTo>
                    <a:lnTo>
                      <a:pt x="1768926" y="1858570"/>
                    </a:lnTo>
                    <a:lnTo>
                      <a:pt x="1754507" y="1877975"/>
                    </a:lnTo>
                    <a:lnTo>
                      <a:pt x="1736825" y="1892886"/>
                    </a:lnTo>
                    <a:lnTo>
                      <a:pt x="1717115" y="1879091"/>
                    </a:lnTo>
                    <a:lnTo>
                      <a:pt x="1699046" y="1871575"/>
                    </a:lnTo>
                    <a:lnTo>
                      <a:pt x="1676975" y="1872485"/>
                    </a:lnTo>
                    <a:lnTo>
                      <a:pt x="1642404" y="1883792"/>
                    </a:lnTo>
                    <a:lnTo>
                      <a:pt x="1590409" y="1876277"/>
                    </a:lnTo>
                    <a:lnTo>
                      <a:pt x="1539594" y="1879897"/>
                    </a:lnTo>
                    <a:lnTo>
                      <a:pt x="1526743" y="1889660"/>
                    </a:lnTo>
                    <a:lnTo>
                      <a:pt x="1534450" y="1925143"/>
                    </a:lnTo>
                    <a:lnTo>
                      <a:pt x="1515717" y="1929792"/>
                    </a:lnTo>
                    <a:lnTo>
                      <a:pt x="1497408" y="1919704"/>
                    </a:lnTo>
                    <a:lnTo>
                      <a:pt x="1481293" y="1931748"/>
                    </a:lnTo>
                    <a:lnTo>
                      <a:pt x="1467834" y="1944960"/>
                    </a:lnTo>
                    <a:lnTo>
                      <a:pt x="1441394" y="1976308"/>
                    </a:lnTo>
                    <a:lnTo>
                      <a:pt x="1432543" y="1995611"/>
                    </a:lnTo>
                    <a:lnTo>
                      <a:pt x="1430257" y="2031968"/>
                    </a:lnTo>
                    <a:lnTo>
                      <a:pt x="1444141" y="2064569"/>
                    </a:lnTo>
                    <a:lnTo>
                      <a:pt x="1456457" y="2102745"/>
                    </a:lnTo>
                    <a:lnTo>
                      <a:pt x="1424744" y="2148814"/>
                    </a:lnTo>
                    <a:lnTo>
                      <a:pt x="1407044" y="2150376"/>
                    </a:lnTo>
                    <a:lnTo>
                      <a:pt x="1355380" y="2137593"/>
                    </a:lnTo>
                    <a:lnTo>
                      <a:pt x="1263817" y="2166470"/>
                    </a:lnTo>
                    <a:lnTo>
                      <a:pt x="1181584" y="2143633"/>
                    </a:lnTo>
                    <a:lnTo>
                      <a:pt x="1191928" y="2118959"/>
                    </a:lnTo>
                    <a:lnTo>
                      <a:pt x="1191577" y="2100823"/>
                    </a:lnTo>
                    <a:lnTo>
                      <a:pt x="1196224" y="2072924"/>
                    </a:lnTo>
                    <a:lnTo>
                      <a:pt x="1198990" y="2044391"/>
                    </a:lnTo>
                    <a:lnTo>
                      <a:pt x="1198215" y="2025294"/>
                    </a:lnTo>
                    <a:lnTo>
                      <a:pt x="1192186" y="2004945"/>
                    </a:lnTo>
                    <a:lnTo>
                      <a:pt x="1171904" y="1978315"/>
                    </a:lnTo>
                    <a:lnTo>
                      <a:pt x="1126215" y="1888442"/>
                    </a:lnTo>
                    <a:lnTo>
                      <a:pt x="1112700" y="1850505"/>
                    </a:lnTo>
                    <a:lnTo>
                      <a:pt x="1103296" y="1834703"/>
                    </a:lnTo>
                    <a:lnTo>
                      <a:pt x="1110063" y="1833845"/>
                    </a:lnTo>
                    <a:lnTo>
                      <a:pt x="1147695" y="1854212"/>
                    </a:lnTo>
                    <a:lnTo>
                      <a:pt x="1156472" y="1851706"/>
                    </a:lnTo>
                    <a:lnTo>
                      <a:pt x="1165691" y="1844054"/>
                    </a:lnTo>
                    <a:lnTo>
                      <a:pt x="1154462" y="1814903"/>
                    </a:lnTo>
                    <a:lnTo>
                      <a:pt x="1144819" y="1801708"/>
                    </a:lnTo>
                    <a:lnTo>
                      <a:pt x="1138273" y="1781976"/>
                    </a:lnTo>
                    <a:lnTo>
                      <a:pt x="1160307" y="1776640"/>
                    </a:lnTo>
                    <a:lnTo>
                      <a:pt x="1176219" y="1777824"/>
                    </a:lnTo>
                    <a:lnTo>
                      <a:pt x="1187945" y="1755622"/>
                    </a:lnTo>
                    <a:lnTo>
                      <a:pt x="1181178" y="1719727"/>
                    </a:lnTo>
                    <a:lnTo>
                      <a:pt x="1164086" y="1708677"/>
                    </a:lnTo>
                    <a:lnTo>
                      <a:pt x="1149815" y="1703873"/>
                    </a:lnTo>
                    <a:lnTo>
                      <a:pt x="1122454" y="1647492"/>
                    </a:lnTo>
                    <a:lnTo>
                      <a:pt x="1093912" y="1618289"/>
                    </a:lnTo>
                    <a:lnTo>
                      <a:pt x="1043004" y="1505647"/>
                    </a:lnTo>
                    <a:lnTo>
                      <a:pt x="1024382" y="1428333"/>
                    </a:lnTo>
                    <a:lnTo>
                      <a:pt x="1007069" y="1435677"/>
                    </a:lnTo>
                    <a:lnTo>
                      <a:pt x="998661" y="1401995"/>
                    </a:lnTo>
                    <a:lnTo>
                      <a:pt x="992632" y="1370099"/>
                    </a:lnTo>
                    <a:lnTo>
                      <a:pt x="991433" y="1346644"/>
                    </a:lnTo>
                    <a:lnTo>
                      <a:pt x="964293" y="1333209"/>
                    </a:lnTo>
                    <a:lnTo>
                      <a:pt x="963186" y="1316772"/>
                    </a:lnTo>
                    <a:lnTo>
                      <a:pt x="958300" y="1243421"/>
                    </a:lnTo>
                    <a:lnTo>
                      <a:pt x="929187" y="1233573"/>
                    </a:lnTo>
                    <a:lnTo>
                      <a:pt x="910362" y="1192410"/>
                    </a:lnTo>
                    <a:lnTo>
                      <a:pt x="907006" y="1114530"/>
                    </a:lnTo>
                    <a:lnTo>
                      <a:pt x="887830" y="1100358"/>
                    </a:lnTo>
                    <a:lnTo>
                      <a:pt x="872398" y="1104287"/>
                    </a:lnTo>
                    <a:lnTo>
                      <a:pt x="873117" y="1084984"/>
                    </a:lnTo>
                    <a:lnTo>
                      <a:pt x="876804" y="1066865"/>
                    </a:lnTo>
                    <a:lnTo>
                      <a:pt x="867788" y="995076"/>
                    </a:lnTo>
                    <a:lnTo>
                      <a:pt x="864783" y="929550"/>
                    </a:lnTo>
                    <a:lnTo>
                      <a:pt x="857463" y="909767"/>
                    </a:lnTo>
                    <a:lnTo>
                      <a:pt x="853315" y="886604"/>
                    </a:lnTo>
                    <a:lnTo>
                      <a:pt x="857039" y="866597"/>
                    </a:lnTo>
                    <a:lnTo>
                      <a:pt x="862497" y="855101"/>
                    </a:lnTo>
                    <a:lnTo>
                      <a:pt x="881285" y="852082"/>
                    </a:lnTo>
                    <a:lnTo>
                      <a:pt x="898838" y="86977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9" name="ph9084">
                <a:extLst>
                  <a:ext uri="{FF2B5EF4-FFF2-40B4-BE49-F238E27FC236}">
                    <a16:creationId xmlns:a16="http://schemas.microsoft.com/office/drawing/2014/main" id="{0916F9CA-EDD6-60CA-4579-AA131EDD0EA7}"/>
                  </a:ext>
                </a:extLst>
              </p:cNvPr>
              <p:cNvSpPr/>
              <p:nvPr/>
            </p:nvSpPr>
            <p:spPr>
              <a:xfrm>
                <a:off x="3769141" y="1776394"/>
                <a:ext cx="95085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50851" h="914400">
                    <a:moveTo>
                      <a:pt x="914400" y="914400"/>
                    </a:moveTo>
                    <a:lnTo>
                      <a:pt x="904609" y="912735"/>
                    </a:lnTo>
                    <a:lnTo>
                      <a:pt x="895685" y="896555"/>
                    </a:lnTo>
                    <a:lnTo>
                      <a:pt x="913736" y="871848"/>
                    </a:lnTo>
                    <a:lnTo>
                      <a:pt x="941356" y="873186"/>
                    </a:lnTo>
                    <a:lnTo>
                      <a:pt x="950851" y="878333"/>
                    </a:lnTo>
                    <a:lnTo>
                      <a:pt x="917792" y="89248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0" name="ph9085">
                <a:extLst>
                  <a:ext uri="{FF2B5EF4-FFF2-40B4-BE49-F238E27FC236}">
                    <a16:creationId xmlns:a16="http://schemas.microsoft.com/office/drawing/2014/main" id="{BC41BAFD-A2D9-B4F7-3A52-DBCB46C6E5F0}"/>
                  </a:ext>
                </a:extLst>
              </p:cNvPr>
              <p:cNvSpPr/>
              <p:nvPr/>
            </p:nvSpPr>
            <p:spPr>
              <a:xfrm>
                <a:off x="3624421" y="1369012"/>
                <a:ext cx="93586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5861" h="914400">
                    <a:moveTo>
                      <a:pt x="914400" y="914400"/>
                    </a:moveTo>
                    <a:lnTo>
                      <a:pt x="910251" y="913336"/>
                    </a:lnTo>
                    <a:lnTo>
                      <a:pt x="915414" y="897018"/>
                    </a:lnTo>
                    <a:lnTo>
                      <a:pt x="919249" y="889967"/>
                    </a:lnTo>
                    <a:lnTo>
                      <a:pt x="931971" y="883378"/>
                    </a:lnTo>
                    <a:lnTo>
                      <a:pt x="935861" y="884527"/>
                    </a:lnTo>
                    <a:lnTo>
                      <a:pt x="922770" y="91105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1" name="ph9086">
                <a:extLst>
                  <a:ext uri="{FF2B5EF4-FFF2-40B4-BE49-F238E27FC236}">
                    <a16:creationId xmlns:a16="http://schemas.microsoft.com/office/drawing/2014/main" id="{CB811958-1DDA-CA7F-8020-5BFE606D963A}"/>
                  </a:ext>
                </a:extLst>
              </p:cNvPr>
              <p:cNvSpPr/>
              <p:nvPr/>
            </p:nvSpPr>
            <p:spPr>
              <a:xfrm>
                <a:off x="3661887" y="1222242"/>
                <a:ext cx="938590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8590" h="914399">
                    <a:moveTo>
                      <a:pt x="914400" y="914399"/>
                    </a:moveTo>
                    <a:lnTo>
                      <a:pt x="909643" y="900141"/>
                    </a:lnTo>
                    <a:lnTo>
                      <a:pt x="911542" y="897344"/>
                    </a:lnTo>
                    <a:lnTo>
                      <a:pt x="914787" y="883275"/>
                    </a:lnTo>
                    <a:lnTo>
                      <a:pt x="923950" y="875554"/>
                    </a:lnTo>
                    <a:lnTo>
                      <a:pt x="938590" y="880186"/>
                    </a:lnTo>
                    <a:lnTo>
                      <a:pt x="938498" y="883704"/>
                    </a:lnTo>
                    <a:lnTo>
                      <a:pt x="924504" y="895097"/>
                    </a:lnTo>
                    <a:lnTo>
                      <a:pt x="919138" y="9027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2" name="ph9087">
                <a:extLst>
                  <a:ext uri="{FF2B5EF4-FFF2-40B4-BE49-F238E27FC236}">
                    <a16:creationId xmlns:a16="http://schemas.microsoft.com/office/drawing/2014/main" id="{F9BFBCEA-70F6-9519-3549-F6F423D3AA73}"/>
                  </a:ext>
                </a:extLst>
              </p:cNvPr>
              <p:cNvSpPr/>
              <p:nvPr/>
            </p:nvSpPr>
            <p:spPr>
              <a:xfrm>
                <a:off x="3917530" y="2980371"/>
                <a:ext cx="928689" cy="915639"/>
              </a:xfrm>
              <a:custGeom>
                <a:avLst/>
                <a:gdLst/>
                <a:ahLst/>
                <a:cxnLst/>
                <a:rect l="0" t="0" r="0" b="0"/>
                <a:pathLst>
                  <a:path w="928689" h="915639">
                    <a:moveTo>
                      <a:pt x="914400" y="914400"/>
                    </a:moveTo>
                    <a:lnTo>
                      <a:pt x="861519" y="909801"/>
                    </a:lnTo>
                    <a:lnTo>
                      <a:pt x="853997" y="905546"/>
                    </a:lnTo>
                    <a:lnTo>
                      <a:pt x="883092" y="875451"/>
                    </a:lnTo>
                    <a:lnTo>
                      <a:pt x="902046" y="844172"/>
                    </a:lnTo>
                    <a:lnTo>
                      <a:pt x="918142" y="803353"/>
                    </a:lnTo>
                    <a:lnTo>
                      <a:pt x="919857" y="775077"/>
                    </a:lnTo>
                    <a:lnTo>
                      <a:pt x="923877" y="743197"/>
                    </a:lnTo>
                    <a:lnTo>
                      <a:pt x="928689" y="740822"/>
                    </a:lnTo>
                    <a:lnTo>
                      <a:pt x="928689" y="91563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3" name="ph9088">
                <a:extLst>
                  <a:ext uri="{FF2B5EF4-FFF2-40B4-BE49-F238E27FC236}">
                    <a16:creationId xmlns:a16="http://schemas.microsoft.com/office/drawing/2014/main" id="{0CE5C31C-BB59-B53E-1836-EAD1288C4167}"/>
                  </a:ext>
                </a:extLst>
              </p:cNvPr>
              <p:cNvSpPr/>
              <p:nvPr/>
            </p:nvSpPr>
            <p:spPr>
              <a:xfrm>
                <a:off x="2934122" y="3126437"/>
                <a:ext cx="1912096" cy="920834"/>
              </a:xfrm>
              <a:custGeom>
                <a:avLst/>
                <a:gdLst/>
                <a:ahLst/>
                <a:cxnLst/>
                <a:rect l="0" t="0" r="0" b="0"/>
                <a:pathLst>
                  <a:path w="1912096" h="920834">
                    <a:moveTo>
                      <a:pt x="914400" y="914400"/>
                    </a:moveTo>
                    <a:lnTo>
                      <a:pt x="1022520" y="871676"/>
                    </a:lnTo>
                    <a:lnTo>
                      <a:pt x="1137997" y="831595"/>
                    </a:lnTo>
                    <a:lnTo>
                      <a:pt x="1164953" y="827237"/>
                    </a:lnTo>
                    <a:lnTo>
                      <a:pt x="1192057" y="818795"/>
                    </a:lnTo>
                    <a:lnTo>
                      <a:pt x="1202069" y="803799"/>
                    </a:lnTo>
                    <a:lnTo>
                      <a:pt x="1212062" y="793762"/>
                    </a:lnTo>
                    <a:lnTo>
                      <a:pt x="1227790" y="767321"/>
                    </a:lnTo>
                    <a:lnTo>
                      <a:pt x="1262564" y="726228"/>
                    </a:lnTo>
                    <a:lnTo>
                      <a:pt x="1324054" y="711266"/>
                    </a:lnTo>
                    <a:lnTo>
                      <a:pt x="1347010" y="691775"/>
                    </a:lnTo>
                    <a:lnTo>
                      <a:pt x="1395133" y="664476"/>
                    </a:lnTo>
                    <a:lnTo>
                      <a:pt x="1504839" y="633849"/>
                    </a:lnTo>
                    <a:lnTo>
                      <a:pt x="1550657" y="627123"/>
                    </a:lnTo>
                    <a:lnTo>
                      <a:pt x="1595553" y="626300"/>
                    </a:lnTo>
                    <a:lnTo>
                      <a:pt x="1635527" y="650458"/>
                    </a:lnTo>
                    <a:lnTo>
                      <a:pt x="1677842" y="680279"/>
                    </a:lnTo>
                    <a:lnTo>
                      <a:pt x="1685457" y="698277"/>
                    </a:lnTo>
                    <a:lnTo>
                      <a:pt x="1662557" y="687056"/>
                    </a:lnTo>
                    <a:lnTo>
                      <a:pt x="1629184" y="660272"/>
                    </a:lnTo>
                    <a:lnTo>
                      <a:pt x="1616849" y="659140"/>
                    </a:lnTo>
                    <a:lnTo>
                      <a:pt x="1645336" y="740606"/>
                    </a:lnTo>
                    <a:lnTo>
                      <a:pt x="1660916" y="769414"/>
                    </a:lnTo>
                    <a:lnTo>
                      <a:pt x="1692408" y="790965"/>
                    </a:lnTo>
                    <a:lnTo>
                      <a:pt x="1718811" y="798223"/>
                    </a:lnTo>
                    <a:lnTo>
                      <a:pt x="1800159" y="785165"/>
                    </a:lnTo>
                    <a:lnTo>
                      <a:pt x="1829052" y="768110"/>
                    </a:lnTo>
                    <a:lnTo>
                      <a:pt x="1837404" y="759480"/>
                    </a:lnTo>
                    <a:lnTo>
                      <a:pt x="1844927" y="763735"/>
                    </a:lnTo>
                    <a:lnTo>
                      <a:pt x="1897807" y="768333"/>
                    </a:lnTo>
                    <a:lnTo>
                      <a:pt x="1912096" y="769573"/>
                    </a:lnTo>
                    <a:lnTo>
                      <a:pt x="1912096" y="920834"/>
                    </a:lnTo>
                    <a:lnTo>
                      <a:pt x="902154" y="92083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4" name="ph9089">
                <a:extLst>
                  <a:ext uri="{FF2B5EF4-FFF2-40B4-BE49-F238E27FC236}">
                    <a16:creationId xmlns:a16="http://schemas.microsoft.com/office/drawing/2014/main" id="{65486D22-92D1-043B-1900-71FE388896E7}"/>
                  </a:ext>
                </a:extLst>
              </p:cNvPr>
              <p:cNvSpPr/>
              <p:nvPr/>
            </p:nvSpPr>
            <p:spPr>
              <a:xfrm>
                <a:off x="2480788" y="711003"/>
                <a:ext cx="966136" cy="1884401"/>
              </a:xfrm>
              <a:custGeom>
                <a:avLst/>
                <a:gdLst/>
                <a:ahLst/>
                <a:cxnLst/>
                <a:rect l="0" t="0" r="0" b="0"/>
                <a:pathLst>
                  <a:path w="966136" h="1884401">
                    <a:moveTo>
                      <a:pt x="914400" y="914400"/>
                    </a:moveTo>
                    <a:lnTo>
                      <a:pt x="939070" y="985554"/>
                    </a:lnTo>
                    <a:lnTo>
                      <a:pt x="959554" y="1036153"/>
                    </a:lnTo>
                    <a:lnTo>
                      <a:pt x="966136" y="1069508"/>
                    </a:lnTo>
                    <a:lnTo>
                      <a:pt x="959370" y="1103326"/>
                    </a:lnTo>
                    <a:lnTo>
                      <a:pt x="952382" y="1120639"/>
                    </a:lnTo>
                    <a:lnTo>
                      <a:pt x="952160" y="1143956"/>
                    </a:lnTo>
                    <a:lnTo>
                      <a:pt x="946777" y="1190369"/>
                    </a:lnTo>
                    <a:lnTo>
                      <a:pt x="930901" y="1213824"/>
                    </a:lnTo>
                    <a:lnTo>
                      <a:pt x="910122" y="1239406"/>
                    </a:lnTo>
                    <a:lnTo>
                      <a:pt x="886945" y="1258503"/>
                    </a:lnTo>
                    <a:lnTo>
                      <a:pt x="868563" y="1263874"/>
                    </a:lnTo>
                    <a:lnTo>
                      <a:pt x="852780" y="1266087"/>
                    </a:lnTo>
                    <a:lnTo>
                      <a:pt x="842178" y="1275798"/>
                    </a:lnTo>
                    <a:lnTo>
                      <a:pt x="832572" y="1304332"/>
                    </a:lnTo>
                    <a:lnTo>
                      <a:pt x="823703" y="1334307"/>
                    </a:lnTo>
                    <a:lnTo>
                      <a:pt x="794719" y="1371162"/>
                    </a:lnTo>
                    <a:lnTo>
                      <a:pt x="795493" y="1383997"/>
                    </a:lnTo>
                    <a:lnTo>
                      <a:pt x="806537" y="1427681"/>
                    </a:lnTo>
                    <a:lnTo>
                      <a:pt x="816881" y="1477422"/>
                    </a:lnTo>
                    <a:lnTo>
                      <a:pt x="808141" y="1523920"/>
                    </a:lnTo>
                    <a:lnTo>
                      <a:pt x="800656" y="1572735"/>
                    </a:lnTo>
                    <a:lnTo>
                      <a:pt x="787546" y="1605266"/>
                    </a:lnTo>
                    <a:lnTo>
                      <a:pt x="768813" y="1616882"/>
                    </a:lnTo>
                    <a:lnTo>
                      <a:pt x="755059" y="1611083"/>
                    </a:lnTo>
                    <a:lnTo>
                      <a:pt x="739497" y="1566455"/>
                    </a:lnTo>
                    <a:lnTo>
                      <a:pt x="739147" y="1556194"/>
                    </a:lnTo>
                    <a:lnTo>
                      <a:pt x="735275" y="1542554"/>
                    </a:lnTo>
                    <a:lnTo>
                      <a:pt x="691134" y="1528965"/>
                    </a:lnTo>
                    <a:lnTo>
                      <a:pt x="683335" y="1529462"/>
                    </a:lnTo>
                    <a:lnTo>
                      <a:pt x="665985" y="1521501"/>
                    </a:lnTo>
                    <a:lnTo>
                      <a:pt x="655807" y="1519253"/>
                    </a:lnTo>
                    <a:lnTo>
                      <a:pt x="634935" y="1514655"/>
                    </a:lnTo>
                    <a:lnTo>
                      <a:pt x="617585" y="1475277"/>
                    </a:lnTo>
                    <a:lnTo>
                      <a:pt x="599147" y="1442523"/>
                    </a:lnTo>
                    <a:lnTo>
                      <a:pt x="596529" y="1428831"/>
                    </a:lnTo>
                    <a:lnTo>
                      <a:pt x="597156" y="1367576"/>
                    </a:lnTo>
                    <a:lnTo>
                      <a:pt x="591514" y="1340330"/>
                    </a:lnTo>
                    <a:lnTo>
                      <a:pt x="589781" y="1310629"/>
                    </a:lnTo>
                    <a:lnTo>
                      <a:pt x="578183" y="1334788"/>
                    </a:lnTo>
                    <a:lnTo>
                      <a:pt x="584913" y="1372981"/>
                    </a:lnTo>
                    <a:lnTo>
                      <a:pt x="570605" y="1389007"/>
                    </a:lnTo>
                    <a:lnTo>
                      <a:pt x="552554" y="1396797"/>
                    </a:lnTo>
                    <a:lnTo>
                      <a:pt x="554251" y="1419171"/>
                    </a:lnTo>
                    <a:lnTo>
                      <a:pt x="561663" y="1423409"/>
                    </a:lnTo>
                    <a:lnTo>
                      <a:pt x="563212" y="1446641"/>
                    </a:lnTo>
                    <a:lnTo>
                      <a:pt x="558823" y="1481025"/>
                    </a:lnTo>
                    <a:lnTo>
                      <a:pt x="523293" y="1557481"/>
                    </a:lnTo>
                    <a:lnTo>
                      <a:pt x="516121" y="1565700"/>
                    </a:lnTo>
                    <a:lnTo>
                      <a:pt x="511253" y="1576029"/>
                    </a:lnTo>
                    <a:lnTo>
                      <a:pt x="493073" y="1569166"/>
                    </a:lnTo>
                    <a:lnTo>
                      <a:pt x="469749" y="1590459"/>
                    </a:lnTo>
                    <a:lnTo>
                      <a:pt x="447661" y="1593873"/>
                    </a:lnTo>
                    <a:lnTo>
                      <a:pt x="439659" y="1569783"/>
                    </a:lnTo>
                    <a:lnTo>
                      <a:pt x="408499" y="1537904"/>
                    </a:lnTo>
                    <a:lnTo>
                      <a:pt x="393785" y="1539688"/>
                    </a:lnTo>
                    <a:lnTo>
                      <a:pt x="406987" y="1555422"/>
                    </a:lnTo>
                    <a:lnTo>
                      <a:pt x="420004" y="1575875"/>
                    </a:lnTo>
                    <a:lnTo>
                      <a:pt x="412610" y="1589412"/>
                    </a:lnTo>
                    <a:lnTo>
                      <a:pt x="405346" y="1598249"/>
                    </a:lnTo>
                    <a:lnTo>
                      <a:pt x="392623" y="1602830"/>
                    </a:lnTo>
                    <a:lnTo>
                      <a:pt x="347100" y="1629596"/>
                    </a:lnTo>
                    <a:lnTo>
                      <a:pt x="363307" y="1647578"/>
                    </a:lnTo>
                    <a:lnTo>
                      <a:pt x="349552" y="1667996"/>
                    </a:lnTo>
                    <a:lnTo>
                      <a:pt x="333640" y="1670998"/>
                    </a:lnTo>
                    <a:lnTo>
                      <a:pt x="325159" y="1680538"/>
                    </a:lnTo>
                    <a:lnTo>
                      <a:pt x="322209" y="1693493"/>
                    </a:lnTo>
                    <a:lnTo>
                      <a:pt x="275063" y="1730399"/>
                    </a:lnTo>
                    <a:lnTo>
                      <a:pt x="198214" y="1825060"/>
                    </a:lnTo>
                    <a:lnTo>
                      <a:pt x="158719" y="1851809"/>
                    </a:lnTo>
                    <a:lnTo>
                      <a:pt x="131136" y="1879623"/>
                    </a:lnTo>
                    <a:lnTo>
                      <a:pt x="106835" y="1878936"/>
                    </a:lnTo>
                    <a:lnTo>
                      <a:pt x="99773" y="1884401"/>
                    </a:lnTo>
                    <a:lnTo>
                      <a:pt x="99773" y="876497"/>
                    </a:lnTo>
                    <a:lnTo>
                      <a:pt x="910622" y="876497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5" name="ph9090">
                <a:extLst>
                  <a:ext uri="{FF2B5EF4-FFF2-40B4-BE49-F238E27FC236}">
                    <a16:creationId xmlns:a16="http://schemas.microsoft.com/office/drawing/2014/main" id="{2DD2DBBE-7723-FA08-8FA3-1F8E3D898B43}"/>
                  </a:ext>
                </a:extLst>
              </p:cNvPr>
              <p:cNvSpPr/>
              <p:nvPr/>
            </p:nvSpPr>
            <p:spPr>
              <a:xfrm>
                <a:off x="1836750" y="3132768"/>
                <a:ext cx="1322376" cy="914502"/>
              </a:xfrm>
              <a:custGeom>
                <a:avLst/>
                <a:gdLst/>
                <a:ahLst/>
                <a:cxnLst/>
                <a:rect l="0" t="0" r="0" b="0"/>
                <a:pathLst>
                  <a:path w="1322376" h="914502">
                    <a:moveTo>
                      <a:pt x="914400" y="914400"/>
                    </a:moveTo>
                    <a:lnTo>
                      <a:pt x="914990" y="822862"/>
                    </a:lnTo>
                    <a:lnTo>
                      <a:pt x="904591" y="809238"/>
                    </a:lnTo>
                    <a:lnTo>
                      <a:pt x="891149" y="804503"/>
                    </a:lnTo>
                    <a:lnTo>
                      <a:pt x="882778" y="810765"/>
                    </a:lnTo>
                    <a:lnTo>
                      <a:pt x="865576" y="810851"/>
                    </a:lnTo>
                    <a:lnTo>
                      <a:pt x="861962" y="790124"/>
                    </a:lnTo>
                    <a:lnTo>
                      <a:pt x="866166" y="774768"/>
                    </a:lnTo>
                    <a:lnTo>
                      <a:pt x="900737" y="764267"/>
                    </a:lnTo>
                    <a:lnTo>
                      <a:pt x="923526" y="750197"/>
                    </a:lnTo>
                    <a:lnTo>
                      <a:pt x="924540" y="725336"/>
                    </a:lnTo>
                    <a:lnTo>
                      <a:pt x="910140" y="705793"/>
                    </a:lnTo>
                    <a:lnTo>
                      <a:pt x="892901" y="669950"/>
                    </a:lnTo>
                    <a:lnTo>
                      <a:pt x="872638" y="636251"/>
                    </a:lnTo>
                    <a:lnTo>
                      <a:pt x="870443" y="597080"/>
                    </a:lnTo>
                    <a:lnTo>
                      <a:pt x="905660" y="597852"/>
                    </a:lnTo>
                    <a:lnTo>
                      <a:pt x="914289" y="599327"/>
                    </a:lnTo>
                    <a:lnTo>
                      <a:pt x="967704" y="617686"/>
                    </a:lnTo>
                    <a:lnTo>
                      <a:pt x="980758" y="630572"/>
                    </a:lnTo>
                    <a:lnTo>
                      <a:pt x="997186" y="631172"/>
                    </a:lnTo>
                    <a:lnTo>
                      <a:pt x="1026779" y="619179"/>
                    </a:lnTo>
                    <a:lnTo>
                      <a:pt x="1048886" y="613912"/>
                    </a:lnTo>
                    <a:lnTo>
                      <a:pt x="1057460" y="621307"/>
                    </a:lnTo>
                    <a:lnTo>
                      <a:pt x="1069500" y="624412"/>
                    </a:lnTo>
                    <a:lnTo>
                      <a:pt x="1072284" y="624412"/>
                    </a:lnTo>
                    <a:lnTo>
                      <a:pt x="1073445" y="630864"/>
                    </a:lnTo>
                    <a:lnTo>
                      <a:pt x="1101084" y="640198"/>
                    </a:lnTo>
                    <a:lnTo>
                      <a:pt x="1112700" y="655074"/>
                    </a:lnTo>
                    <a:lnTo>
                      <a:pt x="1125606" y="677688"/>
                    </a:lnTo>
                    <a:lnTo>
                      <a:pt x="1126860" y="710237"/>
                    </a:lnTo>
                    <a:lnTo>
                      <a:pt x="1110340" y="733657"/>
                    </a:lnTo>
                    <a:lnTo>
                      <a:pt x="1096622" y="748482"/>
                    </a:lnTo>
                    <a:lnTo>
                      <a:pt x="1148506" y="742871"/>
                    </a:lnTo>
                    <a:lnTo>
                      <a:pt x="1153669" y="756306"/>
                    </a:lnTo>
                    <a:lnTo>
                      <a:pt x="1161524" y="770804"/>
                    </a:lnTo>
                    <a:lnTo>
                      <a:pt x="1189476" y="760475"/>
                    </a:lnTo>
                    <a:lnTo>
                      <a:pt x="1259540" y="803370"/>
                    </a:lnTo>
                    <a:lnTo>
                      <a:pt x="1301910" y="782489"/>
                    </a:lnTo>
                    <a:lnTo>
                      <a:pt x="1312752" y="781271"/>
                    </a:lnTo>
                    <a:lnTo>
                      <a:pt x="1322376" y="815930"/>
                    </a:lnTo>
                    <a:lnTo>
                      <a:pt x="1311848" y="850846"/>
                    </a:lnTo>
                    <a:lnTo>
                      <a:pt x="1274493" y="888096"/>
                    </a:lnTo>
                    <a:lnTo>
                      <a:pt x="1282772" y="911054"/>
                    </a:lnTo>
                    <a:lnTo>
                      <a:pt x="1290845" y="91450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6" name="ph9091">
                <a:extLst>
                  <a:ext uri="{FF2B5EF4-FFF2-40B4-BE49-F238E27FC236}">
                    <a16:creationId xmlns:a16="http://schemas.microsoft.com/office/drawing/2014/main" id="{59600BC3-B850-463B-1D48-D3218E4C1B26}"/>
                  </a:ext>
                </a:extLst>
              </p:cNvPr>
              <p:cNvSpPr/>
              <p:nvPr/>
            </p:nvSpPr>
            <p:spPr>
              <a:xfrm>
                <a:off x="2252268" y="3129645"/>
                <a:ext cx="922329" cy="917625"/>
              </a:xfrm>
              <a:custGeom>
                <a:avLst/>
                <a:gdLst/>
                <a:ahLst/>
                <a:cxnLst/>
                <a:rect l="0" t="0" r="0" b="0"/>
                <a:pathLst>
                  <a:path w="922329" h="917625">
                    <a:moveTo>
                      <a:pt x="914400" y="914399"/>
                    </a:moveTo>
                    <a:lnTo>
                      <a:pt x="922329" y="917625"/>
                    </a:lnTo>
                    <a:lnTo>
                      <a:pt x="891087" y="91762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7" name="ph9092">
                <a:extLst>
                  <a:ext uri="{FF2B5EF4-FFF2-40B4-BE49-F238E27FC236}">
                    <a16:creationId xmlns:a16="http://schemas.microsoft.com/office/drawing/2014/main" id="{CEE9A6C2-DB16-EA2A-34C0-1901425A208C}"/>
                  </a:ext>
                </a:extLst>
              </p:cNvPr>
              <p:cNvSpPr/>
              <p:nvPr/>
            </p:nvSpPr>
            <p:spPr>
              <a:xfrm>
                <a:off x="2364850" y="3092978"/>
                <a:ext cx="1315922" cy="954292"/>
              </a:xfrm>
              <a:custGeom>
                <a:avLst/>
                <a:gdLst/>
                <a:ahLst/>
                <a:cxnLst/>
                <a:rect l="0" t="0" r="0" b="0"/>
                <a:pathLst>
                  <a:path w="1315922" h="954292">
                    <a:moveTo>
                      <a:pt x="914400" y="914399"/>
                    </a:moveTo>
                    <a:lnTo>
                      <a:pt x="932469" y="903178"/>
                    </a:lnTo>
                    <a:lnTo>
                      <a:pt x="991950" y="895148"/>
                    </a:lnTo>
                    <a:lnTo>
                      <a:pt x="1002773" y="874919"/>
                    </a:lnTo>
                    <a:lnTo>
                      <a:pt x="1026871" y="854570"/>
                    </a:lnTo>
                    <a:lnTo>
                      <a:pt x="1042396" y="832350"/>
                    </a:lnTo>
                    <a:lnTo>
                      <a:pt x="1079567" y="790056"/>
                    </a:lnTo>
                    <a:lnTo>
                      <a:pt x="1118028" y="797674"/>
                    </a:lnTo>
                    <a:lnTo>
                      <a:pt x="1140486" y="805772"/>
                    </a:lnTo>
                    <a:lnTo>
                      <a:pt x="1165137" y="809856"/>
                    </a:lnTo>
                    <a:lnTo>
                      <a:pt x="1187576" y="854947"/>
                    </a:lnTo>
                    <a:lnTo>
                      <a:pt x="1244328" y="904791"/>
                    </a:lnTo>
                    <a:lnTo>
                      <a:pt x="1296471" y="900450"/>
                    </a:lnTo>
                    <a:lnTo>
                      <a:pt x="1314983" y="947600"/>
                    </a:lnTo>
                    <a:lnTo>
                      <a:pt x="1315922" y="954292"/>
                    </a:lnTo>
                    <a:lnTo>
                      <a:pt x="879902" y="9542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8" name="ph9093">
                <a:extLst>
                  <a:ext uri="{FF2B5EF4-FFF2-40B4-BE49-F238E27FC236}">
                    <a16:creationId xmlns:a16="http://schemas.microsoft.com/office/drawing/2014/main" id="{A6CD813D-A9DC-C5DC-C603-811FBB832AF7}"/>
                  </a:ext>
                </a:extLst>
              </p:cNvPr>
              <p:cNvSpPr/>
              <p:nvPr/>
            </p:nvSpPr>
            <p:spPr>
              <a:xfrm>
                <a:off x="2748802" y="3022030"/>
                <a:ext cx="914400" cy="938850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38850">
                    <a:moveTo>
                      <a:pt x="914400" y="914399"/>
                    </a:moveTo>
                    <a:lnTo>
                      <a:pt x="909329" y="926444"/>
                    </a:lnTo>
                    <a:lnTo>
                      <a:pt x="888107" y="906404"/>
                    </a:lnTo>
                    <a:lnTo>
                      <a:pt x="866793" y="906678"/>
                    </a:lnTo>
                    <a:lnTo>
                      <a:pt x="854052" y="937546"/>
                    </a:lnTo>
                    <a:lnTo>
                      <a:pt x="844575" y="938850"/>
                    </a:lnTo>
                    <a:lnTo>
                      <a:pt x="811663" y="910813"/>
                    </a:lnTo>
                    <a:lnTo>
                      <a:pt x="806390" y="897139"/>
                    </a:lnTo>
                    <a:lnTo>
                      <a:pt x="805302" y="885763"/>
                    </a:lnTo>
                    <a:lnTo>
                      <a:pt x="810004" y="846385"/>
                    </a:lnTo>
                    <a:lnTo>
                      <a:pt x="809137" y="833997"/>
                    </a:lnTo>
                    <a:lnTo>
                      <a:pt x="819481" y="820459"/>
                    </a:lnTo>
                    <a:lnTo>
                      <a:pt x="821085" y="800899"/>
                    </a:lnTo>
                    <a:lnTo>
                      <a:pt x="839375" y="780275"/>
                    </a:lnTo>
                    <a:lnTo>
                      <a:pt x="855601" y="779503"/>
                    </a:lnTo>
                    <a:lnTo>
                      <a:pt x="860763" y="796970"/>
                    </a:lnTo>
                    <a:lnTo>
                      <a:pt x="868526" y="808998"/>
                    </a:lnTo>
                    <a:lnTo>
                      <a:pt x="895869" y="822484"/>
                    </a:lnTo>
                    <a:lnTo>
                      <a:pt x="899944" y="828610"/>
                    </a:lnTo>
                    <a:lnTo>
                      <a:pt x="902415" y="837086"/>
                    </a:lnTo>
                    <a:lnTo>
                      <a:pt x="889693" y="853695"/>
                    </a:lnTo>
                    <a:lnTo>
                      <a:pt x="885378" y="862205"/>
                    </a:lnTo>
                    <a:lnTo>
                      <a:pt x="889416" y="875845"/>
                    </a:lnTo>
                    <a:lnTo>
                      <a:pt x="909679" y="89075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9" name="ph9094">
                <a:extLst>
                  <a:ext uri="{FF2B5EF4-FFF2-40B4-BE49-F238E27FC236}">
                    <a16:creationId xmlns:a16="http://schemas.microsoft.com/office/drawing/2014/main" id="{1CD0E139-04D3-7E50-EDC0-58505766C2E7}"/>
                  </a:ext>
                </a:extLst>
              </p:cNvPr>
              <p:cNvSpPr/>
              <p:nvPr/>
            </p:nvSpPr>
            <p:spPr>
              <a:xfrm>
                <a:off x="2774910" y="3120122"/>
                <a:ext cx="959190" cy="927148"/>
              </a:xfrm>
              <a:custGeom>
                <a:avLst/>
                <a:gdLst/>
                <a:ahLst/>
                <a:cxnLst/>
                <a:rect l="0" t="0" r="0" b="0"/>
                <a:pathLst>
                  <a:path w="959190" h="927148">
                    <a:moveTo>
                      <a:pt x="914400" y="914400"/>
                    </a:moveTo>
                    <a:lnTo>
                      <a:pt x="905844" y="906215"/>
                    </a:lnTo>
                    <a:lnTo>
                      <a:pt x="904572" y="894531"/>
                    </a:lnTo>
                    <a:lnTo>
                      <a:pt x="905955" y="882434"/>
                    </a:lnTo>
                    <a:lnTo>
                      <a:pt x="945818" y="915000"/>
                    </a:lnTo>
                    <a:lnTo>
                      <a:pt x="959190" y="927148"/>
                    </a:lnTo>
                    <a:lnTo>
                      <a:pt x="922903" y="92714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0" name="ph9095">
                <a:extLst>
                  <a:ext uri="{FF2B5EF4-FFF2-40B4-BE49-F238E27FC236}">
                    <a16:creationId xmlns:a16="http://schemas.microsoft.com/office/drawing/2014/main" id="{376DBDAC-AD48-3C14-F0A2-1A29F34C9C96}"/>
                  </a:ext>
                </a:extLst>
              </p:cNvPr>
              <p:cNvSpPr/>
              <p:nvPr/>
            </p:nvSpPr>
            <p:spPr>
              <a:xfrm>
                <a:off x="2256988" y="2986685"/>
                <a:ext cx="94338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3384" h="914400">
                    <a:moveTo>
                      <a:pt x="914400" y="914400"/>
                    </a:moveTo>
                    <a:lnTo>
                      <a:pt x="903337" y="900347"/>
                    </a:lnTo>
                    <a:lnTo>
                      <a:pt x="892200" y="896778"/>
                    </a:lnTo>
                    <a:lnTo>
                      <a:pt x="898193" y="879449"/>
                    </a:lnTo>
                    <a:lnTo>
                      <a:pt x="906029" y="873152"/>
                    </a:lnTo>
                    <a:lnTo>
                      <a:pt x="934091" y="884442"/>
                    </a:lnTo>
                    <a:lnTo>
                      <a:pt x="942905" y="906541"/>
                    </a:lnTo>
                    <a:lnTo>
                      <a:pt x="943384" y="913713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1" name="ph9096">
                <a:extLst>
                  <a:ext uri="{FF2B5EF4-FFF2-40B4-BE49-F238E27FC236}">
                    <a16:creationId xmlns:a16="http://schemas.microsoft.com/office/drawing/2014/main" id="{BAA6F303-6C8D-3F8B-4F1C-8BD3B016615A}"/>
                  </a:ext>
                </a:extLst>
              </p:cNvPr>
              <p:cNvSpPr/>
              <p:nvPr/>
            </p:nvSpPr>
            <p:spPr>
              <a:xfrm>
                <a:off x="1719908" y="2863319"/>
                <a:ext cx="979522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79522" h="914400">
                    <a:moveTo>
                      <a:pt x="914400" y="914400"/>
                    </a:moveTo>
                    <a:lnTo>
                      <a:pt x="916483" y="864779"/>
                    </a:lnTo>
                    <a:lnTo>
                      <a:pt x="937152" y="811915"/>
                    </a:lnTo>
                    <a:lnTo>
                      <a:pt x="945892" y="813099"/>
                    </a:lnTo>
                    <a:lnTo>
                      <a:pt x="936949" y="827374"/>
                    </a:lnTo>
                    <a:lnTo>
                      <a:pt x="934368" y="837377"/>
                    </a:lnTo>
                    <a:lnTo>
                      <a:pt x="930736" y="857366"/>
                    </a:lnTo>
                    <a:lnTo>
                      <a:pt x="932377" y="867747"/>
                    </a:lnTo>
                    <a:lnTo>
                      <a:pt x="979522" y="870595"/>
                    </a:lnTo>
                    <a:lnTo>
                      <a:pt x="974046" y="879860"/>
                    </a:lnTo>
                    <a:lnTo>
                      <a:pt x="926237" y="886106"/>
                    </a:lnTo>
                    <a:lnTo>
                      <a:pt x="918751" y="90741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2" name="ph9097">
                <a:extLst>
                  <a:ext uri="{FF2B5EF4-FFF2-40B4-BE49-F238E27FC236}">
                    <a16:creationId xmlns:a16="http://schemas.microsoft.com/office/drawing/2014/main" id="{6F5A9F87-AC97-FEAC-A3C5-737F8020F4E7}"/>
                  </a:ext>
                </a:extLst>
              </p:cNvPr>
              <p:cNvSpPr/>
              <p:nvPr/>
            </p:nvSpPr>
            <p:spPr>
              <a:xfrm>
                <a:off x="1769801" y="2891046"/>
                <a:ext cx="921756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21756" h="914399">
                    <a:moveTo>
                      <a:pt x="914400" y="914399"/>
                    </a:moveTo>
                    <a:lnTo>
                      <a:pt x="896441" y="913387"/>
                    </a:lnTo>
                    <a:lnTo>
                      <a:pt x="886355" y="905289"/>
                    </a:lnTo>
                    <a:lnTo>
                      <a:pt x="889619" y="896658"/>
                    </a:lnTo>
                    <a:lnTo>
                      <a:pt x="899151" y="890069"/>
                    </a:lnTo>
                    <a:lnTo>
                      <a:pt x="907043" y="889057"/>
                    </a:lnTo>
                    <a:lnTo>
                      <a:pt x="919027" y="893124"/>
                    </a:lnTo>
                    <a:lnTo>
                      <a:pt x="921756" y="90578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3" name="ph9098">
                <a:extLst>
                  <a:ext uri="{FF2B5EF4-FFF2-40B4-BE49-F238E27FC236}">
                    <a16:creationId xmlns:a16="http://schemas.microsoft.com/office/drawing/2014/main" id="{04F39819-D0D3-3200-EF6D-01ECB42BC1AD}"/>
                  </a:ext>
                </a:extLst>
              </p:cNvPr>
              <p:cNvSpPr/>
              <p:nvPr/>
            </p:nvSpPr>
            <p:spPr>
              <a:xfrm>
                <a:off x="3931819" y="901131"/>
                <a:ext cx="914400" cy="100904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1009042">
                    <a:moveTo>
                      <a:pt x="914400" y="914400"/>
                    </a:moveTo>
                    <a:lnTo>
                      <a:pt x="914400" y="1005493"/>
                    </a:lnTo>
                    <a:lnTo>
                      <a:pt x="876602" y="1009042"/>
                    </a:lnTo>
                    <a:lnTo>
                      <a:pt x="866442" y="1002985"/>
                    </a:lnTo>
                    <a:lnTo>
                      <a:pt x="852522" y="955887"/>
                    </a:lnTo>
                    <a:lnTo>
                      <a:pt x="855287" y="943722"/>
                    </a:lnTo>
                    <a:lnTo>
                      <a:pt x="864654" y="938540"/>
                    </a:lnTo>
                    <a:lnTo>
                      <a:pt x="872674" y="937425"/>
                    </a:lnTo>
                    <a:lnTo>
                      <a:pt x="873854" y="962784"/>
                    </a:lnTo>
                    <a:lnTo>
                      <a:pt x="885636" y="960262"/>
                    </a:lnTo>
                    <a:lnTo>
                      <a:pt x="889324" y="943550"/>
                    </a:lnTo>
                    <a:lnTo>
                      <a:pt x="890154" y="931780"/>
                    </a:lnTo>
                    <a:lnTo>
                      <a:pt x="886964" y="925843"/>
                    </a:lnTo>
                    <a:lnTo>
                      <a:pt x="878962" y="921245"/>
                    </a:lnTo>
                    <a:lnTo>
                      <a:pt x="874334" y="913352"/>
                    </a:lnTo>
                    <a:lnTo>
                      <a:pt x="880990" y="900655"/>
                    </a:lnTo>
                    <a:lnTo>
                      <a:pt x="893306" y="895165"/>
                    </a:lnTo>
                    <a:lnTo>
                      <a:pt x="903927" y="912134"/>
                    </a:lnTo>
                    <a:lnTo>
                      <a:pt x="912427" y="9143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4" name="ph9099">
                <a:extLst>
                  <a:ext uri="{FF2B5EF4-FFF2-40B4-BE49-F238E27FC236}">
                    <a16:creationId xmlns:a16="http://schemas.microsoft.com/office/drawing/2014/main" id="{A97CF266-DB4C-43BA-87A3-922A876D5A74}"/>
                  </a:ext>
                </a:extLst>
              </p:cNvPr>
              <p:cNvSpPr/>
              <p:nvPr/>
            </p:nvSpPr>
            <p:spPr>
              <a:xfrm>
                <a:off x="3869038" y="966605"/>
                <a:ext cx="914400" cy="924832"/>
              </a:xfrm>
              <a:custGeom>
                <a:avLst/>
                <a:gdLst/>
                <a:ahLst/>
                <a:cxnLst/>
                <a:rect l="0" t="0" r="0" b="0"/>
                <a:pathLst>
                  <a:path w="914400" h="924832">
                    <a:moveTo>
                      <a:pt x="914400" y="914400"/>
                    </a:moveTo>
                    <a:lnTo>
                      <a:pt x="907172" y="912426"/>
                    </a:lnTo>
                    <a:lnTo>
                      <a:pt x="901622" y="915120"/>
                    </a:lnTo>
                    <a:lnTo>
                      <a:pt x="897861" y="924832"/>
                    </a:lnTo>
                    <a:lnTo>
                      <a:pt x="889674" y="921348"/>
                    </a:lnTo>
                    <a:lnTo>
                      <a:pt x="886374" y="907433"/>
                    </a:lnTo>
                    <a:lnTo>
                      <a:pt x="892477" y="886604"/>
                    </a:lnTo>
                    <a:lnTo>
                      <a:pt x="907098" y="885814"/>
                    </a:lnTo>
                    <a:lnTo>
                      <a:pt x="913422" y="90652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5" name="ph9100">
                <a:extLst>
                  <a:ext uri="{FF2B5EF4-FFF2-40B4-BE49-F238E27FC236}">
                    <a16:creationId xmlns:a16="http://schemas.microsoft.com/office/drawing/2014/main" id="{0B15F039-BEB0-EFA2-74BA-34700FBA18C4}"/>
                  </a:ext>
                </a:extLst>
              </p:cNvPr>
              <p:cNvSpPr/>
              <p:nvPr/>
            </p:nvSpPr>
            <p:spPr>
              <a:xfrm>
                <a:off x="2529225" y="2540783"/>
                <a:ext cx="921424" cy="1234997"/>
              </a:xfrm>
              <a:custGeom>
                <a:avLst/>
                <a:gdLst/>
                <a:ahLst/>
                <a:cxnLst/>
                <a:rect l="0" t="0" r="0" b="0"/>
                <a:pathLst>
                  <a:path w="921424" h="1234997">
                    <a:moveTo>
                      <a:pt x="914400" y="914399"/>
                    </a:moveTo>
                    <a:lnTo>
                      <a:pt x="909495" y="924643"/>
                    </a:lnTo>
                    <a:lnTo>
                      <a:pt x="902286" y="931386"/>
                    </a:lnTo>
                    <a:lnTo>
                      <a:pt x="883424" y="938541"/>
                    </a:lnTo>
                    <a:lnTo>
                      <a:pt x="867088" y="948527"/>
                    </a:lnTo>
                    <a:lnTo>
                      <a:pt x="852522" y="966079"/>
                    </a:lnTo>
                    <a:lnTo>
                      <a:pt x="847156" y="991164"/>
                    </a:lnTo>
                    <a:lnTo>
                      <a:pt x="858551" y="1009523"/>
                    </a:lnTo>
                    <a:lnTo>
                      <a:pt x="879275" y="1019578"/>
                    </a:lnTo>
                    <a:lnTo>
                      <a:pt x="884548" y="1054529"/>
                    </a:lnTo>
                    <a:lnTo>
                      <a:pt x="867438" y="1071773"/>
                    </a:lnTo>
                    <a:lnTo>
                      <a:pt x="823537" y="1088982"/>
                    </a:lnTo>
                    <a:lnTo>
                      <a:pt x="818928" y="1130522"/>
                    </a:lnTo>
                    <a:lnTo>
                      <a:pt x="820347" y="1163259"/>
                    </a:lnTo>
                    <a:lnTo>
                      <a:pt x="819555" y="1187057"/>
                    </a:lnTo>
                    <a:lnTo>
                      <a:pt x="816070" y="1219983"/>
                    </a:lnTo>
                    <a:lnTo>
                      <a:pt x="780558" y="1234997"/>
                    </a:lnTo>
                    <a:lnTo>
                      <a:pt x="757640" y="1184844"/>
                    </a:lnTo>
                    <a:lnTo>
                      <a:pt x="757437" y="1164769"/>
                    </a:lnTo>
                    <a:lnTo>
                      <a:pt x="750597" y="1141331"/>
                    </a:lnTo>
                    <a:lnTo>
                      <a:pt x="749306" y="1121359"/>
                    </a:lnTo>
                    <a:lnTo>
                      <a:pt x="741193" y="1089411"/>
                    </a:lnTo>
                    <a:lnTo>
                      <a:pt x="707599" y="1080763"/>
                    </a:lnTo>
                    <a:lnTo>
                      <a:pt x="694564" y="1079631"/>
                    </a:lnTo>
                    <a:lnTo>
                      <a:pt x="676328" y="1085568"/>
                    </a:lnTo>
                    <a:lnTo>
                      <a:pt x="671811" y="1083251"/>
                    </a:lnTo>
                    <a:lnTo>
                      <a:pt x="649981" y="1039619"/>
                    </a:lnTo>
                    <a:lnTo>
                      <a:pt x="653576" y="991473"/>
                    </a:lnTo>
                    <a:lnTo>
                      <a:pt x="641923" y="967177"/>
                    </a:lnTo>
                    <a:lnTo>
                      <a:pt x="640319" y="956179"/>
                    </a:lnTo>
                    <a:lnTo>
                      <a:pt x="640596" y="943997"/>
                    </a:lnTo>
                    <a:lnTo>
                      <a:pt x="631026" y="933960"/>
                    </a:lnTo>
                    <a:lnTo>
                      <a:pt x="619410" y="928641"/>
                    </a:lnTo>
                    <a:lnTo>
                      <a:pt x="613768" y="901548"/>
                    </a:lnTo>
                    <a:lnTo>
                      <a:pt x="627118" y="894977"/>
                    </a:lnTo>
                    <a:lnTo>
                      <a:pt x="660121" y="898151"/>
                    </a:lnTo>
                    <a:lnTo>
                      <a:pt x="669765" y="896298"/>
                    </a:lnTo>
                    <a:lnTo>
                      <a:pt x="678596" y="890653"/>
                    </a:lnTo>
                    <a:lnTo>
                      <a:pt x="705295" y="846111"/>
                    </a:lnTo>
                    <a:lnTo>
                      <a:pt x="704520" y="836296"/>
                    </a:lnTo>
                    <a:lnTo>
                      <a:pt x="707378" y="823565"/>
                    </a:lnTo>
                    <a:lnTo>
                      <a:pt x="736270" y="818847"/>
                    </a:lnTo>
                    <a:lnTo>
                      <a:pt x="749140" y="836056"/>
                    </a:lnTo>
                    <a:lnTo>
                      <a:pt x="746559" y="863612"/>
                    </a:lnTo>
                    <a:lnTo>
                      <a:pt x="748200" y="898923"/>
                    </a:lnTo>
                    <a:lnTo>
                      <a:pt x="765697" y="908531"/>
                    </a:lnTo>
                    <a:lnTo>
                      <a:pt x="772519" y="909938"/>
                    </a:lnTo>
                    <a:lnTo>
                      <a:pt x="779802" y="883858"/>
                    </a:lnTo>
                    <a:lnTo>
                      <a:pt x="784910" y="871179"/>
                    </a:lnTo>
                    <a:lnTo>
                      <a:pt x="791842" y="864109"/>
                    </a:lnTo>
                    <a:lnTo>
                      <a:pt x="794202" y="840277"/>
                    </a:lnTo>
                    <a:lnTo>
                      <a:pt x="790091" y="825727"/>
                    </a:lnTo>
                    <a:lnTo>
                      <a:pt x="781333" y="814883"/>
                    </a:lnTo>
                    <a:lnTo>
                      <a:pt x="814042" y="785371"/>
                    </a:lnTo>
                    <a:lnTo>
                      <a:pt x="847894" y="762002"/>
                    </a:lnTo>
                    <a:lnTo>
                      <a:pt x="867585" y="760784"/>
                    </a:lnTo>
                    <a:lnTo>
                      <a:pt x="887406" y="766498"/>
                    </a:lnTo>
                    <a:lnTo>
                      <a:pt x="905826" y="774390"/>
                    </a:lnTo>
                    <a:lnTo>
                      <a:pt x="915819" y="781185"/>
                    </a:lnTo>
                    <a:lnTo>
                      <a:pt x="921424" y="792097"/>
                    </a:lnTo>
                    <a:lnTo>
                      <a:pt x="909071" y="818109"/>
                    </a:lnTo>
                    <a:lnTo>
                      <a:pt x="905641" y="832350"/>
                    </a:lnTo>
                    <a:lnTo>
                      <a:pt x="913939" y="87922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6" name="ph9101">
                <a:extLst>
                  <a:ext uri="{FF2B5EF4-FFF2-40B4-BE49-F238E27FC236}">
                    <a16:creationId xmlns:a16="http://schemas.microsoft.com/office/drawing/2014/main" id="{6D82F060-B530-6B6D-967E-9F75F66AFE3E}"/>
                  </a:ext>
                </a:extLst>
              </p:cNvPr>
              <p:cNvSpPr/>
              <p:nvPr/>
            </p:nvSpPr>
            <p:spPr>
              <a:xfrm>
                <a:off x="1991850" y="2734135"/>
                <a:ext cx="1141187" cy="1029805"/>
              </a:xfrm>
              <a:custGeom>
                <a:avLst/>
                <a:gdLst/>
                <a:ahLst/>
                <a:cxnLst/>
                <a:rect l="0" t="0" r="0" b="0"/>
                <a:pathLst>
                  <a:path w="1141187" h="1029805">
                    <a:moveTo>
                      <a:pt x="914400" y="1023045"/>
                    </a:moveTo>
                    <a:lnTo>
                      <a:pt x="902360" y="1019939"/>
                    </a:lnTo>
                    <a:lnTo>
                      <a:pt x="893786" y="1012544"/>
                    </a:lnTo>
                    <a:lnTo>
                      <a:pt x="871679" y="1017812"/>
                    </a:lnTo>
                    <a:lnTo>
                      <a:pt x="842086" y="1029805"/>
                    </a:lnTo>
                    <a:lnTo>
                      <a:pt x="825658" y="1029205"/>
                    </a:lnTo>
                    <a:lnTo>
                      <a:pt x="812603" y="1016319"/>
                    </a:lnTo>
                    <a:lnTo>
                      <a:pt x="759189" y="997960"/>
                    </a:lnTo>
                    <a:lnTo>
                      <a:pt x="750560" y="996484"/>
                    </a:lnTo>
                    <a:lnTo>
                      <a:pt x="715269" y="995678"/>
                    </a:lnTo>
                    <a:lnTo>
                      <a:pt x="713592" y="966681"/>
                    </a:lnTo>
                    <a:lnTo>
                      <a:pt x="709222" y="945731"/>
                    </a:lnTo>
                    <a:lnTo>
                      <a:pt x="696887" y="914555"/>
                    </a:lnTo>
                    <a:lnTo>
                      <a:pt x="715177" y="907040"/>
                    </a:lnTo>
                    <a:lnTo>
                      <a:pt x="711637" y="846283"/>
                    </a:lnTo>
                    <a:lnTo>
                      <a:pt x="704999" y="814781"/>
                    </a:lnTo>
                    <a:lnTo>
                      <a:pt x="653908" y="782421"/>
                    </a:lnTo>
                    <a:lnTo>
                      <a:pt x="613658" y="750971"/>
                    </a:lnTo>
                    <a:lnTo>
                      <a:pt x="622951" y="645071"/>
                    </a:lnTo>
                    <a:lnTo>
                      <a:pt x="626915" y="616538"/>
                    </a:lnTo>
                    <a:lnTo>
                      <a:pt x="611648" y="561186"/>
                    </a:lnTo>
                    <a:lnTo>
                      <a:pt x="613234" y="497478"/>
                    </a:lnTo>
                    <a:lnTo>
                      <a:pt x="619669" y="397087"/>
                    </a:lnTo>
                    <a:lnTo>
                      <a:pt x="632465" y="393158"/>
                    </a:lnTo>
                    <a:lnTo>
                      <a:pt x="641849" y="393638"/>
                    </a:lnTo>
                    <a:lnTo>
                      <a:pt x="678043" y="411654"/>
                    </a:lnTo>
                    <a:lnTo>
                      <a:pt x="693107" y="413456"/>
                    </a:lnTo>
                    <a:lnTo>
                      <a:pt x="703432" y="429550"/>
                    </a:lnTo>
                    <a:lnTo>
                      <a:pt x="715528" y="436173"/>
                    </a:lnTo>
                    <a:lnTo>
                      <a:pt x="724286" y="419084"/>
                    </a:lnTo>
                    <a:lnTo>
                      <a:pt x="727697" y="389863"/>
                    </a:lnTo>
                    <a:lnTo>
                      <a:pt x="756386" y="352047"/>
                    </a:lnTo>
                    <a:lnTo>
                      <a:pt x="776483" y="338081"/>
                    </a:lnTo>
                    <a:lnTo>
                      <a:pt x="790183" y="331389"/>
                    </a:lnTo>
                    <a:lnTo>
                      <a:pt x="804011" y="346642"/>
                    </a:lnTo>
                    <a:lnTo>
                      <a:pt x="814595" y="363783"/>
                    </a:lnTo>
                    <a:lnTo>
                      <a:pt x="817102" y="326276"/>
                    </a:lnTo>
                    <a:lnTo>
                      <a:pt x="825639" y="254830"/>
                    </a:lnTo>
                    <a:lnTo>
                      <a:pt x="798369" y="243609"/>
                    </a:lnTo>
                    <a:lnTo>
                      <a:pt x="776152" y="253286"/>
                    </a:lnTo>
                    <a:lnTo>
                      <a:pt x="754118" y="298566"/>
                    </a:lnTo>
                    <a:lnTo>
                      <a:pt x="734463" y="355479"/>
                    </a:lnTo>
                    <a:lnTo>
                      <a:pt x="702584" y="360712"/>
                    </a:lnTo>
                    <a:lnTo>
                      <a:pt x="677140" y="376823"/>
                    </a:lnTo>
                    <a:lnTo>
                      <a:pt x="654166" y="360111"/>
                    </a:lnTo>
                    <a:lnTo>
                      <a:pt x="639360" y="345390"/>
                    </a:lnTo>
                    <a:lnTo>
                      <a:pt x="638992" y="323839"/>
                    </a:lnTo>
                    <a:lnTo>
                      <a:pt x="642347" y="310834"/>
                    </a:lnTo>
                    <a:lnTo>
                      <a:pt x="669340" y="264421"/>
                    </a:lnTo>
                    <a:lnTo>
                      <a:pt x="705497" y="219845"/>
                    </a:lnTo>
                    <a:lnTo>
                      <a:pt x="741931" y="220274"/>
                    </a:lnTo>
                    <a:lnTo>
                      <a:pt x="768500" y="206033"/>
                    </a:lnTo>
                    <a:lnTo>
                      <a:pt x="784375" y="204334"/>
                    </a:lnTo>
                    <a:lnTo>
                      <a:pt x="833936" y="207457"/>
                    </a:lnTo>
                    <a:lnTo>
                      <a:pt x="859381" y="197694"/>
                    </a:lnTo>
                    <a:lnTo>
                      <a:pt x="882170" y="177259"/>
                    </a:lnTo>
                    <a:lnTo>
                      <a:pt x="931418" y="90834"/>
                    </a:lnTo>
                    <a:lnTo>
                      <a:pt x="959204" y="54802"/>
                    </a:lnTo>
                    <a:lnTo>
                      <a:pt x="1015237" y="42122"/>
                    </a:lnTo>
                    <a:lnTo>
                      <a:pt x="1067011" y="531"/>
                    </a:lnTo>
                    <a:lnTo>
                      <a:pt x="1081484" y="0"/>
                    </a:lnTo>
                    <a:lnTo>
                      <a:pt x="1057128" y="31004"/>
                    </a:lnTo>
                    <a:lnTo>
                      <a:pt x="1053219" y="42997"/>
                    </a:lnTo>
                    <a:lnTo>
                      <a:pt x="1050269" y="61391"/>
                    </a:lnTo>
                    <a:lnTo>
                      <a:pt x="1067730" y="101335"/>
                    </a:lnTo>
                    <a:lnTo>
                      <a:pt x="1064042" y="125647"/>
                    </a:lnTo>
                    <a:lnTo>
                      <a:pt x="1065277" y="173484"/>
                    </a:lnTo>
                    <a:lnTo>
                      <a:pt x="1048812" y="198415"/>
                    </a:lnTo>
                    <a:lnTo>
                      <a:pt x="1030227" y="251450"/>
                    </a:lnTo>
                    <a:lnTo>
                      <a:pt x="1022225" y="259257"/>
                    </a:lnTo>
                    <a:lnTo>
                      <a:pt x="1020510" y="321163"/>
                    </a:lnTo>
                    <a:lnTo>
                      <a:pt x="1022335" y="335936"/>
                    </a:lnTo>
                    <a:lnTo>
                      <a:pt x="1019699" y="392300"/>
                    </a:lnTo>
                    <a:lnTo>
                      <a:pt x="1038745" y="415377"/>
                    </a:lnTo>
                    <a:lnTo>
                      <a:pt x="1058879" y="427439"/>
                    </a:lnTo>
                    <a:lnTo>
                      <a:pt x="1126030" y="427011"/>
                    </a:lnTo>
                    <a:lnTo>
                      <a:pt x="1133000" y="437151"/>
                    </a:lnTo>
                    <a:lnTo>
                      <a:pt x="1141187" y="454583"/>
                    </a:lnTo>
                    <a:lnTo>
                      <a:pt x="1135194" y="484181"/>
                    </a:lnTo>
                    <a:lnTo>
                      <a:pt x="1128022" y="506504"/>
                    </a:lnTo>
                    <a:lnTo>
                      <a:pt x="1108570" y="525309"/>
                    </a:lnTo>
                    <a:lnTo>
                      <a:pt x="1083605" y="539327"/>
                    </a:lnTo>
                    <a:lnTo>
                      <a:pt x="1068080" y="539944"/>
                    </a:lnTo>
                    <a:lnTo>
                      <a:pt x="1046932" y="513298"/>
                    </a:lnTo>
                    <a:lnTo>
                      <a:pt x="1036883" y="521946"/>
                    </a:lnTo>
                    <a:lnTo>
                      <a:pt x="1026502" y="535535"/>
                    </a:lnTo>
                    <a:lnTo>
                      <a:pt x="1009115" y="608456"/>
                    </a:lnTo>
                    <a:lnTo>
                      <a:pt x="1000874" y="657717"/>
                    </a:lnTo>
                    <a:lnTo>
                      <a:pt x="996412" y="661715"/>
                    </a:lnTo>
                    <a:lnTo>
                      <a:pt x="986584" y="654457"/>
                    </a:lnTo>
                    <a:lnTo>
                      <a:pt x="969603" y="653891"/>
                    </a:lnTo>
                    <a:lnTo>
                      <a:pt x="948141" y="665575"/>
                    </a:lnTo>
                    <a:lnTo>
                      <a:pt x="959148" y="676025"/>
                    </a:lnTo>
                    <a:lnTo>
                      <a:pt x="970783" y="694178"/>
                    </a:lnTo>
                    <a:lnTo>
                      <a:pt x="966136" y="703271"/>
                    </a:lnTo>
                    <a:lnTo>
                      <a:pt x="947256" y="713103"/>
                    </a:lnTo>
                    <a:lnTo>
                      <a:pt x="930514" y="732989"/>
                    </a:lnTo>
                    <a:lnTo>
                      <a:pt x="923508" y="748037"/>
                    </a:lnTo>
                    <a:lnTo>
                      <a:pt x="902396" y="765847"/>
                    </a:lnTo>
                    <a:lnTo>
                      <a:pt x="889121" y="788427"/>
                    </a:lnTo>
                    <a:lnTo>
                      <a:pt x="895630" y="816411"/>
                    </a:lnTo>
                    <a:lnTo>
                      <a:pt x="898395" y="840981"/>
                    </a:lnTo>
                    <a:lnTo>
                      <a:pt x="904203" y="868125"/>
                    </a:lnTo>
                    <a:lnTo>
                      <a:pt x="898967" y="889796"/>
                    </a:lnTo>
                    <a:lnTo>
                      <a:pt x="872822" y="920886"/>
                    </a:lnTo>
                    <a:lnTo>
                      <a:pt x="863179" y="947841"/>
                    </a:lnTo>
                    <a:lnTo>
                      <a:pt x="885581" y="947498"/>
                    </a:lnTo>
                    <a:lnTo>
                      <a:pt x="899373" y="953727"/>
                    </a:lnTo>
                    <a:lnTo>
                      <a:pt x="907448" y="961688"/>
                    </a:lnTo>
                    <a:lnTo>
                      <a:pt x="915782" y="972978"/>
                    </a:lnTo>
                    <a:lnTo>
                      <a:pt x="910675" y="986927"/>
                    </a:lnTo>
                    <a:lnTo>
                      <a:pt x="917184" y="10230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7" name="ph9102">
                <a:extLst>
                  <a:ext uri="{FF2B5EF4-FFF2-40B4-BE49-F238E27FC236}">
                    <a16:creationId xmlns:a16="http://schemas.microsoft.com/office/drawing/2014/main" id="{706B464B-DB44-70B8-C3A2-AE76C6172997}"/>
                  </a:ext>
                </a:extLst>
              </p:cNvPr>
              <p:cNvSpPr/>
              <p:nvPr/>
            </p:nvSpPr>
            <p:spPr>
              <a:xfrm>
                <a:off x="2173445" y="2585531"/>
                <a:ext cx="939401" cy="1093203"/>
              </a:xfrm>
              <a:custGeom>
                <a:avLst/>
                <a:gdLst/>
                <a:ahLst/>
                <a:cxnLst/>
                <a:rect l="0" t="0" r="0" b="0"/>
                <a:pathLst>
                  <a:path w="939401" h="1093203">
                    <a:moveTo>
                      <a:pt x="914400" y="914400"/>
                    </a:moveTo>
                    <a:lnTo>
                      <a:pt x="924079" y="953503"/>
                    </a:lnTo>
                    <a:lnTo>
                      <a:pt x="939401" y="997238"/>
                    </a:lnTo>
                    <a:lnTo>
                      <a:pt x="933003" y="1015546"/>
                    </a:lnTo>
                    <a:lnTo>
                      <a:pt x="937355" y="1039001"/>
                    </a:lnTo>
                    <a:lnTo>
                      <a:pt x="932985" y="1063468"/>
                    </a:lnTo>
                    <a:lnTo>
                      <a:pt x="902507" y="1091916"/>
                    </a:lnTo>
                    <a:lnTo>
                      <a:pt x="868323" y="1093203"/>
                    </a:lnTo>
                    <a:lnTo>
                      <a:pt x="832793" y="1079459"/>
                    </a:lnTo>
                    <a:lnTo>
                      <a:pt x="782605" y="1053002"/>
                    </a:lnTo>
                    <a:lnTo>
                      <a:pt x="778567" y="1038143"/>
                    </a:lnTo>
                    <a:lnTo>
                      <a:pt x="771524" y="1029907"/>
                    </a:lnTo>
                    <a:lnTo>
                      <a:pt x="758101" y="984816"/>
                    </a:lnTo>
                    <a:lnTo>
                      <a:pt x="758414" y="929207"/>
                    </a:lnTo>
                    <a:lnTo>
                      <a:pt x="783637" y="922241"/>
                    </a:lnTo>
                    <a:lnTo>
                      <a:pt x="838749" y="895697"/>
                    </a:lnTo>
                    <a:lnTo>
                      <a:pt x="851489" y="899867"/>
                    </a:lnTo>
                    <a:lnTo>
                      <a:pt x="864783" y="913439"/>
                    </a:lnTo>
                    <a:lnTo>
                      <a:pt x="880086" y="914245"/>
                    </a:lnTo>
                    <a:lnTo>
                      <a:pt x="902304" y="894994"/>
                    </a:lnTo>
                    <a:lnTo>
                      <a:pt x="906526" y="896058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8" name="ph9103">
                <a:extLst>
                  <a:ext uri="{FF2B5EF4-FFF2-40B4-BE49-F238E27FC236}">
                    <a16:creationId xmlns:a16="http://schemas.microsoft.com/office/drawing/2014/main" id="{B5695906-046B-7A90-225B-D421F57599EF}"/>
                  </a:ext>
                </a:extLst>
              </p:cNvPr>
              <p:cNvSpPr/>
              <p:nvPr/>
            </p:nvSpPr>
            <p:spPr>
              <a:xfrm>
                <a:off x="2334225" y="2841356"/>
                <a:ext cx="957360" cy="984936"/>
              </a:xfrm>
              <a:custGeom>
                <a:avLst/>
                <a:gdLst/>
                <a:ahLst/>
                <a:cxnLst/>
                <a:rect l="0" t="0" r="0" b="0"/>
                <a:pathLst>
                  <a:path w="957360" h="984936">
                    <a:moveTo>
                      <a:pt x="914400" y="914400"/>
                    </a:moveTo>
                    <a:lnTo>
                      <a:pt x="937004" y="913147"/>
                    </a:lnTo>
                    <a:lnTo>
                      <a:pt x="952382" y="922189"/>
                    </a:lnTo>
                    <a:lnTo>
                      <a:pt x="956051" y="936156"/>
                    </a:lnTo>
                    <a:lnTo>
                      <a:pt x="957360" y="967160"/>
                    </a:lnTo>
                    <a:lnTo>
                      <a:pt x="941208" y="976203"/>
                    </a:lnTo>
                    <a:lnTo>
                      <a:pt x="923379" y="973131"/>
                    </a:lnTo>
                    <a:lnTo>
                      <a:pt x="899114" y="984936"/>
                    </a:lnTo>
                    <a:lnTo>
                      <a:pt x="819462" y="934251"/>
                    </a:lnTo>
                    <a:lnTo>
                      <a:pt x="820624" y="891991"/>
                    </a:lnTo>
                    <a:lnTo>
                      <a:pt x="823814" y="875399"/>
                    </a:lnTo>
                    <a:lnTo>
                      <a:pt x="861556" y="871453"/>
                    </a:lnTo>
                    <a:lnTo>
                      <a:pt x="880990" y="892592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9" name="ph9104">
                <a:extLst>
                  <a:ext uri="{FF2B5EF4-FFF2-40B4-BE49-F238E27FC236}">
                    <a16:creationId xmlns:a16="http://schemas.microsoft.com/office/drawing/2014/main" id="{15DA47C0-1090-6834-14DA-C7F29DA914F3}"/>
                  </a:ext>
                </a:extLst>
              </p:cNvPr>
              <p:cNvSpPr/>
              <p:nvPr/>
            </p:nvSpPr>
            <p:spPr>
              <a:xfrm>
                <a:off x="2173999" y="2871057"/>
                <a:ext cx="963740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63740" h="914400">
                    <a:moveTo>
                      <a:pt x="914400" y="914400"/>
                    </a:moveTo>
                    <a:lnTo>
                      <a:pt x="903023" y="885934"/>
                    </a:lnTo>
                    <a:lnTo>
                      <a:pt x="901548" y="877029"/>
                    </a:lnTo>
                    <a:lnTo>
                      <a:pt x="914916" y="858808"/>
                    </a:lnTo>
                    <a:lnTo>
                      <a:pt x="923563" y="838167"/>
                    </a:lnTo>
                    <a:lnTo>
                      <a:pt x="945928" y="806476"/>
                    </a:lnTo>
                    <a:lnTo>
                      <a:pt x="958817" y="769346"/>
                    </a:lnTo>
                    <a:lnTo>
                      <a:pt x="963740" y="769929"/>
                    </a:lnTo>
                    <a:lnTo>
                      <a:pt x="958024" y="802993"/>
                    </a:lnTo>
                    <a:lnTo>
                      <a:pt x="928652" y="895217"/>
                    </a:lnTo>
                    <a:lnTo>
                      <a:pt x="922770" y="9124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0" name="ph9105">
                <a:extLst>
                  <a:ext uri="{FF2B5EF4-FFF2-40B4-BE49-F238E27FC236}">
                    <a16:creationId xmlns:a16="http://schemas.microsoft.com/office/drawing/2014/main" id="{7D55E960-C5D2-194A-7E56-FD44BE48895D}"/>
                  </a:ext>
                </a:extLst>
              </p:cNvPr>
              <p:cNvSpPr/>
              <p:nvPr/>
            </p:nvSpPr>
            <p:spPr>
              <a:xfrm>
                <a:off x="2517867" y="2798736"/>
                <a:ext cx="921609" cy="934920"/>
              </a:xfrm>
              <a:custGeom>
                <a:avLst/>
                <a:gdLst/>
                <a:ahLst/>
                <a:cxnLst/>
                <a:rect l="0" t="0" r="0" b="0"/>
                <a:pathLst>
                  <a:path w="921609" h="934920">
                    <a:moveTo>
                      <a:pt x="914400" y="914400"/>
                    </a:moveTo>
                    <a:lnTo>
                      <a:pt x="885415" y="910556"/>
                    </a:lnTo>
                    <a:lnTo>
                      <a:pt x="852743" y="934920"/>
                    </a:lnTo>
                    <a:lnTo>
                      <a:pt x="840353" y="927217"/>
                    </a:lnTo>
                    <a:lnTo>
                      <a:pt x="845036" y="911654"/>
                    </a:lnTo>
                    <a:lnTo>
                      <a:pt x="848447" y="905992"/>
                    </a:lnTo>
                    <a:lnTo>
                      <a:pt x="859436" y="899386"/>
                    </a:lnTo>
                    <a:lnTo>
                      <a:pt x="866774" y="889726"/>
                    </a:lnTo>
                    <a:lnTo>
                      <a:pt x="869651" y="874610"/>
                    </a:lnTo>
                    <a:lnTo>
                      <a:pt x="876454" y="882760"/>
                    </a:lnTo>
                    <a:lnTo>
                      <a:pt x="896681" y="886175"/>
                    </a:lnTo>
                    <a:lnTo>
                      <a:pt x="906563" y="890996"/>
                    </a:lnTo>
                    <a:lnTo>
                      <a:pt x="914824" y="898082"/>
                    </a:lnTo>
                    <a:lnTo>
                      <a:pt x="921609" y="90916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1" name="ph9106">
                <a:extLst>
                  <a:ext uri="{FF2B5EF4-FFF2-40B4-BE49-F238E27FC236}">
                    <a16:creationId xmlns:a16="http://schemas.microsoft.com/office/drawing/2014/main" id="{EF09B57A-6F30-9E62-B5D9-2EE9FC349EBF}"/>
                  </a:ext>
                </a:extLst>
              </p:cNvPr>
              <p:cNvSpPr/>
              <p:nvPr/>
            </p:nvSpPr>
            <p:spPr>
              <a:xfrm>
                <a:off x="2529298" y="2586800"/>
                <a:ext cx="932174" cy="914399"/>
              </a:xfrm>
              <a:custGeom>
                <a:avLst/>
                <a:gdLst/>
                <a:ahLst/>
                <a:cxnLst/>
                <a:rect l="0" t="0" r="0" b="0"/>
                <a:pathLst>
                  <a:path w="932174" h="914399">
                    <a:moveTo>
                      <a:pt x="914400" y="914399"/>
                    </a:moveTo>
                    <a:lnTo>
                      <a:pt x="910491" y="913610"/>
                    </a:lnTo>
                    <a:lnTo>
                      <a:pt x="904720" y="893106"/>
                    </a:lnTo>
                    <a:lnTo>
                      <a:pt x="914086" y="880633"/>
                    </a:lnTo>
                    <a:lnTo>
                      <a:pt x="919617" y="870046"/>
                    </a:lnTo>
                    <a:lnTo>
                      <a:pt x="923545" y="870355"/>
                    </a:lnTo>
                    <a:lnTo>
                      <a:pt x="928910" y="881799"/>
                    </a:lnTo>
                    <a:lnTo>
                      <a:pt x="932174" y="89945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2" name="ph9107">
                <a:extLst>
                  <a:ext uri="{FF2B5EF4-FFF2-40B4-BE49-F238E27FC236}">
                    <a16:creationId xmlns:a16="http://schemas.microsoft.com/office/drawing/2014/main" id="{C825D43E-8197-3459-C4F7-218C32F9619B}"/>
                  </a:ext>
                </a:extLst>
              </p:cNvPr>
              <p:cNvSpPr/>
              <p:nvPr/>
            </p:nvSpPr>
            <p:spPr>
              <a:xfrm>
                <a:off x="2122557" y="2838697"/>
                <a:ext cx="93093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938" h="914400">
                    <a:moveTo>
                      <a:pt x="914400" y="914400"/>
                    </a:moveTo>
                    <a:lnTo>
                      <a:pt x="899907" y="906747"/>
                    </a:lnTo>
                    <a:lnTo>
                      <a:pt x="876325" y="877922"/>
                    </a:lnTo>
                    <a:lnTo>
                      <a:pt x="873357" y="870269"/>
                    </a:lnTo>
                    <a:lnTo>
                      <a:pt x="885747" y="875159"/>
                    </a:lnTo>
                    <a:lnTo>
                      <a:pt x="901124" y="890224"/>
                    </a:lnTo>
                    <a:lnTo>
                      <a:pt x="913717" y="893432"/>
                    </a:lnTo>
                    <a:lnTo>
                      <a:pt x="930938" y="906181"/>
                    </a:lnTo>
                    <a:lnTo>
                      <a:pt x="927066" y="91074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3" name="ph9108">
                <a:extLst>
                  <a:ext uri="{FF2B5EF4-FFF2-40B4-BE49-F238E27FC236}">
                    <a16:creationId xmlns:a16="http://schemas.microsoft.com/office/drawing/2014/main" id="{6F430E96-0F22-D017-C2B5-FBFD068D4A6C}"/>
                  </a:ext>
                </a:extLst>
              </p:cNvPr>
              <p:cNvSpPr/>
              <p:nvPr/>
            </p:nvSpPr>
            <p:spPr>
              <a:xfrm>
                <a:off x="2035677" y="2826292"/>
                <a:ext cx="934054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4054" h="914400">
                    <a:moveTo>
                      <a:pt x="914400" y="914400"/>
                    </a:moveTo>
                    <a:lnTo>
                      <a:pt x="904351" y="905906"/>
                    </a:lnTo>
                    <a:lnTo>
                      <a:pt x="885913" y="902612"/>
                    </a:lnTo>
                    <a:lnTo>
                      <a:pt x="879294" y="848530"/>
                    </a:lnTo>
                    <a:lnTo>
                      <a:pt x="881193" y="845321"/>
                    </a:lnTo>
                    <a:lnTo>
                      <a:pt x="890467" y="849113"/>
                    </a:lnTo>
                    <a:lnTo>
                      <a:pt x="922273" y="874336"/>
                    </a:lnTo>
                    <a:lnTo>
                      <a:pt x="933391" y="901943"/>
                    </a:lnTo>
                    <a:lnTo>
                      <a:pt x="934054" y="909509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4" name="ph9109">
                <a:extLst>
                  <a:ext uri="{FF2B5EF4-FFF2-40B4-BE49-F238E27FC236}">
                    <a16:creationId xmlns:a16="http://schemas.microsoft.com/office/drawing/2014/main" id="{66E7E3B3-C1AA-EEA8-8E69-42EDEE8C58B4}"/>
                  </a:ext>
                </a:extLst>
              </p:cNvPr>
              <p:cNvSpPr/>
              <p:nvPr/>
            </p:nvSpPr>
            <p:spPr>
              <a:xfrm>
                <a:off x="2155229" y="2512626"/>
                <a:ext cx="927878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27878" h="914400">
                    <a:moveTo>
                      <a:pt x="914400" y="914400"/>
                    </a:moveTo>
                    <a:lnTo>
                      <a:pt x="902433" y="907828"/>
                    </a:lnTo>
                    <a:lnTo>
                      <a:pt x="901179" y="885094"/>
                    </a:lnTo>
                    <a:lnTo>
                      <a:pt x="905715" y="864676"/>
                    </a:lnTo>
                    <a:lnTo>
                      <a:pt x="900387" y="846420"/>
                    </a:lnTo>
                    <a:lnTo>
                      <a:pt x="906250" y="834683"/>
                    </a:lnTo>
                    <a:lnTo>
                      <a:pt x="923084" y="862016"/>
                    </a:lnTo>
                    <a:lnTo>
                      <a:pt x="927878" y="874867"/>
                    </a:lnTo>
                    <a:lnTo>
                      <a:pt x="921387" y="890224"/>
                    </a:lnTo>
                    <a:lnTo>
                      <a:pt x="917608" y="908085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5" name="ph9110">
                <a:extLst>
                  <a:ext uri="{FF2B5EF4-FFF2-40B4-BE49-F238E27FC236}">
                    <a16:creationId xmlns:a16="http://schemas.microsoft.com/office/drawing/2014/main" id="{FB0D2F2D-FEC1-BB76-5796-935BEB51F12E}"/>
                  </a:ext>
                </a:extLst>
              </p:cNvPr>
              <p:cNvSpPr/>
              <p:nvPr/>
            </p:nvSpPr>
            <p:spPr>
              <a:xfrm>
                <a:off x="2234733" y="1998178"/>
                <a:ext cx="945191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45191" h="914400">
                    <a:moveTo>
                      <a:pt x="914400" y="914400"/>
                    </a:moveTo>
                    <a:lnTo>
                      <a:pt x="888420" y="902749"/>
                    </a:lnTo>
                    <a:lnTo>
                      <a:pt x="899889" y="886466"/>
                    </a:lnTo>
                    <a:lnTo>
                      <a:pt x="928431" y="878968"/>
                    </a:lnTo>
                    <a:lnTo>
                      <a:pt x="945191" y="881439"/>
                    </a:lnTo>
                    <a:lnTo>
                      <a:pt x="926753" y="897602"/>
                    </a:lnTo>
                    <a:lnTo>
                      <a:pt x="922088" y="906164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6" name="ph9111">
                <a:extLst>
                  <a:ext uri="{FF2B5EF4-FFF2-40B4-BE49-F238E27FC236}">
                    <a16:creationId xmlns:a16="http://schemas.microsoft.com/office/drawing/2014/main" id="{90EEE6D6-BF19-6101-EC84-928422207005}"/>
                  </a:ext>
                </a:extLst>
              </p:cNvPr>
              <p:cNvSpPr/>
              <p:nvPr/>
            </p:nvSpPr>
            <p:spPr>
              <a:xfrm>
                <a:off x="2997383" y="2779742"/>
                <a:ext cx="930699" cy="914400"/>
              </a:xfrm>
              <a:custGeom>
                <a:avLst/>
                <a:gdLst/>
                <a:ahLst/>
                <a:cxnLst/>
                <a:rect l="0" t="0" r="0" b="0"/>
                <a:pathLst>
                  <a:path w="930699" h="914400">
                    <a:moveTo>
                      <a:pt x="914400" y="914400"/>
                    </a:moveTo>
                    <a:lnTo>
                      <a:pt x="883202" y="904551"/>
                    </a:lnTo>
                    <a:lnTo>
                      <a:pt x="845183" y="880204"/>
                    </a:lnTo>
                    <a:lnTo>
                      <a:pt x="850752" y="832487"/>
                    </a:lnTo>
                    <a:lnTo>
                      <a:pt x="860505" y="811863"/>
                    </a:lnTo>
                    <a:lnTo>
                      <a:pt x="929851" y="865345"/>
                    </a:lnTo>
                    <a:lnTo>
                      <a:pt x="930699" y="885505"/>
                    </a:lnTo>
                    <a:lnTo>
                      <a:pt x="921369" y="908446"/>
                    </a:lnTo>
                    <a:close/>
                  </a:path>
                </a:pathLst>
              </a:custGeom>
              <a:solidFill>
                <a:srgbClr val="E5E5E5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7" name="pt9112">
                <a:extLst>
                  <a:ext uri="{FF2B5EF4-FFF2-40B4-BE49-F238E27FC236}">
                    <a16:creationId xmlns:a16="http://schemas.microsoft.com/office/drawing/2014/main" id="{311B3BD7-A7E4-C6A7-602E-83B11685D12A}"/>
                  </a:ext>
                </a:extLst>
              </p:cNvPr>
              <p:cNvSpPr/>
              <p:nvPr/>
            </p:nvSpPr>
            <p:spPr>
              <a:xfrm>
                <a:off x="3110108" y="2274708"/>
                <a:ext cx="117405" cy="117405"/>
              </a:xfrm>
              <a:prstGeom prst="ellipse">
                <a:avLst/>
              </a:prstGeom>
              <a:solidFill>
                <a:srgbClr val="FEE49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8" name="pt9113">
                <a:extLst>
                  <a:ext uri="{FF2B5EF4-FFF2-40B4-BE49-F238E27FC236}">
                    <a16:creationId xmlns:a16="http://schemas.microsoft.com/office/drawing/2014/main" id="{F268AC7B-B65E-3114-677F-2CA86559973F}"/>
                  </a:ext>
                </a:extLst>
              </p:cNvPr>
              <p:cNvSpPr/>
              <p:nvPr/>
            </p:nvSpPr>
            <p:spPr>
              <a:xfrm>
                <a:off x="3195572" y="2564527"/>
                <a:ext cx="117405" cy="117405"/>
              </a:xfrm>
              <a:prstGeom prst="ellipse">
                <a:avLst/>
              </a:prstGeom>
              <a:solidFill>
                <a:srgbClr val="1A985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9" name="pt9114">
                <a:extLst>
                  <a:ext uri="{FF2B5EF4-FFF2-40B4-BE49-F238E27FC236}">
                    <a16:creationId xmlns:a16="http://schemas.microsoft.com/office/drawing/2014/main" id="{5ED45013-CFEE-F366-7ECF-BDFD2EE49320}"/>
                  </a:ext>
                </a:extLst>
              </p:cNvPr>
              <p:cNvSpPr/>
              <p:nvPr/>
            </p:nvSpPr>
            <p:spPr>
              <a:xfrm>
                <a:off x="3381187" y="3216587"/>
                <a:ext cx="117405" cy="117405"/>
              </a:xfrm>
              <a:prstGeom prst="ellipse">
                <a:avLst/>
              </a:prstGeom>
              <a:solidFill>
                <a:srgbClr val="B2DE7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0" name="pt9115">
                <a:extLst>
                  <a:ext uri="{FF2B5EF4-FFF2-40B4-BE49-F238E27FC236}">
                    <a16:creationId xmlns:a16="http://schemas.microsoft.com/office/drawing/2014/main" id="{897BAE1A-D75B-B931-AE63-CA463C5E8D43}"/>
                  </a:ext>
                </a:extLst>
              </p:cNvPr>
              <p:cNvSpPr/>
              <p:nvPr/>
            </p:nvSpPr>
            <p:spPr>
              <a:xfrm>
                <a:off x="3447359" y="3371770"/>
                <a:ext cx="117405" cy="117405"/>
              </a:xfrm>
              <a:prstGeom prst="ellipse">
                <a:avLst/>
              </a:prstGeom>
              <a:solidFill>
                <a:srgbClr val="ECF7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1" name="pt9116">
                <a:extLst>
                  <a:ext uri="{FF2B5EF4-FFF2-40B4-BE49-F238E27FC236}">
                    <a16:creationId xmlns:a16="http://schemas.microsoft.com/office/drawing/2014/main" id="{0C750442-4F41-C6D9-B916-1C86B310A021}"/>
                  </a:ext>
                </a:extLst>
              </p:cNvPr>
              <p:cNvSpPr/>
              <p:nvPr/>
            </p:nvSpPr>
            <p:spPr>
              <a:xfrm>
                <a:off x="3462647" y="3498030"/>
                <a:ext cx="117405" cy="117405"/>
              </a:xfrm>
              <a:prstGeom prst="ellipse">
                <a:avLst/>
              </a:prstGeom>
              <a:solidFill>
                <a:srgbClr val="D9EF8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2" name="pt9117">
                <a:extLst>
                  <a:ext uri="{FF2B5EF4-FFF2-40B4-BE49-F238E27FC236}">
                    <a16:creationId xmlns:a16="http://schemas.microsoft.com/office/drawing/2014/main" id="{1FCEEED8-0A75-1D94-E76E-9D3BCDB2D9E5}"/>
                  </a:ext>
                </a:extLst>
              </p:cNvPr>
              <p:cNvSpPr/>
              <p:nvPr/>
            </p:nvSpPr>
            <p:spPr>
              <a:xfrm>
                <a:off x="4098739" y="3055813"/>
                <a:ext cx="117405" cy="117405"/>
              </a:xfrm>
              <a:prstGeom prst="ellipse">
                <a:avLst/>
              </a:prstGeom>
              <a:solidFill>
                <a:srgbClr val="FFFF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3" name="pt9118">
                <a:extLst>
                  <a:ext uri="{FF2B5EF4-FFF2-40B4-BE49-F238E27FC236}">
                    <a16:creationId xmlns:a16="http://schemas.microsoft.com/office/drawing/2014/main" id="{2CC39C1E-A4EC-A6B1-6B54-40D05E137002}"/>
                  </a:ext>
                </a:extLst>
              </p:cNvPr>
              <p:cNvSpPr/>
              <p:nvPr/>
            </p:nvSpPr>
            <p:spPr>
              <a:xfrm>
                <a:off x="4170243" y="2690108"/>
                <a:ext cx="117405" cy="117405"/>
              </a:xfrm>
              <a:prstGeom prst="ellipse">
                <a:avLst/>
              </a:prstGeom>
              <a:solidFill>
                <a:srgbClr val="FFFF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4" name="pt9119">
                <a:extLst>
                  <a:ext uri="{FF2B5EF4-FFF2-40B4-BE49-F238E27FC236}">
                    <a16:creationId xmlns:a16="http://schemas.microsoft.com/office/drawing/2014/main" id="{C0004B69-C055-16B9-8198-B313371BFA5A}"/>
                  </a:ext>
                </a:extLst>
              </p:cNvPr>
              <p:cNvSpPr/>
              <p:nvPr/>
            </p:nvSpPr>
            <p:spPr>
              <a:xfrm>
                <a:off x="4613567" y="1938229"/>
                <a:ext cx="117405" cy="117405"/>
              </a:xfrm>
              <a:prstGeom prst="ellipse">
                <a:avLst/>
              </a:prstGeom>
              <a:solidFill>
                <a:srgbClr val="FFFF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5" name="pl9120">
                <a:extLst>
                  <a:ext uri="{FF2B5EF4-FFF2-40B4-BE49-F238E27FC236}">
                    <a16:creationId xmlns:a16="http://schemas.microsoft.com/office/drawing/2014/main" id="{C202FA84-02B9-1A83-EA33-C0D36B25D198}"/>
                  </a:ext>
                </a:extLst>
              </p:cNvPr>
              <p:cNvSpPr/>
              <p:nvPr/>
            </p:nvSpPr>
            <p:spPr>
              <a:xfrm>
                <a:off x="3511731" y="3329334"/>
                <a:ext cx="40919" cy="88831"/>
              </a:xfrm>
              <a:custGeom>
                <a:avLst/>
                <a:gdLst/>
                <a:ahLst/>
                <a:cxnLst/>
                <a:rect l="0" t="0" r="0" b="0"/>
                <a:pathLst>
                  <a:path w="40919" h="88831">
                    <a:moveTo>
                      <a:pt x="40919" y="0"/>
                    </a:moveTo>
                    <a:lnTo>
                      <a:pt x="0" y="88831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6" name="pg9123">
                <a:extLst>
                  <a:ext uri="{FF2B5EF4-FFF2-40B4-BE49-F238E27FC236}">
                    <a16:creationId xmlns:a16="http://schemas.microsoft.com/office/drawing/2014/main" id="{1785948C-F4C7-0446-9748-C1AA8E8A08C8}"/>
                  </a:ext>
                </a:extLst>
              </p:cNvPr>
              <p:cNvSpPr/>
              <p:nvPr/>
            </p:nvSpPr>
            <p:spPr>
              <a:xfrm>
                <a:off x="3009326" y="2682681"/>
                <a:ext cx="236829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36829" h="156088">
                    <a:moveTo>
                      <a:pt x="27431" y="156088"/>
                    </a:moveTo>
                    <a:lnTo>
                      <a:pt x="209397" y="156088"/>
                    </a:lnTo>
                    <a:lnTo>
                      <a:pt x="208293" y="156065"/>
                    </a:lnTo>
                    <a:lnTo>
                      <a:pt x="212704" y="155888"/>
                    </a:lnTo>
                    <a:lnTo>
                      <a:pt x="217029" y="155005"/>
                    </a:lnTo>
                    <a:lnTo>
                      <a:pt x="221157" y="153439"/>
                    </a:lnTo>
                    <a:lnTo>
                      <a:pt x="224980" y="151232"/>
                    </a:lnTo>
                    <a:lnTo>
                      <a:pt x="228400" y="148440"/>
                    </a:lnTo>
                    <a:lnTo>
                      <a:pt x="231327" y="145135"/>
                    </a:lnTo>
                    <a:lnTo>
                      <a:pt x="233687" y="141404"/>
                    </a:lnTo>
                    <a:lnTo>
                      <a:pt x="235417" y="137342"/>
                    </a:lnTo>
                    <a:lnTo>
                      <a:pt x="236474" y="133056"/>
                    </a:lnTo>
                    <a:lnTo>
                      <a:pt x="236829" y="128656"/>
                    </a:lnTo>
                    <a:lnTo>
                      <a:pt x="236829" y="27432"/>
                    </a:lnTo>
                    <a:lnTo>
                      <a:pt x="236474" y="23031"/>
                    </a:lnTo>
                    <a:lnTo>
                      <a:pt x="235417" y="18745"/>
                    </a:lnTo>
                    <a:lnTo>
                      <a:pt x="233687" y="14683"/>
                    </a:lnTo>
                    <a:lnTo>
                      <a:pt x="231327" y="10952"/>
                    </a:lnTo>
                    <a:lnTo>
                      <a:pt x="228400" y="7647"/>
                    </a:lnTo>
                    <a:lnTo>
                      <a:pt x="224980" y="4855"/>
                    </a:lnTo>
                    <a:lnTo>
                      <a:pt x="221157" y="2648"/>
                    </a:lnTo>
                    <a:lnTo>
                      <a:pt x="217029" y="1083"/>
                    </a:lnTo>
                    <a:lnTo>
                      <a:pt x="212704" y="200"/>
                    </a:lnTo>
                    <a:lnTo>
                      <a:pt x="209397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7" name="tx9124">
                <a:extLst>
                  <a:ext uri="{FF2B5EF4-FFF2-40B4-BE49-F238E27FC236}">
                    <a16:creationId xmlns:a16="http://schemas.microsoft.com/office/drawing/2014/main" id="{5C7E5DEA-2F29-735E-B0FB-C89D4E64331B}"/>
                  </a:ext>
                </a:extLst>
              </p:cNvPr>
              <p:cNvSpPr/>
              <p:nvPr/>
            </p:nvSpPr>
            <p:spPr>
              <a:xfrm>
                <a:off x="3055046" y="2728401"/>
                <a:ext cx="145389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VIK</a:t>
                </a:r>
              </a:p>
            </p:txBody>
          </p:sp>
          <p:sp>
            <p:nvSpPr>
              <p:cNvPr id="29498" name="pg9125">
                <a:extLst>
                  <a:ext uri="{FF2B5EF4-FFF2-40B4-BE49-F238E27FC236}">
                    <a16:creationId xmlns:a16="http://schemas.microsoft.com/office/drawing/2014/main" id="{9382E72B-A696-F325-4555-2783568B7B69}"/>
                  </a:ext>
                </a:extLst>
              </p:cNvPr>
              <p:cNvSpPr/>
              <p:nvPr/>
            </p:nvSpPr>
            <p:spPr>
              <a:xfrm>
                <a:off x="3164134" y="3059030"/>
                <a:ext cx="297088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97088" h="156088">
                    <a:moveTo>
                      <a:pt x="27431" y="156088"/>
                    </a:moveTo>
                    <a:lnTo>
                      <a:pt x="269656" y="156088"/>
                    </a:lnTo>
                    <a:lnTo>
                      <a:pt x="268551" y="156065"/>
                    </a:lnTo>
                    <a:lnTo>
                      <a:pt x="272963" y="155888"/>
                    </a:lnTo>
                    <a:lnTo>
                      <a:pt x="277288" y="155005"/>
                    </a:lnTo>
                    <a:lnTo>
                      <a:pt x="281416" y="153439"/>
                    </a:lnTo>
                    <a:lnTo>
                      <a:pt x="285239" y="151232"/>
                    </a:lnTo>
                    <a:lnTo>
                      <a:pt x="288659" y="148440"/>
                    </a:lnTo>
                    <a:lnTo>
                      <a:pt x="291586" y="145135"/>
                    </a:lnTo>
                    <a:lnTo>
                      <a:pt x="293946" y="141404"/>
                    </a:lnTo>
                    <a:lnTo>
                      <a:pt x="295676" y="137342"/>
                    </a:lnTo>
                    <a:lnTo>
                      <a:pt x="296733" y="133056"/>
                    </a:lnTo>
                    <a:lnTo>
                      <a:pt x="297088" y="128656"/>
                    </a:lnTo>
                    <a:lnTo>
                      <a:pt x="297088" y="27432"/>
                    </a:lnTo>
                    <a:lnTo>
                      <a:pt x="296733" y="23031"/>
                    </a:lnTo>
                    <a:lnTo>
                      <a:pt x="295676" y="18745"/>
                    </a:lnTo>
                    <a:lnTo>
                      <a:pt x="293946" y="14683"/>
                    </a:lnTo>
                    <a:lnTo>
                      <a:pt x="291586" y="10952"/>
                    </a:lnTo>
                    <a:lnTo>
                      <a:pt x="288659" y="7647"/>
                    </a:lnTo>
                    <a:lnTo>
                      <a:pt x="285239" y="4855"/>
                    </a:lnTo>
                    <a:lnTo>
                      <a:pt x="281416" y="2648"/>
                    </a:lnTo>
                    <a:lnTo>
                      <a:pt x="277288" y="1083"/>
                    </a:lnTo>
                    <a:lnTo>
                      <a:pt x="272963" y="200"/>
                    </a:lnTo>
                    <a:lnTo>
                      <a:pt x="269656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9" name="tx9126">
                <a:extLst>
                  <a:ext uri="{FF2B5EF4-FFF2-40B4-BE49-F238E27FC236}">
                    <a16:creationId xmlns:a16="http://schemas.microsoft.com/office/drawing/2014/main" id="{BB8DA33C-07DF-4B67-1DC2-06AA67407A5E}"/>
                  </a:ext>
                </a:extLst>
              </p:cNvPr>
              <p:cNvSpPr/>
              <p:nvPr/>
            </p:nvSpPr>
            <p:spPr>
              <a:xfrm>
                <a:off x="3209854" y="3104750"/>
                <a:ext cx="205648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HOG</a:t>
                </a:r>
              </a:p>
            </p:txBody>
          </p:sp>
          <p:sp>
            <p:nvSpPr>
              <p:cNvPr id="29500" name="pg9127">
                <a:extLst>
                  <a:ext uri="{FF2B5EF4-FFF2-40B4-BE49-F238E27FC236}">
                    <a16:creationId xmlns:a16="http://schemas.microsoft.com/office/drawing/2014/main" id="{14A95477-50E0-E0EB-5022-24A877FA7450}"/>
                  </a:ext>
                </a:extLst>
              </p:cNvPr>
              <p:cNvSpPr/>
              <p:nvPr/>
            </p:nvSpPr>
            <p:spPr>
              <a:xfrm>
                <a:off x="3552651" y="3214840"/>
                <a:ext cx="276971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76971" h="156088">
                    <a:moveTo>
                      <a:pt x="27431" y="156088"/>
                    </a:moveTo>
                    <a:lnTo>
                      <a:pt x="249539" y="156088"/>
                    </a:lnTo>
                    <a:lnTo>
                      <a:pt x="248435" y="156065"/>
                    </a:lnTo>
                    <a:lnTo>
                      <a:pt x="252846" y="155888"/>
                    </a:lnTo>
                    <a:lnTo>
                      <a:pt x="257171" y="155005"/>
                    </a:lnTo>
                    <a:lnTo>
                      <a:pt x="261299" y="153439"/>
                    </a:lnTo>
                    <a:lnTo>
                      <a:pt x="265122" y="151232"/>
                    </a:lnTo>
                    <a:lnTo>
                      <a:pt x="268542" y="148440"/>
                    </a:lnTo>
                    <a:lnTo>
                      <a:pt x="271470" y="145135"/>
                    </a:lnTo>
                    <a:lnTo>
                      <a:pt x="273829" y="141404"/>
                    </a:lnTo>
                    <a:lnTo>
                      <a:pt x="275560" y="137342"/>
                    </a:lnTo>
                    <a:lnTo>
                      <a:pt x="276616" y="133056"/>
                    </a:lnTo>
                    <a:lnTo>
                      <a:pt x="276971" y="128656"/>
                    </a:lnTo>
                    <a:lnTo>
                      <a:pt x="276971" y="27431"/>
                    </a:lnTo>
                    <a:lnTo>
                      <a:pt x="276616" y="23031"/>
                    </a:lnTo>
                    <a:lnTo>
                      <a:pt x="275560" y="18745"/>
                    </a:lnTo>
                    <a:lnTo>
                      <a:pt x="273829" y="14683"/>
                    </a:lnTo>
                    <a:lnTo>
                      <a:pt x="271470" y="10952"/>
                    </a:lnTo>
                    <a:lnTo>
                      <a:pt x="268542" y="7647"/>
                    </a:lnTo>
                    <a:lnTo>
                      <a:pt x="265122" y="4855"/>
                    </a:lnTo>
                    <a:lnTo>
                      <a:pt x="261299" y="2648"/>
                    </a:lnTo>
                    <a:lnTo>
                      <a:pt x="257171" y="1083"/>
                    </a:lnTo>
                    <a:lnTo>
                      <a:pt x="252846" y="200"/>
                    </a:lnTo>
                    <a:lnTo>
                      <a:pt x="249539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1" name="tx9128">
                <a:extLst>
                  <a:ext uri="{FF2B5EF4-FFF2-40B4-BE49-F238E27FC236}">
                    <a16:creationId xmlns:a16="http://schemas.microsoft.com/office/drawing/2014/main" id="{7DF86B1C-000E-BE58-32D0-16E15B8E8B12}"/>
                  </a:ext>
                </a:extLst>
              </p:cNvPr>
              <p:cNvSpPr/>
              <p:nvPr/>
            </p:nvSpPr>
            <p:spPr>
              <a:xfrm>
                <a:off x="3598371" y="3260560"/>
                <a:ext cx="185531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BAR</a:t>
                </a:r>
              </a:p>
            </p:txBody>
          </p:sp>
          <p:sp>
            <p:nvSpPr>
              <p:cNvPr id="29502" name="pg9129">
                <a:extLst>
                  <a:ext uri="{FF2B5EF4-FFF2-40B4-BE49-F238E27FC236}">
                    <a16:creationId xmlns:a16="http://schemas.microsoft.com/office/drawing/2014/main" id="{D876D6CC-FF4B-17C8-CF0C-F78475C03EB0}"/>
                  </a:ext>
                </a:extLst>
              </p:cNvPr>
              <p:cNvSpPr/>
              <p:nvPr/>
            </p:nvSpPr>
            <p:spPr>
              <a:xfrm>
                <a:off x="3506923" y="3616060"/>
                <a:ext cx="282000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82000" h="156088">
                    <a:moveTo>
                      <a:pt x="27431" y="156088"/>
                    </a:moveTo>
                    <a:lnTo>
                      <a:pt x="254568" y="156088"/>
                    </a:lnTo>
                    <a:lnTo>
                      <a:pt x="253464" y="156065"/>
                    </a:lnTo>
                    <a:lnTo>
                      <a:pt x="257875" y="155888"/>
                    </a:lnTo>
                    <a:lnTo>
                      <a:pt x="262201" y="155005"/>
                    </a:lnTo>
                    <a:lnTo>
                      <a:pt x="266328" y="153439"/>
                    </a:lnTo>
                    <a:lnTo>
                      <a:pt x="270152" y="151232"/>
                    </a:lnTo>
                    <a:lnTo>
                      <a:pt x="273571" y="148440"/>
                    </a:lnTo>
                    <a:lnTo>
                      <a:pt x="276499" y="145135"/>
                    </a:lnTo>
                    <a:lnTo>
                      <a:pt x="278858" y="141404"/>
                    </a:lnTo>
                    <a:lnTo>
                      <a:pt x="280589" y="137342"/>
                    </a:lnTo>
                    <a:lnTo>
                      <a:pt x="281645" y="133056"/>
                    </a:lnTo>
                    <a:lnTo>
                      <a:pt x="282000" y="128656"/>
                    </a:lnTo>
                    <a:lnTo>
                      <a:pt x="282000" y="27431"/>
                    </a:lnTo>
                    <a:lnTo>
                      <a:pt x="281645" y="23031"/>
                    </a:lnTo>
                    <a:lnTo>
                      <a:pt x="280589" y="18745"/>
                    </a:lnTo>
                    <a:lnTo>
                      <a:pt x="278858" y="14683"/>
                    </a:lnTo>
                    <a:lnTo>
                      <a:pt x="276499" y="10952"/>
                    </a:lnTo>
                    <a:lnTo>
                      <a:pt x="273571" y="7647"/>
                    </a:lnTo>
                    <a:lnTo>
                      <a:pt x="270152" y="4855"/>
                    </a:lnTo>
                    <a:lnTo>
                      <a:pt x="266328" y="2648"/>
                    </a:lnTo>
                    <a:lnTo>
                      <a:pt x="262201" y="1083"/>
                    </a:lnTo>
                    <a:lnTo>
                      <a:pt x="257875" y="200"/>
                    </a:lnTo>
                    <a:lnTo>
                      <a:pt x="25456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3" name="tx9130">
                <a:extLst>
                  <a:ext uri="{FF2B5EF4-FFF2-40B4-BE49-F238E27FC236}">
                    <a16:creationId xmlns:a16="http://schemas.microsoft.com/office/drawing/2014/main" id="{5A4D140D-5718-4F28-B8B9-2FEBEB762EC3}"/>
                  </a:ext>
                </a:extLst>
              </p:cNvPr>
              <p:cNvSpPr/>
              <p:nvPr/>
            </p:nvSpPr>
            <p:spPr>
              <a:xfrm>
                <a:off x="3552643" y="3661780"/>
                <a:ext cx="190560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KUR</a:t>
                </a:r>
              </a:p>
            </p:txBody>
          </p:sp>
          <p:sp>
            <p:nvSpPr>
              <p:cNvPr id="29504" name="pg9131">
                <a:extLst>
                  <a:ext uri="{FF2B5EF4-FFF2-40B4-BE49-F238E27FC236}">
                    <a16:creationId xmlns:a16="http://schemas.microsoft.com/office/drawing/2014/main" id="{8F45F8D4-906C-DFD7-ABA1-B7BBCB5ED408}"/>
                  </a:ext>
                </a:extLst>
              </p:cNvPr>
              <p:cNvSpPr/>
              <p:nvPr/>
            </p:nvSpPr>
            <p:spPr>
              <a:xfrm>
                <a:off x="3921177" y="3174238"/>
                <a:ext cx="261975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61975" h="156088">
                    <a:moveTo>
                      <a:pt x="27431" y="156088"/>
                    </a:moveTo>
                    <a:lnTo>
                      <a:pt x="234543" y="156088"/>
                    </a:lnTo>
                    <a:lnTo>
                      <a:pt x="233439" y="156065"/>
                    </a:lnTo>
                    <a:lnTo>
                      <a:pt x="237850" y="155888"/>
                    </a:lnTo>
                    <a:lnTo>
                      <a:pt x="242175" y="155005"/>
                    </a:lnTo>
                    <a:lnTo>
                      <a:pt x="246303" y="153439"/>
                    </a:lnTo>
                    <a:lnTo>
                      <a:pt x="250126" y="151232"/>
                    </a:lnTo>
                    <a:lnTo>
                      <a:pt x="253546" y="148440"/>
                    </a:lnTo>
                    <a:lnTo>
                      <a:pt x="256473" y="145135"/>
                    </a:lnTo>
                    <a:lnTo>
                      <a:pt x="258833" y="141404"/>
                    </a:lnTo>
                    <a:lnTo>
                      <a:pt x="260563" y="137342"/>
                    </a:lnTo>
                    <a:lnTo>
                      <a:pt x="261620" y="133056"/>
                    </a:lnTo>
                    <a:lnTo>
                      <a:pt x="261975" y="128656"/>
                    </a:lnTo>
                    <a:lnTo>
                      <a:pt x="261975" y="27432"/>
                    </a:lnTo>
                    <a:lnTo>
                      <a:pt x="261620" y="23031"/>
                    </a:lnTo>
                    <a:lnTo>
                      <a:pt x="260563" y="18745"/>
                    </a:lnTo>
                    <a:lnTo>
                      <a:pt x="258833" y="14683"/>
                    </a:lnTo>
                    <a:lnTo>
                      <a:pt x="256473" y="10952"/>
                    </a:lnTo>
                    <a:lnTo>
                      <a:pt x="253546" y="7647"/>
                    </a:lnTo>
                    <a:lnTo>
                      <a:pt x="250126" y="4855"/>
                    </a:lnTo>
                    <a:lnTo>
                      <a:pt x="246303" y="2648"/>
                    </a:lnTo>
                    <a:lnTo>
                      <a:pt x="242175" y="1083"/>
                    </a:lnTo>
                    <a:lnTo>
                      <a:pt x="237850" y="200"/>
                    </a:lnTo>
                    <a:lnTo>
                      <a:pt x="23454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6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5" name="tx9132">
                <a:extLst>
                  <a:ext uri="{FF2B5EF4-FFF2-40B4-BE49-F238E27FC236}">
                    <a16:creationId xmlns:a16="http://schemas.microsoft.com/office/drawing/2014/main" id="{E9E3A568-D68A-2348-9AD2-CCBC5A41174A}"/>
                  </a:ext>
                </a:extLst>
              </p:cNvPr>
              <p:cNvSpPr/>
              <p:nvPr/>
            </p:nvSpPr>
            <p:spPr>
              <a:xfrm>
                <a:off x="3966897" y="3219958"/>
                <a:ext cx="170535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KAL</a:t>
                </a:r>
              </a:p>
            </p:txBody>
          </p:sp>
          <p:sp>
            <p:nvSpPr>
              <p:cNvPr id="29506" name="pg9133">
                <a:extLst>
                  <a:ext uri="{FF2B5EF4-FFF2-40B4-BE49-F238E27FC236}">
                    <a16:creationId xmlns:a16="http://schemas.microsoft.com/office/drawing/2014/main" id="{ADEA1841-927D-BAB9-0041-0BCCCDAC8E07}"/>
                  </a:ext>
                </a:extLst>
              </p:cNvPr>
              <p:cNvSpPr/>
              <p:nvPr/>
            </p:nvSpPr>
            <p:spPr>
              <a:xfrm>
                <a:off x="3955991" y="2808538"/>
                <a:ext cx="292059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92059" h="156088">
                    <a:moveTo>
                      <a:pt x="27431" y="156088"/>
                    </a:moveTo>
                    <a:lnTo>
                      <a:pt x="264627" y="156088"/>
                    </a:lnTo>
                    <a:lnTo>
                      <a:pt x="263522" y="156065"/>
                    </a:lnTo>
                    <a:lnTo>
                      <a:pt x="267933" y="155888"/>
                    </a:lnTo>
                    <a:lnTo>
                      <a:pt x="272259" y="155005"/>
                    </a:lnTo>
                    <a:lnTo>
                      <a:pt x="276387" y="153439"/>
                    </a:lnTo>
                    <a:lnTo>
                      <a:pt x="280210" y="151232"/>
                    </a:lnTo>
                    <a:lnTo>
                      <a:pt x="283630" y="148440"/>
                    </a:lnTo>
                    <a:lnTo>
                      <a:pt x="286557" y="145135"/>
                    </a:lnTo>
                    <a:lnTo>
                      <a:pt x="288917" y="141404"/>
                    </a:lnTo>
                    <a:lnTo>
                      <a:pt x="290647" y="137342"/>
                    </a:lnTo>
                    <a:lnTo>
                      <a:pt x="291704" y="133056"/>
                    </a:lnTo>
                    <a:lnTo>
                      <a:pt x="292059" y="128656"/>
                    </a:lnTo>
                    <a:lnTo>
                      <a:pt x="292059" y="27431"/>
                    </a:lnTo>
                    <a:lnTo>
                      <a:pt x="291704" y="23031"/>
                    </a:lnTo>
                    <a:lnTo>
                      <a:pt x="290647" y="18745"/>
                    </a:lnTo>
                    <a:lnTo>
                      <a:pt x="288917" y="14683"/>
                    </a:lnTo>
                    <a:lnTo>
                      <a:pt x="286557" y="10952"/>
                    </a:lnTo>
                    <a:lnTo>
                      <a:pt x="283630" y="7647"/>
                    </a:lnTo>
                    <a:lnTo>
                      <a:pt x="280210" y="4855"/>
                    </a:lnTo>
                    <a:lnTo>
                      <a:pt x="276387" y="2648"/>
                    </a:lnTo>
                    <a:lnTo>
                      <a:pt x="272259" y="1083"/>
                    </a:lnTo>
                    <a:lnTo>
                      <a:pt x="267933" y="200"/>
                    </a:lnTo>
                    <a:lnTo>
                      <a:pt x="264627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7" name="tx9134">
                <a:extLst>
                  <a:ext uri="{FF2B5EF4-FFF2-40B4-BE49-F238E27FC236}">
                    <a16:creationId xmlns:a16="http://schemas.microsoft.com/office/drawing/2014/main" id="{28874856-FD29-54CD-88E2-12A8AF04FFFE}"/>
                  </a:ext>
                </a:extLst>
              </p:cNvPr>
              <p:cNvSpPr/>
              <p:nvPr/>
            </p:nvSpPr>
            <p:spPr>
              <a:xfrm>
                <a:off x="4001711" y="2854258"/>
                <a:ext cx="200619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HOR</a:t>
                </a:r>
              </a:p>
            </p:txBody>
          </p:sp>
          <p:sp>
            <p:nvSpPr>
              <p:cNvPr id="29508" name="pg9135">
                <a:extLst>
                  <a:ext uri="{FF2B5EF4-FFF2-40B4-BE49-F238E27FC236}">
                    <a16:creationId xmlns:a16="http://schemas.microsoft.com/office/drawing/2014/main" id="{280E2D2C-70F7-69CD-CE4D-7BDBE10D5CAC}"/>
                  </a:ext>
                </a:extLst>
              </p:cNvPr>
              <p:cNvSpPr/>
              <p:nvPr/>
            </p:nvSpPr>
            <p:spPr>
              <a:xfrm>
                <a:off x="4646777" y="1781087"/>
                <a:ext cx="267004" cy="156088"/>
              </a:xfrm>
              <a:custGeom>
                <a:avLst/>
                <a:gdLst/>
                <a:ahLst/>
                <a:cxnLst/>
                <a:rect l="0" t="0" r="0" b="0"/>
                <a:pathLst>
                  <a:path w="267004" h="156088">
                    <a:moveTo>
                      <a:pt x="27432" y="156088"/>
                    </a:moveTo>
                    <a:lnTo>
                      <a:pt x="239572" y="156088"/>
                    </a:lnTo>
                    <a:lnTo>
                      <a:pt x="238468" y="156065"/>
                    </a:lnTo>
                    <a:lnTo>
                      <a:pt x="242879" y="155888"/>
                    </a:lnTo>
                    <a:lnTo>
                      <a:pt x="247204" y="155005"/>
                    </a:lnTo>
                    <a:lnTo>
                      <a:pt x="251332" y="153439"/>
                    </a:lnTo>
                    <a:lnTo>
                      <a:pt x="255155" y="151232"/>
                    </a:lnTo>
                    <a:lnTo>
                      <a:pt x="258575" y="148440"/>
                    </a:lnTo>
                    <a:lnTo>
                      <a:pt x="261503" y="145135"/>
                    </a:lnTo>
                    <a:lnTo>
                      <a:pt x="263862" y="141404"/>
                    </a:lnTo>
                    <a:lnTo>
                      <a:pt x="265593" y="137342"/>
                    </a:lnTo>
                    <a:lnTo>
                      <a:pt x="266649" y="133056"/>
                    </a:lnTo>
                    <a:lnTo>
                      <a:pt x="267004" y="128656"/>
                    </a:lnTo>
                    <a:lnTo>
                      <a:pt x="267004" y="27432"/>
                    </a:lnTo>
                    <a:lnTo>
                      <a:pt x="266649" y="23031"/>
                    </a:lnTo>
                    <a:lnTo>
                      <a:pt x="265593" y="18745"/>
                    </a:lnTo>
                    <a:lnTo>
                      <a:pt x="263862" y="14683"/>
                    </a:lnTo>
                    <a:lnTo>
                      <a:pt x="261503" y="10952"/>
                    </a:lnTo>
                    <a:lnTo>
                      <a:pt x="258575" y="7647"/>
                    </a:lnTo>
                    <a:lnTo>
                      <a:pt x="255155" y="4855"/>
                    </a:lnTo>
                    <a:lnTo>
                      <a:pt x="251332" y="2648"/>
                    </a:lnTo>
                    <a:lnTo>
                      <a:pt x="247204" y="1083"/>
                    </a:lnTo>
                    <a:lnTo>
                      <a:pt x="242879" y="200"/>
                    </a:lnTo>
                    <a:lnTo>
                      <a:pt x="239572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28656"/>
                    </a:lnTo>
                    <a:lnTo>
                      <a:pt x="88" y="126448"/>
                    </a:lnTo>
                    <a:lnTo>
                      <a:pt x="88" y="130863"/>
                    </a:lnTo>
                    <a:lnTo>
                      <a:pt x="797" y="135220"/>
                    </a:lnTo>
                    <a:lnTo>
                      <a:pt x="2195" y="139408"/>
                    </a:lnTo>
                    <a:lnTo>
                      <a:pt x="4246" y="143317"/>
                    </a:lnTo>
                    <a:lnTo>
                      <a:pt x="6898" y="146846"/>
                    </a:lnTo>
                    <a:lnTo>
                      <a:pt x="10082" y="149905"/>
                    </a:lnTo>
                    <a:lnTo>
                      <a:pt x="13715" y="152412"/>
                    </a:lnTo>
                    <a:lnTo>
                      <a:pt x="17704" y="154305"/>
                    </a:lnTo>
                    <a:lnTo>
                      <a:pt x="21944" y="155533"/>
                    </a:lnTo>
                    <a:lnTo>
                      <a:pt x="26327" y="156065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9" name="tx9136">
                <a:extLst>
                  <a:ext uri="{FF2B5EF4-FFF2-40B4-BE49-F238E27FC236}">
                    <a16:creationId xmlns:a16="http://schemas.microsoft.com/office/drawing/2014/main" id="{71399C2D-1CC8-226E-2FFF-6ADC0B85FF4E}"/>
                  </a:ext>
                </a:extLst>
              </p:cNvPr>
              <p:cNvSpPr/>
              <p:nvPr/>
            </p:nvSpPr>
            <p:spPr>
              <a:xfrm>
                <a:off x="4692497" y="1826807"/>
                <a:ext cx="175564" cy="6464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71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BJO</a:t>
                </a:r>
              </a:p>
            </p:txBody>
          </p:sp>
          <p:sp>
            <p:nvSpPr>
              <p:cNvPr id="29510" name="tx9137">
                <a:extLst>
                  <a:ext uri="{FF2B5EF4-FFF2-40B4-BE49-F238E27FC236}">
                    <a16:creationId xmlns:a16="http://schemas.microsoft.com/office/drawing/2014/main" id="{0A4136A8-47A9-2EFD-BB1E-182213324C8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11" name="tx9138">
                <a:extLst>
                  <a:ext uri="{FF2B5EF4-FFF2-40B4-BE49-F238E27FC236}">
                    <a16:creationId xmlns:a16="http://schemas.microsoft.com/office/drawing/2014/main" id="{B6077F7E-F456-D5A8-7D1A-E9810687A5B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12" name="tx9139">
                <a:extLst>
                  <a:ext uri="{FF2B5EF4-FFF2-40B4-BE49-F238E27FC236}">
                    <a16:creationId xmlns:a16="http://schemas.microsoft.com/office/drawing/2014/main" id="{26203A9C-96BC-4886-67C1-7B2E970C013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13" name="tx9140">
                <a:extLst>
                  <a:ext uri="{FF2B5EF4-FFF2-40B4-BE49-F238E27FC236}">
                    <a16:creationId xmlns:a16="http://schemas.microsoft.com/office/drawing/2014/main" id="{FE6909E0-EEA8-2813-B4A6-6D93F4AE1BB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14" name="tx9141">
                <a:extLst>
                  <a:ext uri="{FF2B5EF4-FFF2-40B4-BE49-F238E27FC236}">
                    <a16:creationId xmlns:a16="http://schemas.microsoft.com/office/drawing/2014/main" id="{048BEECA-79BF-5A42-AC2D-D491B422387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15" name="tx9142">
                <a:extLst>
                  <a:ext uri="{FF2B5EF4-FFF2-40B4-BE49-F238E27FC236}">
                    <a16:creationId xmlns:a16="http://schemas.microsoft.com/office/drawing/2014/main" id="{23DA06FA-357B-1792-FB6D-8E4B68466B0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16" name="tx9143">
                <a:extLst>
                  <a:ext uri="{FF2B5EF4-FFF2-40B4-BE49-F238E27FC236}">
                    <a16:creationId xmlns:a16="http://schemas.microsoft.com/office/drawing/2014/main" id="{98BDE713-A6D3-751C-48A8-2F3FA351488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17" name="tx9144">
                <a:extLst>
                  <a:ext uri="{FF2B5EF4-FFF2-40B4-BE49-F238E27FC236}">
                    <a16:creationId xmlns:a16="http://schemas.microsoft.com/office/drawing/2014/main" id="{7E16E097-3064-821C-91CB-B122F1B7BD0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18" name="tx9145">
                <a:extLst>
                  <a:ext uri="{FF2B5EF4-FFF2-40B4-BE49-F238E27FC236}">
                    <a16:creationId xmlns:a16="http://schemas.microsoft.com/office/drawing/2014/main" id="{1C973AA3-45DF-669F-3963-DFAFE886B70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19" name="tx9146">
                <a:extLst>
                  <a:ext uri="{FF2B5EF4-FFF2-40B4-BE49-F238E27FC236}">
                    <a16:creationId xmlns:a16="http://schemas.microsoft.com/office/drawing/2014/main" id="{BA119E5D-0633-81A1-3665-11CAD6D99D8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20" name="tx9147">
                <a:extLst>
                  <a:ext uri="{FF2B5EF4-FFF2-40B4-BE49-F238E27FC236}">
                    <a16:creationId xmlns:a16="http://schemas.microsoft.com/office/drawing/2014/main" id="{F128CAA7-CF5F-3894-E1F9-27EBB3C11C2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21" name="tx9148">
                <a:extLst>
                  <a:ext uri="{FF2B5EF4-FFF2-40B4-BE49-F238E27FC236}">
                    <a16:creationId xmlns:a16="http://schemas.microsoft.com/office/drawing/2014/main" id="{28496F4C-68FB-EC3A-D828-C907E5BBA22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22" name="tx9149">
                <a:extLst>
                  <a:ext uri="{FF2B5EF4-FFF2-40B4-BE49-F238E27FC236}">
                    <a16:creationId xmlns:a16="http://schemas.microsoft.com/office/drawing/2014/main" id="{C27E5761-524E-15BD-F631-3C0DF4FFCA1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23" name="tx9150">
                <a:extLst>
                  <a:ext uri="{FF2B5EF4-FFF2-40B4-BE49-F238E27FC236}">
                    <a16:creationId xmlns:a16="http://schemas.microsoft.com/office/drawing/2014/main" id="{03DA6F99-A51D-FDF3-6C6A-C6A9B9204FB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24" name="tx9151">
                <a:extLst>
                  <a:ext uri="{FF2B5EF4-FFF2-40B4-BE49-F238E27FC236}">
                    <a16:creationId xmlns:a16="http://schemas.microsoft.com/office/drawing/2014/main" id="{A834BCB4-98CD-10D5-0644-051A6458479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25" name="tx9152">
                <a:extLst>
                  <a:ext uri="{FF2B5EF4-FFF2-40B4-BE49-F238E27FC236}">
                    <a16:creationId xmlns:a16="http://schemas.microsoft.com/office/drawing/2014/main" id="{1144223B-73B0-F56F-6865-45EDC96B8B3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26" name="tx9153">
                <a:extLst>
                  <a:ext uri="{FF2B5EF4-FFF2-40B4-BE49-F238E27FC236}">
                    <a16:creationId xmlns:a16="http://schemas.microsoft.com/office/drawing/2014/main" id="{3B92DBAB-A784-43D5-4B1C-36792FA5A8A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27" name="tx9154">
                <a:extLst>
                  <a:ext uri="{FF2B5EF4-FFF2-40B4-BE49-F238E27FC236}">
                    <a16:creationId xmlns:a16="http://schemas.microsoft.com/office/drawing/2014/main" id="{681C78D3-512E-573C-6A64-3F35FCB5988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28" name="tx9155">
                <a:extLst>
                  <a:ext uri="{FF2B5EF4-FFF2-40B4-BE49-F238E27FC236}">
                    <a16:creationId xmlns:a16="http://schemas.microsoft.com/office/drawing/2014/main" id="{3A49E1A3-1990-9334-12F2-6CC5B4675BD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29" name="tx9156">
                <a:extLst>
                  <a:ext uri="{FF2B5EF4-FFF2-40B4-BE49-F238E27FC236}">
                    <a16:creationId xmlns:a16="http://schemas.microsoft.com/office/drawing/2014/main" id="{A481E365-8B79-F669-F388-99150DE72E1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30" name="tx9157">
                <a:extLst>
                  <a:ext uri="{FF2B5EF4-FFF2-40B4-BE49-F238E27FC236}">
                    <a16:creationId xmlns:a16="http://schemas.microsoft.com/office/drawing/2014/main" id="{37C36F1C-95D8-4BEB-294F-EC16B69BDFD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31" name="tx9158">
                <a:extLst>
                  <a:ext uri="{FF2B5EF4-FFF2-40B4-BE49-F238E27FC236}">
                    <a16:creationId xmlns:a16="http://schemas.microsoft.com/office/drawing/2014/main" id="{BC056CE3-46DA-828E-F8FD-B9158AA411E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32" name="tx9159">
                <a:extLst>
                  <a:ext uri="{FF2B5EF4-FFF2-40B4-BE49-F238E27FC236}">
                    <a16:creationId xmlns:a16="http://schemas.microsoft.com/office/drawing/2014/main" id="{25BD89AF-3871-5FDC-F249-2AAA4931299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33" name="tx9160">
                <a:extLst>
                  <a:ext uri="{FF2B5EF4-FFF2-40B4-BE49-F238E27FC236}">
                    <a16:creationId xmlns:a16="http://schemas.microsoft.com/office/drawing/2014/main" id="{455D8074-2660-27B7-7C8F-81DE623AF31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34" name="tx9161">
                <a:extLst>
                  <a:ext uri="{FF2B5EF4-FFF2-40B4-BE49-F238E27FC236}">
                    <a16:creationId xmlns:a16="http://schemas.microsoft.com/office/drawing/2014/main" id="{05BDA472-6D4A-A581-95E1-737D4C9C7F3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35" name="tx9162">
                <a:extLst>
                  <a:ext uri="{FF2B5EF4-FFF2-40B4-BE49-F238E27FC236}">
                    <a16:creationId xmlns:a16="http://schemas.microsoft.com/office/drawing/2014/main" id="{6A4A077C-D266-7EA1-5A3C-4340A5A8039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36" name="tx9163">
                <a:extLst>
                  <a:ext uri="{FF2B5EF4-FFF2-40B4-BE49-F238E27FC236}">
                    <a16:creationId xmlns:a16="http://schemas.microsoft.com/office/drawing/2014/main" id="{F23D4457-6783-63AF-8DD8-FC7EF572E88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37" name="tx9164">
                <a:extLst>
                  <a:ext uri="{FF2B5EF4-FFF2-40B4-BE49-F238E27FC236}">
                    <a16:creationId xmlns:a16="http://schemas.microsoft.com/office/drawing/2014/main" id="{007A3542-4DEE-785B-1D60-A4CEC579382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38" name="tx9165">
                <a:extLst>
                  <a:ext uri="{FF2B5EF4-FFF2-40B4-BE49-F238E27FC236}">
                    <a16:creationId xmlns:a16="http://schemas.microsoft.com/office/drawing/2014/main" id="{DF2F74AF-851F-97AA-FB25-EEDD19F9E76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39" name="tx9166">
                <a:extLst>
                  <a:ext uri="{FF2B5EF4-FFF2-40B4-BE49-F238E27FC236}">
                    <a16:creationId xmlns:a16="http://schemas.microsoft.com/office/drawing/2014/main" id="{58492290-298F-F308-ABD0-3B544A0B4CF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40" name="tx9167">
                <a:extLst>
                  <a:ext uri="{FF2B5EF4-FFF2-40B4-BE49-F238E27FC236}">
                    <a16:creationId xmlns:a16="http://schemas.microsoft.com/office/drawing/2014/main" id="{8F0CB394-A058-A0E7-A499-780A0BFA3C4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41" name="tx9168">
                <a:extLst>
                  <a:ext uri="{FF2B5EF4-FFF2-40B4-BE49-F238E27FC236}">
                    <a16:creationId xmlns:a16="http://schemas.microsoft.com/office/drawing/2014/main" id="{8C9B5A3D-3B8B-E31B-D85F-398826E2EB3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42" name="tx9169">
                <a:extLst>
                  <a:ext uri="{FF2B5EF4-FFF2-40B4-BE49-F238E27FC236}">
                    <a16:creationId xmlns:a16="http://schemas.microsoft.com/office/drawing/2014/main" id="{C44A46CD-1BD1-9972-AEEB-2ACCD133AB6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43" name="tx9170">
                <a:extLst>
                  <a:ext uri="{FF2B5EF4-FFF2-40B4-BE49-F238E27FC236}">
                    <a16:creationId xmlns:a16="http://schemas.microsoft.com/office/drawing/2014/main" id="{3492502E-9E44-30D3-2236-213A1764558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44" name="tx9171">
                <a:extLst>
                  <a:ext uri="{FF2B5EF4-FFF2-40B4-BE49-F238E27FC236}">
                    <a16:creationId xmlns:a16="http://schemas.microsoft.com/office/drawing/2014/main" id="{B4F22FE1-83F1-DD81-B28A-7DDB2C2498A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45" name="tx9172">
                <a:extLst>
                  <a:ext uri="{FF2B5EF4-FFF2-40B4-BE49-F238E27FC236}">
                    <a16:creationId xmlns:a16="http://schemas.microsoft.com/office/drawing/2014/main" id="{E1DD9420-D9EC-9318-4140-748A5C72FE2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46" name="tx9173">
                <a:extLst>
                  <a:ext uri="{FF2B5EF4-FFF2-40B4-BE49-F238E27FC236}">
                    <a16:creationId xmlns:a16="http://schemas.microsoft.com/office/drawing/2014/main" id="{FFBF4896-5A77-F8D1-3118-8B4803C8FFB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47" name="tx9174">
                <a:extLst>
                  <a:ext uri="{FF2B5EF4-FFF2-40B4-BE49-F238E27FC236}">
                    <a16:creationId xmlns:a16="http://schemas.microsoft.com/office/drawing/2014/main" id="{A4B49449-80AB-1F8E-6036-F799BABA2CF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48" name="tx9175">
                <a:extLst>
                  <a:ext uri="{FF2B5EF4-FFF2-40B4-BE49-F238E27FC236}">
                    <a16:creationId xmlns:a16="http://schemas.microsoft.com/office/drawing/2014/main" id="{81A12758-0D5F-3202-BB51-ED08E5ECB90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49" name="tx9176">
                <a:extLst>
                  <a:ext uri="{FF2B5EF4-FFF2-40B4-BE49-F238E27FC236}">
                    <a16:creationId xmlns:a16="http://schemas.microsoft.com/office/drawing/2014/main" id="{5B186AF3-CD7A-2660-D487-E61E97EE285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50" name="tx9177">
                <a:extLst>
                  <a:ext uri="{FF2B5EF4-FFF2-40B4-BE49-F238E27FC236}">
                    <a16:creationId xmlns:a16="http://schemas.microsoft.com/office/drawing/2014/main" id="{54006F8E-4251-C5F6-EE76-2EDB4B34F94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51" name="tx9178">
                <a:extLst>
                  <a:ext uri="{FF2B5EF4-FFF2-40B4-BE49-F238E27FC236}">
                    <a16:creationId xmlns:a16="http://schemas.microsoft.com/office/drawing/2014/main" id="{4F4A52DB-1C6D-FB0D-165D-9C7D72A1D3A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52" name="tx9179">
                <a:extLst>
                  <a:ext uri="{FF2B5EF4-FFF2-40B4-BE49-F238E27FC236}">
                    <a16:creationId xmlns:a16="http://schemas.microsoft.com/office/drawing/2014/main" id="{761040C4-CECD-DC2A-C122-C909C609F9C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53" name="tx9180">
                <a:extLst>
                  <a:ext uri="{FF2B5EF4-FFF2-40B4-BE49-F238E27FC236}">
                    <a16:creationId xmlns:a16="http://schemas.microsoft.com/office/drawing/2014/main" id="{7954EE33-467D-B443-3C2A-39B24C743E3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54" name="tx9181">
                <a:extLst>
                  <a:ext uri="{FF2B5EF4-FFF2-40B4-BE49-F238E27FC236}">
                    <a16:creationId xmlns:a16="http://schemas.microsoft.com/office/drawing/2014/main" id="{6A155EA3-9981-7D6E-CD09-B85F9B658D5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55" name="tx9182">
                <a:extLst>
                  <a:ext uri="{FF2B5EF4-FFF2-40B4-BE49-F238E27FC236}">
                    <a16:creationId xmlns:a16="http://schemas.microsoft.com/office/drawing/2014/main" id="{F16F0F46-2CEC-3A99-B15E-46FEBC1A2DC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56" name="tx9183">
                <a:extLst>
                  <a:ext uri="{FF2B5EF4-FFF2-40B4-BE49-F238E27FC236}">
                    <a16:creationId xmlns:a16="http://schemas.microsoft.com/office/drawing/2014/main" id="{316B8072-54DF-DC77-7318-CCE0E61A3E4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57" name="tx9184">
                <a:extLst>
                  <a:ext uri="{FF2B5EF4-FFF2-40B4-BE49-F238E27FC236}">
                    <a16:creationId xmlns:a16="http://schemas.microsoft.com/office/drawing/2014/main" id="{DD5278E2-F33A-EE78-66C8-95FA46608B0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58" name="tx9185">
                <a:extLst>
                  <a:ext uri="{FF2B5EF4-FFF2-40B4-BE49-F238E27FC236}">
                    <a16:creationId xmlns:a16="http://schemas.microsoft.com/office/drawing/2014/main" id="{67E339DB-1C3D-80DC-ED6A-CCEE93C808F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59" name="tx9186">
                <a:extLst>
                  <a:ext uri="{FF2B5EF4-FFF2-40B4-BE49-F238E27FC236}">
                    <a16:creationId xmlns:a16="http://schemas.microsoft.com/office/drawing/2014/main" id="{7CAF0AAC-19AB-AF80-0878-6B27977EB58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60" name="tx9187">
                <a:extLst>
                  <a:ext uri="{FF2B5EF4-FFF2-40B4-BE49-F238E27FC236}">
                    <a16:creationId xmlns:a16="http://schemas.microsoft.com/office/drawing/2014/main" id="{3F6F1D81-CD53-EECC-67E0-D35E6172384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61" name="tx9188">
                <a:extLst>
                  <a:ext uri="{FF2B5EF4-FFF2-40B4-BE49-F238E27FC236}">
                    <a16:creationId xmlns:a16="http://schemas.microsoft.com/office/drawing/2014/main" id="{A39E4DB2-713E-8FEF-5913-918C1BE5806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62" name="tx9189">
                <a:extLst>
                  <a:ext uri="{FF2B5EF4-FFF2-40B4-BE49-F238E27FC236}">
                    <a16:creationId xmlns:a16="http://schemas.microsoft.com/office/drawing/2014/main" id="{BC5FE2B9-5A7C-3D4A-84A6-850D3BD284F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63" name="tx9190">
                <a:extLst>
                  <a:ext uri="{FF2B5EF4-FFF2-40B4-BE49-F238E27FC236}">
                    <a16:creationId xmlns:a16="http://schemas.microsoft.com/office/drawing/2014/main" id="{9762F482-247B-AB08-84F1-7B8AD1C8650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64" name="tx9191">
                <a:extLst>
                  <a:ext uri="{FF2B5EF4-FFF2-40B4-BE49-F238E27FC236}">
                    <a16:creationId xmlns:a16="http://schemas.microsoft.com/office/drawing/2014/main" id="{50F3C26B-3C14-DF36-6426-A6AFD0B293E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65" name="tx9192">
                <a:extLst>
                  <a:ext uri="{FF2B5EF4-FFF2-40B4-BE49-F238E27FC236}">
                    <a16:creationId xmlns:a16="http://schemas.microsoft.com/office/drawing/2014/main" id="{E8DB5D78-328A-FA56-4DEE-F64DB17937E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66" name="tx9193">
                <a:extLst>
                  <a:ext uri="{FF2B5EF4-FFF2-40B4-BE49-F238E27FC236}">
                    <a16:creationId xmlns:a16="http://schemas.microsoft.com/office/drawing/2014/main" id="{B5E0C66F-C80A-7F4B-0E92-825606B664F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67" name="tx9194">
                <a:extLst>
                  <a:ext uri="{FF2B5EF4-FFF2-40B4-BE49-F238E27FC236}">
                    <a16:creationId xmlns:a16="http://schemas.microsoft.com/office/drawing/2014/main" id="{858143FA-7B69-EF4F-3D40-DFB4E9473DF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68" name="tx9195">
                <a:extLst>
                  <a:ext uri="{FF2B5EF4-FFF2-40B4-BE49-F238E27FC236}">
                    <a16:creationId xmlns:a16="http://schemas.microsoft.com/office/drawing/2014/main" id="{409A27DC-11B4-327B-8143-78812275738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69" name="tx9196">
                <a:extLst>
                  <a:ext uri="{FF2B5EF4-FFF2-40B4-BE49-F238E27FC236}">
                    <a16:creationId xmlns:a16="http://schemas.microsoft.com/office/drawing/2014/main" id="{2AB72262-2F38-2AE5-AA1E-A3C57E0CE94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70" name="tx9197">
                <a:extLst>
                  <a:ext uri="{FF2B5EF4-FFF2-40B4-BE49-F238E27FC236}">
                    <a16:creationId xmlns:a16="http://schemas.microsoft.com/office/drawing/2014/main" id="{90A0FB6A-1C27-ADFA-7759-DF2FD573F0E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71" name="tx9198">
                <a:extLst>
                  <a:ext uri="{FF2B5EF4-FFF2-40B4-BE49-F238E27FC236}">
                    <a16:creationId xmlns:a16="http://schemas.microsoft.com/office/drawing/2014/main" id="{C0525CD3-C895-6060-FDEF-B93DCBC10E8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72" name="tx9199">
                <a:extLst>
                  <a:ext uri="{FF2B5EF4-FFF2-40B4-BE49-F238E27FC236}">
                    <a16:creationId xmlns:a16="http://schemas.microsoft.com/office/drawing/2014/main" id="{81BD682C-7415-E8EC-7C49-AAED0661D12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73" name="tx9200">
                <a:extLst>
                  <a:ext uri="{FF2B5EF4-FFF2-40B4-BE49-F238E27FC236}">
                    <a16:creationId xmlns:a16="http://schemas.microsoft.com/office/drawing/2014/main" id="{3977DBC6-F7FA-97FF-0217-92254176F68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74" name="tx9201">
                <a:extLst>
                  <a:ext uri="{FF2B5EF4-FFF2-40B4-BE49-F238E27FC236}">
                    <a16:creationId xmlns:a16="http://schemas.microsoft.com/office/drawing/2014/main" id="{22CABB95-1385-1413-43A8-5DDD5435E9C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75" name="tx9202">
                <a:extLst>
                  <a:ext uri="{FF2B5EF4-FFF2-40B4-BE49-F238E27FC236}">
                    <a16:creationId xmlns:a16="http://schemas.microsoft.com/office/drawing/2014/main" id="{8833A94D-CA5E-74C0-573C-BEBD24A92C5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76" name="tx9203">
                <a:extLst>
                  <a:ext uri="{FF2B5EF4-FFF2-40B4-BE49-F238E27FC236}">
                    <a16:creationId xmlns:a16="http://schemas.microsoft.com/office/drawing/2014/main" id="{49033BCD-C1EF-5538-5294-184A9A4E1E7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77" name="tx9204">
                <a:extLst>
                  <a:ext uri="{FF2B5EF4-FFF2-40B4-BE49-F238E27FC236}">
                    <a16:creationId xmlns:a16="http://schemas.microsoft.com/office/drawing/2014/main" id="{9E4BF20B-B4D5-5B4B-13BA-507D32C6FD1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78" name="tx9205">
                <a:extLst>
                  <a:ext uri="{FF2B5EF4-FFF2-40B4-BE49-F238E27FC236}">
                    <a16:creationId xmlns:a16="http://schemas.microsoft.com/office/drawing/2014/main" id="{D3DEACBD-BFD3-C751-E288-CFA96874CA4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79" name="tx9206">
                <a:extLst>
                  <a:ext uri="{FF2B5EF4-FFF2-40B4-BE49-F238E27FC236}">
                    <a16:creationId xmlns:a16="http://schemas.microsoft.com/office/drawing/2014/main" id="{0B3025C7-7A34-ABFC-83B2-5319455D951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80" name="tx9207">
                <a:extLst>
                  <a:ext uri="{FF2B5EF4-FFF2-40B4-BE49-F238E27FC236}">
                    <a16:creationId xmlns:a16="http://schemas.microsoft.com/office/drawing/2014/main" id="{7583B4C5-66CA-795A-BB5C-F6C486C62FA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81" name="tx9208">
                <a:extLst>
                  <a:ext uri="{FF2B5EF4-FFF2-40B4-BE49-F238E27FC236}">
                    <a16:creationId xmlns:a16="http://schemas.microsoft.com/office/drawing/2014/main" id="{426CC7BD-3273-E108-4F0E-6959C251DAD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82" name="tx9209">
                <a:extLst>
                  <a:ext uri="{FF2B5EF4-FFF2-40B4-BE49-F238E27FC236}">
                    <a16:creationId xmlns:a16="http://schemas.microsoft.com/office/drawing/2014/main" id="{AAFC2BDA-9181-0FFE-7695-92097EE2F2C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83" name="tx9210">
                <a:extLst>
                  <a:ext uri="{FF2B5EF4-FFF2-40B4-BE49-F238E27FC236}">
                    <a16:creationId xmlns:a16="http://schemas.microsoft.com/office/drawing/2014/main" id="{4CE1C00D-23E9-C13E-DA34-0B3A999A4D6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84" name="tx9211">
                <a:extLst>
                  <a:ext uri="{FF2B5EF4-FFF2-40B4-BE49-F238E27FC236}">
                    <a16:creationId xmlns:a16="http://schemas.microsoft.com/office/drawing/2014/main" id="{6692FFA1-A9AB-B742-9556-B0752AA7977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85" name="tx9212">
                <a:extLst>
                  <a:ext uri="{FF2B5EF4-FFF2-40B4-BE49-F238E27FC236}">
                    <a16:creationId xmlns:a16="http://schemas.microsoft.com/office/drawing/2014/main" id="{3C1DB311-015C-FFE7-7A92-6BD354854C0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86" name="tx9213">
                <a:extLst>
                  <a:ext uri="{FF2B5EF4-FFF2-40B4-BE49-F238E27FC236}">
                    <a16:creationId xmlns:a16="http://schemas.microsoft.com/office/drawing/2014/main" id="{BFDCD718-BD9E-E242-EFE3-6F117BE6BF1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87" name="tx9214">
                <a:extLst>
                  <a:ext uri="{FF2B5EF4-FFF2-40B4-BE49-F238E27FC236}">
                    <a16:creationId xmlns:a16="http://schemas.microsoft.com/office/drawing/2014/main" id="{533B9968-94B2-C36E-89F0-1E9C92D18AE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88" name="tx9215">
                <a:extLst>
                  <a:ext uri="{FF2B5EF4-FFF2-40B4-BE49-F238E27FC236}">
                    <a16:creationId xmlns:a16="http://schemas.microsoft.com/office/drawing/2014/main" id="{E2CBA82A-4906-D7DB-4592-0CE4110B925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89" name="tx9216">
                <a:extLst>
                  <a:ext uri="{FF2B5EF4-FFF2-40B4-BE49-F238E27FC236}">
                    <a16:creationId xmlns:a16="http://schemas.microsoft.com/office/drawing/2014/main" id="{C8F371C0-3FBA-99B4-B24B-6E351BA0A22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90" name="tx9217">
                <a:extLst>
                  <a:ext uri="{FF2B5EF4-FFF2-40B4-BE49-F238E27FC236}">
                    <a16:creationId xmlns:a16="http://schemas.microsoft.com/office/drawing/2014/main" id="{48877D60-6B8D-020B-A3B1-91A2722B7C4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91" name="tx9218">
                <a:extLst>
                  <a:ext uri="{FF2B5EF4-FFF2-40B4-BE49-F238E27FC236}">
                    <a16:creationId xmlns:a16="http://schemas.microsoft.com/office/drawing/2014/main" id="{F55AFA1B-8809-E7BC-1F9A-EE94CC3DBBD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92" name="tx9219">
                <a:extLst>
                  <a:ext uri="{FF2B5EF4-FFF2-40B4-BE49-F238E27FC236}">
                    <a16:creationId xmlns:a16="http://schemas.microsoft.com/office/drawing/2014/main" id="{154845A2-1521-4047-7DCE-744DE03B0D2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93" name="tx9220">
                <a:extLst>
                  <a:ext uri="{FF2B5EF4-FFF2-40B4-BE49-F238E27FC236}">
                    <a16:creationId xmlns:a16="http://schemas.microsoft.com/office/drawing/2014/main" id="{F1F6B0D6-1BBE-95EB-D1C9-697CC26E7BC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94" name="tx9221">
                <a:extLst>
                  <a:ext uri="{FF2B5EF4-FFF2-40B4-BE49-F238E27FC236}">
                    <a16:creationId xmlns:a16="http://schemas.microsoft.com/office/drawing/2014/main" id="{EB392B5E-29EF-E5F5-CBD7-D1570C78019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95" name="tx9222">
                <a:extLst>
                  <a:ext uri="{FF2B5EF4-FFF2-40B4-BE49-F238E27FC236}">
                    <a16:creationId xmlns:a16="http://schemas.microsoft.com/office/drawing/2014/main" id="{11BD6D9D-D35D-78EB-C5BF-0AFE10C9E27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96" name="tx9223">
                <a:extLst>
                  <a:ext uri="{FF2B5EF4-FFF2-40B4-BE49-F238E27FC236}">
                    <a16:creationId xmlns:a16="http://schemas.microsoft.com/office/drawing/2014/main" id="{6096D0B5-5F7B-AE6A-ED59-3981356F252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97" name="tx9224">
                <a:extLst>
                  <a:ext uri="{FF2B5EF4-FFF2-40B4-BE49-F238E27FC236}">
                    <a16:creationId xmlns:a16="http://schemas.microsoft.com/office/drawing/2014/main" id="{BD099ACC-CD27-9329-3C4C-F76C916F698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598" name="tx9225">
                <a:extLst>
                  <a:ext uri="{FF2B5EF4-FFF2-40B4-BE49-F238E27FC236}">
                    <a16:creationId xmlns:a16="http://schemas.microsoft.com/office/drawing/2014/main" id="{A5EF0CAB-B43F-EC0F-E924-26CC726E267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599" name="tx9226">
                <a:extLst>
                  <a:ext uri="{FF2B5EF4-FFF2-40B4-BE49-F238E27FC236}">
                    <a16:creationId xmlns:a16="http://schemas.microsoft.com/office/drawing/2014/main" id="{A0BA9148-DA3D-B6DE-47AC-DFAE0BF8B2A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00" name="tx9227">
                <a:extLst>
                  <a:ext uri="{FF2B5EF4-FFF2-40B4-BE49-F238E27FC236}">
                    <a16:creationId xmlns:a16="http://schemas.microsoft.com/office/drawing/2014/main" id="{7E78892A-3968-6ED4-C755-62C3AADA7A6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01" name="tx9228">
                <a:extLst>
                  <a:ext uri="{FF2B5EF4-FFF2-40B4-BE49-F238E27FC236}">
                    <a16:creationId xmlns:a16="http://schemas.microsoft.com/office/drawing/2014/main" id="{E37DE07C-C622-D9A2-0B8D-5848DEAAA3A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02" name="tx9229">
                <a:extLst>
                  <a:ext uri="{FF2B5EF4-FFF2-40B4-BE49-F238E27FC236}">
                    <a16:creationId xmlns:a16="http://schemas.microsoft.com/office/drawing/2014/main" id="{7FCCCF95-1E72-25D2-B95D-1A6C6ECD408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03" name="tx9230">
                <a:extLst>
                  <a:ext uri="{FF2B5EF4-FFF2-40B4-BE49-F238E27FC236}">
                    <a16:creationId xmlns:a16="http://schemas.microsoft.com/office/drawing/2014/main" id="{13D6691F-3CDA-FB8A-15C4-B6F641E15B5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04" name="tx9231">
                <a:extLst>
                  <a:ext uri="{FF2B5EF4-FFF2-40B4-BE49-F238E27FC236}">
                    <a16:creationId xmlns:a16="http://schemas.microsoft.com/office/drawing/2014/main" id="{8E31D0BD-B7C7-7DDE-1E11-B554F5069F1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05" name="tx9232">
                <a:extLst>
                  <a:ext uri="{FF2B5EF4-FFF2-40B4-BE49-F238E27FC236}">
                    <a16:creationId xmlns:a16="http://schemas.microsoft.com/office/drawing/2014/main" id="{E0517487-F741-8C6E-8C2D-F4699CFBA9A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06" name="tx9233">
                <a:extLst>
                  <a:ext uri="{FF2B5EF4-FFF2-40B4-BE49-F238E27FC236}">
                    <a16:creationId xmlns:a16="http://schemas.microsoft.com/office/drawing/2014/main" id="{ABCB9A6E-4263-0B4C-C11F-1A90AD4997F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07" name="tx9234">
                <a:extLst>
                  <a:ext uri="{FF2B5EF4-FFF2-40B4-BE49-F238E27FC236}">
                    <a16:creationId xmlns:a16="http://schemas.microsoft.com/office/drawing/2014/main" id="{6F87F82A-9D8F-9C34-69E1-FC59E4AECCD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08" name="tx9235">
                <a:extLst>
                  <a:ext uri="{FF2B5EF4-FFF2-40B4-BE49-F238E27FC236}">
                    <a16:creationId xmlns:a16="http://schemas.microsoft.com/office/drawing/2014/main" id="{D3AB7660-D22B-9455-5A32-B92C3B6BD21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09" name="tx9236">
                <a:extLst>
                  <a:ext uri="{FF2B5EF4-FFF2-40B4-BE49-F238E27FC236}">
                    <a16:creationId xmlns:a16="http://schemas.microsoft.com/office/drawing/2014/main" id="{DB36E773-4D17-6302-2313-E266E6024C1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10" name="tx9237">
                <a:extLst>
                  <a:ext uri="{FF2B5EF4-FFF2-40B4-BE49-F238E27FC236}">
                    <a16:creationId xmlns:a16="http://schemas.microsoft.com/office/drawing/2014/main" id="{6DC80462-2CE0-C6C4-E09D-C31CF37587F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11" name="tx9238">
                <a:extLst>
                  <a:ext uri="{FF2B5EF4-FFF2-40B4-BE49-F238E27FC236}">
                    <a16:creationId xmlns:a16="http://schemas.microsoft.com/office/drawing/2014/main" id="{0F46D93E-C640-C195-7DD2-FA245D230E6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12" name="tx9239">
                <a:extLst>
                  <a:ext uri="{FF2B5EF4-FFF2-40B4-BE49-F238E27FC236}">
                    <a16:creationId xmlns:a16="http://schemas.microsoft.com/office/drawing/2014/main" id="{F280DC82-E44F-8B93-32CA-2EFF97577F5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13" name="tx9240">
                <a:extLst>
                  <a:ext uri="{FF2B5EF4-FFF2-40B4-BE49-F238E27FC236}">
                    <a16:creationId xmlns:a16="http://schemas.microsoft.com/office/drawing/2014/main" id="{424AD071-A7A9-E145-697C-2309ABA7F28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14" name="tx9241">
                <a:extLst>
                  <a:ext uri="{FF2B5EF4-FFF2-40B4-BE49-F238E27FC236}">
                    <a16:creationId xmlns:a16="http://schemas.microsoft.com/office/drawing/2014/main" id="{CC190AEE-3FD8-3836-8E57-7288C79F1AC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15" name="tx9242">
                <a:extLst>
                  <a:ext uri="{FF2B5EF4-FFF2-40B4-BE49-F238E27FC236}">
                    <a16:creationId xmlns:a16="http://schemas.microsoft.com/office/drawing/2014/main" id="{4B4616BB-D59F-3146-B11E-7285A3E7AB5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16" name="tx9243">
                <a:extLst>
                  <a:ext uri="{FF2B5EF4-FFF2-40B4-BE49-F238E27FC236}">
                    <a16:creationId xmlns:a16="http://schemas.microsoft.com/office/drawing/2014/main" id="{2E79F595-FA4D-67AC-7D4C-031D8C12AAA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17" name="tx9244">
                <a:extLst>
                  <a:ext uri="{FF2B5EF4-FFF2-40B4-BE49-F238E27FC236}">
                    <a16:creationId xmlns:a16="http://schemas.microsoft.com/office/drawing/2014/main" id="{62BD5094-C812-BE47-A5D9-3FD6C7EC8DB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18" name="tx9245">
                <a:extLst>
                  <a:ext uri="{FF2B5EF4-FFF2-40B4-BE49-F238E27FC236}">
                    <a16:creationId xmlns:a16="http://schemas.microsoft.com/office/drawing/2014/main" id="{9D12DB3B-28F9-4E7B-4734-E2CC2FC9E6D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19" name="tx9246">
                <a:extLst>
                  <a:ext uri="{FF2B5EF4-FFF2-40B4-BE49-F238E27FC236}">
                    <a16:creationId xmlns:a16="http://schemas.microsoft.com/office/drawing/2014/main" id="{671E72EF-E0CE-B6DE-5763-95828C20565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20" name="tx9247">
                <a:extLst>
                  <a:ext uri="{FF2B5EF4-FFF2-40B4-BE49-F238E27FC236}">
                    <a16:creationId xmlns:a16="http://schemas.microsoft.com/office/drawing/2014/main" id="{D6986C7E-E4F0-FE72-A864-6C46F638899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21" name="tx9248">
                <a:extLst>
                  <a:ext uri="{FF2B5EF4-FFF2-40B4-BE49-F238E27FC236}">
                    <a16:creationId xmlns:a16="http://schemas.microsoft.com/office/drawing/2014/main" id="{C9063927-FD16-E5A3-4E5A-EA8F9173732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22" name="tx9249">
                <a:extLst>
                  <a:ext uri="{FF2B5EF4-FFF2-40B4-BE49-F238E27FC236}">
                    <a16:creationId xmlns:a16="http://schemas.microsoft.com/office/drawing/2014/main" id="{56D46C76-FA99-9AB6-73B3-BD31DC7215B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23" name="tx9250">
                <a:extLst>
                  <a:ext uri="{FF2B5EF4-FFF2-40B4-BE49-F238E27FC236}">
                    <a16:creationId xmlns:a16="http://schemas.microsoft.com/office/drawing/2014/main" id="{1E6F2AF6-5B31-178A-F153-38012A9A970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24" name="tx9251">
                <a:extLst>
                  <a:ext uri="{FF2B5EF4-FFF2-40B4-BE49-F238E27FC236}">
                    <a16:creationId xmlns:a16="http://schemas.microsoft.com/office/drawing/2014/main" id="{8F0E1BE5-E29E-60F7-EF74-7D066F4BAE6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25" name="tx9252">
                <a:extLst>
                  <a:ext uri="{FF2B5EF4-FFF2-40B4-BE49-F238E27FC236}">
                    <a16:creationId xmlns:a16="http://schemas.microsoft.com/office/drawing/2014/main" id="{F0431B21-784B-59C5-8275-E3315B7D31B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26" name="tx9253">
                <a:extLst>
                  <a:ext uri="{FF2B5EF4-FFF2-40B4-BE49-F238E27FC236}">
                    <a16:creationId xmlns:a16="http://schemas.microsoft.com/office/drawing/2014/main" id="{7C0F803A-36E9-5E6D-0AF3-C9E41FEAAFA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27" name="tx9254">
                <a:extLst>
                  <a:ext uri="{FF2B5EF4-FFF2-40B4-BE49-F238E27FC236}">
                    <a16:creationId xmlns:a16="http://schemas.microsoft.com/office/drawing/2014/main" id="{5057C731-163F-F906-C7F3-910E2F9E3D7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28" name="tx9255">
                <a:extLst>
                  <a:ext uri="{FF2B5EF4-FFF2-40B4-BE49-F238E27FC236}">
                    <a16:creationId xmlns:a16="http://schemas.microsoft.com/office/drawing/2014/main" id="{FFAFE5A6-D665-B0F5-C1EC-6F33F80FF7F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29" name="tx9256">
                <a:extLst>
                  <a:ext uri="{FF2B5EF4-FFF2-40B4-BE49-F238E27FC236}">
                    <a16:creationId xmlns:a16="http://schemas.microsoft.com/office/drawing/2014/main" id="{6E4D64F9-7CF4-C83A-5450-8B2CE7B174E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30" name="tx9257">
                <a:extLst>
                  <a:ext uri="{FF2B5EF4-FFF2-40B4-BE49-F238E27FC236}">
                    <a16:creationId xmlns:a16="http://schemas.microsoft.com/office/drawing/2014/main" id="{0D0F0AB5-5401-B28D-D10B-99DB24109E6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31" name="tx9258">
                <a:extLst>
                  <a:ext uri="{FF2B5EF4-FFF2-40B4-BE49-F238E27FC236}">
                    <a16:creationId xmlns:a16="http://schemas.microsoft.com/office/drawing/2014/main" id="{D2D378FC-07E0-63C4-A5A9-D7347999B51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32" name="tx9259">
                <a:extLst>
                  <a:ext uri="{FF2B5EF4-FFF2-40B4-BE49-F238E27FC236}">
                    <a16:creationId xmlns:a16="http://schemas.microsoft.com/office/drawing/2014/main" id="{EC2CF5D9-E8B1-EFEC-AABC-493828C37E4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33" name="tx9260">
                <a:extLst>
                  <a:ext uri="{FF2B5EF4-FFF2-40B4-BE49-F238E27FC236}">
                    <a16:creationId xmlns:a16="http://schemas.microsoft.com/office/drawing/2014/main" id="{7B91D81B-C6B7-D573-0811-4547C648921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34" name="tx9261">
                <a:extLst>
                  <a:ext uri="{FF2B5EF4-FFF2-40B4-BE49-F238E27FC236}">
                    <a16:creationId xmlns:a16="http://schemas.microsoft.com/office/drawing/2014/main" id="{FE5514DC-2F8D-18FE-FA8C-09F21D4B646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35" name="tx9262">
                <a:extLst>
                  <a:ext uri="{FF2B5EF4-FFF2-40B4-BE49-F238E27FC236}">
                    <a16:creationId xmlns:a16="http://schemas.microsoft.com/office/drawing/2014/main" id="{4675BD5F-F84F-5A37-3698-5EF3D1672C4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36" name="tx9263">
                <a:extLst>
                  <a:ext uri="{FF2B5EF4-FFF2-40B4-BE49-F238E27FC236}">
                    <a16:creationId xmlns:a16="http://schemas.microsoft.com/office/drawing/2014/main" id="{E377F805-79DD-3629-F22E-65872EDDF16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37" name="tx9264">
                <a:extLst>
                  <a:ext uri="{FF2B5EF4-FFF2-40B4-BE49-F238E27FC236}">
                    <a16:creationId xmlns:a16="http://schemas.microsoft.com/office/drawing/2014/main" id="{3A5D028B-DF32-15AF-029F-8A9DD432EB9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38" name="tx9265">
                <a:extLst>
                  <a:ext uri="{FF2B5EF4-FFF2-40B4-BE49-F238E27FC236}">
                    <a16:creationId xmlns:a16="http://schemas.microsoft.com/office/drawing/2014/main" id="{F89B75BB-74BC-6D47-6BE5-FFE2E72F6E6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39" name="tx9266">
                <a:extLst>
                  <a:ext uri="{FF2B5EF4-FFF2-40B4-BE49-F238E27FC236}">
                    <a16:creationId xmlns:a16="http://schemas.microsoft.com/office/drawing/2014/main" id="{12BC64FD-8C90-FDC7-CBE5-9A5E7FC567D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40" name="tx9267">
                <a:extLst>
                  <a:ext uri="{FF2B5EF4-FFF2-40B4-BE49-F238E27FC236}">
                    <a16:creationId xmlns:a16="http://schemas.microsoft.com/office/drawing/2014/main" id="{A011484A-3474-B690-5525-EE63784F24C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41" name="tx9268">
                <a:extLst>
                  <a:ext uri="{FF2B5EF4-FFF2-40B4-BE49-F238E27FC236}">
                    <a16:creationId xmlns:a16="http://schemas.microsoft.com/office/drawing/2014/main" id="{0A29EA87-EB8A-AE8C-6127-AEF6571E5CF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42" name="tx9269">
                <a:extLst>
                  <a:ext uri="{FF2B5EF4-FFF2-40B4-BE49-F238E27FC236}">
                    <a16:creationId xmlns:a16="http://schemas.microsoft.com/office/drawing/2014/main" id="{A5A94F63-570B-E326-C526-98A5295DAEC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43" name="tx9270">
                <a:extLst>
                  <a:ext uri="{FF2B5EF4-FFF2-40B4-BE49-F238E27FC236}">
                    <a16:creationId xmlns:a16="http://schemas.microsoft.com/office/drawing/2014/main" id="{D0ED03A6-4355-3B7F-A2FA-B745537E853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44" name="tx9271">
                <a:extLst>
                  <a:ext uri="{FF2B5EF4-FFF2-40B4-BE49-F238E27FC236}">
                    <a16:creationId xmlns:a16="http://schemas.microsoft.com/office/drawing/2014/main" id="{827F3467-959D-239C-0D9C-36D49B5D53E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45" name="tx9272">
                <a:extLst>
                  <a:ext uri="{FF2B5EF4-FFF2-40B4-BE49-F238E27FC236}">
                    <a16:creationId xmlns:a16="http://schemas.microsoft.com/office/drawing/2014/main" id="{857435F5-0BD0-FFEA-73F6-7C3D74A00CF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46" name="tx9273">
                <a:extLst>
                  <a:ext uri="{FF2B5EF4-FFF2-40B4-BE49-F238E27FC236}">
                    <a16:creationId xmlns:a16="http://schemas.microsoft.com/office/drawing/2014/main" id="{5097F115-0CC7-9FC8-EF0A-9A1721D3923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47" name="tx9274">
                <a:extLst>
                  <a:ext uri="{FF2B5EF4-FFF2-40B4-BE49-F238E27FC236}">
                    <a16:creationId xmlns:a16="http://schemas.microsoft.com/office/drawing/2014/main" id="{23CDF9A1-6154-6158-1065-34834DB012E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48" name="tx9275">
                <a:extLst>
                  <a:ext uri="{FF2B5EF4-FFF2-40B4-BE49-F238E27FC236}">
                    <a16:creationId xmlns:a16="http://schemas.microsoft.com/office/drawing/2014/main" id="{629880D5-C3AA-746D-484F-03EC98D704F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49" name="tx9276">
                <a:extLst>
                  <a:ext uri="{FF2B5EF4-FFF2-40B4-BE49-F238E27FC236}">
                    <a16:creationId xmlns:a16="http://schemas.microsoft.com/office/drawing/2014/main" id="{709396C3-1ECF-F4C8-A3D4-2A88FB6E651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50" name="tx9277">
                <a:extLst>
                  <a:ext uri="{FF2B5EF4-FFF2-40B4-BE49-F238E27FC236}">
                    <a16:creationId xmlns:a16="http://schemas.microsoft.com/office/drawing/2014/main" id="{29260FF2-F55F-709C-BB53-AB9977C0CF5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51" name="tx9278">
                <a:extLst>
                  <a:ext uri="{FF2B5EF4-FFF2-40B4-BE49-F238E27FC236}">
                    <a16:creationId xmlns:a16="http://schemas.microsoft.com/office/drawing/2014/main" id="{8F24F853-79A3-2AF5-C309-509B761333F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52" name="tx9279">
                <a:extLst>
                  <a:ext uri="{FF2B5EF4-FFF2-40B4-BE49-F238E27FC236}">
                    <a16:creationId xmlns:a16="http://schemas.microsoft.com/office/drawing/2014/main" id="{A13D54B0-37C4-C461-2308-31240BA2C42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53" name="tx9280">
                <a:extLst>
                  <a:ext uri="{FF2B5EF4-FFF2-40B4-BE49-F238E27FC236}">
                    <a16:creationId xmlns:a16="http://schemas.microsoft.com/office/drawing/2014/main" id="{FAFBB653-034D-4BAE-F69A-58ECCE66394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54" name="tx9281">
                <a:extLst>
                  <a:ext uri="{FF2B5EF4-FFF2-40B4-BE49-F238E27FC236}">
                    <a16:creationId xmlns:a16="http://schemas.microsoft.com/office/drawing/2014/main" id="{A3EA1EC1-8A7A-0186-3776-0C67BD8D1A5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55" name="tx9282">
                <a:extLst>
                  <a:ext uri="{FF2B5EF4-FFF2-40B4-BE49-F238E27FC236}">
                    <a16:creationId xmlns:a16="http://schemas.microsoft.com/office/drawing/2014/main" id="{4B10AB18-ED21-D6F4-55DA-FB76709F86E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56" name="tx9283">
                <a:extLst>
                  <a:ext uri="{FF2B5EF4-FFF2-40B4-BE49-F238E27FC236}">
                    <a16:creationId xmlns:a16="http://schemas.microsoft.com/office/drawing/2014/main" id="{27F82A57-57A2-752C-B0D7-77D728215F1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57" name="tx9284">
                <a:extLst>
                  <a:ext uri="{FF2B5EF4-FFF2-40B4-BE49-F238E27FC236}">
                    <a16:creationId xmlns:a16="http://schemas.microsoft.com/office/drawing/2014/main" id="{DBA57533-5771-2B36-9C82-80F1CD5A094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58" name="tx9285">
                <a:extLst>
                  <a:ext uri="{FF2B5EF4-FFF2-40B4-BE49-F238E27FC236}">
                    <a16:creationId xmlns:a16="http://schemas.microsoft.com/office/drawing/2014/main" id="{7B0EB7CF-F83F-5443-65C6-E24A81B7773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59" name="tx9286">
                <a:extLst>
                  <a:ext uri="{FF2B5EF4-FFF2-40B4-BE49-F238E27FC236}">
                    <a16:creationId xmlns:a16="http://schemas.microsoft.com/office/drawing/2014/main" id="{473B5C6F-EBD4-E3E3-1D29-E71559A369B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60" name="tx9287">
                <a:extLst>
                  <a:ext uri="{FF2B5EF4-FFF2-40B4-BE49-F238E27FC236}">
                    <a16:creationId xmlns:a16="http://schemas.microsoft.com/office/drawing/2014/main" id="{7CEC0747-0247-BBFA-4627-7A16166854D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61" name="tx9288">
                <a:extLst>
                  <a:ext uri="{FF2B5EF4-FFF2-40B4-BE49-F238E27FC236}">
                    <a16:creationId xmlns:a16="http://schemas.microsoft.com/office/drawing/2014/main" id="{781D4A24-95C5-B54E-D31E-39C92D817FA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62" name="tx9289">
                <a:extLst>
                  <a:ext uri="{FF2B5EF4-FFF2-40B4-BE49-F238E27FC236}">
                    <a16:creationId xmlns:a16="http://schemas.microsoft.com/office/drawing/2014/main" id="{18774EED-5ED1-C87A-46AA-707AF9A1A31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63" name="tx9290">
                <a:extLst>
                  <a:ext uri="{FF2B5EF4-FFF2-40B4-BE49-F238E27FC236}">
                    <a16:creationId xmlns:a16="http://schemas.microsoft.com/office/drawing/2014/main" id="{D5EF2BCD-C4AE-32B0-111F-2151899084F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64" name="tx9291">
                <a:extLst>
                  <a:ext uri="{FF2B5EF4-FFF2-40B4-BE49-F238E27FC236}">
                    <a16:creationId xmlns:a16="http://schemas.microsoft.com/office/drawing/2014/main" id="{8997303C-714D-F61F-4AB8-AA5DB959A91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65" name="tx9292">
                <a:extLst>
                  <a:ext uri="{FF2B5EF4-FFF2-40B4-BE49-F238E27FC236}">
                    <a16:creationId xmlns:a16="http://schemas.microsoft.com/office/drawing/2014/main" id="{3D41BC5C-D205-80F1-68C8-F15E09F9907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66" name="tx9293">
                <a:extLst>
                  <a:ext uri="{FF2B5EF4-FFF2-40B4-BE49-F238E27FC236}">
                    <a16:creationId xmlns:a16="http://schemas.microsoft.com/office/drawing/2014/main" id="{9AD55F4A-9304-65FE-A666-23164B51627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67" name="tx9294">
                <a:extLst>
                  <a:ext uri="{FF2B5EF4-FFF2-40B4-BE49-F238E27FC236}">
                    <a16:creationId xmlns:a16="http://schemas.microsoft.com/office/drawing/2014/main" id="{8216F003-B010-5F39-5E04-33174005DBB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68" name="tx9295">
                <a:extLst>
                  <a:ext uri="{FF2B5EF4-FFF2-40B4-BE49-F238E27FC236}">
                    <a16:creationId xmlns:a16="http://schemas.microsoft.com/office/drawing/2014/main" id="{829AEDC6-5F15-1971-A801-2AEC007D0B9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69" name="tx9296">
                <a:extLst>
                  <a:ext uri="{FF2B5EF4-FFF2-40B4-BE49-F238E27FC236}">
                    <a16:creationId xmlns:a16="http://schemas.microsoft.com/office/drawing/2014/main" id="{BF1B6FD0-5094-BFCC-F49B-32DDC7F707B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70" name="tx9297">
                <a:extLst>
                  <a:ext uri="{FF2B5EF4-FFF2-40B4-BE49-F238E27FC236}">
                    <a16:creationId xmlns:a16="http://schemas.microsoft.com/office/drawing/2014/main" id="{9A38D722-D3EB-77DA-55D9-E8A7F013AD8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71" name="tx9298">
                <a:extLst>
                  <a:ext uri="{FF2B5EF4-FFF2-40B4-BE49-F238E27FC236}">
                    <a16:creationId xmlns:a16="http://schemas.microsoft.com/office/drawing/2014/main" id="{06C36501-058D-B273-3290-047DC98905E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72" name="tx9299">
                <a:extLst>
                  <a:ext uri="{FF2B5EF4-FFF2-40B4-BE49-F238E27FC236}">
                    <a16:creationId xmlns:a16="http://schemas.microsoft.com/office/drawing/2014/main" id="{76F07F58-5EEA-6F7D-96F1-D8C662CD63F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73" name="tx9300">
                <a:extLst>
                  <a:ext uri="{FF2B5EF4-FFF2-40B4-BE49-F238E27FC236}">
                    <a16:creationId xmlns:a16="http://schemas.microsoft.com/office/drawing/2014/main" id="{9128E95A-908F-60EC-A576-09FF1BC8516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74" name="tx9301">
                <a:extLst>
                  <a:ext uri="{FF2B5EF4-FFF2-40B4-BE49-F238E27FC236}">
                    <a16:creationId xmlns:a16="http://schemas.microsoft.com/office/drawing/2014/main" id="{B5011B0E-90B5-4E31-144C-AB54091A5FB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75" name="tx9302">
                <a:extLst>
                  <a:ext uri="{FF2B5EF4-FFF2-40B4-BE49-F238E27FC236}">
                    <a16:creationId xmlns:a16="http://schemas.microsoft.com/office/drawing/2014/main" id="{A111AE4B-0C7C-4A7A-1672-013F3373B60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76" name="tx9303">
                <a:extLst>
                  <a:ext uri="{FF2B5EF4-FFF2-40B4-BE49-F238E27FC236}">
                    <a16:creationId xmlns:a16="http://schemas.microsoft.com/office/drawing/2014/main" id="{C5CCAFC2-1523-572B-61C9-92C81954509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77" name="tx9304">
                <a:extLst>
                  <a:ext uri="{FF2B5EF4-FFF2-40B4-BE49-F238E27FC236}">
                    <a16:creationId xmlns:a16="http://schemas.microsoft.com/office/drawing/2014/main" id="{64B76BF3-1C1C-45F9-3699-3885E99211F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78" name="tx9305">
                <a:extLst>
                  <a:ext uri="{FF2B5EF4-FFF2-40B4-BE49-F238E27FC236}">
                    <a16:creationId xmlns:a16="http://schemas.microsoft.com/office/drawing/2014/main" id="{86E99BFF-3FBC-DFAF-FE4F-2F9639B5A63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79" name="tx9306">
                <a:extLst>
                  <a:ext uri="{FF2B5EF4-FFF2-40B4-BE49-F238E27FC236}">
                    <a16:creationId xmlns:a16="http://schemas.microsoft.com/office/drawing/2014/main" id="{EA973384-F7D9-F027-6B3E-31985B1C553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80" name="tx9307">
                <a:extLst>
                  <a:ext uri="{FF2B5EF4-FFF2-40B4-BE49-F238E27FC236}">
                    <a16:creationId xmlns:a16="http://schemas.microsoft.com/office/drawing/2014/main" id="{400D0DD5-926C-4DE6-20A4-CE94D63D982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81" name="tx9308">
                <a:extLst>
                  <a:ext uri="{FF2B5EF4-FFF2-40B4-BE49-F238E27FC236}">
                    <a16:creationId xmlns:a16="http://schemas.microsoft.com/office/drawing/2014/main" id="{DC50C1AC-BB5F-0E49-EE96-85DF0AAFF22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82" name="tx9309">
                <a:extLst>
                  <a:ext uri="{FF2B5EF4-FFF2-40B4-BE49-F238E27FC236}">
                    <a16:creationId xmlns:a16="http://schemas.microsoft.com/office/drawing/2014/main" id="{5A0278A8-7A63-01C2-FDD0-9CBF691B4AC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83" name="tx9310">
                <a:extLst>
                  <a:ext uri="{FF2B5EF4-FFF2-40B4-BE49-F238E27FC236}">
                    <a16:creationId xmlns:a16="http://schemas.microsoft.com/office/drawing/2014/main" id="{171F42DC-8500-B752-4DFB-7807F4B4171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84" name="tx9311">
                <a:extLst>
                  <a:ext uri="{FF2B5EF4-FFF2-40B4-BE49-F238E27FC236}">
                    <a16:creationId xmlns:a16="http://schemas.microsoft.com/office/drawing/2014/main" id="{572BCD97-2BF4-D35E-8DB5-A41EEC697EA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85" name="tx9312">
                <a:extLst>
                  <a:ext uri="{FF2B5EF4-FFF2-40B4-BE49-F238E27FC236}">
                    <a16:creationId xmlns:a16="http://schemas.microsoft.com/office/drawing/2014/main" id="{71F5AD7F-4885-8548-9456-A0D0165912A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86" name="tx9313">
                <a:extLst>
                  <a:ext uri="{FF2B5EF4-FFF2-40B4-BE49-F238E27FC236}">
                    <a16:creationId xmlns:a16="http://schemas.microsoft.com/office/drawing/2014/main" id="{D07259A3-E97C-07DC-44E2-6F2E3B900F0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87" name="tx9314">
                <a:extLst>
                  <a:ext uri="{FF2B5EF4-FFF2-40B4-BE49-F238E27FC236}">
                    <a16:creationId xmlns:a16="http://schemas.microsoft.com/office/drawing/2014/main" id="{9DDEAA6D-5818-FA89-4570-A335A8D2B91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88" name="tx9315">
                <a:extLst>
                  <a:ext uri="{FF2B5EF4-FFF2-40B4-BE49-F238E27FC236}">
                    <a16:creationId xmlns:a16="http://schemas.microsoft.com/office/drawing/2014/main" id="{3ED7F4E3-3EA3-A7D6-4245-FEB802B14EB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89" name="tx9316">
                <a:extLst>
                  <a:ext uri="{FF2B5EF4-FFF2-40B4-BE49-F238E27FC236}">
                    <a16:creationId xmlns:a16="http://schemas.microsoft.com/office/drawing/2014/main" id="{FF3750F4-7EAC-89E6-6087-3F09BEAA36D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90" name="tx9317">
                <a:extLst>
                  <a:ext uri="{FF2B5EF4-FFF2-40B4-BE49-F238E27FC236}">
                    <a16:creationId xmlns:a16="http://schemas.microsoft.com/office/drawing/2014/main" id="{A6EEF6F2-81DF-049E-6315-2DD0A3606AF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91" name="tx9318">
                <a:extLst>
                  <a:ext uri="{FF2B5EF4-FFF2-40B4-BE49-F238E27FC236}">
                    <a16:creationId xmlns:a16="http://schemas.microsoft.com/office/drawing/2014/main" id="{4973EE95-93EB-A7A3-7CE2-056F97A9962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92" name="tx9319">
                <a:extLst>
                  <a:ext uri="{FF2B5EF4-FFF2-40B4-BE49-F238E27FC236}">
                    <a16:creationId xmlns:a16="http://schemas.microsoft.com/office/drawing/2014/main" id="{AD5C7209-CF18-3891-9B29-6E94933BE67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93" name="tx9320">
                <a:extLst>
                  <a:ext uri="{FF2B5EF4-FFF2-40B4-BE49-F238E27FC236}">
                    <a16:creationId xmlns:a16="http://schemas.microsoft.com/office/drawing/2014/main" id="{A41F60BE-76AF-CE7A-039A-F75A9079876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94" name="tx9321">
                <a:extLst>
                  <a:ext uri="{FF2B5EF4-FFF2-40B4-BE49-F238E27FC236}">
                    <a16:creationId xmlns:a16="http://schemas.microsoft.com/office/drawing/2014/main" id="{307E267A-4F43-3A8F-A922-A2E2D1EED2B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95" name="tx9322">
                <a:extLst>
                  <a:ext uri="{FF2B5EF4-FFF2-40B4-BE49-F238E27FC236}">
                    <a16:creationId xmlns:a16="http://schemas.microsoft.com/office/drawing/2014/main" id="{39DF98EC-116D-090F-3F80-87F7D8D495A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96" name="tx9323">
                <a:extLst>
                  <a:ext uri="{FF2B5EF4-FFF2-40B4-BE49-F238E27FC236}">
                    <a16:creationId xmlns:a16="http://schemas.microsoft.com/office/drawing/2014/main" id="{F8A054D0-97EA-A5DE-0B86-374EF3CC90F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97" name="tx9324">
                <a:extLst>
                  <a:ext uri="{FF2B5EF4-FFF2-40B4-BE49-F238E27FC236}">
                    <a16:creationId xmlns:a16="http://schemas.microsoft.com/office/drawing/2014/main" id="{4E2B97F8-BD1E-7403-697D-7A1621940BE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698" name="tx9325">
                <a:extLst>
                  <a:ext uri="{FF2B5EF4-FFF2-40B4-BE49-F238E27FC236}">
                    <a16:creationId xmlns:a16="http://schemas.microsoft.com/office/drawing/2014/main" id="{EF7915EB-52A9-903D-6E88-39D5AB76610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699" name="tx9326">
                <a:extLst>
                  <a:ext uri="{FF2B5EF4-FFF2-40B4-BE49-F238E27FC236}">
                    <a16:creationId xmlns:a16="http://schemas.microsoft.com/office/drawing/2014/main" id="{7A3F3CE8-020D-49A4-E221-F75327CD0AE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00" name="tx9327">
                <a:extLst>
                  <a:ext uri="{FF2B5EF4-FFF2-40B4-BE49-F238E27FC236}">
                    <a16:creationId xmlns:a16="http://schemas.microsoft.com/office/drawing/2014/main" id="{DE11FE80-E47F-E2FE-02D6-B70CB4223B1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01" name="tx9328">
                <a:extLst>
                  <a:ext uri="{FF2B5EF4-FFF2-40B4-BE49-F238E27FC236}">
                    <a16:creationId xmlns:a16="http://schemas.microsoft.com/office/drawing/2014/main" id="{CC4F61AA-AEED-3BA0-18FC-5887681E394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02" name="tx9329">
                <a:extLst>
                  <a:ext uri="{FF2B5EF4-FFF2-40B4-BE49-F238E27FC236}">
                    <a16:creationId xmlns:a16="http://schemas.microsoft.com/office/drawing/2014/main" id="{CD358931-83F1-8F09-B746-2BFF1FCC61D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03" name="tx9330">
                <a:extLst>
                  <a:ext uri="{FF2B5EF4-FFF2-40B4-BE49-F238E27FC236}">
                    <a16:creationId xmlns:a16="http://schemas.microsoft.com/office/drawing/2014/main" id="{207E5D47-B1C4-868C-5984-44B84C20A11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04" name="tx9331">
                <a:extLst>
                  <a:ext uri="{FF2B5EF4-FFF2-40B4-BE49-F238E27FC236}">
                    <a16:creationId xmlns:a16="http://schemas.microsoft.com/office/drawing/2014/main" id="{18333720-6CEA-09C4-B35B-DEBBA7BD5EC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05" name="tx9332">
                <a:extLst>
                  <a:ext uri="{FF2B5EF4-FFF2-40B4-BE49-F238E27FC236}">
                    <a16:creationId xmlns:a16="http://schemas.microsoft.com/office/drawing/2014/main" id="{DE889E29-355D-4608-270B-4F1EE9EBBAF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06" name="tx9333">
                <a:extLst>
                  <a:ext uri="{FF2B5EF4-FFF2-40B4-BE49-F238E27FC236}">
                    <a16:creationId xmlns:a16="http://schemas.microsoft.com/office/drawing/2014/main" id="{1AFAD125-A1E5-FC9F-D6F3-1C74BF2F5AA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07" name="tx9334">
                <a:extLst>
                  <a:ext uri="{FF2B5EF4-FFF2-40B4-BE49-F238E27FC236}">
                    <a16:creationId xmlns:a16="http://schemas.microsoft.com/office/drawing/2014/main" id="{2F44DDFF-EA96-15FB-F818-42D8768D687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08" name="tx9335">
                <a:extLst>
                  <a:ext uri="{FF2B5EF4-FFF2-40B4-BE49-F238E27FC236}">
                    <a16:creationId xmlns:a16="http://schemas.microsoft.com/office/drawing/2014/main" id="{860E2FD9-E684-1DC9-3A17-E28D90989FA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09" name="tx9336">
                <a:extLst>
                  <a:ext uri="{FF2B5EF4-FFF2-40B4-BE49-F238E27FC236}">
                    <a16:creationId xmlns:a16="http://schemas.microsoft.com/office/drawing/2014/main" id="{9986A9D3-351C-3327-F69F-5A5BE3A615D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10" name="tx9337">
                <a:extLst>
                  <a:ext uri="{FF2B5EF4-FFF2-40B4-BE49-F238E27FC236}">
                    <a16:creationId xmlns:a16="http://schemas.microsoft.com/office/drawing/2014/main" id="{4B202BAD-4586-E691-8C2E-E1E703EB5A9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11" name="tx9338">
                <a:extLst>
                  <a:ext uri="{FF2B5EF4-FFF2-40B4-BE49-F238E27FC236}">
                    <a16:creationId xmlns:a16="http://schemas.microsoft.com/office/drawing/2014/main" id="{87C0218C-1685-B11B-1705-DB8C4397D56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12" name="tx9339">
                <a:extLst>
                  <a:ext uri="{FF2B5EF4-FFF2-40B4-BE49-F238E27FC236}">
                    <a16:creationId xmlns:a16="http://schemas.microsoft.com/office/drawing/2014/main" id="{760BD5F6-88CB-325C-C06A-EC859B744ED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13" name="tx9340">
                <a:extLst>
                  <a:ext uri="{FF2B5EF4-FFF2-40B4-BE49-F238E27FC236}">
                    <a16:creationId xmlns:a16="http://schemas.microsoft.com/office/drawing/2014/main" id="{E993D26A-83B2-E407-2028-BE234BCCCEF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14" name="tx9341">
                <a:extLst>
                  <a:ext uri="{FF2B5EF4-FFF2-40B4-BE49-F238E27FC236}">
                    <a16:creationId xmlns:a16="http://schemas.microsoft.com/office/drawing/2014/main" id="{49855955-B826-8430-56CB-9B5324059C9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15" name="tx9342">
                <a:extLst>
                  <a:ext uri="{FF2B5EF4-FFF2-40B4-BE49-F238E27FC236}">
                    <a16:creationId xmlns:a16="http://schemas.microsoft.com/office/drawing/2014/main" id="{4BD4C2DE-0946-BE85-9336-C4248B48436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16" name="tx9343">
                <a:extLst>
                  <a:ext uri="{FF2B5EF4-FFF2-40B4-BE49-F238E27FC236}">
                    <a16:creationId xmlns:a16="http://schemas.microsoft.com/office/drawing/2014/main" id="{C9F9F156-F726-8817-FAB9-E219E49E7EC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17" name="tx9344">
                <a:extLst>
                  <a:ext uri="{FF2B5EF4-FFF2-40B4-BE49-F238E27FC236}">
                    <a16:creationId xmlns:a16="http://schemas.microsoft.com/office/drawing/2014/main" id="{3CCD6CBA-9A96-3B25-0834-46ADFD8E45F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18" name="tx9345">
                <a:extLst>
                  <a:ext uri="{FF2B5EF4-FFF2-40B4-BE49-F238E27FC236}">
                    <a16:creationId xmlns:a16="http://schemas.microsoft.com/office/drawing/2014/main" id="{D3A2285B-D1B0-1866-A7DF-BDE273B14E4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19" name="tx9346">
                <a:extLst>
                  <a:ext uri="{FF2B5EF4-FFF2-40B4-BE49-F238E27FC236}">
                    <a16:creationId xmlns:a16="http://schemas.microsoft.com/office/drawing/2014/main" id="{87300BD5-AA15-AF99-41B9-72F23B83104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20" name="tx9347">
                <a:extLst>
                  <a:ext uri="{FF2B5EF4-FFF2-40B4-BE49-F238E27FC236}">
                    <a16:creationId xmlns:a16="http://schemas.microsoft.com/office/drawing/2014/main" id="{9A1B4268-B8BF-DA9F-53D9-A4F7D4945CA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21" name="tx9348">
                <a:extLst>
                  <a:ext uri="{FF2B5EF4-FFF2-40B4-BE49-F238E27FC236}">
                    <a16:creationId xmlns:a16="http://schemas.microsoft.com/office/drawing/2014/main" id="{CC29D04C-ABB0-0D7B-8891-4D7A9A72243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22" name="tx9349">
                <a:extLst>
                  <a:ext uri="{FF2B5EF4-FFF2-40B4-BE49-F238E27FC236}">
                    <a16:creationId xmlns:a16="http://schemas.microsoft.com/office/drawing/2014/main" id="{C721E8CD-D260-D32E-970F-7CFE983873F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23" name="tx9350">
                <a:extLst>
                  <a:ext uri="{FF2B5EF4-FFF2-40B4-BE49-F238E27FC236}">
                    <a16:creationId xmlns:a16="http://schemas.microsoft.com/office/drawing/2014/main" id="{A697C7F3-8516-6766-49DF-6ADDC1F9354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24" name="tx9351">
                <a:extLst>
                  <a:ext uri="{FF2B5EF4-FFF2-40B4-BE49-F238E27FC236}">
                    <a16:creationId xmlns:a16="http://schemas.microsoft.com/office/drawing/2014/main" id="{9037190D-969E-C1E9-4557-C76E8F03F4B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25" name="tx9352">
                <a:extLst>
                  <a:ext uri="{FF2B5EF4-FFF2-40B4-BE49-F238E27FC236}">
                    <a16:creationId xmlns:a16="http://schemas.microsoft.com/office/drawing/2014/main" id="{53BB5BE8-51C3-F7B3-9A2C-48E3EC5CF7B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26" name="tx9353">
                <a:extLst>
                  <a:ext uri="{FF2B5EF4-FFF2-40B4-BE49-F238E27FC236}">
                    <a16:creationId xmlns:a16="http://schemas.microsoft.com/office/drawing/2014/main" id="{220E4A46-90B0-68AA-8A88-3220265B396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27" name="tx9354">
                <a:extLst>
                  <a:ext uri="{FF2B5EF4-FFF2-40B4-BE49-F238E27FC236}">
                    <a16:creationId xmlns:a16="http://schemas.microsoft.com/office/drawing/2014/main" id="{515BDEB3-271B-F7C7-153D-EEF0E7246EA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28" name="tx9355">
                <a:extLst>
                  <a:ext uri="{FF2B5EF4-FFF2-40B4-BE49-F238E27FC236}">
                    <a16:creationId xmlns:a16="http://schemas.microsoft.com/office/drawing/2014/main" id="{60D72F54-D33D-F3AF-C5E9-A0B1EA28522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29" name="tx9356">
                <a:extLst>
                  <a:ext uri="{FF2B5EF4-FFF2-40B4-BE49-F238E27FC236}">
                    <a16:creationId xmlns:a16="http://schemas.microsoft.com/office/drawing/2014/main" id="{12FC5357-875E-04A5-0DF3-648E4A7E95C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30" name="tx9357">
                <a:extLst>
                  <a:ext uri="{FF2B5EF4-FFF2-40B4-BE49-F238E27FC236}">
                    <a16:creationId xmlns:a16="http://schemas.microsoft.com/office/drawing/2014/main" id="{4ADA4D70-C2A7-1FEA-0A1C-9FEB3B18C6D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31" name="tx9358">
                <a:extLst>
                  <a:ext uri="{FF2B5EF4-FFF2-40B4-BE49-F238E27FC236}">
                    <a16:creationId xmlns:a16="http://schemas.microsoft.com/office/drawing/2014/main" id="{ED0E8B84-CD11-2615-22BE-D600CDAFCCB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32" name="tx9359">
                <a:extLst>
                  <a:ext uri="{FF2B5EF4-FFF2-40B4-BE49-F238E27FC236}">
                    <a16:creationId xmlns:a16="http://schemas.microsoft.com/office/drawing/2014/main" id="{2405CE07-177F-9E9A-30AC-5A9084B5291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33" name="tx9360">
                <a:extLst>
                  <a:ext uri="{FF2B5EF4-FFF2-40B4-BE49-F238E27FC236}">
                    <a16:creationId xmlns:a16="http://schemas.microsoft.com/office/drawing/2014/main" id="{6980C8D2-8C6A-BDFB-B3E1-4B7E42876C0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34" name="tx9361">
                <a:extLst>
                  <a:ext uri="{FF2B5EF4-FFF2-40B4-BE49-F238E27FC236}">
                    <a16:creationId xmlns:a16="http://schemas.microsoft.com/office/drawing/2014/main" id="{EAB52E49-26E5-E3AF-8666-7ADE30C6C97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35" name="tx9362">
                <a:extLst>
                  <a:ext uri="{FF2B5EF4-FFF2-40B4-BE49-F238E27FC236}">
                    <a16:creationId xmlns:a16="http://schemas.microsoft.com/office/drawing/2014/main" id="{C7512F28-4341-F875-7DD4-7FBC4936D37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36" name="tx9363">
                <a:extLst>
                  <a:ext uri="{FF2B5EF4-FFF2-40B4-BE49-F238E27FC236}">
                    <a16:creationId xmlns:a16="http://schemas.microsoft.com/office/drawing/2014/main" id="{AB04CD6E-C409-3E83-ED0A-28F12F37F3D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37" name="tx9364">
                <a:extLst>
                  <a:ext uri="{FF2B5EF4-FFF2-40B4-BE49-F238E27FC236}">
                    <a16:creationId xmlns:a16="http://schemas.microsoft.com/office/drawing/2014/main" id="{37A18568-6BBC-3AC2-9119-5D65A361A26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38" name="tx9365">
                <a:extLst>
                  <a:ext uri="{FF2B5EF4-FFF2-40B4-BE49-F238E27FC236}">
                    <a16:creationId xmlns:a16="http://schemas.microsoft.com/office/drawing/2014/main" id="{48230D8D-7200-402D-2983-108E4F9469F2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39" name="tx9366">
                <a:extLst>
                  <a:ext uri="{FF2B5EF4-FFF2-40B4-BE49-F238E27FC236}">
                    <a16:creationId xmlns:a16="http://schemas.microsoft.com/office/drawing/2014/main" id="{357DD76F-3F6F-C11E-ED2B-DC724F540FE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40" name="tx9367">
                <a:extLst>
                  <a:ext uri="{FF2B5EF4-FFF2-40B4-BE49-F238E27FC236}">
                    <a16:creationId xmlns:a16="http://schemas.microsoft.com/office/drawing/2014/main" id="{C6244C0E-9176-4DA9-9EF7-158069670DE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41" name="tx9368">
                <a:extLst>
                  <a:ext uri="{FF2B5EF4-FFF2-40B4-BE49-F238E27FC236}">
                    <a16:creationId xmlns:a16="http://schemas.microsoft.com/office/drawing/2014/main" id="{7FEDD1DD-463C-F1F3-E9BC-AB8081669E4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42" name="tx9369">
                <a:extLst>
                  <a:ext uri="{FF2B5EF4-FFF2-40B4-BE49-F238E27FC236}">
                    <a16:creationId xmlns:a16="http://schemas.microsoft.com/office/drawing/2014/main" id="{5EC02AB9-9DBE-61C6-9321-8EBE0D2ADB0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43" name="tx9370">
                <a:extLst>
                  <a:ext uri="{FF2B5EF4-FFF2-40B4-BE49-F238E27FC236}">
                    <a16:creationId xmlns:a16="http://schemas.microsoft.com/office/drawing/2014/main" id="{486C2B16-78F1-2ADA-22B4-CA813C17DB3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44" name="tx9371">
                <a:extLst>
                  <a:ext uri="{FF2B5EF4-FFF2-40B4-BE49-F238E27FC236}">
                    <a16:creationId xmlns:a16="http://schemas.microsoft.com/office/drawing/2014/main" id="{B3B4BDB4-46EF-A59F-E230-888926EF309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45" name="tx9372">
                <a:extLst>
                  <a:ext uri="{FF2B5EF4-FFF2-40B4-BE49-F238E27FC236}">
                    <a16:creationId xmlns:a16="http://schemas.microsoft.com/office/drawing/2014/main" id="{9C575969-2DA2-23C0-1A88-29B495A583A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46" name="tx9373">
                <a:extLst>
                  <a:ext uri="{FF2B5EF4-FFF2-40B4-BE49-F238E27FC236}">
                    <a16:creationId xmlns:a16="http://schemas.microsoft.com/office/drawing/2014/main" id="{8BB5D0EC-B729-337E-CED1-A66AD870C95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47" name="tx9374">
                <a:extLst>
                  <a:ext uri="{FF2B5EF4-FFF2-40B4-BE49-F238E27FC236}">
                    <a16:creationId xmlns:a16="http://schemas.microsoft.com/office/drawing/2014/main" id="{580DE1F7-F038-E15A-5957-7A3AF03F72E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48" name="tx9375">
                <a:extLst>
                  <a:ext uri="{FF2B5EF4-FFF2-40B4-BE49-F238E27FC236}">
                    <a16:creationId xmlns:a16="http://schemas.microsoft.com/office/drawing/2014/main" id="{711C7474-ADED-7DA1-9374-FB6221422F5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49" name="tx9376">
                <a:extLst>
                  <a:ext uri="{FF2B5EF4-FFF2-40B4-BE49-F238E27FC236}">
                    <a16:creationId xmlns:a16="http://schemas.microsoft.com/office/drawing/2014/main" id="{8C5A8A5D-2C88-F0A4-877B-32CCFBCE204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50" name="tx9377">
                <a:extLst>
                  <a:ext uri="{FF2B5EF4-FFF2-40B4-BE49-F238E27FC236}">
                    <a16:creationId xmlns:a16="http://schemas.microsoft.com/office/drawing/2014/main" id="{445A0506-8097-B4CB-6A56-4FB35AB4747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51" name="tx9378">
                <a:extLst>
                  <a:ext uri="{FF2B5EF4-FFF2-40B4-BE49-F238E27FC236}">
                    <a16:creationId xmlns:a16="http://schemas.microsoft.com/office/drawing/2014/main" id="{F07F68E2-8B17-3531-40A5-D47AED6F9A4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52" name="tx9379">
                <a:extLst>
                  <a:ext uri="{FF2B5EF4-FFF2-40B4-BE49-F238E27FC236}">
                    <a16:creationId xmlns:a16="http://schemas.microsoft.com/office/drawing/2014/main" id="{E3454630-DA41-3CC4-F212-BD4185D0F7F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53" name="tx9380">
                <a:extLst>
                  <a:ext uri="{FF2B5EF4-FFF2-40B4-BE49-F238E27FC236}">
                    <a16:creationId xmlns:a16="http://schemas.microsoft.com/office/drawing/2014/main" id="{E3277F12-0530-4FB1-C852-F0C363950A5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54" name="tx9381">
                <a:extLst>
                  <a:ext uri="{FF2B5EF4-FFF2-40B4-BE49-F238E27FC236}">
                    <a16:creationId xmlns:a16="http://schemas.microsoft.com/office/drawing/2014/main" id="{22D1A075-D00B-8DE7-63A2-60A78106F9F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55" name="tx9382">
                <a:extLst>
                  <a:ext uri="{FF2B5EF4-FFF2-40B4-BE49-F238E27FC236}">
                    <a16:creationId xmlns:a16="http://schemas.microsoft.com/office/drawing/2014/main" id="{32A33750-39F3-2090-9F33-46EC326B22F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56" name="tx9383">
                <a:extLst>
                  <a:ext uri="{FF2B5EF4-FFF2-40B4-BE49-F238E27FC236}">
                    <a16:creationId xmlns:a16="http://schemas.microsoft.com/office/drawing/2014/main" id="{BFE09C44-9976-39E3-E814-79A3941CA25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57" name="tx9384">
                <a:extLst>
                  <a:ext uri="{FF2B5EF4-FFF2-40B4-BE49-F238E27FC236}">
                    <a16:creationId xmlns:a16="http://schemas.microsoft.com/office/drawing/2014/main" id="{FEAE20D8-C365-96C8-1CE6-EC97CC7F7E1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58" name="tx9385">
                <a:extLst>
                  <a:ext uri="{FF2B5EF4-FFF2-40B4-BE49-F238E27FC236}">
                    <a16:creationId xmlns:a16="http://schemas.microsoft.com/office/drawing/2014/main" id="{00DFAA14-2287-ED0E-AEEF-D6E0B6130E2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59" name="tx9386">
                <a:extLst>
                  <a:ext uri="{FF2B5EF4-FFF2-40B4-BE49-F238E27FC236}">
                    <a16:creationId xmlns:a16="http://schemas.microsoft.com/office/drawing/2014/main" id="{9DA0690A-1A81-6FC9-C5C8-82BE3A3DE08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60" name="tx9387">
                <a:extLst>
                  <a:ext uri="{FF2B5EF4-FFF2-40B4-BE49-F238E27FC236}">
                    <a16:creationId xmlns:a16="http://schemas.microsoft.com/office/drawing/2014/main" id="{A21AF282-39F5-30A6-12C1-E8D395637D6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61" name="tx9388">
                <a:extLst>
                  <a:ext uri="{FF2B5EF4-FFF2-40B4-BE49-F238E27FC236}">
                    <a16:creationId xmlns:a16="http://schemas.microsoft.com/office/drawing/2014/main" id="{6D8766DB-14C6-B324-E5FF-444963F1EAC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62" name="tx9389">
                <a:extLst>
                  <a:ext uri="{FF2B5EF4-FFF2-40B4-BE49-F238E27FC236}">
                    <a16:creationId xmlns:a16="http://schemas.microsoft.com/office/drawing/2014/main" id="{E3E3AA50-E212-5CBB-2828-ECF8EBFBC6A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63" name="tx9390">
                <a:extLst>
                  <a:ext uri="{FF2B5EF4-FFF2-40B4-BE49-F238E27FC236}">
                    <a16:creationId xmlns:a16="http://schemas.microsoft.com/office/drawing/2014/main" id="{123E1DCF-F13A-1B31-B200-41F671B3E9D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64" name="tx9391">
                <a:extLst>
                  <a:ext uri="{FF2B5EF4-FFF2-40B4-BE49-F238E27FC236}">
                    <a16:creationId xmlns:a16="http://schemas.microsoft.com/office/drawing/2014/main" id="{F4790578-C626-BAF5-E720-F7E3ED835CA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65" name="tx9392">
                <a:extLst>
                  <a:ext uri="{FF2B5EF4-FFF2-40B4-BE49-F238E27FC236}">
                    <a16:creationId xmlns:a16="http://schemas.microsoft.com/office/drawing/2014/main" id="{F0BDF649-C6F7-5017-4794-AE61CF9392C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66" name="tx9393">
                <a:extLst>
                  <a:ext uri="{FF2B5EF4-FFF2-40B4-BE49-F238E27FC236}">
                    <a16:creationId xmlns:a16="http://schemas.microsoft.com/office/drawing/2014/main" id="{D709B958-41CB-C1B3-2537-10363C88B34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67" name="tx9394">
                <a:extLst>
                  <a:ext uri="{FF2B5EF4-FFF2-40B4-BE49-F238E27FC236}">
                    <a16:creationId xmlns:a16="http://schemas.microsoft.com/office/drawing/2014/main" id="{D78FA4E6-BE4C-20A5-92D7-0D182A7E539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68" name="tx9395">
                <a:extLst>
                  <a:ext uri="{FF2B5EF4-FFF2-40B4-BE49-F238E27FC236}">
                    <a16:creationId xmlns:a16="http://schemas.microsoft.com/office/drawing/2014/main" id="{27D403D2-EC2B-A652-E70F-9CD1A48EB53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69" name="tx9396">
                <a:extLst>
                  <a:ext uri="{FF2B5EF4-FFF2-40B4-BE49-F238E27FC236}">
                    <a16:creationId xmlns:a16="http://schemas.microsoft.com/office/drawing/2014/main" id="{64D24192-CBFA-9072-D5BB-B91A3B27D67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70" name="tx9397">
                <a:extLst>
                  <a:ext uri="{FF2B5EF4-FFF2-40B4-BE49-F238E27FC236}">
                    <a16:creationId xmlns:a16="http://schemas.microsoft.com/office/drawing/2014/main" id="{7129B5A8-84B2-A5D5-00A8-74075E660CA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71" name="tx9398">
                <a:extLst>
                  <a:ext uri="{FF2B5EF4-FFF2-40B4-BE49-F238E27FC236}">
                    <a16:creationId xmlns:a16="http://schemas.microsoft.com/office/drawing/2014/main" id="{6A13618C-C3B6-F180-3869-D5CF44DF62D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72" name="tx9399">
                <a:extLst>
                  <a:ext uri="{FF2B5EF4-FFF2-40B4-BE49-F238E27FC236}">
                    <a16:creationId xmlns:a16="http://schemas.microsoft.com/office/drawing/2014/main" id="{08C23786-7987-1C9F-5CCF-FBDF2542AAD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73" name="tx9400">
                <a:extLst>
                  <a:ext uri="{FF2B5EF4-FFF2-40B4-BE49-F238E27FC236}">
                    <a16:creationId xmlns:a16="http://schemas.microsoft.com/office/drawing/2014/main" id="{252A7FD8-04FD-C011-48F4-1AC0289499B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74" name="tx9401">
                <a:extLst>
                  <a:ext uri="{FF2B5EF4-FFF2-40B4-BE49-F238E27FC236}">
                    <a16:creationId xmlns:a16="http://schemas.microsoft.com/office/drawing/2014/main" id="{86BA7747-6C7E-E89E-CA82-397320A9031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75" name="tx9402">
                <a:extLst>
                  <a:ext uri="{FF2B5EF4-FFF2-40B4-BE49-F238E27FC236}">
                    <a16:creationId xmlns:a16="http://schemas.microsoft.com/office/drawing/2014/main" id="{B4F078E6-8A4F-BB03-5B1C-30093261270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76" name="tx9403">
                <a:extLst>
                  <a:ext uri="{FF2B5EF4-FFF2-40B4-BE49-F238E27FC236}">
                    <a16:creationId xmlns:a16="http://schemas.microsoft.com/office/drawing/2014/main" id="{EDCE53B7-5799-8D26-35B9-C15B4763D6D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77" name="tx9404">
                <a:extLst>
                  <a:ext uri="{FF2B5EF4-FFF2-40B4-BE49-F238E27FC236}">
                    <a16:creationId xmlns:a16="http://schemas.microsoft.com/office/drawing/2014/main" id="{DFD53383-4522-DA55-2884-3DFA8AD3347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78" name="tx9405">
                <a:extLst>
                  <a:ext uri="{FF2B5EF4-FFF2-40B4-BE49-F238E27FC236}">
                    <a16:creationId xmlns:a16="http://schemas.microsoft.com/office/drawing/2014/main" id="{4EE859B6-BACF-A7D9-64A0-8903BAC13EC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79" name="tx9406">
                <a:extLst>
                  <a:ext uri="{FF2B5EF4-FFF2-40B4-BE49-F238E27FC236}">
                    <a16:creationId xmlns:a16="http://schemas.microsoft.com/office/drawing/2014/main" id="{B56BE81E-16B1-4E6F-5E44-82B57F108CA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80" name="tx9407">
                <a:extLst>
                  <a:ext uri="{FF2B5EF4-FFF2-40B4-BE49-F238E27FC236}">
                    <a16:creationId xmlns:a16="http://schemas.microsoft.com/office/drawing/2014/main" id="{6E3BC473-2707-1F12-B53D-C06A43983B6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81" name="tx9408">
                <a:extLst>
                  <a:ext uri="{FF2B5EF4-FFF2-40B4-BE49-F238E27FC236}">
                    <a16:creationId xmlns:a16="http://schemas.microsoft.com/office/drawing/2014/main" id="{2110DE94-D9CB-8978-C195-02074C3A219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82" name="tx9409">
                <a:extLst>
                  <a:ext uri="{FF2B5EF4-FFF2-40B4-BE49-F238E27FC236}">
                    <a16:creationId xmlns:a16="http://schemas.microsoft.com/office/drawing/2014/main" id="{C6117482-8C37-C292-A515-459682C11F6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83" name="tx9410">
                <a:extLst>
                  <a:ext uri="{FF2B5EF4-FFF2-40B4-BE49-F238E27FC236}">
                    <a16:creationId xmlns:a16="http://schemas.microsoft.com/office/drawing/2014/main" id="{AD2E6D9C-1C9B-D611-5CB2-3A7216EBA23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84" name="tx9411">
                <a:extLst>
                  <a:ext uri="{FF2B5EF4-FFF2-40B4-BE49-F238E27FC236}">
                    <a16:creationId xmlns:a16="http://schemas.microsoft.com/office/drawing/2014/main" id="{3D4909D0-0D43-7530-7FBF-9252F90F9B9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85" name="tx9412">
                <a:extLst>
                  <a:ext uri="{FF2B5EF4-FFF2-40B4-BE49-F238E27FC236}">
                    <a16:creationId xmlns:a16="http://schemas.microsoft.com/office/drawing/2014/main" id="{FF2B33A8-8274-9515-9066-5F9B86EB242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86" name="tx9413">
                <a:extLst>
                  <a:ext uri="{FF2B5EF4-FFF2-40B4-BE49-F238E27FC236}">
                    <a16:creationId xmlns:a16="http://schemas.microsoft.com/office/drawing/2014/main" id="{388118EA-830D-9936-79E1-F843F9687CE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87" name="tx9414">
                <a:extLst>
                  <a:ext uri="{FF2B5EF4-FFF2-40B4-BE49-F238E27FC236}">
                    <a16:creationId xmlns:a16="http://schemas.microsoft.com/office/drawing/2014/main" id="{598F0614-2AC6-15AF-C46A-C3F7D922EF8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88" name="tx9415">
                <a:extLst>
                  <a:ext uri="{FF2B5EF4-FFF2-40B4-BE49-F238E27FC236}">
                    <a16:creationId xmlns:a16="http://schemas.microsoft.com/office/drawing/2014/main" id="{0FD6F3D2-D2E7-48BB-18E7-F196001F87D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89" name="tx9416">
                <a:extLst>
                  <a:ext uri="{FF2B5EF4-FFF2-40B4-BE49-F238E27FC236}">
                    <a16:creationId xmlns:a16="http://schemas.microsoft.com/office/drawing/2014/main" id="{6FC5C513-6BA5-32E2-2CB8-D47C6FF8903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90" name="tx9417">
                <a:extLst>
                  <a:ext uri="{FF2B5EF4-FFF2-40B4-BE49-F238E27FC236}">
                    <a16:creationId xmlns:a16="http://schemas.microsoft.com/office/drawing/2014/main" id="{36CB0B39-8541-6A24-8038-3FC429456F6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91" name="tx9418">
                <a:extLst>
                  <a:ext uri="{FF2B5EF4-FFF2-40B4-BE49-F238E27FC236}">
                    <a16:creationId xmlns:a16="http://schemas.microsoft.com/office/drawing/2014/main" id="{A45E5A80-5C67-D35B-D9DE-6E9C6613234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92" name="tx9419">
                <a:extLst>
                  <a:ext uri="{FF2B5EF4-FFF2-40B4-BE49-F238E27FC236}">
                    <a16:creationId xmlns:a16="http://schemas.microsoft.com/office/drawing/2014/main" id="{3CBA3018-A6CA-68CF-82B9-60B3D844F28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93" name="tx9420">
                <a:extLst>
                  <a:ext uri="{FF2B5EF4-FFF2-40B4-BE49-F238E27FC236}">
                    <a16:creationId xmlns:a16="http://schemas.microsoft.com/office/drawing/2014/main" id="{9859D221-E0D2-104D-D7C0-0F5B2FA43E2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94" name="tx9421">
                <a:extLst>
                  <a:ext uri="{FF2B5EF4-FFF2-40B4-BE49-F238E27FC236}">
                    <a16:creationId xmlns:a16="http://schemas.microsoft.com/office/drawing/2014/main" id="{3AD2BC83-BA03-4CC6-31BC-D040FC9FA1C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95" name="tx9422">
                <a:extLst>
                  <a:ext uri="{FF2B5EF4-FFF2-40B4-BE49-F238E27FC236}">
                    <a16:creationId xmlns:a16="http://schemas.microsoft.com/office/drawing/2014/main" id="{378F8464-FC46-F085-8D9C-A48BD4D0A0C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96" name="tx9423">
                <a:extLst>
                  <a:ext uri="{FF2B5EF4-FFF2-40B4-BE49-F238E27FC236}">
                    <a16:creationId xmlns:a16="http://schemas.microsoft.com/office/drawing/2014/main" id="{5DC0502E-6F96-3C05-3C90-043A3DD572C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97" name="tx9424">
                <a:extLst>
                  <a:ext uri="{FF2B5EF4-FFF2-40B4-BE49-F238E27FC236}">
                    <a16:creationId xmlns:a16="http://schemas.microsoft.com/office/drawing/2014/main" id="{F161C7FE-2D55-F6EE-8C9E-8D325C8EB7D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798" name="tx9425">
                <a:extLst>
                  <a:ext uri="{FF2B5EF4-FFF2-40B4-BE49-F238E27FC236}">
                    <a16:creationId xmlns:a16="http://schemas.microsoft.com/office/drawing/2014/main" id="{0D787823-72C2-7529-EAD9-7B186ADE16A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799" name="tx9426">
                <a:extLst>
                  <a:ext uri="{FF2B5EF4-FFF2-40B4-BE49-F238E27FC236}">
                    <a16:creationId xmlns:a16="http://schemas.microsoft.com/office/drawing/2014/main" id="{FBF6CAB2-7101-A513-CCB7-5ACE787C2D0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00" name="tx9427">
                <a:extLst>
                  <a:ext uri="{FF2B5EF4-FFF2-40B4-BE49-F238E27FC236}">
                    <a16:creationId xmlns:a16="http://schemas.microsoft.com/office/drawing/2014/main" id="{01245693-761F-AB3B-DA42-CA9836FC3BA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01" name="tx9428">
                <a:extLst>
                  <a:ext uri="{FF2B5EF4-FFF2-40B4-BE49-F238E27FC236}">
                    <a16:creationId xmlns:a16="http://schemas.microsoft.com/office/drawing/2014/main" id="{0172ACFC-AD57-7F68-041A-E9C5BBC2725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02" name="tx9429">
                <a:extLst>
                  <a:ext uri="{FF2B5EF4-FFF2-40B4-BE49-F238E27FC236}">
                    <a16:creationId xmlns:a16="http://schemas.microsoft.com/office/drawing/2014/main" id="{2A2ACA0C-DA6C-9735-1298-EACCF0C52FA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03" name="tx9430">
                <a:extLst>
                  <a:ext uri="{FF2B5EF4-FFF2-40B4-BE49-F238E27FC236}">
                    <a16:creationId xmlns:a16="http://schemas.microsoft.com/office/drawing/2014/main" id="{59951B9F-FE96-890F-7C43-753F17BD83C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04" name="tx9431">
                <a:extLst>
                  <a:ext uri="{FF2B5EF4-FFF2-40B4-BE49-F238E27FC236}">
                    <a16:creationId xmlns:a16="http://schemas.microsoft.com/office/drawing/2014/main" id="{C94F44CE-D2BD-B783-B4AD-C621A6711AC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05" name="tx9432">
                <a:extLst>
                  <a:ext uri="{FF2B5EF4-FFF2-40B4-BE49-F238E27FC236}">
                    <a16:creationId xmlns:a16="http://schemas.microsoft.com/office/drawing/2014/main" id="{44887652-71D4-3962-22F3-A0CBEC040E4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06" name="tx9433">
                <a:extLst>
                  <a:ext uri="{FF2B5EF4-FFF2-40B4-BE49-F238E27FC236}">
                    <a16:creationId xmlns:a16="http://schemas.microsoft.com/office/drawing/2014/main" id="{7A317BB0-1023-EEE6-5A4A-EA92150D5EB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07" name="tx9434">
                <a:extLst>
                  <a:ext uri="{FF2B5EF4-FFF2-40B4-BE49-F238E27FC236}">
                    <a16:creationId xmlns:a16="http://schemas.microsoft.com/office/drawing/2014/main" id="{3FAA4F00-4102-E96D-6D31-206A52A0445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08" name="tx9435">
                <a:extLst>
                  <a:ext uri="{FF2B5EF4-FFF2-40B4-BE49-F238E27FC236}">
                    <a16:creationId xmlns:a16="http://schemas.microsoft.com/office/drawing/2014/main" id="{B2C99947-A109-84CF-D6BC-7545E84BF94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09" name="tx9436">
                <a:extLst>
                  <a:ext uri="{FF2B5EF4-FFF2-40B4-BE49-F238E27FC236}">
                    <a16:creationId xmlns:a16="http://schemas.microsoft.com/office/drawing/2014/main" id="{62AD196D-E7A0-2591-01B3-31489601927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10" name="tx9437">
                <a:extLst>
                  <a:ext uri="{FF2B5EF4-FFF2-40B4-BE49-F238E27FC236}">
                    <a16:creationId xmlns:a16="http://schemas.microsoft.com/office/drawing/2014/main" id="{A96EA419-3622-8CFA-88C0-664DA0F317B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11" name="tx9438">
                <a:extLst>
                  <a:ext uri="{FF2B5EF4-FFF2-40B4-BE49-F238E27FC236}">
                    <a16:creationId xmlns:a16="http://schemas.microsoft.com/office/drawing/2014/main" id="{B23E1BFE-1CB3-9DF5-3E2A-E16782DAE14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12" name="tx9439">
                <a:extLst>
                  <a:ext uri="{FF2B5EF4-FFF2-40B4-BE49-F238E27FC236}">
                    <a16:creationId xmlns:a16="http://schemas.microsoft.com/office/drawing/2014/main" id="{132C52A6-02D3-E42F-0845-1345418B461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13" name="tx9440">
                <a:extLst>
                  <a:ext uri="{FF2B5EF4-FFF2-40B4-BE49-F238E27FC236}">
                    <a16:creationId xmlns:a16="http://schemas.microsoft.com/office/drawing/2014/main" id="{A95AA6FC-BAC2-275F-3B38-32BBA6815CA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14" name="tx9441">
                <a:extLst>
                  <a:ext uri="{FF2B5EF4-FFF2-40B4-BE49-F238E27FC236}">
                    <a16:creationId xmlns:a16="http://schemas.microsoft.com/office/drawing/2014/main" id="{50E0D562-40B9-5628-ED29-65FBAC50561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15" name="tx9442">
                <a:extLst>
                  <a:ext uri="{FF2B5EF4-FFF2-40B4-BE49-F238E27FC236}">
                    <a16:creationId xmlns:a16="http://schemas.microsoft.com/office/drawing/2014/main" id="{A8A4D978-1F0B-516A-4D23-7C19E37E5C5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16" name="tx9443">
                <a:extLst>
                  <a:ext uri="{FF2B5EF4-FFF2-40B4-BE49-F238E27FC236}">
                    <a16:creationId xmlns:a16="http://schemas.microsoft.com/office/drawing/2014/main" id="{C697F55E-83CB-7538-649A-7A08C4994CA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17" name="tx9444">
                <a:extLst>
                  <a:ext uri="{FF2B5EF4-FFF2-40B4-BE49-F238E27FC236}">
                    <a16:creationId xmlns:a16="http://schemas.microsoft.com/office/drawing/2014/main" id="{2B03A0C6-3696-524C-A298-747A2A7B922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18" name="tx9445">
                <a:extLst>
                  <a:ext uri="{FF2B5EF4-FFF2-40B4-BE49-F238E27FC236}">
                    <a16:creationId xmlns:a16="http://schemas.microsoft.com/office/drawing/2014/main" id="{AA86138C-F95B-687B-99BD-D0765A61FF0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19" name="tx9446">
                <a:extLst>
                  <a:ext uri="{FF2B5EF4-FFF2-40B4-BE49-F238E27FC236}">
                    <a16:creationId xmlns:a16="http://schemas.microsoft.com/office/drawing/2014/main" id="{B76C0688-BA94-A894-0D9A-FA891D32702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20" name="tx9447">
                <a:extLst>
                  <a:ext uri="{FF2B5EF4-FFF2-40B4-BE49-F238E27FC236}">
                    <a16:creationId xmlns:a16="http://schemas.microsoft.com/office/drawing/2014/main" id="{935B3780-8423-184F-1FA3-07A9453DE57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21" name="tx9448">
                <a:extLst>
                  <a:ext uri="{FF2B5EF4-FFF2-40B4-BE49-F238E27FC236}">
                    <a16:creationId xmlns:a16="http://schemas.microsoft.com/office/drawing/2014/main" id="{F14167E0-F128-1DA1-C4A7-C4D4E3BAB7E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22" name="tx9449">
                <a:extLst>
                  <a:ext uri="{FF2B5EF4-FFF2-40B4-BE49-F238E27FC236}">
                    <a16:creationId xmlns:a16="http://schemas.microsoft.com/office/drawing/2014/main" id="{46B5D14F-4013-FFF9-2FB4-24C1D34D3F6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23" name="tx9450">
                <a:extLst>
                  <a:ext uri="{FF2B5EF4-FFF2-40B4-BE49-F238E27FC236}">
                    <a16:creationId xmlns:a16="http://schemas.microsoft.com/office/drawing/2014/main" id="{8906651C-E050-E1BC-88E0-0A11FA36DB0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24" name="tx9451">
                <a:extLst>
                  <a:ext uri="{FF2B5EF4-FFF2-40B4-BE49-F238E27FC236}">
                    <a16:creationId xmlns:a16="http://schemas.microsoft.com/office/drawing/2014/main" id="{6E8841A4-D247-D8E1-C7EC-E64C8F2E359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25" name="tx9452">
                <a:extLst>
                  <a:ext uri="{FF2B5EF4-FFF2-40B4-BE49-F238E27FC236}">
                    <a16:creationId xmlns:a16="http://schemas.microsoft.com/office/drawing/2014/main" id="{12E5785D-B1A3-50F6-2A5C-8923E6F0155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26" name="tx9453">
                <a:extLst>
                  <a:ext uri="{FF2B5EF4-FFF2-40B4-BE49-F238E27FC236}">
                    <a16:creationId xmlns:a16="http://schemas.microsoft.com/office/drawing/2014/main" id="{184F675B-CE9F-17DE-CCDC-1B6BF170B66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27" name="tx9454">
                <a:extLst>
                  <a:ext uri="{FF2B5EF4-FFF2-40B4-BE49-F238E27FC236}">
                    <a16:creationId xmlns:a16="http://schemas.microsoft.com/office/drawing/2014/main" id="{2DBE20A9-4B06-C4EF-253A-DDB9AE88ECA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28" name="tx9455">
                <a:extLst>
                  <a:ext uri="{FF2B5EF4-FFF2-40B4-BE49-F238E27FC236}">
                    <a16:creationId xmlns:a16="http://schemas.microsoft.com/office/drawing/2014/main" id="{FED01FC8-80F6-9937-1B4C-E7380513309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29" name="tx9456">
                <a:extLst>
                  <a:ext uri="{FF2B5EF4-FFF2-40B4-BE49-F238E27FC236}">
                    <a16:creationId xmlns:a16="http://schemas.microsoft.com/office/drawing/2014/main" id="{710456FA-9A97-CDAC-C616-67F1260EFAE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30" name="tx9457">
                <a:extLst>
                  <a:ext uri="{FF2B5EF4-FFF2-40B4-BE49-F238E27FC236}">
                    <a16:creationId xmlns:a16="http://schemas.microsoft.com/office/drawing/2014/main" id="{E3B228B1-6F3E-7300-F9EB-7A40F0E6795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31" name="tx9458">
                <a:extLst>
                  <a:ext uri="{FF2B5EF4-FFF2-40B4-BE49-F238E27FC236}">
                    <a16:creationId xmlns:a16="http://schemas.microsoft.com/office/drawing/2014/main" id="{80229A47-DCDC-8E79-81D3-6017A522C0F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32" name="tx9459">
                <a:extLst>
                  <a:ext uri="{FF2B5EF4-FFF2-40B4-BE49-F238E27FC236}">
                    <a16:creationId xmlns:a16="http://schemas.microsoft.com/office/drawing/2014/main" id="{28871958-238D-B39B-1E9E-AA2E7DDB2E6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33" name="tx9460">
                <a:extLst>
                  <a:ext uri="{FF2B5EF4-FFF2-40B4-BE49-F238E27FC236}">
                    <a16:creationId xmlns:a16="http://schemas.microsoft.com/office/drawing/2014/main" id="{F128C08D-97DB-2DB5-62D7-F810A46803D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34" name="tx9461">
                <a:extLst>
                  <a:ext uri="{FF2B5EF4-FFF2-40B4-BE49-F238E27FC236}">
                    <a16:creationId xmlns:a16="http://schemas.microsoft.com/office/drawing/2014/main" id="{99010464-3F10-34F6-429E-BD02F2E67B1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35" name="tx9462">
                <a:extLst>
                  <a:ext uri="{FF2B5EF4-FFF2-40B4-BE49-F238E27FC236}">
                    <a16:creationId xmlns:a16="http://schemas.microsoft.com/office/drawing/2014/main" id="{9188A10D-585F-02F0-7660-B83A541B555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36" name="tx9463">
                <a:extLst>
                  <a:ext uri="{FF2B5EF4-FFF2-40B4-BE49-F238E27FC236}">
                    <a16:creationId xmlns:a16="http://schemas.microsoft.com/office/drawing/2014/main" id="{99CB0C27-338E-05D4-365D-BC491EFAD54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37" name="tx9464">
                <a:extLst>
                  <a:ext uri="{FF2B5EF4-FFF2-40B4-BE49-F238E27FC236}">
                    <a16:creationId xmlns:a16="http://schemas.microsoft.com/office/drawing/2014/main" id="{234852FB-53E5-0B91-9EC7-EE0700F39EA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38" name="tx9465">
                <a:extLst>
                  <a:ext uri="{FF2B5EF4-FFF2-40B4-BE49-F238E27FC236}">
                    <a16:creationId xmlns:a16="http://schemas.microsoft.com/office/drawing/2014/main" id="{BC64D4EF-54DE-2901-BF7E-05810629D61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39" name="tx9466">
                <a:extLst>
                  <a:ext uri="{FF2B5EF4-FFF2-40B4-BE49-F238E27FC236}">
                    <a16:creationId xmlns:a16="http://schemas.microsoft.com/office/drawing/2014/main" id="{00365567-3071-9B19-88DA-A7DB2773745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40" name="tx9467">
                <a:extLst>
                  <a:ext uri="{FF2B5EF4-FFF2-40B4-BE49-F238E27FC236}">
                    <a16:creationId xmlns:a16="http://schemas.microsoft.com/office/drawing/2014/main" id="{F56FFCFF-5B61-D8FE-8C2A-5A727512B44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41" name="tx9468">
                <a:extLst>
                  <a:ext uri="{FF2B5EF4-FFF2-40B4-BE49-F238E27FC236}">
                    <a16:creationId xmlns:a16="http://schemas.microsoft.com/office/drawing/2014/main" id="{8685DFB4-58A2-3783-1BA1-BF8A79CBC24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42" name="tx9469">
                <a:extLst>
                  <a:ext uri="{FF2B5EF4-FFF2-40B4-BE49-F238E27FC236}">
                    <a16:creationId xmlns:a16="http://schemas.microsoft.com/office/drawing/2014/main" id="{CE9ADA32-CCA5-7959-DC24-F057AA8CFC5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43" name="tx9470">
                <a:extLst>
                  <a:ext uri="{FF2B5EF4-FFF2-40B4-BE49-F238E27FC236}">
                    <a16:creationId xmlns:a16="http://schemas.microsoft.com/office/drawing/2014/main" id="{2CF0661C-3B15-AB75-2A01-ABCE5F9D369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44" name="tx9471">
                <a:extLst>
                  <a:ext uri="{FF2B5EF4-FFF2-40B4-BE49-F238E27FC236}">
                    <a16:creationId xmlns:a16="http://schemas.microsoft.com/office/drawing/2014/main" id="{D1792134-8003-EC72-0B35-B5700EE131F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45" name="tx9472">
                <a:extLst>
                  <a:ext uri="{FF2B5EF4-FFF2-40B4-BE49-F238E27FC236}">
                    <a16:creationId xmlns:a16="http://schemas.microsoft.com/office/drawing/2014/main" id="{0F16EAB5-501B-A182-5E27-631528BF3A9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46" name="tx9473">
                <a:extLst>
                  <a:ext uri="{FF2B5EF4-FFF2-40B4-BE49-F238E27FC236}">
                    <a16:creationId xmlns:a16="http://schemas.microsoft.com/office/drawing/2014/main" id="{183CC763-9A2F-A573-183D-6761B7845B3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47" name="tx9474">
                <a:extLst>
                  <a:ext uri="{FF2B5EF4-FFF2-40B4-BE49-F238E27FC236}">
                    <a16:creationId xmlns:a16="http://schemas.microsoft.com/office/drawing/2014/main" id="{C4077E1B-8402-4F79-1D52-F910FAB38B3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48" name="tx9475">
                <a:extLst>
                  <a:ext uri="{FF2B5EF4-FFF2-40B4-BE49-F238E27FC236}">
                    <a16:creationId xmlns:a16="http://schemas.microsoft.com/office/drawing/2014/main" id="{2C5D08FC-E664-1139-9C45-43996BDA26A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49" name="tx9476">
                <a:extLst>
                  <a:ext uri="{FF2B5EF4-FFF2-40B4-BE49-F238E27FC236}">
                    <a16:creationId xmlns:a16="http://schemas.microsoft.com/office/drawing/2014/main" id="{82CB2668-6596-A309-AECB-946D7EED4E7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50" name="tx9477">
                <a:extLst>
                  <a:ext uri="{FF2B5EF4-FFF2-40B4-BE49-F238E27FC236}">
                    <a16:creationId xmlns:a16="http://schemas.microsoft.com/office/drawing/2014/main" id="{BA9BFD6A-1573-91A8-14E5-4A8AE0DE5A4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51" name="tx9478">
                <a:extLst>
                  <a:ext uri="{FF2B5EF4-FFF2-40B4-BE49-F238E27FC236}">
                    <a16:creationId xmlns:a16="http://schemas.microsoft.com/office/drawing/2014/main" id="{5E58E529-8330-AB89-FA8C-AA633A2C6B9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52" name="tx9479">
                <a:extLst>
                  <a:ext uri="{FF2B5EF4-FFF2-40B4-BE49-F238E27FC236}">
                    <a16:creationId xmlns:a16="http://schemas.microsoft.com/office/drawing/2014/main" id="{48B3824D-3B91-94D5-EB34-4593AF2E744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53" name="tx9480">
                <a:extLst>
                  <a:ext uri="{FF2B5EF4-FFF2-40B4-BE49-F238E27FC236}">
                    <a16:creationId xmlns:a16="http://schemas.microsoft.com/office/drawing/2014/main" id="{E4EE1C7C-1032-BC98-2A74-21E1243FA24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54" name="tx9481">
                <a:extLst>
                  <a:ext uri="{FF2B5EF4-FFF2-40B4-BE49-F238E27FC236}">
                    <a16:creationId xmlns:a16="http://schemas.microsoft.com/office/drawing/2014/main" id="{19232177-65E6-6CF8-ECAC-B03179D836C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55" name="tx9482">
                <a:extLst>
                  <a:ext uri="{FF2B5EF4-FFF2-40B4-BE49-F238E27FC236}">
                    <a16:creationId xmlns:a16="http://schemas.microsoft.com/office/drawing/2014/main" id="{1B8AED2B-9956-EE75-C908-E4F16469AF6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56" name="tx9483">
                <a:extLst>
                  <a:ext uri="{FF2B5EF4-FFF2-40B4-BE49-F238E27FC236}">
                    <a16:creationId xmlns:a16="http://schemas.microsoft.com/office/drawing/2014/main" id="{2005EBFD-7192-5CB2-FFBA-5750E939B96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57" name="tx9484">
                <a:extLst>
                  <a:ext uri="{FF2B5EF4-FFF2-40B4-BE49-F238E27FC236}">
                    <a16:creationId xmlns:a16="http://schemas.microsoft.com/office/drawing/2014/main" id="{790D8B0B-F2AB-88EC-B44A-DAAB1C85983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58" name="tx9485">
                <a:extLst>
                  <a:ext uri="{FF2B5EF4-FFF2-40B4-BE49-F238E27FC236}">
                    <a16:creationId xmlns:a16="http://schemas.microsoft.com/office/drawing/2014/main" id="{5352A9FF-DD39-23BC-6FE4-FD33ABC1C48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59" name="tx9486">
                <a:extLst>
                  <a:ext uri="{FF2B5EF4-FFF2-40B4-BE49-F238E27FC236}">
                    <a16:creationId xmlns:a16="http://schemas.microsoft.com/office/drawing/2014/main" id="{FB0954DB-2862-A5E0-DB3D-E9765A32D99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60" name="tx9487">
                <a:extLst>
                  <a:ext uri="{FF2B5EF4-FFF2-40B4-BE49-F238E27FC236}">
                    <a16:creationId xmlns:a16="http://schemas.microsoft.com/office/drawing/2014/main" id="{EEFBA52C-BE1F-370F-8C33-8B9C085AA65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61" name="tx9488">
                <a:extLst>
                  <a:ext uri="{FF2B5EF4-FFF2-40B4-BE49-F238E27FC236}">
                    <a16:creationId xmlns:a16="http://schemas.microsoft.com/office/drawing/2014/main" id="{4CD72F02-01C4-5F79-EFC6-0D33FF099A0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62" name="tx9489">
                <a:extLst>
                  <a:ext uri="{FF2B5EF4-FFF2-40B4-BE49-F238E27FC236}">
                    <a16:creationId xmlns:a16="http://schemas.microsoft.com/office/drawing/2014/main" id="{D545D46A-53C1-F8F3-392F-C5867E6BBFE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63" name="tx9490">
                <a:extLst>
                  <a:ext uri="{FF2B5EF4-FFF2-40B4-BE49-F238E27FC236}">
                    <a16:creationId xmlns:a16="http://schemas.microsoft.com/office/drawing/2014/main" id="{574EFC85-69F7-A34A-DD39-A32A5AEABEE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64" name="tx9491">
                <a:extLst>
                  <a:ext uri="{FF2B5EF4-FFF2-40B4-BE49-F238E27FC236}">
                    <a16:creationId xmlns:a16="http://schemas.microsoft.com/office/drawing/2014/main" id="{6B49C301-E190-DD96-4383-6CE3376ABE5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65" name="tx9492">
                <a:extLst>
                  <a:ext uri="{FF2B5EF4-FFF2-40B4-BE49-F238E27FC236}">
                    <a16:creationId xmlns:a16="http://schemas.microsoft.com/office/drawing/2014/main" id="{00BD2CF0-76C5-EB3E-1204-63EFF4BEB58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66" name="tx9493">
                <a:extLst>
                  <a:ext uri="{FF2B5EF4-FFF2-40B4-BE49-F238E27FC236}">
                    <a16:creationId xmlns:a16="http://schemas.microsoft.com/office/drawing/2014/main" id="{058AB550-4878-9668-D3FB-CD8880F942D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67" name="tx9494">
                <a:extLst>
                  <a:ext uri="{FF2B5EF4-FFF2-40B4-BE49-F238E27FC236}">
                    <a16:creationId xmlns:a16="http://schemas.microsoft.com/office/drawing/2014/main" id="{DE288A7D-A7AC-8A73-28FE-6E340DDE7D9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68" name="tx9495">
                <a:extLst>
                  <a:ext uri="{FF2B5EF4-FFF2-40B4-BE49-F238E27FC236}">
                    <a16:creationId xmlns:a16="http://schemas.microsoft.com/office/drawing/2014/main" id="{4D0CF720-F0A9-E9EC-A47A-9A8607A9ED6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69" name="tx9496">
                <a:extLst>
                  <a:ext uri="{FF2B5EF4-FFF2-40B4-BE49-F238E27FC236}">
                    <a16:creationId xmlns:a16="http://schemas.microsoft.com/office/drawing/2014/main" id="{1F8F1FA7-2AFA-BD6D-120E-E2911B0C237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70" name="tx9497">
                <a:extLst>
                  <a:ext uri="{FF2B5EF4-FFF2-40B4-BE49-F238E27FC236}">
                    <a16:creationId xmlns:a16="http://schemas.microsoft.com/office/drawing/2014/main" id="{F26DC552-49A9-67F8-2D37-EC9BA5FD7BF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71" name="tx9498">
                <a:extLst>
                  <a:ext uri="{FF2B5EF4-FFF2-40B4-BE49-F238E27FC236}">
                    <a16:creationId xmlns:a16="http://schemas.microsoft.com/office/drawing/2014/main" id="{0141B29D-0F02-B694-722E-36D77FAC871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72" name="tx9499">
                <a:extLst>
                  <a:ext uri="{FF2B5EF4-FFF2-40B4-BE49-F238E27FC236}">
                    <a16:creationId xmlns:a16="http://schemas.microsoft.com/office/drawing/2014/main" id="{0293BB09-E5F8-4EA5-CA05-2EC11C8C795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73" name="tx9500">
                <a:extLst>
                  <a:ext uri="{FF2B5EF4-FFF2-40B4-BE49-F238E27FC236}">
                    <a16:creationId xmlns:a16="http://schemas.microsoft.com/office/drawing/2014/main" id="{D9361F33-6212-98DD-4475-FCBD6FA7823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74" name="tx9501">
                <a:extLst>
                  <a:ext uri="{FF2B5EF4-FFF2-40B4-BE49-F238E27FC236}">
                    <a16:creationId xmlns:a16="http://schemas.microsoft.com/office/drawing/2014/main" id="{71952900-61FE-0D9B-9048-784C97E139F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75" name="tx9502">
                <a:extLst>
                  <a:ext uri="{FF2B5EF4-FFF2-40B4-BE49-F238E27FC236}">
                    <a16:creationId xmlns:a16="http://schemas.microsoft.com/office/drawing/2014/main" id="{EFACD15E-E5BA-F089-7267-BD49814C621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76" name="tx9503">
                <a:extLst>
                  <a:ext uri="{FF2B5EF4-FFF2-40B4-BE49-F238E27FC236}">
                    <a16:creationId xmlns:a16="http://schemas.microsoft.com/office/drawing/2014/main" id="{28159457-7693-E399-FFBA-F3508D95854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77" name="tx9504">
                <a:extLst>
                  <a:ext uri="{FF2B5EF4-FFF2-40B4-BE49-F238E27FC236}">
                    <a16:creationId xmlns:a16="http://schemas.microsoft.com/office/drawing/2014/main" id="{45C93493-50C8-7BA5-83BB-5557F07E96C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78" name="tx9505">
                <a:extLst>
                  <a:ext uri="{FF2B5EF4-FFF2-40B4-BE49-F238E27FC236}">
                    <a16:creationId xmlns:a16="http://schemas.microsoft.com/office/drawing/2014/main" id="{DD30B195-C5F7-B1B7-2C99-2D0BD809671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79" name="tx9506">
                <a:extLst>
                  <a:ext uri="{FF2B5EF4-FFF2-40B4-BE49-F238E27FC236}">
                    <a16:creationId xmlns:a16="http://schemas.microsoft.com/office/drawing/2014/main" id="{B29D2519-A04D-BAE6-C519-B32BE0D9522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80" name="tx9507">
                <a:extLst>
                  <a:ext uri="{FF2B5EF4-FFF2-40B4-BE49-F238E27FC236}">
                    <a16:creationId xmlns:a16="http://schemas.microsoft.com/office/drawing/2014/main" id="{6B1DEDC0-BECC-5B89-9313-598184A752E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81" name="tx9508">
                <a:extLst>
                  <a:ext uri="{FF2B5EF4-FFF2-40B4-BE49-F238E27FC236}">
                    <a16:creationId xmlns:a16="http://schemas.microsoft.com/office/drawing/2014/main" id="{F625FCA4-75CE-3413-384F-FF42A37A3A1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82" name="tx9509">
                <a:extLst>
                  <a:ext uri="{FF2B5EF4-FFF2-40B4-BE49-F238E27FC236}">
                    <a16:creationId xmlns:a16="http://schemas.microsoft.com/office/drawing/2014/main" id="{97498C64-0B2E-13E1-71C3-F509FAFDC82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83" name="tx9510">
                <a:extLst>
                  <a:ext uri="{FF2B5EF4-FFF2-40B4-BE49-F238E27FC236}">
                    <a16:creationId xmlns:a16="http://schemas.microsoft.com/office/drawing/2014/main" id="{0357AE3E-F1D9-961D-B350-244505A2C31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84" name="tx9511">
                <a:extLst>
                  <a:ext uri="{FF2B5EF4-FFF2-40B4-BE49-F238E27FC236}">
                    <a16:creationId xmlns:a16="http://schemas.microsoft.com/office/drawing/2014/main" id="{594FF079-15FB-3058-AEDF-023D744D064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85" name="tx9512">
                <a:extLst>
                  <a:ext uri="{FF2B5EF4-FFF2-40B4-BE49-F238E27FC236}">
                    <a16:creationId xmlns:a16="http://schemas.microsoft.com/office/drawing/2014/main" id="{EF31D403-4EAB-6D5F-EBB5-FE591483322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86" name="tx9513">
                <a:extLst>
                  <a:ext uri="{FF2B5EF4-FFF2-40B4-BE49-F238E27FC236}">
                    <a16:creationId xmlns:a16="http://schemas.microsoft.com/office/drawing/2014/main" id="{38D35483-9985-A8CE-A7D8-B23F931BA0F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87" name="tx9514">
                <a:extLst>
                  <a:ext uri="{FF2B5EF4-FFF2-40B4-BE49-F238E27FC236}">
                    <a16:creationId xmlns:a16="http://schemas.microsoft.com/office/drawing/2014/main" id="{408F2FEE-E99B-1F78-B5E8-EFFF146DDD7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88" name="tx9515">
                <a:extLst>
                  <a:ext uri="{FF2B5EF4-FFF2-40B4-BE49-F238E27FC236}">
                    <a16:creationId xmlns:a16="http://schemas.microsoft.com/office/drawing/2014/main" id="{B83CF956-2A4C-767E-8E85-E95B2F335A1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89" name="tx9516">
                <a:extLst>
                  <a:ext uri="{FF2B5EF4-FFF2-40B4-BE49-F238E27FC236}">
                    <a16:creationId xmlns:a16="http://schemas.microsoft.com/office/drawing/2014/main" id="{A0A491B6-F3C4-FCA9-E2C8-2CE4517369D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90" name="tx9517">
                <a:extLst>
                  <a:ext uri="{FF2B5EF4-FFF2-40B4-BE49-F238E27FC236}">
                    <a16:creationId xmlns:a16="http://schemas.microsoft.com/office/drawing/2014/main" id="{4762C289-6795-D4E3-916A-CA73FC8CAA6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91" name="tx9518">
                <a:extLst>
                  <a:ext uri="{FF2B5EF4-FFF2-40B4-BE49-F238E27FC236}">
                    <a16:creationId xmlns:a16="http://schemas.microsoft.com/office/drawing/2014/main" id="{95EFF27D-A3F8-8867-0D12-B488170C35D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92" name="tx9519">
                <a:extLst>
                  <a:ext uri="{FF2B5EF4-FFF2-40B4-BE49-F238E27FC236}">
                    <a16:creationId xmlns:a16="http://schemas.microsoft.com/office/drawing/2014/main" id="{695BA62B-4121-EB42-1BD6-7B70615401F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93" name="tx9520">
                <a:extLst>
                  <a:ext uri="{FF2B5EF4-FFF2-40B4-BE49-F238E27FC236}">
                    <a16:creationId xmlns:a16="http://schemas.microsoft.com/office/drawing/2014/main" id="{784A1E13-8A7E-36B3-9962-AB02270250D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94" name="tx9521">
                <a:extLst>
                  <a:ext uri="{FF2B5EF4-FFF2-40B4-BE49-F238E27FC236}">
                    <a16:creationId xmlns:a16="http://schemas.microsoft.com/office/drawing/2014/main" id="{2109856B-1D33-6AA7-4B6F-EA088797589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95" name="tx9522">
                <a:extLst>
                  <a:ext uri="{FF2B5EF4-FFF2-40B4-BE49-F238E27FC236}">
                    <a16:creationId xmlns:a16="http://schemas.microsoft.com/office/drawing/2014/main" id="{47BB3F00-5660-BFD4-8F5E-9E7EABCB1B8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96" name="tx9523">
                <a:extLst>
                  <a:ext uri="{FF2B5EF4-FFF2-40B4-BE49-F238E27FC236}">
                    <a16:creationId xmlns:a16="http://schemas.microsoft.com/office/drawing/2014/main" id="{EAA7A8CB-1A77-CDAC-6559-C57D50A2E7E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97" name="tx9524">
                <a:extLst>
                  <a:ext uri="{FF2B5EF4-FFF2-40B4-BE49-F238E27FC236}">
                    <a16:creationId xmlns:a16="http://schemas.microsoft.com/office/drawing/2014/main" id="{E6D494FA-A378-3846-72A4-ACC3E7B0E47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898" name="tx9525">
                <a:extLst>
                  <a:ext uri="{FF2B5EF4-FFF2-40B4-BE49-F238E27FC236}">
                    <a16:creationId xmlns:a16="http://schemas.microsoft.com/office/drawing/2014/main" id="{72DA25D5-12C6-A794-F06E-DBE44DC59D9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899" name="tx9526">
                <a:extLst>
                  <a:ext uri="{FF2B5EF4-FFF2-40B4-BE49-F238E27FC236}">
                    <a16:creationId xmlns:a16="http://schemas.microsoft.com/office/drawing/2014/main" id="{D38DB940-4101-49D6-10F4-932D58FF089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00" name="tx9527">
                <a:extLst>
                  <a:ext uri="{FF2B5EF4-FFF2-40B4-BE49-F238E27FC236}">
                    <a16:creationId xmlns:a16="http://schemas.microsoft.com/office/drawing/2014/main" id="{5614EC66-7147-D14F-A7F0-9562A038907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01" name="tx9528">
                <a:extLst>
                  <a:ext uri="{FF2B5EF4-FFF2-40B4-BE49-F238E27FC236}">
                    <a16:creationId xmlns:a16="http://schemas.microsoft.com/office/drawing/2014/main" id="{0715DF6B-BCFB-0CDB-195A-FA1CF4D1305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02" name="tx9529">
                <a:extLst>
                  <a:ext uri="{FF2B5EF4-FFF2-40B4-BE49-F238E27FC236}">
                    <a16:creationId xmlns:a16="http://schemas.microsoft.com/office/drawing/2014/main" id="{522D4BC8-4B31-8F66-0F30-DC3E38B2816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03" name="tx9530">
                <a:extLst>
                  <a:ext uri="{FF2B5EF4-FFF2-40B4-BE49-F238E27FC236}">
                    <a16:creationId xmlns:a16="http://schemas.microsoft.com/office/drawing/2014/main" id="{82878DB6-C6AA-7259-BB87-48EEA9670BE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04" name="tx9531">
                <a:extLst>
                  <a:ext uri="{FF2B5EF4-FFF2-40B4-BE49-F238E27FC236}">
                    <a16:creationId xmlns:a16="http://schemas.microsoft.com/office/drawing/2014/main" id="{BC305413-1D9F-C9B0-8984-D610F569446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05" name="tx9532">
                <a:extLst>
                  <a:ext uri="{FF2B5EF4-FFF2-40B4-BE49-F238E27FC236}">
                    <a16:creationId xmlns:a16="http://schemas.microsoft.com/office/drawing/2014/main" id="{4BD83D87-7865-3397-B01A-863864DA02B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06" name="tx9533">
                <a:extLst>
                  <a:ext uri="{FF2B5EF4-FFF2-40B4-BE49-F238E27FC236}">
                    <a16:creationId xmlns:a16="http://schemas.microsoft.com/office/drawing/2014/main" id="{1A4E6E33-5212-7ACE-C933-4BD5C89B479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07" name="tx9534">
                <a:extLst>
                  <a:ext uri="{FF2B5EF4-FFF2-40B4-BE49-F238E27FC236}">
                    <a16:creationId xmlns:a16="http://schemas.microsoft.com/office/drawing/2014/main" id="{43031054-DBB9-8858-09F3-790295E1F0C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08" name="tx9535">
                <a:extLst>
                  <a:ext uri="{FF2B5EF4-FFF2-40B4-BE49-F238E27FC236}">
                    <a16:creationId xmlns:a16="http://schemas.microsoft.com/office/drawing/2014/main" id="{A4437CC4-5633-9C91-5141-35F517F5D8F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09" name="tx9536">
                <a:extLst>
                  <a:ext uri="{FF2B5EF4-FFF2-40B4-BE49-F238E27FC236}">
                    <a16:creationId xmlns:a16="http://schemas.microsoft.com/office/drawing/2014/main" id="{0315ED43-0032-38C2-DCC4-C9653E5C122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10" name="tx9537">
                <a:extLst>
                  <a:ext uri="{FF2B5EF4-FFF2-40B4-BE49-F238E27FC236}">
                    <a16:creationId xmlns:a16="http://schemas.microsoft.com/office/drawing/2014/main" id="{440FB893-5AEE-C397-9620-97BA62BD46C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11" name="tx9538">
                <a:extLst>
                  <a:ext uri="{FF2B5EF4-FFF2-40B4-BE49-F238E27FC236}">
                    <a16:creationId xmlns:a16="http://schemas.microsoft.com/office/drawing/2014/main" id="{CDCDB172-11B1-17CA-BAB6-9498B3122795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12" name="tx9539">
                <a:extLst>
                  <a:ext uri="{FF2B5EF4-FFF2-40B4-BE49-F238E27FC236}">
                    <a16:creationId xmlns:a16="http://schemas.microsoft.com/office/drawing/2014/main" id="{14DC6FCB-E35D-908C-62AF-F5D107A6091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13" name="tx9540">
                <a:extLst>
                  <a:ext uri="{FF2B5EF4-FFF2-40B4-BE49-F238E27FC236}">
                    <a16:creationId xmlns:a16="http://schemas.microsoft.com/office/drawing/2014/main" id="{740319F3-DE66-1B19-A1E8-A011C927E1B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14" name="tx9541">
                <a:extLst>
                  <a:ext uri="{FF2B5EF4-FFF2-40B4-BE49-F238E27FC236}">
                    <a16:creationId xmlns:a16="http://schemas.microsoft.com/office/drawing/2014/main" id="{8267A7AB-EA28-DB3A-D9D5-93F7CD5A1DA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15" name="tx9542">
                <a:extLst>
                  <a:ext uri="{FF2B5EF4-FFF2-40B4-BE49-F238E27FC236}">
                    <a16:creationId xmlns:a16="http://schemas.microsoft.com/office/drawing/2014/main" id="{B42DBC95-F3AF-0D00-8571-83D4DC3D2AF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16" name="tx9543">
                <a:extLst>
                  <a:ext uri="{FF2B5EF4-FFF2-40B4-BE49-F238E27FC236}">
                    <a16:creationId xmlns:a16="http://schemas.microsoft.com/office/drawing/2014/main" id="{CEB41413-2ED6-C401-C23C-E4CBA462E416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17" name="tx9544">
                <a:extLst>
                  <a:ext uri="{FF2B5EF4-FFF2-40B4-BE49-F238E27FC236}">
                    <a16:creationId xmlns:a16="http://schemas.microsoft.com/office/drawing/2014/main" id="{A5978689-03A1-BFA5-21E2-A6ED68F0FAC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18" name="tx9545">
                <a:extLst>
                  <a:ext uri="{FF2B5EF4-FFF2-40B4-BE49-F238E27FC236}">
                    <a16:creationId xmlns:a16="http://schemas.microsoft.com/office/drawing/2014/main" id="{F9B1BD86-5540-9102-78E9-257568DDA7C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19" name="tx9546">
                <a:extLst>
                  <a:ext uri="{FF2B5EF4-FFF2-40B4-BE49-F238E27FC236}">
                    <a16:creationId xmlns:a16="http://schemas.microsoft.com/office/drawing/2014/main" id="{904EF80D-4DF1-7535-2BAC-7332224B2E4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20" name="tx9547">
                <a:extLst>
                  <a:ext uri="{FF2B5EF4-FFF2-40B4-BE49-F238E27FC236}">
                    <a16:creationId xmlns:a16="http://schemas.microsoft.com/office/drawing/2014/main" id="{D97DFE43-9E5A-DF14-AAD0-1CDF10D78E0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21" name="tx9548">
                <a:extLst>
                  <a:ext uri="{FF2B5EF4-FFF2-40B4-BE49-F238E27FC236}">
                    <a16:creationId xmlns:a16="http://schemas.microsoft.com/office/drawing/2014/main" id="{FFCA8C05-BADD-9F05-6242-2A0FDB75895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22" name="tx9549">
                <a:extLst>
                  <a:ext uri="{FF2B5EF4-FFF2-40B4-BE49-F238E27FC236}">
                    <a16:creationId xmlns:a16="http://schemas.microsoft.com/office/drawing/2014/main" id="{7F67D5DB-22D7-79EE-7089-2FEB07E2994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23" name="tx9550">
                <a:extLst>
                  <a:ext uri="{FF2B5EF4-FFF2-40B4-BE49-F238E27FC236}">
                    <a16:creationId xmlns:a16="http://schemas.microsoft.com/office/drawing/2014/main" id="{A965BA87-2531-BA17-5858-1F1EEFD29C5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24" name="tx9551">
                <a:extLst>
                  <a:ext uri="{FF2B5EF4-FFF2-40B4-BE49-F238E27FC236}">
                    <a16:creationId xmlns:a16="http://schemas.microsoft.com/office/drawing/2014/main" id="{262BF7E5-8913-14C3-4A33-CB2D1D0C0B1D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25" name="tx9552">
                <a:extLst>
                  <a:ext uri="{FF2B5EF4-FFF2-40B4-BE49-F238E27FC236}">
                    <a16:creationId xmlns:a16="http://schemas.microsoft.com/office/drawing/2014/main" id="{1D5CB36C-F29F-ED21-7BA4-0CF29F8F41F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26" name="tx9553">
                <a:extLst>
                  <a:ext uri="{FF2B5EF4-FFF2-40B4-BE49-F238E27FC236}">
                    <a16:creationId xmlns:a16="http://schemas.microsoft.com/office/drawing/2014/main" id="{3EB42D53-E801-2601-263F-A3AEAD63A28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27" name="tx9554">
                <a:extLst>
                  <a:ext uri="{FF2B5EF4-FFF2-40B4-BE49-F238E27FC236}">
                    <a16:creationId xmlns:a16="http://schemas.microsoft.com/office/drawing/2014/main" id="{2D3B8E8C-C51B-A1E4-7334-8A7FFCAF5AE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28" name="tx9555">
                <a:extLst>
                  <a:ext uri="{FF2B5EF4-FFF2-40B4-BE49-F238E27FC236}">
                    <a16:creationId xmlns:a16="http://schemas.microsoft.com/office/drawing/2014/main" id="{FFCF0363-5069-913E-D182-FC7A3ADBB56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29" name="tx9556">
                <a:extLst>
                  <a:ext uri="{FF2B5EF4-FFF2-40B4-BE49-F238E27FC236}">
                    <a16:creationId xmlns:a16="http://schemas.microsoft.com/office/drawing/2014/main" id="{C603E315-A36D-066D-3007-CB3BEA9FF2D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30" name="tx9557">
                <a:extLst>
                  <a:ext uri="{FF2B5EF4-FFF2-40B4-BE49-F238E27FC236}">
                    <a16:creationId xmlns:a16="http://schemas.microsoft.com/office/drawing/2014/main" id="{4935030A-BF40-B6AE-B6A2-13B0BB243DE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31" name="tx9558">
                <a:extLst>
                  <a:ext uri="{FF2B5EF4-FFF2-40B4-BE49-F238E27FC236}">
                    <a16:creationId xmlns:a16="http://schemas.microsoft.com/office/drawing/2014/main" id="{C3A4E4AD-9170-11DD-B667-B8980FE368E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32" name="tx9559">
                <a:extLst>
                  <a:ext uri="{FF2B5EF4-FFF2-40B4-BE49-F238E27FC236}">
                    <a16:creationId xmlns:a16="http://schemas.microsoft.com/office/drawing/2014/main" id="{3D10C0F3-1FE4-1C59-FB29-7E3965A0AAC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33" name="tx9560">
                <a:extLst>
                  <a:ext uri="{FF2B5EF4-FFF2-40B4-BE49-F238E27FC236}">
                    <a16:creationId xmlns:a16="http://schemas.microsoft.com/office/drawing/2014/main" id="{26997561-CE69-451F-ADF1-16449F4CAC0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34" name="tx9561">
                <a:extLst>
                  <a:ext uri="{FF2B5EF4-FFF2-40B4-BE49-F238E27FC236}">
                    <a16:creationId xmlns:a16="http://schemas.microsoft.com/office/drawing/2014/main" id="{5B6BE86C-1C78-F59A-B4A5-0F9CB3CC889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35" name="tx9562">
                <a:extLst>
                  <a:ext uri="{FF2B5EF4-FFF2-40B4-BE49-F238E27FC236}">
                    <a16:creationId xmlns:a16="http://schemas.microsoft.com/office/drawing/2014/main" id="{2559BFB8-9820-CD56-5DB4-72C03FFBDE6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36" name="tx9563">
                <a:extLst>
                  <a:ext uri="{FF2B5EF4-FFF2-40B4-BE49-F238E27FC236}">
                    <a16:creationId xmlns:a16="http://schemas.microsoft.com/office/drawing/2014/main" id="{9357A5AB-DF6E-566D-71A1-1AE56B498EC3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37" name="tx9564">
                <a:extLst>
                  <a:ext uri="{FF2B5EF4-FFF2-40B4-BE49-F238E27FC236}">
                    <a16:creationId xmlns:a16="http://schemas.microsoft.com/office/drawing/2014/main" id="{7C734D6C-056F-B52A-A7AC-7DC8676379E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38" name="tx9565">
                <a:extLst>
                  <a:ext uri="{FF2B5EF4-FFF2-40B4-BE49-F238E27FC236}">
                    <a16:creationId xmlns:a16="http://schemas.microsoft.com/office/drawing/2014/main" id="{4077848A-FCC7-E7D3-EE4D-A3EBBDDA59A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39" name="tx9566">
                <a:extLst>
                  <a:ext uri="{FF2B5EF4-FFF2-40B4-BE49-F238E27FC236}">
                    <a16:creationId xmlns:a16="http://schemas.microsoft.com/office/drawing/2014/main" id="{34785A1E-AE72-68B4-6CA0-08C06590BDB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40" name="tx9567">
                <a:extLst>
                  <a:ext uri="{FF2B5EF4-FFF2-40B4-BE49-F238E27FC236}">
                    <a16:creationId xmlns:a16="http://schemas.microsoft.com/office/drawing/2014/main" id="{AC5E3183-E645-5EE1-619C-DA569DD46EF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41" name="tx9568">
                <a:extLst>
                  <a:ext uri="{FF2B5EF4-FFF2-40B4-BE49-F238E27FC236}">
                    <a16:creationId xmlns:a16="http://schemas.microsoft.com/office/drawing/2014/main" id="{2CE36BC5-33BE-12B9-1EDB-D18118DC2408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42" name="tx9569">
                <a:extLst>
                  <a:ext uri="{FF2B5EF4-FFF2-40B4-BE49-F238E27FC236}">
                    <a16:creationId xmlns:a16="http://schemas.microsoft.com/office/drawing/2014/main" id="{61F8CE9E-C050-F6FA-1C7F-7A067AC605D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43" name="tx9570">
                <a:extLst>
                  <a:ext uri="{FF2B5EF4-FFF2-40B4-BE49-F238E27FC236}">
                    <a16:creationId xmlns:a16="http://schemas.microsoft.com/office/drawing/2014/main" id="{19B4CADF-96B1-A016-FD76-E0E7A044EF8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44" name="tx9571">
                <a:extLst>
                  <a:ext uri="{FF2B5EF4-FFF2-40B4-BE49-F238E27FC236}">
                    <a16:creationId xmlns:a16="http://schemas.microsoft.com/office/drawing/2014/main" id="{CDB91903-6754-052C-4306-B5295CC6A451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45" name="tx9572">
                <a:extLst>
                  <a:ext uri="{FF2B5EF4-FFF2-40B4-BE49-F238E27FC236}">
                    <a16:creationId xmlns:a16="http://schemas.microsoft.com/office/drawing/2014/main" id="{4A232E70-A724-ACB2-77BA-6F5C29B4A536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46" name="tx9573">
                <a:extLst>
                  <a:ext uri="{FF2B5EF4-FFF2-40B4-BE49-F238E27FC236}">
                    <a16:creationId xmlns:a16="http://schemas.microsoft.com/office/drawing/2014/main" id="{F6C55D9E-873A-DDC5-C8F5-FA54288AF85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47" name="tx9574">
                <a:extLst>
                  <a:ext uri="{FF2B5EF4-FFF2-40B4-BE49-F238E27FC236}">
                    <a16:creationId xmlns:a16="http://schemas.microsoft.com/office/drawing/2014/main" id="{A87CA604-95A3-C9E8-94BE-C63CCA2D106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48" name="tx9575">
                <a:extLst>
                  <a:ext uri="{FF2B5EF4-FFF2-40B4-BE49-F238E27FC236}">
                    <a16:creationId xmlns:a16="http://schemas.microsoft.com/office/drawing/2014/main" id="{4524AF37-E2EE-242F-17AF-EDF7B7095BA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49" name="tx9576">
                <a:extLst>
                  <a:ext uri="{FF2B5EF4-FFF2-40B4-BE49-F238E27FC236}">
                    <a16:creationId xmlns:a16="http://schemas.microsoft.com/office/drawing/2014/main" id="{B9A922FA-5BFB-A062-D7ED-B4D8512F299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50" name="tx9577">
                <a:extLst>
                  <a:ext uri="{FF2B5EF4-FFF2-40B4-BE49-F238E27FC236}">
                    <a16:creationId xmlns:a16="http://schemas.microsoft.com/office/drawing/2014/main" id="{A5F6BB43-58B0-2C3C-E9B3-360B7FDF333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51" name="tx9578">
                <a:extLst>
                  <a:ext uri="{FF2B5EF4-FFF2-40B4-BE49-F238E27FC236}">
                    <a16:creationId xmlns:a16="http://schemas.microsoft.com/office/drawing/2014/main" id="{04D63B15-A847-B9AA-D721-03FCB80B97B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52" name="tx9579">
                <a:extLst>
                  <a:ext uri="{FF2B5EF4-FFF2-40B4-BE49-F238E27FC236}">
                    <a16:creationId xmlns:a16="http://schemas.microsoft.com/office/drawing/2014/main" id="{01DA86B5-631F-BB79-CFCF-64F9A68A1CA0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53" name="tx9580">
                <a:extLst>
                  <a:ext uri="{FF2B5EF4-FFF2-40B4-BE49-F238E27FC236}">
                    <a16:creationId xmlns:a16="http://schemas.microsoft.com/office/drawing/2014/main" id="{F1ED72F5-AD1A-74B6-1DBA-7F39A783C792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54" name="tx9581">
                <a:extLst>
                  <a:ext uri="{FF2B5EF4-FFF2-40B4-BE49-F238E27FC236}">
                    <a16:creationId xmlns:a16="http://schemas.microsoft.com/office/drawing/2014/main" id="{73826F0B-22DC-CC65-6BEF-8A67BA06151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55" name="tx9582">
                <a:extLst>
                  <a:ext uri="{FF2B5EF4-FFF2-40B4-BE49-F238E27FC236}">
                    <a16:creationId xmlns:a16="http://schemas.microsoft.com/office/drawing/2014/main" id="{24CA2889-EAEB-D022-93E5-6E983A26628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56" name="tx9583">
                <a:extLst>
                  <a:ext uri="{FF2B5EF4-FFF2-40B4-BE49-F238E27FC236}">
                    <a16:creationId xmlns:a16="http://schemas.microsoft.com/office/drawing/2014/main" id="{BBF3C689-945D-6D96-CD8C-E9FDFCFEFE1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57" name="tx9584">
                <a:extLst>
                  <a:ext uri="{FF2B5EF4-FFF2-40B4-BE49-F238E27FC236}">
                    <a16:creationId xmlns:a16="http://schemas.microsoft.com/office/drawing/2014/main" id="{18E76892-DD63-94C1-9B37-5C2310DB2D0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58" name="tx9585">
                <a:extLst>
                  <a:ext uri="{FF2B5EF4-FFF2-40B4-BE49-F238E27FC236}">
                    <a16:creationId xmlns:a16="http://schemas.microsoft.com/office/drawing/2014/main" id="{671BB716-96DA-DDF0-B73F-563EDC7995B4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59" name="tx9586">
                <a:extLst>
                  <a:ext uri="{FF2B5EF4-FFF2-40B4-BE49-F238E27FC236}">
                    <a16:creationId xmlns:a16="http://schemas.microsoft.com/office/drawing/2014/main" id="{3E951980-4077-CF94-3CD9-05EFD392D3B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60" name="tx9587">
                <a:extLst>
                  <a:ext uri="{FF2B5EF4-FFF2-40B4-BE49-F238E27FC236}">
                    <a16:creationId xmlns:a16="http://schemas.microsoft.com/office/drawing/2014/main" id="{8F1C56FB-918D-0712-3200-B10B80C51B4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61" name="tx9588">
                <a:extLst>
                  <a:ext uri="{FF2B5EF4-FFF2-40B4-BE49-F238E27FC236}">
                    <a16:creationId xmlns:a16="http://schemas.microsoft.com/office/drawing/2014/main" id="{F7B21689-8B27-D107-38C2-78B1B0702E5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62" name="tx9589">
                <a:extLst>
                  <a:ext uri="{FF2B5EF4-FFF2-40B4-BE49-F238E27FC236}">
                    <a16:creationId xmlns:a16="http://schemas.microsoft.com/office/drawing/2014/main" id="{290D8696-B564-8CDD-B247-AD4F9B7CDCB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63" name="tx9590">
                <a:extLst>
                  <a:ext uri="{FF2B5EF4-FFF2-40B4-BE49-F238E27FC236}">
                    <a16:creationId xmlns:a16="http://schemas.microsoft.com/office/drawing/2014/main" id="{9F3FF046-4732-E704-ED8E-82B165DE121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64" name="tx9591">
                <a:extLst>
                  <a:ext uri="{FF2B5EF4-FFF2-40B4-BE49-F238E27FC236}">
                    <a16:creationId xmlns:a16="http://schemas.microsoft.com/office/drawing/2014/main" id="{D8CE64F7-6131-5D66-8A34-A17FDF9E670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65" name="tx9592">
                <a:extLst>
                  <a:ext uri="{FF2B5EF4-FFF2-40B4-BE49-F238E27FC236}">
                    <a16:creationId xmlns:a16="http://schemas.microsoft.com/office/drawing/2014/main" id="{F447859C-0B93-86BC-4854-88EA520E22D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66" name="tx9593">
                <a:extLst>
                  <a:ext uri="{FF2B5EF4-FFF2-40B4-BE49-F238E27FC236}">
                    <a16:creationId xmlns:a16="http://schemas.microsoft.com/office/drawing/2014/main" id="{889EA3FF-9D09-82EA-696C-9507D4785D8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67" name="tx9594">
                <a:extLst>
                  <a:ext uri="{FF2B5EF4-FFF2-40B4-BE49-F238E27FC236}">
                    <a16:creationId xmlns:a16="http://schemas.microsoft.com/office/drawing/2014/main" id="{8D5EDE51-21C5-16C0-4F37-9940BB2D8199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68" name="tx9595">
                <a:extLst>
                  <a:ext uri="{FF2B5EF4-FFF2-40B4-BE49-F238E27FC236}">
                    <a16:creationId xmlns:a16="http://schemas.microsoft.com/office/drawing/2014/main" id="{297C8DE1-E7D5-AF4A-C0B5-0A3734368AE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69" name="tx9596">
                <a:extLst>
                  <a:ext uri="{FF2B5EF4-FFF2-40B4-BE49-F238E27FC236}">
                    <a16:creationId xmlns:a16="http://schemas.microsoft.com/office/drawing/2014/main" id="{D9100919-140D-3EA4-E3B6-067D347957A4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70" name="tx9597">
                <a:extLst>
                  <a:ext uri="{FF2B5EF4-FFF2-40B4-BE49-F238E27FC236}">
                    <a16:creationId xmlns:a16="http://schemas.microsoft.com/office/drawing/2014/main" id="{CC6D9223-C4DC-42D1-A1B0-0891BBAB336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71" name="tx9598">
                <a:extLst>
                  <a:ext uri="{FF2B5EF4-FFF2-40B4-BE49-F238E27FC236}">
                    <a16:creationId xmlns:a16="http://schemas.microsoft.com/office/drawing/2014/main" id="{4E754E7B-E433-B5A3-7804-822C0A39EC0B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72" name="tx9599">
                <a:extLst>
                  <a:ext uri="{FF2B5EF4-FFF2-40B4-BE49-F238E27FC236}">
                    <a16:creationId xmlns:a16="http://schemas.microsoft.com/office/drawing/2014/main" id="{C7104F15-2940-76B2-4428-BBF1E4050B1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73" name="tx9600">
                <a:extLst>
                  <a:ext uri="{FF2B5EF4-FFF2-40B4-BE49-F238E27FC236}">
                    <a16:creationId xmlns:a16="http://schemas.microsoft.com/office/drawing/2014/main" id="{3D4F75B0-8F82-22B2-1DAC-E1A906216F5F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74" name="tx9601">
                <a:extLst>
                  <a:ext uri="{FF2B5EF4-FFF2-40B4-BE49-F238E27FC236}">
                    <a16:creationId xmlns:a16="http://schemas.microsoft.com/office/drawing/2014/main" id="{53CD7FA2-73AB-34AE-7800-41CD40187FFF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75" name="tx9602">
                <a:extLst>
                  <a:ext uri="{FF2B5EF4-FFF2-40B4-BE49-F238E27FC236}">
                    <a16:creationId xmlns:a16="http://schemas.microsoft.com/office/drawing/2014/main" id="{F3A3FB10-686A-7FF7-C86A-C7BB23EF3A8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76" name="tx9603">
                <a:extLst>
                  <a:ext uri="{FF2B5EF4-FFF2-40B4-BE49-F238E27FC236}">
                    <a16:creationId xmlns:a16="http://schemas.microsoft.com/office/drawing/2014/main" id="{04CAD461-5CC6-5619-A0A1-D6C5042E240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77" name="tx9604">
                <a:extLst>
                  <a:ext uri="{FF2B5EF4-FFF2-40B4-BE49-F238E27FC236}">
                    <a16:creationId xmlns:a16="http://schemas.microsoft.com/office/drawing/2014/main" id="{F7BEC35B-91F9-F976-5E12-E288F640318A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78" name="tx9605">
                <a:extLst>
                  <a:ext uri="{FF2B5EF4-FFF2-40B4-BE49-F238E27FC236}">
                    <a16:creationId xmlns:a16="http://schemas.microsoft.com/office/drawing/2014/main" id="{B0B32E1C-3547-F425-C2D8-9D2C6E37FA87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79" name="tx9606">
                <a:extLst>
                  <a:ext uri="{FF2B5EF4-FFF2-40B4-BE49-F238E27FC236}">
                    <a16:creationId xmlns:a16="http://schemas.microsoft.com/office/drawing/2014/main" id="{BF424804-3910-53C6-2649-19F5232614CD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80" name="tx9607">
                <a:extLst>
                  <a:ext uri="{FF2B5EF4-FFF2-40B4-BE49-F238E27FC236}">
                    <a16:creationId xmlns:a16="http://schemas.microsoft.com/office/drawing/2014/main" id="{FFC7F45E-38F2-9882-60F4-C9490C9829DA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81" name="tx9608">
                <a:extLst>
                  <a:ext uri="{FF2B5EF4-FFF2-40B4-BE49-F238E27FC236}">
                    <a16:creationId xmlns:a16="http://schemas.microsoft.com/office/drawing/2014/main" id="{CB58AA6C-2C13-3FDC-49C7-F874B73E0E8E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82" name="tx9609">
                <a:extLst>
                  <a:ext uri="{FF2B5EF4-FFF2-40B4-BE49-F238E27FC236}">
                    <a16:creationId xmlns:a16="http://schemas.microsoft.com/office/drawing/2014/main" id="{3F0AC3BC-782E-D811-9058-4940994028C5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83" name="tx9610">
                <a:extLst>
                  <a:ext uri="{FF2B5EF4-FFF2-40B4-BE49-F238E27FC236}">
                    <a16:creationId xmlns:a16="http://schemas.microsoft.com/office/drawing/2014/main" id="{5D5981CA-632B-D70F-3253-5FE5FD49635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84" name="tx9611">
                <a:extLst>
                  <a:ext uri="{FF2B5EF4-FFF2-40B4-BE49-F238E27FC236}">
                    <a16:creationId xmlns:a16="http://schemas.microsoft.com/office/drawing/2014/main" id="{69BFAD3E-3C5F-ACD4-4981-D76042D183D8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85" name="tx9612">
                <a:extLst>
                  <a:ext uri="{FF2B5EF4-FFF2-40B4-BE49-F238E27FC236}">
                    <a16:creationId xmlns:a16="http://schemas.microsoft.com/office/drawing/2014/main" id="{F9B7505C-A01E-1D0A-2E47-60A020B84517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86" name="tx9613">
                <a:extLst>
                  <a:ext uri="{FF2B5EF4-FFF2-40B4-BE49-F238E27FC236}">
                    <a16:creationId xmlns:a16="http://schemas.microsoft.com/office/drawing/2014/main" id="{53EE014F-EBF4-17DA-5F8D-6305D4B5B69C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87" name="tx9614">
                <a:extLst>
                  <a:ext uri="{FF2B5EF4-FFF2-40B4-BE49-F238E27FC236}">
                    <a16:creationId xmlns:a16="http://schemas.microsoft.com/office/drawing/2014/main" id="{A8A89E49-42EB-A6E7-3963-0F70131970D0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88" name="tx9615">
                <a:extLst>
                  <a:ext uri="{FF2B5EF4-FFF2-40B4-BE49-F238E27FC236}">
                    <a16:creationId xmlns:a16="http://schemas.microsoft.com/office/drawing/2014/main" id="{837BC77B-1DD1-6EB1-4CAD-ABFABF35D6BE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89" name="tx9616">
                <a:extLst>
                  <a:ext uri="{FF2B5EF4-FFF2-40B4-BE49-F238E27FC236}">
                    <a16:creationId xmlns:a16="http://schemas.microsoft.com/office/drawing/2014/main" id="{B51144BB-48E1-CE45-FBA3-282F542C7DBC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90" name="tx9617">
                <a:extLst>
                  <a:ext uri="{FF2B5EF4-FFF2-40B4-BE49-F238E27FC236}">
                    <a16:creationId xmlns:a16="http://schemas.microsoft.com/office/drawing/2014/main" id="{2AF0EEEF-1C5C-57A1-9242-9E9445FF54E9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91" name="tx9618">
                <a:extLst>
                  <a:ext uri="{FF2B5EF4-FFF2-40B4-BE49-F238E27FC236}">
                    <a16:creationId xmlns:a16="http://schemas.microsoft.com/office/drawing/2014/main" id="{9489ABA3-57B7-E511-2613-F4CD70A4CC63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92" name="tx9619">
                <a:extLst>
                  <a:ext uri="{FF2B5EF4-FFF2-40B4-BE49-F238E27FC236}">
                    <a16:creationId xmlns:a16="http://schemas.microsoft.com/office/drawing/2014/main" id="{AFD3571F-A4D6-293C-BB5E-892277F3A6CB}"/>
                  </a:ext>
                </a:extLst>
              </p:cNvPr>
              <p:cNvSpPr/>
              <p:nvPr/>
            </p:nvSpPr>
            <p:spPr>
              <a:xfrm>
                <a:off x="2678469" y="2559960"/>
                <a:ext cx="295076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North </a:t>
                </a:r>
              </a:p>
            </p:txBody>
          </p:sp>
          <p:sp>
            <p:nvSpPr>
              <p:cNvPr id="29993" name="tx9620">
                <a:extLst>
                  <a:ext uri="{FF2B5EF4-FFF2-40B4-BE49-F238E27FC236}">
                    <a16:creationId xmlns:a16="http://schemas.microsoft.com/office/drawing/2014/main" id="{2D6BA4BE-1F20-D8B0-7E9B-4F6BAEBE7531}"/>
                  </a:ext>
                </a:extLst>
              </p:cNvPr>
              <p:cNvSpPr/>
              <p:nvPr/>
            </p:nvSpPr>
            <p:spPr>
              <a:xfrm>
                <a:off x="2729630" y="2716063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94" name="tx9621">
                <a:extLst>
                  <a:ext uri="{FF2B5EF4-FFF2-40B4-BE49-F238E27FC236}">
                    <a16:creationId xmlns:a16="http://schemas.microsoft.com/office/drawing/2014/main" id="{1B8B5CDB-38C9-56F7-D614-38256347EBB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9995" name="tx9622">
                <a:extLst>
                  <a:ext uri="{FF2B5EF4-FFF2-40B4-BE49-F238E27FC236}">
                    <a16:creationId xmlns:a16="http://schemas.microsoft.com/office/drawing/2014/main" id="{FAC5640E-1B41-9349-488C-566E7DB48E0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96" name="tx9623">
                <a:extLst>
                  <a:ext uri="{FF2B5EF4-FFF2-40B4-BE49-F238E27FC236}">
                    <a16:creationId xmlns:a16="http://schemas.microsoft.com/office/drawing/2014/main" id="{DB7347B7-9DD5-9AE3-9062-E51B5EF6773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9997" name="tx9624">
                <a:extLst>
                  <a:ext uri="{FF2B5EF4-FFF2-40B4-BE49-F238E27FC236}">
                    <a16:creationId xmlns:a16="http://schemas.microsoft.com/office/drawing/2014/main" id="{95238477-B92E-C606-51CA-5C71D9787FE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29998" name="tx9625">
                <a:extLst>
                  <a:ext uri="{FF2B5EF4-FFF2-40B4-BE49-F238E27FC236}">
                    <a16:creationId xmlns:a16="http://schemas.microsoft.com/office/drawing/2014/main" id="{92E1F383-D06D-79DE-1EBD-F12FDDC2C61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29999" name="tx9626">
                <a:extLst>
                  <a:ext uri="{FF2B5EF4-FFF2-40B4-BE49-F238E27FC236}">
                    <a16:creationId xmlns:a16="http://schemas.microsoft.com/office/drawing/2014/main" id="{6830701B-E0F7-1E4E-1805-76AE878C212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00" name="tx9627">
                <a:extLst>
                  <a:ext uri="{FF2B5EF4-FFF2-40B4-BE49-F238E27FC236}">
                    <a16:creationId xmlns:a16="http://schemas.microsoft.com/office/drawing/2014/main" id="{82CEBDFA-F134-456E-177F-BE18901A7CF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01" name="tx9628">
                <a:extLst>
                  <a:ext uri="{FF2B5EF4-FFF2-40B4-BE49-F238E27FC236}">
                    <a16:creationId xmlns:a16="http://schemas.microsoft.com/office/drawing/2014/main" id="{5B55E7D9-DD69-F830-9E93-5E30EBCE30E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02" name="tx9629">
                <a:extLst>
                  <a:ext uri="{FF2B5EF4-FFF2-40B4-BE49-F238E27FC236}">
                    <a16:creationId xmlns:a16="http://schemas.microsoft.com/office/drawing/2014/main" id="{FD99D19F-E12D-6B59-F3C1-975B809A644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03" name="tx9630">
                <a:extLst>
                  <a:ext uri="{FF2B5EF4-FFF2-40B4-BE49-F238E27FC236}">
                    <a16:creationId xmlns:a16="http://schemas.microsoft.com/office/drawing/2014/main" id="{08B17EC2-74A8-1905-2610-5DBD7065FCA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04" name="tx9631">
                <a:extLst>
                  <a:ext uri="{FF2B5EF4-FFF2-40B4-BE49-F238E27FC236}">
                    <a16:creationId xmlns:a16="http://schemas.microsoft.com/office/drawing/2014/main" id="{BE4E0353-DB58-A50B-D39A-89FD5AD2B66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05" name="tx9632">
                <a:extLst>
                  <a:ext uri="{FF2B5EF4-FFF2-40B4-BE49-F238E27FC236}">
                    <a16:creationId xmlns:a16="http://schemas.microsoft.com/office/drawing/2014/main" id="{317E25A4-0E5C-16CF-57DD-F854B662F5E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06" name="tx9633">
                <a:extLst>
                  <a:ext uri="{FF2B5EF4-FFF2-40B4-BE49-F238E27FC236}">
                    <a16:creationId xmlns:a16="http://schemas.microsoft.com/office/drawing/2014/main" id="{EFEAD169-758C-9309-407B-5AE7668CD63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07" name="tx9634">
                <a:extLst>
                  <a:ext uri="{FF2B5EF4-FFF2-40B4-BE49-F238E27FC236}">
                    <a16:creationId xmlns:a16="http://schemas.microsoft.com/office/drawing/2014/main" id="{29695430-BFDC-6B17-59DE-E646D3CDAAA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08" name="tx9635">
                <a:extLst>
                  <a:ext uri="{FF2B5EF4-FFF2-40B4-BE49-F238E27FC236}">
                    <a16:creationId xmlns:a16="http://schemas.microsoft.com/office/drawing/2014/main" id="{5E2096BD-E812-F69E-4EA4-7B9DF868D37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09" name="tx9636">
                <a:extLst>
                  <a:ext uri="{FF2B5EF4-FFF2-40B4-BE49-F238E27FC236}">
                    <a16:creationId xmlns:a16="http://schemas.microsoft.com/office/drawing/2014/main" id="{B64C6817-D312-7870-7D3E-88E60B63A19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10" name="tx9637">
                <a:extLst>
                  <a:ext uri="{FF2B5EF4-FFF2-40B4-BE49-F238E27FC236}">
                    <a16:creationId xmlns:a16="http://schemas.microsoft.com/office/drawing/2014/main" id="{98277A87-0AB8-996E-C271-B9F913C2B88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11" name="tx9638">
                <a:extLst>
                  <a:ext uri="{FF2B5EF4-FFF2-40B4-BE49-F238E27FC236}">
                    <a16:creationId xmlns:a16="http://schemas.microsoft.com/office/drawing/2014/main" id="{9630E7F4-9CC1-5031-6012-59BF89C88F1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12" name="tx9639">
                <a:extLst>
                  <a:ext uri="{FF2B5EF4-FFF2-40B4-BE49-F238E27FC236}">
                    <a16:creationId xmlns:a16="http://schemas.microsoft.com/office/drawing/2014/main" id="{847A3969-2D89-30D0-37CF-ACC75F7545B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13" name="tx9640">
                <a:extLst>
                  <a:ext uri="{FF2B5EF4-FFF2-40B4-BE49-F238E27FC236}">
                    <a16:creationId xmlns:a16="http://schemas.microsoft.com/office/drawing/2014/main" id="{9C7FD1BE-8B03-EDC1-494D-44403359FFD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14" name="tx9641">
                <a:extLst>
                  <a:ext uri="{FF2B5EF4-FFF2-40B4-BE49-F238E27FC236}">
                    <a16:creationId xmlns:a16="http://schemas.microsoft.com/office/drawing/2014/main" id="{5340C6BC-87D9-0261-9706-977BF10A790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15" name="tx9642">
                <a:extLst>
                  <a:ext uri="{FF2B5EF4-FFF2-40B4-BE49-F238E27FC236}">
                    <a16:creationId xmlns:a16="http://schemas.microsoft.com/office/drawing/2014/main" id="{CCB2A705-C8DE-9E5D-F977-5141138B3F7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16" name="tx9643">
                <a:extLst>
                  <a:ext uri="{FF2B5EF4-FFF2-40B4-BE49-F238E27FC236}">
                    <a16:creationId xmlns:a16="http://schemas.microsoft.com/office/drawing/2014/main" id="{E0E302F8-45D6-022F-E73C-9427494F1C8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17" name="tx9644">
                <a:extLst>
                  <a:ext uri="{FF2B5EF4-FFF2-40B4-BE49-F238E27FC236}">
                    <a16:creationId xmlns:a16="http://schemas.microsoft.com/office/drawing/2014/main" id="{FB91617C-637B-734F-9868-E89D34E73B2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18" name="tx9645">
                <a:extLst>
                  <a:ext uri="{FF2B5EF4-FFF2-40B4-BE49-F238E27FC236}">
                    <a16:creationId xmlns:a16="http://schemas.microsoft.com/office/drawing/2014/main" id="{08FB598B-F0ED-C467-F073-56711D4A2CB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19" name="tx9646">
                <a:extLst>
                  <a:ext uri="{FF2B5EF4-FFF2-40B4-BE49-F238E27FC236}">
                    <a16:creationId xmlns:a16="http://schemas.microsoft.com/office/drawing/2014/main" id="{DC76C205-BE98-CA13-119D-EF17E460078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20" name="tx9647">
                <a:extLst>
                  <a:ext uri="{FF2B5EF4-FFF2-40B4-BE49-F238E27FC236}">
                    <a16:creationId xmlns:a16="http://schemas.microsoft.com/office/drawing/2014/main" id="{B67F1528-AD9B-195E-99A1-FC79DE12AAF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21" name="tx9648">
                <a:extLst>
                  <a:ext uri="{FF2B5EF4-FFF2-40B4-BE49-F238E27FC236}">
                    <a16:creationId xmlns:a16="http://schemas.microsoft.com/office/drawing/2014/main" id="{863B8FA4-024F-B5D2-F16C-C8377F81023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22" name="tx9649">
                <a:extLst>
                  <a:ext uri="{FF2B5EF4-FFF2-40B4-BE49-F238E27FC236}">
                    <a16:creationId xmlns:a16="http://schemas.microsoft.com/office/drawing/2014/main" id="{C9DC9B69-6FB9-7330-3A5A-D61ADD94205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23" name="tx9650">
                <a:extLst>
                  <a:ext uri="{FF2B5EF4-FFF2-40B4-BE49-F238E27FC236}">
                    <a16:creationId xmlns:a16="http://schemas.microsoft.com/office/drawing/2014/main" id="{59985963-7C30-B5AF-855C-38474B9D926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24" name="tx9651">
                <a:extLst>
                  <a:ext uri="{FF2B5EF4-FFF2-40B4-BE49-F238E27FC236}">
                    <a16:creationId xmlns:a16="http://schemas.microsoft.com/office/drawing/2014/main" id="{8D2A3F7A-B347-8C2B-7135-E532C317857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25" name="tx9652">
                <a:extLst>
                  <a:ext uri="{FF2B5EF4-FFF2-40B4-BE49-F238E27FC236}">
                    <a16:creationId xmlns:a16="http://schemas.microsoft.com/office/drawing/2014/main" id="{794508B3-A175-8A5F-CF33-3F6F8C36056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26" name="tx9653">
                <a:extLst>
                  <a:ext uri="{FF2B5EF4-FFF2-40B4-BE49-F238E27FC236}">
                    <a16:creationId xmlns:a16="http://schemas.microsoft.com/office/drawing/2014/main" id="{689E7DB9-9ECB-1BBF-A3AE-A56A1759E4D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27" name="tx9654">
                <a:extLst>
                  <a:ext uri="{FF2B5EF4-FFF2-40B4-BE49-F238E27FC236}">
                    <a16:creationId xmlns:a16="http://schemas.microsoft.com/office/drawing/2014/main" id="{815C6647-945B-505A-F8AE-76FA9E651B3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28" name="tx9655">
                <a:extLst>
                  <a:ext uri="{FF2B5EF4-FFF2-40B4-BE49-F238E27FC236}">
                    <a16:creationId xmlns:a16="http://schemas.microsoft.com/office/drawing/2014/main" id="{EA46343B-C737-7E2E-F059-C17573752EF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29" name="tx9656">
                <a:extLst>
                  <a:ext uri="{FF2B5EF4-FFF2-40B4-BE49-F238E27FC236}">
                    <a16:creationId xmlns:a16="http://schemas.microsoft.com/office/drawing/2014/main" id="{D5BF7D66-02C3-9074-B1BA-252CC3D7981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30" name="tx9657">
                <a:extLst>
                  <a:ext uri="{FF2B5EF4-FFF2-40B4-BE49-F238E27FC236}">
                    <a16:creationId xmlns:a16="http://schemas.microsoft.com/office/drawing/2014/main" id="{CBE9956D-003C-602E-CCC1-5DB8B8F3755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31" name="tx9658">
                <a:extLst>
                  <a:ext uri="{FF2B5EF4-FFF2-40B4-BE49-F238E27FC236}">
                    <a16:creationId xmlns:a16="http://schemas.microsoft.com/office/drawing/2014/main" id="{FF17C801-E7CB-8A39-6867-35329F39806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32" name="tx9659">
                <a:extLst>
                  <a:ext uri="{FF2B5EF4-FFF2-40B4-BE49-F238E27FC236}">
                    <a16:creationId xmlns:a16="http://schemas.microsoft.com/office/drawing/2014/main" id="{BF1A7488-EADE-438F-48D0-E29ECE3D73A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33" name="tx9660">
                <a:extLst>
                  <a:ext uri="{FF2B5EF4-FFF2-40B4-BE49-F238E27FC236}">
                    <a16:creationId xmlns:a16="http://schemas.microsoft.com/office/drawing/2014/main" id="{8159B1F9-6AF7-2455-2281-10DB46DE615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34" name="tx9661">
                <a:extLst>
                  <a:ext uri="{FF2B5EF4-FFF2-40B4-BE49-F238E27FC236}">
                    <a16:creationId xmlns:a16="http://schemas.microsoft.com/office/drawing/2014/main" id="{5FC95944-04E9-A375-7449-9569D0D93F0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35" name="tx9662">
                <a:extLst>
                  <a:ext uri="{FF2B5EF4-FFF2-40B4-BE49-F238E27FC236}">
                    <a16:creationId xmlns:a16="http://schemas.microsoft.com/office/drawing/2014/main" id="{0E18B0AF-03D9-A76F-6446-C0E313C7353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36" name="tx9663">
                <a:extLst>
                  <a:ext uri="{FF2B5EF4-FFF2-40B4-BE49-F238E27FC236}">
                    <a16:creationId xmlns:a16="http://schemas.microsoft.com/office/drawing/2014/main" id="{CCA92CAB-E925-3FFA-B1D9-62544D2B941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37" name="tx9664">
                <a:extLst>
                  <a:ext uri="{FF2B5EF4-FFF2-40B4-BE49-F238E27FC236}">
                    <a16:creationId xmlns:a16="http://schemas.microsoft.com/office/drawing/2014/main" id="{F72E9726-AB78-B03A-C42F-87648B53F70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38" name="tx9665">
                <a:extLst>
                  <a:ext uri="{FF2B5EF4-FFF2-40B4-BE49-F238E27FC236}">
                    <a16:creationId xmlns:a16="http://schemas.microsoft.com/office/drawing/2014/main" id="{5AB34FA4-6260-7781-D729-CD433F3D2E8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39" name="tx9666">
                <a:extLst>
                  <a:ext uri="{FF2B5EF4-FFF2-40B4-BE49-F238E27FC236}">
                    <a16:creationId xmlns:a16="http://schemas.microsoft.com/office/drawing/2014/main" id="{E29247FE-AEC1-1B4F-E2AA-1A56B79062A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40" name="tx9667">
                <a:extLst>
                  <a:ext uri="{FF2B5EF4-FFF2-40B4-BE49-F238E27FC236}">
                    <a16:creationId xmlns:a16="http://schemas.microsoft.com/office/drawing/2014/main" id="{21225AD1-B64F-30CF-B4B9-B446F48F7FA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41" name="tx9668">
                <a:extLst>
                  <a:ext uri="{FF2B5EF4-FFF2-40B4-BE49-F238E27FC236}">
                    <a16:creationId xmlns:a16="http://schemas.microsoft.com/office/drawing/2014/main" id="{62226863-0B54-5D84-7AEC-5096D77CD13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42" name="tx9669">
                <a:extLst>
                  <a:ext uri="{FF2B5EF4-FFF2-40B4-BE49-F238E27FC236}">
                    <a16:creationId xmlns:a16="http://schemas.microsoft.com/office/drawing/2014/main" id="{5A9BE0CA-3B9B-B1B9-2128-782E11BDBB9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43" name="tx9670">
                <a:extLst>
                  <a:ext uri="{FF2B5EF4-FFF2-40B4-BE49-F238E27FC236}">
                    <a16:creationId xmlns:a16="http://schemas.microsoft.com/office/drawing/2014/main" id="{FA5CC543-9977-61F6-D90C-0770A7D2E57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44" name="tx9671">
                <a:extLst>
                  <a:ext uri="{FF2B5EF4-FFF2-40B4-BE49-F238E27FC236}">
                    <a16:creationId xmlns:a16="http://schemas.microsoft.com/office/drawing/2014/main" id="{5F5A5860-9F88-34D4-3DC6-EF1BE08FB32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45" name="tx9672">
                <a:extLst>
                  <a:ext uri="{FF2B5EF4-FFF2-40B4-BE49-F238E27FC236}">
                    <a16:creationId xmlns:a16="http://schemas.microsoft.com/office/drawing/2014/main" id="{C623B7A6-49AA-9018-0E57-076F73D7ACF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46" name="tx9673">
                <a:extLst>
                  <a:ext uri="{FF2B5EF4-FFF2-40B4-BE49-F238E27FC236}">
                    <a16:creationId xmlns:a16="http://schemas.microsoft.com/office/drawing/2014/main" id="{6DB8A443-ED96-3A91-8442-F2D08737886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47" name="tx9674">
                <a:extLst>
                  <a:ext uri="{FF2B5EF4-FFF2-40B4-BE49-F238E27FC236}">
                    <a16:creationId xmlns:a16="http://schemas.microsoft.com/office/drawing/2014/main" id="{4436A52D-3AAF-083E-4381-A2B13B22271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48" name="tx9675">
                <a:extLst>
                  <a:ext uri="{FF2B5EF4-FFF2-40B4-BE49-F238E27FC236}">
                    <a16:creationId xmlns:a16="http://schemas.microsoft.com/office/drawing/2014/main" id="{312E4BE0-5185-C9E7-62B9-78E806D6FF2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49" name="tx9676">
                <a:extLst>
                  <a:ext uri="{FF2B5EF4-FFF2-40B4-BE49-F238E27FC236}">
                    <a16:creationId xmlns:a16="http://schemas.microsoft.com/office/drawing/2014/main" id="{78B6D13E-9C56-6688-AEBD-D75C6C167EC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50" name="tx9677">
                <a:extLst>
                  <a:ext uri="{FF2B5EF4-FFF2-40B4-BE49-F238E27FC236}">
                    <a16:creationId xmlns:a16="http://schemas.microsoft.com/office/drawing/2014/main" id="{802BC53C-5DE7-D37E-8392-54303FB5CCB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51" name="tx9678">
                <a:extLst>
                  <a:ext uri="{FF2B5EF4-FFF2-40B4-BE49-F238E27FC236}">
                    <a16:creationId xmlns:a16="http://schemas.microsoft.com/office/drawing/2014/main" id="{0CAA02FE-5FA1-689E-844B-F64E877EB4D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52" name="tx9679">
                <a:extLst>
                  <a:ext uri="{FF2B5EF4-FFF2-40B4-BE49-F238E27FC236}">
                    <a16:creationId xmlns:a16="http://schemas.microsoft.com/office/drawing/2014/main" id="{AD177308-A9C5-7DCB-B992-C0CE0108D08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53" name="tx9680">
                <a:extLst>
                  <a:ext uri="{FF2B5EF4-FFF2-40B4-BE49-F238E27FC236}">
                    <a16:creationId xmlns:a16="http://schemas.microsoft.com/office/drawing/2014/main" id="{C3676A67-9986-C265-9D13-72B2290FF8F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54" name="tx9681">
                <a:extLst>
                  <a:ext uri="{FF2B5EF4-FFF2-40B4-BE49-F238E27FC236}">
                    <a16:creationId xmlns:a16="http://schemas.microsoft.com/office/drawing/2014/main" id="{EC272419-1234-5D01-7F10-0D40AA7AF5D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55" name="tx9682">
                <a:extLst>
                  <a:ext uri="{FF2B5EF4-FFF2-40B4-BE49-F238E27FC236}">
                    <a16:creationId xmlns:a16="http://schemas.microsoft.com/office/drawing/2014/main" id="{3B85CB86-2B52-C695-C23D-0930D099641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56" name="tx9683">
                <a:extLst>
                  <a:ext uri="{FF2B5EF4-FFF2-40B4-BE49-F238E27FC236}">
                    <a16:creationId xmlns:a16="http://schemas.microsoft.com/office/drawing/2014/main" id="{0C080D60-5DA8-BD1D-3876-416DEB9B43B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57" name="tx9684">
                <a:extLst>
                  <a:ext uri="{FF2B5EF4-FFF2-40B4-BE49-F238E27FC236}">
                    <a16:creationId xmlns:a16="http://schemas.microsoft.com/office/drawing/2014/main" id="{744755A2-2556-1C7D-9E5C-D60D24114EA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58" name="tx9685">
                <a:extLst>
                  <a:ext uri="{FF2B5EF4-FFF2-40B4-BE49-F238E27FC236}">
                    <a16:creationId xmlns:a16="http://schemas.microsoft.com/office/drawing/2014/main" id="{7DFE0780-E2BE-77A8-D313-31F5892BBE0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59" name="tx9686">
                <a:extLst>
                  <a:ext uri="{FF2B5EF4-FFF2-40B4-BE49-F238E27FC236}">
                    <a16:creationId xmlns:a16="http://schemas.microsoft.com/office/drawing/2014/main" id="{1CA1B52A-0F70-53C4-B30A-391E4935E96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60" name="tx9687">
                <a:extLst>
                  <a:ext uri="{FF2B5EF4-FFF2-40B4-BE49-F238E27FC236}">
                    <a16:creationId xmlns:a16="http://schemas.microsoft.com/office/drawing/2014/main" id="{6F94D762-160D-496A-E7F6-9F5A08427BD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61" name="tx9688">
                <a:extLst>
                  <a:ext uri="{FF2B5EF4-FFF2-40B4-BE49-F238E27FC236}">
                    <a16:creationId xmlns:a16="http://schemas.microsoft.com/office/drawing/2014/main" id="{1E571D5F-7BB9-8C3D-0CC4-0FD996F5DD6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62" name="tx9689">
                <a:extLst>
                  <a:ext uri="{FF2B5EF4-FFF2-40B4-BE49-F238E27FC236}">
                    <a16:creationId xmlns:a16="http://schemas.microsoft.com/office/drawing/2014/main" id="{05E729D5-7E73-BC1C-1048-894CA561A67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63" name="tx9690">
                <a:extLst>
                  <a:ext uri="{FF2B5EF4-FFF2-40B4-BE49-F238E27FC236}">
                    <a16:creationId xmlns:a16="http://schemas.microsoft.com/office/drawing/2014/main" id="{974E532A-AC31-3BB5-1BCA-E12BB0762A2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64" name="tx9691">
                <a:extLst>
                  <a:ext uri="{FF2B5EF4-FFF2-40B4-BE49-F238E27FC236}">
                    <a16:creationId xmlns:a16="http://schemas.microsoft.com/office/drawing/2014/main" id="{7C0883E0-0A6C-73D9-83ED-A5E0EF976BD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65" name="tx9692">
                <a:extLst>
                  <a:ext uri="{FF2B5EF4-FFF2-40B4-BE49-F238E27FC236}">
                    <a16:creationId xmlns:a16="http://schemas.microsoft.com/office/drawing/2014/main" id="{0B1A99B8-73DB-82A2-BDD5-02C7CE45F60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66" name="tx9693">
                <a:extLst>
                  <a:ext uri="{FF2B5EF4-FFF2-40B4-BE49-F238E27FC236}">
                    <a16:creationId xmlns:a16="http://schemas.microsoft.com/office/drawing/2014/main" id="{6C6A2802-8DE4-79DB-5363-9BA62F21E5C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67" name="tx9694">
                <a:extLst>
                  <a:ext uri="{FF2B5EF4-FFF2-40B4-BE49-F238E27FC236}">
                    <a16:creationId xmlns:a16="http://schemas.microsoft.com/office/drawing/2014/main" id="{39BCB427-ECF2-090B-E6C0-ED9DA2C1708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68" name="tx9695">
                <a:extLst>
                  <a:ext uri="{FF2B5EF4-FFF2-40B4-BE49-F238E27FC236}">
                    <a16:creationId xmlns:a16="http://schemas.microsoft.com/office/drawing/2014/main" id="{4552C9B1-B571-1138-AA9D-8ACD638F4B7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69" name="tx9696">
                <a:extLst>
                  <a:ext uri="{FF2B5EF4-FFF2-40B4-BE49-F238E27FC236}">
                    <a16:creationId xmlns:a16="http://schemas.microsoft.com/office/drawing/2014/main" id="{F98532B0-6040-2836-CAD9-433E6ECA5AE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70" name="tx9697">
                <a:extLst>
                  <a:ext uri="{FF2B5EF4-FFF2-40B4-BE49-F238E27FC236}">
                    <a16:creationId xmlns:a16="http://schemas.microsoft.com/office/drawing/2014/main" id="{36B65E75-5932-C455-057A-D2AA0BEFE91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71" name="tx9698">
                <a:extLst>
                  <a:ext uri="{FF2B5EF4-FFF2-40B4-BE49-F238E27FC236}">
                    <a16:creationId xmlns:a16="http://schemas.microsoft.com/office/drawing/2014/main" id="{9FA08D1C-E7D0-27E7-2EF4-C2353658821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72" name="tx9699">
                <a:extLst>
                  <a:ext uri="{FF2B5EF4-FFF2-40B4-BE49-F238E27FC236}">
                    <a16:creationId xmlns:a16="http://schemas.microsoft.com/office/drawing/2014/main" id="{403EDDB3-750F-393E-37E5-56ED12B3C23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73" name="tx9700">
                <a:extLst>
                  <a:ext uri="{FF2B5EF4-FFF2-40B4-BE49-F238E27FC236}">
                    <a16:creationId xmlns:a16="http://schemas.microsoft.com/office/drawing/2014/main" id="{FB3C6F99-557E-1F34-B406-F59022A7124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74" name="tx9701">
                <a:extLst>
                  <a:ext uri="{FF2B5EF4-FFF2-40B4-BE49-F238E27FC236}">
                    <a16:creationId xmlns:a16="http://schemas.microsoft.com/office/drawing/2014/main" id="{483E872F-B31B-6861-E39D-1D40DC81799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75" name="tx9702">
                <a:extLst>
                  <a:ext uri="{FF2B5EF4-FFF2-40B4-BE49-F238E27FC236}">
                    <a16:creationId xmlns:a16="http://schemas.microsoft.com/office/drawing/2014/main" id="{7760D149-FDF0-27B4-28B1-22187214435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76" name="tx9703">
                <a:extLst>
                  <a:ext uri="{FF2B5EF4-FFF2-40B4-BE49-F238E27FC236}">
                    <a16:creationId xmlns:a16="http://schemas.microsoft.com/office/drawing/2014/main" id="{9E3019C1-CCC8-731A-A81A-91E2648A2D3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77" name="tx9704">
                <a:extLst>
                  <a:ext uri="{FF2B5EF4-FFF2-40B4-BE49-F238E27FC236}">
                    <a16:creationId xmlns:a16="http://schemas.microsoft.com/office/drawing/2014/main" id="{E4B262AB-C7A7-C0C5-44AA-13442A6C25E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78" name="tx9705">
                <a:extLst>
                  <a:ext uri="{FF2B5EF4-FFF2-40B4-BE49-F238E27FC236}">
                    <a16:creationId xmlns:a16="http://schemas.microsoft.com/office/drawing/2014/main" id="{DDBD8250-C2E8-11EA-BF10-77C31DAE79D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79" name="tx9706">
                <a:extLst>
                  <a:ext uri="{FF2B5EF4-FFF2-40B4-BE49-F238E27FC236}">
                    <a16:creationId xmlns:a16="http://schemas.microsoft.com/office/drawing/2014/main" id="{F22783DD-F201-E934-FD82-8E56E549AC7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80" name="tx9707">
                <a:extLst>
                  <a:ext uri="{FF2B5EF4-FFF2-40B4-BE49-F238E27FC236}">
                    <a16:creationId xmlns:a16="http://schemas.microsoft.com/office/drawing/2014/main" id="{ECA3634D-1291-0A06-9C7B-2A8A1FDE038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81" name="tx9708">
                <a:extLst>
                  <a:ext uri="{FF2B5EF4-FFF2-40B4-BE49-F238E27FC236}">
                    <a16:creationId xmlns:a16="http://schemas.microsoft.com/office/drawing/2014/main" id="{322C9D9C-16F5-916E-13A5-F5069614F93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82" name="tx9709">
                <a:extLst>
                  <a:ext uri="{FF2B5EF4-FFF2-40B4-BE49-F238E27FC236}">
                    <a16:creationId xmlns:a16="http://schemas.microsoft.com/office/drawing/2014/main" id="{D398AF13-75D0-78D4-8366-6E604775C7B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83" name="tx9710">
                <a:extLst>
                  <a:ext uri="{FF2B5EF4-FFF2-40B4-BE49-F238E27FC236}">
                    <a16:creationId xmlns:a16="http://schemas.microsoft.com/office/drawing/2014/main" id="{479F9D75-704D-A9F3-C4BF-962E37ED0A0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84" name="tx9711">
                <a:extLst>
                  <a:ext uri="{FF2B5EF4-FFF2-40B4-BE49-F238E27FC236}">
                    <a16:creationId xmlns:a16="http://schemas.microsoft.com/office/drawing/2014/main" id="{B8134A89-2CD7-68C0-4E06-992761B9422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85" name="tx9712">
                <a:extLst>
                  <a:ext uri="{FF2B5EF4-FFF2-40B4-BE49-F238E27FC236}">
                    <a16:creationId xmlns:a16="http://schemas.microsoft.com/office/drawing/2014/main" id="{1FE8CAFB-3F66-C9F3-C218-3F4DA49E643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86" name="tx9713">
                <a:extLst>
                  <a:ext uri="{FF2B5EF4-FFF2-40B4-BE49-F238E27FC236}">
                    <a16:creationId xmlns:a16="http://schemas.microsoft.com/office/drawing/2014/main" id="{FB9388C2-DEF2-94B9-6C89-464A86B3CF8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87" name="tx9714">
                <a:extLst>
                  <a:ext uri="{FF2B5EF4-FFF2-40B4-BE49-F238E27FC236}">
                    <a16:creationId xmlns:a16="http://schemas.microsoft.com/office/drawing/2014/main" id="{3105D1F5-BD61-5058-9404-0E3AD413C31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88" name="tx9715">
                <a:extLst>
                  <a:ext uri="{FF2B5EF4-FFF2-40B4-BE49-F238E27FC236}">
                    <a16:creationId xmlns:a16="http://schemas.microsoft.com/office/drawing/2014/main" id="{F7758F1A-26D0-3E0F-9178-4F41B38AD74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89" name="tx9716">
                <a:extLst>
                  <a:ext uri="{FF2B5EF4-FFF2-40B4-BE49-F238E27FC236}">
                    <a16:creationId xmlns:a16="http://schemas.microsoft.com/office/drawing/2014/main" id="{A2564E04-35AF-4C6D-9083-3234E8366EA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90" name="tx9717">
                <a:extLst>
                  <a:ext uri="{FF2B5EF4-FFF2-40B4-BE49-F238E27FC236}">
                    <a16:creationId xmlns:a16="http://schemas.microsoft.com/office/drawing/2014/main" id="{8CAFB9DA-631B-F8C9-6789-18786BCEDD9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91" name="tx9718">
                <a:extLst>
                  <a:ext uri="{FF2B5EF4-FFF2-40B4-BE49-F238E27FC236}">
                    <a16:creationId xmlns:a16="http://schemas.microsoft.com/office/drawing/2014/main" id="{364F5D3B-0F6B-9957-5AFB-63545805C75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92" name="tx9719">
                <a:extLst>
                  <a:ext uri="{FF2B5EF4-FFF2-40B4-BE49-F238E27FC236}">
                    <a16:creationId xmlns:a16="http://schemas.microsoft.com/office/drawing/2014/main" id="{2D99859C-85C2-26E2-B07E-295062106E9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93" name="tx9720">
                <a:extLst>
                  <a:ext uri="{FF2B5EF4-FFF2-40B4-BE49-F238E27FC236}">
                    <a16:creationId xmlns:a16="http://schemas.microsoft.com/office/drawing/2014/main" id="{758B2EF5-BCD6-3E15-8183-C58A083B34F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94" name="tx9721">
                <a:extLst>
                  <a:ext uri="{FF2B5EF4-FFF2-40B4-BE49-F238E27FC236}">
                    <a16:creationId xmlns:a16="http://schemas.microsoft.com/office/drawing/2014/main" id="{C6C6CC8A-4C80-DFB6-9111-28B8532009A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95" name="tx9722">
                <a:extLst>
                  <a:ext uri="{FF2B5EF4-FFF2-40B4-BE49-F238E27FC236}">
                    <a16:creationId xmlns:a16="http://schemas.microsoft.com/office/drawing/2014/main" id="{9B455561-6579-2F27-9C95-D08687984A1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96" name="tx9723">
                <a:extLst>
                  <a:ext uri="{FF2B5EF4-FFF2-40B4-BE49-F238E27FC236}">
                    <a16:creationId xmlns:a16="http://schemas.microsoft.com/office/drawing/2014/main" id="{67205765-65DF-4F59-38DB-4CF3BD97626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97" name="tx9724">
                <a:extLst>
                  <a:ext uri="{FF2B5EF4-FFF2-40B4-BE49-F238E27FC236}">
                    <a16:creationId xmlns:a16="http://schemas.microsoft.com/office/drawing/2014/main" id="{E6CE39F1-BAF7-CA6D-9B4C-C144716A1EC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098" name="tx9725">
                <a:extLst>
                  <a:ext uri="{FF2B5EF4-FFF2-40B4-BE49-F238E27FC236}">
                    <a16:creationId xmlns:a16="http://schemas.microsoft.com/office/drawing/2014/main" id="{EF1C8E65-B097-6AC5-855F-51C6788E95A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099" name="tx9726">
                <a:extLst>
                  <a:ext uri="{FF2B5EF4-FFF2-40B4-BE49-F238E27FC236}">
                    <a16:creationId xmlns:a16="http://schemas.microsoft.com/office/drawing/2014/main" id="{B8CB0222-DABF-40E7-1DC5-AE8E1304DFC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00" name="tx9727">
                <a:extLst>
                  <a:ext uri="{FF2B5EF4-FFF2-40B4-BE49-F238E27FC236}">
                    <a16:creationId xmlns:a16="http://schemas.microsoft.com/office/drawing/2014/main" id="{6C6FDF5C-C892-544D-2E87-BD69428EDE7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01" name="tx9728">
                <a:extLst>
                  <a:ext uri="{FF2B5EF4-FFF2-40B4-BE49-F238E27FC236}">
                    <a16:creationId xmlns:a16="http://schemas.microsoft.com/office/drawing/2014/main" id="{D155BC2C-23DE-AA42-98B3-E83837AD5E3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02" name="tx9729">
                <a:extLst>
                  <a:ext uri="{FF2B5EF4-FFF2-40B4-BE49-F238E27FC236}">
                    <a16:creationId xmlns:a16="http://schemas.microsoft.com/office/drawing/2014/main" id="{DE9C4367-23C9-CD7F-10FF-26D58C6D557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03" name="tx9730">
                <a:extLst>
                  <a:ext uri="{FF2B5EF4-FFF2-40B4-BE49-F238E27FC236}">
                    <a16:creationId xmlns:a16="http://schemas.microsoft.com/office/drawing/2014/main" id="{B43A22EB-DCA0-D360-139C-4663876EAA5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04" name="tx9731">
                <a:extLst>
                  <a:ext uri="{FF2B5EF4-FFF2-40B4-BE49-F238E27FC236}">
                    <a16:creationId xmlns:a16="http://schemas.microsoft.com/office/drawing/2014/main" id="{2008BF6F-7955-703A-0EC6-4C294B5D036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05" name="tx9732">
                <a:extLst>
                  <a:ext uri="{FF2B5EF4-FFF2-40B4-BE49-F238E27FC236}">
                    <a16:creationId xmlns:a16="http://schemas.microsoft.com/office/drawing/2014/main" id="{41297820-7D85-0552-8288-7E0AA4D514B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06" name="tx9733">
                <a:extLst>
                  <a:ext uri="{FF2B5EF4-FFF2-40B4-BE49-F238E27FC236}">
                    <a16:creationId xmlns:a16="http://schemas.microsoft.com/office/drawing/2014/main" id="{645485A6-9D0B-DE77-336D-5A920F3F544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07" name="tx9734">
                <a:extLst>
                  <a:ext uri="{FF2B5EF4-FFF2-40B4-BE49-F238E27FC236}">
                    <a16:creationId xmlns:a16="http://schemas.microsoft.com/office/drawing/2014/main" id="{D635FB07-6C39-EAD1-EEBA-6415DCAFD96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08" name="tx9735">
                <a:extLst>
                  <a:ext uri="{FF2B5EF4-FFF2-40B4-BE49-F238E27FC236}">
                    <a16:creationId xmlns:a16="http://schemas.microsoft.com/office/drawing/2014/main" id="{93949D86-E718-5494-AAAE-04A4A047A82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09" name="tx9736">
                <a:extLst>
                  <a:ext uri="{FF2B5EF4-FFF2-40B4-BE49-F238E27FC236}">
                    <a16:creationId xmlns:a16="http://schemas.microsoft.com/office/drawing/2014/main" id="{EC04C7B0-E095-4953-B9E1-121975B1C8B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10" name="tx9737">
                <a:extLst>
                  <a:ext uri="{FF2B5EF4-FFF2-40B4-BE49-F238E27FC236}">
                    <a16:creationId xmlns:a16="http://schemas.microsoft.com/office/drawing/2014/main" id="{AE2C674B-33C0-FE88-D284-8756BDA6ED9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11" name="tx9738">
                <a:extLst>
                  <a:ext uri="{FF2B5EF4-FFF2-40B4-BE49-F238E27FC236}">
                    <a16:creationId xmlns:a16="http://schemas.microsoft.com/office/drawing/2014/main" id="{3D670DE9-5A15-CF2A-4934-9017A006188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12" name="tx9739">
                <a:extLst>
                  <a:ext uri="{FF2B5EF4-FFF2-40B4-BE49-F238E27FC236}">
                    <a16:creationId xmlns:a16="http://schemas.microsoft.com/office/drawing/2014/main" id="{575B1D16-491E-509F-6DBB-F6ED969179C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13" name="tx9740">
                <a:extLst>
                  <a:ext uri="{FF2B5EF4-FFF2-40B4-BE49-F238E27FC236}">
                    <a16:creationId xmlns:a16="http://schemas.microsoft.com/office/drawing/2014/main" id="{B438D11A-63E3-305B-5B6B-DB486C45F95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14" name="tx9741">
                <a:extLst>
                  <a:ext uri="{FF2B5EF4-FFF2-40B4-BE49-F238E27FC236}">
                    <a16:creationId xmlns:a16="http://schemas.microsoft.com/office/drawing/2014/main" id="{45CF2F04-793D-F199-0272-8951793E974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15" name="tx9742">
                <a:extLst>
                  <a:ext uri="{FF2B5EF4-FFF2-40B4-BE49-F238E27FC236}">
                    <a16:creationId xmlns:a16="http://schemas.microsoft.com/office/drawing/2014/main" id="{047936F3-1F0D-F132-CE86-3C679B4AC7D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16" name="tx9743">
                <a:extLst>
                  <a:ext uri="{FF2B5EF4-FFF2-40B4-BE49-F238E27FC236}">
                    <a16:creationId xmlns:a16="http://schemas.microsoft.com/office/drawing/2014/main" id="{E0FA2D45-DAEF-A5E5-035D-66962A86B67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17" name="tx9744">
                <a:extLst>
                  <a:ext uri="{FF2B5EF4-FFF2-40B4-BE49-F238E27FC236}">
                    <a16:creationId xmlns:a16="http://schemas.microsoft.com/office/drawing/2014/main" id="{85FB7D10-C365-C4D8-2148-4C464E3E2E9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18" name="tx9745">
                <a:extLst>
                  <a:ext uri="{FF2B5EF4-FFF2-40B4-BE49-F238E27FC236}">
                    <a16:creationId xmlns:a16="http://schemas.microsoft.com/office/drawing/2014/main" id="{83E5C525-3974-13C7-F573-944E61F2B14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19" name="tx9746">
                <a:extLst>
                  <a:ext uri="{FF2B5EF4-FFF2-40B4-BE49-F238E27FC236}">
                    <a16:creationId xmlns:a16="http://schemas.microsoft.com/office/drawing/2014/main" id="{BDCA9DAD-78A7-C46B-C077-4884F795B74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20" name="tx9747">
                <a:extLst>
                  <a:ext uri="{FF2B5EF4-FFF2-40B4-BE49-F238E27FC236}">
                    <a16:creationId xmlns:a16="http://schemas.microsoft.com/office/drawing/2014/main" id="{743A7D5B-48FE-EAC5-F28D-46D89E13776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21" name="tx9748">
                <a:extLst>
                  <a:ext uri="{FF2B5EF4-FFF2-40B4-BE49-F238E27FC236}">
                    <a16:creationId xmlns:a16="http://schemas.microsoft.com/office/drawing/2014/main" id="{527DB246-7CD9-E6A6-1938-75665746092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22" name="tx9749">
                <a:extLst>
                  <a:ext uri="{FF2B5EF4-FFF2-40B4-BE49-F238E27FC236}">
                    <a16:creationId xmlns:a16="http://schemas.microsoft.com/office/drawing/2014/main" id="{A58B07D2-4D45-CE62-C595-0B440782FBB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23" name="tx9750">
                <a:extLst>
                  <a:ext uri="{FF2B5EF4-FFF2-40B4-BE49-F238E27FC236}">
                    <a16:creationId xmlns:a16="http://schemas.microsoft.com/office/drawing/2014/main" id="{E48917DF-39DB-D376-C6C4-2AE4538B5E0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24" name="tx9751">
                <a:extLst>
                  <a:ext uri="{FF2B5EF4-FFF2-40B4-BE49-F238E27FC236}">
                    <a16:creationId xmlns:a16="http://schemas.microsoft.com/office/drawing/2014/main" id="{0C45F1AC-3531-FF96-9181-38C5EB50223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25" name="tx9752">
                <a:extLst>
                  <a:ext uri="{FF2B5EF4-FFF2-40B4-BE49-F238E27FC236}">
                    <a16:creationId xmlns:a16="http://schemas.microsoft.com/office/drawing/2014/main" id="{15783F17-E0B4-A21B-0630-3FDAA18D5A8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26" name="tx9753">
                <a:extLst>
                  <a:ext uri="{FF2B5EF4-FFF2-40B4-BE49-F238E27FC236}">
                    <a16:creationId xmlns:a16="http://schemas.microsoft.com/office/drawing/2014/main" id="{3D6B7308-6DEB-D347-84D4-304D25B18DE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27" name="tx9754">
                <a:extLst>
                  <a:ext uri="{FF2B5EF4-FFF2-40B4-BE49-F238E27FC236}">
                    <a16:creationId xmlns:a16="http://schemas.microsoft.com/office/drawing/2014/main" id="{9CEEF1ED-5872-865A-7161-FDFA2B77C17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28" name="tx9755">
                <a:extLst>
                  <a:ext uri="{FF2B5EF4-FFF2-40B4-BE49-F238E27FC236}">
                    <a16:creationId xmlns:a16="http://schemas.microsoft.com/office/drawing/2014/main" id="{319D6DD7-9C12-4D8E-0A35-5D1C643C037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29" name="tx9756">
                <a:extLst>
                  <a:ext uri="{FF2B5EF4-FFF2-40B4-BE49-F238E27FC236}">
                    <a16:creationId xmlns:a16="http://schemas.microsoft.com/office/drawing/2014/main" id="{116D9701-7D14-2638-03EF-56260569084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30" name="tx9757">
                <a:extLst>
                  <a:ext uri="{FF2B5EF4-FFF2-40B4-BE49-F238E27FC236}">
                    <a16:creationId xmlns:a16="http://schemas.microsoft.com/office/drawing/2014/main" id="{35764288-C42E-E8FD-BAB4-A328C6DAE8E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31" name="tx9758">
                <a:extLst>
                  <a:ext uri="{FF2B5EF4-FFF2-40B4-BE49-F238E27FC236}">
                    <a16:creationId xmlns:a16="http://schemas.microsoft.com/office/drawing/2014/main" id="{8E194A6F-24CE-798A-09F9-E61250A1A36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32" name="tx9759">
                <a:extLst>
                  <a:ext uri="{FF2B5EF4-FFF2-40B4-BE49-F238E27FC236}">
                    <a16:creationId xmlns:a16="http://schemas.microsoft.com/office/drawing/2014/main" id="{61B21A4D-4FB9-6B90-B4AE-8A786BFB699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33" name="tx9760">
                <a:extLst>
                  <a:ext uri="{FF2B5EF4-FFF2-40B4-BE49-F238E27FC236}">
                    <a16:creationId xmlns:a16="http://schemas.microsoft.com/office/drawing/2014/main" id="{9DB6D267-C78F-2763-4FF1-1997C493139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34" name="tx9761">
                <a:extLst>
                  <a:ext uri="{FF2B5EF4-FFF2-40B4-BE49-F238E27FC236}">
                    <a16:creationId xmlns:a16="http://schemas.microsoft.com/office/drawing/2014/main" id="{367DF728-5EB0-2B65-907F-10AFED2805C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35" name="tx9762">
                <a:extLst>
                  <a:ext uri="{FF2B5EF4-FFF2-40B4-BE49-F238E27FC236}">
                    <a16:creationId xmlns:a16="http://schemas.microsoft.com/office/drawing/2014/main" id="{B3CFF7DA-D56F-269A-E697-FA2522FE051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36" name="tx9763">
                <a:extLst>
                  <a:ext uri="{FF2B5EF4-FFF2-40B4-BE49-F238E27FC236}">
                    <a16:creationId xmlns:a16="http://schemas.microsoft.com/office/drawing/2014/main" id="{C2DA54C9-7680-80DC-5D78-C8DF5E28872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37" name="tx9764">
                <a:extLst>
                  <a:ext uri="{FF2B5EF4-FFF2-40B4-BE49-F238E27FC236}">
                    <a16:creationId xmlns:a16="http://schemas.microsoft.com/office/drawing/2014/main" id="{4D7FA4B6-3024-C891-B952-E6A76738AAF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38" name="tx9765">
                <a:extLst>
                  <a:ext uri="{FF2B5EF4-FFF2-40B4-BE49-F238E27FC236}">
                    <a16:creationId xmlns:a16="http://schemas.microsoft.com/office/drawing/2014/main" id="{1A15C88F-A376-81BB-435C-5BAB4D547AA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39" name="tx9766">
                <a:extLst>
                  <a:ext uri="{FF2B5EF4-FFF2-40B4-BE49-F238E27FC236}">
                    <a16:creationId xmlns:a16="http://schemas.microsoft.com/office/drawing/2014/main" id="{933EECF5-6C14-1690-2F9A-41C0CA22951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40" name="tx9767">
                <a:extLst>
                  <a:ext uri="{FF2B5EF4-FFF2-40B4-BE49-F238E27FC236}">
                    <a16:creationId xmlns:a16="http://schemas.microsoft.com/office/drawing/2014/main" id="{F6B7378C-7EBA-1347-FD07-5701BD5887D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41" name="tx9768">
                <a:extLst>
                  <a:ext uri="{FF2B5EF4-FFF2-40B4-BE49-F238E27FC236}">
                    <a16:creationId xmlns:a16="http://schemas.microsoft.com/office/drawing/2014/main" id="{E35ED170-BB1E-70C9-AB0B-79979742D3A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42" name="tx9769">
                <a:extLst>
                  <a:ext uri="{FF2B5EF4-FFF2-40B4-BE49-F238E27FC236}">
                    <a16:creationId xmlns:a16="http://schemas.microsoft.com/office/drawing/2014/main" id="{2F4BE95D-F59F-EE29-ACA6-C3917DA3E9A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43" name="tx9770">
                <a:extLst>
                  <a:ext uri="{FF2B5EF4-FFF2-40B4-BE49-F238E27FC236}">
                    <a16:creationId xmlns:a16="http://schemas.microsoft.com/office/drawing/2014/main" id="{CB9E0152-034C-983F-A0AB-0E1C65FEF49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44" name="tx9771">
                <a:extLst>
                  <a:ext uri="{FF2B5EF4-FFF2-40B4-BE49-F238E27FC236}">
                    <a16:creationId xmlns:a16="http://schemas.microsoft.com/office/drawing/2014/main" id="{BD3ADAA4-4D19-1192-B55B-2C473EE1713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45" name="tx9772">
                <a:extLst>
                  <a:ext uri="{FF2B5EF4-FFF2-40B4-BE49-F238E27FC236}">
                    <a16:creationId xmlns:a16="http://schemas.microsoft.com/office/drawing/2014/main" id="{2E44868E-F894-1BDD-493F-095F383E43C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46" name="tx9773">
                <a:extLst>
                  <a:ext uri="{FF2B5EF4-FFF2-40B4-BE49-F238E27FC236}">
                    <a16:creationId xmlns:a16="http://schemas.microsoft.com/office/drawing/2014/main" id="{78DB10BF-5365-EA35-987B-358355AE316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47" name="tx9774">
                <a:extLst>
                  <a:ext uri="{FF2B5EF4-FFF2-40B4-BE49-F238E27FC236}">
                    <a16:creationId xmlns:a16="http://schemas.microsoft.com/office/drawing/2014/main" id="{D2A6649C-141E-2A26-A7CB-5B6D722F1A1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48" name="tx9775">
                <a:extLst>
                  <a:ext uri="{FF2B5EF4-FFF2-40B4-BE49-F238E27FC236}">
                    <a16:creationId xmlns:a16="http://schemas.microsoft.com/office/drawing/2014/main" id="{C97DEA69-57E2-6A06-4FDF-1E9796C9711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49" name="tx9776">
                <a:extLst>
                  <a:ext uri="{FF2B5EF4-FFF2-40B4-BE49-F238E27FC236}">
                    <a16:creationId xmlns:a16="http://schemas.microsoft.com/office/drawing/2014/main" id="{14C15620-BCFB-70EE-9FA8-BDAF3BFAD11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50" name="tx9777">
                <a:extLst>
                  <a:ext uri="{FF2B5EF4-FFF2-40B4-BE49-F238E27FC236}">
                    <a16:creationId xmlns:a16="http://schemas.microsoft.com/office/drawing/2014/main" id="{9575DC62-2923-50E7-23EB-9D25FF4CDD5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51" name="tx9778">
                <a:extLst>
                  <a:ext uri="{FF2B5EF4-FFF2-40B4-BE49-F238E27FC236}">
                    <a16:creationId xmlns:a16="http://schemas.microsoft.com/office/drawing/2014/main" id="{3151DBCD-ED1A-2970-6829-1A3568675F1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52" name="tx9779">
                <a:extLst>
                  <a:ext uri="{FF2B5EF4-FFF2-40B4-BE49-F238E27FC236}">
                    <a16:creationId xmlns:a16="http://schemas.microsoft.com/office/drawing/2014/main" id="{E4101C4F-FD40-5080-8E7F-F362AAD79E4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53" name="tx9780">
                <a:extLst>
                  <a:ext uri="{FF2B5EF4-FFF2-40B4-BE49-F238E27FC236}">
                    <a16:creationId xmlns:a16="http://schemas.microsoft.com/office/drawing/2014/main" id="{7425EE81-38AC-DB40-800B-B3175683984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54" name="tx9781">
                <a:extLst>
                  <a:ext uri="{FF2B5EF4-FFF2-40B4-BE49-F238E27FC236}">
                    <a16:creationId xmlns:a16="http://schemas.microsoft.com/office/drawing/2014/main" id="{0A7B2B58-FB9A-F03E-9813-D6915996574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55" name="tx9782">
                <a:extLst>
                  <a:ext uri="{FF2B5EF4-FFF2-40B4-BE49-F238E27FC236}">
                    <a16:creationId xmlns:a16="http://schemas.microsoft.com/office/drawing/2014/main" id="{1E7A2BAC-5494-BCF8-3F1C-5BE6168E919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56" name="tx9783">
                <a:extLst>
                  <a:ext uri="{FF2B5EF4-FFF2-40B4-BE49-F238E27FC236}">
                    <a16:creationId xmlns:a16="http://schemas.microsoft.com/office/drawing/2014/main" id="{D38564CD-D0AC-99DB-5CE6-F606E41053B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57" name="tx9784">
                <a:extLst>
                  <a:ext uri="{FF2B5EF4-FFF2-40B4-BE49-F238E27FC236}">
                    <a16:creationId xmlns:a16="http://schemas.microsoft.com/office/drawing/2014/main" id="{4DA2FC85-95A8-D974-A67F-CB4BA59EB06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58" name="tx9785">
                <a:extLst>
                  <a:ext uri="{FF2B5EF4-FFF2-40B4-BE49-F238E27FC236}">
                    <a16:creationId xmlns:a16="http://schemas.microsoft.com/office/drawing/2014/main" id="{459D5F57-8F57-62C9-D171-7116E357D5C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59" name="tx9786">
                <a:extLst>
                  <a:ext uri="{FF2B5EF4-FFF2-40B4-BE49-F238E27FC236}">
                    <a16:creationId xmlns:a16="http://schemas.microsoft.com/office/drawing/2014/main" id="{8386032A-3556-2E11-01CF-9D64262EC3D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60" name="tx9787">
                <a:extLst>
                  <a:ext uri="{FF2B5EF4-FFF2-40B4-BE49-F238E27FC236}">
                    <a16:creationId xmlns:a16="http://schemas.microsoft.com/office/drawing/2014/main" id="{0BAC5CAA-5FAD-A593-AD0B-C3A2D21ECDB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61" name="tx9788">
                <a:extLst>
                  <a:ext uri="{FF2B5EF4-FFF2-40B4-BE49-F238E27FC236}">
                    <a16:creationId xmlns:a16="http://schemas.microsoft.com/office/drawing/2014/main" id="{ACA07BB3-A706-213F-6466-539F1470353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62" name="tx9789">
                <a:extLst>
                  <a:ext uri="{FF2B5EF4-FFF2-40B4-BE49-F238E27FC236}">
                    <a16:creationId xmlns:a16="http://schemas.microsoft.com/office/drawing/2014/main" id="{7F66545C-0F42-96E1-F81F-2EC045EDC08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63" name="tx9790">
                <a:extLst>
                  <a:ext uri="{FF2B5EF4-FFF2-40B4-BE49-F238E27FC236}">
                    <a16:creationId xmlns:a16="http://schemas.microsoft.com/office/drawing/2014/main" id="{E585B1CD-1DE8-408D-0B99-B845210347C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64" name="tx9791">
                <a:extLst>
                  <a:ext uri="{FF2B5EF4-FFF2-40B4-BE49-F238E27FC236}">
                    <a16:creationId xmlns:a16="http://schemas.microsoft.com/office/drawing/2014/main" id="{1E8F4CE8-8752-F290-F65E-1BF37D9DCF6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65" name="tx9792">
                <a:extLst>
                  <a:ext uri="{FF2B5EF4-FFF2-40B4-BE49-F238E27FC236}">
                    <a16:creationId xmlns:a16="http://schemas.microsoft.com/office/drawing/2014/main" id="{5E64C16F-780F-9807-7781-D606981C390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66" name="tx9793">
                <a:extLst>
                  <a:ext uri="{FF2B5EF4-FFF2-40B4-BE49-F238E27FC236}">
                    <a16:creationId xmlns:a16="http://schemas.microsoft.com/office/drawing/2014/main" id="{32B43BE0-FA60-F646-7E4C-367179E6601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67" name="tx9794">
                <a:extLst>
                  <a:ext uri="{FF2B5EF4-FFF2-40B4-BE49-F238E27FC236}">
                    <a16:creationId xmlns:a16="http://schemas.microsoft.com/office/drawing/2014/main" id="{FE748DB6-B03F-3B96-DA38-CA45D9701E2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68" name="tx9795">
                <a:extLst>
                  <a:ext uri="{FF2B5EF4-FFF2-40B4-BE49-F238E27FC236}">
                    <a16:creationId xmlns:a16="http://schemas.microsoft.com/office/drawing/2014/main" id="{EAFCE0ED-8ACE-CCF1-BF0E-44DCF15DFC3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69" name="tx9796">
                <a:extLst>
                  <a:ext uri="{FF2B5EF4-FFF2-40B4-BE49-F238E27FC236}">
                    <a16:creationId xmlns:a16="http://schemas.microsoft.com/office/drawing/2014/main" id="{EA711DFF-5F57-8EA2-57B0-3D7FC5A18AE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70" name="tx9797">
                <a:extLst>
                  <a:ext uri="{FF2B5EF4-FFF2-40B4-BE49-F238E27FC236}">
                    <a16:creationId xmlns:a16="http://schemas.microsoft.com/office/drawing/2014/main" id="{6056BF23-ED9E-8A98-3150-298915B9F4D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71" name="tx9798">
                <a:extLst>
                  <a:ext uri="{FF2B5EF4-FFF2-40B4-BE49-F238E27FC236}">
                    <a16:creationId xmlns:a16="http://schemas.microsoft.com/office/drawing/2014/main" id="{783907BB-1D3E-8E18-21AA-6177F350FF3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72" name="tx9799">
                <a:extLst>
                  <a:ext uri="{FF2B5EF4-FFF2-40B4-BE49-F238E27FC236}">
                    <a16:creationId xmlns:a16="http://schemas.microsoft.com/office/drawing/2014/main" id="{C0A1044A-BE75-0703-FDE6-337719C955F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73" name="tx9800">
                <a:extLst>
                  <a:ext uri="{FF2B5EF4-FFF2-40B4-BE49-F238E27FC236}">
                    <a16:creationId xmlns:a16="http://schemas.microsoft.com/office/drawing/2014/main" id="{4AB57702-98C7-112B-8095-72B774682CD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74" name="tx9801">
                <a:extLst>
                  <a:ext uri="{FF2B5EF4-FFF2-40B4-BE49-F238E27FC236}">
                    <a16:creationId xmlns:a16="http://schemas.microsoft.com/office/drawing/2014/main" id="{8A73984D-B995-4199-2506-F5DF0390EDB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75" name="tx9802">
                <a:extLst>
                  <a:ext uri="{FF2B5EF4-FFF2-40B4-BE49-F238E27FC236}">
                    <a16:creationId xmlns:a16="http://schemas.microsoft.com/office/drawing/2014/main" id="{863398B2-B386-D13E-5751-C4283A98E22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76" name="tx9803">
                <a:extLst>
                  <a:ext uri="{FF2B5EF4-FFF2-40B4-BE49-F238E27FC236}">
                    <a16:creationId xmlns:a16="http://schemas.microsoft.com/office/drawing/2014/main" id="{7778567A-341F-3C29-183B-A27C853F359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77" name="tx9804">
                <a:extLst>
                  <a:ext uri="{FF2B5EF4-FFF2-40B4-BE49-F238E27FC236}">
                    <a16:creationId xmlns:a16="http://schemas.microsoft.com/office/drawing/2014/main" id="{52AC9339-1CFE-D805-7E2E-7E5110B7199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78" name="tx9805">
                <a:extLst>
                  <a:ext uri="{FF2B5EF4-FFF2-40B4-BE49-F238E27FC236}">
                    <a16:creationId xmlns:a16="http://schemas.microsoft.com/office/drawing/2014/main" id="{7617FEFC-9477-AB9D-B35D-177C5C32FDB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79" name="tx9806">
                <a:extLst>
                  <a:ext uri="{FF2B5EF4-FFF2-40B4-BE49-F238E27FC236}">
                    <a16:creationId xmlns:a16="http://schemas.microsoft.com/office/drawing/2014/main" id="{B140A011-9C27-39E0-8FB6-323581CB8CF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80" name="tx9807">
                <a:extLst>
                  <a:ext uri="{FF2B5EF4-FFF2-40B4-BE49-F238E27FC236}">
                    <a16:creationId xmlns:a16="http://schemas.microsoft.com/office/drawing/2014/main" id="{0E054514-5BE7-496E-46AF-599618E9400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81" name="tx9808">
                <a:extLst>
                  <a:ext uri="{FF2B5EF4-FFF2-40B4-BE49-F238E27FC236}">
                    <a16:creationId xmlns:a16="http://schemas.microsoft.com/office/drawing/2014/main" id="{4A79B0EC-A082-387F-BAF2-C55AA906139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82" name="tx9809">
                <a:extLst>
                  <a:ext uri="{FF2B5EF4-FFF2-40B4-BE49-F238E27FC236}">
                    <a16:creationId xmlns:a16="http://schemas.microsoft.com/office/drawing/2014/main" id="{B6EAE1FD-D1C4-FACC-61E3-5C969CD87F7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83" name="tx9810">
                <a:extLst>
                  <a:ext uri="{FF2B5EF4-FFF2-40B4-BE49-F238E27FC236}">
                    <a16:creationId xmlns:a16="http://schemas.microsoft.com/office/drawing/2014/main" id="{842DBA95-CBEB-F8E9-DB30-5D35FDB308D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84" name="tx9811">
                <a:extLst>
                  <a:ext uri="{FF2B5EF4-FFF2-40B4-BE49-F238E27FC236}">
                    <a16:creationId xmlns:a16="http://schemas.microsoft.com/office/drawing/2014/main" id="{5494BD96-8255-DF1D-6D9F-A84F77A4F9D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85" name="tx9812">
                <a:extLst>
                  <a:ext uri="{FF2B5EF4-FFF2-40B4-BE49-F238E27FC236}">
                    <a16:creationId xmlns:a16="http://schemas.microsoft.com/office/drawing/2014/main" id="{84203D94-2787-FE5A-D9D2-4B536B4B93C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86" name="tx9813">
                <a:extLst>
                  <a:ext uri="{FF2B5EF4-FFF2-40B4-BE49-F238E27FC236}">
                    <a16:creationId xmlns:a16="http://schemas.microsoft.com/office/drawing/2014/main" id="{6F35CC27-9E2F-E70A-045A-3BDBF4FF22F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87" name="tx9814">
                <a:extLst>
                  <a:ext uri="{FF2B5EF4-FFF2-40B4-BE49-F238E27FC236}">
                    <a16:creationId xmlns:a16="http://schemas.microsoft.com/office/drawing/2014/main" id="{6255A2E4-2EFD-5C0E-EDAC-2EA032E6F2E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88" name="tx9815">
                <a:extLst>
                  <a:ext uri="{FF2B5EF4-FFF2-40B4-BE49-F238E27FC236}">
                    <a16:creationId xmlns:a16="http://schemas.microsoft.com/office/drawing/2014/main" id="{C6FC2304-D2A4-657F-99FF-7C2ACBF31AA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89" name="tx9816">
                <a:extLst>
                  <a:ext uri="{FF2B5EF4-FFF2-40B4-BE49-F238E27FC236}">
                    <a16:creationId xmlns:a16="http://schemas.microsoft.com/office/drawing/2014/main" id="{74CDF1CE-0D20-42F1-BBB0-9AD2FB1451E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90" name="tx9817">
                <a:extLst>
                  <a:ext uri="{FF2B5EF4-FFF2-40B4-BE49-F238E27FC236}">
                    <a16:creationId xmlns:a16="http://schemas.microsoft.com/office/drawing/2014/main" id="{5EC643DF-01D3-F8AE-1A0A-D360EB5C906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91" name="tx9818">
                <a:extLst>
                  <a:ext uri="{FF2B5EF4-FFF2-40B4-BE49-F238E27FC236}">
                    <a16:creationId xmlns:a16="http://schemas.microsoft.com/office/drawing/2014/main" id="{5C6BBB33-60AA-B0BB-AF9B-EA845F81698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92" name="tx9819">
                <a:extLst>
                  <a:ext uri="{FF2B5EF4-FFF2-40B4-BE49-F238E27FC236}">
                    <a16:creationId xmlns:a16="http://schemas.microsoft.com/office/drawing/2014/main" id="{43647BB9-164A-3F23-C4E5-C5142CE0E0B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93" name="tx9820">
                <a:extLst>
                  <a:ext uri="{FF2B5EF4-FFF2-40B4-BE49-F238E27FC236}">
                    <a16:creationId xmlns:a16="http://schemas.microsoft.com/office/drawing/2014/main" id="{314EF846-146B-C5E4-F3C7-FB34C54B4A2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94" name="tx9821">
                <a:extLst>
                  <a:ext uri="{FF2B5EF4-FFF2-40B4-BE49-F238E27FC236}">
                    <a16:creationId xmlns:a16="http://schemas.microsoft.com/office/drawing/2014/main" id="{09DD6A14-0C9A-D299-908B-BF6D75B927E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95" name="tx9822">
                <a:extLst>
                  <a:ext uri="{FF2B5EF4-FFF2-40B4-BE49-F238E27FC236}">
                    <a16:creationId xmlns:a16="http://schemas.microsoft.com/office/drawing/2014/main" id="{A7747399-CD52-2E0F-A690-9B545E3F602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96" name="tx9823">
                <a:extLst>
                  <a:ext uri="{FF2B5EF4-FFF2-40B4-BE49-F238E27FC236}">
                    <a16:creationId xmlns:a16="http://schemas.microsoft.com/office/drawing/2014/main" id="{42573530-E25F-BFC7-9443-B12592872BB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97" name="tx9824">
                <a:extLst>
                  <a:ext uri="{FF2B5EF4-FFF2-40B4-BE49-F238E27FC236}">
                    <a16:creationId xmlns:a16="http://schemas.microsoft.com/office/drawing/2014/main" id="{1D7120DE-34B5-1F88-190F-1AD5C63D6D4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198" name="tx9825">
                <a:extLst>
                  <a:ext uri="{FF2B5EF4-FFF2-40B4-BE49-F238E27FC236}">
                    <a16:creationId xmlns:a16="http://schemas.microsoft.com/office/drawing/2014/main" id="{54399697-1E04-2EA2-6E8E-0C49F9E124A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199" name="tx9826">
                <a:extLst>
                  <a:ext uri="{FF2B5EF4-FFF2-40B4-BE49-F238E27FC236}">
                    <a16:creationId xmlns:a16="http://schemas.microsoft.com/office/drawing/2014/main" id="{7A9BCA0D-1E95-DCF5-1AF1-D9A0FF77999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00" name="tx9827">
                <a:extLst>
                  <a:ext uri="{FF2B5EF4-FFF2-40B4-BE49-F238E27FC236}">
                    <a16:creationId xmlns:a16="http://schemas.microsoft.com/office/drawing/2014/main" id="{DB7D0CCA-7AE3-B904-BC48-01FAA498D13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01" name="tx9828">
                <a:extLst>
                  <a:ext uri="{FF2B5EF4-FFF2-40B4-BE49-F238E27FC236}">
                    <a16:creationId xmlns:a16="http://schemas.microsoft.com/office/drawing/2014/main" id="{916782A7-8E03-45C5-3AF7-C6EA8DE64EE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02" name="tx9829">
                <a:extLst>
                  <a:ext uri="{FF2B5EF4-FFF2-40B4-BE49-F238E27FC236}">
                    <a16:creationId xmlns:a16="http://schemas.microsoft.com/office/drawing/2014/main" id="{9B6177C4-0A7F-B46C-9F3A-7B60A3D5206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03" name="tx9830">
                <a:extLst>
                  <a:ext uri="{FF2B5EF4-FFF2-40B4-BE49-F238E27FC236}">
                    <a16:creationId xmlns:a16="http://schemas.microsoft.com/office/drawing/2014/main" id="{4D9D31A4-FC96-5F0E-0CD5-05AD859BA0D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04" name="tx9831">
                <a:extLst>
                  <a:ext uri="{FF2B5EF4-FFF2-40B4-BE49-F238E27FC236}">
                    <a16:creationId xmlns:a16="http://schemas.microsoft.com/office/drawing/2014/main" id="{4759EC51-917D-2A4F-CF85-4EDBA269FF0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05" name="tx9832">
                <a:extLst>
                  <a:ext uri="{FF2B5EF4-FFF2-40B4-BE49-F238E27FC236}">
                    <a16:creationId xmlns:a16="http://schemas.microsoft.com/office/drawing/2014/main" id="{9CF78C7F-54C4-865A-0A3D-C015EF6A79A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06" name="tx9833">
                <a:extLst>
                  <a:ext uri="{FF2B5EF4-FFF2-40B4-BE49-F238E27FC236}">
                    <a16:creationId xmlns:a16="http://schemas.microsoft.com/office/drawing/2014/main" id="{CB467492-071E-42E5-C592-7BB33630F12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07" name="tx9834">
                <a:extLst>
                  <a:ext uri="{FF2B5EF4-FFF2-40B4-BE49-F238E27FC236}">
                    <a16:creationId xmlns:a16="http://schemas.microsoft.com/office/drawing/2014/main" id="{D4AC6A2E-F93B-3A82-668E-443F5E84067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08" name="tx9835">
                <a:extLst>
                  <a:ext uri="{FF2B5EF4-FFF2-40B4-BE49-F238E27FC236}">
                    <a16:creationId xmlns:a16="http://schemas.microsoft.com/office/drawing/2014/main" id="{09EC09B2-A713-D0F2-E838-754C35972A7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09" name="tx9836">
                <a:extLst>
                  <a:ext uri="{FF2B5EF4-FFF2-40B4-BE49-F238E27FC236}">
                    <a16:creationId xmlns:a16="http://schemas.microsoft.com/office/drawing/2014/main" id="{FBCCF3DE-78BF-50F6-8AE5-08D1E624F41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10" name="tx9837">
                <a:extLst>
                  <a:ext uri="{FF2B5EF4-FFF2-40B4-BE49-F238E27FC236}">
                    <a16:creationId xmlns:a16="http://schemas.microsoft.com/office/drawing/2014/main" id="{AE513E43-FA15-CA65-41B4-0F26F0A3A92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11" name="tx9838">
                <a:extLst>
                  <a:ext uri="{FF2B5EF4-FFF2-40B4-BE49-F238E27FC236}">
                    <a16:creationId xmlns:a16="http://schemas.microsoft.com/office/drawing/2014/main" id="{51C3FE71-BF84-DD4F-0800-83B58812ADB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12" name="tx9839">
                <a:extLst>
                  <a:ext uri="{FF2B5EF4-FFF2-40B4-BE49-F238E27FC236}">
                    <a16:creationId xmlns:a16="http://schemas.microsoft.com/office/drawing/2014/main" id="{4590BDC3-6409-2E88-17E5-5569B8764D0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13" name="tx9840">
                <a:extLst>
                  <a:ext uri="{FF2B5EF4-FFF2-40B4-BE49-F238E27FC236}">
                    <a16:creationId xmlns:a16="http://schemas.microsoft.com/office/drawing/2014/main" id="{32F13EF0-1D09-80A2-27A0-44546E0A6EB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14" name="tx9841">
                <a:extLst>
                  <a:ext uri="{FF2B5EF4-FFF2-40B4-BE49-F238E27FC236}">
                    <a16:creationId xmlns:a16="http://schemas.microsoft.com/office/drawing/2014/main" id="{F9F311B8-8B7E-11C2-6D37-34D0CBC418C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15" name="tx9842">
                <a:extLst>
                  <a:ext uri="{FF2B5EF4-FFF2-40B4-BE49-F238E27FC236}">
                    <a16:creationId xmlns:a16="http://schemas.microsoft.com/office/drawing/2014/main" id="{76314F72-BA25-03B8-08AC-52672A3D8AE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16" name="tx9843">
                <a:extLst>
                  <a:ext uri="{FF2B5EF4-FFF2-40B4-BE49-F238E27FC236}">
                    <a16:creationId xmlns:a16="http://schemas.microsoft.com/office/drawing/2014/main" id="{DD3CDF58-6057-A95A-35C8-9B1F5C45F6A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17" name="tx9844">
                <a:extLst>
                  <a:ext uri="{FF2B5EF4-FFF2-40B4-BE49-F238E27FC236}">
                    <a16:creationId xmlns:a16="http://schemas.microsoft.com/office/drawing/2014/main" id="{FB4032AF-FCE6-8044-B23B-97C5442CACC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18" name="tx9845">
                <a:extLst>
                  <a:ext uri="{FF2B5EF4-FFF2-40B4-BE49-F238E27FC236}">
                    <a16:creationId xmlns:a16="http://schemas.microsoft.com/office/drawing/2014/main" id="{49C68231-F3B0-237B-95C1-49469067CF3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19" name="tx9846">
                <a:extLst>
                  <a:ext uri="{FF2B5EF4-FFF2-40B4-BE49-F238E27FC236}">
                    <a16:creationId xmlns:a16="http://schemas.microsoft.com/office/drawing/2014/main" id="{18CE068C-D739-7028-48A6-05A5F91D392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20" name="tx9847">
                <a:extLst>
                  <a:ext uri="{FF2B5EF4-FFF2-40B4-BE49-F238E27FC236}">
                    <a16:creationId xmlns:a16="http://schemas.microsoft.com/office/drawing/2014/main" id="{E3C5961B-16D4-C058-8B28-28A5038583B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21" name="tx9848">
                <a:extLst>
                  <a:ext uri="{FF2B5EF4-FFF2-40B4-BE49-F238E27FC236}">
                    <a16:creationId xmlns:a16="http://schemas.microsoft.com/office/drawing/2014/main" id="{ABA3CA24-FE22-70F5-7038-9E2C0E32BCB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22" name="tx9849">
                <a:extLst>
                  <a:ext uri="{FF2B5EF4-FFF2-40B4-BE49-F238E27FC236}">
                    <a16:creationId xmlns:a16="http://schemas.microsoft.com/office/drawing/2014/main" id="{08BCFCCB-5846-2D6A-DD0C-ECE44428B7D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23" name="tx9850">
                <a:extLst>
                  <a:ext uri="{FF2B5EF4-FFF2-40B4-BE49-F238E27FC236}">
                    <a16:creationId xmlns:a16="http://schemas.microsoft.com/office/drawing/2014/main" id="{F835A05E-7934-DD2D-A20D-BA856635137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24" name="tx9851">
                <a:extLst>
                  <a:ext uri="{FF2B5EF4-FFF2-40B4-BE49-F238E27FC236}">
                    <a16:creationId xmlns:a16="http://schemas.microsoft.com/office/drawing/2014/main" id="{02FED46B-FFF0-97BB-4F88-F07066A87A6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25" name="tx9852">
                <a:extLst>
                  <a:ext uri="{FF2B5EF4-FFF2-40B4-BE49-F238E27FC236}">
                    <a16:creationId xmlns:a16="http://schemas.microsoft.com/office/drawing/2014/main" id="{C70AE5C5-EA02-898C-1183-60121BAC053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26" name="tx9853">
                <a:extLst>
                  <a:ext uri="{FF2B5EF4-FFF2-40B4-BE49-F238E27FC236}">
                    <a16:creationId xmlns:a16="http://schemas.microsoft.com/office/drawing/2014/main" id="{6D91A325-613D-56EA-C42F-B41B12D4288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27" name="tx9854">
                <a:extLst>
                  <a:ext uri="{FF2B5EF4-FFF2-40B4-BE49-F238E27FC236}">
                    <a16:creationId xmlns:a16="http://schemas.microsoft.com/office/drawing/2014/main" id="{4DE903F3-B185-2BA3-62D3-9D0A7F40970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28" name="tx9855">
                <a:extLst>
                  <a:ext uri="{FF2B5EF4-FFF2-40B4-BE49-F238E27FC236}">
                    <a16:creationId xmlns:a16="http://schemas.microsoft.com/office/drawing/2014/main" id="{C9CFD316-3947-6057-CD18-1A4CEDEDFC3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29" name="tx9856">
                <a:extLst>
                  <a:ext uri="{FF2B5EF4-FFF2-40B4-BE49-F238E27FC236}">
                    <a16:creationId xmlns:a16="http://schemas.microsoft.com/office/drawing/2014/main" id="{7DC2FD70-ED1B-0D84-4D0C-59F0AA83F28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30" name="tx9857">
                <a:extLst>
                  <a:ext uri="{FF2B5EF4-FFF2-40B4-BE49-F238E27FC236}">
                    <a16:creationId xmlns:a16="http://schemas.microsoft.com/office/drawing/2014/main" id="{5485E137-7134-08B1-6079-E07CAEC6C8B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31" name="tx9858">
                <a:extLst>
                  <a:ext uri="{FF2B5EF4-FFF2-40B4-BE49-F238E27FC236}">
                    <a16:creationId xmlns:a16="http://schemas.microsoft.com/office/drawing/2014/main" id="{D3FEEC3A-B5DC-DA45-B781-F215F46A990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32" name="tx9859">
                <a:extLst>
                  <a:ext uri="{FF2B5EF4-FFF2-40B4-BE49-F238E27FC236}">
                    <a16:creationId xmlns:a16="http://schemas.microsoft.com/office/drawing/2014/main" id="{7F044DAC-5ABB-78F4-8D1E-930F3E040A7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33" name="tx9860">
                <a:extLst>
                  <a:ext uri="{FF2B5EF4-FFF2-40B4-BE49-F238E27FC236}">
                    <a16:creationId xmlns:a16="http://schemas.microsoft.com/office/drawing/2014/main" id="{D1BA35EA-1045-7704-CE28-AC4E7D7365B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34" name="tx9861">
                <a:extLst>
                  <a:ext uri="{FF2B5EF4-FFF2-40B4-BE49-F238E27FC236}">
                    <a16:creationId xmlns:a16="http://schemas.microsoft.com/office/drawing/2014/main" id="{E55470C2-A45E-E64E-F8C8-89A97B43C0E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35" name="tx9862">
                <a:extLst>
                  <a:ext uri="{FF2B5EF4-FFF2-40B4-BE49-F238E27FC236}">
                    <a16:creationId xmlns:a16="http://schemas.microsoft.com/office/drawing/2014/main" id="{C86B9E26-1AB2-0497-886D-2829732027D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36" name="tx9863">
                <a:extLst>
                  <a:ext uri="{FF2B5EF4-FFF2-40B4-BE49-F238E27FC236}">
                    <a16:creationId xmlns:a16="http://schemas.microsoft.com/office/drawing/2014/main" id="{2F251CEE-5307-43E0-2743-21232628A19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37" name="tx9864">
                <a:extLst>
                  <a:ext uri="{FF2B5EF4-FFF2-40B4-BE49-F238E27FC236}">
                    <a16:creationId xmlns:a16="http://schemas.microsoft.com/office/drawing/2014/main" id="{DBC60EB9-EEAF-D449-C10D-298B6405973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38" name="tx9865">
                <a:extLst>
                  <a:ext uri="{FF2B5EF4-FFF2-40B4-BE49-F238E27FC236}">
                    <a16:creationId xmlns:a16="http://schemas.microsoft.com/office/drawing/2014/main" id="{F249BCCB-3E99-269B-50EE-B2CEE7E7AA3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39" name="tx9866">
                <a:extLst>
                  <a:ext uri="{FF2B5EF4-FFF2-40B4-BE49-F238E27FC236}">
                    <a16:creationId xmlns:a16="http://schemas.microsoft.com/office/drawing/2014/main" id="{3FC4287E-420C-5876-C1FE-0CCD1C2C063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40" name="tx9867">
                <a:extLst>
                  <a:ext uri="{FF2B5EF4-FFF2-40B4-BE49-F238E27FC236}">
                    <a16:creationId xmlns:a16="http://schemas.microsoft.com/office/drawing/2014/main" id="{75A3F670-FBC9-1A7E-6933-D89FB33ED96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41" name="tx9868">
                <a:extLst>
                  <a:ext uri="{FF2B5EF4-FFF2-40B4-BE49-F238E27FC236}">
                    <a16:creationId xmlns:a16="http://schemas.microsoft.com/office/drawing/2014/main" id="{B02516B4-FFBD-0538-94C7-EE141146ED0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42" name="tx9869">
                <a:extLst>
                  <a:ext uri="{FF2B5EF4-FFF2-40B4-BE49-F238E27FC236}">
                    <a16:creationId xmlns:a16="http://schemas.microsoft.com/office/drawing/2014/main" id="{10605EB4-8057-AD0E-2A29-0F691A1B3E2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43" name="tx9870">
                <a:extLst>
                  <a:ext uri="{FF2B5EF4-FFF2-40B4-BE49-F238E27FC236}">
                    <a16:creationId xmlns:a16="http://schemas.microsoft.com/office/drawing/2014/main" id="{1A2698BD-D28B-E9FE-9408-B630E92198E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44" name="tx9871">
                <a:extLst>
                  <a:ext uri="{FF2B5EF4-FFF2-40B4-BE49-F238E27FC236}">
                    <a16:creationId xmlns:a16="http://schemas.microsoft.com/office/drawing/2014/main" id="{76D66D74-3080-1292-A31F-5920240D650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45" name="tx9872">
                <a:extLst>
                  <a:ext uri="{FF2B5EF4-FFF2-40B4-BE49-F238E27FC236}">
                    <a16:creationId xmlns:a16="http://schemas.microsoft.com/office/drawing/2014/main" id="{32C92F64-C1D2-AF13-5A1A-9C9B4DA7965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46" name="tx9873">
                <a:extLst>
                  <a:ext uri="{FF2B5EF4-FFF2-40B4-BE49-F238E27FC236}">
                    <a16:creationId xmlns:a16="http://schemas.microsoft.com/office/drawing/2014/main" id="{128DF2B6-D5DA-5771-42E5-62117E700FA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47" name="tx9874">
                <a:extLst>
                  <a:ext uri="{FF2B5EF4-FFF2-40B4-BE49-F238E27FC236}">
                    <a16:creationId xmlns:a16="http://schemas.microsoft.com/office/drawing/2014/main" id="{27BB56BC-1785-325F-AB6A-5F45F0DDC5D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48" name="tx9875">
                <a:extLst>
                  <a:ext uri="{FF2B5EF4-FFF2-40B4-BE49-F238E27FC236}">
                    <a16:creationId xmlns:a16="http://schemas.microsoft.com/office/drawing/2014/main" id="{C754BB8C-DCF8-08AF-96C4-5371AAE037D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49" name="tx9876">
                <a:extLst>
                  <a:ext uri="{FF2B5EF4-FFF2-40B4-BE49-F238E27FC236}">
                    <a16:creationId xmlns:a16="http://schemas.microsoft.com/office/drawing/2014/main" id="{E58B3455-BE07-5987-2F38-31A62BF2927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50" name="tx9877">
                <a:extLst>
                  <a:ext uri="{FF2B5EF4-FFF2-40B4-BE49-F238E27FC236}">
                    <a16:creationId xmlns:a16="http://schemas.microsoft.com/office/drawing/2014/main" id="{E3CFAC58-A695-B4A3-A486-6FE2645FED2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51" name="tx9878">
                <a:extLst>
                  <a:ext uri="{FF2B5EF4-FFF2-40B4-BE49-F238E27FC236}">
                    <a16:creationId xmlns:a16="http://schemas.microsoft.com/office/drawing/2014/main" id="{51917025-22C4-103F-992A-0FC793376DE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52" name="tx9879">
                <a:extLst>
                  <a:ext uri="{FF2B5EF4-FFF2-40B4-BE49-F238E27FC236}">
                    <a16:creationId xmlns:a16="http://schemas.microsoft.com/office/drawing/2014/main" id="{DBB3AFC1-8682-F08D-8BB8-AE5133DFD48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53" name="tx9880">
                <a:extLst>
                  <a:ext uri="{FF2B5EF4-FFF2-40B4-BE49-F238E27FC236}">
                    <a16:creationId xmlns:a16="http://schemas.microsoft.com/office/drawing/2014/main" id="{62B88843-5AB5-4A9E-3543-A481589232E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54" name="tx9881">
                <a:extLst>
                  <a:ext uri="{FF2B5EF4-FFF2-40B4-BE49-F238E27FC236}">
                    <a16:creationId xmlns:a16="http://schemas.microsoft.com/office/drawing/2014/main" id="{B78BB8AD-ED0A-2AD1-E074-4901721BDA8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55" name="tx9882">
                <a:extLst>
                  <a:ext uri="{FF2B5EF4-FFF2-40B4-BE49-F238E27FC236}">
                    <a16:creationId xmlns:a16="http://schemas.microsoft.com/office/drawing/2014/main" id="{ED4FC0C6-6E43-7562-7250-EB14C8E3C7A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56" name="tx9883">
                <a:extLst>
                  <a:ext uri="{FF2B5EF4-FFF2-40B4-BE49-F238E27FC236}">
                    <a16:creationId xmlns:a16="http://schemas.microsoft.com/office/drawing/2014/main" id="{F04005A1-9845-66E2-3DE5-6F00F39BFE0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57" name="tx9884">
                <a:extLst>
                  <a:ext uri="{FF2B5EF4-FFF2-40B4-BE49-F238E27FC236}">
                    <a16:creationId xmlns:a16="http://schemas.microsoft.com/office/drawing/2014/main" id="{90CDDBE1-A37E-9A9E-E847-33EA81E414A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58" name="tx9885">
                <a:extLst>
                  <a:ext uri="{FF2B5EF4-FFF2-40B4-BE49-F238E27FC236}">
                    <a16:creationId xmlns:a16="http://schemas.microsoft.com/office/drawing/2014/main" id="{FE2F2BF6-6D87-56D2-5E86-8360C0671C5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59" name="tx9886">
                <a:extLst>
                  <a:ext uri="{FF2B5EF4-FFF2-40B4-BE49-F238E27FC236}">
                    <a16:creationId xmlns:a16="http://schemas.microsoft.com/office/drawing/2014/main" id="{03F6A2A5-2CF2-605B-7C56-EE6A2D4694D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60" name="tx9887">
                <a:extLst>
                  <a:ext uri="{FF2B5EF4-FFF2-40B4-BE49-F238E27FC236}">
                    <a16:creationId xmlns:a16="http://schemas.microsoft.com/office/drawing/2014/main" id="{897459EF-988C-E8F3-DD1D-92BE441268F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61" name="tx9888">
                <a:extLst>
                  <a:ext uri="{FF2B5EF4-FFF2-40B4-BE49-F238E27FC236}">
                    <a16:creationId xmlns:a16="http://schemas.microsoft.com/office/drawing/2014/main" id="{8830974F-5D67-66A3-8D55-6B6732A443F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62" name="tx9889">
                <a:extLst>
                  <a:ext uri="{FF2B5EF4-FFF2-40B4-BE49-F238E27FC236}">
                    <a16:creationId xmlns:a16="http://schemas.microsoft.com/office/drawing/2014/main" id="{B81B9DA7-98A4-7A30-60AB-22F4603C36F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63" name="tx9890">
                <a:extLst>
                  <a:ext uri="{FF2B5EF4-FFF2-40B4-BE49-F238E27FC236}">
                    <a16:creationId xmlns:a16="http://schemas.microsoft.com/office/drawing/2014/main" id="{00CC8C12-FD07-EC73-C440-E22B8F45488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64" name="tx9891">
                <a:extLst>
                  <a:ext uri="{FF2B5EF4-FFF2-40B4-BE49-F238E27FC236}">
                    <a16:creationId xmlns:a16="http://schemas.microsoft.com/office/drawing/2014/main" id="{224A1993-0E82-10BE-4088-F911E9A820A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65" name="tx9892">
                <a:extLst>
                  <a:ext uri="{FF2B5EF4-FFF2-40B4-BE49-F238E27FC236}">
                    <a16:creationId xmlns:a16="http://schemas.microsoft.com/office/drawing/2014/main" id="{0AB260C3-EEDE-01BE-1A70-18B1BA3DF30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66" name="tx9893">
                <a:extLst>
                  <a:ext uri="{FF2B5EF4-FFF2-40B4-BE49-F238E27FC236}">
                    <a16:creationId xmlns:a16="http://schemas.microsoft.com/office/drawing/2014/main" id="{331E19EF-1D0B-32ED-4864-569000F546C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67" name="tx9894">
                <a:extLst>
                  <a:ext uri="{FF2B5EF4-FFF2-40B4-BE49-F238E27FC236}">
                    <a16:creationId xmlns:a16="http://schemas.microsoft.com/office/drawing/2014/main" id="{08F68A43-E4BD-733C-A22E-3F0E1F5B1E6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68" name="tx9895">
                <a:extLst>
                  <a:ext uri="{FF2B5EF4-FFF2-40B4-BE49-F238E27FC236}">
                    <a16:creationId xmlns:a16="http://schemas.microsoft.com/office/drawing/2014/main" id="{3C3AA3BB-BB9C-7366-A9B8-2847C8DB0E2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69" name="tx9896">
                <a:extLst>
                  <a:ext uri="{FF2B5EF4-FFF2-40B4-BE49-F238E27FC236}">
                    <a16:creationId xmlns:a16="http://schemas.microsoft.com/office/drawing/2014/main" id="{1C73EC9B-424E-9EC9-0C3A-CD90DA8865F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70" name="tx9897">
                <a:extLst>
                  <a:ext uri="{FF2B5EF4-FFF2-40B4-BE49-F238E27FC236}">
                    <a16:creationId xmlns:a16="http://schemas.microsoft.com/office/drawing/2014/main" id="{4A9F38A7-ECAA-FD78-D4A7-1C23A2530CA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71" name="tx9898">
                <a:extLst>
                  <a:ext uri="{FF2B5EF4-FFF2-40B4-BE49-F238E27FC236}">
                    <a16:creationId xmlns:a16="http://schemas.microsoft.com/office/drawing/2014/main" id="{A2A07919-67A8-C655-E1C7-0ECF64BD3DF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72" name="tx9899">
                <a:extLst>
                  <a:ext uri="{FF2B5EF4-FFF2-40B4-BE49-F238E27FC236}">
                    <a16:creationId xmlns:a16="http://schemas.microsoft.com/office/drawing/2014/main" id="{3576BC7E-7EBF-7839-1B9B-E72008F8FF7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73" name="tx9900">
                <a:extLst>
                  <a:ext uri="{FF2B5EF4-FFF2-40B4-BE49-F238E27FC236}">
                    <a16:creationId xmlns:a16="http://schemas.microsoft.com/office/drawing/2014/main" id="{4EDB6F4B-08EA-508F-D749-6A812E9CCAF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74" name="tx9901">
                <a:extLst>
                  <a:ext uri="{FF2B5EF4-FFF2-40B4-BE49-F238E27FC236}">
                    <a16:creationId xmlns:a16="http://schemas.microsoft.com/office/drawing/2014/main" id="{3ED7A317-7BB5-9C63-3A91-154AACD1ACC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75" name="tx9902">
                <a:extLst>
                  <a:ext uri="{FF2B5EF4-FFF2-40B4-BE49-F238E27FC236}">
                    <a16:creationId xmlns:a16="http://schemas.microsoft.com/office/drawing/2014/main" id="{F48FE673-AE54-21BD-6F24-6F5D9C4D28F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76" name="tx9903">
                <a:extLst>
                  <a:ext uri="{FF2B5EF4-FFF2-40B4-BE49-F238E27FC236}">
                    <a16:creationId xmlns:a16="http://schemas.microsoft.com/office/drawing/2014/main" id="{0AA60C8B-433A-7CAD-C65A-84C16B72EBF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77" name="tx9904">
                <a:extLst>
                  <a:ext uri="{FF2B5EF4-FFF2-40B4-BE49-F238E27FC236}">
                    <a16:creationId xmlns:a16="http://schemas.microsoft.com/office/drawing/2014/main" id="{E20D3B70-967B-25E2-6E61-D2F2A85B566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78" name="tx9905">
                <a:extLst>
                  <a:ext uri="{FF2B5EF4-FFF2-40B4-BE49-F238E27FC236}">
                    <a16:creationId xmlns:a16="http://schemas.microsoft.com/office/drawing/2014/main" id="{1009794F-0341-F093-847B-53D7AB9D64A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79" name="tx9906">
                <a:extLst>
                  <a:ext uri="{FF2B5EF4-FFF2-40B4-BE49-F238E27FC236}">
                    <a16:creationId xmlns:a16="http://schemas.microsoft.com/office/drawing/2014/main" id="{7AA2CA73-45EB-ACCE-44E2-D27F6213324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80" name="tx9907">
                <a:extLst>
                  <a:ext uri="{FF2B5EF4-FFF2-40B4-BE49-F238E27FC236}">
                    <a16:creationId xmlns:a16="http://schemas.microsoft.com/office/drawing/2014/main" id="{41E780C0-2BF2-CFA2-9797-D809B2B3AA6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81" name="tx9908">
                <a:extLst>
                  <a:ext uri="{FF2B5EF4-FFF2-40B4-BE49-F238E27FC236}">
                    <a16:creationId xmlns:a16="http://schemas.microsoft.com/office/drawing/2014/main" id="{EA3602A6-5A4C-FDC8-BA7F-80B5A86C61A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82" name="tx9909">
                <a:extLst>
                  <a:ext uri="{FF2B5EF4-FFF2-40B4-BE49-F238E27FC236}">
                    <a16:creationId xmlns:a16="http://schemas.microsoft.com/office/drawing/2014/main" id="{681DC13D-DE06-88E1-6222-DE4FF772052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83" name="tx9910">
                <a:extLst>
                  <a:ext uri="{FF2B5EF4-FFF2-40B4-BE49-F238E27FC236}">
                    <a16:creationId xmlns:a16="http://schemas.microsoft.com/office/drawing/2014/main" id="{57A899A0-14EA-5D3B-3D36-A95A7FB6884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84" name="tx9911">
                <a:extLst>
                  <a:ext uri="{FF2B5EF4-FFF2-40B4-BE49-F238E27FC236}">
                    <a16:creationId xmlns:a16="http://schemas.microsoft.com/office/drawing/2014/main" id="{947FABE4-2BCB-7F3C-69EA-A3BB85E754A6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85" name="tx9912">
                <a:extLst>
                  <a:ext uri="{FF2B5EF4-FFF2-40B4-BE49-F238E27FC236}">
                    <a16:creationId xmlns:a16="http://schemas.microsoft.com/office/drawing/2014/main" id="{F1D059EF-199E-2094-51FD-0C70874C387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86" name="tx9913">
                <a:extLst>
                  <a:ext uri="{FF2B5EF4-FFF2-40B4-BE49-F238E27FC236}">
                    <a16:creationId xmlns:a16="http://schemas.microsoft.com/office/drawing/2014/main" id="{36FA45D7-6683-4103-A882-29BA61945D4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87" name="tx9914">
                <a:extLst>
                  <a:ext uri="{FF2B5EF4-FFF2-40B4-BE49-F238E27FC236}">
                    <a16:creationId xmlns:a16="http://schemas.microsoft.com/office/drawing/2014/main" id="{D86A204D-6867-B1A8-271E-D09AA9BA2E0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88" name="tx9915">
                <a:extLst>
                  <a:ext uri="{FF2B5EF4-FFF2-40B4-BE49-F238E27FC236}">
                    <a16:creationId xmlns:a16="http://schemas.microsoft.com/office/drawing/2014/main" id="{E6D3AD85-478D-AB0F-8EB6-A9EA115314A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89" name="tx9916">
                <a:extLst>
                  <a:ext uri="{FF2B5EF4-FFF2-40B4-BE49-F238E27FC236}">
                    <a16:creationId xmlns:a16="http://schemas.microsoft.com/office/drawing/2014/main" id="{A121C04A-006E-7C5F-9206-067192468F4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90" name="tx9917">
                <a:extLst>
                  <a:ext uri="{FF2B5EF4-FFF2-40B4-BE49-F238E27FC236}">
                    <a16:creationId xmlns:a16="http://schemas.microsoft.com/office/drawing/2014/main" id="{61AAA22A-66FE-0E17-4520-DBA244565AC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91" name="tx9918">
                <a:extLst>
                  <a:ext uri="{FF2B5EF4-FFF2-40B4-BE49-F238E27FC236}">
                    <a16:creationId xmlns:a16="http://schemas.microsoft.com/office/drawing/2014/main" id="{09F8DC79-2B13-36E5-0EA7-1B10605D072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92" name="tx9919">
                <a:extLst>
                  <a:ext uri="{FF2B5EF4-FFF2-40B4-BE49-F238E27FC236}">
                    <a16:creationId xmlns:a16="http://schemas.microsoft.com/office/drawing/2014/main" id="{7CAD070C-70BA-88A0-90AB-32C55C883EB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93" name="tx9920">
                <a:extLst>
                  <a:ext uri="{FF2B5EF4-FFF2-40B4-BE49-F238E27FC236}">
                    <a16:creationId xmlns:a16="http://schemas.microsoft.com/office/drawing/2014/main" id="{8386C8A2-D3EB-FA38-ED5C-380CF04DA01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94" name="tx9921">
                <a:extLst>
                  <a:ext uri="{FF2B5EF4-FFF2-40B4-BE49-F238E27FC236}">
                    <a16:creationId xmlns:a16="http://schemas.microsoft.com/office/drawing/2014/main" id="{21F228FE-CDE1-FF97-60F7-BBB544C492E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95" name="tx9922">
                <a:extLst>
                  <a:ext uri="{FF2B5EF4-FFF2-40B4-BE49-F238E27FC236}">
                    <a16:creationId xmlns:a16="http://schemas.microsoft.com/office/drawing/2014/main" id="{A02763A6-915D-45AB-2033-1B1E321138C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96" name="tx9923">
                <a:extLst>
                  <a:ext uri="{FF2B5EF4-FFF2-40B4-BE49-F238E27FC236}">
                    <a16:creationId xmlns:a16="http://schemas.microsoft.com/office/drawing/2014/main" id="{96C9F0B1-A945-17AD-9867-86CA2A0E259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97" name="tx9924">
                <a:extLst>
                  <a:ext uri="{FF2B5EF4-FFF2-40B4-BE49-F238E27FC236}">
                    <a16:creationId xmlns:a16="http://schemas.microsoft.com/office/drawing/2014/main" id="{2460B1E6-D1CD-1565-247B-F0EDB31D9AB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298" name="tx9925">
                <a:extLst>
                  <a:ext uri="{FF2B5EF4-FFF2-40B4-BE49-F238E27FC236}">
                    <a16:creationId xmlns:a16="http://schemas.microsoft.com/office/drawing/2014/main" id="{E7BC2195-A4CC-91EE-5CB1-F9ADDBFA7FE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299" name="tx9926">
                <a:extLst>
                  <a:ext uri="{FF2B5EF4-FFF2-40B4-BE49-F238E27FC236}">
                    <a16:creationId xmlns:a16="http://schemas.microsoft.com/office/drawing/2014/main" id="{B794709F-D9F2-2BBF-A7C7-B3F48695AD9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00" name="tx9927">
                <a:extLst>
                  <a:ext uri="{FF2B5EF4-FFF2-40B4-BE49-F238E27FC236}">
                    <a16:creationId xmlns:a16="http://schemas.microsoft.com/office/drawing/2014/main" id="{738DE224-C3B0-ECD2-70ED-46279DCAD79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01" name="tx9928">
                <a:extLst>
                  <a:ext uri="{FF2B5EF4-FFF2-40B4-BE49-F238E27FC236}">
                    <a16:creationId xmlns:a16="http://schemas.microsoft.com/office/drawing/2014/main" id="{2146624E-786E-BBA8-D6A9-B144A64EB6F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02" name="tx9929">
                <a:extLst>
                  <a:ext uri="{FF2B5EF4-FFF2-40B4-BE49-F238E27FC236}">
                    <a16:creationId xmlns:a16="http://schemas.microsoft.com/office/drawing/2014/main" id="{FEB2E246-9A75-06A8-5BE8-11BE2E53819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03" name="tx9930">
                <a:extLst>
                  <a:ext uri="{FF2B5EF4-FFF2-40B4-BE49-F238E27FC236}">
                    <a16:creationId xmlns:a16="http://schemas.microsoft.com/office/drawing/2014/main" id="{64271A14-BFDF-5356-B75A-2BA14A5EEFF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04" name="tx9931">
                <a:extLst>
                  <a:ext uri="{FF2B5EF4-FFF2-40B4-BE49-F238E27FC236}">
                    <a16:creationId xmlns:a16="http://schemas.microsoft.com/office/drawing/2014/main" id="{1B68342C-95A7-3AAA-5408-2F13F196E8F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05" name="tx9932">
                <a:extLst>
                  <a:ext uri="{FF2B5EF4-FFF2-40B4-BE49-F238E27FC236}">
                    <a16:creationId xmlns:a16="http://schemas.microsoft.com/office/drawing/2014/main" id="{5F67F61E-B397-F25E-E080-4E04E3F0112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06" name="tx9933">
                <a:extLst>
                  <a:ext uri="{FF2B5EF4-FFF2-40B4-BE49-F238E27FC236}">
                    <a16:creationId xmlns:a16="http://schemas.microsoft.com/office/drawing/2014/main" id="{D2DBFB01-F609-E04A-1D07-5E5531B3DB8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07" name="tx9934">
                <a:extLst>
                  <a:ext uri="{FF2B5EF4-FFF2-40B4-BE49-F238E27FC236}">
                    <a16:creationId xmlns:a16="http://schemas.microsoft.com/office/drawing/2014/main" id="{EABF02B1-B661-4E2C-043D-FD6E169172F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08" name="tx9935">
                <a:extLst>
                  <a:ext uri="{FF2B5EF4-FFF2-40B4-BE49-F238E27FC236}">
                    <a16:creationId xmlns:a16="http://schemas.microsoft.com/office/drawing/2014/main" id="{0244F4CE-FA3E-638A-1DED-FE340A1CF5C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09" name="tx9936">
                <a:extLst>
                  <a:ext uri="{FF2B5EF4-FFF2-40B4-BE49-F238E27FC236}">
                    <a16:creationId xmlns:a16="http://schemas.microsoft.com/office/drawing/2014/main" id="{B1ECFE1E-B8EB-55FC-DDD4-5F52BB02DA6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10" name="tx9937">
                <a:extLst>
                  <a:ext uri="{FF2B5EF4-FFF2-40B4-BE49-F238E27FC236}">
                    <a16:creationId xmlns:a16="http://schemas.microsoft.com/office/drawing/2014/main" id="{0A6DC4D6-EE9B-4321-FB2D-F343AC9C3A1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11" name="tx9938">
                <a:extLst>
                  <a:ext uri="{FF2B5EF4-FFF2-40B4-BE49-F238E27FC236}">
                    <a16:creationId xmlns:a16="http://schemas.microsoft.com/office/drawing/2014/main" id="{9B4071A5-552F-76D7-A723-0AF657A2B69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12" name="tx9939">
                <a:extLst>
                  <a:ext uri="{FF2B5EF4-FFF2-40B4-BE49-F238E27FC236}">
                    <a16:creationId xmlns:a16="http://schemas.microsoft.com/office/drawing/2014/main" id="{FFFC6339-3417-D977-7ED9-AAC9DE0E8CA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13" name="tx9940">
                <a:extLst>
                  <a:ext uri="{FF2B5EF4-FFF2-40B4-BE49-F238E27FC236}">
                    <a16:creationId xmlns:a16="http://schemas.microsoft.com/office/drawing/2014/main" id="{5B6442AC-F5B7-A567-4B25-711BBBC651B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14" name="tx9941">
                <a:extLst>
                  <a:ext uri="{FF2B5EF4-FFF2-40B4-BE49-F238E27FC236}">
                    <a16:creationId xmlns:a16="http://schemas.microsoft.com/office/drawing/2014/main" id="{FC8954D5-6267-C88A-CE0D-7EBC4ED7C88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15" name="tx9942">
                <a:extLst>
                  <a:ext uri="{FF2B5EF4-FFF2-40B4-BE49-F238E27FC236}">
                    <a16:creationId xmlns:a16="http://schemas.microsoft.com/office/drawing/2014/main" id="{F10CB6AB-AD02-A59A-82ED-47C761A9531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16" name="tx9943">
                <a:extLst>
                  <a:ext uri="{FF2B5EF4-FFF2-40B4-BE49-F238E27FC236}">
                    <a16:creationId xmlns:a16="http://schemas.microsoft.com/office/drawing/2014/main" id="{CD0234F6-3164-9041-8FC8-060754F4FFA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17" name="tx9944">
                <a:extLst>
                  <a:ext uri="{FF2B5EF4-FFF2-40B4-BE49-F238E27FC236}">
                    <a16:creationId xmlns:a16="http://schemas.microsoft.com/office/drawing/2014/main" id="{6943EA74-4279-CEBD-F206-A62F5E24C93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18" name="tx9945">
                <a:extLst>
                  <a:ext uri="{FF2B5EF4-FFF2-40B4-BE49-F238E27FC236}">
                    <a16:creationId xmlns:a16="http://schemas.microsoft.com/office/drawing/2014/main" id="{A9865E7D-D865-C5B2-90DD-D58A45DBDFB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19" name="tx9946">
                <a:extLst>
                  <a:ext uri="{FF2B5EF4-FFF2-40B4-BE49-F238E27FC236}">
                    <a16:creationId xmlns:a16="http://schemas.microsoft.com/office/drawing/2014/main" id="{E6C709B5-5CA7-9956-A701-FF3E42650E5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20" name="tx9947">
                <a:extLst>
                  <a:ext uri="{FF2B5EF4-FFF2-40B4-BE49-F238E27FC236}">
                    <a16:creationId xmlns:a16="http://schemas.microsoft.com/office/drawing/2014/main" id="{567DBA2C-5223-E92B-7C40-790B9B223E0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21" name="tx9948">
                <a:extLst>
                  <a:ext uri="{FF2B5EF4-FFF2-40B4-BE49-F238E27FC236}">
                    <a16:creationId xmlns:a16="http://schemas.microsoft.com/office/drawing/2014/main" id="{1D411C19-05B4-5FB0-27C3-55543F9F42D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22" name="tx9949">
                <a:extLst>
                  <a:ext uri="{FF2B5EF4-FFF2-40B4-BE49-F238E27FC236}">
                    <a16:creationId xmlns:a16="http://schemas.microsoft.com/office/drawing/2014/main" id="{D04E9A6E-D4DF-3E9A-9BC8-8EFD9C8D12F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23" name="tx9950">
                <a:extLst>
                  <a:ext uri="{FF2B5EF4-FFF2-40B4-BE49-F238E27FC236}">
                    <a16:creationId xmlns:a16="http://schemas.microsoft.com/office/drawing/2014/main" id="{8D691F1E-D4CD-7615-9347-875C461778B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24" name="tx9951">
                <a:extLst>
                  <a:ext uri="{FF2B5EF4-FFF2-40B4-BE49-F238E27FC236}">
                    <a16:creationId xmlns:a16="http://schemas.microsoft.com/office/drawing/2014/main" id="{50C8142A-7F9C-54AB-0FD6-92A03B6434D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25" name="tx9952">
                <a:extLst>
                  <a:ext uri="{FF2B5EF4-FFF2-40B4-BE49-F238E27FC236}">
                    <a16:creationId xmlns:a16="http://schemas.microsoft.com/office/drawing/2014/main" id="{20354D86-1C18-13F4-7AA2-CD0DAE3F0D5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26" name="tx9953">
                <a:extLst>
                  <a:ext uri="{FF2B5EF4-FFF2-40B4-BE49-F238E27FC236}">
                    <a16:creationId xmlns:a16="http://schemas.microsoft.com/office/drawing/2014/main" id="{CBC2ED9A-89BC-E4D0-8D48-996D8304287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27" name="tx9954">
                <a:extLst>
                  <a:ext uri="{FF2B5EF4-FFF2-40B4-BE49-F238E27FC236}">
                    <a16:creationId xmlns:a16="http://schemas.microsoft.com/office/drawing/2014/main" id="{0AF792D3-51E0-8972-67A9-81B6388681C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28" name="tx9955">
                <a:extLst>
                  <a:ext uri="{FF2B5EF4-FFF2-40B4-BE49-F238E27FC236}">
                    <a16:creationId xmlns:a16="http://schemas.microsoft.com/office/drawing/2014/main" id="{A0D8F172-2ACA-4792-C21A-9C743E7AB70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29" name="tx9956">
                <a:extLst>
                  <a:ext uri="{FF2B5EF4-FFF2-40B4-BE49-F238E27FC236}">
                    <a16:creationId xmlns:a16="http://schemas.microsoft.com/office/drawing/2014/main" id="{0BCD6350-14E5-A894-92F8-A951ABA4D8A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30" name="tx9957">
                <a:extLst>
                  <a:ext uri="{FF2B5EF4-FFF2-40B4-BE49-F238E27FC236}">
                    <a16:creationId xmlns:a16="http://schemas.microsoft.com/office/drawing/2014/main" id="{AB11DC4C-7AFA-BC0E-1A0A-8F947D7A459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31" name="tx9958">
                <a:extLst>
                  <a:ext uri="{FF2B5EF4-FFF2-40B4-BE49-F238E27FC236}">
                    <a16:creationId xmlns:a16="http://schemas.microsoft.com/office/drawing/2014/main" id="{8E4F1A52-A05B-8583-00EE-DF83D3DE499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32" name="tx9959">
                <a:extLst>
                  <a:ext uri="{FF2B5EF4-FFF2-40B4-BE49-F238E27FC236}">
                    <a16:creationId xmlns:a16="http://schemas.microsoft.com/office/drawing/2014/main" id="{5339766A-C926-A52A-0B8D-C847A1E0C3E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33" name="tx9960">
                <a:extLst>
                  <a:ext uri="{FF2B5EF4-FFF2-40B4-BE49-F238E27FC236}">
                    <a16:creationId xmlns:a16="http://schemas.microsoft.com/office/drawing/2014/main" id="{BFBE92A7-BAA1-1F42-8177-797177FABFB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34" name="tx9961">
                <a:extLst>
                  <a:ext uri="{FF2B5EF4-FFF2-40B4-BE49-F238E27FC236}">
                    <a16:creationId xmlns:a16="http://schemas.microsoft.com/office/drawing/2014/main" id="{5AB480D4-0106-8118-A1D4-D2E85F74C8E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35" name="tx9962">
                <a:extLst>
                  <a:ext uri="{FF2B5EF4-FFF2-40B4-BE49-F238E27FC236}">
                    <a16:creationId xmlns:a16="http://schemas.microsoft.com/office/drawing/2014/main" id="{2D413006-9319-A08A-DEDC-A499A8A5BC7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36" name="tx9963">
                <a:extLst>
                  <a:ext uri="{FF2B5EF4-FFF2-40B4-BE49-F238E27FC236}">
                    <a16:creationId xmlns:a16="http://schemas.microsoft.com/office/drawing/2014/main" id="{D80DE5B0-ADA0-71FC-EC96-75EDDD9CDBC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37" name="tx9964">
                <a:extLst>
                  <a:ext uri="{FF2B5EF4-FFF2-40B4-BE49-F238E27FC236}">
                    <a16:creationId xmlns:a16="http://schemas.microsoft.com/office/drawing/2014/main" id="{BCD7566C-9D1C-58D2-6E0A-20F6BDE2D6C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38" name="tx9965">
                <a:extLst>
                  <a:ext uri="{FF2B5EF4-FFF2-40B4-BE49-F238E27FC236}">
                    <a16:creationId xmlns:a16="http://schemas.microsoft.com/office/drawing/2014/main" id="{05066452-F3AE-FEB2-0B10-B1244AEAEE9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39" name="tx9966">
                <a:extLst>
                  <a:ext uri="{FF2B5EF4-FFF2-40B4-BE49-F238E27FC236}">
                    <a16:creationId xmlns:a16="http://schemas.microsoft.com/office/drawing/2014/main" id="{61022FA6-90D5-100D-896E-70C547F1CA3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40" name="tx9967">
                <a:extLst>
                  <a:ext uri="{FF2B5EF4-FFF2-40B4-BE49-F238E27FC236}">
                    <a16:creationId xmlns:a16="http://schemas.microsoft.com/office/drawing/2014/main" id="{BB677F36-3B22-D305-6409-3811F14C853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41" name="tx9968">
                <a:extLst>
                  <a:ext uri="{FF2B5EF4-FFF2-40B4-BE49-F238E27FC236}">
                    <a16:creationId xmlns:a16="http://schemas.microsoft.com/office/drawing/2014/main" id="{D38BA247-4103-A521-542B-DE5794B8B1B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42" name="tx9969">
                <a:extLst>
                  <a:ext uri="{FF2B5EF4-FFF2-40B4-BE49-F238E27FC236}">
                    <a16:creationId xmlns:a16="http://schemas.microsoft.com/office/drawing/2014/main" id="{6493F79E-87AF-5650-C42F-9188B023A45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43" name="tx9970">
                <a:extLst>
                  <a:ext uri="{FF2B5EF4-FFF2-40B4-BE49-F238E27FC236}">
                    <a16:creationId xmlns:a16="http://schemas.microsoft.com/office/drawing/2014/main" id="{3974D954-CAD4-1B36-6CC0-E6AA9CFB999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44" name="tx9971">
                <a:extLst>
                  <a:ext uri="{FF2B5EF4-FFF2-40B4-BE49-F238E27FC236}">
                    <a16:creationId xmlns:a16="http://schemas.microsoft.com/office/drawing/2014/main" id="{E349B5EA-A1C3-7B09-EBC4-849B9393CF0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45" name="tx9972">
                <a:extLst>
                  <a:ext uri="{FF2B5EF4-FFF2-40B4-BE49-F238E27FC236}">
                    <a16:creationId xmlns:a16="http://schemas.microsoft.com/office/drawing/2014/main" id="{55587CBC-F5B9-16E1-6703-FE7CB49D88F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46" name="tx9973">
                <a:extLst>
                  <a:ext uri="{FF2B5EF4-FFF2-40B4-BE49-F238E27FC236}">
                    <a16:creationId xmlns:a16="http://schemas.microsoft.com/office/drawing/2014/main" id="{22FFA37C-42D6-D6CE-25F9-093800044DB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47" name="tx9974">
                <a:extLst>
                  <a:ext uri="{FF2B5EF4-FFF2-40B4-BE49-F238E27FC236}">
                    <a16:creationId xmlns:a16="http://schemas.microsoft.com/office/drawing/2014/main" id="{A73D48B0-4451-E90D-0CF0-F81E085F11A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48" name="tx9975">
                <a:extLst>
                  <a:ext uri="{FF2B5EF4-FFF2-40B4-BE49-F238E27FC236}">
                    <a16:creationId xmlns:a16="http://schemas.microsoft.com/office/drawing/2014/main" id="{E9952B43-AB19-3A66-F99D-CB2E04FA962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49" name="tx9976">
                <a:extLst>
                  <a:ext uri="{FF2B5EF4-FFF2-40B4-BE49-F238E27FC236}">
                    <a16:creationId xmlns:a16="http://schemas.microsoft.com/office/drawing/2014/main" id="{225319FC-83A5-36D4-5C8E-C6DB7F6A588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50" name="tx9977">
                <a:extLst>
                  <a:ext uri="{FF2B5EF4-FFF2-40B4-BE49-F238E27FC236}">
                    <a16:creationId xmlns:a16="http://schemas.microsoft.com/office/drawing/2014/main" id="{E3EABA60-DE48-3AE4-170E-41B1EDC3EBB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51" name="tx9978">
                <a:extLst>
                  <a:ext uri="{FF2B5EF4-FFF2-40B4-BE49-F238E27FC236}">
                    <a16:creationId xmlns:a16="http://schemas.microsoft.com/office/drawing/2014/main" id="{CCE08204-1F2A-3078-C875-8013CD6F02B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52" name="tx9979">
                <a:extLst>
                  <a:ext uri="{FF2B5EF4-FFF2-40B4-BE49-F238E27FC236}">
                    <a16:creationId xmlns:a16="http://schemas.microsoft.com/office/drawing/2014/main" id="{CD42BB7D-BD9D-52B1-69CD-875CE347717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53" name="tx9980">
                <a:extLst>
                  <a:ext uri="{FF2B5EF4-FFF2-40B4-BE49-F238E27FC236}">
                    <a16:creationId xmlns:a16="http://schemas.microsoft.com/office/drawing/2014/main" id="{93932BDD-C23B-F4B4-2CE3-231E813D72F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54" name="tx9981">
                <a:extLst>
                  <a:ext uri="{FF2B5EF4-FFF2-40B4-BE49-F238E27FC236}">
                    <a16:creationId xmlns:a16="http://schemas.microsoft.com/office/drawing/2014/main" id="{93FBF2D1-BBBE-DB57-EE84-EAF5BA3607A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55" name="tx9982">
                <a:extLst>
                  <a:ext uri="{FF2B5EF4-FFF2-40B4-BE49-F238E27FC236}">
                    <a16:creationId xmlns:a16="http://schemas.microsoft.com/office/drawing/2014/main" id="{8AADF717-D962-A0FB-2520-947A80F1E89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56" name="tx9983">
                <a:extLst>
                  <a:ext uri="{FF2B5EF4-FFF2-40B4-BE49-F238E27FC236}">
                    <a16:creationId xmlns:a16="http://schemas.microsoft.com/office/drawing/2014/main" id="{8C4696E2-8F6A-CE0B-FAD9-B7C0224BD1C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57" name="tx9984">
                <a:extLst>
                  <a:ext uri="{FF2B5EF4-FFF2-40B4-BE49-F238E27FC236}">
                    <a16:creationId xmlns:a16="http://schemas.microsoft.com/office/drawing/2014/main" id="{AD3321FE-F105-9307-AEF0-7441296A68F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58" name="tx9985">
                <a:extLst>
                  <a:ext uri="{FF2B5EF4-FFF2-40B4-BE49-F238E27FC236}">
                    <a16:creationId xmlns:a16="http://schemas.microsoft.com/office/drawing/2014/main" id="{FAD2BB20-7218-2BC0-6928-48206FB49D2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59" name="tx9986">
                <a:extLst>
                  <a:ext uri="{FF2B5EF4-FFF2-40B4-BE49-F238E27FC236}">
                    <a16:creationId xmlns:a16="http://schemas.microsoft.com/office/drawing/2014/main" id="{CD055C83-0C49-338F-30D4-0604F123182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60" name="tx9987">
                <a:extLst>
                  <a:ext uri="{FF2B5EF4-FFF2-40B4-BE49-F238E27FC236}">
                    <a16:creationId xmlns:a16="http://schemas.microsoft.com/office/drawing/2014/main" id="{BF508FBA-CCDB-9CA5-DC96-9E0E2232F0B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61" name="tx9988">
                <a:extLst>
                  <a:ext uri="{FF2B5EF4-FFF2-40B4-BE49-F238E27FC236}">
                    <a16:creationId xmlns:a16="http://schemas.microsoft.com/office/drawing/2014/main" id="{460D48F3-10FF-CE83-ECD8-CC3F8DE77D0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62" name="tx9989">
                <a:extLst>
                  <a:ext uri="{FF2B5EF4-FFF2-40B4-BE49-F238E27FC236}">
                    <a16:creationId xmlns:a16="http://schemas.microsoft.com/office/drawing/2014/main" id="{7EBCD671-8269-1BA0-9B03-685129383B7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63" name="tx9990">
                <a:extLst>
                  <a:ext uri="{FF2B5EF4-FFF2-40B4-BE49-F238E27FC236}">
                    <a16:creationId xmlns:a16="http://schemas.microsoft.com/office/drawing/2014/main" id="{52F129D8-0FFD-8A09-220C-4A7C2E629E7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64" name="tx9991">
                <a:extLst>
                  <a:ext uri="{FF2B5EF4-FFF2-40B4-BE49-F238E27FC236}">
                    <a16:creationId xmlns:a16="http://schemas.microsoft.com/office/drawing/2014/main" id="{E5082A3C-6B3A-ECB0-EA20-B2267F267150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65" name="tx9992">
                <a:extLst>
                  <a:ext uri="{FF2B5EF4-FFF2-40B4-BE49-F238E27FC236}">
                    <a16:creationId xmlns:a16="http://schemas.microsoft.com/office/drawing/2014/main" id="{B9AEEC2B-1E14-58A6-E49D-D40BF88E19E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66" name="tx9993">
                <a:extLst>
                  <a:ext uri="{FF2B5EF4-FFF2-40B4-BE49-F238E27FC236}">
                    <a16:creationId xmlns:a16="http://schemas.microsoft.com/office/drawing/2014/main" id="{A22A3835-2F54-C03B-6967-7DA97074453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67" name="tx9994">
                <a:extLst>
                  <a:ext uri="{FF2B5EF4-FFF2-40B4-BE49-F238E27FC236}">
                    <a16:creationId xmlns:a16="http://schemas.microsoft.com/office/drawing/2014/main" id="{AF056A44-C113-274F-961E-10AD5BAFABB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68" name="tx9995">
                <a:extLst>
                  <a:ext uri="{FF2B5EF4-FFF2-40B4-BE49-F238E27FC236}">
                    <a16:creationId xmlns:a16="http://schemas.microsoft.com/office/drawing/2014/main" id="{6AF725AE-0FED-316A-75A8-BDBC2B4566F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69" name="tx9996">
                <a:extLst>
                  <a:ext uri="{FF2B5EF4-FFF2-40B4-BE49-F238E27FC236}">
                    <a16:creationId xmlns:a16="http://schemas.microsoft.com/office/drawing/2014/main" id="{AC712E3B-6B08-E93B-32B5-ECA4638D15E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70" name="tx9997">
                <a:extLst>
                  <a:ext uri="{FF2B5EF4-FFF2-40B4-BE49-F238E27FC236}">
                    <a16:creationId xmlns:a16="http://schemas.microsoft.com/office/drawing/2014/main" id="{8AE49CB2-6A52-A8FE-61FA-0CD816FF06A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71" name="tx9998">
                <a:extLst>
                  <a:ext uri="{FF2B5EF4-FFF2-40B4-BE49-F238E27FC236}">
                    <a16:creationId xmlns:a16="http://schemas.microsoft.com/office/drawing/2014/main" id="{26BB2C50-5B76-A858-8D73-55D5039A9C8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72" name="tx9999">
                <a:extLst>
                  <a:ext uri="{FF2B5EF4-FFF2-40B4-BE49-F238E27FC236}">
                    <a16:creationId xmlns:a16="http://schemas.microsoft.com/office/drawing/2014/main" id="{590C6F79-7CDF-B196-EB8C-6FD284012EB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73" name="tx10000">
                <a:extLst>
                  <a:ext uri="{FF2B5EF4-FFF2-40B4-BE49-F238E27FC236}">
                    <a16:creationId xmlns:a16="http://schemas.microsoft.com/office/drawing/2014/main" id="{C8D681A8-5563-5E07-04FC-EE329F10717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74" name="tx10001">
                <a:extLst>
                  <a:ext uri="{FF2B5EF4-FFF2-40B4-BE49-F238E27FC236}">
                    <a16:creationId xmlns:a16="http://schemas.microsoft.com/office/drawing/2014/main" id="{C800698C-00DE-F216-E161-1CF0A534F87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75" name="tx10002">
                <a:extLst>
                  <a:ext uri="{FF2B5EF4-FFF2-40B4-BE49-F238E27FC236}">
                    <a16:creationId xmlns:a16="http://schemas.microsoft.com/office/drawing/2014/main" id="{F841F0D8-6987-B721-C366-E94D3173B27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76" name="tx10003">
                <a:extLst>
                  <a:ext uri="{FF2B5EF4-FFF2-40B4-BE49-F238E27FC236}">
                    <a16:creationId xmlns:a16="http://schemas.microsoft.com/office/drawing/2014/main" id="{24E2C587-0690-FFAF-C74D-D8A155A3E4A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77" name="tx10004">
                <a:extLst>
                  <a:ext uri="{FF2B5EF4-FFF2-40B4-BE49-F238E27FC236}">
                    <a16:creationId xmlns:a16="http://schemas.microsoft.com/office/drawing/2014/main" id="{07839733-83B0-D846-833C-71AFA07D679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78" name="tx10005">
                <a:extLst>
                  <a:ext uri="{FF2B5EF4-FFF2-40B4-BE49-F238E27FC236}">
                    <a16:creationId xmlns:a16="http://schemas.microsoft.com/office/drawing/2014/main" id="{D0BD6210-CCDF-9369-73FC-736B727E31B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79" name="tx10006">
                <a:extLst>
                  <a:ext uri="{FF2B5EF4-FFF2-40B4-BE49-F238E27FC236}">
                    <a16:creationId xmlns:a16="http://schemas.microsoft.com/office/drawing/2014/main" id="{295553A3-2CE4-86A6-BB6C-D3104AE8608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80" name="tx10007">
                <a:extLst>
                  <a:ext uri="{FF2B5EF4-FFF2-40B4-BE49-F238E27FC236}">
                    <a16:creationId xmlns:a16="http://schemas.microsoft.com/office/drawing/2014/main" id="{DB1FE2CC-BB17-84E2-EED8-B966407C716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81" name="tx10008">
                <a:extLst>
                  <a:ext uri="{FF2B5EF4-FFF2-40B4-BE49-F238E27FC236}">
                    <a16:creationId xmlns:a16="http://schemas.microsoft.com/office/drawing/2014/main" id="{9E5BEE54-CC98-34E0-4EF7-D8AC4A50C25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82" name="tx10009">
                <a:extLst>
                  <a:ext uri="{FF2B5EF4-FFF2-40B4-BE49-F238E27FC236}">
                    <a16:creationId xmlns:a16="http://schemas.microsoft.com/office/drawing/2014/main" id="{4D24273A-A593-77C7-A8DE-471BD474985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83" name="tx10010">
                <a:extLst>
                  <a:ext uri="{FF2B5EF4-FFF2-40B4-BE49-F238E27FC236}">
                    <a16:creationId xmlns:a16="http://schemas.microsoft.com/office/drawing/2014/main" id="{6330888E-AA9A-A34C-9641-4904C0D5E82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84" name="tx10011">
                <a:extLst>
                  <a:ext uri="{FF2B5EF4-FFF2-40B4-BE49-F238E27FC236}">
                    <a16:creationId xmlns:a16="http://schemas.microsoft.com/office/drawing/2014/main" id="{40FA7486-FA35-92AD-3FD6-471C3A24A32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85" name="tx10012">
                <a:extLst>
                  <a:ext uri="{FF2B5EF4-FFF2-40B4-BE49-F238E27FC236}">
                    <a16:creationId xmlns:a16="http://schemas.microsoft.com/office/drawing/2014/main" id="{F939E1D6-9EE0-1A02-5FF8-D849880F9F7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86" name="tx10013">
                <a:extLst>
                  <a:ext uri="{FF2B5EF4-FFF2-40B4-BE49-F238E27FC236}">
                    <a16:creationId xmlns:a16="http://schemas.microsoft.com/office/drawing/2014/main" id="{1A531399-2D3B-AD18-8BD5-111C9D049A4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87" name="tx10014">
                <a:extLst>
                  <a:ext uri="{FF2B5EF4-FFF2-40B4-BE49-F238E27FC236}">
                    <a16:creationId xmlns:a16="http://schemas.microsoft.com/office/drawing/2014/main" id="{39D9D1BE-DD6A-9BE5-568F-0C97FCDD176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88" name="tx10015">
                <a:extLst>
                  <a:ext uri="{FF2B5EF4-FFF2-40B4-BE49-F238E27FC236}">
                    <a16:creationId xmlns:a16="http://schemas.microsoft.com/office/drawing/2014/main" id="{D62685E2-3225-13FE-0A3A-C26354DEFDE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89" name="tx10016">
                <a:extLst>
                  <a:ext uri="{FF2B5EF4-FFF2-40B4-BE49-F238E27FC236}">
                    <a16:creationId xmlns:a16="http://schemas.microsoft.com/office/drawing/2014/main" id="{CFE657B5-6AAA-0007-5B74-4B45741330D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90" name="tx10017">
                <a:extLst>
                  <a:ext uri="{FF2B5EF4-FFF2-40B4-BE49-F238E27FC236}">
                    <a16:creationId xmlns:a16="http://schemas.microsoft.com/office/drawing/2014/main" id="{7E034038-E0A6-FD9D-8B08-D8DC5FD259A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91" name="tx10018">
                <a:extLst>
                  <a:ext uri="{FF2B5EF4-FFF2-40B4-BE49-F238E27FC236}">
                    <a16:creationId xmlns:a16="http://schemas.microsoft.com/office/drawing/2014/main" id="{29B6AA45-08D9-6E74-49F5-AFF3D897FFC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92" name="tx10019">
                <a:extLst>
                  <a:ext uri="{FF2B5EF4-FFF2-40B4-BE49-F238E27FC236}">
                    <a16:creationId xmlns:a16="http://schemas.microsoft.com/office/drawing/2014/main" id="{FA73E399-E57B-1578-397E-704D5DDFEFE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93" name="tx10020">
                <a:extLst>
                  <a:ext uri="{FF2B5EF4-FFF2-40B4-BE49-F238E27FC236}">
                    <a16:creationId xmlns:a16="http://schemas.microsoft.com/office/drawing/2014/main" id="{20DBAFF7-6E75-9AA5-6DBC-8E88C3573DE3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94" name="tx10021">
                <a:extLst>
                  <a:ext uri="{FF2B5EF4-FFF2-40B4-BE49-F238E27FC236}">
                    <a16:creationId xmlns:a16="http://schemas.microsoft.com/office/drawing/2014/main" id="{9F92FFD4-6CCF-E378-987D-E3D90A9D92B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95" name="tx10022">
                <a:extLst>
                  <a:ext uri="{FF2B5EF4-FFF2-40B4-BE49-F238E27FC236}">
                    <a16:creationId xmlns:a16="http://schemas.microsoft.com/office/drawing/2014/main" id="{EA9CB255-9B3F-8943-ABA3-A1B870D9686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96" name="tx10023">
                <a:extLst>
                  <a:ext uri="{FF2B5EF4-FFF2-40B4-BE49-F238E27FC236}">
                    <a16:creationId xmlns:a16="http://schemas.microsoft.com/office/drawing/2014/main" id="{617C4181-9D6B-F0ED-FA7A-5904D00A6D0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97" name="tx10024">
                <a:extLst>
                  <a:ext uri="{FF2B5EF4-FFF2-40B4-BE49-F238E27FC236}">
                    <a16:creationId xmlns:a16="http://schemas.microsoft.com/office/drawing/2014/main" id="{85FE1AE9-D63E-48AB-828B-8D36919D9EF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398" name="tx10025">
                <a:extLst>
                  <a:ext uri="{FF2B5EF4-FFF2-40B4-BE49-F238E27FC236}">
                    <a16:creationId xmlns:a16="http://schemas.microsoft.com/office/drawing/2014/main" id="{1337CB64-4605-6B62-CA93-D75E8182FE0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399" name="tx10026">
                <a:extLst>
                  <a:ext uri="{FF2B5EF4-FFF2-40B4-BE49-F238E27FC236}">
                    <a16:creationId xmlns:a16="http://schemas.microsoft.com/office/drawing/2014/main" id="{9C1B16B5-BC40-E6F3-C0FE-5DCE12EB3F5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00" name="tx10027">
                <a:extLst>
                  <a:ext uri="{FF2B5EF4-FFF2-40B4-BE49-F238E27FC236}">
                    <a16:creationId xmlns:a16="http://schemas.microsoft.com/office/drawing/2014/main" id="{11EBCAFE-A10D-10BA-39D0-74F4B180874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01" name="tx10028">
                <a:extLst>
                  <a:ext uri="{FF2B5EF4-FFF2-40B4-BE49-F238E27FC236}">
                    <a16:creationId xmlns:a16="http://schemas.microsoft.com/office/drawing/2014/main" id="{81A4540A-AABE-2B25-C163-E3DD735CFBB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02" name="tx10029">
                <a:extLst>
                  <a:ext uri="{FF2B5EF4-FFF2-40B4-BE49-F238E27FC236}">
                    <a16:creationId xmlns:a16="http://schemas.microsoft.com/office/drawing/2014/main" id="{DCC898AB-059D-720A-7926-733F3263550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03" name="tx10030">
                <a:extLst>
                  <a:ext uri="{FF2B5EF4-FFF2-40B4-BE49-F238E27FC236}">
                    <a16:creationId xmlns:a16="http://schemas.microsoft.com/office/drawing/2014/main" id="{557EFED2-63DF-AF7F-D1DD-BE9AB3635E0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04" name="tx10031">
                <a:extLst>
                  <a:ext uri="{FF2B5EF4-FFF2-40B4-BE49-F238E27FC236}">
                    <a16:creationId xmlns:a16="http://schemas.microsoft.com/office/drawing/2014/main" id="{C7CF070E-21ED-4040-B93C-58781037738B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05" name="tx10032">
                <a:extLst>
                  <a:ext uri="{FF2B5EF4-FFF2-40B4-BE49-F238E27FC236}">
                    <a16:creationId xmlns:a16="http://schemas.microsoft.com/office/drawing/2014/main" id="{8F91D890-FC0B-4678-50C2-CB77CEA79B3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06" name="tx10033">
                <a:extLst>
                  <a:ext uri="{FF2B5EF4-FFF2-40B4-BE49-F238E27FC236}">
                    <a16:creationId xmlns:a16="http://schemas.microsoft.com/office/drawing/2014/main" id="{950B820C-4174-7241-EC87-7DA8A167147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07" name="tx10034">
                <a:extLst>
                  <a:ext uri="{FF2B5EF4-FFF2-40B4-BE49-F238E27FC236}">
                    <a16:creationId xmlns:a16="http://schemas.microsoft.com/office/drawing/2014/main" id="{8EA834BD-5A08-9C9F-420F-EB336CC07D2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08" name="tx10035">
                <a:extLst>
                  <a:ext uri="{FF2B5EF4-FFF2-40B4-BE49-F238E27FC236}">
                    <a16:creationId xmlns:a16="http://schemas.microsoft.com/office/drawing/2014/main" id="{15CE05BF-ED06-C780-1A3D-4F17E7F06CEA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09" name="tx10036">
                <a:extLst>
                  <a:ext uri="{FF2B5EF4-FFF2-40B4-BE49-F238E27FC236}">
                    <a16:creationId xmlns:a16="http://schemas.microsoft.com/office/drawing/2014/main" id="{C5103748-40FF-8151-E266-3A0399DAED2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10" name="tx10037">
                <a:extLst>
                  <a:ext uri="{FF2B5EF4-FFF2-40B4-BE49-F238E27FC236}">
                    <a16:creationId xmlns:a16="http://schemas.microsoft.com/office/drawing/2014/main" id="{718BC152-C36F-DF02-50CE-4A5FF420B52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11" name="tx10038">
                <a:extLst>
                  <a:ext uri="{FF2B5EF4-FFF2-40B4-BE49-F238E27FC236}">
                    <a16:creationId xmlns:a16="http://schemas.microsoft.com/office/drawing/2014/main" id="{C5013C81-17AB-FEAD-6143-EE03E223D61E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12" name="tx10039">
                <a:extLst>
                  <a:ext uri="{FF2B5EF4-FFF2-40B4-BE49-F238E27FC236}">
                    <a16:creationId xmlns:a16="http://schemas.microsoft.com/office/drawing/2014/main" id="{338B9E96-BEE5-E1BF-76F8-8ED3A972430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13" name="tx10040">
                <a:extLst>
                  <a:ext uri="{FF2B5EF4-FFF2-40B4-BE49-F238E27FC236}">
                    <a16:creationId xmlns:a16="http://schemas.microsoft.com/office/drawing/2014/main" id="{502C2C9F-F593-CA43-6099-4F9E88BC437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14" name="tx10041">
                <a:extLst>
                  <a:ext uri="{FF2B5EF4-FFF2-40B4-BE49-F238E27FC236}">
                    <a16:creationId xmlns:a16="http://schemas.microsoft.com/office/drawing/2014/main" id="{7C4C62E6-C357-47A7-94CA-7DB26BEC6CC3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15" name="tx10042">
                <a:extLst>
                  <a:ext uri="{FF2B5EF4-FFF2-40B4-BE49-F238E27FC236}">
                    <a16:creationId xmlns:a16="http://schemas.microsoft.com/office/drawing/2014/main" id="{67A7FBD4-6B44-5308-7B0A-16EB83A6A8F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16" name="tx10043">
                <a:extLst>
                  <a:ext uri="{FF2B5EF4-FFF2-40B4-BE49-F238E27FC236}">
                    <a16:creationId xmlns:a16="http://schemas.microsoft.com/office/drawing/2014/main" id="{98A2CD44-F2B9-22F7-7655-C85E89CA48D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17" name="tx10044">
                <a:extLst>
                  <a:ext uri="{FF2B5EF4-FFF2-40B4-BE49-F238E27FC236}">
                    <a16:creationId xmlns:a16="http://schemas.microsoft.com/office/drawing/2014/main" id="{71481B09-DE35-B295-F5EF-45A64E8E00D0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18" name="tx10045">
                <a:extLst>
                  <a:ext uri="{FF2B5EF4-FFF2-40B4-BE49-F238E27FC236}">
                    <a16:creationId xmlns:a16="http://schemas.microsoft.com/office/drawing/2014/main" id="{822DCAFB-CBEB-35D8-F3C7-A6D2E439A60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19" name="tx10046">
                <a:extLst>
                  <a:ext uri="{FF2B5EF4-FFF2-40B4-BE49-F238E27FC236}">
                    <a16:creationId xmlns:a16="http://schemas.microsoft.com/office/drawing/2014/main" id="{FB55029A-0671-E8B4-4C65-5AA17EFE7CA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20" name="tx10047">
                <a:extLst>
                  <a:ext uri="{FF2B5EF4-FFF2-40B4-BE49-F238E27FC236}">
                    <a16:creationId xmlns:a16="http://schemas.microsoft.com/office/drawing/2014/main" id="{CA80CA63-80F8-4C39-734A-FB46585DBC6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21" name="tx10048">
                <a:extLst>
                  <a:ext uri="{FF2B5EF4-FFF2-40B4-BE49-F238E27FC236}">
                    <a16:creationId xmlns:a16="http://schemas.microsoft.com/office/drawing/2014/main" id="{575D7E4F-03AB-1C34-0312-FEBD5CDBBF1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22" name="tx10049">
                <a:extLst>
                  <a:ext uri="{FF2B5EF4-FFF2-40B4-BE49-F238E27FC236}">
                    <a16:creationId xmlns:a16="http://schemas.microsoft.com/office/drawing/2014/main" id="{C1C6AC08-A797-E89B-ED2F-7378433D366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23" name="tx10050">
                <a:extLst>
                  <a:ext uri="{FF2B5EF4-FFF2-40B4-BE49-F238E27FC236}">
                    <a16:creationId xmlns:a16="http://schemas.microsoft.com/office/drawing/2014/main" id="{0FFBBB97-3BD9-F74E-A048-BEC9D1FB657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24" name="tx10051">
                <a:extLst>
                  <a:ext uri="{FF2B5EF4-FFF2-40B4-BE49-F238E27FC236}">
                    <a16:creationId xmlns:a16="http://schemas.microsoft.com/office/drawing/2014/main" id="{4CA1C092-B0CD-2C7F-B619-B88F7B669D7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25" name="tx10052">
                <a:extLst>
                  <a:ext uri="{FF2B5EF4-FFF2-40B4-BE49-F238E27FC236}">
                    <a16:creationId xmlns:a16="http://schemas.microsoft.com/office/drawing/2014/main" id="{999B4A80-56FB-898B-9347-812E778E44BF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26" name="tx10053">
                <a:extLst>
                  <a:ext uri="{FF2B5EF4-FFF2-40B4-BE49-F238E27FC236}">
                    <a16:creationId xmlns:a16="http://schemas.microsoft.com/office/drawing/2014/main" id="{00BAC3C5-825E-392E-E8A4-D014CA27B8C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27" name="tx10054">
                <a:extLst>
                  <a:ext uri="{FF2B5EF4-FFF2-40B4-BE49-F238E27FC236}">
                    <a16:creationId xmlns:a16="http://schemas.microsoft.com/office/drawing/2014/main" id="{01F84E4E-5F57-E8BE-418A-93774FEE07D9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28" name="tx10055">
                <a:extLst>
                  <a:ext uri="{FF2B5EF4-FFF2-40B4-BE49-F238E27FC236}">
                    <a16:creationId xmlns:a16="http://schemas.microsoft.com/office/drawing/2014/main" id="{866463AA-4DC1-7EBD-68E4-E9CA5C7ABC1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29" name="tx10056">
                <a:extLst>
                  <a:ext uri="{FF2B5EF4-FFF2-40B4-BE49-F238E27FC236}">
                    <a16:creationId xmlns:a16="http://schemas.microsoft.com/office/drawing/2014/main" id="{2AE51194-C7D3-7EBA-50BE-56DCF00B4A6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30" name="tx10057">
                <a:extLst>
                  <a:ext uri="{FF2B5EF4-FFF2-40B4-BE49-F238E27FC236}">
                    <a16:creationId xmlns:a16="http://schemas.microsoft.com/office/drawing/2014/main" id="{A08B35DF-A168-590C-7B83-B3D209768DA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31" name="tx10058">
                <a:extLst>
                  <a:ext uri="{FF2B5EF4-FFF2-40B4-BE49-F238E27FC236}">
                    <a16:creationId xmlns:a16="http://schemas.microsoft.com/office/drawing/2014/main" id="{7861EE06-A82A-4F0A-1F66-9A0836A5786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32" name="tx10059">
                <a:extLst>
                  <a:ext uri="{FF2B5EF4-FFF2-40B4-BE49-F238E27FC236}">
                    <a16:creationId xmlns:a16="http://schemas.microsoft.com/office/drawing/2014/main" id="{8DC42398-F5A7-DB56-FF7C-DEE346E3C37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33" name="tx10060">
                <a:extLst>
                  <a:ext uri="{FF2B5EF4-FFF2-40B4-BE49-F238E27FC236}">
                    <a16:creationId xmlns:a16="http://schemas.microsoft.com/office/drawing/2014/main" id="{2C242C01-62B8-30AC-0447-C70C1823B612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34" name="tx10061">
                <a:extLst>
                  <a:ext uri="{FF2B5EF4-FFF2-40B4-BE49-F238E27FC236}">
                    <a16:creationId xmlns:a16="http://schemas.microsoft.com/office/drawing/2014/main" id="{BD0124D9-D260-9B0F-9933-522E130DA6CE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35" name="tx10062">
                <a:extLst>
                  <a:ext uri="{FF2B5EF4-FFF2-40B4-BE49-F238E27FC236}">
                    <a16:creationId xmlns:a16="http://schemas.microsoft.com/office/drawing/2014/main" id="{43230BB7-1367-DE48-0A31-8F16A2FC4BE8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36" name="tx10063">
                <a:extLst>
                  <a:ext uri="{FF2B5EF4-FFF2-40B4-BE49-F238E27FC236}">
                    <a16:creationId xmlns:a16="http://schemas.microsoft.com/office/drawing/2014/main" id="{40E7D040-A8B6-71B2-D0F8-83761E8EEE7F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37" name="tx10064">
                <a:extLst>
                  <a:ext uri="{FF2B5EF4-FFF2-40B4-BE49-F238E27FC236}">
                    <a16:creationId xmlns:a16="http://schemas.microsoft.com/office/drawing/2014/main" id="{64F5AE8D-7338-7769-EEFA-9C8B48DF254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38" name="tx10065">
                <a:extLst>
                  <a:ext uri="{FF2B5EF4-FFF2-40B4-BE49-F238E27FC236}">
                    <a16:creationId xmlns:a16="http://schemas.microsoft.com/office/drawing/2014/main" id="{12C1DE09-5452-3FA8-C770-D9D5C2BAF8E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39" name="tx10066">
                <a:extLst>
                  <a:ext uri="{FF2B5EF4-FFF2-40B4-BE49-F238E27FC236}">
                    <a16:creationId xmlns:a16="http://schemas.microsoft.com/office/drawing/2014/main" id="{0D8B3293-3189-18F7-9269-5DA9BCB97CB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40" name="tx10067">
                <a:extLst>
                  <a:ext uri="{FF2B5EF4-FFF2-40B4-BE49-F238E27FC236}">
                    <a16:creationId xmlns:a16="http://schemas.microsoft.com/office/drawing/2014/main" id="{01F00D89-BB4C-ACC4-07FC-6198A9DD56A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41" name="tx10068">
                <a:extLst>
                  <a:ext uri="{FF2B5EF4-FFF2-40B4-BE49-F238E27FC236}">
                    <a16:creationId xmlns:a16="http://schemas.microsoft.com/office/drawing/2014/main" id="{0CCC2347-E8ED-C614-7715-EECE67D5802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42" name="tx10069">
                <a:extLst>
                  <a:ext uri="{FF2B5EF4-FFF2-40B4-BE49-F238E27FC236}">
                    <a16:creationId xmlns:a16="http://schemas.microsoft.com/office/drawing/2014/main" id="{FCCA59DA-1FF3-C1A2-12E4-5A89E51A197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43" name="tx10070">
                <a:extLst>
                  <a:ext uri="{FF2B5EF4-FFF2-40B4-BE49-F238E27FC236}">
                    <a16:creationId xmlns:a16="http://schemas.microsoft.com/office/drawing/2014/main" id="{9D8C91B6-4C00-B580-DD43-DB35A58BD8A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44" name="tx10071">
                <a:extLst>
                  <a:ext uri="{FF2B5EF4-FFF2-40B4-BE49-F238E27FC236}">
                    <a16:creationId xmlns:a16="http://schemas.microsoft.com/office/drawing/2014/main" id="{FDC64F63-4453-6BE9-E53E-385A725A3B3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45" name="tx10072">
                <a:extLst>
                  <a:ext uri="{FF2B5EF4-FFF2-40B4-BE49-F238E27FC236}">
                    <a16:creationId xmlns:a16="http://schemas.microsoft.com/office/drawing/2014/main" id="{D8B25081-4A51-246F-E716-E48FE05A389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46" name="tx10073">
                <a:extLst>
                  <a:ext uri="{FF2B5EF4-FFF2-40B4-BE49-F238E27FC236}">
                    <a16:creationId xmlns:a16="http://schemas.microsoft.com/office/drawing/2014/main" id="{591063D0-4CB2-E18D-F25F-FA2CB4161811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47" name="tx10074">
                <a:extLst>
                  <a:ext uri="{FF2B5EF4-FFF2-40B4-BE49-F238E27FC236}">
                    <a16:creationId xmlns:a16="http://schemas.microsoft.com/office/drawing/2014/main" id="{12FB9D64-DEEE-D9A4-B5BA-33D70A71FFA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48" name="tx10075">
                <a:extLst>
                  <a:ext uri="{FF2B5EF4-FFF2-40B4-BE49-F238E27FC236}">
                    <a16:creationId xmlns:a16="http://schemas.microsoft.com/office/drawing/2014/main" id="{DBC588CE-FCD7-84B6-44CE-78851BB51D4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49" name="tx10076">
                <a:extLst>
                  <a:ext uri="{FF2B5EF4-FFF2-40B4-BE49-F238E27FC236}">
                    <a16:creationId xmlns:a16="http://schemas.microsoft.com/office/drawing/2014/main" id="{0C186AC5-EAEF-EEA6-F44B-7B5C6A77BCF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50" name="tx10077">
                <a:extLst>
                  <a:ext uri="{FF2B5EF4-FFF2-40B4-BE49-F238E27FC236}">
                    <a16:creationId xmlns:a16="http://schemas.microsoft.com/office/drawing/2014/main" id="{B393FFD6-3D1F-FEE3-94C1-24F3DD2A5ED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51" name="tx10078">
                <a:extLst>
                  <a:ext uri="{FF2B5EF4-FFF2-40B4-BE49-F238E27FC236}">
                    <a16:creationId xmlns:a16="http://schemas.microsoft.com/office/drawing/2014/main" id="{25ABA6CF-6F37-AFA4-5935-3520E2A7529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52" name="tx10079">
                <a:extLst>
                  <a:ext uri="{FF2B5EF4-FFF2-40B4-BE49-F238E27FC236}">
                    <a16:creationId xmlns:a16="http://schemas.microsoft.com/office/drawing/2014/main" id="{D9BA0E9D-1367-7192-D6E7-79FA7DEB136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53" name="tx10080">
                <a:extLst>
                  <a:ext uri="{FF2B5EF4-FFF2-40B4-BE49-F238E27FC236}">
                    <a16:creationId xmlns:a16="http://schemas.microsoft.com/office/drawing/2014/main" id="{39F23D41-F497-F4B0-D25A-DC0DB4171C77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54" name="tx10081">
                <a:extLst>
                  <a:ext uri="{FF2B5EF4-FFF2-40B4-BE49-F238E27FC236}">
                    <a16:creationId xmlns:a16="http://schemas.microsoft.com/office/drawing/2014/main" id="{BAD97C06-51C1-A862-6731-64A41BB3F218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55" name="tx10082">
                <a:extLst>
                  <a:ext uri="{FF2B5EF4-FFF2-40B4-BE49-F238E27FC236}">
                    <a16:creationId xmlns:a16="http://schemas.microsoft.com/office/drawing/2014/main" id="{00A7BB99-FB78-D7A3-8E8A-460502334AA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56" name="tx10083">
                <a:extLst>
                  <a:ext uri="{FF2B5EF4-FFF2-40B4-BE49-F238E27FC236}">
                    <a16:creationId xmlns:a16="http://schemas.microsoft.com/office/drawing/2014/main" id="{2CA049DB-571F-9C83-3501-B6369AFAFC4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57" name="tx10084">
                <a:extLst>
                  <a:ext uri="{FF2B5EF4-FFF2-40B4-BE49-F238E27FC236}">
                    <a16:creationId xmlns:a16="http://schemas.microsoft.com/office/drawing/2014/main" id="{A799E58E-7A38-5D0B-1507-543EFB079D46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58" name="tx10085">
                <a:extLst>
                  <a:ext uri="{FF2B5EF4-FFF2-40B4-BE49-F238E27FC236}">
                    <a16:creationId xmlns:a16="http://schemas.microsoft.com/office/drawing/2014/main" id="{AC11D94E-C88F-8CE7-5D8F-8A79EDBE7CC4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59" name="tx10086">
                <a:extLst>
                  <a:ext uri="{FF2B5EF4-FFF2-40B4-BE49-F238E27FC236}">
                    <a16:creationId xmlns:a16="http://schemas.microsoft.com/office/drawing/2014/main" id="{E08888D6-7320-E738-FC2A-71C92E63F93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60" name="tx10087">
                <a:extLst>
                  <a:ext uri="{FF2B5EF4-FFF2-40B4-BE49-F238E27FC236}">
                    <a16:creationId xmlns:a16="http://schemas.microsoft.com/office/drawing/2014/main" id="{EB6FF9EE-E399-E597-336A-6AACF87E982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61" name="tx10088">
                <a:extLst>
                  <a:ext uri="{FF2B5EF4-FFF2-40B4-BE49-F238E27FC236}">
                    <a16:creationId xmlns:a16="http://schemas.microsoft.com/office/drawing/2014/main" id="{EF877625-0AFD-1428-B704-07272B5DF57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62" name="tx10089">
                <a:extLst>
                  <a:ext uri="{FF2B5EF4-FFF2-40B4-BE49-F238E27FC236}">
                    <a16:creationId xmlns:a16="http://schemas.microsoft.com/office/drawing/2014/main" id="{FB1DFECB-83DF-4FE2-25E9-495D29818F9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63" name="tx10090">
                <a:extLst>
                  <a:ext uri="{FF2B5EF4-FFF2-40B4-BE49-F238E27FC236}">
                    <a16:creationId xmlns:a16="http://schemas.microsoft.com/office/drawing/2014/main" id="{847F6F0F-B654-CE37-33E9-35982FD7341C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64" name="tx10091">
                <a:extLst>
                  <a:ext uri="{FF2B5EF4-FFF2-40B4-BE49-F238E27FC236}">
                    <a16:creationId xmlns:a16="http://schemas.microsoft.com/office/drawing/2014/main" id="{3C7DADED-C9A1-BBC1-1ADD-E04CE938D78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65" name="tx10092">
                <a:extLst>
                  <a:ext uri="{FF2B5EF4-FFF2-40B4-BE49-F238E27FC236}">
                    <a16:creationId xmlns:a16="http://schemas.microsoft.com/office/drawing/2014/main" id="{0DA04ED8-D787-6EEC-F7DF-1D5C8B16182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66" name="tx10093">
                <a:extLst>
                  <a:ext uri="{FF2B5EF4-FFF2-40B4-BE49-F238E27FC236}">
                    <a16:creationId xmlns:a16="http://schemas.microsoft.com/office/drawing/2014/main" id="{6F2B8A95-70F4-B029-39F0-C03575715772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67" name="tx10094">
                <a:extLst>
                  <a:ext uri="{FF2B5EF4-FFF2-40B4-BE49-F238E27FC236}">
                    <a16:creationId xmlns:a16="http://schemas.microsoft.com/office/drawing/2014/main" id="{639C8D05-6873-F2C0-BCE2-16A4D7212804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68" name="tx10095">
                <a:extLst>
                  <a:ext uri="{FF2B5EF4-FFF2-40B4-BE49-F238E27FC236}">
                    <a16:creationId xmlns:a16="http://schemas.microsoft.com/office/drawing/2014/main" id="{F1597DEC-5191-4DC1-1F61-9249BB58F9B5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69" name="tx10096">
                <a:extLst>
                  <a:ext uri="{FF2B5EF4-FFF2-40B4-BE49-F238E27FC236}">
                    <a16:creationId xmlns:a16="http://schemas.microsoft.com/office/drawing/2014/main" id="{0F7DAD08-0753-2E94-42D4-D79ED300CBA5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70" name="tx10097">
                <a:extLst>
                  <a:ext uri="{FF2B5EF4-FFF2-40B4-BE49-F238E27FC236}">
                    <a16:creationId xmlns:a16="http://schemas.microsoft.com/office/drawing/2014/main" id="{E4723720-3960-FA85-612A-ED0E27BDDC87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71" name="tx10098">
                <a:extLst>
                  <a:ext uri="{FF2B5EF4-FFF2-40B4-BE49-F238E27FC236}">
                    <a16:creationId xmlns:a16="http://schemas.microsoft.com/office/drawing/2014/main" id="{0DA31757-F59D-B4D3-B6B9-79CA4F6C7A6B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72" name="tx10099">
                <a:extLst>
                  <a:ext uri="{FF2B5EF4-FFF2-40B4-BE49-F238E27FC236}">
                    <a16:creationId xmlns:a16="http://schemas.microsoft.com/office/drawing/2014/main" id="{CE8D2B84-B983-30FD-7A39-E89DF5C597BC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73" name="tx10100">
                <a:extLst>
                  <a:ext uri="{FF2B5EF4-FFF2-40B4-BE49-F238E27FC236}">
                    <a16:creationId xmlns:a16="http://schemas.microsoft.com/office/drawing/2014/main" id="{2CC1D979-5E05-E236-B728-AD7155FCEA0A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74" name="tx10101">
                <a:extLst>
                  <a:ext uri="{FF2B5EF4-FFF2-40B4-BE49-F238E27FC236}">
                    <a16:creationId xmlns:a16="http://schemas.microsoft.com/office/drawing/2014/main" id="{82588EA5-9F49-422F-07C5-7D8B74950099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75" name="tx10102">
                <a:extLst>
                  <a:ext uri="{FF2B5EF4-FFF2-40B4-BE49-F238E27FC236}">
                    <a16:creationId xmlns:a16="http://schemas.microsoft.com/office/drawing/2014/main" id="{A672D2F7-D387-F88B-393A-9D45A5C6FCA1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76" name="tx10103">
                <a:extLst>
                  <a:ext uri="{FF2B5EF4-FFF2-40B4-BE49-F238E27FC236}">
                    <a16:creationId xmlns:a16="http://schemas.microsoft.com/office/drawing/2014/main" id="{76E40DF7-833E-FD2A-6F9C-4C9CDB8304FD}"/>
                  </a:ext>
                </a:extLst>
              </p:cNvPr>
              <p:cNvSpPr/>
              <p:nvPr/>
            </p:nvSpPr>
            <p:spPr>
              <a:xfrm>
                <a:off x="4453280" y="3157332"/>
                <a:ext cx="29498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Baltic </a:t>
                </a:r>
              </a:p>
            </p:txBody>
          </p:sp>
          <p:sp>
            <p:nvSpPr>
              <p:cNvPr id="30477" name="tx10104">
                <a:extLst>
                  <a:ext uri="{FF2B5EF4-FFF2-40B4-BE49-F238E27FC236}">
                    <a16:creationId xmlns:a16="http://schemas.microsoft.com/office/drawing/2014/main" id="{11C60A28-6DBD-E38A-5429-F68C65B99B4D}"/>
                  </a:ext>
                </a:extLst>
              </p:cNvPr>
              <p:cNvSpPr/>
              <p:nvPr/>
            </p:nvSpPr>
            <p:spPr>
              <a:xfrm>
                <a:off x="4504395" y="3313436"/>
                <a:ext cx="192755" cy="7763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53" i="1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Sea</a:t>
                </a:r>
              </a:p>
            </p:txBody>
          </p:sp>
          <p:sp>
            <p:nvSpPr>
              <p:cNvPr id="30478" name="rc10105">
                <a:extLst>
                  <a:ext uri="{FF2B5EF4-FFF2-40B4-BE49-F238E27FC236}">
                    <a16:creationId xmlns:a16="http://schemas.microsoft.com/office/drawing/2014/main" id="{CEF554A1-A05B-8C31-2DD6-10E3C1FF2F60}"/>
                  </a:ext>
                </a:extLst>
              </p:cNvPr>
              <p:cNvSpPr/>
              <p:nvPr/>
            </p:nvSpPr>
            <p:spPr>
              <a:xfrm>
                <a:off x="2467279" y="1464512"/>
                <a:ext cx="2492223" cy="2705747"/>
              </a:xfrm>
              <a:prstGeom prst="rect">
                <a:avLst/>
              </a:prstGeom>
              <a:noFill/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9" name="tx10106">
                <a:extLst>
                  <a:ext uri="{FF2B5EF4-FFF2-40B4-BE49-F238E27FC236}">
                    <a16:creationId xmlns:a16="http://schemas.microsoft.com/office/drawing/2014/main" id="{0718506B-2A7E-FF64-7E40-D27704CABBA8}"/>
                  </a:ext>
                </a:extLst>
              </p:cNvPr>
              <p:cNvSpPr/>
              <p:nvPr/>
            </p:nvSpPr>
            <p:spPr>
              <a:xfrm>
                <a:off x="2154926" y="40065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54</a:t>
                </a:r>
              </a:p>
            </p:txBody>
          </p:sp>
          <p:sp>
            <p:nvSpPr>
              <p:cNvPr id="30480" name="tx10107">
                <a:extLst>
                  <a:ext uri="{FF2B5EF4-FFF2-40B4-BE49-F238E27FC236}">
                    <a16:creationId xmlns:a16="http://schemas.microsoft.com/office/drawing/2014/main" id="{65036C13-860D-7969-8B30-01363CEFD01C}"/>
                  </a:ext>
                </a:extLst>
              </p:cNvPr>
              <p:cNvSpPr/>
              <p:nvPr/>
            </p:nvSpPr>
            <p:spPr>
              <a:xfrm>
                <a:off x="2279284" y="39881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481" name="tx10108">
                <a:extLst>
                  <a:ext uri="{FF2B5EF4-FFF2-40B4-BE49-F238E27FC236}">
                    <a16:creationId xmlns:a16="http://schemas.microsoft.com/office/drawing/2014/main" id="{3817888D-ECA0-8529-ECF1-749B7BDDAEBC}"/>
                  </a:ext>
                </a:extLst>
              </p:cNvPr>
              <p:cNvSpPr/>
              <p:nvPr/>
            </p:nvSpPr>
            <p:spPr>
              <a:xfrm>
                <a:off x="2323999" y="40065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30482" name="tx10109">
                <a:extLst>
                  <a:ext uri="{FF2B5EF4-FFF2-40B4-BE49-F238E27FC236}">
                    <a16:creationId xmlns:a16="http://schemas.microsoft.com/office/drawing/2014/main" id="{93FF3F22-BA18-2EC1-8D37-04950A430D5F}"/>
                  </a:ext>
                </a:extLst>
              </p:cNvPr>
              <p:cNvSpPr/>
              <p:nvPr/>
            </p:nvSpPr>
            <p:spPr>
              <a:xfrm>
                <a:off x="2154926" y="36551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55</a:t>
                </a:r>
              </a:p>
            </p:txBody>
          </p:sp>
          <p:sp>
            <p:nvSpPr>
              <p:cNvPr id="30483" name="tx10110">
                <a:extLst>
                  <a:ext uri="{FF2B5EF4-FFF2-40B4-BE49-F238E27FC236}">
                    <a16:creationId xmlns:a16="http://schemas.microsoft.com/office/drawing/2014/main" id="{C4BA10E3-DD5D-9AFE-E7A3-89359A7C6B91}"/>
                  </a:ext>
                </a:extLst>
              </p:cNvPr>
              <p:cNvSpPr/>
              <p:nvPr/>
            </p:nvSpPr>
            <p:spPr>
              <a:xfrm>
                <a:off x="2279284" y="36367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484" name="tx10111">
                <a:extLst>
                  <a:ext uri="{FF2B5EF4-FFF2-40B4-BE49-F238E27FC236}">
                    <a16:creationId xmlns:a16="http://schemas.microsoft.com/office/drawing/2014/main" id="{94406D7D-DA8B-BE29-F5B5-27B03E27AE57}"/>
                  </a:ext>
                </a:extLst>
              </p:cNvPr>
              <p:cNvSpPr/>
              <p:nvPr/>
            </p:nvSpPr>
            <p:spPr>
              <a:xfrm>
                <a:off x="2323999" y="36551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30485" name="tx10112">
                <a:extLst>
                  <a:ext uri="{FF2B5EF4-FFF2-40B4-BE49-F238E27FC236}">
                    <a16:creationId xmlns:a16="http://schemas.microsoft.com/office/drawing/2014/main" id="{1D66BE4E-04CC-797B-29C1-CF44FEFDF79F}"/>
                  </a:ext>
                </a:extLst>
              </p:cNvPr>
              <p:cNvSpPr/>
              <p:nvPr/>
            </p:nvSpPr>
            <p:spPr>
              <a:xfrm>
                <a:off x="2154926" y="3303971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56</a:t>
                </a:r>
              </a:p>
            </p:txBody>
          </p:sp>
          <p:sp>
            <p:nvSpPr>
              <p:cNvPr id="30486" name="tx10113">
                <a:extLst>
                  <a:ext uri="{FF2B5EF4-FFF2-40B4-BE49-F238E27FC236}">
                    <a16:creationId xmlns:a16="http://schemas.microsoft.com/office/drawing/2014/main" id="{F068B91E-E8E7-74CA-BB01-39F4F96124A4}"/>
                  </a:ext>
                </a:extLst>
              </p:cNvPr>
              <p:cNvSpPr/>
              <p:nvPr/>
            </p:nvSpPr>
            <p:spPr>
              <a:xfrm>
                <a:off x="2279284" y="3285501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487" name="tx10114">
                <a:extLst>
                  <a:ext uri="{FF2B5EF4-FFF2-40B4-BE49-F238E27FC236}">
                    <a16:creationId xmlns:a16="http://schemas.microsoft.com/office/drawing/2014/main" id="{54803A60-6AA8-522B-7FC6-665CB91FAEDC}"/>
                  </a:ext>
                </a:extLst>
              </p:cNvPr>
              <p:cNvSpPr/>
              <p:nvPr/>
            </p:nvSpPr>
            <p:spPr>
              <a:xfrm>
                <a:off x="2323999" y="3303971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30488" name="tx10115">
                <a:extLst>
                  <a:ext uri="{FF2B5EF4-FFF2-40B4-BE49-F238E27FC236}">
                    <a16:creationId xmlns:a16="http://schemas.microsoft.com/office/drawing/2014/main" id="{5DD43125-5C5C-7FF2-B323-AFEEBFD4614E}"/>
                  </a:ext>
                </a:extLst>
              </p:cNvPr>
              <p:cNvSpPr/>
              <p:nvPr/>
            </p:nvSpPr>
            <p:spPr>
              <a:xfrm>
                <a:off x="2154926" y="29523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57</a:t>
                </a:r>
              </a:p>
            </p:txBody>
          </p:sp>
          <p:sp>
            <p:nvSpPr>
              <p:cNvPr id="30489" name="tx10116">
                <a:extLst>
                  <a:ext uri="{FF2B5EF4-FFF2-40B4-BE49-F238E27FC236}">
                    <a16:creationId xmlns:a16="http://schemas.microsoft.com/office/drawing/2014/main" id="{FC757E89-4BEA-B050-0A98-2F4EFD607A15}"/>
                  </a:ext>
                </a:extLst>
              </p:cNvPr>
              <p:cNvSpPr/>
              <p:nvPr/>
            </p:nvSpPr>
            <p:spPr>
              <a:xfrm>
                <a:off x="2279284" y="29339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490" name="tx10117">
                <a:extLst>
                  <a:ext uri="{FF2B5EF4-FFF2-40B4-BE49-F238E27FC236}">
                    <a16:creationId xmlns:a16="http://schemas.microsoft.com/office/drawing/2014/main" id="{FC83E3B2-FC4A-2645-E4A8-1C5B93C920A4}"/>
                  </a:ext>
                </a:extLst>
              </p:cNvPr>
              <p:cNvSpPr/>
              <p:nvPr/>
            </p:nvSpPr>
            <p:spPr>
              <a:xfrm>
                <a:off x="2323999" y="29523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30491" name="tx10118">
                <a:extLst>
                  <a:ext uri="{FF2B5EF4-FFF2-40B4-BE49-F238E27FC236}">
                    <a16:creationId xmlns:a16="http://schemas.microsoft.com/office/drawing/2014/main" id="{A064B61A-F5D9-22FF-1C7F-8097E7C086F9}"/>
                  </a:ext>
                </a:extLst>
              </p:cNvPr>
              <p:cNvSpPr/>
              <p:nvPr/>
            </p:nvSpPr>
            <p:spPr>
              <a:xfrm>
                <a:off x="2154926" y="2601180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58</a:t>
                </a:r>
              </a:p>
            </p:txBody>
          </p:sp>
          <p:sp>
            <p:nvSpPr>
              <p:cNvPr id="30492" name="tx10119">
                <a:extLst>
                  <a:ext uri="{FF2B5EF4-FFF2-40B4-BE49-F238E27FC236}">
                    <a16:creationId xmlns:a16="http://schemas.microsoft.com/office/drawing/2014/main" id="{A6C36D8C-9CEF-DE35-C913-E82D2842B199}"/>
                  </a:ext>
                </a:extLst>
              </p:cNvPr>
              <p:cNvSpPr/>
              <p:nvPr/>
            </p:nvSpPr>
            <p:spPr>
              <a:xfrm>
                <a:off x="2279284" y="25827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493" name="tx10120">
                <a:extLst>
                  <a:ext uri="{FF2B5EF4-FFF2-40B4-BE49-F238E27FC236}">
                    <a16:creationId xmlns:a16="http://schemas.microsoft.com/office/drawing/2014/main" id="{DDCB3179-5A38-3FB3-5D7F-73A767C97A92}"/>
                  </a:ext>
                </a:extLst>
              </p:cNvPr>
              <p:cNvSpPr/>
              <p:nvPr/>
            </p:nvSpPr>
            <p:spPr>
              <a:xfrm>
                <a:off x="2323999" y="2601180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30494" name="tx10121">
                <a:extLst>
                  <a:ext uri="{FF2B5EF4-FFF2-40B4-BE49-F238E27FC236}">
                    <a16:creationId xmlns:a16="http://schemas.microsoft.com/office/drawing/2014/main" id="{66547F4E-1F23-0DCC-F321-5284F027DC31}"/>
                  </a:ext>
                </a:extLst>
              </p:cNvPr>
              <p:cNvSpPr/>
              <p:nvPr/>
            </p:nvSpPr>
            <p:spPr>
              <a:xfrm>
                <a:off x="2154926" y="2249784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59</a:t>
                </a:r>
              </a:p>
            </p:txBody>
          </p:sp>
          <p:sp>
            <p:nvSpPr>
              <p:cNvPr id="30495" name="tx10122">
                <a:extLst>
                  <a:ext uri="{FF2B5EF4-FFF2-40B4-BE49-F238E27FC236}">
                    <a16:creationId xmlns:a16="http://schemas.microsoft.com/office/drawing/2014/main" id="{D32E98C8-036F-12DD-F9F0-44E0BB34EBDD}"/>
                  </a:ext>
                </a:extLst>
              </p:cNvPr>
              <p:cNvSpPr/>
              <p:nvPr/>
            </p:nvSpPr>
            <p:spPr>
              <a:xfrm>
                <a:off x="2279284" y="2231313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496" name="tx10123">
                <a:extLst>
                  <a:ext uri="{FF2B5EF4-FFF2-40B4-BE49-F238E27FC236}">
                    <a16:creationId xmlns:a16="http://schemas.microsoft.com/office/drawing/2014/main" id="{4DEBCB7E-6619-5656-9694-D26F536A020D}"/>
                  </a:ext>
                </a:extLst>
              </p:cNvPr>
              <p:cNvSpPr/>
              <p:nvPr/>
            </p:nvSpPr>
            <p:spPr>
              <a:xfrm>
                <a:off x="2323999" y="2249784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30497" name="tx10124">
                <a:extLst>
                  <a:ext uri="{FF2B5EF4-FFF2-40B4-BE49-F238E27FC236}">
                    <a16:creationId xmlns:a16="http://schemas.microsoft.com/office/drawing/2014/main" id="{ABCC8FAF-96EA-1979-744E-8DB80ABA6D38}"/>
                  </a:ext>
                </a:extLst>
              </p:cNvPr>
              <p:cNvSpPr/>
              <p:nvPr/>
            </p:nvSpPr>
            <p:spPr>
              <a:xfrm>
                <a:off x="2154926" y="1898388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60</a:t>
                </a:r>
              </a:p>
            </p:txBody>
          </p:sp>
          <p:sp>
            <p:nvSpPr>
              <p:cNvPr id="30498" name="tx10125">
                <a:extLst>
                  <a:ext uri="{FF2B5EF4-FFF2-40B4-BE49-F238E27FC236}">
                    <a16:creationId xmlns:a16="http://schemas.microsoft.com/office/drawing/2014/main" id="{6B9FF239-C9EA-7422-5C3F-29B614EE616C}"/>
                  </a:ext>
                </a:extLst>
              </p:cNvPr>
              <p:cNvSpPr/>
              <p:nvPr/>
            </p:nvSpPr>
            <p:spPr>
              <a:xfrm>
                <a:off x="2279284" y="187991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499" name="tx10126">
                <a:extLst>
                  <a:ext uri="{FF2B5EF4-FFF2-40B4-BE49-F238E27FC236}">
                    <a16:creationId xmlns:a16="http://schemas.microsoft.com/office/drawing/2014/main" id="{4701C1F1-6DC8-6CC2-7EAE-DF1E916BD395}"/>
                  </a:ext>
                </a:extLst>
              </p:cNvPr>
              <p:cNvSpPr/>
              <p:nvPr/>
            </p:nvSpPr>
            <p:spPr>
              <a:xfrm>
                <a:off x="2323999" y="1898388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30500" name="tx10127">
                <a:extLst>
                  <a:ext uri="{FF2B5EF4-FFF2-40B4-BE49-F238E27FC236}">
                    <a16:creationId xmlns:a16="http://schemas.microsoft.com/office/drawing/2014/main" id="{88AB30AC-D97F-BBBE-D9CD-24D96F97F45B}"/>
                  </a:ext>
                </a:extLst>
              </p:cNvPr>
              <p:cNvSpPr/>
              <p:nvPr/>
            </p:nvSpPr>
            <p:spPr>
              <a:xfrm>
                <a:off x="2154926" y="1546993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61</a:t>
                </a:r>
              </a:p>
            </p:txBody>
          </p:sp>
          <p:sp>
            <p:nvSpPr>
              <p:cNvPr id="30501" name="tx10128">
                <a:extLst>
                  <a:ext uri="{FF2B5EF4-FFF2-40B4-BE49-F238E27FC236}">
                    <a16:creationId xmlns:a16="http://schemas.microsoft.com/office/drawing/2014/main" id="{CF583DC7-38CA-8C2A-F5EA-6ACB866E7A99}"/>
                  </a:ext>
                </a:extLst>
              </p:cNvPr>
              <p:cNvSpPr/>
              <p:nvPr/>
            </p:nvSpPr>
            <p:spPr>
              <a:xfrm>
                <a:off x="2279284" y="1528522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502" name="tx10129">
                <a:extLst>
                  <a:ext uri="{FF2B5EF4-FFF2-40B4-BE49-F238E27FC236}">
                    <a16:creationId xmlns:a16="http://schemas.microsoft.com/office/drawing/2014/main" id="{D62B4BDF-196F-C9DE-2EE2-A8C81A1395A0}"/>
                  </a:ext>
                </a:extLst>
              </p:cNvPr>
              <p:cNvSpPr/>
              <p:nvPr/>
            </p:nvSpPr>
            <p:spPr>
              <a:xfrm>
                <a:off x="2323999" y="1546993"/>
                <a:ext cx="80650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N</a:t>
                </a:r>
              </a:p>
            </p:txBody>
          </p:sp>
          <p:sp>
            <p:nvSpPr>
              <p:cNvPr id="30503" name="pl10130">
                <a:extLst>
                  <a:ext uri="{FF2B5EF4-FFF2-40B4-BE49-F238E27FC236}">
                    <a16:creationId xmlns:a16="http://schemas.microsoft.com/office/drawing/2014/main" id="{0F20A78E-2C4B-03E9-DEBA-4DC3A5B49562}"/>
                  </a:ext>
                </a:extLst>
              </p:cNvPr>
              <p:cNvSpPr/>
              <p:nvPr/>
            </p:nvSpPr>
            <p:spPr>
              <a:xfrm>
                <a:off x="2432484" y="404727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4" name="pl10131">
                <a:extLst>
                  <a:ext uri="{FF2B5EF4-FFF2-40B4-BE49-F238E27FC236}">
                    <a16:creationId xmlns:a16="http://schemas.microsoft.com/office/drawing/2014/main" id="{7B76CAC6-3395-3BF5-021B-D47108A95C64}"/>
                  </a:ext>
                </a:extLst>
              </p:cNvPr>
              <p:cNvSpPr/>
              <p:nvPr/>
            </p:nvSpPr>
            <p:spPr>
              <a:xfrm>
                <a:off x="2432484" y="3695875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5" name="pl10132">
                <a:extLst>
                  <a:ext uri="{FF2B5EF4-FFF2-40B4-BE49-F238E27FC236}">
                    <a16:creationId xmlns:a16="http://schemas.microsoft.com/office/drawing/2014/main" id="{5254EE6D-ACC3-4B52-4565-5E8D982233C1}"/>
                  </a:ext>
                </a:extLst>
              </p:cNvPr>
              <p:cNvSpPr/>
              <p:nvPr/>
            </p:nvSpPr>
            <p:spPr>
              <a:xfrm>
                <a:off x="2432484" y="3344479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6" name="pl10133">
                <a:extLst>
                  <a:ext uri="{FF2B5EF4-FFF2-40B4-BE49-F238E27FC236}">
                    <a16:creationId xmlns:a16="http://schemas.microsoft.com/office/drawing/2014/main" id="{A6CEAB2B-C5F1-4197-636C-8346BCDC17ED}"/>
                  </a:ext>
                </a:extLst>
              </p:cNvPr>
              <p:cNvSpPr/>
              <p:nvPr/>
            </p:nvSpPr>
            <p:spPr>
              <a:xfrm>
                <a:off x="2432484" y="2993084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7" name="pl10134">
                <a:extLst>
                  <a:ext uri="{FF2B5EF4-FFF2-40B4-BE49-F238E27FC236}">
                    <a16:creationId xmlns:a16="http://schemas.microsoft.com/office/drawing/2014/main" id="{925ABEC4-7AEE-5A42-AD57-C6042D50B154}"/>
                  </a:ext>
                </a:extLst>
              </p:cNvPr>
              <p:cNvSpPr/>
              <p:nvPr/>
            </p:nvSpPr>
            <p:spPr>
              <a:xfrm>
                <a:off x="2432484" y="2641688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8" name="pl10135">
                <a:extLst>
                  <a:ext uri="{FF2B5EF4-FFF2-40B4-BE49-F238E27FC236}">
                    <a16:creationId xmlns:a16="http://schemas.microsoft.com/office/drawing/2014/main" id="{B1CB89E2-5DC1-03FE-3870-4FEF07C0AFBE}"/>
                  </a:ext>
                </a:extLst>
              </p:cNvPr>
              <p:cNvSpPr/>
              <p:nvPr/>
            </p:nvSpPr>
            <p:spPr>
              <a:xfrm>
                <a:off x="2432484" y="2290292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9" name="pl10136">
                <a:extLst>
                  <a:ext uri="{FF2B5EF4-FFF2-40B4-BE49-F238E27FC236}">
                    <a16:creationId xmlns:a16="http://schemas.microsoft.com/office/drawing/2014/main" id="{AA3F2FEC-B56D-54E1-C0CB-5490899524C0}"/>
                  </a:ext>
                </a:extLst>
              </p:cNvPr>
              <p:cNvSpPr/>
              <p:nvPr/>
            </p:nvSpPr>
            <p:spPr>
              <a:xfrm>
                <a:off x="2432484" y="1938896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0" name="pl10137">
                <a:extLst>
                  <a:ext uri="{FF2B5EF4-FFF2-40B4-BE49-F238E27FC236}">
                    <a16:creationId xmlns:a16="http://schemas.microsoft.com/office/drawing/2014/main" id="{96B354FA-E5F8-5EF9-E02C-B4CEEF366B91}"/>
                  </a:ext>
                </a:extLst>
              </p:cNvPr>
              <p:cNvSpPr/>
              <p:nvPr/>
            </p:nvSpPr>
            <p:spPr>
              <a:xfrm>
                <a:off x="2432484" y="158750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1" name="pl10138">
                <a:extLst>
                  <a:ext uri="{FF2B5EF4-FFF2-40B4-BE49-F238E27FC236}">
                    <a16:creationId xmlns:a16="http://schemas.microsoft.com/office/drawing/2014/main" id="{59A5EA64-90EF-635B-BF67-BA616461AF79}"/>
                  </a:ext>
                </a:extLst>
              </p:cNvPr>
              <p:cNvSpPr/>
              <p:nvPr/>
            </p:nvSpPr>
            <p:spPr>
              <a:xfrm>
                <a:off x="2580562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2" name="pl10139">
                <a:extLst>
                  <a:ext uri="{FF2B5EF4-FFF2-40B4-BE49-F238E27FC236}">
                    <a16:creationId xmlns:a16="http://schemas.microsoft.com/office/drawing/2014/main" id="{EC9B4A32-BC89-0173-5EF3-94EA312F3A0A}"/>
                  </a:ext>
                </a:extLst>
              </p:cNvPr>
              <p:cNvSpPr/>
              <p:nvPr/>
            </p:nvSpPr>
            <p:spPr>
              <a:xfrm>
                <a:off x="2958171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3" name="pl10140">
                <a:extLst>
                  <a:ext uri="{FF2B5EF4-FFF2-40B4-BE49-F238E27FC236}">
                    <a16:creationId xmlns:a16="http://schemas.microsoft.com/office/drawing/2014/main" id="{80BE5BDA-9FC8-7A93-6EE6-C1AA59E04B90}"/>
                  </a:ext>
                </a:extLst>
              </p:cNvPr>
              <p:cNvSpPr/>
              <p:nvPr/>
            </p:nvSpPr>
            <p:spPr>
              <a:xfrm>
                <a:off x="3335781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4" name="pl10141">
                <a:extLst>
                  <a:ext uri="{FF2B5EF4-FFF2-40B4-BE49-F238E27FC236}">
                    <a16:creationId xmlns:a16="http://schemas.microsoft.com/office/drawing/2014/main" id="{926E9945-C712-3212-1E62-719A44D21A1E}"/>
                  </a:ext>
                </a:extLst>
              </p:cNvPr>
              <p:cNvSpPr/>
              <p:nvPr/>
            </p:nvSpPr>
            <p:spPr>
              <a:xfrm>
                <a:off x="3713390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5" name="pl10142">
                <a:extLst>
                  <a:ext uri="{FF2B5EF4-FFF2-40B4-BE49-F238E27FC236}">
                    <a16:creationId xmlns:a16="http://schemas.microsoft.com/office/drawing/2014/main" id="{889B98A0-EAFC-F465-5E54-AA75824F2259}"/>
                  </a:ext>
                </a:extLst>
              </p:cNvPr>
              <p:cNvSpPr/>
              <p:nvPr/>
            </p:nvSpPr>
            <p:spPr>
              <a:xfrm>
                <a:off x="4091000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6" name="pl10143">
                <a:extLst>
                  <a:ext uri="{FF2B5EF4-FFF2-40B4-BE49-F238E27FC236}">
                    <a16:creationId xmlns:a16="http://schemas.microsoft.com/office/drawing/2014/main" id="{9CC92E63-F1E4-C7D7-CBB2-C4B3DBA7ECB0}"/>
                  </a:ext>
                </a:extLst>
              </p:cNvPr>
              <p:cNvSpPr/>
              <p:nvPr/>
            </p:nvSpPr>
            <p:spPr>
              <a:xfrm>
                <a:off x="4468610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7" name="pl10144">
                <a:extLst>
                  <a:ext uri="{FF2B5EF4-FFF2-40B4-BE49-F238E27FC236}">
                    <a16:creationId xmlns:a16="http://schemas.microsoft.com/office/drawing/2014/main" id="{E501A472-A338-2E76-DEED-8544AC044D57}"/>
                  </a:ext>
                </a:extLst>
              </p:cNvPr>
              <p:cNvSpPr/>
              <p:nvPr/>
            </p:nvSpPr>
            <p:spPr>
              <a:xfrm>
                <a:off x="4846219" y="4170259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8" name="tx10145">
                <a:extLst>
                  <a:ext uri="{FF2B5EF4-FFF2-40B4-BE49-F238E27FC236}">
                    <a16:creationId xmlns:a16="http://schemas.microsoft.com/office/drawing/2014/main" id="{942A6D45-095F-A88D-9942-AFD2457B4113}"/>
                  </a:ext>
                </a:extLst>
              </p:cNvPr>
              <p:cNvSpPr/>
              <p:nvPr/>
            </p:nvSpPr>
            <p:spPr>
              <a:xfrm>
                <a:off x="2474308" y="4233255"/>
                <a:ext cx="9326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 8</a:t>
                </a:r>
              </a:p>
            </p:txBody>
          </p:sp>
          <p:sp>
            <p:nvSpPr>
              <p:cNvPr id="30519" name="tx10146">
                <a:extLst>
                  <a:ext uri="{FF2B5EF4-FFF2-40B4-BE49-F238E27FC236}">
                    <a16:creationId xmlns:a16="http://schemas.microsoft.com/office/drawing/2014/main" id="{E8513902-B41D-1BFC-65E2-252660FAA62C}"/>
                  </a:ext>
                </a:extLst>
              </p:cNvPr>
              <p:cNvSpPr/>
              <p:nvPr/>
            </p:nvSpPr>
            <p:spPr>
              <a:xfrm>
                <a:off x="2567577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520" name="tx10147">
                <a:extLst>
                  <a:ext uri="{FF2B5EF4-FFF2-40B4-BE49-F238E27FC236}">
                    <a16:creationId xmlns:a16="http://schemas.microsoft.com/office/drawing/2014/main" id="{030DE226-A05D-7A90-57E8-2589DBFE05D8}"/>
                  </a:ext>
                </a:extLst>
              </p:cNvPr>
              <p:cNvSpPr/>
              <p:nvPr/>
            </p:nvSpPr>
            <p:spPr>
              <a:xfrm>
                <a:off x="2612291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30521" name="tx10148">
                <a:extLst>
                  <a:ext uri="{FF2B5EF4-FFF2-40B4-BE49-F238E27FC236}">
                    <a16:creationId xmlns:a16="http://schemas.microsoft.com/office/drawing/2014/main" id="{7FE27400-D36A-B937-DF95-2D204A38E668}"/>
                  </a:ext>
                </a:extLst>
              </p:cNvPr>
              <p:cNvSpPr/>
              <p:nvPr/>
            </p:nvSpPr>
            <p:spPr>
              <a:xfrm>
                <a:off x="2836373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10</a:t>
                </a:r>
              </a:p>
            </p:txBody>
          </p:sp>
          <p:sp>
            <p:nvSpPr>
              <p:cNvPr id="30522" name="tx10149">
                <a:extLst>
                  <a:ext uri="{FF2B5EF4-FFF2-40B4-BE49-F238E27FC236}">
                    <a16:creationId xmlns:a16="http://schemas.microsoft.com/office/drawing/2014/main" id="{2E61F20B-16ED-7CDD-B944-89F43CED5207}"/>
                  </a:ext>
                </a:extLst>
              </p:cNvPr>
              <p:cNvSpPr/>
              <p:nvPr/>
            </p:nvSpPr>
            <p:spPr>
              <a:xfrm>
                <a:off x="2960732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523" name="tx10150">
                <a:extLst>
                  <a:ext uri="{FF2B5EF4-FFF2-40B4-BE49-F238E27FC236}">
                    <a16:creationId xmlns:a16="http://schemas.microsoft.com/office/drawing/2014/main" id="{040AE7BE-6367-CD08-5B86-50E5051B713A}"/>
                  </a:ext>
                </a:extLst>
              </p:cNvPr>
              <p:cNvSpPr/>
              <p:nvPr/>
            </p:nvSpPr>
            <p:spPr>
              <a:xfrm>
                <a:off x="3005446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30524" name="tx10151">
                <a:extLst>
                  <a:ext uri="{FF2B5EF4-FFF2-40B4-BE49-F238E27FC236}">
                    <a16:creationId xmlns:a16="http://schemas.microsoft.com/office/drawing/2014/main" id="{E04B0949-D42B-E4A4-BB72-0D85DC72B08F}"/>
                  </a:ext>
                </a:extLst>
              </p:cNvPr>
              <p:cNvSpPr/>
              <p:nvPr/>
            </p:nvSpPr>
            <p:spPr>
              <a:xfrm>
                <a:off x="3213983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12</a:t>
                </a:r>
              </a:p>
            </p:txBody>
          </p:sp>
          <p:sp>
            <p:nvSpPr>
              <p:cNvPr id="30525" name="tx10152">
                <a:extLst>
                  <a:ext uri="{FF2B5EF4-FFF2-40B4-BE49-F238E27FC236}">
                    <a16:creationId xmlns:a16="http://schemas.microsoft.com/office/drawing/2014/main" id="{E73852BD-0477-F785-5560-A960FC4340D2}"/>
                  </a:ext>
                </a:extLst>
              </p:cNvPr>
              <p:cNvSpPr/>
              <p:nvPr/>
            </p:nvSpPr>
            <p:spPr>
              <a:xfrm>
                <a:off x="3338341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526" name="tx10153">
                <a:extLst>
                  <a:ext uri="{FF2B5EF4-FFF2-40B4-BE49-F238E27FC236}">
                    <a16:creationId xmlns:a16="http://schemas.microsoft.com/office/drawing/2014/main" id="{B372855B-7A39-0189-2A55-AB3ADA04635C}"/>
                  </a:ext>
                </a:extLst>
              </p:cNvPr>
              <p:cNvSpPr/>
              <p:nvPr/>
            </p:nvSpPr>
            <p:spPr>
              <a:xfrm>
                <a:off x="3383055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30527" name="tx10154">
                <a:extLst>
                  <a:ext uri="{FF2B5EF4-FFF2-40B4-BE49-F238E27FC236}">
                    <a16:creationId xmlns:a16="http://schemas.microsoft.com/office/drawing/2014/main" id="{8C2E3F6D-C97E-D61C-7E23-CBF65CBFC2D1}"/>
                  </a:ext>
                </a:extLst>
              </p:cNvPr>
              <p:cNvSpPr/>
              <p:nvPr/>
            </p:nvSpPr>
            <p:spPr>
              <a:xfrm>
                <a:off x="3591592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14</a:t>
                </a:r>
              </a:p>
            </p:txBody>
          </p:sp>
          <p:sp>
            <p:nvSpPr>
              <p:cNvPr id="30528" name="tx10155">
                <a:extLst>
                  <a:ext uri="{FF2B5EF4-FFF2-40B4-BE49-F238E27FC236}">
                    <a16:creationId xmlns:a16="http://schemas.microsoft.com/office/drawing/2014/main" id="{F165148D-C509-E3AE-0AE5-D98FA62C2483}"/>
                  </a:ext>
                </a:extLst>
              </p:cNvPr>
              <p:cNvSpPr/>
              <p:nvPr/>
            </p:nvSpPr>
            <p:spPr>
              <a:xfrm>
                <a:off x="3715951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529" name="tx10156">
                <a:extLst>
                  <a:ext uri="{FF2B5EF4-FFF2-40B4-BE49-F238E27FC236}">
                    <a16:creationId xmlns:a16="http://schemas.microsoft.com/office/drawing/2014/main" id="{74CAA9DA-AA5A-3A3F-1733-A62C78B9C66B}"/>
                  </a:ext>
                </a:extLst>
              </p:cNvPr>
              <p:cNvSpPr/>
              <p:nvPr/>
            </p:nvSpPr>
            <p:spPr>
              <a:xfrm>
                <a:off x="3760665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30530" name="tx10157">
                <a:extLst>
                  <a:ext uri="{FF2B5EF4-FFF2-40B4-BE49-F238E27FC236}">
                    <a16:creationId xmlns:a16="http://schemas.microsoft.com/office/drawing/2014/main" id="{EB3F2F07-4EC7-A58D-8FCD-BF292B21A05A}"/>
                  </a:ext>
                </a:extLst>
              </p:cNvPr>
              <p:cNvSpPr/>
              <p:nvPr/>
            </p:nvSpPr>
            <p:spPr>
              <a:xfrm>
                <a:off x="3969202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16</a:t>
                </a:r>
              </a:p>
            </p:txBody>
          </p:sp>
          <p:sp>
            <p:nvSpPr>
              <p:cNvPr id="30531" name="tx10158">
                <a:extLst>
                  <a:ext uri="{FF2B5EF4-FFF2-40B4-BE49-F238E27FC236}">
                    <a16:creationId xmlns:a16="http://schemas.microsoft.com/office/drawing/2014/main" id="{E14988DF-6510-15EF-70C6-01BFA005F733}"/>
                  </a:ext>
                </a:extLst>
              </p:cNvPr>
              <p:cNvSpPr/>
              <p:nvPr/>
            </p:nvSpPr>
            <p:spPr>
              <a:xfrm>
                <a:off x="4093560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532" name="tx10159">
                <a:extLst>
                  <a:ext uri="{FF2B5EF4-FFF2-40B4-BE49-F238E27FC236}">
                    <a16:creationId xmlns:a16="http://schemas.microsoft.com/office/drawing/2014/main" id="{FC0B08AF-0226-ED7F-ABFF-EE0EFF46F0D7}"/>
                  </a:ext>
                </a:extLst>
              </p:cNvPr>
              <p:cNvSpPr/>
              <p:nvPr/>
            </p:nvSpPr>
            <p:spPr>
              <a:xfrm>
                <a:off x="4138274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30533" name="tx10160">
                <a:extLst>
                  <a:ext uri="{FF2B5EF4-FFF2-40B4-BE49-F238E27FC236}">
                    <a16:creationId xmlns:a16="http://schemas.microsoft.com/office/drawing/2014/main" id="{A3BE8EE1-3ABC-8726-1362-74672F8DC432}"/>
                  </a:ext>
                </a:extLst>
              </p:cNvPr>
              <p:cNvSpPr/>
              <p:nvPr/>
            </p:nvSpPr>
            <p:spPr>
              <a:xfrm>
                <a:off x="4346812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18</a:t>
                </a:r>
              </a:p>
            </p:txBody>
          </p:sp>
          <p:sp>
            <p:nvSpPr>
              <p:cNvPr id="30534" name="tx10161">
                <a:extLst>
                  <a:ext uri="{FF2B5EF4-FFF2-40B4-BE49-F238E27FC236}">
                    <a16:creationId xmlns:a16="http://schemas.microsoft.com/office/drawing/2014/main" id="{E5197AC0-BD8E-6251-0E90-A899F12406FE}"/>
                  </a:ext>
                </a:extLst>
              </p:cNvPr>
              <p:cNvSpPr/>
              <p:nvPr/>
            </p:nvSpPr>
            <p:spPr>
              <a:xfrm>
                <a:off x="4471170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535" name="tx10162">
                <a:extLst>
                  <a:ext uri="{FF2B5EF4-FFF2-40B4-BE49-F238E27FC236}">
                    <a16:creationId xmlns:a16="http://schemas.microsoft.com/office/drawing/2014/main" id="{330F7DB0-4F25-D45A-CE04-6EF8456524FA}"/>
                  </a:ext>
                </a:extLst>
              </p:cNvPr>
              <p:cNvSpPr/>
              <p:nvPr/>
            </p:nvSpPr>
            <p:spPr>
              <a:xfrm>
                <a:off x="4515884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30536" name="tx10163">
                <a:extLst>
                  <a:ext uri="{FF2B5EF4-FFF2-40B4-BE49-F238E27FC236}">
                    <a16:creationId xmlns:a16="http://schemas.microsoft.com/office/drawing/2014/main" id="{550EC824-32BB-3A16-FB8F-756ADABC61E0}"/>
                  </a:ext>
                </a:extLst>
              </p:cNvPr>
              <p:cNvSpPr/>
              <p:nvPr/>
            </p:nvSpPr>
            <p:spPr>
              <a:xfrm>
                <a:off x="4724421" y="4233255"/>
                <a:ext cx="124358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20</a:t>
                </a:r>
              </a:p>
            </p:txBody>
          </p:sp>
          <p:sp>
            <p:nvSpPr>
              <p:cNvPr id="30537" name="tx10164">
                <a:extLst>
                  <a:ext uri="{FF2B5EF4-FFF2-40B4-BE49-F238E27FC236}">
                    <a16:creationId xmlns:a16="http://schemas.microsoft.com/office/drawing/2014/main" id="{49654D17-6E31-124B-8126-4F8E3B0CE294}"/>
                  </a:ext>
                </a:extLst>
              </p:cNvPr>
              <p:cNvSpPr/>
              <p:nvPr/>
            </p:nvSpPr>
            <p:spPr>
              <a:xfrm>
                <a:off x="4848779" y="4214784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0538" name="tx10165">
                <a:extLst>
                  <a:ext uri="{FF2B5EF4-FFF2-40B4-BE49-F238E27FC236}">
                    <a16:creationId xmlns:a16="http://schemas.microsoft.com/office/drawing/2014/main" id="{FB108DCB-91BE-D74C-16EE-D4EE861FF60E}"/>
                  </a:ext>
                </a:extLst>
              </p:cNvPr>
              <p:cNvSpPr/>
              <p:nvPr/>
            </p:nvSpPr>
            <p:spPr>
              <a:xfrm>
                <a:off x="4893494" y="4233255"/>
                <a:ext cx="7452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Arial"/>
                    <a:cs typeface="Arial"/>
                  </a:rPr>
                  <a:t>E</a:t>
                </a:r>
              </a:p>
            </p:txBody>
          </p:sp>
          <p:sp>
            <p:nvSpPr>
              <p:cNvPr id="30539" name="tx10166">
                <a:extLst>
                  <a:ext uri="{FF2B5EF4-FFF2-40B4-BE49-F238E27FC236}">
                    <a16:creationId xmlns:a16="http://schemas.microsoft.com/office/drawing/2014/main" id="{1E9A6744-FC7A-BC6A-6FDC-7A0B1F2F2967}"/>
                  </a:ext>
                </a:extLst>
              </p:cNvPr>
              <p:cNvSpPr/>
              <p:nvPr/>
            </p:nvSpPr>
            <p:spPr>
              <a:xfrm>
                <a:off x="3406426" y="4372931"/>
                <a:ext cx="613928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Longitude</a:t>
                </a:r>
              </a:p>
            </p:txBody>
          </p:sp>
          <p:sp>
            <p:nvSpPr>
              <p:cNvPr id="30540" name="tx10167">
                <a:extLst>
                  <a:ext uri="{FF2B5EF4-FFF2-40B4-BE49-F238E27FC236}">
                    <a16:creationId xmlns:a16="http://schemas.microsoft.com/office/drawing/2014/main" id="{28DD712A-6BBC-DF4A-DF8B-79B24E363B18}"/>
                  </a:ext>
                </a:extLst>
              </p:cNvPr>
              <p:cNvSpPr/>
              <p:nvPr/>
            </p:nvSpPr>
            <p:spPr>
              <a:xfrm rot="-5400000">
                <a:off x="1791999" y="2767368"/>
                <a:ext cx="49734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Latitude</a:t>
                </a:r>
              </a:p>
            </p:txBody>
          </p:sp>
          <p:sp>
            <p:nvSpPr>
              <p:cNvPr id="30541" name="rc10168">
                <a:extLst>
                  <a:ext uri="{FF2B5EF4-FFF2-40B4-BE49-F238E27FC236}">
                    <a16:creationId xmlns:a16="http://schemas.microsoft.com/office/drawing/2014/main" id="{6E775790-7932-FAEA-A6CA-BD8FA885442D}"/>
                  </a:ext>
                </a:extLst>
              </p:cNvPr>
              <p:cNvSpPr/>
              <p:nvPr/>
            </p:nvSpPr>
            <p:spPr>
              <a:xfrm>
                <a:off x="5098680" y="2024185"/>
                <a:ext cx="683066" cy="158640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2" name="tx10169">
                <a:extLst>
                  <a:ext uri="{FF2B5EF4-FFF2-40B4-BE49-F238E27FC236}">
                    <a16:creationId xmlns:a16="http://schemas.microsoft.com/office/drawing/2014/main" id="{7BC12A69-57C8-37C0-D738-ABAB3E85DF5D}"/>
                  </a:ext>
                </a:extLst>
              </p:cNvPr>
              <p:cNvSpPr/>
              <p:nvPr/>
            </p:nvSpPr>
            <p:spPr>
              <a:xfrm>
                <a:off x="5168269" y="2108496"/>
                <a:ext cx="535746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Survival </a:t>
                </a:r>
              </a:p>
            </p:txBody>
          </p:sp>
          <p:sp>
            <p:nvSpPr>
              <p:cNvPr id="30543" name="tx10170">
                <a:extLst>
                  <a:ext uri="{FF2B5EF4-FFF2-40B4-BE49-F238E27FC236}">
                    <a16:creationId xmlns:a16="http://schemas.microsoft.com/office/drawing/2014/main" id="{0717BC75-5C7F-B85E-3C35-54C578F226BE}"/>
                  </a:ext>
                </a:extLst>
              </p:cNvPr>
              <p:cNvSpPr/>
              <p:nvPr/>
            </p:nvSpPr>
            <p:spPr>
              <a:xfrm>
                <a:off x="5168269" y="2259372"/>
                <a:ext cx="370332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Offset</a:t>
                </a:r>
              </a:p>
            </p:txBody>
          </p:sp>
          <p:pic>
            <p:nvPicPr>
              <p:cNvPr id="30544" name="pic10171">
                <a:extLst>
                  <a:ext uri="{FF2B5EF4-FFF2-40B4-BE49-F238E27FC236}">
                    <a16:creationId xmlns:a16="http://schemas.microsoft.com/office/drawing/2014/main" id="{83C9E3A6-C3B9-42E3-DE45-702A718FE0CD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68269" y="2443718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30545" name="pl10172">
                <a:extLst>
                  <a:ext uri="{FF2B5EF4-FFF2-40B4-BE49-F238E27FC236}">
                    <a16:creationId xmlns:a16="http://schemas.microsoft.com/office/drawing/2014/main" id="{8777529D-03BA-68C4-5897-3051376321F9}"/>
                  </a:ext>
                </a:extLst>
              </p:cNvPr>
              <p:cNvSpPr/>
              <p:nvPr/>
            </p:nvSpPr>
            <p:spPr>
              <a:xfrm>
                <a:off x="5343834" y="353916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6" name="pl10173">
                <a:extLst>
                  <a:ext uri="{FF2B5EF4-FFF2-40B4-BE49-F238E27FC236}">
                    <a16:creationId xmlns:a16="http://schemas.microsoft.com/office/drawing/2014/main" id="{44F488B7-CE15-9EA6-B235-9C6CAFAC1E00}"/>
                  </a:ext>
                </a:extLst>
              </p:cNvPr>
              <p:cNvSpPr/>
              <p:nvPr/>
            </p:nvSpPr>
            <p:spPr>
              <a:xfrm>
                <a:off x="5343834" y="326576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7" name="pl10174">
                <a:extLst>
                  <a:ext uri="{FF2B5EF4-FFF2-40B4-BE49-F238E27FC236}">
                    <a16:creationId xmlns:a16="http://schemas.microsoft.com/office/drawing/2014/main" id="{2B906CD7-77A4-EB60-9038-B7B4FF922B7C}"/>
                  </a:ext>
                </a:extLst>
              </p:cNvPr>
              <p:cNvSpPr/>
              <p:nvPr/>
            </p:nvSpPr>
            <p:spPr>
              <a:xfrm>
                <a:off x="5343834" y="2992358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8" name="pl10175">
                <a:extLst>
                  <a:ext uri="{FF2B5EF4-FFF2-40B4-BE49-F238E27FC236}">
                    <a16:creationId xmlns:a16="http://schemas.microsoft.com/office/drawing/2014/main" id="{D7D0EB66-3ADD-6D62-CB0F-72BBFA01E85B}"/>
                  </a:ext>
                </a:extLst>
              </p:cNvPr>
              <p:cNvSpPr/>
              <p:nvPr/>
            </p:nvSpPr>
            <p:spPr>
              <a:xfrm>
                <a:off x="5343834" y="271895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9" name="pl10176">
                <a:extLst>
                  <a:ext uri="{FF2B5EF4-FFF2-40B4-BE49-F238E27FC236}">
                    <a16:creationId xmlns:a16="http://schemas.microsoft.com/office/drawing/2014/main" id="{1CBC0EA5-D8B4-9609-3B67-B97F527A98D1}"/>
                  </a:ext>
                </a:extLst>
              </p:cNvPr>
              <p:cNvSpPr/>
              <p:nvPr/>
            </p:nvSpPr>
            <p:spPr>
              <a:xfrm>
                <a:off x="5343834" y="244554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0" name="pl10177">
                <a:extLst>
                  <a:ext uri="{FF2B5EF4-FFF2-40B4-BE49-F238E27FC236}">
                    <a16:creationId xmlns:a16="http://schemas.microsoft.com/office/drawing/2014/main" id="{8DDF9D57-32D5-B163-04C1-86B3843BACD6}"/>
                  </a:ext>
                </a:extLst>
              </p:cNvPr>
              <p:cNvSpPr/>
              <p:nvPr/>
            </p:nvSpPr>
            <p:spPr>
              <a:xfrm>
                <a:off x="5168269" y="353916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1" name="pl10178">
                <a:extLst>
                  <a:ext uri="{FF2B5EF4-FFF2-40B4-BE49-F238E27FC236}">
                    <a16:creationId xmlns:a16="http://schemas.microsoft.com/office/drawing/2014/main" id="{7385A2F9-5DE8-2CFD-E3AE-B19A1C5CD1FF}"/>
                  </a:ext>
                </a:extLst>
              </p:cNvPr>
              <p:cNvSpPr/>
              <p:nvPr/>
            </p:nvSpPr>
            <p:spPr>
              <a:xfrm>
                <a:off x="5168269" y="326576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2" name="pl10179">
                <a:extLst>
                  <a:ext uri="{FF2B5EF4-FFF2-40B4-BE49-F238E27FC236}">
                    <a16:creationId xmlns:a16="http://schemas.microsoft.com/office/drawing/2014/main" id="{C808FE17-4324-A981-D313-C97D21EE4CBB}"/>
                  </a:ext>
                </a:extLst>
              </p:cNvPr>
              <p:cNvSpPr/>
              <p:nvPr/>
            </p:nvSpPr>
            <p:spPr>
              <a:xfrm>
                <a:off x="5168269" y="2992358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3" name="pl10180">
                <a:extLst>
                  <a:ext uri="{FF2B5EF4-FFF2-40B4-BE49-F238E27FC236}">
                    <a16:creationId xmlns:a16="http://schemas.microsoft.com/office/drawing/2014/main" id="{F8175ECD-EC50-45C0-C5B0-85BFAB0F35B4}"/>
                  </a:ext>
                </a:extLst>
              </p:cNvPr>
              <p:cNvSpPr/>
              <p:nvPr/>
            </p:nvSpPr>
            <p:spPr>
              <a:xfrm>
                <a:off x="5168269" y="271895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4" name="pl10181">
                <a:extLst>
                  <a:ext uri="{FF2B5EF4-FFF2-40B4-BE49-F238E27FC236}">
                    <a16:creationId xmlns:a16="http://schemas.microsoft.com/office/drawing/2014/main" id="{E10AB102-3088-61BD-3309-FE3041575B92}"/>
                  </a:ext>
                </a:extLst>
              </p:cNvPr>
              <p:cNvSpPr/>
              <p:nvPr/>
            </p:nvSpPr>
            <p:spPr>
              <a:xfrm>
                <a:off x="5168269" y="244554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5" name="tx10182">
                <a:extLst>
                  <a:ext uri="{FF2B5EF4-FFF2-40B4-BE49-F238E27FC236}">
                    <a16:creationId xmlns:a16="http://schemas.microsoft.com/office/drawing/2014/main" id="{F05B521F-9F31-883E-CCC9-8C0BE0EC42BA}"/>
                  </a:ext>
                </a:extLst>
              </p:cNvPr>
              <p:cNvSpPr/>
              <p:nvPr/>
            </p:nvSpPr>
            <p:spPr>
              <a:xfrm>
                <a:off x="5457314" y="3499164"/>
                <a:ext cx="25484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-1.00</a:t>
                </a:r>
              </a:p>
            </p:txBody>
          </p:sp>
          <p:sp>
            <p:nvSpPr>
              <p:cNvPr id="30556" name="tx10183">
                <a:extLst>
                  <a:ext uri="{FF2B5EF4-FFF2-40B4-BE49-F238E27FC236}">
                    <a16:creationId xmlns:a16="http://schemas.microsoft.com/office/drawing/2014/main" id="{101A20FF-28E6-C14D-C934-8B37F407E29A}"/>
                  </a:ext>
                </a:extLst>
              </p:cNvPr>
              <p:cNvSpPr/>
              <p:nvPr/>
            </p:nvSpPr>
            <p:spPr>
              <a:xfrm>
                <a:off x="5457314" y="3225758"/>
                <a:ext cx="25484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-0.75</a:t>
                </a:r>
              </a:p>
            </p:txBody>
          </p:sp>
          <p:sp>
            <p:nvSpPr>
              <p:cNvPr id="30557" name="tx10184">
                <a:extLst>
                  <a:ext uri="{FF2B5EF4-FFF2-40B4-BE49-F238E27FC236}">
                    <a16:creationId xmlns:a16="http://schemas.microsoft.com/office/drawing/2014/main" id="{39FDF724-6642-929D-4E28-100338D51315}"/>
                  </a:ext>
                </a:extLst>
              </p:cNvPr>
              <p:cNvSpPr/>
              <p:nvPr/>
            </p:nvSpPr>
            <p:spPr>
              <a:xfrm>
                <a:off x="5457314" y="2952353"/>
                <a:ext cx="25484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-0.50</a:t>
                </a:r>
              </a:p>
            </p:txBody>
          </p:sp>
          <p:sp>
            <p:nvSpPr>
              <p:cNvPr id="30558" name="tx10185">
                <a:extLst>
                  <a:ext uri="{FF2B5EF4-FFF2-40B4-BE49-F238E27FC236}">
                    <a16:creationId xmlns:a16="http://schemas.microsoft.com/office/drawing/2014/main" id="{5230BA77-34EC-6552-D1A1-66946697CA9E}"/>
                  </a:ext>
                </a:extLst>
              </p:cNvPr>
              <p:cNvSpPr/>
              <p:nvPr/>
            </p:nvSpPr>
            <p:spPr>
              <a:xfrm>
                <a:off x="5457314" y="2678947"/>
                <a:ext cx="254843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-0.25</a:t>
                </a:r>
              </a:p>
            </p:txBody>
          </p:sp>
          <p:sp>
            <p:nvSpPr>
              <p:cNvPr id="30559" name="tx10186">
                <a:extLst>
                  <a:ext uri="{FF2B5EF4-FFF2-40B4-BE49-F238E27FC236}">
                    <a16:creationId xmlns:a16="http://schemas.microsoft.com/office/drawing/2014/main" id="{24B0FD92-FDBD-81B3-89B1-AEC973AE6416}"/>
                  </a:ext>
                </a:extLst>
              </p:cNvPr>
              <p:cNvSpPr/>
              <p:nvPr/>
            </p:nvSpPr>
            <p:spPr>
              <a:xfrm>
                <a:off x="5457314" y="2405542"/>
                <a:ext cx="217627" cy="8001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0.00</a:t>
                </a:r>
              </a:p>
            </p:txBody>
          </p:sp>
          <p:sp>
            <p:nvSpPr>
              <p:cNvPr id="30560" name="tx10187">
                <a:extLst>
                  <a:ext uri="{FF2B5EF4-FFF2-40B4-BE49-F238E27FC236}">
                    <a16:creationId xmlns:a16="http://schemas.microsoft.com/office/drawing/2014/main" id="{76576597-240D-9102-FD5B-141FB677677C}"/>
                  </a:ext>
                </a:extLst>
              </p:cNvPr>
              <p:cNvSpPr/>
              <p:nvPr/>
            </p:nvSpPr>
            <p:spPr>
              <a:xfrm>
                <a:off x="2868081" y="1265444"/>
                <a:ext cx="1732147" cy="10003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Current to Future Treatment</a:t>
                </a:r>
              </a:p>
            </p:txBody>
          </p:sp>
          <p:sp>
            <p:nvSpPr>
              <p:cNvPr id="30561" name="tx10188">
                <a:extLst>
                  <a:ext uri="{FF2B5EF4-FFF2-40B4-BE49-F238E27FC236}">
                    <a16:creationId xmlns:a16="http://schemas.microsoft.com/office/drawing/2014/main" id="{3B9E1F7D-93EE-D116-A544-8A635E4765EF}"/>
                  </a:ext>
                </a:extLst>
              </p:cNvPr>
              <p:cNvSpPr/>
              <p:nvPr/>
            </p:nvSpPr>
            <p:spPr>
              <a:xfrm>
                <a:off x="2467279" y="983989"/>
                <a:ext cx="1863181" cy="163677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r>
                  <a:rPr>
                    <a:solidFill>
                      <a:srgbClr val="000000">
                        <a:alpha val="100000"/>
                      </a:srgbClr>
                    </a:solidFill>
                    <a:latin typeface="Arial"/>
                    <a:cs typeface="Arial"/>
                  </a:rPr>
                  <a:t>(C) Survival Offset</a:t>
                </a:r>
              </a:p>
            </p:txBody>
          </p:sp>
        </p:grpSp>
        <p:sp>
          <p:nvSpPr>
            <p:cNvPr id="20377" name="pg9121">
              <a:extLst>
                <a:ext uri="{FF2B5EF4-FFF2-40B4-BE49-F238E27FC236}">
                  <a16:creationId xmlns:a16="http://schemas.microsoft.com/office/drawing/2014/main" id="{831CDF26-442C-38A3-A705-3EA18FF6D4D4}"/>
                </a:ext>
              </a:extLst>
            </p:cNvPr>
            <p:cNvSpPr/>
            <p:nvPr/>
          </p:nvSpPr>
          <p:spPr>
            <a:xfrm>
              <a:off x="3172968" y="2117420"/>
              <a:ext cx="253563" cy="156088"/>
            </a:xfrm>
            <a:custGeom>
              <a:avLst/>
              <a:gdLst/>
              <a:ahLst/>
              <a:cxnLst/>
              <a:rect l="0" t="0" r="0" b="0"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8" name="tx9122">
              <a:extLst>
                <a:ext uri="{FF2B5EF4-FFF2-40B4-BE49-F238E27FC236}">
                  <a16:creationId xmlns:a16="http://schemas.microsoft.com/office/drawing/2014/main" id="{64B81E6E-DC06-6C19-1EF7-4033833E29BE}"/>
                </a:ext>
              </a:extLst>
            </p:cNvPr>
            <p:cNvSpPr/>
            <p:nvPr/>
          </p:nvSpPr>
          <p:spPr>
            <a:xfrm>
              <a:off x="3218688" y="2163140"/>
              <a:ext cx="162123" cy="6464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r>
                <a:rPr sz="71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17739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77</TotalTime>
  <Words>6244</Words>
  <Application>Microsoft Macintosh PowerPoint</Application>
  <PresentationFormat>Widescreen</PresentationFormat>
  <Paragraphs>6188</Paragraphs>
  <Slides>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</vt:i4>
      </vt:variant>
    </vt:vector>
  </HeadingPairs>
  <TitlesOfParts>
    <vt:vector size="8" baseType="lpstr">
      <vt:lpstr>Arial</vt:lpstr>
      <vt:lpstr>Calibri</vt:lpstr>
      <vt:lpstr>Symbol</vt:lpstr>
      <vt:lpstr>Office Theme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/>
  <cp:lastModifiedBy>Camille Rumberger</cp:lastModifiedBy>
  <cp:revision>5</cp:revision>
  <dcterms:created xsi:type="dcterms:W3CDTF">2017-02-13T16:18:36Z</dcterms:created>
  <dcterms:modified xsi:type="dcterms:W3CDTF">2026-08-25T17:06:33Z</dcterms:modified>
  <cp:category/>
</cp:coreProperties>
</file>